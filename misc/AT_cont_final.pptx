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831532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13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9416" y="706933"/>
            <a:ext cx="6236494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9416" y="2268784"/>
            <a:ext cx="6236494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1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26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348" y="1076898"/>
            <a:ext cx="7171968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7348" y="2890725"/>
            <a:ext cx="7171968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34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679" y="1149890"/>
            <a:ext cx="3534013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9633" y="1149890"/>
            <a:ext cx="3534013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0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62" y="229978"/>
            <a:ext cx="7171968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2762" y="1058899"/>
            <a:ext cx="3517772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2762" y="1577849"/>
            <a:ext cx="3517772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9633" y="1058899"/>
            <a:ext cx="353509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9633" y="1577849"/>
            <a:ext cx="3535096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8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07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5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62" y="287972"/>
            <a:ext cx="2681909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096" y="621941"/>
            <a:ext cx="4209633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2762" y="1295877"/>
            <a:ext cx="2681909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6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62" y="287972"/>
            <a:ext cx="2681909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35096" y="621941"/>
            <a:ext cx="4209633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2762" y="1295877"/>
            <a:ext cx="2681909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9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50654" y="229978"/>
            <a:ext cx="1792992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679" y="229978"/>
            <a:ext cx="5275034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679" y="229978"/>
            <a:ext cx="7171968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679" y="1149890"/>
            <a:ext cx="7171968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679" y="4003618"/>
            <a:ext cx="187094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9DC9A-6BFA-47F6-BCED-7024EEF4BE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54452" y="4003618"/>
            <a:ext cx="280642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72698" y="4003618"/>
            <a:ext cx="187094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FCD57-AE25-4289-B136-64F8F70E3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3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D26BA9-9138-A6A4-02FB-47BE45A1326D}"/>
              </a:ext>
            </a:extLst>
          </p:cNvPr>
          <p:cNvGrpSpPr/>
          <p:nvPr/>
        </p:nvGrpSpPr>
        <p:grpSpPr>
          <a:xfrm>
            <a:off x="64561" y="76712"/>
            <a:ext cx="8186201" cy="5814735"/>
            <a:chOff x="424925" y="191080"/>
            <a:chExt cx="8186201" cy="5814735"/>
          </a:xfrm>
        </p:grpSpPr>
        <p:sp>
          <p:nvSpPr>
            <p:cNvPr id="6" name="pg106">
              <a:extLst>
                <a:ext uri="{FF2B5EF4-FFF2-40B4-BE49-F238E27FC236}">
                  <a16:creationId xmlns:a16="http://schemas.microsoft.com/office/drawing/2014/main" id="{97BDA933-2A77-2020-98A3-18C7DD94FBFD}"/>
                </a:ext>
              </a:extLst>
            </p:cNvPr>
            <p:cNvSpPr/>
            <p:nvPr/>
          </p:nvSpPr>
          <p:spPr>
            <a:xfrm>
              <a:off x="2003485" y="2677326"/>
              <a:ext cx="768363" cy="771929"/>
            </a:xfrm>
            <a:custGeom>
              <a:avLst/>
              <a:gdLst/>
              <a:ahLst/>
              <a:cxnLst/>
              <a:rect l="0" t="0" r="0" b="0"/>
              <a:pathLst>
                <a:path w="768363" h="771929">
                  <a:moveTo>
                    <a:pt x="260321" y="755359"/>
                  </a:moveTo>
                  <a:lnTo>
                    <a:pt x="259559" y="756003"/>
                  </a:lnTo>
                  <a:lnTo>
                    <a:pt x="259242" y="756718"/>
                  </a:lnTo>
                  <a:lnTo>
                    <a:pt x="258377" y="757325"/>
                  </a:lnTo>
                  <a:lnTo>
                    <a:pt x="257610" y="758846"/>
                  </a:lnTo>
                  <a:lnTo>
                    <a:pt x="256437" y="759607"/>
                  </a:lnTo>
                  <a:lnTo>
                    <a:pt x="254496" y="759115"/>
                  </a:lnTo>
                  <a:lnTo>
                    <a:pt x="253506" y="759227"/>
                  </a:lnTo>
                  <a:lnTo>
                    <a:pt x="252282" y="759711"/>
                  </a:lnTo>
                  <a:lnTo>
                    <a:pt x="251405" y="759411"/>
                  </a:lnTo>
                  <a:lnTo>
                    <a:pt x="250511" y="760323"/>
                  </a:lnTo>
                  <a:lnTo>
                    <a:pt x="248779" y="760156"/>
                  </a:lnTo>
                  <a:lnTo>
                    <a:pt x="246202" y="760716"/>
                  </a:lnTo>
                  <a:lnTo>
                    <a:pt x="245229" y="760648"/>
                  </a:lnTo>
                  <a:lnTo>
                    <a:pt x="244635" y="760284"/>
                  </a:lnTo>
                  <a:lnTo>
                    <a:pt x="243713" y="760499"/>
                  </a:lnTo>
                  <a:lnTo>
                    <a:pt x="242540" y="759935"/>
                  </a:lnTo>
                  <a:lnTo>
                    <a:pt x="241673" y="759928"/>
                  </a:lnTo>
                  <a:lnTo>
                    <a:pt x="239157" y="759108"/>
                  </a:lnTo>
                  <a:lnTo>
                    <a:pt x="237505" y="759532"/>
                  </a:lnTo>
                  <a:lnTo>
                    <a:pt x="236747" y="759461"/>
                  </a:lnTo>
                  <a:lnTo>
                    <a:pt x="235768" y="759938"/>
                  </a:lnTo>
                  <a:lnTo>
                    <a:pt x="233633" y="759782"/>
                  </a:lnTo>
                  <a:lnTo>
                    <a:pt x="231202" y="760993"/>
                  </a:lnTo>
                  <a:lnTo>
                    <a:pt x="229024" y="762764"/>
                  </a:lnTo>
                  <a:lnTo>
                    <a:pt x="226107" y="764250"/>
                  </a:lnTo>
                  <a:lnTo>
                    <a:pt x="223807" y="766378"/>
                  </a:lnTo>
                  <a:lnTo>
                    <a:pt x="222929" y="766737"/>
                  </a:lnTo>
                  <a:lnTo>
                    <a:pt x="222517" y="767194"/>
                  </a:lnTo>
                  <a:lnTo>
                    <a:pt x="220217" y="768158"/>
                  </a:lnTo>
                  <a:lnTo>
                    <a:pt x="218504" y="769993"/>
                  </a:lnTo>
                  <a:lnTo>
                    <a:pt x="216976" y="768669"/>
                  </a:lnTo>
                  <a:lnTo>
                    <a:pt x="216145" y="766043"/>
                  </a:lnTo>
                  <a:lnTo>
                    <a:pt x="214860" y="763464"/>
                  </a:lnTo>
                  <a:lnTo>
                    <a:pt x="214865" y="762595"/>
                  </a:lnTo>
                  <a:lnTo>
                    <a:pt x="214456" y="761104"/>
                  </a:lnTo>
                  <a:lnTo>
                    <a:pt x="213512" y="760824"/>
                  </a:lnTo>
                  <a:lnTo>
                    <a:pt x="209596" y="758762"/>
                  </a:lnTo>
                  <a:lnTo>
                    <a:pt x="206529" y="758265"/>
                  </a:lnTo>
                  <a:lnTo>
                    <a:pt x="206098" y="756990"/>
                  </a:lnTo>
                  <a:lnTo>
                    <a:pt x="202758" y="759489"/>
                  </a:lnTo>
                  <a:lnTo>
                    <a:pt x="200268" y="756696"/>
                  </a:lnTo>
                  <a:lnTo>
                    <a:pt x="196884" y="758284"/>
                  </a:lnTo>
                  <a:lnTo>
                    <a:pt x="192085" y="763902"/>
                  </a:lnTo>
                  <a:lnTo>
                    <a:pt x="190473" y="765050"/>
                  </a:lnTo>
                  <a:lnTo>
                    <a:pt x="189024" y="765419"/>
                  </a:lnTo>
                  <a:lnTo>
                    <a:pt x="187452" y="766272"/>
                  </a:lnTo>
                  <a:lnTo>
                    <a:pt x="186806" y="766961"/>
                  </a:lnTo>
                  <a:lnTo>
                    <a:pt x="186170" y="768338"/>
                  </a:lnTo>
                  <a:lnTo>
                    <a:pt x="185303" y="768845"/>
                  </a:lnTo>
                  <a:lnTo>
                    <a:pt x="183129" y="768722"/>
                  </a:lnTo>
                  <a:lnTo>
                    <a:pt x="179715" y="767038"/>
                  </a:lnTo>
                  <a:lnTo>
                    <a:pt x="177814" y="765644"/>
                  </a:lnTo>
                  <a:lnTo>
                    <a:pt x="176496" y="765424"/>
                  </a:lnTo>
                  <a:lnTo>
                    <a:pt x="173193" y="763646"/>
                  </a:lnTo>
                  <a:lnTo>
                    <a:pt x="172368" y="763420"/>
                  </a:lnTo>
                  <a:lnTo>
                    <a:pt x="172200" y="763561"/>
                  </a:lnTo>
                  <a:lnTo>
                    <a:pt x="168763" y="765946"/>
                  </a:lnTo>
                  <a:lnTo>
                    <a:pt x="160623" y="765269"/>
                  </a:lnTo>
                  <a:lnTo>
                    <a:pt x="155366" y="766074"/>
                  </a:lnTo>
                  <a:lnTo>
                    <a:pt x="152158" y="760471"/>
                  </a:lnTo>
                  <a:lnTo>
                    <a:pt x="149537" y="754873"/>
                  </a:lnTo>
                  <a:lnTo>
                    <a:pt x="146309" y="753144"/>
                  </a:lnTo>
                  <a:lnTo>
                    <a:pt x="142002" y="754127"/>
                  </a:lnTo>
                  <a:lnTo>
                    <a:pt x="139053" y="750299"/>
                  </a:lnTo>
                  <a:lnTo>
                    <a:pt x="133749" y="748159"/>
                  </a:lnTo>
                  <a:lnTo>
                    <a:pt x="130582" y="747659"/>
                  </a:lnTo>
                  <a:lnTo>
                    <a:pt x="125074" y="742581"/>
                  </a:lnTo>
                  <a:lnTo>
                    <a:pt x="120941" y="742370"/>
                  </a:lnTo>
                  <a:lnTo>
                    <a:pt x="119974" y="741866"/>
                  </a:lnTo>
                  <a:lnTo>
                    <a:pt x="107925" y="738556"/>
                  </a:lnTo>
                  <a:lnTo>
                    <a:pt x="104979" y="736566"/>
                  </a:lnTo>
                  <a:lnTo>
                    <a:pt x="102805" y="734275"/>
                  </a:lnTo>
                  <a:lnTo>
                    <a:pt x="99788" y="730154"/>
                  </a:lnTo>
                  <a:lnTo>
                    <a:pt x="94208" y="725334"/>
                  </a:lnTo>
                  <a:lnTo>
                    <a:pt x="92668" y="724893"/>
                  </a:lnTo>
                  <a:lnTo>
                    <a:pt x="93403" y="722383"/>
                  </a:lnTo>
                  <a:lnTo>
                    <a:pt x="97561" y="716655"/>
                  </a:lnTo>
                  <a:lnTo>
                    <a:pt x="97818" y="714292"/>
                  </a:lnTo>
                  <a:lnTo>
                    <a:pt x="98572" y="713349"/>
                  </a:lnTo>
                  <a:lnTo>
                    <a:pt x="98437" y="712438"/>
                  </a:lnTo>
                  <a:lnTo>
                    <a:pt x="99997" y="707614"/>
                  </a:lnTo>
                  <a:lnTo>
                    <a:pt x="100370" y="699688"/>
                  </a:lnTo>
                  <a:lnTo>
                    <a:pt x="100209" y="697952"/>
                  </a:lnTo>
                  <a:lnTo>
                    <a:pt x="99500" y="696510"/>
                  </a:lnTo>
                  <a:lnTo>
                    <a:pt x="100068" y="695132"/>
                  </a:lnTo>
                  <a:lnTo>
                    <a:pt x="99988" y="693800"/>
                  </a:lnTo>
                  <a:lnTo>
                    <a:pt x="100568" y="690964"/>
                  </a:lnTo>
                  <a:lnTo>
                    <a:pt x="102244" y="688670"/>
                  </a:lnTo>
                  <a:lnTo>
                    <a:pt x="102087" y="687490"/>
                  </a:lnTo>
                  <a:lnTo>
                    <a:pt x="102876" y="686047"/>
                  </a:lnTo>
                  <a:lnTo>
                    <a:pt x="102638" y="683271"/>
                  </a:lnTo>
                  <a:lnTo>
                    <a:pt x="102922" y="682749"/>
                  </a:lnTo>
                  <a:lnTo>
                    <a:pt x="102532" y="679426"/>
                  </a:lnTo>
                  <a:lnTo>
                    <a:pt x="103499" y="678168"/>
                  </a:lnTo>
                  <a:lnTo>
                    <a:pt x="108132" y="676822"/>
                  </a:lnTo>
                  <a:lnTo>
                    <a:pt x="110294" y="674911"/>
                  </a:lnTo>
                  <a:lnTo>
                    <a:pt x="113840" y="670747"/>
                  </a:lnTo>
                  <a:lnTo>
                    <a:pt x="114840" y="670098"/>
                  </a:lnTo>
                  <a:lnTo>
                    <a:pt x="122696" y="654876"/>
                  </a:lnTo>
                  <a:lnTo>
                    <a:pt x="123255" y="651073"/>
                  </a:lnTo>
                  <a:lnTo>
                    <a:pt x="125129" y="644008"/>
                  </a:lnTo>
                  <a:lnTo>
                    <a:pt x="126357" y="634472"/>
                  </a:lnTo>
                  <a:lnTo>
                    <a:pt x="125259" y="626953"/>
                  </a:lnTo>
                  <a:lnTo>
                    <a:pt x="122209" y="626256"/>
                  </a:lnTo>
                  <a:lnTo>
                    <a:pt x="117669" y="624571"/>
                  </a:lnTo>
                  <a:lnTo>
                    <a:pt x="111755" y="615025"/>
                  </a:lnTo>
                  <a:lnTo>
                    <a:pt x="108671" y="603383"/>
                  </a:lnTo>
                  <a:lnTo>
                    <a:pt x="102328" y="592564"/>
                  </a:lnTo>
                  <a:lnTo>
                    <a:pt x="92906" y="577264"/>
                  </a:lnTo>
                  <a:lnTo>
                    <a:pt x="82730" y="565477"/>
                  </a:lnTo>
                  <a:lnTo>
                    <a:pt x="80670" y="558591"/>
                  </a:lnTo>
                  <a:lnTo>
                    <a:pt x="80641" y="556543"/>
                  </a:lnTo>
                  <a:lnTo>
                    <a:pt x="79885" y="553351"/>
                  </a:lnTo>
                  <a:lnTo>
                    <a:pt x="74766" y="547038"/>
                  </a:lnTo>
                  <a:lnTo>
                    <a:pt x="76623" y="540504"/>
                  </a:lnTo>
                  <a:lnTo>
                    <a:pt x="69554" y="525402"/>
                  </a:lnTo>
                  <a:lnTo>
                    <a:pt x="66731" y="511270"/>
                  </a:lnTo>
                  <a:lnTo>
                    <a:pt x="67648" y="501587"/>
                  </a:lnTo>
                  <a:lnTo>
                    <a:pt x="65659" y="496259"/>
                  </a:lnTo>
                  <a:lnTo>
                    <a:pt x="66692" y="485188"/>
                  </a:lnTo>
                  <a:lnTo>
                    <a:pt x="72299" y="481402"/>
                  </a:lnTo>
                  <a:lnTo>
                    <a:pt x="72390" y="479961"/>
                  </a:lnTo>
                  <a:lnTo>
                    <a:pt x="71370" y="478715"/>
                  </a:lnTo>
                  <a:lnTo>
                    <a:pt x="70383" y="476802"/>
                  </a:lnTo>
                  <a:lnTo>
                    <a:pt x="65941" y="472298"/>
                  </a:lnTo>
                  <a:lnTo>
                    <a:pt x="63536" y="470847"/>
                  </a:lnTo>
                  <a:lnTo>
                    <a:pt x="59028" y="464286"/>
                  </a:lnTo>
                  <a:lnTo>
                    <a:pt x="58572" y="463059"/>
                  </a:lnTo>
                  <a:lnTo>
                    <a:pt x="57407" y="461284"/>
                  </a:lnTo>
                  <a:lnTo>
                    <a:pt x="56298" y="457073"/>
                  </a:lnTo>
                  <a:lnTo>
                    <a:pt x="56583" y="456119"/>
                  </a:lnTo>
                  <a:lnTo>
                    <a:pt x="55158" y="451915"/>
                  </a:lnTo>
                  <a:lnTo>
                    <a:pt x="54931" y="445980"/>
                  </a:lnTo>
                  <a:lnTo>
                    <a:pt x="52982" y="441661"/>
                  </a:lnTo>
                  <a:lnTo>
                    <a:pt x="50863" y="441195"/>
                  </a:lnTo>
                  <a:lnTo>
                    <a:pt x="50752" y="438292"/>
                  </a:lnTo>
                  <a:lnTo>
                    <a:pt x="53789" y="427077"/>
                  </a:lnTo>
                  <a:lnTo>
                    <a:pt x="52238" y="421769"/>
                  </a:lnTo>
                  <a:lnTo>
                    <a:pt x="50426" y="418427"/>
                  </a:lnTo>
                  <a:lnTo>
                    <a:pt x="51093" y="413545"/>
                  </a:lnTo>
                  <a:lnTo>
                    <a:pt x="50233" y="406568"/>
                  </a:lnTo>
                  <a:lnTo>
                    <a:pt x="47252" y="400197"/>
                  </a:lnTo>
                  <a:lnTo>
                    <a:pt x="46322" y="396910"/>
                  </a:lnTo>
                  <a:lnTo>
                    <a:pt x="48318" y="393887"/>
                  </a:lnTo>
                  <a:lnTo>
                    <a:pt x="50872" y="391413"/>
                  </a:lnTo>
                  <a:lnTo>
                    <a:pt x="56283" y="391823"/>
                  </a:lnTo>
                  <a:lnTo>
                    <a:pt x="58109" y="389874"/>
                  </a:lnTo>
                  <a:lnTo>
                    <a:pt x="58295" y="387639"/>
                  </a:lnTo>
                  <a:lnTo>
                    <a:pt x="59920" y="386919"/>
                  </a:lnTo>
                  <a:lnTo>
                    <a:pt x="61745" y="385184"/>
                  </a:lnTo>
                  <a:lnTo>
                    <a:pt x="62255" y="383462"/>
                  </a:lnTo>
                  <a:lnTo>
                    <a:pt x="63126" y="381809"/>
                  </a:lnTo>
                  <a:lnTo>
                    <a:pt x="64450" y="381365"/>
                  </a:lnTo>
                  <a:lnTo>
                    <a:pt x="65384" y="381442"/>
                  </a:lnTo>
                  <a:lnTo>
                    <a:pt x="68083" y="382727"/>
                  </a:lnTo>
                  <a:lnTo>
                    <a:pt x="73097" y="379170"/>
                  </a:lnTo>
                  <a:lnTo>
                    <a:pt x="76942" y="375554"/>
                  </a:lnTo>
                  <a:lnTo>
                    <a:pt x="79196" y="373819"/>
                  </a:lnTo>
                  <a:lnTo>
                    <a:pt x="79366" y="373425"/>
                  </a:lnTo>
                  <a:lnTo>
                    <a:pt x="90654" y="370277"/>
                  </a:lnTo>
                  <a:lnTo>
                    <a:pt x="93560" y="370337"/>
                  </a:lnTo>
                  <a:lnTo>
                    <a:pt x="98944" y="364487"/>
                  </a:lnTo>
                  <a:lnTo>
                    <a:pt x="102861" y="360632"/>
                  </a:lnTo>
                  <a:lnTo>
                    <a:pt x="108481" y="349652"/>
                  </a:lnTo>
                  <a:lnTo>
                    <a:pt x="105272" y="349286"/>
                  </a:lnTo>
                  <a:lnTo>
                    <a:pt x="103059" y="348731"/>
                  </a:lnTo>
                  <a:lnTo>
                    <a:pt x="101586" y="348085"/>
                  </a:lnTo>
                  <a:lnTo>
                    <a:pt x="98668" y="347906"/>
                  </a:lnTo>
                  <a:lnTo>
                    <a:pt x="98679" y="347633"/>
                  </a:lnTo>
                  <a:lnTo>
                    <a:pt x="97751" y="347378"/>
                  </a:lnTo>
                  <a:lnTo>
                    <a:pt x="96331" y="345222"/>
                  </a:lnTo>
                  <a:lnTo>
                    <a:pt x="94423" y="345196"/>
                  </a:lnTo>
                  <a:lnTo>
                    <a:pt x="93570" y="344156"/>
                  </a:lnTo>
                  <a:lnTo>
                    <a:pt x="92512" y="343412"/>
                  </a:lnTo>
                  <a:lnTo>
                    <a:pt x="89160" y="342166"/>
                  </a:lnTo>
                  <a:lnTo>
                    <a:pt x="88004" y="341485"/>
                  </a:lnTo>
                  <a:lnTo>
                    <a:pt x="86381" y="342465"/>
                  </a:lnTo>
                  <a:lnTo>
                    <a:pt x="84268" y="341504"/>
                  </a:lnTo>
                  <a:lnTo>
                    <a:pt x="82963" y="338138"/>
                  </a:lnTo>
                  <a:lnTo>
                    <a:pt x="82200" y="336887"/>
                  </a:lnTo>
                  <a:lnTo>
                    <a:pt x="81331" y="336791"/>
                  </a:lnTo>
                  <a:lnTo>
                    <a:pt x="79030" y="335954"/>
                  </a:lnTo>
                  <a:lnTo>
                    <a:pt x="76591" y="333465"/>
                  </a:lnTo>
                  <a:lnTo>
                    <a:pt x="75459" y="330632"/>
                  </a:lnTo>
                  <a:lnTo>
                    <a:pt x="74658" y="329932"/>
                  </a:lnTo>
                  <a:lnTo>
                    <a:pt x="73813" y="327547"/>
                  </a:lnTo>
                  <a:lnTo>
                    <a:pt x="72951" y="326728"/>
                  </a:lnTo>
                  <a:lnTo>
                    <a:pt x="71306" y="324186"/>
                  </a:lnTo>
                  <a:lnTo>
                    <a:pt x="71408" y="323822"/>
                  </a:lnTo>
                  <a:lnTo>
                    <a:pt x="70903" y="322263"/>
                  </a:lnTo>
                  <a:lnTo>
                    <a:pt x="70999" y="320282"/>
                  </a:lnTo>
                  <a:lnTo>
                    <a:pt x="70196" y="316977"/>
                  </a:lnTo>
                  <a:lnTo>
                    <a:pt x="70783" y="315647"/>
                  </a:lnTo>
                  <a:lnTo>
                    <a:pt x="70401" y="314842"/>
                  </a:lnTo>
                  <a:lnTo>
                    <a:pt x="71593" y="313695"/>
                  </a:lnTo>
                  <a:lnTo>
                    <a:pt x="77991" y="310390"/>
                  </a:lnTo>
                  <a:lnTo>
                    <a:pt x="79109" y="308563"/>
                  </a:lnTo>
                  <a:lnTo>
                    <a:pt x="82386" y="304776"/>
                  </a:lnTo>
                  <a:lnTo>
                    <a:pt x="81452" y="302836"/>
                  </a:lnTo>
                  <a:lnTo>
                    <a:pt x="80991" y="300560"/>
                  </a:lnTo>
                  <a:lnTo>
                    <a:pt x="78970" y="294875"/>
                  </a:lnTo>
                  <a:lnTo>
                    <a:pt x="82447" y="286383"/>
                  </a:lnTo>
                  <a:lnTo>
                    <a:pt x="81914" y="281230"/>
                  </a:lnTo>
                  <a:lnTo>
                    <a:pt x="81261" y="278967"/>
                  </a:lnTo>
                  <a:lnTo>
                    <a:pt x="84058" y="277349"/>
                  </a:lnTo>
                  <a:lnTo>
                    <a:pt x="85088" y="277511"/>
                  </a:lnTo>
                  <a:lnTo>
                    <a:pt x="82881" y="274054"/>
                  </a:lnTo>
                  <a:lnTo>
                    <a:pt x="79784" y="272007"/>
                  </a:lnTo>
                  <a:lnTo>
                    <a:pt x="77617" y="269147"/>
                  </a:lnTo>
                  <a:lnTo>
                    <a:pt x="79198" y="264653"/>
                  </a:lnTo>
                  <a:lnTo>
                    <a:pt x="80658" y="263312"/>
                  </a:lnTo>
                  <a:lnTo>
                    <a:pt x="80979" y="260490"/>
                  </a:lnTo>
                  <a:lnTo>
                    <a:pt x="80590" y="259635"/>
                  </a:lnTo>
                  <a:lnTo>
                    <a:pt x="81262" y="255330"/>
                  </a:lnTo>
                  <a:lnTo>
                    <a:pt x="81735" y="252863"/>
                  </a:lnTo>
                  <a:lnTo>
                    <a:pt x="82653" y="251727"/>
                  </a:lnTo>
                  <a:lnTo>
                    <a:pt x="83168" y="247505"/>
                  </a:lnTo>
                  <a:lnTo>
                    <a:pt x="81561" y="244104"/>
                  </a:lnTo>
                  <a:lnTo>
                    <a:pt x="81593" y="241175"/>
                  </a:lnTo>
                  <a:lnTo>
                    <a:pt x="80930" y="239266"/>
                  </a:lnTo>
                  <a:lnTo>
                    <a:pt x="79378" y="237612"/>
                  </a:lnTo>
                  <a:lnTo>
                    <a:pt x="77267" y="237366"/>
                  </a:lnTo>
                  <a:lnTo>
                    <a:pt x="75379" y="236458"/>
                  </a:lnTo>
                  <a:lnTo>
                    <a:pt x="72840" y="233379"/>
                  </a:lnTo>
                  <a:lnTo>
                    <a:pt x="70822" y="234329"/>
                  </a:lnTo>
                  <a:lnTo>
                    <a:pt x="69206" y="234482"/>
                  </a:lnTo>
                  <a:lnTo>
                    <a:pt x="67300" y="234270"/>
                  </a:lnTo>
                  <a:lnTo>
                    <a:pt x="63236" y="232801"/>
                  </a:lnTo>
                  <a:lnTo>
                    <a:pt x="60639" y="233075"/>
                  </a:lnTo>
                  <a:lnTo>
                    <a:pt x="57530" y="233465"/>
                  </a:lnTo>
                  <a:lnTo>
                    <a:pt x="54615" y="234471"/>
                  </a:lnTo>
                  <a:lnTo>
                    <a:pt x="41291" y="237194"/>
                  </a:lnTo>
                  <a:lnTo>
                    <a:pt x="39623" y="232362"/>
                  </a:lnTo>
                  <a:lnTo>
                    <a:pt x="39027" y="227516"/>
                  </a:lnTo>
                  <a:lnTo>
                    <a:pt x="39217" y="224625"/>
                  </a:lnTo>
                  <a:lnTo>
                    <a:pt x="38727" y="221655"/>
                  </a:lnTo>
                  <a:lnTo>
                    <a:pt x="39416" y="221803"/>
                  </a:lnTo>
                  <a:lnTo>
                    <a:pt x="40446" y="221410"/>
                  </a:lnTo>
                  <a:lnTo>
                    <a:pt x="41651" y="221559"/>
                  </a:lnTo>
                  <a:lnTo>
                    <a:pt x="43089" y="221129"/>
                  </a:lnTo>
                  <a:lnTo>
                    <a:pt x="43027" y="219430"/>
                  </a:lnTo>
                  <a:lnTo>
                    <a:pt x="43511" y="219239"/>
                  </a:lnTo>
                  <a:lnTo>
                    <a:pt x="43102" y="218695"/>
                  </a:lnTo>
                  <a:lnTo>
                    <a:pt x="42747" y="218580"/>
                  </a:lnTo>
                  <a:lnTo>
                    <a:pt x="42719" y="218258"/>
                  </a:lnTo>
                  <a:lnTo>
                    <a:pt x="41090" y="221120"/>
                  </a:lnTo>
                  <a:lnTo>
                    <a:pt x="40636" y="220045"/>
                  </a:lnTo>
                  <a:lnTo>
                    <a:pt x="39885" y="220279"/>
                  </a:lnTo>
                  <a:lnTo>
                    <a:pt x="38786" y="221426"/>
                  </a:lnTo>
                  <a:lnTo>
                    <a:pt x="38086" y="221432"/>
                  </a:lnTo>
                  <a:lnTo>
                    <a:pt x="37842" y="221035"/>
                  </a:lnTo>
                  <a:lnTo>
                    <a:pt x="37941" y="220597"/>
                  </a:lnTo>
                  <a:lnTo>
                    <a:pt x="38759" y="220180"/>
                  </a:lnTo>
                  <a:lnTo>
                    <a:pt x="38987" y="219086"/>
                  </a:lnTo>
                  <a:lnTo>
                    <a:pt x="38608" y="218772"/>
                  </a:lnTo>
                  <a:lnTo>
                    <a:pt x="37462" y="218463"/>
                  </a:lnTo>
                  <a:lnTo>
                    <a:pt x="36858" y="218829"/>
                  </a:lnTo>
                  <a:lnTo>
                    <a:pt x="35712" y="219014"/>
                  </a:lnTo>
                  <a:lnTo>
                    <a:pt x="34927" y="220210"/>
                  </a:lnTo>
                  <a:lnTo>
                    <a:pt x="33556" y="220929"/>
                  </a:lnTo>
                  <a:lnTo>
                    <a:pt x="30314" y="221044"/>
                  </a:lnTo>
                  <a:lnTo>
                    <a:pt x="29243" y="219676"/>
                  </a:lnTo>
                  <a:lnTo>
                    <a:pt x="29650" y="218778"/>
                  </a:lnTo>
                  <a:lnTo>
                    <a:pt x="30156" y="218500"/>
                  </a:lnTo>
                  <a:lnTo>
                    <a:pt x="30037" y="217038"/>
                  </a:lnTo>
                  <a:lnTo>
                    <a:pt x="30346" y="215398"/>
                  </a:lnTo>
                  <a:lnTo>
                    <a:pt x="31934" y="212603"/>
                  </a:lnTo>
                  <a:lnTo>
                    <a:pt x="31416" y="212054"/>
                  </a:lnTo>
                  <a:lnTo>
                    <a:pt x="31675" y="211469"/>
                  </a:lnTo>
                  <a:lnTo>
                    <a:pt x="31122" y="211131"/>
                  </a:lnTo>
                  <a:lnTo>
                    <a:pt x="30599" y="211329"/>
                  </a:lnTo>
                  <a:lnTo>
                    <a:pt x="30666" y="210851"/>
                  </a:lnTo>
                  <a:lnTo>
                    <a:pt x="29231" y="209402"/>
                  </a:lnTo>
                  <a:lnTo>
                    <a:pt x="28369" y="209113"/>
                  </a:lnTo>
                  <a:lnTo>
                    <a:pt x="27414" y="209272"/>
                  </a:lnTo>
                  <a:lnTo>
                    <a:pt x="26655" y="208628"/>
                  </a:lnTo>
                  <a:lnTo>
                    <a:pt x="25292" y="208460"/>
                  </a:lnTo>
                  <a:lnTo>
                    <a:pt x="25107" y="208963"/>
                  </a:lnTo>
                  <a:lnTo>
                    <a:pt x="24579" y="209338"/>
                  </a:lnTo>
                  <a:lnTo>
                    <a:pt x="23652" y="209243"/>
                  </a:lnTo>
                  <a:lnTo>
                    <a:pt x="22867" y="209499"/>
                  </a:lnTo>
                  <a:lnTo>
                    <a:pt x="21317" y="210679"/>
                  </a:lnTo>
                  <a:lnTo>
                    <a:pt x="18487" y="211603"/>
                  </a:lnTo>
                  <a:lnTo>
                    <a:pt x="18080" y="212147"/>
                  </a:lnTo>
                  <a:lnTo>
                    <a:pt x="16768" y="213071"/>
                  </a:lnTo>
                  <a:lnTo>
                    <a:pt x="16179" y="212446"/>
                  </a:lnTo>
                  <a:lnTo>
                    <a:pt x="14529" y="209480"/>
                  </a:lnTo>
                  <a:lnTo>
                    <a:pt x="12672" y="210560"/>
                  </a:lnTo>
                  <a:lnTo>
                    <a:pt x="12506" y="210320"/>
                  </a:lnTo>
                  <a:lnTo>
                    <a:pt x="12218" y="210543"/>
                  </a:lnTo>
                  <a:lnTo>
                    <a:pt x="12032" y="210430"/>
                  </a:lnTo>
                  <a:lnTo>
                    <a:pt x="11562" y="209469"/>
                  </a:lnTo>
                  <a:lnTo>
                    <a:pt x="10835" y="209284"/>
                  </a:lnTo>
                  <a:lnTo>
                    <a:pt x="10249" y="209721"/>
                  </a:lnTo>
                  <a:lnTo>
                    <a:pt x="9462" y="209387"/>
                  </a:lnTo>
                  <a:lnTo>
                    <a:pt x="8003" y="209374"/>
                  </a:lnTo>
                  <a:lnTo>
                    <a:pt x="7933" y="209125"/>
                  </a:lnTo>
                  <a:lnTo>
                    <a:pt x="6910" y="209212"/>
                  </a:lnTo>
                  <a:lnTo>
                    <a:pt x="6343" y="209026"/>
                  </a:lnTo>
                  <a:lnTo>
                    <a:pt x="5521" y="209674"/>
                  </a:lnTo>
                  <a:lnTo>
                    <a:pt x="4763" y="208279"/>
                  </a:lnTo>
                  <a:lnTo>
                    <a:pt x="2537" y="198327"/>
                  </a:lnTo>
                  <a:lnTo>
                    <a:pt x="842" y="189055"/>
                  </a:lnTo>
                  <a:lnTo>
                    <a:pt x="419" y="185362"/>
                  </a:lnTo>
                  <a:lnTo>
                    <a:pt x="501" y="181821"/>
                  </a:lnTo>
                  <a:lnTo>
                    <a:pt x="0" y="178095"/>
                  </a:lnTo>
                  <a:lnTo>
                    <a:pt x="181" y="176241"/>
                  </a:lnTo>
                  <a:lnTo>
                    <a:pt x="1259" y="173492"/>
                  </a:lnTo>
                  <a:lnTo>
                    <a:pt x="1764" y="170812"/>
                  </a:lnTo>
                  <a:lnTo>
                    <a:pt x="1061" y="168994"/>
                  </a:lnTo>
                  <a:lnTo>
                    <a:pt x="4481" y="143882"/>
                  </a:lnTo>
                  <a:lnTo>
                    <a:pt x="24278" y="119003"/>
                  </a:lnTo>
                  <a:lnTo>
                    <a:pt x="24556" y="113146"/>
                  </a:lnTo>
                  <a:lnTo>
                    <a:pt x="27859" y="88933"/>
                  </a:lnTo>
                  <a:lnTo>
                    <a:pt x="30833" y="82113"/>
                  </a:lnTo>
                  <a:lnTo>
                    <a:pt x="28159" y="78747"/>
                  </a:lnTo>
                  <a:lnTo>
                    <a:pt x="32027" y="75358"/>
                  </a:lnTo>
                  <a:lnTo>
                    <a:pt x="33687" y="74555"/>
                  </a:lnTo>
                  <a:lnTo>
                    <a:pt x="35005" y="75142"/>
                  </a:lnTo>
                  <a:lnTo>
                    <a:pt x="36430" y="75117"/>
                  </a:lnTo>
                  <a:lnTo>
                    <a:pt x="37100" y="75000"/>
                  </a:lnTo>
                  <a:lnTo>
                    <a:pt x="37270" y="74737"/>
                  </a:lnTo>
                  <a:lnTo>
                    <a:pt x="38005" y="74562"/>
                  </a:lnTo>
                  <a:lnTo>
                    <a:pt x="38750" y="74681"/>
                  </a:lnTo>
                  <a:lnTo>
                    <a:pt x="39165" y="74441"/>
                  </a:lnTo>
                  <a:lnTo>
                    <a:pt x="39870" y="74794"/>
                  </a:lnTo>
                  <a:lnTo>
                    <a:pt x="40450" y="74683"/>
                  </a:lnTo>
                  <a:lnTo>
                    <a:pt x="42088" y="76457"/>
                  </a:lnTo>
                  <a:lnTo>
                    <a:pt x="42816" y="78298"/>
                  </a:lnTo>
                  <a:lnTo>
                    <a:pt x="44788" y="80489"/>
                  </a:lnTo>
                  <a:lnTo>
                    <a:pt x="45890" y="80097"/>
                  </a:lnTo>
                  <a:lnTo>
                    <a:pt x="47938" y="80617"/>
                  </a:lnTo>
                  <a:lnTo>
                    <a:pt x="48799" y="80104"/>
                  </a:lnTo>
                  <a:lnTo>
                    <a:pt x="49938" y="79806"/>
                  </a:lnTo>
                  <a:lnTo>
                    <a:pt x="51268" y="78465"/>
                  </a:lnTo>
                  <a:lnTo>
                    <a:pt x="52222" y="77981"/>
                  </a:lnTo>
                  <a:lnTo>
                    <a:pt x="53908" y="76058"/>
                  </a:lnTo>
                  <a:lnTo>
                    <a:pt x="55425" y="75706"/>
                  </a:lnTo>
                  <a:lnTo>
                    <a:pt x="56450" y="76234"/>
                  </a:lnTo>
                  <a:lnTo>
                    <a:pt x="57740" y="76402"/>
                  </a:lnTo>
                  <a:lnTo>
                    <a:pt x="59847" y="78280"/>
                  </a:lnTo>
                  <a:lnTo>
                    <a:pt x="60609" y="78671"/>
                  </a:lnTo>
                  <a:lnTo>
                    <a:pt x="61213" y="78723"/>
                  </a:lnTo>
                  <a:lnTo>
                    <a:pt x="62010" y="79179"/>
                  </a:lnTo>
                  <a:lnTo>
                    <a:pt x="63362" y="79165"/>
                  </a:lnTo>
                  <a:lnTo>
                    <a:pt x="64213" y="79943"/>
                  </a:lnTo>
                  <a:lnTo>
                    <a:pt x="65669" y="80228"/>
                  </a:lnTo>
                  <a:lnTo>
                    <a:pt x="67018" y="80113"/>
                  </a:lnTo>
                  <a:lnTo>
                    <a:pt x="68868" y="78910"/>
                  </a:lnTo>
                  <a:lnTo>
                    <a:pt x="70035" y="78671"/>
                  </a:lnTo>
                  <a:lnTo>
                    <a:pt x="71778" y="76939"/>
                  </a:lnTo>
                  <a:lnTo>
                    <a:pt x="73231" y="77376"/>
                  </a:lnTo>
                  <a:lnTo>
                    <a:pt x="73908" y="77237"/>
                  </a:lnTo>
                  <a:lnTo>
                    <a:pt x="77110" y="78270"/>
                  </a:lnTo>
                  <a:lnTo>
                    <a:pt x="77730" y="78246"/>
                  </a:lnTo>
                  <a:lnTo>
                    <a:pt x="78472" y="77316"/>
                  </a:lnTo>
                  <a:lnTo>
                    <a:pt x="79442" y="76959"/>
                  </a:lnTo>
                  <a:lnTo>
                    <a:pt x="79510" y="76741"/>
                  </a:lnTo>
                  <a:lnTo>
                    <a:pt x="80640" y="76484"/>
                  </a:lnTo>
                  <a:lnTo>
                    <a:pt x="84109" y="77467"/>
                  </a:lnTo>
                  <a:lnTo>
                    <a:pt x="85386" y="78131"/>
                  </a:lnTo>
                  <a:lnTo>
                    <a:pt x="86033" y="77988"/>
                  </a:lnTo>
                  <a:lnTo>
                    <a:pt x="87665" y="78277"/>
                  </a:lnTo>
                  <a:lnTo>
                    <a:pt x="88813" y="78317"/>
                  </a:lnTo>
                  <a:lnTo>
                    <a:pt x="91271" y="77671"/>
                  </a:lnTo>
                  <a:lnTo>
                    <a:pt x="93156" y="77622"/>
                  </a:lnTo>
                  <a:lnTo>
                    <a:pt x="94905" y="77855"/>
                  </a:lnTo>
                  <a:lnTo>
                    <a:pt x="95837" y="77485"/>
                  </a:lnTo>
                  <a:lnTo>
                    <a:pt x="97088" y="77830"/>
                  </a:lnTo>
                  <a:lnTo>
                    <a:pt x="97422" y="78196"/>
                  </a:lnTo>
                  <a:lnTo>
                    <a:pt x="98194" y="78141"/>
                  </a:lnTo>
                  <a:lnTo>
                    <a:pt x="98494" y="78454"/>
                  </a:lnTo>
                  <a:lnTo>
                    <a:pt x="101777" y="78290"/>
                  </a:lnTo>
                  <a:lnTo>
                    <a:pt x="102614" y="77959"/>
                  </a:lnTo>
                  <a:lnTo>
                    <a:pt x="103118" y="78160"/>
                  </a:lnTo>
                  <a:lnTo>
                    <a:pt x="103607" y="78060"/>
                  </a:lnTo>
                  <a:lnTo>
                    <a:pt x="104208" y="78373"/>
                  </a:lnTo>
                  <a:lnTo>
                    <a:pt x="105371" y="78016"/>
                  </a:lnTo>
                  <a:lnTo>
                    <a:pt x="107321" y="78457"/>
                  </a:lnTo>
                  <a:lnTo>
                    <a:pt x="107971" y="78337"/>
                  </a:lnTo>
                  <a:lnTo>
                    <a:pt x="110828" y="78818"/>
                  </a:lnTo>
                  <a:lnTo>
                    <a:pt x="111439" y="78716"/>
                  </a:lnTo>
                  <a:lnTo>
                    <a:pt x="113002" y="79192"/>
                  </a:lnTo>
                  <a:lnTo>
                    <a:pt x="115781" y="78515"/>
                  </a:lnTo>
                  <a:lnTo>
                    <a:pt x="116512" y="79231"/>
                  </a:lnTo>
                  <a:lnTo>
                    <a:pt x="117652" y="79889"/>
                  </a:lnTo>
                  <a:lnTo>
                    <a:pt x="122233" y="81282"/>
                  </a:lnTo>
                  <a:lnTo>
                    <a:pt x="124395" y="80566"/>
                  </a:lnTo>
                  <a:lnTo>
                    <a:pt x="125398" y="79658"/>
                  </a:lnTo>
                  <a:lnTo>
                    <a:pt x="126317" y="79323"/>
                  </a:lnTo>
                  <a:lnTo>
                    <a:pt x="127653" y="79425"/>
                  </a:lnTo>
                  <a:lnTo>
                    <a:pt x="129668" y="80007"/>
                  </a:lnTo>
                  <a:lnTo>
                    <a:pt x="130021" y="79629"/>
                  </a:lnTo>
                  <a:lnTo>
                    <a:pt x="131836" y="79678"/>
                  </a:lnTo>
                  <a:lnTo>
                    <a:pt x="132695" y="79336"/>
                  </a:lnTo>
                  <a:lnTo>
                    <a:pt x="133892" y="79364"/>
                  </a:lnTo>
                  <a:lnTo>
                    <a:pt x="134371" y="79137"/>
                  </a:lnTo>
                  <a:lnTo>
                    <a:pt x="138048" y="79880"/>
                  </a:lnTo>
                  <a:lnTo>
                    <a:pt x="138640" y="79677"/>
                  </a:lnTo>
                  <a:lnTo>
                    <a:pt x="138811" y="79271"/>
                  </a:lnTo>
                  <a:lnTo>
                    <a:pt x="139331" y="79237"/>
                  </a:lnTo>
                  <a:lnTo>
                    <a:pt x="141548" y="77855"/>
                  </a:lnTo>
                  <a:lnTo>
                    <a:pt x="143048" y="77688"/>
                  </a:lnTo>
                  <a:lnTo>
                    <a:pt x="144339" y="76517"/>
                  </a:lnTo>
                  <a:lnTo>
                    <a:pt x="146045" y="75823"/>
                  </a:lnTo>
                  <a:lnTo>
                    <a:pt x="146440" y="74813"/>
                  </a:lnTo>
                  <a:lnTo>
                    <a:pt x="147833" y="73537"/>
                  </a:lnTo>
                  <a:lnTo>
                    <a:pt x="148317" y="72526"/>
                  </a:lnTo>
                  <a:lnTo>
                    <a:pt x="148127" y="72129"/>
                  </a:lnTo>
                  <a:lnTo>
                    <a:pt x="147140" y="71847"/>
                  </a:lnTo>
                  <a:lnTo>
                    <a:pt x="146979" y="69467"/>
                  </a:lnTo>
                  <a:lnTo>
                    <a:pt x="146494" y="68919"/>
                  </a:lnTo>
                  <a:lnTo>
                    <a:pt x="146010" y="67651"/>
                  </a:lnTo>
                  <a:lnTo>
                    <a:pt x="146788" y="66625"/>
                  </a:lnTo>
                  <a:lnTo>
                    <a:pt x="146738" y="64921"/>
                  </a:lnTo>
                  <a:lnTo>
                    <a:pt x="147238" y="63864"/>
                  </a:lnTo>
                  <a:lnTo>
                    <a:pt x="147254" y="63123"/>
                  </a:lnTo>
                  <a:lnTo>
                    <a:pt x="146775" y="62874"/>
                  </a:lnTo>
                  <a:lnTo>
                    <a:pt x="147919" y="61561"/>
                  </a:lnTo>
                  <a:lnTo>
                    <a:pt x="148653" y="59654"/>
                  </a:lnTo>
                  <a:lnTo>
                    <a:pt x="150279" y="58538"/>
                  </a:lnTo>
                  <a:lnTo>
                    <a:pt x="150610" y="57637"/>
                  </a:lnTo>
                  <a:lnTo>
                    <a:pt x="151246" y="57211"/>
                  </a:lnTo>
                  <a:lnTo>
                    <a:pt x="151248" y="56074"/>
                  </a:lnTo>
                  <a:lnTo>
                    <a:pt x="152951" y="53731"/>
                  </a:lnTo>
                  <a:lnTo>
                    <a:pt x="153355" y="53781"/>
                  </a:lnTo>
                  <a:lnTo>
                    <a:pt x="154495" y="52993"/>
                  </a:lnTo>
                  <a:lnTo>
                    <a:pt x="154770" y="53155"/>
                  </a:lnTo>
                  <a:lnTo>
                    <a:pt x="155887" y="53026"/>
                  </a:lnTo>
                  <a:lnTo>
                    <a:pt x="156915" y="53660"/>
                  </a:lnTo>
                  <a:lnTo>
                    <a:pt x="158146" y="53218"/>
                  </a:lnTo>
                  <a:lnTo>
                    <a:pt x="158856" y="53449"/>
                  </a:lnTo>
                  <a:lnTo>
                    <a:pt x="159824" y="53122"/>
                  </a:lnTo>
                  <a:lnTo>
                    <a:pt x="161706" y="53110"/>
                  </a:lnTo>
                  <a:lnTo>
                    <a:pt x="163475" y="52126"/>
                  </a:lnTo>
                  <a:lnTo>
                    <a:pt x="164202" y="52222"/>
                  </a:lnTo>
                  <a:lnTo>
                    <a:pt x="165037" y="51661"/>
                  </a:lnTo>
                  <a:lnTo>
                    <a:pt x="167039" y="51072"/>
                  </a:lnTo>
                  <a:lnTo>
                    <a:pt x="167616" y="50520"/>
                  </a:lnTo>
                  <a:lnTo>
                    <a:pt x="167619" y="50015"/>
                  </a:lnTo>
                  <a:lnTo>
                    <a:pt x="169118" y="48640"/>
                  </a:lnTo>
                  <a:lnTo>
                    <a:pt x="171067" y="48301"/>
                  </a:lnTo>
                  <a:lnTo>
                    <a:pt x="171811" y="47449"/>
                  </a:lnTo>
                  <a:lnTo>
                    <a:pt x="172960" y="47064"/>
                  </a:lnTo>
                  <a:lnTo>
                    <a:pt x="174299" y="45906"/>
                  </a:lnTo>
                  <a:lnTo>
                    <a:pt x="175321" y="45491"/>
                  </a:lnTo>
                  <a:lnTo>
                    <a:pt x="175922" y="44496"/>
                  </a:lnTo>
                  <a:lnTo>
                    <a:pt x="176692" y="44109"/>
                  </a:lnTo>
                  <a:lnTo>
                    <a:pt x="176902" y="43909"/>
                  </a:lnTo>
                  <a:lnTo>
                    <a:pt x="176853" y="43566"/>
                  </a:lnTo>
                  <a:lnTo>
                    <a:pt x="177379" y="43193"/>
                  </a:lnTo>
                  <a:lnTo>
                    <a:pt x="177882" y="43115"/>
                  </a:lnTo>
                  <a:lnTo>
                    <a:pt x="178096" y="43490"/>
                  </a:lnTo>
                  <a:lnTo>
                    <a:pt x="178154" y="43162"/>
                  </a:lnTo>
                  <a:lnTo>
                    <a:pt x="178604" y="43144"/>
                  </a:lnTo>
                  <a:lnTo>
                    <a:pt x="179439" y="42281"/>
                  </a:lnTo>
                  <a:lnTo>
                    <a:pt x="181344" y="41762"/>
                  </a:lnTo>
                  <a:lnTo>
                    <a:pt x="182847" y="40586"/>
                  </a:lnTo>
                  <a:lnTo>
                    <a:pt x="184732" y="40230"/>
                  </a:lnTo>
                  <a:lnTo>
                    <a:pt x="185708" y="39712"/>
                  </a:lnTo>
                  <a:lnTo>
                    <a:pt x="188590" y="39891"/>
                  </a:lnTo>
                  <a:lnTo>
                    <a:pt x="189369" y="39585"/>
                  </a:lnTo>
                  <a:lnTo>
                    <a:pt x="191979" y="39172"/>
                  </a:lnTo>
                  <a:lnTo>
                    <a:pt x="193950" y="39128"/>
                  </a:lnTo>
                  <a:lnTo>
                    <a:pt x="195629" y="38669"/>
                  </a:lnTo>
                  <a:lnTo>
                    <a:pt x="197710" y="38681"/>
                  </a:lnTo>
                  <a:lnTo>
                    <a:pt x="200343" y="37471"/>
                  </a:lnTo>
                  <a:lnTo>
                    <a:pt x="201496" y="37489"/>
                  </a:lnTo>
                  <a:lnTo>
                    <a:pt x="202966" y="36777"/>
                  </a:lnTo>
                  <a:lnTo>
                    <a:pt x="205652" y="36283"/>
                  </a:lnTo>
                  <a:lnTo>
                    <a:pt x="206770" y="34118"/>
                  </a:lnTo>
                  <a:lnTo>
                    <a:pt x="208871" y="33344"/>
                  </a:lnTo>
                  <a:lnTo>
                    <a:pt x="209591" y="32792"/>
                  </a:lnTo>
                  <a:lnTo>
                    <a:pt x="211592" y="32941"/>
                  </a:lnTo>
                  <a:lnTo>
                    <a:pt x="212451" y="32588"/>
                  </a:lnTo>
                  <a:lnTo>
                    <a:pt x="213356" y="32782"/>
                  </a:lnTo>
                  <a:lnTo>
                    <a:pt x="214269" y="32550"/>
                  </a:lnTo>
                  <a:lnTo>
                    <a:pt x="216154" y="32601"/>
                  </a:lnTo>
                  <a:lnTo>
                    <a:pt x="217812" y="32055"/>
                  </a:lnTo>
                  <a:lnTo>
                    <a:pt x="218539" y="32165"/>
                  </a:lnTo>
                  <a:lnTo>
                    <a:pt x="219070" y="31916"/>
                  </a:lnTo>
                  <a:lnTo>
                    <a:pt x="221414" y="32232"/>
                  </a:lnTo>
                  <a:lnTo>
                    <a:pt x="223346" y="31577"/>
                  </a:lnTo>
                  <a:lnTo>
                    <a:pt x="223871" y="31821"/>
                  </a:lnTo>
                  <a:lnTo>
                    <a:pt x="226891" y="31658"/>
                  </a:lnTo>
                  <a:lnTo>
                    <a:pt x="227568" y="31346"/>
                  </a:lnTo>
                  <a:lnTo>
                    <a:pt x="228873" y="31542"/>
                  </a:lnTo>
                  <a:lnTo>
                    <a:pt x="230095" y="30991"/>
                  </a:lnTo>
                  <a:lnTo>
                    <a:pt x="237357" y="21626"/>
                  </a:lnTo>
                  <a:lnTo>
                    <a:pt x="238975" y="21597"/>
                  </a:lnTo>
                  <a:lnTo>
                    <a:pt x="239739" y="22490"/>
                  </a:lnTo>
                  <a:lnTo>
                    <a:pt x="241897" y="23144"/>
                  </a:lnTo>
                  <a:lnTo>
                    <a:pt x="244387" y="23424"/>
                  </a:lnTo>
                  <a:lnTo>
                    <a:pt x="251438" y="25879"/>
                  </a:lnTo>
                  <a:lnTo>
                    <a:pt x="253388" y="27363"/>
                  </a:lnTo>
                  <a:lnTo>
                    <a:pt x="254254" y="27469"/>
                  </a:lnTo>
                  <a:lnTo>
                    <a:pt x="254722" y="25971"/>
                  </a:lnTo>
                  <a:lnTo>
                    <a:pt x="258930" y="26956"/>
                  </a:lnTo>
                  <a:lnTo>
                    <a:pt x="270866" y="25035"/>
                  </a:lnTo>
                  <a:lnTo>
                    <a:pt x="273386" y="25084"/>
                  </a:lnTo>
                  <a:lnTo>
                    <a:pt x="274768" y="26368"/>
                  </a:lnTo>
                  <a:lnTo>
                    <a:pt x="276932" y="25265"/>
                  </a:lnTo>
                  <a:lnTo>
                    <a:pt x="277839" y="25807"/>
                  </a:lnTo>
                  <a:lnTo>
                    <a:pt x="278381" y="25771"/>
                  </a:lnTo>
                  <a:lnTo>
                    <a:pt x="278991" y="25018"/>
                  </a:lnTo>
                  <a:lnTo>
                    <a:pt x="280075" y="25472"/>
                  </a:lnTo>
                  <a:lnTo>
                    <a:pt x="283052" y="25365"/>
                  </a:lnTo>
                  <a:lnTo>
                    <a:pt x="284134" y="24990"/>
                  </a:lnTo>
                  <a:lnTo>
                    <a:pt x="285218" y="25406"/>
                  </a:lnTo>
                  <a:lnTo>
                    <a:pt x="285616" y="26417"/>
                  </a:lnTo>
                  <a:lnTo>
                    <a:pt x="286114" y="26599"/>
                  </a:lnTo>
                  <a:lnTo>
                    <a:pt x="287412" y="30116"/>
                  </a:lnTo>
                  <a:lnTo>
                    <a:pt x="288738" y="32005"/>
                  </a:lnTo>
                  <a:lnTo>
                    <a:pt x="288917" y="32865"/>
                  </a:lnTo>
                  <a:lnTo>
                    <a:pt x="283031" y="37333"/>
                  </a:lnTo>
                  <a:lnTo>
                    <a:pt x="279635" y="40918"/>
                  </a:lnTo>
                  <a:lnTo>
                    <a:pt x="278576" y="43164"/>
                  </a:lnTo>
                  <a:lnTo>
                    <a:pt x="274289" y="45417"/>
                  </a:lnTo>
                  <a:lnTo>
                    <a:pt x="273460" y="51550"/>
                  </a:lnTo>
                  <a:lnTo>
                    <a:pt x="268876" y="55136"/>
                  </a:lnTo>
                  <a:lnTo>
                    <a:pt x="267924" y="55628"/>
                  </a:lnTo>
                  <a:lnTo>
                    <a:pt x="267485" y="56778"/>
                  </a:lnTo>
                  <a:lnTo>
                    <a:pt x="267521" y="57405"/>
                  </a:lnTo>
                  <a:lnTo>
                    <a:pt x="266423" y="58577"/>
                  </a:lnTo>
                  <a:lnTo>
                    <a:pt x="265828" y="58570"/>
                  </a:lnTo>
                  <a:lnTo>
                    <a:pt x="265303" y="59119"/>
                  </a:lnTo>
                  <a:lnTo>
                    <a:pt x="265289" y="60258"/>
                  </a:lnTo>
                  <a:lnTo>
                    <a:pt x="264812" y="61125"/>
                  </a:lnTo>
                  <a:lnTo>
                    <a:pt x="265178" y="62198"/>
                  </a:lnTo>
                  <a:lnTo>
                    <a:pt x="264864" y="62421"/>
                  </a:lnTo>
                  <a:lnTo>
                    <a:pt x="264519" y="63335"/>
                  </a:lnTo>
                  <a:lnTo>
                    <a:pt x="263348" y="64178"/>
                  </a:lnTo>
                  <a:lnTo>
                    <a:pt x="263150" y="64678"/>
                  </a:lnTo>
                  <a:lnTo>
                    <a:pt x="263451" y="65902"/>
                  </a:lnTo>
                  <a:lnTo>
                    <a:pt x="263130" y="66445"/>
                  </a:lnTo>
                  <a:lnTo>
                    <a:pt x="263286" y="67211"/>
                  </a:lnTo>
                  <a:lnTo>
                    <a:pt x="262728" y="67976"/>
                  </a:lnTo>
                  <a:lnTo>
                    <a:pt x="261336" y="68420"/>
                  </a:lnTo>
                  <a:lnTo>
                    <a:pt x="260645" y="69041"/>
                  </a:lnTo>
                  <a:lnTo>
                    <a:pt x="260067" y="70839"/>
                  </a:lnTo>
                  <a:lnTo>
                    <a:pt x="258557" y="71487"/>
                  </a:lnTo>
                  <a:lnTo>
                    <a:pt x="258517" y="72113"/>
                  </a:lnTo>
                  <a:lnTo>
                    <a:pt x="257152" y="72596"/>
                  </a:lnTo>
                  <a:lnTo>
                    <a:pt x="255947" y="73510"/>
                  </a:lnTo>
                  <a:lnTo>
                    <a:pt x="255565" y="75569"/>
                  </a:lnTo>
                  <a:lnTo>
                    <a:pt x="254558" y="77902"/>
                  </a:lnTo>
                  <a:lnTo>
                    <a:pt x="254700" y="78162"/>
                  </a:lnTo>
                  <a:lnTo>
                    <a:pt x="254529" y="78723"/>
                  </a:lnTo>
                  <a:lnTo>
                    <a:pt x="254982" y="79145"/>
                  </a:lnTo>
                  <a:lnTo>
                    <a:pt x="253899" y="80133"/>
                  </a:lnTo>
                  <a:lnTo>
                    <a:pt x="256662" y="83539"/>
                  </a:lnTo>
                  <a:lnTo>
                    <a:pt x="260269" y="83867"/>
                  </a:lnTo>
                  <a:lnTo>
                    <a:pt x="262806" y="82522"/>
                  </a:lnTo>
                  <a:lnTo>
                    <a:pt x="265217" y="79995"/>
                  </a:lnTo>
                  <a:lnTo>
                    <a:pt x="269682" y="79367"/>
                  </a:lnTo>
                  <a:lnTo>
                    <a:pt x="272763" y="79475"/>
                  </a:lnTo>
                  <a:lnTo>
                    <a:pt x="274655" y="79162"/>
                  </a:lnTo>
                  <a:lnTo>
                    <a:pt x="276340" y="79578"/>
                  </a:lnTo>
                  <a:lnTo>
                    <a:pt x="289079" y="78894"/>
                  </a:lnTo>
                  <a:lnTo>
                    <a:pt x="291080" y="79587"/>
                  </a:lnTo>
                  <a:lnTo>
                    <a:pt x="293994" y="79857"/>
                  </a:lnTo>
                  <a:lnTo>
                    <a:pt x="297695" y="78127"/>
                  </a:lnTo>
                  <a:lnTo>
                    <a:pt x="302737" y="80796"/>
                  </a:lnTo>
                  <a:lnTo>
                    <a:pt x="305230" y="81164"/>
                  </a:lnTo>
                  <a:lnTo>
                    <a:pt x="305589" y="80612"/>
                  </a:lnTo>
                  <a:lnTo>
                    <a:pt x="306710" y="80781"/>
                  </a:lnTo>
                  <a:lnTo>
                    <a:pt x="308222" y="80541"/>
                  </a:lnTo>
                  <a:lnTo>
                    <a:pt x="312946" y="77877"/>
                  </a:lnTo>
                  <a:lnTo>
                    <a:pt x="314455" y="77701"/>
                  </a:lnTo>
                  <a:lnTo>
                    <a:pt x="315801" y="76907"/>
                  </a:lnTo>
                  <a:lnTo>
                    <a:pt x="316282" y="76369"/>
                  </a:lnTo>
                  <a:lnTo>
                    <a:pt x="316772" y="76807"/>
                  </a:lnTo>
                  <a:lnTo>
                    <a:pt x="317453" y="76636"/>
                  </a:lnTo>
                  <a:lnTo>
                    <a:pt x="318826" y="75148"/>
                  </a:lnTo>
                  <a:lnTo>
                    <a:pt x="320180" y="74502"/>
                  </a:lnTo>
                  <a:lnTo>
                    <a:pt x="321528" y="73420"/>
                  </a:lnTo>
                  <a:lnTo>
                    <a:pt x="323001" y="70878"/>
                  </a:lnTo>
                  <a:lnTo>
                    <a:pt x="324264" y="69298"/>
                  </a:lnTo>
                  <a:lnTo>
                    <a:pt x="324263" y="68875"/>
                  </a:lnTo>
                  <a:lnTo>
                    <a:pt x="324919" y="68242"/>
                  </a:lnTo>
                  <a:lnTo>
                    <a:pt x="325312" y="67333"/>
                  </a:lnTo>
                  <a:lnTo>
                    <a:pt x="327330" y="66348"/>
                  </a:lnTo>
                  <a:lnTo>
                    <a:pt x="327682" y="59658"/>
                  </a:lnTo>
                  <a:lnTo>
                    <a:pt x="328210" y="58976"/>
                  </a:lnTo>
                  <a:lnTo>
                    <a:pt x="328871" y="57360"/>
                  </a:lnTo>
                  <a:lnTo>
                    <a:pt x="328671" y="56569"/>
                  </a:lnTo>
                  <a:lnTo>
                    <a:pt x="328780" y="55948"/>
                  </a:lnTo>
                  <a:lnTo>
                    <a:pt x="330913" y="52745"/>
                  </a:lnTo>
                  <a:lnTo>
                    <a:pt x="330869" y="51180"/>
                  </a:lnTo>
                  <a:lnTo>
                    <a:pt x="330164" y="48973"/>
                  </a:lnTo>
                  <a:lnTo>
                    <a:pt x="331268" y="47646"/>
                  </a:lnTo>
                  <a:lnTo>
                    <a:pt x="331139" y="46816"/>
                  </a:lnTo>
                  <a:lnTo>
                    <a:pt x="330290" y="45232"/>
                  </a:lnTo>
                  <a:lnTo>
                    <a:pt x="330021" y="44223"/>
                  </a:lnTo>
                  <a:lnTo>
                    <a:pt x="329110" y="43510"/>
                  </a:lnTo>
                  <a:lnTo>
                    <a:pt x="329111" y="43065"/>
                  </a:lnTo>
                  <a:lnTo>
                    <a:pt x="328590" y="43059"/>
                  </a:lnTo>
                  <a:lnTo>
                    <a:pt x="328132" y="42728"/>
                  </a:lnTo>
                  <a:lnTo>
                    <a:pt x="329064" y="39045"/>
                  </a:lnTo>
                  <a:lnTo>
                    <a:pt x="329166" y="38015"/>
                  </a:lnTo>
                  <a:lnTo>
                    <a:pt x="328956" y="37039"/>
                  </a:lnTo>
                  <a:lnTo>
                    <a:pt x="329188" y="34949"/>
                  </a:lnTo>
                  <a:lnTo>
                    <a:pt x="331406" y="33590"/>
                  </a:lnTo>
                  <a:lnTo>
                    <a:pt x="332058" y="34013"/>
                  </a:lnTo>
                  <a:lnTo>
                    <a:pt x="332951" y="33864"/>
                  </a:lnTo>
                  <a:lnTo>
                    <a:pt x="333802" y="34068"/>
                  </a:lnTo>
                  <a:lnTo>
                    <a:pt x="336469" y="32838"/>
                  </a:lnTo>
                  <a:lnTo>
                    <a:pt x="338118" y="30145"/>
                  </a:lnTo>
                  <a:lnTo>
                    <a:pt x="338022" y="29714"/>
                  </a:lnTo>
                  <a:lnTo>
                    <a:pt x="338618" y="29304"/>
                  </a:lnTo>
                  <a:lnTo>
                    <a:pt x="339496" y="29294"/>
                  </a:lnTo>
                  <a:lnTo>
                    <a:pt x="340000" y="29710"/>
                  </a:lnTo>
                  <a:lnTo>
                    <a:pt x="342288" y="29235"/>
                  </a:lnTo>
                  <a:lnTo>
                    <a:pt x="343934" y="29729"/>
                  </a:lnTo>
                  <a:lnTo>
                    <a:pt x="345396" y="30549"/>
                  </a:lnTo>
                  <a:lnTo>
                    <a:pt x="347529" y="30527"/>
                  </a:lnTo>
                  <a:lnTo>
                    <a:pt x="349967" y="30126"/>
                  </a:lnTo>
                  <a:lnTo>
                    <a:pt x="350848" y="30595"/>
                  </a:lnTo>
                  <a:lnTo>
                    <a:pt x="351702" y="30073"/>
                  </a:lnTo>
                  <a:lnTo>
                    <a:pt x="354326" y="29519"/>
                  </a:lnTo>
                  <a:lnTo>
                    <a:pt x="355814" y="28174"/>
                  </a:lnTo>
                  <a:lnTo>
                    <a:pt x="358155" y="27108"/>
                  </a:lnTo>
                  <a:lnTo>
                    <a:pt x="359519" y="24362"/>
                  </a:lnTo>
                  <a:lnTo>
                    <a:pt x="359833" y="24328"/>
                  </a:lnTo>
                  <a:lnTo>
                    <a:pt x="360321" y="23633"/>
                  </a:lnTo>
                  <a:lnTo>
                    <a:pt x="360536" y="22310"/>
                  </a:lnTo>
                  <a:lnTo>
                    <a:pt x="362207" y="20492"/>
                  </a:lnTo>
                  <a:lnTo>
                    <a:pt x="362216" y="18865"/>
                  </a:lnTo>
                  <a:lnTo>
                    <a:pt x="362831" y="19325"/>
                  </a:lnTo>
                  <a:lnTo>
                    <a:pt x="363373" y="19050"/>
                  </a:lnTo>
                  <a:lnTo>
                    <a:pt x="364362" y="19038"/>
                  </a:lnTo>
                  <a:lnTo>
                    <a:pt x="366270" y="19703"/>
                  </a:lnTo>
                  <a:lnTo>
                    <a:pt x="366726" y="19384"/>
                  </a:lnTo>
                  <a:lnTo>
                    <a:pt x="367912" y="19348"/>
                  </a:lnTo>
                  <a:lnTo>
                    <a:pt x="370118" y="18532"/>
                  </a:lnTo>
                  <a:lnTo>
                    <a:pt x="371265" y="18507"/>
                  </a:lnTo>
                  <a:lnTo>
                    <a:pt x="372307" y="17332"/>
                  </a:lnTo>
                  <a:lnTo>
                    <a:pt x="373055" y="17078"/>
                  </a:lnTo>
                  <a:lnTo>
                    <a:pt x="372860" y="15689"/>
                  </a:lnTo>
                  <a:lnTo>
                    <a:pt x="372346" y="15313"/>
                  </a:lnTo>
                  <a:lnTo>
                    <a:pt x="372449" y="13659"/>
                  </a:lnTo>
                  <a:lnTo>
                    <a:pt x="371991" y="13588"/>
                  </a:lnTo>
                  <a:lnTo>
                    <a:pt x="372228" y="12877"/>
                  </a:lnTo>
                  <a:lnTo>
                    <a:pt x="371963" y="12378"/>
                  </a:lnTo>
                  <a:lnTo>
                    <a:pt x="372137" y="11749"/>
                  </a:lnTo>
                  <a:lnTo>
                    <a:pt x="372532" y="11397"/>
                  </a:lnTo>
                  <a:lnTo>
                    <a:pt x="372480" y="10754"/>
                  </a:lnTo>
                  <a:lnTo>
                    <a:pt x="372661" y="10172"/>
                  </a:lnTo>
                  <a:lnTo>
                    <a:pt x="372965" y="9965"/>
                  </a:lnTo>
                  <a:lnTo>
                    <a:pt x="372893" y="9052"/>
                  </a:lnTo>
                  <a:lnTo>
                    <a:pt x="373252" y="8202"/>
                  </a:lnTo>
                  <a:lnTo>
                    <a:pt x="374489" y="7697"/>
                  </a:lnTo>
                  <a:lnTo>
                    <a:pt x="375182" y="6260"/>
                  </a:lnTo>
                  <a:lnTo>
                    <a:pt x="376072" y="5528"/>
                  </a:lnTo>
                  <a:lnTo>
                    <a:pt x="376391" y="4455"/>
                  </a:lnTo>
                  <a:lnTo>
                    <a:pt x="376858" y="4000"/>
                  </a:lnTo>
                  <a:lnTo>
                    <a:pt x="377566" y="3762"/>
                  </a:lnTo>
                  <a:lnTo>
                    <a:pt x="377804" y="3147"/>
                  </a:lnTo>
                  <a:lnTo>
                    <a:pt x="378640" y="2469"/>
                  </a:lnTo>
                  <a:lnTo>
                    <a:pt x="378636" y="1966"/>
                  </a:lnTo>
                  <a:lnTo>
                    <a:pt x="378997" y="1561"/>
                  </a:lnTo>
                  <a:lnTo>
                    <a:pt x="381374" y="0"/>
                  </a:lnTo>
                  <a:lnTo>
                    <a:pt x="382269" y="104"/>
                  </a:lnTo>
                  <a:lnTo>
                    <a:pt x="383161" y="598"/>
                  </a:lnTo>
                  <a:lnTo>
                    <a:pt x="383589" y="414"/>
                  </a:lnTo>
                  <a:lnTo>
                    <a:pt x="385286" y="678"/>
                  </a:lnTo>
                  <a:lnTo>
                    <a:pt x="386023" y="427"/>
                  </a:lnTo>
                  <a:lnTo>
                    <a:pt x="387552" y="486"/>
                  </a:lnTo>
                  <a:lnTo>
                    <a:pt x="388771" y="1053"/>
                  </a:lnTo>
                  <a:lnTo>
                    <a:pt x="389098" y="1473"/>
                  </a:lnTo>
                  <a:lnTo>
                    <a:pt x="390874" y="2187"/>
                  </a:lnTo>
                  <a:lnTo>
                    <a:pt x="391487" y="2072"/>
                  </a:lnTo>
                  <a:lnTo>
                    <a:pt x="391863" y="2273"/>
                  </a:lnTo>
                  <a:lnTo>
                    <a:pt x="392356" y="3063"/>
                  </a:lnTo>
                  <a:lnTo>
                    <a:pt x="393519" y="3832"/>
                  </a:lnTo>
                  <a:lnTo>
                    <a:pt x="393635" y="4145"/>
                  </a:lnTo>
                  <a:lnTo>
                    <a:pt x="394042" y="3848"/>
                  </a:lnTo>
                  <a:lnTo>
                    <a:pt x="395247" y="3898"/>
                  </a:lnTo>
                  <a:lnTo>
                    <a:pt x="395756" y="3395"/>
                  </a:lnTo>
                  <a:lnTo>
                    <a:pt x="396977" y="3579"/>
                  </a:lnTo>
                  <a:lnTo>
                    <a:pt x="397805" y="3340"/>
                  </a:lnTo>
                  <a:lnTo>
                    <a:pt x="398488" y="3412"/>
                  </a:lnTo>
                  <a:lnTo>
                    <a:pt x="399667" y="2811"/>
                  </a:lnTo>
                  <a:lnTo>
                    <a:pt x="401660" y="2365"/>
                  </a:lnTo>
                  <a:lnTo>
                    <a:pt x="403290" y="3578"/>
                  </a:lnTo>
                  <a:lnTo>
                    <a:pt x="404216" y="3923"/>
                  </a:lnTo>
                  <a:lnTo>
                    <a:pt x="405098" y="4450"/>
                  </a:lnTo>
                  <a:lnTo>
                    <a:pt x="405250" y="4784"/>
                  </a:lnTo>
                  <a:lnTo>
                    <a:pt x="406645" y="5482"/>
                  </a:lnTo>
                  <a:lnTo>
                    <a:pt x="407060" y="6542"/>
                  </a:lnTo>
                  <a:lnTo>
                    <a:pt x="408079" y="7275"/>
                  </a:lnTo>
                  <a:lnTo>
                    <a:pt x="409050" y="8791"/>
                  </a:lnTo>
                  <a:lnTo>
                    <a:pt x="409907" y="8501"/>
                  </a:lnTo>
                  <a:lnTo>
                    <a:pt x="412052" y="8422"/>
                  </a:lnTo>
                  <a:lnTo>
                    <a:pt x="413771" y="7963"/>
                  </a:lnTo>
                  <a:lnTo>
                    <a:pt x="414693" y="8146"/>
                  </a:lnTo>
                  <a:lnTo>
                    <a:pt x="416232" y="8005"/>
                  </a:lnTo>
                  <a:lnTo>
                    <a:pt x="416971" y="6754"/>
                  </a:lnTo>
                  <a:lnTo>
                    <a:pt x="417310" y="6437"/>
                  </a:lnTo>
                  <a:lnTo>
                    <a:pt x="417826" y="6367"/>
                  </a:lnTo>
                  <a:lnTo>
                    <a:pt x="418940" y="4141"/>
                  </a:lnTo>
                  <a:lnTo>
                    <a:pt x="419352" y="3968"/>
                  </a:lnTo>
                  <a:lnTo>
                    <a:pt x="419656" y="3417"/>
                  </a:lnTo>
                  <a:lnTo>
                    <a:pt x="420721" y="2805"/>
                  </a:lnTo>
                  <a:lnTo>
                    <a:pt x="421069" y="2226"/>
                  </a:lnTo>
                  <a:lnTo>
                    <a:pt x="422647" y="2231"/>
                  </a:lnTo>
                  <a:lnTo>
                    <a:pt x="426543" y="2927"/>
                  </a:lnTo>
                  <a:lnTo>
                    <a:pt x="427754" y="2875"/>
                  </a:lnTo>
                  <a:lnTo>
                    <a:pt x="430599" y="3423"/>
                  </a:lnTo>
                  <a:lnTo>
                    <a:pt x="431378" y="3347"/>
                  </a:lnTo>
                  <a:lnTo>
                    <a:pt x="433480" y="4391"/>
                  </a:lnTo>
                  <a:lnTo>
                    <a:pt x="433966" y="5739"/>
                  </a:lnTo>
                  <a:lnTo>
                    <a:pt x="434923" y="6745"/>
                  </a:lnTo>
                  <a:lnTo>
                    <a:pt x="436317" y="6573"/>
                  </a:lnTo>
                  <a:lnTo>
                    <a:pt x="438973" y="5757"/>
                  </a:lnTo>
                  <a:lnTo>
                    <a:pt x="440650" y="5741"/>
                  </a:lnTo>
                  <a:lnTo>
                    <a:pt x="441023" y="5386"/>
                  </a:lnTo>
                  <a:lnTo>
                    <a:pt x="441432" y="5517"/>
                  </a:lnTo>
                  <a:lnTo>
                    <a:pt x="441543" y="5114"/>
                  </a:lnTo>
                  <a:lnTo>
                    <a:pt x="442512" y="5194"/>
                  </a:lnTo>
                  <a:lnTo>
                    <a:pt x="442962" y="4944"/>
                  </a:lnTo>
                  <a:lnTo>
                    <a:pt x="444724" y="5646"/>
                  </a:lnTo>
                  <a:lnTo>
                    <a:pt x="448618" y="5150"/>
                  </a:lnTo>
                  <a:lnTo>
                    <a:pt x="449586" y="4664"/>
                  </a:lnTo>
                  <a:lnTo>
                    <a:pt x="450345" y="4773"/>
                  </a:lnTo>
                  <a:lnTo>
                    <a:pt x="451357" y="5368"/>
                  </a:lnTo>
                  <a:lnTo>
                    <a:pt x="452084" y="6378"/>
                  </a:lnTo>
                  <a:lnTo>
                    <a:pt x="452735" y="6411"/>
                  </a:lnTo>
                  <a:lnTo>
                    <a:pt x="453290" y="7086"/>
                  </a:lnTo>
                  <a:lnTo>
                    <a:pt x="455343" y="8330"/>
                  </a:lnTo>
                  <a:lnTo>
                    <a:pt x="456786" y="6554"/>
                  </a:lnTo>
                  <a:lnTo>
                    <a:pt x="457849" y="6665"/>
                  </a:lnTo>
                  <a:lnTo>
                    <a:pt x="459523" y="7386"/>
                  </a:lnTo>
                  <a:lnTo>
                    <a:pt x="460263" y="6925"/>
                  </a:lnTo>
                  <a:lnTo>
                    <a:pt x="461132" y="7172"/>
                  </a:lnTo>
                  <a:lnTo>
                    <a:pt x="463962" y="6678"/>
                  </a:lnTo>
                  <a:lnTo>
                    <a:pt x="465467" y="7793"/>
                  </a:lnTo>
                  <a:lnTo>
                    <a:pt x="466146" y="9043"/>
                  </a:lnTo>
                  <a:lnTo>
                    <a:pt x="467400" y="10047"/>
                  </a:lnTo>
                  <a:lnTo>
                    <a:pt x="468215" y="9870"/>
                  </a:lnTo>
                  <a:lnTo>
                    <a:pt x="469040" y="10970"/>
                  </a:lnTo>
                  <a:lnTo>
                    <a:pt x="470093" y="10708"/>
                  </a:lnTo>
                  <a:lnTo>
                    <a:pt x="470051" y="10464"/>
                  </a:lnTo>
                  <a:lnTo>
                    <a:pt x="470392" y="10283"/>
                  </a:lnTo>
                  <a:lnTo>
                    <a:pt x="469237" y="12464"/>
                  </a:lnTo>
                  <a:lnTo>
                    <a:pt x="472311" y="16178"/>
                  </a:lnTo>
                  <a:lnTo>
                    <a:pt x="475753" y="16559"/>
                  </a:lnTo>
                  <a:lnTo>
                    <a:pt x="479905" y="19896"/>
                  </a:lnTo>
                  <a:lnTo>
                    <a:pt x="485526" y="21723"/>
                  </a:lnTo>
                  <a:lnTo>
                    <a:pt x="480363" y="36707"/>
                  </a:lnTo>
                  <a:lnTo>
                    <a:pt x="475981" y="41634"/>
                  </a:lnTo>
                  <a:lnTo>
                    <a:pt x="477160" y="42739"/>
                  </a:lnTo>
                  <a:lnTo>
                    <a:pt x="477532" y="43805"/>
                  </a:lnTo>
                  <a:lnTo>
                    <a:pt x="478606" y="44483"/>
                  </a:lnTo>
                  <a:lnTo>
                    <a:pt x="479212" y="45379"/>
                  </a:lnTo>
                  <a:lnTo>
                    <a:pt x="479953" y="45890"/>
                  </a:lnTo>
                  <a:lnTo>
                    <a:pt x="480228" y="45782"/>
                  </a:lnTo>
                  <a:lnTo>
                    <a:pt x="480867" y="46823"/>
                  </a:lnTo>
                  <a:lnTo>
                    <a:pt x="481409" y="47339"/>
                  </a:lnTo>
                  <a:lnTo>
                    <a:pt x="481883" y="47457"/>
                  </a:lnTo>
                  <a:lnTo>
                    <a:pt x="482267" y="47980"/>
                  </a:lnTo>
                  <a:lnTo>
                    <a:pt x="484220" y="48970"/>
                  </a:lnTo>
                  <a:lnTo>
                    <a:pt x="485178" y="49855"/>
                  </a:lnTo>
                  <a:lnTo>
                    <a:pt x="485982" y="50194"/>
                  </a:lnTo>
                  <a:lnTo>
                    <a:pt x="487671" y="52228"/>
                  </a:lnTo>
                  <a:lnTo>
                    <a:pt x="488246" y="53876"/>
                  </a:lnTo>
                  <a:lnTo>
                    <a:pt x="489555" y="55418"/>
                  </a:lnTo>
                  <a:lnTo>
                    <a:pt x="489865" y="58148"/>
                  </a:lnTo>
                  <a:lnTo>
                    <a:pt x="488828" y="60531"/>
                  </a:lnTo>
                  <a:lnTo>
                    <a:pt x="488196" y="60964"/>
                  </a:lnTo>
                  <a:lnTo>
                    <a:pt x="487565" y="62610"/>
                  </a:lnTo>
                  <a:lnTo>
                    <a:pt x="486772" y="63878"/>
                  </a:lnTo>
                  <a:lnTo>
                    <a:pt x="489841" y="64493"/>
                  </a:lnTo>
                  <a:lnTo>
                    <a:pt x="490238" y="65558"/>
                  </a:lnTo>
                  <a:lnTo>
                    <a:pt x="490680" y="65908"/>
                  </a:lnTo>
                  <a:lnTo>
                    <a:pt x="491804" y="66342"/>
                  </a:lnTo>
                  <a:lnTo>
                    <a:pt x="492886" y="66264"/>
                  </a:lnTo>
                  <a:lnTo>
                    <a:pt x="493521" y="67035"/>
                  </a:lnTo>
                  <a:lnTo>
                    <a:pt x="494766" y="67859"/>
                  </a:lnTo>
                  <a:lnTo>
                    <a:pt x="495152" y="68921"/>
                  </a:lnTo>
                  <a:lnTo>
                    <a:pt x="495824" y="69821"/>
                  </a:lnTo>
                  <a:lnTo>
                    <a:pt x="496137" y="71794"/>
                  </a:lnTo>
                  <a:lnTo>
                    <a:pt x="496939" y="72640"/>
                  </a:lnTo>
                  <a:lnTo>
                    <a:pt x="497494" y="74368"/>
                  </a:lnTo>
                  <a:lnTo>
                    <a:pt x="497943" y="75017"/>
                  </a:lnTo>
                  <a:lnTo>
                    <a:pt x="498883" y="75447"/>
                  </a:lnTo>
                  <a:lnTo>
                    <a:pt x="499733" y="76214"/>
                  </a:lnTo>
                  <a:lnTo>
                    <a:pt x="500268" y="77435"/>
                  </a:lnTo>
                  <a:lnTo>
                    <a:pt x="500641" y="77724"/>
                  </a:lnTo>
                  <a:lnTo>
                    <a:pt x="502483" y="77620"/>
                  </a:lnTo>
                  <a:lnTo>
                    <a:pt x="504281" y="78178"/>
                  </a:lnTo>
                  <a:lnTo>
                    <a:pt x="506011" y="79019"/>
                  </a:lnTo>
                  <a:lnTo>
                    <a:pt x="506632" y="78941"/>
                  </a:lnTo>
                  <a:lnTo>
                    <a:pt x="507706" y="79450"/>
                  </a:lnTo>
                  <a:lnTo>
                    <a:pt x="509011" y="79317"/>
                  </a:lnTo>
                  <a:lnTo>
                    <a:pt x="509898" y="79859"/>
                  </a:lnTo>
                  <a:lnTo>
                    <a:pt x="510046" y="79591"/>
                  </a:lnTo>
                  <a:lnTo>
                    <a:pt x="510723" y="79562"/>
                  </a:lnTo>
                  <a:lnTo>
                    <a:pt x="510865" y="79262"/>
                  </a:lnTo>
                  <a:lnTo>
                    <a:pt x="511565" y="79512"/>
                  </a:lnTo>
                  <a:lnTo>
                    <a:pt x="513168" y="79428"/>
                  </a:lnTo>
                  <a:lnTo>
                    <a:pt x="513814" y="80305"/>
                  </a:lnTo>
                  <a:lnTo>
                    <a:pt x="515313" y="83491"/>
                  </a:lnTo>
                  <a:lnTo>
                    <a:pt x="517356" y="84088"/>
                  </a:lnTo>
                  <a:lnTo>
                    <a:pt x="517652" y="84504"/>
                  </a:lnTo>
                  <a:lnTo>
                    <a:pt x="518205" y="84415"/>
                  </a:lnTo>
                  <a:lnTo>
                    <a:pt x="520077" y="86151"/>
                  </a:lnTo>
                  <a:lnTo>
                    <a:pt x="520934" y="86548"/>
                  </a:lnTo>
                  <a:lnTo>
                    <a:pt x="523879" y="89051"/>
                  </a:lnTo>
                  <a:lnTo>
                    <a:pt x="525297" y="91734"/>
                  </a:lnTo>
                  <a:lnTo>
                    <a:pt x="526590" y="92866"/>
                  </a:lnTo>
                  <a:lnTo>
                    <a:pt x="529039" y="94409"/>
                  </a:lnTo>
                  <a:lnTo>
                    <a:pt x="533533" y="98362"/>
                  </a:lnTo>
                  <a:lnTo>
                    <a:pt x="538674" y="97425"/>
                  </a:lnTo>
                  <a:lnTo>
                    <a:pt x="542519" y="97646"/>
                  </a:lnTo>
                  <a:lnTo>
                    <a:pt x="544046" y="98803"/>
                  </a:lnTo>
                  <a:lnTo>
                    <a:pt x="548099" y="98308"/>
                  </a:lnTo>
                  <a:lnTo>
                    <a:pt x="549563" y="97906"/>
                  </a:lnTo>
                  <a:lnTo>
                    <a:pt x="551181" y="98225"/>
                  </a:lnTo>
                  <a:lnTo>
                    <a:pt x="553212" y="97338"/>
                  </a:lnTo>
                  <a:lnTo>
                    <a:pt x="555947" y="97668"/>
                  </a:lnTo>
                  <a:lnTo>
                    <a:pt x="558057" y="100074"/>
                  </a:lnTo>
                  <a:lnTo>
                    <a:pt x="560844" y="100355"/>
                  </a:lnTo>
                  <a:lnTo>
                    <a:pt x="565403" y="101907"/>
                  </a:lnTo>
                  <a:lnTo>
                    <a:pt x="568091" y="102515"/>
                  </a:lnTo>
                  <a:lnTo>
                    <a:pt x="573372" y="109464"/>
                  </a:lnTo>
                  <a:lnTo>
                    <a:pt x="576443" y="114634"/>
                  </a:lnTo>
                  <a:lnTo>
                    <a:pt x="572695" y="126838"/>
                  </a:lnTo>
                  <a:lnTo>
                    <a:pt x="568831" y="138310"/>
                  </a:lnTo>
                  <a:lnTo>
                    <a:pt x="558278" y="142013"/>
                  </a:lnTo>
                  <a:lnTo>
                    <a:pt x="551959" y="142033"/>
                  </a:lnTo>
                  <a:lnTo>
                    <a:pt x="547856" y="152480"/>
                  </a:lnTo>
                  <a:lnTo>
                    <a:pt x="546973" y="154218"/>
                  </a:lnTo>
                  <a:lnTo>
                    <a:pt x="547253" y="157699"/>
                  </a:lnTo>
                  <a:lnTo>
                    <a:pt x="557523" y="157480"/>
                  </a:lnTo>
                  <a:lnTo>
                    <a:pt x="559091" y="156808"/>
                  </a:lnTo>
                  <a:lnTo>
                    <a:pt x="561547" y="156644"/>
                  </a:lnTo>
                  <a:lnTo>
                    <a:pt x="562872" y="156906"/>
                  </a:lnTo>
                  <a:lnTo>
                    <a:pt x="565467" y="159305"/>
                  </a:lnTo>
                  <a:lnTo>
                    <a:pt x="566373" y="159881"/>
                  </a:lnTo>
                  <a:lnTo>
                    <a:pt x="568104" y="160268"/>
                  </a:lnTo>
                  <a:lnTo>
                    <a:pt x="570365" y="160306"/>
                  </a:lnTo>
                  <a:lnTo>
                    <a:pt x="571582" y="159749"/>
                  </a:lnTo>
                  <a:lnTo>
                    <a:pt x="574618" y="158905"/>
                  </a:lnTo>
                  <a:lnTo>
                    <a:pt x="575285" y="158375"/>
                  </a:lnTo>
                  <a:lnTo>
                    <a:pt x="575953" y="158546"/>
                  </a:lnTo>
                  <a:lnTo>
                    <a:pt x="576911" y="158069"/>
                  </a:lnTo>
                  <a:lnTo>
                    <a:pt x="579969" y="157692"/>
                  </a:lnTo>
                  <a:lnTo>
                    <a:pt x="582059" y="156749"/>
                  </a:lnTo>
                  <a:lnTo>
                    <a:pt x="582623" y="156716"/>
                  </a:lnTo>
                  <a:lnTo>
                    <a:pt x="583325" y="157127"/>
                  </a:lnTo>
                  <a:lnTo>
                    <a:pt x="584138" y="156881"/>
                  </a:lnTo>
                  <a:lnTo>
                    <a:pt x="586452" y="155113"/>
                  </a:lnTo>
                  <a:lnTo>
                    <a:pt x="586399" y="153392"/>
                  </a:lnTo>
                  <a:lnTo>
                    <a:pt x="589630" y="151954"/>
                  </a:lnTo>
                  <a:lnTo>
                    <a:pt x="591068" y="151931"/>
                  </a:lnTo>
                  <a:lnTo>
                    <a:pt x="592239" y="152194"/>
                  </a:lnTo>
                  <a:lnTo>
                    <a:pt x="594200" y="153725"/>
                  </a:lnTo>
                  <a:lnTo>
                    <a:pt x="597043" y="153219"/>
                  </a:lnTo>
                  <a:lnTo>
                    <a:pt x="598201" y="153940"/>
                  </a:lnTo>
                  <a:lnTo>
                    <a:pt x="601486" y="154837"/>
                  </a:lnTo>
                  <a:lnTo>
                    <a:pt x="613374" y="161464"/>
                  </a:lnTo>
                  <a:lnTo>
                    <a:pt x="614972" y="163680"/>
                  </a:lnTo>
                  <a:lnTo>
                    <a:pt x="616267" y="164744"/>
                  </a:lnTo>
                  <a:lnTo>
                    <a:pt x="617234" y="165070"/>
                  </a:lnTo>
                  <a:lnTo>
                    <a:pt x="618399" y="164748"/>
                  </a:lnTo>
                  <a:lnTo>
                    <a:pt x="618820" y="164832"/>
                  </a:lnTo>
                  <a:lnTo>
                    <a:pt x="620720" y="165688"/>
                  </a:lnTo>
                  <a:lnTo>
                    <a:pt x="624152" y="166466"/>
                  </a:lnTo>
                  <a:lnTo>
                    <a:pt x="626466" y="167916"/>
                  </a:lnTo>
                  <a:lnTo>
                    <a:pt x="628659" y="168749"/>
                  </a:lnTo>
                  <a:lnTo>
                    <a:pt x="635215" y="170584"/>
                  </a:lnTo>
                  <a:lnTo>
                    <a:pt x="636233" y="170261"/>
                  </a:lnTo>
                  <a:lnTo>
                    <a:pt x="636972" y="169737"/>
                  </a:lnTo>
                  <a:lnTo>
                    <a:pt x="638570" y="169427"/>
                  </a:lnTo>
                  <a:lnTo>
                    <a:pt x="639227" y="168879"/>
                  </a:lnTo>
                  <a:lnTo>
                    <a:pt x="644296" y="168757"/>
                  </a:lnTo>
                  <a:lnTo>
                    <a:pt x="646093" y="168389"/>
                  </a:lnTo>
                  <a:lnTo>
                    <a:pt x="650790" y="168170"/>
                  </a:lnTo>
                  <a:lnTo>
                    <a:pt x="651593" y="167257"/>
                  </a:lnTo>
                  <a:lnTo>
                    <a:pt x="652909" y="167404"/>
                  </a:lnTo>
                  <a:lnTo>
                    <a:pt x="653439" y="167876"/>
                  </a:lnTo>
                  <a:lnTo>
                    <a:pt x="654903" y="167274"/>
                  </a:lnTo>
                  <a:lnTo>
                    <a:pt x="657945" y="167698"/>
                  </a:lnTo>
                  <a:lnTo>
                    <a:pt x="657803" y="167862"/>
                  </a:lnTo>
                  <a:lnTo>
                    <a:pt x="658250" y="169530"/>
                  </a:lnTo>
                  <a:lnTo>
                    <a:pt x="657838" y="173406"/>
                  </a:lnTo>
                  <a:lnTo>
                    <a:pt x="657279" y="175460"/>
                  </a:lnTo>
                  <a:lnTo>
                    <a:pt x="653318" y="180616"/>
                  </a:lnTo>
                  <a:lnTo>
                    <a:pt x="655792" y="182494"/>
                  </a:lnTo>
                  <a:lnTo>
                    <a:pt x="656160" y="184081"/>
                  </a:lnTo>
                  <a:lnTo>
                    <a:pt x="656868" y="185032"/>
                  </a:lnTo>
                  <a:lnTo>
                    <a:pt x="658680" y="185821"/>
                  </a:lnTo>
                  <a:lnTo>
                    <a:pt x="660132" y="186791"/>
                  </a:lnTo>
                  <a:lnTo>
                    <a:pt x="665532" y="201571"/>
                  </a:lnTo>
                  <a:lnTo>
                    <a:pt x="665872" y="203714"/>
                  </a:lnTo>
                  <a:lnTo>
                    <a:pt x="666859" y="204963"/>
                  </a:lnTo>
                  <a:lnTo>
                    <a:pt x="667827" y="205737"/>
                  </a:lnTo>
                  <a:lnTo>
                    <a:pt x="669274" y="206366"/>
                  </a:lnTo>
                  <a:lnTo>
                    <a:pt x="670459" y="210757"/>
                  </a:lnTo>
                  <a:lnTo>
                    <a:pt x="670182" y="211450"/>
                  </a:lnTo>
                  <a:lnTo>
                    <a:pt x="670697" y="211451"/>
                  </a:lnTo>
                  <a:lnTo>
                    <a:pt x="670927" y="212222"/>
                  </a:lnTo>
                  <a:lnTo>
                    <a:pt x="671752" y="211973"/>
                  </a:lnTo>
                  <a:lnTo>
                    <a:pt x="674545" y="211945"/>
                  </a:lnTo>
                  <a:lnTo>
                    <a:pt x="675644" y="211643"/>
                  </a:lnTo>
                  <a:lnTo>
                    <a:pt x="677097" y="212497"/>
                  </a:lnTo>
                  <a:lnTo>
                    <a:pt x="678252" y="211928"/>
                  </a:lnTo>
                  <a:lnTo>
                    <a:pt x="679169" y="212012"/>
                  </a:lnTo>
                  <a:lnTo>
                    <a:pt x="679200" y="212766"/>
                  </a:lnTo>
                  <a:lnTo>
                    <a:pt x="678819" y="213109"/>
                  </a:lnTo>
                  <a:lnTo>
                    <a:pt x="679132" y="213745"/>
                  </a:lnTo>
                  <a:lnTo>
                    <a:pt x="675068" y="215380"/>
                  </a:lnTo>
                  <a:lnTo>
                    <a:pt x="673750" y="215804"/>
                  </a:lnTo>
                  <a:lnTo>
                    <a:pt x="673586" y="215509"/>
                  </a:lnTo>
                  <a:lnTo>
                    <a:pt x="672285" y="216081"/>
                  </a:lnTo>
                  <a:lnTo>
                    <a:pt x="674178" y="219849"/>
                  </a:lnTo>
                  <a:lnTo>
                    <a:pt x="675612" y="221775"/>
                  </a:lnTo>
                  <a:lnTo>
                    <a:pt x="679164" y="228428"/>
                  </a:lnTo>
                  <a:lnTo>
                    <a:pt x="680206" y="229721"/>
                  </a:lnTo>
                  <a:lnTo>
                    <a:pt x="680700" y="231288"/>
                  </a:lnTo>
                  <a:lnTo>
                    <a:pt x="680738" y="231476"/>
                  </a:lnTo>
                  <a:lnTo>
                    <a:pt x="687249" y="230380"/>
                  </a:lnTo>
                  <a:lnTo>
                    <a:pt x="689860" y="229369"/>
                  </a:lnTo>
                  <a:lnTo>
                    <a:pt x="692468" y="227646"/>
                  </a:lnTo>
                  <a:lnTo>
                    <a:pt x="694503" y="231502"/>
                  </a:lnTo>
                  <a:lnTo>
                    <a:pt x="698087" y="236328"/>
                  </a:lnTo>
                  <a:lnTo>
                    <a:pt x="698615" y="236795"/>
                  </a:lnTo>
                  <a:lnTo>
                    <a:pt x="699702" y="236798"/>
                  </a:lnTo>
                  <a:lnTo>
                    <a:pt x="700092" y="237013"/>
                  </a:lnTo>
                  <a:lnTo>
                    <a:pt x="699873" y="239056"/>
                  </a:lnTo>
                  <a:lnTo>
                    <a:pt x="700372" y="239919"/>
                  </a:lnTo>
                  <a:lnTo>
                    <a:pt x="700392" y="240878"/>
                  </a:lnTo>
                  <a:lnTo>
                    <a:pt x="702273" y="242108"/>
                  </a:lnTo>
                  <a:lnTo>
                    <a:pt x="703241" y="243078"/>
                  </a:lnTo>
                  <a:lnTo>
                    <a:pt x="703469" y="243548"/>
                  </a:lnTo>
                  <a:lnTo>
                    <a:pt x="703550" y="244858"/>
                  </a:lnTo>
                  <a:lnTo>
                    <a:pt x="704434" y="245700"/>
                  </a:lnTo>
                  <a:lnTo>
                    <a:pt x="705441" y="247823"/>
                  </a:lnTo>
                  <a:lnTo>
                    <a:pt x="706745" y="248163"/>
                  </a:lnTo>
                  <a:lnTo>
                    <a:pt x="707043" y="248480"/>
                  </a:lnTo>
                  <a:lnTo>
                    <a:pt x="706735" y="249654"/>
                  </a:lnTo>
                  <a:lnTo>
                    <a:pt x="707487" y="250266"/>
                  </a:lnTo>
                  <a:lnTo>
                    <a:pt x="709598" y="250933"/>
                  </a:lnTo>
                  <a:lnTo>
                    <a:pt x="711164" y="252202"/>
                  </a:lnTo>
                  <a:lnTo>
                    <a:pt x="713021" y="254690"/>
                  </a:lnTo>
                  <a:lnTo>
                    <a:pt x="713373" y="255577"/>
                  </a:lnTo>
                  <a:lnTo>
                    <a:pt x="713430" y="257440"/>
                  </a:lnTo>
                  <a:lnTo>
                    <a:pt x="713722" y="258636"/>
                  </a:lnTo>
                  <a:lnTo>
                    <a:pt x="714860" y="261391"/>
                  </a:lnTo>
                  <a:lnTo>
                    <a:pt x="714647" y="262155"/>
                  </a:lnTo>
                  <a:lnTo>
                    <a:pt x="715377" y="263135"/>
                  </a:lnTo>
                  <a:lnTo>
                    <a:pt x="715092" y="264870"/>
                  </a:lnTo>
                  <a:lnTo>
                    <a:pt x="715623" y="265864"/>
                  </a:lnTo>
                  <a:lnTo>
                    <a:pt x="715223" y="266426"/>
                  </a:lnTo>
                  <a:lnTo>
                    <a:pt x="715585" y="267697"/>
                  </a:lnTo>
                  <a:lnTo>
                    <a:pt x="717052" y="268811"/>
                  </a:lnTo>
                  <a:lnTo>
                    <a:pt x="717231" y="269459"/>
                  </a:lnTo>
                  <a:lnTo>
                    <a:pt x="718238" y="270512"/>
                  </a:lnTo>
                  <a:lnTo>
                    <a:pt x="719145" y="270934"/>
                  </a:lnTo>
                  <a:lnTo>
                    <a:pt x="719751" y="271734"/>
                  </a:lnTo>
                  <a:lnTo>
                    <a:pt x="720451" y="272085"/>
                  </a:lnTo>
                  <a:lnTo>
                    <a:pt x="721699" y="274445"/>
                  </a:lnTo>
                  <a:lnTo>
                    <a:pt x="721947" y="274332"/>
                  </a:lnTo>
                  <a:lnTo>
                    <a:pt x="723816" y="275747"/>
                  </a:lnTo>
                  <a:lnTo>
                    <a:pt x="724211" y="275585"/>
                  </a:lnTo>
                  <a:lnTo>
                    <a:pt x="724469" y="276390"/>
                  </a:lnTo>
                  <a:lnTo>
                    <a:pt x="725294" y="276666"/>
                  </a:lnTo>
                  <a:lnTo>
                    <a:pt x="726859" y="276342"/>
                  </a:lnTo>
                  <a:lnTo>
                    <a:pt x="727208" y="276452"/>
                  </a:lnTo>
                  <a:lnTo>
                    <a:pt x="727368" y="277164"/>
                  </a:lnTo>
                  <a:lnTo>
                    <a:pt x="728245" y="278295"/>
                  </a:lnTo>
                  <a:lnTo>
                    <a:pt x="728186" y="278766"/>
                  </a:lnTo>
                  <a:lnTo>
                    <a:pt x="729016" y="280789"/>
                  </a:lnTo>
                  <a:lnTo>
                    <a:pt x="730073" y="282285"/>
                  </a:lnTo>
                  <a:lnTo>
                    <a:pt x="730366" y="283765"/>
                  </a:lnTo>
                  <a:lnTo>
                    <a:pt x="731109" y="284249"/>
                  </a:lnTo>
                  <a:lnTo>
                    <a:pt x="731835" y="285807"/>
                  </a:lnTo>
                  <a:lnTo>
                    <a:pt x="733825" y="286680"/>
                  </a:lnTo>
                  <a:lnTo>
                    <a:pt x="734723" y="286798"/>
                  </a:lnTo>
                  <a:lnTo>
                    <a:pt x="734749" y="288176"/>
                  </a:lnTo>
                  <a:lnTo>
                    <a:pt x="735493" y="289099"/>
                  </a:lnTo>
                  <a:lnTo>
                    <a:pt x="735582" y="289678"/>
                  </a:lnTo>
                  <a:lnTo>
                    <a:pt x="736372" y="290182"/>
                  </a:lnTo>
                  <a:lnTo>
                    <a:pt x="736936" y="290965"/>
                  </a:lnTo>
                  <a:lnTo>
                    <a:pt x="737014" y="291549"/>
                  </a:lnTo>
                  <a:lnTo>
                    <a:pt x="737485" y="292025"/>
                  </a:lnTo>
                  <a:lnTo>
                    <a:pt x="737788" y="292044"/>
                  </a:lnTo>
                  <a:lnTo>
                    <a:pt x="738651" y="293248"/>
                  </a:lnTo>
                  <a:lnTo>
                    <a:pt x="739263" y="293641"/>
                  </a:lnTo>
                  <a:lnTo>
                    <a:pt x="739342" y="293943"/>
                  </a:lnTo>
                  <a:lnTo>
                    <a:pt x="738991" y="294808"/>
                  </a:lnTo>
                  <a:lnTo>
                    <a:pt x="739360" y="295540"/>
                  </a:lnTo>
                  <a:lnTo>
                    <a:pt x="740018" y="296037"/>
                  </a:lnTo>
                  <a:lnTo>
                    <a:pt x="739917" y="296996"/>
                  </a:lnTo>
                  <a:lnTo>
                    <a:pt x="741097" y="298565"/>
                  </a:lnTo>
                  <a:lnTo>
                    <a:pt x="742927" y="300244"/>
                  </a:lnTo>
                  <a:lnTo>
                    <a:pt x="742994" y="300540"/>
                  </a:lnTo>
                  <a:lnTo>
                    <a:pt x="744548" y="301177"/>
                  </a:lnTo>
                  <a:lnTo>
                    <a:pt x="746111" y="302734"/>
                  </a:lnTo>
                  <a:lnTo>
                    <a:pt x="754873" y="307808"/>
                  </a:lnTo>
                  <a:lnTo>
                    <a:pt x="756532" y="309691"/>
                  </a:lnTo>
                  <a:lnTo>
                    <a:pt x="756906" y="312228"/>
                  </a:lnTo>
                  <a:lnTo>
                    <a:pt x="756769" y="313013"/>
                  </a:lnTo>
                  <a:lnTo>
                    <a:pt x="757426" y="314740"/>
                  </a:lnTo>
                  <a:lnTo>
                    <a:pt x="757398" y="315230"/>
                  </a:lnTo>
                  <a:lnTo>
                    <a:pt x="758098" y="316411"/>
                  </a:lnTo>
                  <a:lnTo>
                    <a:pt x="758478" y="317618"/>
                  </a:lnTo>
                  <a:lnTo>
                    <a:pt x="758446" y="318825"/>
                  </a:lnTo>
                  <a:lnTo>
                    <a:pt x="758126" y="319796"/>
                  </a:lnTo>
                  <a:lnTo>
                    <a:pt x="758231" y="320992"/>
                  </a:lnTo>
                  <a:lnTo>
                    <a:pt x="756952" y="323493"/>
                  </a:lnTo>
                  <a:lnTo>
                    <a:pt x="758657" y="326395"/>
                  </a:lnTo>
                  <a:lnTo>
                    <a:pt x="758760" y="327065"/>
                  </a:lnTo>
                  <a:lnTo>
                    <a:pt x="759321" y="327777"/>
                  </a:lnTo>
                  <a:lnTo>
                    <a:pt x="759762" y="329651"/>
                  </a:lnTo>
                  <a:lnTo>
                    <a:pt x="759512" y="330742"/>
                  </a:lnTo>
                  <a:lnTo>
                    <a:pt x="760120" y="333088"/>
                  </a:lnTo>
                  <a:lnTo>
                    <a:pt x="760112" y="335592"/>
                  </a:lnTo>
                  <a:lnTo>
                    <a:pt x="760378" y="336719"/>
                  </a:lnTo>
                  <a:lnTo>
                    <a:pt x="760220" y="337196"/>
                  </a:lnTo>
                  <a:lnTo>
                    <a:pt x="760969" y="338738"/>
                  </a:lnTo>
                  <a:lnTo>
                    <a:pt x="760715" y="339248"/>
                  </a:lnTo>
                  <a:lnTo>
                    <a:pt x="761458" y="343339"/>
                  </a:lnTo>
                  <a:lnTo>
                    <a:pt x="761353" y="345292"/>
                  </a:lnTo>
                  <a:lnTo>
                    <a:pt x="761072" y="346213"/>
                  </a:lnTo>
                  <a:lnTo>
                    <a:pt x="760996" y="349817"/>
                  </a:lnTo>
                  <a:lnTo>
                    <a:pt x="760697" y="351312"/>
                  </a:lnTo>
                  <a:lnTo>
                    <a:pt x="760795" y="352705"/>
                  </a:lnTo>
                  <a:lnTo>
                    <a:pt x="760626" y="353505"/>
                  </a:lnTo>
                  <a:lnTo>
                    <a:pt x="760758" y="355496"/>
                  </a:lnTo>
                  <a:lnTo>
                    <a:pt x="761059" y="356000"/>
                  </a:lnTo>
                  <a:lnTo>
                    <a:pt x="760965" y="356889"/>
                  </a:lnTo>
                  <a:lnTo>
                    <a:pt x="760359" y="357872"/>
                  </a:lnTo>
                  <a:lnTo>
                    <a:pt x="760362" y="358522"/>
                  </a:lnTo>
                  <a:lnTo>
                    <a:pt x="759977" y="359393"/>
                  </a:lnTo>
                  <a:lnTo>
                    <a:pt x="760677" y="361409"/>
                  </a:lnTo>
                  <a:lnTo>
                    <a:pt x="761155" y="361433"/>
                  </a:lnTo>
                  <a:lnTo>
                    <a:pt x="762530" y="363263"/>
                  </a:lnTo>
                  <a:lnTo>
                    <a:pt x="762638" y="363638"/>
                  </a:lnTo>
                  <a:lnTo>
                    <a:pt x="761993" y="364093"/>
                  </a:lnTo>
                  <a:lnTo>
                    <a:pt x="761946" y="364664"/>
                  </a:lnTo>
                  <a:lnTo>
                    <a:pt x="763165" y="367786"/>
                  </a:lnTo>
                  <a:lnTo>
                    <a:pt x="763800" y="368455"/>
                  </a:lnTo>
                  <a:lnTo>
                    <a:pt x="764552" y="371164"/>
                  </a:lnTo>
                  <a:lnTo>
                    <a:pt x="764530" y="371751"/>
                  </a:lnTo>
                  <a:lnTo>
                    <a:pt x="768363" y="380504"/>
                  </a:lnTo>
                  <a:lnTo>
                    <a:pt x="767259" y="387496"/>
                  </a:lnTo>
                  <a:lnTo>
                    <a:pt x="766247" y="397987"/>
                  </a:lnTo>
                  <a:lnTo>
                    <a:pt x="760327" y="399809"/>
                  </a:lnTo>
                  <a:lnTo>
                    <a:pt x="758186" y="402206"/>
                  </a:lnTo>
                  <a:lnTo>
                    <a:pt x="757114" y="404928"/>
                  </a:lnTo>
                  <a:lnTo>
                    <a:pt x="755354" y="404710"/>
                  </a:lnTo>
                  <a:lnTo>
                    <a:pt x="751412" y="405689"/>
                  </a:lnTo>
                  <a:lnTo>
                    <a:pt x="747787" y="407968"/>
                  </a:lnTo>
                  <a:lnTo>
                    <a:pt x="745326" y="410041"/>
                  </a:lnTo>
                  <a:lnTo>
                    <a:pt x="738728" y="409414"/>
                  </a:lnTo>
                  <a:lnTo>
                    <a:pt x="736403" y="410051"/>
                  </a:lnTo>
                  <a:lnTo>
                    <a:pt x="735281" y="409850"/>
                  </a:lnTo>
                  <a:lnTo>
                    <a:pt x="735086" y="410085"/>
                  </a:lnTo>
                  <a:lnTo>
                    <a:pt x="733441" y="409822"/>
                  </a:lnTo>
                  <a:lnTo>
                    <a:pt x="732131" y="409879"/>
                  </a:lnTo>
                  <a:lnTo>
                    <a:pt x="729888" y="408716"/>
                  </a:lnTo>
                  <a:lnTo>
                    <a:pt x="729635" y="408988"/>
                  </a:lnTo>
                  <a:lnTo>
                    <a:pt x="728819" y="408751"/>
                  </a:lnTo>
                  <a:lnTo>
                    <a:pt x="728392" y="408973"/>
                  </a:lnTo>
                  <a:lnTo>
                    <a:pt x="727645" y="408511"/>
                  </a:lnTo>
                  <a:lnTo>
                    <a:pt x="726180" y="408700"/>
                  </a:lnTo>
                  <a:lnTo>
                    <a:pt x="724248" y="414052"/>
                  </a:lnTo>
                  <a:lnTo>
                    <a:pt x="723775" y="420059"/>
                  </a:lnTo>
                  <a:lnTo>
                    <a:pt x="724312" y="421341"/>
                  </a:lnTo>
                  <a:lnTo>
                    <a:pt x="727165" y="426216"/>
                  </a:lnTo>
                  <a:lnTo>
                    <a:pt x="729326" y="428437"/>
                  </a:lnTo>
                  <a:lnTo>
                    <a:pt x="730249" y="437040"/>
                  </a:lnTo>
                  <a:lnTo>
                    <a:pt x="724795" y="441796"/>
                  </a:lnTo>
                  <a:lnTo>
                    <a:pt x="720827" y="450804"/>
                  </a:lnTo>
                  <a:lnTo>
                    <a:pt x="726714" y="455444"/>
                  </a:lnTo>
                  <a:lnTo>
                    <a:pt x="728792" y="456170"/>
                  </a:lnTo>
                  <a:lnTo>
                    <a:pt x="730624" y="458309"/>
                  </a:lnTo>
                  <a:lnTo>
                    <a:pt x="731741" y="460688"/>
                  </a:lnTo>
                  <a:lnTo>
                    <a:pt x="732212" y="463321"/>
                  </a:lnTo>
                  <a:lnTo>
                    <a:pt x="732054" y="465661"/>
                  </a:lnTo>
                  <a:lnTo>
                    <a:pt x="731676" y="467240"/>
                  </a:lnTo>
                  <a:lnTo>
                    <a:pt x="730911" y="468502"/>
                  </a:lnTo>
                  <a:lnTo>
                    <a:pt x="715859" y="478109"/>
                  </a:lnTo>
                  <a:lnTo>
                    <a:pt x="711746" y="481581"/>
                  </a:lnTo>
                  <a:lnTo>
                    <a:pt x="708161" y="485130"/>
                  </a:lnTo>
                  <a:lnTo>
                    <a:pt x="706533" y="487289"/>
                  </a:lnTo>
                  <a:lnTo>
                    <a:pt x="705578" y="490074"/>
                  </a:lnTo>
                  <a:lnTo>
                    <a:pt x="704965" y="491220"/>
                  </a:lnTo>
                  <a:lnTo>
                    <a:pt x="703888" y="492834"/>
                  </a:lnTo>
                  <a:lnTo>
                    <a:pt x="702597" y="494016"/>
                  </a:lnTo>
                  <a:lnTo>
                    <a:pt x="700670" y="496531"/>
                  </a:lnTo>
                  <a:lnTo>
                    <a:pt x="700336" y="497510"/>
                  </a:lnTo>
                  <a:lnTo>
                    <a:pt x="698545" y="497970"/>
                  </a:lnTo>
                  <a:lnTo>
                    <a:pt x="697917" y="497794"/>
                  </a:lnTo>
                  <a:lnTo>
                    <a:pt x="687326" y="499384"/>
                  </a:lnTo>
                  <a:lnTo>
                    <a:pt x="687795" y="499933"/>
                  </a:lnTo>
                  <a:lnTo>
                    <a:pt x="687371" y="500836"/>
                  </a:lnTo>
                  <a:lnTo>
                    <a:pt x="689247" y="505160"/>
                  </a:lnTo>
                  <a:lnTo>
                    <a:pt x="688840" y="505651"/>
                  </a:lnTo>
                  <a:lnTo>
                    <a:pt x="688675" y="506335"/>
                  </a:lnTo>
                  <a:lnTo>
                    <a:pt x="688788" y="508630"/>
                  </a:lnTo>
                  <a:lnTo>
                    <a:pt x="687715" y="510599"/>
                  </a:lnTo>
                  <a:lnTo>
                    <a:pt x="687611" y="511796"/>
                  </a:lnTo>
                  <a:lnTo>
                    <a:pt x="687930" y="512980"/>
                  </a:lnTo>
                  <a:lnTo>
                    <a:pt x="688641" y="514058"/>
                  </a:lnTo>
                  <a:lnTo>
                    <a:pt x="689660" y="514848"/>
                  </a:lnTo>
                  <a:lnTo>
                    <a:pt x="689331" y="515560"/>
                  </a:lnTo>
                  <a:lnTo>
                    <a:pt x="689609" y="517812"/>
                  </a:lnTo>
                  <a:lnTo>
                    <a:pt x="688243" y="519634"/>
                  </a:lnTo>
                  <a:lnTo>
                    <a:pt x="688681" y="519978"/>
                  </a:lnTo>
                  <a:lnTo>
                    <a:pt x="688451" y="520403"/>
                  </a:lnTo>
                  <a:lnTo>
                    <a:pt x="689472" y="522031"/>
                  </a:lnTo>
                  <a:lnTo>
                    <a:pt x="690542" y="522946"/>
                  </a:lnTo>
                  <a:lnTo>
                    <a:pt x="692144" y="526461"/>
                  </a:lnTo>
                  <a:lnTo>
                    <a:pt x="692961" y="527049"/>
                  </a:lnTo>
                  <a:lnTo>
                    <a:pt x="691997" y="529298"/>
                  </a:lnTo>
                  <a:lnTo>
                    <a:pt x="690175" y="530825"/>
                  </a:lnTo>
                  <a:lnTo>
                    <a:pt x="689403" y="532301"/>
                  </a:lnTo>
                  <a:lnTo>
                    <a:pt x="690089" y="536989"/>
                  </a:lnTo>
                  <a:lnTo>
                    <a:pt x="690175" y="540672"/>
                  </a:lnTo>
                  <a:lnTo>
                    <a:pt x="687904" y="544294"/>
                  </a:lnTo>
                  <a:lnTo>
                    <a:pt x="688669" y="547178"/>
                  </a:lnTo>
                  <a:lnTo>
                    <a:pt x="687935" y="549421"/>
                  </a:lnTo>
                  <a:lnTo>
                    <a:pt x="687956" y="556050"/>
                  </a:lnTo>
                  <a:lnTo>
                    <a:pt x="687652" y="556724"/>
                  </a:lnTo>
                  <a:lnTo>
                    <a:pt x="689757" y="560280"/>
                  </a:lnTo>
                  <a:lnTo>
                    <a:pt x="690048" y="563096"/>
                  </a:lnTo>
                  <a:lnTo>
                    <a:pt x="690648" y="565128"/>
                  </a:lnTo>
                  <a:lnTo>
                    <a:pt x="691283" y="566232"/>
                  </a:lnTo>
                  <a:lnTo>
                    <a:pt x="693409" y="567657"/>
                  </a:lnTo>
                  <a:lnTo>
                    <a:pt x="694514" y="568874"/>
                  </a:lnTo>
                  <a:lnTo>
                    <a:pt x="695497" y="569310"/>
                  </a:lnTo>
                  <a:lnTo>
                    <a:pt x="697543" y="571379"/>
                  </a:lnTo>
                  <a:lnTo>
                    <a:pt x="698319" y="572786"/>
                  </a:lnTo>
                  <a:lnTo>
                    <a:pt x="698323" y="573970"/>
                  </a:lnTo>
                  <a:lnTo>
                    <a:pt x="696763" y="574460"/>
                  </a:lnTo>
                  <a:lnTo>
                    <a:pt x="695823" y="574437"/>
                  </a:lnTo>
                  <a:lnTo>
                    <a:pt x="695375" y="575264"/>
                  </a:lnTo>
                  <a:lnTo>
                    <a:pt x="695211" y="576353"/>
                  </a:lnTo>
                  <a:lnTo>
                    <a:pt x="696093" y="576950"/>
                  </a:lnTo>
                  <a:lnTo>
                    <a:pt x="697886" y="577369"/>
                  </a:lnTo>
                  <a:lnTo>
                    <a:pt x="699620" y="576930"/>
                  </a:lnTo>
                  <a:lnTo>
                    <a:pt x="703224" y="579865"/>
                  </a:lnTo>
                  <a:lnTo>
                    <a:pt x="700537" y="583621"/>
                  </a:lnTo>
                  <a:lnTo>
                    <a:pt x="697061" y="587652"/>
                  </a:lnTo>
                  <a:lnTo>
                    <a:pt x="696775" y="589487"/>
                  </a:lnTo>
                  <a:lnTo>
                    <a:pt x="697016" y="591753"/>
                  </a:lnTo>
                  <a:lnTo>
                    <a:pt x="697999" y="593065"/>
                  </a:lnTo>
                  <a:lnTo>
                    <a:pt x="703168" y="604212"/>
                  </a:lnTo>
                  <a:lnTo>
                    <a:pt x="711252" y="626705"/>
                  </a:lnTo>
                  <a:lnTo>
                    <a:pt x="712348" y="638482"/>
                  </a:lnTo>
                  <a:lnTo>
                    <a:pt x="710908" y="639591"/>
                  </a:lnTo>
                  <a:lnTo>
                    <a:pt x="702042" y="648173"/>
                  </a:lnTo>
                  <a:lnTo>
                    <a:pt x="703454" y="655510"/>
                  </a:lnTo>
                  <a:lnTo>
                    <a:pt x="701853" y="665330"/>
                  </a:lnTo>
                  <a:lnTo>
                    <a:pt x="701015" y="666910"/>
                  </a:lnTo>
                  <a:lnTo>
                    <a:pt x="701220" y="667189"/>
                  </a:lnTo>
                  <a:lnTo>
                    <a:pt x="700438" y="668129"/>
                  </a:lnTo>
                  <a:lnTo>
                    <a:pt x="699184" y="673875"/>
                  </a:lnTo>
                  <a:lnTo>
                    <a:pt x="694015" y="679218"/>
                  </a:lnTo>
                  <a:lnTo>
                    <a:pt x="687135" y="681298"/>
                  </a:lnTo>
                  <a:lnTo>
                    <a:pt x="683368" y="680902"/>
                  </a:lnTo>
                  <a:lnTo>
                    <a:pt x="678354" y="682396"/>
                  </a:lnTo>
                  <a:lnTo>
                    <a:pt x="678752" y="696486"/>
                  </a:lnTo>
                  <a:lnTo>
                    <a:pt x="676940" y="700594"/>
                  </a:lnTo>
                  <a:lnTo>
                    <a:pt x="674983" y="700899"/>
                  </a:lnTo>
                  <a:lnTo>
                    <a:pt x="673838" y="701383"/>
                  </a:lnTo>
                  <a:lnTo>
                    <a:pt x="672138" y="702748"/>
                  </a:lnTo>
                  <a:lnTo>
                    <a:pt x="670798" y="703470"/>
                  </a:lnTo>
                  <a:lnTo>
                    <a:pt x="668965" y="702964"/>
                  </a:lnTo>
                  <a:lnTo>
                    <a:pt x="667848" y="702155"/>
                  </a:lnTo>
                  <a:lnTo>
                    <a:pt x="666899" y="702173"/>
                  </a:lnTo>
                  <a:lnTo>
                    <a:pt x="666147" y="701593"/>
                  </a:lnTo>
                  <a:lnTo>
                    <a:pt x="665002" y="701448"/>
                  </a:lnTo>
                  <a:lnTo>
                    <a:pt x="662350" y="702678"/>
                  </a:lnTo>
                  <a:lnTo>
                    <a:pt x="657980" y="703800"/>
                  </a:lnTo>
                  <a:lnTo>
                    <a:pt x="657427" y="704029"/>
                  </a:lnTo>
                  <a:lnTo>
                    <a:pt x="656884" y="705378"/>
                  </a:lnTo>
                  <a:lnTo>
                    <a:pt x="656193" y="705852"/>
                  </a:lnTo>
                  <a:lnTo>
                    <a:pt x="655533" y="706841"/>
                  </a:lnTo>
                  <a:lnTo>
                    <a:pt x="654282" y="707067"/>
                  </a:lnTo>
                  <a:lnTo>
                    <a:pt x="653922" y="707565"/>
                  </a:lnTo>
                  <a:lnTo>
                    <a:pt x="653208" y="707715"/>
                  </a:lnTo>
                  <a:lnTo>
                    <a:pt x="652438" y="708552"/>
                  </a:lnTo>
                  <a:lnTo>
                    <a:pt x="652198" y="709458"/>
                  </a:lnTo>
                  <a:lnTo>
                    <a:pt x="651583" y="710154"/>
                  </a:lnTo>
                  <a:lnTo>
                    <a:pt x="650983" y="710248"/>
                  </a:lnTo>
                  <a:lnTo>
                    <a:pt x="650142" y="710769"/>
                  </a:lnTo>
                  <a:lnTo>
                    <a:pt x="649479" y="710821"/>
                  </a:lnTo>
                  <a:lnTo>
                    <a:pt x="646408" y="712302"/>
                  </a:lnTo>
                  <a:lnTo>
                    <a:pt x="643358" y="711843"/>
                  </a:lnTo>
                  <a:lnTo>
                    <a:pt x="641353" y="712022"/>
                  </a:lnTo>
                  <a:lnTo>
                    <a:pt x="638187" y="711740"/>
                  </a:lnTo>
                  <a:lnTo>
                    <a:pt x="636158" y="712242"/>
                  </a:lnTo>
                  <a:lnTo>
                    <a:pt x="635760" y="712129"/>
                  </a:lnTo>
                  <a:lnTo>
                    <a:pt x="634731" y="713370"/>
                  </a:lnTo>
                  <a:lnTo>
                    <a:pt x="630789" y="715432"/>
                  </a:lnTo>
                  <a:lnTo>
                    <a:pt x="630390" y="716026"/>
                  </a:lnTo>
                  <a:lnTo>
                    <a:pt x="627891" y="717097"/>
                  </a:lnTo>
                  <a:lnTo>
                    <a:pt x="626589" y="717321"/>
                  </a:lnTo>
                  <a:lnTo>
                    <a:pt x="626539" y="718021"/>
                  </a:lnTo>
                  <a:lnTo>
                    <a:pt x="625957" y="718555"/>
                  </a:lnTo>
                  <a:lnTo>
                    <a:pt x="625738" y="719485"/>
                  </a:lnTo>
                  <a:lnTo>
                    <a:pt x="626164" y="721097"/>
                  </a:lnTo>
                  <a:lnTo>
                    <a:pt x="626234" y="723397"/>
                  </a:lnTo>
                  <a:lnTo>
                    <a:pt x="626762" y="724767"/>
                  </a:lnTo>
                  <a:lnTo>
                    <a:pt x="626622" y="725157"/>
                  </a:lnTo>
                  <a:lnTo>
                    <a:pt x="625876" y="725200"/>
                  </a:lnTo>
                  <a:lnTo>
                    <a:pt x="625758" y="725008"/>
                  </a:lnTo>
                  <a:lnTo>
                    <a:pt x="624936" y="725270"/>
                  </a:lnTo>
                  <a:lnTo>
                    <a:pt x="622040" y="727554"/>
                  </a:lnTo>
                  <a:lnTo>
                    <a:pt x="621494" y="727619"/>
                  </a:lnTo>
                  <a:lnTo>
                    <a:pt x="620820" y="728130"/>
                  </a:lnTo>
                  <a:lnTo>
                    <a:pt x="617782" y="729031"/>
                  </a:lnTo>
                  <a:lnTo>
                    <a:pt x="615525" y="730304"/>
                  </a:lnTo>
                  <a:lnTo>
                    <a:pt x="615297" y="730650"/>
                  </a:lnTo>
                  <a:lnTo>
                    <a:pt x="613787" y="730942"/>
                  </a:lnTo>
                  <a:lnTo>
                    <a:pt x="613375" y="731358"/>
                  </a:lnTo>
                  <a:lnTo>
                    <a:pt x="612151" y="731748"/>
                  </a:lnTo>
                  <a:lnTo>
                    <a:pt x="610270" y="731343"/>
                  </a:lnTo>
                  <a:lnTo>
                    <a:pt x="608777" y="731552"/>
                  </a:lnTo>
                  <a:lnTo>
                    <a:pt x="608128" y="732218"/>
                  </a:lnTo>
                  <a:lnTo>
                    <a:pt x="607288" y="732406"/>
                  </a:lnTo>
                  <a:lnTo>
                    <a:pt x="605814" y="734368"/>
                  </a:lnTo>
                  <a:lnTo>
                    <a:pt x="604740" y="735177"/>
                  </a:lnTo>
                  <a:lnTo>
                    <a:pt x="602893" y="735542"/>
                  </a:lnTo>
                  <a:lnTo>
                    <a:pt x="602112" y="735231"/>
                  </a:lnTo>
                  <a:lnTo>
                    <a:pt x="601435" y="735394"/>
                  </a:lnTo>
                  <a:lnTo>
                    <a:pt x="600254" y="734878"/>
                  </a:lnTo>
                  <a:lnTo>
                    <a:pt x="597559" y="734915"/>
                  </a:lnTo>
                  <a:lnTo>
                    <a:pt x="596898" y="735193"/>
                  </a:lnTo>
                  <a:lnTo>
                    <a:pt x="596089" y="735023"/>
                  </a:lnTo>
                  <a:lnTo>
                    <a:pt x="592133" y="737086"/>
                  </a:lnTo>
                  <a:lnTo>
                    <a:pt x="591431" y="737195"/>
                  </a:lnTo>
                  <a:lnTo>
                    <a:pt x="589761" y="738451"/>
                  </a:lnTo>
                  <a:lnTo>
                    <a:pt x="588916" y="738573"/>
                  </a:lnTo>
                  <a:lnTo>
                    <a:pt x="588128" y="739506"/>
                  </a:lnTo>
                  <a:lnTo>
                    <a:pt x="586726" y="740253"/>
                  </a:lnTo>
                  <a:lnTo>
                    <a:pt x="583731" y="741450"/>
                  </a:lnTo>
                  <a:lnTo>
                    <a:pt x="584362" y="743498"/>
                  </a:lnTo>
                  <a:lnTo>
                    <a:pt x="583804" y="743844"/>
                  </a:lnTo>
                  <a:lnTo>
                    <a:pt x="582203" y="744454"/>
                  </a:lnTo>
                  <a:lnTo>
                    <a:pt x="579209" y="744783"/>
                  </a:lnTo>
                  <a:lnTo>
                    <a:pt x="578534" y="744480"/>
                  </a:lnTo>
                  <a:lnTo>
                    <a:pt x="577544" y="743326"/>
                  </a:lnTo>
                  <a:lnTo>
                    <a:pt x="576415" y="742976"/>
                  </a:lnTo>
                  <a:lnTo>
                    <a:pt x="575264" y="740764"/>
                  </a:lnTo>
                  <a:lnTo>
                    <a:pt x="574342" y="740276"/>
                  </a:lnTo>
                  <a:lnTo>
                    <a:pt x="574186" y="739590"/>
                  </a:lnTo>
                  <a:lnTo>
                    <a:pt x="574667" y="736664"/>
                  </a:lnTo>
                  <a:lnTo>
                    <a:pt x="575038" y="735916"/>
                  </a:lnTo>
                  <a:lnTo>
                    <a:pt x="573798" y="733911"/>
                  </a:lnTo>
                  <a:lnTo>
                    <a:pt x="573397" y="732609"/>
                  </a:lnTo>
                  <a:lnTo>
                    <a:pt x="568713" y="729075"/>
                  </a:lnTo>
                  <a:lnTo>
                    <a:pt x="568536" y="728118"/>
                  </a:lnTo>
                  <a:lnTo>
                    <a:pt x="568165" y="727881"/>
                  </a:lnTo>
                  <a:lnTo>
                    <a:pt x="567910" y="727315"/>
                  </a:lnTo>
                  <a:lnTo>
                    <a:pt x="566681" y="726080"/>
                  </a:lnTo>
                  <a:lnTo>
                    <a:pt x="565720" y="725548"/>
                  </a:lnTo>
                  <a:lnTo>
                    <a:pt x="565547" y="725012"/>
                  </a:lnTo>
                  <a:lnTo>
                    <a:pt x="563751" y="724368"/>
                  </a:lnTo>
                  <a:lnTo>
                    <a:pt x="562837" y="724829"/>
                  </a:lnTo>
                  <a:lnTo>
                    <a:pt x="562813" y="724479"/>
                  </a:lnTo>
                  <a:lnTo>
                    <a:pt x="561943" y="724339"/>
                  </a:lnTo>
                  <a:lnTo>
                    <a:pt x="561763" y="723964"/>
                  </a:lnTo>
                  <a:lnTo>
                    <a:pt x="562018" y="722244"/>
                  </a:lnTo>
                  <a:lnTo>
                    <a:pt x="560650" y="721580"/>
                  </a:lnTo>
                  <a:lnTo>
                    <a:pt x="559618" y="721659"/>
                  </a:lnTo>
                  <a:lnTo>
                    <a:pt x="559976" y="720494"/>
                  </a:lnTo>
                  <a:lnTo>
                    <a:pt x="559444" y="720091"/>
                  </a:lnTo>
                  <a:lnTo>
                    <a:pt x="556158" y="719466"/>
                  </a:lnTo>
                  <a:lnTo>
                    <a:pt x="555105" y="718502"/>
                  </a:lnTo>
                  <a:lnTo>
                    <a:pt x="554450" y="717318"/>
                  </a:lnTo>
                  <a:lnTo>
                    <a:pt x="555304" y="714794"/>
                  </a:lnTo>
                  <a:lnTo>
                    <a:pt x="554218" y="714410"/>
                  </a:lnTo>
                  <a:lnTo>
                    <a:pt x="554215" y="713392"/>
                  </a:lnTo>
                  <a:lnTo>
                    <a:pt x="553282" y="712911"/>
                  </a:lnTo>
                  <a:lnTo>
                    <a:pt x="552927" y="712067"/>
                  </a:lnTo>
                  <a:lnTo>
                    <a:pt x="552361" y="711586"/>
                  </a:lnTo>
                  <a:lnTo>
                    <a:pt x="552220" y="710722"/>
                  </a:lnTo>
                  <a:lnTo>
                    <a:pt x="551009" y="711161"/>
                  </a:lnTo>
                  <a:lnTo>
                    <a:pt x="548782" y="711043"/>
                  </a:lnTo>
                  <a:lnTo>
                    <a:pt x="547811" y="710682"/>
                  </a:lnTo>
                  <a:lnTo>
                    <a:pt x="546939" y="711237"/>
                  </a:lnTo>
                  <a:lnTo>
                    <a:pt x="546494" y="710804"/>
                  </a:lnTo>
                  <a:lnTo>
                    <a:pt x="547193" y="707595"/>
                  </a:lnTo>
                  <a:lnTo>
                    <a:pt x="546888" y="707273"/>
                  </a:lnTo>
                  <a:lnTo>
                    <a:pt x="545630" y="707467"/>
                  </a:lnTo>
                  <a:lnTo>
                    <a:pt x="545222" y="708549"/>
                  </a:lnTo>
                  <a:lnTo>
                    <a:pt x="543806" y="707935"/>
                  </a:lnTo>
                  <a:lnTo>
                    <a:pt x="541591" y="707437"/>
                  </a:lnTo>
                  <a:lnTo>
                    <a:pt x="541154" y="707452"/>
                  </a:lnTo>
                  <a:lnTo>
                    <a:pt x="540954" y="707760"/>
                  </a:lnTo>
                  <a:lnTo>
                    <a:pt x="539483" y="706975"/>
                  </a:lnTo>
                  <a:lnTo>
                    <a:pt x="539863" y="705783"/>
                  </a:lnTo>
                  <a:lnTo>
                    <a:pt x="540895" y="704462"/>
                  </a:lnTo>
                  <a:lnTo>
                    <a:pt x="541093" y="703624"/>
                  </a:lnTo>
                  <a:lnTo>
                    <a:pt x="540830" y="703532"/>
                  </a:lnTo>
                  <a:lnTo>
                    <a:pt x="540891" y="703241"/>
                  </a:lnTo>
                  <a:lnTo>
                    <a:pt x="537686" y="702766"/>
                  </a:lnTo>
                  <a:lnTo>
                    <a:pt x="537892" y="703557"/>
                  </a:lnTo>
                  <a:lnTo>
                    <a:pt x="537410" y="703911"/>
                  </a:lnTo>
                  <a:lnTo>
                    <a:pt x="535812" y="703610"/>
                  </a:lnTo>
                  <a:lnTo>
                    <a:pt x="534529" y="703709"/>
                  </a:lnTo>
                  <a:lnTo>
                    <a:pt x="530786" y="702075"/>
                  </a:lnTo>
                  <a:lnTo>
                    <a:pt x="526772" y="701326"/>
                  </a:lnTo>
                  <a:lnTo>
                    <a:pt x="515679" y="700579"/>
                  </a:lnTo>
                  <a:lnTo>
                    <a:pt x="515277" y="701548"/>
                  </a:lnTo>
                  <a:lnTo>
                    <a:pt x="513980" y="702190"/>
                  </a:lnTo>
                  <a:lnTo>
                    <a:pt x="513661" y="703888"/>
                  </a:lnTo>
                  <a:lnTo>
                    <a:pt x="512550" y="704651"/>
                  </a:lnTo>
                  <a:lnTo>
                    <a:pt x="512693" y="705371"/>
                  </a:lnTo>
                  <a:lnTo>
                    <a:pt x="512151" y="705865"/>
                  </a:lnTo>
                  <a:lnTo>
                    <a:pt x="511493" y="707498"/>
                  </a:lnTo>
                  <a:lnTo>
                    <a:pt x="511403" y="708309"/>
                  </a:lnTo>
                  <a:lnTo>
                    <a:pt x="510445" y="709908"/>
                  </a:lnTo>
                  <a:lnTo>
                    <a:pt x="509674" y="710461"/>
                  </a:lnTo>
                  <a:lnTo>
                    <a:pt x="507646" y="711291"/>
                  </a:lnTo>
                  <a:lnTo>
                    <a:pt x="507489" y="711758"/>
                  </a:lnTo>
                  <a:lnTo>
                    <a:pt x="506802" y="712373"/>
                  </a:lnTo>
                  <a:lnTo>
                    <a:pt x="506477" y="713213"/>
                  </a:lnTo>
                  <a:lnTo>
                    <a:pt x="505880" y="713682"/>
                  </a:lnTo>
                  <a:lnTo>
                    <a:pt x="505651" y="714243"/>
                  </a:lnTo>
                  <a:lnTo>
                    <a:pt x="505665" y="715239"/>
                  </a:lnTo>
                  <a:lnTo>
                    <a:pt x="505349" y="715372"/>
                  </a:lnTo>
                  <a:lnTo>
                    <a:pt x="505067" y="717132"/>
                  </a:lnTo>
                  <a:lnTo>
                    <a:pt x="504094" y="720082"/>
                  </a:lnTo>
                  <a:lnTo>
                    <a:pt x="504106" y="721189"/>
                  </a:lnTo>
                  <a:lnTo>
                    <a:pt x="504523" y="722287"/>
                  </a:lnTo>
                  <a:lnTo>
                    <a:pt x="504485" y="722811"/>
                  </a:lnTo>
                  <a:lnTo>
                    <a:pt x="504948" y="723155"/>
                  </a:lnTo>
                  <a:lnTo>
                    <a:pt x="505399" y="725358"/>
                  </a:lnTo>
                  <a:lnTo>
                    <a:pt x="503771" y="726173"/>
                  </a:lnTo>
                  <a:lnTo>
                    <a:pt x="502570" y="726204"/>
                  </a:lnTo>
                  <a:lnTo>
                    <a:pt x="501705" y="726918"/>
                  </a:lnTo>
                  <a:lnTo>
                    <a:pt x="500434" y="726732"/>
                  </a:lnTo>
                  <a:lnTo>
                    <a:pt x="498478" y="728647"/>
                  </a:lnTo>
                  <a:lnTo>
                    <a:pt x="497418" y="728177"/>
                  </a:lnTo>
                  <a:lnTo>
                    <a:pt x="496770" y="728432"/>
                  </a:lnTo>
                  <a:lnTo>
                    <a:pt x="496189" y="730127"/>
                  </a:lnTo>
                  <a:lnTo>
                    <a:pt x="495653" y="730840"/>
                  </a:lnTo>
                  <a:lnTo>
                    <a:pt x="495059" y="731165"/>
                  </a:lnTo>
                  <a:lnTo>
                    <a:pt x="493844" y="729991"/>
                  </a:lnTo>
                  <a:lnTo>
                    <a:pt x="490486" y="729055"/>
                  </a:lnTo>
                  <a:lnTo>
                    <a:pt x="489864" y="729080"/>
                  </a:lnTo>
                  <a:lnTo>
                    <a:pt x="488734" y="728622"/>
                  </a:lnTo>
                  <a:lnTo>
                    <a:pt x="486553" y="729527"/>
                  </a:lnTo>
                  <a:lnTo>
                    <a:pt x="484740" y="733971"/>
                  </a:lnTo>
                  <a:lnTo>
                    <a:pt x="482240" y="737064"/>
                  </a:lnTo>
                  <a:lnTo>
                    <a:pt x="481756" y="737840"/>
                  </a:lnTo>
                  <a:lnTo>
                    <a:pt x="481527" y="738882"/>
                  </a:lnTo>
                  <a:lnTo>
                    <a:pt x="479160" y="741096"/>
                  </a:lnTo>
                  <a:lnTo>
                    <a:pt x="478690" y="741898"/>
                  </a:lnTo>
                  <a:lnTo>
                    <a:pt x="477955" y="744367"/>
                  </a:lnTo>
                  <a:lnTo>
                    <a:pt x="477390" y="745430"/>
                  </a:lnTo>
                  <a:lnTo>
                    <a:pt x="476667" y="746163"/>
                  </a:lnTo>
                  <a:lnTo>
                    <a:pt x="476474" y="747142"/>
                  </a:lnTo>
                  <a:lnTo>
                    <a:pt x="475913" y="748263"/>
                  </a:lnTo>
                  <a:lnTo>
                    <a:pt x="475976" y="749677"/>
                  </a:lnTo>
                  <a:lnTo>
                    <a:pt x="475568" y="750933"/>
                  </a:lnTo>
                  <a:lnTo>
                    <a:pt x="475565" y="752542"/>
                  </a:lnTo>
                  <a:lnTo>
                    <a:pt x="475217" y="753876"/>
                  </a:lnTo>
                  <a:lnTo>
                    <a:pt x="474085" y="754552"/>
                  </a:lnTo>
                  <a:lnTo>
                    <a:pt x="472780" y="756170"/>
                  </a:lnTo>
                  <a:lnTo>
                    <a:pt x="471914" y="756798"/>
                  </a:lnTo>
                  <a:lnTo>
                    <a:pt x="471280" y="756950"/>
                  </a:lnTo>
                  <a:lnTo>
                    <a:pt x="470549" y="756694"/>
                  </a:lnTo>
                  <a:lnTo>
                    <a:pt x="470111" y="757123"/>
                  </a:lnTo>
                  <a:lnTo>
                    <a:pt x="467832" y="757338"/>
                  </a:lnTo>
                  <a:lnTo>
                    <a:pt x="466590" y="757981"/>
                  </a:lnTo>
                  <a:lnTo>
                    <a:pt x="463783" y="760126"/>
                  </a:lnTo>
                  <a:lnTo>
                    <a:pt x="462687" y="760023"/>
                  </a:lnTo>
                  <a:lnTo>
                    <a:pt x="461926" y="761033"/>
                  </a:lnTo>
                  <a:lnTo>
                    <a:pt x="460332" y="761979"/>
                  </a:lnTo>
                  <a:lnTo>
                    <a:pt x="459214" y="763025"/>
                  </a:lnTo>
                  <a:lnTo>
                    <a:pt x="458142" y="764514"/>
                  </a:lnTo>
                  <a:lnTo>
                    <a:pt x="457029" y="765601"/>
                  </a:lnTo>
                  <a:lnTo>
                    <a:pt x="455165" y="765149"/>
                  </a:lnTo>
                  <a:lnTo>
                    <a:pt x="454107" y="765124"/>
                  </a:lnTo>
                  <a:lnTo>
                    <a:pt x="452425" y="765209"/>
                  </a:lnTo>
                  <a:lnTo>
                    <a:pt x="452411" y="765713"/>
                  </a:lnTo>
                  <a:lnTo>
                    <a:pt x="451759" y="766067"/>
                  </a:lnTo>
                  <a:lnTo>
                    <a:pt x="451391" y="766018"/>
                  </a:lnTo>
                  <a:lnTo>
                    <a:pt x="451433" y="765315"/>
                  </a:lnTo>
                  <a:lnTo>
                    <a:pt x="450176" y="765371"/>
                  </a:lnTo>
                  <a:lnTo>
                    <a:pt x="449289" y="765827"/>
                  </a:lnTo>
                  <a:lnTo>
                    <a:pt x="449166" y="766989"/>
                  </a:lnTo>
                  <a:lnTo>
                    <a:pt x="448729" y="768142"/>
                  </a:lnTo>
                  <a:lnTo>
                    <a:pt x="447347" y="769678"/>
                  </a:lnTo>
                  <a:lnTo>
                    <a:pt x="446918" y="769195"/>
                  </a:lnTo>
                  <a:lnTo>
                    <a:pt x="444790" y="768469"/>
                  </a:lnTo>
                  <a:lnTo>
                    <a:pt x="440552" y="768959"/>
                  </a:lnTo>
                  <a:lnTo>
                    <a:pt x="439115" y="768591"/>
                  </a:lnTo>
                  <a:lnTo>
                    <a:pt x="437789" y="769735"/>
                  </a:lnTo>
                  <a:lnTo>
                    <a:pt x="437506" y="769616"/>
                  </a:lnTo>
                  <a:lnTo>
                    <a:pt x="435538" y="770180"/>
                  </a:lnTo>
                  <a:lnTo>
                    <a:pt x="434833" y="770853"/>
                  </a:lnTo>
                  <a:lnTo>
                    <a:pt x="434410" y="771929"/>
                  </a:lnTo>
                  <a:lnTo>
                    <a:pt x="431882" y="771269"/>
                  </a:lnTo>
                  <a:lnTo>
                    <a:pt x="429983" y="771560"/>
                  </a:lnTo>
                  <a:lnTo>
                    <a:pt x="428264" y="769457"/>
                  </a:lnTo>
                  <a:lnTo>
                    <a:pt x="427658" y="769224"/>
                  </a:lnTo>
                  <a:lnTo>
                    <a:pt x="426903" y="768426"/>
                  </a:lnTo>
                  <a:lnTo>
                    <a:pt x="424957" y="767661"/>
                  </a:lnTo>
                  <a:lnTo>
                    <a:pt x="424707" y="767153"/>
                  </a:lnTo>
                  <a:lnTo>
                    <a:pt x="423202" y="765763"/>
                  </a:lnTo>
                  <a:lnTo>
                    <a:pt x="421541" y="765040"/>
                  </a:lnTo>
                  <a:lnTo>
                    <a:pt x="420719" y="764197"/>
                  </a:lnTo>
                  <a:lnTo>
                    <a:pt x="417007" y="764312"/>
                  </a:lnTo>
                  <a:lnTo>
                    <a:pt x="414982" y="763224"/>
                  </a:lnTo>
                  <a:lnTo>
                    <a:pt x="410728" y="762136"/>
                  </a:lnTo>
                  <a:lnTo>
                    <a:pt x="409260" y="762140"/>
                  </a:lnTo>
                  <a:lnTo>
                    <a:pt x="408722" y="761025"/>
                  </a:lnTo>
                  <a:lnTo>
                    <a:pt x="407625" y="759842"/>
                  </a:lnTo>
                  <a:lnTo>
                    <a:pt x="408206" y="758433"/>
                  </a:lnTo>
                  <a:lnTo>
                    <a:pt x="407684" y="755113"/>
                  </a:lnTo>
                  <a:lnTo>
                    <a:pt x="406818" y="754503"/>
                  </a:lnTo>
                  <a:lnTo>
                    <a:pt x="405985" y="753324"/>
                  </a:lnTo>
                  <a:lnTo>
                    <a:pt x="404720" y="752912"/>
                  </a:lnTo>
                  <a:lnTo>
                    <a:pt x="404478" y="750920"/>
                  </a:lnTo>
                  <a:lnTo>
                    <a:pt x="402960" y="748620"/>
                  </a:lnTo>
                  <a:lnTo>
                    <a:pt x="402686" y="747846"/>
                  </a:lnTo>
                  <a:lnTo>
                    <a:pt x="400264" y="745862"/>
                  </a:lnTo>
                  <a:lnTo>
                    <a:pt x="399920" y="745980"/>
                  </a:lnTo>
                  <a:lnTo>
                    <a:pt x="398433" y="745376"/>
                  </a:lnTo>
                  <a:lnTo>
                    <a:pt x="395599" y="743276"/>
                  </a:lnTo>
                  <a:lnTo>
                    <a:pt x="394538" y="743048"/>
                  </a:lnTo>
                  <a:lnTo>
                    <a:pt x="393516" y="742200"/>
                  </a:lnTo>
                  <a:lnTo>
                    <a:pt x="392069" y="740640"/>
                  </a:lnTo>
                  <a:lnTo>
                    <a:pt x="391985" y="738320"/>
                  </a:lnTo>
                  <a:lnTo>
                    <a:pt x="390948" y="736033"/>
                  </a:lnTo>
                  <a:lnTo>
                    <a:pt x="390989" y="735531"/>
                  </a:lnTo>
                  <a:lnTo>
                    <a:pt x="390229" y="734852"/>
                  </a:lnTo>
                  <a:lnTo>
                    <a:pt x="389846" y="734854"/>
                  </a:lnTo>
                  <a:lnTo>
                    <a:pt x="388957" y="734318"/>
                  </a:lnTo>
                  <a:lnTo>
                    <a:pt x="388778" y="733861"/>
                  </a:lnTo>
                  <a:lnTo>
                    <a:pt x="388232" y="733922"/>
                  </a:lnTo>
                  <a:lnTo>
                    <a:pt x="387931" y="732904"/>
                  </a:lnTo>
                  <a:lnTo>
                    <a:pt x="387587" y="733527"/>
                  </a:lnTo>
                  <a:lnTo>
                    <a:pt x="387205" y="733679"/>
                  </a:lnTo>
                  <a:lnTo>
                    <a:pt x="386781" y="732707"/>
                  </a:lnTo>
                  <a:lnTo>
                    <a:pt x="385193" y="731095"/>
                  </a:lnTo>
                  <a:lnTo>
                    <a:pt x="384890" y="730360"/>
                  </a:lnTo>
                  <a:lnTo>
                    <a:pt x="384369" y="729756"/>
                  </a:lnTo>
                  <a:lnTo>
                    <a:pt x="382779" y="729868"/>
                  </a:lnTo>
                  <a:lnTo>
                    <a:pt x="382301" y="729449"/>
                  </a:lnTo>
                  <a:lnTo>
                    <a:pt x="380603" y="729737"/>
                  </a:lnTo>
                  <a:lnTo>
                    <a:pt x="379804" y="730236"/>
                  </a:lnTo>
                  <a:lnTo>
                    <a:pt x="378736" y="730356"/>
                  </a:lnTo>
                  <a:lnTo>
                    <a:pt x="375800" y="731566"/>
                  </a:lnTo>
                  <a:lnTo>
                    <a:pt x="373762" y="731062"/>
                  </a:lnTo>
                  <a:lnTo>
                    <a:pt x="373170" y="731199"/>
                  </a:lnTo>
                  <a:lnTo>
                    <a:pt x="372070" y="729656"/>
                  </a:lnTo>
                  <a:lnTo>
                    <a:pt x="370391" y="729221"/>
                  </a:lnTo>
                  <a:lnTo>
                    <a:pt x="369112" y="731124"/>
                  </a:lnTo>
                  <a:lnTo>
                    <a:pt x="368714" y="731498"/>
                  </a:lnTo>
                  <a:lnTo>
                    <a:pt x="367153" y="732163"/>
                  </a:lnTo>
                  <a:lnTo>
                    <a:pt x="366405" y="733131"/>
                  </a:lnTo>
                  <a:lnTo>
                    <a:pt x="366289" y="733805"/>
                  </a:lnTo>
                  <a:lnTo>
                    <a:pt x="366545" y="734806"/>
                  </a:lnTo>
                  <a:lnTo>
                    <a:pt x="365594" y="736012"/>
                  </a:lnTo>
                  <a:lnTo>
                    <a:pt x="364861" y="737763"/>
                  </a:lnTo>
                  <a:lnTo>
                    <a:pt x="364554" y="737501"/>
                  </a:lnTo>
                  <a:lnTo>
                    <a:pt x="364096" y="737909"/>
                  </a:lnTo>
                  <a:lnTo>
                    <a:pt x="363616" y="737935"/>
                  </a:lnTo>
                  <a:lnTo>
                    <a:pt x="363308" y="737835"/>
                  </a:lnTo>
                  <a:lnTo>
                    <a:pt x="363167" y="737444"/>
                  </a:lnTo>
                  <a:lnTo>
                    <a:pt x="362047" y="738001"/>
                  </a:lnTo>
                  <a:lnTo>
                    <a:pt x="360669" y="738200"/>
                  </a:lnTo>
                  <a:lnTo>
                    <a:pt x="360269" y="737986"/>
                  </a:lnTo>
                  <a:lnTo>
                    <a:pt x="360057" y="737334"/>
                  </a:lnTo>
                  <a:lnTo>
                    <a:pt x="359341" y="737247"/>
                  </a:lnTo>
                  <a:lnTo>
                    <a:pt x="358974" y="736836"/>
                  </a:lnTo>
                  <a:lnTo>
                    <a:pt x="358655" y="735784"/>
                  </a:lnTo>
                  <a:lnTo>
                    <a:pt x="358127" y="735199"/>
                  </a:lnTo>
                  <a:lnTo>
                    <a:pt x="357978" y="733616"/>
                  </a:lnTo>
                  <a:lnTo>
                    <a:pt x="357319" y="732385"/>
                  </a:lnTo>
                  <a:lnTo>
                    <a:pt x="356297" y="731995"/>
                  </a:lnTo>
                  <a:lnTo>
                    <a:pt x="353025" y="732414"/>
                  </a:lnTo>
                  <a:lnTo>
                    <a:pt x="351832" y="732146"/>
                  </a:lnTo>
                  <a:lnTo>
                    <a:pt x="351047" y="731617"/>
                  </a:lnTo>
                  <a:lnTo>
                    <a:pt x="350703" y="730815"/>
                  </a:lnTo>
                  <a:lnTo>
                    <a:pt x="350199" y="730398"/>
                  </a:lnTo>
                  <a:lnTo>
                    <a:pt x="349620" y="729405"/>
                  </a:lnTo>
                  <a:lnTo>
                    <a:pt x="348925" y="728994"/>
                  </a:lnTo>
                  <a:lnTo>
                    <a:pt x="348684" y="728564"/>
                  </a:lnTo>
                  <a:lnTo>
                    <a:pt x="346655" y="727863"/>
                  </a:lnTo>
                  <a:lnTo>
                    <a:pt x="343201" y="725889"/>
                  </a:lnTo>
                  <a:lnTo>
                    <a:pt x="342127" y="725868"/>
                  </a:lnTo>
                  <a:lnTo>
                    <a:pt x="339151" y="727593"/>
                  </a:lnTo>
                  <a:lnTo>
                    <a:pt x="338330" y="728827"/>
                  </a:lnTo>
                  <a:lnTo>
                    <a:pt x="335776" y="730660"/>
                  </a:lnTo>
                  <a:lnTo>
                    <a:pt x="334824" y="731605"/>
                  </a:lnTo>
                  <a:lnTo>
                    <a:pt x="334394" y="731703"/>
                  </a:lnTo>
                  <a:lnTo>
                    <a:pt x="331776" y="735424"/>
                  </a:lnTo>
                  <a:lnTo>
                    <a:pt x="331186" y="736677"/>
                  </a:lnTo>
                  <a:lnTo>
                    <a:pt x="330010" y="737052"/>
                  </a:lnTo>
                  <a:lnTo>
                    <a:pt x="328956" y="738650"/>
                  </a:lnTo>
                  <a:lnTo>
                    <a:pt x="326273" y="738353"/>
                  </a:lnTo>
                  <a:lnTo>
                    <a:pt x="325344" y="738707"/>
                  </a:lnTo>
                  <a:lnTo>
                    <a:pt x="324714" y="739294"/>
                  </a:lnTo>
                  <a:lnTo>
                    <a:pt x="324146" y="739167"/>
                  </a:lnTo>
                  <a:lnTo>
                    <a:pt x="322396" y="740041"/>
                  </a:lnTo>
                  <a:lnTo>
                    <a:pt x="320292" y="738958"/>
                  </a:lnTo>
                  <a:lnTo>
                    <a:pt x="318104" y="736690"/>
                  </a:lnTo>
                  <a:lnTo>
                    <a:pt x="316971" y="736577"/>
                  </a:lnTo>
                  <a:lnTo>
                    <a:pt x="315091" y="735536"/>
                  </a:lnTo>
                  <a:lnTo>
                    <a:pt x="312147" y="735118"/>
                  </a:lnTo>
                  <a:lnTo>
                    <a:pt x="309250" y="735826"/>
                  </a:lnTo>
                  <a:lnTo>
                    <a:pt x="307566" y="735100"/>
                  </a:lnTo>
                  <a:lnTo>
                    <a:pt x="306462" y="736578"/>
                  </a:lnTo>
                  <a:lnTo>
                    <a:pt x="305938" y="737750"/>
                  </a:lnTo>
                  <a:lnTo>
                    <a:pt x="304252" y="739400"/>
                  </a:lnTo>
                  <a:lnTo>
                    <a:pt x="297715" y="741514"/>
                  </a:lnTo>
                  <a:lnTo>
                    <a:pt x="296484" y="742356"/>
                  </a:lnTo>
                  <a:lnTo>
                    <a:pt x="296146" y="742958"/>
                  </a:lnTo>
                  <a:lnTo>
                    <a:pt x="295480" y="743216"/>
                  </a:lnTo>
                  <a:lnTo>
                    <a:pt x="294576" y="743440"/>
                  </a:lnTo>
                  <a:lnTo>
                    <a:pt x="293185" y="743285"/>
                  </a:lnTo>
                  <a:lnTo>
                    <a:pt x="290846" y="743617"/>
                  </a:lnTo>
                  <a:lnTo>
                    <a:pt x="289144" y="744648"/>
                  </a:lnTo>
                  <a:lnTo>
                    <a:pt x="286276" y="743693"/>
                  </a:lnTo>
                  <a:lnTo>
                    <a:pt x="284733" y="743609"/>
                  </a:lnTo>
                  <a:lnTo>
                    <a:pt x="282569" y="742794"/>
                  </a:lnTo>
                  <a:lnTo>
                    <a:pt x="280688" y="742626"/>
                  </a:lnTo>
                  <a:lnTo>
                    <a:pt x="280182" y="743126"/>
                  </a:lnTo>
                  <a:lnTo>
                    <a:pt x="278480" y="743731"/>
                  </a:lnTo>
                  <a:lnTo>
                    <a:pt x="278425" y="744061"/>
                  </a:lnTo>
                  <a:lnTo>
                    <a:pt x="277534" y="744994"/>
                  </a:lnTo>
                  <a:lnTo>
                    <a:pt x="275677" y="746212"/>
                  </a:lnTo>
                  <a:lnTo>
                    <a:pt x="273526" y="752127"/>
                  </a:lnTo>
                  <a:lnTo>
                    <a:pt x="272912" y="752904"/>
                  </a:lnTo>
                  <a:lnTo>
                    <a:pt x="271097" y="752680"/>
                  </a:lnTo>
                  <a:lnTo>
                    <a:pt x="269563" y="752930"/>
                  </a:lnTo>
                  <a:lnTo>
                    <a:pt x="268831" y="752695"/>
                  </a:lnTo>
                  <a:lnTo>
                    <a:pt x="267083" y="753158"/>
                  </a:lnTo>
                  <a:lnTo>
                    <a:pt x="266032" y="752823"/>
                  </a:lnTo>
                  <a:lnTo>
                    <a:pt x="265166" y="752897"/>
                  </a:lnTo>
                  <a:lnTo>
                    <a:pt x="264934" y="752668"/>
                  </a:lnTo>
                  <a:lnTo>
                    <a:pt x="261550" y="75498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pg18">
              <a:extLst>
                <a:ext uri="{FF2B5EF4-FFF2-40B4-BE49-F238E27FC236}">
                  <a16:creationId xmlns:a16="http://schemas.microsoft.com/office/drawing/2014/main" id="{3B8DB0AF-6C0A-01B0-B5E9-9F6D49BC2D4E}"/>
                </a:ext>
              </a:extLst>
            </p:cNvPr>
            <p:cNvSpPr/>
            <p:nvPr/>
          </p:nvSpPr>
          <p:spPr>
            <a:xfrm>
              <a:off x="7754206" y="1795279"/>
              <a:ext cx="484650" cy="378390"/>
            </a:xfrm>
            <a:custGeom>
              <a:avLst/>
              <a:gdLst/>
              <a:ahLst/>
              <a:cxnLst/>
              <a:rect l="0" t="0" r="0" b="0"/>
              <a:pathLst>
                <a:path w="484650" h="378390">
                  <a:moveTo>
                    <a:pt x="210818" y="378390"/>
                  </a:moveTo>
                  <a:lnTo>
                    <a:pt x="210527" y="378076"/>
                  </a:lnTo>
                  <a:lnTo>
                    <a:pt x="206740" y="376699"/>
                  </a:lnTo>
                  <a:lnTo>
                    <a:pt x="204609" y="375146"/>
                  </a:lnTo>
                  <a:lnTo>
                    <a:pt x="200226" y="371178"/>
                  </a:lnTo>
                  <a:lnTo>
                    <a:pt x="198282" y="369875"/>
                  </a:lnTo>
                  <a:lnTo>
                    <a:pt x="197204" y="369771"/>
                  </a:lnTo>
                  <a:lnTo>
                    <a:pt x="195365" y="370561"/>
                  </a:lnTo>
                  <a:lnTo>
                    <a:pt x="193773" y="371701"/>
                  </a:lnTo>
                  <a:lnTo>
                    <a:pt x="192559" y="371704"/>
                  </a:lnTo>
                  <a:lnTo>
                    <a:pt x="191629" y="368213"/>
                  </a:lnTo>
                  <a:lnTo>
                    <a:pt x="185073" y="366158"/>
                  </a:lnTo>
                  <a:lnTo>
                    <a:pt x="181983" y="364278"/>
                  </a:lnTo>
                  <a:lnTo>
                    <a:pt x="181248" y="363344"/>
                  </a:lnTo>
                  <a:lnTo>
                    <a:pt x="180079" y="356332"/>
                  </a:lnTo>
                  <a:lnTo>
                    <a:pt x="179608" y="351395"/>
                  </a:lnTo>
                  <a:lnTo>
                    <a:pt x="169047" y="346370"/>
                  </a:lnTo>
                  <a:lnTo>
                    <a:pt x="168327" y="345760"/>
                  </a:lnTo>
                  <a:lnTo>
                    <a:pt x="166265" y="342156"/>
                  </a:lnTo>
                  <a:lnTo>
                    <a:pt x="167804" y="340528"/>
                  </a:lnTo>
                  <a:lnTo>
                    <a:pt x="168970" y="338218"/>
                  </a:lnTo>
                  <a:lnTo>
                    <a:pt x="168213" y="335924"/>
                  </a:lnTo>
                  <a:lnTo>
                    <a:pt x="169075" y="332824"/>
                  </a:lnTo>
                  <a:lnTo>
                    <a:pt x="169869" y="331330"/>
                  </a:lnTo>
                  <a:lnTo>
                    <a:pt x="170370" y="329768"/>
                  </a:lnTo>
                  <a:lnTo>
                    <a:pt x="173454" y="324319"/>
                  </a:lnTo>
                  <a:lnTo>
                    <a:pt x="174695" y="321534"/>
                  </a:lnTo>
                  <a:lnTo>
                    <a:pt x="174802" y="320983"/>
                  </a:lnTo>
                  <a:lnTo>
                    <a:pt x="172921" y="317916"/>
                  </a:lnTo>
                  <a:lnTo>
                    <a:pt x="172090" y="316459"/>
                  </a:lnTo>
                  <a:lnTo>
                    <a:pt x="171371" y="312830"/>
                  </a:lnTo>
                  <a:lnTo>
                    <a:pt x="169038" y="308178"/>
                  </a:lnTo>
                  <a:lnTo>
                    <a:pt x="168961" y="305950"/>
                  </a:lnTo>
                  <a:lnTo>
                    <a:pt x="163914" y="306550"/>
                  </a:lnTo>
                  <a:lnTo>
                    <a:pt x="163507" y="305750"/>
                  </a:lnTo>
                  <a:lnTo>
                    <a:pt x="159096" y="306059"/>
                  </a:lnTo>
                  <a:lnTo>
                    <a:pt x="158652" y="303443"/>
                  </a:lnTo>
                  <a:lnTo>
                    <a:pt x="158043" y="303473"/>
                  </a:lnTo>
                  <a:lnTo>
                    <a:pt x="156973" y="301827"/>
                  </a:lnTo>
                  <a:lnTo>
                    <a:pt x="156680" y="300201"/>
                  </a:lnTo>
                  <a:lnTo>
                    <a:pt x="155810" y="299675"/>
                  </a:lnTo>
                  <a:lnTo>
                    <a:pt x="155367" y="297147"/>
                  </a:lnTo>
                  <a:lnTo>
                    <a:pt x="152952" y="297805"/>
                  </a:lnTo>
                  <a:lnTo>
                    <a:pt x="143900" y="298347"/>
                  </a:lnTo>
                  <a:lnTo>
                    <a:pt x="143443" y="298058"/>
                  </a:lnTo>
                  <a:lnTo>
                    <a:pt x="141905" y="297754"/>
                  </a:lnTo>
                  <a:lnTo>
                    <a:pt x="141932" y="297225"/>
                  </a:lnTo>
                  <a:lnTo>
                    <a:pt x="141450" y="296970"/>
                  </a:lnTo>
                  <a:lnTo>
                    <a:pt x="136564" y="296116"/>
                  </a:lnTo>
                  <a:lnTo>
                    <a:pt x="134612" y="296191"/>
                  </a:lnTo>
                  <a:lnTo>
                    <a:pt x="133991" y="296439"/>
                  </a:lnTo>
                  <a:lnTo>
                    <a:pt x="133614" y="296911"/>
                  </a:lnTo>
                  <a:lnTo>
                    <a:pt x="133769" y="297318"/>
                  </a:lnTo>
                  <a:lnTo>
                    <a:pt x="133035" y="301641"/>
                  </a:lnTo>
                  <a:lnTo>
                    <a:pt x="132760" y="302110"/>
                  </a:lnTo>
                  <a:lnTo>
                    <a:pt x="132835" y="302420"/>
                  </a:lnTo>
                  <a:lnTo>
                    <a:pt x="132481" y="302626"/>
                  </a:lnTo>
                  <a:lnTo>
                    <a:pt x="132275" y="303658"/>
                  </a:lnTo>
                  <a:lnTo>
                    <a:pt x="131665" y="303404"/>
                  </a:lnTo>
                  <a:lnTo>
                    <a:pt x="131279" y="303673"/>
                  </a:lnTo>
                  <a:lnTo>
                    <a:pt x="131391" y="304105"/>
                  </a:lnTo>
                  <a:lnTo>
                    <a:pt x="131246" y="304050"/>
                  </a:lnTo>
                  <a:lnTo>
                    <a:pt x="131199" y="304450"/>
                  </a:lnTo>
                  <a:lnTo>
                    <a:pt x="130916" y="304225"/>
                  </a:lnTo>
                  <a:lnTo>
                    <a:pt x="130191" y="304421"/>
                  </a:lnTo>
                  <a:lnTo>
                    <a:pt x="130592" y="305036"/>
                  </a:lnTo>
                  <a:lnTo>
                    <a:pt x="130349" y="305110"/>
                  </a:lnTo>
                  <a:lnTo>
                    <a:pt x="125114" y="299041"/>
                  </a:lnTo>
                  <a:lnTo>
                    <a:pt x="119690" y="291858"/>
                  </a:lnTo>
                  <a:lnTo>
                    <a:pt x="115132" y="288461"/>
                  </a:lnTo>
                  <a:lnTo>
                    <a:pt x="109773" y="281783"/>
                  </a:lnTo>
                  <a:lnTo>
                    <a:pt x="109339" y="280841"/>
                  </a:lnTo>
                  <a:lnTo>
                    <a:pt x="107196" y="280509"/>
                  </a:lnTo>
                  <a:lnTo>
                    <a:pt x="102667" y="286263"/>
                  </a:lnTo>
                  <a:lnTo>
                    <a:pt x="101273" y="287249"/>
                  </a:lnTo>
                  <a:lnTo>
                    <a:pt x="94471" y="287623"/>
                  </a:lnTo>
                  <a:lnTo>
                    <a:pt x="89473" y="287477"/>
                  </a:lnTo>
                  <a:lnTo>
                    <a:pt x="79941" y="287615"/>
                  </a:lnTo>
                  <a:lnTo>
                    <a:pt x="76275" y="287179"/>
                  </a:lnTo>
                  <a:lnTo>
                    <a:pt x="71572" y="285937"/>
                  </a:lnTo>
                  <a:lnTo>
                    <a:pt x="70096" y="285374"/>
                  </a:lnTo>
                  <a:lnTo>
                    <a:pt x="68901" y="284622"/>
                  </a:lnTo>
                  <a:lnTo>
                    <a:pt x="66238" y="283801"/>
                  </a:lnTo>
                  <a:lnTo>
                    <a:pt x="63286" y="290990"/>
                  </a:lnTo>
                  <a:lnTo>
                    <a:pt x="57494" y="289102"/>
                  </a:lnTo>
                  <a:lnTo>
                    <a:pt x="53984" y="286725"/>
                  </a:lnTo>
                  <a:lnTo>
                    <a:pt x="52573" y="285052"/>
                  </a:lnTo>
                  <a:lnTo>
                    <a:pt x="51235" y="283968"/>
                  </a:lnTo>
                  <a:lnTo>
                    <a:pt x="45684" y="280837"/>
                  </a:lnTo>
                  <a:lnTo>
                    <a:pt x="45257" y="280830"/>
                  </a:lnTo>
                  <a:lnTo>
                    <a:pt x="43712" y="279808"/>
                  </a:lnTo>
                  <a:lnTo>
                    <a:pt x="42351" y="277612"/>
                  </a:lnTo>
                  <a:lnTo>
                    <a:pt x="39138" y="270685"/>
                  </a:lnTo>
                  <a:lnTo>
                    <a:pt x="37738" y="268810"/>
                  </a:lnTo>
                  <a:lnTo>
                    <a:pt x="33658" y="266043"/>
                  </a:lnTo>
                  <a:lnTo>
                    <a:pt x="33355" y="266048"/>
                  </a:lnTo>
                  <a:lnTo>
                    <a:pt x="30966" y="263793"/>
                  </a:lnTo>
                  <a:lnTo>
                    <a:pt x="29375" y="263018"/>
                  </a:lnTo>
                  <a:lnTo>
                    <a:pt x="27506" y="261535"/>
                  </a:lnTo>
                  <a:lnTo>
                    <a:pt x="25839" y="259710"/>
                  </a:lnTo>
                  <a:lnTo>
                    <a:pt x="24326" y="256944"/>
                  </a:lnTo>
                  <a:lnTo>
                    <a:pt x="22090" y="254910"/>
                  </a:lnTo>
                  <a:lnTo>
                    <a:pt x="20104" y="253704"/>
                  </a:lnTo>
                  <a:lnTo>
                    <a:pt x="18120" y="253782"/>
                  </a:lnTo>
                  <a:lnTo>
                    <a:pt x="33720" y="246711"/>
                  </a:lnTo>
                  <a:lnTo>
                    <a:pt x="30101" y="242684"/>
                  </a:lnTo>
                  <a:lnTo>
                    <a:pt x="27877" y="240960"/>
                  </a:lnTo>
                  <a:lnTo>
                    <a:pt x="36506" y="231751"/>
                  </a:lnTo>
                  <a:lnTo>
                    <a:pt x="34950" y="230763"/>
                  </a:lnTo>
                  <a:lnTo>
                    <a:pt x="39128" y="227555"/>
                  </a:lnTo>
                  <a:lnTo>
                    <a:pt x="44346" y="222069"/>
                  </a:lnTo>
                  <a:lnTo>
                    <a:pt x="41918" y="217428"/>
                  </a:lnTo>
                  <a:lnTo>
                    <a:pt x="40758" y="215702"/>
                  </a:lnTo>
                  <a:lnTo>
                    <a:pt x="39488" y="214365"/>
                  </a:lnTo>
                  <a:lnTo>
                    <a:pt x="35510" y="211765"/>
                  </a:lnTo>
                  <a:lnTo>
                    <a:pt x="34650" y="210944"/>
                  </a:lnTo>
                  <a:lnTo>
                    <a:pt x="34037" y="210834"/>
                  </a:lnTo>
                  <a:lnTo>
                    <a:pt x="32980" y="209583"/>
                  </a:lnTo>
                  <a:lnTo>
                    <a:pt x="29292" y="206885"/>
                  </a:lnTo>
                  <a:lnTo>
                    <a:pt x="26401" y="205371"/>
                  </a:lnTo>
                  <a:lnTo>
                    <a:pt x="23589" y="203524"/>
                  </a:lnTo>
                  <a:lnTo>
                    <a:pt x="17010" y="198347"/>
                  </a:lnTo>
                  <a:lnTo>
                    <a:pt x="10683" y="192898"/>
                  </a:lnTo>
                  <a:lnTo>
                    <a:pt x="1338" y="185657"/>
                  </a:lnTo>
                  <a:lnTo>
                    <a:pt x="367" y="184654"/>
                  </a:lnTo>
                  <a:lnTo>
                    <a:pt x="0" y="183137"/>
                  </a:lnTo>
                  <a:lnTo>
                    <a:pt x="3188" y="184452"/>
                  </a:lnTo>
                  <a:lnTo>
                    <a:pt x="5394" y="184628"/>
                  </a:lnTo>
                  <a:lnTo>
                    <a:pt x="7479" y="186152"/>
                  </a:lnTo>
                  <a:lnTo>
                    <a:pt x="8385" y="186021"/>
                  </a:lnTo>
                  <a:lnTo>
                    <a:pt x="9251" y="185557"/>
                  </a:lnTo>
                  <a:lnTo>
                    <a:pt x="10501" y="185408"/>
                  </a:lnTo>
                  <a:lnTo>
                    <a:pt x="11690" y="184458"/>
                  </a:lnTo>
                  <a:lnTo>
                    <a:pt x="12006" y="183904"/>
                  </a:lnTo>
                  <a:lnTo>
                    <a:pt x="12136" y="182607"/>
                  </a:lnTo>
                  <a:lnTo>
                    <a:pt x="13988" y="180700"/>
                  </a:lnTo>
                  <a:lnTo>
                    <a:pt x="16326" y="179488"/>
                  </a:lnTo>
                  <a:lnTo>
                    <a:pt x="21706" y="179141"/>
                  </a:lnTo>
                  <a:lnTo>
                    <a:pt x="22822" y="178878"/>
                  </a:lnTo>
                  <a:lnTo>
                    <a:pt x="23492" y="178380"/>
                  </a:lnTo>
                  <a:lnTo>
                    <a:pt x="24306" y="177104"/>
                  </a:lnTo>
                  <a:lnTo>
                    <a:pt x="29270" y="175108"/>
                  </a:lnTo>
                  <a:lnTo>
                    <a:pt x="31479" y="173965"/>
                  </a:lnTo>
                  <a:lnTo>
                    <a:pt x="32755" y="172972"/>
                  </a:lnTo>
                  <a:lnTo>
                    <a:pt x="33899" y="171513"/>
                  </a:lnTo>
                  <a:lnTo>
                    <a:pt x="36061" y="170530"/>
                  </a:lnTo>
                  <a:lnTo>
                    <a:pt x="36440" y="169818"/>
                  </a:lnTo>
                  <a:lnTo>
                    <a:pt x="36504" y="168789"/>
                  </a:lnTo>
                  <a:lnTo>
                    <a:pt x="36928" y="164951"/>
                  </a:lnTo>
                  <a:lnTo>
                    <a:pt x="38605" y="165522"/>
                  </a:lnTo>
                  <a:lnTo>
                    <a:pt x="42842" y="160079"/>
                  </a:lnTo>
                  <a:lnTo>
                    <a:pt x="55372" y="168532"/>
                  </a:lnTo>
                  <a:lnTo>
                    <a:pt x="57752" y="167295"/>
                  </a:lnTo>
                  <a:lnTo>
                    <a:pt x="59944" y="165640"/>
                  </a:lnTo>
                  <a:lnTo>
                    <a:pt x="64163" y="160350"/>
                  </a:lnTo>
                  <a:lnTo>
                    <a:pt x="66984" y="159774"/>
                  </a:lnTo>
                  <a:lnTo>
                    <a:pt x="68037" y="159356"/>
                  </a:lnTo>
                  <a:lnTo>
                    <a:pt x="63236" y="154880"/>
                  </a:lnTo>
                  <a:lnTo>
                    <a:pt x="69992" y="147532"/>
                  </a:lnTo>
                  <a:lnTo>
                    <a:pt x="71457" y="144904"/>
                  </a:lnTo>
                  <a:lnTo>
                    <a:pt x="64252" y="142035"/>
                  </a:lnTo>
                  <a:lnTo>
                    <a:pt x="64204" y="141560"/>
                  </a:lnTo>
                  <a:lnTo>
                    <a:pt x="64481" y="140966"/>
                  </a:lnTo>
                  <a:lnTo>
                    <a:pt x="67761" y="138341"/>
                  </a:lnTo>
                  <a:lnTo>
                    <a:pt x="67761" y="137834"/>
                  </a:lnTo>
                  <a:lnTo>
                    <a:pt x="69906" y="136626"/>
                  </a:lnTo>
                  <a:lnTo>
                    <a:pt x="71629" y="136692"/>
                  </a:lnTo>
                  <a:lnTo>
                    <a:pt x="72890" y="139113"/>
                  </a:lnTo>
                  <a:lnTo>
                    <a:pt x="73702" y="139414"/>
                  </a:lnTo>
                  <a:lnTo>
                    <a:pt x="74881" y="138564"/>
                  </a:lnTo>
                  <a:lnTo>
                    <a:pt x="75374" y="137295"/>
                  </a:lnTo>
                  <a:lnTo>
                    <a:pt x="75299" y="136855"/>
                  </a:lnTo>
                  <a:lnTo>
                    <a:pt x="74041" y="134741"/>
                  </a:lnTo>
                  <a:lnTo>
                    <a:pt x="76149" y="132207"/>
                  </a:lnTo>
                  <a:lnTo>
                    <a:pt x="76343" y="131016"/>
                  </a:lnTo>
                  <a:lnTo>
                    <a:pt x="76106" y="129126"/>
                  </a:lnTo>
                  <a:lnTo>
                    <a:pt x="77764" y="126392"/>
                  </a:lnTo>
                  <a:lnTo>
                    <a:pt x="77724" y="124707"/>
                  </a:lnTo>
                  <a:lnTo>
                    <a:pt x="77228" y="123962"/>
                  </a:lnTo>
                  <a:lnTo>
                    <a:pt x="77092" y="123285"/>
                  </a:lnTo>
                  <a:lnTo>
                    <a:pt x="77364" y="121043"/>
                  </a:lnTo>
                  <a:lnTo>
                    <a:pt x="76728" y="120864"/>
                  </a:lnTo>
                  <a:lnTo>
                    <a:pt x="75642" y="121259"/>
                  </a:lnTo>
                  <a:lnTo>
                    <a:pt x="74197" y="119907"/>
                  </a:lnTo>
                  <a:lnTo>
                    <a:pt x="75777" y="116658"/>
                  </a:lnTo>
                  <a:lnTo>
                    <a:pt x="76489" y="115872"/>
                  </a:lnTo>
                  <a:lnTo>
                    <a:pt x="77004" y="114034"/>
                  </a:lnTo>
                  <a:lnTo>
                    <a:pt x="78638" y="112087"/>
                  </a:lnTo>
                  <a:lnTo>
                    <a:pt x="78915" y="110816"/>
                  </a:lnTo>
                  <a:lnTo>
                    <a:pt x="77977" y="110558"/>
                  </a:lnTo>
                  <a:lnTo>
                    <a:pt x="76270" y="110969"/>
                  </a:lnTo>
                  <a:lnTo>
                    <a:pt x="75559" y="111907"/>
                  </a:lnTo>
                  <a:lnTo>
                    <a:pt x="74963" y="111928"/>
                  </a:lnTo>
                  <a:lnTo>
                    <a:pt x="73996" y="110610"/>
                  </a:lnTo>
                  <a:lnTo>
                    <a:pt x="73198" y="108729"/>
                  </a:lnTo>
                  <a:lnTo>
                    <a:pt x="73470" y="108337"/>
                  </a:lnTo>
                  <a:lnTo>
                    <a:pt x="74218" y="107965"/>
                  </a:lnTo>
                  <a:lnTo>
                    <a:pt x="75318" y="108476"/>
                  </a:lnTo>
                  <a:lnTo>
                    <a:pt x="75542" y="108212"/>
                  </a:lnTo>
                  <a:lnTo>
                    <a:pt x="75952" y="108410"/>
                  </a:lnTo>
                  <a:lnTo>
                    <a:pt x="76308" y="108046"/>
                  </a:lnTo>
                  <a:lnTo>
                    <a:pt x="76503" y="108191"/>
                  </a:lnTo>
                  <a:lnTo>
                    <a:pt x="78275" y="107118"/>
                  </a:lnTo>
                  <a:lnTo>
                    <a:pt x="78521" y="106454"/>
                  </a:lnTo>
                  <a:lnTo>
                    <a:pt x="79920" y="105115"/>
                  </a:lnTo>
                  <a:lnTo>
                    <a:pt x="81462" y="104465"/>
                  </a:lnTo>
                  <a:lnTo>
                    <a:pt x="81677" y="103557"/>
                  </a:lnTo>
                  <a:lnTo>
                    <a:pt x="80903" y="101739"/>
                  </a:lnTo>
                  <a:lnTo>
                    <a:pt x="80570" y="99459"/>
                  </a:lnTo>
                  <a:lnTo>
                    <a:pt x="81114" y="98042"/>
                  </a:lnTo>
                  <a:lnTo>
                    <a:pt x="82597" y="97081"/>
                  </a:lnTo>
                  <a:lnTo>
                    <a:pt x="84449" y="96294"/>
                  </a:lnTo>
                  <a:lnTo>
                    <a:pt x="85726" y="94803"/>
                  </a:lnTo>
                  <a:lnTo>
                    <a:pt x="88588" y="90063"/>
                  </a:lnTo>
                  <a:lnTo>
                    <a:pt x="89407" y="87753"/>
                  </a:lnTo>
                  <a:lnTo>
                    <a:pt x="91377" y="85135"/>
                  </a:lnTo>
                  <a:lnTo>
                    <a:pt x="94007" y="84295"/>
                  </a:lnTo>
                  <a:lnTo>
                    <a:pt x="94680" y="83220"/>
                  </a:lnTo>
                  <a:lnTo>
                    <a:pt x="95419" y="82885"/>
                  </a:lnTo>
                  <a:lnTo>
                    <a:pt x="96264" y="82665"/>
                  </a:lnTo>
                  <a:lnTo>
                    <a:pt x="97873" y="82683"/>
                  </a:lnTo>
                  <a:lnTo>
                    <a:pt x="98742" y="82478"/>
                  </a:lnTo>
                  <a:lnTo>
                    <a:pt x="99751" y="81896"/>
                  </a:lnTo>
                  <a:lnTo>
                    <a:pt x="101220" y="80123"/>
                  </a:lnTo>
                  <a:lnTo>
                    <a:pt x="101583" y="77042"/>
                  </a:lnTo>
                  <a:lnTo>
                    <a:pt x="102718" y="74996"/>
                  </a:lnTo>
                  <a:lnTo>
                    <a:pt x="105163" y="74037"/>
                  </a:lnTo>
                  <a:lnTo>
                    <a:pt x="107240" y="73816"/>
                  </a:lnTo>
                  <a:lnTo>
                    <a:pt x="108981" y="73761"/>
                  </a:lnTo>
                  <a:lnTo>
                    <a:pt x="109897" y="73357"/>
                  </a:lnTo>
                  <a:lnTo>
                    <a:pt x="111861" y="71399"/>
                  </a:lnTo>
                  <a:lnTo>
                    <a:pt x="118745" y="66895"/>
                  </a:lnTo>
                  <a:lnTo>
                    <a:pt x="121225" y="64647"/>
                  </a:lnTo>
                  <a:lnTo>
                    <a:pt x="122177" y="64322"/>
                  </a:lnTo>
                  <a:lnTo>
                    <a:pt x="123690" y="65300"/>
                  </a:lnTo>
                  <a:lnTo>
                    <a:pt x="124776" y="67157"/>
                  </a:lnTo>
                  <a:lnTo>
                    <a:pt x="125588" y="68065"/>
                  </a:lnTo>
                  <a:lnTo>
                    <a:pt x="126305" y="68455"/>
                  </a:lnTo>
                  <a:lnTo>
                    <a:pt x="128296" y="67925"/>
                  </a:lnTo>
                  <a:lnTo>
                    <a:pt x="129480" y="67974"/>
                  </a:lnTo>
                  <a:lnTo>
                    <a:pt x="131201" y="66781"/>
                  </a:lnTo>
                  <a:lnTo>
                    <a:pt x="132762" y="66267"/>
                  </a:lnTo>
                  <a:lnTo>
                    <a:pt x="135719" y="67760"/>
                  </a:lnTo>
                  <a:lnTo>
                    <a:pt x="139573" y="65783"/>
                  </a:lnTo>
                  <a:lnTo>
                    <a:pt x="141112" y="64175"/>
                  </a:lnTo>
                  <a:lnTo>
                    <a:pt x="141712" y="62986"/>
                  </a:lnTo>
                  <a:lnTo>
                    <a:pt x="141641" y="61068"/>
                  </a:lnTo>
                  <a:lnTo>
                    <a:pt x="142354" y="59767"/>
                  </a:lnTo>
                  <a:lnTo>
                    <a:pt x="143556" y="59068"/>
                  </a:lnTo>
                  <a:lnTo>
                    <a:pt x="146175" y="58392"/>
                  </a:lnTo>
                  <a:lnTo>
                    <a:pt x="147325" y="59000"/>
                  </a:lnTo>
                  <a:lnTo>
                    <a:pt x="147678" y="59752"/>
                  </a:lnTo>
                  <a:lnTo>
                    <a:pt x="148341" y="60360"/>
                  </a:lnTo>
                  <a:lnTo>
                    <a:pt x="149122" y="60514"/>
                  </a:lnTo>
                  <a:lnTo>
                    <a:pt x="152517" y="60170"/>
                  </a:lnTo>
                  <a:lnTo>
                    <a:pt x="154635" y="61203"/>
                  </a:lnTo>
                  <a:lnTo>
                    <a:pt x="155374" y="60488"/>
                  </a:lnTo>
                  <a:lnTo>
                    <a:pt x="156331" y="60665"/>
                  </a:lnTo>
                  <a:lnTo>
                    <a:pt x="157309" y="60293"/>
                  </a:lnTo>
                  <a:lnTo>
                    <a:pt x="157385" y="62259"/>
                  </a:lnTo>
                  <a:lnTo>
                    <a:pt x="157681" y="62289"/>
                  </a:lnTo>
                  <a:lnTo>
                    <a:pt x="158308" y="61794"/>
                  </a:lnTo>
                  <a:lnTo>
                    <a:pt x="158609" y="61789"/>
                  </a:lnTo>
                  <a:lnTo>
                    <a:pt x="158974" y="62581"/>
                  </a:lnTo>
                  <a:lnTo>
                    <a:pt x="160298" y="62190"/>
                  </a:lnTo>
                  <a:lnTo>
                    <a:pt x="160392" y="62984"/>
                  </a:lnTo>
                  <a:lnTo>
                    <a:pt x="160650" y="63169"/>
                  </a:lnTo>
                  <a:lnTo>
                    <a:pt x="160608" y="61675"/>
                  </a:lnTo>
                  <a:lnTo>
                    <a:pt x="160991" y="61555"/>
                  </a:lnTo>
                  <a:lnTo>
                    <a:pt x="161666" y="62563"/>
                  </a:lnTo>
                  <a:lnTo>
                    <a:pt x="161398" y="63514"/>
                  </a:lnTo>
                  <a:lnTo>
                    <a:pt x="161598" y="64430"/>
                  </a:lnTo>
                  <a:lnTo>
                    <a:pt x="162572" y="64597"/>
                  </a:lnTo>
                  <a:lnTo>
                    <a:pt x="163257" y="64991"/>
                  </a:lnTo>
                  <a:lnTo>
                    <a:pt x="163472" y="64652"/>
                  </a:lnTo>
                  <a:lnTo>
                    <a:pt x="162011" y="62960"/>
                  </a:lnTo>
                  <a:lnTo>
                    <a:pt x="162847" y="62634"/>
                  </a:lnTo>
                  <a:lnTo>
                    <a:pt x="163772" y="61720"/>
                  </a:lnTo>
                  <a:lnTo>
                    <a:pt x="163932" y="61982"/>
                  </a:lnTo>
                  <a:lnTo>
                    <a:pt x="165510" y="61448"/>
                  </a:lnTo>
                  <a:lnTo>
                    <a:pt x="165933" y="61701"/>
                  </a:lnTo>
                  <a:lnTo>
                    <a:pt x="166785" y="61116"/>
                  </a:lnTo>
                  <a:lnTo>
                    <a:pt x="167418" y="62326"/>
                  </a:lnTo>
                  <a:lnTo>
                    <a:pt x="168069" y="62454"/>
                  </a:lnTo>
                  <a:lnTo>
                    <a:pt x="169000" y="62202"/>
                  </a:lnTo>
                  <a:lnTo>
                    <a:pt x="169500" y="61358"/>
                  </a:lnTo>
                  <a:lnTo>
                    <a:pt x="169228" y="61115"/>
                  </a:lnTo>
                  <a:lnTo>
                    <a:pt x="168282" y="61096"/>
                  </a:lnTo>
                  <a:lnTo>
                    <a:pt x="167968" y="60475"/>
                  </a:lnTo>
                  <a:lnTo>
                    <a:pt x="168610" y="59956"/>
                  </a:lnTo>
                  <a:lnTo>
                    <a:pt x="169079" y="60407"/>
                  </a:lnTo>
                  <a:lnTo>
                    <a:pt x="170419" y="60559"/>
                  </a:lnTo>
                  <a:lnTo>
                    <a:pt x="169143" y="59527"/>
                  </a:lnTo>
                  <a:lnTo>
                    <a:pt x="170930" y="59069"/>
                  </a:lnTo>
                  <a:lnTo>
                    <a:pt x="171749" y="59785"/>
                  </a:lnTo>
                  <a:lnTo>
                    <a:pt x="172157" y="58247"/>
                  </a:lnTo>
                  <a:lnTo>
                    <a:pt x="172049" y="57706"/>
                  </a:lnTo>
                  <a:lnTo>
                    <a:pt x="170870" y="56933"/>
                  </a:lnTo>
                  <a:lnTo>
                    <a:pt x="170872" y="56644"/>
                  </a:lnTo>
                  <a:lnTo>
                    <a:pt x="171137" y="56249"/>
                  </a:lnTo>
                  <a:lnTo>
                    <a:pt x="171480" y="56278"/>
                  </a:lnTo>
                  <a:lnTo>
                    <a:pt x="171800" y="55941"/>
                  </a:lnTo>
                  <a:lnTo>
                    <a:pt x="171671" y="56888"/>
                  </a:lnTo>
                  <a:lnTo>
                    <a:pt x="173601" y="57111"/>
                  </a:lnTo>
                  <a:lnTo>
                    <a:pt x="174532" y="57541"/>
                  </a:lnTo>
                  <a:lnTo>
                    <a:pt x="175150" y="57576"/>
                  </a:lnTo>
                  <a:lnTo>
                    <a:pt x="177360" y="56180"/>
                  </a:lnTo>
                  <a:lnTo>
                    <a:pt x="180092" y="60442"/>
                  </a:lnTo>
                  <a:lnTo>
                    <a:pt x="180509" y="63106"/>
                  </a:lnTo>
                  <a:lnTo>
                    <a:pt x="181545" y="64424"/>
                  </a:lnTo>
                  <a:lnTo>
                    <a:pt x="181598" y="66600"/>
                  </a:lnTo>
                  <a:lnTo>
                    <a:pt x="183055" y="70111"/>
                  </a:lnTo>
                  <a:lnTo>
                    <a:pt x="183547" y="70503"/>
                  </a:lnTo>
                  <a:lnTo>
                    <a:pt x="184809" y="70895"/>
                  </a:lnTo>
                  <a:lnTo>
                    <a:pt x="186479" y="74076"/>
                  </a:lnTo>
                  <a:lnTo>
                    <a:pt x="187777" y="74666"/>
                  </a:lnTo>
                  <a:lnTo>
                    <a:pt x="188896" y="76705"/>
                  </a:lnTo>
                  <a:lnTo>
                    <a:pt x="190922" y="77964"/>
                  </a:lnTo>
                  <a:lnTo>
                    <a:pt x="191719" y="78705"/>
                  </a:lnTo>
                  <a:lnTo>
                    <a:pt x="193541" y="81386"/>
                  </a:lnTo>
                  <a:lnTo>
                    <a:pt x="194300" y="84037"/>
                  </a:lnTo>
                  <a:lnTo>
                    <a:pt x="195997" y="84917"/>
                  </a:lnTo>
                  <a:lnTo>
                    <a:pt x="196587" y="85962"/>
                  </a:lnTo>
                  <a:lnTo>
                    <a:pt x="201464" y="90283"/>
                  </a:lnTo>
                  <a:lnTo>
                    <a:pt x="202385" y="91701"/>
                  </a:lnTo>
                  <a:lnTo>
                    <a:pt x="202770" y="93118"/>
                  </a:lnTo>
                  <a:lnTo>
                    <a:pt x="203685" y="94095"/>
                  </a:lnTo>
                  <a:lnTo>
                    <a:pt x="204308" y="95294"/>
                  </a:lnTo>
                  <a:lnTo>
                    <a:pt x="205471" y="96413"/>
                  </a:lnTo>
                  <a:lnTo>
                    <a:pt x="206013" y="97515"/>
                  </a:lnTo>
                  <a:lnTo>
                    <a:pt x="208380" y="99151"/>
                  </a:lnTo>
                  <a:lnTo>
                    <a:pt x="208728" y="101042"/>
                  </a:lnTo>
                  <a:lnTo>
                    <a:pt x="214699" y="105978"/>
                  </a:lnTo>
                  <a:lnTo>
                    <a:pt x="215672" y="105092"/>
                  </a:lnTo>
                  <a:lnTo>
                    <a:pt x="215880" y="105266"/>
                  </a:lnTo>
                  <a:lnTo>
                    <a:pt x="216063" y="105661"/>
                  </a:lnTo>
                  <a:lnTo>
                    <a:pt x="215795" y="107723"/>
                  </a:lnTo>
                  <a:lnTo>
                    <a:pt x="217361" y="113019"/>
                  </a:lnTo>
                  <a:lnTo>
                    <a:pt x="219874" y="119442"/>
                  </a:lnTo>
                  <a:lnTo>
                    <a:pt x="220337" y="120145"/>
                  </a:lnTo>
                  <a:lnTo>
                    <a:pt x="225290" y="123675"/>
                  </a:lnTo>
                  <a:lnTo>
                    <a:pt x="226506" y="124016"/>
                  </a:lnTo>
                  <a:lnTo>
                    <a:pt x="230019" y="124012"/>
                  </a:lnTo>
                  <a:lnTo>
                    <a:pt x="230336" y="124171"/>
                  </a:lnTo>
                  <a:lnTo>
                    <a:pt x="232198" y="125942"/>
                  </a:lnTo>
                  <a:lnTo>
                    <a:pt x="232754" y="126893"/>
                  </a:lnTo>
                  <a:lnTo>
                    <a:pt x="236077" y="130388"/>
                  </a:lnTo>
                  <a:lnTo>
                    <a:pt x="236465" y="131384"/>
                  </a:lnTo>
                  <a:lnTo>
                    <a:pt x="237202" y="132381"/>
                  </a:lnTo>
                  <a:lnTo>
                    <a:pt x="238278" y="133169"/>
                  </a:lnTo>
                  <a:lnTo>
                    <a:pt x="238319" y="133730"/>
                  </a:lnTo>
                  <a:lnTo>
                    <a:pt x="239540" y="136331"/>
                  </a:lnTo>
                  <a:lnTo>
                    <a:pt x="239104" y="137212"/>
                  </a:lnTo>
                  <a:lnTo>
                    <a:pt x="239143" y="139176"/>
                  </a:lnTo>
                  <a:lnTo>
                    <a:pt x="238778" y="141130"/>
                  </a:lnTo>
                  <a:lnTo>
                    <a:pt x="240146" y="144660"/>
                  </a:lnTo>
                  <a:lnTo>
                    <a:pt x="241791" y="143711"/>
                  </a:lnTo>
                  <a:lnTo>
                    <a:pt x="244015" y="143147"/>
                  </a:lnTo>
                  <a:lnTo>
                    <a:pt x="245816" y="141754"/>
                  </a:lnTo>
                  <a:lnTo>
                    <a:pt x="246684" y="140677"/>
                  </a:lnTo>
                  <a:lnTo>
                    <a:pt x="247487" y="139751"/>
                  </a:lnTo>
                  <a:lnTo>
                    <a:pt x="249780" y="135781"/>
                  </a:lnTo>
                  <a:lnTo>
                    <a:pt x="251040" y="131700"/>
                  </a:lnTo>
                  <a:lnTo>
                    <a:pt x="253291" y="128760"/>
                  </a:lnTo>
                  <a:lnTo>
                    <a:pt x="254623" y="125428"/>
                  </a:lnTo>
                  <a:lnTo>
                    <a:pt x="255314" y="121890"/>
                  </a:lnTo>
                  <a:lnTo>
                    <a:pt x="255990" y="120361"/>
                  </a:lnTo>
                  <a:lnTo>
                    <a:pt x="257031" y="119227"/>
                  </a:lnTo>
                  <a:lnTo>
                    <a:pt x="259522" y="118455"/>
                  </a:lnTo>
                  <a:lnTo>
                    <a:pt x="260953" y="117702"/>
                  </a:lnTo>
                  <a:lnTo>
                    <a:pt x="263844" y="115663"/>
                  </a:lnTo>
                  <a:lnTo>
                    <a:pt x="264833" y="114463"/>
                  </a:lnTo>
                  <a:lnTo>
                    <a:pt x="267753" y="112835"/>
                  </a:lnTo>
                  <a:lnTo>
                    <a:pt x="269062" y="109909"/>
                  </a:lnTo>
                  <a:lnTo>
                    <a:pt x="271881" y="106618"/>
                  </a:lnTo>
                  <a:lnTo>
                    <a:pt x="274484" y="102923"/>
                  </a:lnTo>
                  <a:lnTo>
                    <a:pt x="275010" y="101747"/>
                  </a:lnTo>
                  <a:lnTo>
                    <a:pt x="275904" y="100760"/>
                  </a:lnTo>
                  <a:lnTo>
                    <a:pt x="277437" y="97580"/>
                  </a:lnTo>
                  <a:lnTo>
                    <a:pt x="278970" y="96290"/>
                  </a:lnTo>
                  <a:lnTo>
                    <a:pt x="279759" y="95223"/>
                  </a:lnTo>
                  <a:lnTo>
                    <a:pt x="281148" y="92492"/>
                  </a:lnTo>
                  <a:lnTo>
                    <a:pt x="283281" y="89709"/>
                  </a:lnTo>
                  <a:lnTo>
                    <a:pt x="285853" y="87571"/>
                  </a:lnTo>
                  <a:lnTo>
                    <a:pt x="286599" y="86031"/>
                  </a:lnTo>
                  <a:lnTo>
                    <a:pt x="291646" y="78704"/>
                  </a:lnTo>
                  <a:lnTo>
                    <a:pt x="293339" y="78286"/>
                  </a:lnTo>
                  <a:lnTo>
                    <a:pt x="295591" y="76973"/>
                  </a:lnTo>
                  <a:lnTo>
                    <a:pt x="299508" y="73503"/>
                  </a:lnTo>
                  <a:lnTo>
                    <a:pt x="299891" y="71084"/>
                  </a:lnTo>
                  <a:lnTo>
                    <a:pt x="299132" y="68704"/>
                  </a:lnTo>
                  <a:lnTo>
                    <a:pt x="298953" y="67262"/>
                  </a:lnTo>
                  <a:lnTo>
                    <a:pt x="298725" y="66659"/>
                  </a:lnTo>
                  <a:lnTo>
                    <a:pt x="297318" y="62733"/>
                  </a:lnTo>
                  <a:lnTo>
                    <a:pt x="297706" y="60481"/>
                  </a:lnTo>
                  <a:lnTo>
                    <a:pt x="296911" y="57351"/>
                  </a:lnTo>
                  <a:lnTo>
                    <a:pt x="297246" y="55218"/>
                  </a:lnTo>
                  <a:lnTo>
                    <a:pt x="299102" y="48242"/>
                  </a:lnTo>
                  <a:lnTo>
                    <a:pt x="299943" y="47405"/>
                  </a:lnTo>
                  <a:lnTo>
                    <a:pt x="300939" y="47041"/>
                  </a:lnTo>
                  <a:lnTo>
                    <a:pt x="306327" y="47023"/>
                  </a:lnTo>
                  <a:lnTo>
                    <a:pt x="309403" y="45791"/>
                  </a:lnTo>
                  <a:lnTo>
                    <a:pt x="311577" y="43854"/>
                  </a:lnTo>
                  <a:lnTo>
                    <a:pt x="314125" y="43522"/>
                  </a:lnTo>
                  <a:lnTo>
                    <a:pt x="315795" y="43022"/>
                  </a:lnTo>
                  <a:lnTo>
                    <a:pt x="319457" y="41266"/>
                  </a:lnTo>
                  <a:lnTo>
                    <a:pt x="319623" y="40615"/>
                  </a:lnTo>
                  <a:lnTo>
                    <a:pt x="319393" y="39023"/>
                  </a:lnTo>
                  <a:lnTo>
                    <a:pt x="318719" y="36593"/>
                  </a:lnTo>
                  <a:lnTo>
                    <a:pt x="318791" y="34590"/>
                  </a:lnTo>
                  <a:lnTo>
                    <a:pt x="318206" y="32568"/>
                  </a:lnTo>
                  <a:lnTo>
                    <a:pt x="318294" y="30951"/>
                  </a:lnTo>
                  <a:lnTo>
                    <a:pt x="319034" y="29974"/>
                  </a:lnTo>
                  <a:lnTo>
                    <a:pt x="319964" y="27514"/>
                  </a:lnTo>
                  <a:lnTo>
                    <a:pt x="322534" y="25951"/>
                  </a:lnTo>
                  <a:lnTo>
                    <a:pt x="324187" y="23840"/>
                  </a:lnTo>
                  <a:lnTo>
                    <a:pt x="326068" y="21984"/>
                  </a:lnTo>
                  <a:lnTo>
                    <a:pt x="328515" y="24006"/>
                  </a:lnTo>
                  <a:lnTo>
                    <a:pt x="332138" y="28558"/>
                  </a:lnTo>
                  <a:lnTo>
                    <a:pt x="332654" y="28209"/>
                  </a:lnTo>
                  <a:lnTo>
                    <a:pt x="334524" y="26819"/>
                  </a:lnTo>
                  <a:lnTo>
                    <a:pt x="336070" y="24622"/>
                  </a:lnTo>
                  <a:lnTo>
                    <a:pt x="340687" y="22590"/>
                  </a:lnTo>
                  <a:lnTo>
                    <a:pt x="348990" y="23324"/>
                  </a:lnTo>
                  <a:lnTo>
                    <a:pt x="349979" y="23107"/>
                  </a:lnTo>
                  <a:lnTo>
                    <a:pt x="350915" y="22532"/>
                  </a:lnTo>
                  <a:lnTo>
                    <a:pt x="351430" y="21925"/>
                  </a:lnTo>
                  <a:lnTo>
                    <a:pt x="352515" y="21685"/>
                  </a:lnTo>
                  <a:lnTo>
                    <a:pt x="353054" y="21184"/>
                  </a:lnTo>
                  <a:lnTo>
                    <a:pt x="354638" y="20903"/>
                  </a:lnTo>
                  <a:lnTo>
                    <a:pt x="356035" y="20185"/>
                  </a:lnTo>
                  <a:lnTo>
                    <a:pt x="356263" y="19869"/>
                  </a:lnTo>
                  <a:lnTo>
                    <a:pt x="356130" y="19167"/>
                  </a:lnTo>
                  <a:lnTo>
                    <a:pt x="356333" y="18646"/>
                  </a:lnTo>
                  <a:lnTo>
                    <a:pt x="356754" y="18322"/>
                  </a:lnTo>
                  <a:lnTo>
                    <a:pt x="356820" y="17787"/>
                  </a:lnTo>
                  <a:lnTo>
                    <a:pt x="357279" y="17537"/>
                  </a:lnTo>
                  <a:lnTo>
                    <a:pt x="357172" y="16928"/>
                  </a:lnTo>
                  <a:lnTo>
                    <a:pt x="357469" y="16832"/>
                  </a:lnTo>
                  <a:lnTo>
                    <a:pt x="357616" y="16446"/>
                  </a:lnTo>
                  <a:lnTo>
                    <a:pt x="358746" y="16449"/>
                  </a:lnTo>
                  <a:lnTo>
                    <a:pt x="358820" y="16186"/>
                  </a:lnTo>
                  <a:lnTo>
                    <a:pt x="359523" y="16050"/>
                  </a:lnTo>
                  <a:lnTo>
                    <a:pt x="359827" y="15357"/>
                  </a:lnTo>
                  <a:lnTo>
                    <a:pt x="360817" y="15506"/>
                  </a:lnTo>
                  <a:lnTo>
                    <a:pt x="361163" y="15292"/>
                  </a:lnTo>
                  <a:lnTo>
                    <a:pt x="361657" y="15446"/>
                  </a:lnTo>
                  <a:lnTo>
                    <a:pt x="361726" y="15677"/>
                  </a:lnTo>
                  <a:lnTo>
                    <a:pt x="362937" y="15674"/>
                  </a:lnTo>
                  <a:lnTo>
                    <a:pt x="363428" y="15343"/>
                  </a:lnTo>
                  <a:lnTo>
                    <a:pt x="363500" y="15531"/>
                  </a:lnTo>
                  <a:lnTo>
                    <a:pt x="363790" y="15487"/>
                  </a:lnTo>
                  <a:lnTo>
                    <a:pt x="364432" y="14013"/>
                  </a:lnTo>
                  <a:lnTo>
                    <a:pt x="365101" y="13735"/>
                  </a:lnTo>
                  <a:lnTo>
                    <a:pt x="365399" y="14011"/>
                  </a:lnTo>
                  <a:lnTo>
                    <a:pt x="365916" y="13439"/>
                  </a:lnTo>
                  <a:lnTo>
                    <a:pt x="366817" y="13244"/>
                  </a:lnTo>
                  <a:lnTo>
                    <a:pt x="367143" y="12386"/>
                  </a:lnTo>
                  <a:lnTo>
                    <a:pt x="367634" y="12447"/>
                  </a:lnTo>
                  <a:lnTo>
                    <a:pt x="368370" y="11999"/>
                  </a:lnTo>
                  <a:lnTo>
                    <a:pt x="368386" y="11278"/>
                  </a:lnTo>
                  <a:lnTo>
                    <a:pt x="368773" y="10994"/>
                  </a:lnTo>
                  <a:lnTo>
                    <a:pt x="368379" y="9854"/>
                  </a:lnTo>
                  <a:lnTo>
                    <a:pt x="368077" y="9778"/>
                  </a:lnTo>
                  <a:lnTo>
                    <a:pt x="368255" y="9299"/>
                  </a:lnTo>
                  <a:lnTo>
                    <a:pt x="367988" y="8851"/>
                  </a:lnTo>
                  <a:lnTo>
                    <a:pt x="368146" y="8540"/>
                  </a:lnTo>
                  <a:lnTo>
                    <a:pt x="367816" y="8387"/>
                  </a:lnTo>
                  <a:lnTo>
                    <a:pt x="367936" y="8163"/>
                  </a:lnTo>
                  <a:lnTo>
                    <a:pt x="367735" y="8032"/>
                  </a:lnTo>
                  <a:lnTo>
                    <a:pt x="368110" y="7708"/>
                  </a:lnTo>
                  <a:lnTo>
                    <a:pt x="368057" y="6834"/>
                  </a:lnTo>
                  <a:lnTo>
                    <a:pt x="368282" y="6544"/>
                  </a:lnTo>
                  <a:lnTo>
                    <a:pt x="368221" y="5446"/>
                  </a:lnTo>
                  <a:lnTo>
                    <a:pt x="367979" y="5192"/>
                  </a:lnTo>
                  <a:lnTo>
                    <a:pt x="368125" y="4607"/>
                  </a:lnTo>
                  <a:lnTo>
                    <a:pt x="369145" y="3827"/>
                  </a:lnTo>
                  <a:lnTo>
                    <a:pt x="369833" y="3889"/>
                  </a:lnTo>
                  <a:lnTo>
                    <a:pt x="370594" y="3560"/>
                  </a:lnTo>
                  <a:lnTo>
                    <a:pt x="370536" y="3244"/>
                  </a:lnTo>
                  <a:lnTo>
                    <a:pt x="371047" y="2631"/>
                  </a:lnTo>
                  <a:lnTo>
                    <a:pt x="370878" y="2394"/>
                  </a:lnTo>
                  <a:lnTo>
                    <a:pt x="371331" y="2106"/>
                  </a:lnTo>
                  <a:lnTo>
                    <a:pt x="370983" y="1881"/>
                  </a:lnTo>
                  <a:lnTo>
                    <a:pt x="370564" y="2051"/>
                  </a:lnTo>
                  <a:lnTo>
                    <a:pt x="370494" y="1714"/>
                  </a:lnTo>
                  <a:lnTo>
                    <a:pt x="370714" y="1536"/>
                  </a:lnTo>
                  <a:lnTo>
                    <a:pt x="370366" y="1215"/>
                  </a:lnTo>
                  <a:lnTo>
                    <a:pt x="370277" y="503"/>
                  </a:lnTo>
                  <a:lnTo>
                    <a:pt x="369787" y="143"/>
                  </a:lnTo>
                  <a:lnTo>
                    <a:pt x="369864" y="0"/>
                  </a:lnTo>
                  <a:lnTo>
                    <a:pt x="374004" y="3966"/>
                  </a:lnTo>
                  <a:lnTo>
                    <a:pt x="375638" y="4558"/>
                  </a:lnTo>
                  <a:lnTo>
                    <a:pt x="376066" y="4947"/>
                  </a:lnTo>
                  <a:lnTo>
                    <a:pt x="378263" y="9037"/>
                  </a:lnTo>
                  <a:lnTo>
                    <a:pt x="380795" y="11175"/>
                  </a:lnTo>
                  <a:lnTo>
                    <a:pt x="382270" y="12173"/>
                  </a:lnTo>
                  <a:lnTo>
                    <a:pt x="385696" y="13252"/>
                  </a:lnTo>
                  <a:lnTo>
                    <a:pt x="387620" y="13610"/>
                  </a:lnTo>
                  <a:lnTo>
                    <a:pt x="388599" y="14131"/>
                  </a:lnTo>
                  <a:lnTo>
                    <a:pt x="391376" y="16472"/>
                  </a:lnTo>
                  <a:lnTo>
                    <a:pt x="393222" y="17557"/>
                  </a:lnTo>
                  <a:lnTo>
                    <a:pt x="394395" y="19854"/>
                  </a:lnTo>
                  <a:lnTo>
                    <a:pt x="397015" y="23656"/>
                  </a:lnTo>
                  <a:lnTo>
                    <a:pt x="403744" y="25102"/>
                  </a:lnTo>
                  <a:lnTo>
                    <a:pt x="408903" y="28293"/>
                  </a:lnTo>
                  <a:lnTo>
                    <a:pt x="411444" y="29450"/>
                  </a:lnTo>
                  <a:lnTo>
                    <a:pt x="413292" y="31490"/>
                  </a:lnTo>
                  <a:lnTo>
                    <a:pt x="417826" y="34820"/>
                  </a:lnTo>
                  <a:lnTo>
                    <a:pt x="425986" y="42658"/>
                  </a:lnTo>
                  <a:lnTo>
                    <a:pt x="426903" y="42012"/>
                  </a:lnTo>
                  <a:lnTo>
                    <a:pt x="431397" y="47846"/>
                  </a:lnTo>
                  <a:lnTo>
                    <a:pt x="438600" y="56346"/>
                  </a:lnTo>
                  <a:lnTo>
                    <a:pt x="484650" y="108196"/>
                  </a:lnTo>
                  <a:lnTo>
                    <a:pt x="477022" y="119638"/>
                  </a:lnTo>
                  <a:lnTo>
                    <a:pt x="471135" y="128464"/>
                  </a:lnTo>
                  <a:lnTo>
                    <a:pt x="464604" y="138257"/>
                  </a:lnTo>
                  <a:lnTo>
                    <a:pt x="447141" y="164440"/>
                  </a:lnTo>
                  <a:lnTo>
                    <a:pt x="421357" y="203111"/>
                  </a:lnTo>
                  <a:lnTo>
                    <a:pt x="416918" y="236508"/>
                  </a:lnTo>
                  <a:lnTo>
                    <a:pt x="413870" y="259420"/>
                  </a:lnTo>
                  <a:lnTo>
                    <a:pt x="352786" y="250043"/>
                  </a:lnTo>
                  <a:lnTo>
                    <a:pt x="349025" y="251564"/>
                  </a:lnTo>
                  <a:lnTo>
                    <a:pt x="344120" y="252781"/>
                  </a:lnTo>
                  <a:lnTo>
                    <a:pt x="343516" y="250848"/>
                  </a:lnTo>
                  <a:lnTo>
                    <a:pt x="343195" y="248254"/>
                  </a:lnTo>
                  <a:lnTo>
                    <a:pt x="343597" y="243859"/>
                  </a:lnTo>
                  <a:lnTo>
                    <a:pt x="343680" y="236302"/>
                  </a:lnTo>
                  <a:lnTo>
                    <a:pt x="339316" y="236921"/>
                  </a:lnTo>
                  <a:lnTo>
                    <a:pt x="333359" y="238701"/>
                  </a:lnTo>
                  <a:lnTo>
                    <a:pt x="333249" y="238991"/>
                  </a:lnTo>
                  <a:lnTo>
                    <a:pt x="327615" y="240392"/>
                  </a:lnTo>
                  <a:lnTo>
                    <a:pt x="325682" y="240495"/>
                  </a:lnTo>
                  <a:lnTo>
                    <a:pt x="324679" y="242280"/>
                  </a:lnTo>
                  <a:lnTo>
                    <a:pt x="323963" y="242924"/>
                  </a:lnTo>
                  <a:lnTo>
                    <a:pt x="321379" y="243594"/>
                  </a:lnTo>
                  <a:lnTo>
                    <a:pt x="320257" y="244273"/>
                  </a:lnTo>
                  <a:lnTo>
                    <a:pt x="319290" y="246063"/>
                  </a:lnTo>
                  <a:lnTo>
                    <a:pt x="317904" y="247453"/>
                  </a:lnTo>
                  <a:lnTo>
                    <a:pt x="317336" y="248723"/>
                  </a:lnTo>
                  <a:lnTo>
                    <a:pt x="318475" y="250903"/>
                  </a:lnTo>
                  <a:lnTo>
                    <a:pt x="319670" y="254239"/>
                  </a:lnTo>
                  <a:lnTo>
                    <a:pt x="320771" y="258560"/>
                  </a:lnTo>
                  <a:lnTo>
                    <a:pt x="321017" y="260427"/>
                  </a:lnTo>
                  <a:lnTo>
                    <a:pt x="323237" y="265757"/>
                  </a:lnTo>
                  <a:lnTo>
                    <a:pt x="323212" y="266863"/>
                  </a:lnTo>
                  <a:lnTo>
                    <a:pt x="323535" y="267164"/>
                  </a:lnTo>
                  <a:lnTo>
                    <a:pt x="324125" y="269465"/>
                  </a:lnTo>
                  <a:lnTo>
                    <a:pt x="323695" y="270418"/>
                  </a:lnTo>
                  <a:lnTo>
                    <a:pt x="324333" y="270729"/>
                  </a:lnTo>
                  <a:lnTo>
                    <a:pt x="324657" y="274179"/>
                  </a:lnTo>
                  <a:lnTo>
                    <a:pt x="326915" y="276281"/>
                  </a:lnTo>
                  <a:lnTo>
                    <a:pt x="326664" y="281962"/>
                  </a:lnTo>
                  <a:lnTo>
                    <a:pt x="328122" y="282446"/>
                  </a:lnTo>
                  <a:lnTo>
                    <a:pt x="330954" y="287424"/>
                  </a:lnTo>
                  <a:lnTo>
                    <a:pt x="333584" y="290305"/>
                  </a:lnTo>
                  <a:lnTo>
                    <a:pt x="336186" y="293956"/>
                  </a:lnTo>
                  <a:lnTo>
                    <a:pt x="337379" y="294644"/>
                  </a:lnTo>
                  <a:lnTo>
                    <a:pt x="338756" y="294603"/>
                  </a:lnTo>
                  <a:lnTo>
                    <a:pt x="341279" y="295489"/>
                  </a:lnTo>
                  <a:lnTo>
                    <a:pt x="343620" y="296620"/>
                  </a:lnTo>
                  <a:lnTo>
                    <a:pt x="348420" y="298130"/>
                  </a:lnTo>
                  <a:lnTo>
                    <a:pt x="348940" y="295538"/>
                  </a:lnTo>
                  <a:lnTo>
                    <a:pt x="353746" y="295252"/>
                  </a:lnTo>
                  <a:lnTo>
                    <a:pt x="361978" y="295830"/>
                  </a:lnTo>
                  <a:lnTo>
                    <a:pt x="407996" y="303616"/>
                  </a:lnTo>
                  <a:lnTo>
                    <a:pt x="404119" y="332797"/>
                  </a:lnTo>
                  <a:lnTo>
                    <a:pt x="407408" y="377463"/>
                  </a:lnTo>
                  <a:lnTo>
                    <a:pt x="364315" y="372571"/>
                  </a:lnTo>
                  <a:lnTo>
                    <a:pt x="354195" y="371658"/>
                  </a:lnTo>
                  <a:lnTo>
                    <a:pt x="339663" y="367768"/>
                  </a:lnTo>
                  <a:lnTo>
                    <a:pt x="338732" y="370538"/>
                  </a:lnTo>
                  <a:lnTo>
                    <a:pt x="337484" y="370422"/>
                  </a:lnTo>
                  <a:lnTo>
                    <a:pt x="335988" y="369606"/>
                  </a:lnTo>
                  <a:lnTo>
                    <a:pt x="333892" y="367829"/>
                  </a:lnTo>
                  <a:lnTo>
                    <a:pt x="331390" y="366584"/>
                  </a:lnTo>
                  <a:lnTo>
                    <a:pt x="325647" y="364632"/>
                  </a:lnTo>
                  <a:lnTo>
                    <a:pt x="319590" y="360669"/>
                  </a:lnTo>
                  <a:lnTo>
                    <a:pt x="318259" y="358616"/>
                  </a:lnTo>
                  <a:lnTo>
                    <a:pt x="318081" y="357582"/>
                  </a:lnTo>
                  <a:lnTo>
                    <a:pt x="318564" y="355148"/>
                  </a:lnTo>
                  <a:lnTo>
                    <a:pt x="318524" y="353556"/>
                  </a:lnTo>
                  <a:lnTo>
                    <a:pt x="317724" y="350768"/>
                  </a:lnTo>
                  <a:lnTo>
                    <a:pt x="316550" y="348474"/>
                  </a:lnTo>
                  <a:lnTo>
                    <a:pt x="313410" y="345859"/>
                  </a:lnTo>
                  <a:lnTo>
                    <a:pt x="313031" y="343821"/>
                  </a:lnTo>
                  <a:lnTo>
                    <a:pt x="311077" y="344099"/>
                  </a:lnTo>
                  <a:lnTo>
                    <a:pt x="309084" y="344928"/>
                  </a:lnTo>
                  <a:lnTo>
                    <a:pt x="306402" y="347254"/>
                  </a:lnTo>
                  <a:lnTo>
                    <a:pt x="303773" y="347582"/>
                  </a:lnTo>
                  <a:lnTo>
                    <a:pt x="300173" y="347246"/>
                  </a:lnTo>
                  <a:lnTo>
                    <a:pt x="298028" y="346657"/>
                  </a:lnTo>
                  <a:lnTo>
                    <a:pt x="294961" y="344617"/>
                  </a:lnTo>
                  <a:lnTo>
                    <a:pt x="292815" y="343732"/>
                  </a:lnTo>
                  <a:lnTo>
                    <a:pt x="289440" y="342940"/>
                  </a:lnTo>
                  <a:lnTo>
                    <a:pt x="286566" y="342831"/>
                  </a:lnTo>
                  <a:lnTo>
                    <a:pt x="285702" y="343002"/>
                  </a:lnTo>
                  <a:lnTo>
                    <a:pt x="284398" y="343672"/>
                  </a:lnTo>
                  <a:lnTo>
                    <a:pt x="281161" y="345959"/>
                  </a:lnTo>
                  <a:lnTo>
                    <a:pt x="278787" y="346795"/>
                  </a:lnTo>
                  <a:lnTo>
                    <a:pt x="275253" y="350066"/>
                  </a:lnTo>
                  <a:lnTo>
                    <a:pt x="272286" y="347595"/>
                  </a:lnTo>
                  <a:lnTo>
                    <a:pt x="268377" y="345637"/>
                  </a:lnTo>
                  <a:lnTo>
                    <a:pt x="266761" y="347507"/>
                  </a:lnTo>
                  <a:lnTo>
                    <a:pt x="264683" y="349195"/>
                  </a:lnTo>
                  <a:lnTo>
                    <a:pt x="263800" y="351626"/>
                  </a:lnTo>
                  <a:lnTo>
                    <a:pt x="258509" y="352534"/>
                  </a:lnTo>
                  <a:lnTo>
                    <a:pt x="240978" y="358718"/>
                  </a:lnTo>
                  <a:lnTo>
                    <a:pt x="221201" y="359601"/>
                  </a:lnTo>
                  <a:lnTo>
                    <a:pt x="220597" y="360526"/>
                  </a:lnTo>
                  <a:lnTo>
                    <a:pt x="220228" y="360517"/>
                  </a:lnTo>
                  <a:lnTo>
                    <a:pt x="220975" y="363171"/>
                  </a:lnTo>
                  <a:lnTo>
                    <a:pt x="219190" y="363213"/>
                  </a:lnTo>
                  <a:lnTo>
                    <a:pt x="220125" y="366072"/>
                  </a:lnTo>
                  <a:lnTo>
                    <a:pt x="221884" y="368468"/>
                  </a:lnTo>
                  <a:lnTo>
                    <a:pt x="220143" y="369593"/>
                  </a:lnTo>
                  <a:lnTo>
                    <a:pt x="222611" y="372841"/>
                  </a:lnTo>
                  <a:lnTo>
                    <a:pt x="218612" y="375922"/>
                  </a:lnTo>
                  <a:lnTo>
                    <a:pt x="217637" y="373977"/>
                  </a:lnTo>
                  <a:lnTo>
                    <a:pt x="216183" y="374432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pg16">
              <a:extLst>
                <a:ext uri="{FF2B5EF4-FFF2-40B4-BE49-F238E27FC236}">
                  <a16:creationId xmlns:a16="http://schemas.microsoft.com/office/drawing/2014/main" id="{03B44DE2-C7B7-830B-2566-DB950586BD30}"/>
                </a:ext>
              </a:extLst>
            </p:cNvPr>
            <p:cNvSpPr/>
            <p:nvPr/>
          </p:nvSpPr>
          <p:spPr>
            <a:xfrm>
              <a:off x="7899245" y="1944071"/>
              <a:ext cx="109562" cy="145020"/>
            </a:xfrm>
            <a:custGeom>
              <a:avLst/>
              <a:gdLst/>
              <a:ahLst/>
              <a:cxnLst/>
              <a:rect l="0" t="0" r="0" b="0"/>
              <a:pathLst>
                <a:path w="109562" h="145020">
                  <a:moveTo>
                    <a:pt x="59157" y="12801"/>
                  </a:moveTo>
                  <a:lnTo>
                    <a:pt x="60173" y="13669"/>
                  </a:lnTo>
                  <a:lnTo>
                    <a:pt x="61001" y="13926"/>
                  </a:lnTo>
                  <a:lnTo>
                    <a:pt x="62959" y="13385"/>
                  </a:lnTo>
                  <a:lnTo>
                    <a:pt x="63814" y="12739"/>
                  </a:lnTo>
                  <a:lnTo>
                    <a:pt x="65793" y="12398"/>
                  </a:lnTo>
                  <a:lnTo>
                    <a:pt x="69135" y="11304"/>
                  </a:lnTo>
                  <a:lnTo>
                    <a:pt x="70585" y="10499"/>
                  </a:lnTo>
                  <a:lnTo>
                    <a:pt x="72090" y="8835"/>
                  </a:lnTo>
                  <a:lnTo>
                    <a:pt x="73076" y="8087"/>
                  </a:lnTo>
                  <a:lnTo>
                    <a:pt x="75919" y="5965"/>
                  </a:lnTo>
                  <a:lnTo>
                    <a:pt x="77187" y="5493"/>
                  </a:lnTo>
                  <a:lnTo>
                    <a:pt x="77105" y="5342"/>
                  </a:lnTo>
                  <a:lnTo>
                    <a:pt x="77791" y="4829"/>
                  </a:lnTo>
                  <a:lnTo>
                    <a:pt x="79876" y="2400"/>
                  </a:lnTo>
                  <a:lnTo>
                    <a:pt x="81852" y="951"/>
                  </a:lnTo>
                  <a:lnTo>
                    <a:pt x="84918" y="0"/>
                  </a:lnTo>
                  <a:lnTo>
                    <a:pt x="87331" y="45"/>
                  </a:lnTo>
                  <a:lnTo>
                    <a:pt x="90014" y="2303"/>
                  </a:lnTo>
                  <a:lnTo>
                    <a:pt x="90950" y="4615"/>
                  </a:lnTo>
                  <a:lnTo>
                    <a:pt x="92274" y="6190"/>
                  </a:lnTo>
                  <a:lnTo>
                    <a:pt x="92522" y="7827"/>
                  </a:lnTo>
                  <a:lnTo>
                    <a:pt x="93593" y="8471"/>
                  </a:lnTo>
                  <a:lnTo>
                    <a:pt x="94109" y="9698"/>
                  </a:lnTo>
                  <a:lnTo>
                    <a:pt x="94190" y="11495"/>
                  </a:lnTo>
                  <a:lnTo>
                    <a:pt x="94662" y="13661"/>
                  </a:lnTo>
                  <a:lnTo>
                    <a:pt x="94443" y="15533"/>
                  </a:lnTo>
                  <a:lnTo>
                    <a:pt x="95574" y="17801"/>
                  </a:lnTo>
                  <a:lnTo>
                    <a:pt x="95936" y="19618"/>
                  </a:lnTo>
                  <a:lnTo>
                    <a:pt x="96225" y="20185"/>
                  </a:lnTo>
                  <a:lnTo>
                    <a:pt x="97322" y="21114"/>
                  </a:lnTo>
                  <a:lnTo>
                    <a:pt x="99213" y="23719"/>
                  </a:lnTo>
                  <a:lnTo>
                    <a:pt x="102189" y="28289"/>
                  </a:lnTo>
                  <a:lnTo>
                    <a:pt x="109070" y="42567"/>
                  </a:lnTo>
                  <a:lnTo>
                    <a:pt x="109562" y="46638"/>
                  </a:lnTo>
                  <a:lnTo>
                    <a:pt x="109453" y="51379"/>
                  </a:lnTo>
                  <a:lnTo>
                    <a:pt x="108921" y="53662"/>
                  </a:lnTo>
                  <a:lnTo>
                    <a:pt x="107891" y="56278"/>
                  </a:lnTo>
                  <a:lnTo>
                    <a:pt x="107547" y="58215"/>
                  </a:lnTo>
                  <a:lnTo>
                    <a:pt x="104629" y="61461"/>
                  </a:lnTo>
                  <a:lnTo>
                    <a:pt x="105134" y="64828"/>
                  </a:lnTo>
                  <a:lnTo>
                    <a:pt x="102621" y="65622"/>
                  </a:lnTo>
                  <a:lnTo>
                    <a:pt x="105007" y="70179"/>
                  </a:lnTo>
                  <a:lnTo>
                    <a:pt x="100513" y="72968"/>
                  </a:lnTo>
                  <a:lnTo>
                    <a:pt x="88981" y="77203"/>
                  </a:lnTo>
                  <a:lnTo>
                    <a:pt x="82201" y="80734"/>
                  </a:lnTo>
                  <a:lnTo>
                    <a:pt x="76588" y="83359"/>
                  </a:lnTo>
                  <a:lnTo>
                    <a:pt x="73564" y="84809"/>
                  </a:lnTo>
                  <a:lnTo>
                    <a:pt x="69695" y="88295"/>
                  </a:lnTo>
                  <a:lnTo>
                    <a:pt x="66571" y="92604"/>
                  </a:lnTo>
                  <a:lnTo>
                    <a:pt x="61462" y="101363"/>
                  </a:lnTo>
                  <a:lnTo>
                    <a:pt x="62704" y="107375"/>
                  </a:lnTo>
                  <a:lnTo>
                    <a:pt x="64281" y="110416"/>
                  </a:lnTo>
                  <a:lnTo>
                    <a:pt x="63387" y="112113"/>
                  </a:lnTo>
                  <a:lnTo>
                    <a:pt x="63277" y="114988"/>
                  </a:lnTo>
                  <a:lnTo>
                    <a:pt x="62646" y="115902"/>
                  </a:lnTo>
                  <a:lnTo>
                    <a:pt x="62450" y="118261"/>
                  </a:lnTo>
                  <a:lnTo>
                    <a:pt x="65597" y="125224"/>
                  </a:lnTo>
                  <a:lnTo>
                    <a:pt x="65397" y="125350"/>
                  </a:lnTo>
                  <a:lnTo>
                    <a:pt x="70008" y="134202"/>
                  </a:lnTo>
                  <a:lnTo>
                    <a:pt x="70760" y="139409"/>
                  </a:lnTo>
                  <a:lnTo>
                    <a:pt x="71849" y="143226"/>
                  </a:lnTo>
                  <a:lnTo>
                    <a:pt x="68043" y="142623"/>
                  </a:lnTo>
                  <a:lnTo>
                    <a:pt x="64588" y="141638"/>
                  </a:lnTo>
                  <a:lnTo>
                    <a:pt x="61412" y="141804"/>
                  </a:lnTo>
                  <a:lnTo>
                    <a:pt x="58809" y="142402"/>
                  </a:lnTo>
                  <a:lnTo>
                    <a:pt x="56852" y="143221"/>
                  </a:lnTo>
                  <a:lnTo>
                    <a:pt x="55003" y="145020"/>
                  </a:lnTo>
                  <a:lnTo>
                    <a:pt x="49660" y="133847"/>
                  </a:lnTo>
                  <a:lnTo>
                    <a:pt x="40856" y="128794"/>
                  </a:lnTo>
                  <a:lnTo>
                    <a:pt x="29140" y="116650"/>
                  </a:lnTo>
                  <a:lnTo>
                    <a:pt x="25099" y="111725"/>
                  </a:lnTo>
                  <a:lnTo>
                    <a:pt x="24184" y="110798"/>
                  </a:lnTo>
                  <a:lnTo>
                    <a:pt x="23806" y="109936"/>
                  </a:lnTo>
                  <a:lnTo>
                    <a:pt x="20796" y="107400"/>
                  </a:lnTo>
                  <a:lnTo>
                    <a:pt x="17700" y="104148"/>
                  </a:lnTo>
                  <a:lnTo>
                    <a:pt x="13508" y="98412"/>
                  </a:lnTo>
                  <a:lnTo>
                    <a:pt x="13064" y="97353"/>
                  </a:lnTo>
                  <a:lnTo>
                    <a:pt x="12933" y="96164"/>
                  </a:lnTo>
                  <a:lnTo>
                    <a:pt x="13949" y="93245"/>
                  </a:lnTo>
                  <a:lnTo>
                    <a:pt x="12933" y="92757"/>
                  </a:lnTo>
                  <a:lnTo>
                    <a:pt x="11530" y="92776"/>
                  </a:lnTo>
                  <a:lnTo>
                    <a:pt x="11282" y="91836"/>
                  </a:lnTo>
                  <a:lnTo>
                    <a:pt x="10066" y="90584"/>
                  </a:lnTo>
                  <a:lnTo>
                    <a:pt x="8006" y="89612"/>
                  </a:lnTo>
                  <a:lnTo>
                    <a:pt x="8224" y="85658"/>
                  </a:lnTo>
                  <a:lnTo>
                    <a:pt x="5993" y="78666"/>
                  </a:lnTo>
                  <a:lnTo>
                    <a:pt x="6881" y="78504"/>
                  </a:lnTo>
                  <a:lnTo>
                    <a:pt x="9135" y="77470"/>
                  </a:lnTo>
                  <a:lnTo>
                    <a:pt x="12449" y="74763"/>
                  </a:lnTo>
                  <a:lnTo>
                    <a:pt x="11912" y="74013"/>
                  </a:lnTo>
                  <a:lnTo>
                    <a:pt x="14219" y="72288"/>
                  </a:lnTo>
                  <a:lnTo>
                    <a:pt x="13805" y="71565"/>
                  </a:lnTo>
                  <a:lnTo>
                    <a:pt x="15657" y="70191"/>
                  </a:lnTo>
                  <a:lnTo>
                    <a:pt x="15610" y="69641"/>
                  </a:lnTo>
                  <a:lnTo>
                    <a:pt x="16030" y="68787"/>
                  </a:lnTo>
                  <a:lnTo>
                    <a:pt x="15327" y="66134"/>
                  </a:lnTo>
                  <a:lnTo>
                    <a:pt x="13206" y="63363"/>
                  </a:lnTo>
                  <a:lnTo>
                    <a:pt x="12099" y="60849"/>
                  </a:lnTo>
                  <a:lnTo>
                    <a:pt x="11196" y="60098"/>
                  </a:lnTo>
                  <a:lnTo>
                    <a:pt x="10291" y="58316"/>
                  </a:lnTo>
                  <a:lnTo>
                    <a:pt x="9229" y="57007"/>
                  </a:lnTo>
                  <a:lnTo>
                    <a:pt x="9012" y="53909"/>
                  </a:lnTo>
                  <a:lnTo>
                    <a:pt x="9359" y="52321"/>
                  </a:lnTo>
                  <a:lnTo>
                    <a:pt x="8625" y="49297"/>
                  </a:lnTo>
                  <a:lnTo>
                    <a:pt x="9522" y="47664"/>
                  </a:lnTo>
                  <a:lnTo>
                    <a:pt x="9574" y="45323"/>
                  </a:lnTo>
                  <a:lnTo>
                    <a:pt x="9215" y="42896"/>
                  </a:lnTo>
                  <a:lnTo>
                    <a:pt x="6757" y="40449"/>
                  </a:lnTo>
                  <a:lnTo>
                    <a:pt x="5061" y="39550"/>
                  </a:lnTo>
                  <a:lnTo>
                    <a:pt x="2668" y="37056"/>
                  </a:lnTo>
                  <a:lnTo>
                    <a:pt x="518" y="35711"/>
                  </a:lnTo>
                  <a:lnTo>
                    <a:pt x="762" y="35103"/>
                  </a:lnTo>
                  <a:lnTo>
                    <a:pt x="859" y="33515"/>
                  </a:lnTo>
                  <a:lnTo>
                    <a:pt x="390" y="31733"/>
                  </a:lnTo>
                  <a:lnTo>
                    <a:pt x="0" y="27179"/>
                  </a:lnTo>
                  <a:lnTo>
                    <a:pt x="1583" y="26809"/>
                  </a:lnTo>
                  <a:lnTo>
                    <a:pt x="4244" y="27176"/>
                  </a:lnTo>
                  <a:lnTo>
                    <a:pt x="6581" y="26818"/>
                  </a:lnTo>
                  <a:lnTo>
                    <a:pt x="8428" y="26988"/>
                  </a:lnTo>
                  <a:lnTo>
                    <a:pt x="10432" y="26761"/>
                  </a:lnTo>
                  <a:lnTo>
                    <a:pt x="11826" y="26300"/>
                  </a:lnTo>
                  <a:lnTo>
                    <a:pt x="13775" y="26359"/>
                  </a:lnTo>
                  <a:lnTo>
                    <a:pt x="16223" y="25816"/>
                  </a:lnTo>
                  <a:lnTo>
                    <a:pt x="18067" y="24971"/>
                  </a:lnTo>
                  <a:lnTo>
                    <a:pt x="18989" y="24680"/>
                  </a:lnTo>
                  <a:lnTo>
                    <a:pt x="20190" y="24660"/>
                  </a:lnTo>
                  <a:lnTo>
                    <a:pt x="20793" y="24075"/>
                  </a:lnTo>
                  <a:lnTo>
                    <a:pt x="21774" y="22039"/>
                  </a:lnTo>
                  <a:lnTo>
                    <a:pt x="25516" y="19727"/>
                  </a:lnTo>
                  <a:lnTo>
                    <a:pt x="29196" y="19259"/>
                  </a:lnTo>
                  <a:lnTo>
                    <a:pt x="33361" y="18161"/>
                  </a:lnTo>
                  <a:lnTo>
                    <a:pt x="37088" y="18219"/>
                  </a:lnTo>
                  <a:lnTo>
                    <a:pt x="39761" y="16329"/>
                  </a:lnTo>
                  <a:lnTo>
                    <a:pt x="44901" y="16183"/>
                  </a:lnTo>
                  <a:lnTo>
                    <a:pt x="46951" y="16342"/>
                  </a:lnTo>
                  <a:lnTo>
                    <a:pt x="48594" y="16000"/>
                  </a:lnTo>
                  <a:lnTo>
                    <a:pt x="50342" y="15206"/>
                  </a:lnTo>
                  <a:lnTo>
                    <a:pt x="50477" y="14913"/>
                  </a:lnTo>
                  <a:lnTo>
                    <a:pt x="50079" y="13649"/>
                  </a:lnTo>
                  <a:lnTo>
                    <a:pt x="50638" y="12097"/>
                  </a:lnTo>
                  <a:lnTo>
                    <a:pt x="51132" y="11438"/>
                  </a:lnTo>
                  <a:lnTo>
                    <a:pt x="52827" y="10414"/>
                  </a:lnTo>
                  <a:lnTo>
                    <a:pt x="53744" y="10772"/>
                  </a:lnTo>
                  <a:lnTo>
                    <a:pt x="57172" y="1295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pg17">
              <a:extLst>
                <a:ext uri="{FF2B5EF4-FFF2-40B4-BE49-F238E27FC236}">
                  <a16:creationId xmlns:a16="http://schemas.microsoft.com/office/drawing/2014/main" id="{F46552A5-5C33-8BF0-188D-F1E1A3D7EF33}"/>
                </a:ext>
              </a:extLst>
            </p:cNvPr>
            <p:cNvSpPr/>
            <p:nvPr/>
          </p:nvSpPr>
          <p:spPr>
            <a:xfrm>
              <a:off x="8071543" y="2031581"/>
              <a:ext cx="96533" cy="67314"/>
            </a:xfrm>
            <a:custGeom>
              <a:avLst/>
              <a:gdLst/>
              <a:ahLst/>
              <a:cxnLst/>
              <a:rect l="0" t="0" r="0" b="0"/>
              <a:pathLst>
                <a:path w="96533" h="67314">
                  <a:moveTo>
                    <a:pt x="26261" y="7557"/>
                  </a:moveTo>
                  <a:lnTo>
                    <a:pt x="25858" y="11952"/>
                  </a:lnTo>
                  <a:lnTo>
                    <a:pt x="26179" y="14546"/>
                  </a:lnTo>
                  <a:lnTo>
                    <a:pt x="26783" y="16479"/>
                  </a:lnTo>
                  <a:lnTo>
                    <a:pt x="31689" y="15262"/>
                  </a:lnTo>
                  <a:lnTo>
                    <a:pt x="35449" y="13741"/>
                  </a:lnTo>
                  <a:lnTo>
                    <a:pt x="96533" y="23118"/>
                  </a:lnTo>
                  <a:lnTo>
                    <a:pt x="90659" y="67314"/>
                  </a:lnTo>
                  <a:lnTo>
                    <a:pt x="44641" y="59528"/>
                  </a:lnTo>
                  <a:lnTo>
                    <a:pt x="36409" y="58950"/>
                  </a:lnTo>
                  <a:lnTo>
                    <a:pt x="31603" y="59236"/>
                  </a:lnTo>
                  <a:lnTo>
                    <a:pt x="31083" y="61828"/>
                  </a:lnTo>
                  <a:lnTo>
                    <a:pt x="26283" y="60318"/>
                  </a:lnTo>
                  <a:lnTo>
                    <a:pt x="23942" y="59187"/>
                  </a:lnTo>
                  <a:lnTo>
                    <a:pt x="21419" y="58301"/>
                  </a:lnTo>
                  <a:lnTo>
                    <a:pt x="20042" y="58342"/>
                  </a:lnTo>
                  <a:lnTo>
                    <a:pt x="18849" y="57654"/>
                  </a:lnTo>
                  <a:lnTo>
                    <a:pt x="16247" y="54003"/>
                  </a:lnTo>
                  <a:lnTo>
                    <a:pt x="13617" y="51122"/>
                  </a:lnTo>
                  <a:lnTo>
                    <a:pt x="10786" y="46144"/>
                  </a:lnTo>
                  <a:lnTo>
                    <a:pt x="9327" y="45660"/>
                  </a:lnTo>
                  <a:lnTo>
                    <a:pt x="9578" y="39979"/>
                  </a:lnTo>
                  <a:lnTo>
                    <a:pt x="7320" y="37877"/>
                  </a:lnTo>
                  <a:lnTo>
                    <a:pt x="6996" y="34427"/>
                  </a:lnTo>
                  <a:lnTo>
                    <a:pt x="6358" y="34116"/>
                  </a:lnTo>
                  <a:lnTo>
                    <a:pt x="6788" y="33163"/>
                  </a:lnTo>
                  <a:lnTo>
                    <a:pt x="6199" y="30862"/>
                  </a:lnTo>
                  <a:lnTo>
                    <a:pt x="5875" y="30561"/>
                  </a:lnTo>
                  <a:lnTo>
                    <a:pt x="5900" y="29455"/>
                  </a:lnTo>
                  <a:lnTo>
                    <a:pt x="3680" y="24125"/>
                  </a:lnTo>
                  <a:lnTo>
                    <a:pt x="3434" y="22258"/>
                  </a:lnTo>
                  <a:lnTo>
                    <a:pt x="2333" y="17937"/>
                  </a:lnTo>
                  <a:lnTo>
                    <a:pt x="1138" y="14601"/>
                  </a:lnTo>
                  <a:lnTo>
                    <a:pt x="0" y="12421"/>
                  </a:lnTo>
                  <a:lnTo>
                    <a:pt x="567" y="11151"/>
                  </a:lnTo>
                  <a:lnTo>
                    <a:pt x="1953" y="9761"/>
                  </a:lnTo>
                  <a:lnTo>
                    <a:pt x="2920" y="7970"/>
                  </a:lnTo>
                  <a:lnTo>
                    <a:pt x="4042" y="7292"/>
                  </a:lnTo>
                  <a:lnTo>
                    <a:pt x="6626" y="6622"/>
                  </a:lnTo>
                  <a:lnTo>
                    <a:pt x="7342" y="5977"/>
                  </a:lnTo>
                  <a:lnTo>
                    <a:pt x="8345" y="4193"/>
                  </a:lnTo>
                  <a:lnTo>
                    <a:pt x="10278" y="4090"/>
                  </a:lnTo>
                  <a:lnTo>
                    <a:pt x="15912" y="2689"/>
                  </a:lnTo>
                  <a:lnTo>
                    <a:pt x="16022" y="2399"/>
                  </a:lnTo>
                  <a:lnTo>
                    <a:pt x="21979" y="619"/>
                  </a:lnTo>
                  <a:lnTo>
                    <a:pt x="26343" y="0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pg20">
              <a:extLst>
                <a:ext uri="{FF2B5EF4-FFF2-40B4-BE49-F238E27FC236}">
                  <a16:creationId xmlns:a16="http://schemas.microsoft.com/office/drawing/2014/main" id="{6EBA6117-F7F3-F244-31B0-6B9EC918090A}"/>
                </a:ext>
              </a:extLst>
            </p:cNvPr>
            <p:cNvSpPr/>
            <p:nvPr/>
          </p:nvSpPr>
          <p:spPr>
            <a:xfrm>
              <a:off x="7503246" y="2993515"/>
              <a:ext cx="492939" cy="370559"/>
            </a:xfrm>
            <a:custGeom>
              <a:avLst/>
              <a:gdLst/>
              <a:ahLst/>
              <a:cxnLst/>
              <a:rect l="0" t="0" r="0" b="0"/>
              <a:pathLst>
                <a:path w="492939" h="370559">
                  <a:moveTo>
                    <a:pt x="103006" y="310040"/>
                  </a:moveTo>
                  <a:lnTo>
                    <a:pt x="101342" y="306160"/>
                  </a:lnTo>
                  <a:lnTo>
                    <a:pt x="100954" y="303635"/>
                  </a:lnTo>
                  <a:lnTo>
                    <a:pt x="100546" y="302592"/>
                  </a:lnTo>
                  <a:lnTo>
                    <a:pt x="100311" y="302651"/>
                  </a:lnTo>
                  <a:lnTo>
                    <a:pt x="98975" y="301623"/>
                  </a:lnTo>
                  <a:lnTo>
                    <a:pt x="97939" y="301204"/>
                  </a:lnTo>
                  <a:lnTo>
                    <a:pt x="97408" y="301499"/>
                  </a:lnTo>
                  <a:lnTo>
                    <a:pt x="94910" y="299931"/>
                  </a:lnTo>
                  <a:lnTo>
                    <a:pt x="93420" y="299427"/>
                  </a:lnTo>
                  <a:lnTo>
                    <a:pt x="92284" y="300071"/>
                  </a:lnTo>
                  <a:lnTo>
                    <a:pt x="90725" y="298473"/>
                  </a:lnTo>
                  <a:lnTo>
                    <a:pt x="84958" y="290416"/>
                  </a:lnTo>
                  <a:lnTo>
                    <a:pt x="84632" y="289865"/>
                  </a:lnTo>
                  <a:lnTo>
                    <a:pt x="83848" y="285992"/>
                  </a:lnTo>
                  <a:lnTo>
                    <a:pt x="83966" y="283614"/>
                  </a:lnTo>
                  <a:lnTo>
                    <a:pt x="84289" y="283778"/>
                  </a:lnTo>
                  <a:lnTo>
                    <a:pt x="84587" y="283492"/>
                  </a:lnTo>
                  <a:lnTo>
                    <a:pt x="84363" y="282868"/>
                  </a:lnTo>
                  <a:lnTo>
                    <a:pt x="84520" y="282797"/>
                  </a:lnTo>
                  <a:lnTo>
                    <a:pt x="84587" y="280359"/>
                  </a:lnTo>
                  <a:lnTo>
                    <a:pt x="85131" y="279571"/>
                  </a:lnTo>
                  <a:lnTo>
                    <a:pt x="85489" y="277414"/>
                  </a:lnTo>
                  <a:lnTo>
                    <a:pt x="85128" y="276735"/>
                  </a:lnTo>
                  <a:lnTo>
                    <a:pt x="85390" y="276316"/>
                  </a:lnTo>
                  <a:lnTo>
                    <a:pt x="85141" y="276091"/>
                  </a:lnTo>
                  <a:lnTo>
                    <a:pt x="85179" y="275054"/>
                  </a:lnTo>
                  <a:lnTo>
                    <a:pt x="84338" y="273842"/>
                  </a:lnTo>
                  <a:lnTo>
                    <a:pt x="83199" y="270398"/>
                  </a:lnTo>
                  <a:lnTo>
                    <a:pt x="83056" y="267589"/>
                  </a:lnTo>
                  <a:lnTo>
                    <a:pt x="82563" y="264536"/>
                  </a:lnTo>
                  <a:lnTo>
                    <a:pt x="82800" y="263395"/>
                  </a:lnTo>
                  <a:lnTo>
                    <a:pt x="83361" y="262889"/>
                  </a:lnTo>
                  <a:lnTo>
                    <a:pt x="83811" y="256727"/>
                  </a:lnTo>
                  <a:lnTo>
                    <a:pt x="81808" y="257039"/>
                  </a:lnTo>
                  <a:lnTo>
                    <a:pt x="80672" y="257737"/>
                  </a:lnTo>
                  <a:lnTo>
                    <a:pt x="78105" y="258498"/>
                  </a:lnTo>
                  <a:lnTo>
                    <a:pt x="77267" y="258265"/>
                  </a:lnTo>
                  <a:lnTo>
                    <a:pt x="75394" y="257119"/>
                  </a:lnTo>
                  <a:lnTo>
                    <a:pt x="74273" y="257093"/>
                  </a:lnTo>
                  <a:lnTo>
                    <a:pt x="72418" y="257556"/>
                  </a:lnTo>
                  <a:lnTo>
                    <a:pt x="70627" y="257289"/>
                  </a:lnTo>
                  <a:lnTo>
                    <a:pt x="66607" y="255777"/>
                  </a:lnTo>
                  <a:lnTo>
                    <a:pt x="65536" y="255101"/>
                  </a:lnTo>
                  <a:lnTo>
                    <a:pt x="64334" y="252645"/>
                  </a:lnTo>
                  <a:lnTo>
                    <a:pt x="62291" y="250898"/>
                  </a:lnTo>
                  <a:lnTo>
                    <a:pt x="64775" y="248480"/>
                  </a:lnTo>
                  <a:lnTo>
                    <a:pt x="65277" y="247817"/>
                  </a:lnTo>
                  <a:lnTo>
                    <a:pt x="65380" y="247171"/>
                  </a:lnTo>
                  <a:lnTo>
                    <a:pt x="67972" y="244847"/>
                  </a:lnTo>
                  <a:lnTo>
                    <a:pt x="69528" y="241746"/>
                  </a:lnTo>
                  <a:lnTo>
                    <a:pt x="69966" y="239634"/>
                  </a:lnTo>
                  <a:lnTo>
                    <a:pt x="69577" y="237961"/>
                  </a:lnTo>
                  <a:lnTo>
                    <a:pt x="70845" y="234119"/>
                  </a:lnTo>
                  <a:lnTo>
                    <a:pt x="72356" y="234441"/>
                  </a:lnTo>
                  <a:lnTo>
                    <a:pt x="72423" y="233208"/>
                  </a:lnTo>
                  <a:lnTo>
                    <a:pt x="72763" y="232365"/>
                  </a:lnTo>
                  <a:lnTo>
                    <a:pt x="74005" y="232377"/>
                  </a:lnTo>
                  <a:lnTo>
                    <a:pt x="74868" y="230416"/>
                  </a:lnTo>
                  <a:lnTo>
                    <a:pt x="75923" y="228893"/>
                  </a:lnTo>
                  <a:lnTo>
                    <a:pt x="77758" y="225296"/>
                  </a:lnTo>
                  <a:lnTo>
                    <a:pt x="79659" y="222576"/>
                  </a:lnTo>
                  <a:lnTo>
                    <a:pt x="79633" y="220980"/>
                  </a:lnTo>
                  <a:lnTo>
                    <a:pt x="79851" y="220399"/>
                  </a:lnTo>
                  <a:lnTo>
                    <a:pt x="80415" y="219939"/>
                  </a:lnTo>
                  <a:lnTo>
                    <a:pt x="80361" y="219362"/>
                  </a:lnTo>
                  <a:lnTo>
                    <a:pt x="80793" y="219097"/>
                  </a:lnTo>
                  <a:lnTo>
                    <a:pt x="81730" y="219006"/>
                  </a:lnTo>
                  <a:lnTo>
                    <a:pt x="83057" y="217551"/>
                  </a:lnTo>
                  <a:lnTo>
                    <a:pt x="84214" y="217272"/>
                  </a:lnTo>
                  <a:lnTo>
                    <a:pt x="86407" y="216211"/>
                  </a:lnTo>
                  <a:lnTo>
                    <a:pt x="85427" y="214344"/>
                  </a:lnTo>
                  <a:lnTo>
                    <a:pt x="84967" y="212203"/>
                  </a:lnTo>
                  <a:lnTo>
                    <a:pt x="86018" y="210973"/>
                  </a:lnTo>
                  <a:lnTo>
                    <a:pt x="86302" y="210985"/>
                  </a:lnTo>
                  <a:lnTo>
                    <a:pt x="87935" y="209670"/>
                  </a:lnTo>
                  <a:lnTo>
                    <a:pt x="88800" y="208045"/>
                  </a:lnTo>
                  <a:lnTo>
                    <a:pt x="89743" y="207149"/>
                  </a:lnTo>
                  <a:lnTo>
                    <a:pt x="88745" y="204213"/>
                  </a:lnTo>
                  <a:lnTo>
                    <a:pt x="85973" y="204774"/>
                  </a:lnTo>
                  <a:lnTo>
                    <a:pt x="85844" y="203138"/>
                  </a:lnTo>
                  <a:lnTo>
                    <a:pt x="84815" y="203440"/>
                  </a:lnTo>
                  <a:lnTo>
                    <a:pt x="84015" y="203403"/>
                  </a:lnTo>
                  <a:lnTo>
                    <a:pt x="83499" y="200474"/>
                  </a:lnTo>
                  <a:lnTo>
                    <a:pt x="81607" y="200072"/>
                  </a:lnTo>
                  <a:lnTo>
                    <a:pt x="81456" y="200622"/>
                  </a:lnTo>
                  <a:lnTo>
                    <a:pt x="79916" y="200415"/>
                  </a:lnTo>
                  <a:lnTo>
                    <a:pt x="80108" y="198510"/>
                  </a:lnTo>
                  <a:lnTo>
                    <a:pt x="76453" y="197060"/>
                  </a:lnTo>
                  <a:lnTo>
                    <a:pt x="75230" y="195683"/>
                  </a:lnTo>
                  <a:lnTo>
                    <a:pt x="74232" y="194070"/>
                  </a:lnTo>
                  <a:lnTo>
                    <a:pt x="71336" y="188181"/>
                  </a:lnTo>
                  <a:lnTo>
                    <a:pt x="72367" y="187685"/>
                  </a:lnTo>
                  <a:lnTo>
                    <a:pt x="71585" y="185342"/>
                  </a:lnTo>
                  <a:lnTo>
                    <a:pt x="70789" y="183829"/>
                  </a:lnTo>
                  <a:lnTo>
                    <a:pt x="70387" y="182086"/>
                  </a:lnTo>
                  <a:lnTo>
                    <a:pt x="70054" y="180263"/>
                  </a:lnTo>
                  <a:lnTo>
                    <a:pt x="70342" y="178412"/>
                  </a:lnTo>
                  <a:lnTo>
                    <a:pt x="69726" y="172655"/>
                  </a:lnTo>
                  <a:lnTo>
                    <a:pt x="68482" y="170764"/>
                  </a:lnTo>
                  <a:lnTo>
                    <a:pt x="68184" y="169148"/>
                  </a:lnTo>
                  <a:lnTo>
                    <a:pt x="68130" y="166609"/>
                  </a:lnTo>
                  <a:lnTo>
                    <a:pt x="67760" y="165620"/>
                  </a:lnTo>
                  <a:lnTo>
                    <a:pt x="68086" y="164461"/>
                  </a:lnTo>
                  <a:lnTo>
                    <a:pt x="68547" y="164317"/>
                  </a:lnTo>
                  <a:lnTo>
                    <a:pt x="68790" y="163291"/>
                  </a:lnTo>
                  <a:lnTo>
                    <a:pt x="66071" y="162468"/>
                  </a:lnTo>
                  <a:lnTo>
                    <a:pt x="63341" y="160891"/>
                  </a:lnTo>
                  <a:lnTo>
                    <a:pt x="62715" y="160774"/>
                  </a:lnTo>
                  <a:lnTo>
                    <a:pt x="58761" y="160784"/>
                  </a:lnTo>
                  <a:lnTo>
                    <a:pt x="57977" y="160965"/>
                  </a:lnTo>
                  <a:lnTo>
                    <a:pt x="56564" y="160681"/>
                  </a:lnTo>
                  <a:lnTo>
                    <a:pt x="55026" y="160960"/>
                  </a:lnTo>
                  <a:lnTo>
                    <a:pt x="52980" y="161879"/>
                  </a:lnTo>
                  <a:lnTo>
                    <a:pt x="52078" y="162008"/>
                  </a:lnTo>
                  <a:lnTo>
                    <a:pt x="51317" y="161645"/>
                  </a:lnTo>
                  <a:lnTo>
                    <a:pt x="50261" y="161511"/>
                  </a:lnTo>
                  <a:lnTo>
                    <a:pt x="50198" y="161974"/>
                  </a:lnTo>
                  <a:lnTo>
                    <a:pt x="47439" y="162040"/>
                  </a:lnTo>
                  <a:lnTo>
                    <a:pt x="44127" y="161751"/>
                  </a:lnTo>
                  <a:lnTo>
                    <a:pt x="44184" y="160643"/>
                  </a:lnTo>
                  <a:lnTo>
                    <a:pt x="43911" y="160587"/>
                  </a:lnTo>
                  <a:lnTo>
                    <a:pt x="43549" y="158509"/>
                  </a:lnTo>
                  <a:lnTo>
                    <a:pt x="42777" y="157805"/>
                  </a:lnTo>
                  <a:lnTo>
                    <a:pt x="42193" y="157822"/>
                  </a:lnTo>
                  <a:lnTo>
                    <a:pt x="42122" y="157626"/>
                  </a:lnTo>
                  <a:lnTo>
                    <a:pt x="42354" y="156588"/>
                  </a:lnTo>
                  <a:lnTo>
                    <a:pt x="42807" y="155883"/>
                  </a:lnTo>
                  <a:lnTo>
                    <a:pt x="42538" y="155060"/>
                  </a:lnTo>
                  <a:lnTo>
                    <a:pt x="41984" y="154842"/>
                  </a:lnTo>
                  <a:lnTo>
                    <a:pt x="42358" y="154370"/>
                  </a:lnTo>
                  <a:lnTo>
                    <a:pt x="42186" y="153688"/>
                  </a:lnTo>
                  <a:lnTo>
                    <a:pt x="43130" y="153591"/>
                  </a:lnTo>
                  <a:lnTo>
                    <a:pt x="43331" y="153075"/>
                  </a:lnTo>
                  <a:lnTo>
                    <a:pt x="43697" y="152855"/>
                  </a:lnTo>
                  <a:lnTo>
                    <a:pt x="43712" y="152620"/>
                  </a:lnTo>
                  <a:lnTo>
                    <a:pt x="43089" y="152113"/>
                  </a:lnTo>
                  <a:lnTo>
                    <a:pt x="43734" y="151849"/>
                  </a:lnTo>
                  <a:lnTo>
                    <a:pt x="43820" y="151560"/>
                  </a:lnTo>
                  <a:lnTo>
                    <a:pt x="43512" y="150470"/>
                  </a:lnTo>
                  <a:lnTo>
                    <a:pt x="42622" y="150459"/>
                  </a:lnTo>
                  <a:lnTo>
                    <a:pt x="41981" y="149895"/>
                  </a:lnTo>
                  <a:lnTo>
                    <a:pt x="42511" y="149951"/>
                  </a:lnTo>
                  <a:lnTo>
                    <a:pt x="43237" y="148879"/>
                  </a:lnTo>
                  <a:lnTo>
                    <a:pt x="43113" y="148637"/>
                  </a:lnTo>
                  <a:lnTo>
                    <a:pt x="42087" y="148351"/>
                  </a:lnTo>
                  <a:lnTo>
                    <a:pt x="42004" y="148856"/>
                  </a:lnTo>
                  <a:lnTo>
                    <a:pt x="41258" y="148927"/>
                  </a:lnTo>
                  <a:lnTo>
                    <a:pt x="40686" y="148225"/>
                  </a:lnTo>
                  <a:lnTo>
                    <a:pt x="40998" y="147594"/>
                  </a:lnTo>
                  <a:lnTo>
                    <a:pt x="41602" y="147736"/>
                  </a:lnTo>
                  <a:lnTo>
                    <a:pt x="41129" y="146934"/>
                  </a:lnTo>
                  <a:lnTo>
                    <a:pt x="41333" y="146339"/>
                  </a:lnTo>
                  <a:lnTo>
                    <a:pt x="42797" y="146613"/>
                  </a:lnTo>
                  <a:lnTo>
                    <a:pt x="43054" y="145781"/>
                  </a:lnTo>
                  <a:lnTo>
                    <a:pt x="42597" y="145551"/>
                  </a:lnTo>
                  <a:lnTo>
                    <a:pt x="42164" y="145815"/>
                  </a:lnTo>
                  <a:lnTo>
                    <a:pt x="41957" y="145195"/>
                  </a:lnTo>
                  <a:lnTo>
                    <a:pt x="42172" y="145013"/>
                  </a:lnTo>
                  <a:lnTo>
                    <a:pt x="42977" y="145047"/>
                  </a:lnTo>
                  <a:lnTo>
                    <a:pt x="43792" y="144386"/>
                  </a:lnTo>
                  <a:lnTo>
                    <a:pt x="43759" y="143737"/>
                  </a:lnTo>
                  <a:lnTo>
                    <a:pt x="44537" y="144123"/>
                  </a:lnTo>
                  <a:lnTo>
                    <a:pt x="45315" y="143469"/>
                  </a:lnTo>
                  <a:lnTo>
                    <a:pt x="44652" y="142541"/>
                  </a:lnTo>
                  <a:lnTo>
                    <a:pt x="43837" y="142621"/>
                  </a:lnTo>
                  <a:lnTo>
                    <a:pt x="43495" y="143025"/>
                  </a:lnTo>
                  <a:lnTo>
                    <a:pt x="42900" y="142774"/>
                  </a:lnTo>
                  <a:lnTo>
                    <a:pt x="43722" y="140454"/>
                  </a:lnTo>
                  <a:lnTo>
                    <a:pt x="43461" y="139986"/>
                  </a:lnTo>
                  <a:lnTo>
                    <a:pt x="42083" y="139048"/>
                  </a:lnTo>
                  <a:lnTo>
                    <a:pt x="42511" y="138356"/>
                  </a:lnTo>
                  <a:lnTo>
                    <a:pt x="42480" y="137979"/>
                  </a:lnTo>
                  <a:lnTo>
                    <a:pt x="43074" y="138055"/>
                  </a:lnTo>
                  <a:lnTo>
                    <a:pt x="43125" y="137614"/>
                  </a:lnTo>
                  <a:lnTo>
                    <a:pt x="42420" y="137244"/>
                  </a:lnTo>
                  <a:lnTo>
                    <a:pt x="41978" y="137335"/>
                  </a:lnTo>
                  <a:lnTo>
                    <a:pt x="41258" y="135930"/>
                  </a:lnTo>
                  <a:lnTo>
                    <a:pt x="40724" y="135647"/>
                  </a:lnTo>
                  <a:lnTo>
                    <a:pt x="40687" y="135211"/>
                  </a:lnTo>
                  <a:lnTo>
                    <a:pt x="40926" y="135035"/>
                  </a:lnTo>
                  <a:lnTo>
                    <a:pt x="42417" y="135030"/>
                  </a:lnTo>
                  <a:lnTo>
                    <a:pt x="42517" y="133142"/>
                  </a:lnTo>
                  <a:lnTo>
                    <a:pt x="42263" y="131780"/>
                  </a:lnTo>
                  <a:lnTo>
                    <a:pt x="41778" y="131065"/>
                  </a:lnTo>
                  <a:lnTo>
                    <a:pt x="39299" y="129318"/>
                  </a:lnTo>
                  <a:lnTo>
                    <a:pt x="39363" y="128851"/>
                  </a:lnTo>
                  <a:lnTo>
                    <a:pt x="40016" y="128876"/>
                  </a:lnTo>
                  <a:lnTo>
                    <a:pt x="40093" y="127958"/>
                  </a:lnTo>
                  <a:lnTo>
                    <a:pt x="40900" y="127677"/>
                  </a:lnTo>
                  <a:lnTo>
                    <a:pt x="41024" y="127207"/>
                  </a:lnTo>
                  <a:lnTo>
                    <a:pt x="40366" y="125767"/>
                  </a:lnTo>
                  <a:lnTo>
                    <a:pt x="39126" y="126222"/>
                  </a:lnTo>
                  <a:lnTo>
                    <a:pt x="39355" y="125775"/>
                  </a:lnTo>
                  <a:lnTo>
                    <a:pt x="39120" y="124958"/>
                  </a:lnTo>
                  <a:lnTo>
                    <a:pt x="39902" y="124756"/>
                  </a:lnTo>
                  <a:lnTo>
                    <a:pt x="40157" y="125269"/>
                  </a:lnTo>
                  <a:lnTo>
                    <a:pt x="40620" y="124469"/>
                  </a:lnTo>
                  <a:lnTo>
                    <a:pt x="40058" y="123828"/>
                  </a:lnTo>
                  <a:lnTo>
                    <a:pt x="39745" y="123785"/>
                  </a:lnTo>
                  <a:lnTo>
                    <a:pt x="39300" y="124114"/>
                  </a:lnTo>
                  <a:lnTo>
                    <a:pt x="38283" y="123606"/>
                  </a:lnTo>
                  <a:lnTo>
                    <a:pt x="38543" y="123221"/>
                  </a:lnTo>
                  <a:lnTo>
                    <a:pt x="39227" y="123052"/>
                  </a:lnTo>
                  <a:lnTo>
                    <a:pt x="38414" y="121993"/>
                  </a:lnTo>
                  <a:lnTo>
                    <a:pt x="38650" y="121792"/>
                  </a:lnTo>
                  <a:lnTo>
                    <a:pt x="39126" y="121857"/>
                  </a:lnTo>
                  <a:lnTo>
                    <a:pt x="39539" y="121076"/>
                  </a:lnTo>
                  <a:lnTo>
                    <a:pt x="39685" y="120535"/>
                  </a:lnTo>
                  <a:lnTo>
                    <a:pt x="39264" y="120182"/>
                  </a:lnTo>
                  <a:lnTo>
                    <a:pt x="39650" y="119271"/>
                  </a:lnTo>
                  <a:lnTo>
                    <a:pt x="40507" y="118315"/>
                  </a:lnTo>
                  <a:lnTo>
                    <a:pt x="40594" y="117822"/>
                  </a:lnTo>
                  <a:lnTo>
                    <a:pt x="40036" y="117278"/>
                  </a:lnTo>
                  <a:lnTo>
                    <a:pt x="39990" y="116785"/>
                  </a:lnTo>
                  <a:lnTo>
                    <a:pt x="40779" y="116209"/>
                  </a:lnTo>
                  <a:lnTo>
                    <a:pt x="40732" y="115762"/>
                  </a:lnTo>
                  <a:lnTo>
                    <a:pt x="40500" y="115602"/>
                  </a:lnTo>
                  <a:lnTo>
                    <a:pt x="40594" y="115186"/>
                  </a:lnTo>
                  <a:lnTo>
                    <a:pt x="40367" y="115121"/>
                  </a:lnTo>
                  <a:lnTo>
                    <a:pt x="40106" y="115153"/>
                  </a:lnTo>
                  <a:lnTo>
                    <a:pt x="39638" y="115748"/>
                  </a:lnTo>
                  <a:lnTo>
                    <a:pt x="39176" y="115510"/>
                  </a:lnTo>
                  <a:lnTo>
                    <a:pt x="38897" y="114420"/>
                  </a:lnTo>
                  <a:lnTo>
                    <a:pt x="39527" y="113765"/>
                  </a:lnTo>
                  <a:lnTo>
                    <a:pt x="39393" y="113270"/>
                  </a:lnTo>
                  <a:lnTo>
                    <a:pt x="37768" y="113210"/>
                  </a:lnTo>
                  <a:lnTo>
                    <a:pt x="37526" y="113016"/>
                  </a:lnTo>
                  <a:lnTo>
                    <a:pt x="37579" y="112571"/>
                  </a:lnTo>
                  <a:lnTo>
                    <a:pt x="38477" y="111743"/>
                  </a:lnTo>
                  <a:lnTo>
                    <a:pt x="38433" y="110962"/>
                  </a:lnTo>
                  <a:lnTo>
                    <a:pt x="37730" y="110945"/>
                  </a:lnTo>
                  <a:lnTo>
                    <a:pt x="36837" y="110083"/>
                  </a:lnTo>
                  <a:lnTo>
                    <a:pt x="37433" y="109313"/>
                  </a:lnTo>
                  <a:lnTo>
                    <a:pt x="38258" y="109069"/>
                  </a:lnTo>
                  <a:lnTo>
                    <a:pt x="38303" y="108594"/>
                  </a:lnTo>
                  <a:lnTo>
                    <a:pt x="37886" y="108634"/>
                  </a:lnTo>
                  <a:lnTo>
                    <a:pt x="37581" y="108245"/>
                  </a:lnTo>
                  <a:lnTo>
                    <a:pt x="37102" y="108460"/>
                  </a:lnTo>
                  <a:lnTo>
                    <a:pt x="36755" y="108069"/>
                  </a:lnTo>
                  <a:lnTo>
                    <a:pt x="36011" y="108673"/>
                  </a:lnTo>
                  <a:lnTo>
                    <a:pt x="35669" y="108146"/>
                  </a:lnTo>
                  <a:lnTo>
                    <a:pt x="35793" y="107495"/>
                  </a:lnTo>
                  <a:lnTo>
                    <a:pt x="35773" y="107128"/>
                  </a:lnTo>
                  <a:lnTo>
                    <a:pt x="36416" y="106986"/>
                  </a:lnTo>
                  <a:lnTo>
                    <a:pt x="36036" y="106744"/>
                  </a:lnTo>
                  <a:lnTo>
                    <a:pt x="35656" y="106869"/>
                  </a:lnTo>
                  <a:lnTo>
                    <a:pt x="35375" y="105579"/>
                  </a:lnTo>
                  <a:lnTo>
                    <a:pt x="35710" y="105451"/>
                  </a:lnTo>
                  <a:lnTo>
                    <a:pt x="36225" y="105748"/>
                  </a:lnTo>
                  <a:lnTo>
                    <a:pt x="36978" y="105335"/>
                  </a:lnTo>
                  <a:lnTo>
                    <a:pt x="37010" y="105065"/>
                  </a:lnTo>
                  <a:lnTo>
                    <a:pt x="36042" y="104370"/>
                  </a:lnTo>
                  <a:lnTo>
                    <a:pt x="35797" y="103943"/>
                  </a:lnTo>
                  <a:lnTo>
                    <a:pt x="34737" y="104038"/>
                  </a:lnTo>
                  <a:lnTo>
                    <a:pt x="34656" y="103803"/>
                  </a:lnTo>
                  <a:lnTo>
                    <a:pt x="34981" y="103479"/>
                  </a:lnTo>
                  <a:lnTo>
                    <a:pt x="35370" y="103505"/>
                  </a:lnTo>
                  <a:lnTo>
                    <a:pt x="35006" y="103115"/>
                  </a:lnTo>
                  <a:lnTo>
                    <a:pt x="33563" y="103280"/>
                  </a:lnTo>
                  <a:lnTo>
                    <a:pt x="32957" y="102749"/>
                  </a:lnTo>
                  <a:lnTo>
                    <a:pt x="33166" y="102330"/>
                  </a:lnTo>
                  <a:lnTo>
                    <a:pt x="34762" y="102290"/>
                  </a:lnTo>
                  <a:lnTo>
                    <a:pt x="34829" y="102776"/>
                  </a:lnTo>
                  <a:lnTo>
                    <a:pt x="35234" y="102787"/>
                  </a:lnTo>
                  <a:lnTo>
                    <a:pt x="35402" y="102051"/>
                  </a:lnTo>
                  <a:lnTo>
                    <a:pt x="35203" y="101724"/>
                  </a:lnTo>
                  <a:lnTo>
                    <a:pt x="34603" y="101991"/>
                  </a:lnTo>
                  <a:lnTo>
                    <a:pt x="33865" y="101539"/>
                  </a:lnTo>
                  <a:lnTo>
                    <a:pt x="33361" y="101794"/>
                  </a:lnTo>
                  <a:lnTo>
                    <a:pt x="32653" y="101678"/>
                  </a:lnTo>
                  <a:lnTo>
                    <a:pt x="32311" y="100890"/>
                  </a:lnTo>
                  <a:lnTo>
                    <a:pt x="32685" y="100336"/>
                  </a:lnTo>
                  <a:lnTo>
                    <a:pt x="32853" y="100183"/>
                  </a:lnTo>
                  <a:lnTo>
                    <a:pt x="33663" y="100479"/>
                  </a:lnTo>
                  <a:lnTo>
                    <a:pt x="33827" y="100348"/>
                  </a:lnTo>
                  <a:lnTo>
                    <a:pt x="33773" y="100122"/>
                  </a:lnTo>
                  <a:lnTo>
                    <a:pt x="33381" y="100024"/>
                  </a:lnTo>
                  <a:lnTo>
                    <a:pt x="32772" y="99036"/>
                  </a:lnTo>
                  <a:lnTo>
                    <a:pt x="33416" y="97364"/>
                  </a:lnTo>
                  <a:lnTo>
                    <a:pt x="32994" y="96577"/>
                  </a:lnTo>
                  <a:lnTo>
                    <a:pt x="32550" y="96385"/>
                  </a:lnTo>
                  <a:lnTo>
                    <a:pt x="32207" y="95833"/>
                  </a:lnTo>
                  <a:lnTo>
                    <a:pt x="32190" y="95533"/>
                  </a:lnTo>
                  <a:lnTo>
                    <a:pt x="32701" y="95071"/>
                  </a:lnTo>
                  <a:lnTo>
                    <a:pt x="32654" y="94812"/>
                  </a:lnTo>
                  <a:lnTo>
                    <a:pt x="31499" y="94114"/>
                  </a:lnTo>
                  <a:lnTo>
                    <a:pt x="31536" y="93623"/>
                  </a:lnTo>
                  <a:lnTo>
                    <a:pt x="31229" y="93254"/>
                  </a:lnTo>
                  <a:lnTo>
                    <a:pt x="31462" y="92482"/>
                  </a:lnTo>
                  <a:lnTo>
                    <a:pt x="32728" y="93193"/>
                  </a:lnTo>
                  <a:lnTo>
                    <a:pt x="33132" y="93124"/>
                  </a:lnTo>
                  <a:lnTo>
                    <a:pt x="32974" y="92700"/>
                  </a:lnTo>
                  <a:lnTo>
                    <a:pt x="33199" y="92446"/>
                  </a:lnTo>
                  <a:lnTo>
                    <a:pt x="33508" y="92852"/>
                  </a:lnTo>
                  <a:lnTo>
                    <a:pt x="34045" y="92861"/>
                  </a:lnTo>
                  <a:lnTo>
                    <a:pt x="34385" y="92364"/>
                  </a:lnTo>
                  <a:lnTo>
                    <a:pt x="34153" y="91422"/>
                  </a:lnTo>
                  <a:lnTo>
                    <a:pt x="33628" y="91179"/>
                  </a:lnTo>
                  <a:lnTo>
                    <a:pt x="33294" y="91787"/>
                  </a:lnTo>
                  <a:lnTo>
                    <a:pt x="32584" y="92018"/>
                  </a:lnTo>
                  <a:lnTo>
                    <a:pt x="31903" y="91685"/>
                  </a:lnTo>
                  <a:lnTo>
                    <a:pt x="31975" y="91468"/>
                  </a:lnTo>
                  <a:lnTo>
                    <a:pt x="32323" y="91458"/>
                  </a:lnTo>
                  <a:lnTo>
                    <a:pt x="31969" y="91064"/>
                  </a:lnTo>
                  <a:lnTo>
                    <a:pt x="32526" y="90048"/>
                  </a:lnTo>
                  <a:lnTo>
                    <a:pt x="32279" y="89287"/>
                  </a:lnTo>
                  <a:lnTo>
                    <a:pt x="32750" y="88893"/>
                  </a:lnTo>
                  <a:lnTo>
                    <a:pt x="31371" y="87885"/>
                  </a:lnTo>
                  <a:lnTo>
                    <a:pt x="30922" y="87148"/>
                  </a:lnTo>
                  <a:lnTo>
                    <a:pt x="30218" y="86686"/>
                  </a:lnTo>
                  <a:lnTo>
                    <a:pt x="30821" y="86090"/>
                  </a:lnTo>
                  <a:lnTo>
                    <a:pt x="30990" y="85139"/>
                  </a:lnTo>
                  <a:lnTo>
                    <a:pt x="30735" y="83317"/>
                  </a:lnTo>
                  <a:lnTo>
                    <a:pt x="29283" y="83447"/>
                  </a:lnTo>
                  <a:lnTo>
                    <a:pt x="27783" y="82936"/>
                  </a:lnTo>
                  <a:lnTo>
                    <a:pt x="27171" y="81776"/>
                  </a:lnTo>
                  <a:lnTo>
                    <a:pt x="27582" y="80989"/>
                  </a:lnTo>
                  <a:lnTo>
                    <a:pt x="27572" y="79908"/>
                  </a:lnTo>
                  <a:lnTo>
                    <a:pt x="26967" y="79250"/>
                  </a:lnTo>
                  <a:lnTo>
                    <a:pt x="27544" y="78606"/>
                  </a:lnTo>
                  <a:lnTo>
                    <a:pt x="28407" y="76880"/>
                  </a:lnTo>
                  <a:lnTo>
                    <a:pt x="27974" y="76386"/>
                  </a:lnTo>
                  <a:lnTo>
                    <a:pt x="27474" y="76308"/>
                  </a:lnTo>
                  <a:lnTo>
                    <a:pt x="27540" y="75503"/>
                  </a:lnTo>
                  <a:lnTo>
                    <a:pt x="26717" y="75333"/>
                  </a:lnTo>
                  <a:lnTo>
                    <a:pt x="26358" y="74445"/>
                  </a:lnTo>
                  <a:lnTo>
                    <a:pt x="25363" y="74686"/>
                  </a:lnTo>
                  <a:lnTo>
                    <a:pt x="24980" y="73563"/>
                  </a:lnTo>
                  <a:lnTo>
                    <a:pt x="24552" y="73540"/>
                  </a:lnTo>
                  <a:lnTo>
                    <a:pt x="24467" y="73846"/>
                  </a:lnTo>
                  <a:lnTo>
                    <a:pt x="24081" y="74023"/>
                  </a:lnTo>
                  <a:lnTo>
                    <a:pt x="23985" y="74616"/>
                  </a:lnTo>
                  <a:lnTo>
                    <a:pt x="23458" y="74672"/>
                  </a:lnTo>
                  <a:lnTo>
                    <a:pt x="23250" y="74437"/>
                  </a:lnTo>
                  <a:lnTo>
                    <a:pt x="23048" y="73419"/>
                  </a:lnTo>
                  <a:lnTo>
                    <a:pt x="23268" y="72270"/>
                  </a:lnTo>
                  <a:lnTo>
                    <a:pt x="23574" y="73084"/>
                  </a:lnTo>
                  <a:lnTo>
                    <a:pt x="23914" y="73328"/>
                  </a:lnTo>
                  <a:lnTo>
                    <a:pt x="24068" y="73141"/>
                  </a:lnTo>
                  <a:lnTo>
                    <a:pt x="23849" y="72878"/>
                  </a:lnTo>
                  <a:lnTo>
                    <a:pt x="24134" y="72604"/>
                  </a:lnTo>
                  <a:lnTo>
                    <a:pt x="24395" y="72706"/>
                  </a:lnTo>
                  <a:lnTo>
                    <a:pt x="24448" y="73060"/>
                  </a:lnTo>
                  <a:lnTo>
                    <a:pt x="25237" y="73226"/>
                  </a:lnTo>
                  <a:lnTo>
                    <a:pt x="25587" y="72348"/>
                  </a:lnTo>
                  <a:lnTo>
                    <a:pt x="24433" y="71704"/>
                  </a:lnTo>
                  <a:lnTo>
                    <a:pt x="23789" y="71731"/>
                  </a:lnTo>
                  <a:lnTo>
                    <a:pt x="23695" y="71509"/>
                  </a:lnTo>
                  <a:lnTo>
                    <a:pt x="24041" y="71100"/>
                  </a:lnTo>
                  <a:lnTo>
                    <a:pt x="23608" y="70611"/>
                  </a:lnTo>
                  <a:lnTo>
                    <a:pt x="23870" y="70189"/>
                  </a:lnTo>
                  <a:lnTo>
                    <a:pt x="23396" y="69534"/>
                  </a:lnTo>
                  <a:lnTo>
                    <a:pt x="22360" y="69261"/>
                  </a:lnTo>
                  <a:lnTo>
                    <a:pt x="21780" y="69678"/>
                  </a:lnTo>
                  <a:lnTo>
                    <a:pt x="21455" y="69426"/>
                  </a:lnTo>
                  <a:lnTo>
                    <a:pt x="21131" y="68761"/>
                  </a:lnTo>
                  <a:lnTo>
                    <a:pt x="21270" y="68174"/>
                  </a:lnTo>
                  <a:lnTo>
                    <a:pt x="21095" y="67761"/>
                  </a:lnTo>
                  <a:lnTo>
                    <a:pt x="21498" y="67603"/>
                  </a:lnTo>
                  <a:lnTo>
                    <a:pt x="22301" y="68251"/>
                  </a:lnTo>
                  <a:lnTo>
                    <a:pt x="22390" y="67869"/>
                  </a:lnTo>
                  <a:lnTo>
                    <a:pt x="21817" y="67051"/>
                  </a:lnTo>
                  <a:lnTo>
                    <a:pt x="22183" y="66062"/>
                  </a:lnTo>
                  <a:lnTo>
                    <a:pt x="21957" y="65883"/>
                  </a:lnTo>
                  <a:lnTo>
                    <a:pt x="21333" y="65986"/>
                  </a:lnTo>
                  <a:lnTo>
                    <a:pt x="21006" y="65580"/>
                  </a:lnTo>
                  <a:lnTo>
                    <a:pt x="20140" y="65570"/>
                  </a:lnTo>
                  <a:lnTo>
                    <a:pt x="19808" y="65298"/>
                  </a:lnTo>
                  <a:lnTo>
                    <a:pt x="19341" y="64192"/>
                  </a:lnTo>
                  <a:lnTo>
                    <a:pt x="19456" y="62667"/>
                  </a:lnTo>
                  <a:lnTo>
                    <a:pt x="19751" y="62595"/>
                  </a:lnTo>
                  <a:lnTo>
                    <a:pt x="19741" y="63125"/>
                  </a:lnTo>
                  <a:lnTo>
                    <a:pt x="20134" y="63464"/>
                  </a:lnTo>
                  <a:lnTo>
                    <a:pt x="21171" y="62949"/>
                  </a:lnTo>
                  <a:lnTo>
                    <a:pt x="21165" y="62299"/>
                  </a:lnTo>
                  <a:lnTo>
                    <a:pt x="20525" y="61367"/>
                  </a:lnTo>
                  <a:lnTo>
                    <a:pt x="20174" y="61233"/>
                  </a:lnTo>
                  <a:lnTo>
                    <a:pt x="19278" y="61949"/>
                  </a:lnTo>
                  <a:lnTo>
                    <a:pt x="18471" y="62095"/>
                  </a:lnTo>
                  <a:lnTo>
                    <a:pt x="17939" y="61467"/>
                  </a:lnTo>
                  <a:lnTo>
                    <a:pt x="16897" y="61656"/>
                  </a:lnTo>
                  <a:lnTo>
                    <a:pt x="16571" y="61453"/>
                  </a:lnTo>
                  <a:lnTo>
                    <a:pt x="16373" y="60982"/>
                  </a:lnTo>
                  <a:lnTo>
                    <a:pt x="16628" y="60314"/>
                  </a:lnTo>
                  <a:lnTo>
                    <a:pt x="16736" y="61046"/>
                  </a:lnTo>
                  <a:lnTo>
                    <a:pt x="17526" y="60626"/>
                  </a:lnTo>
                  <a:lnTo>
                    <a:pt x="18889" y="61119"/>
                  </a:lnTo>
                  <a:lnTo>
                    <a:pt x="19991" y="60405"/>
                  </a:lnTo>
                  <a:lnTo>
                    <a:pt x="19501" y="59709"/>
                  </a:lnTo>
                  <a:lnTo>
                    <a:pt x="19221" y="60226"/>
                  </a:lnTo>
                  <a:lnTo>
                    <a:pt x="18731" y="60208"/>
                  </a:lnTo>
                  <a:lnTo>
                    <a:pt x="18224" y="59830"/>
                  </a:lnTo>
                  <a:lnTo>
                    <a:pt x="17729" y="57024"/>
                  </a:lnTo>
                  <a:lnTo>
                    <a:pt x="17312" y="57374"/>
                  </a:lnTo>
                  <a:lnTo>
                    <a:pt x="15958" y="57227"/>
                  </a:lnTo>
                  <a:lnTo>
                    <a:pt x="15685" y="57999"/>
                  </a:lnTo>
                  <a:lnTo>
                    <a:pt x="14756" y="57909"/>
                  </a:lnTo>
                  <a:lnTo>
                    <a:pt x="14647" y="57693"/>
                  </a:lnTo>
                  <a:lnTo>
                    <a:pt x="15051" y="57300"/>
                  </a:lnTo>
                  <a:lnTo>
                    <a:pt x="14141" y="56536"/>
                  </a:lnTo>
                  <a:lnTo>
                    <a:pt x="13902" y="55541"/>
                  </a:lnTo>
                  <a:lnTo>
                    <a:pt x="14138" y="55467"/>
                  </a:lnTo>
                  <a:lnTo>
                    <a:pt x="14795" y="56078"/>
                  </a:lnTo>
                  <a:lnTo>
                    <a:pt x="15391" y="55511"/>
                  </a:lnTo>
                  <a:lnTo>
                    <a:pt x="15994" y="55880"/>
                  </a:lnTo>
                  <a:lnTo>
                    <a:pt x="16085" y="55561"/>
                  </a:lnTo>
                  <a:lnTo>
                    <a:pt x="16036" y="54718"/>
                  </a:lnTo>
                  <a:lnTo>
                    <a:pt x="14516" y="54156"/>
                  </a:lnTo>
                  <a:lnTo>
                    <a:pt x="15309" y="53208"/>
                  </a:lnTo>
                  <a:lnTo>
                    <a:pt x="14557" y="52367"/>
                  </a:lnTo>
                  <a:lnTo>
                    <a:pt x="14665" y="51584"/>
                  </a:lnTo>
                  <a:lnTo>
                    <a:pt x="14119" y="51166"/>
                  </a:lnTo>
                  <a:lnTo>
                    <a:pt x="13424" y="51191"/>
                  </a:lnTo>
                  <a:lnTo>
                    <a:pt x="13284" y="50831"/>
                  </a:lnTo>
                  <a:lnTo>
                    <a:pt x="13832" y="49923"/>
                  </a:lnTo>
                  <a:lnTo>
                    <a:pt x="14155" y="49849"/>
                  </a:lnTo>
                  <a:lnTo>
                    <a:pt x="15407" y="50529"/>
                  </a:lnTo>
                  <a:lnTo>
                    <a:pt x="16655" y="49466"/>
                  </a:lnTo>
                  <a:lnTo>
                    <a:pt x="16507" y="49282"/>
                  </a:lnTo>
                  <a:lnTo>
                    <a:pt x="15741" y="49395"/>
                  </a:lnTo>
                  <a:lnTo>
                    <a:pt x="15041" y="47481"/>
                  </a:lnTo>
                  <a:lnTo>
                    <a:pt x="14785" y="47617"/>
                  </a:lnTo>
                  <a:lnTo>
                    <a:pt x="14800" y="48134"/>
                  </a:lnTo>
                  <a:lnTo>
                    <a:pt x="14447" y="48291"/>
                  </a:lnTo>
                  <a:lnTo>
                    <a:pt x="13687" y="47131"/>
                  </a:lnTo>
                  <a:lnTo>
                    <a:pt x="13255" y="47632"/>
                  </a:lnTo>
                  <a:lnTo>
                    <a:pt x="12916" y="47632"/>
                  </a:lnTo>
                  <a:lnTo>
                    <a:pt x="12963" y="47030"/>
                  </a:lnTo>
                  <a:lnTo>
                    <a:pt x="12074" y="45529"/>
                  </a:lnTo>
                  <a:lnTo>
                    <a:pt x="12133" y="44942"/>
                  </a:lnTo>
                  <a:lnTo>
                    <a:pt x="12640" y="44433"/>
                  </a:lnTo>
                  <a:lnTo>
                    <a:pt x="13131" y="44457"/>
                  </a:lnTo>
                  <a:lnTo>
                    <a:pt x="13724" y="45095"/>
                  </a:lnTo>
                  <a:lnTo>
                    <a:pt x="14156" y="45009"/>
                  </a:lnTo>
                  <a:lnTo>
                    <a:pt x="13767" y="44029"/>
                  </a:lnTo>
                  <a:lnTo>
                    <a:pt x="13791" y="43152"/>
                  </a:lnTo>
                  <a:lnTo>
                    <a:pt x="12974" y="42415"/>
                  </a:lnTo>
                  <a:lnTo>
                    <a:pt x="13634" y="41255"/>
                  </a:lnTo>
                  <a:lnTo>
                    <a:pt x="13602" y="40912"/>
                  </a:lnTo>
                  <a:lnTo>
                    <a:pt x="13049" y="40713"/>
                  </a:lnTo>
                  <a:lnTo>
                    <a:pt x="12370" y="41133"/>
                  </a:lnTo>
                  <a:lnTo>
                    <a:pt x="12038" y="41099"/>
                  </a:lnTo>
                  <a:lnTo>
                    <a:pt x="11767" y="39897"/>
                  </a:lnTo>
                  <a:lnTo>
                    <a:pt x="11134" y="38834"/>
                  </a:lnTo>
                  <a:lnTo>
                    <a:pt x="10899" y="39019"/>
                  </a:lnTo>
                  <a:lnTo>
                    <a:pt x="10520" y="40535"/>
                  </a:lnTo>
                  <a:lnTo>
                    <a:pt x="10662" y="40973"/>
                  </a:lnTo>
                  <a:lnTo>
                    <a:pt x="10458" y="41034"/>
                  </a:lnTo>
                  <a:lnTo>
                    <a:pt x="9707" y="39612"/>
                  </a:lnTo>
                  <a:lnTo>
                    <a:pt x="8933" y="39855"/>
                  </a:lnTo>
                  <a:lnTo>
                    <a:pt x="8469" y="39638"/>
                  </a:lnTo>
                  <a:lnTo>
                    <a:pt x="7645" y="37886"/>
                  </a:lnTo>
                  <a:lnTo>
                    <a:pt x="7908" y="37226"/>
                  </a:lnTo>
                  <a:lnTo>
                    <a:pt x="8459" y="37071"/>
                  </a:lnTo>
                  <a:lnTo>
                    <a:pt x="8744" y="36661"/>
                  </a:lnTo>
                  <a:lnTo>
                    <a:pt x="8642" y="34899"/>
                  </a:lnTo>
                  <a:lnTo>
                    <a:pt x="9206" y="34314"/>
                  </a:lnTo>
                  <a:lnTo>
                    <a:pt x="9354" y="33783"/>
                  </a:lnTo>
                  <a:lnTo>
                    <a:pt x="8747" y="33072"/>
                  </a:lnTo>
                  <a:lnTo>
                    <a:pt x="8618" y="31839"/>
                  </a:lnTo>
                  <a:lnTo>
                    <a:pt x="8065" y="31330"/>
                  </a:lnTo>
                  <a:lnTo>
                    <a:pt x="7768" y="30428"/>
                  </a:lnTo>
                  <a:lnTo>
                    <a:pt x="7315" y="29946"/>
                  </a:lnTo>
                  <a:lnTo>
                    <a:pt x="7762" y="29512"/>
                  </a:lnTo>
                  <a:lnTo>
                    <a:pt x="8647" y="29422"/>
                  </a:lnTo>
                  <a:lnTo>
                    <a:pt x="10388" y="27485"/>
                  </a:lnTo>
                  <a:lnTo>
                    <a:pt x="10467" y="27003"/>
                  </a:lnTo>
                  <a:lnTo>
                    <a:pt x="9799" y="26573"/>
                  </a:lnTo>
                  <a:lnTo>
                    <a:pt x="9009" y="27411"/>
                  </a:lnTo>
                  <a:lnTo>
                    <a:pt x="8377" y="27147"/>
                  </a:lnTo>
                  <a:lnTo>
                    <a:pt x="7168" y="27712"/>
                  </a:lnTo>
                  <a:lnTo>
                    <a:pt x="6842" y="27439"/>
                  </a:lnTo>
                  <a:lnTo>
                    <a:pt x="6661" y="26708"/>
                  </a:lnTo>
                  <a:lnTo>
                    <a:pt x="7418" y="26560"/>
                  </a:lnTo>
                  <a:lnTo>
                    <a:pt x="7570" y="25717"/>
                  </a:lnTo>
                  <a:lnTo>
                    <a:pt x="7361" y="25300"/>
                  </a:lnTo>
                  <a:lnTo>
                    <a:pt x="6413" y="25055"/>
                  </a:lnTo>
                  <a:lnTo>
                    <a:pt x="5520" y="24134"/>
                  </a:lnTo>
                  <a:lnTo>
                    <a:pt x="5502" y="23174"/>
                  </a:lnTo>
                  <a:lnTo>
                    <a:pt x="5710" y="23031"/>
                  </a:lnTo>
                  <a:lnTo>
                    <a:pt x="6171" y="23245"/>
                  </a:lnTo>
                  <a:lnTo>
                    <a:pt x="6495" y="23757"/>
                  </a:lnTo>
                  <a:lnTo>
                    <a:pt x="7355" y="23025"/>
                  </a:lnTo>
                  <a:lnTo>
                    <a:pt x="7506" y="22520"/>
                  </a:lnTo>
                  <a:lnTo>
                    <a:pt x="7222" y="22415"/>
                  </a:lnTo>
                  <a:lnTo>
                    <a:pt x="6801" y="22848"/>
                  </a:lnTo>
                  <a:lnTo>
                    <a:pt x="5741" y="22289"/>
                  </a:lnTo>
                  <a:lnTo>
                    <a:pt x="5057" y="22321"/>
                  </a:lnTo>
                  <a:lnTo>
                    <a:pt x="5032" y="22108"/>
                  </a:lnTo>
                  <a:lnTo>
                    <a:pt x="5327" y="21597"/>
                  </a:lnTo>
                  <a:lnTo>
                    <a:pt x="5934" y="22009"/>
                  </a:lnTo>
                  <a:lnTo>
                    <a:pt x="6261" y="21967"/>
                  </a:lnTo>
                  <a:lnTo>
                    <a:pt x="7070" y="21030"/>
                  </a:lnTo>
                  <a:lnTo>
                    <a:pt x="7003" y="20349"/>
                  </a:lnTo>
                  <a:lnTo>
                    <a:pt x="6796" y="20232"/>
                  </a:lnTo>
                  <a:lnTo>
                    <a:pt x="6446" y="20520"/>
                  </a:lnTo>
                  <a:lnTo>
                    <a:pt x="6073" y="20398"/>
                  </a:lnTo>
                  <a:lnTo>
                    <a:pt x="5582" y="20669"/>
                  </a:lnTo>
                  <a:lnTo>
                    <a:pt x="5243" y="20206"/>
                  </a:lnTo>
                  <a:lnTo>
                    <a:pt x="4650" y="20284"/>
                  </a:lnTo>
                  <a:lnTo>
                    <a:pt x="4399" y="19993"/>
                  </a:lnTo>
                  <a:lnTo>
                    <a:pt x="4649" y="19016"/>
                  </a:lnTo>
                  <a:lnTo>
                    <a:pt x="4174" y="18407"/>
                  </a:lnTo>
                  <a:lnTo>
                    <a:pt x="4332" y="18168"/>
                  </a:lnTo>
                  <a:lnTo>
                    <a:pt x="4834" y="18236"/>
                  </a:lnTo>
                  <a:lnTo>
                    <a:pt x="5057" y="18954"/>
                  </a:lnTo>
                  <a:lnTo>
                    <a:pt x="6315" y="16888"/>
                  </a:lnTo>
                  <a:lnTo>
                    <a:pt x="5596" y="16338"/>
                  </a:lnTo>
                  <a:lnTo>
                    <a:pt x="5903" y="16865"/>
                  </a:lnTo>
                  <a:lnTo>
                    <a:pt x="4574" y="16843"/>
                  </a:lnTo>
                  <a:lnTo>
                    <a:pt x="4463" y="16534"/>
                  </a:lnTo>
                  <a:lnTo>
                    <a:pt x="4939" y="15721"/>
                  </a:lnTo>
                  <a:lnTo>
                    <a:pt x="4769" y="15560"/>
                  </a:lnTo>
                  <a:lnTo>
                    <a:pt x="3811" y="15624"/>
                  </a:lnTo>
                  <a:lnTo>
                    <a:pt x="3325" y="15425"/>
                  </a:lnTo>
                  <a:lnTo>
                    <a:pt x="2931" y="15835"/>
                  </a:lnTo>
                  <a:lnTo>
                    <a:pt x="2687" y="15624"/>
                  </a:lnTo>
                  <a:lnTo>
                    <a:pt x="2374" y="14575"/>
                  </a:lnTo>
                  <a:lnTo>
                    <a:pt x="3270" y="14436"/>
                  </a:lnTo>
                  <a:lnTo>
                    <a:pt x="3341" y="13352"/>
                  </a:lnTo>
                  <a:lnTo>
                    <a:pt x="2719" y="13570"/>
                  </a:lnTo>
                  <a:lnTo>
                    <a:pt x="2379" y="12989"/>
                  </a:lnTo>
                  <a:lnTo>
                    <a:pt x="2136" y="12951"/>
                  </a:lnTo>
                  <a:lnTo>
                    <a:pt x="1875" y="13280"/>
                  </a:lnTo>
                  <a:lnTo>
                    <a:pt x="1651" y="13036"/>
                  </a:lnTo>
                  <a:lnTo>
                    <a:pt x="1343" y="13284"/>
                  </a:lnTo>
                  <a:lnTo>
                    <a:pt x="1211" y="13806"/>
                  </a:lnTo>
                  <a:lnTo>
                    <a:pt x="1286" y="14890"/>
                  </a:lnTo>
                  <a:lnTo>
                    <a:pt x="718" y="15095"/>
                  </a:lnTo>
                  <a:lnTo>
                    <a:pt x="19" y="14794"/>
                  </a:lnTo>
                  <a:lnTo>
                    <a:pt x="0" y="14030"/>
                  </a:lnTo>
                  <a:lnTo>
                    <a:pt x="662" y="14348"/>
                  </a:lnTo>
                  <a:lnTo>
                    <a:pt x="552" y="13452"/>
                  </a:lnTo>
                  <a:lnTo>
                    <a:pt x="1270" y="13045"/>
                  </a:lnTo>
                  <a:lnTo>
                    <a:pt x="887" y="12680"/>
                  </a:lnTo>
                  <a:lnTo>
                    <a:pt x="1043" y="12293"/>
                  </a:lnTo>
                  <a:lnTo>
                    <a:pt x="1904" y="12106"/>
                  </a:lnTo>
                  <a:lnTo>
                    <a:pt x="2308" y="11593"/>
                  </a:lnTo>
                  <a:lnTo>
                    <a:pt x="3028" y="11341"/>
                  </a:lnTo>
                  <a:lnTo>
                    <a:pt x="3028" y="11073"/>
                  </a:lnTo>
                  <a:lnTo>
                    <a:pt x="2629" y="10721"/>
                  </a:lnTo>
                  <a:lnTo>
                    <a:pt x="2247" y="10659"/>
                  </a:lnTo>
                  <a:lnTo>
                    <a:pt x="2613" y="10137"/>
                  </a:lnTo>
                  <a:lnTo>
                    <a:pt x="1637" y="9159"/>
                  </a:lnTo>
                  <a:lnTo>
                    <a:pt x="1779" y="8647"/>
                  </a:lnTo>
                  <a:lnTo>
                    <a:pt x="2224" y="8371"/>
                  </a:lnTo>
                  <a:lnTo>
                    <a:pt x="3388" y="8453"/>
                  </a:lnTo>
                  <a:lnTo>
                    <a:pt x="3618" y="9423"/>
                  </a:lnTo>
                  <a:lnTo>
                    <a:pt x="4004" y="9671"/>
                  </a:lnTo>
                  <a:lnTo>
                    <a:pt x="4655" y="8909"/>
                  </a:lnTo>
                  <a:lnTo>
                    <a:pt x="4159" y="8466"/>
                  </a:lnTo>
                  <a:lnTo>
                    <a:pt x="4464" y="8158"/>
                  </a:lnTo>
                  <a:lnTo>
                    <a:pt x="4762" y="8226"/>
                  </a:lnTo>
                  <a:lnTo>
                    <a:pt x="5070" y="9018"/>
                  </a:lnTo>
                  <a:lnTo>
                    <a:pt x="6349" y="8813"/>
                  </a:lnTo>
                  <a:lnTo>
                    <a:pt x="6602" y="6693"/>
                  </a:lnTo>
                  <a:lnTo>
                    <a:pt x="6333" y="5771"/>
                  </a:lnTo>
                  <a:lnTo>
                    <a:pt x="5601" y="5727"/>
                  </a:lnTo>
                  <a:lnTo>
                    <a:pt x="5082" y="5388"/>
                  </a:lnTo>
                  <a:lnTo>
                    <a:pt x="5586" y="5017"/>
                  </a:lnTo>
                  <a:lnTo>
                    <a:pt x="6365" y="4525"/>
                  </a:lnTo>
                  <a:lnTo>
                    <a:pt x="5551" y="3602"/>
                  </a:lnTo>
                  <a:lnTo>
                    <a:pt x="5562" y="2917"/>
                  </a:lnTo>
                  <a:lnTo>
                    <a:pt x="6777" y="2670"/>
                  </a:lnTo>
                  <a:lnTo>
                    <a:pt x="7075" y="2803"/>
                  </a:lnTo>
                  <a:lnTo>
                    <a:pt x="7403" y="2430"/>
                  </a:lnTo>
                  <a:lnTo>
                    <a:pt x="7733" y="1709"/>
                  </a:lnTo>
                  <a:lnTo>
                    <a:pt x="8239" y="1890"/>
                  </a:lnTo>
                  <a:lnTo>
                    <a:pt x="9040" y="1397"/>
                  </a:lnTo>
                  <a:lnTo>
                    <a:pt x="9092" y="1036"/>
                  </a:lnTo>
                  <a:lnTo>
                    <a:pt x="8828" y="706"/>
                  </a:lnTo>
                  <a:lnTo>
                    <a:pt x="11041" y="1094"/>
                  </a:lnTo>
                  <a:lnTo>
                    <a:pt x="11753" y="1289"/>
                  </a:lnTo>
                  <a:lnTo>
                    <a:pt x="11798" y="1492"/>
                  </a:lnTo>
                  <a:lnTo>
                    <a:pt x="12984" y="1272"/>
                  </a:lnTo>
                  <a:lnTo>
                    <a:pt x="13491" y="409"/>
                  </a:lnTo>
                  <a:lnTo>
                    <a:pt x="15405" y="0"/>
                  </a:lnTo>
                  <a:lnTo>
                    <a:pt x="18031" y="1390"/>
                  </a:lnTo>
                  <a:lnTo>
                    <a:pt x="19619" y="1583"/>
                  </a:lnTo>
                  <a:lnTo>
                    <a:pt x="19842" y="1428"/>
                  </a:lnTo>
                  <a:lnTo>
                    <a:pt x="20883" y="1705"/>
                  </a:lnTo>
                  <a:lnTo>
                    <a:pt x="23203" y="3515"/>
                  </a:lnTo>
                  <a:lnTo>
                    <a:pt x="24732" y="3737"/>
                  </a:lnTo>
                  <a:lnTo>
                    <a:pt x="25583" y="4225"/>
                  </a:lnTo>
                  <a:lnTo>
                    <a:pt x="25901" y="4055"/>
                  </a:lnTo>
                  <a:lnTo>
                    <a:pt x="26836" y="4837"/>
                  </a:lnTo>
                  <a:lnTo>
                    <a:pt x="28483" y="5428"/>
                  </a:lnTo>
                  <a:lnTo>
                    <a:pt x="29582" y="5505"/>
                  </a:lnTo>
                  <a:lnTo>
                    <a:pt x="30249" y="5099"/>
                  </a:lnTo>
                  <a:lnTo>
                    <a:pt x="31036" y="5286"/>
                  </a:lnTo>
                  <a:lnTo>
                    <a:pt x="31313" y="5126"/>
                  </a:lnTo>
                  <a:lnTo>
                    <a:pt x="31498" y="5362"/>
                  </a:lnTo>
                  <a:lnTo>
                    <a:pt x="31894" y="5488"/>
                  </a:lnTo>
                  <a:lnTo>
                    <a:pt x="32286" y="5292"/>
                  </a:lnTo>
                  <a:lnTo>
                    <a:pt x="32594" y="5568"/>
                  </a:lnTo>
                  <a:lnTo>
                    <a:pt x="33273" y="5232"/>
                  </a:lnTo>
                  <a:lnTo>
                    <a:pt x="33719" y="5353"/>
                  </a:lnTo>
                  <a:lnTo>
                    <a:pt x="33913" y="5192"/>
                  </a:lnTo>
                  <a:lnTo>
                    <a:pt x="34194" y="5430"/>
                  </a:lnTo>
                  <a:lnTo>
                    <a:pt x="34421" y="5153"/>
                  </a:lnTo>
                  <a:lnTo>
                    <a:pt x="34713" y="5259"/>
                  </a:lnTo>
                  <a:lnTo>
                    <a:pt x="35688" y="4945"/>
                  </a:lnTo>
                  <a:lnTo>
                    <a:pt x="36038" y="5177"/>
                  </a:lnTo>
                  <a:lnTo>
                    <a:pt x="36387" y="4999"/>
                  </a:lnTo>
                  <a:lnTo>
                    <a:pt x="36397" y="5212"/>
                  </a:lnTo>
                  <a:lnTo>
                    <a:pt x="37111" y="5150"/>
                  </a:lnTo>
                  <a:lnTo>
                    <a:pt x="37078" y="5435"/>
                  </a:lnTo>
                  <a:lnTo>
                    <a:pt x="38720" y="5495"/>
                  </a:lnTo>
                  <a:lnTo>
                    <a:pt x="39220" y="5851"/>
                  </a:lnTo>
                  <a:lnTo>
                    <a:pt x="39839" y="5739"/>
                  </a:lnTo>
                  <a:lnTo>
                    <a:pt x="40487" y="6255"/>
                  </a:lnTo>
                  <a:lnTo>
                    <a:pt x="40739" y="6106"/>
                  </a:lnTo>
                  <a:lnTo>
                    <a:pt x="41541" y="6288"/>
                  </a:lnTo>
                  <a:lnTo>
                    <a:pt x="42237" y="6926"/>
                  </a:lnTo>
                  <a:lnTo>
                    <a:pt x="42886" y="6714"/>
                  </a:lnTo>
                  <a:lnTo>
                    <a:pt x="43334" y="6853"/>
                  </a:lnTo>
                  <a:lnTo>
                    <a:pt x="43313" y="6564"/>
                  </a:lnTo>
                  <a:lnTo>
                    <a:pt x="43589" y="6641"/>
                  </a:lnTo>
                  <a:lnTo>
                    <a:pt x="43931" y="6341"/>
                  </a:lnTo>
                  <a:lnTo>
                    <a:pt x="44243" y="7175"/>
                  </a:lnTo>
                  <a:lnTo>
                    <a:pt x="44881" y="7486"/>
                  </a:lnTo>
                  <a:lnTo>
                    <a:pt x="45970" y="7382"/>
                  </a:lnTo>
                  <a:lnTo>
                    <a:pt x="46463" y="7810"/>
                  </a:lnTo>
                  <a:lnTo>
                    <a:pt x="47044" y="7888"/>
                  </a:lnTo>
                  <a:lnTo>
                    <a:pt x="48025" y="7409"/>
                  </a:lnTo>
                  <a:lnTo>
                    <a:pt x="49577" y="8748"/>
                  </a:lnTo>
                  <a:lnTo>
                    <a:pt x="48365" y="9056"/>
                  </a:lnTo>
                  <a:lnTo>
                    <a:pt x="47914" y="9531"/>
                  </a:lnTo>
                  <a:lnTo>
                    <a:pt x="47601" y="10987"/>
                  </a:lnTo>
                  <a:lnTo>
                    <a:pt x="47748" y="13630"/>
                  </a:lnTo>
                  <a:lnTo>
                    <a:pt x="48802" y="15225"/>
                  </a:lnTo>
                  <a:lnTo>
                    <a:pt x="49055" y="16962"/>
                  </a:lnTo>
                  <a:lnTo>
                    <a:pt x="49593" y="17456"/>
                  </a:lnTo>
                  <a:lnTo>
                    <a:pt x="49197" y="17558"/>
                  </a:lnTo>
                  <a:lnTo>
                    <a:pt x="50879" y="22529"/>
                  </a:lnTo>
                  <a:lnTo>
                    <a:pt x="52042" y="24376"/>
                  </a:lnTo>
                  <a:lnTo>
                    <a:pt x="53023" y="27256"/>
                  </a:lnTo>
                  <a:lnTo>
                    <a:pt x="54587" y="30094"/>
                  </a:lnTo>
                  <a:lnTo>
                    <a:pt x="54523" y="30578"/>
                  </a:lnTo>
                  <a:lnTo>
                    <a:pt x="55334" y="31557"/>
                  </a:lnTo>
                  <a:lnTo>
                    <a:pt x="55200" y="32116"/>
                  </a:lnTo>
                  <a:lnTo>
                    <a:pt x="55513" y="34141"/>
                  </a:lnTo>
                  <a:lnTo>
                    <a:pt x="55766" y="34576"/>
                  </a:lnTo>
                  <a:lnTo>
                    <a:pt x="56367" y="34789"/>
                  </a:lnTo>
                  <a:lnTo>
                    <a:pt x="56511" y="35239"/>
                  </a:lnTo>
                  <a:lnTo>
                    <a:pt x="56998" y="35002"/>
                  </a:lnTo>
                  <a:lnTo>
                    <a:pt x="57132" y="35613"/>
                  </a:lnTo>
                  <a:lnTo>
                    <a:pt x="58225" y="36369"/>
                  </a:lnTo>
                  <a:lnTo>
                    <a:pt x="59376" y="36678"/>
                  </a:lnTo>
                  <a:lnTo>
                    <a:pt x="59665" y="37167"/>
                  </a:lnTo>
                  <a:lnTo>
                    <a:pt x="59631" y="37921"/>
                  </a:lnTo>
                  <a:lnTo>
                    <a:pt x="60161" y="38501"/>
                  </a:lnTo>
                  <a:lnTo>
                    <a:pt x="60406" y="38748"/>
                  </a:lnTo>
                  <a:lnTo>
                    <a:pt x="60919" y="38613"/>
                  </a:lnTo>
                  <a:lnTo>
                    <a:pt x="61429" y="38823"/>
                  </a:lnTo>
                  <a:lnTo>
                    <a:pt x="61137" y="39459"/>
                  </a:lnTo>
                  <a:lnTo>
                    <a:pt x="61375" y="39620"/>
                  </a:lnTo>
                  <a:lnTo>
                    <a:pt x="61628" y="39310"/>
                  </a:lnTo>
                  <a:lnTo>
                    <a:pt x="61986" y="39361"/>
                  </a:lnTo>
                  <a:lnTo>
                    <a:pt x="62469" y="39802"/>
                  </a:lnTo>
                  <a:lnTo>
                    <a:pt x="62926" y="39753"/>
                  </a:lnTo>
                  <a:lnTo>
                    <a:pt x="62786" y="39994"/>
                  </a:lnTo>
                  <a:lnTo>
                    <a:pt x="63268" y="40456"/>
                  </a:lnTo>
                  <a:lnTo>
                    <a:pt x="63806" y="40555"/>
                  </a:lnTo>
                  <a:lnTo>
                    <a:pt x="63717" y="40894"/>
                  </a:lnTo>
                  <a:lnTo>
                    <a:pt x="63969" y="41121"/>
                  </a:lnTo>
                  <a:lnTo>
                    <a:pt x="64870" y="41264"/>
                  </a:lnTo>
                  <a:lnTo>
                    <a:pt x="65696" y="40869"/>
                  </a:lnTo>
                  <a:lnTo>
                    <a:pt x="66864" y="40995"/>
                  </a:lnTo>
                  <a:lnTo>
                    <a:pt x="67344" y="41332"/>
                  </a:lnTo>
                  <a:lnTo>
                    <a:pt x="67953" y="41134"/>
                  </a:lnTo>
                  <a:lnTo>
                    <a:pt x="68433" y="41438"/>
                  </a:lnTo>
                  <a:lnTo>
                    <a:pt x="68059" y="41735"/>
                  </a:lnTo>
                  <a:lnTo>
                    <a:pt x="68197" y="42213"/>
                  </a:lnTo>
                  <a:lnTo>
                    <a:pt x="68755" y="41905"/>
                  </a:lnTo>
                  <a:lnTo>
                    <a:pt x="69584" y="42309"/>
                  </a:lnTo>
                  <a:lnTo>
                    <a:pt x="70183" y="42826"/>
                  </a:lnTo>
                  <a:lnTo>
                    <a:pt x="70134" y="43086"/>
                  </a:lnTo>
                  <a:lnTo>
                    <a:pt x="69782" y="43108"/>
                  </a:lnTo>
                  <a:lnTo>
                    <a:pt x="70317" y="43553"/>
                  </a:lnTo>
                  <a:lnTo>
                    <a:pt x="70248" y="43797"/>
                  </a:lnTo>
                  <a:lnTo>
                    <a:pt x="70920" y="43998"/>
                  </a:lnTo>
                  <a:lnTo>
                    <a:pt x="71459" y="44588"/>
                  </a:lnTo>
                  <a:lnTo>
                    <a:pt x="71911" y="44364"/>
                  </a:lnTo>
                  <a:lnTo>
                    <a:pt x="72129" y="44895"/>
                  </a:lnTo>
                  <a:lnTo>
                    <a:pt x="72526" y="45097"/>
                  </a:lnTo>
                  <a:lnTo>
                    <a:pt x="72734" y="44985"/>
                  </a:lnTo>
                  <a:lnTo>
                    <a:pt x="73253" y="45243"/>
                  </a:lnTo>
                  <a:lnTo>
                    <a:pt x="73714" y="44893"/>
                  </a:lnTo>
                  <a:lnTo>
                    <a:pt x="74838" y="45476"/>
                  </a:lnTo>
                  <a:lnTo>
                    <a:pt x="75152" y="46113"/>
                  </a:lnTo>
                  <a:lnTo>
                    <a:pt x="76459" y="47121"/>
                  </a:lnTo>
                  <a:lnTo>
                    <a:pt x="76483" y="47534"/>
                  </a:lnTo>
                  <a:lnTo>
                    <a:pt x="77230" y="47783"/>
                  </a:lnTo>
                  <a:lnTo>
                    <a:pt x="77008" y="48090"/>
                  </a:lnTo>
                  <a:lnTo>
                    <a:pt x="77515" y="48319"/>
                  </a:lnTo>
                  <a:lnTo>
                    <a:pt x="77938" y="48864"/>
                  </a:lnTo>
                  <a:lnTo>
                    <a:pt x="77444" y="50002"/>
                  </a:lnTo>
                  <a:lnTo>
                    <a:pt x="77525" y="50553"/>
                  </a:lnTo>
                  <a:lnTo>
                    <a:pt x="77907" y="51019"/>
                  </a:lnTo>
                  <a:lnTo>
                    <a:pt x="78436" y="50900"/>
                  </a:lnTo>
                  <a:lnTo>
                    <a:pt x="78863" y="51545"/>
                  </a:lnTo>
                  <a:lnTo>
                    <a:pt x="78895" y="51185"/>
                  </a:lnTo>
                  <a:lnTo>
                    <a:pt x="81629" y="50747"/>
                  </a:lnTo>
                  <a:lnTo>
                    <a:pt x="85080" y="50337"/>
                  </a:lnTo>
                  <a:lnTo>
                    <a:pt x="88168" y="50298"/>
                  </a:lnTo>
                  <a:lnTo>
                    <a:pt x="88551" y="49965"/>
                  </a:lnTo>
                  <a:lnTo>
                    <a:pt x="92649" y="49729"/>
                  </a:lnTo>
                  <a:lnTo>
                    <a:pt x="95207" y="48590"/>
                  </a:lnTo>
                  <a:lnTo>
                    <a:pt x="96930" y="49082"/>
                  </a:lnTo>
                  <a:lnTo>
                    <a:pt x="98065" y="49068"/>
                  </a:lnTo>
                  <a:lnTo>
                    <a:pt x="98256" y="49367"/>
                  </a:lnTo>
                  <a:lnTo>
                    <a:pt x="98562" y="49183"/>
                  </a:lnTo>
                  <a:lnTo>
                    <a:pt x="98627" y="48779"/>
                  </a:lnTo>
                  <a:lnTo>
                    <a:pt x="99507" y="49803"/>
                  </a:lnTo>
                  <a:lnTo>
                    <a:pt x="104109" y="52638"/>
                  </a:lnTo>
                  <a:lnTo>
                    <a:pt x="105045" y="52799"/>
                  </a:lnTo>
                  <a:lnTo>
                    <a:pt x="106935" y="52392"/>
                  </a:lnTo>
                  <a:lnTo>
                    <a:pt x="107220" y="51637"/>
                  </a:lnTo>
                  <a:lnTo>
                    <a:pt x="108239" y="51418"/>
                  </a:lnTo>
                  <a:lnTo>
                    <a:pt x="108592" y="50676"/>
                  </a:lnTo>
                  <a:lnTo>
                    <a:pt x="109330" y="50105"/>
                  </a:lnTo>
                  <a:lnTo>
                    <a:pt x="110304" y="48546"/>
                  </a:lnTo>
                  <a:lnTo>
                    <a:pt x="110872" y="48655"/>
                  </a:lnTo>
                  <a:lnTo>
                    <a:pt x="111637" y="48028"/>
                  </a:lnTo>
                  <a:lnTo>
                    <a:pt x="113178" y="45122"/>
                  </a:lnTo>
                  <a:lnTo>
                    <a:pt x="114908" y="41086"/>
                  </a:lnTo>
                  <a:lnTo>
                    <a:pt x="115581" y="39057"/>
                  </a:lnTo>
                  <a:lnTo>
                    <a:pt x="115164" y="38429"/>
                  </a:lnTo>
                  <a:lnTo>
                    <a:pt x="116074" y="37489"/>
                  </a:lnTo>
                  <a:lnTo>
                    <a:pt x="116777" y="37744"/>
                  </a:lnTo>
                  <a:lnTo>
                    <a:pt x="118407" y="35941"/>
                  </a:lnTo>
                  <a:lnTo>
                    <a:pt x="120117" y="33070"/>
                  </a:lnTo>
                  <a:lnTo>
                    <a:pt x="120299" y="32261"/>
                  </a:lnTo>
                  <a:lnTo>
                    <a:pt x="120958" y="31612"/>
                  </a:lnTo>
                  <a:lnTo>
                    <a:pt x="124140" y="29632"/>
                  </a:lnTo>
                  <a:lnTo>
                    <a:pt x="128938" y="29024"/>
                  </a:lnTo>
                  <a:lnTo>
                    <a:pt x="134603" y="29263"/>
                  </a:lnTo>
                  <a:lnTo>
                    <a:pt x="137600" y="30660"/>
                  </a:lnTo>
                  <a:lnTo>
                    <a:pt x="140073" y="30333"/>
                  </a:lnTo>
                  <a:lnTo>
                    <a:pt x="140186" y="29616"/>
                  </a:lnTo>
                  <a:lnTo>
                    <a:pt x="142285" y="29472"/>
                  </a:lnTo>
                  <a:lnTo>
                    <a:pt x="143277" y="29763"/>
                  </a:lnTo>
                  <a:lnTo>
                    <a:pt x="145769" y="28284"/>
                  </a:lnTo>
                  <a:lnTo>
                    <a:pt x="147505" y="28879"/>
                  </a:lnTo>
                  <a:lnTo>
                    <a:pt x="147892" y="28694"/>
                  </a:lnTo>
                  <a:lnTo>
                    <a:pt x="148165" y="28173"/>
                  </a:lnTo>
                  <a:lnTo>
                    <a:pt x="151265" y="27989"/>
                  </a:lnTo>
                  <a:lnTo>
                    <a:pt x="151505" y="28570"/>
                  </a:lnTo>
                  <a:lnTo>
                    <a:pt x="151872" y="28569"/>
                  </a:lnTo>
                  <a:lnTo>
                    <a:pt x="154408" y="28016"/>
                  </a:lnTo>
                  <a:lnTo>
                    <a:pt x="155624" y="27495"/>
                  </a:lnTo>
                  <a:lnTo>
                    <a:pt x="156237" y="27715"/>
                  </a:lnTo>
                  <a:lnTo>
                    <a:pt x="157574" y="28966"/>
                  </a:lnTo>
                  <a:lnTo>
                    <a:pt x="159385" y="29828"/>
                  </a:lnTo>
                  <a:lnTo>
                    <a:pt x="160954" y="29242"/>
                  </a:lnTo>
                  <a:lnTo>
                    <a:pt x="162465" y="29912"/>
                  </a:lnTo>
                  <a:lnTo>
                    <a:pt x="164629" y="29830"/>
                  </a:lnTo>
                  <a:lnTo>
                    <a:pt x="166708" y="30034"/>
                  </a:lnTo>
                  <a:lnTo>
                    <a:pt x="168131" y="29869"/>
                  </a:lnTo>
                  <a:lnTo>
                    <a:pt x="169685" y="30245"/>
                  </a:lnTo>
                  <a:lnTo>
                    <a:pt x="171056" y="29978"/>
                  </a:lnTo>
                  <a:lnTo>
                    <a:pt x="172273" y="30405"/>
                  </a:lnTo>
                  <a:lnTo>
                    <a:pt x="173328" y="30752"/>
                  </a:lnTo>
                  <a:lnTo>
                    <a:pt x="174122" y="31642"/>
                  </a:lnTo>
                  <a:lnTo>
                    <a:pt x="174752" y="33467"/>
                  </a:lnTo>
                  <a:lnTo>
                    <a:pt x="175844" y="33854"/>
                  </a:lnTo>
                  <a:lnTo>
                    <a:pt x="178819" y="38570"/>
                  </a:lnTo>
                  <a:lnTo>
                    <a:pt x="180035" y="40006"/>
                  </a:lnTo>
                  <a:lnTo>
                    <a:pt x="181385" y="40417"/>
                  </a:lnTo>
                  <a:lnTo>
                    <a:pt x="182911" y="41255"/>
                  </a:lnTo>
                  <a:lnTo>
                    <a:pt x="183982" y="42140"/>
                  </a:lnTo>
                  <a:lnTo>
                    <a:pt x="184668" y="43545"/>
                  </a:lnTo>
                  <a:lnTo>
                    <a:pt x="185155" y="43937"/>
                  </a:lnTo>
                  <a:lnTo>
                    <a:pt x="188353" y="45629"/>
                  </a:lnTo>
                  <a:lnTo>
                    <a:pt x="189508" y="47256"/>
                  </a:lnTo>
                  <a:lnTo>
                    <a:pt x="191567" y="47820"/>
                  </a:lnTo>
                  <a:lnTo>
                    <a:pt x="192810" y="48674"/>
                  </a:lnTo>
                  <a:lnTo>
                    <a:pt x="195693" y="48272"/>
                  </a:lnTo>
                  <a:lnTo>
                    <a:pt x="196283" y="50183"/>
                  </a:lnTo>
                  <a:lnTo>
                    <a:pt x="200271" y="49478"/>
                  </a:lnTo>
                  <a:lnTo>
                    <a:pt x="202224" y="48877"/>
                  </a:lnTo>
                  <a:lnTo>
                    <a:pt x="206631" y="49667"/>
                  </a:lnTo>
                  <a:lnTo>
                    <a:pt x="206791" y="49856"/>
                  </a:lnTo>
                  <a:lnTo>
                    <a:pt x="209535" y="50030"/>
                  </a:lnTo>
                  <a:lnTo>
                    <a:pt x="211884" y="50982"/>
                  </a:lnTo>
                  <a:lnTo>
                    <a:pt x="213101" y="51022"/>
                  </a:lnTo>
                  <a:lnTo>
                    <a:pt x="214807" y="51721"/>
                  </a:lnTo>
                  <a:lnTo>
                    <a:pt x="216428" y="52207"/>
                  </a:lnTo>
                  <a:lnTo>
                    <a:pt x="218242" y="53276"/>
                  </a:lnTo>
                  <a:lnTo>
                    <a:pt x="218573" y="53261"/>
                  </a:lnTo>
                  <a:lnTo>
                    <a:pt x="220439" y="54593"/>
                  </a:lnTo>
                  <a:lnTo>
                    <a:pt x="220700" y="54555"/>
                  </a:lnTo>
                  <a:lnTo>
                    <a:pt x="221120" y="55019"/>
                  </a:lnTo>
                  <a:lnTo>
                    <a:pt x="221133" y="55353"/>
                  </a:lnTo>
                  <a:lnTo>
                    <a:pt x="221684" y="55832"/>
                  </a:lnTo>
                  <a:lnTo>
                    <a:pt x="222020" y="56742"/>
                  </a:lnTo>
                  <a:lnTo>
                    <a:pt x="222846" y="57270"/>
                  </a:lnTo>
                  <a:lnTo>
                    <a:pt x="222962" y="57983"/>
                  </a:lnTo>
                  <a:lnTo>
                    <a:pt x="223728" y="58319"/>
                  </a:lnTo>
                  <a:lnTo>
                    <a:pt x="223358" y="58725"/>
                  </a:lnTo>
                  <a:lnTo>
                    <a:pt x="223643" y="59262"/>
                  </a:lnTo>
                  <a:lnTo>
                    <a:pt x="223291" y="59686"/>
                  </a:lnTo>
                  <a:lnTo>
                    <a:pt x="223505" y="60007"/>
                  </a:lnTo>
                  <a:lnTo>
                    <a:pt x="223238" y="60264"/>
                  </a:lnTo>
                  <a:lnTo>
                    <a:pt x="223361" y="60697"/>
                  </a:lnTo>
                  <a:lnTo>
                    <a:pt x="223079" y="61224"/>
                  </a:lnTo>
                  <a:lnTo>
                    <a:pt x="223033" y="61977"/>
                  </a:lnTo>
                  <a:lnTo>
                    <a:pt x="223252" y="62215"/>
                  </a:lnTo>
                  <a:lnTo>
                    <a:pt x="223067" y="62724"/>
                  </a:lnTo>
                  <a:lnTo>
                    <a:pt x="223468" y="63109"/>
                  </a:lnTo>
                  <a:lnTo>
                    <a:pt x="223184" y="63230"/>
                  </a:lnTo>
                  <a:lnTo>
                    <a:pt x="223018" y="65052"/>
                  </a:lnTo>
                  <a:lnTo>
                    <a:pt x="222367" y="66263"/>
                  </a:lnTo>
                  <a:lnTo>
                    <a:pt x="222557" y="67005"/>
                  </a:lnTo>
                  <a:lnTo>
                    <a:pt x="223579" y="67984"/>
                  </a:lnTo>
                  <a:lnTo>
                    <a:pt x="224957" y="68262"/>
                  </a:lnTo>
                  <a:lnTo>
                    <a:pt x="228603" y="68194"/>
                  </a:lnTo>
                  <a:lnTo>
                    <a:pt x="229959" y="68948"/>
                  </a:lnTo>
                  <a:lnTo>
                    <a:pt x="230465" y="68940"/>
                  </a:lnTo>
                  <a:lnTo>
                    <a:pt x="232132" y="68137"/>
                  </a:lnTo>
                  <a:lnTo>
                    <a:pt x="240522" y="67387"/>
                  </a:lnTo>
                  <a:lnTo>
                    <a:pt x="242490" y="68850"/>
                  </a:lnTo>
                  <a:lnTo>
                    <a:pt x="243835" y="69381"/>
                  </a:lnTo>
                  <a:lnTo>
                    <a:pt x="245332" y="69572"/>
                  </a:lnTo>
                  <a:lnTo>
                    <a:pt x="247179" y="70880"/>
                  </a:lnTo>
                  <a:lnTo>
                    <a:pt x="250731" y="71726"/>
                  </a:lnTo>
                  <a:lnTo>
                    <a:pt x="253478" y="72032"/>
                  </a:lnTo>
                  <a:lnTo>
                    <a:pt x="255292" y="73235"/>
                  </a:lnTo>
                  <a:lnTo>
                    <a:pt x="257238" y="73571"/>
                  </a:lnTo>
                  <a:lnTo>
                    <a:pt x="262982" y="76369"/>
                  </a:lnTo>
                  <a:lnTo>
                    <a:pt x="266685" y="77449"/>
                  </a:lnTo>
                  <a:lnTo>
                    <a:pt x="271420" y="80087"/>
                  </a:lnTo>
                  <a:lnTo>
                    <a:pt x="271298" y="82601"/>
                  </a:lnTo>
                  <a:lnTo>
                    <a:pt x="269606" y="84687"/>
                  </a:lnTo>
                  <a:lnTo>
                    <a:pt x="270234" y="87595"/>
                  </a:lnTo>
                  <a:lnTo>
                    <a:pt x="271622" y="89990"/>
                  </a:lnTo>
                  <a:lnTo>
                    <a:pt x="270715" y="90979"/>
                  </a:lnTo>
                  <a:lnTo>
                    <a:pt x="270641" y="93778"/>
                  </a:lnTo>
                  <a:lnTo>
                    <a:pt x="269087" y="98181"/>
                  </a:lnTo>
                  <a:lnTo>
                    <a:pt x="267904" y="100444"/>
                  </a:lnTo>
                  <a:lnTo>
                    <a:pt x="266765" y="101434"/>
                  </a:lnTo>
                  <a:lnTo>
                    <a:pt x="265470" y="104822"/>
                  </a:lnTo>
                  <a:lnTo>
                    <a:pt x="264654" y="108506"/>
                  </a:lnTo>
                  <a:lnTo>
                    <a:pt x="263148" y="111026"/>
                  </a:lnTo>
                  <a:lnTo>
                    <a:pt x="262830" y="115152"/>
                  </a:lnTo>
                  <a:lnTo>
                    <a:pt x="263338" y="118827"/>
                  </a:lnTo>
                  <a:lnTo>
                    <a:pt x="263334" y="121148"/>
                  </a:lnTo>
                  <a:lnTo>
                    <a:pt x="267040" y="127685"/>
                  </a:lnTo>
                  <a:lnTo>
                    <a:pt x="268908" y="129635"/>
                  </a:lnTo>
                  <a:lnTo>
                    <a:pt x="271965" y="134061"/>
                  </a:lnTo>
                  <a:lnTo>
                    <a:pt x="272121" y="135900"/>
                  </a:lnTo>
                  <a:lnTo>
                    <a:pt x="273600" y="141222"/>
                  </a:lnTo>
                  <a:lnTo>
                    <a:pt x="275979" y="142160"/>
                  </a:lnTo>
                  <a:lnTo>
                    <a:pt x="278195" y="142107"/>
                  </a:lnTo>
                  <a:lnTo>
                    <a:pt x="279947" y="142550"/>
                  </a:lnTo>
                  <a:lnTo>
                    <a:pt x="282694" y="142687"/>
                  </a:lnTo>
                  <a:lnTo>
                    <a:pt x="285295" y="143902"/>
                  </a:lnTo>
                  <a:lnTo>
                    <a:pt x="286562" y="144207"/>
                  </a:lnTo>
                  <a:lnTo>
                    <a:pt x="287802" y="144163"/>
                  </a:lnTo>
                  <a:lnTo>
                    <a:pt x="289929" y="143135"/>
                  </a:lnTo>
                  <a:lnTo>
                    <a:pt x="290712" y="143155"/>
                  </a:lnTo>
                  <a:lnTo>
                    <a:pt x="291744" y="142709"/>
                  </a:lnTo>
                  <a:lnTo>
                    <a:pt x="293623" y="142390"/>
                  </a:lnTo>
                  <a:lnTo>
                    <a:pt x="294788" y="143342"/>
                  </a:lnTo>
                  <a:lnTo>
                    <a:pt x="296014" y="143906"/>
                  </a:lnTo>
                  <a:lnTo>
                    <a:pt x="300358" y="144416"/>
                  </a:lnTo>
                  <a:lnTo>
                    <a:pt x="303106" y="144445"/>
                  </a:lnTo>
                  <a:lnTo>
                    <a:pt x="304737" y="144920"/>
                  </a:lnTo>
                  <a:lnTo>
                    <a:pt x="308330" y="145423"/>
                  </a:lnTo>
                  <a:lnTo>
                    <a:pt x="309028" y="145852"/>
                  </a:lnTo>
                  <a:lnTo>
                    <a:pt x="311319" y="145872"/>
                  </a:lnTo>
                  <a:lnTo>
                    <a:pt x="312658" y="145503"/>
                  </a:lnTo>
                  <a:lnTo>
                    <a:pt x="315593" y="145287"/>
                  </a:lnTo>
                  <a:lnTo>
                    <a:pt x="318896" y="145580"/>
                  </a:lnTo>
                  <a:lnTo>
                    <a:pt x="322875" y="146278"/>
                  </a:lnTo>
                  <a:lnTo>
                    <a:pt x="325542" y="146436"/>
                  </a:lnTo>
                  <a:lnTo>
                    <a:pt x="326746" y="145871"/>
                  </a:lnTo>
                  <a:lnTo>
                    <a:pt x="330159" y="145598"/>
                  </a:lnTo>
                  <a:lnTo>
                    <a:pt x="333956" y="144280"/>
                  </a:lnTo>
                  <a:lnTo>
                    <a:pt x="337417" y="143627"/>
                  </a:lnTo>
                  <a:lnTo>
                    <a:pt x="340788" y="144858"/>
                  </a:lnTo>
                  <a:lnTo>
                    <a:pt x="342886" y="144874"/>
                  </a:lnTo>
                  <a:lnTo>
                    <a:pt x="345504" y="145600"/>
                  </a:lnTo>
                  <a:lnTo>
                    <a:pt x="347305" y="146429"/>
                  </a:lnTo>
                  <a:lnTo>
                    <a:pt x="348214" y="153369"/>
                  </a:lnTo>
                  <a:lnTo>
                    <a:pt x="348696" y="154542"/>
                  </a:lnTo>
                  <a:lnTo>
                    <a:pt x="350039" y="155978"/>
                  </a:lnTo>
                  <a:lnTo>
                    <a:pt x="351777" y="156036"/>
                  </a:lnTo>
                  <a:lnTo>
                    <a:pt x="359614" y="149858"/>
                  </a:lnTo>
                  <a:lnTo>
                    <a:pt x="361002" y="150808"/>
                  </a:lnTo>
                  <a:lnTo>
                    <a:pt x="364054" y="151300"/>
                  </a:lnTo>
                  <a:lnTo>
                    <a:pt x="365825" y="152140"/>
                  </a:lnTo>
                  <a:lnTo>
                    <a:pt x="369159" y="152983"/>
                  </a:lnTo>
                  <a:lnTo>
                    <a:pt x="370536" y="154153"/>
                  </a:lnTo>
                  <a:lnTo>
                    <a:pt x="372751" y="157625"/>
                  </a:lnTo>
                  <a:lnTo>
                    <a:pt x="375133" y="160237"/>
                  </a:lnTo>
                  <a:lnTo>
                    <a:pt x="375309" y="160702"/>
                  </a:lnTo>
                  <a:lnTo>
                    <a:pt x="375201" y="161901"/>
                  </a:lnTo>
                  <a:lnTo>
                    <a:pt x="373761" y="161342"/>
                  </a:lnTo>
                  <a:lnTo>
                    <a:pt x="371899" y="163849"/>
                  </a:lnTo>
                  <a:lnTo>
                    <a:pt x="371117" y="165459"/>
                  </a:lnTo>
                  <a:lnTo>
                    <a:pt x="371444" y="165630"/>
                  </a:lnTo>
                  <a:lnTo>
                    <a:pt x="371304" y="166495"/>
                  </a:lnTo>
                  <a:lnTo>
                    <a:pt x="371464" y="167575"/>
                  </a:lnTo>
                  <a:lnTo>
                    <a:pt x="372246" y="169885"/>
                  </a:lnTo>
                  <a:lnTo>
                    <a:pt x="373376" y="172199"/>
                  </a:lnTo>
                  <a:lnTo>
                    <a:pt x="374503" y="171926"/>
                  </a:lnTo>
                  <a:lnTo>
                    <a:pt x="375202" y="171016"/>
                  </a:lnTo>
                  <a:lnTo>
                    <a:pt x="376096" y="171115"/>
                  </a:lnTo>
                  <a:lnTo>
                    <a:pt x="377217" y="170904"/>
                  </a:lnTo>
                  <a:lnTo>
                    <a:pt x="377969" y="170191"/>
                  </a:lnTo>
                  <a:lnTo>
                    <a:pt x="379407" y="169903"/>
                  </a:lnTo>
                  <a:lnTo>
                    <a:pt x="379657" y="169514"/>
                  </a:lnTo>
                  <a:lnTo>
                    <a:pt x="380532" y="169296"/>
                  </a:lnTo>
                  <a:lnTo>
                    <a:pt x="381025" y="168840"/>
                  </a:lnTo>
                  <a:lnTo>
                    <a:pt x="381626" y="167909"/>
                  </a:lnTo>
                  <a:lnTo>
                    <a:pt x="382005" y="166407"/>
                  </a:lnTo>
                  <a:lnTo>
                    <a:pt x="380097" y="164423"/>
                  </a:lnTo>
                  <a:lnTo>
                    <a:pt x="380282" y="163911"/>
                  </a:lnTo>
                  <a:lnTo>
                    <a:pt x="381776" y="163006"/>
                  </a:lnTo>
                  <a:lnTo>
                    <a:pt x="383992" y="161915"/>
                  </a:lnTo>
                  <a:lnTo>
                    <a:pt x="385053" y="163037"/>
                  </a:lnTo>
                  <a:lnTo>
                    <a:pt x="386923" y="160758"/>
                  </a:lnTo>
                  <a:lnTo>
                    <a:pt x="389011" y="159215"/>
                  </a:lnTo>
                  <a:lnTo>
                    <a:pt x="391482" y="158034"/>
                  </a:lnTo>
                  <a:lnTo>
                    <a:pt x="391533" y="158275"/>
                  </a:lnTo>
                  <a:lnTo>
                    <a:pt x="392197" y="158571"/>
                  </a:lnTo>
                  <a:lnTo>
                    <a:pt x="392350" y="157797"/>
                  </a:lnTo>
                  <a:lnTo>
                    <a:pt x="393095" y="156723"/>
                  </a:lnTo>
                  <a:lnTo>
                    <a:pt x="396299" y="157428"/>
                  </a:lnTo>
                  <a:lnTo>
                    <a:pt x="396746" y="157779"/>
                  </a:lnTo>
                  <a:lnTo>
                    <a:pt x="398800" y="157061"/>
                  </a:lnTo>
                  <a:lnTo>
                    <a:pt x="400866" y="155911"/>
                  </a:lnTo>
                  <a:lnTo>
                    <a:pt x="402342" y="155520"/>
                  </a:lnTo>
                  <a:lnTo>
                    <a:pt x="402963" y="155598"/>
                  </a:lnTo>
                  <a:lnTo>
                    <a:pt x="401003" y="152647"/>
                  </a:lnTo>
                  <a:lnTo>
                    <a:pt x="399545" y="148897"/>
                  </a:lnTo>
                  <a:lnTo>
                    <a:pt x="397515" y="146210"/>
                  </a:lnTo>
                  <a:lnTo>
                    <a:pt x="401331" y="144275"/>
                  </a:lnTo>
                  <a:lnTo>
                    <a:pt x="404627" y="142966"/>
                  </a:lnTo>
                  <a:lnTo>
                    <a:pt x="403987" y="141965"/>
                  </a:lnTo>
                  <a:lnTo>
                    <a:pt x="405177" y="140366"/>
                  </a:lnTo>
                  <a:lnTo>
                    <a:pt x="405561" y="137953"/>
                  </a:lnTo>
                  <a:lnTo>
                    <a:pt x="405920" y="137908"/>
                  </a:lnTo>
                  <a:lnTo>
                    <a:pt x="406007" y="138311"/>
                  </a:lnTo>
                  <a:lnTo>
                    <a:pt x="406292" y="138350"/>
                  </a:lnTo>
                  <a:lnTo>
                    <a:pt x="406601" y="137818"/>
                  </a:lnTo>
                  <a:lnTo>
                    <a:pt x="406428" y="137140"/>
                  </a:lnTo>
                  <a:lnTo>
                    <a:pt x="406767" y="137056"/>
                  </a:lnTo>
                  <a:lnTo>
                    <a:pt x="407222" y="137479"/>
                  </a:lnTo>
                  <a:lnTo>
                    <a:pt x="407522" y="136767"/>
                  </a:lnTo>
                  <a:lnTo>
                    <a:pt x="408291" y="136912"/>
                  </a:lnTo>
                  <a:lnTo>
                    <a:pt x="408285" y="135592"/>
                  </a:lnTo>
                  <a:lnTo>
                    <a:pt x="410480" y="136103"/>
                  </a:lnTo>
                  <a:lnTo>
                    <a:pt x="410874" y="135585"/>
                  </a:lnTo>
                  <a:lnTo>
                    <a:pt x="410879" y="135342"/>
                  </a:lnTo>
                  <a:lnTo>
                    <a:pt x="410262" y="134718"/>
                  </a:lnTo>
                  <a:lnTo>
                    <a:pt x="410151" y="133628"/>
                  </a:lnTo>
                  <a:lnTo>
                    <a:pt x="410728" y="132171"/>
                  </a:lnTo>
                  <a:lnTo>
                    <a:pt x="412948" y="131866"/>
                  </a:lnTo>
                  <a:lnTo>
                    <a:pt x="415796" y="130788"/>
                  </a:lnTo>
                  <a:lnTo>
                    <a:pt x="416009" y="132538"/>
                  </a:lnTo>
                  <a:lnTo>
                    <a:pt x="417869" y="132352"/>
                  </a:lnTo>
                  <a:lnTo>
                    <a:pt x="425034" y="130642"/>
                  </a:lnTo>
                  <a:lnTo>
                    <a:pt x="425882" y="130909"/>
                  </a:lnTo>
                  <a:lnTo>
                    <a:pt x="426829" y="130701"/>
                  </a:lnTo>
                  <a:lnTo>
                    <a:pt x="434852" y="127648"/>
                  </a:lnTo>
                  <a:lnTo>
                    <a:pt x="436544" y="126671"/>
                  </a:lnTo>
                  <a:lnTo>
                    <a:pt x="438129" y="125387"/>
                  </a:lnTo>
                  <a:lnTo>
                    <a:pt x="443980" y="122128"/>
                  </a:lnTo>
                  <a:lnTo>
                    <a:pt x="446867" y="120832"/>
                  </a:lnTo>
                  <a:lnTo>
                    <a:pt x="449462" y="120189"/>
                  </a:lnTo>
                  <a:lnTo>
                    <a:pt x="455152" y="119369"/>
                  </a:lnTo>
                  <a:lnTo>
                    <a:pt x="463310" y="119043"/>
                  </a:lnTo>
                  <a:lnTo>
                    <a:pt x="469496" y="118265"/>
                  </a:lnTo>
                  <a:lnTo>
                    <a:pt x="477906" y="118284"/>
                  </a:lnTo>
                  <a:lnTo>
                    <a:pt x="481192" y="123644"/>
                  </a:lnTo>
                  <a:lnTo>
                    <a:pt x="481872" y="125617"/>
                  </a:lnTo>
                  <a:lnTo>
                    <a:pt x="484170" y="130487"/>
                  </a:lnTo>
                  <a:lnTo>
                    <a:pt x="484871" y="132830"/>
                  </a:lnTo>
                  <a:lnTo>
                    <a:pt x="489316" y="137603"/>
                  </a:lnTo>
                  <a:lnTo>
                    <a:pt x="491687" y="136813"/>
                  </a:lnTo>
                  <a:lnTo>
                    <a:pt x="492939" y="152776"/>
                  </a:lnTo>
                  <a:lnTo>
                    <a:pt x="489033" y="153910"/>
                  </a:lnTo>
                  <a:lnTo>
                    <a:pt x="485117" y="154590"/>
                  </a:lnTo>
                  <a:lnTo>
                    <a:pt x="478121" y="157428"/>
                  </a:lnTo>
                  <a:lnTo>
                    <a:pt x="471677" y="158921"/>
                  </a:lnTo>
                  <a:lnTo>
                    <a:pt x="469196" y="158986"/>
                  </a:lnTo>
                  <a:lnTo>
                    <a:pt x="467478" y="159376"/>
                  </a:lnTo>
                  <a:lnTo>
                    <a:pt x="462460" y="159749"/>
                  </a:lnTo>
                  <a:lnTo>
                    <a:pt x="461288" y="160156"/>
                  </a:lnTo>
                  <a:lnTo>
                    <a:pt x="463056" y="181071"/>
                  </a:lnTo>
                  <a:lnTo>
                    <a:pt x="443827" y="184152"/>
                  </a:lnTo>
                  <a:lnTo>
                    <a:pt x="446265" y="193826"/>
                  </a:lnTo>
                  <a:lnTo>
                    <a:pt x="438665" y="196035"/>
                  </a:lnTo>
                  <a:lnTo>
                    <a:pt x="435972" y="190866"/>
                  </a:lnTo>
                  <a:lnTo>
                    <a:pt x="435265" y="190141"/>
                  </a:lnTo>
                  <a:lnTo>
                    <a:pt x="432174" y="195274"/>
                  </a:lnTo>
                  <a:lnTo>
                    <a:pt x="433248" y="197617"/>
                  </a:lnTo>
                  <a:lnTo>
                    <a:pt x="424664" y="200518"/>
                  </a:lnTo>
                  <a:lnTo>
                    <a:pt x="426765" y="205523"/>
                  </a:lnTo>
                  <a:lnTo>
                    <a:pt x="424998" y="206271"/>
                  </a:lnTo>
                  <a:lnTo>
                    <a:pt x="423533" y="206898"/>
                  </a:lnTo>
                  <a:lnTo>
                    <a:pt x="423962" y="207352"/>
                  </a:lnTo>
                  <a:lnTo>
                    <a:pt x="424295" y="208438"/>
                  </a:lnTo>
                  <a:lnTo>
                    <a:pt x="425732" y="211176"/>
                  </a:lnTo>
                  <a:lnTo>
                    <a:pt x="426642" y="211879"/>
                  </a:lnTo>
                  <a:lnTo>
                    <a:pt x="427155" y="212874"/>
                  </a:lnTo>
                  <a:lnTo>
                    <a:pt x="427231" y="213913"/>
                  </a:lnTo>
                  <a:lnTo>
                    <a:pt x="426766" y="215763"/>
                  </a:lnTo>
                  <a:lnTo>
                    <a:pt x="428462" y="215586"/>
                  </a:lnTo>
                  <a:lnTo>
                    <a:pt x="428979" y="215228"/>
                  </a:lnTo>
                  <a:lnTo>
                    <a:pt x="428959" y="215012"/>
                  </a:lnTo>
                  <a:lnTo>
                    <a:pt x="429394" y="215026"/>
                  </a:lnTo>
                  <a:lnTo>
                    <a:pt x="429406" y="217298"/>
                  </a:lnTo>
                  <a:lnTo>
                    <a:pt x="430120" y="217877"/>
                  </a:lnTo>
                  <a:lnTo>
                    <a:pt x="430175" y="218183"/>
                  </a:lnTo>
                  <a:lnTo>
                    <a:pt x="431801" y="218854"/>
                  </a:lnTo>
                  <a:lnTo>
                    <a:pt x="432105" y="219530"/>
                  </a:lnTo>
                  <a:lnTo>
                    <a:pt x="433707" y="218796"/>
                  </a:lnTo>
                  <a:lnTo>
                    <a:pt x="434206" y="218906"/>
                  </a:lnTo>
                  <a:lnTo>
                    <a:pt x="435599" y="220948"/>
                  </a:lnTo>
                  <a:lnTo>
                    <a:pt x="436503" y="221704"/>
                  </a:lnTo>
                  <a:lnTo>
                    <a:pt x="435449" y="227125"/>
                  </a:lnTo>
                  <a:lnTo>
                    <a:pt x="435939" y="227065"/>
                  </a:lnTo>
                  <a:lnTo>
                    <a:pt x="435877" y="227447"/>
                  </a:lnTo>
                  <a:lnTo>
                    <a:pt x="435471" y="228401"/>
                  </a:lnTo>
                  <a:lnTo>
                    <a:pt x="434549" y="228385"/>
                  </a:lnTo>
                  <a:lnTo>
                    <a:pt x="434400" y="227679"/>
                  </a:lnTo>
                  <a:lnTo>
                    <a:pt x="433831" y="227941"/>
                  </a:lnTo>
                  <a:lnTo>
                    <a:pt x="434146" y="228424"/>
                  </a:lnTo>
                  <a:lnTo>
                    <a:pt x="434021" y="228633"/>
                  </a:lnTo>
                  <a:lnTo>
                    <a:pt x="433628" y="228642"/>
                  </a:lnTo>
                  <a:lnTo>
                    <a:pt x="433804" y="229123"/>
                  </a:lnTo>
                  <a:lnTo>
                    <a:pt x="433604" y="229229"/>
                  </a:lnTo>
                  <a:lnTo>
                    <a:pt x="433618" y="230229"/>
                  </a:lnTo>
                  <a:lnTo>
                    <a:pt x="433269" y="230893"/>
                  </a:lnTo>
                  <a:lnTo>
                    <a:pt x="432745" y="233166"/>
                  </a:lnTo>
                  <a:lnTo>
                    <a:pt x="432995" y="235217"/>
                  </a:lnTo>
                  <a:lnTo>
                    <a:pt x="433462" y="235280"/>
                  </a:lnTo>
                  <a:lnTo>
                    <a:pt x="434346" y="236542"/>
                  </a:lnTo>
                  <a:lnTo>
                    <a:pt x="435280" y="240406"/>
                  </a:lnTo>
                  <a:lnTo>
                    <a:pt x="437280" y="239494"/>
                  </a:lnTo>
                  <a:lnTo>
                    <a:pt x="439223" y="239400"/>
                  </a:lnTo>
                  <a:lnTo>
                    <a:pt x="444063" y="237945"/>
                  </a:lnTo>
                  <a:lnTo>
                    <a:pt x="445545" y="237698"/>
                  </a:lnTo>
                  <a:lnTo>
                    <a:pt x="446578" y="238898"/>
                  </a:lnTo>
                  <a:lnTo>
                    <a:pt x="445810" y="239169"/>
                  </a:lnTo>
                  <a:lnTo>
                    <a:pt x="446208" y="241569"/>
                  </a:lnTo>
                  <a:lnTo>
                    <a:pt x="445831" y="241681"/>
                  </a:lnTo>
                  <a:lnTo>
                    <a:pt x="446039" y="242391"/>
                  </a:lnTo>
                  <a:lnTo>
                    <a:pt x="447259" y="241860"/>
                  </a:lnTo>
                  <a:lnTo>
                    <a:pt x="447765" y="242754"/>
                  </a:lnTo>
                  <a:lnTo>
                    <a:pt x="447121" y="243062"/>
                  </a:lnTo>
                  <a:lnTo>
                    <a:pt x="448264" y="245546"/>
                  </a:lnTo>
                  <a:lnTo>
                    <a:pt x="449969" y="244927"/>
                  </a:lnTo>
                  <a:lnTo>
                    <a:pt x="450898" y="247239"/>
                  </a:lnTo>
                  <a:lnTo>
                    <a:pt x="451170" y="247301"/>
                  </a:lnTo>
                  <a:lnTo>
                    <a:pt x="455196" y="244465"/>
                  </a:lnTo>
                  <a:lnTo>
                    <a:pt x="455735" y="244300"/>
                  </a:lnTo>
                  <a:lnTo>
                    <a:pt x="456265" y="245028"/>
                  </a:lnTo>
                  <a:lnTo>
                    <a:pt x="458386" y="244242"/>
                  </a:lnTo>
                  <a:lnTo>
                    <a:pt x="458764" y="244909"/>
                  </a:lnTo>
                  <a:lnTo>
                    <a:pt x="460290" y="244266"/>
                  </a:lnTo>
                  <a:lnTo>
                    <a:pt x="460473" y="244688"/>
                  </a:lnTo>
                  <a:lnTo>
                    <a:pt x="461114" y="244394"/>
                  </a:lnTo>
                  <a:lnTo>
                    <a:pt x="461771" y="244976"/>
                  </a:lnTo>
                  <a:lnTo>
                    <a:pt x="463061" y="244661"/>
                  </a:lnTo>
                  <a:lnTo>
                    <a:pt x="463974" y="245146"/>
                  </a:lnTo>
                  <a:lnTo>
                    <a:pt x="465087" y="245375"/>
                  </a:lnTo>
                  <a:lnTo>
                    <a:pt x="468327" y="247540"/>
                  </a:lnTo>
                  <a:lnTo>
                    <a:pt x="471905" y="248640"/>
                  </a:lnTo>
                  <a:lnTo>
                    <a:pt x="476028" y="250365"/>
                  </a:lnTo>
                  <a:lnTo>
                    <a:pt x="480684" y="253663"/>
                  </a:lnTo>
                  <a:lnTo>
                    <a:pt x="487626" y="257411"/>
                  </a:lnTo>
                  <a:lnTo>
                    <a:pt x="487996" y="263440"/>
                  </a:lnTo>
                  <a:lnTo>
                    <a:pt x="488404" y="264662"/>
                  </a:lnTo>
                  <a:lnTo>
                    <a:pt x="487670" y="265407"/>
                  </a:lnTo>
                  <a:lnTo>
                    <a:pt x="488080" y="265898"/>
                  </a:lnTo>
                  <a:lnTo>
                    <a:pt x="482862" y="268976"/>
                  </a:lnTo>
                  <a:lnTo>
                    <a:pt x="481382" y="270219"/>
                  </a:lnTo>
                  <a:lnTo>
                    <a:pt x="479226" y="273254"/>
                  </a:lnTo>
                  <a:lnTo>
                    <a:pt x="476634" y="275233"/>
                  </a:lnTo>
                  <a:lnTo>
                    <a:pt x="473432" y="277048"/>
                  </a:lnTo>
                  <a:lnTo>
                    <a:pt x="471723" y="276388"/>
                  </a:lnTo>
                  <a:lnTo>
                    <a:pt x="470171" y="276162"/>
                  </a:lnTo>
                  <a:lnTo>
                    <a:pt x="469737" y="275603"/>
                  </a:lnTo>
                  <a:lnTo>
                    <a:pt x="467131" y="275456"/>
                  </a:lnTo>
                  <a:lnTo>
                    <a:pt x="466684" y="275969"/>
                  </a:lnTo>
                  <a:lnTo>
                    <a:pt x="466753" y="276652"/>
                  </a:lnTo>
                  <a:lnTo>
                    <a:pt x="465023" y="278350"/>
                  </a:lnTo>
                  <a:lnTo>
                    <a:pt x="463862" y="279142"/>
                  </a:lnTo>
                  <a:lnTo>
                    <a:pt x="460652" y="278179"/>
                  </a:lnTo>
                  <a:lnTo>
                    <a:pt x="459260" y="278350"/>
                  </a:lnTo>
                  <a:lnTo>
                    <a:pt x="459347" y="279328"/>
                  </a:lnTo>
                  <a:lnTo>
                    <a:pt x="455616" y="280550"/>
                  </a:lnTo>
                  <a:lnTo>
                    <a:pt x="453901" y="280867"/>
                  </a:lnTo>
                  <a:lnTo>
                    <a:pt x="453857" y="280613"/>
                  </a:lnTo>
                  <a:lnTo>
                    <a:pt x="451254" y="281878"/>
                  </a:lnTo>
                  <a:lnTo>
                    <a:pt x="451212" y="281613"/>
                  </a:lnTo>
                  <a:lnTo>
                    <a:pt x="449435" y="282122"/>
                  </a:lnTo>
                  <a:lnTo>
                    <a:pt x="449085" y="280662"/>
                  </a:lnTo>
                  <a:lnTo>
                    <a:pt x="440184" y="282715"/>
                  </a:lnTo>
                  <a:lnTo>
                    <a:pt x="438427" y="283873"/>
                  </a:lnTo>
                  <a:lnTo>
                    <a:pt x="437852" y="283660"/>
                  </a:lnTo>
                  <a:lnTo>
                    <a:pt x="437241" y="284057"/>
                  </a:lnTo>
                  <a:lnTo>
                    <a:pt x="437090" y="285141"/>
                  </a:lnTo>
                  <a:lnTo>
                    <a:pt x="436410" y="285586"/>
                  </a:lnTo>
                  <a:lnTo>
                    <a:pt x="435373" y="285790"/>
                  </a:lnTo>
                  <a:lnTo>
                    <a:pt x="435040" y="286367"/>
                  </a:lnTo>
                  <a:lnTo>
                    <a:pt x="435034" y="287162"/>
                  </a:lnTo>
                  <a:lnTo>
                    <a:pt x="433889" y="287507"/>
                  </a:lnTo>
                  <a:lnTo>
                    <a:pt x="432633" y="288720"/>
                  </a:lnTo>
                  <a:lnTo>
                    <a:pt x="431274" y="289210"/>
                  </a:lnTo>
                  <a:lnTo>
                    <a:pt x="430597" y="288318"/>
                  </a:lnTo>
                  <a:lnTo>
                    <a:pt x="429998" y="288480"/>
                  </a:lnTo>
                  <a:lnTo>
                    <a:pt x="429492" y="287807"/>
                  </a:lnTo>
                  <a:lnTo>
                    <a:pt x="428917" y="288826"/>
                  </a:lnTo>
                  <a:lnTo>
                    <a:pt x="424617" y="288946"/>
                  </a:lnTo>
                  <a:lnTo>
                    <a:pt x="424738" y="289309"/>
                  </a:lnTo>
                  <a:lnTo>
                    <a:pt x="424342" y="289539"/>
                  </a:lnTo>
                  <a:lnTo>
                    <a:pt x="421676" y="290094"/>
                  </a:lnTo>
                  <a:lnTo>
                    <a:pt x="419678" y="292958"/>
                  </a:lnTo>
                  <a:lnTo>
                    <a:pt x="419353" y="293997"/>
                  </a:lnTo>
                  <a:lnTo>
                    <a:pt x="413928" y="294501"/>
                  </a:lnTo>
                  <a:lnTo>
                    <a:pt x="410453" y="295487"/>
                  </a:lnTo>
                  <a:lnTo>
                    <a:pt x="405828" y="297778"/>
                  </a:lnTo>
                  <a:lnTo>
                    <a:pt x="405035" y="298645"/>
                  </a:lnTo>
                  <a:lnTo>
                    <a:pt x="403161" y="300054"/>
                  </a:lnTo>
                  <a:lnTo>
                    <a:pt x="402195" y="301622"/>
                  </a:lnTo>
                  <a:lnTo>
                    <a:pt x="406503" y="303752"/>
                  </a:lnTo>
                  <a:lnTo>
                    <a:pt x="403420" y="307809"/>
                  </a:lnTo>
                  <a:lnTo>
                    <a:pt x="401182" y="311498"/>
                  </a:lnTo>
                  <a:lnTo>
                    <a:pt x="408253" y="318119"/>
                  </a:lnTo>
                  <a:lnTo>
                    <a:pt x="411280" y="322288"/>
                  </a:lnTo>
                  <a:lnTo>
                    <a:pt x="414208" y="318635"/>
                  </a:lnTo>
                  <a:lnTo>
                    <a:pt x="416999" y="316126"/>
                  </a:lnTo>
                  <a:lnTo>
                    <a:pt x="423255" y="309203"/>
                  </a:lnTo>
                  <a:lnTo>
                    <a:pt x="427602" y="306437"/>
                  </a:lnTo>
                  <a:lnTo>
                    <a:pt x="427974" y="306533"/>
                  </a:lnTo>
                  <a:lnTo>
                    <a:pt x="429502" y="309145"/>
                  </a:lnTo>
                  <a:lnTo>
                    <a:pt x="430717" y="308007"/>
                  </a:lnTo>
                  <a:lnTo>
                    <a:pt x="431288" y="309077"/>
                  </a:lnTo>
                  <a:lnTo>
                    <a:pt x="432241" y="310170"/>
                  </a:lnTo>
                  <a:lnTo>
                    <a:pt x="432839" y="310375"/>
                  </a:lnTo>
                  <a:lnTo>
                    <a:pt x="433775" y="311264"/>
                  </a:lnTo>
                  <a:lnTo>
                    <a:pt x="434318" y="311307"/>
                  </a:lnTo>
                  <a:lnTo>
                    <a:pt x="435596" y="312769"/>
                  </a:lnTo>
                  <a:lnTo>
                    <a:pt x="436578" y="312331"/>
                  </a:lnTo>
                  <a:lnTo>
                    <a:pt x="437433" y="312271"/>
                  </a:lnTo>
                  <a:lnTo>
                    <a:pt x="440618" y="313772"/>
                  </a:lnTo>
                  <a:lnTo>
                    <a:pt x="443824" y="323098"/>
                  </a:lnTo>
                  <a:lnTo>
                    <a:pt x="448608" y="320778"/>
                  </a:lnTo>
                  <a:lnTo>
                    <a:pt x="448378" y="321301"/>
                  </a:lnTo>
                  <a:lnTo>
                    <a:pt x="449047" y="323465"/>
                  </a:lnTo>
                  <a:lnTo>
                    <a:pt x="450532" y="325046"/>
                  </a:lnTo>
                  <a:lnTo>
                    <a:pt x="450262" y="326594"/>
                  </a:lnTo>
                  <a:lnTo>
                    <a:pt x="450496" y="328081"/>
                  </a:lnTo>
                  <a:lnTo>
                    <a:pt x="451295" y="328851"/>
                  </a:lnTo>
                  <a:lnTo>
                    <a:pt x="451899" y="328927"/>
                  </a:lnTo>
                  <a:lnTo>
                    <a:pt x="453588" y="330271"/>
                  </a:lnTo>
                  <a:lnTo>
                    <a:pt x="453533" y="330587"/>
                  </a:lnTo>
                  <a:lnTo>
                    <a:pt x="453960" y="331356"/>
                  </a:lnTo>
                  <a:lnTo>
                    <a:pt x="454009" y="332405"/>
                  </a:lnTo>
                  <a:lnTo>
                    <a:pt x="454762" y="333115"/>
                  </a:lnTo>
                  <a:lnTo>
                    <a:pt x="455952" y="333259"/>
                  </a:lnTo>
                  <a:lnTo>
                    <a:pt x="456437" y="335292"/>
                  </a:lnTo>
                  <a:lnTo>
                    <a:pt x="457314" y="336279"/>
                  </a:lnTo>
                  <a:lnTo>
                    <a:pt x="457983" y="336739"/>
                  </a:lnTo>
                  <a:lnTo>
                    <a:pt x="459097" y="336789"/>
                  </a:lnTo>
                  <a:lnTo>
                    <a:pt x="460687" y="340212"/>
                  </a:lnTo>
                  <a:lnTo>
                    <a:pt x="464791" y="340020"/>
                  </a:lnTo>
                  <a:lnTo>
                    <a:pt x="465971" y="340847"/>
                  </a:lnTo>
                  <a:lnTo>
                    <a:pt x="469637" y="342598"/>
                  </a:lnTo>
                  <a:lnTo>
                    <a:pt x="472886" y="344262"/>
                  </a:lnTo>
                  <a:lnTo>
                    <a:pt x="474534" y="345406"/>
                  </a:lnTo>
                  <a:lnTo>
                    <a:pt x="477582" y="348986"/>
                  </a:lnTo>
                  <a:lnTo>
                    <a:pt x="478588" y="349853"/>
                  </a:lnTo>
                  <a:lnTo>
                    <a:pt x="480856" y="349647"/>
                  </a:lnTo>
                  <a:lnTo>
                    <a:pt x="481575" y="349771"/>
                  </a:lnTo>
                  <a:lnTo>
                    <a:pt x="482068" y="350126"/>
                  </a:lnTo>
                  <a:lnTo>
                    <a:pt x="482591" y="349866"/>
                  </a:lnTo>
                  <a:lnTo>
                    <a:pt x="482684" y="352933"/>
                  </a:lnTo>
                  <a:lnTo>
                    <a:pt x="481837" y="352866"/>
                  </a:lnTo>
                  <a:lnTo>
                    <a:pt x="481881" y="354030"/>
                  </a:lnTo>
                  <a:lnTo>
                    <a:pt x="479919" y="354884"/>
                  </a:lnTo>
                  <a:lnTo>
                    <a:pt x="478728" y="354243"/>
                  </a:lnTo>
                  <a:lnTo>
                    <a:pt x="478752" y="353971"/>
                  </a:lnTo>
                  <a:lnTo>
                    <a:pt x="478309" y="353592"/>
                  </a:lnTo>
                  <a:lnTo>
                    <a:pt x="477908" y="353531"/>
                  </a:lnTo>
                  <a:lnTo>
                    <a:pt x="477539" y="354248"/>
                  </a:lnTo>
                  <a:lnTo>
                    <a:pt x="477002" y="354044"/>
                  </a:lnTo>
                  <a:lnTo>
                    <a:pt x="476586" y="354617"/>
                  </a:lnTo>
                  <a:lnTo>
                    <a:pt x="476667" y="353543"/>
                  </a:lnTo>
                  <a:lnTo>
                    <a:pt x="475832" y="353191"/>
                  </a:lnTo>
                  <a:lnTo>
                    <a:pt x="475625" y="353475"/>
                  </a:lnTo>
                  <a:lnTo>
                    <a:pt x="475731" y="355026"/>
                  </a:lnTo>
                  <a:lnTo>
                    <a:pt x="475517" y="355205"/>
                  </a:lnTo>
                  <a:lnTo>
                    <a:pt x="474835" y="354755"/>
                  </a:lnTo>
                  <a:lnTo>
                    <a:pt x="474864" y="354067"/>
                  </a:lnTo>
                  <a:lnTo>
                    <a:pt x="474546" y="353398"/>
                  </a:lnTo>
                  <a:lnTo>
                    <a:pt x="473739" y="352960"/>
                  </a:lnTo>
                  <a:lnTo>
                    <a:pt x="473563" y="353070"/>
                  </a:lnTo>
                  <a:lnTo>
                    <a:pt x="473630" y="354125"/>
                  </a:lnTo>
                  <a:lnTo>
                    <a:pt x="473410" y="354437"/>
                  </a:lnTo>
                  <a:lnTo>
                    <a:pt x="472594" y="353643"/>
                  </a:lnTo>
                  <a:lnTo>
                    <a:pt x="472163" y="353693"/>
                  </a:lnTo>
                  <a:lnTo>
                    <a:pt x="471825" y="354623"/>
                  </a:lnTo>
                  <a:lnTo>
                    <a:pt x="472006" y="355717"/>
                  </a:lnTo>
                  <a:lnTo>
                    <a:pt x="471093" y="356974"/>
                  </a:lnTo>
                  <a:lnTo>
                    <a:pt x="470112" y="357134"/>
                  </a:lnTo>
                  <a:lnTo>
                    <a:pt x="468947" y="358078"/>
                  </a:lnTo>
                  <a:lnTo>
                    <a:pt x="468063" y="358025"/>
                  </a:lnTo>
                  <a:lnTo>
                    <a:pt x="466277" y="358955"/>
                  </a:lnTo>
                  <a:lnTo>
                    <a:pt x="464769" y="358403"/>
                  </a:lnTo>
                  <a:lnTo>
                    <a:pt x="463518" y="358313"/>
                  </a:lnTo>
                  <a:lnTo>
                    <a:pt x="462629" y="357840"/>
                  </a:lnTo>
                  <a:lnTo>
                    <a:pt x="462689" y="356691"/>
                  </a:lnTo>
                  <a:lnTo>
                    <a:pt x="462370" y="356383"/>
                  </a:lnTo>
                  <a:lnTo>
                    <a:pt x="461718" y="356367"/>
                  </a:lnTo>
                  <a:lnTo>
                    <a:pt x="460433" y="357060"/>
                  </a:lnTo>
                  <a:lnTo>
                    <a:pt x="459399" y="356390"/>
                  </a:lnTo>
                  <a:lnTo>
                    <a:pt x="457630" y="355835"/>
                  </a:lnTo>
                  <a:lnTo>
                    <a:pt x="457508" y="356205"/>
                  </a:lnTo>
                  <a:lnTo>
                    <a:pt x="458416" y="357183"/>
                  </a:lnTo>
                  <a:lnTo>
                    <a:pt x="458209" y="357644"/>
                  </a:lnTo>
                  <a:lnTo>
                    <a:pt x="457047" y="358373"/>
                  </a:lnTo>
                  <a:lnTo>
                    <a:pt x="456977" y="359357"/>
                  </a:lnTo>
                  <a:lnTo>
                    <a:pt x="457439" y="360633"/>
                  </a:lnTo>
                  <a:lnTo>
                    <a:pt x="455926" y="360733"/>
                  </a:lnTo>
                  <a:lnTo>
                    <a:pt x="455652" y="361087"/>
                  </a:lnTo>
                  <a:lnTo>
                    <a:pt x="455686" y="361938"/>
                  </a:lnTo>
                  <a:lnTo>
                    <a:pt x="455338" y="363349"/>
                  </a:lnTo>
                  <a:lnTo>
                    <a:pt x="451813" y="365867"/>
                  </a:lnTo>
                  <a:lnTo>
                    <a:pt x="450346" y="366082"/>
                  </a:lnTo>
                  <a:lnTo>
                    <a:pt x="449882" y="365148"/>
                  </a:lnTo>
                  <a:lnTo>
                    <a:pt x="449033" y="364712"/>
                  </a:lnTo>
                  <a:lnTo>
                    <a:pt x="448570" y="365142"/>
                  </a:lnTo>
                  <a:lnTo>
                    <a:pt x="448149" y="366158"/>
                  </a:lnTo>
                  <a:lnTo>
                    <a:pt x="447402" y="366662"/>
                  </a:lnTo>
                  <a:lnTo>
                    <a:pt x="446834" y="366594"/>
                  </a:lnTo>
                  <a:lnTo>
                    <a:pt x="447037" y="365855"/>
                  </a:lnTo>
                  <a:lnTo>
                    <a:pt x="446191" y="365963"/>
                  </a:lnTo>
                  <a:lnTo>
                    <a:pt x="445812" y="365708"/>
                  </a:lnTo>
                  <a:lnTo>
                    <a:pt x="446624" y="364735"/>
                  </a:lnTo>
                  <a:lnTo>
                    <a:pt x="446517" y="364376"/>
                  </a:lnTo>
                  <a:lnTo>
                    <a:pt x="445700" y="364765"/>
                  </a:lnTo>
                  <a:lnTo>
                    <a:pt x="443641" y="364136"/>
                  </a:lnTo>
                  <a:lnTo>
                    <a:pt x="442699" y="363492"/>
                  </a:lnTo>
                  <a:lnTo>
                    <a:pt x="441691" y="363287"/>
                  </a:lnTo>
                  <a:lnTo>
                    <a:pt x="441246" y="362309"/>
                  </a:lnTo>
                  <a:lnTo>
                    <a:pt x="441549" y="361621"/>
                  </a:lnTo>
                  <a:lnTo>
                    <a:pt x="441314" y="361329"/>
                  </a:lnTo>
                  <a:lnTo>
                    <a:pt x="439130" y="361945"/>
                  </a:lnTo>
                  <a:lnTo>
                    <a:pt x="438534" y="360898"/>
                  </a:lnTo>
                  <a:lnTo>
                    <a:pt x="437939" y="360675"/>
                  </a:lnTo>
                  <a:lnTo>
                    <a:pt x="437699" y="360696"/>
                  </a:lnTo>
                  <a:lnTo>
                    <a:pt x="437522" y="361336"/>
                  </a:lnTo>
                  <a:lnTo>
                    <a:pt x="437110" y="361732"/>
                  </a:lnTo>
                  <a:lnTo>
                    <a:pt x="436645" y="360989"/>
                  </a:lnTo>
                  <a:lnTo>
                    <a:pt x="435995" y="360520"/>
                  </a:lnTo>
                  <a:lnTo>
                    <a:pt x="434763" y="361098"/>
                  </a:lnTo>
                  <a:lnTo>
                    <a:pt x="433436" y="360193"/>
                  </a:lnTo>
                  <a:lnTo>
                    <a:pt x="432719" y="360109"/>
                  </a:lnTo>
                  <a:lnTo>
                    <a:pt x="432422" y="360410"/>
                  </a:lnTo>
                  <a:lnTo>
                    <a:pt x="432659" y="361917"/>
                  </a:lnTo>
                  <a:lnTo>
                    <a:pt x="432345" y="361865"/>
                  </a:lnTo>
                  <a:lnTo>
                    <a:pt x="431948" y="361313"/>
                  </a:lnTo>
                  <a:lnTo>
                    <a:pt x="431031" y="361118"/>
                  </a:lnTo>
                  <a:lnTo>
                    <a:pt x="430193" y="362203"/>
                  </a:lnTo>
                  <a:lnTo>
                    <a:pt x="429835" y="361725"/>
                  </a:lnTo>
                  <a:lnTo>
                    <a:pt x="429602" y="361898"/>
                  </a:lnTo>
                  <a:lnTo>
                    <a:pt x="429324" y="361684"/>
                  </a:lnTo>
                  <a:lnTo>
                    <a:pt x="428886" y="360202"/>
                  </a:lnTo>
                  <a:lnTo>
                    <a:pt x="427841" y="359842"/>
                  </a:lnTo>
                  <a:lnTo>
                    <a:pt x="427939" y="357912"/>
                  </a:lnTo>
                  <a:lnTo>
                    <a:pt x="427540" y="357478"/>
                  </a:lnTo>
                  <a:lnTo>
                    <a:pt x="426091" y="357249"/>
                  </a:lnTo>
                  <a:lnTo>
                    <a:pt x="426232" y="356726"/>
                  </a:lnTo>
                  <a:lnTo>
                    <a:pt x="426006" y="355866"/>
                  </a:lnTo>
                  <a:lnTo>
                    <a:pt x="426361" y="355441"/>
                  </a:lnTo>
                  <a:lnTo>
                    <a:pt x="425912" y="355288"/>
                  </a:lnTo>
                  <a:lnTo>
                    <a:pt x="425889" y="354966"/>
                  </a:lnTo>
                  <a:lnTo>
                    <a:pt x="425239" y="354777"/>
                  </a:lnTo>
                  <a:lnTo>
                    <a:pt x="425430" y="355936"/>
                  </a:lnTo>
                  <a:lnTo>
                    <a:pt x="425061" y="356827"/>
                  </a:lnTo>
                  <a:lnTo>
                    <a:pt x="424407" y="356660"/>
                  </a:lnTo>
                  <a:lnTo>
                    <a:pt x="424368" y="355979"/>
                  </a:lnTo>
                  <a:lnTo>
                    <a:pt x="423916" y="355583"/>
                  </a:lnTo>
                  <a:lnTo>
                    <a:pt x="421985" y="356150"/>
                  </a:lnTo>
                  <a:lnTo>
                    <a:pt x="421704" y="354800"/>
                  </a:lnTo>
                  <a:lnTo>
                    <a:pt x="419548" y="353977"/>
                  </a:lnTo>
                  <a:lnTo>
                    <a:pt x="419823" y="352598"/>
                  </a:lnTo>
                  <a:lnTo>
                    <a:pt x="417803" y="353032"/>
                  </a:lnTo>
                  <a:lnTo>
                    <a:pt x="417469" y="352705"/>
                  </a:lnTo>
                  <a:lnTo>
                    <a:pt x="417559" y="351747"/>
                  </a:lnTo>
                  <a:lnTo>
                    <a:pt x="416483" y="351289"/>
                  </a:lnTo>
                  <a:lnTo>
                    <a:pt x="416271" y="351489"/>
                  </a:lnTo>
                  <a:lnTo>
                    <a:pt x="416305" y="352712"/>
                  </a:lnTo>
                  <a:lnTo>
                    <a:pt x="415001" y="352013"/>
                  </a:lnTo>
                  <a:lnTo>
                    <a:pt x="414507" y="352304"/>
                  </a:lnTo>
                  <a:lnTo>
                    <a:pt x="414142" y="352260"/>
                  </a:lnTo>
                  <a:lnTo>
                    <a:pt x="413538" y="353082"/>
                  </a:lnTo>
                  <a:lnTo>
                    <a:pt x="412494" y="352493"/>
                  </a:lnTo>
                  <a:lnTo>
                    <a:pt x="411192" y="353301"/>
                  </a:lnTo>
                  <a:lnTo>
                    <a:pt x="410713" y="354626"/>
                  </a:lnTo>
                  <a:lnTo>
                    <a:pt x="410934" y="356186"/>
                  </a:lnTo>
                  <a:lnTo>
                    <a:pt x="411906" y="359364"/>
                  </a:lnTo>
                  <a:lnTo>
                    <a:pt x="411597" y="364373"/>
                  </a:lnTo>
                  <a:lnTo>
                    <a:pt x="410652" y="369136"/>
                  </a:lnTo>
                  <a:lnTo>
                    <a:pt x="408573" y="369269"/>
                  </a:lnTo>
                  <a:lnTo>
                    <a:pt x="408046" y="369001"/>
                  </a:lnTo>
                  <a:lnTo>
                    <a:pt x="406963" y="368985"/>
                  </a:lnTo>
                  <a:lnTo>
                    <a:pt x="403789" y="369663"/>
                  </a:lnTo>
                  <a:lnTo>
                    <a:pt x="401502" y="369264"/>
                  </a:lnTo>
                  <a:lnTo>
                    <a:pt x="399335" y="369288"/>
                  </a:lnTo>
                  <a:lnTo>
                    <a:pt x="396431" y="370559"/>
                  </a:lnTo>
                  <a:lnTo>
                    <a:pt x="390467" y="369914"/>
                  </a:lnTo>
                  <a:lnTo>
                    <a:pt x="389363" y="369243"/>
                  </a:lnTo>
                  <a:lnTo>
                    <a:pt x="387854" y="367813"/>
                  </a:lnTo>
                  <a:lnTo>
                    <a:pt x="385628" y="367620"/>
                  </a:lnTo>
                  <a:lnTo>
                    <a:pt x="383920" y="366092"/>
                  </a:lnTo>
                  <a:lnTo>
                    <a:pt x="382648" y="365400"/>
                  </a:lnTo>
                  <a:lnTo>
                    <a:pt x="381611" y="364056"/>
                  </a:lnTo>
                  <a:lnTo>
                    <a:pt x="381286" y="362589"/>
                  </a:lnTo>
                  <a:lnTo>
                    <a:pt x="380094" y="360195"/>
                  </a:lnTo>
                  <a:lnTo>
                    <a:pt x="379982" y="358763"/>
                  </a:lnTo>
                  <a:lnTo>
                    <a:pt x="379264" y="357383"/>
                  </a:lnTo>
                  <a:lnTo>
                    <a:pt x="376931" y="355194"/>
                  </a:lnTo>
                  <a:lnTo>
                    <a:pt x="375917" y="353622"/>
                  </a:lnTo>
                  <a:lnTo>
                    <a:pt x="374255" y="352256"/>
                  </a:lnTo>
                  <a:lnTo>
                    <a:pt x="372311" y="353526"/>
                  </a:lnTo>
                  <a:lnTo>
                    <a:pt x="370069" y="353436"/>
                  </a:lnTo>
                  <a:lnTo>
                    <a:pt x="368880" y="353710"/>
                  </a:lnTo>
                  <a:lnTo>
                    <a:pt x="367243" y="353321"/>
                  </a:lnTo>
                  <a:lnTo>
                    <a:pt x="365219" y="353452"/>
                  </a:lnTo>
                  <a:lnTo>
                    <a:pt x="363098" y="354247"/>
                  </a:lnTo>
                  <a:lnTo>
                    <a:pt x="362682" y="354049"/>
                  </a:lnTo>
                  <a:lnTo>
                    <a:pt x="360692" y="355031"/>
                  </a:lnTo>
                  <a:lnTo>
                    <a:pt x="360513" y="354073"/>
                  </a:lnTo>
                  <a:lnTo>
                    <a:pt x="360226" y="354040"/>
                  </a:lnTo>
                  <a:lnTo>
                    <a:pt x="357752" y="355028"/>
                  </a:lnTo>
                  <a:lnTo>
                    <a:pt x="355429" y="354861"/>
                  </a:lnTo>
                  <a:lnTo>
                    <a:pt x="353546" y="355324"/>
                  </a:lnTo>
                  <a:lnTo>
                    <a:pt x="351719" y="355990"/>
                  </a:lnTo>
                  <a:lnTo>
                    <a:pt x="349428" y="358227"/>
                  </a:lnTo>
                  <a:lnTo>
                    <a:pt x="347488" y="358956"/>
                  </a:lnTo>
                  <a:lnTo>
                    <a:pt x="346196" y="360224"/>
                  </a:lnTo>
                  <a:lnTo>
                    <a:pt x="344797" y="360980"/>
                  </a:lnTo>
                  <a:lnTo>
                    <a:pt x="342570" y="362968"/>
                  </a:lnTo>
                  <a:lnTo>
                    <a:pt x="340997" y="362239"/>
                  </a:lnTo>
                  <a:lnTo>
                    <a:pt x="340325" y="362324"/>
                  </a:lnTo>
                  <a:lnTo>
                    <a:pt x="339083" y="363168"/>
                  </a:lnTo>
                  <a:lnTo>
                    <a:pt x="338844" y="362473"/>
                  </a:lnTo>
                  <a:lnTo>
                    <a:pt x="338543" y="362280"/>
                  </a:lnTo>
                  <a:lnTo>
                    <a:pt x="337927" y="362202"/>
                  </a:lnTo>
                  <a:lnTo>
                    <a:pt x="337159" y="361793"/>
                  </a:lnTo>
                  <a:lnTo>
                    <a:pt x="337011" y="361493"/>
                  </a:lnTo>
                  <a:lnTo>
                    <a:pt x="335253" y="361135"/>
                  </a:lnTo>
                  <a:lnTo>
                    <a:pt x="333324" y="362651"/>
                  </a:lnTo>
                  <a:lnTo>
                    <a:pt x="332784" y="363607"/>
                  </a:lnTo>
                  <a:lnTo>
                    <a:pt x="331910" y="363953"/>
                  </a:lnTo>
                  <a:lnTo>
                    <a:pt x="331102" y="363899"/>
                  </a:lnTo>
                  <a:lnTo>
                    <a:pt x="331184" y="363568"/>
                  </a:lnTo>
                  <a:lnTo>
                    <a:pt x="330863" y="363692"/>
                  </a:lnTo>
                  <a:lnTo>
                    <a:pt x="331009" y="363393"/>
                  </a:lnTo>
                  <a:lnTo>
                    <a:pt x="330485" y="363239"/>
                  </a:lnTo>
                  <a:lnTo>
                    <a:pt x="330832" y="362852"/>
                  </a:lnTo>
                  <a:lnTo>
                    <a:pt x="330654" y="362947"/>
                  </a:lnTo>
                  <a:lnTo>
                    <a:pt x="330056" y="362253"/>
                  </a:lnTo>
                  <a:lnTo>
                    <a:pt x="329530" y="361040"/>
                  </a:lnTo>
                  <a:lnTo>
                    <a:pt x="328585" y="360088"/>
                  </a:lnTo>
                  <a:lnTo>
                    <a:pt x="328397" y="358953"/>
                  </a:lnTo>
                  <a:lnTo>
                    <a:pt x="327940" y="358526"/>
                  </a:lnTo>
                  <a:lnTo>
                    <a:pt x="328099" y="358514"/>
                  </a:lnTo>
                  <a:lnTo>
                    <a:pt x="328026" y="358253"/>
                  </a:lnTo>
                  <a:lnTo>
                    <a:pt x="327559" y="357906"/>
                  </a:lnTo>
                  <a:lnTo>
                    <a:pt x="327333" y="357207"/>
                  </a:lnTo>
                  <a:lnTo>
                    <a:pt x="326199" y="355805"/>
                  </a:lnTo>
                  <a:lnTo>
                    <a:pt x="325958" y="355141"/>
                  </a:lnTo>
                  <a:lnTo>
                    <a:pt x="325578" y="354973"/>
                  </a:lnTo>
                  <a:lnTo>
                    <a:pt x="325971" y="353963"/>
                  </a:lnTo>
                  <a:lnTo>
                    <a:pt x="324936" y="351769"/>
                  </a:lnTo>
                  <a:lnTo>
                    <a:pt x="323032" y="351106"/>
                  </a:lnTo>
                  <a:lnTo>
                    <a:pt x="322469" y="350528"/>
                  </a:lnTo>
                  <a:lnTo>
                    <a:pt x="322117" y="350524"/>
                  </a:lnTo>
                  <a:lnTo>
                    <a:pt x="321981" y="350118"/>
                  </a:lnTo>
                  <a:lnTo>
                    <a:pt x="321435" y="350124"/>
                  </a:lnTo>
                  <a:lnTo>
                    <a:pt x="320380" y="350782"/>
                  </a:lnTo>
                  <a:lnTo>
                    <a:pt x="319697" y="350557"/>
                  </a:lnTo>
                  <a:lnTo>
                    <a:pt x="318190" y="351458"/>
                  </a:lnTo>
                  <a:lnTo>
                    <a:pt x="318020" y="352748"/>
                  </a:lnTo>
                  <a:lnTo>
                    <a:pt x="317430" y="353167"/>
                  </a:lnTo>
                  <a:lnTo>
                    <a:pt x="316683" y="353218"/>
                  </a:lnTo>
                  <a:lnTo>
                    <a:pt x="313317" y="351164"/>
                  </a:lnTo>
                  <a:lnTo>
                    <a:pt x="312233" y="350232"/>
                  </a:lnTo>
                  <a:lnTo>
                    <a:pt x="310086" y="349571"/>
                  </a:lnTo>
                  <a:lnTo>
                    <a:pt x="306847" y="346774"/>
                  </a:lnTo>
                  <a:lnTo>
                    <a:pt x="306408" y="346088"/>
                  </a:lnTo>
                  <a:lnTo>
                    <a:pt x="305757" y="345946"/>
                  </a:lnTo>
                  <a:lnTo>
                    <a:pt x="304084" y="347313"/>
                  </a:lnTo>
                  <a:lnTo>
                    <a:pt x="304275" y="348481"/>
                  </a:lnTo>
                  <a:lnTo>
                    <a:pt x="303700" y="350687"/>
                  </a:lnTo>
                  <a:lnTo>
                    <a:pt x="301869" y="352619"/>
                  </a:lnTo>
                  <a:lnTo>
                    <a:pt x="299655" y="356448"/>
                  </a:lnTo>
                  <a:lnTo>
                    <a:pt x="300086" y="357806"/>
                  </a:lnTo>
                  <a:lnTo>
                    <a:pt x="301426" y="359178"/>
                  </a:lnTo>
                  <a:lnTo>
                    <a:pt x="300599" y="360131"/>
                  </a:lnTo>
                  <a:lnTo>
                    <a:pt x="301088" y="360671"/>
                  </a:lnTo>
                  <a:lnTo>
                    <a:pt x="298854" y="364273"/>
                  </a:lnTo>
                  <a:lnTo>
                    <a:pt x="300304" y="365730"/>
                  </a:lnTo>
                  <a:lnTo>
                    <a:pt x="299673" y="367068"/>
                  </a:lnTo>
                  <a:lnTo>
                    <a:pt x="299569" y="367981"/>
                  </a:lnTo>
                  <a:lnTo>
                    <a:pt x="298707" y="368206"/>
                  </a:lnTo>
                  <a:lnTo>
                    <a:pt x="297849" y="368878"/>
                  </a:lnTo>
                  <a:lnTo>
                    <a:pt x="297607" y="368498"/>
                  </a:lnTo>
                  <a:lnTo>
                    <a:pt x="295322" y="368139"/>
                  </a:lnTo>
                  <a:lnTo>
                    <a:pt x="291140" y="366365"/>
                  </a:lnTo>
                  <a:lnTo>
                    <a:pt x="289676" y="365586"/>
                  </a:lnTo>
                  <a:lnTo>
                    <a:pt x="287962" y="364202"/>
                  </a:lnTo>
                  <a:lnTo>
                    <a:pt x="282244" y="362523"/>
                  </a:lnTo>
                  <a:lnTo>
                    <a:pt x="281090" y="361767"/>
                  </a:lnTo>
                  <a:lnTo>
                    <a:pt x="279940" y="360634"/>
                  </a:lnTo>
                  <a:lnTo>
                    <a:pt x="278411" y="359721"/>
                  </a:lnTo>
                  <a:lnTo>
                    <a:pt x="276528" y="359530"/>
                  </a:lnTo>
                  <a:lnTo>
                    <a:pt x="274702" y="360489"/>
                  </a:lnTo>
                  <a:lnTo>
                    <a:pt x="272388" y="362189"/>
                  </a:lnTo>
                  <a:lnTo>
                    <a:pt x="269507" y="363349"/>
                  </a:lnTo>
                  <a:lnTo>
                    <a:pt x="267805" y="363426"/>
                  </a:lnTo>
                  <a:lnTo>
                    <a:pt x="266430" y="363765"/>
                  </a:lnTo>
                  <a:lnTo>
                    <a:pt x="265011" y="364416"/>
                  </a:lnTo>
                  <a:lnTo>
                    <a:pt x="263824" y="365396"/>
                  </a:lnTo>
                  <a:lnTo>
                    <a:pt x="258962" y="366015"/>
                  </a:lnTo>
                  <a:lnTo>
                    <a:pt x="256812" y="367109"/>
                  </a:lnTo>
                  <a:lnTo>
                    <a:pt x="254854" y="366924"/>
                  </a:lnTo>
                  <a:lnTo>
                    <a:pt x="254173" y="366037"/>
                  </a:lnTo>
                  <a:lnTo>
                    <a:pt x="252132" y="364470"/>
                  </a:lnTo>
                  <a:lnTo>
                    <a:pt x="250652" y="362392"/>
                  </a:lnTo>
                  <a:lnTo>
                    <a:pt x="250389" y="360909"/>
                  </a:lnTo>
                  <a:lnTo>
                    <a:pt x="250332" y="357349"/>
                  </a:lnTo>
                  <a:lnTo>
                    <a:pt x="250730" y="356856"/>
                  </a:lnTo>
                  <a:lnTo>
                    <a:pt x="251312" y="356604"/>
                  </a:lnTo>
                  <a:lnTo>
                    <a:pt x="250644" y="355635"/>
                  </a:lnTo>
                  <a:lnTo>
                    <a:pt x="250560" y="354946"/>
                  </a:lnTo>
                  <a:lnTo>
                    <a:pt x="251177" y="351234"/>
                  </a:lnTo>
                  <a:lnTo>
                    <a:pt x="250208" y="349511"/>
                  </a:lnTo>
                  <a:lnTo>
                    <a:pt x="248123" y="348204"/>
                  </a:lnTo>
                  <a:lnTo>
                    <a:pt x="246011" y="344987"/>
                  </a:lnTo>
                  <a:lnTo>
                    <a:pt x="244508" y="344484"/>
                  </a:lnTo>
                  <a:lnTo>
                    <a:pt x="244040" y="344567"/>
                  </a:lnTo>
                  <a:lnTo>
                    <a:pt x="243625" y="344003"/>
                  </a:lnTo>
                  <a:lnTo>
                    <a:pt x="243403" y="342698"/>
                  </a:lnTo>
                  <a:lnTo>
                    <a:pt x="240693" y="342795"/>
                  </a:lnTo>
                  <a:lnTo>
                    <a:pt x="239865" y="343677"/>
                  </a:lnTo>
                  <a:lnTo>
                    <a:pt x="239384" y="340568"/>
                  </a:lnTo>
                  <a:lnTo>
                    <a:pt x="239834" y="339654"/>
                  </a:lnTo>
                  <a:lnTo>
                    <a:pt x="239941" y="338698"/>
                  </a:lnTo>
                  <a:lnTo>
                    <a:pt x="239744" y="337789"/>
                  </a:lnTo>
                  <a:lnTo>
                    <a:pt x="238954" y="336868"/>
                  </a:lnTo>
                  <a:lnTo>
                    <a:pt x="238358" y="336840"/>
                  </a:lnTo>
                  <a:lnTo>
                    <a:pt x="237632" y="338720"/>
                  </a:lnTo>
                  <a:lnTo>
                    <a:pt x="236389" y="339410"/>
                  </a:lnTo>
                  <a:lnTo>
                    <a:pt x="235646" y="340470"/>
                  </a:lnTo>
                  <a:lnTo>
                    <a:pt x="234841" y="339955"/>
                  </a:lnTo>
                  <a:lnTo>
                    <a:pt x="229498" y="341049"/>
                  </a:lnTo>
                  <a:lnTo>
                    <a:pt x="228667" y="340960"/>
                  </a:lnTo>
                  <a:lnTo>
                    <a:pt x="226534" y="340192"/>
                  </a:lnTo>
                  <a:lnTo>
                    <a:pt x="225809" y="340331"/>
                  </a:lnTo>
                  <a:lnTo>
                    <a:pt x="224620" y="339125"/>
                  </a:lnTo>
                  <a:lnTo>
                    <a:pt x="222937" y="338835"/>
                  </a:lnTo>
                  <a:lnTo>
                    <a:pt x="220192" y="336319"/>
                  </a:lnTo>
                  <a:lnTo>
                    <a:pt x="216860" y="334394"/>
                  </a:lnTo>
                  <a:lnTo>
                    <a:pt x="215416" y="335207"/>
                  </a:lnTo>
                  <a:lnTo>
                    <a:pt x="214530" y="336299"/>
                  </a:lnTo>
                  <a:lnTo>
                    <a:pt x="214054" y="337501"/>
                  </a:lnTo>
                  <a:lnTo>
                    <a:pt x="213199" y="337483"/>
                  </a:lnTo>
                  <a:lnTo>
                    <a:pt x="211843" y="338073"/>
                  </a:lnTo>
                  <a:lnTo>
                    <a:pt x="210898" y="338766"/>
                  </a:lnTo>
                  <a:lnTo>
                    <a:pt x="206084" y="340244"/>
                  </a:lnTo>
                  <a:lnTo>
                    <a:pt x="205096" y="340840"/>
                  </a:lnTo>
                  <a:lnTo>
                    <a:pt x="205598" y="341750"/>
                  </a:lnTo>
                  <a:lnTo>
                    <a:pt x="205855" y="341783"/>
                  </a:lnTo>
                  <a:lnTo>
                    <a:pt x="206293" y="344098"/>
                  </a:lnTo>
                  <a:lnTo>
                    <a:pt x="205978" y="344073"/>
                  </a:lnTo>
                  <a:lnTo>
                    <a:pt x="206008" y="344329"/>
                  </a:lnTo>
                  <a:lnTo>
                    <a:pt x="206234" y="344355"/>
                  </a:lnTo>
                  <a:lnTo>
                    <a:pt x="206105" y="345328"/>
                  </a:lnTo>
                  <a:lnTo>
                    <a:pt x="205887" y="346446"/>
                  </a:lnTo>
                  <a:lnTo>
                    <a:pt x="205362" y="347329"/>
                  </a:lnTo>
                  <a:lnTo>
                    <a:pt x="201497" y="345496"/>
                  </a:lnTo>
                  <a:lnTo>
                    <a:pt x="201336" y="345312"/>
                  </a:lnTo>
                  <a:lnTo>
                    <a:pt x="201611" y="344363"/>
                  </a:lnTo>
                  <a:lnTo>
                    <a:pt x="200809" y="343563"/>
                  </a:lnTo>
                  <a:lnTo>
                    <a:pt x="200962" y="343092"/>
                  </a:lnTo>
                  <a:lnTo>
                    <a:pt x="199948" y="342652"/>
                  </a:lnTo>
                  <a:lnTo>
                    <a:pt x="198448" y="342605"/>
                  </a:lnTo>
                  <a:lnTo>
                    <a:pt x="198311" y="341929"/>
                  </a:lnTo>
                  <a:lnTo>
                    <a:pt x="197012" y="342163"/>
                  </a:lnTo>
                  <a:lnTo>
                    <a:pt x="194421" y="344282"/>
                  </a:lnTo>
                  <a:lnTo>
                    <a:pt x="194004" y="344405"/>
                  </a:lnTo>
                  <a:lnTo>
                    <a:pt x="193842" y="342155"/>
                  </a:lnTo>
                  <a:lnTo>
                    <a:pt x="194388" y="340115"/>
                  </a:lnTo>
                  <a:lnTo>
                    <a:pt x="194664" y="337449"/>
                  </a:lnTo>
                  <a:lnTo>
                    <a:pt x="192265" y="336006"/>
                  </a:lnTo>
                  <a:lnTo>
                    <a:pt x="191543" y="336301"/>
                  </a:lnTo>
                  <a:lnTo>
                    <a:pt x="189617" y="334716"/>
                  </a:lnTo>
                  <a:lnTo>
                    <a:pt x="188385" y="335337"/>
                  </a:lnTo>
                  <a:lnTo>
                    <a:pt x="187550" y="337001"/>
                  </a:lnTo>
                  <a:lnTo>
                    <a:pt x="187332" y="337986"/>
                  </a:lnTo>
                  <a:lnTo>
                    <a:pt x="180682" y="338466"/>
                  </a:lnTo>
                  <a:lnTo>
                    <a:pt x="180841" y="337192"/>
                  </a:lnTo>
                  <a:lnTo>
                    <a:pt x="180644" y="336638"/>
                  </a:lnTo>
                  <a:lnTo>
                    <a:pt x="180089" y="335972"/>
                  </a:lnTo>
                  <a:lnTo>
                    <a:pt x="179153" y="336040"/>
                  </a:lnTo>
                  <a:lnTo>
                    <a:pt x="180207" y="331491"/>
                  </a:lnTo>
                  <a:lnTo>
                    <a:pt x="183684" y="327020"/>
                  </a:lnTo>
                  <a:lnTo>
                    <a:pt x="180838" y="323676"/>
                  </a:lnTo>
                  <a:lnTo>
                    <a:pt x="178253" y="322028"/>
                  </a:lnTo>
                  <a:lnTo>
                    <a:pt x="178860" y="321244"/>
                  </a:lnTo>
                  <a:lnTo>
                    <a:pt x="179258" y="321353"/>
                  </a:lnTo>
                  <a:lnTo>
                    <a:pt x="179499" y="320927"/>
                  </a:lnTo>
                  <a:lnTo>
                    <a:pt x="179781" y="320888"/>
                  </a:lnTo>
                  <a:lnTo>
                    <a:pt x="179584" y="320042"/>
                  </a:lnTo>
                  <a:lnTo>
                    <a:pt x="180401" y="319714"/>
                  </a:lnTo>
                  <a:lnTo>
                    <a:pt x="180648" y="318666"/>
                  </a:lnTo>
                  <a:lnTo>
                    <a:pt x="181195" y="318371"/>
                  </a:lnTo>
                  <a:lnTo>
                    <a:pt x="181414" y="317508"/>
                  </a:lnTo>
                  <a:lnTo>
                    <a:pt x="181012" y="317243"/>
                  </a:lnTo>
                  <a:lnTo>
                    <a:pt x="181048" y="316908"/>
                  </a:lnTo>
                  <a:lnTo>
                    <a:pt x="180826" y="316746"/>
                  </a:lnTo>
                  <a:lnTo>
                    <a:pt x="181110" y="316411"/>
                  </a:lnTo>
                  <a:lnTo>
                    <a:pt x="181135" y="315805"/>
                  </a:lnTo>
                  <a:lnTo>
                    <a:pt x="181457" y="315674"/>
                  </a:lnTo>
                  <a:lnTo>
                    <a:pt x="181493" y="315230"/>
                  </a:lnTo>
                  <a:lnTo>
                    <a:pt x="181983" y="315023"/>
                  </a:lnTo>
                  <a:lnTo>
                    <a:pt x="182156" y="313856"/>
                  </a:lnTo>
                  <a:lnTo>
                    <a:pt x="183667" y="312118"/>
                  </a:lnTo>
                  <a:lnTo>
                    <a:pt x="184209" y="311958"/>
                  </a:lnTo>
                  <a:lnTo>
                    <a:pt x="183626" y="309940"/>
                  </a:lnTo>
                  <a:lnTo>
                    <a:pt x="183847" y="309845"/>
                  </a:lnTo>
                  <a:lnTo>
                    <a:pt x="184203" y="310292"/>
                  </a:lnTo>
                  <a:lnTo>
                    <a:pt x="184800" y="310543"/>
                  </a:lnTo>
                  <a:lnTo>
                    <a:pt x="185281" y="310456"/>
                  </a:lnTo>
                  <a:lnTo>
                    <a:pt x="185432" y="310701"/>
                  </a:lnTo>
                  <a:lnTo>
                    <a:pt x="185999" y="310433"/>
                  </a:lnTo>
                  <a:lnTo>
                    <a:pt x="186326" y="309709"/>
                  </a:lnTo>
                  <a:lnTo>
                    <a:pt x="187458" y="308407"/>
                  </a:lnTo>
                  <a:lnTo>
                    <a:pt x="187906" y="307047"/>
                  </a:lnTo>
                  <a:lnTo>
                    <a:pt x="188541" y="306497"/>
                  </a:lnTo>
                  <a:lnTo>
                    <a:pt x="189345" y="305087"/>
                  </a:lnTo>
                  <a:lnTo>
                    <a:pt x="189737" y="303334"/>
                  </a:lnTo>
                  <a:lnTo>
                    <a:pt x="189140" y="300837"/>
                  </a:lnTo>
                  <a:lnTo>
                    <a:pt x="188756" y="300199"/>
                  </a:lnTo>
                  <a:lnTo>
                    <a:pt x="188355" y="298118"/>
                  </a:lnTo>
                  <a:lnTo>
                    <a:pt x="188504" y="297686"/>
                  </a:lnTo>
                  <a:lnTo>
                    <a:pt x="184758" y="299834"/>
                  </a:lnTo>
                  <a:lnTo>
                    <a:pt x="183275" y="298648"/>
                  </a:lnTo>
                  <a:lnTo>
                    <a:pt x="181632" y="296676"/>
                  </a:lnTo>
                  <a:lnTo>
                    <a:pt x="181669" y="295625"/>
                  </a:lnTo>
                  <a:lnTo>
                    <a:pt x="181336" y="294898"/>
                  </a:lnTo>
                  <a:lnTo>
                    <a:pt x="180457" y="293983"/>
                  </a:lnTo>
                  <a:lnTo>
                    <a:pt x="178619" y="292755"/>
                  </a:lnTo>
                  <a:lnTo>
                    <a:pt x="175472" y="291348"/>
                  </a:lnTo>
                  <a:lnTo>
                    <a:pt x="171025" y="290692"/>
                  </a:lnTo>
                  <a:lnTo>
                    <a:pt x="167340" y="291603"/>
                  </a:lnTo>
                  <a:lnTo>
                    <a:pt x="165079" y="291674"/>
                  </a:lnTo>
                  <a:lnTo>
                    <a:pt x="162594" y="291347"/>
                  </a:lnTo>
                  <a:lnTo>
                    <a:pt x="161327" y="291990"/>
                  </a:lnTo>
                  <a:lnTo>
                    <a:pt x="159304" y="292068"/>
                  </a:lnTo>
                  <a:lnTo>
                    <a:pt x="157804" y="292487"/>
                  </a:lnTo>
                  <a:lnTo>
                    <a:pt x="154195" y="292315"/>
                  </a:lnTo>
                  <a:lnTo>
                    <a:pt x="152216" y="291781"/>
                  </a:lnTo>
                  <a:lnTo>
                    <a:pt x="141698" y="293196"/>
                  </a:lnTo>
                  <a:lnTo>
                    <a:pt x="140360" y="293733"/>
                  </a:lnTo>
                  <a:lnTo>
                    <a:pt x="132909" y="295633"/>
                  </a:lnTo>
                  <a:lnTo>
                    <a:pt x="132837" y="296347"/>
                  </a:lnTo>
                  <a:lnTo>
                    <a:pt x="132451" y="296908"/>
                  </a:lnTo>
                  <a:lnTo>
                    <a:pt x="132451" y="297582"/>
                  </a:lnTo>
                  <a:lnTo>
                    <a:pt x="132115" y="297680"/>
                  </a:lnTo>
                  <a:lnTo>
                    <a:pt x="131801" y="295742"/>
                  </a:lnTo>
                  <a:lnTo>
                    <a:pt x="127824" y="296908"/>
                  </a:lnTo>
                  <a:lnTo>
                    <a:pt x="122397" y="294919"/>
                  </a:lnTo>
                  <a:lnTo>
                    <a:pt x="119403" y="295707"/>
                  </a:lnTo>
                  <a:lnTo>
                    <a:pt x="112663" y="296711"/>
                  </a:lnTo>
                  <a:lnTo>
                    <a:pt x="112416" y="300120"/>
                  </a:lnTo>
                  <a:lnTo>
                    <a:pt x="110701" y="302598"/>
                  </a:lnTo>
                  <a:lnTo>
                    <a:pt x="107358" y="306453"/>
                  </a:lnTo>
                  <a:lnTo>
                    <a:pt x="104548" y="30840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pg21">
              <a:extLst>
                <a:ext uri="{FF2B5EF4-FFF2-40B4-BE49-F238E27FC236}">
                  <a16:creationId xmlns:a16="http://schemas.microsoft.com/office/drawing/2014/main" id="{CAB7AE53-2D36-4C5D-8B88-219D04EC7ECD}"/>
                </a:ext>
              </a:extLst>
            </p:cNvPr>
            <p:cNvSpPr/>
            <p:nvPr/>
          </p:nvSpPr>
          <p:spPr>
            <a:xfrm>
              <a:off x="7434694" y="3154103"/>
              <a:ext cx="308493" cy="484251"/>
            </a:xfrm>
            <a:custGeom>
              <a:avLst/>
              <a:gdLst/>
              <a:ahLst/>
              <a:cxnLst/>
              <a:rect l="0" t="0" r="0" b="0"/>
              <a:pathLst>
                <a:path w="308493" h="484251">
                  <a:moveTo>
                    <a:pt x="73912" y="459377"/>
                  </a:moveTo>
                  <a:lnTo>
                    <a:pt x="73855" y="459821"/>
                  </a:lnTo>
                  <a:lnTo>
                    <a:pt x="73064" y="459967"/>
                  </a:lnTo>
                  <a:lnTo>
                    <a:pt x="72411" y="461394"/>
                  </a:lnTo>
                  <a:lnTo>
                    <a:pt x="70553" y="463308"/>
                  </a:lnTo>
                  <a:lnTo>
                    <a:pt x="69350" y="465711"/>
                  </a:lnTo>
                  <a:lnTo>
                    <a:pt x="69078" y="467520"/>
                  </a:lnTo>
                  <a:lnTo>
                    <a:pt x="68236" y="468920"/>
                  </a:lnTo>
                  <a:lnTo>
                    <a:pt x="67516" y="469602"/>
                  </a:lnTo>
                  <a:lnTo>
                    <a:pt x="66678" y="469245"/>
                  </a:lnTo>
                  <a:lnTo>
                    <a:pt x="63328" y="466756"/>
                  </a:lnTo>
                  <a:lnTo>
                    <a:pt x="63265" y="467052"/>
                  </a:lnTo>
                  <a:lnTo>
                    <a:pt x="62950" y="467089"/>
                  </a:lnTo>
                  <a:lnTo>
                    <a:pt x="61729" y="468407"/>
                  </a:lnTo>
                  <a:lnTo>
                    <a:pt x="61275" y="469471"/>
                  </a:lnTo>
                  <a:lnTo>
                    <a:pt x="60646" y="469870"/>
                  </a:lnTo>
                  <a:lnTo>
                    <a:pt x="60549" y="470505"/>
                  </a:lnTo>
                  <a:lnTo>
                    <a:pt x="59971" y="471202"/>
                  </a:lnTo>
                  <a:lnTo>
                    <a:pt x="59778" y="472113"/>
                  </a:lnTo>
                  <a:lnTo>
                    <a:pt x="59405" y="471505"/>
                  </a:lnTo>
                  <a:lnTo>
                    <a:pt x="58558" y="471412"/>
                  </a:lnTo>
                  <a:lnTo>
                    <a:pt x="57750" y="470865"/>
                  </a:lnTo>
                  <a:lnTo>
                    <a:pt x="56460" y="469437"/>
                  </a:lnTo>
                  <a:lnTo>
                    <a:pt x="56096" y="469342"/>
                  </a:lnTo>
                  <a:lnTo>
                    <a:pt x="55363" y="469632"/>
                  </a:lnTo>
                  <a:lnTo>
                    <a:pt x="54858" y="469591"/>
                  </a:lnTo>
                  <a:lnTo>
                    <a:pt x="54178" y="469152"/>
                  </a:lnTo>
                  <a:lnTo>
                    <a:pt x="53974" y="469440"/>
                  </a:lnTo>
                  <a:lnTo>
                    <a:pt x="52946" y="469335"/>
                  </a:lnTo>
                  <a:lnTo>
                    <a:pt x="52293" y="467415"/>
                  </a:lnTo>
                  <a:lnTo>
                    <a:pt x="51362" y="466750"/>
                  </a:lnTo>
                  <a:lnTo>
                    <a:pt x="50604" y="466842"/>
                  </a:lnTo>
                  <a:lnTo>
                    <a:pt x="48936" y="468058"/>
                  </a:lnTo>
                  <a:lnTo>
                    <a:pt x="48509" y="468119"/>
                  </a:lnTo>
                  <a:lnTo>
                    <a:pt x="48614" y="468362"/>
                  </a:lnTo>
                  <a:lnTo>
                    <a:pt x="48275" y="468720"/>
                  </a:lnTo>
                  <a:lnTo>
                    <a:pt x="48511" y="469809"/>
                  </a:lnTo>
                  <a:lnTo>
                    <a:pt x="48173" y="469943"/>
                  </a:lnTo>
                  <a:lnTo>
                    <a:pt x="48202" y="470452"/>
                  </a:lnTo>
                  <a:lnTo>
                    <a:pt x="47853" y="470681"/>
                  </a:lnTo>
                  <a:lnTo>
                    <a:pt x="48019" y="470947"/>
                  </a:lnTo>
                  <a:lnTo>
                    <a:pt x="47705" y="471165"/>
                  </a:lnTo>
                  <a:lnTo>
                    <a:pt x="47808" y="471602"/>
                  </a:lnTo>
                  <a:lnTo>
                    <a:pt x="47572" y="471835"/>
                  </a:lnTo>
                  <a:lnTo>
                    <a:pt x="47556" y="474332"/>
                  </a:lnTo>
                  <a:lnTo>
                    <a:pt x="46783" y="474717"/>
                  </a:lnTo>
                  <a:lnTo>
                    <a:pt x="45904" y="474629"/>
                  </a:lnTo>
                  <a:lnTo>
                    <a:pt x="43897" y="476463"/>
                  </a:lnTo>
                  <a:lnTo>
                    <a:pt x="42410" y="476425"/>
                  </a:lnTo>
                  <a:lnTo>
                    <a:pt x="42285" y="477141"/>
                  </a:lnTo>
                  <a:lnTo>
                    <a:pt x="42667" y="477750"/>
                  </a:lnTo>
                  <a:lnTo>
                    <a:pt x="39526" y="480044"/>
                  </a:lnTo>
                  <a:lnTo>
                    <a:pt x="39245" y="476613"/>
                  </a:lnTo>
                  <a:lnTo>
                    <a:pt x="40565" y="476093"/>
                  </a:lnTo>
                  <a:lnTo>
                    <a:pt x="40978" y="475603"/>
                  </a:lnTo>
                  <a:lnTo>
                    <a:pt x="39630" y="474318"/>
                  </a:lnTo>
                  <a:lnTo>
                    <a:pt x="38847" y="472979"/>
                  </a:lnTo>
                  <a:lnTo>
                    <a:pt x="39153" y="472695"/>
                  </a:lnTo>
                  <a:lnTo>
                    <a:pt x="38801" y="472333"/>
                  </a:lnTo>
                  <a:lnTo>
                    <a:pt x="38462" y="471254"/>
                  </a:lnTo>
                  <a:lnTo>
                    <a:pt x="36398" y="468648"/>
                  </a:lnTo>
                  <a:lnTo>
                    <a:pt x="35914" y="468086"/>
                  </a:lnTo>
                  <a:lnTo>
                    <a:pt x="33566" y="466859"/>
                  </a:lnTo>
                  <a:lnTo>
                    <a:pt x="33699" y="467753"/>
                  </a:lnTo>
                  <a:lnTo>
                    <a:pt x="33237" y="468478"/>
                  </a:lnTo>
                  <a:lnTo>
                    <a:pt x="31972" y="468859"/>
                  </a:lnTo>
                  <a:lnTo>
                    <a:pt x="30276" y="468770"/>
                  </a:lnTo>
                  <a:lnTo>
                    <a:pt x="30060" y="469421"/>
                  </a:lnTo>
                  <a:lnTo>
                    <a:pt x="29577" y="469472"/>
                  </a:lnTo>
                  <a:lnTo>
                    <a:pt x="29728" y="469869"/>
                  </a:lnTo>
                  <a:lnTo>
                    <a:pt x="29290" y="470969"/>
                  </a:lnTo>
                  <a:lnTo>
                    <a:pt x="28725" y="471264"/>
                  </a:lnTo>
                  <a:lnTo>
                    <a:pt x="28491" y="471032"/>
                  </a:lnTo>
                  <a:lnTo>
                    <a:pt x="27840" y="471345"/>
                  </a:lnTo>
                  <a:lnTo>
                    <a:pt x="27532" y="471136"/>
                  </a:lnTo>
                  <a:lnTo>
                    <a:pt x="27430" y="471582"/>
                  </a:lnTo>
                  <a:lnTo>
                    <a:pt x="27088" y="471797"/>
                  </a:lnTo>
                  <a:lnTo>
                    <a:pt x="26434" y="471666"/>
                  </a:lnTo>
                  <a:lnTo>
                    <a:pt x="25938" y="472727"/>
                  </a:lnTo>
                  <a:lnTo>
                    <a:pt x="26103" y="473014"/>
                  </a:lnTo>
                  <a:lnTo>
                    <a:pt x="25779" y="473091"/>
                  </a:lnTo>
                  <a:lnTo>
                    <a:pt x="25105" y="473948"/>
                  </a:lnTo>
                  <a:lnTo>
                    <a:pt x="24055" y="474137"/>
                  </a:lnTo>
                  <a:lnTo>
                    <a:pt x="24318" y="474459"/>
                  </a:lnTo>
                  <a:lnTo>
                    <a:pt x="24012" y="474810"/>
                  </a:lnTo>
                  <a:lnTo>
                    <a:pt x="22649" y="474836"/>
                  </a:lnTo>
                  <a:lnTo>
                    <a:pt x="21666" y="475331"/>
                  </a:lnTo>
                  <a:lnTo>
                    <a:pt x="20635" y="475026"/>
                  </a:lnTo>
                  <a:lnTo>
                    <a:pt x="18812" y="475697"/>
                  </a:lnTo>
                  <a:lnTo>
                    <a:pt x="17715" y="477121"/>
                  </a:lnTo>
                  <a:lnTo>
                    <a:pt x="16374" y="477850"/>
                  </a:lnTo>
                  <a:lnTo>
                    <a:pt x="15924" y="478360"/>
                  </a:lnTo>
                  <a:lnTo>
                    <a:pt x="15064" y="480588"/>
                  </a:lnTo>
                  <a:lnTo>
                    <a:pt x="13699" y="482506"/>
                  </a:lnTo>
                  <a:lnTo>
                    <a:pt x="13385" y="482439"/>
                  </a:lnTo>
                  <a:lnTo>
                    <a:pt x="12976" y="482711"/>
                  </a:lnTo>
                  <a:lnTo>
                    <a:pt x="13203" y="482938"/>
                  </a:lnTo>
                  <a:lnTo>
                    <a:pt x="13057" y="484081"/>
                  </a:lnTo>
                  <a:lnTo>
                    <a:pt x="12716" y="484251"/>
                  </a:lnTo>
                  <a:lnTo>
                    <a:pt x="9344" y="483253"/>
                  </a:lnTo>
                  <a:lnTo>
                    <a:pt x="6987" y="483412"/>
                  </a:lnTo>
                  <a:lnTo>
                    <a:pt x="5943" y="483067"/>
                  </a:lnTo>
                  <a:lnTo>
                    <a:pt x="3637" y="481175"/>
                  </a:lnTo>
                  <a:lnTo>
                    <a:pt x="1320" y="477990"/>
                  </a:lnTo>
                  <a:lnTo>
                    <a:pt x="594" y="477710"/>
                  </a:lnTo>
                  <a:lnTo>
                    <a:pt x="0" y="477116"/>
                  </a:lnTo>
                  <a:lnTo>
                    <a:pt x="1059" y="477348"/>
                  </a:lnTo>
                  <a:lnTo>
                    <a:pt x="2194" y="475873"/>
                  </a:lnTo>
                  <a:lnTo>
                    <a:pt x="3970" y="475518"/>
                  </a:lnTo>
                  <a:lnTo>
                    <a:pt x="4864" y="475113"/>
                  </a:lnTo>
                  <a:lnTo>
                    <a:pt x="4342" y="474792"/>
                  </a:lnTo>
                  <a:lnTo>
                    <a:pt x="4054" y="473954"/>
                  </a:lnTo>
                  <a:lnTo>
                    <a:pt x="3331" y="473288"/>
                  </a:lnTo>
                  <a:lnTo>
                    <a:pt x="3822" y="472735"/>
                  </a:lnTo>
                  <a:lnTo>
                    <a:pt x="4219" y="472816"/>
                  </a:lnTo>
                  <a:lnTo>
                    <a:pt x="4810" y="472411"/>
                  </a:lnTo>
                  <a:lnTo>
                    <a:pt x="5710" y="472209"/>
                  </a:lnTo>
                  <a:lnTo>
                    <a:pt x="6131" y="470929"/>
                  </a:lnTo>
                  <a:lnTo>
                    <a:pt x="5857" y="469201"/>
                  </a:lnTo>
                  <a:lnTo>
                    <a:pt x="7546" y="466734"/>
                  </a:lnTo>
                  <a:lnTo>
                    <a:pt x="8277" y="464000"/>
                  </a:lnTo>
                  <a:lnTo>
                    <a:pt x="10178" y="461114"/>
                  </a:lnTo>
                  <a:lnTo>
                    <a:pt x="9718" y="460866"/>
                  </a:lnTo>
                  <a:lnTo>
                    <a:pt x="9417" y="461057"/>
                  </a:lnTo>
                  <a:lnTo>
                    <a:pt x="9267" y="460672"/>
                  </a:lnTo>
                  <a:lnTo>
                    <a:pt x="8422" y="460378"/>
                  </a:lnTo>
                  <a:lnTo>
                    <a:pt x="7685" y="459330"/>
                  </a:lnTo>
                  <a:lnTo>
                    <a:pt x="7130" y="459515"/>
                  </a:lnTo>
                  <a:lnTo>
                    <a:pt x="7246" y="459003"/>
                  </a:lnTo>
                  <a:lnTo>
                    <a:pt x="6393" y="458633"/>
                  </a:lnTo>
                  <a:lnTo>
                    <a:pt x="6152" y="458121"/>
                  </a:lnTo>
                  <a:lnTo>
                    <a:pt x="5191" y="457382"/>
                  </a:lnTo>
                  <a:lnTo>
                    <a:pt x="4773" y="456599"/>
                  </a:lnTo>
                  <a:lnTo>
                    <a:pt x="4687" y="454888"/>
                  </a:lnTo>
                  <a:lnTo>
                    <a:pt x="6072" y="453488"/>
                  </a:lnTo>
                  <a:lnTo>
                    <a:pt x="6275" y="452872"/>
                  </a:lnTo>
                  <a:lnTo>
                    <a:pt x="6158" y="452585"/>
                  </a:lnTo>
                  <a:lnTo>
                    <a:pt x="6788" y="451450"/>
                  </a:lnTo>
                  <a:lnTo>
                    <a:pt x="6627" y="451302"/>
                  </a:lnTo>
                  <a:lnTo>
                    <a:pt x="8070" y="449409"/>
                  </a:lnTo>
                  <a:lnTo>
                    <a:pt x="7911" y="449346"/>
                  </a:lnTo>
                  <a:lnTo>
                    <a:pt x="7964" y="448400"/>
                  </a:lnTo>
                  <a:lnTo>
                    <a:pt x="8258" y="447081"/>
                  </a:lnTo>
                  <a:lnTo>
                    <a:pt x="8935" y="446471"/>
                  </a:lnTo>
                  <a:lnTo>
                    <a:pt x="8838" y="446035"/>
                  </a:lnTo>
                  <a:lnTo>
                    <a:pt x="9075" y="445526"/>
                  </a:lnTo>
                  <a:lnTo>
                    <a:pt x="9604" y="445453"/>
                  </a:lnTo>
                  <a:lnTo>
                    <a:pt x="9946" y="444905"/>
                  </a:lnTo>
                  <a:lnTo>
                    <a:pt x="10241" y="443686"/>
                  </a:lnTo>
                  <a:lnTo>
                    <a:pt x="10620" y="443057"/>
                  </a:lnTo>
                  <a:lnTo>
                    <a:pt x="11001" y="442928"/>
                  </a:lnTo>
                  <a:lnTo>
                    <a:pt x="10868" y="442768"/>
                  </a:lnTo>
                  <a:lnTo>
                    <a:pt x="11444" y="442121"/>
                  </a:lnTo>
                  <a:lnTo>
                    <a:pt x="11295" y="441888"/>
                  </a:lnTo>
                  <a:lnTo>
                    <a:pt x="12008" y="440686"/>
                  </a:lnTo>
                  <a:lnTo>
                    <a:pt x="12180" y="437791"/>
                  </a:lnTo>
                  <a:lnTo>
                    <a:pt x="12571" y="435796"/>
                  </a:lnTo>
                  <a:lnTo>
                    <a:pt x="12906" y="430082"/>
                  </a:lnTo>
                  <a:lnTo>
                    <a:pt x="12687" y="427886"/>
                  </a:lnTo>
                  <a:lnTo>
                    <a:pt x="12795" y="424797"/>
                  </a:lnTo>
                  <a:lnTo>
                    <a:pt x="11897" y="422162"/>
                  </a:lnTo>
                  <a:lnTo>
                    <a:pt x="12159" y="421978"/>
                  </a:lnTo>
                  <a:lnTo>
                    <a:pt x="11380" y="420449"/>
                  </a:lnTo>
                  <a:lnTo>
                    <a:pt x="11421" y="418545"/>
                  </a:lnTo>
                  <a:lnTo>
                    <a:pt x="11701" y="417338"/>
                  </a:lnTo>
                  <a:lnTo>
                    <a:pt x="11685" y="415534"/>
                  </a:lnTo>
                  <a:lnTo>
                    <a:pt x="12538" y="413244"/>
                  </a:lnTo>
                  <a:lnTo>
                    <a:pt x="12290" y="410252"/>
                  </a:lnTo>
                  <a:lnTo>
                    <a:pt x="12927" y="408791"/>
                  </a:lnTo>
                  <a:lnTo>
                    <a:pt x="13709" y="405883"/>
                  </a:lnTo>
                  <a:lnTo>
                    <a:pt x="15254" y="402505"/>
                  </a:lnTo>
                  <a:lnTo>
                    <a:pt x="15414" y="400184"/>
                  </a:lnTo>
                  <a:lnTo>
                    <a:pt x="16463" y="398473"/>
                  </a:lnTo>
                  <a:lnTo>
                    <a:pt x="19144" y="398434"/>
                  </a:lnTo>
                  <a:lnTo>
                    <a:pt x="21498" y="397330"/>
                  </a:lnTo>
                  <a:lnTo>
                    <a:pt x="22869" y="396384"/>
                  </a:lnTo>
                  <a:lnTo>
                    <a:pt x="23734" y="395083"/>
                  </a:lnTo>
                  <a:lnTo>
                    <a:pt x="25306" y="394625"/>
                  </a:lnTo>
                  <a:lnTo>
                    <a:pt x="26729" y="392730"/>
                  </a:lnTo>
                  <a:lnTo>
                    <a:pt x="27245" y="391436"/>
                  </a:lnTo>
                  <a:lnTo>
                    <a:pt x="30312" y="388554"/>
                  </a:lnTo>
                  <a:lnTo>
                    <a:pt x="31934" y="387179"/>
                  </a:lnTo>
                  <a:lnTo>
                    <a:pt x="33633" y="386120"/>
                  </a:lnTo>
                  <a:lnTo>
                    <a:pt x="34935" y="384792"/>
                  </a:lnTo>
                  <a:lnTo>
                    <a:pt x="35986" y="384373"/>
                  </a:lnTo>
                  <a:lnTo>
                    <a:pt x="38338" y="384572"/>
                  </a:lnTo>
                  <a:lnTo>
                    <a:pt x="39482" y="384446"/>
                  </a:lnTo>
                  <a:lnTo>
                    <a:pt x="39810" y="384490"/>
                  </a:lnTo>
                  <a:lnTo>
                    <a:pt x="39979" y="384068"/>
                  </a:lnTo>
                  <a:lnTo>
                    <a:pt x="40419" y="381694"/>
                  </a:lnTo>
                  <a:lnTo>
                    <a:pt x="40026" y="376498"/>
                  </a:lnTo>
                  <a:lnTo>
                    <a:pt x="40684" y="374752"/>
                  </a:lnTo>
                  <a:lnTo>
                    <a:pt x="40398" y="371801"/>
                  </a:lnTo>
                  <a:lnTo>
                    <a:pt x="39795" y="369903"/>
                  </a:lnTo>
                  <a:lnTo>
                    <a:pt x="40147" y="368315"/>
                  </a:lnTo>
                  <a:lnTo>
                    <a:pt x="40934" y="367270"/>
                  </a:lnTo>
                  <a:lnTo>
                    <a:pt x="41558" y="365722"/>
                  </a:lnTo>
                  <a:lnTo>
                    <a:pt x="43616" y="364597"/>
                  </a:lnTo>
                  <a:lnTo>
                    <a:pt x="44486" y="363687"/>
                  </a:lnTo>
                  <a:lnTo>
                    <a:pt x="45612" y="363335"/>
                  </a:lnTo>
                  <a:lnTo>
                    <a:pt x="47059" y="362750"/>
                  </a:lnTo>
                  <a:lnTo>
                    <a:pt x="48673" y="361144"/>
                  </a:lnTo>
                  <a:lnTo>
                    <a:pt x="49679" y="359714"/>
                  </a:lnTo>
                  <a:lnTo>
                    <a:pt x="50346" y="357151"/>
                  </a:lnTo>
                  <a:lnTo>
                    <a:pt x="51239" y="356326"/>
                  </a:lnTo>
                  <a:lnTo>
                    <a:pt x="51819" y="356248"/>
                  </a:lnTo>
                  <a:lnTo>
                    <a:pt x="52484" y="356654"/>
                  </a:lnTo>
                  <a:lnTo>
                    <a:pt x="54080" y="358482"/>
                  </a:lnTo>
                  <a:lnTo>
                    <a:pt x="55731" y="358792"/>
                  </a:lnTo>
                  <a:lnTo>
                    <a:pt x="56256" y="358607"/>
                  </a:lnTo>
                  <a:lnTo>
                    <a:pt x="58800" y="355948"/>
                  </a:lnTo>
                  <a:lnTo>
                    <a:pt x="59511" y="355461"/>
                  </a:lnTo>
                  <a:lnTo>
                    <a:pt x="60949" y="355329"/>
                  </a:lnTo>
                  <a:lnTo>
                    <a:pt x="63906" y="354147"/>
                  </a:lnTo>
                  <a:lnTo>
                    <a:pt x="66242" y="351744"/>
                  </a:lnTo>
                  <a:lnTo>
                    <a:pt x="67161" y="350333"/>
                  </a:lnTo>
                  <a:lnTo>
                    <a:pt x="67104" y="349520"/>
                  </a:lnTo>
                  <a:lnTo>
                    <a:pt x="67468" y="347494"/>
                  </a:lnTo>
                  <a:lnTo>
                    <a:pt x="66442" y="343456"/>
                  </a:lnTo>
                  <a:lnTo>
                    <a:pt x="66237" y="340887"/>
                  </a:lnTo>
                  <a:lnTo>
                    <a:pt x="66850" y="338789"/>
                  </a:lnTo>
                  <a:lnTo>
                    <a:pt x="67293" y="335150"/>
                  </a:lnTo>
                  <a:lnTo>
                    <a:pt x="67817" y="333640"/>
                  </a:lnTo>
                  <a:lnTo>
                    <a:pt x="67665" y="332708"/>
                  </a:lnTo>
                  <a:lnTo>
                    <a:pt x="68308" y="331437"/>
                  </a:lnTo>
                  <a:lnTo>
                    <a:pt x="68258" y="331138"/>
                  </a:lnTo>
                  <a:lnTo>
                    <a:pt x="69447" y="329955"/>
                  </a:lnTo>
                  <a:lnTo>
                    <a:pt x="69803" y="328943"/>
                  </a:lnTo>
                  <a:lnTo>
                    <a:pt x="70249" y="328499"/>
                  </a:lnTo>
                  <a:lnTo>
                    <a:pt x="70134" y="328320"/>
                  </a:lnTo>
                  <a:lnTo>
                    <a:pt x="70388" y="328316"/>
                  </a:lnTo>
                  <a:lnTo>
                    <a:pt x="70292" y="328100"/>
                  </a:lnTo>
                  <a:lnTo>
                    <a:pt x="71275" y="326192"/>
                  </a:lnTo>
                  <a:lnTo>
                    <a:pt x="71936" y="323921"/>
                  </a:lnTo>
                  <a:lnTo>
                    <a:pt x="72743" y="323353"/>
                  </a:lnTo>
                  <a:lnTo>
                    <a:pt x="72817" y="322550"/>
                  </a:lnTo>
                  <a:lnTo>
                    <a:pt x="73372" y="322110"/>
                  </a:lnTo>
                  <a:lnTo>
                    <a:pt x="72962" y="318534"/>
                  </a:lnTo>
                  <a:lnTo>
                    <a:pt x="73501" y="317726"/>
                  </a:lnTo>
                  <a:lnTo>
                    <a:pt x="73545" y="317069"/>
                  </a:lnTo>
                  <a:lnTo>
                    <a:pt x="74536" y="316956"/>
                  </a:lnTo>
                  <a:lnTo>
                    <a:pt x="74961" y="316033"/>
                  </a:lnTo>
                  <a:lnTo>
                    <a:pt x="74994" y="315422"/>
                  </a:lnTo>
                  <a:lnTo>
                    <a:pt x="75705" y="315416"/>
                  </a:lnTo>
                  <a:lnTo>
                    <a:pt x="76260" y="315787"/>
                  </a:lnTo>
                  <a:lnTo>
                    <a:pt x="78056" y="314994"/>
                  </a:lnTo>
                  <a:lnTo>
                    <a:pt x="81078" y="316951"/>
                  </a:lnTo>
                  <a:lnTo>
                    <a:pt x="82861" y="317540"/>
                  </a:lnTo>
                  <a:lnTo>
                    <a:pt x="83852" y="317448"/>
                  </a:lnTo>
                  <a:lnTo>
                    <a:pt x="88187" y="316001"/>
                  </a:lnTo>
                  <a:lnTo>
                    <a:pt x="91248" y="316300"/>
                  </a:lnTo>
                  <a:lnTo>
                    <a:pt x="98079" y="315252"/>
                  </a:lnTo>
                  <a:lnTo>
                    <a:pt x="100282" y="315373"/>
                  </a:lnTo>
                  <a:lnTo>
                    <a:pt x="100984" y="315659"/>
                  </a:lnTo>
                  <a:lnTo>
                    <a:pt x="101759" y="316347"/>
                  </a:lnTo>
                  <a:lnTo>
                    <a:pt x="102180" y="316132"/>
                  </a:lnTo>
                  <a:lnTo>
                    <a:pt x="102151" y="313241"/>
                  </a:lnTo>
                  <a:lnTo>
                    <a:pt x="101266" y="310230"/>
                  </a:lnTo>
                  <a:lnTo>
                    <a:pt x="100493" y="308516"/>
                  </a:lnTo>
                  <a:lnTo>
                    <a:pt x="100355" y="307572"/>
                  </a:lnTo>
                  <a:lnTo>
                    <a:pt x="100799" y="306650"/>
                  </a:lnTo>
                  <a:lnTo>
                    <a:pt x="102458" y="306084"/>
                  </a:lnTo>
                  <a:lnTo>
                    <a:pt x="102788" y="304921"/>
                  </a:lnTo>
                  <a:lnTo>
                    <a:pt x="102567" y="304162"/>
                  </a:lnTo>
                  <a:lnTo>
                    <a:pt x="102994" y="303924"/>
                  </a:lnTo>
                  <a:lnTo>
                    <a:pt x="102936" y="303638"/>
                  </a:lnTo>
                  <a:lnTo>
                    <a:pt x="102494" y="303431"/>
                  </a:lnTo>
                  <a:lnTo>
                    <a:pt x="102762" y="303241"/>
                  </a:lnTo>
                  <a:lnTo>
                    <a:pt x="102245" y="302548"/>
                  </a:lnTo>
                  <a:lnTo>
                    <a:pt x="102646" y="301879"/>
                  </a:lnTo>
                  <a:lnTo>
                    <a:pt x="102464" y="301351"/>
                  </a:lnTo>
                  <a:lnTo>
                    <a:pt x="102252" y="301393"/>
                  </a:lnTo>
                  <a:lnTo>
                    <a:pt x="102107" y="300118"/>
                  </a:lnTo>
                  <a:lnTo>
                    <a:pt x="101873" y="299827"/>
                  </a:lnTo>
                  <a:lnTo>
                    <a:pt x="101980" y="299306"/>
                  </a:lnTo>
                  <a:lnTo>
                    <a:pt x="101271" y="298575"/>
                  </a:lnTo>
                  <a:lnTo>
                    <a:pt x="101213" y="298105"/>
                  </a:lnTo>
                  <a:lnTo>
                    <a:pt x="101388" y="297686"/>
                  </a:lnTo>
                  <a:lnTo>
                    <a:pt x="101242" y="297053"/>
                  </a:lnTo>
                  <a:lnTo>
                    <a:pt x="101623" y="296185"/>
                  </a:lnTo>
                  <a:lnTo>
                    <a:pt x="101361" y="295848"/>
                  </a:lnTo>
                  <a:lnTo>
                    <a:pt x="101610" y="295421"/>
                  </a:lnTo>
                  <a:lnTo>
                    <a:pt x="101515" y="295077"/>
                  </a:lnTo>
                  <a:lnTo>
                    <a:pt x="101728" y="295012"/>
                  </a:lnTo>
                  <a:lnTo>
                    <a:pt x="101660" y="294840"/>
                  </a:lnTo>
                  <a:lnTo>
                    <a:pt x="101496" y="294941"/>
                  </a:lnTo>
                  <a:lnTo>
                    <a:pt x="101433" y="294486"/>
                  </a:lnTo>
                  <a:lnTo>
                    <a:pt x="101711" y="294461"/>
                  </a:lnTo>
                  <a:lnTo>
                    <a:pt x="101621" y="293615"/>
                  </a:lnTo>
                  <a:lnTo>
                    <a:pt x="102016" y="293304"/>
                  </a:lnTo>
                  <a:lnTo>
                    <a:pt x="101831" y="292945"/>
                  </a:lnTo>
                  <a:lnTo>
                    <a:pt x="102038" y="292798"/>
                  </a:lnTo>
                  <a:lnTo>
                    <a:pt x="101968" y="291993"/>
                  </a:lnTo>
                  <a:lnTo>
                    <a:pt x="101676" y="292011"/>
                  </a:lnTo>
                  <a:lnTo>
                    <a:pt x="102001" y="291049"/>
                  </a:lnTo>
                  <a:lnTo>
                    <a:pt x="101405" y="290634"/>
                  </a:lnTo>
                  <a:lnTo>
                    <a:pt x="101329" y="289578"/>
                  </a:lnTo>
                  <a:lnTo>
                    <a:pt x="100716" y="288812"/>
                  </a:lnTo>
                  <a:lnTo>
                    <a:pt x="100957" y="288178"/>
                  </a:lnTo>
                  <a:lnTo>
                    <a:pt x="100964" y="286178"/>
                  </a:lnTo>
                  <a:lnTo>
                    <a:pt x="101312" y="285073"/>
                  </a:lnTo>
                  <a:lnTo>
                    <a:pt x="101940" y="283614"/>
                  </a:lnTo>
                  <a:lnTo>
                    <a:pt x="102253" y="281924"/>
                  </a:lnTo>
                  <a:lnTo>
                    <a:pt x="103263" y="281375"/>
                  </a:lnTo>
                  <a:lnTo>
                    <a:pt x="104251" y="281187"/>
                  </a:lnTo>
                  <a:lnTo>
                    <a:pt x="105582" y="280177"/>
                  </a:lnTo>
                  <a:lnTo>
                    <a:pt x="106274" y="277230"/>
                  </a:lnTo>
                  <a:lnTo>
                    <a:pt x="106628" y="273856"/>
                  </a:lnTo>
                  <a:lnTo>
                    <a:pt x="107240" y="273474"/>
                  </a:lnTo>
                  <a:lnTo>
                    <a:pt x="107803" y="273760"/>
                  </a:lnTo>
                  <a:lnTo>
                    <a:pt x="109906" y="273179"/>
                  </a:lnTo>
                  <a:lnTo>
                    <a:pt x="110309" y="273322"/>
                  </a:lnTo>
                  <a:lnTo>
                    <a:pt x="109981" y="271134"/>
                  </a:lnTo>
                  <a:lnTo>
                    <a:pt x="110908" y="269113"/>
                  </a:lnTo>
                  <a:lnTo>
                    <a:pt x="113141" y="267219"/>
                  </a:lnTo>
                  <a:lnTo>
                    <a:pt x="114100" y="266672"/>
                  </a:lnTo>
                  <a:lnTo>
                    <a:pt x="115739" y="265466"/>
                  </a:lnTo>
                  <a:lnTo>
                    <a:pt x="115989" y="263798"/>
                  </a:lnTo>
                  <a:lnTo>
                    <a:pt x="115960" y="260925"/>
                  </a:lnTo>
                  <a:lnTo>
                    <a:pt x="115531" y="259914"/>
                  </a:lnTo>
                  <a:lnTo>
                    <a:pt x="115002" y="259813"/>
                  </a:lnTo>
                  <a:lnTo>
                    <a:pt x="114254" y="258945"/>
                  </a:lnTo>
                  <a:lnTo>
                    <a:pt x="113812" y="257056"/>
                  </a:lnTo>
                  <a:lnTo>
                    <a:pt x="112836" y="256133"/>
                  </a:lnTo>
                  <a:lnTo>
                    <a:pt x="114096" y="254874"/>
                  </a:lnTo>
                  <a:lnTo>
                    <a:pt x="115003" y="254916"/>
                  </a:lnTo>
                  <a:lnTo>
                    <a:pt x="115988" y="254441"/>
                  </a:lnTo>
                  <a:lnTo>
                    <a:pt x="115559" y="251706"/>
                  </a:lnTo>
                  <a:lnTo>
                    <a:pt x="116233" y="251600"/>
                  </a:lnTo>
                  <a:lnTo>
                    <a:pt x="116707" y="249490"/>
                  </a:lnTo>
                  <a:lnTo>
                    <a:pt x="117647" y="249180"/>
                  </a:lnTo>
                  <a:lnTo>
                    <a:pt x="117706" y="247706"/>
                  </a:lnTo>
                  <a:lnTo>
                    <a:pt x="118089" y="246979"/>
                  </a:lnTo>
                  <a:lnTo>
                    <a:pt x="118831" y="244005"/>
                  </a:lnTo>
                  <a:lnTo>
                    <a:pt x="119498" y="243287"/>
                  </a:lnTo>
                  <a:lnTo>
                    <a:pt x="120908" y="244728"/>
                  </a:lnTo>
                  <a:lnTo>
                    <a:pt x="124235" y="243457"/>
                  </a:lnTo>
                  <a:lnTo>
                    <a:pt x="125067" y="242831"/>
                  </a:lnTo>
                  <a:lnTo>
                    <a:pt x="124778" y="242121"/>
                  </a:lnTo>
                  <a:lnTo>
                    <a:pt x="124790" y="241447"/>
                  </a:lnTo>
                  <a:lnTo>
                    <a:pt x="125144" y="240153"/>
                  </a:lnTo>
                  <a:lnTo>
                    <a:pt x="126016" y="236947"/>
                  </a:lnTo>
                  <a:lnTo>
                    <a:pt x="126977" y="235180"/>
                  </a:lnTo>
                  <a:lnTo>
                    <a:pt x="127860" y="232273"/>
                  </a:lnTo>
                  <a:lnTo>
                    <a:pt x="127856" y="232001"/>
                  </a:lnTo>
                  <a:lnTo>
                    <a:pt x="127172" y="231325"/>
                  </a:lnTo>
                  <a:lnTo>
                    <a:pt x="127113" y="228460"/>
                  </a:lnTo>
                  <a:lnTo>
                    <a:pt x="127825" y="225921"/>
                  </a:lnTo>
                  <a:lnTo>
                    <a:pt x="131145" y="225097"/>
                  </a:lnTo>
                  <a:lnTo>
                    <a:pt x="131995" y="224678"/>
                  </a:lnTo>
                  <a:lnTo>
                    <a:pt x="132644" y="224023"/>
                  </a:lnTo>
                  <a:lnTo>
                    <a:pt x="133700" y="224015"/>
                  </a:lnTo>
                  <a:lnTo>
                    <a:pt x="134549" y="223731"/>
                  </a:lnTo>
                  <a:lnTo>
                    <a:pt x="135138" y="223266"/>
                  </a:lnTo>
                  <a:lnTo>
                    <a:pt x="135631" y="221609"/>
                  </a:lnTo>
                  <a:lnTo>
                    <a:pt x="136089" y="221303"/>
                  </a:lnTo>
                  <a:lnTo>
                    <a:pt x="137292" y="221292"/>
                  </a:lnTo>
                  <a:lnTo>
                    <a:pt x="137445" y="221165"/>
                  </a:lnTo>
                  <a:lnTo>
                    <a:pt x="137322" y="220645"/>
                  </a:lnTo>
                  <a:lnTo>
                    <a:pt x="140843" y="219030"/>
                  </a:lnTo>
                  <a:lnTo>
                    <a:pt x="141933" y="218774"/>
                  </a:lnTo>
                  <a:lnTo>
                    <a:pt x="143544" y="219030"/>
                  </a:lnTo>
                  <a:lnTo>
                    <a:pt x="145922" y="220085"/>
                  </a:lnTo>
                  <a:lnTo>
                    <a:pt x="147295" y="221625"/>
                  </a:lnTo>
                  <a:lnTo>
                    <a:pt x="148508" y="220362"/>
                  </a:lnTo>
                  <a:lnTo>
                    <a:pt x="150026" y="220881"/>
                  </a:lnTo>
                  <a:lnTo>
                    <a:pt x="150575" y="221280"/>
                  </a:lnTo>
                  <a:lnTo>
                    <a:pt x="151333" y="222824"/>
                  </a:lnTo>
                  <a:lnTo>
                    <a:pt x="151839" y="223150"/>
                  </a:lnTo>
                  <a:lnTo>
                    <a:pt x="152636" y="222918"/>
                  </a:lnTo>
                  <a:lnTo>
                    <a:pt x="153630" y="222142"/>
                  </a:lnTo>
                  <a:lnTo>
                    <a:pt x="155243" y="221972"/>
                  </a:lnTo>
                  <a:lnTo>
                    <a:pt x="156806" y="222452"/>
                  </a:lnTo>
                  <a:lnTo>
                    <a:pt x="158650" y="223755"/>
                  </a:lnTo>
                  <a:lnTo>
                    <a:pt x="160300" y="223759"/>
                  </a:lnTo>
                  <a:lnTo>
                    <a:pt x="161677" y="224234"/>
                  </a:lnTo>
                  <a:lnTo>
                    <a:pt x="163445" y="224401"/>
                  </a:lnTo>
                  <a:lnTo>
                    <a:pt x="163203" y="223979"/>
                  </a:lnTo>
                  <a:lnTo>
                    <a:pt x="163594" y="222549"/>
                  </a:lnTo>
                  <a:lnTo>
                    <a:pt x="164458" y="221966"/>
                  </a:lnTo>
                  <a:lnTo>
                    <a:pt x="164342" y="220853"/>
                  </a:lnTo>
                  <a:lnTo>
                    <a:pt x="162867" y="220119"/>
                  </a:lnTo>
                  <a:lnTo>
                    <a:pt x="162437" y="221043"/>
                  </a:lnTo>
                  <a:lnTo>
                    <a:pt x="162397" y="222353"/>
                  </a:lnTo>
                  <a:lnTo>
                    <a:pt x="161839" y="222486"/>
                  </a:lnTo>
                  <a:lnTo>
                    <a:pt x="161292" y="223235"/>
                  </a:lnTo>
                  <a:lnTo>
                    <a:pt x="160543" y="223241"/>
                  </a:lnTo>
                  <a:lnTo>
                    <a:pt x="160472" y="223017"/>
                  </a:lnTo>
                  <a:lnTo>
                    <a:pt x="161591" y="222294"/>
                  </a:lnTo>
                  <a:lnTo>
                    <a:pt x="161391" y="221842"/>
                  </a:lnTo>
                  <a:lnTo>
                    <a:pt x="161965" y="220854"/>
                  </a:lnTo>
                  <a:lnTo>
                    <a:pt x="161442" y="219995"/>
                  </a:lnTo>
                  <a:lnTo>
                    <a:pt x="160566" y="219770"/>
                  </a:lnTo>
                  <a:lnTo>
                    <a:pt x="159352" y="220433"/>
                  </a:lnTo>
                  <a:lnTo>
                    <a:pt x="159109" y="221511"/>
                  </a:lnTo>
                  <a:lnTo>
                    <a:pt x="158001" y="221826"/>
                  </a:lnTo>
                  <a:lnTo>
                    <a:pt x="157637" y="221466"/>
                  </a:lnTo>
                  <a:lnTo>
                    <a:pt x="157715" y="221191"/>
                  </a:lnTo>
                  <a:lnTo>
                    <a:pt x="158427" y="220776"/>
                  </a:lnTo>
                  <a:lnTo>
                    <a:pt x="158339" y="219710"/>
                  </a:lnTo>
                  <a:lnTo>
                    <a:pt x="157987" y="219345"/>
                  </a:lnTo>
                  <a:lnTo>
                    <a:pt x="157198" y="219933"/>
                  </a:lnTo>
                  <a:lnTo>
                    <a:pt x="156827" y="219865"/>
                  </a:lnTo>
                  <a:lnTo>
                    <a:pt x="155987" y="218799"/>
                  </a:lnTo>
                  <a:lnTo>
                    <a:pt x="155960" y="218606"/>
                  </a:lnTo>
                  <a:lnTo>
                    <a:pt x="156791" y="217817"/>
                  </a:lnTo>
                  <a:lnTo>
                    <a:pt x="158373" y="218158"/>
                  </a:lnTo>
                  <a:lnTo>
                    <a:pt x="159077" y="217826"/>
                  </a:lnTo>
                  <a:lnTo>
                    <a:pt x="158988" y="217319"/>
                  </a:lnTo>
                  <a:lnTo>
                    <a:pt x="157696" y="215673"/>
                  </a:lnTo>
                  <a:lnTo>
                    <a:pt x="157034" y="215868"/>
                  </a:lnTo>
                  <a:lnTo>
                    <a:pt x="156609" y="216809"/>
                  </a:lnTo>
                  <a:lnTo>
                    <a:pt x="156199" y="216896"/>
                  </a:lnTo>
                  <a:lnTo>
                    <a:pt x="155919" y="215819"/>
                  </a:lnTo>
                  <a:lnTo>
                    <a:pt x="157511" y="214860"/>
                  </a:lnTo>
                  <a:lnTo>
                    <a:pt x="158018" y="213912"/>
                  </a:lnTo>
                  <a:lnTo>
                    <a:pt x="157974" y="213453"/>
                  </a:lnTo>
                  <a:lnTo>
                    <a:pt x="157585" y="213077"/>
                  </a:lnTo>
                  <a:lnTo>
                    <a:pt x="156391" y="213288"/>
                  </a:lnTo>
                  <a:lnTo>
                    <a:pt x="154386" y="212693"/>
                  </a:lnTo>
                  <a:lnTo>
                    <a:pt x="154292" y="211986"/>
                  </a:lnTo>
                  <a:lnTo>
                    <a:pt x="155255" y="211611"/>
                  </a:lnTo>
                  <a:lnTo>
                    <a:pt x="155574" y="211810"/>
                  </a:lnTo>
                  <a:lnTo>
                    <a:pt x="156502" y="211649"/>
                  </a:lnTo>
                  <a:lnTo>
                    <a:pt x="156842" y="211181"/>
                  </a:lnTo>
                  <a:lnTo>
                    <a:pt x="157031" y="209413"/>
                  </a:lnTo>
                  <a:lnTo>
                    <a:pt x="156611" y="209061"/>
                  </a:lnTo>
                  <a:lnTo>
                    <a:pt x="155320" y="209252"/>
                  </a:lnTo>
                  <a:lnTo>
                    <a:pt x="154435" y="208969"/>
                  </a:lnTo>
                  <a:lnTo>
                    <a:pt x="154326" y="209951"/>
                  </a:lnTo>
                  <a:lnTo>
                    <a:pt x="153232" y="210493"/>
                  </a:lnTo>
                  <a:lnTo>
                    <a:pt x="152674" y="211120"/>
                  </a:lnTo>
                  <a:lnTo>
                    <a:pt x="152783" y="211819"/>
                  </a:lnTo>
                  <a:lnTo>
                    <a:pt x="152288" y="213030"/>
                  </a:lnTo>
                  <a:lnTo>
                    <a:pt x="152498" y="213929"/>
                  </a:lnTo>
                  <a:lnTo>
                    <a:pt x="152223" y="214067"/>
                  </a:lnTo>
                  <a:lnTo>
                    <a:pt x="151787" y="213816"/>
                  </a:lnTo>
                  <a:lnTo>
                    <a:pt x="150729" y="213808"/>
                  </a:lnTo>
                  <a:lnTo>
                    <a:pt x="151675" y="213035"/>
                  </a:lnTo>
                  <a:lnTo>
                    <a:pt x="151663" y="212167"/>
                  </a:lnTo>
                  <a:lnTo>
                    <a:pt x="151099" y="211110"/>
                  </a:lnTo>
                  <a:lnTo>
                    <a:pt x="150660" y="210908"/>
                  </a:lnTo>
                  <a:lnTo>
                    <a:pt x="149522" y="211765"/>
                  </a:lnTo>
                  <a:lnTo>
                    <a:pt x="149085" y="211747"/>
                  </a:lnTo>
                  <a:lnTo>
                    <a:pt x="148810" y="211411"/>
                  </a:lnTo>
                  <a:lnTo>
                    <a:pt x="150334" y="210208"/>
                  </a:lnTo>
                  <a:lnTo>
                    <a:pt x="150099" y="209482"/>
                  </a:lnTo>
                  <a:lnTo>
                    <a:pt x="149610" y="209030"/>
                  </a:lnTo>
                  <a:lnTo>
                    <a:pt x="150105" y="208318"/>
                  </a:lnTo>
                  <a:lnTo>
                    <a:pt x="149983" y="207643"/>
                  </a:lnTo>
                  <a:lnTo>
                    <a:pt x="149074" y="207244"/>
                  </a:lnTo>
                  <a:lnTo>
                    <a:pt x="149323" y="205924"/>
                  </a:lnTo>
                  <a:lnTo>
                    <a:pt x="149059" y="205639"/>
                  </a:lnTo>
                  <a:lnTo>
                    <a:pt x="148280" y="205690"/>
                  </a:lnTo>
                  <a:lnTo>
                    <a:pt x="147328" y="205400"/>
                  </a:lnTo>
                  <a:lnTo>
                    <a:pt x="146051" y="206696"/>
                  </a:lnTo>
                  <a:lnTo>
                    <a:pt x="144980" y="206479"/>
                  </a:lnTo>
                  <a:lnTo>
                    <a:pt x="144911" y="206210"/>
                  </a:lnTo>
                  <a:lnTo>
                    <a:pt x="145928" y="205738"/>
                  </a:lnTo>
                  <a:lnTo>
                    <a:pt x="146409" y="205242"/>
                  </a:lnTo>
                  <a:lnTo>
                    <a:pt x="146110" y="204541"/>
                  </a:lnTo>
                  <a:lnTo>
                    <a:pt x="146082" y="203187"/>
                  </a:lnTo>
                  <a:lnTo>
                    <a:pt x="144996" y="201754"/>
                  </a:lnTo>
                  <a:lnTo>
                    <a:pt x="144343" y="201685"/>
                  </a:lnTo>
                  <a:lnTo>
                    <a:pt x="142942" y="200960"/>
                  </a:lnTo>
                  <a:lnTo>
                    <a:pt x="141555" y="199644"/>
                  </a:lnTo>
                  <a:lnTo>
                    <a:pt x="141699" y="199328"/>
                  </a:lnTo>
                  <a:lnTo>
                    <a:pt x="142586" y="199568"/>
                  </a:lnTo>
                  <a:lnTo>
                    <a:pt x="143511" y="199500"/>
                  </a:lnTo>
                  <a:lnTo>
                    <a:pt x="144349" y="198285"/>
                  </a:lnTo>
                  <a:lnTo>
                    <a:pt x="145536" y="198135"/>
                  </a:lnTo>
                  <a:lnTo>
                    <a:pt x="146783" y="196665"/>
                  </a:lnTo>
                  <a:lnTo>
                    <a:pt x="146742" y="195979"/>
                  </a:lnTo>
                  <a:lnTo>
                    <a:pt x="145290" y="194603"/>
                  </a:lnTo>
                  <a:lnTo>
                    <a:pt x="144462" y="194574"/>
                  </a:lnTo>
                  <a:lnTo>
                    <a:pt x="143913" y="195296"/>
                  </a:lnTo>
                  <a:lnTo>
                    <a:pt x="143490" y="194603"/>
                  </a:lnTo>
                  <a:lnTo>
                    <a:pt x="143413" y="193667"/>
                  </a:lnTo>
                  <a:lnTo>
                    <a:pt x="142886" y="193194"/>
                  </a:lnTo>
                  <a:lnTo>
                    <a:pt x="140198" y="193012"/>
                  </a:lnTo>
                  <a:lnTo>
                    <a:pt x="139847" y="193309"/>
                  </a:lnTo>
                  <a:lnTo>
                    <a:pt x="139082" y="193014"/>
                  </a:lnTo>
                  <a:lnTo>
                    <a:pt x="138467" y="193229"/>
                  </a:lnTo>
                  <a:lnTo>
                    <a:pt x="137397" y="192598"/>
                  </a:lnTo>
                  <a:lnTo>
                    <a:pt x="136541" y="191918"/>
                  </a:lnTo>
                  <a:lnTo>
                    <a:pt x="136381" y="191515"/>
                  </a:lnTo>
                  <a:lnTo>
                    <a:pt x="135758" y="190301"/>
                  </a:lnTo>
                  <a:lnTo>
                    <a:pt x="136508" y="189886"/>
                  </a:lnTo>
                  <a:lnTo>
                    <a:pt x="136170" y="189569"/>
                  </a:lnTo>
                  <a:lnTo>
                    <a:pt x="136243" y="189373"/>
                  </a:lnTo>
                  <a:lnTo>
                    <a:pt x="137253" y="188959"/>
                  </a:lnTo>
                  <a:lnTo>
                    <a:pt x="137052" y="187899"/>
                  </a:lnTo>
                  <a:lnTo>
                    <a:pt x="138272" y="186542"/>
                  </a:lnTo>
                  <a:lnTo>
                    <a:pt x="138203" y="186078"/>
                  </a:lnTo>
                  <a:lnTo>
                    <a:pt x="137838" y="185904"/>
                  </a:lnTo>
                  <a:lnTo>
                    <a:pt x="137065" y="186541"/>
                  </a:lnTo>
                  <a:lnTo>
                    <a:pt x="136772" y="186522"/>
                  </a:lnTo>
                  <a:lnTo>
                    <a:pt x="135641" y="185181"/>
                  </a:lnTo>
                  <a:lnTo>
                    <a:pt x="135561" y="184291"/>
                  </a:lnTo>
                  <a:lnTo>
                    <a:pt x="135301" y="184094"/>
                  </a:lnTo>
                  <a:lnTo>
                    <a:pt x="133515" y="184387"/>
                  </a:lnTo>
                  <a:lnTo>
                    <a:pt x="133237" y="184250"/>
                  </a:lnTo>
                  <a:lnTo>
                    <a:pt x="132525" y="183009"/>
                  </a:lnTo>
                  <a:lnTo>
                    <a:pt x="129775" y="181289"/>
                  </a:lnTo>
                  <a:lnTo>
                    <a:pt x="129520" y="181003"/>
                  </a:lnTo>
                  <a:lnTo>
                    <a:pt x="129607" y="180555"/>
                  </a:lnTo>
                  <a:lnTo>
                    <a:pt x="130773" y="179820"/>
                  </a:lnTo>
                  <a:lnTo>
                    <a:pt x="130932" y="179396"/>
                  </a:lnTo>
                  <a:lnTo>
                    <a:pt x="130733" y="179195"/>
                  </a:lnTo>
                  <a:lnTo>
                    <a:pt x="129880" y="179615"/>
                  </a:lnTo>
                  <a:lnTo>
                    <a:pt x="129565" y="179360"/>
                  </a:lnTo>
                  <a:lnTo>
                    <a:pt x="129201" y="177506"/>
                  </a:lnTo>
                  <a:lnTo>
                    <a:pt x="130086" y="176924"/>
                  </a:lnTo>
                  <a:lnTo>
                    <a:pt x="130000" y="175748"/>
                  </a:lnTo>
                  <a:lnTo>
                    <a:pt x="129793" y="175648"/>
                  </a:lnTo>
                  <a:lnTo>
                    <a:pt x="128526" y="176543"/>
                  </a:lnTo>
                  <a:lnTo>
                    <a:pt x="127863" y="175880"/>
                  </a:lnTo>
                  <a:lnTo>
                    <a:pt x="127951" y="174931"/>
                  </a:lnTo>
                  <a:lnTo>
                    <a:pt x="127768" y="174774"/>
                  </a:lnTo>
                  <a:lnTo>
                    <a:pt x="126908" y="174538"/>
                  </a:lnTo>
                  <a:lnTo>
                    <a:pt x="126242" y="175222"/>
                  </a:lnTo>
                  <a:lnTo>
                    <a:pt x="125739" y="175158"/>
                  </a:lnTo>
                  <a:lnTo>
                    <a:pt x="124074" y="172528"/>
                  </a:lnTo>
                  <a:lnTo>
                    <a:pt x="124510" y="171795"/>
                  </a:lnTo>
                  <a:lnTo>
                    <a:pt x="125097" y="171509"/>
                  </a:lnTo>
                  <a:lnTo>
                    <a:pt x="125576" y="172151"/>
                  </a:lnTo>
                  <a:lnTo>
                    <a:pt x="126814" y="172696"/>
                  </a:lnTo>
                  <a:lnTo>
                    <a:pt x="127428" y="173213"/>
                  </a:lnTo>
                  <a:lnTo>
                    <a:pt x="128379" y="173162"/>
                  </a:lnTo>
                  <a:lnTo>
                    <a:pt x="128259" y="172611"/>
                  </a:lnTo>
                  <a:lnTo>
                    <a:pt x="127398" y="172244"/>
                  </a:lnTo>
                  <a:lnTo>
                    <a:pt x="127183" y="171802"/>
                  </a:lnTo>
                  <a:lnTo>
                    <a:pt x="126611" y="171713"/>
                  </a:lnTo>
                  <a:lnTo>
                    <a:pt x="126971" y="171114"/>
                  </a:lnTo>
                  <a:lnTo>
                    <a:pt x="128371" y="170593"/>
                  </a:lnTo>
                  <a:lnTo>
                    <a:pt x="128880" y="169188"/>
                  </a:lnTo>
                  <a:lnTo>
                    <a:pt x="128804" y="168521"/>
                  </a:lnTo>
                  <a:lnTo>
                    <a:pt x="128413" y="167990"/>
                  </a:lnTo>
                  <a:lnTo>
                    <a:pt x="127737" y="168253"/>
                  </a:lnTo>
                  <a:lnTo>
                    <a:pt x="127455" y="168715"/>
                  </a:lnTo>
                  <a:lnTo>
                    <a:pt x="126100" y="169368"/>
                  </a:lnTo>
                  <a:lnTo>
                    <a:pt x="125337" y="169042"/>
                  </a:lnTo>
                  <a:lnTo>
                    <a:pt x="125345" y="168674"/>
                  </a:lnTo>
                  <a:lnTo>
                    <a:pt x="124792" y="168036"/>
                  </a:lnTo>
                  <a:lnTo>
                    <a:pt x="124808" y="166276"/>
                  </a:lnTo>
                  <a:lnTo>
                    <a:pt x="124130" y="165342"/>
                  </a:lnTo>
                  <a:lnTo>
                    <a:pt x="123151" y="165459"/>
                  </a:lnTo>
                  <a:lnTo>
                    <a:pt x="122028" y="166482"/>
                  </a:lnTo>
                  <a:lnTo>
                    <a:pt x="120672" y="165802"/>
                  </a:lnTo>
                  <a:lnTo>
                    <a:pt x="119663" y="166008"/>
                  </a:lnTo>
                  <a:lnTo>
                    <a:pt x="119106" y="165787"/>
                  </a:lnTo>
                  <a:lnTo>
                    <a:pt x="118577" y="165518"/>
                  </a:lnTo>
                  <a:lnTo>
                    <a:pt x="117567" y="164407"/>
                  </a:lnTo>
                  <a:lnTo>
                    <a:pt x="118140" y="164309"/>
                  </a:lnTo>
                  <a:lnTo>
                    <a:pt x="118500" y="163800"/>
                  </a:lnTo>
                  <a:lnTo>
                    <a:pt x="118332" y="162738"/>
                  </a:lnTo>
                  <a:lnTo>
                    <a:pt x="118484" y="162406"/>
                  </a:lnTo>
                  <a:lnTo>
                    <a:pt x="118758" y="162404"/>
                  </a:lnTo>
                  <a:lnTo>
                    <a:pt x="119002" y="163280"/>
                  </a:lnTo>
                  <a:lnTo>
                    <a:pt x="119308" y="163565"/>
                  </a:lnTo>
                  <a:lnTo>
                    <a:pt x="119651" y="163357"/>
                  </a:lnTo>
                  <a:lnTo>
                    <a:pt x="120390" y="163569"/>
                  </a:lnTo>
                  <a:lnTo>
                    <a:pt x="121854" y="163174"/>
                  </a:lnTo>
                  <a:lnTo>
                    <a:pt x="122501" y="164268"/>
                  </a:lnTo>
                  <a:lnTo>
                    <a:pt x="123572" y="164780"/>
                  </a:lnTo>
                  <a:lnTo>
                    <a:pt x="123990" y="163940"/>
                  </a:lnTo>
                  <a:lnTo>
                    <a:pt x="123818" y="163108"/>
                  </a:lnTo>
                  <a:lnTo>
                    <a:pt x="124689" y="162770"/>
                  </a:lnTo>
                  <a:lnTo>
                    <a:pt x="125150" y="162175"/>
                  </a:lnTo>
                  <a:lnTo>
                    <a:pt x="125076" y="161525"/>
                  </a:lnTo>
                  <a:lnTo>
                    <a:pt x="124171" y="161178"/>
                  </a:lnTo>
                  <a:lnTo>
                    <a:pt x="123093" y="159774"/>
                  </a:lnTo>
                  <a:lnTo>
                    <a:pt x="122450" y="159456"/>
                  </a:lnTo>
                  <a:lnTo>
                    <a:pt x="121496" y="160043"/>
                  </a:lnTo>
                  <a:lnTo>
                    <a:pt x="120628" y="159685"/>
                  </a:lnTo>
                  <a:lnTo>
                    <a:pt x="119706" y="160510"/>
                  </a:lnTo>
                  <a:lnTo>
                    <a:pt x="119271" y="160236"/>
                  </a:lnTo>
                  <a:lnTo>
                    <a:pt x="118688" y="160673"/>
                  </a:lnTo>
                  <a:lnTo>
                    <a:pt x="118041" y="160528"/>
                  </a:lnTo>
                  <a:lnTo>
                    <a:pt x="117758" y="159261"/>
                  </a:lnTo>
                  <a:lnTo>
                    <a:pt x="118825" y="159429"/>
                  </a:lnTo>
                  <a:lnTo>
                    <a:pt x="118970" y="158889"/>
                  </a:lnTo>
                  <a:lnTo>
                    <a:pt x="117858" y="156980"/>
                  </a:lnTo>
                  <a:lnTo>
                    <a:pt x="117322" y="155405"/>
                  </a:lnTo>
                  <a:lnTo>
                    <a:pt x="118723" y="154513"/>
                  </a:lnTo>
                  <a:lnTo>
                    <a:pt x="119610" y="154264"/>
                  </a:lnTo>
                  <a:lnTo>
                    <a:pt x="120047" y="153815"/>
                  </a:lnTo>
                  <a:lnTo>
                    <a:pt x="120821" y="153785"/>
                  </a:lnTo>
                  <a:lnTo>
                    <a:pt x="121795" y="153183"/>
                  </a:lnTo>
                  <a:lnTo>
                    <a:pt x="121847" y="152839"/>
                  </a:lnTo>
                  <a:lnTo>
                    <a:pt x="121488" y="152155"/>
                  </a:lnTo>
                  <a:lnTo>
                    <a:pt x="120418" y="151703"/>
                  </a:lnTo>
                  <a:lnTo>
                    <a:pt x="120083" y="150984"/>
                  </a:lnTo>
                  <a:lnTo>
                    <a:pt x="119223" y="150370"/>
                  </a:lnTo>
                  <a:lnTo>
                    <a:pt x="119662" y="149654"/>
                  </a:lnTo>
                  <a:lnTo>
                    <a:pt x="119913" y="149569"/>
                  </a:lnTo>
                  <a:lnTo>
                    <a:pt x="120762" y="149999"/>
                  </a:lnTo>
                  <a:lnTo>
                    <a:pt x="120830" y="149446"/>
                  </a:lnTo>
                  <a:lnTo>
                    <a:pt x="121389" y="149310"/>
                  </a:lnTo>
                  <a:lnTo>
                    <a:pt x="121980" y="148167"/>
                  </a:lnTo>
                  <a:lnTo>
                    <a:pt x="123043" y="147925"/>
                  </a:lnTo>
                  <a:lnTo>
                    <a:pt x="123941" y="148172"/>
                  </a:lnTo>
                  <a:lnTo>
                    <a:pt x="124120" y="148436"/>
                  </a:lnTo>
                  <a:lnTo>
                    <a:pt x="124757" y="148236"/>
                  </a:lnTo>
                  <a:lnTo>
                    <a:pt x="125010" y="147822"/>
                  </a:lnTo>
                  <a:lnTo>
                    <a:pt x="124527" y="147098"/>
                  </a:lnTo>
                  <a:lnTo>
                    <a:pt x="123610" y="147168"/>
                  </a:lnTo>
                  <a:lnTo>
                    <a:pt x="123081" y="146867"/>
                  </a:lnTo>
                  <a:lnTo>
                    <a:pt x="122565" y="147362"/>
                  </a:lnTo>
                  <a:lnTo>
                    <a:pt x="121158" y="147079"/>
                  </a:lnTo>
                  <a:lnTo>
                    <a:pt x="121394" y="146487"/>
                  </a:lnTo>
                  <a:lnTo>
                    <a:pt x="120948" y="145869"/>
                  </a:lnTo>
                  <a:lnTo>
                    <a:pt x="121045" y="145701"/>
                  </a:lnTo>
                  <a:lnTo>
                    <a:pt x="121411" y="146091"/>
                  </a:lnTo>
                  <a:lnTo>
                    <a:pt x="121635" y="146011"/>
                  </a:lnTo>
                  <a:lnTo>
                    <a:pt x="121670" y="145208"/>
                  </a:lnTo>
                  <a:lnTo>
                    <a:pt x="122195" y="145431"/>
                  </a:lnTo>
                  <a:lnTo>
                    <a:pt x="123032" y="145378"/>
                  </a:lnTo>
                  <a:lnTo>
                    <a:pt x="123142" y="144974"/>
                  </a:lnTo>
                  <a:lnTo>
                    <a:pt x="122837" y="144408"/>
                  </a:lnTo>
                  <a:lnTo>
                    <a:pt x="122032" y="144205"/>
                  </a:lnTo>
                  <a:lnTo>
                    <a:pt x="122296" y="143708"/>
                  </a:lnTo>
                  <a:lnTo>
                    <a:pt x="123583" y="144724"/>
                  </a:lnTo>
                  <a:lnTo>
                    <a:pt x="123708" y="144405"/>
                  </a:lnTo>
                  <a:lnTo>
                    <a:pt x="124225" y="144710"/>
                  </a:lnTo>
                  <a:lnTo>
                    <a:pt x="123740" y="143728"/>
                  </a:lnTo>
                  <a:lnTo>
                    <a:pt x="124078" y="142654"/>
                  </a:lnTo>
                  <a:lnTo>
                    <a:pt x="124052" y="140155"/>
                  </a:lnTo>
                  <a:lnTo>
                    <a:pt x="123549" y="139662"/>
                  </a:lnTo>
                  <a:lnTo>
                    <a:pt x="121996" y="139415"/>
                  </a:lnTo>
                  <a:lnTo>
                    <a:pt x="121781" y="139149"/>
                  </a:lnTo>
                  <a:lnTo>
                    <a:pt x="121889" y="138731"/>
                  </a:lnTo>
                  <a:lnTo>
                    <a:pt x="121191" y="136591"/>
                  </a:lnTo>
                  <a:lnTo>
                    <a:pt x="120084" y="136617"/>
                  </a:lnTo>
                  <a:lnTo>
                    <a:pt x="119455" y="136178"/>
                  </a:lnTo>
                  <a:lnTo>
                    <a:pt x="119357" y="135715"/>
                  </a:lnTo>
                  <a:lnTo>
                    <a:pt x="119829" y="134409"/>
                  </a:lnTo>
                  <a:lnTo>
                    <a:pt x="119529" y="133807"/>
                  </a:lnTo>
                  <a:lnTo>
                    <a:pt x="119168" y="133987"/>
                  </a:lnTo>
                  <a:lnTo>
                    <a:pt x="119016" y="134835"/>
                  </a:lnTo>
                  <a:lnTo>
                    <a:pt x="118355" y="135576"/>
                  </a:lnTo>
                  <a:lnTo>
                    <a:pt x="117803" y="135494"/>
                  </a:lnTo>
                  <a:lnTo>
                    <a:pt x="116782" y="134568"/>
                  </a:lnTo>
                  <a:lnTo>
                    <a:pt x="116554" y="134630"/>
                  </a:lnTo>
                  <a:lnTo>
                    <a:pt x="116124" y="135461"/>
                  </a:lnTo>
                  <a:lnTo>
                    <a:pt x="115358" y="135625"/>
                  </a:lnTo>
                  <a:lnTo>
                    <a:pt x="114853" y="134927"/>
                  </a:lnTo>
                  <a:lnTo>
                    <a:pt x="114767" y="133919"/>
                  </a:lnTo>
                  <a:lnTo>
                    <a:pt x="115207" y="133772"/>
                  </a:lnTo>
                  <a:lnTo>
                    <a:pt x="116317" y="134340"/>
                  </a:lnTo>
                  <a:lnTo>
                    <a:pt x="117008" y="134114"/>
                  </a:lnTo>
                  <a:lnTo>
                    <a:pt x="117106" y="133793"/>
                  </a:lnTo>
                  <a:lnTo>
                    <a:pt x="116715" y="132425"/>
                  </a:lnTo>
                  <a:lnTo>
                    <a:pt x="116343" y="132096"/>
                  </a:lnTo>
                  <a:lnTo>
                    <a:pt x="115957" y="132178"/>
                  </a:lnTo>
                  <a:lnTo>
                    <a:pt x="115387" y="133074"/>
                  </a:lnTo>
                  <a:lnTo>
                    <a:pt x="114593" y="133560"/>
                  </a:lnTo>
                  <a:lnTo>
                    <a:pt x="114480" y="133084"/>
                  </a:lnTo>
                  <a:lnTo>
                    <a:pt x="114229" y="133123"/>
                  </a:lnTo>
                  <a:lnTo>
                    <a:pt x="113468" y="134047"/>
                  </a:lnTo>
                  <a:lnTo>
                    <a:pt x="113153" y="134067"/>
                  </a:lnTo>
                  <a:lnTo>
                    <a:pt x="112884" y="131954"/>
                  </a:lnTo>
                  <a:lnTo>
                    <a:pt x="112380" y="131238"/>
                  </a:lnTo>
                  <a:lnTo>
                    <a:pt x="112441" y="130922"/>
                  </a:lnTo>
                  <a:lnTo>
                    <a:pt x="111632" y="130198"/>
                  </a:lnTo>
                  <a:lnTo>
                    <a:pt x="111371" y="130277"/>
                  </a:lnTo>
                  <a:lnTo>
                    <a:pt x="110604" y="128536"/>
                  </a:lnTo>
                  <a:lnTo>
                    <a:pt x="109829" y="125383"/>
                  </a:lnTo>
                  <a:lnTo>
                    <a:pt x="107882" y="120103"/>
                  </a:lnTo>
                  <a:lnTo>
                    <a:pt x="105354" y="115351"/>
                  </a:lnTo>
                  <a:lnTo>
                    <a:pt x="98498" y="119610"/>
                  </a:lnTo>
                  <a:lnTo>
                    <a:pt x="97420" y="118989"/>
                  </a:lnTo>
                  <a:lnTo>
                    <a:pt x="96976" y="118461"/>
                  </a:lnTo>
                  <a:lnTo>
                    <a:pt x="97503" y="117751"/>
                  </a:lnTo>
                  <a:lnTo>
                    <a:pt x="97317" y="116498"/>
                  </a:lnTo>
                  <a:lnTo>
                    <a:pt x="98443" y="116757"/>
                  </a:lnTo>
                  <a:lnTo>
                    <a:pt x="99214" y="116095"/>
                  </a:lnTo>
                  <a:lnTo>
                    <a:pt x="98489" y="115103"/>
                  </a:lnTo>
                  <a:lnTo>
                    <a:pt x="96602" y="114479"/>
                  </a:lnTo>
                  <a:lnTo>
                    <a:pt x="96682" y="113480"/>
                  </a:lnTo>
                  <a:lnTo>
                    <a:pt x="96353" y="113020"/>
                  </a:lnTo>
                  <a:lnTo>
                    <a:pt x="95488" y="112900"/>
                  </a:lnTo>
                  <a:lnTo>
                    <a:pt x="94770" y="113152"/>
                  </a:lnTo>
                  <a:lnTo>
                    <a:pt x="94788" y="111733"/>
                  </a:lnTo>
                  <a:lnTo>
                    <a:pt x="94308" y="111251"/>
                  </a:lnTo>
                  <a:lnTo>
                    <a:pt x="94879" y="110478"/>
                  </a:lnTo>
                  <a:lnTo>
                    <a:pt x="94853" y="109693"/>
                  </a:lnTo>
                  <a:lnTo>
                    <a:pt x="93695" y="108616"/>
                  </a:lnTo>
                  <a:lnTo>
                    <a:pt x="92889" y="107454"/>
                  </a:lnTo>
                  <a:lnTo>
                    <a:pt x="92204" y="105873"/>
                  </a:lnTo>
                  <a:lnTo>
                    <a:pt x="92126" y="105106"/>
                  </a:lnTo>
                  <a:lnTo>
                    <a:pt x="92899" y="104614"/>
                  </a:lnTo>
                  <a:lnTo>
                    <a:pt x="92513" y="103610"/>
                  </a:lnTo>
                  <a:lnTo>
                    <a:pt x="91458" y="103350"/>
                  </a:lnTo>
                  <a:lnTo>
                    <a:pt x="91652" y="102954"/>
                  </a:lnTo>
                  <a:lnTo>
                    <a:pt x="92151" y="102733"/>
                  </a:lnTo>
                  <a:lnTo>
                    <a:pt x="92103" y="102429"/>
                  </a:lnTo>
                  <a:lnTo>
                    <a:pt x="91385" y="101860"/>
                  </a:lnTo>
                  <a:lnTo>
                    <a:pt x="89270" y="101887"/>
                  </a:lnTo>
                  <a:lnTo>
                    <a:pt x="88870" y="101644"/>
                  </a:lnTo>
                  <a:lnTo>
                    <a:pt x="88705" y="101337"/>
                  </a:lnTo>
                  <a:lnTo>
                    <a:pt x="89127" y="100946"/>
                  </a:lnTo>
                  <a:lnTo>
                    <a:pt x="90190" y="101696"/>
                  </a:lnTo>
                  <a:lnTo>
                    <a:pt x="90497" y="100510"/>
                  </a:lnTo>
                  <a:lnTo>
                    <a:pt x="90048" y="99027"/>
                  </a:lnTo>
                  <a:lnTo>
                    <a:pt x="89754" y="98443"/>
                  </a:lnTo>
                  <a:lnTo>
                    <a:pt x="89402" y="98439"/>
                  </a:lnTo>
                  <a:lnTo>
                    <a:pt x="89082" y="98973"/>
                  </a:lnTo>
                  <a:lnTo>
                    <a:pt x="88625" y="98602"/>
                  </a:lnTo>
                  <a:lnTo>
                    <a:pt x="88205" y="98578"/>
                  </a:lnTo>
                  <a:lnTo>
                    <a:pt x="88116" y="97914"/>
                  </a:lnTo>
                  <a:lnTo>
                    <a:pt x="87573" y="98188"/>
                  </a:lnTo>
                  <a:lnTo>
                    <a:pt x="87314" y="98002"/>
                  </a:lnTo>
                  <a:lnTo>
                    <a:pt x="87106" y="97141"/>
                  </a:lnTo>
                  <a:lnTo>
                    <a:pt x="85921" y="96680"/>
                  </a:lnTo>
                  <a:lnTo>
                    <a:pt x="85781" y="96208"/>
                  </a:lnTo>
                  <a:lnTo>
                    <a:pt x="86019" y="95971"/>
                  </a:lnTo>
                  <a:lnTo>
                    <a:pt x="85948" y="95616"/>
                  </a:lnTo>
                  <a:lnTo>
                    <a:pt x="84894" y="94703"/>
                  </a:lnTo>
                  <a:lnTo>
                    <a:pt x="85997" y="93001"/>
                  </a:lnTo>
                  <a:lnTo>
                    <a:pt x="88017" y="92559"/>
                  </a:lnTo>
                  <a:lnTo>
                    <a:pt x="88193" y="91496"/>
                  </a:lnTo>
                  <a:lnTo>
                    <a:pt x="88022" y="91006"/>
                  </a:lnTo>
                  <a:lnTo>
                    <a:pt x="87738" y="90954"/>
                  </a:lnTo>
                  <a:lnTo>
                    <a:pt x="87261" y="91851"/>
                  </a:lnTo>
                  <a:lnTo>
                    <a:pt x="86607" y="92188"/>
                  </a:lnTo>
                  <a:lnTo>
                    <a:pt x="86010" y="91927"/>
                  </a:lnTo>
                  <a:lnTo>
                    <a:pt x="85552" y="90672"/>
                  </a:lnTo>
                  <a:lnTo>
                    <a:pt x="86567" y="89242"/>
                  </a:lnTo>
                  <a:lnTo>
                    <a:pt x="85937" y="88748"/>
                  </a:lnTo>
                  <a:lnTo>
                    <a:pt x="85870" y="88268"/>
                  </a:lnTo>
                  <a:lnTo>
                    <a:pt x="86615" y="87871"/>
                  </a:lnTo>
                  <a:lnTo>
                    <a:pt x="87194" y="86346"/>
                  </a:lnTo>
                  <a:lnTo>
                    <a:pt x="86933" y="86213"/>
                  </a:lnTo>
                  <a:lnTo>
                    <a:pt x="86397" y="86493"/>
                  </a:lnTo>
                  <a:lnTo>
                    <a:pt x="86127" y="86351"/>
                  </a:lnTo>
                  <a:lnTo>
                    <a:pt x="86156" y="85596"/>
                  </a:lnTo>
                  <a:lnTo>
                    <a:pt x="85695" y="85038"/>
                  </a:lnTo>
                  <a:lnTo>
                    <a:pt x="87426" y="84674"/>
                  </a:lnTo>
                  <a:lnTo>
                    <a:pt x="87569" y="84024"/>
                  </a:lnTo>
                  <a:lnTo>
                    <a:pt x="88394" y="83215"/>
                  </a:lnTo>
                  <a:lnTo>
                    <a:pt x="88537" y="81699"/>
                  </a:lnTo>
                  <a:lnTo>
                    <a:pt x="88225" y="80467"/>
                  </a:lnTo>
                  <a:lnTo>
                    <a:pt x="87612" y="79339"/>
                  </a:lnTo>
                  <a:lnTo>
                    <a:pt x="85157" y="77012"/>
                  </a:lnTo>
                  <a:lnTo>
                    <a:pt x="84460" y="76016"/>
                  </a:lnTo>
                  <a:lnTo>
                    <a:pt x="84037" y="74521"/>
                  </a:lnTo>
                  <a:lnTo>
                    <a:pt x="84206" y="73069"/>
                  </a:lnTo>
                  <a:lnTo>
                    <a:pt x="85026" y="71935"/>
                  </a:lnTo>
                  <a:lnTo>
                    <a:pt x="87316" y="70782"/>
                  </a:lnTo>
                  <a:lnTo>
                    <a:pt x="88475" y="69344"/>
                  </a:lnTo>
                  <a:lnTo>
                    <a:pt x="89532" y="68862"/>
                  </a:lnTo>
                  <a:lnTo>
                    <a:pt x="89928" y="68408"/>
                  </a:lnTo>
                  <a:lnTo>
                    <a:pt x="90185" y="65803"/>
                  </a:lnTo>
                  <a:lnTo>
                    <a:pt x="91281" y="64369"/>
                  </a:lnTo>
                  <a:lnTo>
                    <a:pt x="91959" y="64373"/>
                  </a:lnTo>
                  <a:lnTo>
                    <a:pt x="92127" y="63560"/>
                  </a:lnTo>
                  <a:lnTo>
                    <a:pt x="91841" y="63008"/>
                  </a:lnTo>
                  <a:lnTo>
                    <a:pt x="90849" y="62753"/>
                  </a:lnTo>
                  <a:lnTo>
                    <a:pt x="90851" y="61524"/>
                  </a:lnTo>
                  <a:lnTo>
                    <a:pt x="91908" y="60592"/>
                  </a:lnTo>
                  <a:lnTo>
                    <a:pt x="90491" y="59642"/>
                  </a:lnTo>
                  <a:lnTo>
                    <a:pt x="89749" y="59428"/>
                  </a:lnTo>
                  <a:lnTo>
                    <a:pt x="89774" y="58756"/>
                  </a:lnTo>
                  <a:lnTo>
                    <a:pt x="88366" y="57059"/>
                  </a:lnTo>
                  <a:lnTo>
                    <a:pt x="88115" y="56311"/>
                  </a:lnTo>
                  <a:lnTo>
                    <a:pt x="88887" y="55964"/>
                  </a:lnTo>
                  <a:lnTo>
                    <a:pt x="89245" y="56400"/>
                  </a:lnTo>
                  <a:lnTo>
                    <a:pt x="89670" y="56466"/>
                  </a:lnTo>
                  <a:lnTo>
                    <a:pt x="90158" y="55375"/>
                  </a:lnTo>
                  <a:lnTo>
                    <a:pt x="90119" y="53782"/>
                  </a:lnTo>
                  <a:lnTo>
                    <a:pt x="89243" y="53477"/>
                  </a:lnTo>
                  <a:lnTo>
                    <a:pt x="88658" y="52317"/>
                  </a:lnTo>
                  <a:lnTo>
                    <a:pt x="89049" y="51477"/>
                  </a:lnTo>
                  <a:lnTo>
                    <a:pt x="88694" y="50921"/>
                  </a:lnTo>
                  <a:lnTo>
                    <a:pt x="89146" y="50356"/>
                  </a:lnTo>
                  <a:lnTo>
                    <a:pt x="89828" y="50355"/>
                  </a:lnTo>
                  <a:lnTo>
                    <a:pt x="90095" y="50010"/>
                  </a:lnTo>
                  <a:lnTo>
                    <a:pt x="89985" y="49575"/>
                  </a:lnTo>
                  <a:lnTo>
                    <a:pt x="89374" y="48930"/>
                  </a:lnTo>
                  <a:lnTo>
                    <a:pt x="89232" y="47903"/>
                  </a:lnTo>
                  <a:lnTo>
                    <a:pt x="89932" y="47730"/>
                  </a:lnTo>
                  <a:lnTo>
                    <a:pt x="90592" y="46882"/>
                  </a:lnTo>
                  <a:lnTo>
                    <a:pt x="90125" y="46525"/>
                  </a:lnTo>
                  <a:lnTo>
                    <a:pt x="89516" y="46840"/>
                  </a:lnTo>
                  <a:lnTo>
                    <a:pt x="89148" y="46434"/>
                  </a:lnTo>
                  <a:lnTo>
                    <a:pt x="88953" y="46094"/>
                  </a:lnTo>
                  <a:lnTo>
                    <a:pt x="89058" y="44261"/>
                  </a:lnTo>
                  <a:lnTo>
                    <a:pt x="89444" y="43653"/>
                  </a:lnTo>
                  <a:lnTo>
                    <a:pt x="89720" y="43582"/>
                  </a:lnTo>
                  <a:lnTo>
                    <a:pt x="90319" y="44107"/>
                  </a:lnTo>
                  <a:lnTo>
                    <a:pt x="90709" y="44101"/>
                  </a:lnTo>
                  <a:lnTo>
                    <a:pt x="91009" y="43820"/>
                  </a:lnTo>
                  <a:lnTo>
                    <a:pt x="90695" y="43129"/>
                  </a:lnTo>
                  <a:lnTo>
                    <a:pt x="90725" y="41659"/>
                  </a:lnTo>
                  <a:lnTo>
                    <a:pt x="89503" y="40219"/>
                  </a:lnTo>
                  <a:lnTo>
                    <a:pt x="89608" y="39254"/>
                  </a:lnTo>
                  <a:lnTo>
                    <a:pt x="90375" y="38515"/>
                  </a:lnTo>
                  <a:lnTo>
                    <a:pt x="90603" y="39352"/>
                  </a:lnTo>
                  <a:lnTo>
                    <a:pt x="91967" y="39498"/>
                  </a:lnTo>
                  <a:lnTo>
                    <a:pt x="92313" y="39358"/>
                  </a:lnTo>
                  <a:lnTo>
                    <a:pt x="93076" y="38375"/>
                  </a:lnTo>
                  <a:lnTo>
                    <a:pt x="92964" y="37622"/>
                  </a:lnTo>
                  <a:lnTo>
                    <a:pt x="92431" y="37717"/>
                  </a:lnTo>
                  <a:lnTo>
                    <a:pt x="92102" y="38224"/>
                  </a:lnTo>
                  <a:lnTo>
                    <a:pt x="91319" y="37309"/>
                  </a:lnTo>
                  <a:lnTo>
                    <a:pt x="92664" y="36437"/>
                  </a:lnTo>
                  <a:lnTo>
                    <a:pt x="91735" y="34995"/>
                  </a:lnTo>
                  <a:lnTo>
                    <a:pt x="91736" y="34093"/>
                  </a:lnTo>
                  <a:lnTo>
                    <a:pt x="91607" y="33272"/>
                  </a:lnTo>
                  <a:lnTo>
                    <a:pt x="92256" y="32642"/>
                  </a:lnTo>
                  <a:lnTo>
                    <a:pt x="95837" y="32942"/>
                  </a:lnTo>
                  <a:lnTo>
                    <a:pt x="96311" y="32820"/>
                  </a:lnTo>
                  <a:lnTo>
                    <a:pt x="96840" y="33393"/>
                  </a:lnTo>
                  <a:lnTo>
                    <a:pt x="97302" y="33052"/>
                  </a:lnTo>
                  <a:lnTo>
                    <a:pt x="98197" y="33204"/>
                  </a:lnTo>
                  <a:lnTo>
                    <a:pt x="98565" y="33699"/>
                  </a:lnTo>
                  <a:lnTo>
                    <a:pt x="99717" y="33765"/>
                  </a:lnTo>
                  <a:lnTo>
                    <a:pt x="99800" y="33356"/>
                  </a:lnTo>
                  <a:lnTo>
                    <a:pt x="99151" y="33597"/>
                  </a:lnTo>
                  <a:lnTo>
                    <a:pt x="100538" y="31624"/>
                  </a:lnTo>
                  <a:lnTo>
                    <a:pt x="99948" y="30738"/>
                  </a:lnTo>
                  <a:lnTo>
                    <a:pt x="100394" y="30816"/>
                  </a:lnTo>
                  <a:lnTo>
                    <a:pt x="101344" y="30061"/>
                  </a:lnTo>
                  <a:lnTo>
                    <a:pt x="101425" y="29772"/>
                  </a:lnTo>
                  <a:lnTo>
                    <a:pt x="101953" y="29912"/>
                  </a:lnTo>
                  <a:lnTo>
                    <a:pt x="101558" y="30790"/>
                  </a:lnTo>
                  <a:lnTo>
                    <a:pt x="101977" y="31271"/>
                  </a:lnTo>
                  <a:lnTo>
                    <a:pt x="102398" y="31250"/>
                  </a:lnTo>
                  <a:lnTo>
                    <a:pt x="102415" y="30669"/>
                  </a:lnTo>
                  <a:lnTo>
                    <a:pt x="102921" y="30501"/>
                  </a:lnTo>
                  <a:lnTo>
                    <a:pt x="102755" y="30016"/>
                  </a:lnTo>
                  <a:lnTo>
                    <a:pt x="101352" y="29525"/>
                  </a:lnTo>
                  <a:lnTo>
                    <a:pt x="101401" y="29009"/>
                  </a:lnTo>
                  <a:lnTo>
                    <a:pt x="101796" y="28813"/>
                  </a:lnTo>
                  <a:lnTo>
                    <a:pt x="102224" y="29092"/>
                  </a:lnTo>
                  <a:lnTo>
                    <a:pt x="102430" y="28709"/>
                  </a:lnTo>
                  <a:lnTo>
                    <a:pt x="102485" y="28392"/>
                  </a:lnTo>
                  <a:lnTo>
                    <a:pt x="102005" y="28131"/>
                  </a:lnTo>
                  <a:lnTo>
                    <a:pt x="101957" y="27675"/>
                  </a:lnTo>
                  <a:lnTo>
                    <a:pt x="102401" y="27020"/>
                  </a:lnTo>
                  <a:lnTo>
                    <a:pt x="102243" y="26533"/>
                  </a:lnTo>
                  <a:lnTo>
                    <a:pt x="103035" y="26306"/>
                  </a:lnTo>
                  <a:lnTo>
                    <a:pt x="103469" y="26878"/>
                  </a:lnTo>
                  <a:lnTo>
                    <a:pt x="103868" y="26527"/>
                  </a:lnTo>
                  <a:lnTo>
                    <a:pt x="104048" y="25908"/>
                  </a:lnTo>
                  <a:lnTo>
                    <a:pt x="103381" y="25518"/>
                  </a:lnTo>
                  <a:lnTo>
                    <a:pt x="104049" y="24910"/>
                  </a:lnTo>
                  <a:lnTo>
                    <a:pt x="104398" y="25122"/>
                  </a:lnTo>
                  <a:lnTo>
                    <a:pt x="104196" y="25604"/>
                  </a:lnTo>
                  <a:lnTo>
                    <a:pt x="104524" y="26134"/>
                  </a:lnTo>
                  <a:lnTo>
                    <a:pt x="105161" y="26102"/>
                  </a:lnTo>
                  <a:lnTo>
                    <a:pt x="104867" y="25540"/>
                  </a:lnTo>
                  <a:lnTo>
                    <a:pt x="105152" y="24998"/>
                  </a:lnTo>
                  <a:lnTo>
                    <a:pt x="104113" y="24784"/>
                  </a:lnTo>
                  <a:lnTo>
                    <a:pt x="104442" y="24313"/>
                  </a:lnTo>
                  <a:lnTo>
                    <a:pt x="105266" y="24339"/>
                  </a:lnTo>
                  <a:lnTo>
                    <a:pt x="104925" y="23998"/>
                  </a:lnTo>
                  <a:lnTo>
                    <a:pt x="104680" y="24052"/>
                  </a:lnTo>
                  <a:lnTo>
                    <a:pt x="104405" y="23556"/>
                  </a:lnTo>
                  <a:lnTo>
                    <a:pt x="104872" y="22922"/>
                  </a:lnTo>
                  <a:lnTo>
                    <a:pt x="105536" y="23742"/>
                  </a:lnTo>
                  <a:lnTo>
                    <a:pt x="106217" y="23641"/>
                  </a:lnTo>
                  <a:lnTo>
                    <a:pt x="106352" y="23386"/>
                  </a:lnTo>
                  <a:lnTo>
                    <a:pt x="105776" y="23085"/>
                  </a:lnTo>
                  <a:lnTo>
                    <a:pt x="105755" y="22777"/>
                  </a:lnTo>
                  <a:lnTo>
                    <a:pt x="105128" y="22744"/>
                  </a:lnTo>
                  <a:lnTo>
                    <a:pt x="105038" y="22558"/>
                  </a:lnTo>
                  <a:lnTo>
                    <a:pt x="105505" y="22279"/>
                  </a:lnTo>
                  <a:lnTo>
                    <a:pt x="105446" y="22075"/>
                  </a:lnTo>
                  <a:lnTo>
                    <a:pt x="104955" y="22020"/>
                  </a:lnTo>
                  <a:lnTo>
                    <a:pt x="105253" y="20808"/>
                  </a:lnTo>
                  <a:lnTo>
                    <a:pt x="104647" y="20760"/>
                  </a:lnTo>
                  <a:lnTo>
                    <a:pt x="104355" y="21414"/>
                  </a:lnTo>
                  <a:lnTo>
                    <a:pt x="104159" y="21396"/>
                  </a:lnTo>
                  <a:lnTo>
                    <a:pt x="104413" y="20800"/>
                  </a:lnTo>
                  <a:lnTo>
                    <a:pt x="104014" y="20364"/>
                  </a:lnTo>
                  <a:lnTo>
                    <a:pt x="104120" y="19754"/>
                  </a:lnTo>
                  <a:lnTo>
                    <a:pt x="104480" y="19742"/>
                  </a:lnTo>
                  <a:lnTo>
                    <a:pt x="104597" y="20152"/>
                  </a:lnTo>
                  <a:lnTo>
                    <a:pt x="105129" y="20065"/>
                  </a:lnTo>
                  <a:lnTo>
                    <a:pt x="105064" y="19582"/>
                  </a:lnTo>
                  <a:lnTo>
                    <a:pt x="105326" y="19110"/>
                  </a:lnTo>
                  <a:lnTo>
                    <a:pt x="105188" y="18479"/>
                  </a:lnTo>
                  <a:lnTo>
                    <a:pt x="105614" y="17523"/>
                  </a:lnTo>
                  <a:lnTo>
                    <a:pt x="105509" y="16963"/>
                  </a:lnTo>
                  <a:lnTo>
                    <a:pt x="105825" y="16510"/>
                  </a:lnTo>
                  <a:lnTo>
                    <a:pt x="105476" y="16010"/>
                  </a:lnTo>
                  <a:lnTo>
                    <a:pt x="105816" y="15443"/>
                  </a:lnTo>
                  <a:lnTo>
                    <a:pt x="106237" y="11160"/>
                  </a:lnTo>
                  <a:lnTo>
                    <a:pt x="106483" y="10821"/>
                  </a:lnTo>
                  <a:lnTo>
                    <a:pt x="106399" y="10236"/>
                  </a:lnTo>
                  <a:lnTo>
                    <a:pt x="106895" y="9693"/>
                  </a:lnTo>
                  <a:lnTo>
                    <a:pt x="106787" y="9028"/>
                  </a:lnTo>
                  <a:lnTo>
                    <a:pt x="107342" y="8731"/>
                  </a:lnTo>
                  <a:lnTo>
                    <a:pt x="107954" y="6429"/>
                  </a:lnTo>
                  <a:lnTo>
                    <a:pt x="108729" y="5847"/>
                  </a:lnTo>
                  <a:lnTo>
                    <a:pt x="109839" y="4383"/>
                  </a:lnTo>
                  <a:lnTo>
                    <a:pt x="111681" y="2623"/>
                  </a:lnTo>
                  <a:lnTo>
                    <a:pt x="112178" y="334"/>
                  </a:lnTo>
                  <a:lnTo>
                    <a:pt x="112463" y="0"/>
                  </a:lnTo>
                  <a:lnTo>
                    <a:pt x="112736" y="55"/>
                  </a:lnTo>
                  <a:lnTo>
                    <a:pt x="112680" y="1163"/>
                  </a:lnTo>
                  <a:lnTo>
                    <a:pt x="115992" y="1452"/>
                  </a:lnTo>
                  <a:lnTo>
                    <a:pt x="118751" y="1386"/>
                  </a:lnTo>
                  <a:lnTo>
                    <a:pt x="118813" y="924"/>
                  </a:lnTo>
                  <a:lnTo>
                    <a:pt x="119869" y="1057"/>
                  </a:lnTo>
                  <a:lnTo>
                    <a:pt x="120631" y="1421"/>
                  </a:lnTo>
                  <a:lnTo>
                    <a:pt x="121533" y="1291"/>
                  </a:lnTo>
                  <a:lnTo>
                    <a:pt x="123578" y="372"/>
                  </a:lnTo>
                  <a:lnTo>
                    <a:pt x="125117" y="93"/>
                  </a:lnTo>
                  <a:lnTo>
                    <a:pt x="126530" y="377"/>
                  </a:lnTo>
                  <a:lnTo>
                    <a:pt x="127314" y="196"/>
                  </a:lnTo>
                  <a:lnTo>
                    <a:pt x="131267" y="187"/>
                  </a:lnTo>
                  <a:lnTo>
                    <a:pt x="131894" y="303"/>
                  </a:lnTo>
                  <a:lnTo>
                    <a:pt x="134624" y="1880"/>
                  </a:lnTo>
                  <a:lnTo>
                    <a:pt x="137342" y="2703"/>
                  </a:lnTo>
                  <a:lnTo>
                    <a:pt x="137100" y="3729"/>
                  </a:lnTo>
                  <a:lnTo>
                    <a:pt x="136639" y="3873"/>
                  </a:lnTo>
                  <a:lnTo>
                    <a:pt x="136312" y="5032"/>
                  </a:lnTo>
                  <a:lnTo>
                    <a:pt x="136682" y="6021"/>
                  </a:lnTo>
                  <a:lnTo>
                    <a:pt x="136737" y="8560"/>
                  </a:lnTo>
                  <a:lnTo>
                    <a:pt x="137034" y="10177"/>
                  </a:lnTo>
                  <a:lnTo>
                    <a:pt x="138279" y="12067"/>
                  </a:lnTo>
                  <a:lnTo>
                    <a:pt x="138894" y="17825"/>
                  </a:lnTo>
                  <a:lnTo>
                    <a:pt x="138606" y="19675"/>
                  </a:lnTo>
                  <a:lnTo>
                    <a:pt x="138939" y="21498"/>
                  </a:lnTo>
                  <a:lnTo>
                    <a:pt x="139341" y="23241"/>
                  </a:lnTo>
                  <a:lnTo>
                    <a:pt x="140137" y="24754"/>
                  </a:lnTo>
                  <a:lnTo>
                    <a:pt x="140920" y="27098"/>
                  </a:lnTo>
                  <a:lnTo>
                    <a:pt x="139888" y="27593"/>
                  </a:lnTo>
                  <a:lnTo>
                    <a:pt x="142784" y="33482"/>
                  </a:lnTo>
                  <a:lnTo>
                    <a:pt x="143782" y="35096"/>
                  </a:lnTo>
                  <a:lnTo>
                    <a:pt x="145006" y="36472"/>
                  </a:lnTo>
                  <a:lnTo>
                    <a:pt x="148660" y="37923"/>
                  </a:lnTo>
                  <a:lnTo>
                    <a:pt x="148468" y="39828"/>
                  </a:lnTo>
                  <a:lnTo>
                    <a:pt x="150008" y="40034"/>
                  </a:lnTo>
                  <a:lnTo>
                    <a:pt x="150160" y="39484"/>
                  </a:lnTo>
                  <a:lnTo>
                    <a:pt x="152052" y="39887"/>
                  </a:lnTo>
                  <a:lnTo>
                    <a:pt x="152568" y="42815"/>
                  </a:lnTo>
                  <a:lnTo>
                    <a:pt x="153367" y="42852"/>
                  </a:lnTo>
                  <a:lnTo>
                    <a:pt x="154396" y="42550"/>
                  </a:lnTo>
                  <a:lnTo>
                    <a:pt x="154526" y="44186"/>
                  </a:lnTo>
                  <a:lnTo>
                    <a:pt x="157298" y="43625"/>
                  </a:lnTo>
                  <a:lnTo>
                    <a:pt x="158296" y="46561"/>
                  </a:lnTo>
                  <a:lnTo>
                    <a:pt x="157353" y="47457"/>
                  </a:lnTo>
                  <a:lnTo>
                    <a:pt x="156487" y="49082"/>
                  </a:lnTo>
                  <a:lnTo>
                    <a:pt x="154854" y="50398"/>
                  </a:lnTo>
                  <a:lnTo>
                    <a:pt x="154570" y="50385"/>
                  </a:lnTo>
                  <a:lnTo>
                    <a:pt x="153519" y="51616"/>
                  </a:lnTo>
                  <a:lnTo>
                    <a:pt x="153979" y="53757"/>
                  </a:lnTo>
                  <a:lnTo>
                    <a:pt x="154959" y="55624"/>
                  </a:lnTo>
                  <a:lnTo>
                    <a:pt x="152766" y="56684"/>
                  </a:lnTo>
                  <a:lnTo>
                    <a:pt x="151610" y="56963"/>
                  </a:lnTo>
                  <a:lnTo>
                    <a:pt x="150282" y="58419"/>
                  </a:lnTo>
                  <a:lnTo>
                    <a:pt x="149346" y="58510"/>
                  </a:lnTo>
                  <a:lnTo>
                    <a:pt x="148914" y="58774"/>
                  </a:lnTo>
                  <a:lnTo>
                    <a:pt x="148968" y="59351"/>
                  </a:lnTo>
                  <a:lnTo>
                    <a:pt x="148403" y="59812"/>
                  </a:lnTo>
                  <a:lnTo>
                    <a:pt x="148186" y="60392"/>
                  </a:lnTo>
                  <a:lnTo>
                    <a:pt x="148212" y="61988"/>
                  </a:lnTo>
                  <a:lnTo>
                    <a:pt x="146310" y="64708"/>
                  </a:lnTo>
                  <a:lnTo>
                    <a:pt x="144475" y="68305"/>
                  </a:lnTo>
                  <a:lnTo>
                    <a:pt x="143421" y="69828"/>
                  </a:lnTo>
                  <a:lnTo>
                    <a:pt x="142557" y="71789"/>
                  </a:lnTo>
                  <a:lnTo>
                    <a:pt x="141316" y="71777"/>
                  </a:lnTo>
                  <a:lnTo>
                    <a:pt x="140976" y="72621"/>
                  </a:lnTo>
                  <a:lnTo>
                    <a:pt x="140909" y="73853"/>
                  </a:lnTo>
                  <a:lnTo>
                    <a:pt x="139397" y="73531"/>
                  </a:lnTo>
                  <a:lnTo>
                    <a:pt x="138129" y="77373"/>
                  </a:lnTo>
                  <a:lnTo>
                    <a:pt x="138519" y="79047"/>
                  </a:lnTo>
                  <a:lnTo>
                    <a:pt x="138080" y="81158"/>
                  </a:lnTo>
                  <a:lnTo>
                    <a:pt x="136524" y="84259"/>
                  </a:lnTo>
                  <a:lnTo>
                    <a:pt x="133932" y="86583"/>
                  </a:lnTo>
                  <a:lnTo>
                    <a:pt x="133830" y="87229"/>
                  </a:lnTo>
                  <a:lnTo>
                    <a:pt x="133328" y="87893"/>
                  </a:lnTo>
                  <a:lnTo>
                    <a:pt x="130844" y="90311"/>
                  </a:lnTo>
                  <a:lnTo>
                    <a:pt x="132886" y="92057"/>
                  </a:lnTo>
                  <a:lnTo>
                    <a:pt x="134089" y="94513"/>
                  </a:lnTo>
                  <a:lnTo>
                    <a:pt x="135159" y="95189"/>
                  </a:lnTo>
                  <a:lnTo>
                    <a:pt x="139179" y="96702"/>
                  </a:lnTo>
                  <a:lnTo>
                    <a:pt x="140970" y="96968"/>
                  </a:lnTo>
                  <a:lnTo>
                    <a:pt x="142825" y="96505"/>
                  </a:lnTo>
                  <a:lnTo>
                    <a:pt x="143947" y="96532"/>
                  </a:lnTo>
                  <a:lnTo>
                    <a:pt x="145819" y="97677"/>
                  </a:lnTo>
                  <a:lnTo>
                    <a:pt x="146658" y="97910"/>
                  </a:lnTo>
                  <a:lnTo>
                    <a:pt x="149225" y="97149"/>
                  </a:lnTo>
                  <a:lnTo>
                    <a:pt x="150360" y="96452"/>
                  </a:lnTo>
                  <a:lnTo>
                    <a:pt x="152363" y="96139"/>
                  </a:lnTo>
                  <a:lnTo>
                    <a:pt x="151913" y="102302"/>
                  </a:lnTo>
                  <a:lnTo>
                    <a:pt x="151353" y="102807"/>
                  </a:lnTo>
                  <a:lnTo>
                    <a:pt x="151115" y="103949"/>
                  </a:lnTo>
                  <a:lnTo>
                    <a:pt x="151608" y="107001"/>
                  </a:lnTo>
                  <a:lnTo>
                    <a:pt x="151751" y="109810"/>
                  </a:lnTo>
                  <a:lnTo>
                    <a:pt x="152891" y="113255"/>
                  </a:lnTo>
                  <a:lnTo>
                    <a:pt x="153731" y="114466"/>
                  </a:lnTo>
                  <a:lnTo>
                    <a:pt x="153694" y="115503"/>
                  </a:lnTo>
                  <a:lnTo>
                    <a:pt x="153942" y="115728"/>
                  </a:lnTo>
                  <a:lnTo>
                    <a:pt x="153681" y="116147"/>
                  </a:lnTo>
                  <a:lnTo>
                    <a:pt x="154041" y="116826"/>
                  </a:lnTo>
                  <a:lnTo>
                    <a:pt x="153684" y="118983"/>
                  </a:lnTo>
                  <a:lnTo>
                    <a:pt x="153139" y="119771"/>
                  </a:lnTo>
                  <a:lnTo>
                    <a:pt x="153073" y="122210"/>
                  </a:lnTo>
                  <a:lnTo>
                    <a:pt x="152915" y="122280"/>
                  </a:lnTo>
                  <a:lnTo>
                    <a:pt x="153139" y="122904"/>
                  </a:lnTo>
                  <a:lnTo>
                    <a:pt x="152841" y="123190"/>
                  </a:lnTo>
                  <a:lnTo>
                    <a:pt x="152519" y="123026"/>
                  </a:lnTo>
                  <a:lnTo>
                    <a:pt x="152400" y="125405"/>
                  </a:lnTo>
                  <a:lnTo>
                    <a:pt x="153185" y="129277"/>
                  </a:lnTo>
                  <a:lnTo>
                    <a:pt x="153511" y="129829"/>
                  </a:lnTo>
                  <a:lnTo>
                    <a:pt x="159277" y="137885"/>
                  </a:lnTo>
                  <a:lnTo>
                    <a:pt x="160836" y="139483"/>
                  </a:lnTo>
                  <a:lnTo>
                    <a:pt x="161973" y="138839"/>
                  </a:lnTo>
                  <a:lnTo>
                    <a:pt x="163462" y="139344"/>
                  </a:lnTo>
                  <a:lnTo>
                    <a:pt x="165961" y="140911"/>
                  </a:lnTo>
                  <a:lnTo>
                    <a:pt x="166492" y="140616"/>
                  </a:lnTo>
                  <a:lnTo>
                    <a:pt x="167528" y="141036"/>
                  </a:lnTo>
                  <a:lnTo>
                    <a:pt x="168864" y="142063"/>
                  </a:lnTo>
                  <a:lnTo>
                    <a:pt x="169098" y="142004"/>
                  </a:lnTo>
                  <a:lnTo>
                    <a:pt x="169507" y="143047"/>
                  </a:lnTo>
                  <a:lnTo>
                    <a:pt x="169895" y="145573"/>
                  </a:lnTo>
                  <a:lnTo>
                    <a:pt x="171559" y="149452"/>
                  </a:lnTo>
                  <a:lnTo>
                    <a:pt x="173100" y="147819"/>
                  </a:lnTo>
                  <a:lnTo>
                    <a:pt x="175910" y="145865"/>
                  </a:lnTo>
                  <a:lnTo>
                    <a:pt x="179254" y="142010"/>
                  </a:lnTo>
                  <a:lnTo>
                    <a:pt x="180968" y="139532"/>
                  </a:lnTo>
                  <a:lnTo>
                    <a:pt x="181216" y="136123"/>
                  </a:lnTo>
                  <a:lnTo>
                    <a:pt x="187955" y="135119"/>
                  </a:lnTo>
                  <a:lnTo>
                    <a:pt x="190950" y="134331"/>
                  </a:lnTo>
                  <a:lnTo>
                    <a:pt x="196376" y="136320"/>
                  </a:lnTo>
                  <a:lnTo>
                    <a:pt x="200353" y="135155"/>
                  </a:lnTo>
                  <a:lnTo>
                    <a:pt x="200667" y="137093"/>
                  </a:lnTo>
                  <a:lnTo>
                    <a:pt x="201003" y="136994"/>
                  </a:lnTo>
                  <a:lnTo>
                    <a:pt x="201003" y="136321"/>
                  </a:lnTo>
                  <a:lnTo>
                    <a:pt x="201389" y="135760"/>
                  </a:lnTo>
                  <a:lnTo>
                    <a:pt x="201461" y="135045"/>
                  </a:lnTo>
                  <a:lnTo>
                    <a:pt x="208912" y="133145"/>
                  </a:lnTo>
                  <a:lnTo>
                    <a:pt x="210251" y="132608"/>
                  </a:lnTo>
                  <a:lnTo>
                    <a:pt x="220769" y="131193"/>
                  </a:lnTo>
                  <a:lnTo>
                    <a:pt x="222748" y="131727"/>
                  </a:lnTo>
                  <a:lnTo>
                    <a:pt x="226357" y="131899"/>
                  </a:lnTo>
                  <a:lnTo>
                    <a:pt x="227857" y="131480"/>
                  </a:lnTo>
                  <a:lnTo>
                    <a:pt x="229879" y="131402"/>
                  </a:lnTo>
                  <a:lnTo>
                    <a:pt x="231146" y="130759"/>
                  </a:lnTo>
                  <a:lnTo>
                    <a:pt x="233632" y="131087"/>
                  </a:lnTo>
                  <a:lnTo>
                    <a:pt x="235892" y="131015"/>
                  </a:lnTo>
                  <a:lnTo>
                    <a:pt x="239578" y="130105"/>
                  </a:lnTo>
                  <a:lnTo>
                    <a:pt x="244025" y="130760"/>
                  </a:lnTo>
                  <a:lnTo>
                    <a:pt x="247171" y="132167"/>
                  </a:lnTo>
                  <a:lnTo>
                    <a:pt x="249010" y="133395"/>
                  </a:lnTo>
                  <a:lnTo>
                    <a:pt x="249888" y="134310"/>
                  </a:lnTo>
                  <a:lnTo>
                    <a:pt x="250222" y="135038"/>
                  </a:lnTo>
                  <a:lnTo>
                    <a:pt x="250184" y="136088"/>
                  </a:lnTo>
                  <a:lnTo>
                    <a:pt x="251828" y="138060"/>
                  </a:lnTo>
                  <a:lnTo>
                    <a:pt x="253310" y="139246"/>
                  </a:lnTo>
                  <a:lnTo>
                    <a:pt x="257056" y="137098"/>
                  </a:lnTo>
                  <a:lnTo>
                    <a:pt x="256907" y="137530"/>
                  </a:lnTo>
                  <a:lnTo>
                    <a:pt x="257309" y="139611"/>
                  </a:lnTo>
                  <a:lnTo>
                    <a:pt x="257693" y="140249"/>
                  </a:lnTo>
                  <a:lnTo>
                    <a:pt x="258290" y="142746"/>
                  </a:lnTo>
                  <a:lnTo>
                    <a:pt x="257898" y="144499"/>
                  </a:lnTo>
                  <a:lnTo>
                    <a:pt x="257094" y="145909"/>
                  </a:lnTo>
                  <a:lnTo>
                    <a:pt x="256458" y="146459"/>
                  </a:lnTo>
                  <a:lnTo>
                    <a:pt x="256011" y="147819"/>
                  </a:lnTo>
                  <a:lnTo>
                    <a:pt x="254878" y="149121"/>
                  </a:lnTo>
                  <a:lnTo>
                    <a:pt x="254552" y="149845"/>
                  </a:lnTo>
                  <a:lnTo>
                    <a:pt x="253984" y="150113"/>
                  </a:lnTo>
                  <a:lnTo>
                    <a:pt x="253834" y="149868"/>
                  </a:lnTo>
                  <a:lnTo>
                    <a:pt x="253352" y="149956"/>
                  </a:lnTo>
                  <a:lnTo>
                    <a:pt x="252755" y="149704"/>
                  </a:lnTo>
                  <a:lnTo>
                    <a:pt x="252399" y="149257"/>
                  </a:lnTo>
                  <a:lnTo>
                    <a:pt x="252178" y="149352"/>
                  </a:lnTo>
                  <a:lnTo>
                    <a:pt x="252761" y="151370"/>
                  </a:lnTo>
                  <a:lnTo>
                    <a:pt x="252220" y="151531"/>
                  </a:lnTo>
                  <a:lnTo>
                    <a:pt x="250709" y="153268"/>
                  </a:lnTo>
                  <a:lnTo>
                    <a:pt x="250536" y="154435"/>
                  </a:lnTo>
                  <a:lnTo>
                    <a:pt x="250045" y="154643"/>
                  </a:lnTo>
                  <a:lnTo>
                    <a:pt x="250010" y="155086"/>
                  </a:lnTo>
                  <a:lnTo>
                    <a:pt x="249687" y="155217"/>
                  </a:lnTo>
                  <a:lnTo>
                    <a:pt x="249663" y="155823"/>
                  </a:lnTo>
                  <a:lnTo>
                    <a:pt x="249378" y="156158"/>
                  </a:lnTo>
                  <a:lnTo>
                    <a:pt x="249601" y="156320"/>
                  </a:lnTo>
                  <a:lnTo>
                    <a:pt x="249565" y="156655"/>
                  </a:lnTo>
                  <a:lnTo>
                    <a:pt x="249967" y="156920"/>
                  </a:lnTo>
                  <a:lnTo>
                    <a:pt x="249748" y="157783"/>
                  </a:lnTo>
                  <a:lnTo>
                    <a:pt x="249201" y="158078"/>
                  </a:lnTo>
                  <a:lnTo>
                    <a:pt x="248953" y="159127"/>
                  </a:lnTo>
                  <a:lnTo>
                    <a:pt x="248136" y="159454"/>
                  </a:lnTo>
                  <a:lnTo>
                    <a:pt x="248334" y="160300"/>
                  </a:lnTo>
                  <a:lnTo>
                    <a:pt x="248052" y="160339"/>
                  </a:lnTo>
                  <a:lnTo>
                    <a:pt x="247810" y="160766"/>
                  </a:lnTo>
                  <a:lnTo>
                    <a:pt x="247412" y="160657"/>
                  </a:lnTo>
                  <a:lnTo>
                    <a:pt x="246806" y="161441"/>
                  </a:lnTo>
                  <a:lnTo>
                    <a:pt x="249390" y="163088"/>
                  </a:lnTo>
                  <a:lnTo>
                    <a:pt x="252237" y="166432"/>
                  </a:lnTo>
                  <a:lnTo>
                    <a:pt x="248760" y="170903"/>
                  </a:lnTo>
                  <a:lnTo>
                    <a:pt x="247705" y="175452"/>
                  </a:lnTo>
                  <a:lnTo>
                    <a:pt x="248642" y="175384"/>
                  </a:lnTo>
                  <a:lnTo>
                    <a:pt x="249196" y="176050"/>
                  </a:lnTo>
                  <a:lnTo>
                    <a:pt x="249393" y="176605"/>
                  </a:lnTo>
                  <a:lnTo>
                    <a:pt x="249234" y="177879"/>
                  </a:lnTo>
                  <a:lnTo>
                    <a:pt x="255885" y="177398"/>
                  </a:lnTo>
                  <a:lnTo>
                    <a:pt x="256102" y="176413"/>
                  </a:lnTo>
                  <a:lnTo>
                    <a:pt x="256937" y="174749"/>
                  </a:lnTo>
                  <a:lnTo>
                    <a:pt x="258169" y="174129"/>
                  </a:lnTo>
                  <a:lnTo>
                    <a:pt x="260095" y="175713"/>
                  </a:lnTo>
                  <a:lnTo>
                    <a:pt x="260817" y="175418"/>
                  </a:lnTo>
                  <a:lnTo>
                    <a:pt x="263216" y="176861"/>
                  </a:lnTo>
                  <a:lnTo>
                    <a:pt x="262940" y="179527"/>
                  </a:lnTo>
                  <a:lnTo>
                    <a:pt x="262394" y="181568"/>
                  </a:lnTo>
                  <a:lnTo>
                    <a:pt x="262557" y="183817"/>
                  </a:lnTo>
                  <a:lnTo>
                    <a:pt x="262973" y="183694"/>
                  </a:lnTo>
                  <a:lnTo>
                    <a:pt x="265565" y="181576"/>
                  </a:lnTo>
                  <a:lnTo>
                    <a:pt x="266864" y="181341"/>
                  </a:lnTo>
                  <a:lnTo>
                    <a:pt x="267001" y="182017"/>
                  </a:lnTo>
                  <a:lnTo>
                    <a:pt x="268500" y="182065"/>
                  </a:lnTo>
                  <a:lnTo>
                    <a:pt x="269514" y="182504"/>
                  </a:lnTo>
                  <a:lnTo>
                    <a:pt x="269362" y="182976"/>
                  </a:lnTo>
                  <a:lnTo>
                    <a:pt x="270163" y="183775"/>
                  </a:lnTo>
                  <a:lnTo>
                    <a:pt x="269888" y="184724"/>
                  </a:lnTo>
                  <a:lnTo>
                    <a:pt x="270049" y="184908"/>
                  </a:lnTo>
                  <a:lnTo>
                    <a:pt x="273915" y="186742"/>
                  </a:lnTo>
                  <a:lnTo>
                    <a:pt x="274439" y="185859"/>
                  </a:lnTo>
                  <a:lnTo>
                    <a:pt x="274657" y="184741"/>
                  </a:lnTo>
                  <a:lnTo>
                    <a:pt x="274786" y="183768"/>
                  </a:lnTo>
                  <a:lnTo>
                    <a:pt x="274561" y="183741"/>
                  </a:lnTo>
                  <a:lnTo>
                    <a:pt x="274530" y="183486"/>
                  </a:lnTo>
                  <a:lnTo>
                    <a:pt x="274846" y="183510"/>
                  </a:lnTo>
                  <a:lnTo>
                    <a:pt x="274407" y="181195"/>
                  </a:lnTo>
                  <a:lnTo>
                    <a:pt x="274151" y="181163"/>
                  </a:lnTo>
                  <a:lnTo>
                    <a:pt x="273648" y="180253"/>
                  </a:lnTo>
                  <a:lnTo>
                    <a:pt x="274636" y="179656"/>
                  </a:lnTo>
                  <a:lnTo>
                    <a:pt x="279450" y="178178"/>
                  </a:lnTo>
                  <a:lnTo>
                    <a:pt x="280396" y="177486"/>
                  </a:lnTo>
                  <a:lnTo>
                    <a:pt x="281752" y="176895"/>
                  </a:lnTo>
                  <a:lnTo>
                    <a:pt x="282606" y="176913"/>
                  </a:lnTo>
                  <a:lnTo>
                    <a:pt x="283083" y="175711"/>
                  </a:lnTo>
                  <a:lnTo>
                    <a:pt x="283968" y="174620"/>
                  </a:lnTo>
                  <a:lnTo>
                    <a:pt x="285412" y="173806"/>
                  </a:lnTo>
                  <a:lnTo>
                    <a:pt x="288744" y="175731"/>
                  </a:lnTo>
                  <a:lnTo>
                    <a:pt x="291490" y="178248"/>
                  </a:lnTo>
                  <a:lnTo>
                    <a:pt x="293173" y="178538"/>
                  </a:lnTo>
                  <a:lnTo>
                    <a:pt x="294361" y="179743"/>
                  </a:lnTo>
                  <a:lnTo>
                    <a:pt x="295086" y="179604"/>
                  </a:lnTo>
                  <a:lnTo>
                    <a:pt x="297219" y="180372"/>
                  </a:lnTo>
                  <a:lnTo>
                    <a:pt x="298050" y="180461"/>
                  </a:lnTo>
                  <a:lnTo>
                    <a:pt x="303393" y="179367"/>
                  </a:lnTo>
                  <a:lnTo>
                    <a:pt x="304198" y="179882"/>
                  </a:lnTo>
                  <a:lnTo>
                    <a:pt x="304942" y="178823"/>
                  </a:lnTo>
                  <a:lnTo>
                    <a:pt x="306184" y="178132"/>
                  </a:lnTo>
                  <a:lnTo>
                    <a:pt x="306911" y="176252"/>
                  </a:lnTo>
                  <a:lnTo>
                    <a:pt x="307506" y="176281"/>
                  </a:lnTo>
                  <a:lnTo>
                    <a:pt x="308297" y="177201"/>
                  </a:lnTo>
                  <a:lnTo>
                    <a:pt x="308493" y="178110"/>
                  </a:lnTo>
                  <a:lnTo>
                    <a:pt x="308386" y="179066"/>
                  </a:lnTo>
                  <a:lnTo>
                    <a:pt x="307936" y="179980"/>
                  </a:lnTo>
                  <a:lnTo>
                    <a:pt x="308417" y="183089"/>
                  </a:lnTo>
                  <a:lnTo>
                    <a:pt x="308019" y="183621"/>
                  </a:lnTo>
                  <a:lnTo>
                    <a:pt x="307651" y="184784"/>
                  </a:lnTo>
                  <a:lnTo>
                    <a:pt x="305848" y="187312"/>
                  </a:lnTo>
                  <a:lnTo>
                    <a:pt x="304598" y="191881"/>
                  </a:lnTo>
                  <a:lnTo>
                    <a:pt x="301809" y="197962"/>
                  </a:lnTo>
                  <a:lnTo>
                    <a:pt x="301770" y="201786"/>
                  </a:lnTo>
                  <a:lnTo>
                    <a:pt x="301168" y="204268"/>
                  </a:lnTo>
                  <a:lnTo>
                    <a:pt x="301220" y="205768"/>
                  </a:lnTo>
                  <a:lnTo>
                    <a:pt x="301315" y="206375"/>
                  </a:lnTo>
                  <a:lnTo>
                    <a:pt x="303044" y="208580"/>
                  </a:lnTo>
                  <a:lnTo>
                    <a:pt x="299835" y="220690"/>
                  </a:lnTo>
                  <a:lnTo>
                    <a:pt x="299288" y="221973"/>
                  </a:lnTo>
                  <a:lnTo>
                    <a:pt x="298150" y="223537"/>
                  </a:lnTo>
                  <a:lnTo>
                    <a:pt x="296685" y="224307"/>
                  </a:lnTo>
                  <a:lnTo>
                    <a:pt x="296244" y="227713"/>
                  </a:lnTo>
                  <a:lnTo>
                    <a:pt x="295531" y="230144"/>
                  </a:lnTo>
                  <a:lnTo>
                    <a:pt x="295697" y="234761"/>
                  </a:lnTo>
                  <a:lnTo>
                    <a:pt x="296726" y="239467"/>
                  </a:lnTo>
                  <a:lnTo>
                    <a:pt x="296812" y="242711"/>
                  </a:lnTo>
                  <a:lnTo>
                    <a:pt x="297490" y="244240"/>
                  </a:lnTo>
                  <a:lnTo>
                    <a:pt x="297198" y="246305"/>
                  </a:lnTo>
                  <a:lnTo>
                    <a:pt x="297392" y="248694"/>
                  </a:lnTo>
                  <a:lnTo>
                    <a:pt x="298127" y="251533"/>
                  </a:lnTo>
                  <a:lnTo>
                    <a:pt x="298318" y="254370"/>
                  </a:lnTo>
                  <a:lnTo>
                    <a:pt x="298302" y="256788"/>
                  </a:lnTo>
                  <a:lnTo>
                    <a:pt x="297507" y="264207"/>
                  </a:lnTo>
                  <a:lnTo>
                    <a:pt x="295307" y="265480"/>
                  </a:lnTo>
                  <a:lnTo>
                    <a:pt x="293117" y="265495"/>
                  </a:lnTo>
                  <a:lnTo>
                    <a:pt x="292716" y="264823"/>
                  </a:lnTo>
                  <a:lnTo>
                    <a:pt x="289868" y="266790"/>
                  </a:lnTo>
                  <a:lnTo>
                    <a:pt x="286594" y="264627"/>
                  </a:lnTo>
                  <a:lnTo>
                    <a:pt x="282994" y="263210"/>
                  </a:lnTo>
                  <a:lnTo>
                    <a:pt x="278850" y="262402"/>
                  </a:lnTo>
                  <a:lnTo>
                    <a:pt x="278705" y="262861"/>
                  </a:lnTo>
                  <a:lnTo>
                    <a:pt x="275884" y="263208"/>
                  </a:lnTo>
                  <a:lnTo>
                    <a:pt x="274477" y="262578"/>
                  </a:lnTo>
                  <a:lnTo>
                    <a:pt x="268271" y="267417"/>
                  </a:lnTo>
                  <a:lnTo>
                    <a:pt x="266238" y="269988"/>
                  </a:lnTo>
                  <a:lnTo>
                    <a:pt x="261333" y="276123"/>
                  </a:lnTo>
                  <a:lnTo>
                    <a:pt x="266397" y="286921"/>
                  </a:lnTo>
                  <a:lnTo>
                    <a:pt x="265812" y="286213"/>
                  </a:lnTo>
                  <a:lnTo>
                    <a:pt x="265472" y="286174"/>
                  </a:lnTo>
                  <a:lnTo>
                    <a:pt x="264747" y="286382"/>
                  </a:lnTo>
                  <a:lnTo>
                    <a:pt x="264166" y="287037"/>
                  </a:lnTo>
                  <a:lnTo>
                    <a:pt x="264139" y="287704"/>
                  </a:lnTo>
                  <a:lnTo>
                    <a:pt x="264681" y="288538"/>
                  </a:lnTo>
                  <a:lnTo>
                    <a:pt x="265016" y="290709"/>
                  </a:lnTo>
                  <a:lnTo>
                    <a:pt x="264080" y="291511"/>
                  </a:lnTo>
                  <a:lnTo>
                    <a:pt x="263487" y="291734"/>
                  </a:lnTo>
                  <a:lnTo>
                    <a:pt x="262380" y="291285"/>
                  </a:lnTo>
                  <a:lnTo>
                    <a:pt x="260475" y="291091"/>
                  </a:lnTo>
                  <a:lnTo>
                    <a:pt x="258404" y="290145"/>
                  </a:lnTo>
                  <a:lnTo>
                    <a:pt x="257704" y="290168"/>
                  </a:lnTo>
                  <a:lnTo>
                    <a:pt x="256280" y="290707"/>
                  </a:lnTo>
                  <a:lnTo>
                    <a:pt x="255978" y="292072"/>
                  </a:lnTo>
                  <a:lnTo>
                    <a:pt x="255564" y="292685"/>
                  </a:lnTo>
                  <a:lnTo>
                    <a:pt x="254953" y="292968"/>
                  </a:lnTo>
                  <a:lnTo>
                    <a:pt x="253541" y="293131"/>
                  </a:lnTo>
                  <a:lnTo>
                    <a:pt x="252365" y="293998"/>
                  </a:lnTo>
                  <a:lnTo>
                    <a:pt x="251783" y="296026"/>
                  </a:lnTo>
                  <a:lnTo>
                    <a:pt x="251963" y="297873"/>
                  </a:lnTo>
                  <a:lnTo>
                    <a:pt x="251751" y="298410"/>
                  </a:lnTo>
                  <a:lnTo>
                    <a:pt x="251216" y="298836"/>
                  </a:lnTo>
                  <a:lnTo>
                    <a:pt x="250723" y="298788"/>
                  </a:lnTo>
                  <a:lnTo>
                    <a:pt x="250393" y="297573"/>
                  </a:lnTo>
                  <a:lnTo>
                    <a:pt x="249177" y="297277"/>
                  </a:lnTo>
                  <a:lnTo>
                    <a:pt x="248487" y="297515"/>
                  </a:lnTo>
                  <a:lnTo>
                    <a:pt x="246452" y="297066"/>
                  </a:lnTo>
                  <a:lnTo>
                    <a:pt x="246486" y="298252"/>
                  </a:lnTo>
                  <a:lnTo>
                    <a:pt x="247340" y="299946"/>
                  </a:lnTo>
                  <a:lnTo>
                    <a:pt x="245155" y="299818"/>
                  </a:lnTo>
                  <a:lnTo>
                    <a:pt x="244931" y="300237"/>
                  </a:lnTo>
                  <a:lnTo>
                    <a:pt x="245281" y="300798"/>
                  </a:lnTo>
                  <a:lnTo>
                    <a:pt x="245076" y="301160"/>
                  </a:lnTo>
                  <a:lnTo>
                    <a:pt x="244334" y="301930"/>
                  </a:lnTo>
                  <a:lnTo>
                    <a:pt x="243071" y="302499"/>
                  </a:lnTo>
                  <a:lnTo>
                    <a:pt x="242845" y="302092"/>
                  </a:lnTo>
                  <a:lnTo>
                    <a:pt x="241964" y="301900"/>
                  </a:lnTo>
                  <a:lnTo>
                    <a:pt x="241587" y="302959"/>
                  </a:lnTo>
                  <a:lnTo>
                    <a:pt x="241065" y="303315"/>
                  </a:lnTo>
                  <a:lnTo>
                    <a:pt x="240584" y="304487"/>
                  </a:lnTo>
                  <a:lnTo>
                    <a:pt x="241055" y="305634"/>
                  </a:lnTo>
                  <a:lnTo>
                    <a:pt x="241048" y="306254"/>
                  </a:lnTo>
                  <a:lnTo>
                    <a:pt x="240073" y="308163"/>
                  </a:lnTo>
                  <a:lnTo>
                    <a:pt x="240290" y="308849"/>
                  </a:lnTo>
                  <a:lnTo>
                    <a:pt x="240020" y="309334"/>
                  </a:lnTo>
                  <a:lnTo>
                    <a:pt x="234996" y="308695"/>
                  </a:lnTo>
                  <a:lnTo>
                    <a:pt x="235391" y="308103"/>
                  </a:lnTo>
                  <a:lnTo>
                    <a:pt x="235026" y="307597"/>
                  </a:lnTo>
                  <a:lnTo>
                    <a:pt x="235098" y="306805"/>
                  </a:lnTo>
                  <a:lnTo>
                    <a:pt x="235714" y="306444"/>
                  </a:lnTo>
                  <a:lnTo>
                    <a:pt x="235749" y="305480"/>
                  </a:lnTo>
                  <a:lnTo>
                    <a:pt x="235383" y="304316"/>
                  </a:lnTo>
                  <a:lnTo>
                    <a:pt x="235604" y="302526"/>
                  </a:lnTo>
                  <a:lnTo>
                    <a:pt x="234934" y="301164"/>
                  </a:lnTo>
                  <a:lnTo>
                    <a:pt x="234446" y="301194"/>
                  </a:lnTo>
                  <a:lnTo>
                    <a:pt x="234275" y="301894"/>
                  </a:lnTo>
                  <a:lnTo>
                    <a:pt x="234374" y="302989"/>
                  </a:lnTo>
                  <a:lnTo>
                    <a:pt x="233899" y="303894"/>
                  </a:lnTo>
                  <a:lnTo>
                    <a:pt x="233135" y="303989"/>
                  </a:lnTo>
                  <a:lnTo>
                    <a:pt x="232312" y="303128"/>
                  </a:lnTo>
                  <a:lnTo>
                    <a:pt x="231777" y="302043"/>
                  </a:lnTo>
                  <a:lnTo>
                    <a:pt x="231091" y="302975"/>
                  </a:lnTo>
                  <a:lnTo>
                    <a:pt x="230777" y="303077"/>
                  </a:lnTo>
                  <a:lnTo>
                    <a:pt x="230815" y="301613"/>
                  </a:lnTo>
                  <a:lnTo>
                    <a:pt x="229081" y="302444"/>
                  </a:lnTo>
                  <a:lnTo>
                    <a:pt x="228565" y="302344"/>
                  </a:lnTo>
                  <a:lnTo>
                    <a:pt x="228258" y="301903"/>
                  </a:lnTo>
                  <a:lnTo>
                    <a:pt x="228341" y="300969"/>
                  </a:lnTo>
                  <a:lnTo>
                    <a:pt x="227342" y="300616"/>
                  </a:lnTo>
                  <a:lnTo>
                    <a:pt x="227667" y="299920"/>
                  </a:lnTo>
                  <a:lnTo>
                    <a:pt x="226549" y="298863"/>
                  </a:lnTo>
                  <a:lnTo>
                    <a:pt x="225784" y="299422"/>
                  </a:lnTo>
                  <a:lnTo>
                    <a:pt x="225850" y="299812"/>
                  </a:lnTo>
                  <a:lnTo>
                    <a:pt x="226150" y="300619"/>
                  </a:lnTo>
                  <a:lnTo>
                    <a:pt x="227190" y="301207"/>
                  </a:lnTo>
                  <a:lnTo>
                    <a:pt x="227283" y="301986"/>
                  </a:lnTo>
                  <a:lnTo>
                    <a:pt x="226983" y="302435"/>
                  </a:lnTo>
                  <a:lnTo>
                    <a:pt x="226699" y="302066"/>
                  </a:lnTo>
                  <a:lnTo>
                    <a:pt x="225978" y="302527"/>
                  </a:lnTo>
                  <a:lnTo>
                    <a:pt x="226080" y="302739"/>
                  </a:lnTo>
                  <a:lnTo>
                    <a:pt x="225095" y="303756"/>
                  </a:lnTo>
                  <a:lnTo>
                    <a:pt x="224733" y="304609"/>
                  </a:lnTo>
                  <a:lnTo>
                    <a:pt x="224201" y="304714"/>
                  </a:lnTo>
                  <a:lnTo>
                    <a:pt x="223728" y="304496"/>
                  </a:lnTo>
                  <a:lnTo>
                    <a:pt x="222624" y="302965"/>
                  </a:lnTo>
                  <a:lnTo>
                    <a:pt x="223227" y="302364"/>
                  </a:lnTo>
                  <a:lnTo>
                    <a:pt x="223159" y="301334"/>
                  </a:lnTo>
                  <a:lnTo>
                    <a:pt x="222869" y="300591"/>
                  </a:lnTo>
                  <a:lnTo>
                    <a:pt x="222195" y="300935"/>
                  </a:lnTo>
                  <a:lnTo>
                    <a:pt x="221836" y="300650"/>
                  </a:lnTo>
                  <a:lnTo>
                    <a:pt x="222515" y="299721"/>
                  </a:lnTo>
                  <a:lnTo>
                    <a:pt x="222086" y="298953"/>
                  </a:lnTo>
                  <a:lnTo>
                    <a:pt x="219509" y="299521"/>
                  </a:lnTo>
                  <a:lnTo>
                    <a:pt x="219615" y="299985"/>
                  </a:lnTo>
                  <a:lnTo>
                    <a:pt x="219134" y="299621"/>
                  </a:lnTo>
                  <a:lnTo>
                    <a:pt x="215582" y="300387"/>
                  </a:lnTo>
                  <a:lnTo>
                    <a:pt x="214637" y="302933"/>
                  </a:lnTo>
                  <a:lnTo>
                    <a:pt x="213401" y="302680"/>
                  </a:lnTo>
                  <a:lnTo>
                    <a:pt x="213126" y="303399"/>
                  </a:lnTo>
                  <a:lnTo>
                    <a:pt x="213412" y="304147"/>
                  </a:lnTo>
                  <a:lnTo>
                    <a:pt x="213143" y="304816"/>
                  </a:lnTo>
                  <a:lnTo>
                    <a:pt x="211445" y="304824"/>
                  </a:lnTo>
                  <a:lnTo>
                    <a:pt x="210159" y="306857"/>
                  </a:lnTo>
                  <a:lnTo>
                    <a:pt x="210832" y="307118"/>
                  </a:lnTo>
                  <a:lnTo>
                    <a:pt x="208833" y="310408"/>
                  </a:lnTo>
                  <a:lnTo>
                    <a:pt x="209183" y="310753"/>
                  </a:lnTo>
                  <a:lnTo>
                    <a:pt x="208985" y="312001"/>
                  </a:lnTo>
                  <a:lnTo>
                    <a:pt x="209149" y="312852"/>
                  </a:lnTo>
                  <a:lnTo>
                    <a:pt x="208836" y="314487"/>
                  </a:lnTo>
                  <a:lnTo>
                    <a:pt x="208200" y="315562"/>
                  </a:lnTo>
                  <a:lnTo>
                    <a:pt x="208243" y="317101"/>
                  </a:lnTo>
                  <a:lnTo>
                    <a:pt x="207388" y="319023"/>
                  </a:lnTo>
                  <a:lnTo>
                    <a:pt x="206083" y="319444"/>
                  </a:lnTo>
                  <a:lnTo>
                    <a:pt x="205681" y="322513"/>
                  </a:lnTo>
                  <a:lnTo>
                    <a:pt x="205983" y="323084"/>
                  </a:lnTo>
                  <a:lnTo>
                    <a:pt x="205361" y="323277"/>
                  </a:lnTo>
                  <a:lnTo>
                    <a:pt x="205264" y="324892"/>
                  </a:lnTo>
                  <a:lnTo>
                    <a:pt x="204741" y="325652"/>
                  </a:lnTo>
                  <a:lnTo>
                    <a:pt x="204782" y="325955"/>
                  </a:lnTo>
                  <a:lnTo>
                    <a:pt x="204253" y="326480"/>
                  </a:lnTo>
                  <a:lnTo>
                    <a:pt x="203920" y="329531"/>
                  </a:lnTo>
                  <a:lnTo>
                    <a:pt x="203394" y="330596"/>
                  </a:lnTo>
                  <a:lnTo>
                    <a:pt x="203443" y="331810"/>
                  </a:lnTo>
                  <a:lnTo>
                    <a:pt x="202392" y="332762"/>
                  </a:lnTo>
                  <a:lnTo>
                    <a:pt x="202683" y="333291"/>
                  </a:lnTo>
                  <a:lnTo>
                    <a:pt x="202420" y="334319"/>
                  </a:lnTo>
                  <a:lnTo>
                    <a:pt x="200969" y="335820"/>
                  </a:lnTo>
                  <a:lnTo>
                    <a:pt x="199583" y="337995"/>
                  </a:lnTo>
                  <a:lnTo>
                    <a:pt x="199208" y="339846"/>
                  </a:lnTo>
                  <a:lnTo>
                    <a:pt x="197308" y="344005"/>
                  </a:lnTo>
                  <a:lnTo>
                    <a:pt x="197223" y="345432"/>
                  </a:lnTo>
                  <a:lnTo>
                    <a:pt x="196159" y="347719"/>
                  </a:lnTo>
                  <a:lnTo>
                    <a:pt x="196005" y="352111"/>
                  </a:lnTo>
                  <a:lnTo>
                    <a:pt x="194931" y="355789"/>
                  </a:lnTo>
                  <a:lnTo>
                    <a:pt x="195149" y="356998"/>
                  </a:lnTo>
                  <a:lnTo>
                    <a:pt x="194606" y="357213"/>
                  </a:lnTo>
                  <a:lnTo>
                    <a:pt x="193668" y="358085"/>
                  </a:lnTo>
                  <a:lnTo>
                    <a:pt x="191392" y="359042"/>
                  </a:lnTo>
                  <a:lnTo>
                    <a:pt x="191012" y="358517"/>
                  </a:lnTo>
                  <a:lnTo>
                    <a:pt x="190273" y="358237"/>
                  </a:lnTo>
                  <a:lnTo>
                    <a:pt x="189480" y="358362"/>
                  </a:lnTo>
                  <a:lnTo>
                    <a:pt x="188706" y="359242"/>
                  </a:lnTo>
                  <a:lnTo>
                    <a:pt x="188326" y="359304"/>
                  </a:lnTo>
                  <a:lnTo>
                    <a:pt x="187385" y="360442"/>
                  </a:lnTo>
                  <a:lnTo>
                    <a:pt x="186600" y="362359"/>
                  </a:lnTo>
                  <a:lnTo>
                    <a:pt x="185346" y="362461"/>
                  </a:lnTo>
                  <a:lnTo>
                    <a:pt x="183887" y="361167"/>
                  </a:lnTo>
                  <a:lnTo>
                    <a:pt x="182839" y="362940"/>
                  </a:lnTo>
                  <a:lnTo>
                    <a:pt x="181702" y="362479"/>
                  </a:lnTo>
                  <a:lnTo>
                    <a:pt x="180246" y="361179"/>
                  </a:lnTo>
                  <a:lnTo>
                    <a:pt x="178905" y="360606"/>
                  </a:lnTo>
                  <a:lnTo>
                    <a:pt x="177603" y="360438"/>
                  </a:lnTo>
                  <a:lnTo>
                    <a:pt x="177606" y="360894"/>
                  </a:lnTo>
                  <a:lnTo>
                    <a:pt x="177248" y="360874"/>
                  </a:lnTo>
                  <a:lnTo>
                    <a:pt x="177064" y="361179"/>
                  </a:lnTo>
                  <a:lnTo>
                    <a:pt x="177226" y="361580"/>
                  </a:lnTo>
                  <a:lnTo>
                    <a:pt x="177105" y="362455"/>
                  </a:lnTo>
                  <a:lnTo>
                    <a:pt x="176640" y="362976"/>
                  </a:lnTo>
                  <a:lnTo>
                    <a:pt x="176860" y="363611"/>
                  </a:lnTo>
                  <a:lnTo>
                    <a:pt x="176756" y="364610"/>
                  </a:lnTo>
                  <a:lnTo>
                    <a:pt x="176201" y="364783"/>
                  </a:lnTo>
                  <a:lnTo>
                    <a:pt x="175844" y="365201"/>
                  </a:lnTo>
                  <a:lnTo>
                    <a:pt x="174773" y="365289"/>
                  </a:lnTo>
                  <a:lnTo>
                    <a:pt x="174667" y="365839"/>
                  </a:lnTo>
                  <a:lnTo>
                    <a:pt x="173493" y="367597"/>
                  </a:lnTo>
                  <a:lnTo>
                    <a:pt x="173295" y="368303"/>
                  </a:lnTo>
                  <a:lnTo>
                    <a:pt x="173344" y="369897"/>
                  </a:lnTo>
                  <a:lnTo>
                    <a:pt x="172866" y="370485"/>
                  </a:lnTo>
                  <a:lnTo>
                    <a:pt x="172871" y="371695"/>
                  </a:lnTo>
                  <a:lnTo>
                    <a:pt x="172695" y="371737"/>
                  </a:lnTo>
                  <a:lnTo>
                    <a:pt x="172925" y="372227"/>
                  </a:lnTo>
                  <a:lnTo>
                    <a:pt x="172810" y="372465"/>
                  </a:lnTo>
                  <a:lnTo>
                    <a:pt x="173132" y="372669"/>
                  </a:lnTo>
                  <a:lnTo>
                    <a:pt x="172380" y="373440"/>
                  </a:lnTo>
                  <a:lnTo>
                    <a:pt x="170309" y="374183"/>
                  </a:lnTo>
                  <a:lnTo>
                    <a:pt x="167985" y="374124"/>
                  </a:lnTo>
                  <a:lnTo>
                    <a:pt x="167611" y="374284"/>
                  </a:lnTo>
                  <a:lnTo>
                    <a:pt x="168442" y="378602"/>
                  </a:lnTo>
                  <a:lnTo>
                    <a:pt x="165656" y="378970"/>
                  </a:lnTo>
                  <a:lnTo>
                    <a:pt x="164618" y="379426"/>
                  </a:lnTo>
                  <a:lnTo>
                    <a:pt x="162746" y="379761"/>
                  </a:lnTo>
                  <a:lnTo>
                    <a:pt x="162545" y="381121"/>
                  </a:lnTo>
                  <a:lnTo>
                    <a:pt x="162611" y="384418"/>
                  </a:lnTo>
                  <a:lnTo>
                    <a:pt x="161638" y="386828"/>
                  </a:lnTo>
                  <a:lnTo>
                    <a:pt x="160608" y="388147"/>
                  </a:lnTo>
                  <a:lnTo>
                    <a:pt x="159449" y="390275"/>
                  </a:lnTo>
                  <a:lnTo>
                    <a:pt x="159320" y="390966"/>
                  </a:lnTo>
                  <a:lnTo>
                    <a:pt x="156219" y="392732"/>
                  </a:lnTo>
                  <a:lnTo>
                    <a:pt x="155190" y="392178"/>
                  </a:lnTo>
                  <a:lnTo>
                    <a:pt x="153652" y="391865"/>
                  </a:lnTo>
                  <a:lnTo>
                    <a:pt x="152607" y="392395"/>
                  </a:lnTo>
                  <a:lnTo>
                    <a:pt x="151567" y="395188"/>
                  </a:lnTo>
                  <a:lnTo>
                    <a:pt x="151348" y="397700"/>
                  </a:lnTo>
                  <a:lnTo>
                    <a:pt x="150389" y="399150"/>
                  </a:lnTo>
                  <a:lnTo>
                    <a:pt x="150171" y="399861"/>
                  </a:lnTo>
                  <a:lnTo>
                    <a:pt x="150279" y="400984"/>
                  </a:lnTo>
                  <a:lnTo>
                    <a:pt x="147705" y="404174"/>
                  </a:lnTo>
                  <a:lnTo>
                    <a:pt x="147496" y="404968"/>
                  </a:lnTo>
                  <a:lnTo>
                    <a:pt x="147526" y="406806"/>
                  </a:lnTo>
                  <a:lnTo>
                    <a:pt x="146604" y="408077"/>
                  </a:lnTo>
                  <a:lnTo>
                    <a:pt x="145385" y="408719"/>
                  </a:lnTo>
                  <a:lnTo>
                    <a:pt x="143634" y="408904"/>
                  </a:lnTo>
                  <a:lnTo>
                    <a:pt x="143139" y="409188"/>
                  </a:lnTo>
                  <a:lnTo>
                    <a:pt x="139775" y="412030"/>
                  </a:lnTo>
                  <a:lnTo>
                    <a:pt x="137985" y="412058"/>
                  </a:lnTo>
                  <a:lnTo>
                    <a:pt x="137477" y="413699"/>
                  </a:lnTo>
                  <a:lnTo>
                    <a:pt x="137042" y="414383"/>
                  </a:lnTo>
                  <a:lnTo>
                    <a:pt x="134657" y="413323"/>
                  </a:lnTo>
                  <a:lnTo>
                    <a:pt x="133645" y="413686"/>
                  </a:lnTo>
                  <a:lnTo>
                    <a:pt x="132678" y="414388"/>
                  </a:lnTo>
                  <a:lnTo>
                    <a:pt x="131323" y="414495"/>
                  </a:lnTo>
                  <a:lnTo>
                    <a:pt x="129993" y="416360"/>
                  </a:lnTo>
                  <a:lnTo>
                    <a:pt x="127903" y="417168"/>
                  </a:lnTo>
                  <a:lnTo>
                    <a:pt x="126200" y="419212"/>
                  </a:lnTo>
                  <a:lnTo>
                    <a:pt x="124380" y="418900"/>
                  </a:lnTo>
                  <a:lnTo>
                    <a:pt x="123514" y="419065"/>
                  </a:lnTo>
                  <a:lnTo>
                    <a:pt x="122322" y="419740"/>
                  </a:lnTo>
                  <a:lnTo>
                    <a:pt x="120621" y="422356"/>
                  </a:lnTo>
                  <a:lnTo>
                    <a:pt x="119622" y="423097"/>
                  </a:lnTo>
                  <a:lnTo>
                    <a:pt x="119084" y="424068"/>
                  </a:lnTo>
                  <a:lnTo>
                    <a:pt x="118675" y="425601"/>
                  </a:lnTo>
                  <a:lnTo>
                    <a:pt x="116361" y="427235"/>
                  </a:lnTo>
                  <a:lnTo>
                    <a:pt x="115120" y="427698"/>
                  </a:lnTo>
                  <a:lnTo>
                    <a:pt x="112789" y="429631"/>
                  </a:lnTo>
                  <a:lnTo>
                    <a:pt x="112321" y="430363"/>
                  </a:lnTo>
                  <a:lnTo>
                    <a:pt x="111704" y="432779"/>
                  </a:lnTo>
                  <a:lnTo>
                    <a:pt x="110736" y="433544"/>
                  </a:lnTo>
                  <a:lnTo>
                    <a:pt x="109986" y="433613"/>
                  </a:lnTo>
                  <a:lnTo>
                    <a:pt x="109200" y="432910"/>
                  </a:lnTo>
                  <a:lnTo>
                    <a:pt x="107374" y="428142"/>
                  </a:lnTo>
                  <a:lnTo>
                    <a:pt x="107073" y="427806"/>
                  </a:lnTo>
                  <a:lnTo>
                    <a:pt x="105118" y="427034"/>
                  </a:lnTo>
                  <a:lnTo>
                    <a:pt x="102578" y="427171"/>
                  </a:lnTo>
                  <a:lnTo>
                    <a:pt x="100693" y="428667"/>
                  </a:lnTo>
                  <a:lnTo>
                    <a:pt x="100063" y="429607"/>
                  </a:lnTo>
                  <a:lnTo>
                    <a:pt x="99848" y="430967"/>
                  </a:lnTo>
                  <a:lnTo>
                    <a:pt x="98703" y="433801"/>
                  </a:lnTo>
                  <a:lnTo>
                    <a:pt x="98656" y="434965"/>
                  </a:lnTo>
                  <a:lnTo>
                    <a:pt x="98406" y="435589"/>
                  </a:lnTo>
                  <a:lnTo>
                    <a:pt x="97521" y="436391"/>
                  </a:lnTo>
                  <a:lnTo>
                    <a:pt x="96250" y="438617"/>
                  </a:lnTo>
                  <a:lnTo>
                    <a:pt x="94310" y="440810"/>
                  </a:lnTo>
                  <a:lnTo>
                    <a:pt x="93734" y="441138"/>
                  </a:lnTo>
                  <a:lnTo>
                    <a:pt x="92599" y="441148"/>
                  </a:lnTo>
                  <a:lnTo>
                    <a:pt x="92122" y="441430"/>
                  </a:lnTo>
                  <a:lnTo>
                    <a:pt x="91558" y="442315"/>
                  </a:lnTo>
                  <a:lnTo>
                    <a:pt x="91121" y="444133"/>
                  </a:lnTo>
                  <a:lnTo>
                    <a:pt x="90022" y="445443"/>
                  </a:lnTo>
                  <a:lnTo>
                    <a:pt x="89511" y="446439"/>
                  </a:lnTo>
                  <a:lnTo>
                    <a:pt x="89156" y="446676"/>
                  </a:lnTo>
                  <a:lnTo>
                    <a:pt x="88063" y="446210"/>
                  </a:lnTo>
                  <a:lnTo>
                    <a:pt x="87602" y="446273"/>
                  </a:lnTo>
                  <a:lnTo>
                    <a:pt x="86082" y="445802"/>
                  </a:lnTo>
                  <a:lnTo>
                    <a:pt x="84574" y="446607"/>
                  </a:lnTo>
                  <a:lnTo>
                    <a:pt x="83202" y="446263"/>
                  </a:lnTo>
                  <a:lnTo>
                    <a:pt x="80950" y="446221"/>
                  </a:lnTo>
                  <a:lnTo>
                    <a:pt x="80433" y="446663"/>
                  </a:lnTo>
                  <a:lnTo>
                    <a:pt x="79396" y="449299"/>
                  </a:lnTo>
                  <a:lnTo>
                    <a:pt x="78950" y="449781"/>
                  </a:lnTo>
                  <a:lnTo>
                    <a:pt x="77137" y="451058"/>
                  </a:lnTo>
                  <a:lnTo>
                    <a:pt x="74866" y="451485"/>
                  </a:lnTo>
                  <a:lnTo>
                    <a:pt x="75506" y="454468"/>
                  </a:lnTo>
                  <a:lnTo>
                    <a:pt x="75188" y="456366"/>
                  </a:lnTo>
                  <a:lnTo>
                    <a:pt x="75353" y="457573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pg22">
              <a:extLst>
                <a:ext uri="{FF2B5EF4-FFF2-40B4-BE49-F238E27FC236}">
                  <a16:creationId xmlns:a16="http://schemas.microsoft.com/office/drawing/2014/main" id="{7A7219A7-FBAA-B98B-2216-A98ECADA6CC0}"/>
                </a:ext>
              </a:extLst>
            </p:cNvPr>
            <p:cNvSpPr/>
            <p:nvPr/>
          </p:nvSpPr>
          <p:spPr>
            <a:xfrm>
              <a:off x="7673867" y="2048983"/>
              <a:ext cx="307999" cy="301310"/>
            </a:xfrm>
            <a:custGeom>
              <a:avLst/>
              <a:gdLst/>
              <a:ahLst/>
              <a:cxnLst/>
              <a:rect l="0" t="0" r="0" b="0"/>
              <a:pathLst>
                <a:path w="307999" h="301310">
                  <a:moveTo>
                    <a:pt x="172037" y="249178"/>
                  </a:moveTo>
                  <a:lnTo>
                    <a:pt x="171721" y="249273"/>
                  </a:lnTo>
                  <a:lnTo>
                    <a:pt x="170900" y="251224"/>
                  </a:lnTo>
                  <a:lnTo>
                    <a:pt x="171021" y="253168"/>
                  </a:lnTo>
                  <a:lnTo>
                    <a:pt x="170546" y="254266"/>
                  </a:lnTo>
                  <a:lnTo>
                    <a:pt x="170890" y="255941"/>
                  </a:lnTo>
                  <a:lnTo>
                    <a:pt x="170376" y="257381"/>
                  </a:lnTo>
                  <a:lnTo>
                    <a:pt x="169152" y="258513"/>
                  </a:lnTo>
                  <a:lnTo>
                    <a:pt x="168868" y="261301"/>
                  </a:lnTo>
                  <a:lnTo>
                    <a:pt x="168353" y="262220"/>
                  </a:lnTo>
                  <a:lnTo>
                    <a:pt x="167226" y="266755"/>
                  </a:lnTo>
                  <a:lnTo>
                    <a:pt x="166109" y="268274"/>
                  </a:lnTo>
                  <a:lnTo>
                    <a:pt x="163574" y="268501"/>
                  </a:lnTo>
                  <a:lnTo>
                    <a:pt x="162991" y="268846"/>
                  </a:lnTo>
                  <a:lnTo>
                    <a:pt x="162294" y="270271"/>
                  </a:lnTo>
                  <a:lnTo>
                    <a:pt x="161247" y="271457"/>
                  </a:lnTo>
                  <a:lnTo>
                    <a:pt x="160348" y="273906"/>
                  </a:lnTo>
                  <a:lnTo>
                    <a:pt x="159150" y="277013"/>
                  </a:lnTo>
                  <a:lnTo>
                    <a:pt x="158459" y="279832"/>
                  </a:lnTo>
                  <a:lnTo>
                    <a:pt x="158418" y="285455"/>
                  </a:lnTo>
                  <a:lnTo>
                    <a:pt x="157588" y="288081"/>
                  </a:lnTo>
                  <a:lnTo>
                    <a:pt x="157292" y="289827"/>
                  </a:lnTo>
                  <a:lnTo>
                    <a:pt x="155429" y="292557"/>
                  </a:lnTo>
                  <a:lnTo>
                    <a:pt x="155027" y="293817"/>
                  </a:lnTo>
                  <a:lnTo>
                    <a:pt x="154387" y="294603"/>
                  </a:lnTo>
                  <a:lnTo>
                    <a:pt x="152415" y="295841"/>
                  </a:lnTo>
                  <a:lnTo>
                    <a:pt x="149817" y="296492"/>
                  </a:lnTo>
                  <a:lnTo>
                    <a:pt x="146276" y="296836"/>
                  </a:lnTo>
                  <a:lnTo>
                    <a:pt x="145970" y="297359"/>
                  </a:lnTo>
                  <a:lnTo>
                    <a:pt x="145936" y="298205"/>
                  </a:lnTo>
                  <a:lnTo>
                    <a:pt x="145417" y="299160"/>
                  </a:lnTo>
                  <a:lnTo>
                    <a:pt x="143331" y="298786"/>
                  </a:lnTo>
                  <a:lnTo>
                    <a:pt x="143443" y="297926"/>
                  </a:lnTo>
                  <a:lnTo>
                    <a:pt x="142990" y="297414"/>
                  </a:lnTo>
                  <a:lnTo>
                    <a:pt x="140661" y="297985"/>
                  </a:lnTo>
                  <a:lnTo>
                    <a:pt x="139500" y="297648"/>
                  </a:lnTo>
                  <a:lnTo>
                    <a:pt x="137539" y="299392"/>
                  </a:lnTo>
                  <a:lnTo>
                    <a:pt x="137043" y="299268"/>
                  </a:lnTo>
                  <a:lnTo>
                    <a:pt x="136214" y="300124"/>
                  </a:lnTo>
                  <a:lnTo>
                    <a:pt x="134368" y="301310"/>
                  </a:lnTo>
                  <a:lnTo>
                    <a:pt x="132928" y="299897"/>
                  </a:lnTo>
                  <a:lnTo>
                    <a:pt x="131762" y="299103"/>
                  </a:lnTo>
                  <a:lnTo>
                    <a:pt x="131005" y="298056"/>
                  </a:lnTo>
                  <a:lnTo>
                    <a:pt x="129167" y="297086"/>
                  </a:lnTo>
                  <a:lnTo>
                    <a:pt x="128474" y="296682"/>
                  </a:lnTo>
                  <a:lnTo>
                    <a:pt x="124868" y="293383"/>
                  </a:lnTo>
                  <a:lnTo>
                    <a:pt x="123877" y="292101"/>
                  </a:lnTo>
                  <a:lnTo>
                    <a:pt x="123372" y="290838"/>
                  </a:lnTo>
                  <a:lnTo>
                    <a:pt x="121494" y="288565"/>
                  </a:lnTo>
                  <a:lnTo>
                    <a:pt x="120520" y="286521"/>
                  </a:lnTo>
                  <a:lnTo>
                    <a:pt x="119828" y="283597"/>
                  </a:lnTo>
                  <a:lnTo>
                    <a:pt x="117200" y="278664"/>
                  </a:lnTo>
                  <a:lnTo>
                    <a:pt x="115215" y="276339"/>
                  </a:lnTo>
                  <a:lnTo>
                    <a:pt x="112690" y="273963"/>
                  </a:lnTo>
                  <a:lnTo>
                    <a:pt x="110449" y="270758"/>
                  </a:lnTo>
                  <a:lnTo>
                    <a:pt x="109245" y="269435"/>
                  </a:lnTo>
                  <a:lnTo>
                    <a:pt x="109052" y="268490"/>
                  </a:lnTo>
                  <a:lnTo>
                    <a:pt x="107875" y="265710"/>
                  </a:lnTo>
                  <a:lnTo>
                    <a:pt x="106418" y="263289"/>
                  </a:lnTo>
                  <a:lnTo>
                    <a:pt x="105963" y="261933"/>
                  </a:lnTo>
                  <a:lnTo>
                    <a:pt x="106044" y="260313"/>
                  </a:lnTo>
                  <a:lnTo>
                    <a:pt x="106716" y="258363"/>
                  </a:lnTo>
                  <a:lnTo>
                    <a:pt x="106090" y="256060"/>
                  </a:lnTo>
                  <a:lnTo>
                    <a:pt x="105101" y="254772"/>
                  </a:lnTo>
                  <a:lnTo>
                    <a:pt x="104776" y="252724"/>
                  </a:lnTo>
                  <a:lnTo>
                    <a:pt x="103488" y="251412"/>
                  </a:lnTo>
                  <a:lnTo>
                    <a:pt x="101821" y="247652"/>
                  </a:lnTo>
                  <a:lnTo>
                    <a:pt x="100896" y="246689"/>
                  </a:lnTo>
                  <a:lnTo>
                    <a:pt x="100009" y="244905"/>
                  </a:lnTo>
                  <a:lnTo>
                    <a:pt x="97461" y="242720"/>
                  </a:lnTo>
                  <a:lnTo>
                    <a:pt x="96665" y="241728"/>
                  </a:lnTo>
                  <a:lnTo>
                    <a:pt x="96449" y="240857"/>
                  </a:lnTo>
                  <a:lnTo>
                    <a:pt x="97087" y="239824"/>
                  </a:lnTo>
                  <a:lnTo>
                    <a:pt x="98085" y="237031"/>
                  </a:lnTo>
                  <a:lnTo>
                    <a:pt x="98614" y="233280"/>
                  </a:lnTo>
                  <a:lnTo>
                    <a:pt x="98984" y="232046"/>
                  </a:lnTo>
                  <a:lnTo>
                    <a:pt x="101277" y="228401"/>
                  </a:lnTo>
                  <a:lnTo>
                    <a:pt x="99521" y="228426"/>
                  </a:lnTo>
                  <a:lnTo>
                    <a:pt x="96502" y="227188"/>
                  </a:lnTo>
                  <a:lnTo>
                    <a:pt x="94178" y="226851"/>
                  </a:lnTo>
                  <a:lnTo>
                    <a:pt x="89068" y="227842"/>
                  </a:lnTo>
                  <a:lnTo>
                    <a:pt x="88783" y="228098"/>
                  </a:lnTo>
                  <a:lnTo>
                    <a:pt x="88489" y="229720"/>
                  </a:lnTo>
                  <a:lnTo>
                    <a:pt x="88216" y="229953"/>
                  </a:lnTo>
                  <a:lnTo>
                    <a:pt x="85196" y="229474"/>
                  </a:lnTo>
                  <a:lnTo>
                    <a:pt x="83545" y="228756"/>
                  </a:lnTo>
                  <a:lnTo>
                    <a:pt x="81626" y="228707"/>
                  </a:lnTo>
                  <a:lnTo>
                    <a:pt x="80513" y="228961"/>
                  </a:lnTo>
                  <a:lnTo>
                    <a:pt x="79604" y="230169"/>
                  </a:lnTo>
                  <a:lnTo>
                    <a:pt x="78699" y="230744"/>
                  </a:lnTo>
                  <a:lnTo>
                    <a:pt x="76636" y="230908"/>
                  </a:lnTo>
                  <a:lnTo>
                    <a:pt x="75582" y="230363"/>
                  </a:lnTo>
                  <a:lnTo>
                    <a:pt x="73441" y="228724"/>
                  </a:lnTo>
                  <a:lnTo>
                    <a:pt x="72245" y="228537"/>
                  </a:lnTo>
                  <a:lnTo>
                    <a:pt x="70568" y="226594"/>
                  </a:lnTo>
                  <a:lnTo>
                    <a:pt x="67452" y="225045"/>
                  </a:lnTo>
                  <a:lnTo>
                    <a:pt x="65757" y="223740"/>
                  </a:lnTo>
                  <a:lnTo>
                    <a:pt x="63641" y="222850"/>
                  </a:lnTo>
                  <a:lnTo>
                    <a:pt x="62514" y="221900"/>
                  </a:lnTo>
                  <a:lnTo>
                    <a:pt x="57866" y="219646"/>
                  </a:lnTo>
                  <a:lnTo>
                    <a:pt x="54146" y="218641"/>
                  </a:lnTo>
                  <a:lnTo>
                    <a:pt x="52824" y="217975"/>
                  </a:lnTo>
                  <a:lnTo>
                    <a:pt x="50874" y="217912"/>
                  </a:lnTo>
                  <a:lnTo>
                    <a:pt x="49746" y="218238"/>
                  </a:lnTo>
                  <a:lnTo>
                    <a:pt x="49348" y="218228"/>
                  </a:lnTo>
                  <a:lnTo>
                    <a:pt x="49573" y="217404"/>
                  </a:lnTo>
                  <a:lnTo>
                    <a:pt x="49441" y="215018"/>
                  </a:lnTo>
                  <a:lnTo>
                    <a:pt x="51269" y="209423"/>
                  </a:lnTo>
                  <a:lnTo>
                    <a:pt x="51237" y="207921"/>
                  </a:lnTo>
                  <a:lnTo>
                    <a:pt x="50571" y="206250"/>
                  </a:lnTo>
                  <a:lnTo>
                    <a:pt x="49324" y="205160"/>
                  </a:lnTo>
                  <a:lnTo>
                    <a:pt x="46737" y="204233"/>
                  </a:lnTo>
                  <a:lnTo>
                    <a:pt x="45078" y="203194"/>
                  </a:lnTo>
                  <a:lnTo>
                    <a:pt x="44503" y="202486"/>
                  </a:lnTo>
                  <a:lnTo>
                    <a:pt x="44121" y="200571"/>
                  </a:lnTo>
                  <a:lnTo>
                    <a:pt x="44147" y="199367"/>
                  </a:lnTo>
                  <a:lnTo>
                    <a:pt x="42543" y="196857"/>
                  </a:lnTo>
                  <a:lnTo>
                    <a:pt x="42440" y="193963"/>
                  </a:lnTo>
                  <a:lnTo>
                    <a:pt x="42746" y="192657"/>
                  </a:lnTo>
                  <a:lnTo>
                    <a:pt x="41815" y="190715"/>
                  </a:lnTo>
                  <a:lnTo>
                    <a:pt x="41562" y="187108"/>
                  </a:lnTo>
                  <a:lnTo>
                    <a:pt x="39871" y="184054"/>
                  </a:lnTo>
                  <a:lnTo>
                    <a:pt x="39603" y="182893"/>
                  </a:lnTo>
                  <a:lnTo>
                    <a:pt x="37940" y="181428"/>
                  </a:lnTo>
                  <a:lnTo>
                    <a:pt x="37362" y="179539"/>
                  </a:lnTo>
                  <a:lnTo>
                    <a:pt x="35281" y="177304"/>
                  </a:lnTo>
                  <a:lnTo>
                    <a:pt x="33054" y="174155"/>
                  </a:lnTo>
                  <a:lnTo>
                    <a:pt x="31874" y="172266"/>
                  </a:lnTo>
                  <a:lnTo>
                    <a:pt x="31983" y="171341"/>
                  </a:lnTo>
                  <a:lnTo>
                    <a:pt x="30918" y="170416"/>
                  </a:lnTo>
                  <a:lnTo>
                    <a:pt x="30088" y="169135"/>
                  </a:lnTo>
                  <a:lnTo>
                    <a:pt x="30076" y="168031"/>
                  </a:lnTo>
                  <a:lnTo>
                    <a:pt x="31030" y="166057"/>
                  </a:lnTo>
                  <a:lnTo>
                    <a:pt x="31003" y="165315"/>
                  </a:lnTo>
                  <a:lnTo>
                    <a:pt x="30254" y="162202"/>
                  </a:lnTo>
                  <a:lnTo>
                    <a:pt x="29726" y="161486"/>
                  </a:lnTo>
                  <a:lnTo>
                    <a:pt x="29145" y="159285"/>
                  </a:lnTo>
                  <a:lnTo>
                    <a:pt x="28508" y="156364"/>
                  </a:lnTo>
                  <a:lnTo>
                    <a:pt x="28555" y="155596"/>
                  </a:lnTo>
                  <a:lnTo>
                    <a:pt x="27986" y="152133"/>
                  </a:lnTo>
                  <a:lnTo>
                    <a:pt x="28661" y="149362"/>
                  </a:lnTo>
                  <a:lnTo>
                    <a:pt x="28576" y="146833"/>
                  </a:lnTo>
                  <a:lnTo>
                    <a:pt x="28917" y="142696"/>
                  </a:lnTo>
                  <a:lnTo>
                    <a:pt x="29543" y="140321"/>
                  </a:lnTo>
                  <a:lnTo>
                    <a:pt x="30378" y="139183"/>
                  </a:lnTo>
                  <a:lnTo>
                    <a:pt x="32046" y="137605"/>
                  </a:lnTo>
                  <a:lnTo>
                    <a:pt x="33258" y="135090"/>
                  </a:lnTo>
                  <a:lnTo>
                    <a:pt x="32902" y="132549"/>
                  </a:lnTo>
                  <a:lnTo>
                    <a:pt x="32047" y="131322"/>
                  </a:lnTo>
                  <a:lnTo>
                    <a:pt x="31144" y="129671"/>
                  </a:lnTo>
                  <a:lnTo>
                    <a:pt x="30560" y="127865"/>
                  </a:lnTo>
                  <a:lnTo>
                    <a:pt x="31155" y="126640"/>
                  </a:lnTo>
                  <a:lnTo>
                    <a:pt x="33255" y="125248"/>
                  </a:lnTo>
                  <a:lnTo>
                    <a:pt x="34442" y="124068"/>
                  </a:lnTo>
                  <a:lnTo>
                    <a:pt x="34852" y="122974"/>
                  </a:lnTo>
                  <a:lnTo>
                    <a:pt x="35517" y="122011"/>
                  </a:lnTo>
                  <a:lnTo>
                    <a:pt x="35699" y="120792"/>
                  </a:lnTo>
                  <a:lnTo>
                    <a:pt x="34900" y="115980"/>
                  </a:lnTo>
                  <a:lnTo>
                    <a:pt x="35246" y="112964"/>
                  </a:lnTo>
                  <a:lnTo>
                    <a:pt x="34466" y="111401"/>
                  </a:lnTo>
                  <a:lnTo>
                    <a:pt x="34359" y="109938"/>
                  </a:lnTo>
                  <a:lnTo>
                    <a:pt x="35541" y="105166"/>
                  </a:lnTo>
                  <a:lnTo>
                    <a:pt x="35498" y="103367"/>
                  </a:lnTo>
                  <a:lnTo>
                    <a:pt x="34871" y="101180"/>
                  </a:lnTo>
                  <a:lnTo>
                    <a:pt x="34365" y="100569"/>
                  </a:lnTo>
                  <a:lnTo>
                    <a:pt x="33817" y="100354"/>
                  </a:lnTo>
                  <a:lnTo>
                    <a:pt x="32382" y="99357"/>
                  </a:lnTo>
                  <a:lnTo>
                    <a:pt x="32035" y="97966"/>
                  </a:lnTo>
                  <a:lnTo>
                    <a:pt x="32046" y="97022"/>
                  </a:lnTo>
                  <a:lnTo>
                    <a:pt x="31485" y="95966"/>
                  </a:lnTo>
                  <a:lnTo>
                    <a:pt x="31212" y="93069"/>
                  </a:lnTo>
                  <a:lnTo>
                    <a:pt x="30561" y="91691"/>
                  </a:lnTo>
                  <a:lnTo>
                    <a:pt x="29262" y="91038"/>
                  </a:lnTo>
                  <a:lnTo>
                    <a:pt x="28536" y="90057"/>
                  </a:lnTo>
                  <a:lnTo>
                    <a:pt x="30678" y="87289"/>
                  </a:lnTo>
                  <a:lnTo>
                    <a:pt x="31879" y="82912"/>
                  </a:lnTo>
                  <a:lnTo>
                    <a:pt x="34763" y="77725"/>
                  </a:lnTo>
                  <a:lnTo>
                    <a:pt x="34655" y="76316"/>
                  </a:lnTo>
                  <a:lnTo>
                    <a:pt x="35180" y="73308"/>
                  </a:lnTo>
                  <a:lnTo>
                    <a:pt x="35624" y="72723"/>
                  </a:lnTo>
                  <a:lnTo>
                    <a:pt x="36425" y="72552"/>
                  </a:lnTo>
                  <a:lnTo>
                    <a:pt x="35990" y="71476"/>
                  </a:lnTo>
                  <a:lnTo>
                    <a:pt x="37348" y="69765"/>
                  </a:lnTo>
                  <a:lnTo>
                    <a:pt x="38215" y="64323"/>
                  </a:lnTo>
                  <a:lnTo>
                    <a:pt x="37864" y="62912"/>
                  </a:lnTo>
                  <a:lnTo>
                    <a:pt x="37215" y="62335"/>
                  </a:lnTo>
                  <a:lnTo>
                    <a:pt x="34044" y="60631"/>
                  </a:lnTo>
                  <a:lnTo>
                    <a:pt x="30093" y="59330"/>
                  </a:lnTo>
                  <a:lnTo>
                    <a:pt x="24845" y="57769"/>
                  </a:lnTo>
                  <a:lnTo>
                    <a:pt x="23938" y="58045"/>
                  </a:lnTo>
                  <a:lnTo>
                    <a:pt x="22983" y="57992"/>
                  </a:lnTo>
                  <a:lnTo>
                    <a:pt x="16780" y="56084"/>
                  </a:lnTo>
                  <a:lnTo>
                    <a:pt x="16751" y="55828"/>
                  </a:lnTo>
                  <a:lnTo>
                    <a:pt x="15113" y="54775"/>
                  </a:lnTo>
                  <a:lnTo>
                    <a:pt x="14194" y="53628"/>
                  </a:lnTo>
                  <a:lnTo>
                    <a:pt x="14242" y="53429"/>
                  </a:lnTo>
                  <a:lnTo>
                    <a:pt x="10700" y="52013"/>
                  </a:lnTo>
                  <a:lnTo>
                    <a:pt x="7274" y="51720"/>
                  </a:lnTo>
                  <a:lnTo>
                    <a:pt x="7316" y="52713"/>
                  </a:lnTo>
                  <a:lnTo>
                    <a:pt x="6341" y="53720"/>
                  </a:lnTo>
                  <a:lnTo>
                    <a:pt x="6039" y="55952"/>
                  </a:lnTo>
                  <a:lnTo>
                    <a:pt x="3960" y="55295"/>
                  </a:lnTo>
                  <a:lnTo>
                    <a:pt x="342" y="54985"/>
                  </a:lnTo>
                  <a:lnTo>
                    <a:pt x="110" y="53486"/>
                  </a:lnTo>
                  <a:lnTo>
                    <a:pt x="0" y="48870"/>
                  </a:lnTo>
                  <a:lnTo>
                    <a:pt x="346" y="46514"/>
                  </a:lnTo>
                  <a:lnTo>
                    <a:pt x="1929" y="42152"/>
                  </a:lnTo>
                  <a:lnTo>
                    <a:pt x="2290" y="40281"/>
                  </a:lnTo>
                  <a:lnTo>
                    <a:pt x="2928" y="38760"/>
                  </a:lnTo>
                  <a:lnTo>
                    <a:pt x="4528" y="36234"/>
                  </a:lnTo>
                  <a:lnTo>
                    <a:pt x="7458" y="26830"/>
                  </a:lnTo>
                  <a:lnTo>
                    <a:pt x="8352" y="24943"/>
                  </a:lnTo>
                  <a:lnTo>
                    <a:pt x="9293" y="24094"/>
                  </a:lnTo>
                  <a:lnTo>
                    <a:pt x="10459" y="23568"/>
                  </a:lnTo>
                  <a:lnTo>
                    <a:pt x="14896" y="22934"/>
                  </a:lnTo>
                  <a:lnTo>
                    <a:pt x="16677" y="22458"/>
                  </a:lnTo>
                  <a:lnTo>
                    <a:pt x="17449" y="21944"/>
                  </a:lnTo>
                  <a:lnTo>
                    <a:pt x="20874" y="23438"/>
                  </a:lnTo>
                  <a:lnTo>
                    <a:pt x="28507" y="25364"/>
                  </a:lnTo>
                  <a:lnTo>
                    <a:pt x="42391" y="27586"/>
                  </a:lnTo>
                  <a:lnTo>
                    <a:pt x="45326" y="29147"/>
                  </a:lnTo>
                  <a:lnTo>
                    <a:pt x="48693" y="31378"/>
                  </a:lnTo>
                  <a:lnTo>
                    <a:pt x="46273" y="32362"/>
                  </a:lnTo>
                  <a:lnTo>
                    <a:pt x="44014" y="33744"/>
                  </a:lnTo>
                  <a:lnTo>
                    <a:pt x="41404" y="33826"/>
                  </a:lnTo>
                  <a:lnTo>
                    <a:pt x="42869" y="36546"/>
                  </a:lnTo>
                  <a:lnTo>
                    <a:pt x="45047" y="44060"/>
                  </a:lnTo>
                  <a:lnTo>
                    <a:pt x="44505" y="44689"/>
                  </a:lnTo>
                  <a:lnTo>
                    <a:pt x="43343" y="47008"/>
                  </a:lnTo>
                  <a:lnTo>
                    <a:pt x="42241" y="51015"/>
                  </a:lnTo>
                  <a:lnTo>
                    <a:pt x="41785" y="53835"/>
                  </a:lnTo>
                  <a:lnTo>
                    <a:pt x="50865" y="63366"/>
                  </a:lnTo>
                  <a:lnTo>
                    <a:pt x="51370" y="62264"/>
                  </a:lnTo>
                  <a:lnTo>
                    <a:pt x="52521" y="62175"/>
                  </a:lnTo>
                  <a:lnTo>
                    <a:pt x="54321" y="61192"/>
                  </a:lnTo>
                  <a:lnTo>
                    <a:pt x="56479" y="59352"/>
                  </a:lnTo>
                  <a:lnTo>
                    <a:pt x="56739" y="58857"/>
                  </a:lnTo>
                  <a:lnTo>
                    <a:pt x="57835" y="58249"/>
                  </a:lnTo>
                  <a:lnTo>
                    <a:pt x="58829" y="57305"/>
                  </a:lnTo>
                  <a:lnTo>
                    <a:pt x="59704" y="55891"/>
                  </a:lnTo>
                  <a:lnTo>
                    <a:pt x="60586" y="53396"/>
                  </a:lnTo>
                  <a:lnTo>
                    <a:pt x="61374" y="49818"/>
                  </a:lnTo>
                  <a:lnTo>
                    <a:pt x="61311" y="48770"/>
                  </a:lnTo>
                  <a:lnTo>
                    <a:pt x="61573" y="47819"/>
                  </a:lnTo>
                  <a:lnTo>
                    <a:pt x="66304" y="39576"/>
                  </a:lnTo>
                  <a:lnTo>
                    <a:pt x="67100" y="37253"/>
                  </a:lnTo>
                  <a:lnTo>
                    <a:pt x="70285" y="34994"/>
                  </a:lnTo>
                  <a:lnTo>
                    <a:pt x="71072" y="34994"/>
                  </a:lnTo>
                  <a:lnTo>
                    <a:pt x="72460" y="34233"/>
                  </a:lnTo>
                  <a:lnTo>
                    <a:pt x="76126" y="33036"/>
                  </a:lnTo>
                  <a:lnTo>
                    <a:pt x="77617" y="33521"/>
                  </a:lnTo>
                  <a:lnTo>
                    <a:pt x="79575" y="35580"/>
                  </a:lnTo>
                  <a:lnTo>
                    <a:pt x="81011" y="33015"/>
                  </a:lnTo>
                  <a:lnTo>
                    <a:pt x="83195" y="30464"/>
                  </a:lnTo>
                  <a:lnTo>
                    <a:pt x="83775" y="30215"/>
                  </a:lnTo>
                  <a:lnTo>
                    <a:pt x="84949" y="28374"/>
                  </a:lnTo>
                  <a:lnTo>
                    <a:pt x="85175" y="26119"/>
                  </a:lnTo>
                  <a:lnTo>
                    <a:pt x="85045" y="24650"/>
                  </a:lnTo>
                  <a:lnTo>
                    <a:pt x="85736" y="23039"/>
                  </a:lnTo>
                  <a:lnTo>
                    <a:pt x="85982" y="21311"/>
                  </a:lnTo>
                  <a:lnTo>
                    <a:pt x="85260" y="21204"/>
                  </a:lnTo>
                  <a:lnTo>
                    <a:pt x="85025" y="20746"/>
                  </a:lnTo>
                  <a:lnTo>
                    <a:pt x="85193" y="18245"/>
                  </a:lnTo>
                  <a:lnTo>
                    <a:pt x="84664" y="15832"/>
                  </a:lnTo>
                  <a:lnTo>
                    <a:pt x="83731" y="13654"/>
                  </a:lnTo>
                  <a:lnTo>
                    <a:pt x="83666" y="12773"/>
                  </a:lnTo>
                  <a:lnTo>
                    <a:pt x="84383" y="10840"/>
                  </a:lnTo>
                  <a:lnTo>
                    <a:pt x="85408" y="9425"/>
                  </a:lnTo>
                  <a:lnTo>
                    <a:pt x="87625" y="7345"/>
                  </a:lnTo>
                  <a:lnTo>
                    <a:pt x="87974" y="7611"/>
                  </a:lnTo>
                  <a:lnTo>
                    <a:pt x="90495" y="4429"/>
                  </a:lnTo>
                  <a:lnTo>
                    <a:pt x="94962" y="868"/>
                  </a:lnTo>
                  <a:lnTo>
                    <a:pt x="96260" y="247"/>
                  </a:lnTo>
                  <a:lnTo>
                    <a:pt x="98460" y="78"/>
                  </a:lnTo>
                  <a:lnTo>
                    <a:pt x="100444" y="0"/>
                  </a:lnTo>
                  <a:lnTo>
                    <a:pt x="102429" y="1206"/>
                  </a:lnTo>
                  <a:lnTo>
                    <a:pt x="104665" y="3240"/>
                  </a:lnTo>
                  <a:lnTo>
                    <a:pt x="106179" y="6006"/>
                  </a:lnTo>
                  <a:lnTo>
                    <a:pt x="107846" y="7831"/>
                  </a:lnTo>
                  <a:lnTo>
                    <a:pt x="109714" y="9314"/>
                  </a:lnTo>
                  <a:lnTo>
                    <a:pt x="111306" y="10089"/>
                  </a:lnTo>
                  <a:lnTo>
                    <a:pt x="113695" y="12344"/>
                  </a:lnTo>
                  <a:lnTo>
                    <a:pt x="113997" y="12339"/>
                  </a:lnTo>
                  <a:lnTo>
                    <a:pt x="118078" y="15106"/>
                  </a:lnTo>
                  <a:lnTo>
                    <a:pt x="119478" y="16981"/>
                  </a:lnTo>
                  <a:lnTo>
                    <a:pt x="122691" y="23908"/>
                  </a:lnTo>
                  <a:lnTo>
                    <a:pt x="124051" y="26104"/>
                  </a:lnTo>
                  <a:lnTo>
                    <a:pt x="125597" y="27126"/>
                  </a:lnTo>
                  <a:lnTo>
                    <a:pt x="126024" y="27133"/>
                  </a:lnTo>
                  <a:lnTo>
                    <a:pt x="131575" y="30264"/>
                  </a:lnTo>
                  <a:lnTo>
                    <a:pt x="132913" y="31348"/>
                  </a:lnTo>
                  <a:lnTo>
                    <a:pt x="134324" y="33021"/>
                  </a:lnTo>
                  <a:lnTo>
                    <a:pt x="137833" y="35398"/>
                  </a:lnTo>
                  <a:lnTo>
                    <a:pt x="143626" y="37286"/>
                  </a:lnTo>
                  <a:lnTo>
                    <a:pt x="146578" y="30097"/>
                  </a:lnTo>
                  <a:lnTo>
                    <a:pt x="149240" y="30918"/>
                  </a:lnTo>
                  <a:lnTo>
                    <a:pt x="150435" y="31670"/>
                  </a:lnTo>
                  <a:lnTo>
                    <a:pt x="151912" y="32233"/>
                  </a:lnTo>
                  <a:lnTo>
                    <a:pt x="156615" y="33475"/>
                  </a:lnTo>
                  <a:lnTo>
                    <a:pt x="160281" y="33911"/>
                  </a:lnTo>
                  <a:lnTo>
                    <a:pt x="169812" y="33773"/>
                  </a:lnTo>
                  <a:lnTo>
                    <a:pt x="174811" y="33919"/>
                  </a:lnTo>
                  <a:lnTo>
                    <a:pt x="181612" y="33545"/>
                  </a:lnTo>
                  <a:lnTo>
                    <a:pt x="183007" y="32559"/>
                  </a:lnTo>
                  <a:lnTo>
                    <a:pt x="187536" y="26805"/>
                  </a:lnTo>
                  <a:lnTo>
                    <a:pt x="189679" y="27137"/>
                  </a:lnTo>
                  <a:lnTo>
                    <a:pt x="190113" y="28079"/>
                  </a:lnTo>
                  <a:lnTo>
                    <a:pt x="195471" y="34757"/>
                  </a:lnTo>
                  <a:lnTo>
                    <a:pt x="200029" y="38154"/>
                  </a:lnTo>
                  <a:lnTo>
                    <a:pt x="205454" y="45337"/>
                  </a:lnTo>
                  <a:lnTo>
                    <a:pt x="210688" y="51406"/>
                  </a:lnTo>
                  <a:lnTo>
                    <a:pt x="210932" y="51332"/>
                  </a:lnTo>
                  <a:lnTo>
                    <a:pt x="210530" y="50717"/>
                  </a:lnTo>
                  <a:lnTo>
                    <a:pt x="211256" y="50521"/>
                  </a:lnTo>
                  <a:lnTo>
                    <a:pt x="211538" y="50746"/>
                  </a:lnTo>
                  <a:lnTo>
                    <a:pt x="211586" y="50346"/>
                  </a:lnTo>
                  <a:lnTo>
                    <a:pt x="211731" y="50401"/>
                  </a:lnTo>
                  <a:lnTo>
                    <a:pt x="211619" y="49969"/>
                  </a:lnTo>
                  <a:lnTo>
                    <a:pt x="212005" y="49700"/>
                  </a:lnTo>
                  <a:lnTo>
                    <a:pt x="212615" y="49954"/>
                  </a:lnTo>
                  <a:lnTo>
                    <a:pt x="212821" y="48922"/>
                  </a:lnTo>
                  <a:lnTo>
                    <a:pt x="213175" y="48716"/>
                  </a:lnTo>
                  <a:lnTo>
                    <a:pt x="213100" y="48406"/>
                  </a:lnTo>
                  <a:lnTo>
                    <a:pt x="213375" y="47937"/>
                  </a:lnTo>
                  <a:lnTo>
                    <a:pt x="214109" y="43614"/>
                  </a:lnTo>
                  <a:lnTo>
                    <a:pt x="213954" y="43207"/>
                  </a:lnTo>
                  <a:lnTo>
                    <a:pt x="214331" y="42735"/>
                  </a:lnTo>
                  <a:lnTo>
                    <a:pt x="214951" y="42487"/>
                  </a:lnTo>
                  <a:lnTo>
                    <a:pt x="216904" y="42412"/>
                  </a:lnTo>
                  <a:lnTo>
                    <a:pt x="221790" y="43266"/>
                  </a:lnTo>
                  <a:lnTo>
                    <a:pt x="222271" y="43521"/>
                  </a:lnTo>
                  <a:lnTo>
                    <a:pt x="222244" y="44050"/>
                  </a:lnTo>
                  <a:lnTo>
                    <a:pt x="223782" y="44354"/>
                  </a:lnTo>
                  <a:lnTo>
                    <a:pt x="224239" y="44643"/>
                  </a:lnTo>
                  <a:lnTo>
                    <a:pt x="233291" y="44101"/>
                  </a:lnTo>
                  <a:lnTo>
                    <a:pt x="235706" y="43443"/>
                  </a:lnTo>
                  <a:lnTo>
                    <a:pt x="236150" y="45971"/>
                  </a:lnTo>
                  <a:lnTo>
                    <a:pt x="237020" y="46497"/>
                  </a:lnTo>
                  <a:lnTo>
                    <a:pt x="237313" y="48123"/>
                  </a:lnTo>
                  <a:lnTo>
                    <a:pt x="238382" y="49769"/>
                  </a:lnTo>
                  <a:lnTo>
                    <a:pt x="238992" y="49739"/>
                  </a:lnTo>
                  <a:lnTo>
                    <a:pt x="239436" y="52355"/>
                  </a:lnTo>
                  <a:lnTo>
                    <a:pt x="243847" y="52046"/>
                  </a:lnTo>
                  <a:lnTo>
                    <a:pt x="244253" y="52846"/>
                  </a:lnTo>
                  <a:lnTo>
                    <a:pt x="249301" y="52246"/>
                  </a:lnTo>
                  <a:lnTo>
                    <a:pt x="249378" y="54474"/>
                  </a:lnTo>
                  <a:lnTo>
                    <a:pt x="251711" y="59126"/>
                  </a:lnTo>
                  <a:lnTo>
                    <a:pt x="252429" y="62755"/>
                  </a:lnTo>
                  <a:lnTo>
                    <a:pt x="253261" y="64212"/>
                  </a:lnTo>
                  <a:lnTo>
                    <a:pt x="255142" y="67279"/>
                  </a:lnTo>
                  <a:lnTo>
                    <a:pt x="255035" y="67830"/>
                  </a:lnTo>
                  <a:lnTo>
                    <a:pt x="253793" y="70615"/>
                  </a:lnTo>
                  <a:lnTo>
                    <a:pt x="250710" y="76064"/>
                  </a:lnTo>
                  <a:lnTo>
                    <a:pt x="250208" y="77626"/>
                  </a:lnTo>
                  <a:lnTo>
                    <a:pt x="249415" y="79120"/>
                  </a:lnTo>
                  <a:lnTo>
                    <a:pt x="248553" y="82220"/>
                  </a:lnTo>
                  <a:lnTo>
                    <a:pt x="249310" y="84514"/>
                  </a:lnTo>
                  <a:lnTo>
                    <a:pt x="248144" y="86823"/>
                  </a:lnTo>
                  <a:lnTo>
                    <a:pt x="246605" y="88452"/>
                  </a:lnTo>
                  <a:lnTo>
                    <a:pt x="248666" y="92056"/>
                  </a:lnTo>
                  <a:lnTo>
                    <a:pt x="249386" y="92666"/>
                  </a:lnTo>
                  <a:lnTo>
                    <a:pt x="259947" y="97691"/>
                  </a:lnTo>
                  <a:lnTo>
                    <a:pt x="260419" y="102628"/>
                  </a:lnTo>
                  <a:lnTo>
                    <a:pt x="261588" y="109640"/>
                  </a:lnTo>
                  <a:lnTo>
                    <a:pt x="262323" y="110574"/>
                  </a:lnTo>
                  <a:lnTo>
                    <a:pt x="265412" y="112454"/>
                  </a:lnTo>
                  <a:lnTo>
                    <a:pt x="271968" y="114509"/>
                  </a:lnTo>
                  <a:lnTo>
                    <a:pt x="272899" y="118000"/>
                  </a:lnTo>
                  <a:lnTo>
                    <a:pt x="274112" y="117997"/>
                  </a:lnTo>
                  <a:lnTo>
                    <a:pt x="275705" y="116857"/>
                  </a:lnTo>
                  <a:lnTo>
                    <a:pt x="277544" y="116067"/>
                  </a:lnTo>
                  <a:lnTo>
                    <a:pt x="278622" y="116171"/>
                  </a:lnTo>
                  <a:lnTo>
                    <a:pt x="280566" y="117474"/>
                  </a:lnTo>
                  <a:lnTo>
                    <a:pt x="284948" y="121442"/>
                  </a:lnTo>
                  <a:lnTo>
                    <a:pt x="287080" y="122995"/>
                  </a:lnTo>
                  <a:lnTo>
                    <a:pt x="290866" y="124372"/>
                  </a:lnTo>
                  <a:lnTo>
                    <a:pt x="291158" y="124686"/>
                  </a:lnTo>
                  <a:lnTo>
                    <a:pt x="291730" y="126005"/>
                  </a:lnTo>
                  <a:lnTo>
                    <a:pt x="292626" y="127307"/>
                  </a:lnTo>
                  <a:lnTo>
                    <a:pt x="290197" y="130056"/>
                  </a:lnTo>
                  <a:lnTo>
                    <a:pt x="304063" y="146350"/>
                  </a:lnTo>
                  <a:lnTo>
                    <a:pt x="306262" y="149712"/>
                  </a:lnTo>
                  <a:lnTo>
                    <a:pt x="307999" y="151767"/>
                  </a:lnTo>
                  <a:lnTo>
                    <a:pt x="303399" y="156447"/>
                  </a:lnTo>
                  <a:lnTo>
                    <a:pt x="300188" y="160777"/>
                  </a:lnTo>
                  <a:lnTo>
                    <a:pt x="296893" y="166327"/>
                  </a:lnTo>
                  <a:lnTo>
                    <a:pt x="297892" y="167399"/>
                  </a:lnTo>
                  <a:lnTo>
                    <a:pt x="296085" y="169236"/>
                  </a:lnTo>
                  <a:lnTo>
                    <a:pt x="293098" y="169404"/>
                  </a:lnTo>
                  <a:lnTo>
                    <a:pt x="290777" y="170124"/>
                  </a:lnTo>
                  <a:lnTo>
                    <a:pt x="289994" y="170537"/>
                  </a:lnTo>
                  <a:lnTo>
                    <a:pt x="289573" y="171476"/>
                  </a:lnTo>
                  <a:lnTo>
                    <a:pt x="288847" y="171285"/>
                  </a:lnTo>
                  <a:lnTo>
                    <a:pt x="285662" y="171338"/>
                  </a:lnTo>
                  <a:lnTo>
                    <a:pt x="282375" y="172158"/>
                  </a:lnTo>
                  <a:lnTo>
                    <a:pt x="280123" y="171977"/>
                  </a:lnTo>
                  <a:lnTo>
                    <a:pt x="278042" y="171497"/>
                  </a:lnTo>
                  <a:lnTo>
                    <a:pt x="276752" y="170954"/>
                  </a:lnTo>
                  <a:lnTo>
                    <a:pt x="274818" y="169433"/>
                  </a:lnTo>
                  <a:lnTo>
                    <a:pt x="271204" y="178080"/>
                  </a:lnTo>
                  <a:lnTo>
                    <a:pt x="268225" y="177038"/>
                  </a:lnTo>
                  <a:lnTo>
                    <a:pt x="266701" y="178644"/>
                  </a:lnTo>
                  <a:lnTo>
                    <a:pt x="264828" y="178194"/>
                  </a:lnTo>
                  <a:lnTo>
                    <a:pt x="264778" y="179032"/>
                  </a:lnTo>
                  <a:lnTo>
                    <a:pt x="263377" y="180783"/>
                  </a:lnTo>
                  <a:lnTo>
                    <a:pt x="262735" y="180882"/>
                  </a:lnTo>
                  <a:lnTo>
                    <a:pt x="262043" y="181403"/>
                  </a:lnTo>
                  <a:lnTo>
                    <a:pt x="261857" y="181820"/>
                  </a:lnTo>
                  <a:lnTo>
                    <a:pt x="261147" y="181807"/>
                  </a:lnTo>
                  <a:lnTo>
                    <a:pt x="260488" y="182589"/>
                  </a:lnTo>
                  <a:lnTo>
                    <a:pt x="260214" y="182690"/>
                  </a:lnTo>
                  <a:lnTo>
                    <a:pt x="259571" y="182406"/>
                  </a:lnTo>
                  <a:lnTo>
                    <a:pt x="258849" y="182555"/>
                  </a:lnTo>
                  <a:lnTo>
                    <a:pt x="258704" y="182696"/>
                  </a:lnTo>
                  <a:lnTo>
                    <a:pt x="259133" y="183376"/>
                  </a:lnTo>
                  <a:lnTo>
                    <a:pt x="258233" y="183914"/>
                  </a:lnTo>
                  <a:lnTo>
                    <a:pt x="257090" y="184063"/>
                  </a:lnTo>
                  <a:lnTo>
                    <a:pt x="256054" y="183569"/>
                  </a:lnTo>
                  <a:lnTo>
                    <a:pt x="255212" y="183503"/>
                  </a:lnTo>
                  <a:lnTo>
                    <a:pt x="254122" y="182796"/>
                  </a:lnTo>
                  <a:lnTo>
                    <a:pt x="253955" y="182323"/>
                  </a:lnTo>
                  <a:lnTo>
                    <a:pt x="253224" y="182256"/>
                  </a:lnTo>
                  <a:lnTo>
                    <a:pt x="252628" y="183205"/>
                  </a:lnTo>
                  <a:lnTo>
                    <a:pt x="250919" y="184480"/>
                  </a:lnTo>
                  <a:lnTo>
                    <a:pt x="250437" y="185585"/>
                  </a:lnTo>
                  <a:lnTo>
                    <a:pt x="250529" y="187344"/>
                  </a:lnTo>
                  <a:lnTo>
                    <a:pt x="249865" y="187135"/>
                  </a:lnTo>
                  <a:lnTo>
                    <a:pt x="249543" y="187503"/>
                  </a:lnTo>
                  <a:lnTo>
                    <a:pt x="248847" y="189300"/>
                  </a:lnTo>
                  <a:lnTo>
                    <a:pt x="248181" y="190213"/>
                  </a:lnTo>
                  <a:lnTo>
                    <a:pt x="248049" y="190979"/>
                  </a:lnTo>
                  <a:lnTo>
                    <a:pt x="246874" y="192117"/>
                  </a:lnTo>
                  <a:lnTo>
                    <a:pt x="246259" y="192480"/>
                  </a:lnTo>
                  <a:lnTo>
                    <a:pt x="245704" y="192267"/>
                  </a:lnTo>
                  <a:lnTo>
                    <a:pt x="245299" y="192379"/>
                  </a:lnTo>
                  <a:lnTo>
                    <a:pt x="244366" y="192886"/>
                  </a:lnTo>
                  <a:lnTo>
                    <a:pt x="243769" y="192789"/>
                  </a:lnTo>
                  <a:lnTo>
                    <a:pt x="243518" y="193004"/>
                  </a:lnTo>
                  <a:lnTo>
                    <a:pt x="243293" y="192830"/>
                  </a:lnTo>
                  <a:lnTo>
                    <a:pt x="243372" y="193059"/>
                  </a:lnTo>
                  <a:lnTo>
                    <a:pt x="243065" y="193236"/>
                  </a:lnTo>
                  <a:lnTo>
                    <a:pt x="241243" y="193328"/>
                  </a:lnTo>
                  <a:lnTo>
                    <a:pt x="240777" y="193550"/>
                  </a:lnTo>
                  <a:lnTo>
                    <a:pt x="239964" y="193458"/>
                  </a:lnTo>
                  <a:lnTo>
                    <a:pt x="239130" y="194435"/>
                  </a:lnTo>
                  <a:lnTo>
                    <a:pt x="238640" y="195923"/>
                  </a:lnTo>
                  <a:lnTo>
                    <a:pt x="237415" y="197004"/>
                  </a:lnTo>
                  <a:lnTo>
                    <a:pt x="237104" y="198297"/>
                  </a:lnTo>
                  <a:lnTo>
                    <a:pt x="237655" y="199818"/>
                  </a:lnTo>
                  <a:lnTo>
                    <a:pt x="237992" y="199939"/>
                  </a:lnTo>
                  <a:lnTo>
                    <a:pt x="238079" y="200358"/>
                  </a:lnTo>
                  <a:lnTo>
                    <a:pt x="238318" y="200337"/>
                  </a:lnTo>
                  <a:lnTo>
                    <a:pt x="238360" y="200824"/>
                  </a:lnTo>
                  <a:lnTo>
                    <a:pt x="239064" y="201866"/>
                  </a:lnTo>
                  <a:lnTo>
                    <a:pt x="237746" y="203450"/>
                  </a:lnTo>
                  <a:lnTo>
                    <a:pt x="237763" y="203686"/>
                  </a:lnTo>
                  <a:lnTo>
                    <a:pt x="237502" y="203717"/>
                  </a:lnTo>
                  <a:lnTo>
                    <a:pt x="237569" y="204065"/>
                  </a:lnTo>
                  <a:lnTo>
                    <a:pt x="237347" y="203968"/>
                  </a:lnTo>
                  <a:lnTo>
                    <a:pt x="236525" y="204696"/>
                  </a:lnTo>
                  <a:lnTo>
                    <a:pt x="235820" y="204984"/>
                  </a:lnTo>
                  <a:lnTo>
                    <a:pt x="234818" y="205052"/>
                  </a:lnTo>
                  <a:lnTo>
                    <a:pt x="234475" y="205652"/>
                  </a:lnTo>
                  <a:lnTo>
                    <a:pt x="233679" y="205799"/>
                  </a:lnTo>
                  <a:lnTo>
                    <a:pt x="233762" y="206051"/>
                  </a:lnTo>
                  <a:lnTo>
                    <a:pt x="233546" y="206111"/>
                  </a:lnTo>
                  <a:lnTo>
                    <a:pt x="233056" y="205971"/>
                  </a:lnTo>
                  <a:lnTo>
                    <a:pt x="232069" y="206220"/>
                  </a:lnTo>
                  <a:lnTo>
                    <a:pt x="231458" y="205903"/>
                  </a:lnTo>
                  <a:lnTo>
                    <a:pt x="231044" y="206094"/>
                  </a:lnTo>
                  <a:lnTo>
                    <a:pt x="229693" y="205458"/>
                  </a:lnTo>
                  <a:lnTo>
                    <a:pt x="228670" y="206199"/>
                  </a:lnTo>
                  <a:lnTo>
                    <a:pt x="228021" y="208040"/>
                  </a:lnTo>
                  <a:lnTo>
                    <a:pt x="228248" y="209801"/>
                  </a:lnTo>
                  <a:lnTo>
                    <a:pt x="228798" y="211116"/>
                  </a:lnTo>
                  <a:lnTo>
                    <a:pt x="228107" y="214027"/>
                  </a:lnTo>
                  <a:lnTo>
                    <a:pt x="228139" y="215135"/>
                  </a:lnTo>
                  <a:lnTo>
                    <a:pt x="227746" y="215938"/>
                  </a:lnTo>
                  <a:lnTo>
                    <a:pt x="228379" y="217546"/>
                  </a:lnTo>
                  <a:lnTo>
                    <a:pt x="227998" y="218992"/>
                  </a:lnTo>
                  <a:lnTo>
                    <a:pt x="227718" y="218977"/>
                  </a:lnTo>
                  <a:lnTo>
                    <a:pt x="227831" y="220023"/>
                  </a:lnTo>
                  <a:lnTo>
                    <a:pt x="227646" y="220637"/>
                  </a:lnTo>
                  <a:lnTo>
                    <a:pt x="225730" y="220587"/>
                  </a:lnTo>
                  <a:lnTo>
                    <a:pt x="224748" y="219100"/>
                  </a:lnTo>
                  <a:lnTo>
                    <a:pt x="224398" y="219316"/>
                  </a:lnTo>
                  <a:lnTo>
                    <a:pt x="224223" y="218958"/>
                  </a:lnTo>
                  <a:lnTo>
                    <a:pt x="223501" y="218973"/>
                  </a:lnTo>
                  <a:lnTo>
                    <a:pt x="222906" y="219065"/>
                  </a:lnTo>
                  <a:lnTo>
                    <a:pt x="222824" y="219513"/>
                  </a:lnTo>
                  <a:lnTo>
                    <a:pt x="222393" y="219731"/>
                  </a:lnTo>
                  <a:lnTo>
                    <a:pt x="222231" y="220982"/>
                  </a:lnTo>
                  <a:lnTo>
                    <a:pt x="220498" y="221042"/>
                  </a:lnTo>
                  <a:lnTo>
                    <a:pt x="219607" y="220823"/>
                  </a:lnTo>
                  <a:lnTo>
                    <a:pt x="218641" y="221665"/>
                  </a:lnTo>
                  <a:lnTo>
                    <a:pt x="218378" y="221259"/>
                  </a:lnTo>
                  <a:lnTo>
                    <a:pt x="218374" y="220362"/>
                  </a:lnTo>
                  <a:lnTo>
                    <a:pt x="217172" y="219667"/>
                  </a:lnTo>
                  <a:lnTo>
                    <a:pt x="217083" y="219386"/>
                  </a:lnTo>
                  <a:lnTo>
                    <a:pt x="216318" y="219573"/>
                  </a:lnTo>
                  <a:lnTo>
                    <a:pt x="213861" y="218907"/>
                  </a:lnTo>
                  <a:lnTo>
                    <a:pt x="213054" y="218037"/>
                  </a:lnTo>
                  <a:lnTo>
                    <a:pt x="212257" y="217589"/>
                  </a:lnTo>
                  <a:lnTo>
                    <a:pt x="211666" y="216725"/>
                  </a:lnTo>
                  <a:lnTo>
                    <a:pt x="204444" y="196811"/>
                  </a:lnTo>
                  <a:lnTo>
                    <a:pt x="202026" y="197012"/>
                  </a:lnTo>
                  <a:lnTo>
                    <a:pt x="201661" y="197486"/>
                  </a:lnTo>
                  <a:lnTo>
                    <a:pt x="200975" y="197831"/>
                  </a:lnTo>
                  <a:lnTo>
                    <a:pt x="198304" y="197518"/>
                  </a:lnTo>
                  <a:lnTo>
                    <a:pt x="197343" y="197936"/>
                  </a:lnTo>
                  <a:lnTo>
                    <a:pt x="197574" y="198578"/>
                  </a:lnTo>
                  <a:lnTo>
                    <a:pt x="197446" y="199561"/>
                  </a:lnTo>
                  <a:lnTo>
                    <a:pt x="197772" y="202384"/>
                  </a:lnTo>
                  <a:lnTo>
                    <a:pt x="198133" y="203347"/>
                  </a:lnTo>
                  <a:lnTo>
                    <a:pt x="197928" y="205279"/>
                  </a:lnTo>
                  <a:lnTo>
                    <a:pt x="197317" y="206940"/>
                  </a:lnTo>
                  <a:lnTo>
                    <a:pt x="196316" y="208590"/>
                  </a:lnTo>
                  <a:lnTo>
                    <a:pt x="196571" y="214404"/>
                  </a:lnTo>
                  <a:lnTo>
                    <a:pt x="196087" y="216011"/>
                  </a:lnTo>
                  <a:lnTo>
                    <a:pt x="195945" y="217860"/>
                  </a:lnTo>
                  <a:lnTo>
                    <a:pt x="194570" y="221221"/>
                  </a:lnTo>
                  <a:lnTo>
                    <a:pt x="194604" y="222954"/>
                  </a:lnTo>
                  <a:lnTo>
                    <a:pt x="193646" y="225699"/>
                  </a:lnTo>
                  <a:lnTo>
                    <a:pt x="193381" y="228218"/>
                  </a:lnTo>
                  <a:lnTo>
                    <a:pt x="193756" y="230304"/>
                  </a:lnTo>
                  <a:lnTo>
                    <a:pt x="194443" y="231880"/>
                  </a:lnTo>
                  <a:lnTo>
                    <a:pt x="194448" y="233356"/>
                  </a:lnTo>
                  <a:lnTo>
                    <a:pt x="192907" y="234871"/>
                  </a:lnTo>
                  <a:lnTo>
                    <a:pt x="190589" y="236267"/>
                  </a:lnTo>
                  <a:lnTo>
                    <a:pt x="189070" y="237653"/>
                  </a:lnTo>
                  <a:lnTo>
                    <a:pt x="185916" y="239721"/>
                  </a:lnTo>
                  <a:lnTo>
                    <a:pt x="184946" y="240052"/>
                  </a:lnTo>
                  <a:lnTo>
                    <a:pt x="183323" y="241097"/>
                  </a:lnTo>
                  <a:lnTo>
                    <a:pt x="181495" y="241656"/>
                  </a:lnTo>
                  <a:lnTo>
                    <a:pt x="180006" y="242615"/>
                  </a:lnTo>
                  <a:lnTo>
                    <a:pt x="178650" y="242574"/>
                  </a:lnTo>
                  <a:lnTo>
                    <a:pt x="175819" y="243972"/>
                  </a:lnTo>
                  <a:lnTo>
                    <a:pt x="173836" y="245693"/>
                  </a:lnTo>
                  <a:lnTo>
                    <a:pt x="171675" y="24824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pg23">
              <a:extLst>
                <a:ext uri="{FF2B5EF4-FFF2-40B4-BE49-F238E27FC236}">
                  <a16:creationId xmlns:a16="http://schemas.microsoft.com/office/drawing/2014/main" id="{01216382-B0DF-8A12-67E8-E61983AF3343}"/>
                </a:ext>
              </a:extLst>
            </p:cNvPr>
            <p:cNvSpPr/>
            <p:nvPr/>
          </p:nvSpPr>
          <p:spPr>
            <a:xfrm>
              <a:off x="8117233" y="1547647"/>
              <a:ext cx="493893" cy="709304"/>
            </a:xfrm>
            <a:custGeom>
              <a:avLst/>
              <a:gdLst/>
              <a:ahLst/>
              <a:cxnLst/>
              <a:rect l="0" t="0" r="0" b="0"/>
              <a:pathLst>
                <a:path w="493893" h="709304">
                  <a:moveTo>
                    <a:pt x="252929" y="691492"/>
                  </a:moveTo>
                  <a:lnTo>
                    <a:pt x="212829" y="692279"/>
                  </a:lnTo>
                  <a:lnTo>
                    <a:pt x="208933" y="689663"/>
                  </a:lnTo>
                  <a:lnTo>
                    <a:pt x="203668" y="640240"/>
                  </a:lnTo>
                  <a:lnTo>
                    <a:pt x="201593" y="639859"/>
                  </a:lnTo>
                  <a:lnTo>
                    <a:pt x="199132" y="644461"/>
                  </a:lnTo>
                  <a:lnTo>
                    <a:pt x="195247" y="649954"/>
                  </a:lnTo>
                  <a:lnTo>
                    <a:pt x="191226" y="654831"/>
                  </a:lnTo>
                  <a:lnTo>
                    <a:pt x="190167" y="657180"/>
                  </a:lnTo>
                  <a:lnTo>
                    <a:pt x="175065" y="666246"/>
                  </a:lnTo>
                  <a:lnTo>
                    <a:pt x="173011" y="668279"/>
                  </a:lnTo>
                  <a:lnTo>
                    <a:pt x="167223" y="689184"/>
                  </a:lnTo>
                  <a:lnTo>
                    <a:pt x="166776" y="691427"/>
                  </a:lnTo>
                  <a:lnTo>
                    <a:pt x="166724" y="694684"/>
                  </a:lnTo>
                  <a:lnTo>
                    <a:pt x="163071" y="703455"/>
                  </a:lnTo>
                  <a:lnTo>
                    <a:pt x="78202" y="709304"/>
                  </a:lnTo>
                  <a:lnTo>
                    <a:pt x="67351" y="687809"/>
                  </a:lnTo>
                  <a:lnTo>
                    <a:pt x="45871" y="645254"/>
                  </a:lnTo>
                  <a:lnTo>
                    <a:pt x="44382" y="625094"/>
                  </a:lnTo>
                  <a:lnTo>
                    <a:pt x="41092" y="580429"/>
                  </a:lnTo>
                  <a:lnTo>
                    <a:pt x="44970" y="551248"/>
                  </a:lnTo>
                  <a:lnTo>
                    <a:pt x="50844" y="507051"/>
                  </a:lnTo>
                  <a:lnTo>
                    <a:pt x="53892" y="484140"/>
                  </a:lnTo>
                  <a:lnTo>
                    <a:pt x="58331" y="450743"/>
                  </a:lnTo>
                  <a:lnTo>
                    <a:pt x="84115" y="412071"/>
                  </a:lnTo>
                  <a:lnTo>
                    <a:pt x="101578" y="385889"/>
                  </a:lnTo>
                  <a:lnTo>
                    <a:pt x="108109" y="376096"/>
                  </a:lnTo>
                  <a:lnTo>
                    <a:pt x="113996" y="367269"/>
                  </a:lnTo>
                  <a:lnTo>
                    <a:pt x="121624" y="355828"/>
                  </a:lnTo>
                  <a:lnTo>
                    <a:pt x="75574" y="303978"/>
                  </a:lnTo>
                  <a:lnTo>
                    <a:pt x="68371" y="295477"/>
                  </a:lnTo>
                  <a:lnTo>
                    <a:pt x="63877" y="289644"/>
                  </a:lnTo>
                  <a:lnTo>
                    <a:pt x="62960" y="290289"/>
                  </a:lnTo>
                  <a:lnTo>
                    <a:pt x="54800" y="282452"/>
                  </a:lnTo>
                  <a:lnTo>
                    <a:pt x="50265" y="279121"/>
                  </a:lnTo>
                  <a:lnTo>
                    <a:pt x="48417" y="277082"/>
                  </a:lnTo>
                  <a:lnTo>
                    <a:pt x="45877" y="275925"/>
                  </a:lnTo>
                  <a:lnTo>
                    <a:pt x="40718" y="272734"/>
                  </a:lnTo>
                  <a:lnTo>
                    <a:pt x="33988" y="271288"/>
                  </a:lnTo>
                  <a:lnTo>
                    <a:pt x="31369" y="267486"/>
                  </a:lnTo>
                  <a:lnTo>
                    <a:pt x="30195" y="265188"/>
                  </a:lnTo>
                  <a:lnTo>
                    <a:pt x="28350" y="264104"/>
                  </a:lnTo>
                  <a:lnTo>
                    <a:pt x="25573" y="261763"/>
                  </a:lnTo>
                  <a:lnTo>
                    <a:pt x="24594" y="261242"/>
                  </a:lnTo>
                  <a:lnTo>
                    <a:pt x="22670" y="260884"/>
                  </a:lnTo>
                  <a:lnTo>
                    <a:pt x="19244" y="259804"/>
                  </a:lnTo>
                  <a:lnTo>
                    <a:pt x="17768" y="258806"/>
                  </a:lnTo>
                  <a:lnTo>
                    <a:pt x="15237" y="256669"/>
                  </a:lnTo>
                  <a:lnTo>
                    <a:pt x="13040" y="252579"/>
                  </a:lnTo>
                  <a:lnTo>
                    <a:pt x="12611" y="252189"/>
                  </a:lnTo>
                  <a:lnTo>
                    <a:pt x="10977" y="251598"/>
                  </a:lnTo>
                  <a:lnTo>
                    <a:pt x="6838" y="247631"/>
                  </a:lnTo>
                  <a:lnTo>
                    <a:pt x="6663" y="247198"/>
                  </a:lnTo>
                  <a:lnTo>
                    <a:pt x="6856" y="247180"/>
                  </a:lnTo>
                  <a:lnTo>
                    <a:pt x="6909" y="246766"/>
                  </a:lnTo>
                  <a:lnTo>
                    <a:pt x="6240" y="246327"/>
                  </a:lnTo>
                  <a:lnTo>
                    <a:pt x="6338" y="245055"/>
                  </a:lnTo>
                  <a:lnTo>
                    <a:pt x="5995" y="244405"/>
                  </a:lnTo>
                  <a:lnTo>
                    <a:pt x="6000" y="243809"/>
                  </a:lnTo>
                  <a:lnTo>
                    <a:pt x="5604" y="243499"/>
                  </a:lnTo>
                  <a:lnTo>
                    <a:pt x="5890" y="243137"/>
                  </a:lnTo>
                  <a:lnTo>
                    <a:pt x="5761" y="242547"/>
                  </a:lnTo>
                  <a:lnTo>
                    <a:pt x="5291" y="242448"/>
                  </a:lnTo>
                  <a:lnTo>
                    <a:pt x="4952" y="241539"/>
                  </a:lnTo>
                  <a:lnTo>
                    <a:pt x="5215" y="241404"/>
                  </a:lnTo>
                  <a:lnTo>
                    <a:pt x="4846" y="241159"/>
                  </a:lnTo>
                  <a:lnTo>
                    <a:pt x="4860" y="240589"/>
                  </a:lnTo>
                  <a:lnTo>
                    <a:pt x="4739" y="240742"/>
                  </a:lnTo>
                  <a:lnTo>
                    <a:pt x="4410" y="240499"/>
                  </a:lnTo>
                  <a:lnTo>
                    <a:pt x="4616" y="240434"/>
                  </a:lnTo>
                  <a:lnTo>
                    <a:pt x="4464" y="240186"/>
                  </a:lnTo>
                  <a:lnTo>
                    <a:pt x="4640" y="239950"/>
                  </a:lnTo>
                  <a:lnTo>
                    <a:pt x="3947" y="239619"/>
                  </a:lnTo>
                  <a:lnTo>
                    <a:pt x="3733" y="239160"/>
                  </a:lnTo>
                  <a:lnTo>
                    <a:pt x="3502" y="239234"/>
                  </a:lnTo>
                  <a:lnTo>
                    <a:pt x="3374" y="238581"/>
                  </a:lnTo>
                  <a:lnTo>
                    <a:pt x="2998" y="238924"/>
                  </a:lnTo>
                  <a:lnTo>
                    <a:pt x="2546" y="238071"/>
                  </a:lnTo>
                  <a:lnTo>
                    <a:pt x="2137" y="238098"/>
                  </a:lnTo>
                  <a:lnTo>
                    <a:pt x="2215" y="237300"/>
                  </a:lnTo>
                  <a:lnTo>
                    <a:pt x="1806" y="237435"/>
                  </a:lnTo>
                  <a:lnTo>
                    <a:pt x="1820" y="236992"/>
                  </a:lnTo>
                  <a:lnTo>
                    <a:pt x="1493" y="237044"/>
                  </a:lnTo>
                  <a:lnTo>
                    <a:pt x="679" y="235641"/>
                  </a:lnTo>
                  <a:lnTo>
                    <a:pt x="362" y="234284"/>
                  </a:lnTo>
                  <a:lnTo>
                    <a:pt x="402" y="230438"/>
                  </a:lnTo>
                  <a:lnTo>
                    <a:pt x="0" y="228631"/>
                  </a:lnTo>
                  <a:lnTo>
                    <a:pt x="528" y="225174"/>
                  </a:lnTo>
                  <a:lnTo>
                    <a:pt x="3797" y="225572"/>
                  </a:lnTo>
                  <a:lnTo>
                    <a:pt x="5526" y="225351"/>
                  </a:lnTo>
                  <a:lnTo>
                    <a:pt x="6146" y="225578"/>
                  </a:lnTo>
                  <a:lnTo>
                    <a:pt x="5322" y="213259"/>
                  </a:lnTo>
                  <a:lnTo>
                    <a:pt x="4763" y="208202"/>
                  </a:lnTo>
                  <a:lnTo>
                    <a:pt x="4300" y="198484"/>
                  </a:lnTo>
                  <a:lnTo>
                    <a:pt x="4732" y="196422"/>
                  </a:lnTo>
                  <a:lnTo>
                    <a:pt x="4754" y="194514"/>
                  </a:lnTo>
                  <a:lnTo>
                    <a:pt x="4659" y="191238"/>
                  </a:lnTo>
                  <a:lnTo>
                    <a:pt x="4356" y="190084"/>
                  </a:lnTo>
                  <a:lnTo>
                    <a:pt x="5462" y="190112"/>
                  </a:lnTo>
                  <a:lnTo>
                    <a:pt x="5850" y="188927"/>
                  </a:lnTo>
                  <a:lnTo>
                    <a:pt x="5772" y="188553"/>
                  </a:lnTo>
                  <a:lnTo>
                    <a:pt x="4968" y="188599"/>
                  </a:lnTo>
                  <a:lnTo>
                    <a:pt x="5210" y="187537"/>
                  </a:lnTo>
                  <a:lnTo>
                    <a:pt x="5816" y="187050"/>
                  </a:lnTo>
                  <a:lnTo>
                    <a:pt x="5795" y="186417"/>
                  </a:lnTo>
                  <a:lnTo>
                    <a:pt x="7168" y="186805"/>
                  </a:lnTo>
                  <a:lnTo>
                    <a:pt x="7972" y="188643"/>
                  </a:lnTo>
                  <a:lnTo>
                    <a:pt x="7868" y="189681"/>
                  </a:lnTo>
                  <a:lnTo>
                    <a:pt x="8646" y="190520"/>
                  </a:lnTo>
                  <a:lnTo>
                    <a:pt x="9442" y="190096"/>
                  </a:lnTo>
                  <a:lnTo>
                    <a:pt x="9339" y="189495"/>
                  </a:lnTo>
                  <a:lnTo>
                    <a:pt x="10386" y="188534"/>
                  </a:lnTo>
                  <a:lnTo>
                    <a:pt x="10858" y="189069"/>
                  </a:lnTo>
                  <a:lnTo>
                    <a:pt x="11327" y="189106"/>
                  </a:lnTo>
                  <a:lnTo>
                    <a:pt x="12525" y="188611"/>
                  </a:lnTo>
                  <a:lnTo>
                    <a:pt x="12122" y="188356"/>
                  </a:lnTo>
                  <a:lnTo>
                    <a:pt x="11964" y="187810"/>
                  </a:lnTo>
                  <a:lnTo>
                    <a:pt x="11308" y="188238"/>
                  </a:lnTo>
                  <a:lnTo>
                    <a:pt x="11023" y="188052"/>
                  </a:lnTo>
                  <a:lnTo>
                    <a:pt x="11307" y="187125"/>
                  </a:lnTo>
                  <a:lnTo>
                    <a:pt x="12504" y="186925"/>
                  </a:lnTo>
                  <a:lnTo>
                    <a:pt x="11903" y="186458"/>
                  </a:lnTo>
                  <a:lnTo>
                    <a:pt x="12124" y="186258"/>
                  </a:lnTo>
                  <a:lnTo>
                    <a:pt x="15046" y="185555"/>
                  </a:lnTo>
                  <a:lnTo>
                    <a:pt x="15241" y="186111"/>
                  </a:lnTo>
                  <a:lnTo>
                    <a:pt x="15738" y="186304"/>
                  </a:lnTo>
                  <a:lnTo>
                    <a:pt x="15928" y="185930"/>
                  </a:lnTo>
                  <a:lnTo>
                    <a:pt x="15578" y="185445"/>
                  </a:lnTo>
                  <a:lnTo>
                    <a:pt x="16142" y="185328"/>
                  </a:lnTo>
                  <a:lnTo>
                    <a:pt x="16778" y="186546"/>
                  </a:lnTo>
                  <a:lnTo>
                    <a:pt x="17290" y="187033"/>
                  </a:lnTo>
                  <a:lnTo>
                    <a:pt x="17467" y="186933"/>
                  </a:lnTo>
                  <a:lnTo>
                    <a:pt x="17232" y="185432"/>
                  </a:lnTo>
                  <a:lnTo>
                    <a:pt x="18104" y="185609"/>
                  </a:lnTo>
                  <a:lnTo>
                    <a:pt x="18805" y="186277"/>
                  </a:lnTo>
                  <a:lnTo>
                    <a:pt x="21247" y="186286"/>
                  </a:lnTo>
                  <a:lnTo>
                    <a:pt x="21852" y="186783"/>
                  </a:lnTo>
                  <a:lnTo>
                    <a:pt x="27424" y="188912"/>
                  </a:lnTo>
                  <a:lnTo>
                    <a:pt x="27968" y="189052"/>
                  </a:lnTo>
                  <a:lnTo>
                    <a:pt x="28521" y="188850"/>
                  </a:lnTo>
                  <a:lnTo>
                    <a:pt x="29198" y="189232"/>
                  </a:lnTo>
                  <a:lnTo>
                    <a:pt x="30524" y="189327"/>
                  </a:lnTo>
                  <a:lnTo>
                    <a:pt x="30684" y="189435"/>
                  </a:lnTo>
                  <a:lnTo>
                    <a:pt x="30539" y="190093"/>
                  </a:lnTo>
                  <a:lnTo>
                    <a:pt x="30923" y="190315"/>
                  </a:lnTo>
                  <a:lnTo>
                    <a:pt x="32620" y="190055"/>
                  </a:lnTo>
                  <a:lnTo>
                    <a:pt x="33123" y="189556"/>
                  </a:lnTo>
                  <a:lnTo>
                    <a:pt x="33418" y="188092"/>
                  </a:lnTo>
                  <a:lnTo>
                    <a:pt x="35131" y="188016"/>
                  </a:lnTo>
                  <a:lnTo>
                    <a:pt x="35243" y="187560"/>
                  </a:lnTo>
                  <a:lnTo>
                    <a:pt x="36250" y="186757"/>
                  </a:lnTo>
                  <a:lnTo>
                    <a:pt x="37263" y="186927"/>
                  </a:lnTo>
                  <a:lnTo>
                    <a:pt x="39438" y="189279"/>
                  </a:lnTo>
                  <a:lnTo>
                    <a:pt x="40410" y="189219"/>
                  </a:lnTo>
                  <a:lnTo>
                    <a:pt x="40965" y="189122"/>
                  </a:lnTo>
                  <a:lnTo>
                    <a:pt x="41125" y="188625"/>
                  </a:lnTo>
                  <a:lnTo>
                    <a:pt x="42439" y="187944"/>
                  </a:lnTo>
                  <a:lnTo>
                    <a:pt x="42255" y="187555"/>
                  </a:lnTo>
                  <a:lnTo>
                    <a:pt x="41333" y="187509"/>
                  </a:lnTo>
                  <a:lnTo>
                    <a:pt x="41259" y="187243"/>
                  </a:lnTo>
                  <a:lnTo>
                    <a:pt x="41520" y="186972"/>
                  </a:lnTo>
                  <a:lnTo>
                    <a:pt x="43832" y="187674"/>
                  </a:lnTo>
                  <a:lnTo>
                    <a:pt x="44883" y="187013"/>
                  </a:lnTo>
                  <a:lnTo>
                    <a:pt x="44747" y="186455"/>
                  </a:lnTo>
                  <a:lnTo>
                    <a:pt x="43220" y="186257"/>
                  </a:lnTo>
                  <a:lnTo>
                    <a:pt x="43136" y="185811"/>
                  </a:lnTo>
                  <a:lnTo>
                    <a:pt x="43410" y="184943"/>
                  </a:lnTo>
                  <a:lnTo>
                    <a:pt x="42957" y="184723"/>
                  </a:lnTo>
                  <a:lnTo>
                    <a:pt x="43122" y="184395"/>
                  </a:lnTo>
                  <a:lnTo>
                    <a:pt x="44909" y="183582"/>
                  </a:lnTo>
                  <a:lnTo>
                    <a:pt x="45334" y="182631"/>
                  </a:lnTo>
                  <a:lnTo>
                    <a:pt x="44889" y="182305"/>
                  </a:lnTo>
                  <a:lnTo>
                    <a:pt x="44396" y="182364"/>
                  </a:lnTo>
                  <a:lnTo>
                    <a:pt x="43210" y="183194"/>
                  </a:lnTo>
                  <a:lnTo>
                    <a:pt x="42587" y="182700"/>
                  </a:lnTo>
                  <a:lnTo>
                    <a:pt x="42634" y="181857"/>
                  </a:lnTo>
                  <a:lnTo>
                    <a:pt x="44849" y="181968"/>
                  </a:lnTo>
                  <a:lnTo>
                    <a:pt x="47074" y="183225"/>
                  </a:lnTo>
                  <a:lnTo>
                    <a:pt x="47884" y="183321"/>
                  </a:lnTo>
                  <a:lnTo>
                    <a:pt x="49995" y="181092"/>
                  </a:lnTo>
                  <a:lnTo>
                    <a:pt x="51075" y="180138"/>
                  </a:lnTo>
                  <a:lnTo>
                    <a:pt x="50146" y="180962"/>
                  </a:lnTo>
                  <a:lnTo>
                    <a:pt x="50534" y="181191"/>
                  </a:lnTo>
                  <a:lnTo>
                    <a:pt x="51021" y="182122"/>
                  </a:lnTo>
                  <a:lnTo>
                    <a:pt x="51831" y="182613"/>
                  </a:lnTo>
                  <a:lnTo>
                    <a:pt x="51995" y="182224"/>
                  </a:lnTo>
                  <a:lnTo>
                    <a:pt x="51866" y="181914"/>
                  </a:lnTo>
                  <a:lnTo>
                    <a:pt x="50772" y="180431"/>
                  </a:lnTo>
                  <a:lnTo>
                    <a:pt x="51381" y="180163"/>
                  </a:lnTo>
                  <a:lnTo>
                    <a:pt x="53617" y="180745"/>
                  </a:lnTo>
                  <a:lnTo>
                    <a:pt x="53476" y="181273"/>
                  </a:lnTo>
                  <a:lnTo>
                    <a:pt x="52565" y="182317"/>
                  </a:lnTo>
                  <a:lnTo>
                    <a:pt x="52927" y="182822"/>
                  </a:lnTo>
                  <a:lnTo>
                    <a:pt x="54174" y="183256"/>
                  </a:lnTo>
                  <a:lnTo>
                    <a:pt x="54445" y="183082"/>
                  </a:lnTo>
                  <a:lnTo>
                    <a:pt x="54342" y="182378"/>
                  </a:lnTo>
                  <a:lnTo>
                    <a:pt x="54766" y="182332"/>
                  </a:lnTo>
                  <a:lnTo>
                    <a:pt x="54927" y="181979"/>
                  </a:lnTo>
                  <a:lnTo>
                    <a:pt x="54109" y="181922"/>
                  </a:lnTo>
                  <a:lnTo>
                    <a:pt x="54235" y="181610"/>
                  </a:lnTo>
                  <a:lnTo>
                    <a:pt x="55616" y="181278"/>
                  </a:lnTo>
                  <a:lnTo>
                    <a:pt x="57022" y="181422"/>
                  </a:lnTo>
                  <a:lnTo>
                    <a:pt x="56565" y="183303"/>
                  </a:lnTo>
                  <a:lnTo>
                    <a:pt x="57792" y="184112"/>
                  </a:lnTo>
                  <a:lnTo>
                    <a:pt x="58984" y="183723"/>
                  </a:lnTo>
                  <a:lnTo>
                    <a:pt x="60101" y="182989"/>
                  </a:lnTo>
                  <a:lnTo>
                    <a:pt x="59922" y="183972"/>
                  </a:lnTo>
                  <a:lnTo>
                    <a:pt x="59481" y="184487"/>
                  </a:lnTo>
                  <a:lnTo>
                    <a:pt x="59721" y="184794"/>
                  </a:lnTo>
                  <a:lnTo>
                    <a:pt x="60479" y="184507"/>
                  </a:lnTo>
                  <a:lnTo>
                    <a:pt x="60734" y="183699"/>
                  </a:lnTo>
                  <a:lnTo>
                    <a:pt x="61498" y="182858"/>
                  </a:lnTo>
                  <a:lnTo>
                    <a:pt x="61353" y="182461"/>
                  </a:lnTo>
                  <a:lnTo>
                    <a:pt x="60532" y="182382"/>
                  </a:lnTo>
                  <a:lnTo>
                    <a:pt x="60554" y="182024"/>
                  </a:lnTo>
                  <a:lnTo>
                    <a:pt x="61197" y="181453"/>
                  </a:lnTo>
                  <a:lnTo>
                    <a:pt x="60858" y="181193"/>
                  </a:lnTo>
                  <a:lnTo>
                    <a:pt x="60962" y="180843"/>
                  </a:lnTo>
                  <a:lnTo>
                    <a:pt x="61374" y="181042"/>
                  </a:lnTo>
                  <a:lnTo>
                    <a:pt x="62089" y="182113"/>
                  </a:lnTo>
                  <a:lnTo>
                    <a:pt x="63204" y="182334"/>
                  </a:lnTo>
                  <a:lnTo>
                    <a:pt x="64102" y="181916"/>
                  </a:lnTo>
                  <a:lnTo>
                    <a:pt x="64414" y="182121"/>
                  </a:lnTo>
                  <a:lnTo>
                    <a:pt x="65029" y="181928"/>
                  </a:lnTo>
                  <a:lnTo>
                    <a:pt x="64938" y="180806"/>
                  </a:lnTo>
                  <a:lnTo>
                    <a:pt x="65138" y="180616"/>
                  </a:lnTo>
                  <a:lnTo>
                    <a:pt x="65702" y="180924"/>
                  </a:lnTo>
                  <a:lnTo>
                    <a:pt x="66147" y="180577"/>
                  </a:lnTo>
                  <a:lnTo>
                    <a:pt x="66288" y="180970"/>
                  </a:lnTo>
                  <a:lnTo>
                    <a:pt x="66128" y="181389"/>
                  </a:lnTo>
                  <a:lnTo>
                    <a:pt x="66592" y="181646"/>
                  </a:lnTo>
                  <a:lnTo>
                    <a:pt x="67129" y="181241"/>
                  </a:lnTo>
                  <a:lnTo>
                    <a:pt x="67888" y="180073"/>
                  </a:lnTo>
                  <a:lnTo>
                    <a:pt x="67221" y="178820"/>
                  </a:lnTo>
                  <a:lnTo>
                    <a:pt x="67719" y="178289"/>
                  </a:lnTo>
                  <a:lnTo>
                    <a:pt x="68857" y="179113"/>
                  </a:lnTo>
                  <a:lnTo>
                    <a:pt x="68401" y="180110"/>
                  </a:lnTo>
                  <a:lnTo>
                    <a:pt x="68787" y="180504"/>
                  </a:lnTo>
                  <a:lnTo>
                    <a:pt x="69495" y="180246"/>
                  </a:lnTo>
                  <a:lnTo>
                    <a:pt x="70204" y="179768"/>
                  </a:lnTo>
                  <a:lnTo>
                    <a:pt x="70249" y="179303"/>
                  </a:lnTo>
                  <a:lnTo>
                    <a:pt x="69899" y="178464"/>
                  </a:lnTo>
                  <a:lnTo>
                    <a:pt x="70477" y="178097"/>
                  </a:lnTo>
                  <a:lnTo>
                    <a:pt x="71218" y="178534"/>
                  </a:lnTo>
                  <a:lnTo>
                    <a:pt x="71871" y="178579"/>
                  </a:lnTo>
                  <a:lnTo>
                    <a:pt x="72302" y="178151"/>
                  </a:lnTo>
                  <a:lnTo>
                    <a:pt x="71539" y="177636"/>
                  </a:lnTo>
                  <a:lnTo>
                    <a:pt x="72772" y="177404"/>
                  </a:lnTo>
                  <a:lnTo>
                    <a:pt x="73846" y="175867"/>
                  </a:lnTo>
                  <a:lnTo>
                    <a:pt x="74752" y="175111"/>
                  </a:lnTo>
                  <a:lnTo>
                    <a:pt x="75696" y="174663"/>
                  </a:lnTo>
                  <a:lnTo>
                    <a:pt x="78043" y="174103"/>
                  </a:lnTo>
                  <a:lnTo>
                    <a:pt x="78437" y="174522"/>
                  </a:lnTo>
                  <a:lnTo>
                    <a:pt x="78684" y="174479"/>
                  </a:lnTo>
                  <a:lnTo>
                    <a:pt x="80142" y="171530"/>
                  </a:lnTo>
                  <a:lnTo>
                    <a:pt x="80995" y="170826"/>
                  </a:lnTo>
                  <a:lnTo>
                    <a:pt x="81617" y="170642"/>
                  </a:lnTo>
                  <a:lnTo>
                    <a:pt x="81739" y="170928"/>
                  </a:lnTo>
                  <a:lnTo>
                    <a:pt x="83495" y="171230"/>
                  </a:lnTo>
                  <a:lnTo>
                    <a:pt x="85013" y="170331"/>
                  </a:lnTo>
                  <a:lnTo>
                    <a:pt x="86324" y="169198"/>
                  </a:lnTo>
                  <a:lnTo>
                    <a:pt x="88782" y="168112"/>
                  </a:lnTo>
                  <a:lnTo>
                    <a:pt x="89594" y="166947"/>
                  </a:lnTo>
                  <a:lnTo>
                    <a:pt x="89617" y="165625"/>
                  </a:lnTo>
                  <a:lnTo>
                    <a:pt x="92292" y="166598"/>
                  </a:lnTo>
                  <a:lnTo>
                    <a:pt x="92971" y="167614"/>
                  </a:lnTo>
                  <a:lnTo>
                    <a:pt x="93105" y="168855"/>
                  </a:lnTo>
                  <a:lnTo>
                    <a:pt x="94364" y="169304"/>
                  </a:lnTo>
                  <a:lnTo>
                    <a:pt x="94854" y="168966"/>
                  </a:lnTo>
                  <a:lnTo>
                    <a:pt x="95394" y="167885"/>
                  </a:lnTo>
                  <a:lnTo>
                    <a:pt x="100047" y="166536"/>
                  </a:lnTo>
                  <a:lnTo>
                    <a:pt x="101427" y="165581"/>
                  </a:lnTo>
                  <a:lnTo>
                    <a:pt x="102600" y="165301"/>
                  </a:lnTo>
                  <a:lnTo>
                    <a:pt x="103263" y="164526"/>
                  </a:lnTo>
                  <a:lnTo>
                    <a:pt x="103973" y="164207"/>
                  </a:lnTo>
                  <a:lnTo>
                    <a:pt x="103872" y="163697"/>
                  </a:lnTo>
                  <a:lnTo>
                    <a:pt x="104128" y="162926"/>
                  </a:lnTo>
                  <a:lnTo>
                    <a:pt x="105969" y="161786"/>
                  </a:lnTo>
                  <a:lnTo>
                    <a:pt x="106325" y="161207"/>
                  </a:lnTo>
                  <a:lnTo>
                    <a:pt x="106230" y="157051"/>
                  </a:lnTo>
                  <a:lnTo>
                    <a:pt x="106629" y="156318"/>
                  </a:lnTo>
                  <a:lnTo>
                    <a:pt x="108011" y="155565"/>
                  </a:lnTo>
                  <a:lnTo>
                    <a:pt x="108439" y="156617"/>
                  </a:lnTo>
                  <a:lnTo>
                    <a:pt x="108335" y="157056"/>
                  </a:lnTo>
                  <a:lnTo>
                    <a:pt x="109086" y="157774"/>
                  </a:lnTo>
                  <a:lnTo>
                    <a:pt x="110153" y="158157"/>
                  </a:lnTo>
                  <a:lnTo>
                    <a:pt x="110434" y="157751"/>
                  </a:lnTo>
                  <a:lnTo>
                    <a:pt x="109857" y="156044"/>
                  </a:lnTo>
                  <a:lnTo>
                    <a:pt x="110434" y="155615"/>
                  </a:lnTo>
                  <a:lnTo>
                    <a:pt x="110986" y="155467"/>
                  </a:lnTo>
                  <a:lnTo>
                    <a:pt x="111894" y="155916"/>
                  </a:lnTo>
                  <a:lnTo>
                    <a:pt x="112997" y="155776"/>
                  </a:lnTo>
                  <a:lnTo>
                    <a:pt x="113206" y="155930"/>
                  </a:lnTo>
                  <a:lnTo>
                    <a:pt x="112879" y="157211"/>
                  </a:lnTo>
                  <a:lnTo>
                    <a:pt x="113260" y="157365"/>
                  </a:lnTo>
                  <a:lnTo>
                    <a:pt x="113599" y="157069"/>
                  </a:lnTo>
                  <a:lnTo>
                    <a:pt x="114001" y="155903"/>
                  </a:lnTo>
                  <a:lnTo>
                    <a:pt x="114531" y="155665"/>
                  </a:lnTo>
                  <a:lnTo>
                    <a:pt x="115357" y="156253"/>
                  </a:lnTo>
                  <a:lnTo>
                    <a:pt x="115458" y="155526"/>
                  </a:lnTo>
                  <a:lnTo>
                    <a:pt x="115953" y="155131"/>
                  </a:lnTo>
                  <a:lnTo>
                    <a:pt x="116621" y="154988"/>
                  </a:lnTo>
                  <a:lnTo>
                    <a:pt x="118510" y="156605"/>
                  </a:lnTo>
                  <a:lnTo>
                    <a:pt x="118802" y="156298"/>
                  </a:lnTo>
                  <a:lnTo>
                    <a:pt x="118760" y="156000"/>
                  </a:lnTo>
                  <a:lnTo>
                    <a:pt x="117524" y="154263"/>
                  </a:lnTo>
                  <a:lnTo>
                    <a:pt x="118002" y="153899"/>
                  </a:lnTo>
                  <a:lnTo>
                    <a:pt x="119580" y="154634"/>
                  </a:lnTo>
                  <a:lnTo>
                    <a:pt x="121229" y="156088"/>
                  </a:lnTo>
                  <a:lnTo>
                    <a:pt x="122848" y="155975"/>
                  </a:lnTo>
                  <a:lnTo>
                    <a:pt x="123064" y="155827"/>
                  </a:lnTo>
                  <a:lnTo>
                    <a:pt x="123108" y="154777"/>
                  </a:lnTo>
                  <a:lnTo>
                    <a:pt x="123734" y="153256"/>
                  </a:lnTo>
                  <a:lnTo>
                    <a:pt x="124339" y="152316"/>
                  </a:lnTo>
                  <a:lnTo>
                    <a:pt x="125083" y="152227"/>
                  </a:lnTo>
                  <a:lnTo>
                    <a:pt x="125535" y="152480"/>
                  </a:lnTo>
                  <a:lnTo>
                    <a:pt x="125926" y="153387"/>
                  </a:lnTo>
                  <a:lnTo>
                    <a:pt x="126356" y="153431"/>
                  </a:lnTo>
                  <a:lnTo>
                    <a:pt x="127351" y="152724"/>
                  </a:lnTo>
                  <a:lnTo>
                    <a:pt x="127763" y="152786"/>
                  </a:lnTo>
                  <a:lnTo>
                    <a:pt x="127949" y="153976"/>
                  </a:lnTo>
                  <a:lnTo>
                    <a:pt x="128354" y="153801"/>
                  </a:lnTo>
                  <a:lnTo>
                    <a:pt x="128422" y="152981"/>
                  </a:lnTo>
                  <a:lnTo>
                    <a:pt x="128670" y="152653"/>
                  </a:lnTo>
                  <a:lnTo>
                    <a:pt x="129613" y="152861"/>
                  </a:lnTo>
                  <a:lnTo>
                    <a:pt x="130126" y="154051"/>
                  </a:lnTo>
                  <a:lnTo>
                    <a:pt x="130864" y="152936"/>
                  </a:lnTo>
                  <a:lnTo>
                    <a:pt x="131149" y="152868"/>
                  </a:lnTo>
                  <a:lnTo>
                    <a:pt x="131434" y="153229"/>
                  </a:lnTo>
                  <a:lnTo>
                    <a:pt x="130852" y="154836"/>
                  </a:lnTo>
                  <a:lnTo>
                    <a:pt x="131025" y="155029"/>
                  </a:lnTo>
                  <a:lnTo>
                    <a:pt x="132483" y="155074"/>
                  </a:lnTo>
                  <a:lnTo>
                    <a:pt x="133130" y="154829"/>
                  </a:lnTo>
                  <a:lnTo>
                    <a:pt x="134210" y="155505"/>
                  </a:lnTo>
                  <a:lnTo>
                    <a:pt x="134853" y="155544"/>
                  </a:lnTo>
                  <a:lnTo>
                    <a:pt x="134391" y="154660"/>
                  </a:lnTo>
                  <a:lnTo>
                    <a:pt x="133817" y="154247"/>
                  </a:lnTo>
                  <a:lnTo>
                    <a:pt x="133774" y="153759"/>
                  </a:lnTo>
                  <a:lnTo>
                    <a:pt x="134362" y="153596"/>
                  </a:lnTo>
                  <a:lnTo>
                    <a:pt x="135049" y="153988"/>
                  </a:lnTo>
                  <a:lnTo>
                    <a:pt x="135937" y="154474"/>
                  </a:lnTo>
                  <a:lnTo>
                    <a:pt x="136967" y="154259"/>
                  </a:lnTo>
                  <a:lnTo>
                    <a:pt x="137385" y="155038"/>
                  </a:lnTo>
                  <a:lnTo>
                    <a:pt x="137775" y="155173"/>
                  </a:lnTo>
                  <a:lnTo>
                    <a:pt x="138289" y="154662"/>
                  </a:lnTo>
                  <a:lnTo>
                    <a:pt x="138177" y="153833"/>
                  </a:lnTo>
                  <a:lnTo>
                    <a:pt x="138515" y="153208"/>
                  </a:lnTo>
                  <a:lnTo>
                    <a:pt x="138829" y="153107"/>
                  </a:lnTo>
                  <a:lnTo>
                    <a:pt x="139379" y="153954"/>
                  </a:lnTo>
                  <a:lnTo>
                    <a:pt x="139811" y="153985"/>
                  </a:lnTo>
                  <a:lnTo>
                    <a:pt x="141109" y="152609"/>
                  </a:lnTo>
                  <a:lnTo>
                    <a:pt x="142802" y="151999"/>
                  </a:lnTo>
                  <a:lnTo>
                    <a:pt x="143453" y="151105"/>
                  </a:lnTo>
                  <a:lnTo>
                    <a:pt x="144051" y="150950"/>
                  </a:lnTo>
                  <a:lnTo>
                    <a:pt x="144742" y="150363"/>
                  </a:lnTo>
                  <a:lnTo>
                    <a:pt x="147091" y="149161"/>
                  </a:lnTo>
                  <a:lnTo>
                    <a:pt x="147876" y="148398"/>
                  </a:lnTo>
                  <a:lnTo>
                    <a:pt x="148370" y="147526"/>
                  </a:lnTo>
                  <a:lnTo>
                    <a:pt x="148224" y="147267"/>
                  </a:lnTo>
                  <a:lnTo>
                    <a:pt x="147328" y="146910"/>
                  </a:lnTo>
                  <a:lnTo>
                    <a:pt x="146923" y="144757"/>
                  </a:lnTo>
                  <a:lnTo>
                    <a:pt x="146156" y="144642"/>
                  </a:lnTo>
                  <a:lnTo>
                    <a:pt x="145997" y="144357"/>
                  </a:lnTo>
                  <a:lnTo>
                    <a:pt x="146951" y="143285"/>
                  </a:lnTo>
                  <a:lnTo>
                    <a:pt x="146823" y="142178"/>
                  </a:lnTo>
                  <a:lnTo>
                    <a:pt x="146111" y="141459"/>
                  </a:lnTo>
                  <a:lnTo>
                    <a:pt x="146279" y="140502"/>
                  </a:lnTo>
                  <a:lnTo>
                    <a:pt x="147033" y="140402"/>
                  </a:lnTo>
                  <a:lnTo>
                    <a:pt x="146977" y="139960"/>
                  </a:lnTo>
                  <a:lnTo>
                    <a:pt x="144560" y="139228"/>
                  </a:lnTo>
                  <a:lnTo>
                    <a:pt x="143616" y="138082"/>
                  </a:lnTo>
                  <a:lnTo>
                    <a:pt x="142521" y="138452"/>
                  </a:lnTo>
                  <a:lnTo>
                    <a:pt x="142783" y="139495"/>
                  </a:lnTo>
                  <a:lnTo>
                    <a:pt x="142446" y="139729"/>
                  </a:lnTo>
                  <a:lnTo>
                    <a:pt x="142055" y="139040"/>
                  </a:lnTo>
                  <a:lnTo>
                    <a:pt x="142269" y="137736"/>
                  </a:lnTo>
                  <a:lnTo>
                    <a:pt x="141819" y="137349"/>
                  </a:lnTo>
                  <a:lnTo>
                    <a:pt x="141440" y="137583"/>
                  </a:lnTo>
                  <a:lnTo>
                    <a:pt x="140711" y="139224"/>
                  </a:lnTo>
                  <a:lnTo>
                    <a:pt x="140161" y="138788"/>
                  </a:lnTo>
                  <a:lnTo>
                    <a:pt x="139697" y="138006"/>
                  </a:lnTo>
                  <a:lnTo>
                    <a:pt x="139312" y="138032"/>
                  </a:lnTo>
                  <a:lnTo>
                    <a:pt x="139138" y="138702"/>
                  </a:lnTo>
                  <a:lnTo>
                    <a:pt x="138557" y="139371"/>
                  </a:lnTo>
                  <a:lnTo>
                    <a:pt x="138152" y="139173"/>
                  </a:lnTo>
                  <a:lnTo>
                    <a:pt x="138110" y="138374"/>
                  </a:lnTo>
                  <a:lnTo>
                    <a:pt x="138368" y="137812"/>
                  </a:lnTo>
                  <a:lnTo>
                    <a:pt x="139867" y="137337"/>
                  </a:lnTo>
                  <a:lnTo>
                    <a:pt x="140062" y="137083"/>
                  </a:lnTo>
                  <a:lnTo>
                    <a:pt x="140005" y="136768"/>
                  </a:lnTo>
                  <a:lnTo>
                    <a:pt x="138956" y="136425"/>
                  </a:lnTo>
                  <a:lnTo>
                    <a:pt x="138825" y="136191"/>
                  </a:lnTo>
                  <a:lnTo>
                    <a:pt x="139119" y="135571"/>
                  </a:lnTo>
                  <a:lnTo>
                    <a:pt x="141166" y="134596"/>
                  </a:lnTo>
                  <a:lnTo>
                    <a:pt x="141114" y="133804"/>
                  </a:lnTo>
                  <a:lnTo>
                    <a:pt x="140522" y="133220"/>
                  </a:lnTo>
                  <a:lnTo>
                    <a:pt x="140529" y="132939"/>
                  </a:lnTo>
                  <a:lnTo>
                    <a:pt x="141470" y="132751"/>
                  </a:lnTo>
                  <a:lnTo>
                    <a:pt x="142197" y="133427"/>
                  </a:lnTo>
                  <a:lnTo>
                    <a:pt x="142511" y="133393"/>
                  </a:lnTo>
                  <a:lnTo>
                    <a:pt x="142743" y="133112"/>
                  </a:lnTo>
                  <a:lnTo>
                    <a:pt x="142855" y="131199"/>
                  </a:lnTo>
                  <a:lnTo>
                    <a:pt x="143217" y="130300"/>
                  </a:lnTo>
                  <a:lnTo>
                    <a:pt x="144120" y="129274"/>
                  </a:lnTo>
                  <a:lnTo>
                    <a:pt x="144525" y="129284"/>
                  </a:lnTo>
                  <a:lnTo>
                    <a:pt x="144969" y="129640"/>
                  </a:lnTo>
                  <a:lnTo>
                    <a:pt x="145133" y="129533"/>
                  </a:lnTo>
                  <a:lnTo>
                    <a:pt x="144908" y="128572"/>
                  </a:lnTo>
                  <a:lnTo>
                    <a:pt x="149666" y="126782"/>
                  </a:lnTo>
                  <a:lnTo>
                    <a:pt x="150076" y="126813"/>
                  </a:lnTo>
                  <a:lnTo>
                    <a:pt x="150111" y="127656"/>
                  </a:lnTo>
                  <a:lnTo>
                    <a:pt x="149512" y="128666"/>
                  </a:lnTo>
                  <a:lnTo>
                    <a:pt x="149520" y="129093"/>
                  </a:lnTo>
                  <a:lnTo>
                    <a:pt x="149866" y="129356"/>
                  </a:lnTo>
                  <a:lnTo>
                    <a:pt x="150659" y="128962"/>
                  </a:lnTo>
                  <a:lnTo>
                    <a:pt x="151264" y="127700"/>
                  </a:lnTo>
                  <a:lnTo>
                    <a:pt x="151338" y="126644"/>
                  </a:lnTo>
                  <a:lnTo>
                    <a:pt x="152225" y="126372"/>
                  </a:lnTo>
                  <a:lnTo>
                    <a:pt x="152558" y="125920"/>
                  </a:lnTo>
                  <a:lnTo>
                    <a:pt x="152251" y="124685"/>
                  </a:lnTo>
                  <a:lnTo>
                    <a:pt x="151771" y="124637"/>
                  </a:lnTo>
                  <a:lnTo>
                    <a:pt x="151062" y="124984"/>
                  </a:lnTo>
                  <a:lnTo>
                    <a:pt x="150954" y="124453"/>
                  </a:lnTo>
                  <a:lnTo>
                    <a:pt x="151520" y="124023"/>
                  </a:lnTo>
                  <a:lnTo>
                    <a:pt x="153199" y="123723"/>
                  </a:lnTo>
                  <a:lnTo>
                    <a:pt x="153385" y="123410"/>
                  </a:lnTo>
                  <a:lnTo>
                    <a:pt x="152765" y="122954"/>
                  </a:lnTo>
                  <a:lnTo>
                    <a:pt x="151318" y="122679"/>
                  </a:lnTo>
                  <a:lnTo>
                    <a:pt x="151416" y="122026"/>
                  </a:lnTo>
                  <a:lnTo>
                    <a:pt x="152408" y="121956"/>
                  </a:lnTo>
                  <a:lnTo>
                    <a:pt x="153913" y="122644"/>
                  </a:lnTo>
                  <a:lnTo>
                    <a:pt x="155108" y="121604"/>
                  </a:lnTo>
                  <a:lnTo>
                    <a:pt x="154962" y="121192"/>
                  </a:lnTo>
                  <a:lnTo>
                    <a:pt x="153608" y="120685"/>
                  </a:lnTo>
                  <a:lnTo>
                    <a:pt x="152976" y="120660"/>
                  </a:lnTo>
                  <a:lnTo>
                    <a:pt x="152642" y="121112"/>
                  </a:lnTo>
                  <a:lnTo>
                    <a:pt x="152315" y="120402"/>
                  </a:lnTo>
                  <a:lnTo>
                    <a:pt x="152431" y="119913"/>
                  </a:lnTo>
                  <a:lnTo>
                    <a:pt x="154667" y="119265"/>
                  </a:lnTo>
                  <a:lnTo>
                    <a:pt x="154515" y="118407"/>
                  </a:lnTo>
                  <a:lnTo>
                    <a:pt x="154124" y="118179"/>
                  </a:lnTo>
                  <a:lnTo>
                    <a:pt x="153362" y="118441"/>
                  </a:lnTo>
                  <a:lnTo>
                    <a:pt x="153098" y="118336"/>
                  </a:lnTo>
                  <a:lnTo>
                    <a:pt x="153122" y="117999"/>
                  </a:lnTo>
                  <a:lnTo>
                    <a:pt x="153884" y="116479"/>
                  </a:lnTo>
                  <a:lnTo>
                    <a:pt x="154705" y="115996"/>
                  </a:lnTo>
                  <a:lnTo>
                    <a:pt x="154813" y="114972"/>
                  </a:lnTo>
                  <a:lnTo>
                    <a:pt x="155661" y="114413"/>
                  </a:lnTo>
                  <a:lnTo>
                    <a:pt x="156321" y="113154"/>
                  </a:lnTo>
                  <a:lnTo>
                    <a:pt x="156171" y="112795"/>
                  </a:lnTo>
                  <a:lnTo>
                    <a:pt x="155550" y="112487"/>
                  </a:lnTo>
                  <a:lnTo>
                    <a:pt x="153978" y="113051"/>
                  </a:lnTo>
                  <a:lnTo>
                    <a:pt x="154163" y="112103"/>
                  </a:lnTo>
                  <a:lnTo>
                    <a:pt x="155394" y="111175"/>
                  </a:lnTo>
                  <a:lnTo>
                    <a:pt x="156082" y="110111"/>
                  </a:lnTo>
                  <a:lnTo>
                    <a:pt x="157162" y="109026"/>
                  </a:lnTo>
                  <a:lnTo>
                    <a:pt x="158546" y="108317"/>
                  </a:lnTo>
                  <a:lnTo>
                    <a:pt x="160065" y="108202"/>
                  </a:lnTo>
                  <a:lnTo>
                    <a:pt x="161680" y="110160"/>
                  </a:lnTo>
                  <a:lnTo>
                    <a:pt x="163159" y="109395"/>
                  </a:lnTo>
                  <a:lnTo>
                    <a:pt x="163720" y="109502"/>
                  </a:lnTo>
                  <a:lnTo>
                    <a:pt x="164371" y="110262"/>
                  </a:lnTo>
                  <a:lnTo>
                    <a:pt x="164781" y="111797"/>
                  </a:lnTo>
                  <a:lnTo>
                    <a:pt x="165543" y="112098"/>
                  </a:lnTo>
                  <a:lnTo>
                    <a:pt x="166514" y="111827"/>
                  </a:lnTo>
                  <a:lnTo>
                    <a:pt x="166479" y="111095"/>
                  </a:lnTo>
                  <a:lnTo>
                    <a:pt x="165377" y="109154"/>
                  </a:lnTo>
                  <a:lnTo>
                    <a:pt x="165813" y="108683"/>
                  </a:lnTo>
                  <a:lnTo>
                    <a:pt x="167016" y="108851"/>
                  </a:lnTo>
                  <a:lnTo>
                    <a:pt x="167893" y="109241"/>
                  </a:lnTo>
                  <a:lnTo>
                    <a:pt x="168569" y="108677"/>
                  </a:lnTo>
                  <a:lnTo>
                    <a:pt x="168669" y="107446"/>
                  </a:lnTo>
                  <a:lnTo>
                    <a:pt x="169102" y="106612"/>
                  </a:lnTo>
                  <a:lnTo>
                    <a:pt x="169132" y="105099"/>
                  </a:lnTo>
                  <a:lnTo>
                    <a:pt x="168821" y="104819"/>
                  </a:lnTo>
                  <a:lnTo>
                    <a:pt x="167351" y="104895"/>
                  </a:lnTo>
                  <a:lnTo>
                    <a:pt x="167124" y="104681"/>
                  </a:lnTo>
                  <a:lnTo>
                    <a:pt x="167316" y="102138"/>
                  </a:lnTo>
                  <a:lnTo>
                    <a:pt x="168411" y="101550"/>
                  </a:lnTo>
                  <a:lnTo>
                    <a:pt x="169457" y="101399"/>
                  </a:lnTo>
                  <a:lnTo>
                    <a:pt x="171330" y="103072"/>
                  </a:lnTo>
                  <a:lnTo>
                    <a:pt x="171482" y="101484"/>
                  </a:lnTo>
                  <a:lnTo>
                    <a:pt x="170636" y="101106"/>
                  </a:lnTo>
                  <a:lnTo>
                    <a:pt x="169645" y="101167"/>
                  </a:lnTo>
                  <a:lnTo>
                    <a:pt x="169299" y="100702"/>
                  </a:lnTo>
                  <a:lnTo>
                    <a:pt x="169321" y="100082"/>
                  </a:lnTo>
                  <a:lnTo>
                    <a:pt x="169681" y="99812"/>
                  </a:lnTo>
                  <a:lnTo>
                    <a:pt x="170806" y="100280"/>
                  </a:lnTo>
                  <a:lnTo>
                    <a:pt x="171311" y="100261"/>
                  </a:lnTo>
                  <a:lnTo>
                    <a:pt x="170974" y="99080"/>
                  </a:lnTo>
                  <a:lnTo>
                    <a:pt x="170051" y="98626"/>
                  </a:lnTo>
                  <a:lnTo>
                    <a:pt x="169821" y="98110"/>
                  </a:lnTo>
                  <a:lnTo>
                    <a:pt x="171091" y="97576"/>
                  </a:lnTo>
                  <a:lnTo>
                    <a:pt x="171802" y="98004"/>
                  </a:lnTo>
                  <a:lnTo>
                    <a:pt x="171932" y="97353"/>
                  </a:lnTo>
                  <a:lnTo>
                    <a:pt x="171271" y="96531"/>
                  </a:lnTo>
                  <a:lnTo>
                    <a:pt x="171563" y="96339"/>
                  </a:lnTo>
                  <a:lnTo>
                    <a:pt x="172008" y="96270"/>
                  </a:lnTo>
                  <a:lnTo>
                    <a:pt x="173922" y="97431"/>
                  </a:lnTo>
                  <a:lnTo>
                    <a:pt x="174119" y="97035"/>
                  </a:lnTo>
                  <a:lnTo>
                    <a:pt x="173702" y="95378"/>
                  </a:lnTo>
                  <a:lnTo>
                    <a:pt x="174727" y="94074"/>
                  </a:lnTo>
                  <a:lnTo>
                    <a:pt x="176145" y="93924"/>
                  </a:lnTo>
                  <a:lnTo>
                    <a:pt x="176629" y="94169"/>
                  </a:lnTo>
                  <a:lnTo>
                    <a:pt x="177088" y="93842"/>
                  </a:lnTo>
                  <a:lnTo>
                    <a:pt x="177385" y="92064"/>
                  </a:lnTo>
                  <a:lnTo>
                    <a:pt x="178949" y="90865"/>
                  </a:lnTo>
                  <a:lnTo>
                    <a:pt x="179654" y="89709"/>
                  </a:lnTo>
                  <a:lnTo>
                    <a:pt x="179581" y="88320"/>
                  </a:lnTo>
                  <a:lnTo>
                    <a:pt x="180056" y="87264"/>
                  </a:lnTo>
                  <a:lnTo>
                    <a:pt x="179355" y="86427"/>
                  </a:lnTo>
                  <a:lnTo>
                    <a:pt x="179725" y="85553"/>
                  </a:lnTo>
                  <a:lnTo>
                    <a:pt x="180731" y="85118"/>
                  </a:lnTo>
                  <a:lnTo>
                    <a:pt x="181591" y="85374"/>
                  </a:lnTo>
                  <a:lnTo>
                    <a:pt x="181707" y="86061"/>
                  </a:lnTo>
                  <a:lnTo>
                    <a:pt x="181074" y="87628"/>
                  </a:lnTo>
                  <a:lnTo>
                    <a:pt x="181446" y="88047"/>
                  </a:lnTo>
                  <a:lnTo>
                    <a:pt x="182046" y="87832"/>
                  </a:lnTo>
                  <a:lnTo>
                    <a:pt x="182296" y="87443"/>
                  </a:lnTo>
                  <a:lnTo>
                    <a:pt x="182434" y="86662"/>
                  </a:lnTo>
                  <a:lnTo>
                    <a:pt x="182126" y="85465"/>
                  </a:lnTo>
                  <a:lnTo>
                    <a:pt x="182490" y="85069"/>
                  </a:lnTo>
                  <a:lnTo>
                    <a:pt x="182799" y="83797"/>
                  </a:lnTo>
                  <a:lnTo>
                    <a:pt x="183609" y="83143"/>
                  </a:lnTo>
                  <a:lnTo>
                    <a:pt x="184079" y="83236"/>
                  </a:lnTo>
                  <a:lnTo>
                    <a:pt x="185462" y="85049"/>
                  </a:lnTo>
                  <a:lnTo>
                    <a:pt x="186409" y="85870"/>
                  </a:lnTo>
                  <a:lnTo>
                    <a:pt x="188808" y="85571"/>
                  </a:lnTo>
                  <a:lnTo>
                    <a:pt x="189188" y="85698"/>
                  </a:lnTo>
                  <a:lnTo>
                    <a:pt x="189492" y="86186"/>
                  </a:lnTo>
                  <a:lnTo>
                    <a:pt x="188910" y="87612"/>
                  </a:lnTo>
                  <a:lnTo>
                    <a:pt x="189341" y="88015"/>
                  </a:lnTo>
                  <a:lnTo>
                    <a:pt x="190734" y="87359"/>
                  </a:lnTo>
                  <a:lnTo>
                    <a:pt x="190188" y="88798"/>
                  </a:lnTo>
                  <a:lnTo>
                    <a:pt x="190889" y="89164"/>
                  </a:lnTo>
                  <a:lnTo>
                    <a:pt x="192730" y="89278"/>
                  </a:lnTo>
                  <a:lnTo>
                    <a:pt x="193548" y="88925"/>
                  </a:lnTo>
                  <a:lnTo>
                    <a:pt x="193888" y="87812"/>
                  </a:lnTo>
                  <a:lnTo>
                    <a:pt x="194792" y="87148"/>
                  </a:lnTo>
                  <a:lnTo>
                    <a:pt x="195363" y="86011"/>
                  </a:lnTo>
                  <a:lnTo>
                    <a:pt x="196124" y="85724"/>
                  </a:lnTo>
                  <a:lnTo>
                    <a:pt x="196543" y="85665"/>
                  </a:lnTo>
                  <a:lnTo>
                    <a:pt x="196982" y="86842"/>
                  </a:lnTo>
                  <a:lnTo>
                    <a:pt x="197230" y="86982"/>
                  </a:lnTo>
                  <a:lnTo>
                    <a:pt x="197979" y="85314"/>
                  </a:lnTo>
                  <a:lnTo>
                    <a:pt x="197862" y="85085"/>
                  </a:lnTo>
                  <a:lnTo>
                    <a:pt x="198492" y="84681"/>
                  </a:lnTo>
                  <a:lnTo>
                    <a:pt x="199217" y="83282"/>
                  </a:lnTo>
                  <a:lnTo>
                    <a:pt x="198772" y="81548"/>
                  </a:lnTo>
                  <a:lnTo>
                    <a:pt x="199069" y="80509"/>
                  </a:lnTo>
                  <a:lnTo>
                    <a:pt x="200684" y="78687"/>
                  </a:lnTo>
                  <a:lnTo>
                    <a:pt x="202216" y="79315"/>
                  </a:lnTo>
                  <a:lnTo>
                    <a:pt x="200902" y="78666"/>
                  </a:lnTo>
                  <a:lnTo>
                    <a:pt x="205082" y="79761"/>
                  </a:lnTo>
                  <a:lnTo>
                    <a:pt x="205963" y="81212"/>
                  </a:lnTo>
                  <a:lnTo>
                    <a:pt x="207220" y="81737"/>
                  </a:lnTo>
                  <a:lnTo>
                    <a:pt x="208044" y="81016"/>
                  </a:lnTo>
                  <a:lnTo>
                    <a:pt x="207385" y="79059"/>
                  </a:lnTo>
                  <a:lnTo>
                    <a:pt x="207637" y="78848"/>
                  </a:lnTo>
                  <a:lnTo>
                    <a:pt x="208262" y="78958"/>
                  </a:lnTo>
                  <a:lnTo>
                    <a:pt x="209452" y="79532"/>
                  </a:lnTo>
                  <a:lnTo>
                    <a:pt x="210410" y="81184"/>
                  </a:lnTo>
                  <a:lnTo>
                    <a:pt x="209949" y="82817"/>
                  </a:lnTo>
                  <a:lnTo>
                    <a:pt x="211455" y="83335"/>
                  </a:lnTo>
                  <a:lnTo>
                    <a:pt x="213316" y="83294"/>
                  </a:lnTo>
                  <a:lnTo>
                    <a:pt x="216133" y="83740"/>
                  </a:lnTo>
                  <a:lnTo>
                    <a:pt x="217945" y="84127"/>
                  </a:lnTo>
                  <a:lnTo>
                    <a:pt x="220205" y="85429"/>
                  </a:lnTo>
                  <a:lnTo>
                    <a:pt x="224579" y="86348"/>
                  </a:lnTo>
                  <a:lnTo>
                    <a:pt x="226408" y="87758"/>
                  </a:lnTo>
                  <a:lnTo>
                    <a:pt x="227681" y="87877"/>
                  </a:lnTo>
                  <a:lnTo>
                    <a:pt x="229605" y="88517"/>
                  </a:lnTo>
                  <a:lnTo>
                    <a:pt x="230631" y="89483"/>
                  </a:lnTo>
                  <a:lnTo>
                    <a:pt x="231789" y="91058"/>
                  </a:lnTo>
                  <a:lnTo>
                    <a:pt x="231925" y="91859"/>
                  </a:lnTo>
                  <a:lnTo>
                    <a:pt x="231287" y="92258"/>
                  </a:lnTo>
                  <a:lnTo>
                    <a:pt x="231534" y="92841"/>
                  </a:lnTo>
                  <a:lnTo>
                    <a:pt x="232130" y="93369"/>
                  </a:lnTo>
                  <a:lnTo>
                    <a:pt x="233365" y="93748"/>
                  </a:lnTo>
                  <a:lnTo>
                    <a:pt x="233507" y="94944"/>
                  </a:lnTo>
                  <a:lnTo>
                    <a:pt x="233066" y="97064"/>
                  </a:lnTo>
                  <a:lnTo>
                    <a:pt x="231154" y="101310"/>
                  </a:lnTo>
                  <a:lnTo>
                    <a:pt x="229088" y="104739"/>
                  </a:lnTo>
                  <a:lnTo>
                    <a:pt x="228807" y="105909"/>
                  </a:lnTo>
                  <a:lnTo>
                    <a:pt x="228985" y="106618"/>
                  </a:lnTo>
                  <a:lnTo>
                    <a:pt x="232503" y="112353"/>
                  </a:lnTo>
                  <a:lnTo>
                    <a:pt x="233505" y="113411"/>
                  </a:lnTo>
                  <a:lnTo>
                    <a:pt x="233643" y="114484"/>
                  </a:lnTo>
                  <a:lnTo>
                    <a:pt x="234759" y="115139"/>
                  </a:lnTo>
                  <a:lnTo>
                    <a:pt x="236044" y="115083"/>
                  </a:lnTo>
                  <a:lnTo>
                    <a:pt x="236838" y="114271"/>
                  </a:lnTo>
                  <a:lnTo>
                    <a:pt x="237219" y="115242"/>
                  </a:lnTo>
                  <a:lnTo>
                    <a:pt x="237674" y="115463"/>
                  </a:lnTo>
                  <a:lnTo>
                    <a:pt x="242247" y="114871"/>
                  </a:lnTo>
                  <a:lnTo>
                    <a:pt x="243354" y="115336"/>
                  </a:lnTo>
                  <a:lnTo>
                    <a:pt x="244150" y="116419"/>
                  </a:lnTo>
                  <a:lnTo>
                    <a:pt x="245440" y="117506"/>
                  </a:lnTo>
                  <a:lnTo>
                    <a:pt x="247334" y="117519"/>
                  </a:lnTo>
                  <a:lnTo>
                    <a:pt x="247842" y="118004"/>
                  </a:lnTo>
                  <a:lnTo>
                    <a:pt x="249134" y="118315"/>
                  </a:lnTo>
                  <a:lnTo>
                    <a:pt x="251206" y="117743"/>
                  </a:lnTo>
                  <a:lnTo>
                    <a:pt x="252293" y="117703"/>
                  </a:lnTo>
                  <a:lnTo>
                    <a:pt x="253520" y="118413"/>
                  </a:lnTo>
                  <a:lnTo>
                    <a:pt x="257232" y="119068"/>
                  </a:lnTo>
                  <a:lnTo>
                    <a:pt x="258604" y="118749"/>
                  </a:lnTo>
                  <a:lnTo>
                    <a:pt x="260124" y="118860"/>
                  </a:lnTo>
                  <a:lnTo>
                    <a:pt x="260889" y="119210"/>
                  </a:lnTo>
                  <a:lnTo>
                    <a:pt x="261552" y="119957"/>
                  </a:lnTo>
                  <a:lnTo>
                    <a:pt x="263588" y="119553"/>
                  </a:lnTo>
                  <a:lnTo>
                    <a:pt x="264409" y="119086"/>
                  </a:lnTo>
                  <a:lnTo>
                    <a:pt x="265675" y="119081"/>
                  </a:lnTo>
                  <a:lnTo>
                    <a:pt x="267370" y="119980"/>
                  </a:lnTo>
                  <a:lnTo>
                    <a:pt x="269323" y="120513"/>
                  </a:lnTo>
                  <a:lnTo>
                    <a:pt x="271202" y="121552"/>
                  </a:lnTo>
                  <a:lnTo>
                    <a:pt x="272586" y="122012"/>
                  </a:lnTo>
                  <a:lnTo>
                    <a:pt x="275816" y="124167"/>
                  </a:lnTo>
                  <a:lnTo>
                    <a:pt x="278852" y="124952"/>
                  </a:lnTo>
                  <a:lnTo>
                    <a:pt x="279155" y="125579"/>
                  </a:lnTo>
                  <a:lnTo>
                    <a:pt x="279049" y="126396"/>
                  </a:lnTo>
                  <a:lnTo>
                    <a:pt x="281499" y="127523"/>
                  </a:lnTo>
                  <a:lnTo>
                    <a:pt x="284487" y="128408"/>
                  </a:lnTo>
                  <a:lnTo>
                    <a:pt x="285023" y="128385"/>
                  </a:lnTo>
                  <a:lnTo>
                    <a:pt x="286043" y="127844"/>
                  </a:lnTo>
                  <a:lnTo>
                    <a:pt x="287387" y="128229"/>
                  </a:lnTo>
                  <a:lnTo>
                    <a:pt x="289917" y="129970"/>
                  </a:lnTo>
                  <a:lnTo>
                    <a:pt x="290645" y="130745"/>
                  </a:lnTo>
                  <a:lnTo>
                    <a:pt x="290776" y="131988"/>
                  </a:lnTo>
                  <a:lnTo>
                    <a:pt x="292735" y="134566"/>
                  </a:lnTo>
                  <a:lnTo>
                    <a:pt x="294036" y="136965"/>
                  </a:lnTo>
                  <a:lnTo>
                    <a:pt x="293854" y="137666"/>
                  </a:lnTo>
                  <a:lnTo>
                    <a:pt x="293164" y="138473"/>
                  </a:lnTo>
                  <a:lnTo>
                    <a:pt x="292893" y="138473"/>
                  </a:lnTo>
                  <a:lnTo>
                    <a:pt x="291396" y="137353"/>
                  </a:lnTo>
                  <a:lnTo>
                    <a:pt x="291391" y="135555"/>
                  </a:lnTo>
                  <a:lnTo>
                    <a:pt x="290770" y="135476"/>
                  </a:lnTo>
                  <a:lnTo>
                    <a:pt x="290589" y="135769"/>
                  </a:lnTo>
                  <a:lnTo>
                    <a:pt x="290248" y="138823"/>
                  </a:lnTo>
                  <a:lnTo>
                    <a:pt x="289234" y="140585"/>
                  </a:lnTo>
                  <a:lnTo>
                    <a:pt x="289168" y="141960"/>
                  </a:lnTo>
                  <a:lnTo>
                    <a:pt x="288102" y="143156"/>
                  </a:lnTo>
                  <a:lnTo>
                    <a:pt x="287850" y="143813"/>
                  </a:lnTo>
                  <a:lnTo>
                    <a:pt x="287659" y="147331"/>
                  </a:lnTo>
                  <a:lnTo>
                    <a:pt x="288130" y="148743"/>
                  </a:lnTo>
                  <a:lnTo>
                    <a:pt x="289407" y="149815"/>
                  </a:lnTo>
                  <a:lnTo>
                    <a:pt x="289536" y="150274"/>
                  </a:lnTo>
                  <a:lnTo>
                    <a:pt x="288244" y="151666"/>
                  </a:lnTo>
                  <a:lnTo>
                    <a:pt x="291740" y="150570"/>
                  </a:lnTo>
                  <a:lnTo>
                    <a:pt x="292272" y="153311"/>
                  </a:lnTo>
                  <a:lnTo>
                    <a:pt x="292989" y="155596"/>
                  </a:lnTo>
                  <a:lnTo>
                    <a:pt x="294749" y="155379"/>
                  </a:lnTo>
                  <a:lnTo>
                    <a:pt x="294284" y="153746"/>
                  </a:lnTo>
                  <a:lnTo>
                    <a:pt x="299380" y="155496"/>
                  </a:lnTo>
                  <a:lnTo>
                    <a:pt x="302405" y="152532"/>
                  </a:lnTo>
                  <a:lnTo>
                    <a:pt x="302842" y="150966"/>
                  </a:lnTo>
                  <a:lnTo>
                    <a:pt x="303644" y="151322"/>
                  </a:lnTo>
                  <a:lnTo>
                    <a:pt x="304965" y="149357"/>
                  </a:lnTo>
                  <a:lnTo>
                    <a:pt x="306556" y="146367"/>
                  </a:lnTo>
                  <a:lnTo>
                    <a:pt x="306738" y="146410"/>
                  </a:lnTo>
                  <a:lnTo>
                    <a:pt x="308230" y="141356"/>
                  </a:lnTo>
                  <a:lnTo>
                    <a:pt x="310597" y="129908"/>
                  </a:lnTo>
                  <a:lnTo>
                    <a:pt x="312457" y="123225"/>
                  </a:lnTo>
                  <a:lnTo>
                    <a:pt x="313170" y="119851"/>
                  </a:lnTo>
                  <a:lnTo>
                    <a:pt x="314087" y="114853"/>
                  </a:lnTo>
                  <a:lnTo>
                    <a:pt x="315569" y="111421"/>
                  </a:lnTo>
                  <a:lnTo>
                    <a:pt x="315953" y="108763"/>
                  </a:lnTo>
                  <a:lnTo>
                    <a:pt x="319175" y="101749"/>
                  </a:lnTo>
                  <a:lnTo>
                    <a:pt x="328373" y="88807"/>
                  </a:lnTo>
                  <a:lnTo>
                    <a:pt x="329525" y="86521"/>
                  </a:lnTo>
                  <a:lnTo>
                    <a:pt x="332254" y="79351"/>
                  </a:lnTo>
                  <a:lnTo>
                    <a:pt x="334359" y="75120"/>
                  </a:lnTo>
                  <a:lnTo>
                    <a:pt x="335057" y="74206"/>
                  </a:lnTo>
                  <a:lnTo>
                    <a:pt x="335773" y="73328"/>
                  </a:lnTo>
                  <a:lnTo>
                    <a:pt x="327299" y="65335"/>
                  </a:lnTo>
                  <a:lnTo>
                    <a:pt x="326108" y="65156"/>
                  </a:lnTo>
                  <a:lnTo>
                    <a:pt x="322401" y="62039"/>
                  </a:lnTo>
                  <a:lnTo>
                    <a:pt x="318923" y="60304"/>
                  </a:lnTo>
                  <a:lnTo>
                    <a:pt x="315622" y="58256"/>
                  </a:lnTo>
                  <a:lnTo>
                    <a:pt x="314572" y="57747"/>
                  </a:lnTo>
                  <a:lnTo>
                    <a:pt x="308701" y="53177"/>
                  </a:lnTo>
                  <a:lnTo>
                    <a:pt x="306964" y="52199"/>
                  </a:lnTo>
                  <a:lnTo>
                    <a:pt x="303451" y="50771"/>
                  </a:lnTo>
                  <a:lnTo>
                    <a:pt x="303321" y="50476"/>
                  </a:lnTo>
                  <a:lnTo>
                    <a:pt x="302186" y="49815"/>
                  </a:lnTo>
                  <a:lnTo>
                    <a:pt x="298437" y="46652"/>
                  </a:lnTo>
                  <a:lnTo>
                    <a:pt x="296826" y="44773"/>
                  </a:lnTo>
                  <a:lnTo>
                    <a:pt x="292531" y="41942"/>
                  </a:lnTo>
                  <a:lnTo>
                    <a:pt x="291054" y="42024"/>
                  </a:lnTo>
                  <a:lnTo>
                    <a:pt x="290715" y="41783"/>
                  </a:lnTo>
                  <a:lnTo>
                    <a:pt x="289643" y="41682"/>
                  </a:lnTo>
                  <a:lnTo>
                    <a:pt x="286157" y="42024"/>
                  </a:lnTo>
                  <a:lnTo>
                    <a:pt x="286189" y="41880"/>
                  </a:lnTo>
                  <a:lnTo>
                    <a:pt x="282718" y="40583"/>
                  </a:lnTo>
                  <a:lnTo>
                    <a:pt x="283478" y="39076"/>
                  </a:lnTo>
                  <a:lnTo>
                    <a:pt x="284976" y="33552"/>
                  </a:lnTo>
                  <a:lnTo>
                    <a:pt x="287545" y="29253"/>
                  </a:lnTo>
                  <a:lnTo>
                    <a:pt x="289315" y="25364"/>
                  </a:lnTo>
                  <a:lnTo>
                    <a:pt x="289927" y="24779"/>
                  </a:lnTo>
                  <a:lnTo>
                    <a:pt x="292705" y="28176"/>
                  </a:lnTo>
                  <a:lnTo>
                    <a:pt x="295482" y="26580"/>
                  </a:lnTo>
                  <a:lnTo>
                    <a:pt x="295943" y="26916"/>
                  </a:lnTo>
                  <a:lnTo>
                    <a:pt x="296165" y="26774"/>
                  </a:lnTo>
                  <a:lnTo>
                    <a:pt x="299212" y="23551"/>
                  </a:lnTo>
                  <a:lnTo>
                    <a:pt x="299769" y="22264"/>
                  </a:lnTo>
                  <a:lnTo>
                    <a:pt x="299450" y="21277"/>
                  </a:lnTo>
                  <a:lnTo>
                    <a:pt x="299474" y="18683"/>
                  </a:lnTo>
                  <a:lnTo>
                    <a:pt x="298965" y="16937"/>
                  </a:lnTo>
                  <a:lnTo>
                    <a:pt x="298912" y="15877"/>
                  </a:lnTo>
                  <a:lnTo>
                    <a:pt x="299528" y="14644"/>
                  </a:lnTo>
                  <a:lnTo>
                    <a:pt x="300600" y="15587"/>
                  </a:lnTo>
                  <a:lnTo>
                    <a:pt x="301501" y="16100"/>
                  </a:lnTo>
                  <a:lnTo>
                    <a:pt x="309504" y="19083"/>
                  </a:lnTo>
                  <a:lnTo>
                    <a:pt x="310945" y="19198"/>
                  </a:lnTo>
                  <a:lnTo>
                    <a:pt x="312566" y="18561"/>
                  </a:lnTo>
                  <a:lnTo>
                    <a:pt x="312793" y="18706"/>
                  </a:lnTo>
                  <a:lnTo>
                    <a:pt x="313670" y="19919"/>
                  </a:lnTo>
                  <a:lnTo>
                    <a:pt x="313967" y="21907"/>
                  </a:lnTo>
                  <a:lnTo>
                    <a:pt x="315081" y="24191"/>
                  </a:lnTo>
                  <a:lnTo>
                    <a:pt x="316178" y="27736"/>
                  </a:lnTo>
                  <a:lnTo>
                    <a:pt x="317096" y="29524"/>
                  </a:lnTo>
                  <a:lnTo>
                    <a:pt x="318731" y="31750"/>
                  </a:lnTo>
                  <a:lnTo>
                    <a:pt x="320531" y="34794"/>
                  </a:lnTo>
                  <a:lnTo>
                    <a:pt x="321086" y="34232"/>
                  </a:lnTo>
                  <a:lnTo>
                    <a:pt x="322672" y="31643"/>
                  </a:lnTo>
                  <a:lnTo>
                    <a:pt x="324372" y="30477"/>
                  </a:lnTo>
                  <a:lnTo>
                    <a:pt x="325658" y="28327"/>
                  </a:lnTo>
                  <a:lnTo>
                    <a:pt x="328275" y="26052"/>
                  </a:lnTo>
                  <a:lnTo>
                    <a:pt x="328794" y="25722"/>
                  </a:lnTo>
                  <a:lnTo>
                    <a:pt x="330908" y="25746"/>
                  </a:lnTo>
                  <a:lnTo>
                    <a:pt x="331856" y="25532"/>
                  </a:lnTo>
                  <a:lnTo>
                    <a:pt x="333851" y="24694"/>
                  </a:lnTo>
                  <a:lnTo>
                    <a:pt x="336751" y="23082"/>
                  </a:lnTo>
                  <a:lnTo>
                    <a:pt x="337136" y="23628"/>
                  </a:lnTo>
                  <a:lnTo>
                    <a:pt x="339921" y="25855"/>
                  </a:lnTo>
                  <a:lnTo>
                    <a:pt x="340679" y="26871"/>
                  </a:lnTo>
                  <a:lnTo>
                    <a:pt x="340094" y="27545"/>
                  </a:lnTo>
                  <a:lnTo>
                    <a:pt x="341427" y="28781"/>
                  </a:lnTo>
                  <a:lnTo>
                    <a:pt x="342649" y="29666"/>
                  </a:lnTo>
                  <a:lnTo>
                    <a:pt x="346315" y="31447"/>
                  </a:lnTo>
                  <a:lnTo>
                    <a:pt x="345528" y="32534"/>
                  </a:lnTo>
                  <a:lnTo>
                    <a:pt x="342948" y="34293"/>
                  </a:lnTo>
                  <a:lnTo>
                    <a:pt x="336140" y="37136"/>
                  </a:lnTo>
                  <a:lnTo>
                    <a:pt x="331038" y="39810"/>
                  </a:lnTo>
                  <a:lnTo>
                    <a:pt x="324502" y="41257"/>
                  </a:lnTo>
                  <a:lnTo>
                    <a:pt x="319006" y="44479"/>
                  </a:lnTo>
                  <a:lnTo>
                    <a:pt x="323981" y="46196"/>
                  </a:lnTo>
                  <a:lnTo>
                    <a:pt x="332044" y="49055"/>
                  </a:lnTo>
                  <a:lnTo>
                    <a:pt x="342491" y="52140"/>
                  </a:lnTo>
                  <a:lnTo>
                    <a:pt x="345173" y="53207"/>
                  </a:lnTo>
                  <a:lnTo>
                    <a:pt x="355189" y="56105"/>
                  </a:lnTo>
                  <a:lnTo>
                    <a:pt x="356278" y="47209"/>
                  </a:lnTo>
                  <a:lnTo>
                    <a:pt x="357697" y="43749"/>
                  </a:lnTo>
                  <a:lnTo>
                    <a:pt x="358485" y="40656"/>
                  </a:lnTo>
                  <a:lnTo>
                    <a:pt x="358796" y="35851"/>
                  </a:lnTo>
                  <a:lnTo>
                    <a:pt x="359299" y="32950"/>
                  </a:lnTo>
                  <a:lnTo>
                    <a:pt x="359121" y="31711"/>
                  </a:lnTo>
                  <a:lnTo>
                    <a:pt x="359557" y="30075"/>
                  </a:lnTo>
                  <a:lnTo>
                    <a:pt x="359630" y="28281"/>
                  </a:lnTo>
                  <a:lnTo>
                    <a:pt x="360893" y="26691"/>
                  </a:lnTo>
                  <a:lnTo>
                    <a:pt x="361220" y="25834"/>
                  </a:lnTo>
                  <a:lnTo>
                    <a:pt x="362039" y="25043"/>
                  </a:lnTo>
                  <a:lnTo>
                    <a:pt x="364557" y="24063"/>
                  </a:lnTo>
                  <a:lnTo>
                    <a:pt x="365472" y="23946"/>
                  </a:lnTo>
                  <a:lnTo>
                    <a:pt x="369130" y="22170"/>
                  </a:lnTo>
                  <a:lnTo>
                    <a:pt x="373461" y="18356"/>
                  </a:lnTo>
                  <a:lnTo>
                    <a:pt x="382931" y="14195"/>
                  </a:lnTo>
                  <a:lnTo>
                    <a:pt x="382454" y="11750"/>
                  </a:lnTo>
                  <a:lnTo>
                    <a:pt x="380649" y="8869"/>
                  </a:lnTo>
                  <a:lnTo>
                    <a:pt x="381421" y="6835"/>
                  </a:lnTo>
                  <a:lnTo>
                    <a:pt x="385251" y="0"/>
                  </a:lnTo>
                  <a:lnTo>
                    <a:pt x="386722" y="959"/>
                  </a:lnTo>
                  <a:lnTo>
                    <a:pt x="386915" y="2463"/>
                  </a:lnTo>
                  <a:lnTo>
                    <a:pt x="386746" y="3157"/>
                  </a:lnTo>
                  <a:lnTo>
                    <a:pt x="387373" y="3887"/>
                  </a:lnTo>
                  <a:lnTo>
                    <a:pt x="389703" y="5128"/>
                  </a:lnTo>
                  <a:lnTo>
                    <a:pt x="391286" y="5706"/>
                  </a:lnTo>
                  <a:lnTo>
                    <a:pt x="391976" y="6268"/>
                  </a:lnTo>
                  <a:lnTo>
                    <a:pt x="393577" y="6264"/>
                  </a:lnTo>
                  <a:lnTo>
                    <a:pt x="395913" y="5200"/>
                  </a:lnTo>
                  <a:lnTo>
                    <a:pt x="396492" y="5145"/>
                  </a:lnTo>
                  <a:lnTo>
                    <a:pt x="392401" y="12988"/>
                  </a:lnTo>
                  <a:lnTo>
                    <a:pt x="399178" y="16472"/>
                  </a:lnTo>
                  <a:lnTo>
                    <a:pt x="397559" y="19642"/>
                  </a:lnTo>
                  <a:lnTo>
                    <a:pt x="404115" y="24778"/>
                  </a:lnTo>
                  <a:lnTo>
                    <a:pt x="404493" y="23998"/>
                  </a:lnTo>
                  <a:lnTo>
                    <a:pt x="414296" y="28869"/>
                  </a:lnTo>
                  <a:lnTo>
                    <a:pt x="409280" y="34013"/>
                  </a:lnTo>
                  <a:lnTo>
                    <a:pt x="415386" y="41879"/>
                  </a:lnTo>
                  <a:lnTo>
                    <a:pt x="413518" y="43338"/>
                  </a:lnTo>
                  <a:lnTo>
                    <a:pt x="411597" y="40780"/>
                  </a:lnTo>
                  <a:lnTo>
                    <a:pt x="398026" y="51024"/>
                  </a:lnTo>
                  <a:lnTo>
                    <a:pt x="396057" y="51573"/>
                  </a:lnTo>
                  <a:lnTo>
                    <a:pt x="395374" y="53626"/>
                  </a:lnTo>
                  <a:lnTo>
                    <a:pt x="395515" y="53731"/>
                  </a:lnTo>
                  <a:lnTo>
                    <a:pt x="395227" y="54035"/>
                  </a:lnTo>
                  <a:lnTo>
                    <a:pt x="394737" y="55676"/>
                  </a:lnTo>
                  <a:lnTo>
                    <a:pt x="396619" y="56753"/>
                  </a:lnTo>
                  <a:lnTo>
                    <a:pt x="393418" y="59243"/>
                  </a:lnTo>
                  <a:lnTo>
                    <a:pt x="393243" y="59644"/>
                  </a:lnTo>
                  <a:lnTo>
                    <a:pt x="401269" y="63530"/>
                  </a:lnTo>
                  <a:lnTo>
                    <a:pt x="394763" y="76227"/>
                  </a:lnTo>
                  <a:lnTo>
                    <a:pt x="410633" y="83557"/>
                  </a:lnTo>
                  <a:lnTo>
                    <a:pt x="399100" y="94119"/>
                  </a:lnTo>
                  <a:lnTo>
                    <a:pt x="395289" y="98796"/>
                  </a:lnTo>
                  <a:lnTo>
                    <a:pt x="393591" y="97662"/>
                  </a:lnTo>
                  <a:lnTo>
                    <a:pt x="391671" y="100313"/>
                  </a:lnTo>
                  <a:lnTo>
                    <a:pt x="395019" y="102517"/>
                  </a:lnTo>
                  <a:lnTo>
                    <a:pt x="397940" y="104026"/>
                  </a:lnTo>
                  <a:lnTo>
                    <a:pt x="401710" y="105122"/>
                  </a:lnTo>
                  <a:lnTo>
                    <a:pt x="403983" y="106182"/>
                  </a:lnTo>
                  <a:lnTo>
                    <a:pt x="407176" y="107139"/>
                  </a:lnTo>
                  <a:lnTo>
                    <a:pt x="409098" y="107442"/>
                  </a:lnTo>
                  <a:lnTo>
                    <a:pt x="410697" y="109123"/>
                  </a:lnTo>
                  <a:lnTo>
                    <a:pt x="413204" y="114729"/>
                  </a:lnTo>
                  <a:lnTo>
                    <a:pt x="407354" y="122048"/>
                  </a:lnTo>
                  <a:lnTo>
                    <a:pt x="399502" y="130236"/>
                  </a:lnTo>
                  <a:lnTo>
                    <a:pt x="400434" y="131089"/>
                  </a:lnTo>
                  <a:lnTo>
                    <a:pt x="392618" y="138375"/>
                  </a:lnTo>
                  <a:lnTo>
                    <a:pt x="395099" y="139676"/>
                  </a:lnTo>
                  <a:lnTo>
                    <a:pt x="401653" y="144121"/>
                  </a:lnTo>
                  <a:lnTo>
                    <a:pt x="404154" y="145724"/>
                  </a:lnTo>
                  <a:lnTo>
                    <a:pt x="406799" y="146513"/>
                  </a:lnTo>
                  <a:lnTo>
                    <a:pt x="411727" y="149526"/>
                  </a:lnTo>
                  <a:lnTo>
                    <a:pt x="414227" y="151433"/>
                  </a:lnTo>
                  <a:lnTo>
                    <a:pt x="415433" y="152653"/>
                  </a:lnTo>
                  <a:lnTo>
                    <a:pt x="416990" y="154539"/>
                  </a:lnTo>
                  <a:lnTo>
                    <a:pt x="417393" y="155696"/>
                  </a:lnTo>
                  <a:lnTo>
                    <a:pt x="438005" y="136507"/>
                  </a:lnTo>
                  <a:lnTo>
                    <a:pt x="441284" y="138103"/>
                  </a:lnTo>
                  <a:lnTo>
                    <a:pt x="443401" y="138803"/>
                  </a:lnTo>
                  <a:lnTo>
                    <a:pt x="446041" y="140856"/>
                  </a:lnTo>
                  <a:lnTo>
                    <a:pt x="449305" y="144314"/>
                  </a:lnTo>
                  <a:lnTo>
                    <a:pt x="451296" y="147097"/>
                  </a:lnTo>
                  <a:lnTo>
                    <a:pt x="452684" y="148164"/>
                  </a:lnTo>
                  <a:lnTo>
                    <a:pt x="454120" y="149803"/>
                  </a:lnTo>
                  <a:lnTo>
                    <a:pt x="456540" y="151978"/>
                  </a:lnTo>
                  <a:lnTo>
                    <a:pt x="460755" y="148517"/>
                  </a:lnTo>
                  <a:lnTo>
                    <a:pt x="461428" y="148569"/>
                  </a:lnTo>
                  <a:lnTo>
                    <a:pt x="463114" y="149341"/>
                  </a:lnTo>
                  <a:lnTo>
                    <a:pt x="466656" y="148328"/>
                  </a:lnTo>
                  <a:lnTo>
                    <a:pt x="467815" y="148817"/>
                  </a:lnTo>
                  <a:lnTo>
                    <a:pt x="470727" y="151620"/>
                  </a:lnTo>
                  <a:lnTo>
                    <a:pt x="473233" y="153380"/>
                  </a:lnTo>
                  <a:lnTo>
                    <a:pt x="474818" y="152242"/>
                  </a:lnTo>
                  <a:lnTo>
                    <a:pt x="479928" y="160159"/>
                  </a:lnTo>
                  <a:lnTo>
                    <a:pt x="481956" y="162442"/>
                  </a:lnTo>
                  <a:lnTo>
                    <a:pt x="486333" y="165971"/>
                  </a:lnTo>
                  <a:lnTo>
                    <a:pt x="493893" y="172842"/>
                  </a:lnTo>
                  <a:lnTo>
                    <a:pt x="490032" y="177189"/>
                  </a:lnTo>
                  <a:lnTo>
                    <a:pt x="480316" y="183365"/>
                  </a:lnTo>
                  <a:lnTo>
                    <a:pt x="477100" y="185846"/>
                  </a:lnTo>
                  <a:lnTo>
                    <a:pt x="472120" y="190213"/>
                  </a:lnTo>
                  <a:lnTo>
                    <a:pt x="466578" y="194325"/>
                  </a:lnTo>
                  <a:lnTo>
                    <a:pt x="467534" y="195323"/>
                  </a:lnTo>
                  <a:lnTo>
                    <a:pt x="463816" y="199498"/>
                  </a:lnTo>
                  <a:lnTo>
                    <a:pt x="456918" y="205488"/>
                  </a:lnTo>
                  <a:lnTo>
                    <a:pt x="450887" y="209726"/>
                  </a:lnTo>
                  <a:lnTo>
                    <a:pt x="448717" y="212033"/>
                  </a:lnTo>
                  <a:lnTo>
                    <a:pt x="446314" y="215937"/>
                  </a:lnTo>
                  <a:lnTo>
                    <a:pt x="443976" y="218505"/>
                  </a:lnTo>
                  <a:lnTo>
                    <a:pt x="437008" y="224534"/>
                  </a:lnTo>
                  <a:lnTo>
                    <a:pt x="426262" y="233058"/>
                  </a:lnTo>
                  <a:lnTo>
                    <a:pt x="428499" y="236466"/>
                  </a:lnTo>
                  <a:lnTo>
                    <a:pt x="431865" y="238644"/>
                  </a:lnTo>
                  <a:lnTo>
                    <a:pt x="437054" y="240407"/>
                  </a:lnTo>
                  <a:lnTo>
                    <a:pt x="439442" y="242175"/>
                  </a:lnTo>
                  <a:lnTo>
                    <a:pt x="441261" y="244099"/>
                  </a:lnTo>
                  <a:lnTo>
                    <a:pt x="443651" y="243120"/>
                  </a:lnTo>
                  <a:lnTo>
                    <a:pt x="445275" y="243780"/>
                  </a:lnTo>
                  <a:lnTo>
                    <a:pt x="447307" y="245131"/>
                  </a:lnTo>
                  <a:lnTo>
                    <a:pt x="447950" y="245865"/>
                  </a:lnTo>
                  <a:lnTo>
                    <a:pt x="450814" y="247716"/>
                  </a:lnTo>
                  <a:lnTo>
                    <a:pt x="449893" y="249562"/>
                  </a:lnTo>
                  <a:lnTo>
                    <a:pt x="447936" y="251223"/>
                  </a:lnTo>
                  <a:lnTo>
                    <a:pt x="446854" y="253342"/>
                  </a:lnTo>
                  <a:lnTo>
                    <a:pt x="446332" y="254959"/>
                  </a:lnTo>
                  <a:lnTo>
                    <a:pt x="443820" y="258448"/>
                  </a:lnTo>
                  <a:lnTo>
                    <a:pt x="442947" y="260787"/>
                  </a:lnTo>
                  <a:lnTo>
                    <a:pt x="441915" y="266236"/>
                  </a:lnTo>
                  <a:lnTo>
                    <a:pt x="440531" y="268652"/>
                  </a:lnTo>
                  <a:lnTo>
                    <a:pt x="436903" y="273351"/>
                  </a:lnTo>
                  <a:lnTo>
                    <a:pt x="434779" y="278534"/>
                  </a:lnTo>
                  <a:lnTo>
                    <a:pt x="431747" y="282177"/>
                  </a:lnTo>
                  <a:lnTo>
                    <a:pt x="430620" y="282885"/>
                  </a:lnTo>
                  <a:lnTo>
                    <a:pt x="425055" y="291113"/>
                  </a:lnTo>
                  <a:lnTo>
                    <a:pt x="437477" y="295774"/>
                  </a:lnTo>
                  <a:lnTo>
                    <a:pt x="448822" y="301151"/>
                  </a:lnTo>
                  <a:lnTo>
                    <a:pt x="439129" y="328087"/>
                  </a:lnTo>
                  <a:lnTo>
                    <a:pt x="439518" y="328470"/>
                  </a:lnTo>
                  <a:lnTo>
                    <a:pt x="432971" y="335681"/>
                  </a:lnTo>
                  <a:lnTo>
                    <a:pt x="434122" y="336927"/>
                  </a:lnTo>
                  <a:lnTo>
                    <a:pt x="432376" y="338621"/>
                  </a:lnTo>
                  <a:lnTo>
                    <a:pt x="434434" y="339796"/>
                  </a:lnTo>
                  <a:lnTo>
                    <a:pt x="438145" y="343559"/>
                  </a:lnTo>
                  <a:lnTo>
                    <a:pt x="441904" y="346168"/>
                  </a:lnTo>
                  <a:lnTo>
                    <a:pt x="423551" y="386515"/>
                  </a:lnTo>
                  <a:lnTo>
                    <a:pt x="418483" y="386730"/>
                  </a:lnTo>
                  <a:lnTo>
                    <a:pt x="415433" y="381973"/>
                  </a:lnTo>
                  <a:lnTo>
                    <a:pt x="399608" y="388817"/>
                  </a:lnTo>
                  <a:lnTo>
                    <a:pt x="384811" y="392406"/>
                  </a:lnTo>
                  <a:lnTo>
                    <a:pt x="385902" y="395279"/>
                  </a:lnTo>
                  <a:lnTo>
                    <a:pt x="375949" y="400923"/>
                  </a:lnTo>
                  <a:lnTo>
                    <a:pt x="373281" y="399286"/>
                  </a:lnTo>
                  <a:lnTo>
                    <a:pt x="363953" y="400079"/>
                  </a:lnTo>
                  <a:lnTo>
                    <a:pt x="353814" y="399504"/>
                  </a:lnTo>
                  <a:lnTo>
                    <a:pt x="353399" y="399754"/>
                  </a:lnTo>
                  <a:lnTo>
                    <a:pt x="352040" y="399534"/>
                  </a:lnTo>
                  <a:lnTo>
                    <a:pt x="350774" y="401154"/>
                  </a:lnTo>
                  <a:lnTo>
                    <a:pt x="350468" y="401085"/>
                  </a:lnTo>
                  <a:lnTo>
                    <a:pt x="348734" y="405909"/>
                  </a:lnTo>
                  <a:lnTo>
                    <a:pt x="349075" y="405998"/>
                  </a:lnTo>
                  <a:lnTo>
                    <a:pt x="346061" y="412961"/>
                  </a:lnTo>
                  <a:lnTo>
                    <a:pt x="344463" y="415880"/>
                  </a:lnTo>
                  <a:lnTo>
                    <a:pt x="345864" y="417333"/>
                  </a:lnTo>
                  <a:lnTo>
                    <a:pt x="390423" y="446198"/>
                  </a:lnTo>
                  <a:lnTo>
                    <a:pt x="385525" y="454406"/>
                  </a:lnTo>
                  <a:lnTo>
                    <a:pt x="388983" y="456884"/>
                  </a:lnTo>
                  <a:lnTo>
                    <a:pt x="386201" y="461597"/>
                  </a:lnTo>
                  <a:lnTo>
                    <a:pt x="401500" y="469773"/>
                  </a:lnTo>
                  <a:lnTo>
                    <a:pt x="400483" y="474067"/>
                  </a:lnTo>
                  <a:lnTo>
                    <a:pt x="404656" y="478986"/>
                  </a:lnTo>
                  <a:lnTo>
                    <a:pt x="410256" y="484558"/>
                  </a:lnTo>
                  <a:lnTo>
                    <a:pt x="417155" y="492044"/>
                  </a:lnTo>
                  <a:lnTo>
                    <a:pt x="414325" y="492268"/>
                  </a:lnTo>
                  <a:lnTo>
                    <a:pt x="403638" y="502740"/>
                  </a:lnTo>
                  <a:lnTo>
                    <a:pt x="395646" y="510098"/>
                  </a:lnTo>
                  <a:lnTo>
                    <a:pt x="393133" y="515904"/>
                  </a:lnTo>
                  <a:lnTo>
                    <a:pt x="397006" y="520999"/>
                  </a:lnTo>
                  <a:lnTo>
                    <a:pt x="401463" y="527942"/>
                  </a:lnTo>
                  <a:lnTo>
                    <a:pt x="404939" y="541318"/>
                  </a:lnTo>
                  <a:lnTo>
                    <a:pt x="408084" y="540890"/>
                  </a:lnTo>
                  <a:lnTo>
                    <a:pt x="412287" y="557087"/>
                  </a:lnTo>
                  <a:lnTo>
                    <a:pt x="412524" y="558055"/>
                  </a:lnTo>
                  <a:lnTo>
                    <a:pt x="410867" y="558148"/>
                  </a:lnTo>
                  <a:lnTo>
                    <a:pt x="410926" y="559075"/>
                  </a:lnTo>
                  <a:lnTo>
                    <a:pt x="411198" y="559059"/>
                  </a:lnTo>
                  <a:lnTo>
                    <a:pt x="414592" y="573488"/>
                  </a:lnTo>
                  <a:lnTo>
                    <a:pt x="415972" y="573159"/>
                  </a:lnTo>
                  <a:lnTo>
                    <a:pt x="416927" y="578331"/>
                  </a:lnTo>
                  <a:lnTo>
                    <a:pt x="417659" y="584738"/>
                  </a:lnTo>
                  <a:lnTo>
                    <a:pt x="418745" y="602205"/>
                  </a:lnTo>
                  <a:lnTo>
                    <a:pt x="418491" y="609732"/>
                  </a:lnTo>
                  <a:lnTo>
                    <a:pt x="418988" y="613560"/>
                  </a:lnTo>
                  <a:lnTo>
                    <a:pt x="418792" y="619259"/>
                  </a:lnTo>
                  <a:lnTo>
                    <a:pt x="423426" y="627112"/>
                  </a:lnTo>
                  <a:lnTo>
                    <a:pt x="427370" y="631070"/>
                  </a:lnTo>
                  <a:lnTo>
                    <a:pt x="444732" y="649744"/>
                  </a:lnTo>
                  <a:lnTo>
                    <a:pt x="421502" y="653404"/>
                  </a:lnTo>
                  <a:lnTo>
                    <a:pt x="388352" y="658695"/>
                  </a:lnTo>
                  <a:lnTo>
                    <a:pt x="320874" y="677523"/>
                  </a:lnTo>
                  <a:lnTo>
                    <a:pt x="302679" y="68120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pg24">
              <a:extLst>
                <a:ext uri="{FF2B5EF4-FFF2-40B4-BE49-F238E27FC236}">
                  <a16:creationId xmlns:a16="http://schemas.microsoft.com/office/drawing/2014/main" id="{6A033033-BED0-839A-A301-1E46C37A2099}"/>
                </a:ext>
              </a:extLst>
            </p:cNvPr>
            <p:cNvSpPr/>
            <p:nvPr/>
          </p:nvSpPr>
          <p:spPr>
            <a:xfrm>
              <a:off x="7707615" y="2298161"/>
              <a:ext cx="460622" cy="509896"/>
            </a:xfrm>
            <a:custGeom>
              <a:avLst/>
              <a:gdLst/>
              <a:ahLst/>
              <a:cxnLst/>
              <a:rect l="0" t="0" r="0" b="0"/>
              <a:pathLst>
                <a:path w="460622" h="509896">
                  <a:moveTo>
                    <a:pt x="136409" y="502722"/>
                  </a:moveTo>
                  <a:lnTo>
                    <a:pt x="133738" y="504604"/>
                  </a:lnTo>
                  <a:lnTo>
                    <a:pt x="133098" y="504795"/>
                  </a:lnTo>
                  <a:lnTo>
                    <a:pt x="128841" y="505389"/>
                  </a:lnTo>
                  <a:lnTo>
                    <a:pt x="127811" y="505930"/>
                  </a:lnTo>
                  <a:lnTo>
                    <a:pt x="127161" y="506684"/>
                  </a:lnTo>
                  <a:lnTo>
                    <a:pt x="125241" y="507394"/>
                  </a:lnTo>
                  <a:lnTo>
                    <a:pt x="123794" y="508393"/>
                  </a:lnTo>
                  <a:lnTo>
                    <a:pt x="122650" y="508441"/>
                  </a:lnTo>
                  <a:lnTo>
                    <a:pt x="120821" y="509737"/>
                  </a:lnTo>
                  <a:lnTo>
                    <a:pt x="120232" y="509896"/>
                  </a:lnTo>
                  <a:lnTo>
                    <a:pt x="117897" y="509208"/>
                  </a:lnTo>
                  <a:lnTo>
                    <a:pt x="115675" y="508672"/>
                  </a:lnTo>
                  <a:lnTo>
                    <a:pt x="114359" y="508593"/>
                  </a:lnTo>
                  <a:lnTo>
                    <a:pt x="113744" y="508203"/>
                  </a:lnTo>
                  <a:lnTo>
                    <a:pt x="112582" y="508328"/>
                  </a:lnTo>
                  <a:lnTo>
                    <a:pt x="110687" y="507273"/>
                  </a:lnTo>
                  <a:lnTo>
                    <a:pt x="109961" y="506903"/>
                  </a:lnTo>
                  <a:lnTo>
                    <a:pt x="108219" y="504432"/>
                  </a:lnTo>
                  <a:lnTo>
                    <a:pt x="106518" y="503259"/>
                  </a:lnTo>
                  <a:lnTo>
                    <a:pt x="105058" y="502857"/>
                  </a:lnTo>
                  <a:lnTo>
                    <a:pt x="104452" y="502341"/>
                  </a:lnTo>
                  <a:lnTo>
                    <a:pt x="104041" y="501604"/>
                  </a:lnTo>
                  <a:lnTo>
                    <a:pt x="102707" y="500195"/>
                  </a:lnTo>
                  <a:lnTo>
                    <a:pt x="102363" y="498784"/>
                  </a:lnTo>
                  <a:lnTo>
                    <a:pt x="101336" y="497500"/>
                  </a:lnTo>
                  <a:lnTo>
                    <a:pt x="103662" y="496017"/>
                  </a:lnTo>
                  <a:lnTo>
                    <a:pt x="104502" y="494836"/>
                  </a:lnTo>
                  <a:lnTo>
                    <a:pt x="104697" y="492754"/>
                  </a:lnTo>
                  <a:lnTo>
                    <a:pt x="108508" y="487849"/>
                  </a:lnTo>
                  <a:lnTo>
                    <a:pt x="108727" y="487275"/>
                  </a:lnTo>
                  <a:lnTo>
                    <a:pt x="108576" y="486630"/>
                  </a:lnTo>
                  <a:lnTo>
                    <a:pt x="108742" y="485818"/>
                  </a:lnTo>
                  <a:lnTo>
                    <a:pt x="107301" y="485236"/>
                  </a:lnTo>
                  <a:lnTo>
                    <a:pt x="105670" y="484118"/>
                  </a:lnTo>
                  <a:lnTo>
                    <a:pt x="103919" y="482287"/>
                  </a:lnTo>
                  <a:lnTo>
                    <a:pt x="103538" y="481227"/>
                  </a:lnTo>
                  <a:lnTo>
                    <a:pt x="102858" y="476804"/>
                  </a:lnTo>
                  <a:lnTo>
                    <a:pt x="102152" y="475733"/>
                  </a:lnTo>
                  <a:lnTo>
                    <a:pt x="101892" y="474556"/>
                  </a:lnTo>
                  <a:lnTo>
                    <a:pt x="102019" y="473851"/>
                  </a:lnTo>
                  <a:lnTo>
                    <a:pt x="101446" y="471622"/>
                  </a:lnTo>
                  <a:lnTo>
                    <a:pt x="101228" y="469726"/>
                  </a:lnTo>
                  <a:lnTo>
                    <a:pt x="101867" y="468104"/>
                  </a:lnTo>
                  <a:lnTo>
                    <a:pt x="101610" y="467975"/>
                  </a:lnTo>
                  <a:lnTo>
                    <a:pt x="101232" y="466202"/>
                  </a:lnTo>
                  <a:lnTo>
                    <a:pt x="101294" y="465402"/>
                  </a:lnTo>
                  <a:lnTo>
                    <a:pt x="100300" y="464683"/>
                  </a:lnTo>
                  <a:lnTo>
                    <a:pt x="100188" y="464065"/>
                  </a:lnTo>
                  <a:lnTo>
                    <a:pt x="99399" y="463327"/>
                  </a:lnTo>
                  <a:lnTo>
                    <a:pt x="98875" y="461972"/>
                  </a:lnTo>
                  <a:lnTo>
                    <a:pt x="99081" y="461885"/>
                  </a:lnTo>
                  <a:lnTo>
                    <a:pt x="96951" y="460789"/>
                  </a:lnTo>
                  <a:lnTo>
                    <a:pt x="96952" y="460065"/>
                  </a:lnTo>
                  <a:lnTo>
                    <a:pt x="97124" y="458582"/>
                  </a:lnTo>
                  <a:lnTo>
                    <a:pt x="96901" y="457636"/>
                  </a:lnTo>
                  <a:lnTo>
                    <a:pt x="97127" y="456647"/>
                  </a:lnTo>
                  <a:lnTo>
                    <a:pt x="97024" y="454964"/>
                  </a:lnTo>
                  <a:lnTo>
                    <a:pt x="98008" y="452443"/>
                  </a:lnTo>
                  <a:lnTo>
                    <a:pt x="98240" y="450828"/>
                  </a:lnTo>
                  <a:lnTo>
                    <a:pt x="98080" y="449843"/>
                  </a:lnTo>
                  <a:lnTo>
                    <a:pt x="97293" y="448212"/>
                  </a:lnTo>
                  <a:lnTo>
                    <a:pt x="94923" y="444269"/>
                  </a:lnTo>
                  <a:lnTo>
                    <a:pt x="90280" y="441941"/>
                  </a:lnTo>
                  <a:lnTo>
                    <a:pt x="86031" y="440655"/>
                  </a:lnTo>
                  <a:lnTo>
                    <a:pt x="84031" y="439124"/>
                  </a:lnTo>
                  <a:lnTo>
                    <a:pt x="82749" y="438492"/>
                  </a:lnTo>
                  <a:lnTo>
                    <a:pt x="79535" y="437462"/>
                  </a:lnTo>
                  <a:lnTo>
                    <a:pt x="79143" y="436869"/>
                  </a:lnTo>
                  <a:lnTo>
                    <a:pt x="78153" y="436493"/>
                  </a:lnTo>
                  <a:lnTo>
                    <a:pt x="77738" y="436047"/>
                  </a:lnTo>
                  <a:lnTo>
                    <a:pt x="76987" y="434591"/>
                  </a:lnTo>
                  <a:lnTo>
                    <a:pt x="77093" y="433884"/>
                  </a:lnTo>
                  <a:lnTo>
                    <a:pt x="76780" y="432920"/>
                  </a:lnTo>
                  <a:lnTo>
                    <a:pt x="78589" y="430905"/>
                  </a:lnTo>
                  <a:lnTo>
                    <a:pt x="77622" y="431083"/>
                  </a:lnTo>
                  <a:lnTo>
                    <a:pt x="77281" y="431432"/>
                  </a:lnTo>
                  <a:lnTo>
                    <a:pt x="76715" y="431252"/>
                  </a:lnTo>
                  <a:lnTo>
                    <a:pt x="76263" y="431512"/>
                  </a:lnTo>
                  <a:lnTo>
                    <a:pt x="76024" y="431328"/>
                  </a:lnTo>
                  <a:lnTo>
                    <a:pt x="75716" y="431637"/>
                  </a:lnTo>
                  <a:lnTo>
                    <a:pt x="75212" y="431655"/>
                  </a:lnTo>
                  <a:lnTo>
                    <a:pt x="75138" y="432037"/>
                  </a:lnTo>
                  <a:lnTo>
                    <a:pt x="74833" y="431967"/>
                  </a:lnTo>
                  <a:lnTo>
                    <a:pt x="74622" y="432174"/>
                  </a:lnTo>
                  <a:lnTo>
                    <a:pt x="74854" y="432659"/>
                  </a:lnTo>
                  <a:lnTo>
                    <a:pt x="74520" y="432837"/>
                  </a:lnTo>
                  <a:lnTo>
                    <a:pt x="74119" y="433812"/>
                  </a:lnTo>
                  <a:lnTo>
                    <a:pt x="73634" y="433856"/>
                  </a:lnTo>
                  <a:lnTo>
                    <a:pt x="72410" y="434618"/>
                  </a:lnTo>
                  <a:lnTo>
                    <a:pt x="71442" y="434629"/>
                  </a:lnTo>
                  <a:lnTo>
                    <a:pt x="71156" y="435090"/>
                  </a:lnTo>
                  <a:lnTo>
                    <a:pt x="68864" y="435714"/>
                  </a:lnTo>
                  <a:lnTo>
                    <a:pt x="68734" y="436035"/>
                  </a:lnTo>
                  <a:lnTo>
                    <a:pt x="68229" y="436065"/>
                  </a:lnTo>
                  <a:lnTo>
                    <a:pt x="67863" y="435656"/>
                  </a:lnTo>
                  <a:lnTo>
                    <a:pt x="67513" y="436189"/>
                  </a:lnTo>
                  <a:lnTo>
                    <a:pt x="66151" y="435910"/>
                  </a:lnTo>
                  <a:lnTo>
                    <a:pt x="64994" y="436031"/>
                  </a:lnTo>
                  <a:lnTo>
                    <a:pt x="64816" y="436272"/>
                  </a:lnTo>
                  <a:lnTo>
                    <a:pt x="64969" y="436927"/>
                  </a:lnTo>
                  <a:lnTo>
                    <a:pt x="64790" y="437075"/>
                  </a:lnTo>
                  <a:lnTo>
                    <a:pt x="64453" y="436993"/>
                  </a:lnTo>
                  <a:lnTo>
                    <a:pt x="63986" y="436341"/>
                  </a:lnTo>
                  <a:lnTo>
                    <a:pt x="62409" y="435722"/>
                  </a:lnTo>
                  <a:lnTo>
                    <a:pt x="61966" y="435265"/>
                  </a:lnTo>
                  <a:lnTo>
                    <a:pt x="61562" y="435383"/>
                  </a:lnTo>
                  <a:lnTo>
                    <a:pt x="61096" y="434763"/>
                  </a:lnTo>
                  <a:lnTo>
                    <a:pt x="60358" y="434541"/>
                  </a:lnTo>
                  <a:lnTo>
                    <a:pt x="59888" y="433847"/>
                  </a:lnTo>
                  <a:lnTo>
                    <a:pt x="59500" y="433876"/>
                  </a:lnTo>
                  <a:lnTo>
                    <a:pt x="59314" y="433519"/>
                  </a:lnTo>
                  <a:lnTo>
                    <a:pt x="58971" y="433411"/>
                  </a:lnTo>
                  <a:lnTo>
                    <a:pt x="58515" y="432688"/>
                  </a:lnTo>
                  <a:lnTo>
                    <a:pt x="57380" y="432323"/>
                  </a:lnTo>
                  <a:lnTo>
                    <a:pt x="56724" y="431543"/>
                  </a:lnTo>
                  <a:lnTo>
                    <a:pt x="56567" y="430370"/>
                  </a:lnTo>
                  <a:lnTo>
                    <a:pt x="56118" y="429688"/>
                  </a:lnTo>
                  <a:lnTo>
                    <a:pt x="55614" y="429463"/>
                  </a:lnTo>
                  <a:lnTo>
                    <a:pt x="55576" y="429220"/>
                  </a:lnTo>
                  <a:lnTo>
                    <a:pt x="54919" y="429224"/>
                  </a:lnTo>
                  <a:lnTo>
                    <a:pt x="54101" y="428283"/>
                  </a:lnTo>
                  <a:lnTo>
                    <a:pt x="53288" y="428432"/>
                  </a:lnTo>
                  <a:lnTo>
                    <a:pt x="53127" y="427888"/>
                  </a:lnTo>
                  <a:lnTo>
                    <a:pt x="52219" y="427416"/>
                  </a:lnTo>
                  <a:lnTo>
                    <a:pt x="52072" y="427020"/>
                  </a:lnTo>
                  <a:lnTo>
                    <a:pt x="51581" y="426758"/>
                  </a:lnTo>
                  <a:lnTo>
                    <a:pt x="51503" y="426304"/>
                  </a:lnTo>
                  <a:lnTo>
                    <a:pt x="50799" y="426296"/>
                  </a:lnTo>
                  <a:lnTo>
                    <a:pt x="50858" y="425918"/>
                  </a:lnTo>
                  <a:lnTo>
                    <a:pt x="50338" y="425831"/>
                  </a:lnTo>
                  <a:lnTo>
                    <a:pt x="49688" y="424638"/>
                  </a:lnTo>
                  <a:lnTo>
                    <a:pt x="49571" y="424176"/>
                  </a:lnTo>
                  <a:lnTo>
                    <a:pt x="49816" y="423618"/>
                  </a:lnTo>
                  <a:lnTo>
                    <a:pt x="49322" y="422683"/>
                  </a:lnTo>
                  <a:lnTo>
                    <a:pt x="48611" y="422685"/>
                  </a:lnTo>
                  <a:lnTo>
                    <a:pt x="48291" y="422908"/>
                  </a:lnTo>
                  <a:lnTo>
                    <a:pt x="47515" y="422014"/>
                  </a:lnTo>
                  <a:lnTo>
                    <a:pt x="47115" y="422284"/>
                  </a:lnTo>
                  <a:lnTo>
                    <a:pt x="46803" y="421925"/>
                  </a:lnTo>
                  <a:lnTo>
                    <a:pt x="46997" y="421578"/>
                  </a:lnTo>
                  <a:lnTo>
                    <a:pt x="46781" y="421077"/>
                  </a:lnTo>
                  <a:lnTo>
                    <a:pt x="46515" y="421254"/>
                  </a:lnTo>
                  <a:lnTo>
                    <a:pt x="45577" y="421017"/>
                  </a:lnTo>
                  <a:lnTo>
                    <a:pt x="45076" y="421114"/>
                  </a:lnTo>
                  <a:lnTo>
                    <a:pt x="41738" y="418243"/>
                  </a:lnTo>
                  <a:lnTo>
                    <a:pt x="39215" y="417067"/>
                  </a:lnTo>
                  <a:lnTo>
                    <a:pt x="38992" y="416625"/>
                  </a:lnTo>
                  <a:lnTo>
                    <a:pt x="37852" y="416187"/>
                  </a:lnTo>
                  <a:lnTo>
                    <a:pt x="37901" y="415639"/>
                  </a:lnTo>
                  <a:lnTo>
                    <a:pt x="37676" y="415342"/>
                  </a:lnTo>
                  <a:lnTo>
                    <a:pt x="37313" y="415561"/>
                  </a:lnTo>
                  <a:lnTo>
                    <a:pt x="36662" y="415299"/>
                  </a:lnTo>
                  <a:lnTo>
                    <a:pt x="36459" y="414809"/>
                  </a:lnTo>
                  <a:lnTo>
                    <a:pt x="36544" y="414018"/>
                  </a:lnTo>
                  <a:lnTo>
                    <a:pt x="35803" y="413742"/>
                  </a:lnTo>
                  <a:lnTo>
                    <a:pt x="35742" y="413266"/>
                  </a:lnTo>
                  <a:lnTo>
                    <a:pt x="34703" y="411788"/>
                  </a:lnTo>
                  <a:lnTo>
                    <a:pt x="33836" y="411178"/>
                  </a:lnTo>
                  <a:lnTo>
                    <a:pt x="32791" y="409976"/>
                  </a:lnTo>
                  <a:lnTo>
                    <a:pt x="32291" y="408785"/>
                  </a:lnTo>
                  <a:lnTo>
                    <a:pt x="32471" y="407456"/>
                  </a:lnTo>
                  <a:lnTo>
                    <a:pt x="32178" y="407433"/>
                  </a:lnTo>
                  <a:lnTo>
                    <a:pt x="32066" y="406671"/>
                  </a:lnTo>
                  <a:lnTo>
                    <a:pt x="31705" y="406556"/>
                  </a:lnTo>
                  <a:lnTo>
                    <a:pt x="31836" y="406069"/>
                  </a:lnTo>
                  <a:lnTo>
                    <a:pt x="31509" y="405663"/>
                  </a:lnTo>
                  <a:lnTo>
                    <a:pt x="30513" y="405269"/>
                  </a:lnTo>
                  <a:lnTo>
                    <a:pt x="30776" y="404870"/>
                  </a:lnTo>
                  <a:lnTo>
                    <a:pt x="30612" y="404403"/>
                  </a:lnTo>
                  <a:lnTo>
                    <a:pt x="29471" y="403841"/>
                  </a:lnTo>
                  <a:lnTo>
                    <a:pt x="29742" y="403184"/>
                  </a:lnTo>
                  <a:lnTo>
                    <a:pt x="28968" y="402424"/>
                  </a:lnTo>
                  <a:lnTo>
                    <a:pt x="26659" y="400911"/>
                  </a:lnTo>
                  <a:lnTo>
                    <a:pt x="26016" y="401003"/>
                  </a:lnTo>
                  <a:lnTo>
                    <a:pt x="26119" y="399736"/>
                  </a:lnTo>
                  <a:lnTo>
                    <a:pt x="25210" y="398806"/>
                  </a:lnTo>
                  <a:lnTo>
                    <a:pt x="24927" y="397214"/>
                  </a:lnTo>
                  <a:lnTo>
                    <a:pt x="26153" y="394657"/>
                  </a:lnTo>
                  <a:lnTo>
                    <a:pt x="25910" y="394067"/>
                  </a:lnTo>
                  <a:lnTo>
                    <a:pt x="25443" y="393781"/>
                  </a:lnTo>
                  <a:lnTo>
                    <a:pt x="25417" y="393400"/>
                  </a:lnTo>
                  <a:lnTo>
                    <a:pt x="24820" y="393022"/>
                  </a:lnTo>
                  <a:lnTo>
                    <a:pt x="24981" y="392495"/>
                  </a:lnTo>
                  <a:lnTo>
                    <a:pt x="24540" y="391894"/>
                  </a:lnTo>
                  <a:lnTo>
                    <a:pt x="24638" y="391618"/>
                  </a:lnTo>
                  <a:lnTo>
                    <a:pt x="24063" y="391473"/>
                  </a:lnTo>
                  <a:lnTo>
                    <a:pt x="24270" y="390887"/>
                  </a:lnTo>
                  <a:lnTo>
                    <a:pt x="23726" y="390213"/>
                  </a:lnTo>
                  <a:lnTo>
                    <a:pt x="23795" y="389852"/>
                  </a:lnTo>
                  <a:lnTo>
                    <a:pt x="23500" y="389782"/>
                  </a:lnTo>
                  <a:lnTo>
                    <a:pt x="23552" y="389149"/>
                  </a:lnTo>
                  <a:lnTo>
                    <a:pt x="22995" y="388496"/>
                  </a:lnTo>
                  <a:lnTo>
                    <a:pt x="23120" y="387586"/>
                  </a:lnTo>
                  <a:lnTo>
                    <a:pt x="22765" y="386379"/>
                  </a:lnTo>
                  <a:lnTo>
                    <a:pt x="23076" y="385848"/>
                  </a:lnTo>
                  <a:lnTo>
                    <a:pt x="23157" y="384992"/>
                  </a:lnTo>
                  <a:lnTo>
                    <a:pt x="22913" y="383023"/>
                  </a:lnTo>
                  <a:lnTo>
                    <a:pt x="23482" y="381925"/>
                  </a:lnTo>
                  <a:lnTo>
                    <a:pt x="23408" y="381610"/>
                  </a:lnTo>
                  <a:lnTo>
                    <a:pt x="23817" y="381183"/>
                  </a:lnTo>
                  <a:lnTo>
                    <a:pt x="23736" y="380605"/>
                  </a:lnTo>
                  <a:lnTo>
                    <a:pt x="23454" y="380400"/>
                  </a:lnTo>
                  <a:lnTo>
                    <a:pt x="23408" y="378733"/>
                  </a:lnTo>
                  <a:lnTo>
                    <a:pt x="21833" y="376360"/>
                  </a:lnTo>
                  <a:lnTo>
                    <a:pt x="21796" y="375802"/>
                  </a:lnTo>
                  <a:lnTo>
                    <a:pt x="21378" y="375060"/>
                  </a:lnTo>
                  <a:lnTo>
                    <a:pt x="21468" y="374172"/>
                  </a:lnTo>
                  <a:lnTo>
                    <a:pt x="19171" y="371783"/>
                  </a:lnTo>
                  <a:lnTo>
                    <a:pt x="17955" y="369482"/>
                  </a:lnTo>
                  <a:lnTo>
                    <a:pt x="13520" y="363737"/>
                  </a:lnTo>
                  <a:lnTo>
                    <a:pt x="13014" y="362874"/>
                  </a:lnTo>
                  <a:lnTo>
                    <a:pt x="12545" y="360611"/>
                  </a:lnTo>
                  <a:lnTo>
                    <a:pt x="13514" y="358656"/>
                  </a:lnTo>
                  <a:lnTo>
                    <a:pt x="13600" y="357495"/>
                  </a:lnTo>
                  <a:lnTo>
                    <a:pt x="15146" y="353668"/>
                  </a:lnTo>
                  <a:lnTo>
                    <a:pt x="15142" y="352242"/>
                  </a:lnTo>
                  <a:lnTo>
                    <a:pt x="14711" y="352157"/>
                  </a:lnTo>
                  <a:lnTo>
                    <a:pt x="14874" y="351678"/>
                  </a:lnTo>
                  <a:lnTo>
                    <a:pt x="14682" y="351305"/>
                  </a:lnTo>
                  <a:lnTo>
                    <a:pt x="15540" y="349995"/>
                  </a:lnTo>
                  <a:lnTo>
                    <a:pt x="15119" y="349364"/>
                  </a:lnTo>
                  <a:lnTo>
                    <a:pt x="15501" y="347008"/>
                  </a:lnTo>
                  <a:lnTo>
                    <a:pt x="16151" y="345990"/>
                  </a:lnTo>
                  <a:lnTo>
                    <a:pt x="16230" y="342053"/>
                  </a:lnTo>
                  <a:lnTo>
                    <a:pt x="16683" y="341108"/>
                  </a:lnTo>
                  <a:lnTo>
                    <a:pt x="15937" y="340356"/>
                  </a:lnTo>
                  <a:lnTo>
                    <a:pt x="14995" y="340069"/>
                  </a:lnTo>
                  <a:lnTo>
                    <a:pt x="11717" y="340014"/>
                  </a:lnTo>
                  <a:lnTo>
                    <a:pt x="8691" y="339353"/>
                  </a:lnTo>
                  <a:lnTo>
                    <a:pt x="4670" y="339547"/>
                  </a:lnTo>
                  <a:lnTo>
                    <a:pt x="0" y="338435"/>
                  </a:lnTo>
                  <a:lnTo>
                    <a:pt x="524" y="335875"/>
                  </a:lnTo>
                  <a:lnTo>
                    <a:pt x="1644" y="334662"/>
                  </a:lnTo>
                  <a:lnTo>
                    <a:pt x="3085" y="332364"/>
                  </a:lnTo>
                  <a:lnTo>
                    <a:pt x="3871" y="331811"/>
                  </a:lnTo>
                  <a:lnTo>
                    <a:pt x="4101" y="330918"/>
                  </a:lnTo>
                  <a:lnTo>
                    <a:pt x="4890" y="329791"/>
                  </a:lnTo>
                  <a:lnTo>
                    <a:pt x="7324" y="327140"/>
                  </a:lnTo>
                  <a:lnTo>
                    <a:pt x="7804" y="326059"/>
                  </a:lnTo>
                  <a:lnTo>
                    <a:pt x="9280" y="323996"/>
                  </a:lnTo>
                  <a:lnTo>
                    <a:pt x="10592" y="322816"/>
                  </a:lnTo>
                  <a:lnTo>
                    <a:pt x="13184" y="321351"/>
                  </a:lnTo>
                  <a:lnTo>
                    <a:pt x="17612" y="320569"/>
                  </a:lnTo>
                  <a:lnTo>
                    <a:pt x="18899" y="320705"/>
                  </a:lnTo>
                  <a:lnTo>
                    <a:pt x="19550" y="320437"/>
                  </a:lnTo>
                  <a:lnTo>
                    <a:pt x="20163" y="319480"/>
                  </a:lnTo>
                  <a:lnTo>
                    <a:pt x="21756" y="319042"/>
                  </a:lnTo>
                  <a:lnTo>
                    <a:pt x="22324" y="318652"/>
                  </a:lnTo>
                  <a:lnTo>
                    <a:pt x="22669" y="318222"/>
                  </a:lnTo>
                  <a:lnTo>
                    <a:pt x="23188" y="316168"/>
                  </a:lnTo>
                  <a:lnTo>
                    <a:pt x="24208" y="315783"/>
                  </a:lnTo>
                  <a:lnTo>
                    <a:pt x="24268" y="315554"/>
                  </a:lnTo>
                  <a:lnTo>
                    <a:pt x="23530" y="314860"/>
                  </a:lnTo>
                  <a:lnTo>
                    <a:pt x="23612" y="311983"/>
                  </a:lnTo>
                  <a:lnTo>
                    <a:pt x="24614" y="310055"/>
                  </a:lnTo>
                  <a:lnTo>
                    <a:pt x="24960" y="306546"/>
                  </a:lnTo>
                  <a:lnTo>
                    <a:pt x="22818" y="304962"/>
                  </a:lnTo>
                  <a:lnTo>
                    <a:pt x="20902" y="304071"/>
                  </a:lnTo>
                  <a:lnTo>
                    <a:pt x="19734" y="302790"/>
                  </a:lnTo>
                  <a:lnTo>
                    <a:pt x="17936" y="301879"/>
                  </a:lnTo>
                  <a:lnTo>
                    <a:pt x="15914" y="302121"/>
                  </a:lnTo>
                  <a:lnTo>
                    <a:pt x="15681" y="301742"/>
                  </a:lnTo>
                  <a:lnTo>
                    <a:pt x="17029" y="300463"/>
                  </a:lnTo>
                  <a:lnTo>
                    <a:pt x="18065" y="300092"/>
                  </a:lnTo>
                  <a:lnTo>
                    <a:pt x="19868" y="300747"/>
                  </a:lnTo>
                  <a:lnTo>
                    <a:pt x="20417" y="300731"/>
                  </a:lnTo>
                  <a:lnTo>
                    <a:pt x="22064" y="299759"/>
                  </a:lnTo>
                  <a:lnTo>
                    <a:pt x="24097" y="297871"/>
                  </a:lnTo>
                  <a:lnTo>
                    <a:pt x="25253" y="297395"/>
                  </a:lnTo>
                  <a:lnTo>
                    <a:pt x="29281" y="297798"/>
                  </a:lnTo>
                  <a:lnTo>
                    <a:pt x="31419" y="295949"/>
                  </a:lnTo>
                  <a:lnTo>
                    <a:pt x="32126" y="294192"/>
                  </a:lnTo>
                  <a:lnTo>
                    <a:pt x="34066" y="292976"/>
                  </a:lnTo>
                  <a:lnTo>
                    <a:pt x="34291" y="291321"/>
                  </a:lnTo>
                  <a:lnTo>
                    <a:pt x="35164" y="290148"/>
                  </a:lnTo>
                  <a:lnTo>
                    <a:pt x="35508" y="288074"/>
                  </a:lnTo>
                  <a:lnTo>
                    <a:pt x="33789" y="286550"/>
                  </a:lnTo>
                  <a:lnTo>
                    <a:pt x="33219" y="285437"/>
                  </a:lnTo>
                  <a:lnTo>
                    <a:pt x="31207" y="283483"/>
                  </a:lnTo>
                  <a:lnTo>
                    <a:pt x="33845" y="281620"/>
                  </a:lnTo>
                  <a:lnTo>
                    <a:pt x="35586" y="279388"/>
                  </a:lnTo>
                  <a:lnTo>
                    <a:pt x="37282" y="277694"/>
                  </a:lnTo>
                  <a:lnTo>
                    <a:pt x="38973" y="276345"/>
                  </a:lnTo>
                  <a:lnTo>
                    <a:pt x="40418" y="275583"/>
                  </a:lnTo>
                  <a:lnTo>
                    <a:pt x="39235" y="274041"/>
                  </a:lnTo>
                  <a:lnTo>
                    <a:pt x="40262" y="273075"/>
                  </a:lnTo>
                  <a:lnTo>
                    <a:pt x="41349" y="272475"/>
                  </a:lnTo>
                  <a:lnTo>
                    <a:pt x="41530" y="272975"/>
                  </a:lnTo>
                  <a:lnTo>
                    <a:pt x="43043" y="271684"/>
                  </a:lnTo>
                  <a:lnTo>
                    <a:pt x="43226" y="271159"/>
                  </a:lnTo>
                  <a:lnTo>
                    <a:pt x="44346" y="270635"/>
                  </a:lnTo>
                  <a:lnTo>
                    <a:pt x="45322" y="270728"/>
                  </a:lnTo>
                  <a:lnTo>
                    <a:pt x="45852" y="270384"/>
                  </a:lnTo>
                  <a:lnTo>
                    <a:pt x="46428" y="269413"/>
                  </a:lnTo>
                  <a:lnTo>
                    <a:pt x="47274" y="268771"/>
                  </a:lnTo>
                  <a:lnTo>
                    <a:pt x="47716" y="268690"/>
                  </a:lnTo>
                  <a:lnTo>
                    <a:pt x="47644" y="267535"/>
                  </a:lnTo>
                  <a:lnTo>
                    <a:pt x="47280" y="266559"/>
                  </a:lnTo>
                  <a:lnTo>
                    <a:pt x="46569" y="266104"/>
                  </a:lnTo>
                  <a:lnTo>
                    <a:pt x="46406" y="264962"/>
                  </a:lnTo>
                  <a:lnTo>
                    <a:pt x="45595" y="264489"/>
                  </a:lnTo>
                  <a:lnTo>
                    <a:pt x="47631" y="262311"/>
                  </a:lnTo>
                  <a:lnTo>
                    <a:pt x="52260" y="258437"/>
                  </a:lnTo>
                  <a:lnTo>
                    <a:pt x="53165" y="256543"/>
                  </a:lnTo>
                  <a:lnTo>
                    <a:pt x="54010" y="255520"/>
                  </a:lnTo>
                  <a:lnTo>
                    <a:pt x="53395" y="254007"/>
                  </a:lnTo>
                  <a:lnTo>
                    <a:pt x="53734" y="252913"/>
                  </a:lnTo>
                  <a:lnTo>
                    <a:pt x="53435" y="251947"/>
                  </a:lnTo>
                  <a:lnTo>
                    <a:pt x="54049" y="251102"/>
                  </a:lnTo>
                  <a:lnTo>
                    <a:pt x="56939" y="243087"/>
                  </a:lnTo>
                  <a:lnTo>
                    <a:pt x="59325" y="239160"/>
                  </a:lnTo>
                  <a:lnTo>
                    <a:pt x="58303" y="237095"/>
                  </a:lnTo>
                  <a:lnTo>
                    <a:pt x="59295" y="234806"/>
                  </a:lnTo>
                  <a:lnTo>
                    <a:pt x="59000" y="232517"/>
                  </a:lnTo>
                  <a:lnTo>
                    <a:pt x="58581" y="231338"/>
                  </a:lnTo>
                  <a:lnTo>
                    <a:pt x="58480" y="228541"/>
                  </a:lnTo>
                  <a:lnTo>
                    <a:pt x="58121" y="226624"/>
                  </a:lnTo>
                  <a:lnTo>
                    <a:pt x="56502" y="225347"/>
                  </a:lnTo>
                  <a:lnTo>
                    <a:pt x="56618" y="224441"/>
                  </a:lnTo>
                  <a:lnTo>
                    <a:pt x="56294" y="224021"/>
                  </a:lnTo>
                  <a:lnTo>
                    <a:pt x="56714" y="224117"/>
                  </a:lnTo>
                  <a:lnTo>
                    <a:pt x="56627" y="223610"/>
                  </a:lnTo>
                  <a:lnTo>
                    <a:pt x="55833" y="222827"/>
                  </a:lnTo>
                  <a:lnTo>
                    <a:pt x="55335" y="222984"/>
                  </a:lnTo>
                  <a:lnTo>
                    <a:pt x="54858" y="222165"/>
                  </a:lnTo>
                  <a:lnTo>
                    <a:pt x="53121" y="221546"/>
                  </a:lnTo>
                  <a:lnTo>
                    <a:pt x="52634" y="221119"/>
                  </a:lnTo>
                  <a:lnTo>
                    <a:pt x="52186" y="221313"/>
                  </a:lnTo>
                  <a:lnTo>
                    <a:pt x="50231" y="220395"/>
                  </a:lnTo>
                  <a:lnTo>
                    <a:pt x="48737" y="220313"/>
                  </a:lnTo>
                  <a:lnTo>
                    <a:pt x="48745" y="219796"/>
                  </a:lnTo>
                  <a:lnTo>
                    <a:pt x="48565" y="220109"/>
                  </a:lnTo>
                  <a:lnTo>
                    <a:pt x="48300" y="219511"/>
                  </a:lnTo>
                  <a:lnTo>
                    <a:pt x="46958" y="218182"/>
                  </a:lnTo>
                  <a:lnTo>
                    <a:pt x="46436" y="216775"/>
                  </a:lnTo>
                  <a:lnTo>
                    <a:pt x="45550" y="215671"/>
                  </a:lnTo>
                  <a:lnTo>
                    <a:pt x="45882" y="213443"/>
                  </a:lnTo>
                  <a:lnTo>
                    <a:pt x="45007" y="212036"/>
                  </a:lnTo>
                  <a:lnTo>
                    <a:pt x="44990" y="211623"/>
                  </a:lnTo>
                  <a:lnTo>
                    <a:pt x="44487" y="211285"/>
                  </a:lnTo>
                  <a:lnTo>
                    <a:pt x="43560" y="209067"/>
                  </a:lnTo>
                  <a:lnTo>
                    <a:pt x="42411" y="208310"/>
                  </a:lnTo>
                  <a:lnTo>
                    <a:pt x="41805" y="207451"/>
                  </a:lnTo>
                  <a:lnTo>
                    <a:pt x="41062" y="206940"/>
                  </a:lnTo>
                  <a:lnTo>
                    <a:pt x="40216" y="205491"/>
                  </a:lnTo>
                  <a:lnTo>
                    <a:pt x="39581" y="205230"/>
                  </a:lnTo>
                  <a:lnTo>
                    <a:pt x="39468" y="204674"/>
                  </a:lnTo>
                  <a:lnTo>
                    <a:pt x="39742" y="204189"/>
                  </a:lnTo>
                  <a:lnTo>
                    <a:pt x="39585" y="203822"/>
                  </a:lnTo>
                  <a:lnTo>
                    <a:pt x="38805" y="203658"/>
                  </a:lnTo>
                  <a:lnTo>
                    <a:pt x="37537" y="204144"/>
                  </a:lnTo>
                  <a:lnTo>
                    <a:pt x="37226" y="203855"/>
                  </a:lnTo>
                  <a:lnTo>
                    <a:pt x="37595" y="203279"/>
                  </a:lnTo>
                  <a:lnTo>
                    <a:pt x="37888" y="203193"/>
                  </a:lnTo>
                  <a:lnTo>
                    <a:pt x="37878" y="202835"/>
                  </a:lnTo>
                  <a:lnTo>
                    <a:pt x="37371" y="202975"/>
                  </a:lnTo>
                  <a:lnTo>
                    <a:pt x="37115" y="202353"/>
                  </a:lnTo>
                  <a:lnTo>
                    <a:pt x="36316" y="202087"/>
                  </a:lnTo>
                  <a:lnTo>
                    <a:pt x="35892" y="201662"/>
                  </a:lnTo>
                  <a:lnTo>
                    <a:pt x="35848" y="200780"/>
                  </a:lnTo>
                  <a:lnTo>
                    <a:pt x="35676" y="200580"/>
                  </a:lnTo>
                  <a:lnTo>
                    <a:pt x="35209" y="200801"/>
                  </a:lnTo>
                  <a:lnTo>
                    <a:pt x="34589" y="200134"/>
                  </a:lnTo>
                  <a:lnTo>
                    <a:pt x="34515" y="199756"/>
                  </a:lnTo>
                  <a:lnTo>
                    <a:pt x="34212" y="199731"/>
                  </a:lnTo>
                  <a:lnTo>
                    <a:pt x="33744" y="200205"/>
                  </a:lnTo>
                  <a:lnTo>
                    <a:pt x="33178" y="200151"/>
                  </a:lnTo>
                  <a:lnTo>
                    <a:pt x="32506" y="198617"/>
                  </a:lnTo>
                  <a:lnTo>
                    <a:pt x="31762" y="199393"/>
                  </a:lnTo>
                  <a:lnTo>
                    <a:pt x="29759" y="198080"/>
                  </a:lnTo>
                  <a:lnTo>
                    <a:pt x="28817" y="197287"/>
                  </a:lnTo>
                  <a:lnTo>
                    <a:pt x="27491" y="197012"/>
                  </a:lnTo>
                  <a:lnTo>
                    <a:pt x="26768" y="195708"/>
                  </a:lnTo>
                  <a:lnTo>
                    <a:pt x="27128" y="195304"/>
                  </a:lnTo>
                  <a:lnTo>
                    <a:pt x="27168" y="194645"/>
                  </a:lnTo>
                  <a:lnTo>
                    <a:pt x="26632" y="194552"/>
                  </a:lnTo>
                  <a:lnTo>
                    <a:pt x="26253" y="194818"/>
                  </a:lnTo>
                  <a:lnTo>
                    <a:pt x="25499" y="194374"/>
                  </a:lnTo>
                  <a:lnTo>
                    <a:pt x="24716" y="192302"/>
                  </a:lnTo>
                  <a:lnTo>
                    <a:pt x="25014" y="190525"/>
                  </a:lnTo>
                  <a:lnTo>
                    <a:pt x="25714" y="189392"/>
                  </a:lnTo>
                  <a:lnTo>
                    <a:pt x="25628" y="187545"/>
                  </a:lnTo>
                  <a:lnTo>
                    <a:pt x="26485" y="186595"/>
                  </a:lnTo>
                  <a:lnTo>
                    <a:pt x="26285" y="186012"/>
                  </a:lnTo>
                  <a:lnTo>
                    <a:pt x="26762" y="184963"/>
                  </a:lnTo>
                  <a:lnTo>
                    <a:pt x="26673" y="183354"/>
                  </a:lnTo>
                  <a:lnTo>
                    <a:pt x="27007" y="182281"/>
                  </a:lnTo>
                  <a:lnTo>
                    <a:pt x="26834" y="182030"/>
                  </a:lnTo>
                  <a:lnTo>
                    <a:pt x="26953" y="180203"/>
                  </a:lnTo>
                  <a:lnTo>
                    <a:pt x="28363" y="178027"/>
                  </a:lnTo>
                  <a:lnTo>
                    <a:pt x="28423" y="177125"/>
                  </a:lnTo>
                  <a:lnTo>
                    <a:pt x="28124" y="176083"/>
                  </a:lnTo>
                  <a:lnTo>
                    <a:pt x="28540" y="175611"/>
                  </a:lnTo>
                  <a:lnTo>
                    <a:pt x="28563" y="174553"/>
                  </a:lnTo>
                  <a:lnTo>
                    <a:pt x="28873" y="174085"/>
                  </a:lnTo>
                  <a:lnTo>
                    <a:pt x="29512" y="174295"/>
                  </a:lnTo>
                  <a:lnTo>
                    <a:pt x="29550" y="173801"/>
                  </a:lnTo>
                  <a:lnTo>
                    <a:pt x="30311" y="173322"/>
                  </a:lnTo>
                  <a:lnTo>
                    <a:pt x="30405" y="172336"/>
                  </a:lnTo>
                  <a:lnTo>
                    <a:pt x="30843" y="171759"/>
                  </a:lnTo>
                  <a:lnTo>
                    <a:pt x="30651" y="171203"/>
                  </a:lnTo>
                  <a:lnTo>
                    <a:pt x="30944" y="171259"/>
                  </a:lnTo>
                  <a:lnTo>
                    <a:pt x="31043" y="171062"/>
                  </a:lnTo>
                  <a:lnTo>
                    <a:pt x="30844" y="170201"/>
                  </a:lnTo>
                  <a:lnTo>
                    <a:pt x="30350" y="169878"/>
                  </a:lnTo>
                  <a:lnTo>
                    <a:pt x="30723" y="169131"/>
                  </a:lnTo>
                  <a:lnTo>
                    <a:pt x="30389" y="167678"/>
                  </a:lnTo>
                  <a:lnTo>
                    <a:pt x="29343" y="167347"/>
                  </a:lnTo>
                  <a:lnTo>
                    <a:pt x="28978" y="166989"/>
                  </a:lnTo>
                  <a:lnTo>
                    <a:pt x="28902" y="166393"/>
                  </a:lnTo>
                  <a:lnTo>
                    <a:pt x="28136" y="165256"/>
                  </a:lnTo>
                  <a:lnTo>
                    <a:pt x="27824" y="162223"/>
                  </a:lnTo>
                  <a:lnTo>
                    <a:pt x="29127" y="161243"/>
                  </a:lnTo>
                  <a:lnTo>
                    <a:pt x="32032" y="158336"/>
                  </a:lnTo>
                  <a:lnTo>
                    <a:pt x="32547" y="157766"/>
                  </a:lnTo>
                  <a:lnTo>
                    <a:pt x="33263" y="156286"/>
                  </a:lnTo>
                  <a:lnTo>
                    <a:pt x="34368" y="155440"/>
                  </a:lnTo>
                  <a:lnTo>
                    <a:pt x="34501" y="154644"/>
                  </a:lnTo>
                  <a:lnTo>
                    <a:pt x="35621" y="152037"/>
                  </a:lnTo>
                  <a:lnTo>
                    <a:pt x="35507" y="151665"/>
                  </a:lnTo>
                  <a:lnTo>
                    <a:pt x="35809" y="151255"/>
                  </a:lnTo>
                  <a:lnTo>
                    <a:pt x="35490" y="150960"/>
                  </a:lnTo>
                  <a:lnTo>
                    <a:pt x="35665" y="150621"/>
                  </a:lnTo>
                  <a:lnTo>
                    <a:pt x="35394" y="150200"/>
                  </a:lnTo>
                  <a:lnTo>
                    <a:pt x="35382" y="149514"/>
                  </a:lnTo>
                  <a:lnTo>
                    <a:pt x="35656" y="149323"/>
                  </a:lnTo>
                  <a:lnTo>
                    <a:pt x="35732" y="148894"/>
                  </a:lnTo>
                  <a:lnTo>
                    <a:pt x="36083" y="148843"/>
                  </a:lnTo>
                  <a:lnTo>
                    <a:pt x="36980" y="147155"/>
                  </a:lnTo>
                  <a:lnTo>
                    <a:pt x="37088" y="146404"/>
                  </a:lnTo>
                  <a:lnTo>
                    <a:pt x="37872" y="145800"/>
                  </a:lnTo>
                  <a:lnTo>
                    <a:pt x="38303" y="144475"/>
                  </a:lnTo>
                  <a:lnTo>
                    <a:pt x="38772" y="144239"/>
                  </a:lnTo>
                  <a:lnTo>
                    <a:pt x="38821" y="143810"/>
                  </a:lnTo>
                  <a:lnTo>
                    <a:pt x="40266" y="143002"/>
                  </a:lnTo>
                  <a:lnTo>
                    <a:pt x="40713" y="142497"/>
                  </a:lnTo>
                  <a:lnTo>
                    <a:pt x="41086" y="142473"/>
                  </a:lnTo>
                  <a:lnTo>
                    <a:pt x="41897" y="141505"/>
                  </a:lnTo>
                  <a:lnTo>
                    <a:pt x="42303" y="140769"/>
                  </a:lnTo>
                  <a:lnTo>
                    <a:pt x="42133" y="140115"/>
                  </a:lnTo>
                  <a:lnTo>
                    <a:pt x="42331" y="139566"/>
                  </a:lnTo>
                  <a:lnTo>
                    <a:pt x="42283" y="138270"/>
                  </a:lnTo>
                  <a:lnTo>
                    <a:pt x="44805" y="135008"/>
                  </a:lnTo>
                  <a:lnTo>
                    <a:pt x="45032" y="134410"/>
                  </a:lnTo>
                  <a:lnTo>
                    <a:pt x="44792" y="130827"/>
                  </a:lnTo>
                  <a:lnTo>
                    <a:pt x="44061" y="126761"/>
                  </a:lnTo>
                  <a:lnTo>
                    <a:pt x="44831" y="125947"/>
                  </a:lnTo>
                  <a:lnTo>
                    <a:pt x="45365" y="124636"/>
                  </a:lnTo>
                  <a:lnTo>
                    <a:pt x="45466" y="123150"/>
                  </a:lnTo>
                  <a:lnTo>
                    <a:pt x="45242" y="122745"/>
                  </a:lnTo>
                  <a:lnTo>
                    <a:pt x="45327" y="122079"/>
                  </a:lnTo>
                  <a:lnTo>
                    <a:pt x="44983" y="121406"/>
                  </a:lnTo>
                  <a:lnTo>
                    <a:pt x="45149" y="120742"/>
                  </a:lnTo>
                  <a:lnTo>
                    <a:pt x="44879" y="120287"/>
                  </a:lnTo>
                  <a:lnTo>
                    <a:pt x="45087" y="120123"/>
                  </a:lnTo>
                  <a:lnTo>
                    <a:pt x="45068" y="119590"/>
                  </a:lnTo>
                  <a:lnTo>
                    <a:pt x="44657" y="118802"/>
                  </a:lnTo>
                  <a:lnTo>
                    <a:pt x="44740" y="118236"/>
                  </a:lnTo>
                  <a:lnTo>
                    <a:pt x="43944" y="117024"/>
                  </a:lnTo>
                  <a:lnTo>
                    <a:pt x="43934" y="116619"/>
                  </a:lnTo>
                  <a:lnTo>
                    <a:pt x="43428" y="116183"/>
                  </a:lnTo>
                  <a:lnTo>
                    <a:pt x="42667" y="114330"/>
                  </a:lnTo>
                  <a:lnTo>
                    <a:pt x="42649" y="112985"/>
                  </a:lnTo>
                  <a:lnTo>
                    <a:pt x="42386" y="112769"/>
                  </a:lnTo>
                  <a:lnTo>
                    <a:pt x="42468" y="111925"/>
                  </a:lnTo>
                  <a:lnTo>
                    <a:pt x="42734" y="111739"/>
                  </a:lnTo>
                  <a:lnTo>
                    <a:pt x="42616" y="111578"/>
                  </a:lnTo>
                  <a:lnTo>
                    <a:pt x="42847" y="111094"/>
                  </a:lnTo>
                  <a:lnTo>
                    <a:pt x="42773" y="110003"/>
                  </a:lnTo>
                  <a:lnTo>
                    <a:pt x="43735" y="108527"/>
                  </a:lnTo>
                  <a:lnTo>
                    <a:pt x="44151" y="108317"/>
                  </a:lnTo>
                  <a:lnTo>
                    <a:pt x="44189" y="107608"/>
                  </a:lnTo>
                  <a:lnTo>
                    <a:pt x="46791" y="105877"/>
                  </a:lnTo>
                  <a:lnTo>
                    <a:pt x="48201" y="103936"/>
                  </a:lnTo>
                  <a:lnTo>
                    <a:pt x="48862" y="103963"/>
                  </a:lnTo>
                  <a:lnTo>
                    <a:pt x="49224" y="103557"/>
                  </a:lnTo>
                  <a:lnTo>
                    <a:pt x="50508" y="103006"/>
                  </a:lnTo>
                  <a:lnTo>
                    <a:pt x="51340" y="103071"/>
                  </a:lnTo>
                  <a:lnTo>
                    <a:pt x="52471" y="102680"/>
                  </a:lnTo>
                  <a:lnTo>
                    <a:pt x="54125" y="101202"/>
                  </a:lnTo>
                  <a:lnTo>
                    <a:pt x="54633" y="101403"/>
                  </a:lnTo>
                  <a:lnTo>
                    <a:pt x="55322" y="101177"/>
                  </a:lnTo>
                  <a:lnTo>
                    <a:pt x="57605" y="102041"/>
                  </a:lnTo>
                  <a:lnTo>
                    <a:pt x="58566" y="101855"/>
                  </a:lnTo>
                  <a:lnTo>
                    <a:pt x="59030" y="101495"/>
                  </a:lnTo>
                  <a:lnTo>
                    <a:pt x="61872" y="99128"/>
                  </a:lnTo>
                  <a:lnTo>
                    <a:pt x="62337" y="98260"/>
                  </a:lnTo>
                  <a:lnTo>
                    <a:pt x="63121" y="97575"/>
                  </a:lnTo>
                  <a:lnTo>
                    <a:pt x="63583" y="96642"/>
                  </a:lnTo>
                  <a:lnTo>
                    <a:pt x="63147" y="95203"/>
                  </a:lnTo>
                  <a:lnTo>
                    <a:pt x="63447" y="93880"/>
                  </a:lnTo>
                  <a:lnTo>
                    <a:pt x="64548" y="92642"/>
                  </a:lnTo>
                  <a:lnTo>
                    <a:pt x="65549" y="92113"/>
                  </a:lnTo>
                  <a:lnTo>
                    <a:pt x="66819" y="91986"/>
                  </a:lnTo>
                  <a:lnTo>
                    <a:pt x="68191" y="91079"/>
                  </a:lnTo>
                  <a:lnTo>
                    <a:pt x="68536" y="89925"/>
                  </a:lnTo>
                  <a:lnTo>
                    <a:pt x="68412" y="87830"/>
                  </a:lnTo>
                  <a:lnTo>
                    <a:pt x="67531" y="87258"/>
                  </a:lnTo>
                  <a:lnTo>
                    <a:pt x="66670" y="87121"/>
                  </a:lnTo>
                  <a:lnTo>
                    <a:pt x="66627" y="86767"/>
                  </a:lnTo>
                  <a:lnTo>
                    <a:pt x="66868" y="86560"/>
                  </a:lnTo>
                  <a:lnTo>
                    <a:pt x="66746" y="86211"/>
                  </a:lnTo>
                  <a:lnTo>
                    <a:pt x="66440" y="86178"/>
                  </a:lnTo>
                  <a:lnTo>
                    <a:pt x="66365" y="85686"/>
                  </a:lnTo>
                  <a:lnTo>
                    <a:pt x="66050" y="85460"/>
                  </a:lnTo>
                  <a:lnTo>
                    <a:pt x="65595" y="85544"/>
                  </a:lnTo>
                  <a:lnTo>
                    <a:pt x="65428" y="85338"/>
                  </a:lnTo>
                  <a:lnTo>
                    <a:pt x="65608" y="84975"/>
                  </a:lnTo>
                  <a:lnTo>
                    <a:pt x="65253" y="84470"/>
                  </a:lnTo>
                  <a:lnTo>
                    <a:pt x="65086" y="83299"/>
                  </a:lnTo>
                  <a:lnTo>
                    <a:pt x="63264" y="81708"/>
                  </a:lnTo>
                  <a:lnTo>
                    <a:pt x="62082" y="80115"/>
                  </a:lnTo>
                  <a:lnTo>
                    <a:pt x="63552" y="79040"/>
                  </a:lnTo>
                  <a:lnTo>
                    <a:pt x="63896" y="79005"/>
                  </a:lnTo>
                  <a:lnTo>
                    <a:pt x="66213" y="77119"/>
                  </a:lnTo>
                  <a:lnTo>
                    <a:pt x="67842" y="74914"/>
                  </a:lnTo>
                  <a:lnTo>
                    <a:pt x="67764" y="74647"/>
                  </a:lnTo>
                  <a:lnTo>
                    <a:pt x="70145" y="72561"/>
                  </a:lnTo>
                  <a:lnTo>
                    <a:pt x="71980" y="72801"/>
                  </a:lnTo>
                  <a:lnTo>
                    <a:pt x="74622" y="71881"/>
                  </a:lnTo>
                  <a:lnTo>
                    <a:pt x="76581" y="71697"/>
                  </a:lnTo>
                  <a:lnTo>
                    <a:pt x="76833" y="71427"/>
                  </a:lnTo>
                  <a:lnTo>
                    <a:pt x="77526" y="71282"/>
                  </a:lnTo>
                  <a:lnTo>
                    <a:pt x="79613" y="71385"/>
                  </a:lnTo>
                  <a:lnTo>
                    <a:pt x="82558" y="71008"/>
                  </a:lnTo>
                  <a:lnTo>
                    <a:pt x="83714" y="71640"/>
                  </a:lnTo>
                  <a:lnTo>
                    <a:pt x="84573" y="70694"/>
                  </a:lnTo>
                  <a:lnTo>
                    <a:pt x="85418" y="68928"/>
                  </a:lnTo>
                  <a:lnTo>
                    <a:pt x="86807" y="67668"/>
                  </a:lnTo>
                  <a:lnTo>
                    <a:pt x="86791" y="65686"/>
                  </a:lnTo>
                  <a:lnTo>
                    <a:pt x="87322" y="65170"/>
                  </a:lnTo>
                  <a:lnTo>
                    <a:pt x="87430" y="64486"/>
                  </a:lnTo>
                  <a:lnTo>
                    <a:pt x="87191" y="63700"/>
                  </a:lnTo>
                  <a:lnTo>
                    <a:pt x="87339" y="63077"/>
                  </a:lnTo>
                  <a:lnTo>
                    <a:pt x="86994" y="61944"/>
                  </a:lnTo>
                  <a:lnTo>
                    <a:pt x="87483" y="61462"/>
                  </a:lnTo>
                  <a:lnTo>
                    <a:pt x="87454" y="61104"/>
                  </a:lnTo>
                  <a:lnTo>
                    <a:pt x="86899" y="60401"/>
                  </a:lnTo>
                  <a:lnTo>
                    <a:pt x="86965" y="59929"/>
                  </a:lnTo>
                  <a:lnTo>
                    <a:pt x="86615" y="59179"/>
                  </a:lnTo>
                  <a:lnTo>
                    <a:pt x="85804" y="58422"/>
                  </a:lnTo>
                  <a:lnTo>
                    <a:pt x="85795" y="58027"/>
                  </a:lnTo>
                  <a:lnTo>
                    <a:pt x="85214" y="57941"/>
                  </a:lnTo>
                  <a:lnTo>
                    <a:pt x="85344" y="57368"/>
                  </a:lnTo>
                  <a:lnTo>
                    <a:pt x="84766" y="56667"/>
                  </a:lnTo>
                  <a:lnTo>
                    <a:pt x="84840" y="55925"/>
                  </a:lnTo>
                  <a:lnTo>
                    <a:pt x="84322" y="55422"/>
                  </a:lnTo>
                  <a:lnTo>
                    <a:pt x="84607" y="55263"/>
                  </a:lnTo>
                  <a:lnTo>
                    <a:pt x="84200" y="54335"/>
                  </a:lnTo>
                  <a:lnTo>
                    <a:pt x="83884" y="54095"/>
                  </a:lnTo>
                  <a:lnTo>
                    <a:pt x="83857" y="53243"/>
                  </a:lnTo>
                  <a:lnTo>
                    <a:pt x="83502" y="52977"/>
                  </a:lnTo>
                  <a:lnTo>
                    <a:pt x="83475" y="52356"/>
                  </a:lnTo>
                  <a:lnTo>
                    <a:pt x="83024" y="51715"/>
                  </a:lnTo>
                  <a:lnTo>
                    <a:pt x="83069" y="51051"/>
                  </a:lnTo>
                  <a:lnTo>
                    <a:pt x="82492" y="49915"/>
                  </a:lnTo>
                  <a:lnTo>
                    <a:pt x="82010" y="48122"/>
                  </a:lnTo>
                  <a:lnTo>
                    <a:pt x="83671" y="46551"/>
                  </a:lnTo>
                  <a:lnTo>
                    <a:pt x="84385" y="46235"/>
                  </a:lnTo>
                  <a:lnTo>
                    <a:pt x="85722" y="44628"/>
                  </a:lnTo>
                  <a:lnTo>
                    <a:pt x="86631" y="41701"/>
                  </a:lnTo>
                  <a:lnTo>
                    <a:pt x="86375" y="40014"/>
                  </a:lnTo>
                  <a:lnTo>
                    <a:pt x="86772" y="37343"/>
                  </a:lnTo>
                  <a:lnTo>
                    <a:pt x="87746" y="39387"/>
                  </a:lnTo>
                  <a:lnTo>
                    <a:pt x="89624" y="41660"/>
                  </a:lnTo>
                  <a:lnTo>
                    <a:pt x="90130" y="42923"/>
                  </a:lnTo>
                  <a:lnTo>
                    <a:pt x="91120" y="44205"/>
                  </a:lnTo>
                  <a:lnTo>
                    <a:pt x="94726" y="47503"/>
                  </a:lnTo>
                  <a:lnTo>
                    <a:pt x="95420" y="47907"/>
                  </a:lnTo>
                  <a:lnTo>
                    <a:pt x="97257" y="48878"/>
                  </a:lnTo>
                  <a:lnTo>
                    <a:pt x="98015" y="49924"/>
                  </a:lnTo>
                  <a:lnTo>
                    <a:pt x="99180" y="50719"/>
                  </a:lnTo>
                  <a:lnTo>
                    <a:pt x="100620" y="52132"/>
                  </a:lnTo>
                  <a:lnTo>
                    <a:pt x="102467" y="50946"/>
                  </a:lnTo>
                  <a:lnTo>
                    <a:pt x="103295" y="50090"/>
                  </a:lnTo>
                  <a:lnTo>
                    <a:pt x="103791" y="50214"/>
                  </a:lnTo>
                  <a:lnTo>
                    <a:pt x="105753" y="48470"/>
                  </a:lnTo>
                  <a:lnTo>
                    <a:pt x="106913" y="48807"/>
                  </a:lnTo>
                  <a:lnTo>
                    <a:pt x="109243" y="48235"/>
                  </a:lnTo>
                  <a:lnTo>
                    <a:pt x="109696" y="48747"/>
                  </a:lnTo>
                  <a:lnTo>
                    <a:pt x="109584" y="49608"/>
                  </a:lnTo>
                  <a:lnTo>
                    <a:pt x="111670" y="49982"/>
                  </a:lnTo>
                  <a:lnTo>
                    <a:pt x="112188" y="49027"/>
                  </a:lnTo>
                  <a:lnTo>
                    <a:pt x="112222" y="48180"/>
                  </a:lnTo>
                  <a:lnTo>
                    <a:pt x="112528" y="47658"/>
                  </a:lnTo>
                  <a:lnTo>
                    <a:pt x="116070" y="47314"/>
                  </a:lnTo>
                  <a:lnTo>
                    <a:pt x="118668" y="46663"/>
                  </a:lnTo>
                  <a:lnTo>
                    <a:pt x="120639" y="45424"/>
                  </a:lnTo>
                  <a:lnTo>
                    <a:pt x="121280" y="44639"/>
                  </a:lnTo>
                  <a:lnTo>
                    <a:pt x="121681" y="43378"/>
                  </a:lnTo>
                  <a:lnTo>
                    <a:pt x="123544" y="40649"/>
                  </a:lnTo>
                  <a:lnTo>
                    <a:pt x="123840" y="38903"/>
                  </a:lnTo>
                  <a:lnTo>
                    <a:pt x="124670" y="36277"/>
                  </a:lnTo>
                  <a:lnTo>
                    <a:pt x="124711" y="30654"/>
                  </a:lnTo>
                  <a:lnTo>
                    <a:pt x="125403" y="27835"/>
                  </a:lnTo>
                  <a:lnTo>
                    <a:pt x="126600" y="24728"/>
                  </a:lnTo>
                  <a:lnTo>
                    <a:pt x="127500" y="22278"/>
                  </a:lnTo>
                  <a:lnTo>
                    <a:pt x="128546" y="21092"/>
                  </a:lnTo>
                  <a:lnTo>
                    <a:pt x="129243" y="19667"/>
                  </a:lnTo>
                  <a:lnTo>
                    <a:pt x="129826" y="19322"/>
                  </a:lnTo>
                  <a:lnTo>
                    <a:pt x="132361" y="19096"/>
                  </a:lnTo>
                  <a:lnTo>
                    <a:pt x="133479" y="17577"/>
                  </a:lnTo>
                  <a:lnTo>
                    <a:pt x="134606" y="13042"/>
                  </a:lnTo>
                  <a:lnTo>
                    <a:pt x="135121" y="12123"/>
                  </a:lnTo>
                  <a:lnTo>
                    <a:pt x="135404" y="9335"/>
                  </a:lnTo>
                  <a:lnTo>
                    <a:pt x="136628" y="8203"/>
                  </a:lnTo>
                  <a:lnTo>
                    <a:pt x="137143" y="6763"/>
                  </a:lnTo>
                  <a:lnTo>
                    <a:pt x="136799" y="5088"/>
                  </a:lnTo>
                  <a:lnTo>
                    <a:pt x="137273" y="3990"/>
                  </a:lnTo>
                  <a:lnTo>
                    <a:pt x="137152" y="2046"/>
                  </a:lnTo>
                  <a:lnTo>
                    <a:pt x="137974" y="95"/>
                  </a:lnTo>
                  <a:lnTo>
                    <a:pt x="138290" y="0"/>
                  </a:lnTo>
                  <a:lnTo>
                    <a:pt x="138806" y="950"/>
                  </a:lnTo>
                  <a:lnTo>
                    <a:pt x="140389" y="2606"/>
                  </a:lnTo>
                  <a:lnTo>
                    <a:pt x="145103" y="5953"/>
                  </a:lnTo>
                  <a:lnTo>
                    <a:pt x="146562" y="6384"/>
                  </a:lnTo>
                  <a:lnTo>
                    <a:pt x="147342" y="6388"/>
                  </a:lnTo>
                  <a:lnTo>
                    <a:pt x="149100" y="7265"/>
                  </a:lnTo>
                  <a:lnTo>
                    <a:pt x="149963" y="7050"/>
                  </a:lnTo>
                  <a:lnTo>
                    <a:pt x="150636" y="7141"/>
                  </a:lnTo>
                  <a:lnTo>
                    <a:pt x="152253" y="8095"/>
                  </a:lnTo>
                  <a:lnTo>
                    <a:pt x="152723" y="8641"/>
                  </a:lnTo>
                  <a:lnTo>
                    <a:pt x="156196" y="11090"/>
                  </a:lnTo>
                  <a:lnTo>
                    <a:pt x="157379" y="11638"/>
                  </a:lnTo>
                  <a:lnTo>
                    <a:pt x="158100" y="11938"/>
                  </a:lnTo>
                  <a:lnTo>
                    <a:pt x="161757" y="11839"/>
                  </a:lnTo>
                  <a:lnTo>
                    <a:pt x="163995" y="12184"/>
                  </a:lnTo>
                  <a:lnTo>
                    <a:pt x="166082" y="12016"/>
                  </a:lnTo>
                  <a:lnTo>
                    <a:pt x="167374" y="12224"/>
                  </a:lnTo>
                  <a:lnTo>
                    <a:pt x="169273" y="12917"/>
                  </a:lnTo>
                  <a:lnTo>
                    <a:pt x="170589" y="12983"/>
                  </a:lnTo>
                  <a:lnTo>
                    <a:pt x="174463" y="16119"/>
                  </a:lnTo>
                  <a:lnTo>
                    <a:pt x="175339" y="16194"/>
                  </a:lnTo>
                  <a:lnTo>
                    <a:pt x="176775" y="15818"/>
                  </a:lnTo>
                  <a:lnTo>
                    <a:pt x="178890" y="16117"/>
                  </a:lnTo>
                  <a:lnTo>
                    <a:pt x="180594" y="17212"/>
                  </a:lnTo>
                  <a:lnTo>
                    <a:pt x="182108" y="19094"/>
                  </a:lnTo>
                  <a:lnTo>
                    <a:pt x="182887" y="19521"/>
                  </a:lnTo>
                  <a:lnTo>
                    <a:pt x="189041" y="18600"/>
                  </a:lnTo>
                  <a:lnTo>
                    <a:pt x="192517" y="18887"/>
                  </a:lnTo>
                  <a:lnTo>
                    <a:pt x="193830" y="19778"/>
                  </a:lnTo>
                  <a:lnTo>
                    <a:pt x="196230" y="20731"/>
                  </a:lnTo>
                  <a:lnTo>
                    <a:pt x="197383" y="20523"/>
                  </a:lnTo>
                  <a:lnTo>
                    <a:pt x="199013" y="20963"/>
                  </a:lnTo>
                  <a:lnTo>
                    <a:pt x="200662" y="20692"/>
                  </a:lnTo>
                  <a:lnTo>
                    <a:pt x="201572" y="21014"/>
                  </a:lnTo>
                  <a:lnTo>
                    <a:pt x="202172" y="21339"/>
                  </a:lnTo>
                  <a:lnTo>
                    <a:pt x="202995" y="22820"/>
                  </a:lnTo>
                  <a:lnTo>
                    <a:pt x="204528" y="24007"/>
                  </a:lnTo>
                  <a:lnTo>
                    <a:pt x="204923" y="26666"/>
                  </a:lnTo>
                  <a:lnTo>
                    <a:pt x="205273" y="27608"/>
                  </a:lnTo>
                  <a:lnTo>
                    <a:pt x="207411" y="29227"/>
                  </a:lnTo>
                  <a:lnTo>
                    <a:pt x="209951" y="33604"/>
                  </a:lnTo>
                  <a:lnTo>
                    <a:pt x="212657" y="34037"/>
                  </a:lnTo>
                  <a:lnTo>
                    <a:pt x="214103" y="33626"/>
                  </a:lnTo>
                  <a:lnTo>
                    <a:pt x="215189" y="32596"/>
                  </a:lnTo>
                  <a:lnTo>
                    <a:pt x="215615" y="32572"/>
                  </a:lnTo>
                  <a:lnTo>
                    <a:pt x="216890" y="33373"/>
                  </a:lnTo>
                  <a:lnTo>
                    <a:pt x="217664" y="34658"/>
                  </a:lnTo>
                  <a:lnTo>
                    <a:pt x="219172" y="35427"/>
                  </a:lnTo>
                  <a:lnTo>
                    <a:pt x="219968" y="36791"/>
                  </a:lnTo>
                  <a:lnTo>
                    <a:pt x="220418" y="37006"/>
                  </a:lnTo>
                  <a:lnTo>
                    <a:pt x="221374" y="36953"/>
                  </a:lnTo>
                  <a:lnTo>
                    <a:pt x="223865" y="36837"/>
                  </a:lnTo>
                  <a:lnTo>
                    <a:pt x="225372" y="35836"/>
                  </a:lnTo>
                  <a:lnTo>
                    <a:pt x="226279" y="35635"/>
                  </a:lnTo>
                  <a:lnTo>
                    <a:pt x="229275" y="37087"/>
                  </a:lnTo>
                  <a:lnTo>
                    <a:pt x="230314" y="38010"/>
                  </a:lnTo>
                  <a:lnTo>
                    <a:pt x="230988" y="37919"/>
                  </a:lnTo>
                  <a:lnTo>
                    <a:pt x="231715" y="35378"/>
                  </a:lnTo>
                  <a:lnTo>
                    <a:pt x="232999" y="33740"/>
                  </a:lnTo>
                  <a:lnTo>
                    <a:pt x="235040" y="32575"/>
                  </a:lnTo>
                  <a:lnTo>
                    <a:pt x="236391" y="31113"/>
                  </a:lnTo>
                  <a:lnTo>
                    <a:pt x="238037" y="28344"/>
                  </a:lnTo>
                  <a:lnTo>
                    <a:pt x="238104" y="27688"/>
                  </a:lnTo>
                  <a:lnTo>
                    <a:pt x="237518" y="25650"/>
                  </a:lnTo>
                  <a:lnTo>
                    <a:pt x="238752" y="25456"/>
                  </a:lnTo>
                  <a:lnTo>
                    <a:pt x="241453" y="26930"/>
                  </a:lnTo>
                  <a:lnTo>
                    <a:pt x="241463" y="27206"/>
                  </a:lnTo>
                  <a:lnTo>
                    <a:pt x="242164" y="27920"/>
                  </a:lnTo>
                  <a:lnTo>
                    <a:pt x="243785" y="28910"/>
                  </a:lnTo>
                  <a:lnTo>
                    <a:pt x="244381" y="29555"/>
                  </a:lnTo>
                  <a:lnTo>
                    <a:pt x="247210" y="30736"/>
                  </a:lnTo>
                  <a:lnTo>
                    <a:pt x="247870" y="31400"/>
                  </a:lnTo>
                  <a:lnTo>
                    <a:pt x="247998" y="32264"/>
                  </a:lnTo>
                  <a:lnTo>
                    <a:pt x="248408" y="32895"/>
                  </a:lnTo>
                  <a:lnTo>
                    <a:pt x="248653" y="32772"/>
                  </a:lnTo>
                  <a:lnTo>
                    <a:pt x="249083" y="31753"/>
                  </a:lnTo>
                  <a:lnTo>
                    <a:pt x="250244" y="31801"/>
                  </a:lnTo>
                  <a:lnTo>
                    <a:pt x="251620" y="31532"/>
                  </a:lnTo>
                  <a:lnTo>
                    <a:pt x="254478" y="32234"/>
                  </a:lnTo>
                  <a:lnTo>
                    <a:pt x="256682" y="33591"/>
                  </a:lnTo>
                  <a:lnTo>
                    <a:pt x="259102" y="34735"/>
                  </a:lnTo>
                  <a:lnTo>
                    <a:pt x="260346" y="36058"/>
                  </a:lnTo>
                  <a:lnTo>
                    <a:pt x="260958" y="36274"/>
                  </a:lnTo>
                  <a:lnTo>
                    <a:pt x="261839" y="37076"/>
                  </a:lnTo>
                  <a:lnTo>
                    <a:pt x="262574" y="37382"/>
                  </a:lnTo>
                  <a:lnTo>
                    <a:pt x="264843" y="37578"/>
                  </a:lnTo>
                  <a:lnTo>
                    <a:pt x="266128" y="39327"/>
                  </a:lnTo>
                  <a:lnTo>
                    <a:pt x="268121" y="39905"/>
                  </a:lnTo>
                  <a:lnTo>
                    <a:pt x="269181" y="40608"/>
                  </a:lnTo>
                  <a:lnTo>
                    <a:pt x="270505" y="40910"/>
                  </a:lnTo>
                  <a:lnTo>
                    <a:pt x="272458" y="42243"/>
                  </a:lnTo>
                  <a:lnTo>
                    <a:pt x="276427" y="43855"/>
                  </a:lnTo>
                  <a:lnTo>
                    <a:pt x="279476" y="45860"/>
                  </a:lnTo>
                  <a:lnTo>
                    <a:pt x="281247" y="48938"/>
                  </a:lnTo>
                  <a:lnTo>
                    <a:pt x="281943" y="49563"/>
                  </a:lnTo>
                  <a:lnTo>
                    <a:pt x="284546" y="50517"/>
                  </a:lnTo>
                  <a:lnTo>
                    <a:pt x="287068" y="52884"/>
                  </a:lnTo>
                  <a:lnTo>
                    <a:pt x="288971" y="53762"/>
                  </a:lnTo>
                  <a:lnTo>
                    <a:pt x="291417" y="57073"/>
                  </a:lnTo>
                  <a:lnTo>
                    <a:pt x="292531" y="57451"/>
                  </a:lnTo>
                  <a:lnTo>
                    <a:pt x="294285" y="57625"/>
                  </a:lnTo>
                  <a:lnTo>
                    <a:pt x="297316" y="59125"/>
                  </a:lnTo>
                  <a:lnTo>
                    <a:pt x="297884" y="59543"/>
                  </a:lnTo>
                  <a:lnTo>
                    <a:pt x="301094" y="63340"/>
                  </a:lnTo>
                  <a:lnTo>
                    <a:pt x="302774" y="64590"/>
                  </a:lnTo>
                  <a:lnTo>
                    <a:pt x="303289" y="64695"/>
                  </a:lnTo>
                  <a:lnTo>
                    <a:pt x="303648" y="64515"/>
                  </a:lnTo>
                  <a:lnTo>
                    <a:pt x="304783" y="65008"/>
                  </a:lnTo>
                  <a:lnTo>
                    <a:pt x="307745" y="65512"/>
                  </a:lnTo>
                  <a:lnTo>
                    <a:pt x="310598" y="65544"/>
                  </a:lnTo>
                  <a:lnTo>
                    <a:pt x="313062" y="65944"/>
                  </a:lnTo>
                  <a:lnTo>
                    <a:pt x="315058" y="66817"/>
                  </a:lnTo>
                  <a:lnTo>
                    <a:pt x="318140" y="67381"/>
                  </a:lnTo>
                  <a:lnTo>
                    <a:pt x="321040" y="67698"/>
                  </a:lnTo>
                  <a:lnTo>
                    <a:pt x="321943" y="67589"/>
                  </a:lnTo>
                  <a:lnTo>
                    <a:pt x="325473" y="66754"/>
                  </a:lnTo>
                  <a:lnTo>
                    <a:pt x="329336" y="65520"/>
                  </a:lnTo>
                  <a:lnTo>
                    <a:pt x="332099" y="63536"/>
                  </a:lnTo>
                  <a:lnTo>
                    <a:pt x="333491" y="63565"/>
                  </a:lnTo>
                  <a:lnTo>
                    <a:pt x="336667" y="61237"/>
                  </a:lnTo>
                  <a:lnTo>
                    <a:pt x="341281" y="60158"/>
                  </a:lnTo>
                  <a:lnTo>
                    <a:pt x="346314" y="58478"/>
                  </a:lnTo>
                  <a:lnTo>
                    <a:pt x="352054" y="53102"/>
                  </a:lnTo>
                  <a:lnTo>
                    <a:pt x="354810" y="52462"/>
                  </a:lnTo>
                  <a:lnTo>
                    <a:pt x="358899" y="51130"/>
                  </a:lnTo>
                  <a:lnTo>
                    <a:pt x="359477" y="50566"/>
                  </a:lnTo>
                  <a:lnTo>
                    <a:pt x="360455" y="50258"/>
                  </a:lnTo>
                  <a:lnTo>
                    <a:pt x="361466" y="49481"/>
                  </a:lnTo>
                  <a:lnTo>
                    <a:pt x="363660" y="48902"/>
                  </a:lnTo>
                  <a:lnTo>
                    <a:pt x="365546" y="48723"/>
                  </a:lnTo>
                  <a:lnTo>
                    <a:pt x="369591" y="49193"/>
                  </a:lnTo>
                  <a:lnTo>
                    <a:pt x="372358" y="50797"/>
                  </a:lnTo>
                  <a:lnTo>
                    <a:pt x="376344" y="51817"/>
                  </a:lnTo>
                  <a:lnTo>
                    <a:pt x="381371" y="53717"/>
                  </a:lnTo>
                  <a:lnTo>
                    <a:pt x="386578" y="56015"/>
                  </a:lnTo>
                  <a:lnTo>
                    <a:pt x="387904" y="56138"/>
                  </a:lnTo>
                  <a:lnTo>
                    <a:pt x="388359" y="56581"/>
                  </a:lnTo>
                  <a:lnTo>
                    <a:pt x="388865" y="57169"/>
                  </a:lnTo>
                  <a:lnTo>
                    <a:pt x="389516" y="60380"/>
                  </a:lnTo>
                  <a:lnTo>
                    <a:pt x="393089" y="68163"/>
                  </a:lnTo>
                  <a:lnTo>
                    <a:pt x="397053" y="82459"/>
                  </a:lnTo>
                  <a:lnTo>
                    <a:pt x="399431" y="83335"/>
                  </a:lnTo>
                  <a:lnTo>
                    <a:pt x="401565" y="83374"/>
                  </a:lnTo>
                  <a:lnTo>
                    <a:pt x="407351" y="82829"/>
                  </a:lnTo>
                  <a:lnTo>
                    <a:pt x="408459" y="82533"/>
                  </a:lnTo>
                  <a:lnTo>
                    <a:pt x="409920" y="81691"/>
                  </a:lnTo>
                  <a:lnTo>
                    <a:pt x="411728" y="83662"/>
                  </a:lnTo>
                  <a:lnTo>
                    <a:pt x="409071" y="87855"/>
                  </a:lnTo>
                  <a:lnTo>
                    <a:pt x="409854" y="88753"/>
                  </a:lnTo>
                  <a:lnTo>
                    <a:pt x="409219" y="90432"/>
                  </a:lnTo>
                  <a:lnTo>
                    <a:pt x="406724" y="92725"/>
                  </a:lnTo>
                  <a:lnTo>
                    <a:pt x="405543" y="94339"/>
                  </a:lnTo>
                  <a:lnTo>
                    <a:pt x="405275" y="95146"/>
                  </a:lnTo>
                  <a:lnTo>
                    <a:pt x="404974" y="95218"/>
                  </a:lnTo>
                  <a:lnTo>
                    <a:pt x="405292" y="96512"/>
                  </a:lnTo>
                  <a:lnTo>
                    <a:pt x="405071" y="97674"/>
                  </a:lnTo>
                  <a:lnTo>
                    <a:pt x="405482" y="98313"/>
                  </a:lnTo>
                  <a:lnTo>
                    <a:pt x="405999" y="98636"/>
                  </a:lnTo>
                  <a:lnTo>
                    <a:pt x="407934" y="102227"/>
                  </a:lnTo>
                  <a:lnTo>
                    <a:pt x="408715" y="103140"/>
                  </a:lnTo>
                  <a:lnTo>
                    <a:pt x="410658" y="108736"/>
                  </a:lnTo>
                  <a:lnTo>
                    <a:pt x="413655" y="114918"/>
                  </a:lnTo>
                  <a:lnTo>
                    <a:pt x="415356" y="119178"/>
                  </a:lnTo>
                  <a:lnTo>
                    <a:pt x="415547" y="119882"/>
                  </a:lnTo>
                  <a:lnTo>
                    <a:pt x="415640" y="125070"/>
                  </a:lnTo>
                  <a:lnTo>
                    <a:pt x="414434" y="128503"/>
                  </a:lnTo>
                  <a:lnTo>
                    <a:pt x="413669" y="129615"/>
                  </a:lnTo>
                  <a:lnTo>
                    <a:pt x="411753" y="131008"/>
                  </a:lnTo>
                  <a:lnTo>
                    <a:pt x="411642" y="132823"/>
                  </a:lnTo>
                  <a:lnTo>
                    <a:pt x="412117" y="135445"/>
                  </a:lnTo>
                  <a:lnTo>
                    <a:pt x="411795" y="137104"/>
                  </a:lnTo>
                  <a:lnTo>
                    <a:pt x="408917" y="139048"/>
                  </a:lnTo>
                  <a:lnTo>
                    <a:pt x="408255" y="139930"/>
                  </a:lnTo>
                  <a:lnTo>
                    <a:pt x="406732" y="140514"/>
                  </a:lnTo>
                  <a:lnTo>
                    <a:pt x="404465" y="140539"/>
                  </a:lnTo>
                  <a:lnTo>
                    <a:pt x="403466" y="141640"/>
                  </a:lnTo>
                  <a:lnTo>
                    <a:pt x="403480" y="142217"/>
                  </a:lnTo>
                  <a:lnTo>
                    <a:pt x="403849" y="142995"/>
                  </a:lnTo>
                  <a:lnTo>
                    <a:pt x="404836" y="143963"/>
                  </a:lnTo>
                  <a:lnTo>
                    <a:pt x="405262" y="145596"/>
                  </a:lnTo>
                  <a:lnTo>
                    <a:pt x="407886" y="147513"/>
                  </a:lnTo>
                  <a:lnTo>
                    <a:pt x="409159" y="147973"/>
                  </a:lnTo>
                  <a:lnTo>
                    <a:pt x="409809" y="149380"/>
                  </a:lnTo>
                  <a:lnTo>
                    <a:pt x="409823" y="151007"/>
                  </a:lnTo>
                  <a:lnTo>
                    <a:pt x="411007" y="152286"/>
                  </a:lnTo>
                  <a:lnTo>
                    <a:pt x="411738" y="154165"/>
                  </a:lnTo>
                  <a:lnTo>
                    <a:pt x="413354" y="155263"/>
                  </a:lnTo>
                  <a:lnTo>
                    <a:pt x="414978" y="155625"/>
                  </a:lnTo>
                  <a:lnTo>
                    <a:pt x="415482" y="155493"/>
                  </a:lnTo>
                  <a:lnTo>
                    <a:pt x="417999" y="154347"/>
                  </a:lnTo>
                  <a:lnTo>
                    <a:pt x="418809" y="153609"/>
                  </a:lnTo>
                  <a:lnTo>
                    <a:pt x="419828" y="153080"/>
                  </a:lnTo>
                  <a:lnTo>
                    <a:pt x="421867" y="153270"/>
                  </a:lnTo>
                  <a:lnTo>
                    <a:pt x="426366" y="152403"/>
                  </a:lnTo>
                  <a:lnTo>
                    <a:pt x="426097" y="153302"/>
                  </a:lnTo>
                  <a:lnTo>
                    <a:pt x="428901" y="153303"/>
                  </a:lnTo>
                  <a:lnTo>
                    <a:pt x="431742" y="155070"/>
                  </a:lnTo>
                  <a:lnTo>
                    <a:pt x="434098" y="157483"/>
                  </a:lnTo>
                  <a:lnTo>
                    <a:pt x="433869" y="157736"/>
                  </a:lnTo>
                  <a:lnTo>
                    <a:pt x="433758" y="159602"/>
                  </a:lnTo>
                  <a:lnTo>
                    <a:pt x="433247" y="161262"/>
                  </a:lnTo>
                  <a:lnTo>
                    <a:pt x="434755" y="163437"/>
                  </a:lnTo>
                  <a:lnTo>
                    <a:pt x="435163" y="164668"/>
                  </a:lnTo>
                  <a:lnTo>
                    <a:pt x="436880" y="166077"/>
                  </a:lnTo>
                  <a:lnTo>
                    <a:pt x="437663" y="167347"/>
                  </a:lnTo>
                  <a:lnTo>
                    <a:pt x="438631" y="170266"/>
                  </a:lnTo>
                  <a:lnTo>
                    <a:pt x="442653" y="176609"/>
                  </a:lnTo>
                  <a:lnTo>
                    <a:pt x="445653" y="175415"/>
                  </a:lnTo>
                  <a:lnTo>
                    <a:pt x="447428" y="176521"/>
                  </a:lnTo>
                  <a:lnTo>
                    <a:pt x="449058" y="176169"/>
                  </a:lnTo>
                  <a:lnTo>
                    <a:pt x="449549" y="178123"/>
                  </a:lnTo>
                  <a:lnTo>
                    <a:pt x="451152" y="181415"/>
                  </a:lnTo>
                  <a:lnTo>
                    <a:pt x="453288" y="180828"/>
                  </a:lnTo>
                  <a:lnTo>
                    <a:pt x="454795" y="179903"/>
                  </a:lnTo>
                  <a:lnTo>
                    <a:pt x="454990" y="180230"/>
                  </a:lnTo>
                  <a:lnTo>
                    <a:pt x="455734" y="179845"/>
                  </a:lnTo>
                  <a:lnTo>
                    <a:pt x="456867" y="180052"/>
                  </a:lnTo>
                  <a:lnTo>
                    <a:pt x="458115" y="182029"/>
                  </a:lnTo>
                  <a:lnTo>
                    <a:pt x="460622" y="184911"/>
                  </a:lnTo>
                  <a:lnTo>
                    <a:pt x="460492" y="185792"/>
                  </a:lnTo>
                  <a:lnTo>
                    <a:pt x="458355" y="188131"/>
                  </a:lnTo>
                  <a:lnTo>
                    <a:pt x="456728" y="188817"/>
                  </a:lnTo>
                  <a:lnTo>
                    <a:pt x="455634" y="188949"/>
                  </a:lnTo>
                  <a:lnTo>
                    <a:pt x="455531" y="190190"/>
                  </a:lnTo>
                  <a:lnTo>
                    <a:pt x="454947" y="190480"/>
                  </a:lnTo>
                  <a:lnTo>
                    <a:pt x="454146" y="191428"/>
                  </a:lnTo>
                  <a:lnTo>
                    <a:pt x="448886" y="196069"/>
                  </a:lnTo>
                  <a:lnTo>
                    <a:pt x="450163" y="199894"/>
                  </a:lnTo>
                  <a:lnTo>
                    <a:pt x="450269" y="203857"/>
                  </a:lnTo>
                  <a:lnTo>
                    <a:pt x="451647" y="206980"/>
                  </a:lnTo>
                  <a:lnTo>
                    <a:pt x="451710" y="210069"/>
                  </a:lnTo>
                  <a:lnTo>
                    <a:pt x="452183" y="211883"/>
                  </a:lnTo>
                  <a:lnTo>
                    <a:pt x="452093" y="212323"/>
                  </a:lnTo>
                  <a:lnTo>
                    <a:pt x="448981" y="214774"/>
                  </a:lnTo>
                  <a:lnTo>
                    <a:pt x="447213" y="215525"/>
                  </a:lnTo>
                  <a:lnTo>
                    <a:pt x="441782" y="220297"/>
                  </a:lnTo>
                  <a:lnTo>
                    <a:pt x="441026" y="221342"/>
                  </a:lnTo>
                  <a:lnTo>
                    <a:pt x="441254" y="223960"/>
                  </a:lnTo>
                  <a:lnTo>
                    <a:pt x="441072" y="224845"/>
                  </a:lnTo>
                  <a:lnTo>
                    <a:pt x="437537" y="229821"/>
                  </a:lnTo>
                  <a:lnTo>
                    <a:pt x="436880" y="231914"/>
                  </a:lnTo>
                  <a:lnTo>
                    <a:pt x="436088" y="232881"/>
                  </a:lnTo>
                  <a:lnTo>
                    <a:pt x="432761" y="235083"/>
                  </a:lnTo>
                  <a:lnTo>
                    <a:pt x="431116" y="235230"/>
                  </a:lnTo>
                  <a:lnTo>
                    <a:pt x="427883" y="237052"/>
                  </a:lnTo>
                  <a:lnTo>
                    <a:pt x="425857" y="238478"/>
                  </a:lnTo>
                  <a:lnTo>
                    <a:pt x="423518" y="239462"/>
                  </a:lnTo>
                  <a:lnTo>
                    <a:pt x="421757" y="239564"/>
                  </a:lnTo>
                  <a:lnTo>
                    <a:pt x="415554" y="243305"/>
                  </a:lnTo>
                  <a:lnTo>
                    <a:pt x="414125" y="244756"/>
                  </a:lnTo>
                  <a:lnTo>
                    <a:pt x="410617" y="240318"/>
                  </a:lnTo>
                  <a:lnTo>
                    <a:pt x="410300" y="240438"/>
                  </a:lnTo>
                  <a:lnTo>
                    <a:pt x="410113" y="239617"/>
                  </a:lnTo>
                  <a:lnTo>
                    <a:pt x="408062" y="237590"/>
                  </a:lnTo>
                  <a:lnTo>
                    <a:pt x="407819" y="237038"/>
                  </a:lnTo>
                  <a:lnTo>
                    <a:pt x="406789" y="236347"/>
                  </a:lnTo>
                  <a:lnTo>
                    <a:pt x="402083" y="240629"/>
                  </a:lnTo>
                  <a:lnTo>
                    <a:pt x="399705" y="244677"/>
                  </a:lnTo>
                  <a:lnTo>
                    <a:pt x="398454" y="248879"/>
                  </a:lnTo>
                  <a:lnTo>
                    <a:pt x="397908" y="249633"/>
                  </a:lnTo>
                  <a:lnTo>
                    <a:pt x="396493" y="250608"/>
                  </a:lnTo>
                  <a:lnTo>
                    <a:pt x="397373" y="253466"/>
                  </a:lnTo>
                  <a:lnTo>
                    <a:pt x="402081" y="263880"/>
                  </a:lnTo>
                  <a:lnTo>
                    <a:pt x="403438" y="266455"/>
                  </a:lnTo>
                  <a:lnTo>
                    <a:pt x="404799" y="268431"/>
                  </a:lnTo>
                  <a:lnTo>
                    <a:pt x="407381" y="273325"/>
                  </a:lnTo>
                  <a:lnTo>
                    <a:pt x="407592" y="274751"/>
                  </a:lnTo>
                  <a:lnTo>
                    <a:pt x="408356" y="277184"/>
                  </a:lnTo>
                  <a:lnTo>
                    <a:pt x="410006" y="279662"/>
                  </a:lnTo>
                  <a:lnTo>
                    <a:pt x="412588" y="279912"/>
                  </a:lnTo>
                  <a:lnTo>
                    <a:pt x="414956" y="283286"/>
                  </a:lnTo>
                  <a:lnTo>
                    <a:pt x="416536" y="286759"/>
                  </a:lnTo>
                  <a:lnTo>
                    <a:pt x="417780" y="291152"/>
                  </a:lnTo>
                  <a:lnTo>
                    <a:pt x="417093" y="292903"/>
                  </a:lnTo>
                  <a:lnTo>
                    <a:pt x="414710" y="294961"/>
                  </a:lnTo>
                  <a:lnTo>
                    <a:pt x="411272" y="302327"/>
                  </a:lnTo>
                  <a:lnTo>
                    <a:pt x="409667" y="304090"/>
                  </a:lnTo>
                  <a:lnTo>
                    <a:pt x="409654" y="304949"/>
                  </a:lnTo>
                  <a:lnTo>
                    <a:pt x="409217" y="306495"/>
                  </a:lnTo>
                  <a:lnTo>
                    <a:pt x="408310" y="308168"/>
                  </a:lnTo>
                  <a:lnTo>
                    <a:pt x="408644" y="309231"/>
                  </a:lnTo>
                  <a:lnTo>
                    <a:pt x="409194" y="309785"/>
                  </a:lnTo>
                  <a:lnTo>
                    <a:pt x="407607" y="310256"/>
                  </a:lnTo>
                  <a:lnTo>
                    <a:pt x="407267" y="311378"/>
                  </a:lnTo>
                  <a:lnTo>
                    <a:pt x="407154" y="313190"/>
                  </a:lnTo>
                  <a:lnTo>
                    <a:pt x="408078" y="314705"/>
                  </a:lnTo>
                  <a:lnTo>
                    <a:pt x="408620" y="318754"/>
                  </a:lnTo>
                  <a:lnTo>
                    <a:pt x="409233" y="319152"/>
                  </a:lnTo>
                  <a:lnTo>
                    <a:pt x="409938" y="320981"/>
                  </a:lnTo>
                  <a:lnTo>
                    <a:pt x="407586" y="322977"/>
                  </a:lnTo>
                  <a:lnTo>
                    <a:pt x="405108" y="324545"/>
                  </a:lnTo>
                  <a:lnTo>
                    <a:pt x="401149" y="325998"/>
                  </a:lnTo>
                  <a:lnTo>
                    <a:pt x="396333" y="328541"/>
                  </a:lnTo>
                  <a:lnTo>
                    <a:pt x="397876" y="330196"/>
                  </a:lnTo>
                  <a:lnTo>
                    <a:pt x="397841" y="330438"/>
                  </a:lnTo>
                  <a:lnTo>
                    <a:pt x="399180" y="332182"/>
                  </a:lnTo>
                  <a:lnTo>
                    <a:pt x="393406" y="335883"/>
                  </a:lnTo>
                  <a:lnTo>
                    <a:pt x="393544" y="336137"/>
                  </a:lnTo>
                  <a:lnTo>
                    <a:pt x="391075" y="337211"/>
                  </a:lnTo>
                  <a:lnTo>
                    <a:pt x="387542" y="338067"/>
                  </a:lnTo>
                  <a:lnTo>
                    <a:pt x="384543" y="337666"/>
                  </a:lnTo>
                  <a:lnTo>
                    <a:pt x="382939" y="337814"/>
                  </a:lnTo>
                  <a:lnTo>
                    <a:pt x="380938" y="339045"/>
                  </a:lnTo>
                  <a:lnTo>
                    <a:pt x="378414" y="341412"/>
                  </a:lnTo>
                  <a:lnTo>
                    <a:pt x="375049" y="343161"/>
                  </a:lnTo>
                  <a:lnTo>
                    <a:pt x="373743" y="344132"/>
                  </a:lnTo>
                  <a:lnTo>
                    <a:pt x="373020" y="344892"/>
                  </a:lnTo>
                  <a:lnTo>
                    <a:pt x="372186" y="348161"/>
                  </a:lnTo>
                  <a:lnTo>
                    <a:pt x="371319" y="349686"/>
                  </a:lnTo>
                  <a:lnTo>
                    <a:pt x="370696" y="351545"/>
                  </a:lnTo>
                  <a:lnTo>
                    <a:pt x="369247" y="352785"/>
                  </a:lnTo>
                  <a:lnTo>
                    <a:pt x="368670" y="353597"/>
                  </a:lnTo>
                  <a:lnTo>
                    <a:pt x="368369" y="355354"/>
                  </a:lnTo>
                  <a:lnTo>
                    <a:pt x="368446" y="356159"/>
                  </a:lnTo>
                  <a:lnTo>
                    <a:pt x="367184" y="361024"/>
                  </a:lnTo>
                  <a:lnTo>
                    <a:pt x="367188" y="361667"/>
                  </a:lnTo>
                  <a:lnTo>
                    <a:pt x="366791" y="362471"/>
                  </a:lnTo>
                  <a:lnTo>
                    <a:pt x="365990" y="362305"/>
                  </a:lnTo>
                  <a:lnTo>
                    <a:pt x="363974" y="362434"/>
                  </a:lnTo>
                  <a:lnTo>
                    <a:pt x="363051" y="361686"/>
                  </a:lnTo>
                  <a:lnTo>
                    <a:pt x="363421" y="361053"/>
                  </a:lnTo>
                  <a:lnTo>
                    <a:pt x="363104" y="360681"/>
                  </a:lnTo>
                  <a:lnTo>
                    <a:pt x="363102" y="360214"/>
                  </a:lnTo>
                  <a:lnTo>
                    <a:pt x="361863" y="360323"/>
                  </a:lnTo>
                  <a:lnTo>
                    <a:pt x="361289" y="360054"/>
                  </a:lnTo>
                  <a:lnTo>
                    <a:pt x="361059" y="361589"/>
                  </a:lnTo>
                  <a:lnTo>
                    <a:pt x="360378" y="361909"/>
                  </a:lnTo>
                  <a:lnTo>
                    <a:pt x="360734" y="362877"/>
                  </a:lnTo>
                  <a:lnTo>
                    <a:pt x="359995" y="362850"/>
                  </a:lnTo>
                  <a:lnTo>
                    <a:pt x="359691" y="363239"/>
                  </a:lnTo>
                  <a:lnTo>
                    <a:pt x="359609" y="363866"/>
                  </a:lnTo>
                  <a:lnTo>
                    <a:pt x="358948" y="363471"/>
                  </a:lnTo>
                  <a:lnTo>
                    <a:pt x="358328" y="363875"/>
                  </a:lnTo>
                  <a:lnTo>
                    <a:pt x="357860" y="363529"/>
                  </a:lnTo>
                  <a:lnTo>
                    <a:pt x="357508" y="361469"/>
                  </a:lnTo>
                  <a:lnTo>
                    <a:pt x="356213" y="362289"/>
                  </a:lnTo>
                  <a:lnTo>
                    <a:pt x="355231" y="363849"/>
                  </a:lnTo>
                  <a:lnTo>
                    <a:pt x="355377" y="364168"/>
                  </a:lnTo>
                  <a:lnTo>
                    <a:pt x="355134" y="364590"/>
                  </a:lnTo>
                  <a:lnTo>
                    <a:pt x="354797" y="364608"/>
                  </a:lnTo>
                  <a:lnTo>
                    <a:pt x="354740" y="364985"/>
                  </a:lnTo>
                  <a:lnTo>
                    <a:pt x="353496" y="365548"/>
                  </a:lnTo>
                  <a:lnTo>
                    <a:pt x="352826" y="364701"/>
                  </a:lnTo>
                  <a:lnTo>
                    <a:pt x="352497" y="364692"/>
                  </a:lnTo>
                  <a:lnTo>
                    <a:pt x="352539" y="364867"/>
                  </a:lnTo>
                  <a:lnTo>
                    <a:pt x="352049" y="365163"/>
                  </a:lnTo>
                  <a:lnTo>
                    <a:pt x="352164" y="365828"/>
                  </a:lnTo>
                  <a:lnTo>
                    <a:pt x="351439" y="366301"/>
                  </a:lnTo>
                  <a:lnTo>
                    <a:pt x="351588" y="367380"/>
                  </a:lnTo>
                  <a:lnTo>
                    <a:pt x="350676" y="368038"/>
                  </a:lnTo>
                  <a:lnTo>
                    <a:pt x="351216" y="368186"/>
                  </a:lnTo>
                  <a:lnTo>
                    <a:pt x="351243" y="368487"/>
                  </a:lnTo>
                  <a:lnTo>
                    <a:pt x="351765" y="368568"/>
                  </a:lnTo>
                  <a:lnTo>
                    <a:pt x="351697" y="368918"/>
                  </a:lnTo>
                  <a:lnTo>
                    <a:pt x="351901" y="369109"/>
                  </a:lnTo>
                  <a:lnTo>
                    <a:pt x="351068" y="368999"/>
                  </a:lnTo>
                  <a:lnTo>
                    <a:pt x="350985" y="369791"/>
                  </a:lnTo>
                  <a:lnTo>
                    <a:pt x="349846" y="370867"/>
                  </a:lnTo>
                  <a:lnTo>
                    <a:pt x="349414" y="370872"/>
                  </a:lnTo>
                  <a:lnTo>
                    <a:pt x="349503" y="371213"/>
                  </a:lnTo>
                  <a:lnTo>
                    <a:pt x="349147" y="371581"/>
                  </a:lnTo>
                  <a:lnTo>
                    <a:pt x="348949" y="371446"/>
                  </a:lnTo>
                  <a:lnTo>
                    <a:pt x="348075" y="371797"/>
                  </a:lnTo>
                  <a:lnTo>
                    <a:pt x="347959" y="371571"/>
                  </a:lnTo>
                  <a:lnTo>
                    <a:pt x="347633" y="371881"/>
                  </a:lnTo>
                  <a:lnTo>
                    <a:pt x="346830" y="371790"/>
                  </a:lnTo>
                  <a:lnTo>
                    <a:pt x="346389" y="371195"/>
                  </a:lnTo>
                  <a:lnTo>
                    <a:pt x="346348" y="371884"/>
                  </a:lnTo>
                  <a:lnTo>
                    <a:pt x="345929" y="372199"/>
                  </a:lnTo>
                  <a:lnTo>
                    <a:pt x="345541" y="371661"/>
                  </a:lnTo>
                  <a:lnTo>
                    <a:pt x="345116" y="371776"/>
                  </a:lnTo>
                  <a:lnTo>
                    <a:pt x="345405" y="372135"/>
                  </a:lnTo>
                  <a:lnTo>
                    <a:pt x="345024" y="372514"/>
                  </a:lnTo>
                  <a:lnTo>
                    <a:pt x="345347" y="373039"/>
                  </a:lnTo>
                  <a:lnTo>
                    <a:pt x="344867" y="373813"/>
                  </a:lnTo>
                  <a:lnTo>
                    <a:pt x="343777" y="374129"/>
                  </a:lnTo>
                  <a:lnTo>
                    <a:pt x="343648" y="373989"/>
                  </a:lnTo>
                  <a:lnTo>
                    <a:pt x="342737" y="374662"/>
                  </a:lnTo>
                  <a:lnTo>
                    <a:pt x="342557" y="374477"/>
                  </a:lnTo>
                  <a:lnTo>
                    <a:pt x="342267" y="374608"/>
                  </a:lnTo>
                  <a:lnTo>
                    <a:pt x="341907" y="374195"/>
                  </a:lnTo>
                  <a:lnTo>
                    <a:pt x="341624" y="374574"/>
                  </a:lnTo>
                  <a:lnTo>
                    <a:pt x="342158" y="375984"/>
                  </a:lnTo>
                  <a:lnTo>
                    <a:pt x="341966" y="376376"/>
                  </a:lnTo>
                  <a:lnTo>
                    <a:pt x="341209" y="376390"/>
                  </a:lnTo>
                  <a:lnTo>
                    <a:pt x="340960" y="375580"/>
                  </a:lnTo>
                  <a:lnTo>
                    <a:pt x="340743" y="375518"/>
                  </a:lnTo>
                  <a:lnTo>
                    <a:pt x="340176" y="375754"/>
                  </a:lnTo>
                  <a:lnTo>
                    <a:pt x="340603" y="376069"/>
                  </a:lnTo>
                  <a:lnTo>
                    <a:pt x="340110" y="376661"/>
                  </a:lnTo>
                  <a:lnTo>
                    <a:pt x="339924" y="375994"/>
                  </a:lnTo>
                  <a:lnTo>
                    <a:pt x="339425" y="375798"/>
                  </a:lnTo>
                  <a:lnTo>
                    <a:pt x="339216" y="376074"/>
                  </a:lnTo>
                  <a:lnTo>
                    <a:pt x="339714" y="376771"/>
                  </a:lnTo>
                  <a:lnTo>
                    <a:pt x="339137" y="376822"/>
                  </a:lnTo>
                  <a:lnTo>
                    <a:pt x="338734" y="377358"/>
                  </a:lnTo>
                  <a:lnTo>
                    <a:pt x="338399" y="377067"/>
                  </a:lnTo>
                  <a:lnTo>
                    <a:pt x="337137" y="376809"/>
                  </a:lnTo>
                  <a:lnTo>
                    <a:pt x="336774" y="376494"/>
                  </a:lnTo>
                  <a:lnTo>
                    <a:pt x="336426" y="376674"/>
                  </a:lnTo>
                  <a:lnTo>
                    <a:pt x="335559" y="376223"/>
                  </a:lnTo>
                  <a:lnTo>
                    <a:pt x="334678" y="376446"/>
                  </a:lnTo>
                  <a:lnTo>
                    <a:pt x="334421" y="376741"/>
                  </a:lnTo>
                  <a:lnTo>
                    <a:pt x="333413" y="376865"/>
                  </a:lnTo>
                  <a:lnTo>
                    <a:pt x="332354" y="376591"/>
                  </a:lnTo>
                  <a:lnTo>
                    <a:pt x="331873" y="378336"/>
                  </a:lnTo>
                  <a:lnTo>
                    <a:pt x="332123" y="378204"/>
                  </a:lnTo>
                  <a:lnTo>
                    <a:pt x="332174" y="378872"/>
                  </a:lnTo>
                  <a:lnTo>
                    <a:pt x="334380" y="379067"/>
                  </a:lnTo>
                  <a:lnTo>
                    <a:pt x="336148" y="378561"/>
                  </a:lnTo>
                  <a:lnTo>
                    <a:pt x="336255" y="379591"/>
                  </a:lnTo>
                  <a:lnTo>
                    <a:pt x="335203" y="379861"/>
                  </a:lnTo>
                  <a:lnTo>
                    <a:pt x="333116" y="379702"/>
                  </a:lnTo>
                  <a:lnTo>
                    <a:pt x="333655" y="381940"/>
                  </a:lnTo>
                  <a:lnTo>
                    <a:pt x="331704" y="382758"/>
                  </a:lnTo>
                  <a:lnTo>
                    <a:pt x="331187" y="382602"/>
                  </a:lnTo>
                  <a:lnTo>
                    <a:pt x="331006" y="381622"/>
                  </a:lnTo>
                  <a:lnTo>
                    <a:pt x="329644" y="381778"/>
                  </a:lnTo>
                  <a:lnTo>
                    <a:pt x="328205" y="381186"/>
                  </a:lnTo>
                  <a:lnTo>
                    <a:pt x="327282" y="381906"/>
                  </a:lnTo>
                  <a:lnTo>
                    <a:pt x="326767" y="381484"/>
                  </a:lnTo>
                  <a:lnTo>
                    <a:pt x="325192" y="382441"/>
                  </a:lnTo>
                  <a:lnTo>
                    <a:pt x="323960" y="383670"/>
                  </a:lnTo>
                  <a:lnTo>
                    <a:pt x="323397" y="384770"/>
                  </a:lnTo>
                  <a:lnTo>
                    <a:pt x="325743" y="386597"/>
                  </a:lnTo>
                  <a:lnTo>
                    <a:pt x="327194" y="386344"/>
                  </a:lnTo>
                  <a:lnTo>
                    <a:pt x="326744" y="389102"/>
                  </a:lnTo>
                  <a:lnTo>
                    <a:pt x="325082" y="390566"/>
                  </a:lnTo>
                  <a:lnTo>
                    <a:pt x="323170" y="391265"/>
                  </a:lnTo>
                  <a:lnTo>
                    <a:pt x="319278" y="393714"/>
                  </a:lnTo>
                  <a:lnTo>
                    <a:pt x="319219" y="395268"/>
                  </a:lnTo>
                  <a:lnTo>
                    <a:pt x="319671" y="396064"/>
                  </a:lnTo>
                  <a:lnTo>
                    <a:pt x="320759" y="397517"/>
                  </a:lnTo>
                  <a:lnTo>
                    <a:pt x="321598" y="397775"/>
                  </a:lnTo>
                  <a:lnTo>
                    <a:pt x="321948" y="398126"/>
                  </a:lnTo>
                  <a:lnTo>
                    <a:pt x="321109" y="399516"/>
                  </a:lnTo>
                  <a:lnTo>
                    <a:pt x="320345" y="402028"/>
                  </a:lnTo>
                  <a:lnTo>
                    <a:pt x="320361" y="403190"/>
                  </a:lnTo>
                  <a:lnTo>
                    <a:pt x="318496" y="404122"/>
                  </a:lnTo>
                  <a:lnTo>
                    <a:pt x="315809" y="404242"/>
                  </a:lnTo>
                  <a:lnTo>
                    <a:pt x="313675" y="403509"/>
                  </a:lnTo>
                  <a:lnTo>
                    <a:pt x="310258" y="404273"/>
                  </a:lnTo>
                  <a:lnTo>
                    <a:pt x="309114" y="404016"/>
                  </a:lnTo>
                  <a:lnTo>
                    <a:pt x="308114" y="404088"/>
                  </a:lnTo>
                  <a:lnTo>
                    <a:pt x="303522" y="402892"/>
                  </a:lnTo>
                  <a:lnTo>
                    <a:pt x="302884" y="402928"/>
                  </a:lnTo>
                  <a:lnTo>
                    <a:pt x="300015" y="403792"/>
                  </a:lnTo>
                  <a:lnTo>
                    <a:pt x="297927" y="403762"/>
                  </a:lnTo>
                  <a:lnTo>
                    <a:pt x="296820" y="404004"/>
                  </a:lnTo>
                  <a:lnTo>
                    <a:pt x="294513" y="405118"/>
                  </a:lnTo>
                  <a:lnTo>
                    <a:pt x="293791" y="405716"/>
                  </a:lnTo>
                  <a:lnTo>
                    <a:pt x="290312" y="405506"/>
                  </a:lnTo>
                  <a:lnTo>
                    <a:pt x="288280" y="405639"/>
                  </a:lnTo>
                  <a:lnTo>
                    <a:pt x="287273" y="405190"/>
                  </a:lnTo>
                  <a:lnTo>
                    <a:pt x="285348" y="403307"/>
                  </a:lnTo>
                  <a:lnTo>
                    <a:pt x="284805" y="402737"/>
                  </a:lnTo>
                  <a:lnTo>
                    <a:pt x="284047" y="401047"/>
                  </a:lnTo>
                  <a:lnTo>
                    <a:pt x="281567" y="398925"/>
                  </a:lnTo>
                  <a:lnTo>
                    <a:pt x="279218" y="399330"/>
                  </a:lnTo>
                  <a:lnTo>
                    <a:pt x="278080" y="400156"/>
                  </a:lnTo>
                  <a:lnTo>
                    <a:pt x="276899" y="400622"/>
                  </a:lnTo>
                  <a:lnTo>
                    <a:pt x="275094" y="399501"/>
                  </a:lnTo>
                  <a:lnTo>
                    <a:pt x="272844" y="398795"/>
                  </a:lnTo>
                  <a:lnTo>
                    <a:pt x="271134" y="399129"/>
                  </a:lnTo>
                  <a:lnTo>
                    <a:pt x="270803" y="399701"/>
                  </a:lnTo>
                  <a:lnTo>
                    <a:pt x="269037" y="400422"/>
                  </a:lnTo>
                  <a:lnTo>
                    <a:pt x="268076" y="401529"/>
                  </a:lnTo>
                  <a:lnTo>
                    <a:pt x="267582" y="401770"/>
                  </a:lnTo>
                  <a:lnTo>
                    <a:pt x="266070" y="399589"/>
                  </a:lnTo>
                  <a:lnTo>
                    <a:pt x="265458" y="399076"/>
                  </a:lnTo>
                  <a:lnTo>
                    <a:pt x="264092" y="399086"/>
                  </a:lnTo>
                  <a:lnTo>
                    <a:pt x="262354" y="399570"/>
                  </a:lnTo>
                  <a:lnTo>
                    <a:pt x="258763" y="400063"/>
                  </a:lnTo>
                  <a:lnTo>
                    <a:pt x="257803" y="399861"/>
                  </a:lnTo>
                  <a:lnTo>
                    <a:pt x="256706" y="399094"/>
                  </a:lnTo>
                  <a:lnTo>
                    <a:pt x="256430" y="400934"/>
                  </a:lnTo>
                  <a:lnTo>
                    <a:pt x="255521" y="401758"/>
                  </a:lnTo>
                  <a:lnTo>
                    <a:pt x="254870" y="402784"/>
                  </a:lnTo>
                  <a:lnTo>
                    <a:pt x="254164" y="406890"/>
                  </a:lnTo>
                  <a:lnTo>
                    <a:pt x="253689" y="407310"/>
                  </a:lnTo>
                  <a:lnTo>
                    <a:pt x="253588" y="407747"/>
                  </a:lnTo>
                  <a:lnTo>
                    <a:pt x="250378" y="406815"/>
                  </a:lnTo>
                  <a:lnTo>
                    <a:pt x="249251" y="406789"/>
                  </a:lnTo>
                  <a:lnTo>
                    <a:pt x="247683" y="407530"/>
                  </a:lnTo>
                  <a:lnTo>
                    <a:pt x="247324" y="408331"/>
                  </a:lnTo>
                  <a:lnTo>
                    <a:pt x="247365" y="409983"/>
                  </a:lnTo>
                  <a:lnTo>
                    <a:pt x="247777" y="411820"/>
                  </a:lnTo>
                  <a:lnTo>
                    <a:pt x="248373" y="412814"/>
                  </a:lnTo>
                  <a:lnTo>
                    <a:pt x="249858" y="414189"/>
                  </a:lnTo>
                  <a:lnTo>
                    <a:pt x="250422" y="415621"/>
                  </a:lnTo>
                  <a:lnTo>
                    <a:pt x="250144" y="421717"/>
                  </a:lnTo>
                  <a:lnTo>
                    <a:pt x="246959" y="423798"/>
                  </a:lnTo>
                  <a:lnTo>
                    <a:pt x="243498" y="427238"/>
                  </a:lnTo>
                  <a:lnTo>
                    <a:pt x="242497" y="427231"/>
                  </a:lnTo>
                  <a:lnTo>
                    <a:pt x="240238" y="430732"/>
                  </a:lnTo>
                  <a:lnTo>
                    <a:pt x="238429" y="431647"/>
                  </a:lnTo>
                  <a:lnTo>
                    <a:pt x="236196" y="434189"/>
                  </a:lnTo>
                  <a:lnTo>
                    <a:pt x="235714" y="422671"/>
                  </a:lnTo>
                  <a:lnTo>
                    <a:pt x="235156" y="422426"/>
                  </a:lnTo>
                  <a:lnTo>
                    <a:pt x="232940" y="423413"/>
                  </a:lnTo>
                  <a:lnTo>
                    <a:pt x="233024" y="424627"/>
                  </a:lnTo>
                  <a:lnTo>
                    <a:pt x="232850" y="425236"/>
                  </a:lnTo>
                  <a:lnTo>
                    <a:pt x="232444" y="425426"/>
                  </a:lnTo>
                  <a:lnTo>
                    <a:pt x="232109" y="426239"/>
                  </a:lnTo>
                  <a:lnTo>
                    <a:pt x="231146" y="425998"/>
                  </a:lnTo>
                  <a:lnTo>
                    <a:pt x="229411" y="425094"/>
                  </a:lnTo>
                  <a:lnTo>
                    <a:pt x="228520" y="425654"/>
                  </a:lnTo>
                  <a:lnTo>
                    <a:pt x="227492" y="425881"/>
                  </a:lnTo>
                  <a:lnTo>
                    <a:pt x="226640" y="425679"/>
                  </a:lnTo>
                  <a:lnTo>
                    <a:pt x="227159" y="424378"/>
                  </a:lnTo>
                  <a:lnTo>
                    <a:pt x="227029" y="422215"/>
                  </a:lnTo>
                  <a:lnTo>
                    <a:pt x="226525" y="422017"/>
                  </a:lnTo>
                  <a:lnTo>
                    <a:pt x="226059" y="420943"/>
                  </a:lnTo>
                  <a:lnTo>
                    <a:pt x="226250" y="419831"/>
                  </a:lnTo>
                  <a:lnTo>
                    <a:pt x="227062" y="418467"/>
                  </a:lnTo>
                  <a:lnTo>
                    <a:pt x="228070" y="417502"/>
                  </a:lnTo>
                  <a:lnTo>
                    <a:pt x="226910" y="418412"/>
                  </a:lnTo>
                  <a:lnTo>
                    <a:pt x="226679" y="418308"/>
                  </a:lnTo>
                  <a:lnTo>
                    <a:pt x="224323" y="420567"/>
                  </a:lnTo>
                  <a:lnTo>
                    <a:pt x="223806" y="420679"/>
                  </a:lnTo>
                  <a:lnTo>
                    <a:pt x="222534" y="421732"/>
                  </a:lnTo>
                  <a:lnTo>
                    <a:pt x="221905" y="420621"/>
                  </a:lnTo>
                  <a:lnTo>
                    <a:pt x="223154" y="419279"/>
                  </a:lnTo>
                  <a:lnTo>
                    <a:pt x="221643" y="418321"/>
                  </a:lnTo>
                  <a:lnTo>
                    <a:pt x="221928" y="417388"/>
                  </a:lnTo>
                  <a:lnTo>
                    <a:pt x="221709" y="417321"/>
                  </a:lnTo>
                  <a:lnTo>
                    <a:pt x="221852" y="416203"/>
                  </a:lnTo>
                  <a:lnTo>
                    <a:pt x="222941" y="413711"/>
                  </a:lnTo>
                  <a:lnTo>
                    <a:pt x="223494" y="412743"/>
                  </a:lnTo>
                  <a:lnTo>
                    <a:pt x="224269" y="412229"/>
                  </a:lnTo>
                  <a:lnTo>
                    <a:pt x="224505" y="411754"/>
                  </a:lnTo>
                  <a:lnTo>
                    <a:pt x="225108" y="412074"/>
                  </a:lnTo>
                  <a:lnTo>
                    <a:pt x="225292" y="411566"/>
                  </a:lnTo>
                  <a:lnTo>
                    <a:pt x="225181" y="411055"/>
                  </a:lnTo>
                  <a:lnTo>
                    <a:pt x="226030" y="409822"/>
                  </a:lnTo>
                  <a:lnTo>
                    <a:pt x="227685" y="408957"/>
                  </a:lnTo>
                  <a:lnTo>
                    <a:pt x="228739" y="407996"/>
                  </a:lnTo>
                  <a:lnTo>
                    <a:pt x="227946" y="407731"/>
                  </a:lnTo>
                  <a:lnTo>
                    <a:pt x="227324" y="407062"/>
                  </a:lnTo>
                  <a:lnTo>
                    <a:pt x="226118" y="407142"/>
                  </a:lnTo>
                  <a:lnTo>
                    <a:pt x="225586" y="407572"/>
                  </a:lnTo>
                  <a:lnTo>
                    <a:pt x="224946" y="407451"/>
                  </a:lnTo>
                  <a:lnTo>
                    <a:pt x="224778" y="407172"/>
                  </a:lnTo>
                  <a:lnTo>
                    <a:pt x="224962" y="406507"/>
                  </a:lnTo>
                  <a:lnTo>
                    <a:pt x="225517" y="405785"/>
                  </a:lnTo>
                  <a:lnTo>
                    <a:pt x="222569" y="403754"/>
                  </a:lnTo>
                  <a:lnTo>
                    <a:pt x="222812" y="403166"/>
                  </a:lnTo>
                  <a:lnTo>
                    <a:pt x="217024" y="402557"/>
                  </a:lnTo>
                  <a:lnTo>
                    <a:pt x="212721" y="403625"/>
                  </a:lnTo>
                  <a:lnTo>
                    <a:pt x="211171" y="403475"/>
                  </a:lnTo>
                  <a:lnTo>
                    <a:pt x="209438" y="402725"/>
                  </a:lnTo>
                  <a:lnTo>
                    <a:pt x="209399" y="402192"/>
                  </a:lnTo>
                  <a:lnTo>
                    <a:pt x="208671" y="402318"/>
                  </a:lnTo>
                  <a:lnTo>
                    <a:pt x="207493" y="401785"/>
                  </a:lnTo>
                  <a:lnTo>
                    <a:pt x="207316" y="401343"/>
                  </a:lnTo>
                  <a:lnTo>
                    <a:pt x="204607" y="401213"/>
                  </a:lnTo>
                  <a:lnTo>
                    <a:pt x="204562" y="400853"/>
                  </a:lnTo>
                  <a:lnTo>
                    <a:pt x="201852" y="400047"/>
                  </a:lnTo>
                  <a:lnTo>
                    <a:pt x="201863" y="399626"/>
                  </a:lnTo>
                  <a:lnTo>
                    <a:pt x="200301" y="398794"/>
                  </a:lnTo>
                  <a:lnTo>
                    <a:pt x="200012" y="397956"/>
                  </a:lnTo>
                  <a:lnTo>
                    <a:pt x="199242" y="398152"/>
                  </a:lnTo>
                  <a:lnTo>
                    <a:pt x="198530" y="397877"/>
                  </a:lnTo>
                  <a:lnTo>
                    <a:pt x="198012" y="398301"/>
                  </a:lnTo>
                  <a:lnTo>
                    <a:pt x="196418" y="398712"/>
                  </a:lnTo>
                  <a:lnTo>
                    <a:pt x="193846" y="397842"/>
                  </a:lnTo>
                  <a:lnTo>
                    <a:pt x="192136" y="397960"/>
                  </a:lnTo>
                  <a:lnTo>
                    <a:pt x="191272" y="398342"/>
                  </a:lnTo>
                  <a:lnTo>
                    <a:pt x="190666" y="398752"/>
                  </a:lnTo>
                  <a:lnTo>
                    <a:pt x="190024" y="399666"/>
                  </a:lnTo>
                  <a:lnTo>
                    <a:pt x="189179" y="400219"/>
                  </a:lnTo>
                  <a:lnTo>
                    <a:pt x="188415" y="401425"/>
                  </a:lnTo>
                  <a:lnTo>
                    <a:pt x="185854" y="402019"/>
                  </a:lnTo>
                  <a:lnTo>
                    <a:pt x="184100" y="402849"/>
                  </a:lnTo>
                  <a:lnTo>
                    <a:pt x="183324" y="403933"/>
                  </a:lnTo>
                  <a:lnTo>
                    <a:pt x="181388" y="405354"/>
                  </a:lnTo>
                  <a:lnTo>
                    <a:pt x="181404" y="405765"/>
                  </a:lnTo>
                  <a:lnTo>
                    <a:pt x="180753" y="405966"/>
                  </a:lnTo>
                  <a:lnTo>
                    <a:pt x="180964" y="406142"/>
                  </a:lnTo>
                  <a:lnTo>
                    <a:pt x="180640" y="406498"/>
                  </a:lnTo>
                  <a:lnTo>
                    <a:pt x="180320" y="407652"/>
                  </a:lnTo>
                  <a:lnTo>
                    <a:pt x="179940" y="407709"/>
                  </a:lnTo>
                  <a:lnTo>
                    <a:pt x="181213" y="413349"/>
                  </a:lnTo>
                  <a:lnTo>
                    <a:pt x="180878" y="414583"/>
                  </a:lnTo>
                  <a:lnTo>
                    <a:pt x="181017" y="417123"/>
                  </a:lnTo>
                  <a:lnTo>
                    <a:pt x="181857" y="418897"/>
                  </a:lnTo>
                  <a:lnTo>
                    <a:pt x="182795" y="420078"/>
                  </a:lnTo>
                  <a:lnTo>
                    <a:pt x="182695" y="421748"/>
                  </a:lnTo>
                  <a:lnTo>
                    <a:pt x="182929" y="422063"/>
                  </a:lnTo>
                  <a:lnTo>
                    <a:pt x="182750" y="422342"/>
                  </a:lnTo>
                  <a:lnTo>
                    <a:pt x="186470" y="429985"/>
                  </a:lnTo>
                  <a:lnTo>
                    <a:pt x="187573" y="431443"/>
                  </a:lnTo>
                  <a:lnTo>
                    <a:pt x="188101" y="431488"/>
                  </a:lnTo>
                  <a:lnTo>
                    <a:pt x="188139" y="431940"/>
                  </a:lnTo>
                  <a:lnTo>
                    <a:pt x="188850" y="433010"/>
                  </a:lnTo>
                  <a:lnTo>
                    <a:pt x="190586" y="434899"/>
                  </a:lnTo>
                  <a:lnTo>
                    <a:pt x="190396" y="435448"/>
                  </a:lnTo>
                  <a:lnTo>
                    <a:pt x="191315" y="436375"/>
                  </a:lnTo>
                  <a:lnTo>
                    <a:pt x="191915" y="436477"/>
                  </a:lnTo>
                  <a:lnTo>
                    <a:pt x="191948" y="437388"/>
                  </a:lnTo>
                  <a:lnTo>
                    <a:pt x="191590" y="438166"/>
                  </a:lnTo>
                  <a:lnTo>
                    <a:pt x="191763" y="439142"/>
                  </a:lnTo>
                  <a:lnTo>
                    <a:pt x="192754" y="439830"/>
                  </a:lnTo>
                  <a:lnTo>
                    <a:pt x="192861" y="440327"/>
                  </a:lnTo>
                  <a:lnTo>
                    <a:pt x="193971" y="440977"/>
                  </a:lnTo>
                  <a:lnTo>
                    <a:pt x="193929" y="441356"/>
                  </a:lnTo>
                  <a:lnTo>
                    <a:pt x="194424" y="442083"/>
                  </a:lnTo>
                  <a:lnTo>
                    <a:pt x="194404" y="442460"/>
                  </a:lnTo>
                  <a:lnTo>
                    <a:pt x="194974" y="442394"/>
                  </a:lnTo>
                  <a:lnTo>
                    <a:pt x="195199" y="442759"/>
                  </a:lnTo>
                  <a:lnTo>
                    <a:pt x="197052" y="443110"/>
                  </a:lnTo>
                  <a:lnTo>
                    <a:pt x="197671" y="443592"/>
                  </a:lnTo>
                  <a:lnTo>
                    <a:pt x="198575" y="443863"/>
                  </a:lnTo>
                  <a:lnTo>
                    <a:pt x="198562" y="444903"/>
                  </a:lnTo>
                  <a:lnTo>
                    <a:pt x="197596" y="445025"/>
                  </a:lnTo>
                  <a:lnTo>
                    <a:pt x="194219" y="444835"/>
                  </a:lnTo>
                  <a:lnTo>
                    <a:pt x="192478" y="444144"/>
                  </a:lnTo>
                  <a:lnTo>
                    <a:pt x="191843" y="444479"/>
                  </a:lnTo>
                  <a:lnTo>
                    <a:pt x="191434" y="444883"/>
                  </a:lnTo>
                  <a:lnTo>
                    <a:pt x="191207" y="445585"/>
                  </a:lnTo>
                  <a:lnTo>
                    <a:pt x="189933" y="446524"/>
                  </a:lnTo>
                  <a:lnTo>
                    <a:pt x="189795" y="447372"/>
                  </a:lnTo>
                  <a:lnTo>
                    <a:pt x="188717" y="448679"/>
                  </a:lnTo>
                  <a:lnTo>
                    <a:pt x="188689" y="449678"/>
                  </a:lnTo>
                  <a:lnTo>
                    <a:pt x="188414" y="449816"/>
                  </a:lnTo>
                  <a:lnTo>
                    <a:pt x="188459" y="450300"/>
                  </a:lnTo>
                  <a:lnTo>
                    <a:pt x="188125" y="450941"/>
                  </a:lnTo>
                  <a:lnTo>
                    <a:pt x="187995" y="454104"/>
                  </a:lnTo>
                  <a:lnTo>
                    <a:pt x="188706" y="455047"/>
                  </a:lnTo>
                  <a:lnTo>
                    <a:pt x="188894" y="455675"/>
                  </a:lnTo>
                  <a:lnTo>
                    <a:pt x="189178" y="455747"/>
                  </a:lnTo>
                  <a:lnTo>
                    <a:pt x="189851" y="457278"/>
                  </a:lnTo>
                  <a:lnTo>
                    <a:pt x="190429" y="457916"/>
                  </a:lnTo>
                  <a:lnTo>
                    <a:pt x="190999" y="458149"/>
                  </a:lnTo>
                  <a:lnTo>
                    <a:pt x="191207" y="458619"/>
                  </a:lnTo>
                  <a:lnTo>
                    <a:pt x="191713" y="458687"/>
                  </a:lnTo>
                  <a:lnTo>
                    <a:pt x="192567" y="459494"/>
                  </a:lnTo>
                  <a:lnTo>
                    <a:pt x="192951" y="460566"/>
                  </a:lnTo>
                  <a:lnTo>
                    <a:pt x="193457" y="460737"/>
                  </a:lnTo>
                  <a:lnTo>
                    <a:pt x="193471" y="461206"/>
                  </a:lnTo>
                  <a:lnTo>
                    <a:pt x="194326" y="462597"/>
                  </a:lnTo>
                  <a:lnTo>
                    <a:pt x="194149" y="463037"/>
                  </a:lnTo>
                  <a:lnTo>
                    <a:pt x="194553" y="464513"/>
                  </a:lnTo>
                  <a:lnTo>
                    <a:pt x="194413" y="466148"/>
                  </a:lnTo>
                  <a:lnTo>
                    <a:pt x="194685" y="467445"/>
                  </a:lnTo>
                  <a:lnTo>
                    <a:pt x="194504" y="468350"/>
                  </a:lnTo>
                  <a:lnTo>
                    <a:pt x="194937" y="470516"/>
                  </a:lnTo>
                  <a:lnTo>
                    <a:pt x="194788" y="471351"/>
                  </a:lnTo>
                  <a:lnTo>
                    <a:pt x="193569" y="474716"/>
                  </a:lnTo>
                  <a:lnTo>
                    <a:pt x="193004" y="475478"/>
                  </a:lnTo>
                  <a:lnTo>
                    <a:pt x="192799" y="476183"/>
                  </a:lnTo>
                  <a:lnTo>
                    <a:pt x="192236" y="476782"/>
                  </a:lnTo>
                  <a:lnTo>
                    <a:pt x="192229" y="477114"/>
                  </a:lnTo>
                  <a:lnTo>
                    <a:pt x="190484" y="479401"/>
                  </a:lnTo>
                  <a:lnTo>
                    <a:pt x="189044" y="480535"/>
                  </a:lnTo>
                  <a:lnTo>
                    <a:pt x="189582" y="483650"/>
                  </a:lnTo>
                  <a:lnTo>
                    <a:pt x="189923" y="484879"/>
                  </a:lnTo>
                  <a:lnTo>
                    <a:pt x="190404" y="485653"/>
                  </a:lnTo>
                  <a:lnTo>
                    <a:pt x="190559" y="486798"/>
                  </a:lnTo>
                  <a:lnTo>
                    <a:pt x="185600" y="486182"/>
                  </a:lnTo>
                  <a:lnTo>
                    <a:pt x="184166" y="486415"/>
                  </a:lnTo>
                  <a:lnTo>
                    <a:pt x="181087" y="488643"/>
                  </a:lnTo>
                  <a:lnTo>
                    <a:pt x="176623" y="489512"/>
                  </a:lnTo>
                  <a:lnTo>
                    <a:pt x="174521" y="490195"/>
                  </a:lnTo>
                  <a:lnTo>
                    <a:pt x="171584" y="492129"/>
                  </a:lnTo>
                  <a:lnTo>
                    <a:pt x="170796" y="494233"/>
                  </a:lnTo>
                  <a:lnTo>
                    <a:pt x="170089" y="494495"/>
                  </a:lnTo>
                  <a:lnTo>
                    <a:pt x="168267" y="494746"/>
                  </a:lnTo>
                  <a:lnTo>
                    <a:pt x="166609" y="494424"/>
                  </a:lnTo>
                  <a:lnTo>
                    <a:pt x="165010" y="494556"/>
                  </a:lnTo>
                  <a:lnTo>
                    <a:pt x="162412" y="496589"/>
                  </a:lnTo>
                  <a:lnTo>
                    <a:pt x="157003" y="497982"/>
                  </a:lnTo>
                  <a:lnTo>
                    <a:pt x="152347" y="500763"/>
                  </a:lnTo>
                  <a:lnTo>
                    <a:pt x="150555" y="502808"/>
                  </a:lnTo>
                  <a:lnTo>
                    <a:pt x="149415" y="503481"/>
                  </a:lnTo>
                  <a:lnTo>
                    <a:pt x="148073" y="503470"/>
                  </a:lnTo>
                  <a:lnTo>
                    <a:pt x="143737" y="501051"/>
                  </a:lnTo>
                  <a:lnTo>
                    <a:pt x="142453" y="500677"/>
                  </a:lnTo>
                  <a:lnTo>
                    <a:pt x="141576" y="501333"/>
                  </a:lnTo>
                  <a:lnTo>
                    <a:pt x="138473" y="502611"/>
                  </a:lnTo>
                  <a:lnTo>
                    <a:pt x="137028" y="50247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pg25">
              <a:extLst>
                <a:ext uri="{FF2B5EF4-FFF2-40B4-BE49-F238E27FC236}">
                  <a16:creationId xmlns:a16="http://schemas.microsoft.com/office/drawing/2014/main" id="{6AFB80B5-7E86-8CAB-625E-018D184057FE}"/>
                </a:ext>
              </a:extLst>
            </p:cNvPr>
            <p:cNvSpPr/>
            <p:nvPr/>
          </p:nvSpPr>
          <p:spPr>
            <a:xfrm>
              <a:off x="7426196" y="2634265"/>
              <a:ext cx="516909" cy="531448"/>
            </a:xfrm>
            <a:custGeom>
              <a:avLst/>
              <a:gdLst/>
              <a:ahLst/>
              <a:cxnLst/>
              <a:rect l="0" t="0" r="0" b="0"/>
              <a:pathLst>
                <a:path w="516909" h="531448">
                  <a:moveTo>
                    <a:pt x="197349" y="391511"/>
                  </a:moveTo>
                  <a:lnTo>
                    <a:pt x="197167" y="392320"/>
                  </a:lnTo>
                  <a:lnTo>
                    <a:pt x="195457" y="395191"/>
                  </a:lnTo>
                  <a:lnTo>
                    <a:pt x="193827" y="396994"/>
                  </a:lnTo>
                  <a:lnTo>
                    <a:pt x="193124" y="396738"/>
                  </a:lnTo>
                  <a:lnTo>
                    <a:pt x="192214" y="397679"/>
                  </a:lnTo>
                  <a:lnTo>
                    <a:pt x="192631" y="398307"/>
                  </a:lnTo>
                  <a:lnTo>
                    <a:pt x="191958" y="400336"/>
                  </a:lnTo>
                  <a:lnTo>
                    <a:pt x="190229" y="404372"/>
                  </a:lnTo>
                  <a:lnTo>
                    <a:pt x="188687" y="407277"/>
                  </a:lnTo>
                  <a:lnTo>
                    <a:pt x="187922" y="407905"/>
                  </a:lnTo>
                  <a:lnTo>
                    <a:pt x="187355" y="407796"/>
                  </a:lnTo>
                  <a:lnTo>
                    <a:pt x="186380" y="409355"/>
                  </a:lnTo>
                  <a:lnTo>
                    <a:pt x="185642" y="409926"/>
                  </a:lnTo>
                  <a:lnTo>
                    <a:pt x="185289" y="410667"/>
                  </a:lnTo>
                  <a:lnTo>
                    <a:pt x="184270" y="410886"/>
                  </a:lnTo>
                  <a:lnTo>
                    <a:pt x="183985" y="411642"/>
                  </a:lnTo>
                  <a:lnTo>
                    <a:pt x="182095" y="412048"/>
                  </a:lnTo>
                  <a:lnTo>
                    <a:pt x="181159" y="411888"/>
                  </a:lnTo>
                  <a:lnTo>
                    <a:pt x="176557" y="409053"/>
                  </a:lnTo>
                  <a:lnTo>
                    <a:pt x="175677" y="408028"/>
                  </a:lnTo>
                  <a:lnTo>
                    <a:pt x="175612" y="408433"/>
                  </a:lnTo>
                  <a:lnTo>
                    <a:pt x="175307" y="408617"/>
                  </a:lnTo>
                  <a:lnTo>
                    <a:pt x="175115" y="408318"/>
                  </a:lnTo>
                  <a:lnTo>
                    <a:pt x="173980" y="408331"/>
                  </a:lnTo>
                  <a:lnTo>
                    <a:pt x="172258" y="407840"/>
                  </a:lnTo>
                  <a:lnTo>
                    <a:pt x="169700" y="408979"/>
                  </a:lnTo>
                  <a:lnTo>
                    <a:pt x="165601" y="409215"/>
                  </a:lnTo>
                  <a:lnTo>
                    <a:pt x="165219" y="409548"/>
                  </a:lnTo>
                  <a:lnTo>
                    <a:pt x="162130" y="409586"/>
                  </a:lnTo>
                  <a:lnTo>
                    <a:pt x="158679" y="409997"/>
                  </a:lnTo>
                  <a:lnTo>
                    <a:pt x="155946" y="410435"/>
                  </a:lnTo>
                  <a:lnTo>
                    <a:pt x="155913" y="410795"/>
                  </a:lnTo>
                  <a:lnTo>
                    <a:pt x="155486" y="410149"/>
                  </a:lnTo>
                  <a:lnTo>
                    <a:pt x="154957" y="410269"/>
                  </a:lnTo>
                  <a:lnTo>
                    <a:pt x="154576" y="409803"/>
                  </a:lnTo>
                  <a:lnTo>
                    <a:pt x="154494" y="409252"/>
                  </a:lnTo>
                  <a:lnTo>
                    <a:pt x="154988" y="408113"/>
                  </a:lnTo>
                  <a:lnTo>
                    <a:pt x="154565" y="407569"/>
                  </a:lnTo>
                  <a:lnTo>
                    <a:pt x="154058" y="407339"/>
                  </a:lnTo>
                  <a:lnTo>
                    <a:pt x="154281" y="407032"/>
                  </a:lnTo>
                  <a:lnTo>
                    <a:pt x="153533" y="406784"/>
                  </a:lnTo>
                  <a:lnTo>
                    <a:pt x="153509" y="406371"/>
                  </a:lnTo>
                  <a:lnTo>
                    <a:pt x="152202" y="405363"/>
                  </a:lnTo>
                  <a:lnTo>
                    <a:pt x="151889" y="404726"/>
                  </a:lnTo>
                  <a:lnTo>
                    <a:pt x="150764" y="404143"/>
                  </a:lnTo>
                  <a:lnTo>
                    <a:pt x="150303" y="404493"/>
                  </a:lnTo>
                  <a:lnTo>
                    <a:pt x="149784" y="404235"/>
                  </a:lnTo>
                  <a:lnTo>
                    <a:pt x="149576" y="404347"/>
                  </a:lnTo>
                  <a:lnTo>
                    <a:pt x="149179" y="404145"/>
                  </a:lnTo>
                  <a:lnTo>
                    <a:pt x="148962" y="403614"/>
                  </a:lnTo>
                  <a:lnTo>
                    <a:pt x="148509" y="403837"/>
                  </a:lnTo>
                  <a:lnTo>
                    <a:pt x="147970" y="403248"/>
                  </a:lnTo>
                  <a:lnTo>
                    <a:pt x="147298" y="403046"/>
                  </a:lnTo>
                  <a:lnTo>
                    <a:pt x="147367" y="402803"/>
                  </a:lnTo>
                  <a:lnTo>
                    <a:pt x="146833" y="402358"/>
                  </a:lnTo>
                  <a:lnTo>
                    <a:pt x="147184" y="402336"/>
                  </a:lnTo>
                  <a:lnTo>
                    <a:pt x="147234" y="402076"/>
                  </a:lnTo>
                  <a:lnTo>
                    <a:pt x="146634" y="401558"/>
                  </a:lnTo>
                  <a:lnTo>
                    <a:pt x="145805" y="401154"/>
                  </a:lnTo>
                  <a:lnTo>
                    <a:pt x="145247" y="401462"/>
                  </a:lnTo>
                  <a:lnTo>
                    <a:pt x="145109" y="400985"/>
                  </a:lnTo>
                  <a:lnTo>
                    <a:pt x="145483" y="400688"/>
                  </a:lnTo>
                  <a:lnTo>
                    <a:pt x="145004" y="400384"/>
                  </a:lnTo>
                  <a:lnTo>
                    <a:pt x="144394" y="400582"/>
                  </a:lnTo>
                  <a:lnTo>
                    <a:pt x="143915" y="400245"/>
                  </a:lnTo>
                  <a:lnTo>
                    <a:pt x="142746" y="400119"/>
                  </a:lnTo>
                  <a:lnTo>
                    <a:pt x="141920" y="400514"/>
                  </a:lnTo>
                  <a:lnTo>
                    <a:pt x="141019" y="400371"/>
                  </a:lnTo>
                  <a:lnTo>
                    <a:pt x="140767" y="400144"/>
                  </a:lnTo>
                  <a:lnTo>
                    <a:pt x="140857" y="399805"/>
                  </a:lnTo>
                  <a:lnTo>
                    <a:pt x="140318" y="399705"/>
                  </a:lnTo>
                  <a:lnTo>
                    <a:pt x="139836" y="399244"/>
                  </a:lnTo>
                  <a:lnTo>
                    <a:pt x="139976" y="399003"/>
                  </a:lnTo>
                  <a:lnTo>
                    <a:pt x="139520" y="399052"/>
                  </a:lnTo>
                  <a:lnTo>
                    <a:pt x="139036" y="398611"/>
                  </a:lnTo>
                  <a:lnTo>
                    <a:pt x="138678" y="398559"/>
                  </a:lnTo>
                  <a:lnTo>
                    <a:pt x="138425" y="398870"/>
                  </a:lnTo>
                  <a:lnTo>
                    <a:pt x="138187" y="398709"/>
                  </a:lnTo>
                  <a:lnTo>
                    <a:pt x="138479" y="398073"/>
                  </a:lnTo>
                  <a:lnTo>
                    <a:pt x="137969" y="397862"/>
                  </a:lnTo>
                  <a:lnTo>
                    <a:pt x="137456" y="397998"/>
                  </a:lnTo>
                  <a:lnTo>
                    <a:pt x="137211" y="397750"/>
                  </a:lnTo>
                  <a:lnTo>
                    <a:pt x="136682" y="397171"/>
                  </a:lnTo>
                  <a:lnTo>
                    <a:pt x="136715" y="396417"/>
                  </a:lnTo>
                  <a:lnTo>
                    <a:pt x="136426" y="395928"/>
                  </a:lnTo>
                  <a:lnTo>
                    <a:pt x="135275" y="395618"/>
                  </a:lnTo>
                  <a:lnTo>
                    <a:pt x="134182" y="394862"/>
                  </a:lnTo>
                  <a:lnTo>
                    <a:pt x="134048" y="394252"/>
                  </a:lnTo>
                  <a:lnTo>
                    <a:pt x="133561" y="394489"/>
                  </a:lnTo>
                  <a:lnTo>
                    <a:pt x="133417" y="394039"/>
                  </a:lnTo>
                  <a:lnTo>
                    <a:pt x="132816" y="393826"/>
                  </a:lnTo>
                  <a:lnTo>
                    <a:pt x="132563" y="393391"/>
                  </a:lnTo>
                  <a:lnTo>
                    <a:pt x="132250" y="391366"/>
                  </a:lnTo>
                  <a:lnTo>
                    <a:pt x="132384" y="390806"/>
                  </a:lnTo>
                  <a:lnTo>
                    <a:pt x="131573" y="389828"/>
                  </a:lnTo>
                  <a:lnTo>
                    <a:pt x="131637" y="389343"/>
                  </a:lnTo>
                  <a:lnTo>
                    <a:pt x="130073" y="386506"/>
                  </a:lnTo>
                  <a:lnTo>
                    <a:pt x="129092" y="383625"/>
                  </a:lnTo>
                  <a:lnTo>
                    <a:pt x="127929" y="381779"/>
                  </a:lnTo>
                  <a:lnTo>
                    <a:pt x="126248" y="376808"/>
                  </a:lnTo>
                  <a:lnTo>
                    <a:pt x="126643" y="376706"/>
                  </a:lnTo>
                  <a:lnTo>
                    <a:pt x="126105" y="376212"/>
                  </a:lnTo>
                  <a:lnTo>
                    <a:pt x="125852" y="374475"/>
                  </a:lnTo>
                  <a:lnTo>
                    <a:pt x="124798" y="372880"/>
                  </a:lnTo>
                  <a:lnTo>
                    <a:pt x="124651" y="370237"/>
                  </a:lnTo>
                  <a:lnTo>
                    <a:pt x="124964" y="368780"/>
                  </a:lnTo>
                  <a:lnTo>
                    <a:pt x="125415" y="368306"/>
                  </a:lnTo>
                  <a:lnTo>
                    <a:pt x="126628" y="367998"/>
                  </a:lnTo>
                  <a:lnTo>
                    <a:pt x="125075" y="366659"/>
                  </a:lnTo>
                  <a:lnTo>
                    <a:pt x="124094" y="367137"/>
                  </a:lnTo>
                  <a:lnTo>
                    <a:pt x="123513" y="367059"/>
                  </a:lnTo>
                  <a:lnTo>
                    <a:pt x="123020" y="366632"/>
                  </a:lnTo>
                  <a:lnTo>
                    <a:pt x="121931" y="366736"/>
                  </a:lnTo>
                  <a:lnTo>
                    <a:pt x="121293" y="366425"/>
                  </a:lnTo>
                  <a:lnTo>
                    <a:pt x="120981" y="365591"/>
                  </a:lnTo>
                  <a:lnTo>
                    <a:pt x="120639" y="365891"/>
                  </a:lnTo>
                  <a:lnTo>
                    <a:pt x="120363" y="365813"/>
                  </a:lnTo>
                  <a:lnTo>
                    <a:pt x="120384" y="366103"/>
                  </a:lnTo>
                  <a:lnTo>
                    <a:pt x="119937" y="365964"/>
                  </a:lnTo>
                  <a:lnTo>
                    <a:pt x="119287" y="366176"/>
                  </a:lnTo>
                  <a:lnTo>
                    <a:pt x="118591" y="365538"/>
                  </a:lnTo>
                  <a:lnTo>
                    <a:pt x="117789" y="365356"/>
                  </a:lnTo>
                  <a:lnTo>
                    <a:pt x="117538" y="365505"/>
                  </a:lnTo>
                  <a:lnTo>
                    <a:pt x="116889" y="364989"/>
                  </a:lnTo>
                  <a:lnTo>
                    <a:pt x="116270" y="365100"/>
                  </a:lnTo>
                  <a:lnTo>
                    <a:pt x="115771" y="364745"/>
                  </a:lnTo>
                  <a:lnTo>
                    <a:pt x="114128" y="364684"/>
                  </a:lnTo>
                  <a:lnTo>
                    <a:pt x="114161" y="364400"/>
                  </a:lnTo>
                  <a:lnTo>
                    <a:pt x="113448" y="364461"/>
                  </a:lnTo>
                  <a:lnTo>
                    <a:pt x="113437" y="364248"/>
                  </a:lnTo>
                  <a:lnTo>
                    <a:pt x="113088" y="364426"/>
                  </a:lnTo>
                  <a:lnTo>
                    <a:pt x="112738" y="364195"/>
                  </a:lnTo>
                  <a:lnTo>
                    <a:pt x="111764" y="364508"/>
                  </a:lnTo>
                  <a:lnTo>
                    <a:pt x="111472" y="364403"/>
                  </a:lnTo>
                  <a:lnTo>
                    <a:pt x="111244" y="364680"/>
                  </a:lnTo>
                  <a:lnTo>
                    <a:pt x="110963" y="364442"/>
                  </a:lnTo>
                  <a:lnTo>
                    <a:pt x="110770" y="364603"/>
                  </a:lnTo>
                  <a:lnTo>
                    <a:pt x="110323" y="364481"/>
                  </a:lnTo>
                  <a:lnTo>
                    <a:pt x="109644" y="364818"/>
                  </a:lnTo>
                  <a:lnTo>
                    <a:pt x="109336" y="364542"/>
                  </a:lnTo>
                  <a:lnTo>
                    <a:pt x="108944" y="364738"/>
                  </a:lnTo>
                  <a:lnTo>
                    <a:pt x="108549" y="364612"/>
                  </a:lnTo>
                  <a:lnTo>
                    <a:pt x="108363" y="364376"/>
                  </a:lnTo>
                  <a:lnTo>
                    <a:pt x="108086" y="364535"/>
                  </a:lnTo>
                  <a:lnTo>
                    <a:pt x="107299" y="364348"/>
                  </a:lnTo>
                  <a:lnTo>
                    <a:pt x="106633" y="364754"/>
                  </a:lnTo>
                  <a:lnTo>
                    <a:pt x="105533" y="364678"/>
                  </a:lnTo>
                  <a:lnTo>
                    <a:pt x="103886" y="364087"/>
                  </a:lnTo>
                  <a:lnTo>
                    <a:pt x="102951" y="363305"/>
                  </a:lnTo>
                  <a:lnTo>
                    <a:pt x="102634" y="363475"/>
                  </a:lnTo>
                  <a:lnTo>
                    <a:pt x="101782" y="362986"/>
                  </a:lnTo>
                  <a:lnTo>
                    <a:pt x="100253" y="362764"/>
                  </a:lnTo>
                  <a:lnTo>
                    <a:pt x="97933" y="360954"/>
                  </a:lnTo>
                  <a:lnTo>
                    <a:pt x="96892" y="360678"/>
                  </a:lnTo>
                  <a:lnTo>
                    <a:pt x="96670" y="360833"/>
                  </a:lnTo>
                  <a:lnTo>
                    <a:pt x="95081" y="360639"/>
                  </a:lnTo>
                  <a:lnTo>
                    <a:pt x="92455" y="359249"/>
                  </a:lnTo>
                  <a:lnTo>
                    <a:pt x="90541" y="359659"/>
                  </a:lnTo>
                  <a:lnTo>
                    <a:pt x="90035" y="360522"/>
                  </a:lnTo>
                  <a:lnTo>
                    <a:pt x="88848" y="360742"/>
                  </a:lnTo>
                  <a:lnTo>
                    <a:pt x="88804" y="360538"/>
                  </a:lnTo>
                  <a:lnTo>
                    <a:pt x="88092" y="360344"/>
                  </a:lnTo>
                  <a:lnTo>
                    <a:pt x="85878" y="359956"/>
                  </a:lnTo>
                  <a:lnTo>
                    <a:pt x="86142" y="360285"/>
                  </a:lnTo>
                  <a:lnTo>
                    <a:pt x="86090" y="360646"/>
                  </a:lnTo>
                  <a:lnTo>
                    <a:pt x="85289" y="361139"/>
                  </a:lnTo>
                  <a:lnTo>
                    <a:pt x="84783" y="360958"/>
                  </a:lnTo>
                  <a:lnTo>
                    <a:pt x="84453" y="361680"/>
                  </a:lnTo>
                  <a:lnTo>
                    <a:pt x="83991" y="360943"/>
                  </a:lnTo>
                  <a:lnTo>
                    <a:pt x="83107" y="361035"/>
                  </a:lnTo>
                  <a:lnTo>
                    <a:pt x="82925" y="360880"/>
                  </a:lnTo>
                  <a:lnTo>
                    <a:pt x="83121" y="360192"/>
                  </a:lnTo>
                  <a:lnTo>
                    <a:pt x="82797" y="360008"/>
                  </a:lnTo>
                  <a:lnTo>
                    <a:pt x="82806" y="359738"/>
                  </a:lnTo>
                  <a:lnTo>
                    <a:pt x="82493" y="360097"/>
                  </a:lnTo>
                  <a:lnTo>
                    <a:pt x="82719" y="360872"/>
                  </a:lnTo>
                  <a:lnTo>
                    <a:pt x="81894" y="360298"/>
                  </a:lnTo>
                  <a:lnTo>
                    <a:pt x="81204" y="360610"/>
                  </a:lnTo>
                  <a:lnTo>
                    <a:pt x="80855" y="360314"/>
                  </a:lnTo>
                  <a:lnTo>
                    <a:pt x="81286" y="360105"/>
                  </a:lnTo>
                  <a:lnTo>
                    <a:pt x="81927" y="359060"/>
                  </a:lnTo>
                  <a:lnTo>
                    <a:pt x="82208" y="359450"/>
                  </a:lnTo>
                  <a:lnTo>
                    <a:pt x="83206" y="359469"/>
                  </a:lnTo>
                  <a:lnTo>
                    <a:pt x="82933" y="358542"/>
                  </a:lnTo>
                  <a:lnTo>
                    <a:pt x="82114" y="358788"/>
                  </a:lnTo>
                  <a:lnTo>
                    <a:pt x="81324" y="358063"/>
                  </a:lnTo>
                  <a:lnTo>
                    <a:pt x="81713" y="357769"/>
                  </a:lnTo>
                  <a:lnTo>
                    <a:pt x="82055" y="357907"/>
                  </a:lnTo>
                  <a:lnTo>
                    <a:pt x="82188" y="357537"/>
                  </a:lnTo>
                  <a:lnTo>
                    <a:pt x="82859" y="357043"/>
                  </a:lnTo>
                  <a:lnTo>
                    <a:pt x="81849" y="356338"/>
                  </a:lnTo>
                  <a:lnTo>
                    <a:pt x="81828" y="355481"/>
                  </a:lnTo>
                  <a:lnTo>
                    <a:pt x="81509" y="354966"/>
                  </a:lnTo>
                  <a:lnTo>
                    <a:pt x="81728" y="354850"/>
                  </a:lnTo>
                  <a:lnTo>
                    <a:pt x="82172" y="355104"/>
                  </a:lnTo>
                  <a:lnTo>
                    <a:pt x="82369" y="354811"/>
                  </a:lnTo>
                  <a:lnTo>
                    <a:pt x="81883" y="353950"/>
                  </a:lnTo>
                  <a:lnTo>
                    <a:pt x="82889" y="353967"/>
                  </a:lnTo>
                  <a:lnTo>
                    <a:pt x="83233" y="354381"/>
                  </a:lnTo>
                  <a:lnTo>
                    <a:pt x="83499" y="354209"/>
                  </a:lnTo>
                  <a:lnTo>
                    <a:pt x="83427" y="353704"/>
                  </a:lnTo>
                  <a:lnTo>
                    <a:pt x="82688" y="353007"/>
                  </a:lnTo>
                  <a:lnTo>
                    <a:pt x="83261" y="352574"/>
                  </a:lnTo>
                  <a:lnTo>
                    <a:pt x="83252" y="352248"/>
                  </a:lnTo>
                  <a:lnTo>
                    <a:pt x="82724" y="352414"/>
                  </a:lnTo>
                  <a:lnTo>
                    <a:pt x="82487" y="352169"/>
                  </a:lnTo>
                  <a:lnTo>
                    <a:pt x="82611" y="351813"/>
                  </a:lnTo>
                  <a:lnTo>
                    <a:pt x="83549" y="351805"/>
                  </a:lnTo>
                  <a:lnTo>
                    <a:pt x="83538" y="351348"/>
                  </a:lnTo>
                  <a:lnTo>
                    <a:pt x="83218" y="351397"/>
                  </a:lnTo>
                  <a:lnTo>
                    <a:pt x="82818" y="351011"/>
                  </a:lnTo>
                  <a:lnTo>
                    <a:pt x="83054" y="350658"/>
                  </a:lnTo>
                  <a:lnTo>
                    <a:pt x="82791" y="350342"/>
                  </a:lnTo>
                  <a:lnTo>
                    <a:pt x="83001" y="350242"/>
                  </a:lnTo>
                  <a:lnTo>
                    <a:pt x="83543" y="350596"/>
                  </a:lnTo>
                  <a:lnTo>
                    <a:pt x="84438" y="350405"/>
                  </a:lnTo>
                  <a:lnTo>
                    <a:pt x="84062" y="349853"/>
                  </a:lnTo>
                  <a:lnTo>
                    <a:pt x="82991" y="349725"/>
                  </a:lnTo>
                  <a:lnTo>
                    <a:pt x="83001" y="349507"/>
                  </a:lnTo>
                  <a:lnTo>
                    <a:pt x="84225" y="349658"/>
                  </a:lnTo>
                  <a:lnTo>
                    <a:pt x="83951" y="349155"/>
                  </a:lnTo>
                  <a:lnTo>
                    <a:pt x="84407" y="348641"/>
                  </a:lnTo>
                  <a:lnTo>
                    <a:pt x="84239" y="348140"/>
                  </a:lnTo>
                  <a:lnTo>
                    <a:pt x="84435" y="347766"/>
                  </a:lnTo>
                  <a:lnTo>
                    <a:pt x="84740" y="348714"/>
                  </a:lnTo>
                  <a:lnTo>
                    <a:pt x="85311" y="348149"/>
                  </a:lnTo>
                  <a:lnTo>
                    <a:pt x="85763" y="348227"/>
                  </a:lnTo>
                  <a:lnTo>
                    <a:pt x="85897" y="347869"/>
                  </a:lnTo>
                  <a:lnTo>
                    <a:pt x="85763" y="347463"/>
                  </a:lnTo>
                  <a:lnTo>
                    <a:pt x="85283" y="347460"/>
                  </a:lnTo>
                  <a:lnTo>
                    <a:pt x="85188" y="346460"/>
                  </a:lnTo>
                  <a:lnTo>
                    <a:pt x="84391" y="346669"/>
                  </a:lnTo>
                  <a:lnTo>
                    <a:pt x="84587" y="347086"/>
                  </a:lnTo>
                  <a:lnTo>
                    <a:pt x="84316" y="347362"/>
                  </a:lnTo>
                  <a:lnTo>
                    <a:pt x="84067" y="347279"/>
                  </a:lnTo>
                  <a:lnTo>
                    <a:pt x="83949" y="346894"/>
                  </a:lnTo>
                  <a:lnTo>
                    <a:pt x="83577" y="346818"/>
                  </a:lnTo>
                  <a:lnTo>
                    <a:pt x="84065" y="345983"/>
                  </a:lnTo>
                  <a:lnTo>
                    <a:pt x="83962" y="345630"/>
                  </a:lnTo>
                  <a:lnTo>
                    <a:pt x="84704" y="345160"/>
                  </a:lnTo>
                  <a:lnTo>
                    <a:pt x="84818" y="344639"/>
                  </a:lnTo>
                  <a:lnTo>
                    <a:pt x="83968" y="344017"/>
                  </a:lnTo>
                  <a:lnTo>
                    <a:pt x="82889" y="344140"/>
                  </a:lnTo>
                  <a:lnTo>
                    <a:pt x="83148" y="343835"/>
                  </a:lnTo>
                  <a:lnTo>
                    <a:pt x="83200" y="342979"/>
                  </a:lnTo>
                  <a:lnTo>
                    <a:pt x="83768" y="342865"/>
                  </a:lnTo>
                  <a:lnTo>
                    <a:pt x="83389" y="342007"/>
                  </a:lnTo>
                  <a:lnTo>
                    <a:pt x="83157" y="341906"/>
                  </a:lnTo>
                  <a:lnTo>
                    <a:pt x="82793" y="342222"/>
                  </a:lnTo>
                  <a:lnTo>
                    <a:pt x="82740" y="342683"/>
                  </a:lnTo>
                  <a:lnTo>
                    <a:pt x="81985" y="342287"/>
                  </a:lnTo>
                  <a:lnTo>
                    <a:pt x="82169" y="341974"/>
                  </a:lnTo>
                  <a:lnTo>
                    <a:pt x="82569" y="341992"/>
                  </a:lnTo>
                  <a:lnTo>
                    <a:pt x="82817" y="341734"/>
                  </a:lnTo>
                  <a:lnTo>
                    <a:pt x="82333" y="341304"/>
                  </a:lnTo>
                  <a:lnTo>
                    <a:pt x="81923" y="341542"/>
                  </a:lnTo>
                  <a:lnTo>
                    <a:pt x="81924" y="341090"/>
                  </a:lnTo>
                  <a:lnTo>
                    <a:pt x="82235" y="340846"/>
                  </a:lnTo>
                  <a:lnTo>
                    <a:pt x="82756" y="340953"/>
                  </a:lnTo>
                  <a:lnTo>
                    <a:pt x="83070" y="340247"/>
                  </a:lnTo>
                  <a:lnTo>
                    <a:pt x="82845" y="339988"/>
                  </a:lnTo>
                  <a:lnTo>
                    <a:pt x="82393" y="340347"/>
                  </a:lnTo>
                  <a:lnTo>
                    <a:pt x="81857" y="340063"/>
                  </a:lnTo>
                  <a:lnTo>
                    <a:pt x="82661" y="339213"/>
                  </a:lnTo>
                  <a:lnTo>
                    <a:pt x="83102" y="339383"/>
                  </a:lnTo>
                  <a:lnTo>
                    <a:pt x="83337" y="339184"/>
                  </a:lnTo>
                  <a:lnTo>
                    <a:pt x="83236" y="337904"/>
                  </a:lnTo>
                  <a:lnTo>
                    <a:pt x="82919" y="338115"/>
                  </a:lnTo>
                  <a:lnTo>
                    <a:pt x="82800" y="337843"/>
                  </a:lnTo>
                  <a:lnTo>
                    <a:pt x="82397" y="337797"/>
                  </a:lnTo>
                  <a:lnTo>
                    <a:pt x="81865" y="338009"/>
                  </a:lnTo>
                  <a:lnTo>
                    <a:pt x="81691" y="338484"/>
                  </a:lnTo>
                  <a:lnTo>
                    <a:pt x="80890" y="337914"/>
                  </a:lnTo>
                  <a:lnTo>
                    <a:pt x="80715" y="338994"/>
                  </a:lnTo>
                  <a:lnTo>
                    <a:pt x="79869" y="339198"/>
                  </a:lnTo>
                  <a:lnTo>
                    <a:pt x="79719" y="338999"/>
                  </a:lnTo>
                  <a:lnTo>
                    <a:pt x="79551" y="337812"/>
                  </a:lnTo>
                  <a:lnTo>
                    <a:pt x="80768" y="337682"/>
                  </a:lnTo>
                  <a:lnTo>
                    <a:pt x="80602" y="337165"/>
                  </a:lnTo>
                  <a:lnTo>
                    <a:pt x="80025" y="337154"/>
                  </a:lnTo>
                  <a:lnTo>
                    <a:pt x="79988" y="336756"/>
                  </a:lnTo>
                  <a:lnTo>
                    <a:pt x="80579" y="336709"/>
                  </a:lnTo>
                  <a:lnTo>
                    <a:pt x="80842" y="336264"/>
                  </a:lnTo>
                  <a:lnTo>
                    <a:pt x="81811" y="335861"/>
                  </a:lnTo>
                  <a:lnTo>
                    <a:pt x="81667" y="335293"/>
                  </a:lnTo>
                  <a:lnTo>
                    <a:pt x="82549" y="334910"/>
                  </a:lnTo>
                  <a:lnTo>
                    <a:pt x="82589" y="334561"/>
                  </a:lnTo>
                  <a:lnTo>
                    <a:pt x="81974" y="334378"/>
                  </a:lnTo>
                  <a:lnTo>
                    <a:pt x="80383" y="334907"/>
                  </a:lnTo>
                  <a:lnTo>
                    <a:pt x="79869" y="334793"/>
                  </a:lnTo>
                  <a:lnTo>
                    <a:pt x="79543" y="333993"/>
                  </a:lnTo>
                  <a:lnTo>
                    <a:pt x="80720" y="334074"/>
                  </a:lnTo>
                  <a:lnTo>
                    <a:pt x="80829" y="333234"/>
                  </a:lnTo>
                  <a:lnTo>
                    <a:pt x="80557" y="332770"/>
                  </a:lnTo>
                  <a:lnTo>
                    <a:pt x="80403" y="333539"/>
                  </a:lnTo>
                  <a:lnTo>
                    <a:pt x="80137" y="333608"/>
                  </a:lnTo>
                  <a:lnTo>
                    <a:pt x="79660" y="332340"/>
                  </a:lnTo>
                  <a:lnTo>
                    <a:pt x="79354" y="332833"/>
                  </a:lnTo>
                  <a:lnTo>
                    <a:pt x="79426" y="333498"/>
                  </a:lnTo>
                  <a:lnTo>
                    <a:pt x="78810" y="332965"/>
                  </a:lnTo>
                  <a:lnTo>
                    <a:pt x="78020" y="333226"/>
                  </a:lnTo>
                  <a:lnTo>
                    <a:pt x="77493" y="333061"/>
                  </a:lnTo>
                  <a:lnTo>
                    <a:pt x="77515" y="332654"/>
                  </a:lnTo>
                  <a:lnTo>
                    <a:pt x="77880" y="332582"/>
                  </a:lnTo>
                  <a:lnTo>
                    <a:pt x="78348" y="332091"/>
                  </a:lnTo>
                  <a:lnTo>
                    <a:pt x="78741" y="332023"/>
                  </a:lnTo>
                  <a:lnTo>
                    <a:pt x="78820" y="332270"/>
                  </a:lnTo>
                  <a:lnTo>
                    <a:pt x="79077" y="332288"/>
                  </a:lnTo>
                  <a:lnTo>
                    <a:pt x="79497" y="331901"/>
                  </a:lnTo>
                  <a:lnTo>
                    <a:pt x="79183" y="331292"/>
                  </a:lnTo>
                  <a:lnTo>
                    <a:pt x="78724" y="331624"/>
                  </a:lnTo>
                  <a:lnTo>
                    <a:pt x="78438" y="331312"/>
                  </a:lnTo>
                  <a:lnTo>
                    <a:pt x="77757" y="331298"/>
                  </a:lnTo>
                  <a:lnTo>
                    <a:pt x="77905" y="330707"/>
                  </a:lnTo>
                  <a:lnTo>
                    <a:pt x="78498" y="330905"/>
                  </a:lnTo>
                  <a:lnTo>
                    <a:pt x="78561" y="330422"/>
                  </a:lnTo>
                  <a:lnTo>
                    <a:pt x="79194" y="330206"/>
                  </a:lnTo>
                  <a:lnTo>
                    <a:pt x="79803" y="330459"/>
                  </a:lnTo>
                  <a:lnTo>
                    <a:pt x="80164" y="330052"/>
                  </a:lnTo>
                  <a:lnTo>
                    <a:pt x="79639" y="329985"/>
                  </a:lnTo>
                  <a:lnTo>
                    <a:pt x="79791" y="329605"/>
                  </a:lnTo>
                  <a:lnTo>
                    <a:pt x="79594" y="328896"/>
                  </a:lnTo>
                  <a:lnTo>
                    <a:pt x="79446" y="329392"/>
                  </a:lnTo>
                  <a:lnTo>
                    <a:pt x="78936" y="329077"/>
                  </a:lnTo>
                  <a:lnTo>
                    <a:pt x="79062" y="329613"/>
                  </a:lnTo>
                  <a:lnTo>
                    <a:pt x="78829" y="329890"/>
                  </a:lnTo>
                  <a:lnTo>
                    <a:pt x="77602" y="329070"/>
                  </a:lnTo>
                  <a:lnTo>
                    <a:pt x="78943" y="328795"/>
                  </a:lnTo>
                  <a:lnTo>
                    <a:pt x="78330" y="327795"/>
                  </a:lnTo>
                  <a:lnTo>
                    <a:pt x="78374" y="327157"/>
                  </a:lnTo>
                  <a:lnTo>
                    <a:pt x="77832" y="327439"/>
                  </a:lnTo>
                  <a:lnTo>
                    <a:pt x="77974" y="327049"/>
                  </a:lnTo>
                  <a:lnTo>
                    <a:pt x="77788" y="326829"/>
                  </a:lnTo>
                  <a:lnTo>
                    <a:pt x="77204" y="327051"/>
                  </a:lnTo>
                  <a:lnTo>
                    <a:pt x="76613" y="326985"/>
                  </a:lnTo>
                  <a:lnTo>
                    <a:pt x="76661" y="326681"/>
                  </a:lnTo>
                  <a:lnTo>
                    <a:pt x="77122" y="326526"/>
                  </a:lnTo>
                  <a:lnTo>
                    <a:pt x="76790" y="326133"/>
                  </a:lnTo>
                  <a:lnTo>
                    <a:pt x="76399" y="326385"/>
                  </a:lnTo>
                  <a:lnTo>
                    <a:pt x="76084" y="325949"/>
                  </a:lnTo>
                  <a:lnTo>
                    <a:pt x="76077" y="325460"/>
                  </a:lnTo>
                  <a:lnTo>
                    <a:pt x="76522" y="325800"/>
                  </a:lnTo>
                  <a:lnTo>
                    <a:pt x="76964" y="325573"/>
                  </a:lnTo>
                  <a:lnTo>
                    <a:pt x="76943" y="324673"/>
                  </a:lnTo>
                  <a:lnTo>
                    <a:pt x="76285" y="323961"/>
                  </a:lnTo>
                  <a:lnTo>
                    <a:pt x="76159" y="323479"/>
                  </a:lnTo>
                  <a:lnTo>
                    <a:pt x="75573" y="323248"/>
                  </a:lnTo>
                  <a:lnTo>
                    <a:pt x="75522" y="322910"/>
                  </a:lnTo>
                  <a:lnTo>
                    <a:pt x="75869" y="322873"/>
                  </a:lnTo>
                  <a:lnTo>
                    <a:pt x="75829" y="322672"/>
                  </a:lnTo>
                  <a:lnTo>
                    <a:pt x="75405" y="322205"/>
                  </a:lnTo>
                  <a:lnTo>
                    <a:pt x="75016" y="322262"/>
                  </a:lnTo>
                  <a:lnTo>
                    <a:pt x="74800" y="321989"/>
                  </a:lnTo>
                  <a:lnTo>
                    <a:pt x="74892" y="321618"/>
                  </a:lnTo>
                  <a:lnTo>
                    <a:pt x="75987" y="321388"/>
                  </a:lnTo>
                  <a:lnTo>
                    <a:pt x="75997" y="320714"/>
                  </a:lnTo>
                  <a:lnTo>
                    <a:pt x="75465" y="320993"/>
                  </a:lnTo>
                  <a:lnTo>
                    <a:pt x="74943" y="320617"/>
                  </a:lnTo>
                  <a:lnTo>
                    <a:pt x="74265" y="320718"/>
                  </a:lnTo>
                  <a:lnTo>
                    <a:pt x="73901" y="320565"/>
                  </a:lnTo>
                  <a:lnTo>
                    <a:pt x="73716" y="320184"/>
                  </a:lnTo>
                  <a:lnTo>
                    <a:pt x="73800" y="319931"/>
                  </a:lnTo>
                  <a:lnTo>
                    <a:pt x="74480" y="320189"/>
                  </a:lnTo>
                  <a:lnTo>
                    <a:pt x="74565" y="319480"/>
                  </a:lnTo>
                  <a:lnTo>
                    <a:pt x="75342" y="319256"/>
                  </a:lnTo>
                  <a:lnTo>
                    <a:pt x="76156" y="320447"/>
                  </a:lnTo>
                  <a:lnTo>
                    <a:pt x="77228" y="320229"/>
                  </a:lnTo>
                  <a:lnTo>
                    <a:pt x="77319" y="319892"/>
                  </a:lnTo>
                  <a:lnTo>
                    <a:pt x="77025" y="319489"/>
                  </a:lnTo>
                  <a:lnTo>
                    <a:pt x="76640" y="319543"/>
                  </a:lnTo>
                  <a:lnTo>
                    <a:pt x="76481" y="319803"/>
                  </a:lnTo>
                  <a:lnTo>
                    <a:pt x="76094" y="319506"/>
                  </a:lnTo>
                  <a:lnTo>
                    <a:pt x="76259" y="319056"/>
                  </a:lnTo>
                  <a:lnTo>
                    <a:pt x="76705" y="318976"/>
                  </a:lnTo>
                  <a:lnTo>
                    <a:pt x="76454" y="318570"/>
                  </a:lnTo>
                  <a:lnTo>
                    <a:pt x="77406" y="318289"/>
                  </a:lnTo>
                  <a:lnTo>
                    <a:pt x="77114" y="317828"/>
                  </a:lnTo>
                  <a:lnTo>
                    <a:pt x="77275" y="317581"/>
                  </a:lnTo>
                  <a:lnTo>
                    <a:pt x="76745" y="317202"/>
                  </a:lnTo>
                  <a:lnTo>
                    <a:pt x="76619" y="316766"/>
                  </a:lnTo>
                  <a:lnTo>
                    <a:pt x="76835" y="316716"/>
                  </a:lnTo>
                  <a:lnTo>
                    <a:pt x="77408" y="317500"/>
                  </a:lnTo>
                  <a:lnTo>
                    <a:pt x="78504" y="317189"/>
                  </a:lnTo>
                  <a:lnTo>
                    <a:pt x="78049" y="317067"/>
                  </a:lnTo>
                  <a:lnTo>
                    <a:pt x="78310" y="316153"/>
                  </a:lnTo>
                  <a:lnTo>
                    <a:pt x="77857" y="315848"/>
                  </a:lnTo>
                  <a:lnTo>
                    <a:pt x="76755" y="315627"/>
                  </a:lnTo>
                  <a:lnTo>
                    <a:pt x="75405" y="314386"/>
                  </a:lnTo>
                  <a:lnTo>
                    <a:pt x="75110" y="313773"/>
                  </a:lnTo>
                  <a:lnTo>
                    <a:pt x="75261" y="313008"/>
                  </a:lnTo>
                  <a:lnTo>
                    <a:pt x="76018" y="313062"/>
                  </a:lnTo>
                  <a:lnTo>
                    <a:pt x="76248" y="314395"/>
                  </a:lnTo>
                  <a:lnTo>
                    <a:pt x="76508" y="314394"/>
                  </a:lnTo>
                  <a:lnTo>
                    <a:pt x="76662" y="313937"/>
                  </a:lnTo>
                  <a:lnTo>
                    <a:pt x="77504" y="313488"/>
                  </a:lnTo>
                  <a:lnTo>
                    <a:pt x="76845" y="311867"/>
                  </a:lnTo>
                  <a:lnTo>
                    <a:pt x="76047" y="311257"/>
                  </a:lnTo>
                  <a:lnTo>
                    <a:pt x="75660" y="311539"/>
                  </a:lnTo>
                  <a:lnTo>
                    <a:pt x="75114" y="311524"/>
                  </a:lnTo>
                  <a:lnTo>
                    <a:pt x="74904" y="309907"/>
                  </a:lnTo>
                  <a:lnTo>
                    <a:pt x="72203" y="309206"/>
                  </a:lnTo>
                  <a:lnTo>
                    <a:pt x="72352" y="308444"/>
                  </a:lnTo>
                  <a:lnTo>
                    <a:pt x="72942" y="307882"/>
                  </a:lnTo>
                  <a:lnTo>
                    <a:pt x="73198" y="307807"/>
                  </a:lnTo>
                  <a:lnTo>
                    <a:pt x="73596" y="308118"/>
                  </a:lnTo>
                  <a:lnTo>
                    <a:pt x="73690" y="307168"/>
                  </a:lnTo>
                  <a:lnTo>
                    <a:pt x="73549" y="306804"/>
                  </a:lnTo>
                  <a:lnTo>
                    <a:pt x="73219" y="306763"/>
                  </a:lnTo>
                  <a:lnTo>
                    <a:pt x="73051" y="307085"/>
                  </a:lnTo>
                  <a:lnTo>
                    <a:pt x="71999" y="307646"/>
                  </a:lnTo>
                  <a:lnTo>
                    <a:pt x="71959" y="307057"/>
                  </a:lnTo>
                  <a:lnTo>
                    <a:pt x="72518" y="306648"/>
                  </a:lnTo>
                  <a:lnTo>
                    <a:pt x="72413" y="305717"/>
                  </a:lnTo>
                  <a:lnTo>
                    <a:pt x="73609" y="306082"/>
                  </a:lnTo>
                  <a:lnTo>
                    <a:pt x="73765" y="305851"/>
                  </a:lnTo>
                  <a:lnTo>
                    <a:pt x="73474" y="305398"/>
                  </a:lnTo>
                  <a:lnTo>
                    <a:pt x="72770" y="305152"/>
                  </a:lnTo>
                  <a:lnTo>
                    <a:pt x="72963" y="304817"/>
                  </a:lnTo>
                  <a:lnTo>
                    <a:pt x="73550" y="304648"/>
                  </a:lnTo>
                  <a:lnTo>
                    <a:pt x="72618" y="304262"/>
                  </a:lnTo>
                  <a:lnTo>
                    <a:pt x="73064" y="303749"/>
                  </a:lnTo>
                  <a:lnTo>
                    <a:pt x="72732" y="303033"/>
                  </a:lnTo>
                  <a:lnTo>
                    <a:pt x="72293" y="302721"/>
                  </a:lnTo>
                  <a:lnTo>
                    <a:pt x="72833" y="301538"/>
                  </a:lnTo>
                  <a:lnTo>
                    <a:pt x="72631" y="300784"/>
                  </a:lnTo>
                  <a:lnTo>
                    <a:pt x="71573" y="300580"/>
                  </a:lnTo>
                  <a:lnTo>
                    <a:pt x="71865" y="301334"/>
                  </a:lnTo>
                  <a:lnTo>
                    <a:pt x="71668" y="301518"/>
                  </a:lnTo>
                  <a:lnTo>
                    <a:pt x="71201" y="300823"/>
                  </a:lnTo>
                  <a:lnTo>
                    <a:pt x="71032" y="301374"/>
                  </a:lnTo>
                  <a:lnTo>
                    <a:pt x="71236" y="301628"/>
                  </a:lnTo>
                  <a:lnTo>
                    <a:pt x="70884" y="301917"/>
                  </a:lnTo>
                  <a:lnTo>
                    <a:pt x="70742" y="301648"/>
                  </a:lnTo>
                  <a:lnTo>
                    <a:pt x="70127" y="301707"/>
                  </a:lnTo>
                  <a:lnTo>
                    <a:pt x="70034" y="301347"/>
                  </a:lnTo>
                  <a:lnTo>
                    <a:pt x="70680" y="301208"/>
                  </a:lnTo>
                  <a:lnTo>
                    <a:pt x="70673" y="301039"/>
                  </a:lnTo>
                  <a:lnTo>
                    <a:pt x="70398" y="300916"/>
                  </a:lnTo>
                  <a:lnTo>
                    <a:pt x="69946" y="301187"/>
                  </a:lnTo>
                  <a:lnTo>
                    <a:pt x="69490" y="300742"/>
                  </a:lnTo>
                  <a:lnTo>
                    <a:pt x="69776" y="300543"/>
                  </a:lnTo>
                  <a:lnTo>
                    <a:pt x="69710" y="300293"/>
                  </a:lnTo>
                  <a:lnTo>
                    <a:pt x="69012" y="300407"/>
                  </a:lnTo>
                  <a:lnTo>
                    <a:pt x="71296" y="299758"/>
                  </a:lnTo>
                  <a:lnTo>
                    <a:pt x="69837" y="299374"/>
                  </a:lnTo>
                  <a:lnTo>
                    <a:pt x="69645" y="298927"/>
                  </a:lnTo>
                  <a:lnTo>
                    <a:pt x="68868" y="298688"/>
                  </a:lnTo>
                  <a:lnTo>
                    <a:pt x="68770" y="298330"/>
                  </a:lnTo>
                  <a:lnTo>
                    <a:pt x="69769" y="298266"/>
                  </a:lnTo>
                  <a:lnTo>
                    <a:pt x="69775" y="298048"/>
                  </a:lnTo>
                  <a:lnTo>
                    <a:pt x="69159" y="297578"/>
                  </a:lnTo>
                  <a:lnTo>
                    <a:pt x="69085" y="297058"/>
                  </a:lnTo>
                  <a:lnTo>
                    <a:pt x="69406" y="296831"/>
                  </a:lnTo>
                  <a:lnTo>
                    <a:pt x="69013" y="295795"/>
                  </a:lnTo>
                  <a:lnTo>
                    <a:pt x="69748" y="295066"/>
                  </a:lnTo>
                  <a:lnTo>
                    <a:pt x="69629" y="294728"/>
                  </a:lnTo>
                  <a:lnTo>
                    <a:pt x="69189" y="294676"/>
                  </a:lnTo>
                  <a:lnTo>
                    <a:pt x="69008" y="294071"/>
                  </a:lnTo>
                  <a:lnTo>
                    <a:pt x="68275" y="294181"/>
                  </a:lnTo>
                  <a:lnTo>
                    <a:pt x="68359" y="293431"/>
                  </a:lnTo>
                  <a:lnTo>
                    <a:pt x="67301" y="293197"/>
                  </a:lnTo>
                  <a:lnTo>
                    <a:pt x="66828" y="292621"/>
                  </a:lnTo>
                  <a:lnTo>
                    <a:pt x="66785" y="292089"/>
                  </a:lnTo>
                  <a:lnTo>
                    <a:pt x="66336" y="292013"/>
                  </a:lnTo>
                  <a:lnTo>
                    <a:pt x="66720" y="291194"/>
                  </a:lnTo>
                  <a:lnTo>
                    <a:pt x="65800" y="290910"/>
                  </a:lnTo>
                  <a:lnTo>
                    <a:pt x="65234" y="290281"/>
                  </a:lnTo>
                  <a:lnTo>
                    <a:pt x="65117" y="287878"/>
                  </a:lnTo>
                  <a:lnTo>
                    <a:pt x="63682" y="288355"/>
                  </a:lnTo>
                  <a:lnTo>
                    <a:pt x="63072" y="288057"/>
                  </a:lnTo>
                  <a:lnTo>
                    <a:pt x="62468" y="286770"/>
                  </a:lnTo>
                  <a:lnTo>
                    <a:pt x="61896" y="286733"/>
                  </a:lnTo>
                  <a:lnTo>
                    <a:pt x="61563" y="286455"/>
                  </a:lnTo>
                  <a:lnTo>
                    <a:pt x="60964" y="284992"/>
                  </a:lnTo>
                  <a:lnTo>
                    <a:pt x="61304" y="284448"/>
                  </a:lnTo>
                  <a:lnTo>
                    <a:pt x="60928" y="284471"/>
                  </a:lnTo>
                  <a:lnTo>
                    <a:pt x="60691" y="283385"/>
                  </a:lnTo>
                  <a:lnTo>
                    <a:pt x="60413" y="283073"/>
                  </a:lnTo>
                  <a:lnTo>
                    <a:pt x="60102" y="283164"/>
                  </a:lnTo>
                  <a:lnTo>
                    <a:pt x="60182" y="283747"/>
                  </a:lnTo>
                  <a:lnTo>
                    <a:pt x="59074" y="283818"/>
                  </a:lnTo>
                  <a:lnTo>
                    <a:pt x="59037" y="283556"/>
                  </a:lnTo>
                  <a:lnTo>
                    <a:pt x="59688" y="282858"/>
                  </a:lnTo>
                  <a:lnTo>
                    <a:pt x="60542" y="282655"/>
                  </a:lnTo>
                  <a:lnTo>
                    <a:pt x="59698" y="282373"/>
                  </a:lnTo>
                  <a:lnTo>
                    <a:pt x="58878" y="281574"/>
                  </a:lnTo>
                  <a:lnTo>
                    <a:pt x="58900" y="280739"/>
                  </a:lnTo>
                  <a:lnTo>
                    <a:pt x="59926" y="280584"/>
                  </a:lnTo>
                  <a:lnTo>
                    <a:pt x="60239" y="279700"/>
                  </a:lnTo>
                  <a:lnTo>
                    <a:pt x="60146" y="279222"/>
                  </a:lnTo>
                  <a:lnTo>
                    <a:pt x="59189" y="278644"/>
                  </a:lnTo>
                  <a:lnTo>
                    <a:pt x="58136" y="278628"/>
                  </a:lnTo>
                  <a:lnTo>
                    <a:pt x="57935" y="278971"/>
                  </a:lnTo>
                  <a:lnTo>
                    <a:pt x="58367" y="279124"/>
                  </a:lnTo>
                  <a:lnTo>
                    <a:pt x="58411" y="279387"/>
                  </a:lnTo>
                  <a:lnTo>
                    <a:pt x="58148" y="279814"/>
                  </a:lnTo>
                  <a:lnTo>
                    <a:pt x="57830" y="279888"/>
                  </a:lnTo>
                  <a:lnTo>
                    <a:pt x="57148" y="279026"/>
                  </a:lnTo>
                  <a:lnTo>
                    <a:pt x="56422" y="278537"/>
                  </a:lnTo>
                  <a:lnTo>
                    <a:pt x="56566" y="278252"/>
                  </a:lnTo>
                  <a:lnTo>
                    <a:pt x="58234" y="277916"/>
                  </a:lnTo>
                  <a:lnTo>
                    <a:pt x="58466" y="276624"/>
                  </a:lnTo>
                  <a:lnTo>
                    <a:pt x="58202" y="275777"/>
                  </a:lnTo>
                  <a:lnTo>
                    <a:pt x="58250" y="275272"/>
                  </a:lnTo>
                  <a:lnTo>
                    <a:pt x="57152" y="273984"/>
                  </a:lnTo>
                  <a:lnTo>
                    <a:pt x="58024" y="274199"/>
                  </a:lnTo>
                  <a:lnTo>
                    <a:pt x="58465" y="273877"/>
                  </a:lnTo>
                  <a:lnTo>
                    <a:pt x="58463" y="273426"/>
                  </a:lnTo>
                  <a:lnTo>
                    <a:pt x="59171" y="273324"/>
                  </a:lnTo>
                  <a:lnTo>
                    <a:pt x="59407" y="272875"/>
                  </a:lnTo>
                  <a:lnTo>
                    <a:pt x="58947" y="272787"/>
                  </a:lnTo>
                  <a:lnTo>
                    <a:pt x="58315" y="271780"/>
                  </a:lnTo>
                  <a:lnTo>
                    <a:pt x="59701" y="271461"/>
                  </a:lnTo>
                  <a:lnTo>
                    <a:pt x="59135" y="270899"/>
                  </a:lnTo>
                  <a:lnTo>
                    <a:pt x="58990" y="270224"/>
                  </a:lnTo>
                  <a:lnTo>
                    <a:pt x="58590" y="270019"/>
                  </a:lnTo>
                  <a:lnTo>
                    <a:pt x="58390" y="268820"/>
                  </a:lnTo>
                  <a:lnTo>
                    <a:pt x="57278" y="268719"/>
                  </a:lnTo>
                  <a:lnTo>
                    <a:pt x="57026" y="269015"/>
                  </a:lnTo>
                  <a:lnTo>
                    <a:pt x="56433" y="269095"/>
                  </a:lnTo>
                  <a:lnTo>
                    <a:pt x="56770" y="267896"/>
                  </a:lnTo>
                  <a:lnTo>
                    <a:pt x="57105" y="267797"/>
                  </a:lnTo>
                  <a:lnTo>
                    <a:pt x="57556" y="268005"/>
                  </a:lnTo>
                  <a:lnTo>
                    <a:pt x="58002" y="267760"/>
                  </a:lnTo>
                  <a:lnTo>
                    <a:pt x="57932" y="267418"/>
                  </a:lnTo>
                  <a:lnTo>
                    <a:pt x="57380" y="267272"/>
                  </a:lnTo>
                  <a:lnTo>
                    <a:pt x="57028" y="266814"/>
                  </a:lnTo>
                  <a:lnTo>
                    <a:pt x="57619" y="266497"/>
                  </a:lnTo>
                  <a:lnTo>
                    <a:pt x="57493" y="265522"/>
                  </a:lnTo>
                  <a:lnTo>
                    <a:pt x="57066" y="265116"/>
                  </a:lnTo>
                  <a:lnTo>
                    <a:pt x="56127" y="265744"/>
                  </a:lnTo>
                  <a:lnTo>
                    <a:pt x="56173" y="266326"/>
                  </a:lnTo>
                  <a:lnTo>
                    <a:pt x="56469" y="266706"/>
                  </a:lnTo>
                  <a:lnTo>
                    <a:pt x="56363" y="267123"/>
                  </a:lnTo>
                  <a:lnTo>
                    <a:pt x="56098" y="267184"/>
                  </a:lnTo>
                  <a:lnTo>
                    <a:pt x="55425" y="266572"/>
                  </a:lnTo>
                  <a:lnTo>
                    <a:pt x="54823" y="266594"/>
                  </a:lnTo>
                  <a:lnTo>
                    <a:pt x="54019" y="266016"/>
                  </a:lnTo>
                  <a:lnTo>
                    <a:pt x="53655" y="266110"/>
                  </a:lnTo>
                  <a:lnTo>
                    <a:pt x="54705" y="265213"/>
                  </a:lnTo>
                  <a:lnTo>
                    <a:pt x="55236" y="265247"/>
                  </a:lnTo>
                  <a:lnTo>
                    <a:pt x="55388" y="265065"/>
                  </a:lnTo>
                  <a:lnTo>
                    <a:pt x="54667" y="264501"/>
                  </a:lnTo>
                  <a:lnTo>
                    <a:pt x="54467" y="264609"/>
                  </a:lnTo>
                  <a:lnTo>
                    <a:pt x="53906" y="263978"/>
                  </a:lnTo>
                  <a:lnTo>
                    <a:pt x="53453" y="263937"/>
                  </a:lnTo>
                  <a:lnTo>
                    <a:pt x="52295" y="264669"/>
                  </a:lnTo>
                  <a:lnTo>
                    <a:pt x="51704" y="264463"/>
                  </a:lnTo>
                  <a:lnTo>
                    <a:pt x="51693" y="264262"/>
                  </a:lnTo>
                  <a:lnTo>
                    <a:pt x="51232" y="264247"/>
                  </a:lnTo>
                  <a:lnTo>
                    <a:pt x="51135" y="264034"/>
                  </a:lnTo>
                  <a:lnTo>
                    <a:pt x="51195" y="262797"/>
                  </a:lnTo>
                  <a:lnTo>
                    <a:pt x="51668" y="263016"/>
                  </a:lnTo>
                  <a:lnTo>
                    <a:pt x="51801" y="263946"/>
                  </a:lnTo>
                  <a:lnTo>
                    <a:pt x="52312" y="262965"/>
                  </a:lnTo>
                  <a:lnTo>
                    <a:pt x="52077" y="261927"/>
                  </a:lnTo>
                  <a:lnTo>
                    <a:pt x="53066" y="261902"/>
                  </a:lnTo>
                  <a:lnTo>
                    <a:pt x="53790" y="260922"/>
                  </a:lnTo>
                  <a:lnTo>
                    <a:pt x="54771" y="260751"/>
                  </a:lnTo>
                  <a:lnTo>
                    <a:pt x="53708" y="259376"/>
                  </a:lnTo>
                  <a:lnTo>
                    <a:pt x="54035" y="258951"/>
                  </a:lnTo>
                  <a:lnTo>
                    <a:pt x="55077" y="258598"/>
                  </a:lnTo>
                  <a:lnTo>
                    <a:pt x="55150" y="258364"/>
                  </a:lnTo>
                  <a:lnTo>
                    <a:pt x="54489" y="258050"/>
                  </a:lnTo>
                  <a:lnTo>
                    <a:pt x="53331" y="258173"/>
                  </a:lnTo>
                  <a:lnTo>
                    <a:pt x="52332" y="258853"/>
                  </a:lnTo>
                  <a:lnTo>
                    <a:pt x="52985" y="257401"/>
                  </a:lnTo>
                  <a:lnTo>
                    <a:pt x="52517" y="257085"/>
                  </a:lnTo>
                  <a:lnTo>
                    <a:pt x="52803" y="256896"/>
                  </a:lnTo>
                  <a:lnTo>
                    <a:pt x="52664" y="256497"/>
                  </a:lnTo>
                  <a:lnTo>
                    <a:pt x="53252" y="256027"/>
                  </a:lnTo>
                  <a:lnTo>
                    <a:pt x="53191" y="255250"/>
                  </a:lnTo>
                  <a:lnTo>
                    <a:pt x="52374" y="255417"/>
                  </a:lnTo>
                  <a:lnTo>
                    <a:pt x="52040" y="254624"/>
                  </a:lnTo>
                  <a:lnTo>
                    <a:pt x="52265" y="254464"/>
                  </a:lnTo>
                  <a:lnTo>
                    <a:pt x="53561" y="254966"/>
                  </a:lnTo>
                  <a:lnTo>
                    <a:pt x="52997" y="254172"/>
                  </a:lnTo>
                  <a:lnTo>
                    <a:pt x="52362" y="254144"/>
                  </a:lnTo>
                  <a:lnTo>
                    <a:pt x="52232" y="253913"/>
                  </a:lnTo>
                  <a:lnTo>
                    <a:pt x="52754" y="253381"/>
                  </a:lnTo>
                  <a:lnTo>
                    <a:pt x="53734" y="253197"/>
                  </a:lnTo>
                  <a:lnTo>
                    <a:pt x="54242" y="253418"/>
                  </a:lnTo>
                  <a:lnTo>
                    <a:pt x="55018" y="252874"/>
                  </a:lnTo>
                  <a:lnTo>
                    <a:pt x="54574" y="252533"/>
                  </a:lnTo>
                  <a:lnTo>
                    <a:pt x="53882" y="252654"/>
                  </a:lnTo>
                  <a:lnTo>
                    <a:pt x="52558" y="251268"/>
                  </a:lnTo>
                  <a:lnTo>
                    <a:pt x="52971" y="251034"/>
                  </a:lnTo>
                  <a:lnTo>
                    <a:pt x="52838" y="250639"/>
                  </a:lnTo>
                  <a:lnTo>
                    <a:pt x="52992" y="250359"/>
                  </a:lnTo>
                  <a:lnTo>
                    <a:pt x="54647" y="249963"/>
                  </a:lnTo>
                  <a:lnTo>
                    <a:pt x="54515" y="249602"/>
                  </a:lnTo>
                  <a:lnTo>
                    <a:pt x="53140" y="250070"/>
                  </a:lnTo>
                  <a:lnTo>
                    <a:pt x="53903" y="249290"/>
                  </a:lnTo>
                  <a:lnTo>
                    <a:pt x="52841" y="248862"/>
                  </a:lnTo>
                  <a:lnTo>
                    <a:pt x="52567" y="249004"/>
                  </a:lnTo>
                  <a:lnTo>
                    <a:pt x="52281" y="248656"/>
                  </a:lnTo>
                  <a:lnTo>
                    <a:pt x="52585" y="248247"/>
                  </a:lnTo>
                  <a:lnTo>
                    <a:pt x="52503" y="247970"/>
                  </a:lnTo>
                  <a:lnTo>
                    <a:pt x="51637" y="248307"/>
                  </a:lnTo>
                  <a:lnTo>
                    <a:pt x="51182" y="247870"/>
                  </a:lnTo>
                  <a:lnTo>
                    <a:pt x="50678" y="247783"/>
                  </a:lnTo>
                  <a:lnTo>
                    <a:pt x="49629" y="246724"/>
                  </a:lnTo>
                  <a:lnTo>
                    <a:pt x="50137" y="245245"/>
                  </a:lnTo>
                  <a:lnTo>
                    <a:pt x="50808" y="244772"/>
                  </a:lnTo>
                  <a:lnTo>
                    <a:pt x="49865" y="243150"/>
                  </a:lnTo>
                  <a:lnTo>
                    <a:pt x="49812" y="242417"/>
                  </a:lnTo>
                  <a:lnTo>
                    <a:pt x="50649" y="241777"/>
                  </a:lnTo>
                  <a:lnTo>
                    <a:pt x="51391" y="241762"/>
                  </a:lnTo>
                  <a:lnTo>
                    <a:pt x="51339" y="241445"/>
                  </a:lnTo>
                  <a:lnTo>
                    <a:pt x="49851" y="241211"/>
                  </a:lnTo>
                  <a:lnTo>
                    <a:pt x="49502" y="236847"/>
                  </a:lnTo>
                  <a:lnTo>
                    <a:pt x="50290" y="237125"/>
                  </a:lnTo>
                  <a:lnTo>
                    <a:pt x="50717" y="236880"/>
                  </a:lnTo>
                  <a:lnTo>
                    <a:pt x="50911" y="237182"/>
                  </a:lnTo>
                  <a:lnTo>
                    <a:pt x="51291" y="237158"/>
                  </a:lnTo>
                  <a:lnTo>
                    <a:pt x="51620" y="236771"/>
                  </a:lnTo>
                  <a:lnTo>
                    <a:pt x="51495" y="235463"/>
                  </a:lnTo>
                  <a:lnTo>
                    <a:pt x="50786" y="235098"/>
                  </a:lnTo>
                  <a:lnTo>
                    <a:pt x="50598" y="234731"/>
                  </a:lnTo>
                  <a:lnTo>
                    <a:pt x="50749" y="233920"/>
                  </a:lnTo>
                  <a:lnTo>
                    <a:pt x="50848" y="233316"/>
                  </a:lnTo>
                  <a:lnTo>
                    <a:pt x="50561" y="232665"/>
                  </a:lnTo>
                  <a:lnTo>
                    <a:pt x="49695" y="232599"/>
                  </a:lnTo>
                  <a:lnTo>
                    <a:pt x="48924" y="231733"/>
                  </a:lnTo>
                  <a:lnTo>
                    <a:pt x="48079" y="231601"/>
                  </a:lnTo>
                  <a:lnTo>
                    <a:pt x="47793" y="230283"/>
                  </a:lnTo>
                  <a:lnTo>
                    <a:pt x="46980" y="229687"/>
                  </a:lnTo>
                  <a:lnTo>
                    <a:pt x="45804" y="230430"/>
                  </a:lnTo>
                  <a:lnTo>
                    <a:pt x="45931" y="231011"/>
                  </a:lnTo>
                  <a:lnTo>
                    <a:pt x="46816" y="231676"/>
                  </a:lnTo>
                  <a:lnTo>
                    <a:pt x="46686" y="232097"/>
                  </a:lnTo>
                  <a:lnTo>
                    <a:pt x="46027" y="232686"/>
                  </a:lnTo>
                  <a:lnTo>
                    <a:pt x="44816" y="232369"/>
                  </a:lnTo>
                  <a:lnTo>
                    <a:pt x="44532" y="231681"/>
                  </a:lnTo>
                  <a:lnTo>
                    <a:pt x="43912" y="231287"/>
                  </a:lnTo>
                  <a:lnTo>
                    <a:pt x="43691" y="230817"/>
                  </a:lnTo>
                  <a:lnTo>
                    <a:pt x="44102" y="229832"/>
                  </a:lnTo>
                  <a:lnTo>
                    <a:pt x="43713" y="228897"/>
                  </a:lnTo>
                  <a:lnTo>
                    <a:pt x="43305" y="229191"/>
                  </a:lnTo>
                  <a:lnTo>
                    <a:pt x="43240" y="229898"/>
                  </a:lnTo>
                  <a:lnTo>
                    <a:pt x="42528" y="229935"/>
                  </a:lnTo>
                  <a:lnTo>
                    <a:pt x="42038" y="230620"/>
                  </a:lnTo>
                  <a:lnTo>
                    <a:pt x="41082" y="230808"/>
                  </a:lnTo>
                  <a:lnTo>
                    <a:pt x="40879" y="230641"/>
                  </a:lnTo>
                  <a:lnTo>
                    <a:pt x="41024" y="230283"/>
                  </a:lnTo>
                  <a:lnTo>
                    <a:pt x="41431" y="230244"/>
                  </a:lnTo>
                  <a:lnTo>
                    <a:pt x="41973" y="229731"/>
                  </a:lnTo>
                  <a:lnTo>
                    <a:pt x="41637" y="229129"/>
                  </a:lnTo>
                  <a:lnTo>
                    <a:pt x="41856" y="229031"/>
                  </a:lnTo>
                  <a:lnTo>
                    <a:pt x="41860" y="228489"/>
                  </a:lnTo>
                  <a:lnTo>
                    <a:pt x="41269" y="228093"/>
                  </a:lnTo>
                  <a:lnTo>
                    <a:pt x="40836" y="228251"/>
                  </a:lnTo>
                  <a:lnTo>
                    <a:pt x="39980" y="227836"/>
                  </a:lnTo>
                  <a:lnTo>
                    <a:pt x="40009" y="227324"/>
                  </a:lnTo>
                  <a:lnTo>
                    <a:pt x="41026" y="227165"/>
                  </a:lnTo>
                  <a:lnTo>
                    <a:pt x="41550" y="227877"/>
                  </a:lnTo>
                  <a:lnTo>
                    <a:pt x="42334" y="227299"/>
                  </a:lnTo>
                  <a:lnTo>
                    <a:pt x="43020" y="227768"/>
                  </a:lnTo>
                  <a:lnTo>
                    <a:pt x="44348" y="226855"/>
                  </a:lnTo>
                  <a:lnTo>
                    <a:pt x="43144" y="226969"/>
                  </a:lnTo>
                  <a:lnTo>
                    <a:pt x="42543" y="226548"/>
                  </a:lnTo>
                  <a:lnTo>
                    <a:pt x="42637" y="225465"/>
                  </a:lnTo>
                  <a:lnTo>
                    <a:pt x="42394" y="225230"/>
                  </a:lnTo>
                  <a:lnTo>
                    <a:pt x="42164" y="225427"/>
                  </a:lnTo>
                  <a:lnTo>
                    <a:pt x="42142" y="226307"/>
                  </a:lnTo>
                  <a:lnTo>
                    <a:pt x="40881" y="226112"/>
                  </a:lnTo>
                  <a:lnTo>
                    <a:pt x="41027" y="225318"/>
                  </a:lnTo>
                  <a:lnTo>
                    <a:pt x="40646" y="224921"/>
                  </a:lnTo>
                  <a:lnTo>
                    <a:pt x="41314" y="224478"/>
                  </a:lnTo>
                  <a:lnTo>
                    <a:pt x="40928" y="224249"/>
                  </a:lnTo>
                  <a:lnTo>
                    <a:pt x="40690" y="223414"/>
                  </a:lnTo>
                  <a:lnTo>
                    <a:pt x="41112" y="223394"/>
                  </a:lnTo>
                  <a:lnTo>
                    <a:pt x="42002" y="222583"/>
                  </a:lnTo>
                  <a:lnTo>
                    <a:pt x="42183" y="223247"/>
                  </a:lnTo>
                  <a:lnTo>
                    <a:pt x="43398" y="222344"/>
                  </a:lnTo>
                  <a:lnTo>
                    <a:pt x="43318" y="221761"/>
                  </a:lnTo>
                  <a:lnTo>
                    <a:pt x="42918" y="221246"/>
                  </a:lnTo>
                  <a:lnTo>
                    <a:pt x="42910" y="220523"/>
                  </a:lnTo>
                  <a:lnTo>
                    <a:pt x="41222" y="220271"/>
                  </a:lnTo>
                  <a:lnTo>
                    <a:pt x="40798" y="219552"/>
                  </a:lnTo>
                  <a:lnTo>
                    <a:pt x="41425" y="218865"/>
                  </a:lnTo>
                  <a:lnTo>
                    <a:pt x="40616" y="218325"/>
                  </a:lnTo>
                  <a:lnTo>
                    <a:pt x="39970" y="217363"/>
                  </a:lnTo>
                  <a:lnTo>
                    <a:pt x="39409" y="217618"/>
                  </a:lnTo>
                  <a:lnTo>
                    <a:pt x="39014" y="218850"/>
                  </a:lnTo>
                  <a:lnTo>
                    <a:pt x="38520" y="218710"/>
                  </a:lnTo>
                  <a:lnTo>
                    <a:pt x="38670" y="217341"/>
                  </a:lnTo>
                  <a:lnTo>
                    <a:pt x="39564" y="217126"/>
                  </a:lnTo>
                  <a:lnTo>
                    <a:pt x="39498" y="216774"/>
                  </a:lnTo>
                  <a:lnTo>
                    <a:pt x="39120" y="216633"/>
                  </a:lnTo>
                  <a:lnTo>
                    <a:pt x="38584" y="216959"/>
                  </a:lnTo>
                  <a:lnTo>
                    <a:pt x="38397" y="216803"/>
                  </a:lnTo>
                  <a:lnTo>
                    <a:pt x="38545" y="216091"/>
                  </a:lnTo>
                  <a:lnTo>
                    <a:pt x="38212" y="215596"/>
                  </a:lnTo>
                  <a:lnTo>
                    <a:pt x="38905" y="215035"/>
                  </a:lnTo>
                  <a:lnTo>
                    <a:pt x="38640" y="214734"/>
                  </a:lnTo>
                  <a:lnTo>
                    <a:pt x="37410" y="214804"/>
                  </a:lnTo>
                  <a:lnTo>
                    <a:pt x="36956" y="214287"/>
                  </a:lnTo>
                  <a:lnTo>
                    <a:pt x="37412" y="214047"/>
                  </a:lnTo>
                  <a:lnTo>
                    <a:pt x="37833" y="213133"/>
                  </a:lnTo>
                  <a:lnTo>
                    <a:pt x="38586" y="211198"/>
                  </a:lnTo>
                  <a:lnTo>
                    <a:pt x="38474" y="210515"/>
                  </a:lnTo>
                  <a:lnTo>
                    <a:pt x="39285" y="209001"/>
                  </a:lnTo>
                  <a:lnTo>
                    <a:pt x="39270" y="208444"/>
                  </a:lnTo>
                  <a:lnTo>
                    <a:pt x="39232" y="208268"/>
                  </a:lnTo>
                  <a:lnTo>
                    <a:pt x="37389" y="208728"/>
                  </a:lnTo>
                  <a:lnTo>
                    <a:pt x="36824" y="208283"/>
                  </a:lnTo>
                  <a:lnTo>
                    <a:pt x="37449" y="207712"/>
                  </a:lnTo>
                  <a:lnTo>
                    <a:pt x="37914" y="207959"/>
                  </a:lnTo>
                  <a:lnTo>
                    <a:pt x="37965" y="208208"/>
                  </a:lnTo>
                  <a:lnTo>
                    <a:pt x="38631" y="207987"/>
                  </a:lnTo>
                  <a:lnTo>
                    <a:pt x="38477" y="207410"/>
                  </a:lnTo>
                  <a:lnTo>
                    <a:pt x="39028" y="207002"/>
                  </a:lnTo>
                  <a:lnTo>
                    <a:pt x="38590" y="206751"/>
                  </a:lnTo>
                  <a:lnTo>
                    <a:pt x="38371" y="205518"/>
                  </a:lnTo>
                  <a:lnTo>
                    <a:pt x="39264" y="204712"/>
                  </a:lnTo>
                  <a:lnTo>
                    <a:pt x="39151" y="205775"/>
                  </a:lnTo>
                  <a:lnTo>
                    <a:pt x="39841" y="206446"/>
                  </a:lnTo>
                  <a:lnTo>
                    <a:pt x="40644" y="206728"/>
                  </a:lnTo>
                  <a:lnTo>
                    <a:pt x="40550" y="204445"/>
                  </a:lnTo>
                  <a:lnTo>
                    <a:pt x="39240" y="202413"/>
                  </a:lnTo>
                  <a:lnTo>
                    <a:pt x="38321" y="202963"/>
                  </a:lnTo>
                  <a:lnTo>
                    <a:pt x="37667" y="202541"/>
                  </a:lnTo>
                  <a:lnTo>
                    <a:pt x="37562" y="201295"/>
                  </a:lnTo>
                  <a:lnTo>
                    <a:pt x="37161" y="200720"/>
                  </a:lnTo>
                  <a:lnTo>
                    <a:pt x="35086" y="201419"/>
                  </a:lnTo>
                  <a:lnTo>
                    <a:pt x="34023" y="200368"/>
                  </a:lnTo>
                  <a:lnTo>
                    <a:pt x="34066" y="198711"/>
                  </a:lnTo>
                  <a:lnTo>
                    <a:pt x="32516" y="197519"/>
                  </a:lnTo>
                  <a:lnTo>
                    <a:pt x="31629" y="195789"/>
                  </a:lnTo>
                  <a:lnTo>
                    <a:pt x="30637" y="195417"/>
                  </a:lnTo>
                  <a:lnTo>
                    <a:pt x="31031" y="194367"/>
                  </a:lnTo>
                  <a:lnTo>
                    <a:pt x="31724" y="193783"/>
                  </a:lnTo>
                  <a:lnTo>
                    <a:pt x="32199" y="193855"/>
                  </a:lnTo>
                  <a:lnTo>
                    <a:pt x="32507" y="192136"/>
                  </a:lnTo>
                  <a:lnTo>
                    <a:pt x="31774" y="190918"/>
                  </a:lnTo>
                  <a:lnTo>
                    <a:pt x="31903" y="189259"/>
                  </a:lnTo>
                  <a:lnTo>
                    <a:pt x="30697" y="188286"/>
                  </a:lnTo>
                  <a:lnTo>
                    <a:pt x="30336" y="188463"/>
                  </a:lnTo>
                  <a:lnTo>
                    <a:pt x="30241" y="189639"/>
                  </a:lnTo>
                  <a:lnTo>
                    <a:pt x="29725" y="189824"/>
                  </a:lnTo>
                  <a:lnTo>
                    <a:pt x="29033" y="188767"/>
                  </a:lnTo>
                  <a:lnTo>
                    <a:pt x="27755" y="189751"/>
                  </a:lnTo>
                  <a:lnTo>
                    <a:pt x="27181" y="188967"/>
                  </a:lnTo>
                  <a:lnTo>
                    <a:pt x="24903" y="189956"/>
                  </a:lnTo>
                  <a:lnTo>
                    <a:pt x="24698" y="189937"/>
                  </a:lnTo>
                  <a:lnTo>
                    <a:pt x="23882" y="188733"/>
                  </a:lnTo>
                  <a:lnTo>
                    <a:pt x="22846" y="188004"/>
                  </a:lnTo>
                  <a:lnTo>
                    <a:pt x="23262" y="187458"/>
                  </a:lnTo>
                  <a:lnTo>
                    <a:pt x="24386" y="188006"/>
                  </a:lnTo>
                  <a:lnTo>
                    <a:pt x="24913" y="186785"/>
                  </a:lnTo>
                  <a:lnTo>
                    <a:pt x="24660" y="186042"/>
                  </a:lnTo>
                  <a:lnTo>
                    <a:pt x="23768" y="185289"/>
                  </a:lnTo>
                  <a:lnTo>
                    <a:pt x="22126" y="184615"/>
                  </a:lnTo>
                  <a:lnTo>
                    <a:pt x="21684" y="183927"/>
                  </a:lnTo>
                  <a:lnTo>
                    <a:pt x="21738" y="183450"/>
                  </a:lnTo>
                  <a:lnTo>
                    <a:pt x="22076" y="183252"/>
                  </a:lnTo>
                  <a:lnTo>
                    <a:pt x="22606" y="183397"/>
                  </a:lnTo>
                  <a:lnTo>
                    <a:pt x="23420" y="182807"/>
                  </a:lnTo>
                  <a:lnTo>
                    <a:pt x="24929" y="182241"/>
                  </a:lnTo>
                  <a:lnTo>
                    <a:pt x="25296" y="181931"/>
                  </a:lnTo>
                  <a:lnTo>
                    <a:pt x="25304" y="181259"/>
                  </a:lnTo>
                  <a:lnTo>
                    <a:pt x="23371" y="181287"/>
                  </a:lnTo>
                  <a:lnTo>
                    <a:pt x="22637" y="180144"/>
                  </a:lnTo>
                  <a:lnTo>
                    <a:pt x="21628" y="181235"/>
                  </a:lnTo>
                  <a:lnTo>
                    <a:pt x="20760" y="181096"/>
                  </a:lnTo>
                  <a:lnTo>
                    <a:pt x="20546" y="180775"/>
                  </a:lnTo>
                  <a:lnTo>
                    <a:pt x="20692" y="178706"/>
                  </a:lnTo>
                  <a:lnTo>
                    <a:pt x="21131" y="178331"/>
                  </a:lnTo>
                  <a:lnTo>
                    <a:pt x="22097" y="178323"/>
                  </a:lnTo>
                  <a:lnTo>
                    <a:pt x="22406" y="179119"/>
                  </a:lnTo>
                  <a:lnTo>
                    <a:pt x="23025" y="179070"/>
                  </a:lnTo>
                  <a:lnTo>
                    <a:pt x="23668" y="178057"/>
                  </a:lnTo>
                  <a:lnTo>
                    <a:pt x="23904" y="177104"/>
                  </a:lnTo>
                  <a:lnTo>
                    <a:pt x="22974" y="175802"/>
                  </a:lnTo>
                  <a:lnTo>
                    <a:pt x="22581" y="175941"/>
                  </a:lnTo>
                  <a:lnTo>
                    <a:pt x="22751" y="176927"/>
                  </a:lnTo>
                  <a:lnTo>
                    <a:pt x="21148" y="177745"/>
                  </a:lnTo>
                  <a:lnTo>
                    <a:pt x="19988" y="175479"/>
                  </a:lnTo>
                  <a:lnTo>
                    <a:pt x="19772" y="174668"/>
                  </a:lnTo>
                  <a:lnTo>
                    <a:pt x="20637" y="174013"/>
                  </a:lnTo>
                  <a:lnTo>
                    <a:pt x="20945" y="173336"/>
                  </a:lnTo>
                  <a:lnTo>
                    <a:pt x="20911" y="171115"/>
                  </a:lnTo>
                  <a:lnTo>
                    <a:pt x="20499" y="170645"/>
                  </a:lnTo>
                  <a:lnTo>
                    <a:pt x="21495" y="169926"/>
                  </a:lnTo>
                  <a:lnTo>
                    <a:pt x="21103" y="168639"/>
                  </a:lnTo>
                  <a:lnTo>
                    <a:pt x="20675" y="168457"/>
                  </a:lnTo>
                  <a:lnTo>
                    <a:pt x="19249" y="169151"/>
                  </a:lnTo>
                  <a:lnTo>
                    <a:pt x="18222" y="171281"/>
                  </a:lnTo>
                  <a:lnTo>
                    <a:pt x="17638" y="171725"/>
                  </a:lnTo>
                  <a:lnTo>
                    <a:pt x="17431" y="171367"/>
                  </a:lnTo>
                  <a:lnTo>
                    <a:pt x="17701" y="170113"/>
                  </a:lnTo>
                  <a:lnTo>
                    <a:pt x="17284" y="169555"/>
                  </a:lnTo>
                  <a:lnTo>
                    <a:pt x="16297" y="168973"/>
                  </a:lnTo>
                  <a:lnTo>
                    <a:pt x="15541" y="167400"/>
                  </a:lnTo>
                  <a:lnTo>
                    <a:pt x="15050" y="167673"/>
                  </a:lnTo>
                  <a:lnTo>
                    <a:pt x="14948" y="168837"/>
                  </a:lnTo>
                  <a:lnTo>
                    <a:pt x="14611" y="168878"/>
                  </a:lnTo>
                  <a:lnTo>
                    <a:pt x="14050" y="168389"/>
                  </a:lnTo>
                  <a:lnTo>
                    <a:pt x="14071" y="167685"/>
                  </a:lnTo>
                  <a:lnTo>
                    <a:pt x="13547" y="167373"/>
                  </a:lnTo>
                  <a:lnTo>
                    <a:pt x="13100" y="166494"/>
                  </a:lnTo>
                  <a:lnTo>
                    <a:pt x="13492" y="165687"/>
                  </a:lnTo>
                  <a:lnTo>
                    <a:pt x="13476" y="164999"/>
                  </a:lnTo>
                  <a:lnTo>
                    <a:pt x="13836" y="164880"/>
                  </a:lnTo>
                  <a:lnTo>
                    <a:pt x="14473" y="165549"/>
                  </a:lnTo>
                  <a:lnTo>
                    <a:pt x="14948" y="165617"/>
                  </a:lnTo>
                  <a:lnTo>
                    <a:pt x="15153" y="164249"/>
                  </a:lnTo>
                  <a:lnTo>
                    <a:pt x="15028" y="163267"/>
                  </a:lnTo>
                  <a:lnTo>
                    <a:pt x="13213" y="164321"/>
                  </a:lnTo>
                  <a:lnTo>
                    <a:pt x="12518" y="163670"/>
                  </a:lnTo>
                  <a:lnTo>
                    <a:pt x="12314" y="163310"/>
                  </a:lnTo>
                  <a:lnTo>
                    <a:pt x="13391" y="162043"/>
                  </a:lnTo>
                  <a:lnTo>
                    <a:pt x="12168" y="161199"/>
                  </a:lnTo>
                  <a:lnTo>
                    <a:pt x="11977" y="161259"/>
                  </a:lnTo>
                  <a:lnTo>
                    <a:pt x="11617" y="159802"/>
                  </a:lnTo>
                  <a:lnTo>
                    <a:pt x="10118" y="158125"/>
                  </a:lnTo>
                  <a:lnTo>
                    <a:pt x="9031" y="158617"/>
                  </a:lnTo>
                  <a:lnTo>
                    <a:pt x="8498" y="160195"/>
                  </a:lnTo>
                  <a:lnTo>
                    <a:pt x="8013" y="160780"/>
                  </a:lnTo>
                  <a:lnTo>
                    <a:pt x="6430" y="160520"/>
                  </a:lnTo>
                  <a:lnTo>
                    <a:pt x="6345" y="159683"/>
                  </a:lnTo>
                  <a:lnTo>
                    <a:pt x="7074" y="158786"/>
                  </a:lnTo>
                  <a:lnTo>
                    <a:pt x="6569" y="157193"/>
                  </a:lnTo>
                  <a:lnTo>
                    <a:pt x="5394" y="157023"/>
                  </a:lnTo>
                  <a:lnTo>
                    <a:pt x="4627" y="156576"/>
                  </a:lnTo>
                  <a:lnTo>
                    <a:pt x="2170" y="154069"/>
                  </a:lnTo>
                  <a:lnTo>
                    <a:pt x="709" y="153311"/>
                  </a:lnTo>
                  <a:lnTo>
                    <a:pt x="0" y="152366"/>
                  </a:lnTo>
                  <a:lnTo>
                    <a:pt x="850" y="150627"/>
                  </a:lnTo>
                  <a:lnTo>
                    <a:pt x="6033" y="148733"/>
                  </a:lnTo>
                  <a:lnTo>
                    <a:pt x="8669" y="148134"/>
                  </a:lnTo>
                  <a:lnTo>
                    <a:pt x="10977" y="147243"/>
                  </a:lnTo>
                  <a:lnTo>
                    <a:pt x="13043" y="146093"/>
                  </a:lnTo>
                  <a:lnTo>
                    <a:pt x="15870" y="145472"/>
                  </a:lnTo>
                  <a:lnTo>
                    <a:pt x="16001" y="145019"/>
                  </a:lnTo>
                  <a:lnTo>
                    <a:pt x="18110" y="144554"/>
                  </a:lnTo>
                  <a:lnTo>
                    <a:pt x="20082" y="143619"/>
                  </a:lnTo>
                  <a:lnTo>
                    <a:pt x="19900" y="141810"/>
                  </a:lnTo>
                  <a:lnTo>
                    <a:pt x="19387" y="140611"/>
                  </a:lnTo>
                  <a:lnTo>
                    <a:pt x="19154" y="139285"/>
                  </a:lnTo>
                  <a:lnTo>
                    <a:pt x="16903" y="136039"/>
                  </a:lnTo>
                  <a:lnTo>
                    <a:pt x="15455" y="132505"/>
                  </a:lnTo>
                  <a:lnTo>
                    <a:pt x="16301" y="132232"/>
                  </a:lnTo>
                  <a:lnTo>
                    <a:pt x="19514" y="130416"/>
                  </a:lnTo>
                  <a:lnTo>
                    <a:pt x="21415" y="129727"/>
                  </a:lnTo>
                  <a:lnTo>
                    <a:pt x="24650" y="129062"/>
                  </a:lnTo>
                  <a:lnTo>
                    <a:pt x="26382" y="128256"/>
                  </a:lnTo>
                  <a:lnTo>
                    <a:pt x="27079" y="127590"/>
                  </a:lnTo>
                  <a:lnTo>
                    <a:pt x="28687" y="127059"/>
                  </a:lnTo>
                  <a:lnTo>
                    <a:pt x="29578" y="126841"/>
                  </a:lnTo>
                  <a:lnTo>
                    <a:pt x="30823" y="127005"/>
                  </a:lnTo>
                  <a:lnTo>
                    <a:pt x="34033" y="126215"/>
                  </a:lnTo>
                  <a:lnTo>
                    <a:pt x="36878" y="126421"/>
                  </a:lnTo>
                  <a:lnTo>
                    <a:pt x="37983" y="126279"/>
                  </a:lnTo>
                  <a:lnTo>
                    <a:pt x="39510" y="125580"/>
                  </a:lnTo>
                  <a:lnTo>
                    <a:pt x="40978" y="124179"/>
                  </a:lnTo>
                  <a:lnTo>
                    <a:pt x="41943" y="124334"/>
                  </a:lnTo>
                  <a:lnTo>
                    <a:pt x="45236" y="123320"/>
                  </a:lnTo>
                  <a:lnTo>
                    <a:pt x="46079" y="124259"/>
                  </a:lnTo>
                  <a:lnTo>
                    <a:pt x="47849" y="123511"/>
                  </a:lnTo>
                  <a:lnTo>
                    <a:pt x="49106" y="123059"/>
                  </a:lnTo>
                  <a:lnTo>
                    <a:pt x="50592" y="122951"/>
                  </a:lnTo>
                  <a:lnTo>
                    <a:pt x="51559" y="122238"/>
                  </a:lnTo>
                  <a:lnTo>
                    <a:pt x="51763" y="121469"/>
                  </a:lnTo>
                  <a:lnTo>
                    <a:pt x="53580" y="118371"/>
                  </a:lnTo>
                  <a:lnTo>
                    <a:pt x="53267" y="117951"/>
                  </a:lnTo>
                  <a:lnTo>
                    <a:pt x="53399" y="116901"/>
                  </a:lnTo>
                  <a:lnTo>
                    <a:pt x="52989" y="115873"/>
                  </a:lnTo>
                  <a:lnTo>
                    <a:pt x="52891" y="113998"/>
                  </a:lnTo>
                  <a:lnTo>
                    <a:pt x="51769" y="114212"/>
                  </a:lnTo>
                  <a:lnTo>
                    <a:pt x="51024" y="112279"/>
                  </a:lnTo>
                  <a:lnTo>
                    <a:pt x="51529" y="111009"/>
                  </a:lnTo>
                  <a:lnTo>
                    <a:pt x="52127" y="107281"/>
                  </a:lnTo>
                  <a:lnTo>
                    <a:pt x="52573" y="106745"/>
                  </a:lnTo>
                  <a:lnTo>
                    <a:pt x="53416" y="106299"/>
                  </a:lnTo>
                  <a:lnTo>
                    <a:pt x="53507" y="105982"/>
                  </a:lnTo>
                  <a:lnTo>
                    <a:pt x="53646" y="105004"/>
                  </a:lnTo>
                  <a:lnTo>
                    <a:pt x="53422" y="102921"/>
                  </a:lnTo>
                  <a:lnTo>
                    <a:pt x="53657" y="101931"/>
                  </a:lnTo>
                  <a:lnTo>
                    <a:pt x="55956" y="100667"/>
                  </a:lnTo>
                  <a:lnTo>
                    <a:pt x="56753" y="99614"/>
                  </a:lnTo>
                  <a:lnTo>
                    <a:pt x="56933" y="98415"/>
                  </a:lnTo>
                  <a:lnTo>
                    <a:pt x="57226" y="98197"/>
                  </a:lnTo>
                  <a:lnTo>
                    <a:pt x="57494" y="98351"/>
                  </a:lnTo>
                  <a:lnTo>
                    <a:pt x="57836" y="97750"/>
                  </a:lnTo>
                  <a:lnTo>
                    <a:pt x="57651" y="97191"/>
                  </a:lnTo>
                  <a:lnTo>
                    <a:pt x="57901" y="96589"/>
                  </a:lnTo>
                  <a:lnTo>
                    <a:pt x="57671" y="95799"/>
                  </a:lnTo>
                  <a:lnTo>
                    <a:pt x="58363" y="95663"/>
                  </a:lnTo>
                  <a:lnTo>
                    <a:pt x="58172" y="95269"/>
                  </a:lnTo>
                  <a:lnTo>
                    <a:pt x="58406" y="95103"/>
                  </a:lnTo>
                  <a:lnTo>
                    <a:pt x="58296" y="94591"/>
                  </a:lnTo>
                  <a:lnTo>
                    <a:pt x="58088" y="94518"/>
                  </a:lnTo>
                  <a:lnTo>
                    <a:pt x="58239" y="93935"/>
                  </a:lnTo>
                  <a:lnTo>
                    <a:pt x="58493" y="93414"/>
                  </a:lnTo>
                  <a:lnTo>
                    <a:pt x="59187" y="93000"/>
                  </a:lnTo>
                  <a:lnTo>
                    <a:pt x="58848" y="92473"/>
                  </a:lnTo>
                  <a:lnTo>
                    <a:pt x="59264" y="92265"/>
                  </a:lnTo>
                  <a:lnTo>
                    <a:pt x="58927" y="91510"/>
                  </a:lnTo>
                  <a:lnTo>
                    <a:pt x="60322" y="91602"/>
                  </a:lnTo>
                  <a:lnTo>
                    <a:pt x="60838" y="91061"/>
                  </a:lnTo>
                  <a:lnTo>
                    <a:pt x="63947" y="90649"/>
                  </a:lnTo>
                  <a:lnTo>
                    <a:pt x="65024" y="89894"/>
                  </a:lnTo>
                  <a:lnTo>
                    <a:pt x="66111" y="89510"/>
                  </a:lnTo>
                  <a:lnTo>
                    <a:pt x="67939" y="87987"/>
                  </a:lnTo>
                  <a:lnTo>
                    <a:pt x="71988" y="83068"/>
                  </a:lnTo>
                  <a:lnTo>
                    <a:pt x="72150" y="83319"/>
                  </a:lnTo>
                  <a:lnTo>
                    <a:pt x="73168" y="83607"/>
                  </a:lnTo>
                  <a:lnTo>
                    <a:pt x="72937" y="84227"/>
                  </a:lnTo>
                  <a:lnTo>
                    <a:pt x="73149" y="84168"/>
                  </a:lnTo>
                  <a:lnTo>
                    <a:pt x="73350" y="84520"/>
                  </a:lnTo>
                  <a:lnTo>
                    <a:pt x="73157" y="84594"/>
                  </a:lnTo>
                  <a:lnTo>
                    <a:pt x="73494" y="84677"/>
                  </a:lnTo>
                  <a:lnTo>
                    <a:pt x="73684" y="85208"/>
                  </a:lnTo>
                  <a:lnTo>
                    <a:pt x="74375" y="85398"/>
                  </a:lnTo>
                  <a:lnTo>
                    <a:pt x="74180" y="85566"/>
                  </a:lnTo>
                  <a:lnTo>
                    <a:pt x="74644" y="85700"/>
                  </a:lnTo>
                  <a:lnTo>
                    <a:pt x="75322" y="85492"/>
                  </a:lnTo>
                  <a:lnTo>
                    <a:pt x="76337" y="86279"/>
                  </a:lnTo>
                  <a:lnTo>
                    <a:pt x="77129" y="86115"/>
                  </a:lnTo>
                  <a:lnTo>
                    <a:pt x="78024" y="85137"/>
                  </a:lnTo>
                  <a:lnTo>
                    <a:pt x="79281" y="84807"/>
                  </a:lnTo>
                  <a:lnTo>
                    <a:pt x="79738" y="84299"/>
                  </a:lnTo>
                  <a:lnTo>
                    <a:pt x="79601" y="83950"/>
                  </a:lnTo>
                  <a:lnTo>
                    <a:pt x="80423" y="84187"/>
                  </a:lnTo>
                  <a:lnTo>
                    <a:pt x="84075" y="83307"/>
                  </a:lnTo>
                  <a:lnTo>
                    <a:pt x="84699" y="84003"/>
                  </a:lnTo>
                  <a:lnTo>
                    <a:pt x="84867" y="84959"/>
                  </a:lnTo>
                  <a:lnTo>
                    <a:pt x="85715" y="86792"/>
                  </a:lnTo>
                  <a:lnTo>
                    <a:pt x="85429" y="86967"/>
                  </a:lnTo>
                  <a:lnTo>
                    <a:pt x="84348" y="86408"/>
                  </a:lnTo>
                  <a:lnTo>
                    <a:pt x="83581" y="87552"/>
                  </a:lnTo>
                  <a:lnTo>
                    <a:pt x="81312" y="87020"/>
                  </a:lnTo>
                  <a:lnTo>
                    <a:pt x="79525" y="87855"/>
                  </a:lnTo>
                  <a:lnTo>
                    <a:pt x="78272" y="88020"/>
                  </a:lnTo>
                  <a:lnTo>
                    <a:pt x="76479" y="88981"/>
                  </a:lnTo>
                  <a:lnTo>
                    <a:pt x="75962" y="89779"/>
                  </a:lnTo>
                  <a:lnTo>
                    <a:pt x="76010" y="91910"/>
                  </a:lnTo>
                  <a:lnTo>
                    <a:pt x="78117" y="96307"/>
                  </a:lnTo>
                  <a:lnTo>
                    <a:pt x="76637" y="99083"/>
                  </a:lnTo>
                  <a:lnTo>
                    <a:pt x="75267" y="99121"/>
                  </a:lnTo>
                  <a:lnTo>
                    <a:pt x="72809" y="100541"/>
                  </a:lnTo>
                  <a:lnTo>
                    <a:pt x="71106" y="101068"/>
                  </a:lnTo>
                  <a:lnTo>
                    <a:pt x="70563" y="101882"/>
                  </a:lnTo>
                  <a:lnTo>
                    <a:pt x="70968" y="102806"/>
                  </a:lnTo>
                  <a:lnTo>
                    <a:pt x="72185" y="104036"/>
                  </a:lnTo>
                  <a:lnTo>
                    <a:pt x="77543" y="107129"/>
                  </a:lnTo>
                  <a:lnTo>
                    <a:pt x="78030" y="107690"/>
                  </a:lnTo>
                  <a:lnTo>
                    <a:pt x="78601" y="109028"/>
                  </a:lnTo>
                  <a:lnTo>
                    <a:pt x="80973" y="110390"/>
                  </a:lnTo>
                  <a:lnTo>
                    <a:pt x="82327" y="112705"/>
                  </a:lnTo>
                  <a:lnTo>
                    <a:pt x="82607" y="112911"/>
                  </a:lnTo>
                  <a:lnTo>
                    <a:pt x="84303" y="112218"/>
                  </a:lnTo>
                  <a:lnTo>
                    <a:pt x="86301" y="110044"/>
                  </a:lnTo>
                  <a:lnTo>
                    <a:pt x="86992" y="109786"/>
                  </a:lnTo>
                  <a:lnTo>
                    <a:pt x="87865" y="109030"/>
                  </a:lnTo>
                  <a:lnTo>
                    <a:pt x="88404" y="109104"/>
                  </a:lnTo>
                  <a:lnTo>
                    <a:pt x="88688" y="108876"/>
                  </a:lnTo>
                  <a:lnTo>
                    <a:pt x="89318" y="107882"/>
                  </a:lnTo>
                  <a:lnTo>
                    <a:pt x="90219" y="107196"/>
                  </a:lnTo>
                  <a:lnTo>
                    <a:pt x="90775" y="105968"/>
                  </a:lnTo>
                  <a:lnTo>
                    <a:pt x="91680" y="105695"/>
                  </a:lnTo>
                  <a:lnTo>
                    <a:pt x="91847" y="105115"/>
                  </a:lnTo>
                  <a:lnTo>
                    <a:pt x="92846" y="104123"/>
                  </a:lnTo>
                  <a:lnTo>
                    <a:pt x="93115" y="104374"/>
                  </a:lnTo>
                  <a:lnTo>
                    <a:pt x="93920" y="104177"/>
                  </a:lnTo>
                  <a:lnTo>
                    <a:pt x="94486" y="104478"/>
                  </a:lnTo>
                  <a:lnTo>
                    <a:pt x="94967" y="105379"/>
                  </a:lnTo>
                  <a:lnTo>
                    <a:pt x="95478" y="105821"/>
                  </a:lnTo>
                  <a:lnTo>
                    <a:pt x="97136" y="104941"/>
                  </a:lnTo>
                  <a:lnTo>
                    <a:pt x="97263" y="104557"/>
                  </a:lnTo>
                  <a:lnTo>
                    <a:pt x="97062" y="102875"/>
                  </a:lnTo>
                  <a:lnTo>
                    <a:pt x="97260" y="102322"/>
                  </a:lnTo>
                  <a:lnTo>
                    <a:pt x="97723" y="101946"/>
                  </a:lnTo>
                  <a:lnTo>
                    <a:pt x="95969" y="98932"/>
                  </a:lnTo>
                  <a:lnTo>
                    <a:pt x="95209" y="98268"/>
                  </a:lnTo>
                  <a:lnTo>
                    <a:pt x="95949" y="98112"/>
                  </a:lnTo>
                  <a:lnTo>
                    <a:pt x="95597" y="96771"/>
                  </a:lnTo>
                  <a:lnTo>
                    <a:pt x="96319" y="94879"/>
                  </a:lnTo>
                  <a:lnTo>
                    <a:pt x="97017" y="94124"/>
                  </a:lnTo>
                  <a:lnTo>
                    <a:pt x="97711" y="93748"/>
                  </a:lnTo>
                  <a:lnTo>
                    <a:pt x="97366" y="93160"/>
                  </a:lnTo>
                  <a:lnTo>
                    <a:pt x="96787" y="93254"/>
                  </a:lnTo>
                  <a:lnTo>
                    <a:pt x="95419" y="93958"/>
                  </a:lnTo>
                  <a:lnTo>
                    <a:pt x="94922" y="94535"/>
                  </a:lnTo>
                  <a:lnTo>
                    <a:pt x="94744" y="94374"/>
                  </a:lnTo>
                  <a:lnTo>
                    <a:pt x="94007" y="92090"/>
                  </a:lnTo>
                  <a:lnTo>
                    <a:pt x="93195" y="91536"/>
                  </a:lnTo>
                  <a:lnTo>
                    <a:pt x="91811" y="90045"/>
                  </a:lnTo>
                  <a:lnTo>
                    <a:pt x="89345" y="85709"/>
                  </a:lnTo>
                  <a:lnTo>
                    <a:pt x="89496" y="85203"/>
                  </a:lnTo>
                  <a:lnTo>
                    <a:pt x="88727" y="81838"/>
                  </a:lnTo>
                  <a:lnTo>
                    <a:pt x="88637" y="78647"/>
                  </a:lnTo>
                  <a:lnTo>
                    <a:pt x="88865" y="77314"/>
                  </a:lnTo>
                  <a:lnTo>
                    <a:pt x="89671" y="75491"/>
                  </a:lnTo>
                  <a:lnTo>
                    <a:pt x="89309" y="75262"/>
                  </a:lnTo>
                  <a:lnTo>
                    <a:pt x="90225" y="73530"/>
                  </a:lnTo>
                  <a:lnTo>
                    <a:pt x="94166" y="74437"/>
                  </a:lnTo>
                  <a:lnTo>
                    <a:pt x="95612" y="74360"/>
                  </a:lnTo>
                  <a:lnTo>
                    <a:pt x="98829" y="73419"/>
                  </a:lnTo>
                  <a:lnTo>
                    <a:pt x="98619" y="74049"/>
                  </a:lnTo>
                  <a:lnTo>
                    <a:pt x="99317" y="74228"/>
                  </a:lnTo>
                  <a:lnTo>
                    <a:pt x="100728" y="73862"/>
                  </a:lnTo>
                  <a:lnTo>
                    <a:pt x="101088" y="74550"/>
                  </a:lnTo>
                  <a:lnTo>
                    <a:pt x="101516" y="74838"/>
                  </a:lnTo>
                  <a:lnTo>
                    <a:pt x="102814" y="74933"/>
                  </a:lnTo>
                  <a:lnTo>
                    <a:pt x="103997" y="74510"/>
                  </a:lnTo>
                  <a:lnTo>
                    <a:pt x="105130" y="73084"/>
                  </a:lnTo>
                  <a:lnTo>
                    <a:pt x="105454" y="72991"/>
                  </a:lnTo>
                  <a:lnTo>
                    <a:pt x="106228" y="74357"/>
                  </a:lnTo>
                  <a:lnTo>
                    <a:pt x="106936" y="74216"/>
                  </a:lnTo>
                  <a:lnTo>
                    <a:pt x="107588" y="74805"/>
                  </a:lnTo>
                  <a:lnTo>
                    <a:pt x="108315" y="75072"/>
                  </a:lnTo>
                  <a:lnTo>
                    <a:pt x="109679" y="75182"/>
                  </a:lnTo>
                  <a:lnTo>
                    <a:pt x="112142" y="75803"/>
                  </a:lnTo>
                  <a:lnTo>
                    <a:pt x="115286" y="75928"/>
                  </a:lnTo>
                  <a:lnTo>
                    <a:pt x="116815" y="75749"/>
                  </a:lnTo>
                  <a:lnTo>
                    <a:pt x="117896" y="75504"/>
                  </a:lnTo>
                  <a:lnTo>
                    <a:pt x="118504" y="74783"/>
                  </a:lnTo>
                  <a:lnTo>
                    <a:pt x="119499" y="74876"/>
                  </a:lnTo>
                  <a:lnTo>
                    <a:pt x="120668" y="74617"/>
                  </a:lnTo>
                  <a:lnTo>
                    <a:pt x="121117" y="74849"/>
                  </a:lnTo>
                  <a:lnTo>
                    <a:pt x="121159" y="74277"/>
                  </a:lnTo>
                  <a:lnTo>
                    <a:pt x="121595" y="74231"/>
                  </a:lnTo>
                  <a:lnTo>
                    <a:pt x="123319" y="72457"/>
                  </a:lnTo>
                  <a:lnTo>
                    <a:pt x="123922" y="71468"/>
                  </a:lnTo>
                  <a:lnTo>
                    <a:pt x="124801" y="70908"/>
                  </a:lnTo>
                  <a:lnTo>
                    <a:pt x="127146" y="70978"/>
                  </a:lnTo>
                  <a:lnTo>
                    <a:pt x="129150" y="70740"/>
                  </a:lnTo>
                  <a:lnTo>
                    <a:pt x="130832" y="69887"/>
                  </a:lnTo>
                  <a:lnTo>
                    <a:pt x="133536" y="67594"/>
                  </a:lnTo>
                  <a:lnTo>
                    <a:pt x="133750" y="67446"/>
                  </a:lnTo>
                  <a:lnTo>
                    <a:pt x="134413" y="67798"/>
                  </a:lnTo>
                  <a:lnTo>
                    <a:pt x="134951" y="68465"/>
                  </a:lnTo>
                  <a:lnTo>
                    <a:pt x="135147" y="69123"/>
                  </a:lnTo>
                  <a:lnTo>
                    <a:pt x="138378" y="66965"/>
                  </a:lnTo>
                  <a:lnTo>
                    <a:pt x="140272" y="65020"/>
                  </a:lnTo>
                  <a:lnTo>
                    <a:pt x="142112" y="64026"/>
                  </a:lnTo>
                  <a:lnTo>
                    <a:pt x="142797" y="64025"/>
                  </a:lnTo>
                  <a:lnTo>
                    <a:pt x="145828" y="62969"/>
                  </a:lnTo>
                  <a:lnTo>
                    <a:pt x="149215" y="63368"/>
                  </a:lnTo>
                  <a:lnTo>
                    <a:pt x="149592" y="62756"/>
                  </a:lnTo>
                  <a:lnTo>
                    <a:pt x="151197" y="62680"/>
                  </a:lnTo>
                  <a:lnTo>
                    <a:pt x="152812" y="62177"/>
                  </a:lnTo>
                  <a:lnTo>
                    <a:pt x="155892" y="62076"/>
                  </a:lnTo>
                  <a:lnTo>
                    <a:pt x="158505" y="61542"/>
                  </a:lnTo>
                  <a:lnTo>
                    <a:pt x="159995" y="61868"/>
                  </a:lnTo>
                  <a:lnTo>
                    <a:pt x="162092" y="60311"/>
                  </a:lnTo>
                  <a:lnTo>
                    <a:pt x="163423" y="59950"/>
                  </a:lnTo>
                  <a:lnTo>
                    <a:pt x="165657" y="58656"/>
                  </a:lnTo>
                  <a:lnTo>
                    <a:pt x="165993" y="58983"/>
                  </a:lnTo>
                  <a:lnTo>
                    <a:pt x="167445" y="58662"/>
                  </a:lnTo>
                  <a:lnTo>
                    <a:pt x="167976" y="58035"/>
                  </a:lnTo>
                  <a:lnTo>
                    <a:pt x="169163" y="57799"/>
                  </a:lnTo>
                  <a:lnTo>
                    <a:pt x="169782" y="57945"/>
                  </a:lnTo>
                  <a:lnTo>
                    <a:pt x="170129" y="57603"/>
                  </a:lnTo>
                  <a:lnTo>
                    <a:pt x="170597" y="57583"/>
                  </a:lnTo>
                  <a:lnTo>
                    <a:pt x="171933" y="56831"/>
                  </a:lnTo>
                  <a:lnTo>
                    <a:pt x="172393" y="56057"/>
                  </a:lnTo>
                  <a:lnTo>
                    <a:pt x="173066" y="56049"/>
                  </a:lnTo>
                  <a:lnTo>
                    <a:pt x="175061" y="56755"/>
                  </a:lnTo>
                  <a:lnTo>
                    <a:pt x="175910" y="56814"/>
                  </a:lnTo>
                  <a:lnTo>
                    <a:pt x="178661" y="56754"/>
                  </a:lnTo>
                  <a:lnTo>
                    <a:pt x="180358" y="56408"/>
                  </a:lnTo>
                  <a:lnTo>
                    <a:pt x="180937" y="56564"/>
                  </a:lnTo>
                  <a:lnTo>
                    <a:pt x="183550" y="57627"/>
                  </a:lnTo>
                  <a:lnTo>
                    <a:pt x="186300" y="57996"/>
                  </a:lnTo>
                  <a:lnTo>
                    <a:pt x="190306" y="57701"/>
                  </a:lnTo>
                  <a:lnTo>
                    <a:pt x="192179" y="57935"/>
                  </a:lnTo>
                  <a:lnTo>
                    <a:pt x="195653" y="57642"/>
                  </a:lnTo>
                  <a:lnTo>
                    <a:pt x="196905" y="56951"/>
                  </a:lnTo>
                  <a:lnTo>
                    <a:pt x="197957" y="56000"/>
                  </a:lnTo>
                  <a:lnTo>
                    <a:pt x="203488" y="53695"/>
                  </a:lnTo>
                  <a:lnTo>
                    <a:pt x="206065" y="53756"/>
                  </a:lnTo>
                  <a:lnTo>
                    <a:pt x="206412" y="53385"/>
                  </a:lnTo>
                  <a:lnTo>
                    <a:pt x="208699" y="52988"/>
                  </a:lnTo>
                  <a:lnTo>
                    <a:pt x="209691" y="52464"/>
                  </a:lnTo>
                  <a:lnTo>
                    <a:pt x="210738" y="52563"/>
                  </a:lnTo>
                  <a:lnTo>
                    <a:pt x="212646" y="51286"/>
                  </a:lnTo>
                  <a:lnTo>
                    <a:pt x="216837" y="49486"/>
                  </a:lnTo>
                  <a:lnTo>
                    <a:pt x="220691" y="49109"/>
                  </a:lnTo>
                  <a:lnTo>
                    <a:pt x="221617" y="48723"/>
                  </a:lnTo>
                  <a:lnTo>
                    <a:pt x="222126" y="47817"/>
                  </a:lnTo>
                  <a:lnTo>
                    <a:pt x="223880" y="45914"/>
                  </a:lnTo>
                  <a:lnTo>
                    <a:pt x="224235" y="45950"/>
                  </a:lnTo>
                  <a:lnTo>
                    <a:pt x="225037" y="45513"/>
                  </a:lnTo>
                  <a:lnTo>
                    <a:pt x="226550" y="44335"/>
                  </a:lnTo>
                  <a:lnTo>
                    <a:pt x="227121" y="42108"/>
                  </a:lnTo>
                  <a:lnTo>
                    <a:pt x="227997" y="41666"/>
                  </a:lnTo>
                  <a:lnTo>
                    <a:pt x="228807" y="41011"/>
                  </a:lnTo>
                  <a:lnTo>
                    <a:pt x="229365" y="39440"/>
                  </a:lnTo>
                  <a:lnTo>
                    <a:pt x="230314" y="39507"/>
                  </a:lnTo>
                  <a:lnTo>
                    <a:pt x="231341" y="38793"/>
                  </a:lnTo>
                  <a:lnTo>
                    <a:pt x="231628" y="38268"/>
                  </a:lnTo>
                  <a:lnTo>
                    <a:pt x="232037" y="38446"/>
                  </a:lnTo>
                  <a:lnTo>
                    <a:pt x="232852" y="38261"/>
                  </a:lnTo>
                  <a:lnTo>
                    <a:pt x="233887" y="37235"/>
                  </a:lnTo>
                  <a:lnTo>
                    <a:pt x="234575" y="35904"/>
                  </a:lnTo>
                  <a:lnTo>
                    <a:pt x="235141" y="35643"/>
                  </a:lnTo>
                  <a:lnTo>
                    <a:pt x="235453" y="35216"/>
                  </a:lnTo>
                  <a:lnTo>
                    <a:pt x="237372" y="34015"/>
                  </a:lnTo>
                  <a:lnTo>
                    <a:pt x="237896" y="33333"/>
                  </a:lnTo>
                  <a:lnTo>
                    <a:pt x="240259" y="32461"/>
                  </a:lnTo>
                  <a:lnTo>
                    <a:pt x="240603" y="31703"/>
                  </a:lnTo>
                  <a:lnTo>
                    <a:pt x="240317" y="28769"/>
                  </a:lnTo>
                  <a:lnTo>
                    <a:pt x="240809" y="28549"/>
                  </a:lnTo>
                  <a:lnTo>
                    <a:pt x="240845" y="25781"/>
                  </a:lnTo>
                  <a:lnTo>
                    <a:pt x="241434" y="24211"/>
                  </a:lnTo>
                  <a:lnTo>
                    <a:pt x="242657" y="24022"/>
                  </a:lnTo>
                  <a:lnTo>
                    <a:pt x="243821" y="23310"/>
                  </a:lnTo>
                  <a:lnTo>
                    <a:pt x="245657" y="22705"/>
                  </a:lnTo>
                  <a:lnTo>
                    <a:pt x="245693" y="22211"/>
                  </a:lnTo>
                  <a:lnTo>
                    <a:pt x="246549" y="22264"/>
                  </a:lnTo>
                  <a:lnTo>
                    <a:pt x="247163" y="21860"/>
                  </a:lnTo>
                  <a:lnTo>
                    <a:pt x="248483" y="20472"/>
                  </a:lnTo>
                  <a:lnTo>
                    <a:pt x="250083" y="18007"/>
                  </a:lnTo>
                  <a:lnTo>
                    <a:pt x="250796" y="17579"/>
                  </a:lnTo>
                  <a:lnTo>
                    <a:pt x="251529" y="14708"/>
                  </a:lnTo>
                  <a:lnTo>
                    <a:pt x="251789" y="14635"/>
                  </a:lnTo>
                  <a:lnTo>
                    <a:pt x="252751" y="14059"/>
                  </a:lnTo>
                  <a:lnTo>
                    <a:pt x="252955" y="13071"/>
                  </a:lnTo>
                  <a:lnTo>
                    <a:pt x="252667" y="12597"/>
                  </a:lnTo>
                  <a:lnTo>
                    <a:pt x="253273" y="11497"/>
                  </a:lnTo>
                  <a:lnTo>
                    <a:pt x="254046" y="10998"/>
                  </a:lnTo>
                  <a:lnTo>
                    <a:pt x="255303" y="9314"/>
                  </a:lnTo>
                  <a:lnTo>
                    <a:pt x="257447" y="8729"/>
                  </a:lnTo>
                  <a:lnTo>
                    <a:pt x="258774" y="8802"/>
                  </a:lnTo>
                  <a:lnTo>
                    <a:pt x="259516" y="8318"/>
                  </a:lnTo>
                  <a:lnTo>
                    <a:pt x="260195" y="7209"/>
                  </a:lnTo>
                  <a:lnTo>
                    <a:pt x="260970" y="7228"/>
                  </a:lnTo>
                  <a:lnTo>
                    <a:pt x="261587" y="6911"/>
                  </a:lnTo>
                  <a:lnTo>
                    <a:pt x="262589" y="7193"/>
                  </a:lnTo>
                  <a:lnTo>
                    <a:pt x="263539" y="7113"/>
                  </a:lnTo>
                  <a:lnTo>
                    <a:pt x="265248" y="5672"/>
                  </a:lnTo>
                  <a:lnTo>
                    <a:pt x="265727" y="5709"/>
                  </a:lnTo>
                  <a:lnTo>
                    <a:pt x="265780" y="5074"/>
                  </a:lnTo>
                  <a:lnTo>
                    <a:pt x="266033" y="4028"/>
                  </a:lnTo>
                  <a:lnTo>
                    <a:pt x="269342" y="1189"/>
                  </a:lnTo>
                  <a:lnTo>
                    <a:pt x="272121" y="0"/>
                  </a:lnTo>
                  <a:lnTo>
                    <a:pt x="273240" y="844"/>
                  </a:lnTo>
                  <a:lnTo>
                    <a:pt x="274022" y="1067"/>
                  </a:lnTo>
                  <a:lnTo>
                    <a:pt x="274931" y="2539"/>
                  </a:lnTo>
                  <a:lnTo>
                    <a:pt x="275601" y="2581"/>
                  </a:lnTo>
                  <a:lnTo>
                    <a:pt x="275803" y="1819"/>
                  </a:lnTo>
                  <a:lnTo>
                    <a:pt x="277143" y="1395"/>
                  </a:lnTo>
                  <a:lnTo>
                    <a:pt x="277656" y="1728"/>
                  </a:lnTo>
                  <a:lnTo>
                    <a:pt x="280093" y="1770"/>
                  </a:lnTo>
                  <a:lnTo>
                    <a:pt x="281418" y="2331"/>
                  </a:lnTo>
                  <a:lnTo>
                    <a:pt x="286089" y="3442"/>
                  </a:lnTo>
                  <a:lnTo>
                    <a:pt x="290110" y="3249"/>
                  </a:lnTo>
                  <a:lnTo>
                    <a:pt x="293135" y="3909"/>
                  </a:lnTo>
                  <a:lnTo>
                    <a:pt x="296414" y="3964"/>
                  </a:lnTo>
                  <a:lnTo>
                    <a:pt x="297356" y="4252"/>
                  </a:lnTo>
                  <a:lnTo>
                    <a:pt x="298102" y="5003"/>
                  </a:lnTo>
                  <a:lnTo>
                    <a:pt x="297648" y="5949"/>
                  </a:lnTo>
                  <a:lnTo>
                    <a:pt x="297570" y="9886"/>
                  </a:lnTo>
                  <a:lnTo>
                    <a:pt x="296920" y="10904"/>
                  </a:lnTo>
                  <a:lnTo>
                    <a:pt x="296538" y="13259"/>
                  </a:lnTo>
                  <a:lnTo>
                    <a:pt x="296959" y="13890"/>
                  </a:lnTo>
                  <a:lnTo>
                    <a:pt x="296100" y="15201"/>
                  </a:lnTo>
                  <a:lnTo>
                    <a:pt x="296293" y="15574"/>
                  </a:lnTo>
                  <a:lnTo>
                    <a:pt x="296130" y="16053"/>
                  </a:lnTo>
                  <a:lnTo>
                    <a:pt x="296560" y="16137"/>
                  </a:lnTo>
                  <a:lnTo>
                    <a:pt x="296564" y="17564"/>
                  </a:lnTo>
                  <a:lnTo>
                    <a:pt x="295018" y="21391"/>
                  </a:lnTo>
                  <a:lnTo>
                    <a:pt x="294932" y="22551"/>
                  </a:lnTo>
                  <a:lnTo>
                    <a:pt x="293964" y="24507"/>
                  </a:lnTo>
                  <a:lnTo>
                    <a:pt x="294432" y="26770"/>
                  </a:lnTo>
                  <a:lnTo>
                    <a:pt x="294939" y="27633"/>
                  </a:lnTo>
                  <a:lnTo>
                    <a:pt x="299373" y="33378"/>
                  </a:lnTo>
                  <a:lnTo>
                    <a:pt x="300589" y="35679"/>
                  </a:lnTo>
                  <a:lnTo>
                    <a:pt x="302887" y="38068"/>
                  </a:lnTo>
                  <a:lnTo>
                    <a:pt x="302796" y="38956"/>
                  </a:lnTo>
                  <a:lnTo>
                    <a:pt x="303214" y="39698"/>
                  </a:lnTo>
                  <a:lnTo>
                    <a:pt x="303252" y="40256"/>
                  </a:lnTo>
                  <a:lnTo>
                    <a:pt x="304826" y="42629"/>
                  </a:lnTo>
                  <a:lnTo>
                    <a:pt x="304873" y="44296"/>
                  </a:lnTo>
                  <a:lnTo>
                    <a:pt x="305155" y="44500"/>
                  </a:lnTo>
                  <a:lnTo>
                    <a:pt x="305235" y="45079"/>
                  </a:lnTo>
                  <a:lnTo>
                    <a:pt x="304826" y="45506"/>
                  </a:lnTo>
                  <a:lnTo>
                    <a:pt x="304900" y="45821"/>
                  </a:lnTo>
                  <a:lnTo>
                    <a:pt x="304331" y="46919"/>
                  </a:lnTo>
                  <a:lnTo>
                    <a:pt x="304575" y="48888"/>
                  </a:lnTo>
                  <a:lnTo>
                    <a:pt x="304495" y="49744"/>
                  </a:lnTo>
                  <a:lnTo>
                    <a:pt x="304183" y="50274"/>
                  </a:lnTo>
                  <a:lnTo>
                    <a:pt x="304538" y="51482"/>
                  </a:lnTo>
                  <a:lnTo>
                    <a:pt x="304414" y="52392"/>
                  </a:lnTo>
                  <a:lnTo>
                    <a:pt x="304970" y="53045"/>
                  </a:lnTo>
                  <a:lnTo>
                    <a:pt x="304918" y="53678"/>
                  </a:lnTo>
                  <a:lnTo>
                    <a:pt x="305213" y="53747"/>
                  </a:lnTo>
                  <a:lnTo>
                    <a:pt x="305144" y="54108"/>
                  </a:lnTo>
                  <a:lnTo>
                    <a:pt x="305688" y="54783"/>
                  </a:lnTo>
                  <a:lnTo>
                    <a:pt x="305481" y="55369"/>
                  </a:lnTo>
                  <a:lnTo>
                    <a:pt x="306056" y="55514"/>
                  </a:lnTo>
                  <a:lnTo>
                    <a:pt x="305959" y="55790"/>
                  </a:lnTo>
                  <a:lnTo>
                    <a:pt x="306399" y="56391"/>
                  </a:lnTo>
                  <a:lnTo>
                    <a:pt x="306239" y="56918"/>
                  </a:lnTo>
                  <a:lnTo>
                    <a:pt x="306836" y="57296"/>
                  </a:lnTo>
                  <a:lnTo>
                    <a:pt x="306861" y="57677"/>
                  </a:lnTo>
                  <a:lnTo>
                    <a:pt x="307329" y="57963"/>
                  </a:lnTo>
                  <a:lnTo>
                    <a:pt x="307572" y="58553"/>
                  </a:lnTo>
                  <a:lnTo>
                    <a:pt x="306345" y="61110"/>
                  </a:lnTo>
                  <a:lnTo>
                    <a:pt x="306628" y="62702"/>
                  </a:lnTo>
                  <a:lnTo>
                    <a:pt x="307537" y="63632"/>
                  </a:lnTo>
                  <a:lnTo>
                    <a:pt x="307435" y="64899"/>
                  </a:lnTo>
                  <a:lnTo>
                    <a:pt x="308078" y="64807"/>
                  </a:lnTo>
                  <a:lnTo>
                    <a:pt x="310386" y="66320"/>
                  </a:lnTo>
                  <a:lnTo>
                    <a:pt x="311161" y="67080"/>
                  </a:lnTo>
                  <a:lnTo>
                    <a:pt x="310890" y="67737"/>
                  </a:lnTo>
                  <a:lnTo>
                    <a:pt x="312030" y="68299"/>
                  </a:lnTo>
                  <a:lnTo>
                    <a:pt x="312194" y="68765"/>
                  </a:lnTo>
                  <a:lnTo>
                    <a:pt x="311932" y="69165"/>
                  </a:lnTo>
                  <a:lnTo>
                    <a:pt x="312928" y="69559"/>
                  </a:lnTo>
                  <a:lnTo>
                    <a:pt x="313254" y="69965"/>
                  </a:lnTo>
                  <a:lnTo>
                    <a:pt x="313124" y="70452"/>
                  </a:lnTo>
                  <a:lnTo>
                    <a:pt x="313484" y="70567"/>
                  </a:lnTo>
                  <a:lnTo>
                    <a:pt x="313597" y="71329"/>
                  </a:lnTo>
                  <a:lnTo>
                    <a:pt x="313889" y="71352"/>
                  </a:lnTo>
                  <a:lnTo>
                    <a:pt x="313710" y="72681"/>
                  </a:lnTo>
                  <a:lnTo>
                    <a:pt x="314210" y="73872"/>
                  </a:lnTo>
                  <a:lnTo>
                    <a:pt x="315254" y="75074"/>
                  </a:lnTo>
                  <a:lnTo>
                    <a:pt x="316122" y="75684"/>
                  </a:lnTo>
                  <a:lnTo>
                    <a:pt x="317161" y="77162"/>
                  </a:lnTo>
                  <a:lnTo>
                    <a:pt x="317222" y="77638"/>
                  </a:lnTo>
                  <a:lnTo>
                    <a:pt x="317963" y="77914"/>
                  </a:lnTo>
                  <a:lnTo>
                    <a:pt x="317877" y="78705"/>
                  </a:lnTo>
                  <a:lnTo>
                    <a:pt x="318080" y="79194"/>
                  </a:lnTo>
                  <a:lnTo>
                    <a:pt x="318732" y="79457"/>
                  </a:lnTo>
                  <a:lnTo>
                    <a:pt x="319095" y="79238"/>
                  </a:lnTo>
                  <a:lnTo>
                    <a:pt x="319320" y="79535"/>
                  </a:lnTo>
                  <a:lnTo>
                    <a:pt x="319270" y="80083"/>
                  </a:lnTo>
                  <a:lnTo>
                    <a:pt x="320410" y="80521"/>
                  </a:lnTo>
                  <a:lnTo>
                    <a:pt x="320634" y="80963"/>
                  </a:lnTo>
                  <a:lnTo>
                    <a:pt x="323157" y="82139"/>
                  </a:lnTo>
                  <a:lnTo>
                    <a:pt x="326494" y="85010"/>
                  </a:lnTo>
                  <a:lnTo>
                    <a:pt x="326995" y="84913"/>
                  </a:lnTo>
                  <a:lnTo>
                    <a:pt x="327933" y="85150"/>
                  </a:lnTo>
                  <a:lnTo>
                    <a:pt x="328200" y="84973"/>
                  </a:lnTo>
                  <a:lnTo>
                    <a:pt x="328416" y="85474"/>
                  </a:lnTo>
                  <a:lnTo>
                    <a:pt x="328221" y="85821"/>
                  </a:lnTo>
                  <a:lnTo>
                    <a:pt x="328534" y="86180"/>
                  </a:lnTo>
                  <a:lnTo>
                    <a:pt x="328933" y="85910"/>
                  </a:lnTo>
                  <a:lnTo>
                    <a:pt x="329709" y="86804"/>
                  </a:lnTo>
                  <a:lnTo>
                    <a:pt x="330029" y="86581"/>
                  </a:lnTo>
                  <a:lnTo>
                    <a:pt x="330741" y="86579"/>
                  </a:lnTo>
                  <a:lnTo>
                    <a:pt x="331235" y="87514"/>
                  </a:lnTo>
                  <a:lnTo>
                    <a:pt x="330989" y="88071"/>
                  </a:lnTo>
                  <a:lnTo>
                    <a:pt x="331106" y="88533"/>
                  </a:lnTo>
                  <a:lnTo>
                    <a:pt x="331757" y="89727"/>
                  </a:lnTo>
                  <a:lnTo>
                    <a:pt x="332276" y="89814"/>
                  </a:lnTo>
                  <a:lnTo>
                    <a:pt x="332218" y="90192"/>
                  </a:lnTo>
                  <a:lnTo>
                    <a:pt x="332921" y="90200"/>
                  </a:lnTo>
                  <a:lnTo>
                    <a:pt x="333000" y="90654"/>
                  </a:lnTo>
                  <a:lnTo>
                    <a:pt x="333491" y="90916"/>
                  </a:lnTo>
                  <a:lnTo>
                    <a:pt x="333638" y="91312"/>
                  </a:lnTo>
                  <a:lnTo>
                    <a:pt x="334545" y="91784"/>
                  </a:lnTo>
                  <a:lnTo>
                    <a:pt x="334707" y="92327"/>
                  </a:lnTo>
                  <a:lnTo>
                    <a:pt x="335519" y="92179"/>
                  </a:lnTo>
                  <a:lnTo>
                    <a:pt x="336338" y="93119"/>
                  </a:lnTo>
                  <a:lnTo>
                    <a:pt x="336995" y="93116"/>
                  </a:lnTo>
                  <a:lnTo>
                    <a:pt x="337033" y="93359"/>
                  </a:lnTo>
                  <a:lnTo>
                    <a:pt x="337536" y="93584"/>
                  </a:lnTo>
                  <a:lnTo>
                    <a:pt x="337985" y="94266"/>
                  </a:lnTo>
                  <a:lnTo>
                    <a:pt x="338143" y="95439"/>
                  </a:lnTo>
                  <a:lnTo>
                    <a:pt x="338799" y="96219"/>
                  </a:lnTo>
                  <a:lnTo>
                    <a:pt x="339934" y="96584"/>
                  </a:lnTo>
                  <a:lnTo>
                    <a:pt x="340389" y="97307"/>
                  </a:lnTo>
                  <a:lnTo>
                    <a:pt x="340733" y="97415"/>
                  </a:lnTo>
                  <a:lnTo>
                    <a:pt x="340918" y="97772"/>
                  </a:lnTo>
                  <a:lnTo>
                    <a:pt x="341307" y="97743"/>
                  </a:lnTo>
                  <a:lnTo>
                    <a:pt x="341776" y="98436"/>
                  </a:lnTo>
                  <a:lnTo>
                    <a:pt x="342514" y="98659"/>
                  </a:lnTo>
                  <a:lnTo>
                    <a:pt x="342981" y="99279"/>
                  </a:lnTo>
                  <a:lnTo>
                    <a:pt x="343384" y="99161"/>
                  </a:lnTo>
                  <a:lnTo>
                    <a:pt x="343827" y="99617"/>
                  </a:lnTo>
                  <a:lnTo>
                    <a:pt x="345404" y="100237"/>
                  </a:lnTo>
                  <a:lnTo>
                    <a:pt x="345871" y="100889"/>
                  </a:lnTo>
                  <a:lnTo>
                    <a:pt x="346208" y="100971"/>
                  </a:lnTo>
                  <a:lnTo>
                    <a:pt x="346387" y="100823"/>
                  </a:lnTo>
                  <a:lnTo>
                    <a:pt x="346235" y="100168"/>
                  </a:lnTo>
                  <a:lnTo>
                    <a:pt x="346412" y="99927"/>
                  </a:lnTo>
                  <a:lnTo>
                    <a:pt x="347569" y="99805"/>
                  </a:lnTo>
                  <a:lnTo>
                    <a:pt x="348931" y="100085"/>
                  </a:lnTo>
                  <a:lnTo>
                    <a:pt x="349281" y="99552"/>
                  </a:lnTo>
                  <a:lnTo>
                    <a:pt x="349647" y="99960"/>
                  </a:lnTo>
                  <a:lnTo>
                    <a:pt x="350153" y="99931"/>
                  </a:lnTo>
                  <a:lnTo>
                    <a:pt x="350282" y="99610"/>
                  </a:lnTo>
                  <a:lnTo>
                    <a:pt x="352574" y="98986"/>
                  </a:lnTo>
                  <a:lnTo>
                    <a:pt x="352861" y="98525"/>
                  </a:lnTo>
                  <a:lnTo>
                    <a:pt x="353829" y="98513"/>
                  </a:lnTo>
                  <a:lnTo>
                    <a:pt x="355052" y="97752"/>
                  </a:lnTo>
                  <a:lnTo>
                    <a:pt x="355537" y="97707"/>
                  </a:lnTo>
                  <a:lnTo>
                    <a:pt x="355938" y="96732"/>
                  </a:lnTo>
                  <a:lnTo>
                    <a:pt x="356273" y="96555"/>
                  </a:lnTo>
                  <a:lnTo>
                    <a:pt x="356041" y="96070"/>
                  </a:lnTo>
                  <a:lnTo>
                    <a:pt x="356251" y="95863"/>
                  </a:lnTo>
                  <a:lnTo>
                    <a:pt x="356556" y="95933"/>
                  </a:lnTo>
                  <a:lnTo>
                    <a:pt x="356631" y="95551"/>
                  </a:lnTo>
                  <a:lnTo>
                    <a:pt x="357134" y="95533"/>
                  </a:lnTo>
                  <a:lnTo>
                    <a:pt x="357443" y="95224"/>
                  </a:lnTo>
                  <a:lnTo>
                    <a:pt x="357682" y="95408"/>
                  </a:lnTo>
                  <a:lnTo>
                    <a:pt x="358133" y="95147"/>
                  </a:lnTo>
                  <a:lnTo>
                    <a:pt x="358699" y="95328"/>
                  </a:lnTo>
                  <a:lnTo>
                    <a:pt x="359040" y="94979"/>
                  </a:lnTo>
                  <a:lnTo>
                    <a:pt x="360008" y="94801"/>
                  </a:lnTo>
                  <a:lnTo>
                    <a:pt x="358198" y="96816"/>
                  </a:lnTo>
                  <a:lnTo>
                    <a:pt x="358512" y="97780"/>
                  </a:lnTo>
                  <a:lnTo>
                    <a:pt x="358405" y="98487"/>
                  </a:lnTo>
                  <a:lnTo>
                    <a:pt x="359157" y="99942"/>
                  </a:lnTo>
                  <a:lnTo>
                    <a:pt x="359572" y="100389"/>
                  </a:lnTo>
                  <a:lnTo>
                    <a:pt x="360562" y="100765"/>
                  </a:lnTo>
                  <a:lnTo>
                    <a:pt x="360953" y="101358"/>
                  </a:lnTo>
                  <a:lnTo>
                    <a:pt x="364167" y="102388"/>
                  </a:lnTo>
                  <a:lnTo>
                    <a:pt x="365449" y="103020"/>
                  </a:lnTo>
                  <a:lnTo>
                    <a:pt x="367450" y="104551"/>
                  </a:lnTo>
                  <a:lnTo>
                    <a:pt x="371699" y="105837"/>
                  </a:lnTo>
                  <a:lnTo>
                    <a:pt x="376341" y="108165"/>
                  </a:lnTo>
                  <a:lnTo>
                    <a:pt x="378711" y="112108"/>
                  </a:lnTo>
                  <a:lnTo>
                    <a:pt x="379498" y="113739"/>
                  </a:lnTo>
                  <a:lnTo>
                    <a:pt x="379658" y="114724"/>
                  </a:lnTo>
                  <a:lnTo>
                    <a:pt x="379427" y="116339"/>
                  </a:lnTo>
                  <a:lnTo>
                    <a:pt x="378443" y="118860"/>
                  </a:lnTo>
                  <a:lnTo>
                    <a:pt x="378545" y="120543"/>
                  </a:lnTo>
                  <a:lnTo>
                    <a:pt x="378319" y="121532"/>
                  </a:lnTo>
                  <a:lnTo>
                    <a:pt x="378543" y="122478"/>
                  </a:lnTo>
                  <a:lnTo>
                    <a:pt x="378371" y="123961"/>
                  </a:lnTo>
                  <a:lnTo>
                    <a:pt x="378370" y="124685"/>
                  </a:lnTo>
                  <a:lnTo>
                    <a:pt x="380500" y="125781"/>
                  </a:lnTo>
                  <a:lnTo>
                    <a:pt x="380294" y="125867"/>
                  </a:lnTo>
                  <a:lnTo>
                    <a:pt x="380817" y="127223"/>
                  </a:lnTo>
                  <a:lnTo>
                    <a:pt x="381606" y="127961"/>
                  </a:lnTo>
                  <a:lnTo>
                    <a:pt x="381718" y="128578"/>
                  </a:lnTo>
                  <a:lnTo>
                    <a:pt x="382712" y="129298"/>
                  </a:lnTo>
                  <a:lnTo>
                    <a:pt x="382651" y="130098"/>
                  </a:lnTo>
                  <a:lnTo>
                    <a:pt x="383028" y="131870"/>
                  </a:lnTo>
                  <a:lnTo>
                    <a:pt x="383285" y="131999"/>
                  </a:lnTo>
                  <a:lnTo>
                    <a:pt x="382647" y="133622"/>
                  </a:lnTo>
                  <a:lnTo>
                    <a:pt x="382864" y="135518"/>
                  </a:lnTo>
                  <a:lnTo>
                    <a:pt x="383438" y="137747"/>
                  </a:lnTo>
                  <a:lnTo>
                    <a:pt x="383310" y="138452"/>
                  </a:lnTo>
                  <a:lnTo>
                    <a:pt x="383571" y="139629"/>
                  </a:lnTo>
                  <a:lnTo>
                    <a:pt x="384277" y="140700"/>
                  </a:lnTo>
                  <a:lnTo>
                    <a:pt x="384957" y="145123"/>
                  </a:lnTo>
                  <a:lnTo>
                    <a:pt x="385338" y="146183"/>
                  </a:lnTo>
                  <a:lnTo>
                    <a:pt x="387088" y="148014"/>
                  </a:lnTo>
                  <a:lnTo>
                    <a:pt x="388720" y="149132"/>
                  </a:lnTo>
                  <a:lnTo>
                    <a:pt x="390160" y="149714"/>
                  </a:lnTo>
                  <a:lnTo>
                    <a:pt x="389994" y="150525"/>
                  </a:lnTo>
                  <a:lnTo>
                    <a:pt x="390146" y="151171"/>
                  </a:lnTo>
                  <a:lnTo>
                    <a:pt x="389926" y="151745"/>
                  </a:lnTo>
                  <a:lnTo>
                    <a:pt x="386115" y="156650"/>
                  </a:lnTo>
                  <a:lnTo>
                    <a:pt x="385921" y="158732"/>
                  </a:lnTo>
                  <a:lnTo>
                    <a:pt x="385080" y="159913"/>
                  </a:lnTo>
                  <a:lnTo>
                    <a:pt x="382740" y="161420"/>
                  </a:lnTo>
                  <a:lnTo>
                    <a:pt x="383781" y="162680"/>
                  </a:lnTo>
                  <a:lnTo>
                    <a:pt x="384126" y="164091"/>
                  </a:lnTo>
                  <a:lnTo>
                    <a:pt x="385460" y="165500"/>
                  </a:lnTo>
                  <a:lnTo>
                    <a:pt x="385871" y="166237"/>
                  </a:lnTo>
                  <a:lnTo>
                    <a:pt x="386477" y="166753"/>
                  </a:lnTo>
                  <a:lnTo>
                    <a:pt x="387937" y="167155"/>
                  </a:lnTo>
                  <a:lnTo>
                    <a:pt x="389638" y="168328"/>
                  </a:lnTo>
                  <a:lnTo>
                    <a:pt x="391380" y="170799"/>
                  </a:lnTo>
                  <a:lnTo>
                    <a:pt x="392105" y="171169"/>
                  </a:lnTo>
                  <a:lnTo>
                    <a:pt x="394001" y="172224"/>
                  </a:lnTo>
                  <a:lnTo>
                    <a:pt x="395163" y="172099"/>
                  </a:lnTo>
                  <a:lnTo>
                    <a:pt x="395778" y="172489"/>
                  </a:lnTo>
                  <a:lnTo>
                    <a:pt x="397094" y="172568"/>
                  </a:lnTo>
                  <a:lnTo>
                    <a:pt x="399315" y="173104"/>
                  </a:lnTo>
                  <a:lnTo>
                    <a:pt x="401651" y="173792"/>
                  </a:lnTo>
                  <a:lnTo>
                    <a:pt x="402240" y="173632"/>
                  </a:lnTo>
                  <a:lnTo>
                    <a:pt x="404068" y="172337"/>
                  </a:lnTo>
                  <a:lnTo>
                    <a:pt x="405212" y="172289"/>
                  </a:lnTo>
                  <a:lnTo>
                    <a:pt x="406660" y="171289"/>
                  </a:lnTo>
                  <a:lnTo>
                    <a:pt x="408579" y="170580"/>
                  </a:lnTo>
                  <a:lnTo>
                    <a:pt x="409230" y="169826"/>
                  </a:lnTo>
                  <a:lnTo>
                    <a:pt x="410260" y="169285"/>
                  </a:lnTo>
                  <a:lnTo>
                    <a:pt x="414516" y="168691"/>
                  </a:lnTo>
                  <a:lnTo>
                    <a:pt x="415157" y="168500"/>
                  </a:lnTo>
                  <a:lnTo>
                    <a:pt x="417827" y="166618"/>
                  </a:lnTo>
                  <a:lnTo>
                    <a:pt x="418447" y="166375"/>
                  </a:lnTo>
                  <a:lnTo>
                    <a:pt x="419892" y="166507"/>
                  </a:lnTo>
                  <a:lnTo>
                    <a:pt x="422995" y="165229"/>
                  </a:lnTo>
                  <a:lnTo>
                    <a:pt x="423872" y="164573"/>
                  </a:lnTo>
                  <a:lnTo>
                    <a:pt x="425156" y="164947"/>
                  </a:lnTo>
                  <a:lnTo>
                    <a:pt x="429492" y="167366"/>
                  </a:lnTo>
                  <a:lnTo>
                    <a:pt x="430833" y="167377"/>
                  </a:lnTo>
                  <a:lnTo>
                    <a:pt x="431973" y="166704"/>
                  </a:lnTo>
                  <a:lnTo>
                    <a:pt x="433766" y="164658"/>
                  </a:lnTo>
                  <a:lnTo>
                    <a:pt x="438421" y="161878"/>
                  </a:lnTo>
                  <a:lnTo>
                    <a:pt x="443831" y="160484"/>
                  </a:lnTo>
                  <a:lnTo>
                    <a:pt x="446429" y="158452"/>
                  </a:lnTo>
                  <a:lnTo>
                    <a:pt x="448028" y="158320"/>
                  </a:lnTo>
                  <a:lnTo>
                    <a:pt x="449686" y="158642"/>
                  </a:lnTo>
                  <a:lnTo>
                    <a:pt x="451508" y="158390"/>
                  </a:lnTo>
                  <a:lnTo>
                    <a:pt x="452214" y="158129"/>
                  </a:lnTo>
                  <a:lnTo>
                    <a:pt x="455823" y="161282"/>
                  </a:lnTo>
                  <a:lnTo>
                    <a:pt x="458066" y="163792"/>
                  </a:lnTo>
                  <a:lnTo>
                    <a:pt x="464302" y="167980"/>
                  </a:lnTo>
                  <a:lnTo>
                    <a:pt x="465622" y="170792"/>
                  </a:lnTo>
                  <a:lnTo>
                    <a:pt x="465720" y="172951"/>
                  </a:lnTo>
                  <a:lnTo>
                    <a:pt x="466014" y="174096"/>
                  </a:lnTo>
                  <a:lnTo>
                    <a:pt x="467350" y="176294"/>
                  </a:lnTo>
                  <a:lnTo>
                    <a:pt x="468055" y="178019"/>
                  </a:lnTo>
                  <a:lnTo>
                    <a:pt x="468741" y="178698"/>
                  </a:lnTo>
                  <a:lnTo>
                    <a:pt x="470157" y="179638"/>
                  </a:lnTo>
                  <a:lnTo>
                    <a:pt x="471167" y="179970"/>
                  </a:lnTo>
                  <a:lnTo>
                    <a:pt x="477708" y="178783"/>
                  </a:lnTo>
                  <a:lnTo>
                    <a:pt x="479526" y="179353"/>
                  </a:lnTo>
                  <a:lnTo>
                    <a:pt x="481137" y="180518"/>
                  </a:lnTo>
                  <a:lnTo>
                    <a:pt x="481504" y="181185"/>
                  </a:lnTo>
                  <a:lnTo>
                    <a:pt x="483076" y="182824"/>
                  </a:lnTo>
                  <a:lnTo>
                    <a:pt x="484701" y="183735"/>
                  </a:lnTo>
                  <a:lnTo>
                    <a:pt x="485173" y="185204"/>
                  </a:lnTo>
                  <a:lnTo>
                    <a:pt x="486687" y="187185"/>
                  </a:lnTo>
                  <a:lnTo>
                    <a:pt x="486884" y="188309"/>
                  </a:lnTo>
                  <a:lnTo>
                    <a:pt x="486137" y="189644"/>
                  </a:lnTo>
                  <a:lnTo>
                    <a:pt x="485343" y="190206"/>
                  </a:lnTo>
                  <a:lnTo>
                    <a:pt x="485351" y="191588"/>
                  </a:lnTo>
                  <a:lnTo>
                    <a:pt x="486116" y="192013"/>
                  </a:lnTo>
                  <a:lnTo>
                    <a:pt x="486424" y="194052"/>
                  </a:lnTo>
                  <a:lnTo>
                    <a:pt x="486789" y="194826"/>
                  </a:lnTo>
                  <a:lnTo>
                    <a:pt x="487907" y="195736"/>
                  </a:lnTo>
                  <a:lnTo>
                    <a:pt x="488061" y="196369"/>
                  </a:lnTo>
                  <a:lnTo>
                    <a:pt x="489598" y="197890"/>
                  </a:lnTo>
                  <a:lnTo>
                    <a:pt x="490454" y="199705"/>
                  </a:lnTo>
                  <a:lnTo>
                    <a:pt x="490653" y="199618"/>
                  </a:lnTo>
                  <a:lnTo>
                    <a:pt x="491461" y="200556"/>
                  </a:lnTo>
                  <a:lnTo>
                    <a:pt x="492580" y="205155"/>
                  </a:lnTo>
                  <a:lnTo>
                    <a:pt x="492237" y="206612"/>
                  </a:lnTo>
                  <a:lnTo>
                    <a:pt x="492711" y="208214"/>
                  </a:lnTo>
                  <a:lnTo>
                    <a:pt x="492634" y="210908"/>
                  </a:lnTo>
                  <a:lnTo>
                    <a:pt x="493854" y="213722"/>
                  </a:lnTo>
                  <a:lnTo>
                    <a:pt x="499077" y="221044"/>
                  </a:lnTo>
                  <a:lnTo>
                    <a:pt x="499277" y="223212"/>
                  </a:lnTo>
                  <a:lnTo>
                    <a:pt x="499945" y="225583"/>
                  </a:lnTo>
                  <a:lnTo>
                    <a:pt x="504145" y="237772"/>
                  </a:lnTo>
                  <a:lnTo>
                    <a:pt x="507534" y="243606"/>
                  </a:lnTo>
                  <a:lnTo>
                    <a:pt x="508043" y="249035"/>
                  </a:lnTo>
                  <a:lnTo>
                    <a:pt x="508881" y="251479"/>
                  </a:lnTo>
                  <a:lnTo>
                    <a:pt x="508725" y="252622"/>
                  </a:lnTo>
                  <a:lnTo>
                    <a:pt x="508234" y="253150"/>
                  </a:lnTo>
                  <a:lnTo>
                    <a:pt x="508171" y="253596"/>
                  </a:lnTo>
                  <a:lnTo>
                    <a:pt x="510199" y="257194"/>
                  </a:lnTo>
                  <a:lnTo>
                    <a:pt x="510190" y="258532"/>
                  </a:lnTo>
                  <a:lnTo>
                    <a:pt x="510604" y="260112"/>
                  </a:lnTo>
                  <a:lnTo>
                    <a:pt x="514546" y="265409"/>
                  </a:lnTo>
                  <a:lnTo>
                    <a:pt x="514506" y="266549"/>
                  </a:lnTo>
                  <a:lnTo>
                    <a:pt x="514757" y="267574"/>
                  </a:lnTo>
                  <a:lnTo>
                    <a:pt x="515240" y="268588"/>
                  </a:lnTo>
                  <a:lnTo>
                    <a:pt x="516909" y="270915"/>
                  </a:lnTo>
                  <a:lnTo>
                    <a:pt x="514542" y="272419"/>
                  </a:lnTo>
                  <a:lnTo>
                    <a:pt x="514610" y="272895"/>
                  </a:lnTo>
                  <a:lnTo>
                    <a:pt x="513075" y="273783"/>
                  </a:lnTo>
                  <a:lnTo>
                    <a:pt x="512798" y="273382"/>
                  </a:lnTo>
                  <a:lnTo>
                    <a:pt x="511635" y="274204"/>
                  </a:lnTo>
                  <a:lnTo>
                    <a:pt x="510887" y="275046"/>
                  </a:lnTo>
                  <a:lnTo>
                    <a:pt x="509725" y="275176"/>
                  </a:lnTo>
                  <a:lnTo>
                    <a:pt x="508814" y="274127"/>
                  </a:lnTo>
                  <a:lnTo>
                    <a:pt x="507933" y="274989"/>
                  </a:lnTo>
                  <a:lnTo>
                    <a:pt x="507613" y="274588"/>
                  </a:lnTo>
                  <a:lnTo>
                    <a:pt x="507252" y="274872"/>
                  </a:lnTo>
                  <a:lnTo>
                    <a:pt x="506741" y="274596"/>
                  </a:lnTo>
                  <a:lnTo>
                    <a:pt x="506482" y="274722"/>
                  </a:lnTo>
                  <a:lnTo>
                    <a:pt x="504994" y="278377"/>
                  </a:lnTo>
                  <a:lnTo>
                    <a:pt x="505195" y="278987"/>
                  </a:lnTo>
                  <a:lnTo>
                    <a:pt x="505074" y="279676"/>
                  </a:lnTo>
                  <a:lnTo>
                    <a:pt x="504645" y="281128"/>
                  </a:lnTo>
                  <a:lnTo>
                    <a:pt x="504367" y="284168"/>
                  </a:lnTo>
                  <a:lnTo>
                    <a:pt x="505996" y="298672"/>
                  </a:lnTo>
                  <a:lnTo>
                    <a:pt x="506920" y="299349"/>
                  </a:lnTo>
                  <a:lnTo>
                    <a:pt x="507820" y="299480"/>
                  </a:lnTo>
                  <a:lnTo>
                    <a:pt x="505699" y="302745"/>
                  </a:lnTo>
                  <a:lnTo>
                    <a:pt x="503554" y="305145"/>
                  </a:lnTo>
                  <a:lnTo>
                    <a:pt x="500910" y="306882"/>
                  </a:lnTo>
                  <a:lnTo>
                    <a:pt x="499223" y="308524"/>
                  </a:lnTo>
                  <a:lnTo>
                    <a:pt x="496835" y="311754"/>
                  </a:lnTo>
                  <a:lnTo>
                    <a:pt x="496470" y="311671"/>
                  </a:lnTo>
                  <a:lnTo>
                    <a:pt x="494598" y="315399"/>
                  </a:lnTo>
                  <a:lnTo>
                    <a:pt x="493006" y="313515"/>
                  </a:lnTo>
                  <a:lnTo>
                    <a:pt x="489355" y="311900"/>
                  </a:lnTo>
                  <a:lnTo>
                    <a:pt x="487856" y="310695"/>
                  </a:lnTo>
                  <a:lnTo>
                    <a:pt x="481274" y="314675"/>
                  </a:lnTo>
                  <a:lnTo>
                    <a:pt x="472361" y="315536"/>
                  </a:lnTo>
                  <a:lnTo>
                    <a:pt x="474817" y="320045"/>
                  </a:lnTo>
                  <a:lnTo>
                    <a:pt x="467993" y="319718"/>
                  </a:lnTo>
                  <a:lnTo>
                    <a:pt x="456407" y="316846"/>
                  </a:lnTo>
                  <a:lnTo>
                    <a:pt x="455158" y="321014"/>
                  </a:lnTo>
                  <a:lnTo>
                    <a:pt x="467473" y="323312"/>
                  </a:lnTo>
                  <a:lnTo>
                    <a:pt x="467079" y="324878"/>
                  </a:lnTo>
                  <a:lnTo>
                    <a:pt x="467043" y="327018"/>
                  </a:lnTo>
                  <a:lnTo>
                    <a:pt x="468161" y="333261"/>
                  </a:lnTo>
                  <a:lnTo>
                    <a:pt x="468805" y="335659"/>
                  </a:lnTo>
                  <a:lnTo>
                    <a:pt x="468719" y="338993"/>
                  </a:lnTo>
                  <a:lnTo>
                    <a:pt x="469475" y="346842"/>
                  </a:lnTo>
                  <a:lnTo>
                    <a:pt x="468015" y="347004"/>
                  </a:lnTo>
                  <a:lnTo>
                    <a:pt x="467679" y="348000"/>
                  </a:lnTo>
                  <a:lnTo>
                    <a:pt x="467961" y="349550"/>
                  </a:lnTo>
                  <a:lnTo>
                    <a:pt x="467431" y="349719"/>
                  </a:lnTo>
                  <a:lnTo>
                    <a:pt x="467385" y="350079"/>
                  </a:lnTo>
                  <a:lnTo>
                    <a:pt x="468027" y="352196"/>
                  </a:lnTo>
                  <a:lnTo>
                    <a:pt x="464784" y="353012"/>
                  </a:lnTo>
                  <a:lnTo>
                    <a:pt x="465145" y="359674"/>
                  </a:lnTo>
                  <a:lnTo>
                    <a:pt x="464688" y="360847"/>
                  </a:lnTo>
                  <a:lnTo>
                    <a:pt x="464807" y="363158"/>
                  </a:lnTo>
                  <a:lnTo>
                    <a:pt x="464549" y="364034"/>
                  </a:lnTo>
                  <a:lnTo>
                    <a:pt x="463595" y="364034"/>
                  </a:lnTo>
                  <a:lnTo>
                    <a:pt x="463689" y="364978"/>
                  </a:lnTo>
                  <a:lnTo>
                    <a:pt x="464474" y="366072"/>
                  </a:lnTo>
                  <a:lnTo>
                    <a:pt x="464938" y="367667"/>
                  </a:lnTo>
                  <a:lnTo>
                    <a:pt x="466655" y="371399"/>
                  </a:lnTo>
                  <a:lnTo>
                    <a:pt x="466766" y="372150"/>
                  </a:lnTo>
                  <a:lnTo>
                    <a:pt x="466143" y="373276"/>
                  </a:lnTo>
                  <a:lnTo>
                    <a:pt x="465854" y="373260"/>
                  </a:lnTo>
                  <a:lnTo>
                    <a:pt x="464978" y="374234"/>
                  </a:lnTo>
                  <a:lnTo>
                    <a:pt x="462762" y="374655"/>
                  </a:lnTo>
                  <a:lnTo>
                    <a:pt x="462308" y="375934"/>
                  </a:lnTo>
                  <a:lnTo>
                    <a:pt x="462779" y="381350"/>
                  </a:lnTo>
                  <a:lnTo>
                    <a:pt x="463676" y="381902"/>
                  </a:lnTo>
                  <a:lnTo>
                    <a:pt x="463811" y="383120"/>
                  </a:lnTo>
                  <a:lnTo>
                    <a:pt x="464347" y="383715"/>
                  </a:lnTo>
                  <a:lnTo>
                    <a:pt x="464329" y="384868"/>
                  </a:lnTo>
                  <a:lnTo>
                    <a:pt x="462532" y="385106"/>
                  </a:lnTo>
                  <a:lnTo>
                    <a:pt x="461889" y="384837"/>
                  </a:lnTo>
                  <a:lnTo>
                    <a:pt x="460172" y="384835"/>
                  </a:lnTo>
                  <a:lnTo>
                    <a:pt x="459972" y="385002"/>
                  </a:lnTo>
                  <a:lnTo>
                    <a:pt x="458919" y="384577"/>
                  </a:lnTo>
                  <a:lnTo>
                    <a:pt x="455519" y="384917"/>
                  </a:lnTo>
                  <a:lnTo>
                    <a:pt x="453146" y="386682"/>
                  </a:lnTo>
                  <a:lnTo>
                    <a:pt x="452928" y="386648"/>
                  </a:lnTo>
                  <a:lnTo>
                    <a:pt x="451217" y="388767"/>
                  </a:lnTo>
                  <a:lnTo>
                    <a:pt x="450162" y="388957"/>
                  </a:lnTo>
                  <a:lnTo>
                    <a:pt x="448961" y="388555"/>
                  </a:lnTo>
                  <a:lnTo>
                    <a:pt x="448721" y="388897"/>
                  </a:lnTo>
                  <a:lnTo>
                    <a:pt x="448403" y="388183"/>
                  </a:lnTo>
                  <a:lnTo>
                    <a:pt x="448598" y="388117"/>
                  </a:lnTo>
                  <a:lnTo>
                    <a:pt x="448628" y="387020"/>
                  </a:lnTo>
                  <a:lnTo>
                    <a:pt x="448112" y="386203"/>
                  </a:lnTo>
                  <a:lnTo>
                    <a:pt x="447777" y="385006"/>
                  </a:lnTo>
                  <a:lnTo>
                    <a:pt x="447336" y="384488"/>
                  </a:lnTo>
                  <a:lnTo>
                    <a:pt x="447444" y="384325"/>
                  </a:lnTo>
                  <a:lnTo>
                    <a:pt x="446296" y="383750"/>
                  </a:lnTo>
                  <a:lnTo>
                    <a:pt x="445682" y="383868"/>
                  </a:lnTo>
                  <a:lnTo>
                    <a:pt x="445166" y="384681"/>
                  </a:lnTo>
                  <a:lnTo>
                    <a:pt x="444960" y="387298"/>
                  </a:lnTo>
                  <a:lnTo>
                    <a:pt x="444135" y="389724"/>
                  </a:lnTo>
                  <a:lnTo>
                    <a:pt x="444123" y="390431"/>
                  </a:lnTo>
                  <a:lnTo>
                    <a:pt x="443482" y="391626"/>
                  </a:lnTo>
                  <a:lnTo>
                    <a:pt x="443319" y="393024"/>
                  </a:lnTo>
                  <a:lnTo>
                    <a:pt x="443831" y="393305"/>
                  </a:lnTo>
                  <a:lnTo>
                    <a:pt x="443975" y="393819"/>
                  </a:lnTo>
                  <a:lnTo>
                    <a:pt x="444493" y="393985"/>
                  </a:lnTo>
                  <a:lnTo>
                    <a:pt x="444755" y="394452"/>
                  </a:lnTo>
                  <a:lnTo>
                    <a:pt x="445043" y="397750"/>
                  </a:lnTo>
                  <a:lnTo>
                    <a:pt x="445597" y="399265"/>
                  </a:lnTo>
                  <a:lnTo>
                    <a:pt x="446271" y="399940"/>
                  </a:lnTo>
                  <a:lnTo>
                    <a:pt x="447244" y="402131"/>
                  </a:lnTo>
                  <a:lnTo>
                    <a:pt x="448533" y="405631"/>
                  </a:lnTo>
                  <a:lnTo>
                    <a:pt x="448379" y="405878"/>
                  </a:lnTo>
                  <a:lnTo>
                    <a:pt x="447660" y="407738"/>
                  </a:lnTo>
                  <a:lnTo>
                    <a:pt x="446942" y="408734"/>
                  </a:lnTo>
                  <a:lnTo>
                    <a:pt x="446782" y="409439"/>
                  </a:lnTo>
                  <a:lnTo>
                    <a:pt x="447786" y="410313"/>
                  </a:lnTo>
                  <a:lnTo>
                    <a:pt x="449700" y="413589"/>
                  </a:lnTo>
                  <a:lnTo>
                    <a:pt x="450692" y="414697"/>
                  </a:lnTo>
                  <a:lnTo>
                    <a:pt x="451617" y="416691"/>
                  </a:lnTo>
                  <a:lnTo>
                    <a:pt x="453108" y="418783"/>
                  </a:lnTo>
                  <a:lnTo>
                    <a:pt x="453313" y="419649"/>
                  </a:lnTo>
                  <a:lnTo>
                    <a:pt x="454382" y="421507"/>
                  </a:lnTo>
                  <a:lnTo>
                    <a:pt x="455656" y="423200"/>
                  </a:lnTo>
                  <a:lnTo>
                    <a:pt x="455935" y="423921"/>
                  </a:lnTo>
                  <a:lnTo>
                    <a:pt x="456824" y="424751"/>
                  </a:lnTo>
                  <a:lnTo>
                    <a:pt x="458478" y="425366"/>
                  </a:lnTo>
                  <a:lnTo>
                    <a:pt x="459320" y="425201"/>
                  </a:lnTo>
                  <a:lnTo>
                    <a:pt x="459734" y="424846"/>
                  </a:lnTo>
                  <a:lnTo>
                    <a:pt x="462108" y="425351"/>
                  </a:lnTo>
                  <a:lnTo>
                    <a:pt x="469478" y="424184"/>
                  </a:lnTo>
                  <a:lnTo>
                    <a:pt x="471409" y="423796"/>
                  </a:lnTo>
                  <a:lnTo>
                    <a:pt x="472891" y="422428"/>
                  </a:lnTo>
                  <a:lnTo>
                    <a:pt x="475267" y="420977"/>
                  </a:lnTo>
                  <a:lnTo>
                    <a:pt x="481001" y="418614"/>
                  </a:lnTo>
                  <a:lnTo>
                    <a:pt x="481338" y="420038"/>
                  </a:lnTo>
                  <a:lnTo>
                    <a:pt x="481794" y="419929"/>
                  </a:lnTo>
                  <a:lnTo>
                    <a:pt x="482669" y="419136"/>
                  </a:lnTo>
                  <a:lnTo>
                    <a:pt x="482843" y="419279"/>
                  </a:lnTo>
                  <a:lnTo>
                    <a:pt x="483663" y="418794"/>
                  </a:lnTo>
                  <a:lnTo>
                    <a:pt x="484886" y="418936"/>
                  </a:lnTo>
                  <a:lnTo>
                    <a:pt x="485540" y="419984"/>
                  </a:lnTo>
                  <a:lnTo>
                    <a:pt x="483677" y="421729"/>
                  </a:lnTo>
                  <a:lnTo>
                    <a:pt x="484270" y="422241"/>
                  </a:lnTo>
                  <a:lnTo>
                    <a:pt x="484491" y="424657"/>
                  </a:lnTo>
                  <a:lnTo>
                    <a:pt x="484852" y="425857"/>
                  </a:lnTo>
                  <a:lnTo>
                    <a:pt x="485693" y="427311"/>
                  </a:lnTo>
                  <a:lnTo>
                    <a:pt x="486499" y="429546"/>
                  </a:lnTo>
                  <a:lnTo>
                    <a:pt x="487354" y="430930"/>
                  </a:lnTo>
                  <a:lnTo>
                    <a:pt x="488895" y="436602"/>
                  </a:lnTo>
                  <a:lnTo>
                    <a:pt x="489436" y="436430"/>
                  </a:lnTo>
                  <a:lnTo>
                    <a:pt x="490619" y="437018"/>
                  </a:lnTo>
                  <a:lnTo>
                    <a:pt x="491028" y="436887"/>
                  </a:lnTo>
                  <a:lnTo>
                    <a:pt x="491807" y="439447"/>
                  </a:lnTo>
                  <a:lnTo>
                    <a:pt x="494599" y="446155"/>
                  </a:lnTo>
                  <a:lnTo>
                    <a:pt x="495735" y="445599"/>
                  </a:lnTo>
                  <a:lnTo>
                    <a:pt x="496947" y="449575"/>
                  </a:lnTo>
                  <a:lnTo>
                    <a:pt x="496996" y="449911"/>
                  </a:lnTo>
                  <a:lnTo>
                    <a:pt x="493396" y="451174"/>
                  </a:lnTo>
                  <a:lnTo>
                    <a:pt x="493061" y="452188"/>
                  </a:lnTo>
                  <a:lnTo>
                    <a:pt x="493076" y="452736"/>
                  </a:lnTo>
                  <a:lnTo>
                    <a:pt x="493726" y="454247"/>
                  </a:lnTo>
                  <a:lnTo>
                    <a:pt x="493400" y="457006"/>
                  </a:lnTo>
                  <a:lnTo>
                    <a:pt x="493606" y="457776"/>
                  </a:lnTo>
                  <a:lnTo>
                    <a:pt x="494821" y="458772"/>
                  </a:lnTo>
                  <a:lnTo>
                    <a:pt x="495287" y="460666"/>
                  </a:lnTo>
                  <a:lnTo>
                    <a:pt x="493026" y="461483"/>
                  </a:lnTo>
                  <a:lnTo>
                    <a:pt x="492967" y="462344"/>
                  </a:lnTo>
                  <a:lnTo>
                    <a:pt x="493546" y="464532"/>
                  </a:lnTo>
                  <a:lnTo>
                    <a:pt x="490990" y="465906"/>
                  </a:lnTo>
                  <a:lnTo>
                    <a:pt x="491091" y="467544"/>
                  </a:lnTo>
                  <a:lnTo>
                    <a:pt x="485516" y="467037"/>
                  </a:lnTo>
                  <a:lnTo>
                    <a:pt x="484401" y="472052"/>
                  </a:lnTo>
                  <a:lnTo>
                    <a:pt x="484496" y="473904"/>
                  </a:lnTo>
                  <a:lnTo>
                    <a:pt x="483329" y="475489"/>
                  </a:lnTo>
                  <a:lnTo>
                    <a:pt x="481502" y="476461"/>
                  </a:lnTo>
                  <a:lnTo>
                    <a:pt x="483088" y="484696"/>
                  </a:lnTo>
                  <a:lnTo>
                    <a:pt x="483188" y="485188"/>
                  </a:lnTo>
                  <a:lnTo>
                    <a:pt x="482788" y="486591"/>
                  </a:lnTo>
                  <a:lnTo>
                    <a:pt x="483852" y="487071"/>
                  </a:lnTo>
                  <a:lnTo>
                    <a:pt x="484328" y="487592"/>
                  </a:lnTo>
                  <a:lnTo>
                    <a:pt x="485760" y="486842"/>
                  </a:lnTo>
                  <a:lnTo>
                    <a:pt x="487778" y="491421"/>
                  </a:lnTo>
                  <a:lnTo>
                    <a:pt x="487201" y="492878"/>
                  </a:lnTo>
                  <a:lnTo>
                    <a:pt x="487312" y="493968"/>
                  </a:lnTo>
                  <a:lnTo>
                    <a:pt x="487930" y="494592"/>
                  </a:lnTo>
                  <a:lnTo>
                    <a:pt x="487924" y="494834"/>
                  </a:lnTo>
                  <a:lnTo>
                    <a:pt x="487530" y="495352"/>
                  </a:lnTo>
                  <a:lnTo>
                    <a:pt x="485335" y="494842"/>
                  </a:lnTo>
                  <a:lnTo>
                    <a:pt x="485342" y="496162"/>
                  </a:lnTo>
                  <a:lnTo>
                    <a:pt x="484573" y="496017"/>
                  </a:lnTo>
                  <a:lnTo>
                    <a:pt x="484272" y="496729"/>
                  </a:lnTo>
                  <a:lnTo>
                    <a:pt x="483818" y="496306"/>
                  </a:lnTo>
                  <a:lnTo>
                    <a:pt x="483479" y="496390"/>
                  </a:lnTo>
                  <a:lnTo>
                    <a:pt x="483651" y="497068"/>
                  </a:lnTo>
                  <a:lnTo>
                    <a:pt x="483342" y="497599"/>
                  </a:lnTo>
                  <a:lnTo>
                    <a:pt x="483057" y="497561"/>
                  </a:lnTo>
                  <a:lnTo>
                    <a:pt x="482970" y="497158"/>
                  </a:lnTo>
                  <a:lnTo>
                    <a:pt x="482612" y="497203"/>
                  </a:lnTo>
                  <a:lnTo>
                    <a:pt x="482227" y="499615"/>
                  </a:lnTo>
                  <a:lnTo>
                    <a:pt x="481037" y="501215"/>
                  </a:lnTo>
                  <a:lnTo>
                    <a:pt x="481677" y="502215"/>
                  </a:lnTo>
                  <a:lnTo>
                    <a:pt x="478381" y="503525"/>
                  </a:lnTo>
                  <a:lnTo>
                    <a:pt x="474565" y="505460"/>
                  </a:lnTo>
                  <a:lnTo>
                    <a:pt x="476595" y="508147"/>
                  </a:lnTo>
                  <a:lnTo>
                    <a:pt x="478053" y="511897"/>
                  </a:lnTo>
                  <a:lnTo>
                    <a:pt x="480013" y="514848"/>
                  </a:lnTo>
                  <a:lnTo>
                    <a:pt x="479392" y="514770"/>
                  </a:lnTo>
                  <a:lnTo>
                    <a:pt x="477916" y="515161"/>
                  </a:lnTo>
                  <a:lnTo>
                    <a:pt x="475850" y="516310"/>
                  </a:lnTo>
                  <a:lnTo>
                    <a:pt x="473796" y="517029"/>
                  </a:lnTo>
                  <a:lnTo>
                    <a:pt x="473350" y="516677"/>
                  </a:lnTo>
                  <a:lnTo>
                    <a:pt x="470145" y="515973"/>
                  </a:lnTo>
                  <a:lnTo>
                    <a:pt x="469400" y="517047"/>
                  </a:lnTo>
                  <a:lnTo>
                    <a:pt x="469247" y="517820"/>
                  </a:lnTo>
                  <a:lnTo>
                    <a:pt x="468583" y="517524"/>
                  </a:lnTo>
                  <a:lnTo>
                    <a:pt x="468532" y="517284"/>
                  </a:lnTo>
                  <a:lnTo>
                    <a:pt x="466061" y="518465"/>
                  </a:lnTo>
                  <a:lnTo>
                    <a:pt x="463973" y="520008"/>
                  </a:lnTo>
                  <a:lnTo>
                    <a:pt x="462104" y="522287"/>
                  </a:lnTo>
                  <a:lnTo>
                    <a:pt x="461042" y="521164"/>
                  </a:lnTo>
                  <a:lnTo>
                    <a:pt x="458826" y="522256"/>
                  </a:lnTo>
                  <a:lnTo>
                    <a:pt x="457333" y="523161"/>
                  </a:lnTo>
                  <a:lnTo>
                    <a:pt x="457147" y="523673"/>
                  </a:lnTo>
                  <a:lnTo>
                    <a:pt x="459056" y="525656"/>
                  </a:lnTo>
                  <a:lnTo>
                    <a:pt x="458676" y="527159"/>
                  </a:lnTo>
                  <a:lnTo>
                    <a:pt x="458075" y="528090"/>
                  </a:lnTo>
                  <a:lnTo>
                    <a:pt x="457582" y="528545"/>
                  </a:lnTo>
                  <a:lnTo>
                    <a:pt x="456708" y="528764"/>
                  </a:lnTo>
                  <a:lnTo>
                    <a:pt x="456457" y="529153"/>
                  </a:lnTo>
                  <a:lnTo>
                    <a:pt x="455019" y="529441"/>
                  </a:lnTo>
                  <a:lnTo>
                    <a:pt x="454268" y="530153"/>
                  </a:lnTo>
                  <a:lnTo>
                    <a:pt x="453146" y="530365"/>
                  </a:lnTo>
                  <a:lnTo>
                    <a:pt x="452252" y="530265"/>
                  </a:lnTo>
                  <a:lnTo>
                    <a:pt x="451553" y="531175"/>
                  </a:lnTo>
                  <a:lnTo>
                    <a:pt x="450427" y="531448"/>
                  </a:lnTo>
                  <a:lnTo>
                    <a:pt x="449296" y="529135"/>
                  </a:lnTo>
                  <a:lnTo>
                    <a:pt x="448515" y="526825"/>
                  </a:lnTo>
                  <a:lnTo>
                    <a:pt x="448354" y="525744"/>
                  </a:lnTo>
                  <a:lnTo>
                    <a:pt x="448494" y="524880"/>
                  </a:lnTo>
                  <a:lnTo>
                    <a:pt x="448167" y="524708"/>
                  </a:lnTo>
                  <a:lnTo>
                    <a:pt x="448950" y="523098"/>
                  </a:lnTo>
                  <a:lnTo>
                    <a:pt x="450811" y="520591"/>
                  </a:lnTo>
                  <a:lnTo>
                    <a:pt x="452251" y="521151"/>
                  </a:lnTo>
                  <a:lnTo>
                    <a:pt x="452359" y="519951"/>
                  </a:lnTo>
                  <a:lnTo>
                    <a:pt x="452183" y="519486"/>
                  </a:lnTo>
                  <a:lnTo>
                    <a:pt x="449801" y="516874"/>
                  </a:lnTo>
                  <a:lnTo>
                    <a:pt x="447586" y="513403"/>
                  </a:lnTo>
                  <a:lnTo>
                    <a:pt x="446209" y="512233"/>
                  </a:lnTo>
                  <a:lnTo>
                    <a:pt x="442876" y="511389"/>
                  </a:lnTo>
                  <a:lnTo>
                    <a:pt x="441105" y="510550"/>
                  </a:lnTo>
                  <a:lnTo>
                    <a:pt x="438053" y="510058"/>
                  </a:lnTo>
                  <a:lnTo>
                    <a:pt x="436664" y="509108"/>
                  </a:lnTo>
                  <a:lnTo>
                    <a:pt x="428827" y="515285"/>
                  </a:lnTo>
                  <a:lnTo>
                    <a:pt x="427090" y="515228"/>
                  </a:lnTo>
                  <a:lnTo>
                    <a:pt x="425747" y="513792"/>
                  </a:lnTo>
                  <a:lnTo>
                    <a:pt x="425264" y="512619"/>
                  </a:lnTo>
                  <a:lnTo>
                    <a:pt x="424355" y="505679"/>
                  </a:lnTo>
                  <a:lnTo>
                    <a:pt x="422554" y="504849"/>
                  </a:lnTo>
                  <a:lnTo>
                    <a:pt x="419936" y="504123"/>
                  </a:lnTo>
                  <a:lnTo>
                    <a:pt x="417839" y="504108"/>
                  </a:lnTo>
                  <a:lnTo>
                    <a:pt x="414467" y="502877"/>
                  </a:lnTo>
                  <a:lnTo>
                    <a:pt x="411007" y="503530"/>
                  </a:lnTo>
                  <a:lnTo>
                    <a:pt x="407209" y="504848"/>
                  </a:lnTo>
                  <a:lnTo>
                    <a:pt x="403796" y="505121"/>
                  </a:lnTo>
                  <a:lnTo>
                    <a:pt x="402592" y="505686"/>
                  </a:lnTo>
                  <a:lnTo>
                    <a:pt x="399926" y="505528"/>
                  </a:lnTo>
                  <a:lnTo>
                    <a:pt x="395947" y="504830"/>
                  </a:lnTo>
                  <a:lnTo>
                    <a:pt x="392643" y="504537"/>
                  </a:lnTo>
                  <a:lnTo>
                    <a:pt x="389708" y="504753"/>
                  </a:lnTo>
                  <a:lnTo>
                    <a:pt x="388369" y="505121"/>
                  </a:lnTo>
                  <a:lnTo>
                    <a:pt x="386078" y="505102"/>
                  </a:lnTo>
                  <a:lnTo>
                    <a:pt x="385380" y="504673"/>
                  </a:lnTo>
                  <a:lnTo>
                    <a:pt x="381788" y="504169"/>
                  </a:lnTo>
                  <a:lnTo>
                    <a:pt x="380156" y="503695"/>
                  </a:lnTo>
                  <a:lnTo>
                    <a:pt x="377408" y="503665"/>
                  </a:lnTo>
                  <a:lnTo>
                    <a:pt x="373064" y="503156"/>
                  </a:lnTo>
                  <a:lnTo>
                    <a:pt x="371839" y="502591"/>
                  </a:lnTo>
                  <a:lnTo>
                    <a:pt x="370674" y="501640"/>
                  </a:lnTo>
                  <a:lnTo>
                    <a:pt x="368794" y="501958"/>
                  </a:lnTo>
                  <a:lnTo>
                    <a:pt x="367762" y="502405"/>
                  </a:lnTo>
                  <a:lnTo>
                    <a:pt x="366979" y="502385"/>
                  </a:lnTo>
                  <a:lnTo>
                    <a:pt x="364853" y="503413"/>
                  </a:lnTo>
                  <a:lnTo>
                    <a:pt x="363613" y="503457"/>
                  </a:lnTo>
                  <a:lnTo>
                    <a:pt x="362346" y="503152"/>
                  </a:lnTo>
                  <a:lnTo>
                    <a:pt x="359744" y="501937"/>
                  </a:lnTo>
                  <a:lnTo>
                    <a:pt x="356997" y="501800"/>
                  </a:lnTo>
                  <a:lnTo>
                    <a:pt x="355246" y="501357"/>
                  </a:lnTo>
                  <a:lnTo>
                    <a:pt x="353029" y="501409"/>
                  </a:lnTo>
                  <a:lnTo>
                    <a:pt x="350650" y="500472"/>
                  </a:lnTo>
                  <a:lnTo>
                    <a:pt x="349171" y="495150"/>
                  </a:lnTo>
                  <a:lnTo>
                    <a:pt x="349016" y="493311"/>
                  </a:lnTo>
                  <a:lnTo>
                    <a:pt x="345959" y="488885"/>
                  </a:lnTo>
                  <a:lnTo>
                    <a:pt x="344090" y="486935"/>
                  </a:lnTo>
                  <a:lnTo>
                    <a:pt x="340384" y="480397"/>
                  </a:lnTo>
                  <a:lnTo>
                    <a:pt x="340388" y="478077"/>
                  </a:lnTo>
                  <a:lnTo>
                    <a:pt x="339880" y="474402"/>
                  </a:lnTo>
                  <a:lnTo>
                    <a:pt x="340199" y="470275"/>
                  </a:lnTo>
                  <a:lnTo>
                    <a:pt x="341705" y="467756"/>
                  </a:lnTo>
                  <a:lnTo>
                    <a:pt x="342521" y="464072"/>
                  </a:lnTo>
                  <a:lnTo>
                    <a:pt x="343815" y="460683"/>
                  </a:lnTo>
                  <a:lnTo>
                    <a:pt x="344954" y="459694"/>
                  </a:lnTo>
                  <a:lnTo>
                    <a:pt x="346137" y="457431"/>
                  </a:lnTo>
                  <a:lnTo>
                    <a:pt x="347691" y="453027"/>
                  </a:lnTo>
                  <a:lnTo>
                    <a:pt x="347765" y="450229"/>
                  </a:lnTo>
                  <a:lnTo>
                    <a:pt x="348672" y="449240"/>
                  </a:lnTo>
                  <a:lnTo>
                    <a:pt x="347284" y="446845"/>
                  </a:lnTo>
                  <a:lnTo>
                    <a:pt x="346656" y="443937"/>
                  </a:lnTo>
                  <a:lnTo>
                    <a:pt x="348348" y="441850"/>
                  </a:lnTo>
                  <a:lnTo>
                    <a:pt x="348470" y="439336"/>
                  </a:lnTo>
                  <a:lnTo>
                    <a:pt x="343735" y="436699"/>
                  </a:lnTo>
                  <a:lnTo>
                    <a:pt x="340032" y="435618"/>
                  </a:lnTo>
                  <a:lnTo>
                    <a:pt x="334288" y="432821"/>
                  </a:lnTo>
                  <a:lnTo>
                    <a:pt x="332342" y="432485"/>
                  </a:lnTo>
                  <a:lnTo>
                    <a:pt x="330528" y="431281"/>
                  </a:lnTo>
                  <a:lnTo>
                    <a:pt x="327781" y="430975"/>
                  </a:lnTo>
                  <a:lnTo>
                    <a:pt x="324230" y="430130"/>
                  </a:lnTo>
                  <a:lnTo>
                    <a:pt x="322382" y="428822"/>
                  </a:lnTo>
                  <a:lnTo>
                    <a:pt x="320885" y="428630"/>
                  </a:lnTo>
                  <a:lnTo>
                    <a:pt x="319540" y="428100"/>
                  </a:lnTo>
                  <a:lnTo>
                    <a:pt x="317572" y="426637"/>
                  </a:lnTo>
                  <a:lnTo>
                    <a:pt x="309182" y="427386"/>
                  </a:lnTo>
                  <a:lnTo>
                    <a:pt x="307515" y="428190"/>
                  </a:lnTo>
                  <a:lnTo>
                    <a:pt x="307009" y="428197"/>
                  </a:lnTo>
                  <a:lnTo>
                    <a:pt x="305653" y="427443"/>
                  </a:lnTo>
                  <a:lnTo>
                    <a:pt x="302008" y="427512"/>
                  </a:lnTo>
                  <a:lnTo>
                    <a:pt x="300630" y="427234"/>
                  </a:lnTo>
                  <a:lnTo>
                    <a:pt x="299608" y="426255"/>
                  </a:lnTo>
                  <a:lnTo>
                    <a:pt x="299417" y="425513"/>
                  </a:lnTo>
                  <a:lnTo>
                    <a:pt x="300068" y="424302"/>
                  </a:lnTo>
                  <a:lnTo>
                    <a:pt x="300234" y="422480"/>
                  </a:lnTo>
                  <a:lnTo>
                    <a:pt x="300518" y="422359"/>
                  </a:lnTo>
                  <a:lnTo>
                    <a:pt x="300118" y="421974"/>
                  </a:lnTo>
                  <a:lnTo>
                    <a:pt x="300302" y="421465"/>
                  </a:lnTo>
                  <a:lnTo>
                    <a:pt x="300083" y="421227"/>
                  </a:lnTo>
                  <a:lnTo>
                    <a:pt x="300130" y="420474"/>
                  </a:lnTo>
                  <a:lnTo>
                    <a:pt x="300411" y="419947"/>
                  </a:lnTo>
                  <a:lnTo>
                    <a:pt x="300288" y="419514"/>
                  </a:lnTo>
                  <a:lnTo>
                    <a:pt x="300556" y="419256"/>
                  </a:lnTo>
                  <a:lnTo>
                    <a:pt x="300341" y="418936"/>
                  </a:lnTo>
                  <a:lnTo>
                    <a:pt x="300694" y="418511"/>
                  </a:lnTo>
                  <a:lnTo>
                    <a:pt x="300408" y="417975"/>
                  </a:lnTo>
                  <a:lnTo>
                    <a:pt x="300779" y="417569"/>
                  </a:lnTo>
                  <a:lnTo>
                    <a:pt x="300013" y="417232"/>
                  </a:lnTo>
                  <a:lnTo>
                    <a:pt x="299897" y="416519"/>
                  </a:lnTo>
                  <a:lnTo>
                    <a:pt x="299070" y="415992"/>
                  </a:lnTo>
                  <a:lnTo>
                    <a:pt x="298734" y="415082"/>
                  </a:lnTo>
                  <a:lnTo>
                    <a:pt x="298183" y="414603"/>
                  </a:lnTo>
                  <a:lnTo>
                    <a:pt x="298170" y="414269"/>
                  </a:lnTo>
                  <a:lnTo>
                    <a:pt x="297750" y="413804"/>
                  </a:lnTo>
                  <a:lnTo>
                    <a:pt x="297490" y="413843"/>
                  </a:lnTo>
                  <a:lnTo>
                    <a:pt x="295623" y="412511"/>
                  </a:lnTo>
                  <a:lnTo>
                    <a:pt x="295292" y="412526"/>
                  </a:lnTo>
                  <a:lnTo>
                    <a:pt x="293478" y="411457"/>
                  </a:lnTo>
                  <a:lnTo>
                    <a:pt x="291857" y="410971"/>
                  </a:lnTo>
                  <a:lnTo>
                    <a:pt x="290152" y="410271"/>
                  </a:lnTo>
                  <a:lnTo>
                    <a:pt x="288935" y="410232"/>
                  </a:lnTo>
                  <a:lnTo>
                    <a:pt x="286586" y="409279"/>
                  </a:lnTo>
                  <a:lnTo>
                    <a:pt x="283841" y="409106"/>
                  </a:lnTo>
                  <a:lnTo>
                    <a:pt x="283681" y="408916"/>
                  </a:lnTo>
                  <a:lnTo>
                    <a:pt x="279274" y="408126"/>
                  </a:lnTo>
                  <a:lnTo>
                    <a:pt x="277321" y="408728"/>
                  </a:lnTo>
                  <a:lnTo>
                    <a:pt x="273333" y="409433"/>
                  </a:lnTo>
                  <a:lnTo>
                    <a:pt x="272743" y="407522"/>
                  </a:lnTo>
                  <a:lnTo>
                    <a:pt x="269860" y="407924"/>
                  </a:lnTo>
                  <a:lnTo>
                    <a:pt x="268617" y="407069"/>
                  </a:lnTo>
                  <a:lnTo>
                    <a:pt x="266558" y="406506"/>
                  </a:lnTo>
                  <a:lnTo>
                    <a:pt x="265403" y="404879"/>
                  </a:lnTo>
                  <a:lnTo>
                    <a:pt x="262206" y="403187"/>
                  </a:lnTo>
                  <a:lnTo>
                    <a:pt x="261718" y="402794"/>
                  </a:lnTo>
                  <a:lnTo>
                    <a:pt x="261032" y="401390"/>
                  </a:lnTo>
                  <a:lnTo>
                    <a:pt x="259961" y="400505"/>
                  </a:lnTo>
                  <a:lnTo>
                    <a:pt x="258436" y="399667"/>
                  </a:lnTo>
                  <a:lnTo>
                    <a:pt x="257085" y="399256"/>
                  </a:lnTo>
                  <a:lnTo>
                    <a:pt x="255869" y="397819"/>
                  </a:lnTo>
                  <a:lnTo>
                    <a:pt x="252895" y="393103"/>
                  </a:lnTo>
                  <a:lnTo>
                    <a:pt x="251802" y="392717"/>
                  </a:lnTo>
                  <a:lnTo>
                    <a:pt x="251172" y="390892"/>
                  </a:lnTo>
                  <a:lnTo>
                    <a:pt x="250378" y="390002"/>
                  </a:lnTo>
                  <a:lnTo>
                    <a:pt x="249324" y="389655"/>
                  </a:lnTo>
                  <a:lnTo>
                    <a:pt x="248106" y="389228"/>
                  </a:lnTo>
                  <a:lnTo>
                    <a:pt x="246735" y="389495"/>
                  </a:lnTo>
                  <a:lnTo>
                    <a:pt x="245181" y="389119"/>
                  </a:lnTo>
                  <a:lnTo>
                    <a:pt x="243759" y="389284"/>
                  </a:lnTo>
                  <a:lnTo>
                    <a:pt x="241679" y="389080"/>
                  </a:lnTo>
                  <a:lnTo>
                    <a:pt x="239515" y="389162"/>
                  </a:lnTo>
                  <a:lnTo>
                    <a:pt x="238004" y="388492"/>
                  </a:lnTo>
                  <a:lnTo>
                    <a:pt x="236435" y="389077"/>
                  </a:lnTo>
                  <a:lnTo>
                    <a:pt x="234624" y="388215"/>
                  </a:lnTo>
                  <a:lnTo>
                    <a:pt x="233287" y="386964"/>
                  </a:lnTo>
                  <a:lnTo>
                    <a:pt x="232674" y="386744"/>
                  </a:lnTo>
                  <a:lnTo>
                    <a:pt x="231458" y="387265"/>
                  </a:lnTo>
                  <a:lnTo>
                    <a:pt x="228922" y="387818"/>
                  </a:lnTo>
                  <a:lnTo>
                    <a:pt x="228555" y="387820"/>
                  </a:lnTo>
                  <a:lnTo>
                    <a:pt x="228316" y="387239"/>
                  </a:lnTo>
                  <a:lnTo>
                    <a:pt x="225215" y="387423"/>
                  </a:lnTo>
                  <a:lnTo>
                    <a:pt x="224943" y="387944"/>
                  </a:lnTo>
                  <a:lnTo>
                    <a:pt x="224555" y="388128"/>
                  </a:lnTo>
                  <a:lnTo>
                    <a:pt x="222819" y="387534"/>
                  </a:lnTo>
                  <a:lnTo>
                    <a:pt x="220327" y="389013"/>
                  </a:lnTo>
                  <a:lnTo>
                    <a:pt x="219335" y="388722"/>
                  </a:lnTo>
                  <a:lnTo>
                    <a:pt x="217237" y="388866"/>
                  </a:lnTo>
                  <a:lnTo>
                    <a:pt x="217123" y="389582"/>
                  </a:lnTo>
                  <a:lnTo>
                    <a:pt x="214650" y="389910"/>
                  </a:lnTo>
                  <a:lnTo>
                    <a:pt x="211653" y="388513"/>
                  </a:lnTo>
                  <a:lnTo>
                    <a:pt x="205988" y="388274"/>
                  </a:lnTo>
                  <a:lnTo>
                    <a:pt x="201190" y="388882"/>
                  </a:lnTo>
                  <a:lnTo>
                    <a:pt x="198009" y="39086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pg26">
              <a:extLst>
                <a:ext uri="{FF2B5EF4-FFF2-40B4-BE49-F238E27FC236}">
                  <a16:creationId xmlns:a16="http://schemas.microsoft.com/office/drawing/2014/main" id="{578E3D52-ABD9-BC85-185E-1730E1D913EF}"/>
                </a:ext>
              </a:extLst>
            </p:cNvPr>
            <p:cNvSpPr/>
            <p:nvPr/>
          </p:nvSpPr>
          <p:spPr>
            <a:xfrm>
              <a:off x="5491915" y="3875424"/>
              <a:ext cx="225828" cy="213469"/>
            </a:xfrm>
            <a:custGeom>
              <a:avLst/>
              <a:gdLst/>
              <a:ahLst/>
              <a:cxnLst/>
              <a:rect l="0" t="0" r="0" b="0"/>
              <a:pathLst>
                <a:path w="225828" h="213469">
                  <a:moveTo>
                    <a:pt x="73369" y="200565"/>
                  </a:moveTo>
                  <a:lnTo>
                    <a:pt x="73614" y="201162"/>
                  </a:lnTo>
                  <a:lnTo>
                    <a:pt x="73515" y="203617"/>
                  </a:lnTo>
                  <a:lnTo>
                    <a:pt x="71236" y="204270"/>
                  </a:lnTo>
                  <a:lnTo>
                    <a:pt x="68789" y="204576"/>
                  </a:lnTo>
                  <a:lnTo>
                    <a:pt x="67822" y="205480"/>
                  </a:lnTo>
                  <a:lnTo>
                    <a:pt x="63514" y="207315"/>
                  </a:lnTo>
                  <a:lnTo>
                    <a:pt x="62096" y="207399"/>
                  </a:lnTo>
                  <a:lnTo>
                    <a:pt x="60755" y="206572"/>
                  </a:lnTo>
                  <a:lnTo>
                    <a:pt x="59849" y="206750"/>
                  </a:lnTo>
                  <a:lnTo>
                    <a:pt x="59090" y="206383"/>
                  </a:lnTo>
                  <a:lnTo>
                    <a:pt x="58482" y="206393"/>
                  </a:lnTo>
                  <a:lnTo>
                    <a:pt x="58204" y="206036"/>
                  </a:lnTo>
                  <a:lnTo>
                    <a:pt x="57443" y="207471"/>
                  </a:lnTo>
                  <a:lnTo>
                    <a:pt x="56169" y="208200"/>
                  </a:lnTo>
                  <a:lnTo>
                    <a:pt x="53860" y="207604"/>
                  </a:lnTo>
                  <a:lnTo>
                    <a:pt x="51202" y="208621"/>
                  </a:lnTo>
                  <a:lnTo>
                    <a:pt x="49786" y="208908"/>
                  </a:lnTo>
                  <a:lnTo>
                    <a:pt x="48949" y="208724"/>
                  </a:lnTo>
                  <a:lnTo>
                    <a:pt x="48075" y="207902"/>
                  </a:lnTo>
                  <a:lnTo>
                    <a:pt x="47365" y="208183"/>
                  </a:lnTo>
                  <a:lnTo>
                    <a:pt x="44885" y="208355"/>
                  </a:lnTo>
                  <a:lnTo>
                    <a:pt x="43260" y="208139"/>
                  </a:lnTo>
                  <a:lnTo>
                    <a:pt x="43408" y="207390"/>
                  </a:lnTo>
                  <a:lnTo>
                    <a:pt x="43014" y="206762"/>
                  </a:lnTo>
                  <a:lnTo>
                    <a:pt x="41674" y="207232"/>
                  </a:lnTo>
                  <a:lnTo>
                    <a:pt x="39854" y="206676"/>
                  </a:lnTo>
                  <a:lnTo>
                    <a:pt x="39157" y="206958"/>
                  </a:lnTo>
                  <a:lnTo>
                    <a:pt x="39172" y="207194"/>
                  </a:lnTo>
                  <a:lnTo>
                    <a:pt x="38516" y="207407"/>
                  </a:lnTo>
                  <a:lnTo>
                    <a:pt x="38099" y="207289"/>
                  </a:lnTo>
                  <a:lnTo>
                    <a:pt x="37586" y="206008"/>
                  </a:lnTo>
                  <a:lnTo>
                    <a:pt x="36495" y="205058"/>
                  </a:lnTo>
                  <a:lnTo>
                    <a:pt x="35378" y="203369"/>
                  </a:lnTo>
                  <a:lnTo>
                    <a:pt x="35221" y="202113"/>
                  </a:lnTo>
                  <a:lnTo>
                    <a:pt x="34601" y="200763"/>
                  </a:lnTo>
                  <a:lnTo>
                    <a:pt x="34623" y="199507"/>
                  </a:lnTo>
                  <a:lnTo>
                    <a:pt x="33518" y="198896"/>
                  </a:lnTo>
                  <a:lnTo>
                    <a:pt x="32960" y="197621"/>
                  </a:lnTo>
                  <a:lnTo>
                    <a:pt x="32125" y="196692"/>
                  </a:lnTo>
                  <a:lnTo>
                    <a:pt x="32993" y="195933"/>
                  </a:lnTo>
                  <a:lnTo>
                    <a:pt x="32800" y="196027"/>
                  </a:lnTo>
                  <a:lnTo>
                    <a:pt x="33165" y="195168"/>
                  </a:lnTo>
                  <a:lnTo>
                    <a:pt x="32923" y="194057"/>
                  </a:lnTo>
                  <a:lnTo>
                    <a:pt x="33061" y="193788"/>
                  </a:lnTo>
                  <a:lnTo>
                    <a:pt x="32066" y="193727"/>
                  </a:lnTo>
                  <a:lnTo>
                    <a:pt x="30279" y="193038"/>
                  </a:lnTo>
                  <a:lnTo>
                    <a:pt x="30293" y="192534"/>
                  </a:lnTo>
                  <a:lnTo>
                    <a:pt x="30379" y="192321"/>
                  </a:lnTo>
                  <a:lnTo>
                    <a:pt x="31559" y="192160"/>
                  </a:lnTo>
                  <a:lnTo>
                    <a:pt x="31206" y="191343"/>
                  </a:lnTo>
                  <a:lnTo>
                    <a:pt x="32181" y="188434"/>
                  </a:lnTo>
                  <a:lnTo>
                    <a:pt x="34715" y="188752"/>
                  </a:lnTo>
                  <a:lnTo>
                    <a:pt x="35576" y="185612"/>
                  </a:lnTo>
                  <a:lnTo>
                    <a:pt x="36005" y="185439"/>
                  </a:lnTo>
                  <a:lnTo>
                    <a:pt x="35789" y="184631"/>
                  </a:lnTo>
                  <a:lnTo>
                    <a:pt x="35377" y="184490"/>
                  </a:lnTo>
                  <a:lnTo>
                    <a:pt x="35520" y="183689"/>
                  </a:lnTo>
                  <a:lnTo>
                    <a:pt x="34198" y="182527"/>
                  </a:lnTo>
                  <a:lnTo>
                    <a:pt x="33492" y="183020"/>
                  </a:lnTo>
                  <a:lnTo>
                    <a:pt x="32231" y="183164"/>
                  </a:lnTo>
                  <a:lnTo>
                    <a:pt x="32027" y="181487"/>
                  </a:lnTo>
                  <a:lnTo>
                    <a:pt x="31522" y="181354"/>
                  </a:lnTo>
                  <a:lnTo>
                    <a:pt x="31556" y="179466"/>
                  </a:lnTo>
                  <a:lnTo>
                    <a:pt x="30421" y="179566"/>
                  </a:lnTo>
                  <a:lnTo>
                    <a:pt x="29943" y="179003"/>
                  </a:lnTo>
                  <a:lnTo>
                    <a:pt x="30005" y="177641"/>
                  </a:lnTo>
                  <a:lnTo>
                    <a:pt x="31166" y="177204"/>
                  </a:lnTo>
                  <a:lnTo>
                    <a:pt x="31843" y="177217"/>
                  </a:lnTo>
                  <a:lnTo>
                    <a:pt x="32104" y="176674"/>
                  </a:lnTo>
                  <a:lnTo>
                    <a:pt x="33131" y="176761"/>
                  </a:lnTo>
                  <a:lnTo>
                    <a:pt x="33362" y="175951"/>
                  </a:lnTo>
                  <a:lnTo>
                    <a:pt x="34214" y="175570"/>
                  </a:lnTo>
                  <a:lnTo>
                    <a:pt x="35065" y="174528"/>
                  </a:lnTo>
                  <a:lnTo>
                    <a:pt x="36690" y="174791"/>
                  </a:lnTo>
                  <a:lnTo>
                    <a:pt x="37763" y="173963"/>
                  </a:lnTo>
                  <a:lnTo>
                    <a:pt x="37360" y="171990"/>
                  </a:lnTo>
                  <a:lnTo>
                    <a:pt x="35293" y="170170"/>
                  </a:lnTo>
                  <a:lnTo>
                    <a:pt x="33922" y="169861"/>
                  </a:lnTo>
                  <a:lnTo>
                    <a:pt x="33749" y="167432"/>
                  </a:lnTo>
                  <a:lnTo>
                    <a:pt x="32937" y="167576"/>
                  </a:lnTo>
                  <a:lnTo>
                    <a:pt x="33226" y="164071"/>
                  </a:lnTo>
                  <a:lnTo>
                    <a:pt x="32721" y="163451"/>
                  </a:lnTo>
                  <a:lnTo>
                    <a:pt x="32947" y="162909"/>
                  </a:lnTo>
                  <a:lnTo>
                    <a:pt x="34241" y="162661"/>
                  </a:lnTo>
                  <a:lnTo>
                    <a:pt x="34593" y="162265"/>
                  </a:lnTo>
                  <a:lnTo>
                    <a:pt x="34774" y="161875"/>
                  </a:lnTo>
                  <a:lnTo>
                    <a:pt x="34631" y="160812"/>
                  </a:lnTo>
                  <a:lnTo>
                    <a:pt x="35781" y="158192"/>
                  </a:lnTo>
                  <a:lnTo>
                    <a:pt x="36270" y="157736"/>
                  </a:lnTo>
                  <a:lnTo>
                    <a:pt x="37202" y="157569"/>
                  </a:lnTo>
                  <a:lnTo>
                    <a:pt x="37267" y="157268"/>
                  </a:lnTo>
                  <a:lnTo>
                    <a:pt x="36243" y="156875"/>
                  </a:lnTo>
                  <a:lnTo>
                    <a:pt x="36490" y="155555"/>
                  </a:lnTo>
                  <a:lnTo>
                    <a:pt x="35839" y="154638"/>
                  </a:lnTo>
                  <a:lnTo>
                    <a:pt x="36077" y="154330"/>
                  </a:lnTo>
                  <a:lnTo>
                    <a:pt x="37701" y="143918"/>
                  </a:lnTo>
                  <a:lnTo>
                    <a:pt x="33900" y="140083"/>
                  </a:lnTo>
                  <a:lnTo>
                    <a:pt x="31713" y="137966"/>
                  </a:lnTo>
                  <a:lnTo>
                    <a:pt x="35607" y="130493"/>
                  </a:lnTo>
                  <a:lnTo>
                    <a:pt x="34332" y="128545"/>
                  </a:lnTo>
                  <a:lnTo>
                    <a:pt x="33623" y="127984"/>
                  </a:lnTo>
                  <a:lnTo>
                    <a:pt x="32589" y="127768"/>
                  </a:lnTo>
                  <a:lnTo>
                    <a:pt x="31558" y="125156"/>
                  </a:lnTo>
                  <a:lnTo>
                    <a:pt x="31531" y="124281"/>
                  </a:lnTo>
                  <a:lnTo>
                    <a:pt x="30731" y="123162"/>
                  </a:lnTo>
                  <a:lnTo>
                    <a:pt x="32260" y="120281"/>
                  </a:lnTo>
                  <a:lnTo>
                    <a:pt x="34280" y="117710"/>
                  </a:lnTo>
                  <a:lnTo>
                    <a:pt x="33242" y="117683"/>
                  </a:lnTo>
                  <a:lnTo>
                    <a:pt x="32664" y="117277"/>
                  </a:lnTo>
                  <a:lnTo>
                    <a:pt x="32091" y="117417"/>
                  </a:lnTo>
                  <a:lnTo>
                    <a:pt x="29361" y="117043"/>
                  </a:lnTo>
                  <a:lnTo>
                    <a:pt x="27944" y="117174"/>
                  </a:lnTo>
                  <a:lnTo>
                    <a:pt x="27914" y="117006"/>
                  </a:lnTo>
                  <a:lnTo>
                    <a:pt x="28353" y="116957"/>
                  </a:lnTo>
                  <a:lnTo>
                    <a:pt x="28446" y="116632"/>
                  </a:lnTo>
                  <a:lnTo>
                    <a:pt x="27035" y="115946"/>
                  </a:lnTo>
                  <a:lnTo>
                    <a:pt x="25880" y="114873"/>
                  </a:lnTo>
                  <a:lnTo>
                    <a:pt x="25102" y="113187"/>
                  </a:lnTo>
                  <a:lnTo>
                    <a:pt x="24215" y="112177"/>
                  </a:lnTo>
                  <a:lnTo>
                    <a:pt x="23891" y="110726"/>
                  </a:lnTo>
                  <a:lnTo>
                    <a:pt x="22983" y="109029"/>
                  </a:lnTo>
                  <a:lnTo>
                    <a:pt x="23885" y="108152"/>
                  </a:lnTo>
                  <a:lnTo>
                    <a:pt x="24525" y="107961"/>
                  </a:lnTo>
                  <a:lnTo>
                    <a:pt x="24513" y="107351"/>
                  </a:lnTo>
                  <a:lnTo>
                    <a:pt x="25321" y="105767"/>
                  </a:lnTo>
                  <a:lnTo>
                    <a:pt x="25149" y="105078"/>
                  </a:lnTo>
                  <a:lnTo>
                    <a:pt x="23504" y="105266"/>
                  </a:lnTo>
                  <a:lnTo>
                    <a:pt x="22545" y="104326"/>
                  </a:lnTo>
                  <a:lnTo>
                    <a:pt x="21237" y="104619"/>
                  </a:lnTo>
                  <a:lnTo>
                    <a:pt x="19803" y="104549"/>
                  </a:lnTo>
                  <a:lnTo>
                    <a:pt x="18717" y="104995"/>
                  </a:lnTo>
                  <a:lnTo>
                    <a:pt x="17720" y="104978"/>
                  </a:lnTo>
                  <a:lnTo>
                    <a:pt x="16519" y="104462"/>
                  </a:lnTo>
                  <a:lnTo>
                    <a:pt x="15505" y="104486"/>
                  </a:lnTo>
                  <a:lnTo>
                    <a:pt x="15594" y="104174"/>
                  </a:lnTo>
                  <a:lnTo>
                    <a:pt x="17573" y="103195"/>
                  </a:lnTo>
                  <a:lnTo>
                    <a:pt x="17535" y="102157"/>
                  </a:lnTo>
                  <a:lnTo>
                    <a:pt x="16072" y="100133"/>
                  </a:lnTo>
                  <a:lnTo>
                    <a:pt x="17134" y="100311"/>
                  </a:lnTo>
                  <a:lnTo>
                    <a:pt x="17486" y="100159"/>
                  </a:lnTo>
                  <a:lnTo>
                    <a:pt x="18480" y="98883"/>
                  </a:lnTo>
                  <a:lnTo>
                    <a:pt x="19709" y="98168"/>
                  </a:lnTo>
                  <a:lnTo>
                    <a:pt x="20670" y="98506"/>
                  </a:lnTo>
                  <a:lnTo>
                    <a:pt x="21356" y="99588"/>
                  </a:lnTo>
                  <a:lnTo>
                    <a:pt x="22840" y="97557"/>
                  </a:lnTo>
                  <a:lnTo>
                    <a:pt x="23530" y="95547"/>
                  </a:lnTo>
                  <a:lnTo>
                    <a:pt x="25756" y="93913"/>
                  </a:lnTo>
                  <a:lnTo>
                    <a:pt x="26799" y="92425"/>
                  </a:lnTo>
                  <a:lnTo>
                    <a:pt x="29937" y="91432"/>
                  </a:lnTo>
                  <a:lnTo>
                    <a:pt x="30455" y="92119"/>
                  </a:lnTo>
                  <a:lnTo>
                    <a:pt x="31287" y="91653"/>
                  </a:lnTo>
                  <a:lnTo>
                    <a:pt x="31061" y="91280"/>
                  </a:lnTo>
                  <a:lnTo>
                    <a:pt x="31899" y="90631"/>
                  </a:lnTo>
                  <a:lnTo>
                    <a:pt x="33936" y="90164"/>
                  </a:lnTo>
                  <a:lnTo>
                    <a:pt x="35061" y="89618"/>
                  </a:lnTo>
                  <a:lnTo>
                    <a:pt x="36293" y="87896"/>
                  </a:lnTo>
                  <a:lnTo>
                    <a:pt x="35632" y="87789"/>
                  </a:lnTo>
                  <a:lnTo>
                    <a:pt x="34813" y="86843"/>
                  </a:lnTo>
                  <a:lnTo>
                    <a:pt x="34373" y="86771"/>
                  </a:lnTo>
                  <a:lnTo>
                    <a:pt x="32753" y="86881"/>
                  </a:lnTo>
                  <a:lnTo>
                    <a:pt x="29470" y="87641"/>
                  </a:lnTo>
                  <a:lnTo>
                    <a:pt x="27208" y="87262"/>
                  </a:lnTo>
                  <a:lnTo>
                    <a:pt x="26438" y="87371"/>
                  </a:lnTo>
                  <a:lnTo>
                    <a:pt x="25371" y="86858"/>
                  </a:lnTo>
                  <a:lnTo>
                    <a:pt x="24419" y="87056"/>
                  </a:lnTo>
                  <a:lnTo>
                    <a:pt x="24203" y="87291"/>
                  </a:lnTo>
                  <a:lnTo>
                    <a:pt x="22996" y="87309"/>
                  </a:lnTo>
                  <a:lnTo>
                    <a:pt x="22235" y="87853"/>
                  </a:lnTo>
                  <a:lnTo>
                    <a:pt x="20036" y="88042"/>
                  </a:lnTo>
                  <a:lnTo>
                    <a:pt x="18847" y="87803"/>
                  </a:lnTo>
                  <a:lnTo>
                    <a:pt x="17167" y="88126"/>
                  </a:lnTo>
                  <a:lnTo>
                    <a:pt x="16715" y="87798"/>
                  </a:lnTo>
                  <a:lnTo>
                    <a:pt x="13904" y="87974"/>
                  </a:lnTo>
                  <a:lnTo>
                    <a:pt x="12934" y="88294"/>
                  </a:lnTo>
                  <a:lnTo>
                    <a:pt x="13031" y="88564"/>
                  </a:lnTo>
                  <a:lnTo>
                    <a:pt x="12156" y="88396"/>
                  </a:lnTo>
                  <a:lnTo>
                    <a:pt x="11238" y="87737"/>
                  </a:lnTo>
                  <a:lnTo>
                    <a:pt x="11201" y="87482"/>
                  </a:lnTo>
                  <a:lnTo>
                    <a:pt x="11768" y="86828"/>
                  </a:lnTo>
                  <a:lnTo>
                    <a:pt x="11643" y="86572"/>
                  </a:lnTo>
                  <a:lnTo>
                    <a:pt x="10153" y="86933"/>
                  </a:lnTo>
                  <a:lnTo>
                    <a:pt x="10120" y="86308"/>
                  </a:lnTo>
                  <a:lnTo>
                    <a:pt x="9375" y="85100"/>
                  </a:lnTo>
                  <a:lnTo>
                    <a:pt x="9597" y="84812"/>
                  </a:lnTo>
                  <a:lnTo>
                    <a:pt x="8832" y="82599"/>
                  </a:lnTo>
                  <a:lnTo>
                    <a:pt x="7664" y="83096"/>
                  </a:lnTo>
                  <a:lnTo>
                    <a:pt x="6972" y="82314"/>
                  </a:lnTo>
                  <a:lnTo>
                    <a:pt x="8679" y="81248"/>
                  </a:lnTo>
                  <a:lnTo>
                    <a:pt x="9145" y="81411"/>
                  </a:lnTo>
                  <a:lnTo>
                    <a:pt x="9885" y="80726"/>
                  </a:lnTo>
                  <a:lnTo>
                    <a:pt x="10869" y="76204"/>
                  </a:lnTo>
                  <a:lnTo>
                    <a:pt x="10226" y="75755"/>
                  </a:lnTo>
                  <a:lnTo>
                    <a:pt x="10430" y="73767"/>
                  </a:lnTo>
                  <a:lnTo>
                    <a:pt x="10266" y="73250"/>
                  </a:lnTo>
                  <a:lnTo>
                    <a:pt x="9484" y="72981"/>
                  </a:lnTo>
                  <a:lnTo>
                    <a:pt x="9500" y="71911"/>
                  </a:lnTo>
                  <a:lnTo>
                    <a:pt x="8266" y="72183"/>
                  </a:lnTo>
                  <a:lnTo>
                    <a:pt x="9892" y="70932"/>
                  </a:lnTo>
                  <a:lnTo>
                    <a:pt x="10495" y="69761"/>
                  </a:lnTo>
                  <a:lnTo>
                    <a:pt x="10062" y="68909"/>
                  </a:lnTo>
                  <a:lnTo>
                    <a:pt x="9345" y="69559"/>
                  </a:lnTo>
                  <a:lnTo>
                    <a:pt x="8656" y="69819"/>
                  </a:lnTo>
                  <a:lnTo>
                    <a:pt x="3689" y="70777"/>
                  </a:lnTo>
                  <a:lnTo>
                    <a:pt x="3678" y="69797"/>
                  </a:lnTo>
                  <a:lnTo>
                    <a:pt x="5297" y="69267"/>
                  </a:lnTo>
                  <a:lnTo>
                    <a:pt x="5643" y="68899"/>
                  </a:lnTo>
                  <a:lnTo>
                    <a:pt x="5156" y="66644"/>
                  </a:lnTo>
                  <a:lnTo>
                    <a:pt x="5062" y="65042"/>
                  </a:lnTo>
                  <a:lnTo>
                    <a:pt x="3282" y="64779"/>
                  </a:lnTo>
                  <a:lnTo>
                    <a:pt x="3438" y="64091"/>
                  </a:lnTo>
                  <a:lnTo>
                    <a:pt x="3155" y="63838"/>
                  </a:lnTo>
                  <a:lnTo>
                    <a:pt x="2778" y="64220"/>
                  </a:lnTo>
                  <a:lnTo>
                    <a:pt x="2654" y="63984"/>
                  </a:lnTo>
                  <a:lnTo>
                    <a:pt x="1869" y="63981"/>
                  </a:lnTo>
                  <a:lnTo>
                    <a:pt x="1501" y="63543"/>
                  </a:lnTo>
                  <a:lnTo>
                    <a:pt x="723" y="64091"/>
                  </a:lnTo>
                  <a:lnTo>
                    <a:pt x="0" y="63775"/>
                  </a:lnTo>
                  <a:lnTo>
                    <a:pt x="54" y="63497"/>
                  </a:lnTo>
                  <a:lnTo>
                    <a:pt x="1188" y="63042"/>
                  </a:lnTo>
                  <a:lnTo>
                    <a:pt x="2838" y="62998"/>
                  </a:lnTo>
                  <a:lnTo>
                    <a:pt x="3852" y="62347"/>
                  </a:lnTo>
                  <a:lnTo>
                    <a:pt x="2039" y="60358"/>
                  </a:lnTo>
                  <a:lnTo>
                    <a:pt x="1841" y="59449"/>
                  </a:lnTo>
                  <a:lnTo>
                    <a:pt x="4333" y="58235"/>
                  </a:lnTo>
                  <a:lnTo>
                    <a:pt x="6123" y="55850"/>
                  </a:lnTo>
                  <a:lnTo>
                    <a:pt x="6240" y="54908"/>
                  </a:lnTo>
                  <a:lnTo>
                    <a:pt x="7352" y="53282"/>
                  </a:lnTo>
                  <a:lnTo>
                    <a:pt x="6361" y="52293"/>
                  </a:lnTo>
                  <a:lnTo>
                    <a:pt x="6831" y="51272"/>
                  </a:lnTo>
                  <a:lnTo>
                    <a:pt x="6776" y="51089"/>
                  </a:lnTo>
                  <a:lnTo>
                    <a:pt x="6427" y="51405"/>
                  </a:lnTo>
                  <a:lnTo>
                    <a:pt x="6281" y="50903"/>
                  </a:lnTo>
                  <a:lnTo>
                    <a:pt x="6475" y="50726"/>
                  </a:lnTo>
                  <a:lnTo>
                    <a:pt x="6027" y="50467"/>
                  </a:lnTo>
                  <a:lnTo>
                    <a:pt x="6503" y="49740"/>
                  </a:lnTo>
                  <a:lnTo>
                    <a:pt x="6441" y="48993"/>
                  </a:lnTo>
                  <a:lnTo>
                    <a:pt x="5668" y="49325"/>
                  </a:lnTo>
                  <a:lnTo>
                    <a:pt x="5010" y="47848"/>
                  </a:lnTo>
                  <a:lnTo>
                    <a:pt x="5209" y="46924"/>
                  </a:lnTo>
                  <a:lnTo>
                    <a:pt x="6041" y="45228"/>
                  </a:lnTo>
                  <a:lnTo>
                    <a:pt x="6601" y="45377"/>
                  </a:lnTo>
                  <a:lnTo>
                    <a:pt x="7360" y="44943"/>
                  </a:lnTo>
                  <a:lnTo>
                    <a:pt x="8336" y="43815"/>
                  </a:lnTo>
                  <a:lnTo>
                    <a:pt x="8497" y="42794"/>
                  </a:lnTo>
                  <a:lnTo>
                    <a:pt x="12418" y="42946"/>
                  </a:lnTo>
                  <a:lnTo>
                    <a:pt x="12394" y="41952"/>
                  </a:lnTo>
                  <a:lnTo>
                    <a:pt x="13514" y="41215"/>
                  </a:lnTo>
                  <a:lnTo>
                    <a:pt x="13569" y="39642"/>
                  </a:lnTo>
                  <a:lnTo>
                    <a:pt x="15046" y="37610"/>
                  </a:lnTo>
                  <a:lnTo>
                    <a:pt x="15338" y="35389"/>
                  </a:lnTo>
                  <a:lnTo>
                    <a:pt x="16387" y="34929"/>
                  </a:lnTo>
                  <a:lnTo>
                    <a:pt x="18080" y="33734"/>
                  </a:lnTo>
                  <a:lnTo>
                    <a:pt x="17250" y="31692"/>
                  </a:lnTo>
                  <a:lnTo>
                    <a:pt x="17619" y="31497"/>
                  </a:lnTo>
                  <a:lnTo>
                    <a:pt x="18016" y="30462"/>
                  </a:lnTo>
                  <a:lnTo>
                    <a:pt x="18311" y="27658"/>
                  </a:lnTo>
                  <a:lnTo>
                    <a:pt x="19817" y="25516"/>
                  </a:lnTo>
                  <a:lnTo>
                    <a:pt x="20701" y="23135"/>
                  </a:lnTo>
                  <a:lnTo>
                    <a:pt x="22021" y="21527"/>
                  </a:lnTo>
                  <a:lnTo>
                    <a:pt x="22634" y="19988"/>
                  </a:lnTo>
                  <a:lnTo>
                    <a:pt x="23208" y="20374"/>
                  </a:lnTo>
                  <a:lnTo>
                    <a:pt x="23843" y="19336"/>
                  </a:lnTo>
                  <a:lnTo>
                    <a:pt x="25352" y="20419"/>
                  </a:lnTo>
                  <a:lnTo>
                    <a:pt x="27346" y="21182"/>
                  </a:lnTo>
                  <a:lnTo>
                    <a:pt x="27208" y="19371"/>
                  </a:lnTo>
                  <a:lnTo>
                    <a:pt x="28019" y="18627"/>
                  </a:lnTo>
                  <a:lnTo>
                    <a:pt x="28205" y="15329"/>
                  </a:lnTo>
                  <a:lnTo>
                    <a:pt x="28878" y="14573"/>
                  </a:lnTo>
                  <a:lnTo>
                    <a:pt x="29548" y="14303"/>
                  </a:lnTo>
                  <a:lnTo>
                    <a:pt x="29957" y="14220"/>
                  </a:lnTo>
                  <a:lnTo>
                    <a:pt x="30430" y="14545"/>
                  </a:lnTo>
                  <a:lnTo>
                    <a:pt x="35544" y="13549"/>
                  </a:lnTo>
                  <a:lnTo>
                    <a:pt x="36021" y="14486"/>
                  </a:lnTo>
                  <a:lnTo>
                    <a:pt x="37435" y="16141"/>
                  </a:lnTo>
                  <a:lnTo>
                    <a:pt x="38183" y="16163"/>
                  </a:lnTo>
                  <a:lnTo>
                    <a:pt x="39582" y="14933"/>
                  </a:lnTo>
                  <a:lnTo>
                    <a:pt x="40641" y="15333"/>
                  </a:lnTo>
                  <a:lnTo>
                    <a:pt x="41655" y="16342"/>
                  </a:lnTo>
                  <a:lnTo>
                    <a:pt x="42803" y="18419"/>
                  </a:lnTo>
                  <a:lnTo>
                    <a:pt x="44985" y="18748"/>
                  </a:lnTo>
                  <a:lnTo>
                    <a:pt x="46182" y="19131"/>
                  </a:lnTo>
                  <a:lnTo>
                    <a:pt x="46740" y="19575"/>
                  </a:lnTo>
                  <a:lnTo>
                    <a:pt x="47033" y="19252"/>
                  </a:lnTo>
                  <a:lnTo>
                    <a:pt x="47092" y="17842"/>
                  </a:lnTo>
                  <a:lnTo>
                    <a:pt x="47574" y="17843"/>
                  </a:lnTo>
                  <a:lnTo>
                    <a:pt x="48485" y="16044"/>
                  </a:lnTo>
                  <a:lnTo>
                    <a:pt x="51235" y="14638"/>
                  </a:lnTo>
                  <a:lnTo>
                    <a:pt x="55680" y="13076"/>
                  </a:lnTo>
                  <a:lnTo>
                    <a:pt x="55856" y="12828"/>
                  </a:lnTo>
                  <a:lnTo>
                    <a:pt x="56312" y="11295"/>
                  </a:lnTo>
                  <a:lnTo>
                    <a:pt x="56167" y="11210"/>
                  </a:lnTo>
                  <a:lnTo>
                    <a:pt x="57863" y="9908"/>
                  </a:lnTo>
                  <a:lnTo>
                    <a:pt x="59610" y="9419"/>
                  </a:lnTo>
                  <a:lnTo>
                    <a:pt x="60716" y="8481"/>
                  </a:lnTo>
                  <a:lnTo>
                    <a:pt x="61394" y="7459"/>
                  </a:lnTo>
                  <a:lnTo>
                    <a:pt x="62234" y="8041"/>
                  </a:lnTo>
                  <a:lnTo>
                    <a:pt x="62558" y="7036"/>
                  </a:lnTo>
                  <a:lnTo>
                    <a:pt x="63334" y="5882"/>
                  </a:lnTo>
                  <a:lnTo>
                    <a:pt x="65644" y="4228"/>
                  </a:lnTo>
                  <a:lnTo>
                    <a:pt x="67119" y="2797"/>
                  </a:lnTo>
                  <a:lnTo>
                    <a:pt x="67926" y="2320"/>
                  </a:lnTo>
                  <a:lnTo>
                    <a:pt x="68059" y="2469"/>
                  </a:lnTo>
                  <a:lnTo>
                    <a:pt x="68347" y="3154"/>
                  </a:lnTo>
                  <a:lnTo>
                    <a:pt x="69420" y="3777"/>
                  </a:lnTo>
                  <a:lnTo>
                    <a:pt x="71763" y="2170"/>
                  </a:lnTo>
                  <a:lnTo>
                    <a:pt x="73936" y="2253"/>
                  </a:lnTo>
                  <a:lnTo>
                    <a:pt x="74981" y="3750"/>
                  </a:lnTo>
                  <a:lnTo>
                    <a:pt x="75997" y="5849"/>
                  </a:lnTo>
                  <a:lnTo>
                    <a:pt x="76362" y="5391"/>
                  </a:lnTo>
                  <a:lnTo>
                    <a:pt x="77714" y="5025"/>
                  </a:lnTo>
                  <a:lnTo>
                    <a:pt x="78747" y="5618"/>
                  </a:lnTo>
                  <a:lnTo>
                    <a:pt x="83070" y="4453"/>
                  </a:lnTo>
                  <a:lnTo>
                    <a:pt x="83164" y="3934"/>
                  </a:lnTo>
                  <a:lnTo>
                    <a:pt x="83826" y="3545"/>
                  </a:lnTo>
                  <a:lnTo>
                    <a:pt x="84200" y="2783"/>
                  </a:lnTo>
                  <a:lnTo>
                    <a:pt x="84366" y="2815"/>
                  </a:lnTo>
                  <a:lnTo>
                    <a:pt x="84248" y="3107"/>
                  </a:lnTo>
                  <a:lnTo>
                    <a:pt x="85752" y="3139"/>
                  </a:lnTo>
                  <a:lnTo>
                    <a:pt x="85779" y="3550"/>
                  </a:lnTo>
                  <a:lnTo>
                    <a:pt x="87772" y="4153"/>
                  </a:lnTo>
                  <a:lnTo>
                    <a:pt x="88288" y="4612"/>
                  </a:lnTo>
                  <a:lnTo>
                    <a:pt x="91111" y="2997"/>
                  </a:lnTo>
                  <a:lnTo>
                    <a:pt x="92057" y="2901"/>
                  </a:lnTo>
                  <a:lnTo>
                    <a:pt x="92597" y="2526"/>
                  </a:lnTo>
                  <a:lnTo>
                    <a:pt x="95160" y="2188"/>
                  </a:lnTo>
                  <a:lnTo>
                    <a:pt x="100265" y="576"/>
                  </a:lnTo>
                  <a:lnTo>
                    <a:pt x="101342" y="472"/>
                  </a:lnTo>
                  <a:lnTo>
                    <a:pt x="102426" y="0"/>
                  </a:lnTo>
                  <a:lnTo>
                    <a:pt x="102531" y="226"/>
                  </a:lnTo>
                  <a:lnTo>
                    <a:pt x="102325" y="1425"/>
                  </a:lnTo>
                  <a:lnTo>
                    <a:pt x="101563" y="1573"/>
                  </a:lnTo>
                  <a:lnTo>
                    <a:pt x="102627" y="2467"/>
                  </a:lnTo>
                  <a:lnTo>
                    <a:pt x="101111" y="3414"/>
                  </a:lnTo>
                  <a:lnTo>
                    <a:pt x="100062" y="4858"/>
                  </a:lnTo>
                  <a:lnTo>
                    <a:pt x="100819" y="5562"/>
                  </a:lnTo>
                  <a:lnTo>
                    <a:pt x="101338" y="6888"/>
                  </a:lnTo>
                  <a:lnTo>
                    <a:pt x="101766" y="7029"/>
                  </a:lnTo>
                  <a:lnTo>
                    <a:pt x="101508" y="8063"/>
                  </a:lnTo>
                  <a:lnTo>
                    <a:pt x="100194" y="10172"/>
                  </a:lnTo>
                  <a:lnTo>
                    <a:pt x="98653" y="11341"/>
                  </a:lnTo>
                  <a:lnTo>
                    <a:pt x="98016" y="12398"/>
                  </a:lnTo>
                  <a:lnTo>
                    <a:pt x="97965" y="13110"/>
                  </a:lnTo>
                  <a:lnTo>
                    <a:pt x="97378" y="13480"/>
                  </a:lnTo>
                  <a:lnTo>
                    <a:pt x="97017" y="14241"/>
                  </a:lnTo>
                  <a:lnTo>
                    <a:pt x="96102" y="14727"/>
                  </a:lnTo>
                  <a:lnTo>
                    <a:pt x="95442" y="14758"/>
                  </a:lnTo>
                  <a:lnTo>
                    <a:pt x="95068" y="15414"/>
                  </a:lnTo>
                  <a:lnTo>
                    <a:pt x="95740" y="15516"/>
                  </a:lnTo>
                  <a:lnTo>
                    <a:pt x="96328" y="15938"/>
                  </a:lnTo>
                  <a:lnTo>
                    <a:pt x="98713" y="15044"/>
                  </a:lnTo>
                  <a:lnTo>
                    <a:pt x="99274" y="15537"/>
                  </a:lnTo>
                  <a:lnTo>
                    <a:pt x="100103" y="15452"/>
                  </a:lnTo>
                  <a:lnTo>
                    <a:pt x="100671" y="15636"/>
                  </a:lnTo>
                  <a:lnTo>
                    <a:pt x="101058" y="16072"/>
                  </a:lnTo>
                  <a:lnTo>
                    <a:pt x="103585" y="15570"/>
                  </a:lnTo>
                  <a:lnTo>
                    <a:pt x="104106" y="15226"/>
                  </a:lnTo>
                  <a:lnTo>
                    <a:pt x="104392" y="15331"/>
                  </a:lnTo>
                  <a:lnTo>
                    <a:pt x="103351" y="16727"/>
                  </a:lnTo>
                  <a:lnTo>
                    <a:pt x="100512" y="18251"/>
                  </a:lnTo>
                  <a:lnTo>
                    <a:pt x="99925" y="18881"/>
                  </a:lnTo>
                  <a:lnTo>
                    <a:pt x="98743" y="18686"/>
                  </a:lnTo>
                  <a:lnTo>
                    <a:pt x="95323" y="18985"/>
                  </a:lnTo>
                  <a:lnTo>
                    <a:pt x="94866" y="18753"/>
                  </a:lnTo>
                  <a:lnTo>
                    <a:pt x="93818" y="18897"/>
                  </a:lnTo>
                  <a:lnTo>
                    <a:pt x="92906" y="19319"/>
                  </a:lnTo>
                  <a:lnTo>
                    <a:pt x="92396" y="19266"/>
                  </a:lnTo>
                  <a:lnTo>
                    <a:pt x="92167" y="18951"/>
                  </a:lnTo>
                  <a:lnTo>
                    <a:pt x="91860" y="19749"/>
                  </a:lnTo>
                  <a:lnTo>
                    <a:pt x="91956" y="20398"/>
                  </a:lnTo>
                  <a:lnTo>
                    <a:pt x="91639" y="22796"/>
                  </a:lnTo>
                  <a:lnTo>
                    <a:pt x="90440" y="25317"/>
                  </a:lnTo>
                  <a:lnTo>
                    <a:pt x="89517" y="25949"/>
                  </a:lnTo>
                  <a:lnTo>
                    <a:pt x="88447" y="25858"/>
                  </a:lnTo>
                  <a:lnTo>
                    <a:pt x="88349" y="26382"/>
                  </a:lnTo>
                  <a:lnTo>
                    <a:pt x="88670" y="26939"/>
                  </a:lnTo>
                  <a:lnTo>
                    <a:pt x="88433" y="27268"/>
                  </a:lnTo>
                  <a:lnTo>
                    <a:pt x="87706" y="26421"/>
                  </a:lnTo>
                  <a:lnTo>
                    <a:pt x="86416" y="26152"/>
                  </a:lnTo>
                  <a:lnTo>
                    <a:pt x="85827" y="27318"/>
                  </a:lnTo>
                  <a:lnTo>
                    <a:pt x="85608" y="27142"/>
                  </a:lnTo>
                  <a:lnTo>
                    <a:pt x="84756" y="29029"/>
                  </a:lnTo>
                  <a:lnTo>
                    <a:pt x="82708" y="28191"/>
                  </a:lnTo>
                  <a:lnTo>
                    <a:pt x="81796" y="27741"/>
                  </a:lnTo>
                  <a:lnTo>
                    <a:pt x="80631" y="29931"/>
                  </a:lnTo>
                  <a:lnTo>
                    <a:pt x="79488" y="31357"/>
                  </a:lnTo>
                  <a:lnTo>
                    <a:pt x="78340" y="34854"/>
                  </a:lnTo>
                  <a:lnTo>
                    <a:pt x="77890" y="34777"/>
                  </a:lnTo>
                  <a:lnTo>
                    <a:pt x="77454" y="37265"/>
                  </a:lnTo>
                  <a:lnTo>
                    <a:pt x="77951" y="37049"/>
                  </a:lnTo>
                  <a:lnTo>
                    <a:pt x="78519" y="37279"/>
                  </a:lnTo>
                  <a:lnTo>
                    <a:pt x="79659" y="37146"/>
                  </a:lnTo>
                  <a:lnTo>
                    <a:pt x="80250" y="38083"/>
                  </a:lnTo>
                  <a:lnTo>
                    <a:pt x="80341" y="38640"/>
                  </a:lnTo>
                  <a:lnTo>
                    <a:pt x="81469" y="38766"/>
                  </a:lnTo>
                  <a:lnTo>
                    <a:pt x="81766" y="39291"/>
                  </a:lnTo>
                  <a:lnTo>
                    <a:pt x="82363" y="39452"/>
                  </a:lnTo>
                  <a:lnTo>
                    <a:pt x="83515" y="39301"/>
                  </a:lnTo>
                  <a:lnTo>
                    <a:pt x="83909" y="40511"/>
                  </a:lnTo>
                  <a:lnTo>
                    <a:pt x="88805" y="38568"/>
                  </a:lnTo>
                  <a:lnTo>
                    <a:pt x="87779" y="40634"/>
                  </a:lnTo>
                  <a:lnTo>
                    <a:pt x="87599" y="41708"/>
                  </a:lnTo>
                  <a:lnTo>
                    <a:pt x="87845" y="42263"/>
                  </a:lnTo>
                  <a:lnTo>
                    <a:pt x="88937" y="43577"/>
                  </a:lnTo>
                  <a:lnTo>
                    <a:pt x="89854" y="43829"/>
                  </a:lnTo>
                  <a:lnTo>
                    <a:pt x="91088" y="43740"/>
                  </a:lnTo>
                  <a:lnTo>
                    <a:pt x="92522" y="44518"/>
                  </a:lnTo>
                  <a:lnTo>
                    <a:pt x="93215" y="46034"/>
                  </a:lnTo>
                  <a:lnTo>
                    <a:pt x="94518" y="47036"/>
                  </a:lnTo>
                  <a:lnTo>
                    <a:pt x="94965" y="47887"/>
                  </a:lnTo>
                  <a:lnTo>
                    <a:pt x="94534" y="48257"/>
                  </a:lnTo>
                  <a:lnTo>
                    <a:pt x="95223" y="49007"/>
                  </a:lnTo>
                  <a:lnTo>
                    <a:pt x="94514" y="49652"/>
                  </a:lnTo>
                  <a:lnTo>
                    <a:pt x="94088" y="50970"/>
                  </a:lnTo>
                  <a:lnTo>
                    <a:pt x="93258" y="51962"/>
                  </a:lnTo>
                  <a:lnTo>
                    <a:pt x="89411" y="54480"/>
                  </a:lnTo>
                  <a:lnTo>
                    <a:pt x="89410" y="54795"/>
                  </a:lnTo>
                  <a:lnTo>
                    <a:pt x="90266" y="54820"/>
                  </a:lnTo>
                  <a:lnTo>
                    <a:pt x="90201" y="55664"/>
                  </a:lnTo>
                  <a:lnTo>
                    <a:pt x="91233" y="55733"/>
                  </a:lnTo>
                  <a:lnTo>
                    <a:pt x="91987" y="57629"/>
                  </a:lnTo>
                  <a:lnTo>
                    <a:pt x="92618" y="57805"/>
                  </a:lnTo>
                  <a:lnTo>
                    <a:pt x="94839" y="59218"/>
                  </a:lnTo>
                  <a:lnTo>
                    <a:pt x="96255" y="59218"/>
                  </a:lnTo>
                  <a:lnTo>
                    <a:pt x="97134" y="59986"/>
                  </a:lnTo>
                  <a:lnTo>
                    <a:pt x="98151" y="59426"/>
                  </a:lnTo>
                  <a:lnTo>
                    <a:pt x="98632" y="60120"/>
                  </a:lnTo>
                  <a:lnTo>
                    <a:pt x="95111" y="63295"/>
                  </a:lnTo>
                  <a:lnTo>
                    <a:pt x="93893" y="64123"/>
                  </a:lnTo>
                  <a:lnTo>
                    <a:pt x="90658" y="67478"/>
                  </a:lnTo>
                  <a:lnTo>
                    <a:pt x="95197" y="67935"/>
                  </a:lnTo>
                  <a:lnTo>
                    <a:pt x="95726" y="67789"/>
                  </a:lnTo>
                  <a:lnTo>
                    <a:pt x="96039" y="67208"/>
                  </a:lnTo>
                  <a:lnTo>
                    <a:pt x="96811" y="67748"/>
                  </a:lnTo>
                  <a:lnTo>
                    <a:pt x="97977" y="68644"/>
                  </a:lnTo>
                  <a:lnTo>
                    <a:pt x="99500" y="69716"/>
                  </a:lnTo>
                  <a:lnTo>
                    <a:pt x="101180" y="67291"/>
                  </a:lnTo>
                  <a:lnTo>
                    <a:pt x="102710" y="66165"/>
                  </a:lnTo>
                  <a:lnTo>
                    <a:pt x="103843" y="65756"/>
                  </a:lnTo>
                  <a:lnTo>
                    <a:pt x="108117" y="65108"/>
                  </a:lnTo>
                  <a:lnTo>
                    <a:pt x="113514" y="65161"/>
                  </a:lnTo>
                  <a:lnTo>
                    <a:pt x="116298" y="63457"/>
                  </a:lnTo>
                  <a:lnTo>
                    <a:pt x="117124" y="62502"/>
                  </a:lnTo>
                  <a:lnTo>
                    <a:pt x="117927" y="64254"/>
                  </a:lnTo>
                  <a:lnTo>
                    <a:pt x="117234" y="64530"/>
                  </a:lnTo>
                  <a:lnTo>
                    <a:pt x="116434" y="65632"/>
                  </a:lnTo>
                  <a:lnTo>
                    <a:pt x="116351" y="66539"/>
                  </a:lnTo>
                  <a:lnTo>
                    <a:pt x="115690" y="67896"/>
                  </a:lnTo>
                  <a:lnTo>
                    <a:pt x="115509" y="71017"/>
                  </a:lnTo>
                  <a:lnTo>
                    <a:pt x="115850" y="70939"/>
                  </a:lnTo>
                  <a:lnTo>
                    <a:pt x="117801" y="71743"/>
                  </a:lnTo>
                  <a:lnTo>
                    <a:pt x="118140" y="70845"/>
                  </a:lnTo>
                  <a:lnTo>
                    <a:pt x="118714" y="70610"/>
                  </a:lnTo>
                  <a:lnTo>
                    <a:pt x="118765" y="65847"/>
                  </a:lnTo>
                  <a:lnTo>
                    <a:pt x="122242" y="62116"/>
                  </a:lnTo>
                  <a:lnTo>
                    <a:pt x="122239" y="60666"/>
                  </a:lnTo>
                  <a:lnTo>
                    <a:pt x="123278" y="59664"/>
                  </a:lnTo>
                  <a:lnTo>
                    <a:pt x="127870" y="57071"/>
                  </a:lnTo>
                  <a:lnTo>
                    <a:pt x="129290" y="55536"/>
                  </a:lnTo>
                  <a:lnTo>
                    <a:pt x="130422" y="55347"/>
                  </a:lnTo>
                  <a:lnTo>
                    <a:pt x="133448" y="52509"/>
                  </a:lnTo>
                  <a:lnTo>
                    <a:pt x="133620" y="52600"/>
                  </a:lnTo>
                  <a:lnTo>
                    <a:pt x="135003" y="51809"/>
                  </a:lnTo>
                  <a:lnTo>
                    <a:pt x="135250" y="52264"/>
                  </a:lnTo>
                  <a:lnTo>
                    <a:pt x="137615" y="51470"/>
                  </a:lnTo>
                  <a:lnTo>
                    <a:pt x="138155" y="52142"/>
                  </a:lnTo>
                  <a:lnTo>
                    <a:pt x="137853" y="53353"/>
                  </a:lnTo>
                  <a:lnTo>
                    <a:pt x="138869" y="53847"/>
                  </a:lnTo>
                  <a:lnTo>
                    <a:pt x="139392" y="54575"/>
                  </a:lnTo>
                  <a:lnTo>
                    <a:pt x="144899" y="51640"/>
                  </a:lnTo>
                  <a:lnTo>
                    <a:pt x="145824" y="52058"/>
                  </a:lnTo>
                  <a:lnTo>
                    <a:pt x="149405" y="51320"/>
                  </a:lnTo>
                  <a:lnTo>
                    <a:pt x="152926" y="51563"/>
                  </a:lnTo>
                  <a:lnTo>
                    <a:pt x="153504" y="51151"/>
                  </a:lnTo>
                  <a:lnTo>
                    <a:pt x="155246" y="50717"/>
                  </a:lnTo>
                  <a:lnTo>
                    <a:pt x="156258" y="50990"/>
                  </a:lnTo>
                  <a:lnTo>
                    <a:pt x="158246" y="52655"/>
                  </a:lnTo>
                  <a:lnTo>
                    <a:pt x="159462" y="52624"/>
                  </a:lnTo>
                  <a:lnTo>
                    <a:pt x="159563" y="52858"/>
                  </a:lnTo>
                  <a:lnTo>
                    <a:pt x="159224" y="53065"/>
                  </a:lnTo>
                  <a:lnTo>
                    <a:pt x="158386" y="55914"/>
                  </a:lnTo>
                  <a:lnTo>
                    <a:pt x="156797" y="58446"/>
                  </a:lnTo>
                  <a:lnTo>
                    <a:pt x="156473" y="59886"/>
                  </a:lnTo>
                  <a:lnTo>
                    <a:pt x="155801" y="60556"/>
                  </a:lnTo>
                  <a:lnTo>
                    <a:pt x="155303" y="61570"/>
                  </a:lnTo>
                  <a:lnTo>
                    <a:pt x="155134" y="63108"/>
                  </a:lnTo>
                  <a:lnTo>
                    <a:pt x="155309" y="65492"/>
                  </a:lnTo>
                  <a:lnTo>
                    <a:pt x="154748" y="68434"/>
                  </a:lnTo>
                  <a:lnTo>
                    <a:pt x="154899" y="70026"/>
                  </a:lnTo>
                  <a:lnTo>
                    <a:pt x="155783" y="72068"/>
                  </a:lnTo>
                  <a:lnTo>
                    <a:pt x="156766" y="72456"/>
                  </a:lnTo>
                  <a:lnTo>
                    <a:pt x="158049" y="71944"/>
                  </a:lnTo>
                  <a:lnTo>
                    <a:pt x="158498" y="72079"/>
                  </a:lnTo>
                  <a:lnTo>
                    <a:pt x="158553" y="71514"/>
                  </a:lnTo>
                  <a:lnTo>
                    <a:pt x="160220" y="70908"/>
                  </a:lnTo>
                  <a:lnTo>
                    <a:pt x="160805" y="70919"/>
                  </a:lnTo>
                  <a:lnTo>
                    <a:pt x="161838" y="71452"/>
                  </a:lnTo>
                  <a:lnTo>
                    <a:pt x="163055" y="70659"/>
                  </a:lnTo>
                  <a:lnTo>
                    <a:pt x="163613" y="69439"/>
                  </a:lnTo>
                  <a:lnTo>
                    <a:pt x="164380" y="69011"/>
                  </a:lnTo>
                  <a:lnTo>
                    <a:pt x="167172" y="72948"/>
                  </a:lnTo>
                  <a:lnTo>
                    <a:pt x="168458" y="76021"/>
                  </a:lnTo>
                  <a:lnTo>
                    <a:pt x="168909" y="79321"/>
                  </a:lnTo>
                  <a:lnTo>
                    <a:pt x="170793" y="81532"/>
                  </a:lnTo>
                  <a:lnTo>
                    <a:pt x="172664" y="82543"/>
                  </a:lnTo>
                  <a:lnTo>
                    <a:pt x="173980" y="86261"/>
                  </a:lnTo>
                  <a:lnTo>
                    <a:pt x="177475" y="86792"/>
                  </a:lnTo>
                  <a:lnTo>
                    <a:pt x="180087" y="86502"/>
                  </a:lnTo>
                  <a:lnTo>
                    <a:pt x="180173" y="88617"/>
                  </a:lnTo>
                  <a:lnTo>
                    <a:pt x="179184" y="89807"/>
                  </a:lnTo>
                  <a:lnTo>
                    <a:pt x="179035" y="90498"/>
                  </a:lnTo>
                  <a:lnTo>
                    <a:pt x="178567" y="90977"/>
                  </a:lnTo>
                  <a:lnTo>
                    <a:pt x="178666" y="91966"/>
                  </a:lnTo>
                  <a:lnTo>
                    <a:pt x="177755" y="93263"/>
                  </a:lnTo>
                  <a:lnTo>
                    <a:pt x="176987" y="93293"/>
                  </a:lnTo>
                  <a:lnTo>
                    <a:pt x="175984" y="94093"/>
                  </a:lnTo>
                  <a:lnTo>
                    <a:pt x="176303" y="98271"/>
                  </a:lnTo>
                  <a:lnTo>
                    <a:pt x="174311" y="98007"/>
                  </a:lnTo>
                  <a:lnTo>
                    <a:pt x="173349" y="98273"/>
                  </a:lnTo>
                  <a:lnTo>
                    <a:pt x="173517" y="99561"/>
                  </a:lnTo>
                  <a:lnTo>
                    <a:pt x="174146" y="99421"/>
                  </a:lnTo>
                  <a:lnTo>
                    <a:pt x="175338" y="101596"/>
                  </a:lnTo>
                  <a:lnTo>
                    <a:pt x="175710" y="101566"/>
                  </a:lnTo>
                  <a:lnTo>
                    <a:pt x="175865" y="101815"/>
                  </a:lnTo>
                  <a:lnTo>
                    <a:pt x="176104" y="102949"/>
                  </a:lnTo>
                  <a:lnTo>
                    <a:pt x="177450" y="102596"/>
                  </a:lnTo>
                  <a:lnTo>
                    <a:pt x="177750" y="103862"/>
                  </a:lnTo>
                  <a:lnTo>
                    <a:pt x="179770" y="107034"/>
                  </a:lnTo>
                  <a:lnTo>
                    <a:pt x="182369" y="103629"/>
                  </a:lnTo>
                  <a:lnTo>
                    <a:pt x="183327" y="101917"/>
                  </a:lnTo>
                  <a:lnTo>
                    <a:pt x="189388" y="101260"/>
                  </a:lnTo>
                  <a:lnTo>
                    <a:pt x="191392" y="101695"/>
                  </a:lnTo>
                  <a:lnTo>
                    <a:pt x="192724" y="101196"/>
                  </a:lnTo>
                  <a:lnTo>
                    <a:pt x="193804" y="101269"/>
                  </a:lnTo>
                  <a:lnTo>
                    <a:pt x="196903" y="100743"/>
                  </a:lnTo>
                  <a:lnTo>
                    <a:pt x="198699" y="98948"/>
                  </a:lnTo>
                  <a:lnTo>
                    <a:pt x="200751" y="99290"/>
                  </a:lnTo>
                  <a:lnTo>
                    <a:pt x="202688" y="99142"/>
                  </a:lnTo>
                  <a:lnTo>
                    <a:pt x="207293" y="99486"/>
                  </a:lnTo>
                  <a:lnTo>
                    <a:pt x="208767" y="103846"/>
                  </a:lnTo>
                  <a:lnTo>
                    <a:pt x="215335" y="103485"/>
                  </a:lnTo>
                  <a:lnTo>
                    <a:pt x="217397" y="104562"/>
                  </a:lnTo>
                  <a:lnTo>
                    <a:pt x="218279" y="106885"/>
                  </a:lnTo>
                  <a:lnTo>
                    <a:pt x="218903" y="106880"/>
                  </a:lnTo>
                  <a:lnTo>
                    <a:pt x="219045" y="107152"/>
                  </a:lnTo>
                  <a:lnTo>
                    <a:pt x="220101" y="107049"/>
                  </a:lnTo>
                  <a:lnTo>
                    <a:pt x="221719" y="106270"/>
                  </a:lnTo>
                  <a:lnTo>
                    <a:pt x="222677" y="105614"/>
                  </a:lnTo>
                  <a:lnTo>
                    <a:pt x="224040" y="106528"/>
                  </a:lnTo>
                  <a:lnTo>
                    <a:pt x="225828" y="107239"/>
                  </a:lnTo>
                  <a:lnTo>
                    <a:pt x="224361" y="112242"/>
                  </a:lnTo>
                  <a:lnTo>
                    <a:pt x="223841" y="112398"/>
                  </a:lnTo>
                  <a:lnTo>
                    <a:pt x="223458" y="113290"/>
                  </a:lnTo>
                  <a:lnTo>
                    <a:pt x="223684" y="118159"/>
                  </a:lnTo>
                  <a:lnTo>
                    <a:pt x="223155" y="118145"/>
                  </a:lnTo>
                  <a:lnTo>
                    <a:pt x="223098" y="118358"/>
                  </a:lnTo>
                  <a:lnTo>
                    <a:pt x="222255" y="118216"/>
                  </a:lnTo>
                  <a:lnTo>
                    <a:pt x="220188" y="122355"/>
                  </a:lnTo>
                  <a:lnTo>
                    <a:pt x="219454" y="125509"/>
                  </a:lnTo>
                  <a:lnTo>
                    <a:pt x="217216" y="124018"/>
                  </a:lnTo>
                  <a:lnTo>
                    <a:pt x="216016" y="123890"/>
                  </a:lnTo>
                  <a:lnTo>
                    <a:pt x="215116" y="124188"/>
                  </a:lnTo>
                  <a:lnTo>
                    <a:pt x="212700" y="125823"/>
                  </a:lnTo>
                  <a:lnTo>
                    <a:pt x="209897" y="126509"/>
                  </a:lnTo>
                  <a:lnTo>
                    <a:pt x="208173" y="127347"/>
                  </a:lnTo>
                  <a:lnTo>
                    <a:pt x="205947" y="127766"/>
                  </a:lnTo>
                  <a:lnTo>
                    <a:pt x="199704" y="129745"/>
                  </a:lnTo>
                  <a:lnTo>
                    <a:pt x="195119" y="129299"/>
                  </a:lnTo>
                  <a:lnTo>
                    <a:pt x="194806" y="132143"/>
                  </a:lnTo>
                  <a:lnTo>
                    <a:pt x="195393" y="134605"/>
                  </a:lnTo>
                  <a:lnTo>
                    <a:pt x="195959" y="139359"/>
                  </a:lnTo>
                  <a:lnTo>
                    <a:pt x="196318" y="139840"/>
                  </a:lnTo>
                  <a:lnTo>
                    <a:pt x="198384" y="141140"/>
                  </a:lnTo>
                  <a:lnTo>
                    <a:pt x="167715" y="143459"/>
                  </a:lnTo>
                  <a:lnTo>
                    <a:pt x="167736" y="143715"/>
                  </a:lnTo>
                  <a:lnTo>
                    <a:pt x="166494" y="143871"/>
                  </a:lnTo>
                  <a:lnTo>
                    <a:pt x="164942" y="143982"/>
                  </a:lnTo>
                  <a:lnTo>
                    <a:pt x="164927" y="143682"/>
                  </a:lnTo>
                  <a:lnTo>
                    <a:pt x="159007" y="144164"/>
                  </a:lnTo>
                  <a:lnTo>
                    <a:pt x="159555" y="146065"/>
                  </a:lnTo>
                  <a:lnTo>
                    <a:pt x="159210" y="149713"/>
                  </a:lnTo>
                  <a:lnTo>
                    <a:pt x="158865" y="149535"/>
                  </a:lnTo>
                  <a:lnTo>
                    <a:pt x="157136" y="151596"/>
                  </a:lnTo>
                  <a:lnTo>
                    <a:pt x="158974" y="154031"/>
                  </a:lnTo>
                  <a:lnTo>
                    <a:pt x="161187" y="155209"/>
                  </a:lnTo>
                  <a:lnTo>
                    <a:pt x="162807" y="156419"/>
                  </a:lnTo>
                  <a:lnTo>
                    <a:pt x="162333" y="156835"/>
                  </a:lnTo>
                  <a:lnTo>
                    <a:pt x="161388" y="155817"/>
                  </a:lnTo>
                  <a:lnTo>
                    <a:pt x="160327" y="155500"/>
                  </a:lnTo>
                  <a:lnTo>
                    <a:pt x="159006" y="156248"/>
                  </a:lnTo>
                  <a:lnTo>
                    <a:pt x="158107" y="157238"/>
                  </a:lnTo>
                  <a:lnTo>
                    <a:pt x="156712" y="157908"/>
                  </a:lnTo>
                  <a:lnTo>
                    <a:pt x="155787" y="158375"/>
                  </a:lnTo>
                  <a:lnTo>
                    <a:pt x="154883" y="159189"/>
                  </a:lnTo>
                  <a:lnTo>
                    <a:pt x="150928" y="163730"/>
                  </a:lnTo>
                  <a:lnTo>
                    <a:pt x="150330" y="164775"/>
                  </a:lnTo>
                  <a:lnTo>
                    <a:pt x="149961" y="166047"/>
                  </a:lnTo>
                  <a:lnTo>
                    <a:pt x="145072" y="170479"/>
                  </a:lnTo>
                  <a:lnTo>
                    <a:pt x="143326" y="172868"/>
                  </a:lnTo>
                  <a:lnTo>
                    <a:pt x="142355" y="173712"/>
                  </a:lnTo>
                  <a:lnTo>
                    <a:pt x="139822" y="174531"/>
                  </a:lnTo>
                  <a:lnTo>
                    <a:pt x="129974" y="175355"/>
                  </a:lnTo>
                  <a:lnTo>
                    <a:pt x="129320" y="175717"/>
                  </a:lnTo>
                  <a:lnTo>
                    <a:pt x="128305" y="177323"/>
                  </a:lnTo>
                  <a:lnTo>
                    <a:pt x="126495" y="177458"/>
                  </a:lnTo>
                  <a:lnTo>
                    <a:pt x="124613" y="177213"/>
                  </a:lnTo>
                  <a:lnTo>
                    <a:pt x="124012" y="177642"/>
                  </a:lnTo>
                  <a:lnTo>
                    <a:pt x="122445" y="177396"/>
                  </a:lnTo>
                  <a:lnTo>
                    <a:pt x="121390" y="177836"/>
                  </a:lnTo>
                  <a:lnTo>
                    <a:pt x="121266" y="178670"/>
                  </a:lnTo>
                  <a:lnTo>
                    <a:pt x="122782" y="180931"/>
                  </a:lnTo>
                  <a:lnTo>
                    <a:pt x="123334" y="183192"/>
                  </a:lnTo>
                  <a:lnTo>
                    <a:pt x="124227" y="183084"/>
                  </a:lnTo>
                  <a:lnTo>
                    <a:pt x="127093" y="182054"/>
                  </a:lnTo>
                  <a:lnTo>
                    <a:pt x="127635" y="182275"/>
                  </a:lnTo>
                  <a:lnTo>
                    <a:pt x="128387" y="182221"/>
                  </a:lnTo>
                  <a:lnTo>
                    <a:pt x="128415" y="183224"/>
                  </a:lnTo>
                  <a:lnTo>
                    <a:pt x="127523" y="184343"/>
                  </a:lnTo>
                  <a:lnTo>
                    <a:pt x="127481" y="184760"/>
                  </a:lnTo>
                  <a:lnTo>
                    <a:pt x="127272" y="185021"/>
                  </a:lnTo>
                  <a:lnTo>
                    <a:pt x="125543" y="185575"/>
                  </a:lnTo>
                  <a:lnTo>
                    <a:pt x="124792" y="186376"/>
                  </a:lnTo>
                  <a:lnTo>
                    <a:pt x="124400" y="187216"/>
                  </a:lnTo>
                  <a:lnTo>
                    <a:pt x="124656" y="187712"/>
                  </a:lnTo>
                  <a:lnTo>
                    <a:pt x="123677" y="188739"/>
                  </a:lnTo>
                  <a:lnTo>
                    <a:pt x="122960" y="190492"/>
                  </a:lnTo>
                  <a:lnTo>
                    <a:pt x="121686" y="191591"/>
                  </a:lnTo>
                  <a:lnTo>
                    <a:pt x="120772" y="191748"/>
                  </a:lnTo>
                  <a:lnTo>
                    <a:pt x="121377" y="193445"/>
                  </a:lnTo>
                  <a:lnTo>
                    <a:pt x="121133" y="194360"/>
                  </a:lnTo>
                  <a:lnTo>
                    <a:pt x="120292" y="195634"/>
                  </a:lnTo>
                  <a:lnTo>
                    <a:pt x="120281" y="198027"/>
                  </a:lnTo>
                  <a:lnTo>
                    <a:pt x="119189" y="200010"/>
                  </a:lnTo>
                  <a:lnTo>
                    <a:pt x="117643" y="201211"/>
                  </a:lnTo>
                  <a:lnTo>
                    <a:pt x="117056" y="202016"/>
                  </a:lnTo>
                  <a:lnTo>
                    <a:pt x="117065" y="203223"/>
                  </a:lnTo>
                  <a:lnTo>
                    <a:pt x="117882" y="204580"/>
                  </a:lnTo>
                  <a:lnTo>
                    <a:pt x="117711" y="205113"/>
                  </a:lnTo>
                  <a:lnTo>
                    <a:pt x="118783" y="205947"/>
                  </a:lnTo>
                  <a:lnTo>
                    <a:pt x="118536" y="207419"/>
                  </a:lnTo>
                  <a:lnTo>
                    <a:pt x="118929" y="208851"/>
                  </a:lnTo>
                  <a:lnTo>
                    <a:pt x="118476" y="209472"/>
                  </a:lnTo>
                  <a:lnTo>
                    <a:pt x="115195" y="210074"/>
                  </a:lnTo>
                  <a:lnTo>
                    <a:pt x="113857" y="209892"/>
                  </a:lnTo>
                  <a:lnTo>
                    <a:pt x="113650" y="210039"/>
                  </a:lnTo>
                  <a:lnTo>
                    <a:pt x="112539" y="208866"/>
                  </a:lnTo>
                  <a:lnTo>
                    <a:pt x="112163" y="208887"/>
                  </a:lnTo>
                  <a:lnTo>
                    <a:pt x="109941" y="211491"/>
                  </a:lnTo>
                  <a:lnTo>
                    <a:pt x="108973" y="211246"/>
                  </a:lnTo>
                  <a:lnTo>
                    <a:pt x="108590" y="211346"/>
                  </a:lnTo>
                  <a:lnTo>
                    <a:pt x="108460" y="211857"/>
                  </a:lnTo>
                  <a:lnTo>
                    <a:pt x="107268" y="211297"/>
                  </a:lnTo>
                  <a:lnTo>
                    <a:pt x="104312" y="210928"/>
                  </a:lnTo>
                  <a:lnTo>
                    <a:pt x="103020" y="211313"/>
                  </a:lnTo>
                  <a:lnTo>
                    <a:pt x="102435" y="212449"/>
                  </a:lnTo>
                  <a:lnTo>
                    <a:pt x="102086" y="212012"/>
                  </a:lnTo>
                  <a:lnTo>
                    <a:pt x="101443" y="211994"/>
                  </a:lnTo>
                  <a:lnTo>
                    <a:pt x="101055" y="212233"/>
                  </a:lnTo>
                  <a:lnTo>
                    <a:pt x="100752" y="212037"/>
                  </a:lnTo>
                  <a:lnTo>
                    <a:pt x="99790" y="212095"/>
                  </a:lnTo>
                  <a:lnTo>
                    <a:pt x="99489" y="212486"/>
                  </a:lnTo>
                  <a:lnTo>
                    <a:pt x="99206" y="212434"/>
                  </a:lnTo>
                  <a:lnTo>
                    <a:pt x="98701" y="212946"/>
                  </a:lnTo>
                  <a:lnTo>
                    <a:pt x="97964" y="213194"/>
                  </a:lnTo>
                  <a:lnTo>
                    <a:pt x="97255" y="212636"/>
                  </a:lnTo>
                  <a:lnTo>
                    <a:pt x="97002" y="212111"/>
                  </a:lnTo>
                  <a:lnTo>
                    <a:pt x="96637" y="212349"/>
                  </a:lnTo>
                  <a:lnTo>
                    <a:pt x="96408" y="211682"/>
                  </a:lnTo>
                  <a:lnTo>
                    <a:pt x="95786" y="211275"/>
                  </a:lnTo>
                  <a:lnTo>
                    <a:pt x="95629" y="210918"/>
                  </a:lnTo>
                  <a:lnTo>
                    <a:pt x="94870" y="210941"/>
                  </a:lnTo>
                  <a:lnTo>
                    <a:pt x="94926" y="211564"/>
                  </a:lnTo>
                  <a:lnTo>
                    <a:pt x="94295" y="211937"/>
                  </a:lnTo>
                  <a:lnTo>
                    <a:pt x="94786" y="212939"/>
                  </a:lnTo>
                  <a:lnTo>
                    <a:pt x="94713" y="213187"/>
                  </a:lnTo>
                  <a:lnTo>
                    <a:pt x="93949" y="212932"/>
                  </a:lnTo>
                  <a:lnTo>
                    <a:pt x="90434" y="213463"/>
                  </a:lnTo>
                  <a:lnTo>
                    <a:pt x="89412" y="213104"/>
                  </a:lnTo>
                  <a:lnTo>
                    <a:pt x="88648" y="213469"/>
                  </a:lnTo>
                  <a:lnTo>
                    <a:pt x="86550" y="211939"/>
                  </a:lnTo>
                  <a:lnTo>
                    <a:pt x="86958" y="211098"/>
                  </a:lnTo>
                  <a:lnTo>
                    <a:pt x="86994" y="209346"/>
                  </a:lnTo>
                  <a:lnTo>
                    <a:pt x="86709" y="208620"/>
                  </a:lnTo>
                  <a:lnTo>
                    <a:pt x="86294" y="208378"/>
                  </a:lnTo>
                  <a:lnTo>
                    <a:pt x="84826" y="206360"/>
                  </a:lnTo>
                  <a:lnTo>
                    <a:pt x="84453" y="204896"/>
                  </a:lnTo>
                  <a:lnTo>
                    <a:pt x="84672" y="203265"/>
                  </a:lnTo>
                  <a:lnTo>
                    <a:pt x="85268" y="201733"/>
                  </a:lnTo>
                  <a:lnTo>
                    <a:pt x="83557" y="202259"/>
                  </a:lnTo>
                  <a:lnTo>
                    <a:pt x="83205" y="201939"/>
                  </a:lnTo>
                  <a:lnTo>
                    <a:pt x="83174" y="201160"/>
                  </a:lnTo>
                  <a:lnTo>
                    <a:pt x="83810" y="200506"/>
                  </a:lnTo>
                  <a:lnTo>
                    <a:pt x="81012" y="199273"/>
                  </a:lnTo>
                  <a:lnTo>
                    <a:pt x="81004" y="199066"/>
                  </a:lnTo>
                  <a:lnTo>
                    <a:pt x="80921" y="199244"/>
                  </a:lnTo>
                  <a:lnTo>
                    <a:pt x="80246" y="198954"/>
                  </a:lnTo>
                  <a:lnTo>
                    <a:pt x="79956" y="199484"/>
                  </a:lnTo>
                  <a:lnTo>
                    <a:pt x="80397" y="199673"/>
                  </a:lnTo>
                  <a:lnTo>
                    <a:pt x="80261" y="200684"/>
                  </a:lnTo>
                  <a:lnTo>
                    <a:pt x="80806" y="201444"/>
                  </a:lnTo>
                  <a:lnTo>
                    <a:pt x="80709" y="201671"/>
                  </a:lnTo>
                  <a:lnTo>
                    <a:pt x="79253" y="200592"/>
                  </a:lnTo>
                  <a:lnTo>
                    <a:pt x="77742" y="198128"/>
                  </a:lnTo>
                  <a:lnTo>
                    <a:pt x="77027" y="198129"/>
                  </a:lnTo>
                  <a:lnTo>
                    <a:pt x="76551" y="197342"/>
                  </a:lnTo>
                  <a:lnTo>
                    <a:pt x="75559" y="197879"/>
                  </a:lnTo>
                  <a:lnTo>
                    <a:pt x="75293" y="197792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pg27">
              <a:extLst>
                <a:ext uri="{FF2B5EF4-FFF2-40B4-BE49-F238E27FC236}">
                  <a16:creationId xmlns:a16="http://schemas.microsoft.com/office/drawing/2014/main" id="{9EA3C7C4-4FD1-803A-41F2-2635468668DC}"/>
                </a:ext>
              </a:extLst>
            </p:cNvPr>
            <p:cNvSpPr/>
            <p:nvPr/>
          </p:nvSpPr>
          <p:spPr>
            <a:xfrm>
              <a:off x="4927724" y="3944506"/>
              <a:ext cx="312660" cy="174719"/>
            </a:xfrm>
            <a:custGeom>
              <a:avLst/>
              <a:gdLst/>
              <a:ahLst/>
              <a:cxnLst/>
              <a:rect l="0" t="0" r="0" b="0"/>
              <a:pathLst>
                <a:path w="312660" h="174719">
                  <a:moveTo>
                    <a:pt x="163639" y="147922"/>
                  </a:moveTo>
                  <a:lnTo>
                    <a:pt x="165101" y="151010"/>
                  </a:lnTo>
                  <a:lnTo>
                    <a:pt x="165146" y="151625"/>
                  </a:lnTo>
                  <a:lnTo>
                    <a:pt x="164757" y="152865"/>
                  </a:lnTo>
                  <a:lnTo>
                    <a:pt x="163664" y="154294"/>
                  </a:lnTo>
                  <a:lnTo>
                    <a:pt x="162743" y="154910"/>
                  </a:lnTo>
                  <a:lnTo>
                    <a:pt x="159376" y="154856"/>
                  </a:lnTo>
                  <a:lnTo>
                    <a:pt x="157177" y="155267"/>
                  </a:lnTo>
                  <a:lnTo>
                    <a:pt x="146807" y="156578"/>
                  </a:lnTo>
                  <a:lnTo>
                    <a:pt x="142696" y="156664"/>
                  </a:lnTo>
                  <a:lnTo>
                    <a:pt x="142091" y="157057"/>
                  </a:lnTo>
                  <a:lnTo>
                    <a:pt x="135848" y="157741"/>
                  </a:lnTo>
                  <a:lnTo>
                    <a:pt x="129873" y="157495"/>
                  </a:lnTo>
                  <a:lnTo>
                    <a:pt x="125637" y="158803"/>
                  </a:lnTo>
                  <a:lnTo>
                    <a:pt x="124674" y="158896"/>
                  </a:lnTo>
                  <a:lnTo>
                    <a:pt x="113144" y="159249"/>
                  </a:lnTo>
                  <a:lnTo>
                    <a:pt x="109516" y="159347"/>
                  </a:lnTo>
                  <a:lnTo>
                    <a:pt x="108584" y="159558"/>
                  </a:lnTo>
                  <a:lnTo>
                    <a:pt x="107971" y="159999"/>
                  </a:lnTo>
                  <a:lnTo>
                    <a:pt x="107392" y="160805"/>
                  </a:lnTo>
                  <a:lnTo>
                    <a:pt x="105906" y="165217"/>
                  </a:lnTo>
                  <a:lnTo>
                    <a:pt x="105113" y="166835"/>
                  </a:lnTo>
                  <a:lnTo>
                    <a:pt x="104209" y="167915"/>
                  </a:lnTo>
                  <a:lnTo>
                    <a:pt x="102758" y="169014"/>
                  </a:lnTo>
                  <a:lnTo>
                    <a:pt x="98236" y="170592"/>
                  </a:lnTo>
                  <a:lnTo>
                    <a:pt x="91823" y="172157"/>
                  </a:lnTo>
                  <a:lnTo>
                    <a:pt x="89301" y="172627"/>
                  </a:lnTo>
                  <a:lnTo>
                    <a:pt x="85591" y="174196"/>
                  </a:lnTo>
                  <a:lnTo>
                    <a:pt x="83320" y="174616"/>
                  </a:lnTo>
                  <a:lnTo>
                    <a:pt x="81737" y="174719"/>
                  </a:lnTo>
                  <a:lnTo>
                    <a:pt x="78934" y="174360"/>
                  </a:lnTo>
                  <a:lnTo>
                    <a:pt x="77239" y="173723"/>
                  </a:lnTo>
                  <a:lnTo>
                    <a:pt x="76365" y="173165"/>
                  </a:lnTo>
                  <a:lnTo>
                    <a:pt x="75286" y="171776"/>
                  </a:lnTo>
                  <a:lnTo>
                    <a:pt x="73933" y="168635"/>
                  </a:lnTo>
                  <a:lnTo>
                    <a:pt x="74016" y="166872"/>
                  </a:lnTo>
                  <a:lnTo>
                    <a:pt x="73273" y="165486"/>
                  </a:lnTo>
                  <a:lnTo>
                    <a:pt x="71213" y="163777"/>
                  </a:lnTo>
                  <a:lnTo>
                    <a:pt x="70193" y="163511"/>
                  </a:lnTo>
                  <a:lnTo>
                    <a:pt x="70200" y="163278"/>
                  </a:lnTo>
                  <a:lnTo>
                    <a:pt x="69352" y="163256"/>
                  </a:lnTo>
                  <a:lnTo>
                    <a:pt x="67888" y="164395"/>
                  </a:lnTo>
                  <a:lnTo>
                    <a:pt x="66001" y="167272"/>
                  </a:lnTo>
                  <a:lnTo>
                    <a:pt x="64541" y="168329"/>
                  </a:lnTo>
                  <a:lnTo>
                    <a:pt x="63714" y="168616"/>
                  </a:lnTo>
                  <a:lnTo>
                    <a:pt x="62797" y="168418"/>
                  </a:lnTo>
                  <a:lnTo>
                    <a:pt x="61416" y="166822"/>
                  </a:lnTo>
                  <a:lnTo>
                    <a:pt x="60824" y="165514"/>
                  </a:lnTo>
                  <a:lnTo>
                    <a:pt x="60802" y="164080"/>
                  </a:lnTo>
                  <a:lnTo>
                    <a:pt x="59606" y="162382"/>
                  </a:lnTo>
                  <a:lnTo>
                    <a:pt x="59207" y="162204"/>
                  </a:lnTo>
                  <a:lnTo>
                    <a:pt x="58587" y="162395"/>
                  </a:lnTo>
                  <a:lnTo>
                    <a:pt x="56581" y="163362"/>
                  </a:lnTo>
                  <a:lnTo>
                    <a:pt x="56083" y="161057"/>
                  </a:lnTo>
                  <a:lnTo>
                    <a:pt x="55693" y="155862"/>
                  </a:lnTo>
                  <a:lnTo>
                    <a:pt x="54017" y="152331"/>
                  </a:lnTo>
                  <a:lnTo>
                    <a:pt x="53718" y="150742"/>
                  </a:lnTo>
                  <a:lnTo>
                    <a:pt x="53942" y="150484"/>
                  </a:lnTo>
                  <a:lnTo>
                    <a:pt x="53720" y="150050"/>
                  </a:lnTo>
                  <a:lnTo>
                    <a:pt x="54233" y="146066"/>
                  </a:lnTo>
                  <a:lnTo>
                    <a:pt x="55361" y="142252"/>
                  </a:lnTo>
                  <a:lnTo>
                    <a:pt x="57315" y="126612"/>
                  </a:lnTo>
                  <a:lnTo>
                    <a:pt x="55341" y="125778"/>
                  </a:lnTo>
                  <a:lnTo>
                    <a:pt x="54370" y="124973"/>
                  </a:lnTo>
                  <a:lnTo>
                    <a:pt x="54109" y="124193"/>
                  </a:lnTo>
                  <a:lnTo>
                    <a:pt x="52905" y="122524"/>
                  </a:lnTo>
                  <a:lnTo>
                    <a:pt x="51381" y="122138"/>
                  </a:lnTo>
                  <a:lnTo>
                    <a:pt x="50900" y="121554"/>
                  </a:lnTo>
                  <a:lnTo>
                    <a:pt x="49606" y="121679"/>
                  </a:lnTo>
                  <a:lnTo>
                    <a:pt x="48849" y="121330"/>
                  </a:lnTo>
                  <a:lnTo>
                    <a:pt x="46403" y="121130"/>
                  </a:lnTo>
                  <a:lnTo>
                    <a:pt x="45488" y="121355"/>
                  </a:lnTo>
                  <a:lnTo>
                    <a:pt x="44611" y="121076"/>
                  </a:lnTo>
                  <a:lnTo>
                    <a:pt x="43354" y="121215"/>
                  </a:lnTo>
                  <a:lnTo>
                    <a:pt x="42774" y="121049"/>
                  </a:lnTo>
                  <a:lnTo>
                    <a:pt x="41474" y="121625"/>
                  </a:lnTo>
                  <a:lnTo>
                    <a:pt x="41443" y="122162"/>
                  </a:lnTo>
                  <a:lnTo>
                    <a:pt x="40955" y="122691"/>
                  </a:lnTo>
                  <a:lnTo>
                    <a:pt x="40054" y="122968"/>
                  </a:lnTo>
                  <a:lnTo>
                    <a:pt x="40004" y="123458"/>
                  </a:lnTo>
                  <a:lnTo>
                    <a:pt x="39099" y="123288"/>
                  </a:lnTo>
                  <a:lnTo>
                    <a:pt x="39159" y="123509"/>
                  </a:lnTo>
                  <a:lnTo>
                    <a:pt x="37704" y="124073"/>
                  </a:lnTo>
                  <a:lnTo>
                    <a:pt x="37416" y="124678"/>
                  </a:lnTo>
                  <a:lnTo>
                    <a:pt x="35358" y="125082"/>
                  </a:lnTo>
                  <a:lnTo>
                    <a:pt x="33916" y="126139"/>
                  </a:lnTo>
                  <a:lnTo>
                    <a:pt x="33309" y="126890"/>
                  </a:lnTo>
                  <a:lnTo>
                    <a:pt x="32259" y="126965"/>
                  </a:lnTo>
                  <a:lnTo>
                    <a:pt x="28390" y="123209"/>
                  </a:lnTo>
                  <a:lnTo>
                    <a:pt x="26395" y="121897"/>
                  </a:lnTo>
                  <a:lnTo>
                    <a:pt x="24410" y="121653"/>
                  </a:lnTo>
                  <a:lnTo>
                    <a:pt x="24249" y="122853"/>
                  </a:lnTo>
                  <a:lnTo>
                    <a:pt x="23436" y="122247"/>
                  </a:lnTo>
                  <a:lnTo>
                    <a:pt x="23074" y="122411"/>
                  </a:lnTo>
                  <a:lnTo>
                    <a:pt x="22698" y="122206"/>
                  </a:lnTo>
                  <a:lnTo>
                    <a:pt x="22132" y="122282"/>
                  </a:lnTo>
                  <a:lnTo>
                    <a:pt x="20253" y="115665"/>
                  </a:lnTo>
                  <a:lnTo>
                    <a:pt x="19558" y="114389"/>
                  </a:lnTo>
                  <a:lnTo>
                    <a:pt x="17698" y="113430"/>
                  </a:lnTo>
                  <a:lnTo>
                    <a:pt x="3318" y="102479"/>
                  </a:lnTo>
                  <a:lnTo>
                    <a:pt x="0" y="97457"/>
                  </a:lnTo>
                  <a:lnTo>
                    <a:pt x="1028" y="96328"/>
                  </a:lnTo>
                  <a:lnTo>
                    <a:pt x="4766" y="95210"/>
                  </a:lnTo>
                  <a:lnTo>
                    <a:pt x="7688" y="95030"/>
                  </a:lnTo>
                  <a:lnTo>
                    <a:pt x="9799" y="94073"/>
                  </a:lnTo>
                  <a:lnTo>
                    <a:pt x="15522" y="92274"/>
                  </a:lnTo>
                  <a:lnTo>
                    <a:pt x="24586" y="91991"/>
                  </a:lnTo>
                  <a:lnTo>
                    <a:pt x="27859" y="92299"/>
                  </a:lnTo>
                  <a:lnTo>
                    <a:pt x="29041" y="91556"/>
                  </a:lnTo>
                  <a:lnTo>
                    <a:pt x="30831" y="91456"/>
                  </a:lnTo>
                  <a:lnTo>
                    <a:pt x="32067" y="89936"/>
                  </a:lnTo>
                  <a:lnTo>
                    <a:pt x="32846" y="89867"/>
                  </a:lnTo>
                  <a:lnTo>
                    <a:pt x="34008" y="88611"/>
                  </a:lnTo>
                  <a:lnTo>
                    <a:pt x="35754" y="88815"/>
                  </a:lnTo>
                  <a:lnTo>
                    <a:pt x="37306" y="88146"/>
                  </a:lnTo>
                  <a:lnTo>
                    <a:pt x="39015" y="88073"/>
                  </a:lnTo>
                  <a:lnTo>
                    <a:pt x="40578" y="85067"/>
                  </a:lnTo>
                  <a:lnTo>
                    <a:pt x="37515" y="80520"/>
                  </a:lnTo>
                  <a:lnTo>
                    <a:pt x="37119" y="78057"/>
                  </a:lnTo>
                  <a:lnTo>
                    <a:pt x="37551" y="74253"/>
                  </a:lnTo>
                  <a:lnTo>
                    <a:pt x="40473" y="73673"/>
                  </a:lnTo>
                  <a:lnTo>
                    <a:pt x="43577" y="73788"/>
                  </a:lnTo>
                  <a:lnTo>
                    <a:pt x="45858" y="73372"/>
                  </a:lnTo>
                  <a:lnTo>
                    <a:pt x="47364" y="72798"/>
                  </a:lnTo>
                  <a:lnTo>
                    <a:pt x="47679" y="72356"/>
                  </a:lnTo>
                  <a:lnTo>
                    <a:pt x="49431" y="71782"/>
                  </a:lnTo>
                  <a:lnTo>
                    <a:pt x="51122" y="69572"/>
                  </a:lnTo>
                  <a:lnTo>
                    <a:pt x="53241" y="70213"/>
                  </a:lnTo>
                  <a:lnTo>
                    <a:pt x="55673" y="71596"/>
                  </a:lnTo>
                  <a:lnTo>
                    <a:pt x="58896" y="70820"/>
                  </a:lnTo>
                  <a:lnTo>
                    <a:pt x="59519" y="70427"/>
                  </a:lnTo>
                  <a:lnTo>
                    <a:pt x="59165" y="69973"/>
                  </a:lnTo>
                  <a:lnTo>
                    <a:pt x="59432" y="69651"/>
                  </a:lnTo>
                  <a:lnTo>
                    <a:pt x="60555" y="69224"/>
                  </a:lnTo>
                  <a:lnTo>
                    <a:pt x="60445" y="68991"/>
                  </a:lnTo>
                  <a:lnTo>
                    <a:pt x="61108" y="67982"/>
                  </a:lnTo>
                  <a:lnTo>
                    <a:pt x="61538" y="67951"/>
                  </a:lnTo>
                  <a:lnTo>
                    <a:pt x="62396" y="67178"/>
                  </a:lnTo>
                  <a:lnTo>
                    <a:pt x="62788" y="67166"/>
                  </a:lnTo>
                  <a:lnTo>
                    <a:pt x="63063" y="66620"/>
                  </a:lnTo>
                  <a:lnTo>
                    <a:pt x="64246" y="65511"/>
                  </a:lnTo>
                  <a:lnTo>
                    <a:pt x="64538" y="64562"/>
                  </a:lnTo>
                  <a:lnTo>
                    <a:pt x="65738" y="64056"/>
                  </a:lnTo>
                  <a:lnTo>
                    <a:pt x="65661" y="63402"/>
                  </a:lnTo>
                  <a:lnTo>
                    <a:pt x="66112" y="63036"/>
                  </a:lnTo>
                  <a:lnTo>
                    <a:pt x="67515" y="62371"/>
                  </a:lnTo>
                  <a:lnTo>
                    <a:pt x="69223" y="62247"/>
                  </a:lnTo>
                  <a:lnTo>
                    <a:pt x="69729" y="61636"/>
                  </a:lnTo>
                  <a:lnTo>
                    <a:pt x="70588" y="61542"/>
                  </a:lnTo>
                  <a:lnTo>
                    <a:pt x="71247" y="60425"/>
                  </a:lnTo>
                  <a:lnTo>
                    <a:pt x="72480" y="59767"/>
                  </a:lnTo>
                  <a:lnTo>
                    <a:pt x="73472" y="59513"/>
                  </a:lnTo>
                  <a:lnTo>
                    <a:pt x="74342" y="60512"/>
                  </a:lnTo>
                  <a:lnTo>
                    <a:pt x="74927" y="60612"/>
                  </a:lnTo>
                  <a:lnTo>
                    <a:pt x="75579" y="60370"/>
                  </a:lnTo>
                  <a:lnTo>
                    <a:pt x="75760" y="59626"/>
                  </a:lnTo>
                  <a:lnTo>
                    <a:pt x="75097" y="59182"/>
                  </a:lnTo>
                  <a:lnTo>
                    <a:pt x="76067" y="57286"/>
                  </a:lnTo>
                  <a:lnTo>
                    <a:pt x="76187" y="56247"/>
                  </a:lnTo>
                  <a:lnTo>
                    <a:pt x="77304" y="54545"/>
                  </a:lnTo>
                  <a:lnTo>
                    <a:pt x="77222" y="54205"/>
                  </a:lnTo>
                  <a:lnTo>
                    <a:pt x="76668" y="53792"/>
                  </a:lnTo>
                  <a:lnTo>
                    <a:pt x="76596" y="53306"/>
                  </a:lnTo>
                  <a:lnTo>
                    <a:pt x="77835" y="53198"/>
                  </a:lnTo>
                  <a:lnTo>
                    <a:pt x="78967" y="53562"/>
                  </a:lnTo>
                  <a:lnTo>
                    <a:pt x="80334" y="53392"/>
                  </a:lnTo>
                  <a:lnTo>
                    <a:pt x="80169" y="53555"/>
                  </a:lnTo>
                  <a:lnTo>
                    <a:pt x="85207" y="53841"/>
                  </a:lnTo>
                  <a:lnTo>
                    <a:pt x="86786" y="53637"/>
                  </a:lnTo>
                  <a:lnTo>
                    <a:pt x="87676" y="53443"/>
                  </a:lnTo>
                  <a:lnTo>
                    <a:pt x="88173" y="52954"/>
                  </a:lnTo>
                  <a:lnTo>
                    <a:pt x="88538" y="53068"/>
                  </a:lnTo>
                  <a:lnTo>
                    <a:pt x="88925" y="51835"/>
                  </a:lnTo>
                  <a:lnTo>
                    <a:pt x="88914" y="50790"/>
                  </a:lnTo>
                  <a:lnTo>
                    <a:pt x="90046" y="50970"/>
                  </a:lnTo>
                  <a:lnTo>
                    <a:pt x="91150" y="53496"/>
                  </a:lnTo>
                  <a:lnTo>
                    <a:pt x="92607" y="54342"/>
                  </a:lnTo>
                  <a:lnTo>
                    <a:pt x="93334" y="54097"/>
                  </a:lnTo>
                  <a:lnTo>
                    <a:pt x="94107" y="54528"/>
                  </a:lnTo>
                  <a:lnTo>
                    <a:pt x="94710" y="53691"/>
                  </a:lnTo>
                  <a:lnTo>
                    <a:pt x="95596" y="53877"/>
                  </a:lnTo>
                  <a:lnTo>
                    <a:pt x="97580" y="55552"/>
                  </a:lnTo>
                  <a:lnTo>
                    <a:pt x="99512" y="56368"/>
                  </a:lnTo>
                  <a:lnTo>
                    <a:pt x="101247" y="56766"/>
                  </a:lnTo>
                  <a:lnTo>
                    <a:pt x="104855" y="56763"/>
                  </a:lnTo>
                  <a:lnTo>
                    <a:pt x="106955" y="56463"/>
                  </a:lnTo>
                  <a:lnTo>
                    <a:pt x="108177" y="52773"/>
                  </a:lnTo>
                  <a:lnTo>
                    <a:pt x="110042" y="48458"/>
                  </a:lnTo>
                  <a:lnTo>
                    <a:pt x="110439" y="46299"/>
                  </a:lnTo>
                  <a:lnTo>
                    <a:pt x="111419" y="43842"/>
                  </a:lnTo>
                  <a:lnTo>
                    <a:pt x="112159" y="43921"/>
                  </a:lnTo>
                  <a:lnTo>
                    <a:pt x="113338" y="43040"/>
                  </a:lnTo>
                  <a:lnTo>
                    <a:pt x="113601" y="42562"/>
                  </a:lnTo>
                  <a:lnTo>
                    <a:pt x="113805" y="40884"/>
                  </a:lnTo>
                  <a:lnTo>
                    <a:pt x="114155" y="40241"/>
                  </a:lnTo>
                  <a:lnTo>
                    <a:pt x="115337" y="39771"/>
                  </a:lnTo>
                  <a:lnTo>
                    <a:pt x="115488" y="39048"/>
                  </a:lnTo>
                  <a:lnTo>
                    <a:pt x="116505" y="38354"/>
                  </a:lnTo>
                  <a:lnTo>
                    <a:pt x="114884" y="35493"/>
                  </a:lnTo>
                  <a:lnTo>
                    <a:pt x="113516" y="31062"/>
                  </a:lnTo>
                  <a:lnTo>
                    <a:pt x="110994" y="28311"/>
                  </a:lnTo>
                  <a:lnTo>
                    <a:pt x="111664" y="27640"/>
                  </a:lnTo>
                  <a:lnTo>
                    <a:pt x="112618" y="25870"/>
                  </a:lnTo>
                  <a:lnTo>
                    <a:pt x="113491" y="22949"/>
                  </a:lnTo>
                  <a:lnTo>
                    <a:pt x="113840" y="20901"/>
                  </a:lnTo>
                  <a:lnTo>
                    <a:pt x="113722" y="19823"/>
                  </a:lnTo>
                  <a:lnTo>
                    <a:pt x="114526" y="17661"/>
                  </a:lnTo>
                  <a:lnTo>
                    <a:pt x="114324" y="16184"/>
                  </a:lnTo>
                  <a:lnTo>
                    <a:pt x="114422" y="14833"/>
                  </a:lnTo>
                  <a:lnTo>
                    <a:pt x="114650" y="13533"/>
                  </a:lnTo>
                  <a:lnTo>
                    <a:pt x="115257" y="12120"/>
                  </a:lnTo>
                  <a:lnTo>
                    <a:pt x="115282" y="10064"/>
                  </a:lnTo>
                  <a:lnTo>
                    <a:pt x="115737" y="9652"/>
                  </a:lnTo>
                  <a:lnTo>
                    <a:pt x="120619" y="8384"/>
                  </a:lnTo>
                  <a:lnTo>
                    <a:pt x="120667" y="7026"/>
                  </a:lnTo>
                  <a:lnTo>
                    <a:pt x="122876" y="5110"/>
                  </a:lnTo>
                  <a:lnTo>
                    <a:pt x="123454" y="3965"/>
                  </a:lnTo>
                  <a:lnTo>
                    <a:pt x="123382" y="3367"/>
                  </a:lnTo>
                  <a:lnTo>
                    <a:pt x="123873" y="1806"/>
                  </a:lnTo>
                  <a:lnTo>
                    <a:pt x="124795" y="502"/>
                  </a:lnTo>
                  <a:lnTo>
                    <a:pt x="125245" y="390"/>
                  </a:lnTo>
                  <a:lnTo>
                    <a:pt x="126547" y="0"/>
                  </a:lnTo>
                  <a:lnTo>
                    <a:pt x="127374" y="292"/>
                  </a:lnTo>
                  <a:lnTo>
                    <a:pt x="128217" y="1360"/>
                  </a:lnTo>
                  <a:lnTo>
                    <a:pt x="128021" y="2448"/>
                  </a:lnTo>
                  <a:lnTo>
                    <a:pt x="129268" y="3380"/>
                  </a:lnTo>
                  <a:lnTo>
                    <a:pt x="129880" y="3505"/>
                  </a:lnTo>
                  <a:lnTo>
                    <a:pt x="131290" y="2975"/>
                  </a:lnTo>
                  <a:lnTo>
                    <a:pt x="133601" y="3865"/>
                  </a:lnTo>
                  <a:lnTo>
                    <a:pt x="134379" y="4748"/>
                  </a:lnTo>
                  <a:lnTo>
                    <a:pt x="134685" y="6427"/>
                  </a:lnTo>
                  <a:lnTo>
                    <a:pt x="134570" y="6991"/>
                  </a:lnTo>
                  <a:lnTo>
                    <a:pt x="135420" y="7262"/>
                  </a:lnTo>
                  <a:lnTo>
                    <a:pt x="139029" y="6545"/>
                  </a:lnTo>
                  <a:lnTo>
                    <a:pt x="140212" y="6019"/>
                  </a:lnTo>
                  <a:lnTo>
                    <a:pt x="142841" y="5111"/>
                  </a:lnTo>
                  <a:lnTo>
                    <a:pt x="144112" y="5392"/>
                  </a:lnTo>
                  <a:lnTo>
                    <a:pt x="144804" y="6573"/>
                  </a:lnTo>
                  <a:lnTo>
                    <a:pt x="144710" y="7461"/>
                  </a:lnTo>
                  <a:lnTo>
                    <a:pt x="145017" y="7860"/>
                  </a:lnTo>
                  <a:lnTo>
                    <a:pt x="146796" y="9062"/>
                  </a:lnTo>
                  <a:lnTo>
                    <a:pt x="147792" y="9259"/>
                  </a:lnTo>
                  <a:lnTo>
                    <a:pt x="149290" y="12651"/>
                  </a:lnTo>
                  <a:lnTo>
                    <a:pt x="151926" y="14319"/>
                  </a:lnTo>
                  <a:lnTo>
                    <a:pt x="151984" y="14678"/>
                  </a:lnTo>
                  <a:lnTo>
                    <a:pt x="154173" y="16655"/>
                  </a:lnTo>
                  <a:lnTo>
                    <a:pt x="155213" y="18345"/>
                  </a:lnTo>
                  <a:lnTo>
                    <a:pt x="156406" y="19330"/>
                  </a:lnTo>
                  <a:lnTo>
                    <a:pt x="157389" y="21019"/>
                  </a:lnTo>
                  <a:lnTo>
                    <a:pt x="157402" y="21418"/>
                  </a:lnTo>
                  <a:lnTo>
                    <a:pt x="158197" y="22253"/>
                  </a:lnTo>
                  <a:lnTo>
                    <a:pt x="158841" y="23404"/>
                  </a:lnTo>
                  <a:lnTo>
                    <a:pt x="159922" y="24366"/>
                  </a:lnTo>
                  <a:lnTo>
                    <a:pt x="161318" y="24918"/>
                  </a:lnTo>
                  <a:lnTo>
                    <a:pt x="162556" y="24718"/>
                  </a:lnTo>
                  <a:lnTo>
                    <a:pt x="163187" y="24301"/>
                  </a:lnTo>
                  <a:lnTo>
                    <a:pt x="164527" y="24828"/>
                  </a:lnTo>
                  <a:lnTo>
                    <a:pt x="165126" y="24248"/>
                  </a:lnTo>
                  <a:lnTo>
                    <a:pt x="166275" y="24994"/>
                  </a:lnTo>
                  <a:lnTo>
                    <a:pt x="167568" y="25363"/>
                  </a:lnTo>
                  <a:lnTo>
                    <a:pt x="167911" y="25888"/>
                  </a:lnTo>
                  <a:lnTo>
                    <a:pt x="170021" y="26997"/>
                  </a:lnTo>
                  <a:lnTo>
                    <a:pt x="174147" y="29964"/>
                  </a:lnTo>
                  <a:lnTo>
                    <a:pt x="176220" y="29208"/>
                  </a:lnTo>
                  <a:lnTo>
                    <a:pt x="176362" y="29347"/>
                  </a:lnTo>
                  <a:lnTo>
                    <a:pt x="179925" y="27806"/>
                  </a:lnTo>
                  <a:lnTo>
                    <a:pt x="186530" y="25719"/>
                  </a:lnTo>
                  <a:lnTo>
                    <a:pt x="187361" y="26686"/>
                  </a:lnTo>
                  <a:lnTo>
                    <a:pt x="188480" y="26894"/>
                  </a:lnTo>
                  <a:lnTo>
                    <a:pt x="188494" y="26235"/>
                  </a:lnTo>
                  <a:lnTo>
                    <a:pt x="188995" y="25769"/>
                  </a:lnTo>
                  <a:lnTo>
                    <a:pt x="189653" y="25712"/>
                  </a:lnTo>
                  <a:lnTo>
                    <a:pt x="190912" y="27129"/>
                  </a:lnTo>
                  <a:lnTo>
                    <a:pt x="190637" y="27341"/>
                  </a:lnTo>
                  <a:lnTo>
                    <a:pt x="192221" y="28880"/>
                  </a:lnTo>
                  <a:lnTo>
                    <a:pt x="191726" y="29657"/>
                  </a:lnTo>
                  <a:lnTo>
                    <a:pt x="192245" y="30330"/>
                  </a:lnTo>
                  <a:lnTo>
                    <a:pt x="193576" y="28649"/>
                  </a:lnTo>
                  <a:lnTo>
                    <a:pt x="193581" y="27462"/>
                  </a:lnTo>
                  <a:lnTo>
                    <a:pt x="193106" y="27020"/>
                  </a:lnTo>
                  <a:lnTo>
                    <a:pt x="194265" y="26885"/>
                  </a:lnTo>
                  <a:lnTo>
                    <a:pt x="194625" y="26883"/>
                  </a:lnTo>
                  <a:lnTo>
                    <a:pt x="194676" y="27424"/>
                  </a:lnTo>
                  <a:lnTo>
                    <a:pt x="195793" y="28316"/>
                  </a:lnTo>
                  <a:lnTo>
                    <a:pt x="195975" y="27909"/>
                  </a:lnTo>
                  <a:lnTo>
                    <a:pt x="196670" y="28123"/>
                  </a:lnTo>
                  <a:lnTo>
                    <a:pt x="197299" y="27826"/>
                  </a:lnTo>
                  <a:lnTo>
                    <a:pt x="198168" y="28204"/>
                  </a:lnTo>
                  <a:lnTo>
                    <a:pt x="202305" y="31792"/>
                  </a:lnTo>
                  <a:lnTo>
                    <a:pt x="207282" y="28753"/>
                  </a:lnTo>
                  <a:lnTo>
                    <a:pt x="206781" y="28241"/>
                  </a:lnTo>
                  <a:lnTo>
                    <a:pt x="209646" y="26512"/>
                  </a:lnTo>
                  <a:lnTo>
                    <a:pt x="211621" y="28106"/>
                  </a:lnTo>
                  <a:lnTo>
                    <a:pt x="214872" y="29603"/>
                  </a:lnTo>
                  <a:lnTo>
                    <a:pt x="214970" y="29976"/>
                  </a:lnTo>
                  <a:lnTo>
                    <a:pt x="216602" y="28626"/>
                  </a:lnTo>
                  <a:lnTo>
                    <a:pt x="217872" y="26070"/>
                  </a:lnTo>
                  <a:lnTo>
                    <a:pt x="217961" y="25475"/>
                  </a:lnTo>
                  <a:lnTo>
                    <a:pt x="218910" y="25529"/>
                  </a:lnTo>
                  <a:lnTo>
                    <a:pt x="219791" y="26663"/>
                  </a:lnTo>
                  <a:lnTo>
                    <a:pt x="230165" y="18452"/>
                  </a:lnTo>
                  <a:lnTo>
                    <a:pt x="244911" y="16498"/>
                  </a:lnTo>
                  <a:lnTo>
                    <a:pt x="252149" y="15893"/>
                  </a:lnTo>
                  <a:lnTo>
                    <a:pt x="257999" y="13150"/>
                  </a:lnTo>
                  <a:lnTo>
                    <a:pt x="264542" y="9398"/>
                  </a:lnTo>
                  <a:lnTo>
                    <a:pt x="283242" y="2890"/>
                  </a:lnTo>
                  <a:lnTo>
                    <a:pt x="281611" y="6290"/>
                  </a:lnTo>
                  <a:lnTo>
                    <a:pt x="277573" y="14701"/>
                  </a:lnTo>
                  <a:lnTo>
                    <a:pt x="278443" y="14629"/>
                  </a:lnTo>
                  <a:lnTo>
                    <a:pt x="278560" y="14978"/>
                  </a:lnTo>
                  <a:lnTo>
                    <a:pt x="278971" y="15218"/>
                  </a:lnTo>
                  <a:lnTo>
                    <a:pt x="279870" y="15125"/>
                  </a:lnTo>
                  <a:lnTo>
                    <a:pt x="277469" y="16296"/>
                  </a:lnTo>
                  <a:lnTo>
                    <a:pt x="276902" y="17137"/>
                  </a:lnTo>
                  <a:lnTo>
                    <a:pt x="275049" y="17826"/>
                  </a:lnTo>
                  <a:lnTo>
                    <a:pt x="275852" y="20123"/>
                  </a:lnTo>
                  <a:lnTo>
                    <a:pt x="274422" y="23966"/>
                  </a:lnTo>
                  <a:lnTo>
                    <a:pt x="270909" y="26688"/>
                  </a:lnTo>
                  <a:lnTo>
                    <a:pt x="269730" y="26959"/>
                  </a:lnTo>
                  <a:lnTo>
                    <a:pt x="268839" y="27640"/>
                  </a:lnTo>
                  <a:lnTo>
                    <a:pt x="267180" y="28310"/>
                  </a:lnTo>
                  <a:lnTo>
                    <a:pt x="265418" y="28569"/>
                  </a:lnTo>
                  <a:lnTo>
                    <a:pt x="263614" y="28300"/>
                  </a:lnTo>
                  <a:lnTo>
                    <a:pt x="260664" y="29443"/>
                  </a:lnTo>
                  <a:lnTo>
                    <a:pt x="256466" y="28823"/>
                  </a:lnTo>
                  <a:lnTo>
                    <a:pt x="252159" y="29618"/>
                  </a:lnTo>
                  <a:lnTo>
                    <a:pt x="254597" y="32781"/>
                  </a:lnTo>
                  <a:lnTo>
                    <a:pt x="253558" y="33468"/>
                  </a:lnTo>
                  <a:lnTo>
                    <a:pt x="250684" y="34396"/>
                  </a:lnTo>
                  <a:lnTo>
                    <a:pt x="249468" y="35593"/>
                  </a:lnTo>
                  <a:lnTo>
                    <a:pt x="249561" y="36187"/>
                  </a:lnTo>
                  <a:lnTo>
                    <a:pt x="249338" y="36554"/>
                  </a:lnTo>
                  <a:lnTo>
                    <a:pt x="250309" y="38695"/>
                  </a:lnTo>
                  <a:lnTo>
                    <a:pt x="251046" y="39770"/>
                  </a:lnTo>
                  <a:lnTo>
                    <a:pt x="251660" y="39997"/>
                  </a:lnTo>
                  <a:lnTo>
                    <a:pt x="252337" y="41093"/>
                  </a:lnTo>
                  <a:lnTo>
                    <a:pt x="253900" y="42400"/>
                  </a:lnTo>
                  <a:lnTo>
                    <a:pt x="254828" y="42722"/>
                  </a:lnTo>
                  <a:lnTo>
                    <a:pt x="254769" y="42987"/>
                  </a:lnTo>
                  <a:lnTo>
                    <a:pt x="255872" y="44677"/>
                  </a:lnTo>
                  <a:lnTo>
                    <a:pt x="256800" y="46612"/>
                  </a:lnTo>
                  <a:lnTo>
                    <a:pt x="257766" y="51222"/>
                  </a:lnTo>
                  <a:lnTo>
                    <a:pt x="259971" y="50876"/>
                  </a:lnTo>
                  <a:lnTo>
                    <a:pt x="260421" y="53220"/>
                  </a:lnTo>
                  <a:lnTo>
                    <a:pt x="259990" y="53282"/>
                  </a:lnTo>
                  <a:lnTo>
                    <a:pt x="259944" y="54363"/>
                  </a:lnTo>
                  <a:lnTo>
                    <a:pt x="255294" y="54085"/>
                  </a:lnTo>
                  <a:lnTo>
                    <a:pt x="255877" y="55761"/>
                  </a:lnTo>
                  <a:lnTo>
                    <a:pt x="257731" y="55787"/>
                  </a:lnTo>
                  <a:lnTo>
                    <a:pt x="257685" y="54962"/>
                  </a:lnTo>
                  <a:lnTo>
                    <a:pt x="259143" y="54920"/>
                  </a:lnTo>
                  <a:lnTo>
                    <a:pt x="259766" y="56757"/>
                  </a:lnTo>
                  <a:lnTo>
                    <a:pt x="258535" y="57716"/>
                  </a:lnTo>
                  <a:lnTo>
                    <a:pt x="258039" y="56954"/>
                  </a:lnTo>
                  <a:lnTo>
                    <a:pt x="257334" y="57317"/>
                  </a:lnTo>
                  <a:lnTo>
                    <a:pt x="257423" y="57649"/>
                  </a:lnTo>
                  <a:lnTo>
                    <a:pt x="256743" y="58361"/>
                  </a:lnTo>
                  <a:lnTo>
                    <a:pt x="256757" y="59230"/>
                  </a:lnTo>
                  <a:lnTo>
                    <a:pt x="256136" y="59920"/>
                  </a:lnTo>
                  <a:lnTo>
                    <a:pt x="255710" y="59970"/>
                  </a:lnTo>
                  <a:lnTo>
                    <a:pt x="254549" y="60728"/>
                  </a:lnTo>
                  <a:lnTo>
                    <a:pt x="253656" y="60863"/>
                  </a:lnTo>
                  <a:lnTo>
                    <a:pt x="250946" y="66760"/>
                  </a:lnTo>
                  <a:lnTo>
                    <a:pt x="250641" y="68467"/>
                  </a:lnTo>
                  <a:lnTo>
                    <a:pt x="251023" y="68434"/>
                  </a:lnTo>
                  <a:lnTo>
                    <a:pt x="250668" y="68653"/>
                  </a:lnTo>
                  <a:lnTo>
                    <a:pt x="250912" y="69014"/>
                  </a:lnTo>
                  <a:lnTo>
                    <a:pt x="250809" y="69461"/>
                  </a:lnTo>
                  <a:lnTo>
                    <a:pt x="249890" y="70981"/>
                  </a:lnTo>
                  <a:lnTo>
                    <a:pt x="250915" y="72906"/>
                  </a:lnTo>
                  <a:lnTo>
                    <a:pt x="252161" y="72739"/>
                  </a:lnTo>
                  <a:lnTo>
                    <a:pt x="253331" y="73227"/>
                  </a:lnTo>
                  <a:lnTo>
                    <a:pt x="255274" y="75020"/>
                  </a:lnTo>
                  <a:lnTo>
                    <a:pt x="255591" y="76329"/>
                  </a:lnTo>
                  <a:lnTo>
                    <a:pt x="255049" y="77916"/>
                  </a:lnTo>
                  <a:lnTo>
                    <a:pt x="253811" y="78849"/>
                  </a:lnTo>
                  <a:lnTo>
                    <a:pt x="253943" y="79431"/>
                  </a:lnTo>
                  <a:lnTo>
                    <a:pt x="253114" y="80952"/>
                  </a:lnTo>
                  <a:lnTo>
                    <a:pt x="252633" y="82514"/>
                  </a:lnTo>
                  <a:lnTo>
                    <a:pt x="252253" y="84545"/>
                  </a:lnTo>
                  <a:lnTo>
                    <a:pt x="252422" y="86736"/>
                  </a:lnTo>
                  <a:lnTo>
                    <a:pt x="253997" y="88452"/>
                  </a:lnTo>
                  <a:lnTo>
                    <a:pt x="255056" y="88820"/>
                  </a:lnTo>
                  <a:lnTo>
                    <a:pt x="257212" y="89122"/>
                  </a:lnTo>
                  <a:lnTo>
                    <a:pt x="259336" y="89115"/>
                  </a:lnTo>
                  <a:lnTo>
                    <a:pt x="260680" y="89458"/>
                  </a:lnTo>
                  <a:lnTo>
                    <a:pt x="262068" y="90303"/>
                  </a:lnTo>
                  <a:lnTo>
                    <a:pt x="262933" y="90943"/>
                  </a:lnTo>
                  <a:lnTo>
                    <a:pt x="264603" y="92775"/>
                  </a:lnTo>
                  <a:lnTo>
                    <a:pt x="267018" y="96594"/>
                  </a:lnTo>
                  <a:lnTo>
                    <a:pt x="268501" y="98802"/>
                  </a:lnTo>
                  <a:lnTo>
                    <a:pt x="271132" y="101869"/>
                  </a:lnTo>
                  <a:lnTo>
                    <a:pt x="277027" y="105876"/>
                  </a:lnTo>
                  <a:lnTo>
                    <a:pt x="284075" y="115866"/>
                  </a:lnTo>
                  <a:lnTo>
                    <a:pt x="285042" y="116862"/>
                  </a:lnTo>
                  <a:lnTo>
                    <a:pt x="288160" y="118614"/>
                  </a:lnTo>
                  <a:lnTo>
                    <a:pt x="291248" y="119598"/>
                  </a:lnTo>
                  <a:lnTo>
                    <a:pt x="292869" y="119575"/>
                  </a:lnTo>
                  <a:lnTo>
                    <a:pt x="297078" y="119011"/>
                  </a:lnTo>
                  <a:lnTo>
                    <a:pt x="299081" y="118101"/>
                  </a:lnTo>
                  <a:lnTo>
                    <a:pt x="301725" y="117399"/>
                  </a:lnTo>
                  <a:lnTo>
                    <a:pt x="308945" y="117409"/>
                  </a:lnTo>
                  <a:lnTo>
                    <a:pt x="311748" y="117159"/>
                  </a:lnTo>
                  <a:lnTo>
                    <a:pt x="311709" y="118324"/>
                  </a:lnTo>
                  <a:lnTo>
                    <a:pt x="312660" y="118473"/>
                  </a:lnTo>
                  <a:lnTo>
                    <a:pt x="312046" y="119271"/>
                  </a:lnTo>
                  <a:lnTo>
                    <a:pt x="311817" y="120395"/>
                  </a:lnTo>
                  <a:lnTo>
                    <a:pt x="311148" y="120507"/>
                  </a:lnTo>
                  <a:lnTo>
                    <a:pt x="311093" y="121378"/>
                  </a:lnTo>
                  <a:lnTo>
                    <a:pt x="311474" y="121718"/>
                  </a:lnTo>
                  <a:lnTo>
                    <a:pt x="308896" y="121430"/>
                  </a:lnTo>
                  <a:lnTo>
                    <a:pt x="308131" y="121156"/>
                  </a:lnTo>
                  <a:lnTo>
                    <a:pt x="307162" y="121230"/>
                  </a:lnTo>
                  <a:lnTo>
                    <a:pt x="306012" y="121491"/>
                  </a:lnTo>
                  <a:lnTo>
                    <a:pt x="304913" y="123090"/>
                  </a:lnTo>
                  <a:lnTo>
                    <a:pt x="304102" y="122946"/>
                  </a:lnTo>
                  <a:lnTo>
                    <a:pt x="303615" y="123614"/>
                  </a:lnTo>
                  <a:lnTo>
                    <a:pt x="303731" y="123780"/>
                  </a:lnTo>
                  <a:lnTo>
                    <a:pt x="302179" y="123101"/>
                  </a:lnTo>
                  <a:lnTo>
                    <a:pt x="300637" y="124036"/>
                  </a:lnTo>
                  <a:lnTo>
                    <a:pt x="300084" y="123735"/>
                  </a:lnTo>
                  <a:lnTo>
                    <a:pt x="299535" y="123959"/>
                  </a:lnTo>
                  <a:lnTo>
                    <a:pt x="297409" y="123507"/>
                  </a:lnTo>
                  <a:lnTo>
                    <a:pt x="295601" y="124116"/>
                  </a:lnTo>
                  <a:lnTo>
                    <a:pt x="295245" y="125206"/>
                  </a:lnTo>
                  <a:lnTo>
                    <a:pt x="294210" y="124694"/>
                  </a:lnTo>
                  <a:lnTo>
                    <a:pt x="293862" y="124739"/>
                  </a:lnTo>
                  <a:lnTo>
                    <a:pt x="293378" y="126689"/>
                  </a:lnTo>
                  <a:lnTo>
                    <a:pt x="292633" y="128065"/>
                  </a:lnTo>
                  <a:lnTo>
                    <a:pt x="294589" y="129459"/>
                  </a:lnTo>
                  <a:lnTo>
                    <a:pt x="294656" y="129796"/>
                  </a:lnTo>
                  <a:lnTo>
                    <a:pt x="294325" y="130510"/>
                  </a:lnTo>
                  <a:lnTo>
                    <a:pt x="292911" y="131137"/>
                  </a:lnTo>
                  <a:lnTo>
                    <a:pt x="292084" y="131885"/>
                  </a:lnTo>
                  <a:lnTo>
                    <a:pt x="292413" y="133793"/>
                  </a:lnTo>
                  <a:lnTo>
                    <a:pt x="291466" y="134382"/>
                  </a:lnTo>
                  <a:lnTo>
                    <a:pt x="288196" y="134141"/>
                  </a:lnTo>
                  <a:lnTo>
                    <a:pt x="287376" y="134344"/>
                  </a:lnTo>
                  <a:lnTo>
                    <a:pt x="286583" y="135099"/>
                  </a:lnTo>
                  <a:lnTo>
                    <a:pt x="284913" y="134019"/>
                  </a:lnTo>
                  <a:lnTo>
                    <a:pt x="284152" y="133774"/>
                  </a:lnTo>
                  <a:lnTo>
                    <a:pt x="283380" y="133663"/>
                  </a:lnTo>
                  <a:lnTo>
                    <a:pt x="282176" y="133931"/>
                  </a:lnTo>
                  <a:lnTo>
                    <a:pt x="281258" y="133773"/>
                  </a:lnTo>
                  <a:lnTo>
                    <a:pt x="280277" y="133962"/>
                  </a:lnTo>
                  <a:lnTo>
                    <a:pt x="280527" y="132675"/>
                  </a:lnTo>
                  <a:lnTo>
                    <a:pt x="279865" y="131163"/>
                  </a:lnTo>
                  <a:lnTo>
                    <a:pt x="278628" y="130412"/>
                  </a:lnTo>
                  <a:lnTo>
                    <a:pt x="277955" y="130692"/>
                  </a:lnTo>
                  <a:lnTo>
                    <a:pt x="276435" y="131992"/>
                  </a:lnTo>
                  <a:lnTo>
                    <a:pt x="274641" y="132328"/>
                  </a:lnTo>
                  <a:lnTo>
                    <a:pt x="273659" y="133427"/>
                  </a:lnTo>
                  <a:lnTo>
                    <a:pt x="270490" y="134524"/>
                  </a:lnTo>
                  <a:lnTo>
                    <a:pt x="269572" y="135127"/>
                  </a:lnTo>
                  <a:lnTo>
                    <a:pt x="269632" y="135773"/>
                  </a:lnTo>
                  <a:lnTo>
                    <a:pt x="269059" y="135641"/>
                  </a:lnTo>
                  <a:lnTo>
                    <a:pt x="268602" y="136078"/>
                  </a:lnTo>
                  <a:lnTo>
                    <a:pt x="269352" y="136700"/>
                  </a:lnTo>
                  <a:lnTo>
                    <a:pt x="269511" y="137456"/>
                  </a:lnTo>
                  <a:lnTo>
                    <a:pt x="270052" y="138118"/>
                  </a:lnTo>
                  <a:lnTo>
                    <a:pt x="270850" y="140754"/>
                  </a:lnTo>
                  <a:lnTo>
                    <a:pt x="269886" y="143689"/>
                  </a:lnTo>
                  <a:lnTo>
                    <a:pt x="269118" y="143827"/>
                  </a:lnTo>
                  <a:lnTo>
                    <a:pt x="268345" y="143321"/>
                  </a:lnTo>
                  <a:lnTo>
                    <a:pt x="267888" y="143706"/>
                  </a:lnTo>
                  <a:lnTo>
                    <a:pt x="267432" y="143768"/>
                  </a:lnTo>
                  <a:lnTo>
                    <a:pt x="265919" y="143116"/>
                  </a:lnTo>
                  <a:lnTo>
                    <a:pt x="264570" y="143468"/>
                  </a:lnTo>
                  <a:lnTo>
                    <a:pt x="263565" y="144218"/>
                  </a:lnTo>
                  <a:lnTo>
                    <a:pt x="262897" y="144311"/>
                  </a:lnTo>
                  <a:lnTo>
                    <a:pt x="262624" y="144307"/>
                  </a:lnTo>
                  <a:lnTo>
                    <a:pt x="262517" y="143793"/>
                  </a:lnTo>
                  <a:lnTo>
                    <a:pt x="246913" y="140417"/>
                  </a:lnTo>
                  <a:lnTo>
                    <a:pt x="243160" y="141080"/>
                  </a:lnTo>
                  <a:lnTo>
                    <a:pt x="239606" y="140421"/>
                  </a:lnTo>
                  <a:lnTo>
                    <a:pt x="237837" y="140719"/>
                  </a:lnTo>
                  <a:lnTo>
                    <a:pt x="236130" y="140539"/>
                  </a:lnTo>
                  <a:lnTo>
                    <a:pt x="235050" y="141086"/>
                  </a:lnTo>
                  <a:lnTo>
                    <a:pt x="234409" y="141134"/>
                  </a:lnTo>
                  <a:lnTo>
                    <a:pt x="234104" y="140393"/>
                  </a:lnTo>
                  <a:lnTo>
                    <a:pt x="232513" y="140376"/>
                  </a:lnTo>
                  <a:lnTo>
                    <a:pt x="232437" y="140091"/>
                  </a:lnTo>
                  <a:lnTo>
                    <a:pt x="231718" y="139577"/>
                  </a:lnTo>
                  <a:lnTo>
                    <a:pt x="230172" y="139135"/>
                  </a:lnTo>
                  <a:lnTo>
                    <a:pt x="228771" y="138296"/>
                  </a:lnTo>
                  <a:lnTo>
                    <a:pt x="228676" y="137136"/>
                  </a:lnTo>
                  <a:lnTo>
                    <a:pt x="228907" y="136919"/>
                  </a:lnTo>
                  <a:lnTo>
                    <a:pt x="228861" y="136679"/>
                  </a:lnTo>
                  <a:lnTo>
                    <a:pt x="228619" y="136712"/>
                  </a:lnTo>
                  <a:lnTo>
                    <a:pt x="228718" y="136252"/>
                  </a:lnTo>
                  <a:lnTo>
                    <a:pt x="227592" y="137087"/>
                  </a:lnTo>
                  <a:lnTo>
                    <a:pt x="226938" y="137217"/>
                  </a:lnTo>
                  <a:lnTo>
                    <a:pt x="225893" y="137062"/>
                  </a:lnTo>
                  <a:lnTo>
                    <a:pt x="225722" y="136733"/>
                  </a:lnTo>
                  <a:lnTo>
                    <a:pt x="225293" y="136912"/>
                  </a:lnTo>
                  <a:lnTo>
                    <a:pt x="225061" y="137235"/>
                  </a:lnTo>
                  <a:lnTo>
                    <a:pt x="224251" y="137412"/>
                  </a:lnTo>
                  <a:lnTo>
                    <a:pt x="223951" y="138105"/>
                  </a:lnTo>
                  <a:lnTo>
                    <a:pt x="223339" y="138326"/>
                  </a:lnTo>
                  <a:lnTo>
                    <a:pt x="222516" y="139059"/>
                  </a:lnTo>
                  <a:lnTo>
                    <a:pt x="221645" y="139195"/>
                  </a:lnTo>
                  <a:lnTo>
                    <a:pt x="220672" y="138734"/>
                  </a:lnTo>
                  <a:lnTo>
                    <a:pt x="217929" y="139221"/>
                  </a:lnTo>
                  <a:lnTo>
                    <a:pt x="217024" y="138703"/>
                  </a:lnTo>
                  <a:lnTo>
                    <a:pt x="217045" y="138210"/>
                  </a:lnTo>
                  <a:lnTo>
                    <a:pt x="216166" y="138232"/>
                  </a:lnTo>
                  <a:lnTo>
                    <a:pt x="215918" y="136945"/>
                  </a:lnTo>
                  <a:lnTo>
                    <a:pt x="215275" y="136354"/>
                  </a:lnTo>
                  <a:lnTo>
                    <a:pt x="213843" y="136318"/>
                  </a:lnTo>
                  <a:lnTo>
                    <a:pt x="213693" y="136697"/>
                  </a:lnTo>
                  <a:lnTo>
                    <a:pt x="212027" y="137277"/>
                  </a:lnTo>
                  <a:lnTo>
                    <a:pt x="210832" y="136318"/>
                  </a:lnTo>
                  <a:lnTo>
                    <a:pt x="210297" y="135547"/>
                  </a:lnTo>
                  <a:lnTo>
                    <a:pt x="209734" y="132803"/>
                  </a:lnTo>
                  <a:lnTo>
                    <a:pt x="207278" y="132024"/>
                  </a:lnTo>
                  <a:lnTo>
                    <a:pt x="206383" y="130926"/>
                  </a:lnTo>
                  <a:lnTo>
                    <a:pt x="205795" y="130631"/>
                  </a:lnTo>
                  <a:lnTo>
                    <a:pt x="204666" y="130790"/>
                  </a:lnTo>
                  <a:lnTo>
                    <a:pt x="201867" y="130488"/>
                  </a:lnTo>
                  <a:lnTo>
                    <a:pt x="200764" y="130735"/>
                  </a:lnTo>
                  <a:lnTo>
                    <a:pt x="199496" y="131581"/>
                  </a:lnTo>
                  <a:lnTo>
                    <a:pt x="198156" y="131642"/>
                  </a:lnTo>
                  <a:lnTo>
                    <a:pt x="195604" y="132287"/>
                  </a:lnTo>
                  <a:lnTo>
                    <a:pt x="193239" y="132291"/>
                  </a:lnTo>
                  <a:lnTo>
                    <a:pt x="191824" y="132994"/>
                  </a:lnTo>
                  <a:lnTo>
                    <a:pt x="189229" y="133424"/>
                  </a:lnTo>
                  <a:lnTo>
                    <a:pt x="188856" y="133733"/>
                  </a:lnTo>
                  <a:lnTo>
                    <a:pt x="187740" y="134010"/>
                  </a:lnTo>
                  <a:lnTo>
                    <a:pt x="187394" y="133673"/>
                  </a:lnTo>
                  <a:lnTo>
                    <a:pt x="187457" y="134372"/>
                  </a:lnTo>
                  <a:lnTo>
                    <a:pt x="185657" y="135555"/>
                  </a:lnTo>
                  <a:lnTo>
                    <a:pt x="184511" y="135457"/>
                  </a:lnTo>
                  <a:lnTo>
                    <a:pt x="184484" y="135797"/>
                  </a:lnTo>
                  <a:lnTo>
                    <a:pt x="183827" y="135692"/>
                  </a:lnTo>
                  <a:lnTo>
                    <a:pt x="183179" y="135280"/>
                  </a:lnTo>
                  <a:lnTo>
                    <a:pt x="183143" y="134907"/>
                  </a:lnTo>
                  <a:lnTo>
                    <a:pt x="182590" y="134306"/>
                  </a:lnTo>
                  <a:lnTo>
                    <a:pt x="181334" y="134966"/>
                  </a:lnTo>
                  <a:lnTo>
                    <a:pt x="181058" y="135334"/>
                  </a:lnTo>
                  <a:lnTo>
                    <a:pt x="179077" y="136138"/>
                  </a:lnTo>
                  <a:lnTo>
                    <a:pt x="176309" y="138063"/>
                  </a:lnTo>
                  <a:lnTo>
                    <a:pt x="173591" y="139017"/>
                  </a:lnTo>
                  <a:lnTo>
                    <a:pt x="172581" y="138795"/>
                  </a:lnTo>
                  <a:lnTo>
                    <a:pt x="172059" y="138436"/>
                  </a:lnTo>
                  <a:lnTo>
                    <a:pt x="170219" y="139683"/>
                  </a:lnTo>
                  <a:lnTo>
                    <a:pt x="167719" y="139505"/>
                  </a:lnTo>
                  <a:lnTo>
                    <a:pt x="167213" y="140128"/>
                  </a:lnTo>
                  <a:lnTo>
                    <a:pt x="167781" y="141767"/>
                  </a:lnTo>
                  <a:lnTo>
                    <a:pt x="165182" y="141283"/>
                  </a:lnTo>
                  <a:lnTo>
                    <a:pt x="163500" y="141791"/>
                  </a:lnTo>
                  <a:lnTo>
                    <a:pt x="163022" y="142453"/>
                  </a:lnTo>
                  <a:lnTo>
                    <a:pt x="162438" y="142810"/>
                  </a:lnTo>
                  <a:lnTo>
                    <a:pt x="162462" y="143414"/>
                  </a:lnTo>
                  <a:lnTo>
                    <a:pt x="162201" y="143849"/>
                  </a:lnTo>
                  <a:lnTo>
                    <a:pt x="160637" y="143541"/>
                  </a:lnTo>
                  <a:lnTo>
                    <a:pt x="160643" y="143234"/>
                  </a:lnTo>
                  <a:lnTo>
                    <a:pt x="159212" y="141876"/>
                  </a:lnTo>
                  <a:lnTo>
                    <a:pt x="158789" y="141130"/>
                  </a:lnTo>
                  <a:lnTo>
                    <a:pt x="159796" y="143463"/>
                  </a:lnTo>
                  <a:lnTo>
                    <a:pt x="161085" y="144744"/>
                  </a:lnTo>
                  <a:lnTo>
                    <a:pt x="160821" y="145011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pg28">
              <a:extLst>
                <a:ext uri="{FF2B5EF4-FFF2-40B4-BE49-F238E27FC236}">
                  <a16:creationId xmlns:a16="http://schemas.microsoft.com/office/drawing/2014/main" id="{636B644F-D1A0-DCCC-58C2-828840A49B7E}"/>
                </a:ext>
              </a:extLst>
            </p:cNvPr>
            <p:cNvSpPr/>
            <p:nvPr/>
          </p:nvSpPr>
          <p:spPr>
            <a:xfrm>
              <a:off x="3823363" y="3803836"/>
              <a:ext cx="976945" cy="328256"/>
            </a:xfrm>
            <a:custGeom>
              <a:avLst/>
              <a:gdLst/>
              <a:ahLst/>
              <a:cxnLst/>
              <a:rect l="0" t="0" r="0" b="0"/>
              <a:pathLst>
                <a:path w="976945" h="328256">
                  <a:moveTo>
                    <a:pt x="670760" y="313859"/>
                  </a:moveTo>
                  <a:lnTo>
                    <a:pt x="668789" y="313897"/>
                  </a:lnTo>
                  <a:lnTo>
                    <a:pt x="667971" y="313585"/>
                  </a:lnTo>
                  <a:lnTo>
                    <a:pt x="665495" y="314344"/>
                  </a:lnTo>
                  <a:lnTo>
                    <a:pt x="662171" y="314895"/>
                  </a:lnTo>
                  <a:lnTo>
                    <a:pt x="661110" y="315598"/>
                  </a:lnTo>
                  <a:lnTo>
                    <a:pt x="660098" y="315608"/>
                  </a:lnTo>
                  <a:lnTo>
                    <a:pt x="659795" y="316407"/>
                  </a:lnTo>
                  <a:lnTo>
                    <a:pt x="659161" y="316675"/>
                  </a:lnTo>
                  <a:lnTo>
                    <a:pt x="657533" y="318914"/>
                  </a:lnTo>
                  <a:lnTo>
                    <a:pt x="657325" y="318941"/>
                  </a:lnTo>
                  <a:lnTo>
                    <a:pt x="656608" y="317564"/>
                  </a:lnTo>
                  <a:lnTo>
                    <a:pt x="655134" y="317178"/>
                  </a:lnTo>
                  <a:lnTo>
                    <a:pt x="654178" y="317200"/>
                  </a:lnTo>
                  <a:lnTo>
                    <a:pt x="652944" y="315944"/>
                  </a:lnTo>
                  <a:lnTo>
                    <a:pt x="651837" y="316029"/>
                  </a:lnTo>
                  <a:lnTo>
                    <a:pt x="651371" y="315708"/>
                  </a:lnTo>
                  <a:lnTo>
                    <a:pt x="650686" y="315830"/>
                  </a:lnTo>
                  <a:lnTo>
                    <a:pt x="650676" y="315484"/>
                  </a:lnTo>
                  <a:lnTo>
                    <a:pt x="650258" y="314985"/>
                  </a:lnTo>
                  <a:lnTo>
                    <a:pt x="649094" y="314782"/>
                  </a:lnTo>
                  <a:lnTo>
                    <a:pt x="648180" y="314157"/>
                  </a:lnTo>
                  <a:lnTo>
                    <a:pt x="647420" y="314438"/>
                  </a:lnTo>
                  <a:lnTo>
                    <a:pt x="645528" y="314413"/>
                  </a:lnTo>
                  <a:lnTo>
                    <a:pt x="644168" y="312807"/>
                  </a:lnTo>
                  <a:lnTo>
                    <a:pt x="640557" y="312928"/>
                  </a:lnTo>
                  <a:lnTo>
                    <a:pt x="640004" y="312303"/>
                  </a:lnTo>
                  <a:lnTo>
                    <a:pt x="638579" y="312845"/>
                  </a:lnTo>
                  <a:lnTo>
                    <a:pt x="638065" y="313324"/>
                  </a:lnTo>
                  <a:lnTo>
                    <a:pt x="637952" y="313965"/>
                  </a:lnTo>
                  <a:lnTo>
                    <a:pt x="637361" y="314365"/>
                  </a:lnTo>
                  <a:lnTo>
                    <a:pt x="637305" y="314726"/>
                  </a:lnTo>
                  <a:lnTo>
                    <a:pt x="636408" y="314905"/>
                  </a:lnTo>
                  <a:lnTo>
                    <a:pt x="635344" y="315931"/>
                  </a:lnTo>
                  <a:lnTo>
                    <a:pt x="635064" y="315793"/>
                  </a:lnTo>
                  <a:lnTo>
                    <a:pt x="634964" y="316189"/>
                  </a:lnTo>
                  <a:lnTo>
                    <a:pt x="632240" y="316941"/>
                  </a:lnTo>
                  <a:lnTo>
                    <a:pt x="630892" y="317948"/>
                  </a:lnTo>
                  <a:lnTo>
                    <a:pt x="630763" y="318571"/>
                  </a:lnTo>
                  <a:lnTo>
                    <a:pt x="629607" y="317571"/>
                  </a:lnTo>
                  <a:lnTo>
                    <a:pt x="627630" y="316691"/>
                  </a:lnTo>
                  <a:lnTo>
                    <a:pt x="627350" y="316793"/>
                  </a:lnTo>
                  <a:lnTo>
                    <a:pt x="625791" y="315830"/>
                  </a:lnTo>
                  <a:lnTo>
                    <a:pt x="625622" y="315131"/>
                  </a:lnTo>
                  <a:lnTo>
                    <a:pt x="625058" y="314375"/>
                  </a:lnTo>
                  <a:lnTo>
                    <a:pt x="623113" y="314294"/>
                  </a:lnTo>
                  <a:lnTo>
                    <a:pt x="621754" y="313518"/>
                  </a:lnTo>
                  <a:lnTo>
                    <a:pt x="620949" y="313901"/>
                  </a:lnTo>
                  <a:lnTo>
                    <a:pt x="620928" y="314373"/>
                  </a:lnTo>
                  <a:lnTo>
                    <a:pt x="620529" y="314742"/>
                  </a:lnTo>
                  <a:lnTo>
                    <a:pt x="619106" y="315151"/>
                  </a:lnTo>
                  <a:lnTo>
                    <a:pt x="618717" y="315460"/>
                  </a:lnTo>
                  <a:lnTo>
                    <a:pt x="618210" y="315451"/>
                  </a:lnTo>
                  <a:lnTo>
                    <a:pt x="617932" y="315796"/>
                  </a:lnTo>
                  <a:lnTo>
                    <a:pt x="617366" y="315606"/>
                  </a:lnTo>
                  <a:lnTo>
                    <a:pt x="617265" y="315994"/>
                  </a:lnTo>
                  <a:lnTo>
                    <a:pt x="616867" y="316236"/>
                  </a:lnTo>
                  <a:lnTo>
                    <a:pt x="616738" y="316942"/>
                  </a:lnTo>
                  <a:lnTo>
                    <a:pt x="616423" y="316722"/>
                  </a:lnTo>
                  <a:lnTo>
                    <a:pt x="614326" y="320640"/>
                  </a:lnTo>
                  <a:lnTo>
                    <a:pt x="613323" y="320330"/>
                  </a:lnTo>
                  <a:lnTo>
                    <a:pt x="613087" y="320566"/>
                  </a:lnTo>
                  <a:lnTo>
                    <a:pt x="612542" y="320237"/>
                  </a:lnTo>
                  <a:lnTo>
                    <a:pt x="611905" y="320580"/>
                  </a:lnTo>
                  <a:lnTo>
                    <a:pt x="610102" y="320516"/>
                  </a:lnTo>
                  <a:lnTo>
                    <a:pt x="609015" y="321409"/>
                  </a:lnTo>
                  <a:lnTo>
                    <a:pt x="608695" y="323383"/>
                  </a:lnTo>
                  <a:lnTo>
                    <a:pt x="608370" y="323408"/>
                  </a:lnTo>
                  <a:lnTo>
                    <a:pt x="607769" y="324372"/>
                  </a:lnTo>
                  <a:lnTo>
                    <a:pt x="608018" y="324947"/>
                  </a:lnTo>
                  <a:lnTo>
                    <a:pt x="607384" y="327083"/>
                  </a:lnTo>
                  <a:lnTo>
                    <a:pt x="607471" y="327449"/>
                  </a:lnTo>
                  <a:lnTo>
                    <a:pt x="606435" y="326167"/>
                  </a:lnTo>
                  <a:lnTo>
                    <a:pt x="606122" y="326214"/>
                  </a:lnTo>
                  <a:lnTo>
                    <a:pt x="604474" y="325141"/>
                  </a:lnTo>
                  <a:lnTo>
                    <a:pt x="604351" y="324830"/>
                  </a:lnTo>
                  <a:lnTo>
                    <a:pt x="603445" y="324418"/>
                  </a:lnTo>
                  <a:lnTo>
                    <a:pt x="602509" y="324136"/>
                  </a:lnTo>
                  <a:lnTo>
                    <a:pt x="600991" y="324496"/>
                  </a:lnTo>
                  <a:lnTo>
                    <a:pt x="599554" y="324379"/>
                  </a:lnTo>
                  <a:lnTo>
                    <a:pt x="599414" y="322268"/>
                  </a:lnTo>
                  <a:lnTo>
                    <a:pt x="599856" y="321640"/>
                  </a:lnTo>
                  <a:lnTo>
                    <a:pt x="599895" y="321072"/>
                  </a:lnTo>
                  <a:lnTo>
                    <a:pt x="599285" y="318261"/>
                  </a:lnTo>
                  <a:lnTo>
                    <a:pt x="599427" y="317900"/>
                  </a:lnTo>
                  <a:lnTo>
                    <a:pt x="599168" y="317515"/>
                  </a:lnTo>
                  <a:lnTo>
                    <a:pt x="599459" y="316752"/>
                  </a:lnTo>
                  <a:lnTo>
                    <a:pt x="599361" y="315910"/>
                  </a:lnTo>
                  <a:lnTo>
                    <a:pt x="598355" y="314943"/>
                  </a:lnTo>
                  <a:lnTo>
                    <a:pt x="598321" y="314476"/>
                  </a:lnTo>
                  <a:lnTo>
                    <a:pt x="598010" y="314175"/>
                  </a:lnTo>
                  <a:lnTo>
                    <a:pt x="595538" y="312633"/>
                  </a:lnTo>
                  <a:lnTo>
                    <a:pt x="595118" y="312028"/>
                  </a:lnTo>
                  <a:lnTo>
                    <a:pt x="595013" y="311095"/>
                  </a:lnTo>
                  <a:lnTo>
                    <a:pt x="594694" y="310799"/>
                  </a:lnTo>
                  <a:lnTo>
                    <a:pt x="594278" y="309280"/>
                  </a:lnTo>
                  <a:lnTo>
                    <a:pt x="593194" y="308214"/>
                  </a:lnTo>
                  <a:lnTo>
                    <a:pt x="592938" y="307540"/>
                  </a:lnTo>
                  <a:lnTo>
                    <a:pt x="590722" y="306751"/>
                  </a:lnTo>
                  <a:lnTo>
                    <a:pt x="590481" y="306207"/>
                  </a:lnTo>
                  <a:lnTo>
                    <a:pt x="588091" y="305938"/>
                  </a:lnTo>
                  <a:lnTo>
                    <a:pt x="586549" y="304817"/>
                  </a:lnTo>
                  <a:lnTo>
                    <a:pt x="586774" y="304496"/>
                  </a:lnTo>
                  <a:lnTo>
                    <a:pt x="585188" y="302486"/>
                  </a:lnTo>
                  <a:lnTo>
                    <a:pt x="584972" y="301711"/>
                  </a:lnTo>
                  <a:lnTo>
                    <a:pt x="584485" y="301316"/>
                  </a:lnTo>
                  <a:lnTo>
                    <a:pt x="584540" y="300401"/>
                  </a:lnTo>
                  <a:lnTo>
                    <a:pt x="584292" y="300027"/>
                  </a:lnTo>
                  <a:lnTo>
                    <a:pt x="584545" y="299077"/>
                  </a:lnTo>
                  <a:lnTo>
                    <a:pt x="583928" y="298860"/>
                  </a:lnTo>
                  <a:lnTo>
                    <a:pt x="583567" y="298090"/>
                  </a:lnTo>
                  <a:lnTo>
                    <a:pt x="582935" y="297565"/>
                  </a:lnTo>
                  <a:lnTo>
                    <a:pt x="582015" y="297692"/>
                  </a:lnTo>
                  <a:lnTo>
                    <a:pt x="581453" y="297368"/>
                  </a:lnTo>
                  <a:lnTo>
                    <a:pt x="581050" y="297496"/>
                  </a:lnTo>
                  <a:lnTo>
                    <a:pt x="580819" y="298462"/>
                  </a:lnTo>
                  <a:lnTo>
                    <a:pt x="580335" y="297794"/>
                  </a:lnTo>
                  <a:lnTo>
                    <a:pt x="579004" y="298846"/>
                  </a:lnTo>
                  <a:lnTo>
                    <a:pt x="578552" y="298728"/>
                  </a:lnTo>
                  <a:lnTo>
                    <a:pt x="578003" y="299114"/>
                  </a:lnTo>
                  <a:lnTo>
                    <a:pt x="577231" y="298812"/>
                  </a:lnTo>
                  <a:lnTo>
                    <a:pt x="575816" y="299400"/>
                  </a:lnTo>
                  <a:lnTo>
                    <a:pt x="575344" y="298901"/>
                  </a:lnTo>
                  <a:lnTo>
                    <a:pt x="575009" y="299330"/>
                  </a:lnTo>
                  <a:lnTo>
                    <a:pt x="573798" y="299493"/>
                  </a:lnTo>
                  <a:lnTo>
                    <a:pt x="573557" y="298971"/>
                  </a:lnTo>
                  <a:lnTo>
                    <a:pt x="571631" y="297627"/>
                  </a:lnTo>
                  <a:lnTo>
                    <a:pt x="570502" y="297311"/>
                  </a:lnTo>
                  <a:lnTo>
                    <a:pt x="568982" y="296113"/>
                  </a:lnTo>
                  <a:lnTo>
                    <a:pt x="568390" y="296176"/>
                  </a:lnTo>
                  <a:lnTo>
                    <a:pt x="567582" y="294754"/>
                  </a:lnTo>
                  <a:lnTo>
                    <a:pt x="566590" y="295328"/>
                  </a:lnTo>
                  <a:lnTo>
                    <a:pt x="564155" y="295606"/>
                  </a:lnTo>
                  <a:lnTo>
                    <a:pt x="562490" y="296138"/>
                  </a:lnTo>
                  <a:lnTo>
                    <a:pt x="560191" y="296021"/>
                  </a:lnTo>
                  <a:lnTo>
                    <a:pt x="559408" y="295330"/>
                  </a:lnTo>
                  <a:lnTo>
                    <a:pt x="558085" y="295354"/>
                  </a:lnTo>
                  <a:lnTo>
                    <a:pt x="556521" y="294582"/>
                  </a:lnTo>
                  <a:lnTo>
                    <a:pt x="556500" y="294089"/>
                  </a:lnTo>
                  <a:lnTo>
                    <a:pt x="556003" y="294210"/>
                  </a:lnTo>
                  <a:lnTo>
                    <a:pt x="553664" y="292041"/>
                  </a:lnTo>
                  <a:lnTo>
                    <a:pt x="552422" y="291669"/>
                  </a:lnTo>
                  <a:lnTo>
                    <a:pt x="551781" y="290745"/>
                  </a:lnTo>
                  <a:lnTo>
                    <a:pt x="550460" y="289933"/>
                  </a:lnTo>
                  <a:lnTo>
                    <a:pt x="549437" y="289719"/>
                  </a:lnTo>
                  <a:lnTo>
                    <a:pt x="548345" y="288335"/>
                  </a:lnTo>
                  <a:lnTo>
                    <a:pt x="547070" y="287718"/>
                  </a:lnTo>
                  <a:lnTo>
                    <a:pt x="544397" y="287382"/>
                  </a:lnTo>
                  <a:lnTo>
                    <a:pt x="544246" y="286859"/>
                  </a:lnTo>
                  <a:lnTo>
                    <a:pt x="543653" y="286707"/>
                  </a:lnTo>
                  <a:lnTo>
                    <a:pt x="543384" y="286304"/>
                  </a:lnTo>
                  <a:lnTo>
                    <a:pt x="541102" y="285891"/>
                  </a:lnTo>
                  <a:lnTo>
                    <a:pt x="540833" y="285361"/>
                  </a:lnTo>
                  <a:lnTo>
                    <a:pt x="540760" y="283802"/>
                  </a:lnTo>
                  <a:lnTo>
                    <a:pt x="540105" y="283640"/>
                  </a:lnTo>
                  <a:lnTo>
                    <a:pt x="539964" y="283145"/>
                  </a:lnTo>
                  <a:lnTo>
                    <a:pt x="539229" y="283129"/>
                  </a:lnTo>
                  <a:lnTo>
                    <a:pt x="538980" y="282395"/>
                  </a:lnTo>
                  <a:lnTo>
                    <a:pt x="539082" y="281234"/>
                  </a:lnTo>
                  <a:lnTo>
                    <a:pt x="538855" y="279674"/>
                  </a:lnTo>
                  <a:lnTo>
                    <a:pt x="536641" y="279324"/>
                  </a:lnTo>
                  <a:lnTo>
                    <a:pt x="536000" y="278141"/>
                  </a:lnTo>
                  <a:lnTo>
                    <a:pt x="532622" y="276836"/>
                  </a:lnTo>
                  <a:lnTo>
                    <a:pt x="529637" y="274515"/>
                  </a:lnTo>
                  <a:lnTo>
                    <a:pt x="530246" y="272868"/>
                  </a:lnTo>
                  <a:lnTo>
                    <a:pt x="530171" y="271713"/>
                  </a:lnTo>
                  <a:lnTo>
                    <a:pt x="529529" y="270768"/>
                  </a:lnTo>
                  <a:lnTo>
                    <a:pt x="529748" y="269822"/>
                  </a:lnTo>
                  <a:lnTo>
                    <a:pt x="529365" y="269312"/>
                  </a:lnTo>
                  <a:lnTo>
                    <a:pt x="529579" y="269135"/>
                  </a:lnTo>
                  <a:lnTo>
                    <a:pt x="529611" y="268238"/>
                  </a:lnTo>
                  <a:lnTo>
                    <a:pt x="528403" y="268184"/>
                  </a:lnTo>
                  <a:lnTo>
                    <a:pt x="526203" y="267656"/>
                  </a:lnTo>
                  <a:lnTo>
                    <a:pt x="522983" y="269324"/>
                  </a:lnTo>
                  <a:lnTo>
                    <a:pt x="520103" y="268492"/>
                  </a:lnTo>
                  <a:lnTo>
                    <a:pt x="519459" y="268756"/>
                  </a:lnTo>
                  <a:lnTo>
                    <a:pt x="518063" y="268768"/>
                  </a:lnTo>
                  <a:lnTo>
                    <a:pt x="516708" y="268470"/>
                  </a:lnTo>
                  <a:lnTo>
                    <a:pt x="516241" y="268035"/>
                  </a:lnTo>
                  <a:lnTo>
                    <a:pt x="515011" y="267900"/>
                  </a:lnTo>
                  <a:lnTo>
                    <a:pt x="512756" y="268384"/>
                  </a:lnTo>
                  <a:lnTo>
                    <a:pt x="510581" y="266889"/>
                  </a:lnTo>
                  <a:lnTo>
                    <a:pt x="510660" y="266750"/>
                  </a:lnTo>
                  <a:lnTo>
                    <a:pt x="510241" y="266404"/>
                  </a:lnTo>
                  <a:lnTo>
                    <a:pt x="510083" y="266957"/>
                  </a:lnTo>
                  <a:lnTo>
                    <a:pt x="509128" y="267906"/>
                  </a:lnTo>
                  <a:lnTo>
                    <a:pt x="507073" y="268607"/>
                  </a:lnTo>
                  <a:lnTo>
                    <a:pt x="506753" y="269632"/>
                  </a:lnTo>
                  <a:lnTo>
                    <a:pt x="505222" y="271050"/>
                  </a:lnTo>
                  <a:lnTo>
                    <a:pt x="503314" y="270036"/>
                  </a:lnTo>
                  <a:lnTo>
                    <a:pt x="502461" y="270194"/>
                  </a:lnTo>
                  <a:lnTo>
                    <a:pt x="502418" y="269711"/>
                  </a:lnTo>
                  <a:lnTo>
                    <a:pt x="501509" y="268975"/>
                  </a:lnTo>
                  <a:lnTo>
                    <a:pt x="501476" y="268502"/>
                  </a:lnTo>
                  <a:lnTo>
                    <a:pt x="500632" y="266749"/>
                  </a:lnTo>
                  <a:lnTo>
                    <a:pt x="498435" y="266362"/>
                  </a:lnTo>
                  <a:lnTo>
                    <a:pt x="498148" y="265961"/>
                  </a:lnTo>
                  <a:lnTo>
                    <a:pt x="496045" y="265337"/>
                  </a:lnTo>
                  <a:lnTo>
                    <a:pt x="495768" y="264378"/>
                  </a:lnTo>
                  <a:lnTo>
                    <a:pt x="494810" y="264477"/>
                  </a:lnTo>
                  <a:lnTo>
                    <a:pt x="494327" y="264950"/>
                  </a:lnTo>
                  <a:lnTo>
                    <a:pt x="494066" y="264837"/>
                  </a:lnTo>
                  <a:lnTo>
                    <a:pt x="493926" y="264657"/>
                  </a:lnTo>
                  <a:lnTo>
                    <a:pt x="492541" y="265177"/>
                  </a:lnTo>
                  <a:lnTo>
                    <a:pt x="490877" y="264277"/>
                  </a:lnTo>
                  <a:lnTo>
                    <a:pt x="490705" y="263723"/>
                  </a:lnTo>
                  <a:lnTo>
                    <a:pt x="489075" y="263949"/>
                  </a:lnTo>
                  <a:lnTo>
                    <a:pt x="487885" y="264412"/>
                  </a:lnTo>
                  <a:lnTo>
                    <a:pt x="487691" y="265293"/>
                  </a:lnTo>
                  <a:lnTo>
                    <a:pt x="485482" y="263397"/>
                  </a:lnTo>
                  <a:lnTo>
                    <a:pt x="483600" y="263863"/>
                  </a:lnTo>
                  <a:lnTo>
                    <a:pt x="482835" y="264428"/>
                  </a:lnTo>
                  <a:lnTo>
                    <a:pt x="482742" y="264904"/>
                  </a:lnTo>
                  <a:lnTo>
                    <a:pt x="481938" y="264121"/>
                  </a:lnTo>
                  <a:lnTo>
                    <a:pt x="480945" y="263733"/>
                  </a:lnTo>
                  <a:lnTo>
                    <a:pt x="480250" y="264045"/>
                  </a:lnTo>
                  <a:lnTo>
                    <a:pt x="478352" y="263601"/>
                  </a:lnTo>
                  <a:lnTo>
                    <a:pt x="476090" y="261050"/>
                  </a:lnTo>
                  <a:lnTo>
                    <a:pt x="475581" y="260915"/>
                  </a:lnTo>
                  <a:lnTo>
                    <a:pt x="475087" y="260448"/>
                  </a:lnTo>
                  <a:lnTo>
                    <a:pt x="474438" y="260420"/>
                  </a:lnTo>
                  <a:lnTo>
                    <a:pt x="473927" y="259707"/>
                  </a:lnTo>
                  <a:lnTo>
                    <a:pt x="471106" y="259842"/>
                  </a:lnTo>
                  <a:lnTo>
                    <a:pt x="470762" y="260291"/>
                  </a:lnTo>
                  <a:lnTo>
                    <a:pt x="470056" y="259851"/>
                  </a:lnTo>
                  <a:lnTo>
                    <a:pt x="469697" y="260111"/>
                  </a:lnTo>
                  <a:lnTo>
                    <a:pt x="468909" y="259209"/>
                  </a:lnTo>
                  <a:lnTo>
                    <a:pt x="468549" y="258418"/>
                  </a:lnTo>
                  <a:lnTo>
                    <a:pt x="467556" y="257886"/>
                  </a:lnTo>
                  <a:lnTo>
                    <a:pt x="466712" y="257870"/>
                  </a:lnTo>
                  <a:lnTo>
                    <a:pt x="465906" y="257224"/>
                  </a:lnTo>
                  <a:lnTo>
                    <a:pt x="464307" y="256727"/>
                  </a:lnTo>
                  <a:lnTo>
                    <a:pt x="464045" y="257443"/>
                  </a:lnTo>
                  <a:lnTo>
                    <a:pt x="463618" y="257830"/>
                  </a:lnTo>
                  <a:lnTo>
                    <a:pt x="462766" y="257549"/>
                  </a:lnTo>
                  <a:lnTo>
                    <a:pt x="462519" y="258089"/>
                  </a:lnTo>
                  <a:lnTo>
                    <a:pt x="461020" y="259367"/>
                  </a:lnTo>
                  <a:lnTo>
                    <a:pt x="459050" y="257874"/>
                  </a:lnTo>
                  <a:lnTo>
                    <a:pt x="457477" y="257740"/>
                  </a:lnTo>
                  <a:lnTo>
                    <a:pt x="455945" y="257011"/>
                  </a:lnTo>
                  <a:lnTo>
                    <a:pt x="455118" y="256235"/>
                  </a:lnTo>
                  <a:lnTo>
                    <a:pt x="453113" y="255588"/>
                  </a:lnTo>
                  <a:lnTo>
                    <a:pt x="452606" y="255100"/>
                  </a:lnTo>
                  <a:lnTo>
                    <a:pt x="450925" y="254663"/>
                  </a:lnTo>
                  <a:lnTo>
                    <a:pt x="449611" y="253226"/>
                  </a:lnTo>
                  <a:lnTo>
                    <a:pt x="449111" y="253140"/>
                  </a:lnTo>
                  <a:lnTo>
                    <a:pt x="448217" y="251998"/>
                  </a:lnTo>
                  <a:lnTo>
                    <a:pt x="447500" y="251652"/>
                  </a:lnTo>
                  <a:lnTo>
                    <a:pt x="447210" y="250664"/>
                  </a:lnTo>
                  <a:lnTo>
                    <a:pt x="446442" y="250233"/>
                  </a:lnTo>
                  <a:lnTo>
                    <a:pt x="446156" y="249762"/>
                  </a:lnTo>
                  <a:lnTo>
                    <a:pt x="445746" y="249635"/>
                  </a:lnTo>
                  <a:lnTo>
                    <a:pt x="445237" y="249866"/>
                  </a:lnTo>
                  <a:lnTo>
                    <a:pt x="444322" y="249070"/>
                  </a:lnTo>
                  <a:lnTo>
                    <a:pt x="441904" y="248809"/>
                  </a:lnTo>
                  <a:lnTo>
                    <a:pt x="441002" y="248375"/>
                  </a:lnTo>
                  <a:lnTo>
                    <a:pt x="439433" y="248022"/>
                  </a:lnTo>
                  <a:lnTo>
                    <a:pt x="438772" y="247538"/>
                  </a:lnTo>
                  <a:lnTo>
                    <a:pt x="436560" y="247120"/>
                  </a:lnTo>
                  <a:lnTo>
                    <a:pt x="435060" y="249234"/>
                  </a:lnTo>
                  <a:lnTo>
                    <a:pt x="434917" y="249709"/>
                  </a:lnTo>
                  <a:lnTo>
                    <a:pt x="435267" y="250398"/>
                  </a:lnTo>
                  <a:lnTo>
                    <a:pt x="434928" y="250375"/>
                  </a:lnTo>
                  <a:lnTo>
                    <a:pt x="434682" y="250007"/>
                  </a:lnTo>
                  <a:lnTo>
                    <a:pt x="434196" y="250134"/>
                  </a:lnTo>
                  <a:lnTo>
                    <a:pt x="433360" y="250847"/>
                  </a:lnTo>
                  <a:lnTo>
                    <a:pt x="433023" y="250778"/>
                  </a:lnTo>
                  <a:lnTo>
                    <a:pt x="431515" y="251699"/>
                  </a:lnTo>
                  <a:lnTo>
                    <a:pt x="429858" y="250839"/>
                  </a:lnTo>
                  <a:lnTo>
                    <a:pt x="427231" y="251448"/>
                  </a:lnTo>
                  <a:lnTo>
                    <a:pt x="426049" y="250979"/>
                  </a:lnTo>
                  <a:lnTo>
                    <a:pt x="424425" y="252278"/>
                  </a:lnTo>
                  <a:lnTo>
                    <a:pt x="423278" y="251476"/>
                  </a:lnTo>
                  <a:lnTo>
                    <a:pt x="422780" y="251496"/>
                  </a:lnTo>
                  <a:lnTo>
                    <a:pt x="422418" y="251080"/>
                  </a:lnTo>
                  <a:lnTo>
                    <a:pt x="422103" y="250769"/>
                  </a:lnTo>
                  <a:lnTo>
                    <a:pt x="421790" y="250783"/>
                  </a:lnTo>
                  <a:lnTo>
                    <a:pt x="420813" y="251859"/>
                  </a:lnTo>
                  <a:lnTo>
                    <a:pt x="420189" y="252056"/>
                  </a:lnTo>
                  <a:lnTo>
                    <a:pt x="419320" y="251647"/>
                  </a:lnTo>
                  <a:lnTo>
                    <a:pt x="414535" y="250448"/>
                  </a:lnTo>
                  <a:lnTo>
                    <a:pt x="413716" y="250737"/>
                  </a:lnTo>
                  <a:lnTo>
                    <a:pt x="413435" y="251160"/>
                  </a:lnTo>
                  <a:lnTo>
                    <a:pt x="412611" y="254084"/>
                  </a:lnTo>
                  <a:lnTo>
                    <a:pt x="412160" y="254445"/>
                  </a:lnTo>
                  <a:lnTo>
                    <a:pt x="412203" y="254731"/>
                  </a:lnTo>
                  <a:lnTo>
                    <a:pt x="411269" y="255136"/>
                  </a:lnTo>
                  <a:lnTo>
                    <a:pt x="410485" y="255366"/>
                  </a:lnTo>
                  <a:lnTo>
                    <a:pt x="408582" y="254615"/>
                  </a:lnTo>
                  <a:lnTo>
                    <a:pt x="406668" y="254380"/>
                  </a:lnTo>
                  <a:lnTo>
                    <a:pt x="406450" y="254068"/>
                  </a:lnTo>
                  <a:lnTo>
                    <a:pt x="403916" y="254784"/>
                  </a:lnTo>
                  <a:lnTo>
                    <a:pt x="401617" y="254961"/>
                  </a:lnTo>
                  <a:lnTo>
                    <a:pt x="401343" y="255396"/>
                  </a:lnTo>
                  <a:lnTo>
                    <a:pt x="400775" y="255539"/>
                  </a:lnTo>
                  <a:lnTo>
                    <a:pt x="399463" y="256825"/>
                  </a:lnTo>
                  <a:lnTo>
                    <a:pt x="398877" y="256950"/>
                  </a:lnTo>
                  <a:lnTo>
                    <a:pt x="398722" y="257254"/>
                  </a:lnTo>
                  <a:lnTo>
                    <a:pt x="396104" y="257683"/>
                  </a:lnTo>
                  <a:lnTo>
                    <a:pt x="393962" y="257131"/>
                  </a:lnTo>
                  <a:lnTo>
                    <a:pt x="391812" y="255256"/>
                  </a:lnTo>
                  <a:lnTo>
                    <a:pt x="389912" y="254594"/>
                  </a:lnTo>
                  <a:lnTo>
                    <a:pt x="387685" y="254671"/>
                  </a:lnTo>
                  <a:lnTo>
                    <a:pt x="384430" y="255798"/>
                  </a:lnTo>
                  <a:lnTo>
                    <a:pt x="382824" y="255483"/>
                  </a:lnTo>
                  <a:lnTo>
                    <a:pt x="381680" y="255631"/>
                  </a:lnTo>
                  <a:lnTo>
                    <a:pt x="380854" y="256013"/>
                  </a:lnTo>
                  <a:lnTo>
                    <a:pt x="380739" y="256485"/>
                  </a:lnTo>
                  <a:lnTo>
                    <a:pt x="380014" y="256048"/>
                  </a:lnTo>
                  <a:lnTo>
                    <a:pt x="379972" y="256207"/>
                  </a:lnTo>
                  <a:lnTo>
                    <a:pt x="379453" y="256144"/>
                  </a:lnTo>
                  <a:lnTo>
                    <a:pt x="379080" y="255641"/>
                  </a:lnTo>
                  <a:lnTo>
                    <a:pt x="376694" y="254690"/>
                  </a:lnTo>
                  <a:lnTo>
                    <a:pt x="376075" y="254470"/>
                  </a:lnTo>
                  <a:lnTo>
                    <a:pt x="375320" y="254556"/>
                  </a:lnTo>
                  <a:lnTo>
                    <a:pt x="375116" y="252583"/>
                  </a:lnTo>
                  <a:lnTo>
                    <a:pt x="374310" y="251726"/>
                  </a:lnTo>
                  <a:lnTo>
                    <a:pt x="373430" y="251197"/>
                  </a:lnTo>
                  <a:lnTo>
                    <a:pt x="373631" y="250594"/>
                  </a:lnTo>
                  <a:lnTo>
                    <a:pt x="373448" y="250350"/>
                  </a:lnTo>
                  <a:lnTo>
                    <a:pt x="372857" y="250286"/>
                  </a:lnTo>
                  <a:lnTo>
                    <a:pt x="372009" y="249635"/>
                  </a:lnTo>
                  <a:lnTo>
                    <a:pt x="371525" y="248792"/>
                  </a:lnTo>
                  <a:lnTo>
                    <a:pt x="370248" y="248110"/>
                  </a:lnTo>
                  <a:lnTo>
                    <a:pt x="368646" y="246579"/>
                  </a:lnTo>
                  <a:lnTo>
                    <a:pt x="368030" y="247711"/>
                  </a:lnTo>
                  <a:lnTo>
                    <a:pt x="367668" y="249238"/>
                  </a:lnTo>
                  <a:lnTo>
                    <a:pt x="366984" y="248952"/>
                  </a:lnTo>
                  <a:lnTo>
                    <a:pt x="365700" y="248842"/>
                  </a:lnTo>
                  <a:lnTo>
                    <a:pt x="363716" y="247121"/>
                  </a:lnTo>
                  <a:lnTo>
                    <a:pt x="361520" y="248351"/>
                  </a:lnTo>
                  <a:lnTo>
                    <a:pt x="358930" y="248534"/>
                  </a:lnTo>
                  <a:lnTo>
                    <a:pt x="353152" y="251263"/>
                  </a:lnTo>
                  <a:lnTo>
                    <a:pt x="350555" y="249796"/>
                  </a:lnTo>
                  <a:lnTo>
                    <a:pt x="349102" y="248156"/>
                  </a:lnTo>
                  <a:lnTo>
                    <a:pt x="348951" y="247664"/>
                  </a:lnTo>
                  <a:lnTo>
                    <a:pt x="348033" y="247564"/>
                  </a:lnTo>
                  <a:lnTo>
                    <a:pt x="347015" y="246328"/>
                  </a:lnTo>
                  <a:lnTo>
                    <a:pt x="344191" y="246081"/>
                  </a:lnTo>
                  <a:lnTo>
                    <a:pt x="343294" y="246557"/>
                  </a:lnTo>
                  <a:lnTo>
                    <a:pt x="342066" y="246659"/>
                  </a:lnTo>
                  <a:lnTo>
                    <a:pt x="340441" y="247568"/>
                  </a:lnTo>
                  <a:lnTo>
                    <a:pt x="339217" y="247851"/>
                  </a:lnTo>
                  <a:lnTo>
                    <a:pt x="337600" y="247229"/>
                  </a:lnTo>
                  <a:lnTo>
                    <a:pt x="337397" y="248746"/>
                  </a:lnTo>
                  <a:lnTo>
                    <a:pt x="336876" y="248800"/>
                  </a:lnTo>
                  <a:lnTo>
                    <a:pt x="336569" y="249093"/>
                  </a:lnTo>
                  <a:lnTo>
                    <a:pt x="336532" y="249664"/>
                  </a:lnTo>
                  <a:lnTo>
                    <a:pt x="335928" y="250488"/>
                  </a:lnTo>
                  <a:lnTo>
                    <a:pt x="335581" y="250149"/>
                  </a:lnTo>
                  <a:lnTo>
                    <a:pt x="335091" y="250274"/>
                  </a:lnTo>
                  <a:lnTo>
                    <a:pt x="335017" y="250493"/>
                  </a:lnTo>
                  <a:lnTo>
                    <a:pt x="334078" y="250027"/>
                  </a:lnTo>
                  <a:lnTo>
                    <a:pt x="332276" y="250295"/>
                  </a:lnTo>
                  <a:lnTo>
                    <a:pt x="331978" y="250408"/>
                  </a:lnTo>
                  <a:lnTo>
                    <a:pt x="331867" y="250761"/>
                  </a:lnTo>
                  <a:lnTo>
                    <a:pt x="331068" y="250835"/>
                  </a:lnTo>
                  <a:lnTo>
                    <a:pt x="330592" y="250419"/>
                  </a:lnTo>
                  <a:lnTo>
                    <a:pt x="329892" y="250400"/>
                  </a:lnTo>
                  <a:lnTo>
                    <a:pt x="326955" y="249202"/>
                  </a:lnTo>
                  <a:lnTo>
                    <a:pt x="326750" y="248712"/>
                  </a:lnTo>
                  <a:lnTo>
                    <a:pt x="325682" y="248089"/>
                  </a:lnTo>
                  <a:lnTo>
                    <a:pt x="325456" y="246656"/>
                  </a:lnTo>
                  <a:lnTo>
                    <a:pt x="325456" y="246420"/>
                  </a:lnTo>
                  <a:lnTo>
                    <a:pt x="324656" y="246323"/>
                  </a:lnTo>
                  <a:lnTo>
                    <a:pt x="324029" y="246824"/>
                  </a:lnTo>
                  <a:lnTo>
                    <a:pt x="323788" y="246661"/>
                  </a:lnTo>
                  <a:lnTo>
                    <a:pt x="323210" y="246840"/>
                  </a:lnTo>
                  <a:lnTo>
                    <a:pt x="322989" y="247215"/>
                  </a:lnTo>
                  <a:lnTo>
                    <a:pt x="321987" y="247809"/>
                  </a:lnTo>
                  <a:lnTo>
                    <a:pt x="321248" y="248797"/>
                  </a:lnTo>
                  <a:lnTo>
                    <a:pt x="320601" y="248821"/>
                  </a:lnTo>
                  <a:lnTo>
                    <a:pt x="320280" y="248205"/>
                  </a:lnTo>
                  <a:lnTo>
                    <a:pt x="319998" y="248166"/>
                  </a:lnTo>
                  <a:lnTo>
                    <a:pt x="319784" y="247004"/>
                  </a:lnTo>
                  <a:lnTo>
                    <a:pt x="319319" y="247278"/>
                  </a:lnTo>
                  <a:lnTo>
                    <a:pt x="318248" y="247136"/>
                  </a:lnTo>
                  <a:lnTo>
                    <a:pt x="317880" y="246747"/>
                  </a:lnTo>
                  <a:lnTo>
                    <a:pt x="317374" y="246662"/>
                  </a:lnTo>
                  <a:lnTo>
                    <a:pt x="316888" y="245644"/>
                  </a:lnTo>
                  <a:lnTo>
                    <a:pt x="316571" y="246098"/>
                  </a:lnTo>
                  <a:lnTo>
                    <a:pt x="316704" y="246589"/>
                  </a:lnTo>
                  <a:lnTo>
                    <a:pt x="316321" y="246510"/>
                  </a:lnTo>
                  <a:lnTo>
                    <a:pt x="315448" y="245597"/>
                  </a:lnTo>
                  <a:lnTo>
                    <a:pt x="315271" y="245877"/>
                  </a:lnTo>
                  <a:lnTo>
                    <a:pt x="314853" y="245663"/>
                  </a:lnTo>
                  <a:lnTo>
                    <a:pt x="314112" y="246368"/>
                  </a:lnTo>
                  <a:lnTo>
                    <a:pt x="314243" y="245686"/>
                  </a:lnTo>
                  <a:lnTo>
                    <a:pt x="313774" y="243813"/>
                  </a:lnTo>
                  <a:lnTo>
                    <a:pt x="313109" y="244489"/>
                  </a:lnTo>
                  <a:lnTo>
                    <a:pt x="312114" y="244853"/>
                  </a:lnTo>
                  <a:lnTo>
                    <a:pt x="311936" y="244338"/>
                  </a:lnTo>
                  <a:lnTo>
                    <a:pt x="310638" y="244402"/>
                  </a:lnTo>
                  <a:lnTo>
                    <a:pt x="310499" y="243865"/>
                  </a:lnTo>
                  <a:lnTo>
                    <a:pt x="309985" y="243833"/>
                  </a:lnTo>
                  <a:lnTo>
                    <a:pt x="309951" y="243337"/>
                  </a:lnTo>
                  <a:lnTo>
                    <a:pt x="308673" y="241718"/>
                  </a:lnTo>
                  <a:lnTo>
                    <a:pt x="307513" y="242013"/>
                  </a:lnTo>
                  <a:lnTo>
                    <a:pt x="306311" y="241477"/>
                  </a:lnTo>
                  <a:lnTo>
                    <a:pt x="305959" y="241843"/>
                  </a:lnTo>
                  <a:lnTo>
                    <a:pt x="305510" y="241818"/>
                  </a:lnTo>
                  <a:lnTo>
                    <a:pt x="304869" y="242739"/>
                  </a:lnTo>
                  <a:lnTo>
                    <a:pt x="304316" y="242171"/>
                  </a:lnTo>
                  <a:lnTo>
                    <a:pt x="304028" y="242369"/>
                  </a:lnTo>
                  <a:lnTo>
                    <a:pt x="303686" y="242113"/>
                  </a:lnTo>
                  <a:lnTo>
                    <a:pt x="303247" y="242523"/>
                  </a:lnTo>
                  <a:lnTo>
                    <a:pt x="302339" y="241111"/>
                  </a:lnTo>
                  <a:lnTo>
                    <a:pt x="301767" y="241336"/>
                  </a:lnTo>
                  <a:lnTo>
                    <a:pt x="301692" y="241154"/>
                  </a:lnTo>
                  <a:lnTo>
                    <a:pt x="301316" y="241518"/>
                  </a:lnTo>
                  <a:lnTo>
                    <a:pt x="300469" y="240816"/>
                  </a:lnTo>
                  <a:lnTo>
                    <a:pt x="300248" y="241067"/>
                  </a:lnTo>
                  <a:lnTo>
                    <a:pt x="299657" y="240706"/>
                  </a:lnTo>
                  <a:lnTo>
                    <a:pt x="299055" y="239926"/>
                  </a:lnTo>
                  <a:lnTo>
                    <a:pt x="298435" y="240034"/>
                  </a:lnTo>
                  <a:lnTo>
                    <a:pt x="298273" y="239733"/>
                  </a:lnTo>
                  <a:lnTo>
                    <a:pt x="297589" y="239472"/>
                  </a:lnTo>
                  <a:lnTo>
                    <a:pt x="296833" y="241259"/>
                  </a:lnTo>
                  <a:lnTo>
                    <a:pt x="296687" y="241352"/>
                  </a:lnTo>
                  <a:lnTo>
                    <a:pt x="295903" y="240761"/>
                  </a:lnTo>
                  <a:lnTo>
                    <a:pt x="295745" y="240978"/>
                  </a:lnTo>
                  <a:lnTo>
                    <a:pt x="295122" y="241002"/>
                  </a:lnTo>
                  <a:lnTo>
                    <a:pt x="294263" y="242695"/>
                  </a:lnTo>
                  <a:lnTo>
                    <a:pt x="294205" y="242440"/>
                  </a:lnTo>
                  <a:lnTo>
                    <a:pt x="293528" y="242278"/>
                  </a:lnTo>
                  <a:lnTo>
                    <a:pt x="293132" y="242894"/>
                  </a:lnTo>
                  <a:lnTo>
                    <a:pt x="292764" y="242800"/>
                  </a:lnTo>
                  <a:lnTo>
                    <a:pt x="292639" y="243178"/>
                  </a:lnTo>
                  <a:lnTo>
                    <a:pt x="291944" y="242888"/>
                  </a:lnTo>
                  <a:lnTo>
                    <a:pt x="291066" y="243025"/>
                  </a:lnTo>
                  <a:lnTo>
                    <a:pt x="291615" y="243905"/>
                  </a:lnTo>
                  <a:lnTo>
                    <a:pt x="291490" y="244380"/>
                  </a:lnTo>
                  <a:lnTo>
                    <a:pt x="290666" y="245413"/>
                  </a:lnTo>
                  <a:lnTo>
                    <a:pt x="289900" y="245184"/>
                  </a:lnTo>
                  <a:lnTo>
                    <a:pt x="289721" y="245781"/>
                  </a:lnTo>
                  <a:lnTo>
                    <a:pt x="289176" y="246192"/>
                  </a:lnTo>
                  <a:lnTo>
                    <a:pt x="288676" y="245788"/>
                  </a:lnTo>
                  <a:lnTo>
                    <a:pt x="288366" y="245161"/>
                  </a:lnTo>
                  <a:lnTo>
                    <a:pt x="286563" y="244368"/>
                  </a:lnTo>
                  <a:lnTo>
                    <a:pt x="284887" y="244052"/>
                  </a:lnTo>
                  <a:lnTo>
                    <a:pt x="282459" y="242457"/>
                  </a:lnTo>
                  <a:lnTo>
                    <a:pt x="280786" y="241732"/>
                  </a:lnTo>
                  <a:lnTo>
                    <a:pt x="280465" y="241329"/>
                  </a:lnTo>
                  <a:lnTo>
                    <a:pt x="279029" y="240898"/>
                  </a:lnTo>
                  <a:lnTo>
                    <a:pt x="279096" y="240578"/>
                  </a:lnTo>
                  <a:lnTo>
                    <a:pt x="277865" y="239318"/>
                  </a:lnTo>
                  <a:lnTo>
                    <a:pt x="276419" y="238477"/>
                  </a:lnTo>
                  <a:lnTo>
                    <a:pt x="276242" y="238051"/>
                  </a:lnTo>
                  <a:lnTo>
                    <a:pt x="275604" y="237999"/>
                  </a:lnTo>
                  <a:lnTo>
                    <a:pt x="275016" y="237109"/>
                  </a:lnTo>
                  <a:lnTo>
                    <a:pt x="272933" y="236493"/>
                  </a:lnTo>
                  <a:lnTo>
                    <a:pt x="272478" y="235758"/>
                  </a:lnTo>
                  <a:lnTo>
                    <a:pt x="272472" y="234264"/>
                  </a:lnTo>
                  <a:lnTo>
                    <a:pt x="271894" y="233888"/>
                  </a:lnTo>
                  <a:lnTo>
                    <a:pt x="270576" y="233866"/>
                  </a:lnTo>
                  <a:lnTo>
                    <a:pt x="270541" y="234205"/>
                  </a:lnTo>
                  <a:lnTo>
                    <a:pt x="268096" y="233667"/>
                  </a:lnTo>
                  <a:lnTo>
                    <a:pt x="267171" y="233077"/>
                  </a:lnTo>
                  <a:lnTo>
                    <a:pt x="266245" y="232868"/>
                  </a:lnTo>
                  <a:lnTo>
                    <a:pt x="265489" y="233052"/>
                  </a:lnTo>
                  <a:lnTo>
                    <a:pt x="265676" y="233628"/>
                  </a:lnTo>
                  <a:lnTo>
                    <a:pt x="265526" y="233883"/>
                  </a:lnTo>
                  <a:lnTo>
                    <a:pt x="264142" y="233842"/>
                  </a:lnTo>
                  <a:lnTo>
                    <a:pt x="263179" y="234110"/>
                  </a:lnTo>
                  <a:lnTo>
                    <a:pt x="262243" y="235348"/>
                  </a:lnTo>
                  <a:lnTo>
                    <a:pt x="260692" y="235116"/>
                  </a:lnTo>
                  <a:lnTo>
                    <a:pt x="258011" y="235718"/>
                  </a:lnTo>
                  <a:lnTo>
                    <a:pt x="255937" y="235465"/>
                  </a:lnTo>
                  <a:lnTo>
                    <a:pt x="254861" y="235708"/>
                  </a:lnTo>
                  <a:lnTo>
                    <a:pt x="253044" y="235159"/>
                  </a:lnTo>
                  <a:lnTo>
                    <a:pt x="250626" y="234813"/>
                  </a:lnTo>
                  <a:lnTo>
                    <a:pt x="249409" y="234986"/>
                  </a:lnTo>
                  <a:lnTo>
                    <a:pt x="246726" y="234168"/>
                  </a:lnTo>
                  <a:lnTo>
                    <a:pt x="244424" y="236611"/>
                  </a:lnTo>
                  <a:lnTo>
                    <a:pt x="243456" y="236797"/>
                  </a:lnTo>
                  <a:lnTo>
                    <a:pt x="243014" y="236648"/>
                  </a:lnTo>
                  <a:lnTo>
                    <a:pt x="241308" y="237441"/>
                  </a:lnTo>
                  <a:lnTo>
                    <a:pt x="240441" y="236699"/>
                  </a:lnTo>
                  <a:lnTo>
                    <a:pt x="239527" y="236271"/>
                  </a:lnTo>
                  <a:lnTo>
                    <a:pt x="237966" y="236046"/>
                  </a:lnTo>
                  <a:lnTo>
                    <a:pt x="237109" y="235181"/>
                  </a:lnTo>
                  <a:lnTo>
                    <a:pt x="235521" y="234668"/>
                  </a:lnTo>
                  <a:lnTo>
                    <a:pt x="234698" y="234034"/>
                  </a:lnTo>
                  <a:lnTo>
                    <a:pt x="234045" y="234515"/>
                  </a:lnTo>
                  <a:lnTo>
                    <a:pt x="231623" y="234391"/>
                  </a:lnTo>
                  <a:lnTo>
                    <a:pt x="231172" y="234974"/>
                  </a:lnTo>
                  <a:lnTo>
                    <a:pt x="229977" y="235695"/>
                  </a:lnTo>
                  <a:lnTo>
                    <a:pt x="229007" y="236622"/>
                  </a:lnTo>
                  <a:lnTo>
                    <a:pt x="226740" y="236602"/>
                  </a:lnTo>
                  <a:lnTo>
                    <a:pt x="225857" y="237808"/>
                  </a:lnTo>
                  <a:lnTo>
                    <a:pt x="225002" y="237937"/>
                  </a:lnTo>
                  <a:lnTo>
                    <a:pt x="224639" y="237990"/>
                  </a:lnTo>
                  <a:lnTo>
                    <a:pt x="223771" y="238721"/>
                  </a:lnTo>
                  <a:lnTo>
                    <a:pt x="222656" y="238842"/>
                  </a:lnTo>
                  <a:lnTo>
                    <a:pt x="221231" y="237835"/>
                  </a:lnTo>
                  <a:lnTo>
                    <a:pt x="220141" y="238196"/>
                  </a:lnTo>
                  <a:lnTo>
                    <a:pt x="219341" y="238034"/>
                  </a:lnTo>
                  <a:lnTo>
                    <a:pt x="219084" y="238272"/>
                  </a:lnTo>
                  <a:lnTo>
                    <a:pt x="218326" y="237713"/>
                  </a:lnTo>
                  <a:lnTo>
                    <a:pt x="217730" y="237572"/>
                  </a:lnTo>
                  <a:lnTo>
                    <a:pt x="216293" y="238055"/>
                  </a:lnTo>
                  <a:lnTo>
                    <a:pt x="214461" y="237189"/>
                  </a:lnTo>
                  <a:lnTo>
                    <a:pt x="213008" y="235497"/>
                  </a:lnTo>
                  <a:lnTo>
                    <a:pt x="210982" y="234760"/>
                  </a:lnTo>
                  <a:lnTo>
                    <a:pt x="210481" y="235357"/>
                  </a:lnTo>
                  <a:lnTo>
                    <a:pt x="209935" y="235344"/>
                  </a:lnTo>
                  <a:lnTo>
                    <a:pt x="208958" y="235803"/>
                  </a:lnTo>
                  <a:lnTo>
                    <a:pt x="208034" y="236634"/>
                  </a:lnTo>
                  <a:lnTo>
                    <a:pt x="206276" y="237379"/>
                  </a:lnTo>
                  <a:lnTo>
                    <a:pt x="205763" y="236543"/>
                  </a:lnTo>
                  <a:lnTo>
                    <a:pt x="204510" y="236042"/>
                  </a:lnTo>
                  <a:lnTo>
                    <a:pt x="202304" y="235963"/>
                  </a:lnTo>
                  <a:lnTo>
                    <a:pt x="200666" y="235130"/>
                  </a:lnTo>
                  <a:lnTo>
                    <a:pt x="199612" y="233920"/>
                  </a:lnTo>
                  <a:lnTo>
                    <a:pt x="198913" y="233789"/>
                  </a:lnTo>
                  <a:lnTo>
                    <a:pt x="198399" y="233969"/>
                  </a:lnTo>
                  <a:lnTo>
                    <a:pt x="198367" y="233729"/>
                  </a:lnTo>
                  <a:lnTo>
                    <a:pt x="197917" y="233528"/>
                  </a:lnTo>
                  <a:lnTo>
                    <a:pt x="196577" y="234718"/>
                  </a:lnTo>
                  <a:lnTo>
                    <a:pt x="196050" y="235746"/>
                  </a:lnTo>
                  <a:lnTo>
                    <a:pt x="195277" y="236555"/>
                  </a:lnTo>
                  <a:lnTo>
                    <a:pt x="193404" y="237854"/>
                  </a:lnTo>
                  <a:lnTo>
                    <a:pt x="192439" y="239204"/>
                  </a:lnTo>
                  <a:lnTo>
                    <a:pt x="190778" y="239485"/>
                  </a:lnTo>
                  <a:lnTo>
                    <a:pt x="188551" y="240897"/>
                  </a:lnTo>
                  <a:lnTo>
                    <a:pt x="187583" y="240971"/>
                  </a:lnTo>
                  <a:lnTo>
                    <a:pt x="187121" y="241239"/>
                  </a:lnTo>
                  <a:lnTo>
                    <a:pt x="186171" y="240888"/>
                  </a:lnTo>
                  <a:lnTo>
                    <a:pt x="185355" y="241516"/>
                  </a:lnTo>
                  <a:lnTo>
                    <a:pt x="183932" y="241841"/>
                  </a:lnTo>
                  <a:lnTo>
                    <a:pt x="183748" y="241428"/>
                  </a:lnTo>
                  <a:lnTo>
                    <a:pt x="182850" y="241345"/>
                  </a:lnTo>
                  <a:lnTo>
                    <a:pt x="181733" y="240882"/>
                  </a:lnTo>
                  <a:lnTo>
                    <a:pt x="181387" y="240317"/>
                  </a:lnTo>
                  <a:lnTo>
                    <a:pt x="180080" y="240219"/>
                  </a:lnTo>
                  <a:lnTo>
                    <a:pt x="179695" y="240433"/>
                  </a:lnTo>
                  <a:lnTo>
                    <a:pt x="178467" y="240486"/>
                  </a:lnTo>
                  <a:lnTo>
                    <a:pt x="176233" y="239344"/>
                  </a:lnTo>
                  <a:lnTo>
                    <a:pt x="172883" y="239010"/>
                  </a:lnTo>
                  <a:lnTo>
                    <a:pt x="171655" y="237617"/>
                  </a:lnTo>
                  <a:lnTo>
                    <a:pt x="170218" y="237611"/>
                  </a:lnTo>
                  <a:lnTo>
                    <a:pt x="169018" y="236783"/>
                  </a:lnTo>
                  <a:lnTo>
                    <a:pt x="167136" y="236415"/>
                  </a:lnTo>
                  <a:lnTo>
                    <a:pt x="166275" y="235529"/>
                  </a:lnTo>
                  <a:lnTo>
                    <a:pt x="163158" y="233330"/>
                  </a:lnTo>
                  <a:lnTo>
                    <a:pt x="162531" y="229931"/>
                  </a:lnTo>
                  <a:lnTo>
                    <a:pt x="164147" y="226268"/>
                  </a:lnTo>
                  <a:lnTo>
                    <a:pt x="163657" y="225080"/>
                  </a:lnTo>
                  <a:lnTo>
                    <a:pt x="163506" y="223675"/>
                  </a:lnTo>
                  <a:lnTo>
                    <a:pt x="163042" y="222202"/>
                  </a:lnTo>
                  <a:lnTo>
                    <a:pt x="163070" y="220357"/>
                  </a:lnTo>
                  <a:lnTo>
                    <a:pt x="163850" y="217423"/>
                  </a:lnTo>
                  <a:lnTo>
                    <a:pt x="163359" y="216576"/>
                  </a:lnTo>
                  <a:lnTo>
                    <a:pt x="162987" y="214975"/>
                  </a:lnTo>
                  <a:lnTo>
                    <a:pt x="163197" y="214301"/>
                  </a:lnTo>
                  <a:lnTo>
                    <a:pt x="164013" y="213710"/>
                  </a:lnTo>
                  <a:lnTo>
                    <a:pt x="164042" y="213240"/>
                  </a:lnTo>
                  <a:lnTo>
                    <a:pt x="164886" y="212565"/>
                  </a:lnTo>
                  <a:lnTo>
                    <a:pt x="164860" y="211642"/>
                  </a:lnTo>
                  <a:lnTo>
                    <a:pt x="165251" y="210390"/>
                  </a:lnTo>
                  <a:lnTo>
                    <a:pt x="165925" y="209497"/>
                  </a:lnTo>
                  <a:lnTo>
                    <a:pt x="166160" y="208112"/>
                  </a:lnTo>
                  <a:lnTo>
                    <a:pt x="167278" y="205778"/>
                  </a:lnTo>
                  <a:lnTo>
                    <a:pt x="166915" y="205347"/>
                  </a:lnTo>
                  <a:lnTo>
                    <a:pt x="165664" y="205250"/>
                  </a:lnTo>
                  <a:lnTo>
                    <a:pt x="163013" y="204188"/>
                  </a:lnTo>
                  <a:lnTo>
                    <a:pt x="162431" y="203572"/>
                  </a:lnTo>
                  <a:lnTo>
                    <a:pt x="162512" y="203263"/>
                  </a:lnTo>
                  <a:lnTo>
                    <a:pt x="162115" y="203227"/>
                  </a:lnTo>
                  <a:lnTo>
                    <a:pt x="161942" y="203461"/>
                  </a:lnTo>
                  <a:lnTo>
                    <a:pt x="161090" y="203068"/>
                  </a:lnTo>
                  <a:lnTo>
                    <a:pt x="160342" y="203014"/>
                  </a:lnTo>
                  <a:lnTo>
                    <a:pt x="160505" y="201774"/>
                  </a:lnTo>
                  <a:lnTo>
                    <a:pt x="160170" y="201510"/>
                  </a:lnTo>
                  <a:lnTo>
                    <a:pt x="160645" y="199283"/>
                  </a:lnTo>
                  <a:lnTo>
                    <a:pt x="159591" y="198987"/>
                  </a:lnTo>
                  <a:lnTo>
                    <a:pt x="158751" y="199470"/>
                  </a:lnTo>
                  <a:lnTo>
                    <a:pt x="158326" y="199293"/>
                  </a:lnTo>
                  <a:lnTo>
                    <a:pt x="157974" y="199484"/>
                  </a:lnTo>
                  <a:lnTo>
                    <a:pt x="157643" y="200471"/>
                  </a:lnTo>
                  <a:lnTo>
                    <a:pt x="156976" y="200653"/>
                  </a:lnTo>
                  <a:lnTo>
                    <a:pt x="156490" y="201293"/>
                  </a:lnTo>
                  <a:lnTo>
                    <a:pt x="155928" y="201336"/>
                  </a:lnTo>
                  <a:lnTo>
                    <a:pt x="154333" y="202084"/>
                  </a:lnTo>
                  <a:lnTo>
                    <a:pt x="153088" y="201622"/>
                  </a:lnTo>
                  <a:lnTo>
                    <a:pt x="151633" y="203004"/>
                  </a:lnTo>
                  <a:lnTo>
                    <a:pt x="150040" y="203236"/>
                  </a:lnTo>
                  <a:lnTo>
                    <a:pt x="148926" y="203852"/>
                  </a:lnTo>
                  <a:lnTo>
                    <a:pt x="147269" y="204177"/>
                  </a:lnTo>
                  <a:lnTo>
                    <a:pt x="146996" y="203649"/>
                  </a:lnTo>
                  <a:lnTo>
                    <a:pt x="145488" y="202568"/>
                  </a:lnTo>
                  <a:lnTo>
                    <a:pt x="145244" y="201776"/>
                  </a:lnTo>
                  <a:lnTo>
                    <a:pt x="144446" y="201210"/>
                  </a:lnTo>
                  <a:lnTo>
                    <a:pt x="143681" y="201407"/>
                  </a:lnTo>
                  <a:lnTo>
                    <a:pt x="143347" y="201180"/>
                  </a:lnTo>
                  <a:lnTo>
                    <a:pt x="143794" y="200511"/>
                  </a:lnTo>
                  <a:lnTo>
                    <a:pt x="144759" y="200234"/>
                  </a:lnTo>
                  <a:lnTo>
                    <a:pt x="144661" y="198984"/>
                  </a:lnTo>
                  <a:lnTo>
                    <a:pt x="143520" y="198976"/>
                  </a:lnTo>
                  <a:lnTo>
                    <a:pt x="142485" y="199388"/>
                  </a:lnTo>
                  <a:lnTo>
                    <a:pt x="141220" y="199185"/>
                  </a:lnTo>
                  <a:lnTo>
                    <a:pt x="139324" y="199825"/>
                  </a:lnTo>
                  <a:lnTo>
                    <a:pt x="137814" y="199620"/>
                  </a:lnTo>
                  <a:lnTo>
                    <a:pt x="136981" y="199251"/>
                  </a:lnTo>
                  <a:lnTo>
                    <a:pt x="136444" y="199463"/>
                  </a:lnTo>
                  <a:lnTo>
                    <a:pt x="135925" y="198498"/>
                  </a:lnTo>
                  <a:lnTo>
                    <a:pt x="132600" y="196508"/>
                  </a:lnTo>
                  <a:lnTo>
                    <a:pt x="131132" y="196279"/>
                  </a:lnTo>
                  <a:lnTo>
                    <a:pt x="130394" y="195022"/>
                  </a:lnTo>
                  <a:lnTo>
                    <a:pt x="129586" y="194894"/>
                  </a:lnTo>
                  <a:lnTo>
                    <a:pt x="128381" y="194082"/>
                  </a:lnTo>
                  <a:lnTo>
                    <a:pt x="127261" y="192948"/>
                  </a:lnTo>
                  <a:lnTo>
                    <a:pt x="126638" y="191735"/>
                  </a:lnTo>
                  <a:lnTo>
                    <a:pt x="125977" y="191351"/>
                  </a:lnTo>
                  <a:lnTo>
                    <a:pt x="125691" y="191406"/>
                  </a:lnTo>
                  <a:lnTo>
                    <a:pt x="124984" y="190399"/>
                  </a:lnTo>
                  <a:lnTo>
                    <a:pt x="124388" y="190153"/>
                  </a:lnTo>
                  <a:lnTo>
                    <a:pt x="123622" y="188808"/>
                  </a:lnTo>
                  <a:lnTo>
                    <a:pt x="123213" y="188804"/>
                  </a:lnTo>
                  <a:lnTo>
                    <a:pt x="122787" y="188417"/>
                  </a:lnTo>
                  <a:lnTo>
                    <a:pt x="122617" y="187765"/>
                  </a:lnTo>
                  <a:lnTo>
                    <a:pt x="122183" y="187322"/>
                  </a:lnTo>
                  <a:lnTo>
                    <a:pt x="122219" y="186214"/>
                  </a:lnTo>
                  <a:lnTo>
                    <a:pt x="121827" y="185778"/>
                  </a:lnTo>
                  <a:lnTo>
                    <a:pt x="121609" y="184812"/>
                  </a:lnTo>
                  <a:lnTo>
                    <a:pt x="121631" y="181403"/>
                  </a:lnTo>
                  <a:lnTo>
                    <a:pt x="120731" y="181368"/>
                  </a:lnTo>
                  <a:lnTo>
                    <a:pt x="120043" y="180577"/>
                  </a:lnTo>
                  <a:lnTo>
                    <a:pt x="119103" y="180685"/>
                  </a:lnTo>
                  <a:lnTo>
                    <a:pt x="118381" y="180396"/>
                  </a:lnTo>
                  <a:lnTo>
                    <a:pt x="117744" y="180532"/>
                  </a:lnTo>
                  <a:lnTo>
                    <a:pt x="117146" y="180044"/>
                  </a:lnTo>
                  <a:lnTo>
                    <a:pt x="116832" y="180148"/>
                  </a:lnTo>
                  <a:lnTo>
                    <a:pt x="115285" y="179788"/>
                  </a:lnTo>
                  <a:lnTo>
                    <a:pt x="114329" y="179073"/>
                  </a:lnTo>
                  <a:lnTo>
                    <a:pt x="113480" y="179263"/>
                  </a:lnTo>
                  <a:lnTo>
                    <a:pt x="112301" y="179103"/>
                  </a:lnTo>
                  <a:lnTo>
                    <a:pt x="109590" y="177203"/>
                  </a:lnTo>
                  <a:lnTo>
                    <a:pt x="107897" y="177146"/>
                  </a:lnTo>
                  <a:lnTo>
                    <a:pt x="105989" y="176239"/>
                  </a:lnTo>
                  <a:lnTo>
                    <a:pt x="104817" y="176504"/>
                  </a:lnTo>
                  <a:lnTo>
                    <a:pt x="104586" y="176190"/>
                  </a:lnTo>
                  <a:lnTo>
                    <a:pt x="103303" y="175771"/>
                  </a:lnTo>
                  <a:lnTo>
                    <a:pt x="102814" y="175301"/>
                  </a:lnTo>
                  <a:lnTo>
                    <a:pt x="102146" y="175342"/>
                  </a:lnTo>
                  <a:lnTo>
                    <a:pt x="100388" y="174451"/>
                  </a:lnTo>
                  <a:lnTo>
                    <a:pt x="99110" y="174584"/>
                  </a:lnTo>
                  <a:lnTo>
                    <a:pt x="97784" y="174220"/>
                  </a:lnTo>
                  <a:lnTo>
                    <a:pt x="95309" y="174335"/>
                  </a:lnTo>
                  <a:lnTo>
                    <a:pt x="94327" y="174889"/>
                  </a:lnTo>
                  <a:lnTo>
                    <a:pt x="93797" y="174636"/>
                  </a:lnTo>
                  <a:lnTo>
                    <a:pt x="92832" y="175078"/>
                  </a:lnTo>
                  <a:lnTo>
                    <a:pt x="89953" y="174851"/>
                  </a:lnTo>
                  <a:lnTo>
                    <a:pt x="86536" y="173082"/>
                  </a:lnTo>
                  <a:lnTo>
                    <a:pt x="85965" y="172439"/>
                  </a:lnTo>
                  <a:lnTo>
                    <a:pt x="84816" y="172538"/>
                  </a:lnTo>
                  <a:lnTo>
                    <a:pt x="84427" y="172914"/>
                  </a:lnTo>
                  <a:lnTo>
                    <a:pt x="82475" y="173346"/>
                  </a:lnTo>
                  <a:lnTo>
                    <a:pt x="81940" y="173086"/>
                  </a:lnTo>
                  <a:lnTo>
                    <a:pt x="81352" y="173578"/>
                  </a:lnTo>
                  <a:lnTo>
                    <a:pt x="80110" y="173370"/>
                  </a:lnTo>
                  <a:lnTo>
                    <a:pt x="79050" y="173507"/>
                  </a:lnTo>
                  <a:lnTo>
                    <a:pt x="77821" y="174722"/>
                  </a:lnTo>
                  <a:lnTo>
                    <a:pt x="75992" y="176017"/>
                  </a:lnTo>
                  <a:lnTo>
                    <a:pt x="74787" y="176109"/>
                  </a:lnTo>
                  <a:lnTo>
                    <a:pt x="73461" y="176566"/>
                  </a:lnTo>
                  <a:lnTo>
                    <a:pt x="73128" y="176333"/>
                  </a:lnTo>
                  <a:lnTo>
                    <a:pt x="72672" y="176748"/>
                  </a:lnTo>
                  <a:lnTo>
                    <a:pt x="72092" y="177869"/>
                  </a:lnTo>
                  <a:lnTo>
                    <a:pt x="70849" y="178809"/>
                  </a:lnTo>
                  <a:lnTo>
                    <a:pt x="70482" y="178824"/>
                  </a:lnTo>
                  <a:lnTo>
                    <a:pt x="68208" y="181432"/>
                  </a:lnTo>
                  <a:lnTo>
                    <a:pt x="67846" y="183512"/>
                  </a:lnTo>
                  <a:lnTo>
                    <a:pt x="66925" y="184456"/>
                  </a:lnTo>
                  <a:lnTo>
                    <a:pt x="67067" y="185187"/>
                  </a:lnTo>
                  <a:lnTo>
                    <a:pt x="66637" y="187126"/>
                  </a:lnTo>
                  <a:lnTo>
                    <a:pt x="67128" y="187518"/>
                  </a:lnTo>
                  <a:lnTo>
                    <a:pt x="66559" y="188314"/>
                  </a:lnTo>
                  <a:lnTo>
                    <a:pt x="65085" y="189114"/>
                  </a:lnTo>
                  <a:lnTo>
                    <a:pt x="64707" y="189027"/>
                  </a:lnTo>
                  <a:lnTo>
                    <a:pt x="61201" y="190332"/>
                  </a:lnTo>
                  <a:lnTo>
                    <a:pt x="60536" y="191169"/>
                  </a:lnTo>
                  <a:lnTo>
                    <a:pt x="58489" y="192905"/>
                  </a:lnTo>
                  <a:lnTo>
                    <a:pt x="57196" y="192607"/>
                  </a:lnTo>
                  <a:lnTo>
                    <a:pt x="55923" y="192723"/>
                  </a:lnTo>
                  <a:lnTo>
                    <a:pt x="55487" y="192437"/>
                  </a:lnTo>
                  <a:lnTo>
                    <a:pt x="55478" y="191562"/>
                  </a:lnTo>
                  <a:lnTo>
                    <a:pt x="54734" y="191698"/>
                  </a:lnTo>
                  <a:lnTo>
                    <a:pt x="53324" y="192955"/>
                  </a:lnTo>
                  <a:lnTo>
                    <a:pt x="51521" y="193778"/>
                  </a:lnTo>
                  <a:lnTo>
                    <a:pt x="50143" y="193085"/>
                  </a:lnTo>
                  <a:lnTo>
                    <a:pt x="48594" y="191209"/>
                  </a:lnTo>
                  <a:lnTo>
                    <a:pt x="47935" y="189724"/>
                  </a:lnTo>
                  <a:lnTo>
                    <a:pt x="48447" y="189260"/>
                  </a:lnTo>
                  <a:lnTo>
                    <a:pt x="48458" y="187965"/>
                  </a:lnTo>
                  <a:lnTo>
                    <a:pt x="48359" y="187726"/>
                  </a:lnTo>
                  <a:lnTo>
                    <a:pt x="47778" y="187537"/>
                  </a:lnTo>
                  <a:lnTo>
                    <a:pt x="47532" y="185329"/>
                  </a:lnTo>
                  <a:lnTo>
                    <a:pt x="47048" y="185012"/>
                  </a:lnTo>
                  <a:lnTo>
                    <a:pt x="46575" y="184011"/>
                  </a:lnTo>
                  <a:lnTo>
                    <a:pt x="45313" y="183973"/>
                  </a:lnTo>
                  <a:lnTo>
                    <a:pt x="43886" y="182988"/>
                  </a:lnTo>
                  <a:lnTo>
                    <a:pt x="42749" y="182878"/>
                  </a:lnTo>
                  <a:lnTo>
                    <a:pt x="40910" y="181965"/>
                  </a:lnTo>
                  <a:lnTo>
                    <a:pt x="40243" y="180140"/>
                  </a:lnTo>
                  <a:lnTo>
                    <a:pt x="39169" y="178820"/>
                  </a:lnTo>
                  <a:lnTo>
                    <a:pt x="38497" y="178333"/>
                  </a:lnTo>
                  <a:lnTo>
                    <a:pt x="38285" y="176911"/>
                  </a:lnTo>
                  <a:lnTo>
                    <a:pt x="37867" y="176205"/>
                  </a:lnTo>
                  <a:lnTo>
                    <a:pt x="37979" y="175915"/>
                  </a:lnTo>
                  <a:lnTo>
                    <a:pt x="38335" y="175848"/>
                  </a:lnTo>
                  <a:lnTo>
                    <a:pt x="38477" y="175075"/>
                  </a:lnTo>
                  <a:lnTo>
                    <a:pt x="37350" y="174551"/>
                  </a:lnTo>
                  <a:lnTo>
                    <a:pt x="37076" y="174758"/>
                  </a:lnTo>
                  <a:lnTo>
                    <a:pt x="36366" y="173893"/>
                  </a:lnTo>
                  <a:lnTo>
                    <a:pt x="35649" y="173692"/>
                  </a:lnTo>
                  <a:lnTo>
                    <a:pt x="35337" y="171896"/>
                  </a:lnTo>
                  <a:lnTo>
                    <a:pt x="35629" y="171350"/>
                  </a:lnTo>
                  <a:lnTo>
                    <a:pt x="35631" y="170733"/>
                  </a:lnTo>
                  <a:lnTo>
                    <a:pt x="34790" y="169964"/>
                  </a:lnTo>
                  <a:lnTo>
                    <a:pt x="34101" y="170477"/>
                  </a:lnTo>
                  <a:lnTo>
                    <a:pt x="31820" y="170395"/>
                  </a:lnTo>
                  <a:lnTo>
                    <a:pt x="30749" y="170119"/>
                  </a:lnTo>
                  <a:lnTo>
                    <a:pt x="29658" y="169300"/>
                  </a:lnTo>
                  <a:lnTo>
                    <a:pt x="29432" y="168707"/>
                  </a:lnTo>
                  <a:lnTo>
                    <a:pt x="28512" y="168378"/>
                  </a:lnTo>
                  <a:lnTo>
                    <a:pt x="27875" y="168420"/>
                  </a:lnTo>
                  <a:lnTo>
                    <a:pt x="27579" y="168625"/>
                  </a:lnTo>
                  <a:lnTo>
                    <a:pt x="26635" y="168570"/>
                  </a:lnTo>
                  <a:lnTo>
                    <a:pt x="25772" y="168799"/>
                  </a:lnTo>
                  <a:lnTo>
                    <a:pt x="24630" y="168485"/>
                  </a:lnTo>
                  <a:lnTo>
                    <a:pt x="23281" y="167747"/>
                  </a:lnTo>
                  <a:lnTo>
                    <a:pt x="20986" y="167221"/>
                  </a:lnTo>
                  <a:lnTo>
                    <a:pt x="19298" y="167267"/>
                  </a:lnTo>
                  <a:lnTo>
                    <a:pt x="16544" y="166053"/>
                  </a:lnTo>
                  <a:lnTo>
                    <a:pt x="15189" y="164706"/>
                  </a:lnTo>
                  <a:lnTo>
                    <a:pt x="11822" y="162948"/>
                  </a:lnTo>
                  <a:lnTo>
                    <a:pt x="11061" y="162052"/>
                  </a:lnTo>
                  <a:lnTo>
                    <a:pt x="10727" y="161223"/>
                  </a:lnTo>
                  <a:lnTo>
                    <a:pt x="9435" y="160671"/>
                  </a:lnTo>
                  <a:lnTo>
                    <a:pt x="8606" y="159988"/>
                  </a:lnTo>
                  <a:lnTo>
                    <a:pt x="7816" y="158926"/>
                  </a:lnTo>
                  <a:lnTo>
                    <a:pt x="7242" y="157405"/>
                  </a:lnTo>
                  <a:lnTo>
                    <a:pt x="8279" y="145202"/>
                  </a:lnTo>
                  <a:lnTo>
                    <a:pt x="5922" y="134007"/>
                  </a:lnTo>
                  <a:lnTo>
                    <a:pt x="4374" y="131920"/>
                  </a:lnTo>
                  <a:lnTo>
                    <a:pt x="5703" y="131875"/>
                  </a:lnTo>
                  <a:lnTo>
                    <a:pt x="6885" y="128997"/>
                  </a:lnTo>
                  <a:lnTo>
                    <a:pt x="0" y="120731"/>
                  </a:lnTo>
                  <a:lnTo>
                    <a:pt x="1634" y="120707"/>
                  </a:lnTo>
                  <a:lnTo>
                    <a:pt x="2569" y="119686"/>
                  </a:lnTo>
                  <a:lnTo>
                    <a:pt x="3715" y="119347"/>
                  </a:lnTo>
                  <a:lnTo>
                    <a:pt x="4394" y="119950"/>
                  </a:lnTo>
                  <a:lnTo>
                    <a:pt x="3539" y="117279"/>
                  </a:lnTo>
                  <a:lnTo>
                    <a:pt x="2238" y="115140"/>
                  </a:lnTo>
                  <a:lnTo>
                    <a:pt x="2551" y="113101"/>
                  </a:lnTo>
                  <a:lnTo>
                    <a:pt x="3318" y="110943"/>
                  </a:lnTo>
                  <a:lnTo>
                    <a:pt x="4267" y="109809"/>
                  </a:lnTo>
                  <a:lnTo>
                    <a:pt x="5408" y="109576"/>
                  </a:lnTo>
                  <a:lnTo>
                    <a:pt x="5644" y="109661"/>
                  </a:lnTo>
                  <a:lnTo>
                    <a:pt x="5636" y="110045"/>
                  </a:lnTo>
                  <a:lnTo>
                    <a:pt x="9303" y="106899"/>
                  </a:lnTo>
                  <a:lnTo>
                    <a:pt x="9538" y="106467"/>
                  </a:lnTo>
                  <a:lnTo>
                    <a:pt x="9807" y="103073"/>
                  </a:lnTo>
                  <a:lnTo>
                    <a:pt x="10048" y="102729"/>
                  </a:lnTo>
                  <a:lnTo>
                    <a:pt x="10261" y="100785"/>
                  </a:lnTo>
                  <a:lnTo>
                    <a:pt x="10918" y="100034"/>
                  </a:lnTo>
                  <a:lnTo>
                    <a:pt x="10771" y="96279"/>
                  </a:lnTo>
                  <a:lnTo>
                    <a:pt x="11040" y="95440"/>
                  </a:lnTo>
                  <a:lnTo>
                    <a:pt x="10943" y="93792"/>
                  </a:lnTo>
                  <a:lnTo>
                    <a:pt x="10680" y="91735"/>
                  </a:lnTo>
                  <a:lnTo>
                    <a:pt x="9851" y="88716"/>
                  </a:lnTo>
                  <a:lnTo>
                    <a:pt x="10050" y="87088"/>
                  </a:lnTo>
                  <a:lnTo>
                    <a:pt x="9861" y="86476"/>
                  </a:lnTo>
                  <a:lnTo>
                    <a:pt x="9080" y="86088"/>
                  </a:lnTo>
                  <a:lnTo>
                    <a:pt x="8269" y="86122"/>
                  </a:lnTo>
                  <a:lnTo>
                    <a:pt x="7386" y="85500"/>
                  </a:lnTo>
                  <a:lnTo>
                    <a:pt x="6516" y="85442"/>
                  </a:lnTo>
                  <a:lnTo>
                    <a:pt x="6550" y="84826"/>
                  </a:lnTo>
                  <a:lnTo>
                    <a:pt x="7239" y="83923"/>
                  </a:lnTo>
                  <a:lnTo>
                    <a:pt x="8125" y="83652"/>
                  </a:lnTo>
                  <a:lnTo>
                    <a:pt x="10906" y="84596"/>
                  </a:lnTo>
                  <a:lnTo>
                    <a:pt x="11389" y="84580"/>
                  </a:lnTo>
                  <a:lnTo>
                    <a:pt x="14077" y="82220"/>
                  </a:lnTo>
                  <a:lnTo>
                    <a:pt x="15590" y="82298"/>
                  </a:lnTo>
                  <a:lnTo>
                    <a:pt x="16583" y="83000"/>
                  </a:lnTo>
                  <a:lnTo>
                    <a:pt x="19109" y="82122"/>
                  </a:lnTo>
                  <a:lnTo>
                    <a:pt x="19826" y="82110"/>
                  </a:lnTo>
                  <a:lnTo>
                    <a:pt x="21185" y="82602"/>
                  </a:lnTo>
                  <a:lnTo>
                    <a:pt x="22595" y="81918"/>
                  </a:lnTo>
                  <a:lnTo>
                    <a:pt x="23988" y="80735"/>
                  </a:lnTo>
                  <a:lnTo>
                    <a:pt x="25304" y="81036"/>
                  </a:lnTo>
                  <a:lnTo>
                    <a:pt x="27249" y="81004"/>
                  </a:lnTo>
                  <a:lnTo>
                    <a:pt x="28858" y="82055"/>
                  </a:lnTo>
                  <a:lnTo>
                    <a:pt x="30212" y="81271"/>
                  </a:lnTo>
                  <a:lnTo>
                    <a:pt x="31107" y="82150"/>
                  </a:lnTo>
                  <a:lnTo>
                    <a:pt x="31607" y="83116"/>
                  </a:lnTo>
                  <a:lnTo>
                    <a:pt x="32009" y="83350"/>
                  </a:lnTo>
                  <a:lnTo>
                    <a:pt x="32990" y="83547"/>
                  </a:lnTo>
                  <a:lnTo>
                    <a:pt x="33729" y="82920"/>
                  </a:lnTo>
                  <a:lnTo>
                    <a:pt x="34162" y="82920"/>
                  </a:lnTo>
                  <a:lnTo>
                    <a:pt x="35915" y="84177"/>
                  </a:lnTo>
                  <a:lnTo>
                    <a:pt x="37533" y="84339"/>
                  </a:lnTo>
                  <a:lnTo>
                    <a:pt x="38472" y="85182"/>
                  </a:lnTo>
                  <a:lnTo>
                    <a:pt x="38964" y="85328"/>
                  </a:lnTo>
                  <a:lnTo>
                    <a:pt x="40328" y="85159"/>
                  </a:lnTo>
                  <a:lnTo>
                    <a:pt x="41589" y="84671"/>
                  </a:lnTo>
                  <a:lnTo>
                    <a:pt x="41381" y="83652"/>
                  </a:lnTo>
                  <a:lnTo>
                    <a:pt x="38333" y="77909"/>
                  </a:lnTo>
                  <a:lnTo>
                    <a:pt x="36969" y="76032"/>
                  </a:lnTo>
                  <a:lnTo>
                    <a:pt x="35851" y="75357"/>
                  </a:lnTo>
                  <a:lnTo>
                    <a:pt x="35492" y="74665"/>
                  </a:lnTo>
                  <a:lnTo>
                    <a:pt x="34188" y="73287"/>
                  </a:lnTo>
                  <a:lnTo>
                    <a:pt x="33736" y="72291"/>
                  </a:lnTo>
                  <a:lnTo>
                    <a:pt x="33567" y="71181"/>
                  </a:lnTo>
                  <a:lnTo>
                    <a:pt x="32345" y="69819"/>
                  </a:lnTo>
                  <a:lnTo>
                    <a:pt x="28855" y="68117"/>
                  </a:lnTo>
                  <a:lnTo>
                    <a:pt x="28451" y="67308"/>
                  </a:lnTo>
                  <a:lnTo>
                    <a:pt x="28668" y="66266"/>
                  </a:lnTo>
                  <a:lnTo>
                    <a:pt x="28193" y="65349"/>
                  </a:lnTo>
                  <a:lnTo>
                    <a:pt x="29469" y="62292"/>
                  </a:lnTo>
                  <a:lnTo>
                    <a:pt x="29229" y="59764"/>
                  </a:lnTo>
                  <a:lnTo>
                    <a:pt x="29311" y="57623"/>
                  </a:lnTo>
                  <a:lnTo>
                    <a:pt x="30017" y="56265"/>
                  </a:lnTo>
                  <a:lnTo>
                    <a:pt x="30112" y="55107"/>
                  </a:lnTo>
                  <a:lnTo>
                    <a:pt x="30780" y="54369"/>
                  </a:lnTo>
                  <a:lnTo>
                    <a:pt x="30716" y="53789"/>
                  </a:lnTo>
                  <a:lnTo>
                    <a:pt x="31289" y="52137"/>
                  </a:lnTo>
                  <a:lnTo>
                    <a:pt x="31054" y="50810"/>
                  </a:lnTo>
                  <a:lnTo>
                    <a:pt x="31613" y="50044"/>
                  </a:lnTo>
                  <a:lnTo>
                    <a:pt x="31867" y="47943"/>
                  </a:lnTo>
                  <a:lnTo>
                    <a:pt x="32393" y="46634"/>
                  </a:lnTo>
                  <a:lnTo>
                    <a:pt x="32330" y="46190"/>
                  </a:lnTo>
                  <a:lnTo>
                    <a:pt x="32878" y="45094"/>
                  </a:lnTo>
                  <a:lnTo>
                    <a:pt x="32732" y="44393"/>
                  </a:lnTo>
                  <a:lnTo>
                    <a:pt x="33451" y="43359"/>
                  </a:lnTo>
                  <a:lnTo>
                    <a:pt x="34122" y="40014"/>
                  </a:lnTo>
                  <a:lnTo>
                    <a:pt x="33048" y="36932"/>
                  </a:lnTo>
                  <a:lnTo>
                    <a:pt x="32285" y="35847"/>
                  </a:lnTo>
                  <a:lnTo>
                    <a:pt x="32215" y="34335"/>
                  </a:lnTo>
                  <a:lnTo>
                    <a:pt x="31306" y="32650"/>
                  </a:lnTo>
                  <a:lnTo>
                    <a:pt x="32523" y="30908"/>
                  </a:lnTo>
                  <a:lnTo>
                    <a:pt x="33981" y="30162"/>
                  </a:lnTo>
                  <a:lnTo>
                    <a:pt x="35439" y="28989"/>
                  </a:lnTo>
                  <a:lnTo>
                    <a:pt x="36153" y="27741"/>
                  </a:lnTo>
                  <a:lnTo>
                    <a:pt x="36869" y="27191"/>
                  </a:lnTo>
                  <a:lnTo>
                    <a:pt x="38571" y="24843"/>
                  </a:lnTo>
                  <a:lnTo>
                    <a:pt x="40200" y="23641"/>
                  </a:lnTo>
                  <a:lnTo>
                    <a:pt x="44061" y="22134"/>
                  </a:lnTo>
                  <a:lnTo>
                    <a:pt x="43889" y="21721"/>
                  </a:lnTo>
                  <a:lnTo>
                    <a:pt x="44095" y="21282"/>
                  </a:lnTo>
                  <a:lnTo>
                    <a:pt x="45849" y="20395"/>
                  </a:lnTo>
                  <a:lnTo>
                    <a:pt x="52336" y="20376"/>
                  </a:lnTo>
                  <a:lnTo>
                    <a:pt x="56728" y="23876"/>
                  </a:lnTo>
                  <a:lnTo>
                    <a:pt x="60517" y="24354"/>
                  </a:lnTo>
                  <a:lnTo>
                    <a:pt x="62455" y="22247"/>
                  </a:lnTo>
                  <a:lnTo>
                    <a:pt x="71269" y="14231"/>
                  </a:lnTo>
                  <a:lnTo>
                    <a:pt x="76203" y="14526"/>
                  </a:lnTo>
                  <a:lnTo>
                    <a:pt x="81063" y="9806"/>
                  </a:lnTo>
                  <a:lnTo>
                    <a:pt x="82059" y="9979"/>
                  </a:lnTo>
                  <a:lnTo>
                    <a:pt x="84950" y="9796"/>
                  </a:lnTo>
                  <a:lnTo>
                    <a:pt x="91241" y="11083"/>
                  </a:lnTo>
                  <a:lnTo>
                    <a:pt x="102786" y="7087"/>
                  </a:lnTo>
                  <a:lnTo>
                    <a:pt x="113805" y="7018"/>
                  </a:lnTo>
                  <a:lnTo>
                    <a:pt x="115564" y="4764"/>
                  </a:lnTo>
                  <a:lnTo>
                    <a:pt x="118109" y="283"/>
                  </a:lnTo>
                  <a:lnTo>
                    <a:pt x="121492" y="3304"/>
                  </a:lnTo>
                  <a:lnTo>
                    <a:pt x="123335" y="2078"/>
                  </a:lnTo>
                  <a:lnTo>
                    <a:pt x="123668" y="1856"/>
                  </a:lnTo>
                  <a:lnTo>
                    <a:pt x="126567" y="2720"/>
                  </a:lnTo>
                  <a:lnTo>
                    <a:pt x="128470" y="458"/>
                  </a:lnTo>
                  <a:lnTo>
                    <a:pt x="129682" y="0"/>
                  </a:lnTo>
                  <a:lnTo>
                    <a:pt x="134255" y="54"/>
                  </a:lnTo>
                  <a:lnTo>
                    <a:pt x="136140" y="877"/>
                  </a:lnTo>
                  <a:lnTo>
                    <a:pt x="138729" y="687"/>
                  </a:lnTo>
                  <a:lnTo>
                    <a:pt x="141673" y="2243"/>
                  </a:lnTo>
                  <a:lnTo>
                    <a:pt x="142832" y="12353"/>
                  </a:lnTo>
                  <a:lnTo>
                    <a:pt x="146142" y="10494"/>
                  </a:lnTo>
                  <a:lnTo>
                    <a:pt x="152226" y="10774"/>
                  </a:lnTo>
                  <a:lnTo>
                    <a:pt x="156529" y="7847"/>
                  </a:lnTo>
                  <a:lnTo>
                    <a:pt x="158999" y="10019"/>
                  </a:lnTo>
                  <a:lnTo>
                    <a:pt x="159761" y="11883"/>
                  </a:lnTo>
                  <a:lnTo>
                    <a:pt x="161220" y="12625"/>
                  </a:lnTo>
                  <a:lnTo>
                    <a:pt x="164023" y="13566"/>
                  </a:lnTo>
                  <a:lnTo>
                    <a:pt x="165704" y="12410"/>
                  </a:lnTo>
                  <a:lnTo>
                    <a:pt x="172829" y="11942"/>
                  </a:lnTo>
                  <a:lnTo>
                    <a:pt x="174176" y="13710"/>
                  </a:lnTo>
                  <a:lnTo>
                    <a:pt x="175249" y="14605"/>
                  </a:lnTo>
                  <a:lnTo>
                    <a:pt x="176118" y="15938"/>
                  </a:lnTo>
                  <a:lnTo>
                    <a:pt x="175277" y="17892"/>
                  </a:lnTo>
                  <a:lnTo>
                    <a:pt x="172900" y="19196"/>
                  </a:lnTo>
                  <a:lnTo>
                    <a:pt x="173190" y="21939"/>
                  </a:lnTo>
                  <a:lnTo>
                    <a:pt x="174958" y="23465"/>
                  </a:lnTo>
                  <a:lnTo>
                    <a:pt x="182206" y="24584"/>
                  </a:lnTo>
                  <a:lnTo>
                    <a:pt x="182380" y="24242"/>
                  </a:lnTo>
                  <a:lnTo>
                    <a:pt x="189930" y="24830"/>
                  </a:lnTo>
                  <a:lnTo>
                    <a:pt x="191071" y="26448"/>
                  </a:lnTo>
                  <a:lnTo>
                    <a:pt x="191893" y="26663"/>
                  </a:lnTo>
                  <a:lnTo>
                    <a:pt x="192120" y="27020"/>
                  </a:lnTo>
                  <a:lnTo>
                    <a:pt x="192953" y="27303"/>
                  </a:lnTo>
                  <a:lnTo>
                    <a:pt x="192772" y="27669"/>
                  </a:lnTo>
                  <a:lnTo>
                    <a:pt x="193891" y="27319"/>
                  </a:lnTo>
                  <a:lnTo>
                    <a:pt x="197674" y="28936"/>
                  </a:lnTo>
                  <a:lnTo>
                    <a:pt x="199752" y="28852"/>
                  </a:lnTo>
                  <a:lnTo>
                    <a:pt x="201177" y="29166"/>
                  </a:lnTo>
                  <a:lnTo>
                    <a:pt x="202485" y="29772"/>
                  </a:lnTo>
                  <a:lnTo>
                    <a:pt x="205343" y="29653"/>
                  </a:lnTo>
                  <a:lnTo>
                    <a:pt x="212902" y="31010"/>
                  </a:lnTo>
                  <a:lnTo>
                    <a:pt x="206988" y="42887"/>
                  </a:lnTo>
                  <a:lnTo>
                    <a:pt x="206942" y="43416"/>
                  </a:lnTo>
                  <a:lnTo>
                    <a:pt x="203720" y="47287"/>
                  </a:lnTo>
                  <a:lnTo>
                    <a:pt x="205511" y="52131"/>
                  </a:lnTo>
                  <a:lnTo>
                    <a:pt x="207559" y="52591"/>
                  </a:lnTo>
                  <a:lnTo>
                    <a:pt x="208606" y="52387"/>
                  </a:lnTo>
                  <a:lnTo>
                    <a:pt x="210486" y="52889"/>
                  </a:lnTo>
                  <a:lnTo>
                    <a:pt x="211371" y="53575"/>
                  </a:lnTo>
                  <a:lnTo>
                    <a:pt x="212136" y="53754"/>
                  </a:lnTo>
                  <a:lnTo>
                    <a:pt x="212819" y="53617"/>
                  </a:lnTo>
                  <a:lnTo>
                    <a:pt x="214980" y="54438"/>
                  </a:lnTo>
                  <a:lnTo>
                    <a:pt x="215657" y="54298"/>
                  </a:lnTo>
                  <a:lnTo>
                    <a:pt x="216199" y="54854"/>
                  </a:lnTo>
                  <a:lnTo>
                    <a:pt x="218684" y="56311"/>
                  </a:lnTo>
                  <a:lnTo>
                    <a:pt x="218965" y="57111"/>
                  </a:lnTo>
                  <a:lnTo>
                    <a:pt x="219911" y="57814"/>
                  </a:lnTo>
                  <a:lnTo>
                    <a:pt x="220419" y="57872"/>
                  </a:lnTo>
                  <a:lnTo>
                    <a:pt x="221256" y="58704"/>
                  </a:lnTo>
                  <a:lnTo>
                    <a:pt x="223475" y="59838"/>
                  </a:lnTo>
                  <a:lnTo>
                    <a:pt x="223642" y="60551"/>
                  </a:lnTo>
                  <a:lnTo>
                    <a:pt x="225027" y="61478"/>
                  </a:lnTo>
                  <a:lnTo>
                    <a:pt x="235057" y="50761"/>
                  </a:lnTo>
                  <a:lnTo>
                    <a:pt x="235380" y="48400"/>
                  </a:lnTo>
                  <a:lnTo>
                    <a:pt x="234088" y="45428"/>
                  </a:lnTo>
                  <a:lnTo>
                    <a:pt x="234401" y="45127"/>
                  </a:lnTo>
                  <a:lnTo>
                    <a:pt x="240066" y="46623"/>
                  </a:lnTo>
                  <a:lnTo>
                    <a:pt x="243022" y="51364"/>
                  </a:lnTo>
                  <a:lnTo>
                    <a:pt x="242651" y="53052"/>
                  </a:lnTo>
                  <a:lnTo>
                    <a:pt x="245129" y="54688"/>
                  </a:lnTo>
                  <a:lnTo>
                    <a:pt x="249435" y="56935"/>
                  </a:lnTo>
                  <a:lnTo>
                    <a:pt x="250424" y="56522"/>
                  </a:lnTo>
                  <a:lnTo>
                    <a:pt x="261087" y="56206"/>
                  </a:lnTo>
                  <a:lnTo>
                    <a:pt x="271053" y="54158"/>
                  </a:lnTo>
                  <a:lnTo>
                    <a:pt x="274504" y="52817"/>
                  </a:lnTo>
                  <a:lnTo>
                    <a:pt x="277042" y="52468"/>
                  </a:lnTo>
                  <a:lnTo>
                    <a:pt x="278392" y="52560"/>
                  </a:lnTo>
                  <a:lnTo>
                    <a:pt x="284247" y="51503"/>
                  </a:lnTo>
                  <a:lnTo>
                    <a:pt x="284776" y="51163"/>
                  </a:lnTo>
                  <a:lnTo>
                    <a:pt x="288026" y="50518"/>
                  </a:lnTo>
                  <a:lnTo>
                    <a:pt x="290753" y="50894"/>
                  </a:lnTo>
                  <a:lnTo>
                    <a:pt x="293924" y="50216"/>
                  </a:lnTo>
                  <a:lnTo>
                    <a:pt x="296196" y="50082"/>
                  </a:lnTo>
                  <a:lnTo>
                    <a:pt x="299093" y="51125"/>
                  </a:lnTo>
                  <a:lnTo>
                    <a:pt x="300195" y="50675"/>
                  </a:lnTo>
                  <a:lnTo>
                    <a:pt x="301070" y="50778"/>
                  </a:lnTo>
                  <a:lnTo>
                    <a:pt x="302469" y="51915"/>
                  </a:lnTo>
                  <a:lnTo>
                    <a:pt x="303971" y="50556"/>
                  </a:lnTo>
                  <a:lnTo>
                    <a:pt x="306263" y="50497"/>
                  </a:lnTo>
                  <a:lnTo>
                    <a:pt x="307111" y="50037"/>
                  </a:lnTo>
                  <a:lnTo>
                    <a:pt x="307310" y="50134"/>
                  </a:lnTo>
                  <a:lnTo>
                    <a:pt x="307841" y="52474"/>
                  </a:lnTo>
                  <a:lnTo>
                    <a:pt x="308866" y="52631"/>
                  </a:lnTo>
                  <a:lnTo>
                    <a:pt x="313556" y="54488"/>
                  </a:lnTo>
                  <a:lnTo>
                    <a:pt x="315434" y="56129"/>
                  </a:lnTo>
                  <a:lnTo>
                    <a:pt x="318934" y="58224"/>
                  </a:lnTo>
                  <a:lnTo>
                    <a:pt x="318784" y="59075"/>
                  </a:lnTo>
                  <a:lnTo>
                    <a:pt x="319333" y="59513"/>
                  </a:lnTo>
                  <a:lnTo>
                    <a:pt x="323284" y="59185"/>
                  </a:lnTo>
                  <a:lnTo>
                    <a:pt x="328667" y="64549"/>
                  </a:lnTo>
                  <a:lnTo>
                    <a:pt x="331119" y="65948"/>
                  </a:lnTo>
                  <a:lnTo>
                    <a:pt x="333102" y="69867"/>
                  </a:lnTo>
                  <a:lnTo>
                    <a:pt x="335023" y="72034"/>
                  </a:lnTo>
                  <a:lnTo>
                    <a:pt x="336352" y="71924"/>
                  </a:lnTo>
                  <a:lnTo>
                    <a:pt x="338499" y="72381"/>
                  </a:lnTo>
                  <a:lnTo>
                    <a:pt x="339857" y="73167"/>
                  </a:lnTo>
                  <a:lnTo>
                    <a:pt x="341778" y="74886"/>
                  </a:lnTo>
                  <a:lnTo>
                    <a:pt x="342707" y="75178"/>
                  </a:lnTo>
                  <a:lnTo>
                    <a:pt x="343698" y="76338"/>
                  </a:lnTo>
                  <a:lnTo>
                    <a:pt x="347072" y="76779"/>
                  </a:lnTo>
                  <a:lnTo>
                    <a:pt x="350884" y="77776"/>
                  </a:lnTo>
                  <a:lnTo>
                    <a:pt x="355671" y="77204"/>
                  </a:lnTo>
                  <a:lnTo>
                    <a:pt x="357742" y="77447"/>
                  </a:lnTo>
                  <a:lnTo>
                    <a:pt x="359672" y="77314"/>
                  </a:lnTo>
                  <a:lnTo>
                    <a:pt x="363003" y="78395"/>
                  </a:lnTo>
                  <a:lnTo>
                    <a:pt x="363418" y="78875"/>
                  </a:lnTo>
                  <a:lnTo>
                    <a:pt x="363885" y="78728"/>
                  </a:lnTo>
                  <a:lnTo>
                    <a:pt x="364476" y="79069"/>
                  </a:lnTo>
                  <a:lnTo>
                    <a:pt x="365807" y="79123"/>
                  </a:lnTo>
                  <a:lnTo>
                    <a:pt x="366555" y="78808"/>
                  </a:lnTo>
                  <a:lnTo>
                    <a:pt x="368067" y="79533"/>
                  </a:lnTo>
                  <a:lnTo>
                    <a:pt x="371821" y="79608"/>
                  </a:lnTo>
                  <a:lnTo>
                    <a:pt x="374804" y="80741"/>
                  </a:lnTo>
                  <a:lnTo>
                    <a:pt x="375744" y="81423"/>
                  </a:lnTo>
                  <a:lnTo>
                    <a:pt x="376885" y="83554"/>
                  </a:lnTo>
                  <a:lnTo>
                    <a:pt x="378131" y="84753"/>
                  </a:lnTo>
                  <a:lnTo>
                    <a:pt x="379121" y="85295"/>
                  </a:lnTo>
                  <a:lnTo>
                    <a:pt x="381216" y="87371"/>
                  </a:lnTo>
                  <a:lnTo>
                    <a:pt x="382267" y="87300"/>
                  </a:lnTo>
                  <a:lnTo>
                    <a:pt x="383572" y="87550"/>
                  </a:lnTo>
                  <a:lnTo>
                    <a:pt x="384911" y="88857"/>
                  </a:lnTo>
                  <a:lnTo>
                    <a:pt x="386193" y="89615"/>
                  </a:lnTo>
                  <a:lnTo>
                    <a:pt x="396693" y="88720"/>
                  </a:lnTo>
                  <a:lnTo>
                    <a:pt x="398738" y="89660"/>
                  </a:lnTo>
                  <a:lnTo>
                    <a:pt x="407529" y="89264"/>
                  </a:lnTo>
                  <a:lnTo>
                    <a:pt x="407916" y="89604"/>
                  </a:lnTo>
                  <a:lnTo>
                    <a:pt x="414414" y="89225"/>
                  </a:lnTo>
                  <a:lnTo>
                    <a:pt x="418724" y="89572"/>
                  </a:lnTo>
                  <a:lnTo>
                    <a:pt x="421596" y="89120"/>
                  </a:lnTo>
                  <a:lnTo>
                    <a:pt x="424572" y="89407"/>
                  </a:lnTo>
                  <a:lnTo>
                    <a:pt x="429257" y="88429"/>
                  </a:lnTo>
                  <a:lnTo>
                    <a:pt x="432316" y="90570"/>
                  </a:lnTo>
                  <a:lnTo>
                    <a:pt x="434843" y="90888"/>
                  </a:lnTo>
                  <a:lnTo>
                    <a:pt x="438199" y="90054"/>
                  </a:lnTo>
                  <a:lnTo>
                    <a:pt x="440953" y="91997"/>
                  </a:lnTo>
                  <a:lnTo>
                    <a:pt x="444245" y="93497"/>
                  </a:lnTo>
                  <a:lnTo>
                    <a:pt x="446948" y="93543"/>
                  </a:lnTo>
                  <a:lnTo>
                    <a:pt x="448815" y="94104"/>
                  </a:lnTo>
                  <a:lnTo>
                    <a:pt x="449129" y="96324"/>
                  </a:lnTo>
                  <a:lnTo>
                    <a:pt x="449546" y="97039"/>
                  </a:lnTo>
                  <a:lnTo>
                    <a:pt x="449112" y="98265"/>
                  </a:lnTo>
                  <a:lnTo>
                    <a:pt x="450350" y="100660"/>
                  </a:lnTo>
                  <a:lnTo>
                    <a:pt x="451167" y="103691"/>
                  </a:lnTo>
                  <a:lnTo>
                    <a:pt x="453162" y="106248"/>
                  </a:lnTo>
                  <a:lnTo>
                    <a:pt x="455304" y="107086"/>
                  </a:lnTo>
                  <a:lnTo>
                    <a:pt x="456666" y="108000"/>
                  </a:lnTo>
                  <a:lnTo>
                    <a:pt x="457257" y="109422"/>
                  </a:lnTo>
                  <a:lnTo>
                    <a:pt x="457594" y="113759"/>
                  </a:lnTo>
                  <a:lnTo>
                    <a:pt x="457355" y="116098"/>
                  </a:lnTo>
                  <a:lnTo>
                    <a:pt x="457540" y="116275"/>
                  </a:lnTo>
                  <a:lnTo>
                    <a:pt x="462953" y="117080"/>
                  </a:lnTo>
                  <a:lnTo>
                    <a:pt x="464424" y="117640"/>
                  </a:lnTo>
                  <a:lnTo>
                    <a:pt x="468625" y="118298"/>
                  </a:lnTo>
                  <a:lnTo>
                    <a:pt x="469811" y="116689"/>
                  </a:lnTo>
                  <a:lnTo>
                    <a:pt x="476153" y="115396"/>
                  </a:lnTo>
                  <a:lnTo>
                    <a:pt x="481329" y="117908"/>
                  </a:lnTo>
                  <a:lnTo>
                    <a:pt x="482731" y="116866"/>
                  </a:lnTo>
                  <a:lnTo>
                    <a:pt x="484365" y="117279"/>
                  </a:lnTo>
                  <a:lnTo>
                    <a:pt x="485584" y="116859"/>
                  </a:lnTo>
                  <a:lnTo>
                    <a:pt x="486260" y="116872"/>
                  </a:lnTo>
                  <a:lnTo>
                    <a:pt x="488421" y="117824"/>
                  </a:lnTo>
                  <a:lnTo>
                    <a:pt x="488979" y="117839"/>
                  </a:lnTo>
                  <a:lnTo>
                    <a:pt x="489785" y="117672"/>
                  </a:lnTo>
                  <a:lnTo>
                    <a:pt x="490970" y="116416"/>
                  </a:lnTo>
                  <a:lnTo>
                    <a:pt x="491595" y="116290"/>
                  </a:lnTo>
                  <a:lnTo>
                    <a:pt x="492185" y="116455"/>
                  </a:lnTo>
                  <a:lnTo>
                    <a:pt x="497900" y="116246"/>
                  </a:lnTo>
                  <a:lnTo>
                    <a:pt x="502026" y="116094"/>
                  </a:lnTo>
                  <a:lnTo>
                    <a:pt x="507287" y="114092"/>
                  </a:lnTo>
                  <a:lnTo>
                    <a:pt x="518570" y="111894"/>
                  </a:lnTo>
                  <a:lnTo>
                    <a:pt x="528821" y="106929"/>
                  </a:lnTo>
                  <a:lnTo>
                    <a:pt x="539325" y="103191"/>
                  </a:lnTo>
                  <a:lnTo>
                    <a:pt x="545744" y="102865"/>
                  </a:lnTo>
                  <a:lnTo>
                    <a:pt x="547787" y="101666"/>
                  </a:lnTo>
                  <a:lnTo>
                    <a:pt x="550354" y="101460"/>
                  </a:lnTo>
                  <a:lnTo>
                    <a:pt x="558077" y="100243"/>
                  </a:lnTo>
                  <a:lnTo>
                    <a:pt x="563816" y="98839"/>
                  </a:lnTo>
                  <a:lnTo>
                    <a:pt x="567112" y="99153"/>
                  </a:lnTo>
                  <a:lnTo>
                    <a:pt x="570855" y="100357"/>
                  </a:lnTo>
                  <a:lnTo>
                    <a:pt x="576647" y="94034"/>
                  </a:lnTo>
                  <a:lnTo>
                    <a:pt x="578042" y="87675"/>
                  </a:lnTo>
                  <a:lnTo>
                    <a:pt x="580403" y="82635"/>
                  </a:lnTo>
                  <a:lnTo>
                    <a:pt x="582151" y="83452"/>
                  </a:lnTo>
                  <a:lnTo>
                    <a:pt x="583538" y="83627"/>
                  </a:lnTo>
                  <a:lnTo>
                    <a:pt x="584536" y="83507"/>
                  </a:lnTo>
                  <a:lnTo>
                    <a:pt x="585247" y="84731"/>
                  </a:lnTo>
                  <a:lnTo>
                    <a:pt x="586503" y="84427"/>
                  </a:lnTo>
                  <a:lnTo>
                    <a:pt x="587075" y="84772"/>
                  </a:lnTo>
                  <a:lnTo>
                    <a:pt x="588408" y="84894"/>
                  </a:lnTo>
                  <a:lnTo>
                    <a:pt x="588454" y="83974"/>
                  </a:lnTo>
                  <a:lnTo>
                    <a:pt x="588780" y="83163"/>
                  </a:lnTo>
                  <a:lnTo>
                    <a:pt x="588380" y="82556"/>
                  </a:lnTo>
                  <a:lnTo>
                    <a:pt x="588842" y="81693"/>
                  </a:lnTo>
                  <a:lnTo>
                    <a:pt x="588511" y="80887"/>
                  </a:lnTo>
                  <a:lnTo>
                    <a:pt x="587563" y="80178"/>
                  </a:lnTo>
                  <a:lnTo>
                    <a:pt x="587566" y="79425"/>
                  </a:lnTo>
                  <a:lnTo>
                    <a:pt x="590167" y="70711"/>
                  </a:lnTo>
                  <a:lnTo>
                    <a:pt x="595618" y="72935"/>
                  </a:lnTo>
                  <a:lnTo>
                    <a:pt x="599299" y="72207"/>
                  </a:lnTo>
                  <a:lnTo>
                    <a:pt x="600206" y="71814"/>
                  </a:lnTo>
                  <a:lnTo>
                    <a:pt x="601791" y="72852"/>
                  </a:lnTo>
                  <a:lnTo>
                    <a:pt x="602317" y="72811"/>
                  </a:lnTo>
                  <a:lnTo>
                    <a:pt x="606278" y="69754"/>
                  </a:lnTo>
                  <a:lnTo>
                    <a:pt x="608056" y="70073"/>
                  </a:lnTo>
                  <a:lnTo>
                    <a:pt x="609899" y="70744"/>
                  </a:lnTo>
                  <a:lnTo>
                    <a:pt x="610253" y="71165"/>
                  </a:lnTo>
                  <a:lnTo>
                    <a:pt x="613377" y="70241"/>
                  </a:lnTo>
                  <a:lnTo>
                    <a:pt x="614220" y="69557"/>
                  </a:lnTo>
                  <a:lnTo>
                    <a:pt x="614700" y="70187"/>
                  </a:lnTo>
                  <a:lnTo>
                    <a:pt x="615204" y="70426"/>
                  </a:lnTo>
                  <a:lnTo>
                    <a:pt x="616092" y="72069"/>
                  </a:lnTo>
                  <a:lnTo>
                    <a:pt x="617002" y="72895"/>
                  </a:lnTo>
                  <a:lnTo>
                    <a:pt x="620579" y="74083"/>
                  </a:lnTo>
                  <a:lnTo>
                    <a:pt x="623492" y="78146"/>
                  </a:lnTo>
                  <a:lnTo>
                    <a:pt x="624979" y="78814"/>
                  </a:lnTo>
                  <a:lnTo>
                    <a:pt x="625483" y="79835"/>
                  </a:lnTo>
                  <a:lnTo>
                    <a:pt x="625914" y="80148"/>
                  </a:lnTo>
                  <a:lnTo>
                    <a:pt x="626365" y="80180"/>
                  </a:lnTo>
                  <a:lnTo>
                    <a:pt x="627311" y="80894"/>
                  </a:lnTo>
                  <a:lnTo>
                    <a:pt x="627877" y="80708"/>
                  </a:lnTo>
                  <a:lnTo>
                    <a:pt x="628354" y="81103"/>
                  </a:lnTo>
                  <a:lnTo>
                    <a:pt x="630145" y="81651"/>
                  </a:lnTo>
                  <a:lnTo>
                    <a:pt x="631218" y="83085"/>
                  </a:lnTo>
                  <a:lnTo>
                    <a:pt x="632427" y="83770"/>
                  </a:lnTo>
                  <a:lnTo>
                    <a:pt x="633387" y="84939"/>
                  </a:lnTo>
                  <a:lnTo>
                    <a:pt x="635846" y="87198"/>
                  </a:lnTo>
                  <a:lnTo>
                    <a:pt x="639806" y="89133"/>
                  </a:lnTo>
                  <a:lnTo>
                    <a:pt x="643302" y="90331"/>
                  </a:lnTo>
                  <a:lnTo>
                    <a:pt x="643403" y="90905"/>
                  </a:lnTo>
                  <a:lnTo>
                    <a:pt x="644463" y="91678"/>
                  </a:lnTo>
                  <a:lnTo>
                    <a:pt x="645104" y="92593"/>
                  </a:lnTo>
                  <a:lnTo>
                    <a:pt x="645214" y="93276"/>
                  </a:lnTo>
                  <a:lnTo>
                    <a:pt x="646079" y="94645"/>
                  </a:lnTo>
                  <a:lnTo>
                    <a:pt x="647907" y="96134"/>
                  </a:lnTo>
                  <a:lnTo>
                    <a:pt x="648675" y="97338"/>
                  </a:lnTo>
                  <a:lnTo>
                    <a:pt x="649919" y="98043"/>
                  </a:lnTo>
                  <a:lnTo>
                    <a:pt x="651038" y="99238"/>
                  </a:lnTo>
                  <a:lnTo>
                    <a:pt x="654029" y="100945"/>
                  </a:lnTo>
                  <a:lnTo>
                    <a:pt x="654627" y="101810"/>
                  </a:lnTo>
                  <a:lnTo>
                    <a:pt x="654535" y="103223"/>
                  </a:lnTo>
                  <a:lnTo>
                    <a:pt x="655317" y="103940"/>
                  </a:lnTo>
                  <a:lnTo>
                    <a:pt x="657301" y="104984"/>
                  </a:lnTo>
                  <a:lnTo>
                    <a:pt x="658637" y="105196"/>
                  </a:lnTo>
                  <a:lnTo>
                    <a:pt x="660331" y="106563"/>
                  </a:lnTo>
                  <a:lnTo>
                    <a:pt x="661181" y="104854"/>
                  </a:lnTo>
                  <a:lnTo>
                    <a:pt x="663933" y="102968"/>
                  </a:lnTo>
                  <a:lnTo>
                    <a:pt x="668193" y="102997"/>
                  </a:lnTo>
                  <a:lnTo>
                    <a:pt x="669171" y="101917"/>
                  </a:lnTo>
                  <a:lnTo>
                    <a:pt x="670744" y="101674"/>
                  </a:lnTo>
                  <a:lnTo>
                    <a:pt x="669432" y="100058"/>
                  </a:lnTo>
                  <a:lnTo>
                    <a:pt x="670103" y="97798"/>
                  </a:lnTo>
                  <a:lnTo>
                    <a:pt x="670540" y="97245"/>
                  </a:lnTo>
                  <a:lnTo>
                    <a:pt x="671623" y="97648"/>
                  </a:lnTo>
                  <a:lnTo>
                    <a:pt x="672312" y="97215"/>
                  </a:lnTo>
                  <a:lnTo>
                    <a:pt x="673316" y="97213"/>
                  </a:lnTo>
                  <a:lnTo>
                    <a:pt x="673604" y="97763"/>
                  </a:lnTo>
                  <a:lnTo>
                    <a:pt x="674840" y="97483"/>
                  </a:lnTo>
                  <a:lnTo>
                    <a:pt x="674816" y="97011"/>
                  </a:lnTo>
                  <a:lnTo>
                    <a:pt x="675143" y="96614"/>
                  </a:lnTo>
                  <a:lnTo>
                    <a:pt x="676454" y="97198"/>
                  </a:lnTo>
                  <a:lnTo>
                    <a:pt x="676725" y="97920"/>
                  </a:lnTo>
                  <a:lnTo>
                    <a:pt x="677102" y="97923"/>
                  </a:lnTo>
                  <a:lnTo>
                    <a:pt x="677739" y="97720"/>
                  </a:lnTo>
                  <a:lnTo>
                    <a:pt x="679516" y="95752"/>
                  </a:lnTo>
                  <a:lnTo>
                    <a:pt x="679501" y="95328"/>
                  </a:lnTo>
                  <a:lnTo>
                    <a:pt x="680375" y="94859"/>
                  </a:lnTo>
                  <a:lnTo>
                    <a:pt x="681971" y="95799"/>
                  </a:lnTo>
                  <a:lnTo>
                    <a:pt x="682571" y="96428"/>
                  </a:lnTo>
                  <a:lnTo>
                    <a:pt x="683662" y="96935"/>
                  </a:lnTo>
                  <a:lnTo>
                    <a:pt x="684569" y="97116"/>
                  </a:lnTo>
                  <a:lnTo>
                    <a:pt x="685472" y="96580"/>
                  </a:lnTo>
                  <a:lnTo>
                    <a:pt x="686084" y="97177"/>
                  </a:lnTo>
                  <a:lnTo>
                    <a:pt x="686494" y="96966"/>
                  </a:lnTo>
                  <a:lnTo>
                    <a:pt x="688844" y="98995"/>
                  </a:lnTo>
                  <a:lnTo>
                    <a:pt x="695664" y="108012"/>
                  </a:lnTo>
                  <a:lnTo>
                    <a:pt x="696961" y="108585"/>
                  </a:lnTo>
                  <a:lnTo>
                    <a:pt x="696259" y="108808"/>
                  </a:lnTo>
                  <a:lnTo>
                    <a:pt x="700479" y="114234"/>
                  </a:lnTo>
                  <a:lnTo>
                    <a:pt x="700809" y="115809"/>
                  </a:lnTo>
                  <a:lnTo>
                    <a:pt x="702573" y="118266"/>
                  </a:lnTo>
                  <a:lnTo>
                    <a:pt x="702849" y="118766"/>
                  </a:lnTo>
                  <a:lnTo>
                    <a:pt x="702857" y="119399"/>
                  </a:lnTo>
                  <a:lnTo>
                    <a:pt x="704550" y="120127"/>
                  </a:lnTo>
                  <a:lnTo>
                    <a:pt x="708808" y="122539"/>
                  </a:lnTo>
                  <a:lnTo>
                    <a:pt x="711232" y="123346"/>
                  </a:lnTo>
                  <a:lnTo>
                    <a:pt x="713305" y="123139"/>
                  </a:lnTo>
                  <a:lnTo>
                    <a:pt x="715547" y="122401"/>
                  </a:lnTo>
                  <a:lnTo>
                    <a:pt x="717761" y="122268"/>
                  </a:lnTo>
                  <a:lnTo>
                    <a:pt x="719893" y="124503"/>
                  </a:lnTo>
                  <a:lnTo>
                    <a:pt x="720823" y="125102"/>
                  </a:lnTo>
                  <a:lnTo>
                    <a:pt x="723876" y="125749"/>
                  </a:lnTo>
                  <a:lnTo>
                    <a:pt x="725857" y="126759"/>
                  </a:lnTo>
                  <a:lnTo>
                    <a:pt x="736261" y="134425"/>
                  </a:lnTo>
                  <a:lnTo>
                    <a:pt x="739645" y="136235"/>
                  </a:lnTo>
                  <a:lnTo>
                    <a:pt x="741691" y="135971"/>
                  </a:lnTo>
                  <a:lnTo>
                    <a:pt x="743156" y="135178"/>
                  </a:lnTo>
                  <a:lnTo>
                    <a:pt x="744859" y="136534"/>
                  </a:lnTo>
                  <a:lnTo>
                    <a:pt x="745040" y="136958"/>
                  </a:lnTo>
                  <a:lnTo>
                    <a:pt x="746458" y="134608"/>
                  </a:lnTo>
                  <a:lnTo>
                    <a:pt x="748080" y="134316"/>
                  </a:lnTo>
                  <a:lnTo>
                    <a:pt x="751460" y="132773"/>
                  </a:lnTo>
                  <a:lnTo>
                    <a:pt x="753272" y="133339"/>
                  </a:lnTo>
                  <a:lnTo>
                    <a:pt x="754547" y="134484"/>
                  </a:lnTo>
                  <a:lnTo>
                    <a:pt x="762402" y="137551"/>
                  </a:lnTo>
                  <a:lnTo>
                    <a:pt x="764010" y="138594"/>
                  </a:lnTo>
                  <a:lnTo>
                    <a:pt x="765091" y="139808"/>
                  </a:lnTo>
                  <a:lnTo>
                    <a:pt x="766839" y="140266"/>
                  </a:lnTo>
                  <a:lnTo>
                    <a:pt x="767064" y="140788"/>
                  </a:lnTo>
                  <a:lnTo>
                    <a:pt x="768135" y="141311"/>
                  </a:lnTo>
                  <a:lnTo>
                    <a:pt x="769701" y="143185"/>
                  </a:lnTo>
                  <a:lnTo>
                    <a:pt x="770906" y="145218"/>
                  </a:lnTo>
                  <a:lnTo>
                    <a:pt x="771120" y="146810"/>
                  </a:lnTo>
                  <a:lnTo>
                    <a:pt x="771737" y="147534"/>
                  </a:lnTo>
                  <a:lnTo>
                    <a:pt x="773162" y="148560"/>
                  </a:lnTo>
                  <a:lnTo>
                    <a:pt x="777761" y="148923"/>
                  </a:lnTo>
                  <a:lnTo>
                    <a:pt x="779319" y="148749"/>
                  </a:lnTo>
                  <a:lnTo>
                    <a:pt x="780600" y="148982"/>
                  </a:lnTo>
                  <a:lnTo>
                    <a:pt x="782329" y="149569"/>
                  </a:lnTo>
                  <a:lnTo>
                    <a:pt x="783367" y="154241"/>
                  </a:lnTo>
                  <a:lnTo>
                    <a:pt x="784220" y="156705"/>
                  </a:lnTo>
                  <a:lnTo>
                    <a:pt x="785155" y="157086"/>
                  </a:lnTo>
                  <a:lnTo>
                    <a:pt x="786340" y="157956"/>
                  </a:lnTo>
                  <a:lnTo>
                    <a:pt x="787008" y="159722"/>
                  </a:lnTo>
                  <a:lnTo>
                    <a:pt x="787530" y="160112"/>
                  </a:lnTo>
                  <a:lnTo>
                    <a:pt x="787612" y="160886"/>
                  </a:lnTo>
                  <a:lnTo>
                    <a:pt x="788756" y="161305"/>
                  </a:lnTo>
                  <a:lnTo>
                    <a:pt x="789956" y="162155"/>
                  </a:lnTo>
                  <a:lnTo>
                    <a:pt x="792551" y="162483"/>
                  </a:lnTo>
                  <a:lnTo>
                    <a:pt x="793133" y="162802"/>
                  </a:lnTo>
                  <a:lnTo>
                    <a:pt x="793187" y="163140"/>
                  </a:lnTo>
                  <a:lnTo>
                    <a:pt x="793379" y="163213"/>
                  </a:lnTo>
                  <a:lnTo>
                    <a:pt x="793555" y="162785"/>
                  </a:lnTo>
                  <a:lnTo>
                    <a:pt x="794061" y="163198"/>
                  </a:lnTo>
                  <a:lnTo>
                    <a:pt x="796904" y="163240"/>
                  </a:lnTo>
                  <a:lnTo>
                    <a:pt x="797805" y="162665"/>
                  </a:lnTo>
                  <a:lnTo>
                    <a:pt x="801633" y="162732"/>
                  </a:lnTo>
                  <a:lnTo>
                    <a:pt x="806995" y="161129"/>
                  </a:lnTo>
                  <a:lnTo>
                    <a:pt x="807737" y="160589"/>
                  </a:lnTo>
                  <a:lnTo>
                    <a:pt x="809333" y="160327"/>
                  </a:lnTo>
                  <a:lnTo>
                    <a:pt x="809909" y="160473"/>
                  </a:lnTo>
                  <a:lnTo>
                    <a:pt x="818677" y="159971"/>
                  </a:lnTo>
                  <a:lnTo>
                    <a:pt x="820386" y="160633"/>
                  </a:lnTo>
                  <a:lnTo>
                    <a:pt x="823422" y="164059"/>
                  </a:lnTo>
                  <a:lnTo>
                    <a:pt x="824417" y="164213"/>
                  </a:lnTo>
                  <a:lnTo>
                    <a:pt x="826256" y="164990"/>
                  </a:lnTo>
                  <a:lnTo>
                    <a:pt x="828437" y="164797"/>
                  </a:lnTo>
                  <a:lnTo>
                    <a:pt x="830364" y="163322"/>
                  </a:lnTo>
                  <a:lnTo>
                    <a:pt x="831011" y="163237"/>
                  </a:lnTo>
                  <a:lnTo>
                    <a:pt x="833956" y="161788"/>
                  </a:lnTo>
                  <a:lnTo>
                    <a:pt x="835627" y="160001"/>
                  </a:lnTo>
                  <a:lnTo>
                    <a:pt x="836781" y="159512"/>
                  </a:lnTo>
                  <a:lnTo>
                    <a:pt x="837292" y="159506"/>
                  </a:lnTo>
                  <a:lnTo>
                    <a:pt x="838045" y="160068"/>
                  </a:lnTo>
                  <a:lnTo>
                    <a:pt x="840210" y="159710"/>
                  </a:lnTo>
                  <a:lnTo>
                    <a:pt x="841564" y="160195"/>
                  </a:lnTo>
                  <a:lnTo>
                    <a:pt x="842939" y="159351"/>
                  </a:lnTo>
                  <a:lnTo>
                    <a:pt x="846824" y="160154"/>
                  </a:lnTo>
                  <a:lnTo>
                    <a:pt x="848289" y="160067"/>
                  </a:lnTo>
                  <a:lnTo>
                    <a:pt x="853943" y="161747"/>
                  </a:lnTo>
                  <a:lnTo>
                    <a:pt x="854107" y="156654"/>
                  </a:lnTo>
                  <a:lnTo>
                    <a:pt x="853289" y="150646"/>
                  </a:lnTo>
                  <a:lnTo>
                    <a:pt x="858237" y="147790"/>
                  </a:lnTo>
                  <a:lnTo>
                    <a:pt x="859768" y="146085"/>
                  </a:lnTo>
                  <a:lnTo>
                    <a:pt x="861087" y="145234"/>
                  </a:lnTo>
                  <a:lnTo>
                    <a:pt x="863772" y="142592"/>
                  </a:lnTo>
                  <a:lnTo>
                    <a:pt x="867924" y="142761"/>
                  </a:lnTo>
                  <a:lnTo>
                    <a:pt x="870020" y="142141"/>
                  </a:lnTo>
                  <a:lnTo>
                    <a:pt x="873371" y="145323"/>
                  </a:lnTo>
                  <a:lnTo>
                    <a:pt x="876203" y="147553"/>
                  </a:lnTo>
                  <a:lnTo>
                    <a:pt x="878281" y="148585"/>
                  </a:lnTo>
                  <a:lnTo>
                    <a:pt x="882817" y="152143"/>
                  </a:lnTo>
                  <a:lnTo>
                    <a:pt x="885228" y="153364"/>
                  </a:lnTo>
                  <a:lnTo>
                    <a:pt x="885558" y="153770"/>
                  </a:lnTo>
                  <a:lnTo>
                    <a:pt x="888677" y="154439"/>
                  </a:lnTo>
                  <a:lnTo>
                    <a:pt x="899112" y="165327"/>
                  </a:lnTo>
                  <a:lnTo>
                    <a:pt x="901330" y="165317"/>
                  </a:lnTo>
                  <a:lnTo>
                    <a:pt x="911058" y="163554"/>
                  </a:lnTo>
                  <a:lnTo>
                    <a:pt x="913837" y="165782"/>
                  </a:lnTo>
                  <a:lnTo>
                    <a:pt x="915336" y="166018"/>
                  </a:lnTo>
                  <a:lnTo>
                    <a:pt x="919535" y="167476"/>
                  </a:lnTo>
                  <a:lnTo>
                    <a:pt x="923140" y="166968"/>
                  </a:lnTo>
                  <a:lnTo>
                    <a:pt x="923899" y="166665"/>
                  </a:lnTo>
                  <a:lnTo>
                    <a:pt x="924119" y="164599"/>
                  </a:lnTo>
                  <a:lnTo>
                    <a:pt x="924300" y="164408"/>
                  </a:lnTo>
                  <a:lnTo>
                    <a:pt x="931570" y="161061"/>
                  </a:lnTo>
                  <a:lnTo>
                    <a:pt x="934384" y="161775"/>
                  </a:lnTo>
                  <a:lnTo>
                    <a:pt x="935336" y="161392"/>
                  </a:lnTo>
                  <a:lnTo>
                    <a:pt x="937182" y="161938"/>
                  </a:lnTo>
                  <a:lnTo>
                    <a:pt x="938614" y="161548"/>
                  </a:lnTo>
                  <a:lnTo>
                    <a:pt x="944545" y="163083"/>
                  </a:lnTo>
                  <a:lnTo>
                    <a:pt x="946195" y="163753"/>
                  </a:lnTo>
                  <a:lnTo>
                    <a:pt x="947049" y="163272"/>
                  </a:lnTo>
                  <a:lnTo>
                    <a:pt x="949458" y="163903"/>
                  </a:lnTo>
                  <a:lnTo>
                    <a:pt x="952941" y="161799"/>
                  </a:lnTo>
                  <a:lnTo>
                    <a:pt x="953636" y="161876"/>
                  </a:lnTo>
                  <a:lnTo>
                    <a:pt x="956577" y="163248"/>
                  </a:lnTo>
                  <a:lnTo>
                    <a:pt x="957325" y="163963"/>
                  </a:lnTo>
                  <a:lnTo>
                    <a:pt x="961264" y="164525"/>
                  </a:lnTo>
                  <a:lnTo>
                    <a:pt x="961439" y="165094"/>
                  </a:lnTo>
                  <a:lnTo>
                    <a:pt x="962053" y="165371"/>
                  </a:lnTo>
                  <a:lnTo>
                    <a:pt x="962215" y="165719"/>
                  </a:lnTo>
                  <a:lnTo>
                    <a:pt x="967970" y="163861"/>
                  </a:lnTo>
                  <a:lnTo>
                    <a:pt x="970158" y="160727"/>
                  </a:lnTo>
                  <a:lnTo>
                    <a:pt x="971316" y="159970"/>
                  </a:lnTo>
                  <a:lnTo>
                    <a:pt x="976945" y="165829"/>
                  </a:lnTo>
                  <a:lnTo>
                    <a:pt x="972061" y="176057"/>
                  </a:lnTo>
                  <a:lnTo>
                    <a:pt x="973527" y="184143"/>
                  </a:lnTo>
                  <a:lnTo>
                    <a:pt x="969547" y="188576"/>
                  </a:lnTo>
                  <a:lnTo>
                    <a:pt x="967531" y="189651"/>
                  </a:lnTo>
                  <a:lnTo>
                    <a:pt x="966671" y="189538"/>
                  </a:lnTo>
                  <a:lnTo>
                    <a:pt x="966272" y="189743"/>
                  </a:lnTo>
                  <a:lnTo>
                    <a:pt x="965901" y="190392"/>
                  </a:lnTo>
                  <a:lnTo>
                    <a:pt x="964342" y="190224"/>
                  </a:lnTo>
                  <a:lnTo>
                    <a:pt x="963483" y="190456"/>
                  </a:lnTo>
                  <a:lnTo>
                    <a:pt x="963330" y="191280"/>
                  </a:lnTo>
                  <a:lnTo>
                    <a:pt x="962462" y="192054"/>
                  </a:lnTo>
                  <a:lnTo>
                    <a:pt x="962359" y="192523"/>
                  </a:lnTo>
                  <a:lnTo>
                    <a:pt x="961952" y="192469"/>
                  </a:lnTo>
                  <a:lnTo>
                    <a:pt x="953992" y="198691"/>
                  </a:lnTo>
                  <a:lnTo>
                    <a:pt x="951523" y="201440"/>
                  </a:lnTo>
                  <a:lnTo>
                    <a:pt x="950702" y="201321"/>
                  </a:lnTo>
                  <a:lnTo>
                    <a:pt x="948612" y="200435"/>
                  </a:lnTo>
                  <a:lnTo>
                    <a:pt x="946807" y="199107"/>
                  </a:lnTo>
                  <a:lnTo>
                    <a:pt x="943665" y="198074"/>
                  </a:lnTo>
                  <a:lnTo>
                    <a:pt x="943071" y="197126"/>
                  </a:lnTo>
                  <a:lnTo>
                    <a:pt x="941545" y="196382"/>
                  </a:lnTo>
                  <a:lnTo>
                    <a:pt x="940441" y="201406"/>
                  </a:lnTo>
                  <a:lnTo>
                    <a:pt x="940409" y="202021"/>
                  </a:lnTo>
                  <a:lnTo>
                    <a:pt x="940683" y="202226"/>
                  </a:lnTo>
                  <a:lnTo>
                    <a:pt x="940493" y="205220"/>
                  </a:lnTo>
                  <a:lnTo>
                    <a:pt x="940186" y="205591"/>
                  </a:lnTo>
                  <a:lnTo>
                    <a:pt x="940716" y="206300"/>
                  </a:lnTo>
                  <a:lnTo>
                    <a:pt x="941101" y="208103"/>
                  </a:lnTo>
                  <a:lnTo>
                    <a:pt x="940567" y="209883"/>
                  </a:lnTo>
                  <a:lnTo>
                    <a:pt x="940178" y="211716"/>
                  </a:lnTo>
                  <a:lnTo>
                    <a:pt x="940021" y="215985"/>
                  </a:lnTo>
                  <a:lnTo>
                    <a:pt x="939746" y="216603"/>
                  </a:lnTo>
                  <a:lnTo>
                    <a:pt x="939923" y="217222"/>
                  </a:lnTo>
                  <a:lnTo>
                    <a:pt x="940974" y="218446"/>
                  </a:lnTo>
                  <a:lnTo>
                    <a:pt x="941214" y="218296"/>
                  </a:lnTo>
                  <a:lnTo>
                    <a:pt x="941640" y="218548"/>
                  </a:lnTo>
                  <a:lnTo>
                    <a:pt x="942459" y="218582"/>
                  </a:lnTo>
                  <a:lnTo>
                    <a:pt x="943436" y="219186"/>
                  </a:lnTo>
                  <a:lnTo>
                    <a:pt x="944125" y="220235"/>
                  </a:lnTo>
                  <a:lnTo>
                    <a:pt x="944530" y="220291"/>
                  </a:lnTo>
                  <a:lnTo>
                    <a:pt x="944448" y="220787"/>
                  </a:lnTo>
                  <a:lnTo>
                    <a:pt x="944921" y="221189"/>
                  </a:lnTo>
                  <a:lnTo>
                    <a:pt x="944883" y="221553"/>
                  </a:lnTo>
                  <a:lnTo>
                    <a:pt x="945689" y="221682"/>
                  </a:lnTo>
                  <a:lnTo>
                    <a:pt x="946408" y="222768"/>
                  </a:lnTo>
                  <a:lnTo>
                    <a:pt x="946319" y="224374"/>
                  </a:lnTo>
                  <a:lnTo>
                    <a:pt x="946128" y="224466"/>
                  </a:lnTo>
                  <a:lnTo>
                    <a:pt x="946501" y="226245"/>
                  </a:lnTo>
                  <a:lnTo>
                    <a:pt x="946344" y="226805"/>
                  </a:lnTo>
                  <a:lnTo>
                    <a:pt x="945859" y="227199"/>
                  </a:lnTo>
                  <a:lnTo>
                    <a:pt x="946087" y="227920"/>
                  </a:lnTo>
                  <a:lnTo>
                    <a:pt x="945998" y="228710"/>
                  </a:lnTo>
                  <a:lnTo>
                    <a:pt x="945776" y="229296"/>
                  </a:lnTo>
                  <a:lnTo>
                    <a:pt x="945120" y="229859"/>
                  </a:lnTo>
                  <a:lnTo>
                    <a:pt x="944792" y="231258"/>
                  </a:lnTo>
                  <a:lnTo>
                    <a:pt x="945364" y="232279"/>
                  </a:lnTo>
                  <a:lnTo>
                    <a:pt x="945633" y="232200"/>
                  </a:lnTo>
                  <a:lnTo>
                    <a:pt x="945906" y="232645"/>
                  </a:lnTo>
                  <a:lnTo>
                    <a:pt x="946211" y="232634"/>
                  </a:lnTo>
                  <a:lnTo>
                    <a:pt x="947413" y="233733"/>
                  </a:lnTo>
                  <a:lnTo>
                    <a:pt x="949340" y="234109"/>
                  </a:lnTo>
                  <a:lnTo>
                    <a:pt x="949337" y="234472"/>
                  </a:lnTo>
                  <a:lnTo>
                    <a:pt x="949775" y="234295"/>
                  </a:lnTo>
                  <a:lnTo>
                    <a:pt x="950483" y="234487"/>
                  </a:lnTo>
                  <a:lnTo>
                    <a:pt x="952649" y="235682"/>
                  </a:lnTo>
                  <a:lnTo>
                    <a:pt x="953397" y="236729"/>
                  </a:lnTo>
                  <a:lnTo>
                    <a:pt x="954603" y="237390"/>
                  </a:lnTo>
                  <a:lnTo>
                    <a:pt x="955231" y="237495"/>
                  </a:lnTo>
                  <a:lnTo>
                    <a:pt x="955995" y="239083"/>
                  </a:lnTo>
                  <a:lnTo>
                    <a:pt x="956451" y="239224"/>
                  </a:lnTo>
                  <a:lnTo>
                    <a:pt x="956740" y="240730"/>
                  </a:lnTo>
                  <a:lnTo>
                    <a:pt x="957090" y="240988"/>
                  </a:lnTo>
                  <a:lnTo>
                    <a:pt x="957260" y="241551"/>
                  </a:lnTo>
                  <a:lnTo>
                    <a:pt x="960689" y="243846"/>
                  </a:lnTo>
                  <a:lnTo>
                    <a:pt x="960293" y="244306"/>
                  </a:lnTo>
                  <a:lnTo>
                    <a:pt x="960628" y="244812"/>
                  </a:lnTo>
                  <a:lnTo>
                    <a:pt x="961424" y="244931"/>
                  </a:lnTo>
                  <a:lnTo>
                    <a:pt x="962435" y="245623"/>
                  </a:lnTo>
                  <a:lnTo>
                    <a:pt x="962983" y="246840"/>
                  </a:lnTo>
                  <a:lnTo>
                    <a:pt x="963020" y="247890"/>
                  </a:lnTo>
                  <a:lnTo>
                    <a:pt x="964111" y="251130"/>
                  </a:lnTo>
                  <a:lnTo>
                    <a:pt x="963506" y="251455"/>
                  </a:lnTo>
                  <a:lnTo>
                    <a:pt x="963146" y="251322"/>
                  </a:lnTo>
                  <a:lnTo>
                    <a:pt x="961532" y="253666"/>
                  </a:lnTo>
                  <a:lnTo>
                    <a:pt x="961294" y="255535"/>
                  </a:lnTo>
                  <a:lnTo>
                    <a:pt x="960824" y="255607"/>
                  </a:lnTo>
                  <a:lnTo>
                    <a:pt x="960620" y="256167"/>
                  </a:lnTo>
                  <a:lnTo>
                    <a:pt x="960351" y="256151"/>
                  </a:lnTo>
                  <a:lnTo>
                    <a:pt x="960725" y="256797"/>
                  </a:lnTo>
                  <a:lnTo>
                    <a:pt x="959868" y="260992"/>
                  </a:lnTo>
                  <a:lnTo>
                    <a:pt x="960026" y="261094"/>
                  </a:lnTo>
                  <a:lnTo>
                    <a:pt x="957524" y="265549"/>
                  </a:lnTo>
                  <a:lnTo>
                    <a:pt x="955966" y="264015"/>
                  </a:lnTo>
                  <a:lnTo>
                    <a:pt x="955556" y="264865"/>
                  </a:lnTo>
                  <a:lnTo>
                    <a:pt x="953298" y="269152"/>
                  </a:lnTo>
                  <a:lnTo>
                    <a:pt x="951832" y="273167"/>
                  </a:lnTo>
                  <a:lnTo>
                    <a:pt x="951077" y="272862"/>
                  </a:lnTo>
                  <a:lnTo>
                    <a:pt x="950637" y="274294"/>
                  </a:lnTo>
                  <a:lnTo>
                    <a:pt x="950070" y="274300"/>
                  </a:lnTo>
                  <a:lnTo>
                    <a:pt x="949881" y="275461"/>
                  </a:lnTo>
                  <a:lnTo>
                    <a:pt x="949281" y="275549"/>
                  </a:lnTo>
                  <a:lnTo>
                    <a:pt x="949426" y="275880"/>
                  </a:lnTo>
                  <a:lnTo>
                    <a:pt x="945745" y="280922"/>
                  </a:lnTo>
                  <a:lnTo>
                    <a:pt x="945234" y="281982"/>
                  </a:lnTo>
                  <a:lnTo>
                    <a:pt x="945363" y="283190"/>
                  </a:lnTo>
                  <a:lnTo>
                    <a:pt x="945070" y="283284"/>
                  </a:lnTo>
                  <a:lnTo>
                    <a:pt x="944555" y="284164"/>
                  </a:lnTo>
                  <a:lnTo>
                    <a:pt x="946084" y="284477"/>
                  </a:lnTo>
                  <a:lnTo>
                    <a:pt x="946320" y="284916"/>
                  </a:lnTo>
                  <a:lnTo>
                    <a:pt x="946186" y="285730"/>
                  </a:lnTo>
                  <a:lnTo>
                    <a:pt x="946410" y="286698"/>
                  </a:lnTo>
                  <a:lnTo>
                    <a:pt x="946002" y="286829"/>
                  </a:lnTo>
                  <a:lnTo>
                    <a:pt x="943342" y="286504"/>
                  </a:lnTo>
                  <a:lnTo>
                    <a:pt x="941534" y="287013"/>
                  </a:lnTo>
                  <a:lnTo>
                    <a:pt x="940813" y="287656"/>
                  </a:lnTo>
                  <a:lnTo>
                    <a:pt x="939251" y="287597"/>
                  </a:lnTo>
                  <a:lnTo>
                    <a:pt x="938990" y="287893"/>
                  </a:lnTo>
                  <a:lnTo>
                    <a:pt x="938876" y="288708"/>
                  </a:lnTo>
                  <a:lnTo>
                    <a:pt x="936911" y="290024"/>
                  </a:lnTo>
                  <a:lnTo>
                    <a:pt x="930590" y="291175"/>
                  </a:lnTo>
                  <a:lnTo>
                    <a:pt x="930199" y="291460"/>
                  </a:lnTo>
                  <a:lnTo>
                    <a:pt x="930734" y="292693"/>
                  </a:lnTo>
                  <a:lnTo>
                    <a:pt x="930768" y="293536"/>
                  </a:lnTo>
                  <a:lnTo>
                    <a:pt x="927615" y="293482"/>
                  </a:lnTo>
                  <a:lnTo>
                    <a:pt x="927649" y="293797"/>
                  </a:lnTo>
                  <a:lnTo>
                    <a:pt x="919756" y="298253"/>
                  </a:lnTo>
                  <a:lnTo>
                    <a:pt x="916662" y="300458"/>
                  </a:lnTo>
                  <a:lnTo>
                    <a:pt x="912913" y="299808"/>
                  </a:lnTo>
                  <a:lnTo>
                    <a:pt x="904298" y="302178"/>
                  </a:lnTo>
                  <a:lnTo>
                    <a:pt x="901193" y="302191"/>
                  </a:lnTo>
                  <a:lnTo>
                    <a:pt x="899752" y="303522"/>
                  </a:lnTo>
                  <a:lnTo>
                    <a:pt x="897968" y="304343"/>
                  </a:lnTo>
                  <a:lnTo>
                    <a:pt x="897156" y="304119"/>
                  </a:lnTo>
                  <a:lnTo>
                    <a:pt x="896393" y="304509"/>
                  </a:lnTo>
                  <a:lnTo>
                    <a:pt x="895381" y="304419"/>
                  </a:lnTo>
                  <a:lnTo>
                    <a:pt x="895109" y="304737"/>
                  </a:lnTo>
                  <a:lnTo>
                    <a:pt x="893832" y="304601"/>
                  </a:lnTo>
                  <a:lnTo>
                    <a:pt x="891405" y="304825"/>
                  </a:lnTo>
                  <a:lnTo>
                    <a:pt x="889522" y="306313"/>
                  </a:lnTo>
                  <a:lnTo>
                    <a:pt x="887831" y="307240"/>
                  </a:lnTo>
                  <a:lnTo>
                    <a:pt x="883937" y="308418"/>
                  </a:lnTo>
                  <a:lnTo>
                    <a:pt x="882649" y="309235"/>
                  </a:lnTo>
                  <a:lnTo>
                    <a:pt x="881095" y="309653"/>
                  </a:lnTo>
                  <a:lnTo>
                    <a:pt x="880452" y="310192"/>
                  </a:lnTo>
                  <a:lnTo>
                    <a:pt x="876416" y="311433"/>
                  </a:lnTo>
                  <a:lnTo>
                    <a:pt x="874021" y="312553"/>
                  </a:lnTo>
                  <a:lnTo>
                    <a:pt x="872483" y="312952"/>
                  </a:lnTo>
                  <a:lnTo>
                    <a:pt x="871440" y="312501"/>
                  </a:lnTo>
                  <a:lnTo>
                    <a:pt x="870045" y="313099"/>
                  </a:lnTo>
                  <a:lnTo>
                    <a:pt x="868847" y="313078"/>
                  </a:lnTo>
                  <a:lnTo>
                    <a:pt x="867437" y="314135"/>
                  </a:lnTo>
                  <a:lnTo>
                    <a:pt x="866602" y="315072"/>
                  </a:lnTo>
                  <a:lnTo>
                    <a:pt x="865401" y="317990"/>
                  </a:lnTo>
                  <a:lnTo>
                    <a:pt x="864841" y="318410"/>
                  </a:lnTo>
                  <a:lnTo>
                    <a:pt x="863093" y="318409"/>
                  </a:lnTo>
                  <a:lnTo>
                    <a:pt x="860370" y="318039"/>
                  </a:lnTo>
                  <a:lnTo>
                    <a:pt x="858728" y="318354"/>
                  </a:lnTo>
                  <a:lnTo>
                    <a:pt x="856469" y="317290"/>
                  </a:lnTo>
                  <a:lnTo>
                    <a:pt x="853833" y="316798"/>
                  </a:lnTo>
                  <a:lnTo>
                    <a:pt x="851626" y="316048"/>
                  </a:lnTo>
                  <a:lnTo>
                    <a:pt x="851080" y="315607"/>
                  </a:lnTo>
                  <a:lnTo>
                    <a:pt x="850138" y="316570"/>
                  </a:lnTo>
                  <a:lnTo>
                    <a:pt x="846953" y="315750"/>
                  </a:lnTo>
                  <a:lnTo>
                    <a:pt x="845745" y="315620"/>
                  </a:lnTo>
                  <a:lnTo>
                    <a:pt x="845432" y="315907"/>
                  </a:lnTo>
                  <a:lnTo>
                    <a:pt x="844293" y="315472"/>
                  </a:lnTo>
                  <a:lnTo>
                    <a:pt x="843022" y="315949"/>
                  </a:lnTo>
                  <a:lnTo>
                    <a:pt x="841999" y="315105"/>
                  </a:lnTo>
                  <a:lnTo>
                    <a:pt x="839519" y="315416"/>
                  </a:lnTo>
                  <a:lnTo>
                    <a:pt x="838592" y="315876"/>
                  </a:lnTo>
                  <a:lnTo>
                    <a:pt x="837445" y="318418"/>
                  </a:lnTo>
                  <a:lnTo>
                    <a:pt x="835590" y="318802"/>
                  </a:lnTo>
                  <a:lnTo>
                    <a:pt x="833430" y="319787"/>
                  </a:lnTo>
                  <a:lnTo>
                    <a:pt x="832185" y="319263"/>
                  </a:lnTo>
                  <a:lnTo>
                    <a:pt x="829763" y="319606"/>
                  </a:lnTo>
                  <a:lnTo>
                    <a:pt x="829013" y="319350"/>
                  </a:lnTo>
                  <a:lnTo>
                    <a:pt x="827606" y="318095"/>
                  </a:lnTo>
                  <a:lnTo>
                    <a:pt x="826540" y="317779"/>
                  </a:lnTo>
                  <a:lnTo>
                    <a:pt x="826299" y="316318"/>
                  </a:lnTo>
                  <a:lnTo>
                    <a:pt x="825506" y="315785"/>
                  </a:lnTo>
                  <a:lnTo>
                    <a:pt x="824949" y="315949"/>
                  </a:lnTo>
                  <a:lnTo>
                    <a:pt x="823105" y="315460"/>
                  </a:lnTo>
                  <a:lnTo>
                    <a:pt x="822265" y="315528"/>
                  </a:lnTo>
                  <a:lnTo>
                    <a:pt x="820753" y="316187"/>
                  </a:lnTo>
                  <a:lnTo>
                    <a:pt x="820133" y="316240"/>
                  </a:lnTo>
                  <a:lnTo>
                    <a:pt x="819875" y="316597"/>
                  </a:lnTo>
                  <a:lnTo>
                    <a:pt x="819736" y="316432"/>
                  </a:lnTo>
                  <a:lnTo>
                    <a:pt x="818606" y="316522"/>
                  </a:lnTo>
                  <a:lnTo>
                    <a:pt x="816536" y="317432"/>
                  </a:lnTo>
                  <a:lnTo>
                    <a:pt x="815191" y="317234"/>
                  </a:lnTo>
                  <a:lnTo>
                    <a:pt x="812828" y="318171"/>
                  </a:lnTo>
                  <a:lnTo>
                    <a:pt x="809968" y="317428"/>
                  </a:lnTo>
                  <a:lnTo>
                    <a:pt x="808712" y="316538"/>
                  </a:lnTo>
                  <a:lnTo>
                    <a:pt x="808395" y="316196"/>
                  </a:lnTo>
                  <a:lnTo>
                    <a:pt x="805759" y="316084"/>
                  </a:lnTo>
                  <a:lnTo>
                    <a:pt x="804063" y="315736"/>
                  </a:lnTo>
                  <a:lnTo>
                    <a:pt x="802646" y="314936"/>
                  </a:lnTo>
                  <a:lnTo>
                    <a:pt x="802141" y="314898"/>
                  </a:lnTo>
                  <a:lnTo>
                    <a:pt x="800913" y="313687"/>
                  </a:lnTo>
                  <a:lnTo>
                    <a:pt x="799480" y="313542"/>
                  </a:lnTo>
                  <a:lnTo>
                    <a:pt x="798829" y="313078"/>
                  </a:lnTo>
                  <a:lnTo>
                    <a:pt x="795891" y="312872"/>
                  </a:lnTo>
                  <a:lnTo>
                    <a:pt x="794830" y="313076"/>
                  </a:lnTo>
                  <a:lnTo>
                    <a:pt x="793015" y="312625"/>
                  </a:lnTo>
                  <a:lnTo>
                    <a:pt x="791744" y="311908"/>
                  </a:lnTo>
                  <a:lnTo>
                    <a:pt x="791196" y="311924"/>
                  </a:lnTo>
                  <a:lnTo>
                    <a:pt x="790624" y="309235"/>
                  </a:lnTo>
                  <a:lnTo>
                    <a:pt x="790614" y="307540"/>
                  </a:lnTo>
                  <a:lnTo>
                    <a:pt x="791599" y="300800"/>
                  </a:lnTo>
                  <a:lnTo>
                    <a:pt x="792547" y="297130"/>
                  </a:lnTo>
                  <a:lnTo>
                    <a:pt x="792981" y="296070"/>
                  </a:lnTo>
                  <a:lnTo>
                    <a:pt x="793760" y="295145"/>
                  </a:lnTo>
                  <a:lnTo>
                    <a:pt x="791524" y="295825"/>
                  </a:lnTo>
                  <a:lnTo>
                    <a:pt x="789268" y="295243"/>
                  </a:lnTo>
                  <a:lnTo>
                    <a:pt x="787774" y="295416"/>
                  </a:lnTo>
                  <a:lnTo>
                    <a:pt x="786230" y="295303"/>
                  </a:lnTo>
                  <a:lnTo>
                    <a:pt x="785289" y="295745"/>
                  </a:lnTo>
                  <a:lnTo>
                    <a:pt x="784482" y="295612"/>
                  </a:lnTo>
                  <a:lnTo>
                    <a:pt x="783894" y="295074"/>
                  </a:lnTo>
                  <a:lnTo>
                    <a:pt x="780859" y="293998"/>
                  </a:lnTo>
                  <a:lnTo>
                    <a:pt x="779447" y="292303"/>
                  </a:lnTo>
                  <a:lnTo>
                    <a:pt x="772586" y="288694"/>
                  </a:lnTo>
                  <a:lnTo>
                    <a:pt x="771059" y="288513"/>
                  </a:lnTo>
                  <a:lnTo>
                    <a:pt x="770451" y="287837"/>
                  </a:lnTo>
                  <a:lnTo>
                    <a:pt x="763123" y="287531"/>
                  </a:lnTo>
                  <a:lnTo>
                    <a:pt x="760196" y="286573"/>
                  </a:lnTo>
                  <a:lnTo>
                    <a:pt x="759951" y="286190"/>
                  </a:lnTo>
                  <a:lnTo>
                    <a:pt x="758832" y="285947"/>
                  </a:lnTo>
                  <a:lnTo>
                    <a:pt x="757672" y="285107"/>
                  </a:lnTo>
                  <a:lnTo>
                    <a:pt x="754968" y="284841"/>
                  </a:lnTo>
                  <a:lnTo>
                    <a:pt x="752559" y="283713"/>
                  </a:lnTo>
                  <a:lnTo>
                    <a:pt x="751970" y="284989"/>
                  </a:lnTo>
                  <a:lnTo>
                    <a:pt x="751192" y="287910"/>
                  </a:lnTo>
                  <a:lnTo>
                    <a:pt x="750005" y="290360"/>
                  </a:lnTo>
                  <a:lnTo>
                    <a:pt x="748352" y="292448"/>
                  </a:lnTo>
                  <a:lnTo>
                    <a:pt x="748714" y="293842"/>
                  </a:lnTo>
                  <a:lnTo>
                    <a:pt x="750100" y="295795"/>
                  </a:lnTo>
                  <a:lnTo>
                    <a:pt x="751069" y="302697"/>
                  </a:lnTo>
                  <a:lnTo>
                    <a:pt x="750651" y="303220"/>
                  </a:lnTo>
                  <a:lnTo>
                    <a:pt x="746746" y="299963"/>
                  </a:lnTo>
                  <a:lnTo>
                    <a:pt x="746021" y="300063"/>
                  </a:lnTo>
                  <a:lnTo>
                    <a:pt x="745552" y="299406"/>
                  </a:lnTo>
                  <a:lnTo>
                    <a:pt x="744048" y="298651"/>
                  </a:lnTo>
                  <a:lnTo>
                    <a:pt x="742318" y="298337"/>
                  </a:lnTo>
                  <a:lnTo>
                    <a:pt x="741662" y="298699"/>
                  </a:lnTo>
                  <a:lnTo>
                    <a:pt x="741434" y="298597"/>
                  </a:lnTo>
                  <a:lnTo>
                    <a:pt x="739713" y="298962"/>
                  </a:lnTo>
                  <a:lnTo>
                    <a:pt x="734961" y="300760"/>
                  </a:lnTo>
                  <a:lnTo>
                    <a:pt x="734530" y="301658"/>
                  </a:lnTo>
                  <a:lnTo>
                    <a:pt x="733597" y="302396"/>
                  </a:lnTo>
                  <a:lnTo>
                    <a:pt x="732649" y="302462"/>
                  </a:lnTo>
                  <a:lnTo>
                    <a:pt x="730915" y="304001"/>
                  </a:lnTo>
                  <a:lnTo>
                    <a:pt x="730533" y="303601"/>
                  </a:lnTo>
                  <a:lnTo>
                    <a:pt x="729146" y="303151"/>
                  </a:lnTo>
                  <a:lnTo>
                    <a:pt x="728281" y="302113"/>
                  </a:lnTo>
                  <a:lnTo>
                    <a:pt x="727390" y="302534"/>
                  </a:lnTo>
                  <a:lnTo>
                    <a:pt x="726481" y="302616"/>
                  </a:lnTo>
                  <a:lnTo>
                    <a:pt x="725024" y="301433"/>
                  </a:lnTo>
                  <a:lnTo>
                    <a:pt x="723656" y="300892"/>
                  </a:lnTo>
                  <a:lnTo>
                    <a:pt x="722820" y="298809"/>
                  </a:lnTo>
                  <a:lnTo>
                    <a:pt x="722429" y="298453"/>
                  </a:lnTo>
                  <a:lnTo>
                    <a:pt x="722303" y="298784"/>
                  </a:lnTo>
                  <a:lnTo>
                    <a:pt x="721580" y="299048"/>
                  </a:lnTo>
                  <a:lnTo>
                    <a:pt x="721157" y="299626"/>
                  </a:lnTo>
                  <a:lnTo>
                    <a:pt x="720934" y="300409"/>
                  </a:lnTo>
                  <a:lnTo>
                    <a:pt x="720238" y="301196"/>
                  </a:lnTo>
                  <a:lnTo>
                    <a:pt x="719994" y="301896"/>
                  </a:lnTo>
                  <a:lnTo>
                    <a:pt x="717662" y="303661"/>
                  </a:lnTo>
                  <a:lnTo>
                    <a:pt x="716567" y="304189"/>
                  </a:lnTo>
                  <a:lnTo>
                    <a:pt x="715482" y="306214"/>
                  </a:lnTo>
                  <a:lnTo>
                    <a:pt x="715346" y="306929"/>
                  </a:lnTo>
                  <a:lnTo>
                    <a:pt x="715699" y="307921"/>
                  </a:lnTo>
                  <a:lnTo>
                    <a:pt x="715269" y="308470"/>
                  </a:lnTo>
                  <a:lnTo>
                    <a:pt x="713410" y="308208"/>
                  </a:lnTo>
                  <a:lnTo>
                    <a:pt x="712239" y="308869"/>
                  </a:lnTo>
                  <a:lnTo>
                    <a:pt x="712027" y="309361"/>
                  </a:lnTo>
                  <a:lnTo>
                    <a:pt x="712155" y="309558"/>
                  </a:lnTo>
                  <a:lnTo>
                    <a:pt x="711714" y="310251"/>
                  </a:lnTo>
                  <a:lnTo>
                    <a:pt x="708860" y="313042"/>
                  </a:lnTo>
                  <a:lnTo>
                    <a:pt x="708469" y="314133"/>
                  </a:lnTo>
                  <a:lnTo>
                    <a:pt x="708548" y="315186"/>
                  </a:lnTo>
                  <a:lnTo>
                    <a:pt x="707333" y="316108"/>
                  </a:lnTo>
                  <a:lnTo>
                    <a:pt x="706637" y="315932"/>
                  </a:lnTo>
                  <a:lnTo>
                    <a:pt x="706254" y="316230"/>
                  </a:lnTo>
                  <a:lnTo>
                    <a:pt x="705383" y="316217"/>
                  </a:lnTo>
                  <a:lnTo>
                    <a:pt x="704495" y="317353"/>
                  </a:lnTo>
                  <a:lnTo>
                    <a:pt x="703768" y="317305"/>
                  </a:lnTo>
                  <a:lnTo>
                    <a:pt x="703151" y="318961"/>
                  </a:lnTo>
                  <a:lnTo>
                    <a:pt x="702305" y="320039"/>
                  </a:lnTo>
                  <a:lnTo>
                    <a:pt x="701882" y="321256"/>
                  </a:lnTo>
                  <a:lnTo>
                    <a:pt x="701180" y="322003"/>
                  </a:lnTo>
                  <a:lnTo>
                    <a:pt x="699627" y="322747"/>
                  </a:lnTo>
                  <a:lnTo>
                    <a:pt x="699361" y="323125"/>
                  </a:lnTo>
                  <a:lnTo>
                    <a:pt x="698785" y="323061"/>
                  </a:lnTo>
                  <a:lnTo>
                    <a:pt x="697643" y="325116"/>
                  </a:lnTo>
                  <a:lnTo>
                    <a:pt x="697487" y="326592"/>
                  </a:lnTo>
                  <a:lnTo>
                    <a:pt x="695975" y="328256"/>
                  </a:lnTo>
                  <a:lnTo>
                    <a:pt x="695499" y="328176"/>
                  </a:lnTo>
                  <a:lnTo>
                    <a:pt x="695534" y="327323"/>
                  </a:lnTo>
                  <a:lnTo>
                    <a:pt x="695964" y="326708"/>
                  </a:lnTo>
                  <a:lnTo>
                    <a:pt x="695726" y="325978"/>
                  </a:lnTo>
                  <a:lnTo>
                    <a:pt x="695310" y="325547"/>
                  </a:lnTo>
                  <a:lnTo>
                    <a:pt x="694599" y="325612"/>
                  </a:lnTo>
                  <a:lnTo>
                    <a:pt x="693534" y="326228"/>
                  </a:lnTo>
                  <a:lnTo>
                    <a:pt x="693010" y="325992"/>
                  </a:lnTo>
                  <a:lnTo>
                    <a:pt x="690103" y="326378"/>
                  </a:lnTo>
                  <a:lnTo>
                    <a:pt x="688681" y="325742"/>
                  </a:lnTo>
                  <a:lnTo>
                    <a:pt x="688863" y="324897"/>
                  </a:lnTo>
                  <a:lnTo>
                    <a:pt x="688503" y="324605"/>
                  </a:lnTo>
                  <a:lnTo>
                    <a:pt x="687326" y="324441"/>
                  </a:lnTo>
                  <a:lnTo>
                    <a:pt x="686645" y="325253"/>
                  </a:lnTo>
                  <a:lnTo>
                    <a:pt x="686275" y="324967"/>
                  </a:lnTo>
                  <a:lnTo>
                    <a:pt x="685317" y="324918"/>
                  </a:lnTo>
                  <a:lnTo>
                    <a:pt x="685445" y="324366"/>
                  </a:lnTo>
                  <a:lnTo>
                    <a:pt x="685172" y="323959"/>
                  </a:lnTo>
                  <a:lnTo>
                    <a:pt x="683011" y="323692"/>
                  </a:lnTo>
                  <a:lnTo>
                    <a:pt x="682332" y="323082"/>
                  </a:lnTo>
                  <a:lnTo>
                    <a:pt x="681279" y="322897"/>
                  </a:lnTo>
                  <a:lnTo>
                    <a:pt x="680703" y="322514"/>
                  </a:lnTo>
                  <a:lnTo>
                    <a:pt x="680417" y="321825"/>
                  </a:lnTo>
                  <a:lnTo>
                    <a:pt x="679125" y="320565"/>
                  </a:lnTo>
                  <a:lnTo>
                    <a:pt x="678075" y="320500"/>
                  </a:lnTo>
                  <a:lnTo>
                    <a:pt x="677887" y="319342"/>
                  </a:lnTo>
                  <a:lnTo>
                    <a:pt x="676352" y="318853"/>
                  </a:lnTo>
                  <a:lnTo>
                    <a:pt x="675172" y="318023"/>
                  </a:lnTo>
                  <a:lnTo>
                    <a:pt x="674131" y="317156"/>
                  </a:lnTo>
                  <a:lnTo>
                    <a:pt x="673912" y="316729"/>
                  </a:lnTo>
                  <a:lnTo>
                    <a:pt x="674106" y="316338"/>
                  </a:lnTo>
                  <a:lnTo>
                    <a:pt x="673676" y="315759"/>
                  </a:lnTo>
                  <a:lnTo>
                    <a:pt x="672911" y="315537"/>
                  </a:lnTo>
                  <a:lnTo>
                    <a:pt x="672100" y="314741"/>
                  </a:lnTo>
                  <a:lnTo>
                    <a:pt x="671534" y="31452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pg29">
              <a:extLst>
                <a:ext uri="{FF2B5EF4-FFF2-40B4-BE49-F238E27FC236}">
                  <a16:creationId xmlns:a16="http://schemas.microsoft.com/office/drawing/2014/main" id="{AFFAB589-2168-125A-A3D6-961A3E9C581F}"/>
                </a:ext>
              </a:extLst>
            </p:cNvPr>
            <p:cNvSpPr/>
            <p:nvPr/>
          </p:nvSpPr>
          <p:spPr>
            <a:xfrm>
              <a:off x="5315898" y="3833776"/>
              <a:ext cx="539931" cy="483483"/>
            </a:xfrm>
            <a:custGeom>
              <a:avLst/>
              <a:gdLst/>
              <a:ahLst/>
              <a:cxnLst/>
              <a:rect l="0" t="0" r="0" b="0"/>
              <a:pathLst>
                <a:path w="539931" h="483483">
                  <a:moveTo>
                    <a:pt x="158924" y="465006"/>
                  </a:moveTo>
                  <a:lnTo>
                    <a:pt x="158947" y="465254"/>
                  </a:lnTo>
                  <a:lnTo>
                    <a:pt x="159238" y="465354"/>
                  </a:lnTo>
                  <a:lnTo>
                    <a:pt x="159257" y="466345"/>
                  </a:lnTo>
                  <a:lnTo>
                    <a:pt x="158570" y="466760"/>
                  </a:lnTo>
                  <a:lnTo>
                    <a:pt x="158314" y="467335"/>
                  </a:lnTo>
                  <a:lnTo>
                    <a:pt x="157802" y="467258"/>
                  </a:lnTo>
                  <a:lnTo>
                    <a:pt x="157290" y="467514"/>
                  </a:lnTo>
                  <a:lnTo>
                    <a:pt x="157056" y="467949"/>
                  </a:lnTo>
                  <a:lnTo>
                    <a:pt x="157132" y="468775"/>
                  </a:lnTo>
                  <a:lnTo>
                    <a:pt x="156279" y="469475"/>
                  </a:lnTo>
                  <a:lnTo>
                    <a:pt x="155802" y="469238"/>
                  </a:lnTo>
                  <a:lnTo>
                    <a:pt x="154804" y="470075"/>
                  </a:lnTo>
                  <a:lnTo>
                    <a:pt x="154766" y="470373"/>
                  </a:lnTo>
                  <a:lnTo>
                    <a:pt x="154507" y="470260"/>
                  </a:lnTo>
                  <a:lnTo>
                    <a:pt x="153795" y="470525"/>
                  </a:lnTo>
                  <a:lnTo>
                    <a:pt x="152294" y="471310"/>
                  </a:lnTo>
                  <a:lnTo>
                    <a:pt x="150305" y="472709"/>
                  </a:lnTo>
                  <a:lnTo>
                    <a:pt x="149749" y="472787"/>
                  </a:lnTo>
                  <a:lnTo>
                    <a:pt x="149071" y="472258"/>
                  </a:lnTo>
                  <a:lnTo>
                    <a:pt x="148572" y="472177"/>
                  </a:lnTo>
                  <a:lnTo>
                    <a:pt x="147610" y="472537"/>
                  </a:lnTo>
                  <a:lnTo>
                    <a:pt x="147410" y="473065"/>
                  </a:lnTo>
                  <a:lnTo>
                    <a:pt x="147192" y="473019"/>
                  </a:lnTo>
                  <a:lnTo>
                    <a:pt x="147137" y="473297"/>
                  </a:lnTo>
                  <a:lnTo>
                    <a:pt x="146351" y="473827"/>
                  </a:lnTo>
                  <a:lnTo>
                    <a:pt x="146306" y="474270"/>
                  </a:lnTo>
                  <a:lnTo>
                    <a:pt x="145878" y="474316"/>
                  </a:lnTo>
                  <a:lnTo>
                    <a:pt x="145814" y="474714"/>
                  </a:lnTo>
                  <a:lnTo>
                    <a:pt x="145411" y="474835"/>
                  </a:lnTo>
                  <a:lnTo>
                    <a:pt x="145234" y="476130"/>
                  </a:lnTo>
                  <a:lnTo>
                    <a:pt x="144970" y="476415"/>
                  </a:lnTo>
                  <a:lnTo>
                    <a:pt x="144845" y="477356"/>
                  </a:lnTo>
                  <a:lnTo>
                    <a:pt x="144422" y="478268"/>
                  </a:lnTo>
                  <a:lnTo>
                    <a:pt x="143145" y="479556"/>
                  </a:lnTo>
                  <a:lnTo>
                    <a:pt x="142682" y="479409"/>
                  </a:lnTo>
                  <a:lnTo>
                    <a:pt x="141069" y="479728"/>
                  </a:lnTo>
                  <a:lnTo>
                    <a:pt x="140411" y="479526"/>
                  </a:lnTo>
                  <a:lnTo>
                    <a:pt x="139054" y="479580"/>
                  </a:lnTo>
                  <a:lnTo>
                    <a:pt x="137600" y="479904"/>
                  </a:lnTo>
                  <a:lnTo>
                    <a:pt x="136481" y="480740"/>
                  </a:lnTo>
                  <a:lnTo>
                    <a:pt x="135538" y="480956"/>
                  </a:lnTo>
                  <a:lnTo>
                    <a:pt x="134821" y="480942"/>
                  </a:lnTo>
                  <a:lnTo>
                    <a:pt x="134623" y="480649"/>
                  </a:lnTo>
                  <a:lnTo>
                    <a:pt x="134188" y="480754"/>
                  </a:lnTo>
                  <a:lnTo>
                    <a:pt x="133343" y="480203"/>
                  </a:lnTo>
                  <a:lnTo>
                    <a:pt x="132182" y="480625"/>
                  </a:lnTo>
                  <a:lnTo>
                    <a:pt x="130263" y="480507"/>
                  </a:lnTo>
                  <a:lnTo>
                    <a:pt x="129818" y="480288"/>
                  </a:lnTo>
                  <a:lnTo>
                    <a:pt x="128582" y="480270"/>
                  </a:lnTo>
                  <a:lnTo>
                    <a:pt x="127865" y="479720"/>
                  </a:lnTo>
                  <a:lnTo>
                    <a:pt x="127131" y="479868"/>
                  </a:lnTo>
                  <a:lnTo>
                    <a:pt x="126266" y="479480"/>
                  </a:lnTo>
                  <a:lnTo>
                    <a:pt x="125414" y="479578"/>
                  </a:lnTo>
                  <a:lnTo>
                    <a:pt x="125208" y="479383"/>
                  </a:lnTo>
                  <a:lnTo>
                    <a:pt x="124138" y="479304"/>
                  </a:lnTo>
                  <a:lnTo>
                    <a:pt x="122487" y="478642"/>
                  </a:lnTo>
                  <a:lnTo>
                    <a:pt x="121938" y="477926"/>
                  </a:lnTo>
                  <a:lnTo>
                    <a:pt x="121092" y="477962"/>
                  </a:lnTo>
                  <a:lnTo>
                    <a:pt x="119903" y="477256"/>
                  </a:lnTo>
                  <a:lnTo>
                    <a:pt x="119138" y="477087"/>
                  </a:lnTo>
                  <a:lnTo>
                    <a:pt x="118737" y="475782"/>
                  </a:lnTo>
                  <a:lnTo>
                    <a:pt x="117751" y="475347"/>
                  </a:lnTo>
                  <a:lnTo>
                    <a:pt x="116797" y="474525"/>
                  </a:lnTo>
                  <a:lnTo>
                    <a:pt x="116407" y="473158"/>
                  </a:lnTo>
                  <a:lnTo>
                    <a:pt x="116752" y="472498"/>
                  </a:lnTo>
                  <a:lnTo>
                    <a:pt x="116364" y="472103"/>
                  </a:lnTo>
                  <a:lnTo>
                    <a:pt x="116533" y="471741"/>
                  </a:lnTo>
                  <a:lnTo>
                    <a:pt x="116268" y="469973"/>
                  </a:lnTo>
                  <a:lnTo>
                    <a:pt x="115909" y="469673"/>
                  </a:lnTo>
                  <a:lnTo>
                    <a:pt x="115890" y="468997"/>
                  </a:lnTo>
                  <a:lnTo>
                    <a:pt x="116401" y="468857"/>
                  </a:lnTo>
                  <a:lnTo>
                    <a:pt x="115341" y="465474"/>
                  </a:lnTo>
                  <a:lnTo>
                    <a:pt x="114766" y="465355"/>
                  </a:lnTo>
                  <a:lnTo>
                    <a:pt x="112993" y="465601"/>
                  </a:lnTo>
                  <a:lnTo>
                    <a:pt x="111996" y="465359"/>
                  </a:lnTo>
                  <a:lnTo>
                    <a:pt x="111643" y="464749"/>
                  </a:lnTo>
                  <a:lnTo>
                    <a:pt x="110877" y="464541"/>
                  </a:lnTo>
                  <a:lnTo>
                    <a:pt x="110496" y="464015"/>
                  </a:lnTo>
                  <a:lnTo>
                    <a:pt x="109734" y="463714"/>
                  </a:lnTo>
                  <a:lnTo>
                    <a:pt x="108817" y="462669"/>
                  </a:lnTo>
                  <a:lnTo>
                    <a:pt x="107944" y="462303"/>
                  </a:lnTo>
                  <a:lnTo>
                    <a:pt x="107696" y="461197"/>
                  </a:lnTo>
                  <a:lnTo>
                    <a:pt x="106589" y="460805"/>
                  </a:lnTo>
                  <a:lnTo>
                    <a:pt x="105838" y="461052"/>
                  </a:lnTo>
                  <a:lnTo>
                    <a:pt x="105215" y="460734"/>
                  </a:lnTo>
                  <a:lnTo>
                    <a:pt x="104284" y="459854"/>
                  </a:lnTo>
                  <a:lnTo>
                    <a:pt x="103779" y="458764"/>
                  </a:lnTo>
                  <a:lnTo>
                    <a:pt x="103837" y="458124"/>
                  </a:lnTo>
                  <a:lnTo>
                    <a:pt x="103229" y="457266"/>
                  </a:lnTo>
                  <a:lnTo>
                    <a:pt x="102363" y="457341"/>
                  </a:lnTo>
                  <a:lnTo>
                    <a:pt x="101837" y="456818"/>
                  </a:lnTo>
                  <a:lnTo>
                    <a:pt x="101559" y="457080"/>
                  </a:lnTo>
                  <a:lnTo>
                    <a:pt x="100801" y="456819"/>
                  </a:lnTo>
                  <a:lnTo>
                    <a:pt x="99769" y="455573"/>
                  </a:lnTo>
                  <a:lnTo>
                    <a:pt x="99233" y="455445"/>
                  </a:lnTo>
                  <a:lnTo>
                    <a:pt x="98871" y="454742"/>
                  </a:lnTo>
                  <a:lnTo>
                    <a:pt x="97339" y="453004"/>
                  </a:lnTo>
                  <a:lnTo>
                    <a:pt x="97384" y="450773"/>
                  </a:lnTo>
                  <a:lnTo>
                    <a:pt x="98309" y="449287"/>
                  </a:lnTo>
                  <a:lnTo>
                    <a:pt x="98333" y="448163"/>
                  </a:lnTo>
                  <a:lnTo>
                    <a:pt x="97976" y="447207"/>
                  </a:lnTo>
                  <a:lnTo>
                    <a:pt x="98334" y="446391"/>
                  </a:lnTo>
                  <a:lnTo>
                    <a:pt x="98129" y="445475"/>
                  </a:lnTo>
                  <a:lnTo>
                    <a:pt x="97787" y="445205"/>
                  </a:lnTo>
                  <a:lnTo>
                    <a:pt x="97949" y="444780"/>
                  </a:lnTo>
                  <a:lnTo>
                    <a:pt x="97607" y="444500"/>
                  </a:lnTo>
                  <a:lnTo>
                    <a:pt x="97527" y="443194"/>
                  </a:lnTo>
                  <a:lnTo>
                    <a:pt x="97829" y="442472"/>
                  </a:lnTo>
                  <a:lnTo>
                    <a:pt x="97418" y="440947"/>
                  </a:lnTo>
                  <a:lnTo>
                    <a:pt x="97310" y="440733"/>
                  </a:lnTo>
                  <a:lnTo>
                    <a:pt x="96793" y="440702"/>
                  </a:lnTo>
                  <a:lnTo>
                    <a:pt x="96466" y="439865"/>
                  </a:lnTo>
                  <a:lnTo>
                    <a:pt x="96193" y="439766"/>
                  </a:lnTo>
                  <a:lnTo>
                    <a:pt x="96179" y="438885"/>
                  </a:lnTo>
                  <a:lnTo>
                    <a:pt x="94896" y="437172"/>
                  </a:lnTo>
                  <a:lnTo>
                    <a:pt x="92686" y="435700"/>
                  </a:lnTo>
                  <a:lnTo>
                    <a:pt x="92156" y="434396"/>
                  </a:lnTo>
                  <a:lnTo>
                    <a:pt x="89781" y="430717"/>
                  </a:lnTo>
                  <a:lnTo>
                    <a:pt x="89635" y="430440"/>
                  </a:lnTo>
                  <a:lnTo>
                    <a:pt x="90796" y="429403"/>
                  </a:lnTo>
                  <a:lnTo>
                    <a:pt x="91011" y="428543"/>
                  </a:lnTo>
                  <a:lnTo>
                    <a:pt x="85350" y="419735"/>
                  </a:lnTo>
                  <a:lnTo>
                    <a:pt x="84851" y="419107"/>
                  </a:lnTo>
                  <a:lnTo>
                    <a:pt x="82145" y="417779"/>
                  </a:lnTo>
                  <a:lnTo>
                    <a:pt x="80899" y="416344"/>
                  </a:lnTo>
                  <a:lnTo>
                    <a:pt x="80644" y="415041"/>
                  </a:lnTo>
                  <a:lnTo>
                    <a:pt x="80971" y="414074"/>
                  </a:lnTo>
                  <a:lnTo>
                    <a:pt x="82124" y="412465"/>
                  </a:lnTo>
                  <a:lnTo>
                    <a:pt x="79296" y="411972"/>
                  </a:lnTo>
                  <a:lnTo>
                    <a:pt x="78921" y="411490"/>
                  </a:lnTo>
                  <a:lnTo>
                    <a:pt x="76099" y="411294"/>
                  </a:lnTo>
                  <a:lnTo>
                    <a:pt x="75050" y="410517"/>
                  </a:lnTo>
                  <a:lnTo>
                    <a:pt x="72235" y="409354"/>
                  </a:lnTo>
                  <a:lnTo>
                    <a:pt x="71018" y="409085"/>
                  </a:lnTo>
                  <a:lnTo>
                    <a:pt x="73969" y="401123"/>
                  </a:lnTo>
                  <a:lnTo>
                    <a:pt x="74907" y="399177"/>
                  </a:lnTo>
                  <a:lnTo>
                    <a:pt x="76116" y="391215"/>
                  </a:lnTo>
                  <a:lnTo>
                    <a:pt x="75703" y="386756"/>
                  </a:lnTo>
                  <a:lnTo>
                    <a:pt x="75383" y="386138"/>
                  </a:lnTo>
                  <a:lnTo>
                    <a:pt x="74303" y="385492"/>
                  </a:lnTo>
                  <a:lnTo>
                    <a:pt x="73167" y="384058"/>
                  </a:lnTo>
                  <a:lnTo>
                    <a:pt x="72559" y="379835"/>
                  </a:lnTo>
                  <a:lnTo>
                    <a:pt x="74803" y="370200"/>
                  </a:lnTo>
                  <a:lnTo>
                    <a:pt x="75434" y="369066"/>
                  </a:lnTo>
                  <a:lnTo>
                    <a:pt x="75867" y="367463"/>
                  </a:lnTo>
                  <a:lnTo>
                    <a:pt x="76796" y="366693"/>
                  </a:lnTo>
                  <a:lnTo>
                    <a:pt x="76927" y="366217"/>
                  </a:lnTo>
                  <a:lnTo>
                    <a:pt x="78262" y="364661"/>
                  </a:lnTo>
                  <a:lnTo>
                    <a:pt x="78737" y="363618"/>
                  </a:lnTo>
                  <a:lnTo>
                    <a:pt x="78917" y="361886"/>
                  </a:lnTo>
                  <a:lnTo>
                    <a:pt x="79223" y="361297"/>
                  </a:lnTo>
                  <a:lnTo>
                    <a:pt x="79269" y="356965"/>
                  </a:lnTo>
                  <a:lnTo>
                    <a:pt x="78176" y="355972"/>
                  </a:lnTo>
                  <a:lnTo>
                    <a:pt x="77739" y="352890"/>
                  </a:lnTo>
                  <a:lnTo>
                    <a:pt x="77359" y="351700"/>
                  </a:lnTo>
                  <a:lnTo>
                    <a:pt x="77607" y="349298"/>
                  </a:lnTo>
                  <a:lnTo>
                    <a:pt x="77352" y="346306"/>
                  </a:lnTo>
                  <a:lnTo>
                    <a:pt x="78203" y="343965"/>
                  </a:lnTo>
                  <a:lnTo>
                    <a:pt x="78570" y="340544"/>
                  </a:lnTo>
                  <a:lnTo>
                    <a:pt x="78506" y="338088"/>
                  </a:lnTo>
                  <a:lnTo>
                    <a:pt x="78016" y="336040"/>
                  </a:lnTo>
                  <a:lnTo>
                    <a:pt x="78073" y="335454"/>
                  </a:lnTo>
                  <a:lnTo>
                    <a:pt x="78706" y="334376"/>
                  </a:lnTo>
                  <a:lnTo>
                    <a:pt x="81048" y="332979"/>
                  </a:lnTo>
                  <a:lnTo>
                    <a:pt x="81527" y="330389"/>
                  </a:lnTo>
                  <a:lnTo>
                    <a:pt x="84195" y="325564"/>
                  </a:lnTo>
                  <a:lnTo>
                    <a:pt x="84339" y="324444"/>
                  </a:lnTo>
                  <a:lnTo>
                    <a:pt x="84061" y="323679"/>
                  </a:lnTo>
                  <a:lnTo>
                    <a:pt x="84392" y="322654"/>
                  </a:lnTo>
                  <a:lnTo>
                    <a:pt x="84364" y="321679"/>
                  </a:lnTo>
                  <a:lnTo>
                    <a:pt x="83914" y="320276"/>
                  </a:lnTo>
                  <a:lnTo>
                    <a:pt x="82783" y="320568"/>
                  </a:lnTo>
                  <a:lnTo>
                    <a:pt x="80897" y="320460"/>
                  </a:lnTo>
                  <a:lnTo>
                    <a:pt x="77796" y="319234"/>
                  </a:lnTo>
                  <a:lnTo>
                    <a:pt x="68784" y="313697"/>
                  </a:lnTo>
                  <a:lnTo>
                    <a:pt x="65854" y="312266"/>
                  </a:lnTo>
                  <a:lnTo>
                    <a:pt x="61951" y="311170"/>
                  </a:lnTo>
                  <a:lnTo>
                    <a:pt x="60032" y="311182"/>
                  </a:lnTo>
                  <a:lnTo>
                    <a:pt x="58688" y="312160"/>
                  </a:lnTo>
                  <a:lnTo>
                    <a:pt x="55912" y="315574"/>
                  </a:lnTo>
                  <a:lnTo>
                    <a:pt x="52974" y="317845"/>
                  </a:lnTo>
                  <a:lnTo>
                    <a:pt x="52031" y="317946"/>
                  </a:lnTo>
                  <a:lnTo>
                    <a:pt x="50788" y="317554"/>
                  </a:lnTo>
                  <a:lnTo>
                    <a:pt x="50075" y="316497"/>
                  </a:lnTo>
                  <a:lnTo>
                    <a:pt x="48673" y="310853"/>
                  </a:lnTo>
                  <a:lnTo>
                    <a:pt x="48263" y="306543"/>
                  </a:lnTo>
                  <a:lnTo>
                    <a:pt x="47731" y="304843"/>
                  </a:lnTo>
                  <a:lnTo>
                    <a:pt x="46765" y="303069"/>
                  </a:lnTo>
                  <a:lnTo>
                    <a:pt x="45165" y="300961"/>
                  </a:lnTo>
                  <a:lnTo>
                    <a:pt x="42702" y="298454"/>
                  </a:lnTo>
                  <a:lnTo>
                    <a:pt x="40245" y="296671"/>
                  </a:lnTo>
                  <a:lnTo>
                    <a:pt x="40714" y="295704"/>
                  </a:lnTo>
                  <a:lnTo>
                    <a:pt x="41287" y="295409"/>
                  </a:lnTo>
                  <a:lnTo>
                    <a:pt x="41617" y="294391"/>
                  </a:lnTo>
                  <a:lnTo>
                    <a:pt x="41355" y="293897"/>
                  </a:lnTo>
                  <a:lnTo>
                    <a:pt x="41999" y="292713"/>
                  </a:lnTo>
                  <a:lnTo>
                    <a:pt x="41485" y="292125"/>
                  </a:lnTo>
                  <a:lnTo>
                    <a:pt x="42210" y="289773"/>
                  </a:lnTo>
                  <a:lnTo>
                    <a:pt x="43869" y="288927"/>
                  </a:lnTo>
                  <a:lnTo>
                    <a:pt x="44471" y="288120"/>
                  </a:lnTo>
                  <a:lnTo>
                    <a:pt x="46063" y="286943"/>
                  </a:lnTo>
                  <a:lnTo>
                    <a:pt x="46683" y="286964"/>
                  </a:lnTo>
                  <a:lnTo>
                    <a:pt x="46834" y="286624"/>
                  </a:lnTo>
                  <a:lnTo>
                    <a:pt x="48619" y="286274"/>
                  </a:lnTo>
                  <a:lnTo>
                    <a:pt x="48969" y="285782"/>
                  </a:lnTo>
                  <a:lnTo>
                    <a:pt x="49099" y="284605"/>
                  </a:lnTo>
                  <a:lnTo>
                    <a:pt x="48234" y="283717"/>
                  </a:lnTo>
                  <a:lnTo>
                    <a:pt x="48198" y="282206"/>
                  </a:lnTo>
                  <a:lnTo>
                    <a:pt x="48479" y="281941"/>
                  </a:lnTo>
                  <a:lnTo>
                    <a:pt x="49599" y="281868"/>
                  </a:lnTo>
                  <a:lnTo>
                    <a:pt x="49996" y="281287"/>
                  </a:lnTo>
                  <a:lnTo>
                    <a:pt x="50530" y="281023"/>
                  </a:lnTo>
                  <a:lnTo>
                    <a:pt x="50242" y="280815"/>
                  </a:lnTo>
                  <a:lnTo>
                    <a:pt x="48759" y="280767"/>
                  </a:lnTo>
                  <a:lnTo>
                    <a:pt x="46052" y="279370"/>
                  </a:lnTo>
                  <a:lnTo>
                    <a:pt x="44431" y="277749"/>
                  </a:lnTo>
                  <a:lnTo>
                    <a:pt x="43700" y="277396"/>
                  </a:lnTo>
                  <a:lnTo>
                    <a:pt x="42999" y="276439"/>
                  </a:lnTo>
                  <a:lnTo>
                    <a:pt x="42721" y="276367"/>
                  </a:lnTo>
                  <a:lnTo>
                    <a:pt x="42399" y="276864"/>
                  </a:lnTo>
                  <a:lnTo>
                    <a:pt x="37993" y="274122"/>
                  </a:lnTo>
                  <a:lnTo>
                    <a:pt x="37823" y="273593"/>
                  </a:lnTo>
                  <a:lnTo>
                    <a:pt x="38081" y="273113"/>
                  </a:lnTo>
                  <a:lnTo>
                    <a:pt x="37441" y="272522"/>
                  </a:lnTo>
                  <a:lnTo>
                    <a:pt x="37037" y="271433"/>
                  </a:lnTo>
                  <a:lnTo>
                    <a:pt x="36384" y="270887"/>
                  </a:lnTo>
                  <a:lnTo>
                    <a:pt x="36526" y="270501"/>
                  </a:lnTo>
                  <a:lnTo>
                    <a:pt x="36180" y="270012"/>
                  </a:lnTo>
                  <a:lnTo>
                    <a:pt x="36076" y="269147"/>
                  </a:lnTo>
                  <a:lnTo>
                    <a:pt x="35821" y="268932"/>
                  </a:lnTo>
                  <a:lnTo>
                    <a:pt x="35713" y="267979"/>
                  </a:lnTo>
                  <a:lnTo>
                    <a:pt x="36124" y="266844"/>
                  </a:lnTo>
                  <a:lnTo>
                    <a:pt x="35410" y="266649"/>
                  </a:lnTo>
                  <a:lnTo>
                    <a:pt x="35441" y="266281"/>
                  </a:lnTo>
                  <a:lnTo>
                    <a:pt x="36224" y="266471"/>
                  </a:lnTo>
                  <a:lnTo>
                    <a:pt x="36497" y="266241"/>
                  </a:lnTo>
                  <a:lnTo>
                    <a:pt x="36661" y="266015"/>
                  </a:lnTo>
                  <a:lnTo>
                    <a:pt x="36558" y="265549"/>
                  </a:lnTo>
                  <a:lnTo>
                    <a:pt x="33687" y="264929"/>
                  </a:lnTo>
                  <a:lnTo>
                    <a:pt x="33090" y="263779"/>
                  </a:lnTo>
                  <a:lnTo>
                    <a:pt x="32375" y="263217"/>
                  </a:lnTo>
                  <a:lnTo>
                    <a:pt x="31930" y="261323"/>
                  </a:lnTo>
                  <a:lnTo>
                    <a:pt x="30719" y="259793"/>
                  </a:lnTo>
                  <a:lnTo>
                    <a:pt x="30206" y="259891"/>
                  </a:lnTo>
                  <a:lnTo>
                    <a:pt x="29089" y="259139"/>
                  </a:lnTo>
                  <a:lnTo>
                    <a:pt x="25920" y="258529"/>
                  </a:lnTo>
                  <a:lnTo>
                    <a:pt x="23318" y="257329"/>
                  </a:lnTo>
                  <a:lnTo>
                    <a:pt x="22512" y="256213"/>
                  </a:lnTo>
                  <a:lnTo>
                    <a:pt x="22728" y="256159"/>
                  </a:lnTo>
                  <a:lnTo>
                    <a:pt x="22668" y="255885"/>
                  </a:lnTo>
                  <a:lnTo>
                    <a:pt x="21445" y="255536"/>
                  </a:lnTo>
                  <a:lnTo>
                    <a:pt x="19783" y="254111"/>
                  </a:lnTo>
                  <a:lnTo>
                    <a:pt x="19374" y="252907"/>
                  </a:lnTo>
                  <a:lnTo>
                    <a:pt x="18191" y="251376"/>
                  </a:lnTo>
                  <a:lnTo>
                    <a:pt x="17671" y="249924"/>
                  </a:lnTo>
                  <a:lnTo>
                    <a:pt x="17311" y="249843"/>
                  </a:lnTo>
                  <a:lnTo>
                    <a:pt x="14791" y="247004"/>
                  </a:lnTo>
                  <a:lnTo>
                    <a:pt x="13463" y="246552"/>
                  </a:lnTo>
                  <a:lnTo>
                    <a:pt x="14327" y="244541"/>
                  </a:lnTo>
                  <a:lnTo>
                    <a:pt x="16460" y="241704"/>
                  </a:lnTo>
                  <a:lnTo>
                    <a:pt x="16047" y="241404"/>
                  </a:lnTo>
                  <a:lnTo>
                    <a:pt x="14129" y="240942"/>
                  </a:lnTo>
                  <a:lnTo>
                    <a:pt x="13804" y="240409"/>
                  </a:lnTo>
                  <a:lnTo>
                    <a:pt x="12406" y="239747"/>
                  </a:lnTo>
                  <a:lnTo>
                    <a:pt x="11322" y="238184"/>
                  </a:lnTo>
                  <a:lnTo>
                    <a:pt x="9801" y="237895"/>
                  </a:lnTo>
                  <a:lnTo>
                    <a:pt x="9768" y="236513"/>
                  </a:lnTo>
                  <a:lnTo>
                    <a:pt x="9007" y="233080"/>
                  </a:lnTo>
                  <a:lnTo>
                    <a:pt x="8759" y="230858"/>
                  </a:lnTo>
                  <a:lnTo>
                    <a:pt x="4569" y="231842"/>
                  </a:lnTo>
                  <a:lnTo>
                    <a:pt x="4289" y="232076"/>
                  </a:lnTo>
                  <a:lnTo>
                    <a:pt x="4134" y="231642"/>
                  </a:lnTo>
                  <a:lnTo>
                    <a:pt x="3333" y="231365"/>
                  </a:lnTo>
                  <a:lnTo>
                    <a:pt x="210" y="231021"/>
                  </a:lnTo>
                  <a:lnTo>
                    <a:pt x="0" y="229126"/>
                  </a:lnTo>
                  <a:lnTo>
                    <a:pt x="1091" y="228829"/>
                  </a:lnTo>
                  <a:lnTo>
                    <a:pt x="2525" y="228939"/>
                  </a:lnTo>
                  <a:lnTo>
                    <a:pt x="3776" y="228511"/>
                  </a:lnTo>
                  <a:lnTo>
                    <a:pt x="5868" y="225729"/>
                  </a:lnTo>
                  <a:lnTo>
                    <a:pt x="5730" y="225149"/>
                  </a:lnTo>
                  <a:lnTo>
                    <a:pt x="4779" y="224447"/>
                  </a:lnTo>
                  <a:lnTo>
                    <a:pt x="4800" y="224160"/>
                  </a:lnTo>
                  <a:lnTo>
                    <a:pt x="6588" y="224324"/>
                  </a:lnTo>
                  <a:lnTo>
                    <a:pt x="7560" y="224151"/>
                  </a:lnTo>
                  <a:lnTo>
                    <a:pt x="9006" y="223134"/>
                  </a:lnTo>
                  <a:lnTo>
                    <a:pt x="11467" y="222125"/>
                  </a:lnTo>
                  <a:lnTo>
                    <a:pt x="12257" y="221471"/>
                  </a:lnTo>
                  <a:lnTo>
                    <a:pt x="15121" y="220363"/>
                  </a:lnTo>
                  <a:lnTo>
                    <a:pt x="16313" y="219001"/>
                  </a:lnTo>
                  <a:lnTo>
                    <a:pt x="18208" y="219180"/>
                  </a:lnTo>
                  <a:lnTo>
                    <a:pt x="20585" y="218491"/>
                  </a:lnTo>
                  <a:lnTo>
                    <a:pt x="23448" y="218219"/>
                  </a:lnTo>
                  <a:lnTo>
                    <a:pt x="28422" y="217122"/>
                  </a:lnTo>
                  <a:lnTo>
                    <a:pt x="31007" y="215910"/>
                  </a:lnTo>
                  <a:lnTo>
                    <a:pt x="34006" y="215592"/>
                  </a:lnTo>
                  <a:lnTo>
                    <a:pt x="33634" y="214456"/>
                  </a:lnTo>
                  <a:lnTo>
                    <a:pt x="33645" y="212747"/>
                  </a:lnTo>
                  <a:lnTo>
                    <a:pt x="32970" y="212122"/>
                  </a:lnTo>
                  <a:lnTo>
                    <a:pt x="33386" y="211473"/>
                  </a:lnTo>
                  <a:lnTo>
                    <a:pt x="31488" y="211518"/>
                  </a:lnTo>
                  <a:lnTo>
                    <a:pt x="31001" y="210590"/>
                  </a:lnTo>
                  <a:lnTo>
                    <a:pt x="30998" y="209160"/>
                  </a:lnTo>
                  <a:lnTo>
                    <a:pt x="31563" y="206886"/>
                  </a:lnTo>
                  <a:lnTo>
                    <a:pt x="31237" y="205996"/>
                  </a:lnTo>
                  <a:lnTo>
                    <a:pt x="29998" y="204238"/>
                  </a:lnTo>
                  <a:lnTo>
                    <a:pt x="30321" y="202836"/>
                  </a:lnTo>
                  <a:lnTo>
                    <a:pt x="30168" y="202444"/>
                  </a:lnTo>
                  <a:lnTo>
                    <a:pt x="30630" y="201618"/>
                  </a:lnTo>
                  <a:lnTo>
                    <a:pt x="30620" y="200510"/>
                  </a:lnTo>
                  <a:lnTo>
                    <a:pt x="31859" y="199741"/>
                  </a:lnTo>
                  <a:lnTo>
                    <a:pt x="31923" y="197531"/>
                  </a:lnTo>
                  <a:lnTo>
                    <a:pt x="23236" y="191541"/>
                  </a:lnTo>
                  <a:lnTo>
                    <a:pt x="25161" y="181702"/>
                  </a:lnTo>
                  <a:lnTo>
                    <a:pt x="25192" y="181122"/>
                  </a:lnTo>
                  <a:lnTo>
                    <a:pt x="24637" y="180274"/>
                  </a:lnTo>
                  <a:lnTo>
                    <a:pt x="24695" y="179403"/>
                  </a:lnTo>
                  <a:lnTo>
                    <a:pt x="21244" y="179466"/>
                  </a:lnTo>
                  <a:lnTo>
                    <a:pt x="20125" y="180251"/>
                  </a:lnTo>
                  <a:lnTo>
                    <a:pt x="17736" y="180520"/>
                  </a:lnTo>
                  <a:lnTo>
                    <a:pt x="15801" y="180357"/>
                  </a:lnTo>
                  <a:lnTo>
                    <a:pt x="14524" y="179735"/>
                  </a:lnTo>
                  <a:lnTo>
                    <a:pt x="12376" y="179371"/>
                  </a:lnTo>
                  <a:lnTo>
                    <a:pt x="9223" y="178317"/>
                  </a:lnTo>
                  <a:lnTo>
                    <a:pt x="9346" y="177531"/>
                  </a:lnTo>
                  <a:lnTo>
                    <a:pt x="7831" y="176148"/>
                  </a:lnTo>
                  <a:lnTo>
                    <a:pt x="8814" y="175768"/>
                  </a:lnTo>
                  <a:lnTo>
                    <a:pt x="7342" y="174116"/>
                  </a:lnTo>
                  <a:lnTo>
                    <a:pt x="8331" y="173849"/>
                  </a:lnTo>
                  <a:lnTo>
                    <a:pt x="8925" y="172230"/>
                  </a:lnTo>
                  <a:lnTo>
                    <a:pt x="10198" y="172025"/>
                  </a:lnTo>
                  <a:lnTo>
                    <a:pt x="10353" y="170585"/>
                  </a:lnTo>
                  <a:lnTo>
                    <a:pt x="8927" y="168452"/>
                  </a:lnTo>
                  <a:lnTo>
                    <a:pt x="8534" y="166070"/>
                  </a:lnTo>
                  <a:lnTo>
                    <a:pt x="7035" y="166450"/>
                  </a:lnTo>
                  <a:lnTo>
                    <a:pt x="6980" y="165454"/>
                  </a:lnTo>
                  <a:lnTo>
                    <a:pt x="10554" y="163923"/>
                  </a:lnTo>
                  <a:lnTo>
                    <a:pt x="10454" y="163548"/>
                  </a:lnTo>
                  <a:lnTo>
                    <a:pt x="11227" y="161886"/>
                  </a:lnTo>
                  <a:lnTo>
                    <a:pt x="12091" y="160983"/>
                  </a:lnTo>
                  <a:lnTo>
                    <a:pt x="12751" y="161072"/>
                  </a:lnTo>
                  <a:lnTo>
                    <a:pt x="13110" y="160663"/>
                  </a:lnTo>
                  <a:lnTo>
                    <a:pt x="14998" y="159619"/>
                  </a:lnTo>
                  <a:lnTo>
                    <a:pt x="13717" y="158571"/>
                  </a:lnTo>
                  <a:lnTo>
                    <a:pt x="13840" y="158124"/>
                  </a:lnTo>
                  <a:lnTo>
                    <a:pt x="12333" y="157626"/>
                  </a:lnTo>
                  <a:lnTo>
                    <a:pt x="11897" y="157232"/>
                  </a:lnTo>
                  <a:lnTo>
                    <a:pt x="9707" y="157836"/>
                  </a:lnTo>
                  <a:lnTo>
                    <a:pt x="9461" y="156716"/>
                  </a:lnTo>
                  <a:lnTo>
                    <a:pt x="9674" y="154213"/>
                  </a:lnTo>
                  <a:lnTo>
                    <a:pt x="9028" y="151236"/>
                  </a:lnTo>
                  <a:lnTo>
                    <a:pt x="8485" y="151268"/>
                  </a:lnTo>
                  <a:lnTo>
                    <a:pt x="8009" y="150019"/>
                  </a:lnTo>
                  <a:lnTo>
                    <a:pt x="6437" y="149883"/>
                  </a:lnTo>
                  <a:lnTo>
                    <a:pt x="6815" y="147900"/>
                  </a:lnTo>
                  <a:lnTo>
                    <a:pt x="6568" y="147560"/>
                  </a:lnTo>
                  <a:lnTo>
                    <a:pt x="7071" y="146673"/>
                  </a:lnTo>
                  <a:lnTo>
                    <a:pt x="7294" y="146689"/>
                  </a:lnTo>
                  <a:lnTo>
                    <a:pt x="7256" y="146337"/>
                  </a:lnTo>
                  <a:lnTo>
                    <a:pt x="5953" y="145776"/>
                  </a:lnTo>
                  <a:lnTo>
                    <a:pt x="5003" y="145677"/>
                  </a:lnTo>
                  <a:lnTo>
                    <a:pt x="5298" y="145544"/>
                  </a:lnTo>
                  <a:lnTo>
                    <a:pt x="5100" y="144802"/>
                  </a:lnTo>
                  <a:lnTo>
                    <a:pt x="5366" y="144723"/>
                  </a:lnTo>
                  <a:lnTo>
                    <a:pt x="5061" y="143945"/>
                  </a:lnTo>
                  <a:lnTo>
                    <a:pt x="5753" y="143868"/>
                  </a:lnTo>
                  <a:lnTo>
                    <a:pt x="5750" y="143393"/>
                  </a:lnTo>
                  <a:lnTo>
                    <a:pt x="4933" y="140652"/>
                  </a:lnTo>
                  <a:lnTo>
                    <a:pt x="6457" y="137757"/>
                  </a:lnTo>
                  <a:lnTo>
                    <a:pt x="6218" y="137733"/>
                  </a:lnTo>
                  <a:lnTo>
                    <a:pt x="6238" y="137159"/>
                  </a:lnTo>
                  <a:lnTo>
                    <a:pt x="5620" y="137432"/>
                  </a:lnTo>
                  <a:lnTo>
                    <a:pt x="4600" y="137454"/>
                  </a:lnTo>
                  <a:lnTo>
                    <a:pt x="3451" y="131759"/>
                  </a:lnTo>
                  <a:lnTo>
                    <a:pt x="4840" y="131613"/>
                  </a:lnTo>
                  <a:lnTo>
                    <a:pt x="4381" y="129304"/>
                  </a:lnTo>
                  <a:lnTo>
                    <a:pt x="4435" y="128344"/>
                  </a:lnTo>
                  <a:lnTo>
                    <a:pt x="3069" y="128558"/>
                  </a:lnTo>
                  <a:lnTo>
                    <a:pt x="3046" y="126997"/>
                  </a:lnTo>
                  <a:lnTo>
                    <a:pt x="4254" y="123041"/>
                  </a:lnTo>
                  <a:lnTo>
                    <a:pt x="4962" y="121685"/>
                  </a:lnTo>
                  <a:lnTo>
                    <a:pt x="3184" y="120406"/>
                  </a:lnTo>
                  <a:lnTo>
                    <a:pt x="3113" y="120160"/>
                  </a:lnTo>
                  <a:lnTo>
                    <a:pt x="3378" y="119735"/>
                  </a:lnTo>
                  <a:lnTo>
                    <a:pt x="5689" y="118649"/>
                  </a:lnTo>
                  <a:lnTo>
                    <a:pt x="5881" y="118318"/>
                  </a:lnTo>
                  <a:lnTo>
                    <a:pt x="5836" y="117559"/>
                  </a:lnTo>
                  <a:lnTo>
                    <a:pt x="6673" y="116539"/>
                  </a:lnTo>
                  <a:lnTo>
                    <a:pt x="7242" y="116212"/>
                  </a:lnTo>
                  <a:lnTo>
                    <a:pt x="7655" y="116412"/>
                  </a:lnTo>
                  <a:lnTo>
                    <a:pt x="8648" y="116007"/>
                  </a:lnTo>
                  <a:lnTo>
                    <a:pt x="9262" y="114976"/>
                  </a:lnTo>
                  <a:lnTo>
                    <a:pt x="9827" y="114908"/>
                  </a:lnTo>
                  <a:lnTo>
                    <a:pt x="9919" y="114246"/>
                  </a:lnTo>
                  <a:lnTo>
                    <a:pt x="10698" y="113893"/>
                  </a:lnTo>
                  <a:lnTo>
                    <a:pt x="11754" y="112534"/>
                  </a:lnTo>
                  <a:lnTo>
                    <a:pt x="12941" y="112049"/>
                  </a:lnTo>
                  <a:lnTo>
                    <a:pt x="13102" y="112292"/>
                  </a:lnTo>
                  <a:lnTo>
                    <a:pt x="13163" y="112118"/>
                  </a:lnTo>
                  <a:lnTo>
                    <a:pt x="14130" y="112115"/>
                  </a:lnTo>
                  <a:lnTo>
                    <a:pt x="14247" y="112366"/>
                  </a:lnTo>
                  <a:lnTo>
                    <a:pt x="16440" y="112240"/>
                  </a:lnTo>
                  <a:lnTo>
                    <a:pt x="17043" y="111402"/>
                  </a:lnTo>
                  <a:lnTo>
                    <a:pt x="17289" y="110550"/>
                  </a:lnTo>
                  <a:lnTo>
                    <a:pt x="16255" y="109826"/>
                  </a:lnTo>
                  <a:lnTo>
                    <a:pt x="16753" y="109163"/>
                  </a:lnTo>
                  <a:lnTo>
                    <a:pt x="16618" y="108585"/>
                  </a:lnTo>
                  <a:lnTo>
                    <a:pt x="17041" y="108175"/>
                  </a:lnTo>
                  <a:lnTo>
                    <a:pt x="17709" y="106301"/>
                  </a:lnTo>
                  <a:lnTo>
                    <a:pt x="20570" y="107345"/>
                  </a:lnTo>
                  <a:lnTo>
                    <a:pt x="22383" y="107657"/>
                  </a:lnTo>
                  <a:lnTo>
                    <a:pt x="22998" y="106547"/>
                  </a:lnTo>
                  <a:lnTo>
                    <a:pt x="23074" y="104752"/>
                  </a:lnTo>
                  <a:lnTo>
                    <a:pt x="24429" y="103841"/>
                  </a:lnTo>
                  <a:lnTo>
                    <a:pt x="25986" y="105155"/>
                  </a:lnTo>
                  <a:lnTo>
                    <a:pt x="26766" y="103914"/>
                  </a:lnTo>
                  <a:lnTo>
                    <a:pt x="27103" y="103740"/>
                  </a:lnTo>
                  <a:lnTo>
                    <a:pt x="28050" y="104210"/>
                  </a:lnTo>
                  <a:lnTo>
                    <a:pt x="31156" y="98609"/>
                  </a:lnTo>
                  <a:lnTo>
                    <a:pt x="32463" y="99138"/>
                  </a:lnTo>
                  <a:lnTo>
                    <a:pt x="32517" y="99002"/>
                  </a:lnTo>
                  <a:lnTo>
                    <a:pt x="33288" y="99417"/>
                  </a:lnTo>
                  <a:lnTo>
                    <a:pt x="33801" y="99243"/>
                  </a:lnTo>
                  <a:lnTo>
                    <a:pt x="34487" y="99675"/>
                  </a:lnTo>
                  <a:lnTo>
                    <a:pt x="34766" y="99445"/>
                  </a:lnTo>
                  <a:lnTo>
                    <a:pt x="36032" y="100554"/>
                  </a:lnTo>
                  <a:lnTo>
                    <a:pt x="36735" y="99988"/>
                  </a:lnTo>
                  <a:lnTo>
                    <a:pt x="37527" y="99703"/>
                  </a:lnTo>
                  <a:lnTo>
                    <a:pt x="37924" y="100659"/>
                  </a:lnTo>
                  <a:lnTo>
                    <a:pt x="38516" y="100261"/>
                  </a:lnTo>
                  <a:lnTo>
                    <a:pt x="39370" y="100944"/>
                  </a:lnTo>
                  <a:lnTo>
                    <a:pt x="39709" y="99474"/>
                  </a:lnTo>
                  <a:lnTo>
                    <a:pt x="39037" y="98084"/>
                  </a:lnTo>
                  <a:lnTo>
                    <a:pt x="39636" y="96565"/>
                  </a:lnTo>
                  <a:lnTo>
                    <a:pt x="41346" y="94982"/>
                  </a:lnTo>
                  <a:lnTo>
                    <a:pt x="42063" y="96608"/>
                  </a:lnTo>
                  <a:lnTo>
                    <a:pt x="42845" y="96986"/>
                  </a:lnTo>
                  <a:lnTo>
                    <a:pt x="44038" y="95727"/>
                  </a:lnTo>
                  <a:lnTo>
                    <a:pt x="45591" y="95007"/>
                  </a:lnTo>
                  <a:lnTo>
                    <a:pt x="45951" y="95254"/>
                  </a:lnTo>
                  <a:lnTo>
                    <a:pt x="46865" y="98222"/>
                  </a:lnTo>
                  <a:lnTo>
                    <a:pt x="48828" y="97973"/>
                  </a:lnTo>
                  <a:lnTo>
                    <a:pt x="49520" y="96618"/>
                  </a:lnTo>
                  <a:lnTo>
                    <a:pt x="50877" y="98683"/>
                  </a:lnTo>
                  <a:lnTo>
                    <a:pt x="51307" y="99755"/>
                  </a:lnTo>
                  <a:lnTo>
                    <a:pt x="51582" y="100644"/>
                  </a:lnTo>
                  <a:lnTo>
                    <a:pt x="51484" y="102595"/>
                  </a:lnTo>
                  <a:lnTo>
                    <a:pt x="51881" y="103024"/>
                  </a:lnTo>
                  <a:lnTo>
                    <a:pt x="52383" y="102365"/>
                  </a:lnTo>
                  <a:lnTo>
                    <a:pt x="53582" y="101994"/>
                  </a:lnTo>
                  <a:lnTo>
                    <a:pt x="53593" y="101771"/>
                  </a:lnTo>
                  <a:lnTo>
                    <a:pt x="54509" y="101235"/>
                  </a:lnTo>
                  <a:lnTo>
                    <a:pt x="54343" y="101013"/>
                  </a:lnTo>
                  <a:lnTo>
                    <a:pt x="55033" y="99837"/>
                  </a:lnTo>
                  <a:lnTo>
                    <a:pt x="58068" y="99490"/>
                  </a:lnTo>
                  <a:lnTo>
                    <a:pt x="59397" y="98264"/>
                  </a:lnTo>
                  <a:lnTo>
                    <a:pt x="60122" y="98277"/>
                  </a:lnTo>
                  <a:lnTo>
                    <a:pt x="60709" y="97815"/>
                  </a:lnTo>
                  <a:lnTo>
                    <a:pt x="62245" y="97472"/>
                  </a:lnTo>
                  <a:lnTo>
                    <a:pt x="63095" y="97655"/>
                  </a:lnTo>
                  <a:lnTo>
                    <a:pt x="63667" y="97953"/>
                  </a:lnTo>
                  <a:lnTo>
                    <a:pt x="64375" y="98848"/>
                  </a:lnTo>
                  <a:lnTo>
                    <a:pt x="65547" y="99383"/>
                  </a:lnTo>
                  <a:lnTo>
                    <a:pt x="66203" y="99288"/>
                  </a:lnTo>
                  <a:lnTo>
                    <a:pt x="67170" y="98097"/>
                  </a:lnTo>
                  <a:lnTo>
                    <a:pt x="67718" y="97863"/>
                  </a:lnTo>
                  <a:lnTo>
                    <a:pt x="68709" y="97976"/>
                  </a:lnTo>
                  <a:lnTo>
                    <a:pt x="68590" y="97541"/>
                  </a:lnTo>
                  <a:lnTo>
                    <a:pt x="68809" y="97966"/>
                  </a:lnTo>
                  <a:lnTo>
                    <a:pt x="69774" y="98384"/>
                  </a:lnTo>
                  <a:lnTo>
                    <a:pt x="71086" y="98432"/>
                  </a:lnTo>
                  <a:lnTo>
                    <a:pt x="71938" y="99018"/>
                  </a:lnTo>
                  <a:lnTo>
                    <a:pt x="73924" y="99328"/>
                  </a:lnTo>
                  <a:lnTo>
                    <a:pt x="75015" y="99143"/>
                  </a:lnTo>
                  <a:lnTo>
                    <a:pt x="75589" y="99449"/>
                  </a:lnTo>
                  <a:lnTo>
                    <a:pt x="76438" y="100414"/>
                  </a:lnTo>
                  <a:lnTo>
                    <a:pt x="78847" y="99727"/>
                  </a:lnTo>
                  <a:lnTo>
                    <a:pt x="81916" y="99293"/>
                  </a:lnTo>
                  <a:lnTo>
                    <a:pt x="83471" y="99460"/>
                  </a:lnTo>
                  <a:lnTo>
                    <a:pt x="83801" y="99257"/>
                  </a:lnTo>
                  <a:lnTo>
                    <a:pt x="84327" y="99820"/>
                  </a:lnTo>
                  <a:lnTo>
                    <a:pt x="85520" y="98930"/>
                  </a:lnTo>
                  <a:lnTo>
                    <a:pt x="86328" y="97886"/>
                  </a:lnTo>
                  <a:lnTo>
                    <a:pt x="87297" y="98124"/>
                  </a:lnTo>
                  <a:lnTo>
                    <a:pt x="88981" y="95914"/>
                  </a:lnTo>
                  <a:lnTo>
                    <a:pt x="93078" y="91424"/>
                  </a:lnTo>
                  <a:lnTo>
                    <a:pt x="90811" y="89603"/>
                  </a:lnTo>
                  <a:lnTo>
                    <a:pt x="92556" y="87811"/>
                  </a:lnTo>
                  <a:lnTo>
                    <a:pt x="92064" y="87298"/>
                  </a:lnTo>
                  <a:lnTo>
                    <a:pt x="93035" y="86982"/>
                  </a:lnTo>
                  <a:lnTo>
                    <a:pt x="94623" y="86975"/>
                  </a:lnTo>
                  <a:lnTo>
                    <a:pt x="94773" y="86104"/>
                  </a:lnTo>
                  <a:lnTo>
                    <a:pt x="95000" y="86197"/>
                  </a:lnTo>
                  <a:lnTo>
                    <a:pt x="95872" y="85439"/>
                  </a:lnTo>
                  <a:lnTo>
                    <a:pt x="98624" y="86757"/>
                  </a:lnTo>
                  <a:lnTo>
                    <a:pt x="98924" y="86127"/>
                  </a:lnTo>
                  <a:lnTo>
                    <a:pt x="97556" y="85334"/>
                  </a:lnTo>
                  <a:lnTo>
                    <a:pt x="97833" y="84439"/>
                  </a:lnTo>
                  <a:lnTo>
                    <a:pt x="97518" y="84147"/>
                  </a:lnTo>
                  <a:lnTo>
                    <a:pt x="98370" y="81303"/>
                  </a:lnTo>
                  <a:lnTo>
                    <a:pt x="99843" y="81383"/>
                  </a:lnTo>
                  <a:lnTo>
                    <a:pt x="100148" y="80002"/>
                  </a:lnTo>
                  <a:lnTo>
                    <a:pt x="101046" y="78208"/>
                  </a:lnTo>
                  <a:lnTo>
                    <a:pt x="101649" y="78595"/>
                  </a:lnTo>
                  <a:lnTo>
                    <a:pt x="103975" y="80195"/>
                  </a:lnTo>
                  <a:lnTo>
                    <a:pt x="105709" y="80847"/>
                  </a:lnTo>
                  <a:lnTo>
                    <a:pt x="106996" y="83059"/>
                  </a:lnTo>
                  <a:lnTo>
                    <a:pt x="110161" y="85323"/>
                  </a:lnTo>
                  <a:lnTo>
                    <a:pt x="114327" y="89769"/>
                  </a:lnTo>
                  <a:lnTo>
                    <a:pt x="115668" y="90462"/>
                  </a:lnTo>
                  <a:lnTo>
                    <a:pt x="117270" y="91951"/>
                  </a:lnTo>
                  <a:lnTo>
                    <a:pt x="120223" y="95678"/>
                  </a:lnTo>
                  <a:lnTo>
                    <a:pt x="120992" y="93973"/>
                  </a:lnTo>
                  <a:lnTo>
                    <a:pt x="120952" y="92989"/>
                  </a:lnTo>
                  <a:lnTo>
                    <a:pt x="121492" y="92282"/>
                  </a:lnTo>
                  <a:lnTo>
                    <a:pt x="122061" y="91883"/>
                  </a:lnTo>
                  <a:lnTo>
                    <a:pt x="125538" y="91107"/>
                  </a:lnTo>
                  <a:lnTo>
                    <a:pt x="128099" y="88475"/>
                  </a:lnTo>
                  <a:lnTo>
                    <a:pt x="129573" y="88125"/>
                  </a:lnTo>
                  <a:lnTo>
                    <a:pt x="128983" y="86288"/>
                  </a:lnTo>
                  <a:lnTo>
                    <a:pt x="130007" y="84882"/>
                  </a:lnTo>
                  <a:lnTo>
                    <a:pt x="130081" y="84457"/>
                  </a:lnTo>
                  <a:lnTo>
                    <a:pt x="130334" y="85153"/>
                  </a:lnTo>
                  <a:lnTo>
                    <a:pt x="130856" y="85484"/>
                  </a:lnTo>
                  <a:lnTo>
                    <a:pt x="131573" y="85578"/>
                  </a:lnTo>
                  <a:lnTo>
                    <a:pt x="131878" y="85384"/>
                  </a:lnTo>
                  <a:lnTo>
                    <a:pt x="132603" y="84513"/>
                  </a:lnTo>
                  <a:lnTo>
                    <a:pt x="133449" y="82846"/>
                  </a:lnTo>
                  <a:lnTo>
                    <a:pt x="135101" y="81525"/>
                  </a:lnTo>
                  <a:lnTo>
                    <a:pt x="135970" y="79961"/>
                  </a:lnTo>
                  <a:lnTo>
                    <a:pt x="137212" y="78614"/>
                  </a:lnTo>
                  <a:lnTo>
                    <a:pt x="136924" y="77495"/>
                  </a:lnTo>
                  <a:lnTo>
                    <a:pt x="136152" y="77033"/>
                  </a:lnTo>
                  <a:lnTo>
                    <a:pt x="135706" y="75564"/>
                  </a:lnTo>
                  <a:lnTo>
                    <a:pt x="135642" y="74075"/>
                  </a:lnTo>
                  <a:lnTo>
                    <a:pt x="136450" y="73048"/>
                  </a:lnTo>
                  <a:lnTo>
                    <a:pt x="138764" y="73714"/>
                  </a:lnTo>
                  <a:lnTo>
                    <a:pt x="140174" y="71011"/>
                  </a:lnTo>
                  <a:lnTo>
                    <a:pt x="139675" y="70560"/>
                  </a:lnTo>
                  <a:lnTo>
                    <a:pt x="140483" y="69292"/>
                  </a:lnTo>
                  <a:lnTo>
                    <a:pt x="140336" y="68271"/>
                  </a:lnTo>
                  <a:lnTo>
                    <a:pt x="139725" y="68047"/>
                  </a:lnTo>
                  <a:lnTo>
                    <a:pt x="139970" y="66968"/>
                  </a:lnTo>
                  <a:lnTo>
                    <a:pt x="144958" y="66079"/>
                  </a:lnTo>
                  <a:lnTo>
                    <a:pt x="145848" y="66204"/>
                  </a:lnTo>
                  <a:lnTo>
                    <a:pt x="146519" y="63716"/>
                  </a:lnTo>
                  <a:lnTo>
                    <a:pt x="146772" y="60879"/>
                  </a:lnTo>
                  <a:lnTo>
                    <a:pt x="147259" y="59713"/>
                  </a:lnTo>
                  <a:lnTo>
                    <a:pt x="147395" y="59841"/>
                  </a:lnTo>
                  <a:lnTo>
                    <a:pt x="148440" y="59207"/>
                  </a:lnTo>
                  <a:lnTo>
                    <a:pt x="147658" y="58405"/>
                  </a:lnTo>
                  <a:lnTo>
                    <a:pt x="149046" y="57283"/>
                  </a:lnTo>
                  <a:lnTo>
                    <a:pt x="148867" y="55745"/>
                  </a:lnTo>
                  <a:lnTo>
                    <a:pt x="149475" y="55293"/>
                  </a:lnTo>
                  <a:lnTo>
                    <a:pt x="154140" y="54609"/>
                  </a:lnTo>
                  <a:lnTo>
                    <a:pt x="154538" y="55589"/>
                  </a:lnTo>
                  <a:lnTo>
                    <a:pt x="155576" y="56580"/>
                  </a:lnTo>
                  <a:lnTo>
                    <a:pt x="158087" y="53246"/>
                  </a:lnTo>
                  <a:lnTo>
                    <a:pt x="159396" y="51975"/>
                  </a:lnTo>
                  <a:lnTo>
                    <a:pt x="159815" y="50559"/>
                  </a:lnTo>
                  <a:lnTo>
                    <a:pt x="160922" y="50073"/>
                  </a:lnTo>
                  <a:lnTo>
                    <a:pt x="161468" y="51723"/>
                  </a:lnTo>
                  <a:lnTo>
                    <a:pt x="162072" y="52401"/>
                  </a:lnTo>
                  <a:lnTo>
                    <a:pt x="162250" y="53871"/>
                  </a:lnTo>
                  <a:lnTo>
                    <a:pt x="161864" y="56062"/>
                  </a:lnTo>
                  <a:lnTo>
                    <a:pt x="164601" y="57100"/>
                  </a:lnTo>
                  <a:lnTo>
                    <a:pt x="163143" y="59056"/>
                  </a:lnTo>
                  <a:lnTo>
                    <a:pt x="163614" y="59228"/>
                  </a:lnTo>
                  <a:lnTo>
                    <a:pt x="163725" y="60151"/>
                  </a:lnTo>
                  <a:lnTo>
                    <a:pt x="165152" y="60782"/>
                  </a:lnTo>
                  <a:lnTo>
                    <a:pt x="167276" y="60749"/>
                  </a:lnTo>
                  <a:lnTo>
                    <a:pt x="168366" y="57015"/>
                  </a:lnTo>
                  <a:lnTo>
                    <a:pt x="167771" y="55647"/>
                  </a:lnTo>
                  <a:lnTo>
                    <a:pt x="168093" y="53582"/>
                  </a:lnTo>
                  <a:lnTo>
                    <a:pt x="170277" y="55418"/>
                  </a:lnTo>
                  <a:lnTo>
                    <a:pt x="173245" y="56336"/>
                  </a:lnTo>
                  <a:lnTo>
                    <a:pt x="174905" y="55321"/>
                  </a:lnTo>
                  <a:lnTo>
                    <a:pt x="176179" y="56097"/>
                  </a:lnTo>
                  <a:lnTo>
                    <a:pt x="177026" y="56050"/>
                  </a:lnTo>
                  <a:lnTo>
                    <a:pt x="177272" y="56502"/>
                  </a:lnTo>
                  <a:lnTo>
                    <a:pt x="179353" y="57076"/>
                  </a:lnTo>
                  <a:lnTo>
                    <a:pt x="179778" y="56554"/>
                  </a:lnTo>
                  <a:lnTo>
                    <a:pt x="180274" y="56654"/>
                  </a:lnTo>
                  <a:lnTo>
                    <a:pt x="182470" y="54603"/>
                  </a:lnTo>
                  <a:lnTo>
                    <a:pt x="183732" y="56422"/>
                  </a:lnTo>
                  <a:lnTo>
                    <a:pt x="183521" y="56992"/>
                  </a:lnTo>
                  <a:lnTo>
                    <a:pt x="187636" y="58514"/>
                  </a:lnTo>
                  <a:lnTo>
                    <a:pt x="189094" y="58704"/>
                  </a:lnTo>
                  <a:lnTo>
                    <a:pt x="189415" y="58162"/>
                  </a:lnTo>
                  <a:lnTo>
                    <a:pt x="190808" y="57157"/>
                  </a:lnTo>
                  <a:lnTo>
                    <a:pt x="190827" y="58674"/>
                  </a:lnTo>
                  <a:lnTo>
                    <a:pt x="190583" y="59699"/>
                  </a:lnTo>
                  <a:lnTo>
                    <a:pt x="191579" y="60539"/>
                  </a:lnTo>
                  <a:lnTo>
                    <a:pt x="191873" y="60377"/>
                  </a:lnTo>
                  <a:lnTo>
                    <a:pt x="192838" y="62068"/>
                  </a:lnTo>
                  <a:lnTo>
                    <a:pt x="193258" y="62395"/>
                  </a:lnTo>
                  <a:lnTo>
                    <a:pt x="193597" y="62178"/>
                  </a:lnTo>
                  <a:lnTo>
                    <a:pt x="193896" y="62333"/>
                  </a:lnTo>
                  <a:lnTo>
                    <a:pt x="194377" y="61417"/>
                  </a:lnTo>
                  <a:lnTo>
                    <a:pt x="195080" y="61172"/>
                  </a:lnTo>
                  <a:lnTo>
                    <a:pt x="194819" y="60737"/>
                  </a:lnTo>
                  <a:lnTo>
                    <a:pt x="195966" y="58895"/>
                  </a:lnTo>
                  <a:lnTo>
                    <a:pt x="196870" y="58499"/>
                  </a:lnTo>
                  <a:lnTo>
                    <a:pt x="197493" y="58878"/>
                  </a:lnTo>
                  <a:lnTo>
                    <a:pt x="198064" y="58237"/>
                  </a:lnTo>
                  <a:lnTo>
                    <a:pt x="198554" y="58433"/>
                  </a:lnTo>
                  <a:lnTo>
                    <a:pt x="199464" y="57075"/>
                  </a:lnTo>
                  <a:lnTo>
                    <a:pt x="199768" y="55831"/>
                  </a:lnTo>
                  <a:lnTo>
                    <a:pt x="200779" y="56142"/>
                  </a:lnTo>
                  <a:lnTo>
                    <a:pt x="198737" y="60930"/>
                  </a:lnTo>
                  <a:lnTo>
                    <a:pt x="198651" y="61636"/>
                  </a:lnTo>
                  <a:lnTo>
                    <a:pt x="198038" y="63174"/>
                  </a:lnTo>
                  <a:lnTo>
                    <a:pt x="196718" y="64783"/>
                  </a:lnTo>
                  <a:lnTo>
                    <a:pt x="195834" y="67164"/>
                  </a:lnTo>
                  <a:lnTo>
                    <a:pt x="194328" y="69306"/>
                  </a:lnTo>
                  <a:lnTo>
                    <a:pt x="194033" y="72110"/>
                  </a:lnTo>
                  <a:lnTo>
                    <a:pt x="193636" y="73145"/>
                  </a:lnTo>
                  <a:lnTo>
                    <a:pt x="193267" y="73339"/>
                  </a:lnTo>
                  <a:lnTo>
                    <a:pt x="194097" y="75382"/>
                  </a:lnTo>
                  <a:lnTo>
                    <a:pt x="192404" y="76576"/>
                  </a:lnTo>
                  <a:lnTo>
                    <a:pt x="191355" y="77037"/>
                  </a:lnTo>
                  <a:lnTo>
                    <a:pt x="191062" y="79257"/>
                  </a:lnTo>
                  <a:lnTo>
                    <a:pt x="189586" y="81289"/>
                  </a:lnTo>
                  <a:lnTo>
                    <a:pt x="189531" y="82863"/>
                  </a:lnTo>
                  <a:lnTo>
                    <a:pt x="188411" y="83600"/>
                  </a:lnTo>
                  <a:lnTo>
                    <a:pt x="188435" y="84594"/>
                  </a:lnTo>
                  <a:lnTo>
                    <a:pt x="184514" y="84441"/>
                  </a:lnTo>
                  <a:lnTo>
                    <a:pt x="184353" y="85463"/>
                  </a:lnTo>
                  <a:lnTo>
                    <a:pt x="183377" y="86590"/>
                  </a:lnTo>
                  <a:lnTo>
                    <a:pt x="182618" y="87025"/>
                  </a:lnTo>
                  <a:lnTo>
                    <a:pt x="182058" y="86875"/>
                  </a:lnTo>
                  <a:lnTo>
                    <a:pt x="181225" y="88571"/>
                  </a:lnTo>
                  <a:lnTo>
                    <a:pt x="181026" y="89496"/>
                  </a:lnTo>
                  <a:lnTo>
                    <a:pt x="181685" y="90973"/>
                  </a:lnTo>
                  <a:lnTo>
                    <a:pt x="182458" y="90640"/>
                  </a:lnTo>
                  <a:lnTo>
                    <a:pt x="182520" y="91387"/>
                  </a:lnTo>
                  <a:lnTo>
                    <a:pt x="182044" y="92115"/>
                  </a:lnTo>
                  <a:lnTo>
                    <a:pt x="182492" y="92374"/>
                  </a:lnTo>
                  <a:lnTo>
                    <a:pt x="182298" y="92550"/>
                  </a:lnTo>
                  <a:lnTo>
                    <a:pt x="182444" y="93053"/>
                  </a:lnTo>
                  <a:lnTo>
                    <a:pt x="182793" y="92737"/>
                  </a:lnTo>
                  <a:lnTo>
                    <a:pt x="182848" y="92920"/>
                  </a:lnTo>
                  <a:lnTo>
                    <a:pt x="182378" y="93941"/>
                  </a:lnTo>
                  <a:lnTo>
                    <a:pt x="183368" y="94929"/>
                  </a:lnTo>
                  <a:lnTo>
                    <a:pt x="182257" y="96556"/>
                  </a:lnTo>
                  <a:lnTo>
                    <a:pt x="182140" y="97498"/>
                  </a:lnTo>
                  <a:lnTo>
                    <a:pt x="180350" y="99883"/>
                  </a:lnTo>
                  <a:lnTo>
                    <a:pt x="177858" y="101097"/>
                  </a:lnTo>
                  <a:lnTo>
                    <a:pt x="178056" y="102005"/>
                  </a:lnTo>
                  <a:lnTo>
                    <a:pt x="179868" y="103994"/>
                  </a:lnTo>
                  <a:lnTo>
                    <a:pt x="178855" y="104646"/>
                  </a:lnTo>
                  <a:lnTo>
                    <a:pt x="177205" y="104689"/>
                  </a:lnTo>
                  <a:lnTo>
                    <a:pt x="176071" y="105145"/>
                  </a:lnTo>
                  <a:lnTo>
                    <a:pt x="176016" y="105422"/>
                  </a:lnTo>
                  <a:lnTo>
                    <a:pt x="176740" y="105739"/>
                  </a:lnTo>
                  <a:lnTo>
                    <a:pt x="177518" y="105190"/>
                  </a:lnTo>
                  <a:lnTo>
                    <a:pt x="177886" y="105629"/>
                  </a:lnTo>
                  <a:lnTo>
                    <a:pt x="178671" y="105632"/>
                  </a:lnTo>
                  <a:lnTo>
                    <a:pt x="178794" y="105868"/>
                  </a:lnTo>
                  <a:lnTo>
                    <a:pt x="179172" y="105486"/>
                  </a:lnTo>
                  <a:lnTo>
                    <a:pt x="179455" y="105739"/>
                  </a:lnTo>
                  <a:lnTo>
                    <a:pt x="179298" y="106427"/>
                  </a:lnTo>
                  <a:lnTo>
                    <a:pt x="181079" y="106690"/>
                  </a:lnTo>
                  <a:lnTo>
                    <a:pt x="181173" y="108292"/>
                  </a:lnTo>
                  <a:lnTo>
                    <a:pt x="181660" y="110547"/>
                  </a:lnTo>
                  <a:lnTo>
                    <a:pt x="181314" y="110915"/>
                  </a:lnTo>
                  <a:lnTo>
                    <a:pt x="179695" y="111444"/>
                  </a:lnTo>
                  <a:lnTo>
                    <a:pt x="179706" y="112425"/>
                  </a:lnTo>
                  <a:lnTo>
                    <a:pt x="184672" y="111467"/>
                  </a:lnTo>
                  <a:lnTo>
                    <a:pt x="185362" y="111207"/>
                  </a:lnTo>
                  <a:lnTo>
                    <a:pt x="186079" y="110557"/>
                  </a:lnTo>
                  <a:lnTo>
                    <a:pt x="186512" y="111409"/>
                  </a:lnTo>
                  <a:lnTo>
                    <a:pt x="185909" y="112580"/>
                  </a:lnTo>
                  <a:lnTo>
                    <a:pt x="184283" y="113831"/>
                  </a:lnTo>
                  <a:lnTo>
                    <a:pt x="185517" y="113558"/>
                  </a:lnTo>
                  <a:lnTo>
                    <a:pt x="185501" y="114629"/>
                  </a:lnTo>
                  <a:lnTo>
                    <a:pt x="186283" y="114898"/>
                  </a:lnTo>
                  <a:lnTo>
                    <a:pt x="186447" y="115414"/>
                  </a:lnTo>
                  <a:lnTo>
                    <a:pt x="186243" y="117403"/>
                  </a:lnTo>
                  <a:lnTo>
                    <a:pt x="186886" y="117852"/>
                  </a:lnTo>
                  <a:lnTo>
                    <a:pt x="185902" y="122374"/>
                  </a:lnTo>
                  <a:lnTo>
                    <a:pt x="185162" y="123058"/>
                  </a:lnTo>
                  <a:lnTo>
                    <a:pt x="184696" y="122896"/>
                  </a:lnTo>
                  <a:lnTo>
                    <a:pt x="182989" y="123962"/>
                  </a:lnTo>
                  <a:lnTo>
                    <a:pt x="183681" y="124744"/>
                  </a:lnTo>
                  <a:lnTo>
                    <a:pt x="184849" y="124247"/>
                  </a:lnTo>
                  <a:lnTo>
                    <a:pt x="185614" y="126460"/>
                  </a:lnTo>
                  <a:lnTo>
                    <a:pt x="185392" y="126748"/>
                  </a:lnTo>
                  <a:lnTo>
                    <a:pt x="186137" y="127956"/>
                  </a:lnTo>
                  <a:lnTo>
                    <a:pt x="186170" y="128581"/>
                  </a:lnTo>
                  <a:lnTo>
                    <a:pt x="187660" y="128219"/>
                  </a:lnTo>
                  <a:lnTo>
                    <a:pt x="187785" y="128475"/>
                  </a:lnTo>
                  <a:lnTo>
                    <a:pt x="187218" y="129130"/>
                  </a:lnTo>
                  <a:lnTo>
                    <a:pt x="187255" y="129385"/>
                  </a:lnTo>
                  <a:lnTo>
                    <a:pt x="188173" y="130044"/>
                  </a:lnTo>
                  <a:lnTo>
                    <a:pt x="189048" y="130212"/>
                  </a:lnTo>
                  <a:lnTo>
                    <a:pt x="188951" y="129942"/>
                  </a:lnTo>
                  <a:lnTo>
                    <a:pt x="189921" y="129621"/>
                  </a:lnTo>
                  <a:lnTo>
                    <a:pt x="192732" y="129446"/>
                  </a:lnTo>
                  <a:lnTo>
                    <a:pt x="193184" y="129774"/>
                  </a:lnTo>
                  <a:lnTo>
                    <a:pt x="194864" y="129451"/>
                  </a:lnTo>
                  <a:lnTo>
                    <a:pt x="196053" y="129690"/>
                  </a:lnTo>
                  <a:lnTo>
                    <a:pt x="198252" y="129501"/>
                  </a:lnTo>
                  <a:lnTo>
                    <a:pt x="199013" y="128957"/>
                  </a:lnTo>
                  <a:lnTo>
                    <a:pt x="200220" y="128939"/>
                  </a:lnTo>
                  <a:lnTo>
                    <a:pt x="200436" y="128703"/>
                  </a:lnTo>
                  <a:lnTo>
                    <a:pt x="201388" y="128505"/>
                  </a:lnTo>
                  <a:lnTo>
                    <a:pt x="202455" y="129019"/>
                  </a:lnTo>
                  <a:lnTo>
                    <a:pt x="203225" y="128909"/>
                  </a:lnTo>
                  <a:lnTo>
                    <a:pt x="205487" y="129288"/>
                  </a:lnTo>
                  <a:lnTo>
                    <a:pt x="208770" y="128529"/>
                  </a:lnTo>
                  <a:lnTo>
                    <a:pt x="210390" y="128418"/>
                  </a:lnTo>
                  <a:lnTo>
                    <a:pt x="210830" y="128490"/>
                  </a:lnTo>
                  <a:lnTo>
                    <a:pt x="211649" y="129437"/>
                  </a:lnTo>
                  <a:lnTo>
                    <a:pt x="212310" y="129543"/>
                  </a:lnTo>
                  <a:lnTo>
                    <a:pt x="211078" y="131265"/>
                  </a:lnTo>
                  <a:lnTo>
                    <a:pt x="209953" y="131811"/>
                  </a:lnTo>
                  <a:lnTo>
                    <a:pt x="207916" y="132278"/>
                  </a:lnTo>
                  <a:lnTo>
                    <a:pt x="207078" y="132928"/>
                  </a:lnTo>
                  <a:lnTo>
                    <a:pt x="207304" y="133301"/>
                  </a:lnTo>
                  <a:lnTo>
                    <a:pt x="206472" y="133766"/>
                  </a:lnTo>
                  <a:lnTo>
                    <a:pt x="205954" y="133080"/>
                  </a:lnTo>
                  <a:lnTo>
                    <a:pt x="202816" y="134072"/>
                  </a:lnTo>
                  <a:lnTo>
                    <a:pt x="201773" y="135560"/>
                  </a:lnTo>
                  <a:lnTo>
                    <a:pt x="199547" y="137195"/>
                  </a:lnTo>
                  <a:lnTo>
                    <a:pt x="198856" y="139204"/>
                  </a:lnTo>
                  <a:lnTo>
                    <a:pt x="197373" y="141235"/>
                  </a:lnTo>
                  <a:lnTo>
                    <a:pt x="196687" y="140154"/>
                  </a:lnTo>
                  <a:lnTo>
                    <a:pt x="195726" y="139815"/>
                  </a:lnTo>
                  <a:lnTo>
                    <a:pt x="194497" y="140531"/>
                  </a:lnTo>
                  <a:lnTo>
                    <a:pt x="193503" y="141806"/>
                  </a:lnTo>
                  <a:lnTo>
                    <a:pt x="193151" y="141958"/>
                  </a:lnTo>
                  <a:lnTo>
                    <a:pt x="192089" y="141780"/>
                  </a:lnTo>
                  <a:lnTo>
                    <a:pt x="193552" y="143805"/>
                  </a:lnTo>
                  <a:lnTo>
                    <a:pt x="193590" y="144843"/>
                  </a:lnTo>
                  <a:lnTo>
                    <a:pt x="191611" y="145822"/>
                  </a:lnTo>
                  <a:lnTo>
                    <a:pt x="191522" y="146134"/>
                  </a:lnTo>
                  <a:lnTo>
                    <a:pt x="192536" y="146110"/>
                  </a:lnTo>
                  <a:lnTo>
                    <a:pt x="193737" y="146625"/>
                  </a:lnTo>
                  <a:lnTo>
                    <a:pt x="194734" y="146643"/>
                  </a:lnTo>
                  <a:lnTo>
                    <a:pt x="195819" y="146196"/>
                  </a:lnTo>
                  <a:lnTo>
                    <a:pt x="197254" y="146266"/>
                  </a:lnTo>
                  <a:lnTo>
                    <a:pt x="198561" y="145974"/>
                  </a:lnTo>
                  <a:lnTo>
                    <a:pt x="199521" y="146913"/>
                  </a:lnTo>
                  <a:lnTo>
                    <a:pt x="201166" y="146726"/>
                  </a:lnTo>
                  <a:lnTo>
                    <a:pt x="201338" y="147415"/>
                  </a:lnTo>
                  <a:lnTo>
                    <a:pt x="200529" y="148999"/>
                  </a:lnTo>
                  <a:lnTo>
                    <a:pt x="200542" y="149609"/>
                  </a:lnTo>
                  <a:lnTo>
                    <a:pt x="199902" y="149800"/>
                  </a:lnTo>
                  <a:lnTo>
                    <a:pt x="199000" y="150676"/>
                  </a:lnTo>
                  <a:lnTo>
                    <a:pt x="199908" y="152373"/>
                  </a:lnTo>
                  <a:lnTo>
                    <a:pt x="200232" y="153825"/>
                  </a:lnTo>
                  <a:lnTo>
                    <a:pt x="201119" y="154835"/>
                  </a:lnTo>
                  <a:lnTo>
                    <a:pt x="201897" y="156521"/>
                  </a:lnTo>
                  <a:lnTo>
                    <a:pt x="203052" y="157594"/>
                  </a:lnTo>
                  <a:lnTo>
                    <a:pt x="204463" y="158279"/>
                  </a:lnTo>
                  <a:lnTo>
                    <a:pt x="204369" y="158605"/>
                  </a:lnTo>
                  <a:lnTo>
                    <a:pt x="203931" y="158653"/>
                  </a:lnTo>
                  <a:lnTo>
                    <a:pt x="203961" y="158822"/>
                  </a:lnTo>
                  <a:lnTo>
                    <a:pt x="205378" y="158691"/>
                  </a:lnTo>
                  <a:lnTo>
                    <a:pt x="208108" y="159065"/>
                  </a:lnTo>
                  <a:lnTo>
                    <a:pt x="208681" y="158924"/>
                  </a:lnTo>
                  <a:lnTo>
                    <a:pt x="209259" y="159331"/>
                  </a:lnTo>
                  <a:lnTo>
                    <a:pt x="210297" y="159357"/>
                  </a:lnTo>
                  <a:lnTo>
                    <a:pt x="208277" y="161929"/>
                  </a:lnTo>
                  <a:lnTo>
                    <a:pt x="206748" y="164810"/>
                  </a:lnTo>
                  <a:lnTo>
                    <a:pt x="207548" y="165929"/>
                  </a:lnTo>
                  <a:lnTo>
                    <a:pt x="207575" y="166803"/>
                  </a:lnTo>
                  <a:lnTo>
                    <a:pt x="208605" y="169415"/>
                  </a:lnTo>
                  <a:lnTo>
                    <a:pt x="209640" y="169632"/>
                  </a:lnTo>
                  <a:lnTo>
                    <a:pt x="210349" y="170192"/>
                  </a:lnTo>
                  <a:lnTo>
                    <a:pt x="211624" y="172141"/>
                  </a:lnTo>
                  <a:lnTo>
                    <a:pt x="207730" y="179613"/>
                  </a:lnTo>
                  <a:lnTo>
                    <a:pt x="209917" y="181731"/>
                  </a:lnTo>
                  <a:lnTo>
                    <a:pt x="213718" y="185566"/>
                  </a:lnTo>
                  <a:lnTo>
                    <a:pt x="212094" y="195977"/>
                  </a:lnTo>
                  <a:lnTo>
                    <a:pt x="211856" y="196286"/>
                  </a:lnTo>
                  <a:lnTo>
                    <a:pt x="212507" y="197202"/>
                  </a:lnTo>
                  <a:lnTo>
                    <a:pt x="212260" y="198523"/>
                  </a:lnTo>
                  <a:lnTo>
                    <a:pt x="213284" y="198915"/>
                  </a:lnTo>
                  <a:lnTo>
                    <a:pt x="213219" y="199217"/>
                  </a:lnTo>
                  <a:lnTo>
                    <a:pt x="212287" y="199383"/>
                  </a:lnTo>
                  <a:lnTo>
                    <a:pt x="211798" y="199840"/>
                  </a:lnTo>
                  <a:lnTo>
                    <a:pt x="210648" y="202460"/>
                  </a:lnTo>
                  <a:lnTo>
                    <a:pt x="210791" y="203522"/>
                  </a:lnTo>
                  <a:lnTo>
                    <a:pt x="210610" y="203913"/>
                  </a:lnTo>
                  <a:lnTo>
                    <a:pt x="210258" y="204309"/>
                  </a:lnTo>
                  <a:lnTo>
                    <a:pt x="208964" y="204556"/>
                  </a:lnTo>
                  <a:lnTo>
                    <a:pt x="208738" y="205099"/>
                  </a:lnTo>
                  <a:lnTo>
                    <a:pt x="209243" y="205718"/>
                  </a:lnTo>
                  <a:lnTo>
                    <a:pt x="208954" y="209223"/>
                  </a:lnTo>
                  <a:lnTo>
                    <a:pt x="209766" y="209079"/>
                  </a:lnTo>
                  <a:lnTo>
                    <a:pt x="209939" y="211509"/>
                  </a:lnTo>
                  <a:lnTo>
                    <a:pt x="211310" y="211818"/>
                  </a:lnTo>
                  <a:lnTo>
                    <a:pt x="213377" y="213637"/>
                  </a:lnTo>
                  <a:lnTo>
                    <a:pt x="213780" y="215611"/>
                  </a:lnTo>
                  <a:lnTo>
                    <a:pt x="212706" y="216439"/>
                  </a:lnTo>
                  <a:lnTo>
                    <a:pt x="211081" y="216175"/>
                  </a:lnTo>
                  <a:lnTo>
                    <a:pt x="210231" y="217218"/>
                  </a:lnTo>
                  <a:lnTo>
                    <a:pt x="209378" y="217599"/>
                  </a:lnTo>
                  <a:lnTo>
                    <a:pt x="209148" y="218409"/>
                  </a:lnTo>
                  <a:lnTo>
                    <a:pt x="208121" y="218322"/>
                  </a:lnTo>
                  <a:lnTo>
                    <a:pt x="207860" y="218865"/>
                  </a:lnTo>
                  <a:lnTo>
                    <a:pt x="207183" y="218852"/>
                  </a:lnTo>
                  <a:lnTo>
                    <a:pt x="206022" y="219288"/>
                  </a:lnTo>
                  <a:lnTo>
                    <a:pt x="205960" y="220650"/>
                  </a:lnTo>
                  <a:lnTo>
                    <a:pt x="206438" y="221213"/>
                  </a:lnTo>
                  <a:lnTo>
                    <a:pt x="207573" y="221113"/>
                  </a:lnTo>
                  <a:lnTo>
                    <a:pt x="207539" y="223002"/>
                  </a:lnTo>
                  <a:lnTo>
                    <a:pt x="208044" y="223135"/>
                  </a:lnTo>
                  <a:lnTo>
                    <a:pt x="208248" y="224811"/>
                  </a:lnTo>
                  <a:lnTo>
                    <a:pt x="209509" y="224668"/>
                  </a:lnTo>
                  <a:lnTo>
                    <a:pt x="210215" y="224175"/>
                  </a:lnTo>
                  <a:lnTo>
                    <a:pt x="211537" y="225336"/>
                  </a:lnTo>
                  <a:lnTo>
                    <a:pt x="211394" y="226138"/>
                  </a:lnTo>
                  <a:lnTo>
                    <a:pt x="211805" y="226278"/>
                  </a:lnTo>
                  <a:lnTo>
                    <a:pt x="212022" y="227086"/>
                  </a:lnTo>
                  <a:lnTo>
                    <a:pt x="211593" y="227260"/>
                  </a:lnTo>
                  <a:lnTo>
                    <a:pt x="210732" y="230399"/>
                  </a:lnTo>
                  <a:lnTo>
                    <a:pt x="208198" y="230082"/>
                  </a:lnTo>
                  <a:lnTo>
                    <a:pt x="207223" y="232990"/>
                  </a:lnTo>
                  <a:lnTo>
                    <a:pt x="207576" y="233807"/>
                  </a:lnTo>
                  <a:lnTo>
                    <a:pt x="206396" y="233969"/>
                  </a:lnTo>
                  <a:lnTo>
                    <a:pt x="206309" y="234181"/>
                  </a:lnTo>
                  <a:lnTo>
                    <a:pt x="206296" y="234685"/>
                  </a:lnTo>
                  <a:lnTo>
                    <a:pt x="208083" y="235375"/>
                  </a:lnTo>
                  <a:lnTo>
                    <a:pt x="209078" y="235436"/>
                  </a:lnTo>
                  <a:lnTo>
                    <a:pt x="208940" y="235704"/>
                  </a:lnTo>
                  <a:lnTo>
                    <a:pt x="209181" y="236816"/>
                  </a:lnTo>
                  <a:lnTo>
                    <a:pt x="208816" y="237674"/>
                  </a:lnTo>
                  <a:lnTo>
                    <a:pt x="209010" y="237581"/>
                  </a:lnTo>
                  <a:lnTo>
                    <a:pt x="208142" y="238339"/>
                  </a:lnTo>
                  <a:lnTo>
                    <a:pt x="208977" y="239268"/>
                  </a:lnTo>
                  <a:lnTo>
                    <a:pt x="209535" y="240543"/>
                  </a:lnTo>
                  <a:lnTo>
                    <a:pt x="210640" y="241155"/>
                  </a:lnTo>
                  <a:lnTo>
                    <a:pt x="210617" y="242410"/>
                  </a:lnTo>
                  <a:lnTo>
                    <a:pt x="211238" y="243761"/>
                  </a:lnTo>
                  <a:lnTo>
                    <a:pt x="211395" y="245016"/>
                  </a:lnTo>
                  <a:lnTo>
                    <a:pt x="212512" y="246706"/>
                  </a:lnTo>
                  <a:lnTo>
                    <a:pt x="213603" y="247655"/>
                  </a:lnTo>
                  <a:lnTo>
                    <a:pt x="214116" y="248937"/>
                  </a:lnTo>
                  <a:lnTo>
                    <a:pt x="214533" y="249054"/>
                  </a:lnTo>
                  <a:lnTo>
                    <a:pt x="215189" y="248842"/>
                  </a:lnTo>
                  <a:lnTo>
                    <a:pt x="215174" y="248605"/>
                  </a:lnTo>
                  <a:lnTo>
                    <a:pt x="215871" y="248323"/>
                  </a:lnTo>
                  <a:lnTo>
                    <a:pt x="217691" y="248880"/>
                  </a:lnTo>
                  <a:lnTo>
                    <a:pt x="219031" y="248410"/>
                  </a:lnTo>
                  <a:lnTo>
                    <a:pt x="219424" y="249037"/>
                  </a:lnTo>
                  <a:lnTo>
                    <a:pt x="219276" y="249787"/>
                  </a:lnTo>
                  <a:lnTo>
                    <a:pt x="220902" y="250002"/>
                  </a:lnTo>
                  <a:lnTo>
                    <a:pt x="223382" y="249830"/>
                  </a:lnTo>
                  <a:lnTo>
                    <a:pt x="224092" y="249550"/>
                  </a:lnTo>
                  <a:lnTo>
                    <a:pt x="224966" y="250371"/>
                  </a:lnTo>
                  <a:lnTo>
                    <a:pt x="225803" y="250555"/>
                  </a:lnTo>
                  <a:lnTo>
                    <a:pt x="227219" y="250269"/>
                  </a:lnTo>
                  <a:lnTo>
                    <a:pt x="229877" y="249251"/>
                  </a:lnTo>
                  <a:lnTo>
                    <a:pt x="232186" y="249848"/>
                  </a:lnTo>
                  <a:lnTo>
                    <a:pt x="233460" y="249118"/>
                  </a:lnTo>
                  <a:lnTo>
                    <a:pt x="234221" y="247683"/>
                  </a:lnTo>
                  <a:lnTo>
                    <a:pt x="234499" y="248040"/>
                  </a:lnTo>
                  <a:lnTo>
                    <a:pt x="235107" y="248030"/>
                  </a:lnTo>
                  <a:lnTo>
                    <a:pt x="235866" y="248398"/>
                  </a:lnTo>
                  <a:lnTo>
                    <a:pt x="236772" y="248219"/>
                  </a:lnTo>
                  <a:lnTo>
                    <a:pt x="238113" y="249046"/>
                  </a:lnTo>
                  <a:lnTo>
                    <a:pt x="239531" y="248963"/>
                  </a:lnTo>
                  <a:lnTo>
                    <a:pt x="243839" y="247128"/>
                  </a:lnTo>
                  <a:lnTo>
                    <a:pt x="244806" y="246223"/>
                  </a:lnTo>
                  <a:lnTo>
                    <a:pt x="247253" y="245917"/>
                  </a:lnTo>
                  <a:lnTo>
                    <a:pt x="249531" y="245265"/>
                  </a:lnTo>
                  <a:lnTo>
                    <a:pt x="249631" y="242809"/>
                  </a:lnTo>
                  <a:lnTo>
                    <a:pt x="249386" y="242213"/>
                  </a:lnTo>
                  <a:lnTo>
                    <a:pt x="251310" y="239440"/>
                  </a:lnTo>
                  <a:lnTo>
                    <a:pt x="251576" y="239527"/>
                  </a:lnTo>
                  <a:lnTo>
                    <a:pt x="252568" y="238990"/>
                  </a:lnTo>
                  <a:lnTo>
                    <a:pt x="253044" y="239777"/>
                  </a:lnTo>
                  <a:lnTo>
                    <a:pt x="253759" y="239776"/>
                  </a:lnTo>
                  <a:lnTo>
                    <a:pt x="255270" y="242239"/>
                  </a:lnTo>
                  <a:lnTo>
                    <a:pt x="256726" y="243319"/>
                  </a:lnTo>
                  <a:lnTo>
                    <a:pt x="256823" y="243092"/>
                  </a:lnTo>
                  <a:lnTo>
                    <a:pt x="256277" y="242332"/>
                  </a:lnTo>
                  <a:lnTo>
                    <a:pt x="256413" y="241321"/>
                  </a:lnTo>
                  <a:lnTo>
                    <a:pt x="255973" y="241132"/>
                  </a:lnTo>
                  <a:lnTo>
                    <a:pt x="256262" y="240601"/>
                  </a:lnTo>
                  <a:lnTo>
                    <a:pt x="256938" y="240891"/>
                  </a:lnTo>
                  <a:lnTo>
                    <a:pt x="257021" y="240713"/>
                  </a:lnTo>
                  <a:lnTo>
                    <a:pt x="257029" y="240921"/>
                  </a:lnTo>
                  <a:lnTo>
                    <a:pt x="259827" y="242154"/>
                  </a:lnTo>
                  <a:lnTo>
                    <a:pt x="259191" y="242808"/>
                  </a:lnTo>
                  <a:lnTo>
                    <a:pt x="259222" y="243586"/>
                  </a:lnTo>
                  <a:lnTo>
                    <a:pt x="259574" y="243907"/>
                  </a:lnTo>
                  <a:lnTo>
                    <a:pt x="261285" y="243380"/>
                  </a:lnTo>
                  <a:lnTo>
                    <a:pt x="260689" y="244912"/>
                  </a:lnTo>
                  <a:lnTo>
                    <a:pt x="260470" y="246543"/>
                  </a:lnTo>
                  <a:lnTo>
                    <a:pt x="260843" y="248008"/>
                  </a:lnTo>
                  <a:lnTo>
                    <a:pt x="262311" y="250025"/>
                  </a:lnTo>
                  <a:lnTo>
                    <a:pt x="262725" y="250267"/>
                  </a:lnTo>
                  <a:lnTo>
                    <a:pt x="263011" y="250993"/>
                  </a:lnTo>
                  <a:lnTo>
                    <a:pt x="262975" y="252745"/>
                  </a:lnTo>
                  <a:lnTo>
                    <a:pt x="262567" y="253587"/>
                  </a:lnTo>
                  <a:lnTo>
                    <a:pt x="264664" y="255117"/>
                  </a:lnTo>
                  <a:lnTo>
                    <a:pt x="265429" y="254751"/>
                  </a:lnTo>
                  <a:lnTo>
                    <a:pt x="266451" y="255110"/>
                  </a:lnTo>
                  <a:lnTo>
                    <a:pt x="269966" y="254579"/>
                  </a:lnTo>
                  <a:lnTo>
                    <a:pt x="270730" y="254835"/>
                  </a:lnTo>
                  <a:lnTo>
                    <a:pt x="270803" y="254587"/>
                  </a:lnTo>
                  <a:lnTo>
                    <a:pt x="270311" y="253585"/>
                  </a:lnTo>
                  <a:lnTo>
                    <a:pt x="270943" y="253211"/>
                  </a:lnTo>
                  <a:lnTo>
                    <a:pt x="270887" y="252589"/>
                  </a:lnTo>
                  <a:lnTo>
                    <a:pt x="271646" y="252565"/>
                  </a:lnTo>
                  <a:lnTo>
                    <a:pt x="271802" y="252922"/>
                  </a:lnTo>
                  <a:lnTo>
                    <a:pt x="272425" y="253330"/>
                  </a:lnTo>
                  <a:lnTo>
                    <a:pt x="272654" y="253996"/>
                  </a:lnTo>
                  <a:lnTo>
                    <a:pt x="273019" y="253758"/>
                  </a:lnTo>
                  <a:lnTo>
                    <a:pt x="273272" y="254284"/>
                  </a:lnTo>
                  <a:lnTo>
                    <a:pt x="273981" y="254841"/>
                  </a:lnTo>
                  <a:lnTo>
                    <a:pt x="274718" y="254594"/>
                  </a:lnTo>
                  <a:lnTo>
                    <a:pt x="275223" y="254082"/>
                  </a:lnTo>
                  <a:lnTo>
                    <a:pt x="275506" y="254133"/>
                  </a:lnTo>
                  <a:lnTo>
                    <a:pt x="275807" y="253743"/>
                  </a:lnTo>
                  <a:lnTo>
                    <a:pt x="276769" y="253685"/>
                  </a:lnTo>
                  <a:lnTo>
                    <a:pt x="277071" y="253880"/>
                  </a:lnTo>
                  <a:lnTo>
                    <a:pt x="277460" y="253641"/>
                  </a:lnTo>
                  <a:lnTo>
                    <a:pt x="278103" y="253660"/>
                  </a:lnTo>
                  <a:lnTo>
                    <a:pt x="278452" y="254096"/>
                  </a:lnTo>
                  <a:lnTo>
                    <a:pt x="279037" y="252960"/>
                  </a:lnTo>
                  <a:lnTo>
                    <a:pt x="280329" y="252576"/>
                  </a:lnTo>
                  <a:lnTo>
                    <a:pt x="283285" y="252945"/>
                  </a:lnTo>
                  <a:lnTo>
                    <a:pt x="284477" y="253505"/>
                  </a:lnTo>
                  <a:lnTo>
                    <a:pt x="284607" y="252993"/>
                  </a:lnTo>
                  <a:lnTo>
                    <a:pt x="284990" y="252894"/>
                  </a:lnTo>
                  <a:lnTo>
                    <a:pt x="285958" y="253139"/>
                  </a:lnTo>
                  <a:lnTo>
                    <a:pt x="288180" y="250534"/>
                  </a:lnTo>
                  <a:lnTo>
                    <a:pt x="288556" y="250513"/>
                  </a:lnTo>
                  <a:lnTo>
                    <a:pt x="289667" y="251687"/>
                  </a:lnTo>
                  <a:lnTo>
                    <a:pt x="289874" y="251540"/>
                  </a:lnTo>
                  <a:lnTo>
                    <a:pt x="291212" y="251722"/>
                  </a:lnTo>
                  <a:lnTo>
                    <a:pt x="294492" y="251120"/>
                  </a:lnTo>
                  <a:lnTo>
                    <a:pt x="294946" y="250499"/>
                  </a:lnTo>
                  <a:lnTo>
                    <a:pt x="294552" y="249067"/>
                  </a:lnTo>
                  <a:lnTo>
                    <a:pt x="294800" y="247595"/>
                  </a:lnTo>
                  <a:lnTo>
                    <a:pt x="293728" y="246761"/>
                  </a:lnTo>
                  <a:lnTo>
                    <a:pt x="293899" y="246227"/>
                  </a:lnTo>
                  <a:lnTo>
                    <a:pt x="293082" y="244871"/>
                  </a:lnTo>
                  <a:lnTo>
                    <a:pt x="293073" y="243664"/>
                  </a:lnTo>
                  <a:lnTo>
                    <a:pt x="293660" y="242859"/>
                  </a:lnTo>
                  <a:lnTo>
                    <a:pt x="295206" y="241657"/>
                  </a:lnTo>
                  <a:lnTo>
                    <a:pt x="296298" y="239674"/>
                  </a:lnTo>
                  <a:lnTo>
                    <a:pt x="296309" y="237282"/>
                  </a:lnTo>
                  <a:lnTo>
                    <a:pt x="297150" y="236007"/>
                  </a:lnTo>
                  <a:lnTo>
                    <a:pt x="297394" y="235092"/>
                  </a:lnTo>
                  <a:lnTo>
                    <a:pt x="296789" y="233395"/>
                  </a:lnTo>
                  <a:lnTo>
                    <a:pt x="297703" y="233239"/>
                  </a:lnTo>
                  <a:lnTo>
                    <a:pt x="298977" y="232139"/>
                  </a:lnTo>
                  <a:lnTo>
                    <a:pt x="299694" y="230387"/>
                  </a:lnTo>
                  <a:lnTo>
                    <a:pt x="300673" y="229359"/>
                  </a:lnTo>
                  <a:lnTo>
                    <a:pt x="300417" y="228864"/>
                  </a:lnTo>
                  <a:lnTo>
                    <a:pt x="300809" y="228024"/>
                  </a:lnTo>
                  <a:lnTo>
                    <a:pt x="301559" y="227223"/>
                  </a:lnTo>
                  <a:lnTo>
                    <a:pt x="303289" y="226669"/>
                  </a:lnTo>
                  <a:lnTo>
                    <a:pt x="303498" y="226408"/>
                  </a:lnTo>
                  <a:lnTo>
                    <a:pt x="303539" y="225990"/>
                  </a:lnTo>
                  <a:lnTo>
                    <a:pt x="304432" y="224871"/>
                  </a:lnTo>
                  <a:lnTo>
                    <a:pt x="304404" y="223869"/>
                  </a:lnTo>
                  <a:lnTo>
                    <a:pt x="303652" y="223923"/>
                  </a:lnTo>
                  <a:lnTo>
                    <a:pt x="303110" y="223702"/>
                  </a:lnTo>
                  <a:lnTo>
                    <a:pt x="300244" y="224732"/>
                  </a:lnTo>
                  <a:lnTo>
                    <a:pt x="299351" y="224840"/>
                  </a:lnTo>
                  <a:lnTo>
                    <a:pt x="298799" y="222578"/>
                  </a:lnTo>
                  <a:lnTo>
                    <a:pt x="297283" y="220317"/>
                  </a:lnTo>
                  <a:lnTo>
                    <a:pt x="297407" y="219483"/>
                  </a:lnTo>
                  <a:lnTo>
                    <a:pt x="298462" y="219044"/>
                  </a:lnTo>
                  <a:lnTo>
                    <a:pt x="300029" y="219290"/>
                  </a:lnTo>
                  <a:lnTo>
                    <a:pt x="300630" y="218861"/>
                  </a:lnTo>
                  <a:lnTo>
                    <a:pt x="302512" y="219105"/>
                  </a:lnTo>
                  <a:lnTo>
                    <a:pt x="304322" y="218970"/>
                  </a:lnTo>
                  <a:lnTo>
                    <a:pt x="305337" y="217365"/>
                  </a:lnTo>
                  <a:lnTo>
                    <a:pt x="305999" y="217002"/>
                  </a:lnTo>
                  <a:lnTo>
                    <a:pt x="315839" y="216179"/>
                  </a:lnTo>
                  <a:lnTo>
                    <a:pt x="318372" y="215360"/>
                  </a:lnTo>
                  <a:lnTo>
                    <a:pt x="319343" y="214515"/>
                  </a:lnTo>
                  <a:lnTo>
                    <a:pt x="321089" y="212126"/>
                  </a:lnTo>
                  <a:lnTo>
                    <a:pt x="325978" y="207694"/>
                  </a:lnTo>
                  <a:lnTo>
                    <a:pt x="326347" y="206423"/>
                  </a:lnTo>
                  <a:lnTo>
                    <a:pt x="326945" y="205378"/>
                  </a:lnTo>
                  <a:lnTo>
                    <a:pt x="330900" y="200837"/>
                  </a:lnTo>
                  <a:lnTo>
                    <a:pt x="331804" y="200022"/>
                  </a:lnTo>
                  <a:lnTo>
                    <a:pt x="332729" y="199556"/>
                  </a:lnTo>
                  <a:lnTo>
                    <a:pt x="334123" y="198886"/>
                  </a:lnTo>
                  <a:lnTo>
                    <a:pt x="335023" y="197895"/>
                  </a:lnTo>
                  <a:lnTo>
                    <a:pt x="336344" y="197147"/>
                  </a:lnTo>
                  <a:lnTo>
                    <a:pt x="337405" y="197465"/>
                  </a:lnTo>
                  <a:lnTo>
                    <a:pt x="338350" y="198483"/>
                  </a:lnTo>
                  <a:lnTo>
                    <a:pt x="338824" y="198066"/>
                  </a:lnTo>
                  <a:lnTo>
                    <a:pt x="337204" y="196857"/>
                  </a:lnTo>
                  <a:lnTo>
                    <a:pt x="334991" y="195679"/>
                  </a:lnTo>
                  <a:lnTo>
                    <a:pt x="333153" y="193244"/>
                  </a:lnTo>
                  <a:lnTo>
                    <a:pt x="334882" y="191183"/>
                  </a:lnTo>
                  <a:lnTo>
                    <a:pt x="335227" y="191361"/>
                  </a:lnTo>
                  <a:lnTo>
                    <a:pt x="335572" y="187713"/>
                  </a:lnTo>
                  <a:lnTo>
                    <a:pt x="335024" y="185811"/>
                  </a:lnTo>
                  <a:lnTo>
                    <a:pt x="340944" y="185329"/>
                  </a:lnTo>
                  <a:lnTo>
                    <a:pt x="340959" y="185629"/>
                  </a:lnTo>
                  <a:lnTo>
                    <a:pt x="342511" y="185518"/>
                  </a:lnTo>
                  <a:lnTo>
                    <a:pt x="343753" y="185363"/>
                  </a:lnTo>
                  <a:lnTo>
                    <a:pt x="343732" y="185107"/>
                  </a:lnTo>
                  <a:lnTo>
                    <a:pt x="374401" y="182788"/>
                  </a:lnTo>
                  <a:lnTo>
                    <a:pt x="372335" y="181487"/>
                  </a:lnTo>
                  <a:lnTo>
                    <a:pt x="371976" y="181006"/>
                  </a:lnTo>
                  <a:lnTo>
                    <a:pt x="371409" y="176253"/>
                  </a:lnTo>
                  <a:lnTo>
                    <a:pt x="370823" y="173791"/>
                  </a:lnTo>
                  <a:lnTo>
                    <a:pt x="371136" y="170946"/>
                  </a:lnTo>
                  <a:lnTo>
                    <a:pt x="375721" y="171393"/>
                  </a:lnTo>
                  <a:lnTo>
                    <a:pt x="381964" y="169413"/>
                  </a:lnTo>
                  <a:lnTo>
                    <a:pt x="384190" y="168995"/>
                  </a:lnTo>
                  <a:lnTo>
                    <a:pt x="385914" y="168156"/>
                  </a:lnTo>
                  <a:lnTo>
                    <a:pt x="388717" y="167470"/>
                  </a:lnTo>
                  <a:lnTo>
                    <a:pt x="391133" y="165835"/>
                  </a:lnTo>
                  <a:lnTo>
                    <a:pt x="392033" y="165538"/>
                  </a:lnTo>
                  <a:lnTo>
                    <a:pt x="393233" y="165665"/>
                  </a:lnTo>
                  <a:lnTo>
                    <a:pt x="395471" y="167157"/>
                  </a:lnTo>
                  <a:lnTo>
                    <a:pt x="396205" y="164002"/>
                  </a:lnTo>
                  <a:lnTo>
                    <a:pt x="398272" y="159863"/>
                  </a:lnTo>
                  <a:lnTo>
                    <a:pt x="399115" y="160005"/>
                  </a:lnTo>
                  <a:lnTo>
                    <a:pt x="399172" y="159792"/>
                  </a:lnTo>
                  <a:lnTo>
                    <a:pt x="399701" y="159806"/>
                  </a:lnTo>
                  <a:lnTo>
                    <a:pt x="399475" y="154937"/>
                  </a:lnTo>
                  <a:lnTo>
                    <a:pt x="399858" y="154045"/>
                  </a:lnTo>
                  <a:lnTo>
                    <a:pt x="400378" y="153889"/>
                  </a:lnTo>
                  <a:lnTo>
                    <a:pt x="401845" y="148887"/>
                  </a:lnTo>
                  <a:lnTo>
                    <a:pt x="400057" y="148176"/>
                  </a:lnTo>
                  <a:lnTo>
                    <a:pt x="398694" y="147262"/>
                  </a:lnTo>
                  <a:lnTo>
                    <a:pt x="397735" y="147918"/>
                  </a:lnTo>
                  <a:lnTo>
                    <a:pt x="396118" y="148696"/>
                  </a:lnTo>
                  <a:lnTo>
                    <a:pt x="395061" y="148799"/>
                  </a:lnTo>
                  <a:lnTo>
                    <a:pt x="394920" y="148527"/>
                  </a:lnTo>
                  <a:lnTo>
                    <a:pt x="394296" y="148533"/>
                  </a:lnTo>
                  <a:lnTo>
                    <a:pt x="393414" y="146209"/>
                  </a:lnTo>
                  <a:lnTo>
                    <a:pt x="391352" y="145132"/>
                  </a:lnTo>
                  <a:lnTo>
                    <a:pt x="384783" y="145493"/>
                  </a:lnTo>
                  <a:lnTo>
                    <a:pt x="383310" y="141133"/>
                  </a:lnTo>
                  <a:lnTo>
                    <a:pt x="378705" y="140790"/>
                  </a:lnTo>
                  <a:lnTo>
                    <a:pt x="376767" y="140937"/>
                  </a:lnTo>
                  <a:lnTo>
                    <a:pt x="374716" y="140595"/>
                  </a:lnTo>
                  <a:lnTo>
                    <a:pt x="372920" y="142390"/>
                  </a:lnTo>
                  <a:lnTo>
                    <a:pt x="369821" y="142916"/>
                  </a:lnTo>
                  <a:lnTo>
                    <a:pt x="368741" y="142844"/>
                  </a:lnTo>
                  <a:lnTo>
                    <a:pt x="367409" y="143342"/>
                  </a:lnTo>
                  <a:lnTo>
                    <a:pt x="365404" y="142907"/>
                  </a:lnTo>
                  <a:lnTo>
                    <a:pt x="359344" y="143564"/>
                  </a:lnTo>
                  <a:lnTo>
                    <a:pt x="358386" y="145277"/>
                  </a:lnTo>
                  <a:lnTo>
                    <a:pt x="355787" y="148682"/>
                  </a:lnTo>
                  <a:lnTo>
                    <a:pt x="353767" y="145509"/>
                  </a:lnTo>
                  <a:lnTo>
                    <a:pt x="353467" y="144243"/>
                  </a:lnTo>
                  <a:lnTo>
                    <a:pt x="352121" y="144597"/>
                  </a:lnTo>
                  <a:lnTo>
                    <a:pt x="351882" y="143463"/>
                  </a:lnTo>
                  <a:lnTo>
                    <a:pt x="351726" y="143214"/>
                  </a:lnTo>
                  <a:lnTo>
                    <a:pt x="351355" y="143244"/>
                  </a:lnTo>
                  <a:lnTo>
                    <a:pt x="350163" y="141068"/>
                  </a:lnTo>
                  <a:lnTo>
                    <a:pt x="349534" y="141209"/>
                  </a:lnTo>
                  <a:lnTo>
                    <a:pt x="349366" y="139921"/>
                  </a:lnTo>
                  <a:lnTo>
                    <a:pt x="350327" y="139654"/>
                  </a:lnTo>
                  <a:lnTo>
                    <a:pt x="352320" y="139919"/>
                  </a:lnTo>
                  <a:lnTo>
                    <a:pt x="352001" y="135740"/>
                  </a:lnTo>
                  <a:lnTo>
                    <a:pt x="353004" y="134941"/>
                  </a:lnTo>
                  <a:lnTo>
                    <a:pt x="353772" y="134910"/>
                  </a:lnTo>
                  <a:lnTo>
                    <a:pt x="354683" y="133614"/>
                  </a:lnTo>
                  <a:lnTo>
                    <a:pt x="354584" y="132625"/>
                  </a:lnTo>
                  <a:lnTo>
                    <a:pt x="355052" y="132145"/>
                  </a:lnTo>
                  <a:lnTo>
                    <a:pt x="355200" y="131455"/>
                  </a:lnTo>
                  <a:lnTo>
                    <a:pt x="356190" y="130264"/>
                  </a:lnTo>
                  <a:lnTo>
                    <a:pt x="356104" y="128150"/>
                  </a:lnTo>
                  <a:lnTo>
                    <a:pt x="353492" y="128439"/>
                  </a:lnTo>
                  <a:lnTo>
                    <a:pt x="349997" y="127908"/>
                  </a:lnTo>
                  <a:lnTo>
                    <a:pt x="348681" y="124191"/>
                  </a:lnTo>
                  <a:lnTo>
                    <a:pt x="346810" y="123180"/>
                  </a:lnTo>
                  <a:lnTo>
                    <a:pt x="344926" y="120969"/>
                  </a:lnTo>
                  <a:lnTo>
                    <a:pt x="344475" y="117668"/>
                  </a:lnTo>
                  <a:lnTo>
                    <a:pt x="343189" y="114596"/>
                  </a:lnTo>
                  <a:lnTo>
                    <a:pt x="340397" y="110659"/>
                  </a:lnTo>
                  <a:lnTo>
                    <a:pt x="339630" y="111087"/>
                  </a:lnTo>
                  <a:lnTo>
                    <a:pt x="339072" y="112306"/>
                  </a:lnTo>
                  <a:lnTo>
                    <a:pt x="337855" y="113100"/>
                  </a:lnTo>
                  <a:lnTo>
                    <a:pt x="336822" y="112567"/>
                  </a:lnTo>
                  <a:lnTo>
                    <a:pt x="336237" y="112556"/>
                  </a:lnTo>
                  <a:lnTo>
                    <a:pt x="334570" y="113162"/>
                  </a:lnTo>
                  <a:lnTo>
                    <a:pt x="334515" y="113726"/>
                  </a:lnTo>
                  <a:lnTo>
                    <a:pt x="334066" y="113592"/>
                  </a:lnTo>
                  <a:lnTo>
                    <a:pt x="332783" y="114103"/>
                  </a:lnTo>
                  <a:lnTo>
                    <a:pt x="331800" y="113715"/>
                  </a:lnTo>
                  <a:lnTo>
                    <a:pt x="330916" y="111673"/>
                  </a:lnTo>
                  <a:lnTo>
                    <a:pt x="330765" y="110081"/>
                  </a:lnTo>
                  <a:lnTo>
                    <a:pt x="331326" y="107140"/>
                  </a:lnTo>
                  <a:lnTo>
                    <a:pt x="331151" y="104756"/>
                  </a:lnTo>
                  <a:lnTo>
                    <a:pt x="331320" y="103217"/>
                  </a:lnTo>
                  <a:lnTo>
                    <a:pt x="331818" y="102204"/>
                  </a:lnTo>
                  <a:lnTo>
                    <a:pt x="332490" y="101533"/>
                  </a:lnTo>
                  <a:lnTo>
                    <a:pt x="332813" y="100093"/>
                  </a:lnTo>
                  <a:lnTo>
                    <a:pt x="334403" y="97562"/>
                  </a:lnTo>
                  <a:lnTo>
                    <a:pt x="335240" y="94713"/>
                  </a:lnTo>
                  <a:lnTo>
                    <a:pt x="335580" y="94505"/>
                  </a:lnTo>
                  <a:lnTo>
                    <a:pt x="335479" y="94272"/>
                  </a:lnTo>
                  <a:lnTo>
                    <a:pt x="334262" y="94302"/>
                  </a:lnTo>
                  <a:lnTo>
                    <a:pt x="332275" y="92638"/>
                  </a:lnTo>
                  <a:lnTo>
                    <a:pt x="331263" y="92365"/>
                  </a:lnTo>
                  <a:lnTo>
                    <a:pt x="329521" y="92798"/>
                  </a:lnTo>
                  <a:lnTo>
                    <a:pt x="328943" y="93210"/>
                  </a:lnTo>
                  <a:lnTo>
                    <a:pt x="325422" y="92967"/>
                  </a:lnTo>
                  <a:lnTo>
                    <a:pt x="321840" y="93705"/>
                  </a:lnTo>
                  <a:lnTo>
                    <a:pt x="320916" y="93288"/>
                  </a:lnTo>
                  <a:lnTo>
                    <a:pt x="315409" y="96222"/>
                  </a:lnTo>
                  <a:lnTo>
                    <a:pt x="314886" y="95494"/>
                  </a:lnTo>
                  <a:lnTo>
                    <a:pt x="313870" y="95001"/>
                  </a:lnTo>
                  <a:lnTo>
                    <a:pt x="314172" y="93789"/>
                  </a:lnTo>
                  <a:lnTo>
                    <a:pt x="313632" y="93117"/>
                  </a:lnTo>
                  <a:lnTo>
                    <a:pt x="311267" y="93912"/>
                  </a:lnTo>
                  <a:lnTo>
                    <a:pt x="311019" y="93457"/>
                  </a:lnTo>
                  <a:lnTo>
                    <a:pt x="309637" y="94247"/>
                  </a:lnTo>
                  <a:lnTo>
                    <a:pt x="309465" y="94157"/>
                  </a:lnTo>
                  <a:lnTo>
                    <a:pt x="306439" y="96995"/>
                  </a:lnTo>
                  <a:lnTo>
                    <a:pt x="305307" y="97183"/>
                  </a:lnTo>
                  <a:lnTo>
                    <a:pt x="303887" y="98718"/>
                  </a:lnTo>
                  <a:lnTo>
                    <a:pt x="299295" y="101312"/>
                  </a:lnTo>
                  <a:lnTo>
                    <a:pt x="298256" y="102313"/>
                  </a:lnTo>
                  <a:lnTo>
                    <a:pt x="298259" y="103763"/>
                  </a:lnTo>
                  <a:lnTo>
                    <a:pt x="294782" y="107495"/>
                  </a:lnTo>
                  <a:lnTo>
                    <a:pt x="294731" y="112257"/>
                  </a:lnTo>
                  <a:lnTo>
                    <a:pt x="294157" y="112492"/>
                  </a:lnTo>
                  <a:lnTo>
                    <a:pt x="293818" y="113390"/>
                  </a:lnTo>
                  <a:lnTo>
                    <a:pt x="291867" y="112586"/>
                  </a:lnTo>
                  <a:lnTo>
                    <a:pt x="291525" y="112664"/>
                  </a:lnTo>
                  <a:lnTo>
                    <a:pt x="291707" y="109543"/>
                  </a:lnTo>
                  <a:lnTo>
                    <a:pt x="292368" y="108187"/>
                  </a:lnTo>
                  <a:lnTo>
                    <a:pt x="292451" y="107279"/>
                  </a:lnTo>
                  <a:lnTo>
                    <a:pt x="293251" y="106177"/>
                  </a:lnTo>
                  <a:lnTo>
                    <a:pt x="293944" y="105901"/>
                  </a:lnTo>
                  <a:lnTo>
                    <a:pt x="293141" y="104150"/>
                  </a:lnTo>
                  <a:lnTo>
                    <a:pt x="292315" y="105104"/>
                  </a:lnTo>
                  <a:lnTo>
                    <a:pt x="289531" y="106808"/>
                  </a:lnTo>
                  <a:lnTo>
                    <a:pt x="284134" y="106755"/>
                  </a:lnTo>
                  <a:lnTo>
                    <a:pt x="279860" y="107404"/>
                  </a:lnTo>
                  <a:lnTo>
                    <a:pt x="278727" y="107813"/>
                  </a:lnTo>
                  <a:lnTo>
                    <a:pt x="277197" y="108939"/>
                  </a:lnTo>
                  <a:lnTo>
                    <a:pt x="275517" y="111363"/>
                  </a:lnTo>
                  <a:lnTo>
                    <a:pt x="273994" y="110291"/>
                  </a:lnTo>
                  <a:lnTo>
                    <a:pt x="272828" y="109396"/>
                  </a:lnTo>
                  <a:lnTo>
                    <a:pt x="272056" y="108856"/>
                  </a:lnTo>
                  <a:lnTo>
                    <a:pt x="271743" y="109436"/>
                  </a:lnTo>
                  <a:lnTo>
                    <a:pt x="271214" y="109583"/>
                  </a:lnTo>
                  <a:lnTo>
                    <a:pt x="266675" y="109125"/>
                  </a:lnTo>
                  <a:lnTo>
                    <a:pt x="269910" y="105770"/>
                  </a:lnTo>
                  <a:lnTo>
                    <a:pt x="271128" y="104942"/>
                  </a:lnTo>
                  <a:lnTo>
                    <a:pt x="274648" y="101768"/>
                  </a:lnTo>
                  <a:lnTo>
                    <a:pt x="274168" y="101073"/>
                  </a:lnTo>
                  <a:lnTo>
                    <a:pt x="273151" y="101634"/>
                  </a:lnTo>
                  <a:lnTo>
                    <a:pt x="272272" y="100865"/>
                  </a:lnTo>
                  <a:lnTo>
                    <a:pt x="270856" y="100866"/>
                  </a:lnTo>
                  <a:lnTo>
                    <a:pt x="268635" y="99452"/>
                  </a:lnTo>
                  <a:lnTo>
                    <a:pt x="268004" y="99276"/>
                  </a:lnTo>
                  <a:lnTo>
                    <a:pt x="267249" y="97381"/>
                  </a:lnTo>
                  <a:lnTo>
                    <a:pt x="266218" y="97312"/>
                  </a:lnTo>
                  <a:lnTo>
                    <a:pt x="266283" y="96467"/>
                  </a:lnTo>
                  <a:lnTo>
                    <a:pt x="265427" y="96443"/>
                  </a:lnTo>
                  <a:lnTo>
                    <a:pt x="265428" y="96127"/>
                  </a:lnTo>
                  <a:lnTo>
                    <a:pt x="269275" y="93610"/>
                  </a:lnTo>
                  <a:lnTo>
                    <a:pt x="270105" y="92618"/>
                  </a:lnTo>
                  <a:lnTo>
                    <a:pt x="270531" y="91299"/>
                  </a:lnTo>
                  <a:lnTo>
                    <a:pt x="271240" y="90654"/>
                  </a:lnTo>
                  <a:lnTo>
                    <a:pt x="270551" y="89904"/>
                  </a:lnTo>
                  <a:lnTo>
                    <a:pt x="270982" y="89534"/>
                  </a:lnTo>
                  <a:lnTo>
                    <a:pt x="270535" y="88683"/>
                  </a:lnTo>
                  <a:lnTo>
                    <a:pt x="269232" y="87682"/>
                  </a:lnTo>
                  <a:lnTo>
                    <a:pt x="268539" y="86166"/>
                  </a:lnTo>
                  <a:lnTo>
                    <a:pt x="267104" y="85388"/>
                  </a:lnTo>
                  <a:lnTo>
                    <a:pt x="265871" y="85477"/>
                  </a:lnTo>
                  <a:lnTo>
                    <a:pt x="264954" y="85225"/>
                  </a:lnTo>
                  <a:lnTo>
                    <a:pt x="263861" y="83910"/>
                  </a:lnTo>
                  <a:lnTo>
                    <a:pt x="263616" y="83356"/>
                  </a:lnTo>
                  <a:lnTo>
                    <a:pt x="263796" y="82282"/>
                  </a:lnTo>
                  <a:lnTo>
                    <a:pt x="264821" y="80216"/>
                  </a:lnTo>
                  <a:lnTo>
                    <a:pt x="259926" y="82159"/>
                  </a:lnTo>
                  <a:lnTo>
                    <a:pt x="259532" y="80949"/>
                  </a:lnTo>
                  <a:lnTo>
                    <a:pt x="258380" y="81100"/>
                  </a:lnTo>
                  <a:lnTo>
                    <a:pt x="257783" y="80938"/>
                  </a:lnTo>
                  <a:lnTo>
                    <a:pt x="257486" y="80414"/>
                  </a:lnTo>
                  <a:lnTo>
                    <a:pt x="256358" y="80288"/>
                  </a:lnTo>
                  <a:lnTo>
                    <a:pt x="256267" y="79730"/>
                  </a:lnTo>
                  <a:lnTo>
                    <a:pt x="255676" y="78793"/>
                  </a:lnTo>
                  <a:lnTo>
                    <a:pt x="254536" y="78927"/>
                  </a:lnTo>
                  <a:lnTo>
                    <a:pt x="253968" y="78697"/>
                  </a:lnTo>
                  <a:lnTo>
                    <a:pt x="253471" y="78912"/>
                  </a:lnTo>
                  <a:lnTo>
                    <a:pt x="253907" y="76425"/>
                  </a:lnTo>
                  <a:lnTo>
                    <a:pt x="254357" y="76501"/>
                  </a:lnTo>
                  <a:lnTo>
                    <a:pt x="255505" y="73004"/>
                  </a:lnTo>
                  <a:lnTo>
                    <a:pt x="256648" y="71578"/>
                  </a:lnTo>
                  <a:lnTo>
                    <a:pt x="257813" y="69389"/>
                  </a:lnTo>
                  <a:lnTo>
                    <a:pt x="258725" y="69838"/>
                  </a:lnTo>
                  <a:lnTo>
                    <a:pt x="260772" y="70677"/>
                  </a:lnTo>
                  <a:lnTo>
                    <a:pt x="261625" y="68790"/>
                  </a:lnTo>
                  <a:lnTo>
                    <a:pt x="261844" y="68965"/>
                  </a:lnTo>
                  <a:lnTo>
                    <a:pt x="262433" y="67799"/>
                  </a:lnTo>
                  <a:lnTo>
                    <a:pt x="263723" y="68068"/>
                  </a:lnTo>
                  <a:lnTo>
                    <a:pt x="264450" y="68915"/>
                  </a:lnTo>
                  <a:lnTo>
                    <a:pt x="264687" y="68586"/>
                  </a:lnTo>
                  <a:lnTo>
                    <a:pt x="264366" y="68029"/>
                  </a:lnTo>
                  <a:lnTo>
                    <a:pt x="264464" y="67506"/>
                  </a:lnTo>
                  <a:lnTo>
                    <a:pt x="265533" y="67596"/>
                  </a:lnTo>
                  <a:lnTo>
                    <a:pt x="266457" y="66964"/>
                  </a:lnTo>
                  <a:lnTo>
                    <a:pt x="267655" y="64444"/>
                  </a:lnTo>
                  <a:lnTo>
                    <a:pt x="267973" y="62046"/>
                  </a:lnTo>
                  <a:lnTo>
                    <a:pt x="269447" y="64009"/>
                  </a:lnTo>
                  <a:lnTo>
                    <a:pt x="270369" y="64128"/>
                  </a:lnTo>
                  <a:lnTo>
                    <a:pt x="271458" y="65038"/>
                  </a:lnTo>
                  <a:lnTo>
                    <a:pt x="271337" y="64897"/>
                  </a:lnTo>
                  <a:lnTo>
                    <a:pt x="272593" y="65159"/>
                  </a:lnTo>
                  <a:lnTo>
                    <a:pt x="273666" y="65776"/>
                  </a:lnTo>
                  <a:lnTo>
                    <a:pt x="275528" y="65745"/>
                  </a:lnTo>
                  <a:lnTo>
                    <a:pt x="276092" y="66204"/>
                  </a:lnTo>
                  <a:lnTo>
                    <a:pt x="276751" y="65248"/>
                  </a:lnTo>
                  <a:lnTo>
                    <a:pt x="276713" y="65022"/>
                  </a:lnTo>
                  <a:lnTo>
                    <a:pt x="276237" y="64809"/>
                  </a:lnTo>
                  <a:lnTo>
                    <a:pt x="278065" y="63739"/>
                  </a:lnTo>
                  <a:lnTo>
                    <a:pt x="278515" y="61913"/>
                  </a:lnTo>
                  <a:lnTo>
                    <a:pt x="279517" y="62016"/>
                  </a:lnTo>
                  <a:lnTo>
                    <a:pt x="280594" y="63367"/>
                  </a:lnTo>
                  <a:lnTo>
                    <a:pt x="280910" y="63018"/>
                  </a:lnTo>
                  <a:lnTo>
                    <a:pt x="281796" y="62881"/>
                  </a:lnTo>
                  <a:lnTo>
                    <a:pt x="282268" y="62467"/>
                  </a:lnTo>
                  <a:lnTo>
                    <a:pt x="283198" y="59925"/>
                  </a:lnTo>
                  <a:lnTo>
                    <a:pt x="284449" y="58596"/>
                  </a:lnTo>
                  <a:lnTo>
                    <a:pt x="285747" y="58670"/>
                  </a:lnTo>
                  <a:lnTo>
                    <a:pt x="286136" y="58431"/>
                  </a:lnTo>
                  <a:lnTo>
                    <a:pt x="287802" y="58934"/>
                  </a:lnTo>
                  <a:lnTo>
                    <a:pt x="288662" y="58776"/>
                  </a:lnTo>
                  <a:lnTo>
                    <a:pt x="289167" y="58102"/>
                  </a:lnTo>
                  <a:lnTo>
                    <a:pt x="289633" y="56686"/>
                  </a:lnTo>
                  <a:lnTo>
                    <a:pt x="290035" y="56358"/>
                  </a:lnTo>
                  <a:lnTo>
                    <a:pt x="292998" y="54917"/>
                  </a:lnTo>
                  <a:lnTo>
                    <a:pt x="294743" y="54471"/>
                  </a:lnTo>
                  <a:lnTo>
                    <a:pt x="295531" y="53491"/>
                  </a:lnTo>
                  <a:lnTo>
                    <a:pt x="297783" y="53476"/>
                  </a:lnTo>
                  <a:lnTo>
                    <a:pt x="298688" y="52643"/>
                  </a:lnTo>
                  <a:lnTo>
                    <a:pt x="299930" y="51690"/>
                  </a:lnTo>
                  <a:lnTo>
                    <a:pt x="301923" y="51383"/>
                  </a:lnTo>
                  <a:lnTo>
                    <a:pt x="305026" y="48596"/>
                  </a:lnTo>
                  <a:lnTo>
                    <a:pt x="306516" y="48262"/>
                  </a:lnTo>
                  <a:lnTo>
                    <a:pt x="308220" y="46080"/>
                  </a:lnTo>
                  <a:lnTo>
                    <a:pt x="309572" y="45067"/>
                  </a:lnTo>
                  <a:lnTo>
                    <a:pt x="310298" y="43716"/>
                  </a:lnTo>
                  <a:lnTo>
                    <a:pt x="311247" y="43204"/>
                  </a:lnTo>
                  <a:lnTo>
                    <a:pt x="314253" y="45315"/>
                  </a:lnTo>
                  <a:lnTo>
                    <a:pt x="315398" y="45484"/>
                  </a:lnTo>
                  <a:lnTo>
                    <a:pt x="316067" y="46614"/>
                  </a:lnTo>
                  <a:lnTo>
                    <a:pt x="315723" y="48202"/>
                  </a:lnTo>
                  <a:lnTo>
                    <a:pt x="315749" y="49310"/>
                  </a:lnTo>
                  <a:lnTo>
                    <a:pt x="316696" y="49273"/>
                  </a:lnTo>
                  <a:lnTo>
                    <a:pt x="317043" y="48956"/>
                  </a:lnTo>
                  <a:lnTo>
                    <a:pt x="316825" y="49643"/>
                  </a:lnTo>
                  <a:lnTo>
                    <a:pt x="317699" y="51501"/>
                  </a:lnTo>
                  <a:lnTo>
                    <a:pt x="319197" y="53689"/>
                  </a:lnTo>
                  <a:lnTo>
                    <a:pt x="319710" y="54997"/>
                  </a:lnTo>
                  <a:lnTo>
                    <a:pt x="320781" y="52499"/>
                  </a:lnTo>
                  <a:lnTo>
                    <a:pt x="321394" y="51765"/>
                  </a:lnTo>
                  <a:lnTo>
                    <a:pt x="325760" y="49193"/>
                  </a:lnTo>
                  <a:lnTo>
                    <a:pt x="326360" y="48097"/>
                  </a:lnTo>
                  <a:lnTo>
                    <a:pt x="328040" y="46366"/>
                  </a:lnTo>
                  <a:lnTo>
                    <a:pt x="328324" y="46419"/>
                  </a:lnTo>
                  <a:lnTo>
                    <a:pt x="329994" y="45685"/>
                  </a:lnTo>
                  <a:lnTo>
                    <a:pt x="330949" y="44790"/>
                  </a:lnTo>
                  <a:lnTo>
                    <a:pt x="332525" y="41610"/>
                  </a:lnTo>
                  <a:lnTo>
                    <a:pt x="332949" y="41123"/>
                  </a:lnTo>
                  <a:lnTo>
                    <a:pt x="334200" y="40525"/>
                  </a:lnTo>
                  <a:lnTo>
                    <a:pt x="335359" y="38877"/>
                  </a:lnTo>
                  <a:lnTo>
                    <a:pt x="335808" y="37769"/>
                  </a:lnTo>
                  <a:lnTo>
                    <a:pt x="336273" y="37578"/>
                  </a:lnTo>
                  <a:lnTo>
                    <a:pt x="336069" y="36669"/>
                  </a:lnTo>
                  <a:lnTo>
                    <a:pt x="334851" y="34938"/>
                  </a:lnTo>
                  <a:lnTo>
                    <a:pt x="337210" y="29381"/>
                  </a:lnTo>
                  <a:lnTo>
                    <a:pt x="336578" y="25955"/>
                  </a:lnTo>
                  <a:lnTo>
                    <a:pt x="334993" y="25323"/>
                  </a:lnTo>
                  <a:lnTo>
                    <a:pt x="334561" y="24649"/>
                  </a:lnTo>
                  <a:lnTo>
                    <a:pt x="334446" y="23576"/>
                  </a:lnTo>
                  <a:lnTo>
                    <a:pt x="335104" y="22252"/>
                  </a:lnTo>
                  <a:lnTo>
                    <a:pt x="334522" y="20977"/>
                  </a:lnTo>
                  <a:lnTo>
                    <a:pt x="335133" y="19587"/>
                  </a:lnTo>
                  <a:lnTo>
                    <a:pt x="335308" y="18219"/>
                  </a:lnTo>
                  <a:lnTo>
                    <a:pt x="335111" y="18156"/>
                  </a:lnTo>
                  <a:lnTo>
                    <a:pt x="335511" y="16918"/>
                  </a:lnTo>
                  <a:lnTo>
                    <a:pt x="336061" y="16326"/>
                  </a:lnTo>
                  <a:lnTo>
                    <a:pt x="338779" y="17677"/>
                  </a:lnTo>
                  <a:lnTo>
                    <a:pt x="338397" y="20080"/>
                  </a:lnTo>
                  <a:lnTo>
                    <a:pt x="338554" y="20955"/>
                  </a:lnTo>
                  <a:lnTo>
                    <a:pt x="339162" y="21887"/>
                  </a:lnTo>
                  <a:lnTo>
                    <a:pt x="339600" y="21831"/>
                  </a:lnTo>
                  <a:lnTo>
                    <a:pt x="339197" y="20816"/>
                  </a:lnTo>
                  <a:lnTo>
                    <a:pt x="339448" y="19246"/>
                  </a:lnTo>
                  <a:lnTo>
                    <a:pt x="340888" y="19704"/>
                  </a:lnTo>
                  <a:lnTo>
                    <a:pt x="342741" y="20692"/>
                  </a:lnTo>
                  <a:lnTo>
                    <a:pt x="344290" y="21998"/>
                  </a:lnTo>
                  <a:lnTo>
                    <a:pt x="345676" y="21839"/>
                  </a:lnTo>
                  <a:lnTo>
                    <a:pt x="349810" y="23780"/>
                  </a:lnTo>
                  <a:lnTo>
                    <a:pt x="349639" y="24144"/>
                  </a:lnTo>
                  <a:lnTo>
                    <a:pt x="350642" y="24865"/>
                  </a:lnTo>
                  <a:lnTo>
                    <a:pt x="354739" y="26889"/>
                  </a:lnTo>
                  <a:lnTo>
                    <a:pt x="359439" y="18921"/>
                  </a:lnTo>
                  <a:lnTo>
                    <a:pt x="363374" y="14793"/>
                  </a:lnTo>
                  <a:lnTo>
                    <a:pt x="364019" y="13811"/>
                  </a:lnTo>
                  <a:lnTo>
                    <a:pt x="364907" y="15275"/>
                  </a:lnTo>
                  <a:lnTo>
                    <a:pt x="365585" y="15925"/>
                  </a:lnTo>
                  <a:lnTo>
                    <a:pt x="365331" y="16719"/>
                  </a:lnTo>
                  <a:lnTo>
                    <a:pt x="366871" y="16391"/>
                  </a:lnTo>
                  <a:lnTo>
                    <a:pt x="366554" y="17136"/>
                  </a:lnTo>
                  <a:lnTo>
                    <a:pt x="366726" y="18526"/>
                  </a:lnTo>
                  <a:lnTo>
                    <a:pt x="369756" y="18965"/>
                  </a:lnTo>
                  <a:lnTo>
                    <a:pt x="369253" y="19717"/>
                  </a:lnTo>
                  <a:lnTo>
                    <a:pt x="370586" y="20915"/>
                  </a:lnTo>
                  <a:lnTo>
                    <a:pt x="370604" y="21154"/>
                  </a:lnTo>
                  <a:lnTo>
                    <a:pt x="371066" y="21123"/>
                  </a:lnTo>
                  <a:lnTo>
                    <a:pt x="371314" y="22458"/>
                  </a:lnTo>
                  <a:lnTo>
                    <a:pt x="371031" y="23963"/>
                  </a:lnTo>
                  <a:lnTo>
                    <a:pt x="371657" y="24995"/>
                  </a:lnTo>
                  <a:lnTo>
                    <a:pt x="372335" y="27351"/>
                  </a:lnTo>
                  <a:lnTo>
                    <a:pt x="373503" y="27170"/>
                  </a:lnTo>
                  <a:lnTo>
                    <a:pt x="374573" y="27121"/>
                  </a:lnTo>
                  <a:lnTo>
                    <a:pt x="375393" y="26795"/>
                  </a:lnTo>
                  <a:lnTo>
                    <a:pt x="378150" y="25457"/>
                  </a:lnTo>
                  <a:lnTo>
                    <a:pt x="380028" y="24247"/>
                  </a:lnTo>
                  <a:lnTo>
                    <a:pt x="380775" y="22746"/>
                  </a:lnTo>
                  <a:lnTo>
                    <a:pt x="380980" y="21689"/>
                  </a:lnTo>
                  <a:lnTo>
                    <a:pt x="382702" y="19847"/>
                  </a:lnTo>
                  <a:lnTo>
                    <a:pt x="383684" y="20318"/>
                  </a:lnTo>
                  <a:lnTo>
                    <a:pt x="384369" y="20016"/>
                  </a:lnTo>
                  <a:lnTo>
                    <a:pt x="384936" y="19217"/>
                  </a:lnTo>
                  <a:lnTo>
                    <a:pt x="386806" y="17611"/>
                  </a:lnTo>
                  <a:lnTo>
                    <a:pt x="390092" y="19140"/>
                  </a:lnTo>
                  <a:lnTo>
                    <a:pt x="390626" y="18357"/>
                  </a:lnTo>
                  <a:lnTo>
                    <a:pt x="390909" y="17387"/>
                  </a:lnTo>
                  <a:lnTo>
                    <a:pt x="392055" y="15667"/>
                  </a:lnTo>
                  <a:lnTo>
                    <a:pt x="393029" y="14905"/>
                  </a:lnTo>
                  <a:lnTo>
                    <a:pt x="394574" y="13064"/>
                  </a:lnTo>
                  <a:lnTo>
                    <a:pt x="395856" y="10468"/>
                  </a:lnTo>
                  <a:lnTo>
                    <a:pt x="398235" y="7019"/>
                  </a:lnTo>
                  <a:lnTo>
                    <a:pt x="399337" y="6237"/>
                  </a:lnTo>
                  <a:lnTo>
                    <a:pt x="399977" y="4983"/>
                  </a:lnTo>
                  <a:lnTo>
                    <a:pt x="401267" y="4676"/>
                  </a:lnTo>
                  <a:lnTo>
                    <a:pt x="401222" y="5259"/>
                  </a:lnTo>
                  <a:lnTo>
                    <a:pt x="402469" y="3095"/>
                  </a:lnTo>
                  <a:lnTo>
                    <a:pt x="403235" y="2702"/>
                  </a:lnTo>
                  <a:lnTo>
                    <a:pt x="405487" y="2848"/>
                  </a:lnTo>
                  <a:lnTo>
                    <a:pt x="405812" y="2351"/>
                  </a:lnTo>
                  <a:lnTo>
                    <a:pt x="407001" y="1545"/>
                  </a:lnTo>
                  <a:lnTo>
                    <a:pt x="407445" y="806"/>
                  </a:lnTo>
                  <a:lnTo>
                    <a:pt x="408468" y="90"/>
                  </a:lnTo>
                  <a:lnTo>
                    <a:pt x="410458" y="377"/>
                  </a:lnTo>
                  <a:lnTo>
                    <a:pt x="411450" y="0"/>
                  </a:lnTo>
                  <a:lnTo>
                    <a:pt x="411736" y="93"/>
                  </a:lnTo>
                  <a:lnTo>
                    <a:pt x="411703" y="1229"/>
                  </a:lnTo>
                  <a:lnTo>
                    <a:pt x="413706" y="5613"/>
                  </a:lnTo>
                  <a:lnTo>
                    <a:pt x="413930" y="6858"/>
                  </a:lnTo>
                  <a:lnTo>
                    <a:pt x="415044" y="7154"/>
                  </a:lnTo>
                  <a:lnTo>
                    <a:pt x="415365" y="5342"/>
                  </a:lnTo>
                  <a:lnTo>
                    <a:pt x="415599" y="5318"/>
                  </a:lnTo>
                  <a:lnTo>
                    <a:pt x="416463" y="6114"/>
                  </a:lnTo>
                  <a:lnTo>
                    <a:pt x="418038" y="5181"/>
                  </a:lnTo>
                  <a:lnTo>
                    <a:pt x="417409" y="6148"/>
                  </a:lnTo>
                  <a:lnTo>
                    <a:pt x="418360" y="8113"/>
                  </a:lnTo>
                  <a:lnTo>
                    <a:pt x="418070" y="11980"/>
                  </a:lnTo>
                  <a:lnTo>
                    <a:pt x="419554" y="14002"/>
                  </a:lnTo>
                  <a:lnTo>
                    <a:pt x="420346" y="15602"/>
                  </a:lnTo>
                  <a:lnTo>
                    <a:pt x="422294" y="16880"/>
                  </a:lnTo>
                  <a:lnTo>
                    <a:pt x="422601" y="18529"/>
                  </a:lnTo>
                  <a:lnTo>
                    <a:pt x="423509" y="19927"/>
                  </a:lnTo>
                  <a:lnTo>
                    <a:pt x="425493" y="18200"/>
                  </a:lnTo>
                  <a:lnTo>
                    <a:pt x="425473" y="15668"/>
                  </a:lnTo>
                  <a:lnTo>
                    <a:pt x="425080" y="13759"/>
                  </a:lnTo>
                  <a:lnTo>
                    <a:pt x="425144" y="12775"/>
                  </a:lnTo>
                  <a:lnTo>
                    <a:pt x="424371" y="8568"/>
                  </a:lnTo>
                  <a:lnTo>
                    <a:pt x="425171" y="9947"/>
                  </a:lnTo>
                  <a:lnTo>
                    <a:pt x="425425" y="10021"/>
                  </a:lnTo>
                  <a:lnTo>
                    <a:pt x="425461" y="9216"/>
                  </a:lnTo>
                  <a:lnTo>
                    <a:pt x="425969" y="8661"/>
                  </a:lnTo>
                  <a:lnTo>
                    <a:pt x="426393" y="7153"/>
                  </a:lnTo>
                  <a:lnTo>
                    <a:pt x="427425" y="8143"/>
                  </a:lnTo>
                  <a:lnTo>
                    <a:pt x="428625" y="7558"/>
                  </a:lnTo>
                  <a:lnTo>
                    <a:pt x="429289" y="7747"/>
                  </a:lnTo>
                  <a:lnTo>
                    <a:pt x="431025" y="7476"/>
                  </a:lnTo>
                  <a:lnTo>
                    <a:pt x="431549" y="9679"/>
                  </a:lnTo>
                  <a:lnTo>
                    <a:pt x="431595" y="12138"/>
                  </a:lnTo>
                  <a:lnTo>
                    <a:pt x="431033" y="13230"/>
                  </a:lnTo>
                  <a:lnTo>
                    <a:pt x="430905" y="14940"/>
                  </a:lnTo>
                  <a:lnTo>
                    <a:pt x="430365" y="15513"/>
                  </a:lnTo>
                  <a:lnTo>
                    <a:pt x="430002" y="16421"/>
                  </a:lnTo>
                  <a:lnTo>
                    <a:pt x="430538" y="16830"/>
                  </a:lnTo>
                  <a:lnTo>
                    <a:pt x="431109" y="17834"/>
                  </a:lnTo>
                  <a:lnTo>
                    <a:pt x="434698" y="17025"/>
                  </a:lnTo>
                  <a:lnTo>
                    <a:pt x="435369" y="17234"/>
                  </a:lnTo>
                  <a:lnTo>
                    <a:pt x="435475" y="17585"/>
                  </a:lnTo>
                  <a:lnTo>
                    <a:pt x="434661" y="19584"/>
                  </a:lnTo>
                  <a:lnTo>
                    <a:pt x="434459" y="20647"/>
                  </a:lnTo>
                  <a:lnTo>
                    <a:pt x="433791" y="21815"/>
                  </a:lnTo>
                  <a:lnTo>
                    <a:pt x="435248" y="21913"/>
                  </a:lnTo>
                  <a:lnTo>
                    <a:pt x="435359" y="22302"/>
                  </a:lnTo>
                  <a:lnTo>
                    <a:pt x="436299" y="21759"/>
                  </a:lnTo>
                  <a:lnTo>
                    <a:pt x="436864" y="21976"/>
                  </a:lnTo>
                  <a:lnTo>
                    <a:pt x="437412" y="21566"/>
                  </a:lnTo>
                  <a:lnTo>
                    <a:pt x="438674" y="19825"/>
                  </a:lnTo>
                  <a:lnTo>
                    <a:pt x="440317" y="22113"/>
                  </a:lnTo>
                  <a:lnTo>
                    <a:pt x="440303" y="22482"/>
                  </a:lnTo>
                  <a:lnTo>
                    <a:pt x="441033" y="23747"/>
                  </a:lnTo>
                  <a:lnTo>
                    <a:pt x="441408" y="24959"/>
                  </a:lnTo>
                  <a:lnTo>
                    <a:pt x="442079" y="25758"/>
                  </a:lnTo>
                  <a:lnTo>
                    <a:pt x="443291" y="26587"/>
                  </a:lnTo>
                  <a:lnTo>
                    <a:pt x="443670" y="26504"/>
                  </a:lnTo>
                  <a:lnTo>
                    <a:pt x="444491" y="26861"/>
                  </a:lnTo>
                  <a:lnTo>
                    <a:pt x="446198" y="30033"/>
                  </a:lnTo>
                  <a:lnTo>
                    <a:pt x="449678" y="27592"/>
                  </a:lnTo>
                  <a:lnTo>
                    <a:pt x="452024" y="26379"/>
                  </a:lnTo>
                  <a:lnTo>
                    <a:pt x="452182" y="26515"/>
                  </a:lnTo>
                  <a:lnTo>
                    <a:pt x="452781" y="26245"/>
                  </a:lnTo>
                  <a:lnTo>
                    <a:pt x="453010" y="26718"/>
                  </a:lnTo>
                  <a:lnTo>
                    <a:pt x="452940" y="27331"/>
                  </a:lnTo>
                  <a:lnTo>
                    <a:pt x="452342" y="28620"/>
                  </a:lnTo>
                  <a:lnTo>
                    <a:pt x="452504" y="30206"/>
                  </a:lnTo>
                  <a:lnTo>
                    <a:pt x="452144" y="31065"/>
                  </a:lnTo>
                  <a:lnTo>
                    <a:pt x="451544" y="31093"/>
                  </a:lnTo>
                  <a:lnTo>
                    <a:pt x="450211" y="32016"/>
                  </a:lnTo>
                  <a:lnTo>
                    <a:pt x="448872" y="32184"/>
                  </a:lnTo>
                  <a:lnTo>
                    <a:pt x="447725" y="32625"/>
                  </a:lnTo>
                  <a:lnTo>
                    <a:pt x="447138" y="33729"/>
                  </a:lnTo>
                  <a:lnTo>
                    <a:pt x="446150" y="33657"/>
                  </a:lnTo>
                  <a:lnTo>
                    <a:pt x="444202" y="34059"/>
                  </a:lnTo>
                  <a:lnTo>
                    <a:pt x="442550" y="35728"/>
                  </a:lnTo>
                  <a:lnTo>
                    <a:pt x="441552" y="35263"/>
                  </a:lnTo>
                  <a:lnTo>
                    <a:pt x="439667" y="34879"/>
                  </a:lnTo>
                  <a:lnTo>
                    <a:pt x="438448" y="33661"/>
                  </a:lnTo>
                  <a:lnTo>
                    <a:pt x="438137" y="34499"/>
                  </a:lnTo>
                  <a:lnTo>
                    <a:pt x="437669" y="34825"/>
                  </a:lnTo>
                  <a:lnTo>
                    <a:pt x="436629" y="34625"/>
                  </a:lnTo>
                  <a:lnTo>
                    <a:pt x="435961" y="34749"/>
                  </a:lnTo>
                  <a:lnTo>
                    <a:pt x="435383" y="35149"/>
                  </a:lnTo>
                  <a:lnTo>
                    <a:pt x="436747" y="36766"/>
                  </a:lnTo>
                  <a:lnTo>
                    <a:pt x="437110" y="39515"/>
                  </a:lnTo>
                  <a:lnTo>
                    <a:pt x="438238" y="41661"/>
                  </a:lnTo>
                  <a:lnTo>
                    <a:pt x="439085" y="41980"/>
                  </a:lnTo>
                  <a:lnTo>
                    <a:pt x="440907" y="43230"/>
                  </a:lnTo>
                  <a:lnTo>
                    <a:pt x="441484" y="44052"/>
                  </a:lnTo>
                  <a:lnTo>
                    <a:pt x="442252" y="43905"/>
                  </a:lnTo>
                  <a:lnTo>
                    <a:pt x="443320" y="42563"/>
                  </a:lnTo>
                  <a:lnTo>
                    <a:pt x="443703" y="42393"/>
                  </a:lnTo>
                  <a:lnTo>
                    <a:pt x="445410" y="42536"/>
                  </a:lnTo>
                  <a:lnTo>
                    <a:pt x="446495" y="43278"/>
                  </a:lnTo>
                  <a:lnTo>
                    <a:pt x="447592" y="43261"/>
                  </a:lnTo>
                  <a:lnTo>
                    <a:pt x="449093" y="43639"/>
                  </a:lnTo>
                  <a:lnTo>
                    <a:pt x="451216" y="45589"/>
                  </a:lnTo>
                  <a:lnTo>
                    <a:pt x="452261" y="45834"/>
                  </a:lnTo>
                  <a:lnTo>
                    <a:pt x="452437" y="45380"/>
                  </a:lnTo>
                  <a:lnTo>
                    <a:pt x="453806" y="45183"/>
                  </a:lnTo>
                  <a:lnTo>
                    <a:pt x="455345" y="44160"/>
                  </a:lnTo>
                  <a:lnTo>
                    <a:pt x="456213" y="44297"/>
                  </a:lnTo>
                  <a:lnTo>
                    <a:pt x="456238" y="44988"/>
                  </a:lnTo>
                  <a:lnTo>
                    <a:pt x="455927" y="45597"/>
                  </a:lnTo>
                  <a:lnTo>
                    <a:pt x="458453" y="47495"/>
                  </a:lnTo>
                  <a:lnTo>
                    <a:pt x="459940" y="49389"/>
                  </a:lnTo>
                  <a:lnTo>
                    <a:pt x="460184" y="50124"/>
                  </a:lnTo>
                  <a:lnTo>
                    <a:pt x="460433" y="52080"/>
                  </a:lnTo>
                  <a:lnTo>
                    <a:pt x="459919" y="52515"/>
                  </a:lnTo>
                  <a:lnTo>
                    <a:pt x="458723" y="52880"/>
                  </a:lnTo>
                  <a:lnTo>
                    <a:pt x="459040" y="55585"/>
                  </a:lnTo>
                  <a:lnTo>
                    <a:pt x="459070" y="58441"/>
                  </a:lnTo>
                  <a:lnTo>
                    <a:pt x="458668" y="58853"/>
                  </a:lnTo>
                  <a:lnTo>
                    <a:pt x="456852" y="59388"/>
                  </a:lnTo>
                  <a:lnTo>
                    <a:pt x="456328" y="60804"/>
                  </a:lnTo>
                  <a:lnTo>
                    <a:pt x="456170" y="62202"/>
                  </a:lnTo>
                  <a:lnTo>
                    <a:pt x="458337" y="62265"/>
                  </a:lnTo>
                  <a:lnTo>
                    <a:pt x="458623" y="63283"/>
                  </a:lnTo>
                  <a:lnTo>
                    <a:pt x="456500" y="63350"/>
                  </a:lnTo>
                  <a:lnTo>
                    <a:pt x="456397" y="66973"/>
                  </a:lnTo>
                  <a:lnTo>
                    <a:pt x="456555" y="67033"/>
                  </a:lnTo>
                  <a:lnTo>
                    <a:pt x="456312" y="69796"/>
                  </a:lnTo>
                  <a:lnTo>
                    <a:pt x="455737" y="71747"/>
                  </a:lnTo>
                  <a:lnTo>
                    <a:pt x="455894" y="72291"/>
                  </a:lnTo>
                  <a:lnTo>
                    <a:pt x="457402" y="72298"/>
                  </a:lnTo>
                  <a:lnTo>
                    <a:pt x="457707" y="71769"/>
                  </a:lnTo>
                  <a:lnTo>
                    <a:pt x="460769" y="71053"/>
                  </a:lnTo>
                  <a:lnTo>
                    <a:pt x="465044" y="70863"/>
                  </a:lnTo>
                  <a:lnTo>
                    <a:pt x="472219" y="67699"/>
                  </a:lnTo>
                  <a:lnTo>
                    <a:pt x="476983" y="66835"/>
                  </a:lnTo>
                  <a:lnTo>
                    <a:pt x="477341" y="66998"/>
                  </a:lnTo>
                  <a:lnTo>
                    <a:pt x="477878" y="68005"/>
                  </a:lnTo>
                  <a:lnTo>
                    <a:pt x="480729" y="68574"/>
                  </a:lnTo>
                  <a:lnTo>
                    <a:pt x="483893" y="70458"/>
                  </a:lnTo>
                  <a:lnTo>
                    <a:pt x="486984" y="71823"/>
                  </a:lnTo>
                  <a:lnTo>
                    <a:pt x="488965" y="73481"/>
                  </a:lnTo>
                  <a:lnTo>
                    <a:pt x="489481" y="74190"/>
                  </a:lnTo>
                  <a:lnTo>
                    <a:pt x="489797" y="74769"/>
                  </a:lnTo>
                  <a:lnTo>
                    <a:pt x="489716" y="76112"/>
                  </a:lnTo>
                  <a:lnTo>
                    <a:pt x="491282" y="77631"/>
                  </a:lnTo>
                  <a:lnTo>
                    <a:pt x="492414" y="77960"/>
                  </a:lnTo>
                  <a:lnTo>
                    <a:pt x="494778" y="79766"/>
                  </a:lnTo>
                  <a:lnTo>
                    <a:pt x="495199" y="80726"/>
                  </a:lnTo>
                  <a:lnTo>
                    <a:pt x="496583" y="81800"/>
                  </a:lnTo>
                  <a:lnTo>
                    <a:pt x="496633" y="82328"/>
                  </a:lnTo>
                  <a:lnTo>
                    <a:pt x="497055" y="82434"/>
                  </a:lnTo>
                  <a:lnTo>
                    <a:pt x="496885" y="84422"/>
                  </a:lnTo>
                  <a:lnTo>
                    <a:pt x="498208" y="84669"/>
                  </a:lnTo>
                  <a:lnTo>
                    <a:pt x="499803" y="85483"/>
                  </a:lnTo>
                  <a:lnTo>
                    <a:pt x="501055" y="86729"/>
                  </a:lnTo>
                  <a:lnTo>
                    <a:pt x="501818" y="87136"/>
                  </a:lnTo>
                  <a:lnTo>
                    <a:pt x="504093" y="87883"/>
                  </a:lnTo>
                  <a:lnTo>
                    <a:pt x="508340" y="87836"/>
                  </a:lnTo>
                  <a:lnTo>
                    <a:pt x="510341" y="89125"/>
                  </a:lnTo>
                  <a:lnTo>
                    <a:pt x="510014" y="89820"/>
                  </a:lnTo>
                  <a:lnTo>
                    <a:pt x="510859" y="90286"/>
                  </a:lnTo>
                  <a:lnTo>
                    <a:pt x="510145" y="93131"/>
                  </a:lnTo>
                  <a:lnTo>
                    <a:pt x="510960" y="94431"/>
                  </a:lnTo>
                  <a:lnTo>
                    <a:pt x="510633" y="95871"/>
                  </a:lnTo>
                  <a:lnTo>
                    <a:pt x="510889" y="96729"/>
                  </a:lnTo>
                  <a:lnTo>
                    <a:pt x="510818" y="97386"/>
                  </a:lnTo>
                  <a:lnTo>
                    <a:pt x="512304" y="99297"/>
                  </a:lnTo>
                  <a:lnTo>
                    <a:pt x="514177" y="99863"/>
                  </a:lnTo>
                  <a:lnTo>
                    <a:pt x="515136" y="99583"/>
                  </a:lnTo>
                  <a:lnTo>
                    <a:pt x="515220" y="99345"/>
                  </a:lnTo>
                  <a:lnTo>
                    <a:pt x="516036" y="99416"/>
                  </a:lnTo>
                  <a:lnTo>
                    <a:pt x="516939" y="100512"/>
                  </a:lnTo>
                  <a:lnTo>
                    <a:pt x="517559" y="100386"/>
                  </a:lnTo>
                  <a:lnTo>
                    <a:pt x="519819" y="101548"/>
                  </a:lnTo>
                  <a:lnTo>
                    <a:pt x="519464" y="102580"/>
                  </a:lnTo>
                  <a:lnTo>
                    <a:pt x="519809" y="102925"/>
                  </a:lnTo>
                  <a:lnTo>
                    <a:pt x="520648" y="103064"/>
                  </a:lnTo>
                  <a:lnTo>
                    <a:pt x="521312" y="104479"/>
                  </a:lnTo>
                  <a:lnTo>
                    <a:pt x="522699" y="105471"/>
                  </a:lnTo>
                  <a:lnTo>
                    <a:pt x="524431" y="106050"/>
                  </a:lnTo>
                  <a:lnTo>
                    <a:pt x="524644" y="106935"/>
                  </a:lnTo>
                  <a:lnTo>
                    <a:pt x="524864" y="106892"/>
                  </a:lnTo>
                  <a:lnTo>
                    <a:pt x="525488" y="108187"/>
                  </a:lnTo>
                  <a:lnTo>
                    <a:pt x="525785" y="108027"/>
                  </a:lnTo>
                  <a:lnTo>
                    <a:pt x="526263" y="108321"/>
                  </a:lnTo>
                  <a:lnTo>
                    <a:pt x="526312" y="108624"/>
                  </a:lnTo>
                  <a:lnTo>
                    <a:pt x="526444" y="108495"/>
                  </a:lnTo>
                  <a:lnTo>
                    <a:pt x="527227" y="109216"/>
                  </a:lnTo>
                  <a:lnTo>
                    <a:pt x="527353" y="109835"/>
                  </a:lnTo>
                  <a:lnTo>
                    <a:pt x="528565" y="110843"/>
                  </a:lnTo>
                  <a:lnTo>
                    <a:pt x="529158" y="111045"/>
                  </a:lnTo>
                  <a:lnTo>
                    <a:pt x="529179" y="111235"/>
                  </a:lnTo>
                  <a:lnTo>
                    <a:pt x="530701" y="111512"/>
                  </a:lnTo>
                  <a:lnTo>
                    <a:pt x="530823" y="112101"/>
                  </a:lnTo>
                  <a:lnTo>
                    <a:pt x="530322" y="113224"/>
                  </a:lnTo>
                  <a:lnTo>
                    <a:pt x="530592" y="113908"/>
                  </a:lnTo>
                  <a:lnTo>
                    <a:pt x="531158" y="114334"/>
                  </a:lnTo>
                  <a:lnTo>
                    <a:pt x="533967" y="115072"/>
                  </a:lnTo>
                  <a:lnTo>
                    <a:pt x="535588" y="117035"/>
                  </a:lnTo>
                  <a:lnTo>
                    <a:pt x="538045" y="118302"/>
                  </a:lnTo>
                  <a:lnTo>
                    <a:pt x="538883" y="119815"/>
                  </a:lnTo>
                  <a:lnTo>
                    <a:pt x="538815" y="120410"/>
                  </a:lnTo>
                  <a:lnTo>
                    <a:pt x="539931" y="121410"/>
                  </a:lnTo>
                  <a:lnTo>
                    <a:pt x="534352" y="121522"/>
                  </a:lnTo>
                  <a:lnTo>
                    <a:pt x="524818" y="121619"/>
                  </a:lnTo>
                  <a:lnTo>
                    <a:pt x="522360" y="122265"/>
                  </a:lnTo>
                  <a:lnTo>
                    <a:pt x="519961" y="124500"/>
                  </a:lnTo>
                  <a:lnTo>
                    <a:pt x="513653" y="128436"/>
                  </a:lnTo>
                  <a:lnTo>
                    <a:pt x="512644" y="129545"/>
                  </a:lnTo>
                  <a:lnTo>
                    <a:pt x="511809" y="130106"/>
                  </a:lnTo>
                  <a:lnTo>
                    <a:pt x="510468" y="130633"/>
                  </a:lnTo>
                  <a:lnTo>
                    <a:pt x="508913" y="130641"/>
                  </a:lnTo>
                  <a:lnTo>
                    <a:pt x="504664" y="131442"/>
                  </a:lnTo>
                  <a:lnTo>
                    <a:pt x="500704" y="133695"/>
                  </a:lnTo>
                  <a:lnTo>
                    <a:pt x="499809" y="133935"/>
                  </a:lnTo>
                  <a:lnTo>
                    <a:pt x="501199" y="135637"/>
                  </a:lnTo>
                  <a:lnTo>
                    <a:pt x="502132" y="137515"/>
                  </a:lnTo>
                  <a:lnTo>
                    <a:pt x="504409" y="139146"/>
                  </a:lnTo>
                  <a:lnTo>
                    <a:pt x="507301" y="142052"/>
                  </a:lnTo>
                  <a:lnTo>
                    <a:pt x="508339" y="143886"/>
                  </a:lnTo>
                  <a:lnTo>
                    <a:pt x="509298" y="146493"/>
                  </a:lnTo>
                  <a:lnTo>
                    <a:pt x="510423" y="147323"/>
                  </a:lnTo>
                  <a:lnTo>
                    <a:pt x="511030" y="149487"/>
                  </a:lnTo>
                  <a:lnTo>
                    <a:pt x="513896" y="153448"/>
                  </a:lnTo>
                  <a:lnTo>
                    <a:pt x="514856" y="155766"/>
                  </a:lnTo>
                  <a:lnTo>
                    <a:pt x="517367" y="158645"/>
                  </a:lnTo>
                  <a:lnTo>
                    <a:pt x="518840" y="159223"/>
                  </a:lnTo>
                  <a:lnTo>
                    <a:pt x="521199" y="161147"/>
                  </a:lnTo>
                  <a:lnTo>
                    <a:pt x="524317" y="165218"/>
                  </a:lnTo>
                  <a:lnTo>
                    <a:pt x="525018" y="167105"/>
                  </a:lnTo>
                  <a:lnTo>
                    <a:pt x="525452" y="169546"/>
                  </a:lnTo>
                  <a:lnTo>
                    <a:pt x="524848" y="172975"/>
                  </a:lnTo>
                  <a:lnTo>
                    <a:pt x="525147" y="173727"/>
                  </a:lnTo>
                  <a:lnTo>
                    <a:pt x="525063" y="175141"/>
                  </a:lnTo>
                  <a:lnTo>
                    <a:pt x="524239" y="175969"/>
                  </a:lnTo>
                  <a:lnTo>
                    <a:pt x="526293" y="176307"/>
                  </a:lnTo>
                  <a:lnTo>
                    <a:pt x="526952" y="177525"/>
                  </a:lnTo>
                  <a:lnTo>
                    <a:pt x="526931" y="177832"/>
                  </a:lnTo>
                  <a:lnTo>
                    <a:pt x="526367" y="177442"/>
                  </a:lnTo>
                  <a:lnTo>
                    <a:pt x="526422" y="177073"/>
                  </a:lnTo>
                  <a:lnTo>
                    <a:pt x="525478" y="177034"/>
                  </a:lnTo>
                  <a:lnTo>
                    <a:pt x="525485" y="178170"/>
                  </a:lnTo>
                  <a:lnTo>
                    <a:pt x="522376" y="177901"/>
                  </a:lnTo>
                  <a:lnTo>
                    <a:pt x="522627" y="179503"/>
                  </a:lnTo>
                  <a:lnTo>
                    <a:pt x="522550" y="183791"/>
                  </a:lnTo>
                  <a:lnTo>
                    <a:pt x="521940" y="187502"/>
                  </a:lnTo>
                  <a:lnTo>
                    <a:pt x="521492" y="187501"/>
                  </a:lnTo>
                  <a:lnTo>
                    <a:pt x="521510" y="187786"/>
                  </a:lnTo>
                  <a:lnTo>
                    <a:pt x="521899" y="187777"/>
                  </a:lnTo>
                  <a:lnTo>
                    <a:pt x="521931" y="188279"/>
                  </a:lnTo>
                  <a:lnTo>
                    <a:pt x="522361" y="188188"/>
                  </a:lnTo>
                  <a:lnTo>
                    <a:pt x="521937" y="190315"/>
                  </a:lnTo>
                  <a:lnTo>
                    <a:pt x="521538" y="190947"/>
                  </a:lnTo>
                  <a:lnTo>
                    <a:pt x="521337" y="193159"/>
                  </a:lnTo>
                  <a:lnTo>
                    <a:pt x="520851" y="194767"/>
                  </a:lnTo>
                  <a:lnTo>
                    <a:pt x="519623" y="194967"/>
                  </a:lnTo>
                  <a:lnTo>
                    <a:pt x="519045" y="194732"/>
                  </a:lnTo>
                  <a:lnTo>
                    <a:pt x="518017" y="196157"/>
                  </a:lnTo>
                  <a:lnTo>
                    <a:pt x="519217" y="196944"/>
                  </a:lnTo>
                  <a:lnTo>
                    <a:pt x="519240" y="197357"/>
                  </a:lnTo>
                  <a:lnTo>
                    <a:pt x="519867" y="197439"/>
                  </a:lnTo>
                  <a:lnTo>
                    <a:pt x="519187" y="198491"/>
                  </a:lnTo>
                  <a:lnTo>
                    <a:pt x="520478" y="197615"/>
                  </a:lnTo>
                  <a:lnTo>
                    <a:pt x="520630" y="197297"/>
                  </a:lnTo>
                  <a:lnTo>
                    <a:pt x="521162" y="197556"/>
                  </a:lnTo>
                  <a:lnTo>
                    <a:pt x="523365" y="195190"/>
                  </a:lnTo>
                  <a:lnTo>
                    <a:pt x="521780" y="197964"/>
                  </a:lnTo>
                  <a:lnTo>
                    <a:pt x="522411" y="198378"/>
                  </a:lnTo>
                  <a:lnTo>
                    <a:pt x="517546" y="207688"/>
                  </a:lnTo>
                  <a:lnTo>
                    <a:pt x="514947" y="210688"/>
                  </a:lnTo>
                  <a:lnTo>
                    <a:pt x="513171" y="211967"/>
                  </a:lnTo>
                  <a:lnTo>
                    <a:pt x="508906" y="214608"/>
                  </a:lnTo>
                  <a:lnTo>
                    <a:pt x="505556" y="217754"/>
                  </a:lnTo>
                  <a:lnTo>
                    <a:pt x="502492" y="221621"/>
                  </a:lnTo>
                  <a:lnTo>
                    <a:pt x="495173" y="232788"/>
                  </a:lnTo>
                  <a:lnTo>
                    <a:pt x="491866" y="237717"/>
                  </a:lnTo>
                  <a:lnTo>
                    <a:pt x="490873" y="239697"/>
                  </a:lnTo>
                  <a:lnTo>
                    <a:pt x="488267" y="246832"/>
                  </a:lnTo>
                  <a:lnTo>
                    <a:pt x="487462" y="249843"/>
                  </a:lnTo>
                  <a:lnTo>
                    <a:pt x="483934" y="263760"/>
                  </a:lnTo>
                  <a:lnTo>
                    <a:pt x="482034" y="268617"/>
                  </a:lnTo>
                  <a:lnTo>
                    <a:pt x="480798" y="269952"/>
                  </a:lnTo>
                  <a:lnTo>
                    <a:pt x="475290" y="274469"/>
                  </a:lnTo>
                  <a:lnTo>
                    <a:pt x="472997" y="275703"/>
                  </a:lnTo>
                  <a:lnTo>
                    <a:pt x="469235" y="276161"/>
                  </a:lnTo>
                  <a:lnTo>
                    <a:pt x="467151" y="275691"/>
                  </a:lnTo>
                  <a:lnTo>
                    <a:pt x="465914" y="274823"/>
                  </a:lnTo>
                  <a:lnTo>
                    <a:pt x="464056" y="272763"/>
                  </a:lnTo>
                  <a:lnTo>
                    <a:pt x="458905" y="264187"/>
                  </a:lnTo>
                  <a:lnTo>
                    <a:pt x="457862" y="262754"/>
                  </a:lnTo>
                  <a:lnTo>
                    <a:pt x="457346" y="262377"/>
                  </a:lnTo>
                  <a:lnTo>
                    <a:pt x="456384" y="261597"/>
                  </a:lnTo>
                  <a:lnTo>
                    <a:pt x="454484" y="260699"/>
                  </a:lnTo>
                  <a:lnTo>
                    <a:pt x="452802" y="260981"/>
                  </a:lnTo>
                  <a:lnTo>
                    <a:pt x="450636" y="262772"/>
                  </a:lnTo>
                  <a:lnTo>
                    <a:pt x="449719" y="264029"/>
                  </a:lnTo>
                  <a:lnTo>
                    <a:pt x="447794" y="268714"/>
                  </a:lnTo>
                  <a:lnTo>
                    <a:pt x="448571" y="268952"/>
                  </a:lnTo>
                  <a:lnTo>
                    <a:pt x="448426" y="269283"/>
                  </a:lnTo>
                  <a:lnTo>
                    <a:pt x="448757" y="269478"/>
                  </a:lnTo>
                  <a:lnTo>
                    <a:pt x="449210" y="270403"/>
                  </a:lnTo>
                  <a:lnTo>
                    <a:pt x="448498" y="271542"/>
                  </a:lnTo>
                  <a:lnTo>
                    <a:pt x="448544" y="272001"/>
                  </a:lnTo>
                  <a:lnTo>
                    <a:pt x="450389" y="272451"/>
                  </a:lnTo>
                  <a:lnTo>
                    <a:pt x="450860" y="273047"/>
                  </a:lnTo>
                  <a:lnTo>
                    <a:pt x="451109" y="273840"/>
                  </a:lnTo>
                  <a:lnTo>
                    <a:pt x="450512" y="274980"/>
                  </a:lnTo>
                  <a:lnTo>
                    <a:pt x="450028" y="276937"/>
                  </a:lnTo>
                  <a:lnTo>
                    <a:pt x="449898" y="277782"/>
                  </a:lnTo>
                  <a:lnTo>
                    <a:pt x="450214" y="279111"/>
                  </a:lnTo>
                  <a:lnTo>
                    <a:pt x="449266" y="280890"/>
                  </a:lnTo>
                  <a:lnTo>
                    <a:pt x="449051" y="281761"/>
                  </a:lnTo>
                  <a:lnTo>
                    <a:pt x="449239" y="285657"/>
                  </a:lnTo>
                  <a:lnTo>
                    <a:pt x="448884" y="287321"/>
                  </a:lnTo>
                  <a:lnTo>
                    <a:pt x="448930" y="288780"/>
                  </a:lnTo>
                  <a:lnTo>
                    <a:pt x="449198" y="289426"/>
                  </a:lnTo>
                  <a:lnTo>
                    <a:pt x="449566" y="289789"/>
                  </a:lnTo>
                  <a:lnTo>
                    <a:pt x="451111" y="290178"/>
                  </a:lnTo>
                  <a:lnTo>
                    <a:pt x="451353" y="290426"/>
                  </a:lnTo>
                  <a:lnTo>
                    <a:pt x="452135" y="290372"/>
                  </a:lnTo>
                  <a:lnTo>
                    <a:pt x="452597" y="290676"/>
                  </a:lnTo>
                  <a:lnTo>
                    <a:pt x="453297" y="291534"/>
                  </a:lnTo>
                  <a:lnTo>
                    <a:pt x="453520" y="292371"/>
                  </a:lnTo>
                  <a:lnTo>
                    <a:pt x="454566" y="293646"/>
                  </a:lnTo>
                  <a:lnTo>
                    <a:pt x="455566" y="294374"/>
                  </a:lnTo>
                  <a:lnTo>
                    <a:pt x="455728" y="295259"/>
                  </a:lnTo>
                  <a:lnTo>
                    <a:pt x="456141" y="295631"/>
                  </a:lnTo>
                  <a:lnTo>
                    <a:pt x="457143" y="295942"/>
                  </a:lnTo>
                  <a:lnTo>
                    <a:pt x="457263" y="296196"/>
                  </a:lnTo>
                  <a:lnTo>
                    <a:pt x="456685" y="297470"/>
                  </a:lnTo>
                  <a:lnTo>
                    <a:pt x="458179" y="297567"/>
                  </a:lnTo>
                  <a:lnTo>
                    <a:pt x="460107" y="299099"/>
                  </a:lnTo>
                  <a:lnTo>
                    <a:pt x="461437" y="300792"/>
                  </a:lnTo>
                  <a:lnTo>
                    <a:pt x="462410" y="300969"/>
                  </a:lnTo>
                  <a:lnTo>
                    <a:pt x="462574" y="301230"/>
                  </a:lnTo>
                  <a:lnTo>
                    <a:pt x="462371" y="302297"/>
                  </a:lnTo>
                  <a:lnTo>
                    <a:pt x="462627" y="303192"/>
                  </a:lnTo>
                  <a:lnTo>
                    <a:pt x="462380" y="304503"/>
                  </a:lnTo>
                  <a:lnTo>
                    <a:pt x="461511" y="306355"/>
                  </a:lnTo>
                  <a:lnTo>
                    <a:pt x="459907" y="307346"/>
                  </a:lnTo>
                  <a:lnTo>
                    <a:pt x="458542" y="307739"/>
                  </a:lnTo>
                  <a:lnTo>
                    <a:pt x="457871" y="308450"/>
                  </a:lnTo>
                  <a:lnTo>
                    <a:pt x="456519" y="309150"/>
                  </a:lnTo>
                  <a:lnTo>
                    <a:pt x="455925" y="309232"/>
                  </a:lnTo>
                  <a:lnTo>
                    <a:pt x="455230" y="310558"/>
                  </a:lnTo>
                  <a:lnTo>
                    <a:pt x="453894" y="311546"/>
                  </a:lnTo>
                  <a:lnTo>
                    <a:pt x="452179" y="312202"/>
                  </a:lnTo>
                  <a:lnTo>
                    <a:pt x="451929" y="312436"/>
                  </a:lnTo>
                  <a:lnTo>
                    <a:pt x="451890" y="313448"/>
                  </a:lnTo>
                  <a:lnTo>
                    <a:pt x="450611" y="313910"/>
                  </a:lnTo>
                  <a:lnTo>
                    <a:pt x="450185" y="314716"/>
                  </a:lnTo>
                  <a:lnTo>
                    <a:pt x="449299" y="314808"/>
                  </a:lnTo>
                  <a:lnTo>
                    <a:pt x="449217" y="315895"/>
                  </a:lnTo>
                  <a:lnTo>
                    <a:pt x="448565" y="316459"/>
                  </a:lnTo>
                  <a:lnTo>
                    <a:pt x="448435" y="317299"/>
                  </a:lnTo>
                  <a:lnTo>
                    <a:pt x="447549" y="317559"/>
                  </a:lnTo>
                  <a:lnTo>
                    <a:pt x="446809" y="318101"/>
                  </a:lnTo>
                  <a:lnTo>
                    <a:pt x="447515" y="319298"/>
                  </a:lnTo>
                  <a:lnTo>
                    <a:pt x="447476" y="320417"/>
                  </a:lnTo>
                  <a:lnTo>
                    <a:pt x="446516" y="322316"/>
                  </a:lnTo>
                  <a:lnTo>
                    <a:pt x="446437" y="322946"/>
                  </a:lnTo>
                  <a:lnTo>
                    <a:pt x="446784" y="323322"/>
                  </a:lnTo>
                  <a:lnTo>
                    <a:pt x="446792" y="323742"/>
                  </a:lnTo>
                  <a:lnTo>
                    <a:pt x="446104" y="325372"/>
                  </a:lnTo>
                  <a:lnTo>
                    <a:pt x="445957" y="327260"/>
                  </a:lnTo>
                  <a:lnTo>
                    <a:pt x="446911" y="327494"/>
                  </a:lnTo>
                  <a:lnTo>
                    <a:pt x="447705" y="330085"/>
                  </a:lnTo>
                  <a:lnTo>
                    <a:pt x="447692" y="331028"/>
                  </a:lnTo>
                  <a:lnTo>
                    <a:pt x="447008" y="331941"/>
                  </a:lnTo>
                  <a:lnTo>
                    <a:pt x="446104" y="334002"/>
                  </a:lnTo>
                  <a:lnTo>
                    <a:pt x="445875" y="334153"/>
                  </a:lnTo>
                  <a:lnTo>
                    <a:pt x="445002" y="333892"/>
                  </a:lnTo>
                  <a:lnTo>
                    <a:pt x="444145" y="334464"/>
                  </a:lnTo>
                  <a:lnTo>
                    <a:pt x="443246" y="334654"/>
                  </a:lnTo>
                  <a:lnTo>
                    <a:pt x="443012" y="334962"/>
                  </a:lnTo>
                  <a:lnTo>
                    <a:pt x="443952" y="336841"/>
                  </a:lnTo>
                  <a:lnTo>
                    <a:pt x="443489" y="337484"/>
                  </a:lnTo>
                  <a:lnTo>
                    <a:pt x="442646" y="338024"/>
                  </a:lnTo>
                  <a:lnTo>
                    <a:pt x="442661" y="340451"/>
                  </a:lnTo>
                  <a:lnTo>
                    <a:pt x="441550" y="341295"/>
                  </a:lnTo>
                  <a:lnTo>
                    <a:pt x="441939" y="341767"/>
                  </a:lnTo>
                  <a:lnTo>
                    <a:pt x="442786" y="341869"/>
                  </a:lnTo>
                  <a:lnTo>
                    <a:pt x="443078" y="342362"/>
                  </a:lnTo>
                  <a:lnTo>
                    <a:pt x="444349" y="343240"/>
                  </a:lnTo>
                  <a:lnTo>
                    <a:pt x="444836" y="343257"/>
                  </a:lnTo>
                  <a:lnTo>
                    <a:pt x="445487" y="343765"/>
                  </a:lnTo>
                  <a:lnTo>
                    <a:pt x="445780" y="343679"/>
                  </a:lnTo>
                  <a:lnTo>
                    <a:pt x="446625" y="344311"/>
                  </a:lnTo>
                  <a:lnTo>
                    <a:pt x="452064" y="346266"/>
                  </a:lnTo>
                  <a:lnTo>
                    <a:pt x="464641" y="347337"/>
                  </a:lnTo>
                  <a:lnTo>
                    <a:pt x="467501" y="348642"/>
                  </a:lnTo>
                  <a:lnTo>
                    <a:pt x="469739" y="348061"/>
                  </a:lnTo>
                  <a:lnTo>
                    <a:pt x="471783" y="346330"/>
                  </a:lnTo>
                  <a:lnTo>
                    <a:pt x="473261" y="345497"/>
                  </a:lnTo>
                  <a:lnTo>
                    <a:pt x="474738" y="344035"/>
                  </a:lnTo>
                  <a:lnTo>
                    <a:pt x="475045" y="346823"/>
                  </a:lnTo>
                  <a:lnTo>
                    <a:pt x="473976" y="350031"/>
                  </a:lnTo>
                  <a:lnTo>
                    <a:pt x="476704" y="351806"/>
                  </a:lnTo>
                  <a:lnTo>
                    <a:pt x="476909" y="353300"/>
                  </a:lnTo>
                  <a:lnTo>
                    <a:pt x="476715" y="354299"/>
                  </a:lnTo>
                  <a:lnTo>
                    <a:pt x="477023" y="354786"/>
                  </a:lnTo>
                  <a:lnTo>
                    <a:pt x="478420" y="355615"/>
                  </a:lnTo>
                  <a:lnTo>
                    <a:pt x="482458" y="360825"/>
                  </a:lnTo>
                  <a:lnTo>
                    <a:pt x="480487" y="364125"/>
                  </a:lnTo>
                  <a:lnTo>
                    <a:pt x="481238" y="366235"/>
                  </a:lnTo>
                  <a:lnTo>
                    <a:pt x="479257" y="368364"/>
                  </a:lnTo>
                  <a:lnTo>
                    <a:pt x="467133" y="373527"/>
                  </a:lnTo>
                  <a:lnTo>
                    <a:pt x="462453" y="376527"/>
                  </a:lnTo>
                  <a:lnTo>
                    <a:pt x="460484" y="378780"/>
                  </a:lnTo>
                  <a:lnTo>
                    <a:pt x="459523" y="379205"/>
                  </a:lnTo>
                  <a:lnTo>
                    <a:pt x="462304" y="386810"/>
                  </a:lnTo>
                  <a:lnTo>
                    <a:pt x="460281" y="399845"/>
                  </a:lnTo>
                  <a:lnTo>
                    <a:pt x="461603" y="404701"/>
                  </a:lnTo>
                  <a:lnTo>
                    <a:pt x="461448" y="405632"/>
                  </a:lnTo>
                  <a:lnTo>
                    <a:pt x="460080" y="407568"/>
                  </a:lnTo>
                  <a:lnTo>
                    <a:pt x="459641" y="410145"/>
                  </a:lnTo>
                  <a:lnTo>
                    <a:pt x="459788" y="412926"/>
                  </a:lnTo>
                  <a:lnTo>
                    <a:pt x="459481" y="413338"/>
                  </a:lnTo>
                  <a:lnTo>
                    <a:pt x="457482" y="414203"/>
                  </a:lnTo>
                  <a:lnTo>
                    <a:pt x="456111" y="415744"/>
                  </a:lnTo>
                  <a:lnTo>
                    <a:pt x="455610" y="417049"/>
                  </a:lnTo>
                  <a:lnTo>
                    <a:pt x="456150" y="419325"/>
                  </a:lnTo>
                  <a:lnTo>
                    <a:pt x="456078" y="420187"/>
                  </a:lnTo>
                  <a:lnTo>
                    <a:pt x="457145" y="424189"/>
                  </a:lnTo>
                  <a:lnTo>
                    <a:pt x="457050" y="426962"/>
                  </a:lnTo>
                  <a:lnTo>
                    <a:pt x="456001" y="428239"/>
                  </a:lnTo>
                  <a:lnTo>
                    <a:pt x="458277" y="435536"/>
                  </a:lnTo>
                  <a:lnTo>
                    <a:pt x="457951" y="435885"/>
                  </a:lnTo>
                  <a:lnTo>
                    <a:pt x="456141" y="435364"/>
                  </a:lnTo>
                  <a:lnTo>
                    <a:pt x="447637" y="439537"/>
                  </a:lnTo>
                  <a:lnTo>
                    <a:pt x="445727" y="439908"/>
                  </a:lnTo>
                  <a:lnTo>
                    <a:pt x="438980" y="444215"/>
                  </a:lnTo>
                  <a:lnTo>
                    <a:pt x="438789" y="444917"/>
                  </a:lnTo>
                  <a:lnTo>
                    <a:pt x="435973" y="449048"/>
                  </a:lnTo>
                  <a:lnTo>
                    <a:pt x="433772" y="450403"/>
                  </a:lnTo>
                  <a:lnTo>
                    <a:pt x="432739" y="451464"/>
                  </a:lnTo>
                  <a:lnTo>
                    <a:pt x="432126" y="451646"/>
                  </a:lnTo>
                  <a:lnTo>
                    <a:pt x="431763" y="451385"/>
                  </a:lnTo>
                  <a:lnTo>
                    <a:pt x="431182" y="451385"/>
                  </a:lnTo>
                  <a:lnTo>
                    <a:pt x="430531" y="451745"/>
                  </a:lnTo>
                  <a:lnTo>
                    <a:pt x="429851" y="451602"/>
                  </a:lnTo>
                  <a:lnTo>
                    <a:pt x="427222" y="461492"/>
                  </a:lnTo>
                  <a:lnTo>
                    <a:pt x="426215" y="461755"/>
                  </a:lnTo>
                  <a:lnTo>
                    <a:pt x="425988" y="460681"/>
                  </a:lnTo>
                  <a:lnTo>
                    <a:pt x="425033" y="460028"/>
                  </a:lnTo>
                  <a:lnTo>
                    <a:pt x="424310" y="460022"/>
                  </a:lnTo>
                  <a:lnTo>
                    <a:pt x="423306" y="458254"/>
                  </a:lnTo>
                  <a:lnTo>
                    <a:pt x="420754" y="455323"/>
                  </a:lnTo>
                  <a:lnTo>
                    <a:pt x="418877" y="455926"/>
                  </a:lnTo>
                  <a:lnTo>
                    <a:pt x="418297" y="456489"/>
                  </a:lnTo>
                  <a:lnTo>
                    <a:pt x="417724" y="456291"/>
                  </a:lnTo>
                  <a:lnTo>
                    <a:pt x="417339" y="456449"/>
                  </a:lnTo>
                  <a:lnTo>
                    <a:pt x="416590" y="457197"/>
                  </a:lnTo>
                  <a:lnTo>
                    <a:pt x="416120" y="457173"/>
                  </a:lnTo>
                  <a:lnTo>
                    <a:pt x="415713" y="457616"/>
                  </a:lnTo>
                  <a:lnTo>
                    <a:pt x="415018" y="457541"/>
                  </a:lnTo>
                  <a:lnTo>
                    <a:pt x="414936" y="457764"/>
                  </a:lnTo>
                  <a:lnTo>
                    <a:pt x="414120" y="458086"/>
                  </a:lnTo>
                  <a:lnTo>
                    <a:pt x="413242" y="457843"/>
                  </a:lnTo>
                  <a:lnTo>
                    <a:pt x="412059" y="457904"/>
                  </a:lnTo>
                  <a:lnTo>
                    <a:pt x="410885" y="457487"/>
                  </a:lnTo>
                  <a:lnTo>
                    <a:pt x="410240" y="457742"/>
                  </a:lnTo>
                  <a:lnTo>
                    <a:pt x="408788" y="457813"/>
                  </a:lnTo>
                  <a:lnTo>
                    <a:pt x="407913" y="457572"/>
                  </a:lnTo>
                  <a:lnTo>
                    <a:pt x="407821" y="457836"/>
                  </a:lnTo>
                  <a:lnTo>
                    <a:pt x="407179" y="457998"/>
                  </a:lnTo>
                  <a:lnTo>
                    <a:pt x="406437" y="457805"/>
                  </a:lnTo>
                  <a:lnTo>
                    <a:pt x="405249" y="457976"/>
                  </a:lnTo>
                  <a:lnTo>
                    <a:pt x="404438" y="457578"/>
                  </a:lnTo>
                  <a:lnTo>
                    <a:pt x="403613" y="457549"/>
                  </a:lnTo>
                  <a:lnTo>
                    <a:pt x="401835" y="458109"/>
                  </a:lnTo>
                  <a:lnTo>
                    <a:pt x="401130" y="457833"/>
                  </a:lnTo>
                  <a:lnTo>
                    <a:pt x="401157" y="456944"/>
                  </a:lnTo>
                  <a:lnTo>
                    <a:pt x="399912" y="456501"/>
                  </a:lnTo>
                  <a:lnTo>
                    <a:pt x="398790" y="456707"/>
                  </a:lnTo>
                  <a:lnTo>
                    <a:pt x="398573" y="457702"/>
                  </a:lnTo>
                  <a:lnTo>
                    <a:pt x="398015" y="458307"/>
                  </a:lnTo>
                  <a:lnTo>
                    <a:pt x="397123" y="458269"/>
                  </a:lnTo>
                  <a:lnTo>
                    <a:pt x="396956" y="458491"/>
                  </a:lnTo>
                  <a:lnTo>
                    <a:pt x="395497" y="458783"/>
                  </a:lnTo>
                  <a:lnTo>
                    <a:pt x="395311" y="459017"/>
                  </a:lnTo>
                  <a:lnTo>
                    <a:pt x="393973" y="459038"/>
                  </a:lnTo>
                  <a:lnTo>
                    <a:pt x="393898" y="459272"/>
                  </a:lnTo>
                  <a:lnTo>
                    <a:pt x="392950" y="459672"/>
                  </a:lnTo>
                  <a:lnTo>
                    <a:pt x="391560" y="459198"/>
                  </a:lnTo>
                  <a:lnTo>
                    <a:pt x="390013" y="459199"/>
                  </a:lnTo>
                  <a:lnTo>
                    <a:pt x="389126" y="459674"/>
                  </a:lnTo>
                  <a:lnTo>
                    <a:pt x="388502" y="459680"/>
                  </a:lnTo>
                  <a:lnTo>
                    <a:pt x="388361" y="459947"/>
                  </a:lnTo>
                  <a:lnTo>
                    <a:pt x="387564" y="460091"/>
                  </a:lnTo>
                  <a:lnTo>
                    <a:pt x="386605" y="459881"/>
                  </a:lnTo>
                  <a:lnTo>
                    <a:pt x="386318" y="460405"/>
                  </a:lnTo>
                  <a:lnTo>
                    <a:pt x="384361" y="460739"/>
                  </a:lnTo>
                  <a:lnTo>
                    <a:pt x="383514" y="461779"/>
                  </a:lnTo>
                  <a:lnTo>
                    <a:pt x="382916" y="461586"/>
                  </a:lnTo>
                  <a:lnTo>
                    <a:pt x="382338" y="461753"/>
                  </a:lnTo>
                  <a:lnTo>
                    <a:pt x="381997" y="462171"/>
                  </a:lnTo>
                  <a:lnTo>
                    <a:pt x="381616" y="462171"/>
                  </a:lnTo>
                  <a:lnTo>
                    <a:pt x="378411" y="463790"/>
                  </a:lnTo>
                  <a:lnTo>
                    <a:pt x="376808" y="463959"/>
                  </a:lnTo>
                  <a:lnTo>
                    <a:pt x="376039" y="464918"/>
                  </a:lnTo>
                  <a:lnTo>
                    <a:pt x="374420" y="465691"/>
                  </a:lnTo>
                  <a:lnTo>
                    <a:pt x="374348" y="465973"/>
                  </a:lnTo>
                  <a:lnTo>
                    <a:pt x="373793" y="466020"/>
                  </a:lnTo>
                  <a:lnTo>
                    <a:pt x="373127" y="467053"/>
                  </a:lnTo>
                  <a:lnTo>
                    <a:pt x="370777" y="467130"/>
                  </a:lnTo>
                  <a:lnTo>
                    <a:pt x="369547" y="467725"/>
                  </a:lnTo>
                  <a:lnTo>
                    <a:pt x="368803" y="468611"/>
                  </a:lnTo>
                  <a:lnTo>
                    <a:pt x="367902" y="468760"/>
                  </a:lnTo>
                  <a:lnTo>
                    <a:pt x="367112" y="468195"/>
                  </a:lnTo>
                  <a:lnTo>
                    <a:pt x="366639" y="468446"/>
                  </a:lnTo>
                  <a:lnTo>
                    <a:pt x="365352" y="468434"/>
                  </a:lnTo>
                  <a:lnTo>
                    <a:pt x="364948" y="468700"/>
                  </a:lnTo>
                  <a:lnTo>
                    <a:pt x="363468" y="468080"/>
                  </a:lnTo>
                  <a:lnTo>
                    <a:pt x="362659" y="467989"/>
                  </a:lnTo>
                  <a:lnTo>
                    <a:pt x="362388" y="467675"/>
                  </a:lnTo>
                  <a:lnTo>
                    <a:pt x="360749" y="468058"/>
                  </a:lnTo>
                  <a:lnTo>
                    <a:pt x="359567" y="467896"/>
                  </a:lnTo>
                  <a:lnTo>
                    <a:pt x="358939" y="468218"/>
                  </a:lnTo>
                  <a:lnTo>
                    <a:pt x="356616" y="467654"/>
                  </a:lnTo>
                  <a:lnTo>
                    <a:pt x="353700" y="467684"/>
                  </a:lnTo>
                  <a:lnTo>
                    <a:pt x="352930" y="469446"/>
                  </a:lnTo>
                  <a:lnTo>
                    <a:pt x="351277" y="469809"/>
                  </a:lnTo>
                  <a:lnTo>
                    <a:pt x="350756" y="469476"/>
                  </a:lnTo>
                  <a:lnTo>
                    <a:pt x="349836" y="470287"/>
                  </a:lnTo>
                  <a:lnTo>
                    <a:pt x="349132" y="470313"/>
                  </a:lnTo>
                  <a:lnTo>
                    <a:pt x="348048" y="469718"/>
                  </a:lnTo>
                  <a:lnTo>
                    <a:pt x="346615" y="469984"/>
                  </a:lnTo>
                  <a:lnTo>
                    <a:pt x="346290" y="470272"/>
                  </a:lnTo>
                  <a:lnTo>
                    <a:pt x="344097" y="469641"/>
                  </a:lnTo>
                  <a:lnTo>
                    <a:pt x="341881" y="469971"/>
                  </a:lnTo>
                  <a:lnTo>
                    <a:pt x="340645" y="469600"/>
                  </a:lnTo>
                  <a:lnTo>
                    <a:pt x="340611" y="469930"/>
                  </a:lnTo>
                  <a:lnTo>
                    <a:pt x="339835" y="469824"/>
                  </a:lnTo>
                  <a:lnTo>
                    <a:pt x="339308" y="470134"/>
                  </a:lnTo>
                  <a:lnTo>
                    <a:pt x="339181" y="471030"/>
                  </a:lnTo>
                  <a:lnTo>
                    <a:pt x="338529" y="470773"/>
                  </a:lnTo>
                  <a:lnTo>
                    <a:pt x="337616" y="470995"/>
                  </a:lnTo>
                  <a:lnTo>
                    <a:pt x="337164" y="471412"/>
                  </a:lnTo>
                  <a:lnTo>
                    <a:pt x="335794" y="471950"/>
                  </a:lnTo>
                  <a:lnTo>
                    <a:pt x="334013" y="471279"/>
                  </a:lnTo>
                  <a:lnTo>
                    <a:pt x="333410" y="472177"/>
                  </a:lnTo>
                  <a:lnTo>
                    <a:pt x="332326" y="472088"/>
                  </a:lnTo>
                  <a:lnTo>
                    <a:pt x="330809" y="472657"/>
                  </a:lnTo>
                  <a:lnTo>
                    <a:pt x="329504" y="472430"/>
                  </a:lnTo>
                  <a:lnTo>
                    <a:pt x="328720" y="472636"/>
                  </a:lnTo>
                  <a:lnTo>
                    <a:pt x="327814" y="472535"/>
                  </a:lnTo>
                  <a:lnTo>
                    <a:pt x="327079" y="471966"/>
                  </a:lnTo>
                  <a:lnTo>
                    <a:pt x="326312" y="472287"/>
                  </a:lnTo>
                  <a:lnTo>
                    <a:pt x="326160" y="473280"/>
                  </a:lnTo>
                  <a:lnTo>
                    <a:pt x="325293" y="473721"/>
                  </a:lnTo>
                  <a:lnTo>
                    <a:pt x="325030" y="474122"/>
                  </a:lnTo>
                  <a:lnTo>
                    <a:pt x="324584" y="474217"/>
                  </a:lnTo>
                  <a:lnTo>
                    <a:pt x="323764" y="475028"/>
                  </a:lnTo>
                  <a:lnTo>
                    <a:pt x="323751" y="475401"/>
                  </a:lnTo>
                  <a:lnTo>
                    <a:pt x="322316" y="475869"/>
                  </a:lnTo>
                  <a:lnTo>
                    <a:pt x="320351" y="475786"/>
                  </a:lnTo>
                  <a:lnTo>
                    <a:pt x="319741" y="476205"/>
                  </a:lnTo>
                  <a:lnTo>
                    <a:pt x="319639" y="476963"/>
                  </a:lnTo>
                  <a:lnTo>
                    <a:pt x="318998" y="477226"/>
                  </a:lnTo>
                  <a:lnTo>
                    <a:pt x="318541" y="477881"/>
                  </a:lnTo>
                  <a:lnTo>
                    <a:pt x="316962" y="478552"/>
                  </a:lnTo>
                  <a:lnTo>
                    <a:pt x="316509" y="479449"/>
                  </a:lnTo>
                  <a:lnTo>
                    <a:pt x="315729" y="479945"/>
                  </a:lnTo>
                  <a:lnTo>
                    <a:pt x="314690" y="480054"/>
                  </a:lnTo>
                  <a:lnTo>
                    <a:pt x="314082" y="480821"/>
                  </a:lnTo>
                  <a:lnTo>
                    <a:pt x="312554" y="480786"/>
                  </a:lnTo>
                  <a:lnTo>
                    <a:pt x="310015" y="481779"/>
                  </a:lnTo>
                  <a:lnTo>
                    <a:pt x="309428" y="481706"/>
                  </a:lnTo>
                  <a:lnTo>
                    <a:pt x="308829" y="482068"/>
                  </a:lnTo>
                  <a:lnTo>
                    <a:pt x="307547" y="482309"/>
                  </a:lnTo>
                  <a:lnTo>
                    <a:pt x="306873" y="482089"/>
                  </a:lnTo>
                  <a:lnTo>
                    <a:pt x="305980" y="482258"/>
                  </a:lnTo>
                  <a:lnTo>
                    <a:pt x="304342" y="481758"/>
                  </a:lnTo>
                  <a:lnTo>
                    <a:pt x="303114" y="481893"/>
                  </a:lnTo>
                  <a:lnTo>
                    <a:pt x="302898" y="482149"/>
                  </a:lnTo>
                  <a:lnTo>
                    <a:pt x="302587" y="481879"/>
                  </a:lnTo>
                  <a:lnTo>
                    <a:pt x="302243" y="481960"/>
                  </a:lnTo>
                  <a:lnTo>
                    <a:pt x="301421" y="481548"/>
                  </a:lnTo>
                  <a:lnTo>
                    <a:pt x="300775" y="481494"/>
                  </a:lnTo>
                  <a:lnTo>
                    <a:pt x="299908" y="481538"/>
                  </a:lnTo>
                  <a:lnTo>
                    <a:pt x="299606" y="482280"/>
                  </a:lnTo>
                  <a:lnTo>
                    <a:pt x="299019" y="482423"/>
                  </a:lnTo>
                  <a:lnTo>
                    <a:pt x="298682" y="482107"/>
                  </a:lnTo>
                  <a:lnTo>
                    <a:pt x="297783" y="482001"/>
                  </a:lnTo>
                  <a:lnTo>
                    <a:pt x="297092" y="481600"/>
                  </a:lnTo>
                  <a:lnTo>
                    <a:pt x="296063" y="482249"/>
                  </a:lnTo>
                  <a:lnTo>
                    <a:pt x="293136" y="482517"/>
                  </a:lnTo>
                  <a:lnTo>
                    <a:pt x="290956" y="483483"/>
                  </a:lnTo>
                  <a:lnTo>
                    <a:pt x="289320" y="483064"/>
                  </a:lnTo>
                  <a:lnTo>
                    <a:pt x="287769" y="483160"/>
                  </a:lnTo>
                  <a:lnTo>
                    <a:pt x="286220" y="481263"/>
                  </a:lnTo>
                  <a:lnTo>
                    <a:pt x="284744" y="478836"/>
                  </a:lnTo>
                  <a:lnTo>
                    <a:pt x="283562" y="477590"/>
                  </a:lnTo>
                  <a:lnTo>
                    <a:pt x="283405" y="476973"/>
                  </a:lnTo>
                  <a:lnTo>
                    <a:pt x="282086" y="475655"/>
                  </a:lnTo>
                  <a:lnTo>
                    <a:pt x="281598" y="474450"/>
                  </a:lnTo>
                  <a:lnTo>
                    <a:pt x="281783" y="472434"/>
                  </a:lnTo>
                  <a:lnTo>
                    <a:pt x="280767" y="471703"/>
                  </a:lnTo>
                  <a:lnTo>
                    <a:pt x="280470" y="471093"/>
                  </a:lnTo>
                  <a:lnTo>
                    <a:pt x="278617" y="470871"/>
                  </a:lnTo>
                  <a:lnTo>
                    <a:pt x="277419" y="469828"/>
                  </a:lnTo>
                  <a:lnTo>
                    <a:pt x="276168" y="469990"/>
                  </a:lnTo>
                  <a:lnTo>
                    <a:pt x="274880" y="469671"/>
                  </a:lnTo>
                  <a:lnTo>
                    <a:pt x="274356" y="469842"/>
                  </a:lnTo>
                  <a:lnTo>
                    <a:pt x="273652" y="469497"/>
                  </a:lnTo>
                  <a:lnTo>
                    <a:pt x="272349" y="469408"/>
                  </a:lnTo>
                  <a:lnTo>
                    <a:pt x="271018" y="468386"/>
                  </a:lnTo>
                  <a:lnTo>
                    <a:pt x="269767" y="467863"/>
                  </a:lnTo>
                  <a:lnTo>
                    <a:pt x="268470" y="466925"/>
                  </a:lnTo>
                  <a:lnTo>
                    <a:pt x="267201" y="466632"/>
                  </a:lnTo>
                  <a:lnTo>
                    <a:pt x="264888" y="465449"/>
                  </a:lnTo>
                  <a:lnTo>
                    <a:pt x="264386" y="464661"/>
                  </a:lnTo>
                  <a:lnTo>
                    <a:pt x="263081" y="464816"/>
                  </a:lnTo>
                  <a:lnTo>
                    <a:pt x="262116" y="464238"/>
                  </a:lnTo>
                  <a:lnTo>
                    <a:pt x="261848" y="463834"/>
                  </a:lnTo>
                  <a:lnTo>
                    <a:pt x="260124" y="463061"/>
                  </a:lnTo>
                  <a:lnTo>
                    <a:pt x="258844" y="463263"/>
                  </a:lnTo>
                  <a:lnTo>
                    <a:pt x="258494" y="464126"/>
                  </a:lnTo>
                  <a:lnTo>
                    <a:pt x="258112" y="464345"/>
                  </a:lnTo>
                  <a:lnTo>
                    <a:pt x="257515" y="464382"/>
                  </a:lnTo>
                  <a:lnTo>
                    <a:pt x="256997" y="463962"/>
                  </a:lnTo>
                  <a:lnTo>
                    <a:pt x="256296" y="463841"/>
                  </a:lnTo>
                  <a:lnTo>
                    <a:pt x="255653" y="464080"/>
                  </a:lnTo>
                  <a:lnTo>
                    <a:pt x="254988" y="463960"/>
                  </a:lnTo>
                  <a:lnTo>
                    <a:pt x="253856" y="464294"/>
                  </a:lnTo>
                  <a:lnTo>
                    <a:pt x="253057" y="464796"/>
                  </a:lnTo>
                  <a:lnTo>
                    <a:pt x="252132" y="464943"/>
                  </a:lnTo>
                  <a:lnTo>
                    <a:pt x="251018" y="464712"/>
                  </a:lnTo>
                  <a:lnTo>
                    <a:pt x="249697" y="465536"/>
                  </a:lnTo>
                  <a:lnTo>
                    <a:pt x="247669" y="466050"/>
                  </a:lnTo>
                  <a:lnTo>
                    <a:pt x="246527" y="467087"/>
                  </a:lnTo>
                  <a:lnTo>
                    <a:pt x="244857" y="467398"/>
                  </a:lnTo>
                  <a:lnTo>
                    <a:pt x="244242" y="468084"/>
                  </a:lnTo>
                  <a:lnTo>
                    <a:pt x="243586" y="469698"/>
                  </a:lnTo>
                  <a:lnTo>
                    <a:pt x="242178" y="470172"/>
                  </a:lnTo>
                  <a:lnTo>
                    <a:pt x="241180" y="469972"/>
                  </a:lnTo>
                  <a:lnTo>
                    <a:pt x="240156" y="471421"/>
                  </a:lnTo>
                  <a:lnTo>
                    <a:pt x="239698" y="471611"/>
                  </a:lnTo>
                  <a:lnTo>
                    <a:pt x="238971" y="471564"/>
                  </a:lnTo>
                  <a:lnTo>
                    <a:pt x="237544" y="470250"/>
                  </a:lnTo>
                  <a:lnTo>
                    <a:pt x="236618" y="470062"/>
                  </a:lnTo>
                  <a:lnTo>
                    <a:pt x="235606" y="470304"/>
                  </a:lnTo>
                  <a:lnTo>
                    <a:pt x="232377" y="470117"/>
                  </a:lnTo>
                  <a:lnTo>
                    <a:pt x="230847" y="470528"/>
                  </a:lnTo>
                  <a:lnTo>
                    <a:pt x="230411" y="470842"/>
                  </a:lnTo>
                  <a:lnTo>
                    <a:pt x="229716" y="472445"/>
                  </a:lnTo>
                  <a:lnTo>
                    <a:pt x="228862" y="473403"/>
                  </a:lnTo>
                  <a:lnTo>
                    <a:pt x="225971" y="475339"/>
                  </a:lnTo>
                  <a:lnTo>
                    <a:pt x="224760" y="475509"/>
                  </a:lnTo>
                  <a:lnTo>
                    <a:pt x="224204" y="476164"/>
                  </a:lnTo>
                  <a:lnTo>
                    <a:pt x="224373" y="476256"/>
                  </a:lnTo>
                  <a:lnTo>
                    <a:pt x="224142" y="476617"/>
                  </a:lnTo>
                  <a:lnTo>
                    <a:pt x="223562" y="476805"/>
                  </a:lnTo>
                  <a:lnTo>
                    <a:pt x="222197" y="477857"/>
                  </a:lnTo>
                  <a:lnTo>
                    <a:pt x="221767" y="477582"/>
                  </a:lnTo>
                  <a:lnTo>
                    <a:pt x="221280" y="477609"/>
                  </a:lnTo>
                  <a:lnTo>
                    <a:pt x="219243" y="478539"/>
                  </a:lnTo>
                  <a:lnTo>
                    <a:pt x="219146" y="478811"/>
                  </a:lnTo>
                  <a:lnTo>
                    <a:pt x="218420" y="479068"/>
                  </a:lnTo>
                  <a:lnTo>
                    <a:pt x="217626" y="478952"/>
                  </a:lnTo>
                  <a:lnTo>
                    <a:pt x="216413" y="479660"/>
                  </a:lnTo>
                  <a:lnTo>
                    <a:pt x="214103" y="479431"/>
                  </a:lnTo>
                  <a:lnTo>
                    <a:pt x="212619" y="479893"/>
                  </a:lnTo>
                  <a:lnTo>
                    <a:pt x="212301" y="480354"/>
                  </a:lnTo>
                  <a:lnTo>
                    <a:pt x="211401" y="480216"/>
                  </a:lnTo>
                  <a:lnTo>
                    <a:pt x="209823" y="481572"/>
                  </a:lnTo>
                  <a:lnTo>
                    <a:pt x="208689" y="480409"/>
                  </a:lnTo>
                  <a:lnTo>
                    <a:pt x="207722" y="480250"/>
                  </a:lnTo>
                  <a:lnTo>
                    <a:pt x="206745" y="479679"/>
                  </a:lnTo>
                  <a:lnTo>
                    <a:pt x="205141" y="479587"/>
                  </a:lnTo>
                  <a:lnTo>
                    <a:pt x="204941" y="479741"/>
                  </a:lnTo>
                  <a:lnTo>
                    <a:pt x="202849" y="479049"/>
                  </a:lnTo>
                  <a:lnTo>
                    <a:pt x="202558" y="478458"/>
                  </a:lnTo>
                  <a:lnTo>
                    <a:pt x="202001" y="478020"/>
                  </a:lnTo>
                  <a:lnTo>
                    <a:pt x="202018" y="477759"/>
                  </a:lnTo>
                  <a:lnTo>
                    <a:pt x="201178" y="477593"/>
                  </a:lnTo>
                  <a:lnTo>
                    <a:pt x="201181" y="477311"/>
                  </a:lnTo>
                  <a:lnTo>
                    <a:pt x="200656" y="476919"/>
                  </a:lnTo>
                  <a:lnTo>
                    <a:pt x="200452" y="477041"/>
                  </a:lnTo>
                  <a:lnTo>
                    <a:pt x="199865" y="476814"/>
                  </a:lnTo>
                  <a:lnTo>
                    <a:pt x="199607" y="476476"/>
                  </a:lnTo>
                  <a:lnTo>
                    <a:pt x="199144" y="476370"/>
                  </a:lnTo>
                  <a:lnTo>
                    <a:pt x="198831" y="475858"/>
                  </a:lnTo>
                  <a:lnTo>
                    <a:pt x="198560" y="475888"/>
                  </a:lnTo>
                  <a:lnTo>
                    <a:pt x="197295" y="474058"/>
                  </a:lnTo>
                  <a:lnTo>
                    <a:pt x="197112" y="473156"/>
                  </a:lnTo>
                  <a:lnTo>
                    <a:pt x="196234" y="472379"/>
                  </a:lnTo>
                  <a:lnTo>
                    <a:pt x="196097" y="471744"/>
                  </a:lnTo>
                  <a:lnTo>
                    <a:pt x="195593" y="471374"/>
                  </a:lnTo>
                  <a:lnTo>
                    <a:pt x="195622" y="470916"/>
                  </a:lnTo>
                  <a:lnTo>
                    <a:pt x="194861" y="469803"/>
                  </a:lnTo>
                  <a:lnTo>
                    <a:pt x="194815" y="469177"/>
                  </a:lnTo>
                  <a:lnTo>
                    <a:pt x="195043" y="468817"/>
                  </a:lnTo>
                  <a:lnTo>
                    <a:pt x="194890" y="468497"/>
                  </a:lnTo>
                  <a:lnTo>
                    <a:pt x="194299" y="467921"/>
                  </a:lnTo>
                  <a:lnTo>
                    <a:pt x="193841" y="467818"/>
                  </a:lnTo>
                  <a:lnTo>
                    <a:pt x="192686" y="466287"/>
                  </a:lnTo>
                  <a:lnTo>
                    <a:pt x="192252" y="466344"/>
                  </a:lnTo>
                  <a:lnTo>
                    <a:pt x="190434" y="465473"/>
                  </a:lnTo>
                  <a:lnTo>
                    <a:pt x="189974" y="464297"/>
                  </a:lnTo>
                  <a:lnTo>
                    <a:pt x="189742" y="464423"/>
                  </a:lnTo>
                  <a:lnTo>
                    <a:pt x="189812" y="464961"/>
                  </a:lnTo>
                  <a:lnTo>
                    <a:pt x="189187" y="464655"/>
                  </a:lnTo>
                  <a:lnTo>
                    <a:pt x="188389" y="464684"/>
                  </a:lnTo>
                  <a:lnTo>
                    <a:pt x="188231" y="465142"/>
                  </a:lnTo>
                  <a:lnTo>
                    <a:pt x="187705" y="465428"/>
                  </a:lnTo>
                  <a:lnTo>
                    <a:pt x="186853" y="464687"/>
                  </a:lnTo>
                  <a:lnTo>
                    <a:pt x="186215" y="464475"/>
                  </a:lnTo>
                  <a:lnTo>
                    <a:pt x="185014" y="464708"/>
                  </a:lnTo>
                  <a:lnTo>
                    <a:pt x="184887" y="465887"/>
                  </a:lnTo>
                  <a:lnTo>
                    <a:pt x="184373" y="465890"/>
                  </a:lnTo>
                  <a:lnTo>
                    <a:pt x="184011" y="466369"/>
                  </a:lnTo>
                  <a:lnTo>
                    <a:pt x="183413" y="466556"/>
                  </a:lnTo>
                  <a:lnTo>
                    <a:pt x="183492" y="467322"/>
                  </a:lnTo>
                  <a:lnTo>
                    <a:pt x="183041" y="468335"/>
                  </a:lnTo>
                  <a:lnTo>
                    <a:pt x="182726" y="468538"/>
                  </a:lnTo>
                  <a:lnTo>
                    <a:pt x="182579" y="469662"/>
                  </a:lnTo>
                  <a:lnTo>
                    <a:pt x="181327" y="469796"/>
                  </a:lnTo>
                  <a:lnTo>
                    <a:pt x="180592" y="470251"/>
                  </a:lnTo>
                  <a:lnTo>
                    <a:pt x="179323" y="469794"/>
                  </a:lnTo>
                  <a:lnTo>
                    <a:pt x="178495" y="469900"/>
                  </a:lnTo>
                  <a:lnTo>
                    <a:pt x="178093" y="470481"/>
                  </a:lnTo>
                  <a:lnTo>
                    <a:pt x="177286" y="470678"/>
                  </a:lnTo>
                  <a:lnTo>
                    <a:pt x="176446" y="470651"/>
                  </a:lnTo>
                  <a:lnTo>
                    <a:pt x="176043" y="470339"/>
                  </a:lnTo>
                  <a:lnTo>
                    <a:pt x="174606" y="470473"/>
                  </a:lnTo>
                  <a:lnTo>
                    <a:pt x="173921" y="469709"/>
                  </a:lnTo>
                  <a:lnTo>
                    <a:pt x="172983" y="470071"/>
                  </a:lnTo>
                  <a:lnTo>
                    <a:pt x="171820" y="469405"/>
                  </a:lnTo>
                  <a:lnTo>
                    <a:pt x="171407" y="469457"/>
                  </a:lnTo>
                  <a:lnTo>
                    <a:pt x="170246" y="468612"/>
                  </a:lnTo>
                  <a:lnTo>
                    <a:pt x="168894" y="468633"/>
                  </a:lnTo>
                  <a:lnTo>
                    <a:pt x="168251" y="468874"/>
                  </a:lnTo>
                  <a:lnTo>
                    <a:pt x="167659" y="468347"/>
                  </a:lnTo>
                  <a:lnTo>
                    <a:pt x="167120" y="468530"/>
                  </a:lnTo>
                  <a:lnTo>
                    <a:pt x="165845" y="467690"/>
                  </a:lnTo>
                  <a:lnTo>
                    <a:pt x="164206" y="468051"/>
                  </a:lnTo>
                  <a:lnTo>
                    <a:pt x="163815" y="467873"/>
                  </a:lnTo>
                  <a:lnTo>
                    <a:pt x="163318" y="467151"/>
                  </a:lnTo>
                  <a:lnTo>
                    <a:pt x="163049" y="466262"/>
                  </a:lnTo>
                  <a:lnTo>
                    <a:pt x="161902" y="466411"/>
                  </a:lnTo>
                  <a:lnTo>
                    <a:pt x="160272" y="465785"/>
                  </a:lnTo>
                  <a:lnTo>
                    <a:pt x="159921" y="464865"/>
                  </a:lnTo>
                  <a:lnTo>
                    <a:pt x="159019" y="463551"/>
                  </a:lnTo>
                  <a:lnTo>
                    <a:pt x="159104" y="46486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pg30">
              <a:extLst>
                <a:ext uri="{FF2B5EF4-FFF2-40B4-BE49-F238E27FC236}">
                  <a16:creationId xmlns:a16="http://schemas.microsoft.com/office/drawing/2014/main" id="{1A747B75-4C8B-CB13-E5C7-C0D6310C3022}"/>
                </a:ext>
              </a:extLst>
            </p:cNvPr>
            <p:cNvSpPr/>
            <p:nvPr/>
          </p:nvSpPr>
          <p:spPr>
            <a:xfrm>
              <a:off x="5196068" y="3291653"/>
              <a:ext cx="807430" cy="616314"/>
            </a:xfrm>
            <a:custGeom>
              <a:avLst/>
              <a:gdLst/>
              <a:ahLst/>
              <a:cxnLst/>
              <a:rect l="0" t="0" r="0" b="0"/>
              <a:pathLst>
                <a:path w="807430" h="616314">
                  <a:moveTo>
                    <a:pt x="362967" y="586568"/>
                  </a:moveTo>
                  <a:lnTo>
                    <a:pt x="361491" y="587999"/>
                  </a:lnTo>
                  <a:lnTo>
                    <a:pt x="359181" y="589653"/>
                  </a:lnTo>
                  <a:lnTo>
                    <a:pt x="358406" y="590807"/>
                  </a:lnTo>
                  <a:lnTo>
                    <a:pt x="358082" y="591812"/>
                  </a:lnTo>
                  <a:lnTo>
                    <a:pt x="357241" y="591230"/>
                  </a:lnTo>
                  <a:lnTo>
                    <a:pt x="356563" y="592252"/>
                  </a:lnTo>
                  <a:lnTo>
                    <a:pt x="355458" y="593190"/>
                  </a:lnTo>
                  <a:lnTo>
                    <a:pt x="353711" y="593679"/>
                  </a:lnTo>
                  <a:lnTo>
                    <a:pt x="352015" y="594981"/>
                  </a:lnTo>
                  <a:lnTo>
                    <a:pt x="352160" y="595066"/>
                  </a:lnTo>
                  <a:lnTo>
                    <a:pt x="351704" y="596598"/>
                  </a:lnTo>
                  <a:lnTo>
                    <a:pt x="351527" y="596847"/>
                  </a:lnTo>
                  <a:lnTo>
                    <a:pt x="347082" y="598409"/>
                  </a:lnTo>
                  <a:lnTo>
                    <a:pt x="344333" y="599815"/>
                  </a:lnTo>
                  <a:lnTo>
                    <a:pt x="343422" y="601614"/>
                  </a:lnTo>
                  <a:lnTo>
                    <a:pt x="342939" y="601613"/>
                  </a:lnTo>
                  <a:lnTo>
                    <a:pt x="342880" y="603023"/>
                  </a:lnTo>
                  <a:lnTo>
                    <a:pt x="342588" y="603346"/>
                  </a:lnTo>
                  <a:lnTo>
                    <a:pt x="342030" y="602902"/>
                  </a:lnTo>
                  <a:lnTo>
                    <a:pt x="340833" y="602519"/>
                  </a:lnTo>
                  <a:lnTo>
                    <a:pt x="338650" y="602189"/>
                  </a:lnTo>
                  <a:lnTo>
                    <a:pt x="337502" y="600113"/>
                  </a:lnTo>
                  <a:lnTo>
                    <a:pt x="336488" y="599104"/>
                  </a:lnTo>
                  <a:lnTo>
                    <a:pt x="335430" y="598703"/>
                  </a:lnTo>
                  <a:lnTo>
                    <a:pt x="334031" y="599934"/>
                  </a:lnTo>
                  <a:lnTo>
                    <a:pt x="333283" y="599912"/>
                  </a:lnTo>
                  <a:lnTo>
                    <a:pt x="331868" y="598257"/>
                  </a:lnTo>
                  <a:lnTo>
                    <a:pt x="331392" y="597320"/>
                  </a:lnTo>
                  <a:lnTo>
                    <a:pt x="326277" y="598315"/>
                  </a:lnTo>
                  <a:lnTo>
                    <a:pt x="325805" y="597991"/>
                  </a:lnTo>
                  <a:lnTo>
                    <a:pt x="325395" y="598074"/>
                  </a:lnTo>
                  <a:lnTo>
                    <a:pt x="324726" y="598344"/>
                  </a:lnTo>
                  <a:lnTo>
                    <a:pt x="324052" y="599100"/>
                  </a:lnTo>
                  <a:lnTo>
                    <a:pt x="323866" y="602398"/>
                  </a:lnTo>
                  <a:lnTo>
                    <a:pt x="323056" y="603142"/>
                  </a:lnTo>
                  <a:lnTo>
                    <a:pt x="323194" y="604953"/>
                  </a:lnTo>
                  <a:lnTo>
                    <a:pt x="321200" y="604190"/>
                  </a:lnTo>
                  <a:lnTo>
                    <a:pt x="319690" y="603107"/>
                  </a:lnTo>
                  <a:lnTo>
                    <a:pt x="319056" y="604144"/>
                  </a:lnTo>
                  <a:lnTo>
                    <a:pt x="318482" y="603759"/>
                  </a:lnTo>
                  <a:lnTo>
                    <a:pt x="318568" y="603053"/>
                  </a:lnTo>
                  <a:lnTo>
                    <a:pt x="320609" y="598266"/>
                  </a:lnTo>
                  <a:lnTo>
                    <a:pt x="321200" y="596205"/>
                  </a:lnTo>
                  <a:lnTo>
                    <a:pt x="321076" y="594952"/>
                  </a:lnTo>
                  <a:lnTo>
                    <a:pt x="322036" y="594185"/>
                  </a:lnTo>
                  <a:lnTo>
                    <a:pt x="321831" y="592687"/>
                  </a:lnTo>
                  <a:lnTo>
                    <a:pt x="322002" y="592278"/>
                  </a:lnTo>
                  <a:lnTo>
                    <a:pt x="322670" y="592459"/>
                  </a:lnTo>
                  <a:lnTo>
                    <a:pt x="323512" y="589030"/>
                  </a:lnTo>
                  <a:lnTo>
                    <a:pt x="324025" y="589278"/>
                  </a:lnTo>
                  <a:lnTo>
                    <a:pt x="324266" y="588351"/>
                  </a:lnTo>
                  <a:lnTo>
                    <a:pt x="325670" y="588839"/>
                  </a:lnTo>
                  <a:lnTo>
                    <a:pt x="325953" y="587952"/>
                  </a:lnTo>
                  <a:lnTo>
                    <a:pt x="325885" y="587536"/>
                  </a:lnTo>
                  <a:lnTo>
                    <a:pt x="321478" y="586257"/>
                  </a:lnTo>
                  <a:lnTo>
                    <a:pt x="320650" y="582694"/>
                  </a:lnTo>
                  <a:lnTo>
                    <a:pt x="322567" y="582533"/>
                  </a:lnTo>
                  <a:lnTo>
                    <a:pt x="325147" y="583960"/>
                  </a:lnTo>
                  <a:lnTo>
                    <a:pt x="325085" y="584387"/>
                  </a:lnTo>
                  <a:lnTo>
                    <a:pt x="326007" y="584630"/>
                  </a:lnTo>
                  <a:lnTo>
                    <a:pt x="326150" y="584085"/>
                  </a:lnTo>
                  <a:lnTo>
                    <a:pt x="325733" y="583928"/>
                  </a:lnTo>
                  <a:lnTo>
                    <a:pt x="326469" y="580218"/>
                  </a:lnTo>
                  <a:lnTo>
                    <a:pt x="325142" y="580075"/>
                  </a:lnTo>
                  <a:lnTo>
                    <a:pt x="324973" y="579659"/>
                  </a:lnTo>
                  <a:lnTo>
                    <a:pt x="325057" y="578505"/>
                  </a:lnTo>
                  <a:lnTo>
                    <a:pt x="325150" y="578307"/>
                  </a:lnTo>
                  <a:lnTo>
                    <a:pt x="326054" y="578319"/>
                  </a:lnTo>
                  <a:lnTo>
                    <a:pt x="326261" y="578093"/>
                  </a:lnTo>
                  <a:lnTo>
                    <a:pt x="325981" y="577018"/>
                  </a:lnTo>
                  <a:lnTo>
                    <a:pt x="326392" y="577277"/>
                  </a:lnTo>
                  <a:lnTo>
                    <a:pt x="327021" y="576318"/>
                  </a:lnTo>
                  <a:lnTo>
                    <a:pt x="327474" y="576509"/>
                  </a:lnTo>
                  <a:lnTo>
                    <a:pt x="327878" y="575823"/>
                  </a:lnTo>
                  <a:lnTo>
                    <a:pt x="328117" y="574326"/>
                  </a:lnTo>
                  <a:lnTo>
                    <a:pt x="327517" y="573958"/>
                  </a:lnTo>
                  <a:lnTo>
                    <a:pt x="327463" y="573158"/>
                  </a:lnTo>
                  <a:lnTo>
                    <a:pt x="328903" y="573029"/>
                  </a:lnTo>
                  <a:lnTo>
                    <a:pt x="329685" y="573451"/>
                  </a:lnTo>
                  <a:lnTo>
                    <a:pt x="330846" y="572071"/>
                  </a:lnTo>
                  <a:lnTo>
                    <a:pt x="331343" y="571880"/>
                  </a:lnTo>
                  <a:lnTo>
                    <a:pt x="331853" y="571976"/>
                  </a:lnTo>
                  <a:lnTo>
                    <a:pt x="332807" y="570703"/>
                  </a:lnTo>
                  <a:lnTo>
                    <a:pt x="334593" y="570768"/>
                  </a:lnTo>
                  <a:lnTo>
                    <a:pt x="334310" y="568079"/>
                  </a:lnTo>
                  <a:lnTo>
                    <a:pt x="336600" y="567769"/>
                  </a:lnTo>
                  <a:lnTo>
                    <a:pt x="338189" y="567892"/>
                  </a:lnTo>
                  <a:lnTo>
                    <a:pt x="339551" y="568500"/>
                  </a:lnTo>
                  <a:lnTo>
                    <a:pt x="339275" y="566672"/>
                  </a:lnTo>
                  <a:lnTo>
                    <a:pt x="339507" y="565494"/>
                  </a:lnTo>
                  <a:lnTo>
                    <a:pt x="339332" y="564739"/>
                  </a:lnTo>
                  <a:lnTo>
                    <a:pt x="339429" y="562909"/>
                  </a:lnTo>
                  <a:lnTo>
                    <a:pt x="338086" y="563245"/>
                  </a:lnTo>
                  <a:lnTo>
                    <a:pt x="337518" y="561665"/>
                  </a:lnTo>
                  <a:lnTo>
                    <a:pt x="337555" y="560466"/>
                  </a:lnTo>
                  <a:lnTo>
                    <a:pt x="336585" y="559037"/>
                  </a:lnTo>
                  <a:lnTo>
                    <a:pt x="337184" y="557945"/>
                  </a:lnTo>
                  <a:lnTo>
                    <a:pt x="336824" y="557971"/>
                  </a:lnTo>
                  <a:lnTo>
                    <a:pt x="336691" y="556687"/>
                  </a:lnTo>
                  <a:lnTo>
                    <a:pt x="338069" y="556307"/>
                  </a:lnTo>
                  <a:lnTo>
                    <a:pt x="337814" y="555427"/>
                  </a:lnTo>
                  <a:lnTo>
                    <a:pt x="338119" y="554884"/>
                  </a:lnTo>
                  <a:lnTo>
                    <a:pt x="340435" y="554130"/>
                  </a:lnTo>
                  <a:lnTo>
                    <a:pt x="342045" y="553986"/>
                  </a:lnTo>
                  <a:lnTo>
                    <a:pt x="341222" y="550658"/>
                  </a:lnTo>
                  <a:lnTo>
                    <a:pt x="341526" y="550865"/>
                  </a:lnTo>
                  <a:lnTo>
                    <a:pt x="341746" y="551845"/>
                  </a:lnTo>
                  <a:lnTo>
                    <a:pt x="342412" y="551528"/>
                  </a:lnTo>
                  <a:lnTo>
                    <a:pt x="342735" y="551784"/>
                  </a:lnTo>
                  <a:lnTo>
                    <a:pt x="342434" y="552886"/>
                  </a:lnTo>
                  <a:lnTo>
                    <a:pt x="343170" y="552624"/>
                  </a:lnTo>
                  <a:lnTo>
                    <a:pt x="343491" y="553157"/>
                  </a:lnTo>
                  <a:lnTo>
                    <a:pt x="343781" y="552694"/>
                  </a:lnTo>
                  <a:lnTo>
                    <a:pt x="343991" y="552896"/>
                  </a:lnTo>
                  <a:lnTo>
                    <a:pt x="343882" y="553129"/>
                  </a:lnTo>
                  <a:lnTo>
                    <a:pt x="344605" y="553098"/>
                  </a:lnTo>
                  <a:lnTo>
                    <a:pt x="344226" y="551977"/>
                  </a:lnTo>
                  <a:lnTo>
                    <a:pt x="343734" y="551775"/>
                  </a:lnTo>
                  <a:lnTo>
                    <a:pt x="343838" y="551458"/>
                  </a:lnTo>
                  <a:lnTo>
                    <a:pt x="344166" y="551365"/>
                  </a:lnTo>
                  <a:lnTo>
                    <a:pt x="343783" y="551086"/>
                  </a:lnTo>
                  <a:lnTo>
                    <a:pt x="344135" y="550977"/>
                  </a:lnTo>
                  <a:lnTo>
                    <a:pt x="344907" y="551817"/>
                  </a:lnTo>
                  <a:lnTo>
                    <a:pt x="344986" y="551621"/>
                  </a:lnTo>
                  <a:lnTo>
                    <a:pt x="345247" y="551707"/>
                  </a:lnTo>
                  <a:lnTo>
                    <a:pt x="345217" y="551955"/>
                  </a:lnTo>
                  <a:lnTo>
                    <a:pt x="345834" y="552359"/>
                  </a:lnTo>
                  <a:lnTo>
                    <a:pt x="346230" y="553114"/>
                  </a:lnTo>
                  <a:lnTo>
                    <a:pt x="347183" y="552671"/>
                  </a:lnTo>
                  <a:lnTo>
                    <a:pt x="347099" y="551590"/>
                  </a:lnTo>
                  <a:lnTo>
                    <a:pt x="347336" y="551293"/>
                  </a:lnTo>
                  <a:lnTo>
                    <a:pt x="347830" y="551194"/>
                  </a:lnTo>
                  <a:lnTo>
                    <a:pt x="347964" y="552086"/>
                  </a:lnTo>
                  <a:lnTo>
                    <a:pt x="348300" y="552442"/>
                  </a:lnTo>
                  <a:lnTo>
                    <a:pt x="349266" y="551821"/>
                  </a:lnTo>
                  <a:lnTo>
                    <a:pt x="349943" y="551804"/>
                  </a:lnTo>
                  <a:lnTo>
                    <a:pt x="351209" y="552818"/>
                  </a:lnTo>
                  <a:lnTo>
                    <a:pt x="351726" y="552060"/>
                  </a:lnTo>
                  <a:lnTo>
                    <a:pt x="348707" y="546311"/>
                  </a:lnTo>
                  <a:lnTo>
                    <a:pt x="347934" y="546128"/>
                  </a:lnTo>
                  <a:lnTo>
                    <a:pt x="347452" y="545737"/>
                  </a:lnTo>
                  <a:lnTo>
                    <a:pt x="347596" y="545421"/>
                  </a:lnTo>
                  <a:lnTo>
                    <a:pt x="348031" y="545242"/>
                  </a:lnTo>
                  <a:lnTo>
                    <a:pt x="348465" y="541900"/>
                  </a:lnTo>
                  <a:lnTo>
                    <a:pt x="348376" y="540807"/>
                  </a:lnTo>
                  <a:lnTo>
                    <a:pt x="347583" y="538079"/>
                  </a:lnTo>
                  <a:lnTo>
                    <a:pt x="346327" y="537070"/>
                  </a:lnTo>
                  <a:lnTo>
                    <a:pt x="346307" y="536718"/>
                  </a:lnTo>
                  <a:lnTo>
                    <a:pt x="345158" y="536986"/>
                  </a:lnTo>
                  <a:lnTo>
                    <a:pt x="343387" y="535970"/>
                  </a:lnTo>
                  <a:lnTo>
                    <a:pt x="342304" y="535699"/>
                  </a:lnTo>
                  <a:lnTo>
                    <a:pt x="341740" y="535842"/>
                  </a:lnTo>
                  <a:lnTo>
                    <a:pt x="341617" y="534793"/>
                  </a:lnTo>
                  <a:lnTo>
                    <a:pt x="341925" y="533876"/>
                  </a:lnTo>
                  <a:lnTo>
                    <a:pt x="340718" y="533022"/>
                  </a:lnTo>
                  <a:lnTo>
                    <a:pt x="339249" y="532506"/>
                  </a:lnTo>
                  <a:lnTo>
                    <a:pt x="339463" y="532776"/>
                  </a:lnTo>
                  <a:lnTo>
                    <a:pt x="339279" y="533273"/>
                  </a:lnTo>
                  <a:lnTo>
                    <a:pt x="338269" y="534079"/>
                  </a:lnTo>
                  <a:lnTo>
                    <a:pt x="338512" y="536210"/>
                  </a:lnTo>
                  <a:lnTo>
                    <a:pt x="337719" y="536865"/>
                  </a:lnTo>
                  <a:lnTo>
                    <a:pt x="337203" y="536994"/>
                  </a:lnTo>
                  <a:lnTo>
                    <a:pt x="336849" y="536431"/>
                  </a:lnTo>
                  <a:lnTo>
                    <a:pt x="335478" y="535329"/>
                  </a:lnTo>
                  <a:lnTo>
                    <a:pt x="334407" y="534867"/>
                  </a:lnTo>
                  <a:lnTo>
                    <a:pt x="333946" y="534310"/>
                  </a:lnTo>
                  <a:lnTo>
                    <a:pt x="331901" y="533388"/>
                  </a:lnTo>
                  <a:lnTo>
                    <a:pt x="331028" y="532596"/>
                  </a:lnTo>
                  <a:lnTo>
                    <a:pt x="329967" y="532417"/>
                  </a:lnTo>
                  <a:lnTo>
                    <a:pt x="327858" y="532987"/>
                  </a:lnTo>
                  <a:lnTo>
                    <a:pt x="327190" y="532838"/>
                  </a:lnTo>
                  <a:lnTo>
                    <a:pt x="324086" y="533131"/>
                  </a:lnTo>
                  <a:lnTo>
                    <a:pt x="323996" y="533801"/>
                  </a:lnTo>
                  <a:lnTo>
                    <a:pt x="321809" y="534140"/>
                  </a:lnTo>
                  <a:lnTo>
                    <a:pt x="321256" y="534145"/>
                  </a:lnTo>
                  <a:lnTo>
                    <a:pt x="320491" y="533009"/>
                  </a:lnTo>
                  <a:lnTo>
                    <a:pt x="319772" y="532945"/>
                  </a:lnTo>
                  <a:lnTo>
                    <a:pt x="318870" y="533770"/>
                  </a:lnTo>
                  <a:lnTo>
                    <a:pt x="316204" y="534908"/>
                  </a:lnTo>
                  <a:lnTo>
                    <a:pt x="315566" y="534460"/>
                  </a:lnTo>
                  <a:lnTo>
                    <a:pt x="314879" y="534647"/>
                  </a:lnTo>
                  <a:lnTo>
                    <a:pt x="314072" y="534281"/>
                  </a:lnTo>
                  <a:lnTo>
                    <a:pt x="312495" y="534244"/>
                  </a:lnTo>
                  <a:lnTo>
                    <a:pt x="311741" y="535484"/>
                  </a:lnTo>
                  <a:lnTo>
                    <a:pt x="309129" y="535068"/>
                  </a:lnTo>
                  <a:lnTo>
                    <a:pt x="309167" y="535643"/>
                  </a:lnTo>
                  <a:lnTo>
                    <a:pt x="308141" y="536167"/>
                  </a:lnTo>
                  <a:lnTo>
                    <a:pt x="307715" y="536643"/>
                  </a:lnTo>
                  <a:lnTo>
                    <a:pt x="305725" y="536219"/>
                  </a:lnTo>
                  <a:lnTo>
                    <a:pt x="307189" y="538276"/>
                  </a:lnTo>
                  <a:lnTo>
                    <a:pt x="305597" y="538055"/>
                  </a:lnTo>
                  <a:lnTo>
                    <a:pt x="305456" y="538400"/>
                  </a:lnTo>
                  <a:lnTo>
                    <a:pt x="303977" y="537966"/>
                  </a:lnTo>
                  <a:lnTo>
                    <a:pt x="302916" y="538484"/>
                  </a:lnTo>
                  <a:lnTo>
                    <a:pt x="302538" y="537982"/>
                  </a:lnTo>
                  <a:lnTo>
                    <a:pt x="301702" y="538049"/>
                  </a:lnTo>
                  <a:lnTo>
                    <a:pt x="300636" y="538848"/>
                  </a:lnTo>
                  <a:lnTo>
                    <a:pt x="299246" y="538651"/>
                  </a:lnTo>
                  <a:lnTo>
                    <a:pt x="299193" y="537924"/>
                  </a:lnTo>
                  <a:lnTo>
                    <a:pt x="297289" y="537828"/>
                  </a:lnTo>
                  <a:lnTo>
                    <a:pt x="296619" y="538155"/>
                  </a:lnTo>
                  <a:lnTo>
                    <a:pt x="296577" y="537878"/>
                  </a:lnTo>
                  <a:lnTo>
                    <a:pt x="295338" y="538052"/>
                  </a:lnTo>
                  <a:lnTo>
                    <a:pt x="291956" y="538839"/>
                  </a:lnTo>
                  <a:lnTo>
                    <a:pt x="289295" y="540576"/>
                  </a:lnTo>
                  <a:lnTo>
                    <a:pt x="286800" y="541419"/>
                  </a:lnTo>
                  <a:lnTo>
                    <a:pt x="285629" y="541254"/>
                  </a:lnTo>
                  <a:lnTo>
                    <a:pt x="286175" y="540010"/>
                  </a:lnTo>
                  <a:lnTo>
                    <a:pt x="286458" y="537847"/>
                  </a:lnTo>
                  <a:lnTo>
                    <a:pt x="285112" y="537296"/>
                  </a:lnTo>
                  <a:lnTo>
                    <a:pt x="283328" y="537380"/>
                  </a:lnTo>
                  <a:lnTo>
                    <a:pt x="283160" y="536712"/>
                  </a:lnTo>
                  <a:lnTo>
                    <a:pt x="283811" y="536693"/>
                  </a:lnTo>
                  <a:lnTo>
                    <a:pt x="283680" y="536240"/>
                  </a:lnTo>
                  <a:lnTo>
                    <a:pt x="284362" y="536110"/>
                  </a:lnTo>
                  <a:lnTo>
                    <a:pt x="284653" y="534575"/>
                  </a:lnTo>
                  <a:lnTo>
                    <a:pt x="284622" y="534308"/>
                  </a:lnTo>
                  <a:lnTo>
                    <a:pt x="284070" y="534256"/>
                  </a:lnTo>
                  <a:lnTo>
                    <a:pt x="283494" y="533862"/>
                  </a:lnTo>
                  <a:lnTo>
                    <a:pt x="284231" y="528912"/>
                  </a:lnTo>
                  <a:lnTo>
                    <a:pt x="285809" y="527922"/>
                  </a:lnTo>
                  <a:lnTo>
                    <a:pt x="285842" y="527606"/>
                  </a:lnTo>
                  <a:lnTo>
                    <a:pt x="285065" y="527032"/>
                  </a:lnTo>
                  <a:lnTo>
                    <a:pt x="286414" y="522950"/>
                  </a:lnTo>
                  <a:lnTo>
                    <a:pt x="286521" y="521501"/>
                  </a:lnTo>
                  <a:lnTo>
                    <a:pt x="288143" y="521421"/>
                  </a:lnTo>
                  <a:lnTo>
                    <a:pt x="288412" y="520632"/>
                  </a:lnTo>
                  <a:lnTo>
                    <a:pt x="286492" y="519819"/>
                  </a:lnTo>
                  <a:lnTo>
                    <a:pt x="285581" y="519132"/>
                  </a:lnTo>
                  <a:lnTo>
                    <a:pt x="285271" y="519148"/>
                  </a:lnTo>
                  <a:lnTo>
                    <a:pt x="285024" y="518364"/>
                  </a:lnTo>
                  <a:lnTo>
                    <a:pt x="286032" y="517683"/>
                  </a:lnTo>
                  <a:lnTo>
                    <a:pt x="285838" y="517330"/>
                  </a:lnTo>
                  <a:lnTo>
                    <a:pt x="283703" y="517388"/>
                  </a:lnTo>
                  <a:lnTo>
                    <a:pt x="280042" y="518392"/>
                  </a:lnTo>
                  <a:lnTo>
                    <a:pt x="279079" y="519700"/>
                  </a:lnTo>
                  <a:lnTo>
                    <a:pt x="278149" y="519985"/>
                  </a:lnTo>
                  <a:lnTo>
                    <a:pt x="277834" y="519110"/>
                  </a:lnTo>
                  <a:lnTo>
                    <a:pt x="277187" y="518571"/>
                  </a:lnTo>
                  <a:lnTo>
                    <a:pt x="274652" y="519717"/>
                  </a:lnTo>
                  <a:lnTo>
                    <a:pt x="269217" y="522788"/>
                  </a:lnTo>
                  <a:lnTo>
                    <a:pt x="269231" y="521076"/>
                  </a:lnTo>
                  <a:lnTo>
                    <a:pt x="268959" y="519822"/>
                  </a:lnTo>
                  <a:lnTo>
                    <a:pt x="268102" y="518013"/>
                  </a:lnTo>
                  <a:lnTo>
                    <a:pt x="268155" y="516755"/>
                  </a:lnTo>
                  <a:lnTo>
                    <a:pt x="267796" y="515234"/>
                  </a:lnTo>
                  <a:lnTo>
                    <a:pt x="267091" y="514429"/>
                  </a:lnTo>
                  <a:lnTo>
                    <a:pt x="266175" y="514132"/>
                  </a:lnTo>
                  <a:lnTo>
                    <a:pt x="265094" y="512543"/>
                  </a:lnTo>
                  <a:lnTo>
                    <a:pt x="264305" y="510892"/>
                  </a:lnTo>
                  <a:lnTo>
                    <a:pt x="264776" y="510881"/>
                  </a:lnTo>
                  <a:lnTo>
                    <a:pt x="264514" y="510457"/>
                  </a:lnTo>
                  <a:lnTo>
                    <a:pt x="264887" y="509994"/>
                  </a:lnTo>
                  <a:lnTo>
                    <a:pt x="264028" y="509196"/>
                  </a:lnTo>
                  <a:lnTo>
                    <a:pt x="264345" y="508626"/>
                  </a:lnTo>
                  <a:lnTo>
                    <a:pt x="265856" y="505966"/>
                  </a:lnTo>
                  <a:lnTo>
                    <a:pt x="266067" y="504637"/>
                  </a:lnTo>
                  <a:lnTo>
                    <a:pt x="267432" y="503061"/>
                  </a:lnTo>
                  <a:lnTo>
                    <a:pt x="269464" y="502284"/>
                  </a:lnTo>
                  <a:lnTo>
                    <a:pt x="269559" y="502521"/>
                  </a:lnTo>
                  <a:lnTo>
                    <a:pt x="270785" y="502218"/>
                  </a:lnTo>
                  <a:lnTo>
                    <a:pt x="272162" y="502948"/>
                  </a:lnTo>
                  <a:lnTo>
                    <a:pt x="272329" y="502939"/>
                  </a:lnTo>
                  <a:lnTo>
                    <a:pt x="272212" y="502663"/>
                  </a:lnTo>
                  <a:lnTo>
                    <a:pt x="273262" y="502931"/>
                  </a:lnTo>
                  <a:lnTo>
                    <a:pt x="274644" y="501633"/>
                  </a:lnTo>
                  <a:lnTo>
                    <a:pt x="276309" y="502559"/>
                  </a:lnTo>
                  <a:lnTo>
                    <a:pt x="276245" y="502045"/>
                  </a:lnTo>
                  <a:lnTo>
                    <a:pt x="276874" y="502459"/>
                  </a:lnTo>
                  <a:lnTo>
                    <a:pt x="276804" y="501833"/>
                  </a:lnTo>
                  <a:lnTo>
                    <a:pt x="277517" y="501638"/>
                  </a:lnTo>
                  <a:lnTo>
                    <a:pt x="277591" y="500828"/>
                  </a:lnTo>
                  <a:lnTo>
                    <a:pt x="277847" y="500736"/>
                  </a:lnTo>
                  <a:lnTo>
                    <a:pt x="277428" y="499501"/>
                  </a:lnTo>
                  <a:lnTo>
                    <a:pt x="277765" y="499530"/>
                  </a:lnTo>
                  <a:lnTo>
                    <a:pt x="277868" y="498859"/>
                  </a:lnTo>
                  <a:lnTo>
                    <a:pt x="280022" y="497859"/>
                  </a:lnTo>
                  <a:lnTo>
                    <a:pt x="282313" y="497660"/>
                  </a:lnTo>
                  <a:lnTo>
                    <a:pt x="284435" y="498355"/>
                  </a:lnTo>
                  <a:lnTo>
                    <a:pt x="287320" y="500103"/>
                  </a:lnTo>
                  <a:lnTo>
                    <a:pt x="288638" y="500191"/>
                  </a:lnTo>
                  <a:lnTo>
                    <a:pt x="290002" y="497887"/>
                  </a:lnTo>
                  <a:lnTo>
                    <a:pt x="289985" y="497255"/>
                  </a:lnTo>
                  <a:lnTo>
                    <a:pt x="290319" y="496604"/>
                  </a:lnTo>
                  <a:lnTo>
                    <a:pt x="291311" y="495250"/>
                  </a:lnTo>
                  <a:lnTo>
                    <a:pt x="292275" y="494407"/>
                  </a:lnTo>
                  <a:lnTo>
                    <a:pt x="292213" y="494119"/>
                  </a:lnTo>
                  <a:lnTo>
                    <a:pt x="292542" y="493700"/>
                  </a:lnTo>
                  <a:lnTo>
                    <a:pt x="292315" y="493208"/>
                  </a:lnTo>
                  <a:lnTo>
                    <a:pt x="293157" y="491845"/>
                  </a:lnTo>
                  <a:lnTo>
                    <a:pt x="292586" y="491611"/>
                  </a:lnTo>
                  <a:lnTo>
                    <a:pt x="292366" y="489959"/>
                  </a:lnTo>
                  <a:lnTo>
                    <a:pt x="291165" y="488598"/>
                  </a:lnTo>
                  <a:lnTo>
                    <a:pt x="290965" y="488825"/>
                  </a:lnTo>
                  <a:lnTo>
                    <a:pt x="289811" y="488790"/>
                  </a:lnTo>
                  <a:lnTo>
                    <a:pt x="288273" y="489320"/>
                  </a:lnTo>
                  <a:lnTo>
                    <a:pt x="287331" y="489131"/>
                  </a:lnTo>
                  <a:lnTo>
                    <a:pt x="285560" y="487168"/>
                  </a:lnTo>
                  <a:lnTo>
                    <a:pt x="285534" y="485550"/>
                  </a:lnTo>
                  <a:lnTo>
                    <a:pt x="285716" y="484731"/>
                  </a:lnTo>
                  <a:lnTo>
                    <a:pt x="286352" y="484779"/>
                  </a:lnTo>
                  <a:lnTo>
                    <a:pt x="286705" y="484473"/>
                  </a:lnTo>
                  <a:lnTo>
                    <a:pt x="287411" y="483763"/>
                  </a:lnTo>
                  <a:lnTo>
                    <a:pt x="287842" y="482847"/>
                  </a:lnTo>
                  <a:lnTo>
                    <a:pt x="288528" y="483035"/>
                  </a:lnTo>
                  <a:lnTo>
                    <a:pt x="290851" y="482314"/>
                  </a:lnTo>
                  <a:lnTo>
                    <a:pt x="291358" y="482483"/>
                  </a:lnTo>
                  <a:lnTo>
                    <a:pt x="291744" y="481891"/>
                  </a:lnTo>
                  <a:lnTo>
                    <a:pt x="291224" y="479596"/>
                  </a:lnTo>
                  <a:lnTo>
                    <a:pt x="291340" y="476718"/>
                  </a:lnTo>
                  <a:lnTo>
                    <a:pt x="290340" y="475616"/>
                  </a:lnTo>
                  <a:lnTo>
                    <a:pt x="291253" y="473664"/>
                  </a:lnTo>
                  <a:lnTo>
                    <a:pt x="290201" y="473050"/>
                  </a:lnTo>
                  <a:lnTo>
                    <a:pt x="289465" y="471723"/>
                  </a:lnTo>
                  <a:lnTo>
                    <a:pt x="289324" y="471816"/>
                  </a:lnTo>
                  <a:lnTo>
                    <a:pt x="287337" y="470324"/>
                  </a:lnTo>
                  <a:lnTo>
                    <a:pt x="284628" y="469727"/>
                  </a:lnTo>
                  <a:lnTo>
                    <a:pt x="284775" y="469242"/>
                  </a:lnTo>
                  <a:lnTo>
                    <a:pt x="283692" y="468218"/>
                  </a:lnTo>
                  <a:lnTo>
                    <a:pt x="281334" y="467542"/>
                  </a:lnTo>
                  <a:lnTo>
                    <a:pt x="281126" y="467415"/>
                  </a:lnTo>
                  <a:lnTo>
                    <a:pt x="281198" y="466820"/>
                  </a:lnTo>
                  <a:lnTo>
                    <a:pt x="279350" y="466504"/>
                  </a:lnTo>
                  <a:lnTo>
                    <a:pt x="278273" y="466080"/>
                  </a:lnTo>
                  <a:lnTo>
                    <a:pt x="278371" y="464512"/>
                  </a:lnTo>
                  <a:lnTo>
                    <a:pt x="276771" y="464179"/>
                  </a:lnTo>
                  <a:lnTo>
                    <a:pt x="276673" y="463413"/>
                  </a:lnTo>
                  <a:lnTo>
                    <a:pt x="277808" y="463298"/>
                  </a:lnTo>
                  <a:lnTo>
                    <a:pt x="277883" y="463058"/>
                  </a:lnTo>
                  <a:lnTo>
                    <a:pt x="278458" y="462961"/>
                  </a:lnTo>
                  <a:lnTo>
                    <a:pt x="278516" y="462305"/>
                  </a:lnTo>
                  <a:lnTo>
                    <a:pt x="275696" y="463396"/>
                  </a:lnTo>
                  <a:lnTo>
                    <a:pt x="274703" y="464583"/>
                  </a:lnTo>
                  <a:lnTo>
                    <a:pt x="269878" y="464349"/>
                  </a:lnTo>
                  <a:lnTo>
                    <a:pt x="268697" y="464996"/>
                  </a:lnTo>
                  <a:lnTo>
                    <a:pt x="267634" y="466369"/>
                  </a:lnTo>
                  <a:lnTo>
                    <a:pt x="266723" y="467119"/>
                  </a:lnTo>
                  <a:lnTo>
                    <a:pt x="265968" y="468298"/>
                  </a:lnTo>
                  <a:lnTo>
                    <a:pt x="265593" y="468599"/>
                  </a:lnTo>
                  <a:lnTo>
                    <a:pt x="265370" y="468401"/>
                  </a:lnTo>
                  <a:lnTo>
                    <a:pt x="264310" y="468856"/>
                  </a:lnTo>
                  <a:lnTo>
                    <a:pt x="264010" y="469707"/>
                  </a:lnTo>
                  <a:lnTo>
                    <a:pt x="264308" y="470091"/>
                  </a:lnTo>
                  <a:lnTo>
                    <a:pt x="264932" y="469967"/>
                  </a:lnTo>
                  <a:lnTo>
                    <a:pt x="265156" y="470464"/>
                  </a:lnTo>
                  <a:lnTo>
                    <a:pt x="265396" y="473027"/>
                  </a:lnTo>
                  <a:lnTo>
                    <a:pt x="265148" y="474348"/>
                  </a:lnTo>
                  <a:lnTo>
                    <a:pt x="264508" y="475338"/>
                  </a:lnTo>
                  <a:lnTo>
                    <a:pt x="264376" y="476539"/>
                  </a:lnTo>
                  <a:lnTo>
                    <a:pt x="263316" y="476738"/>
                  </a:lnTo>
                  <a:lnTo>
                    <a:pt x="260567" y="476437"/>
                  </a:lnTo>
                  <a:lnTo>
                    <a:pt x="260179" y="476227"/>
                  </a:lnTo>
                  <a:lnTo>
                    <a:pt x="257927" y="474151"/>
                  </a:lnTo>
                  <a:lnTo>
                    <a:pt x="257497" y="472603"/>
                  </a:lnTo>
                  <a:lnTo>
                    <a:pt x="256173" y="470150"/>
                  </a:lnTo>
                  <a:lnTo>
                    <a:pt x="255788" y="470020"/>
                  </a:lnTo>
                  <a:lnTo>
                    <a:pt x="255520" y="470299"/>
                  </a:lnTo>
                  <a:lnTo>
                    <a:pt x="255798" y="470696"/>
                  </a:lnTo>
                  <a:lnTo>
                    <a:pt x="254817" y="472060"/>
                  </a:lnTo>
                  <a:lnTo>
                    <a:pt x="253183" y="471375"/>
                  </a:lnTo>
                  <a:lnTo>
                    <a:pt x="251032" y="472278"/>
                  </a:lnTo>
                  <a:lnTo>
                    <a:pt x="249643" y="471137"/>
                  </a:lnTo>
                  <a:lnTo>
                    <a:pt x="249840" y="469713"/>
                  </a:lnTo>
                  <a:lnTo>
                    <a:pt x="250761" y="469146"/>
                  </a:lnTo>
                  <a:lnTo>
                    <a:pt x="250004" y="467725"/>
                  </a:lnTo>
                  <a:lnTo>
                    <a:pt x="249730" y="466281"/>
                  </a:lnTo>
                  <a:lnTo>
                    <a:pt x="249137" y="465092"/>
                  </a:lnTo>
                  <a:lnTo>
                    <a:pt x="247075" y="465478"/>
                  </a:lnTo>
                  <a:lnTo>
                    <a:pt x="246332" y="466044"/>
                  </a:lnTo>
                  <a:lnTo>
                    <a:pt x="245458" y="467457"/>
                  </a:lnTo>
                  <a:lnTo>
                    <a:pt x="244248" y="466843"/>
                  </a:lnTo>
                  <a:lnTo>
                    <a:pt x="241904" y="466211"/>
                  </a:lnTo>
                  <a:lnTo>
                    <a:pt x="241959" y="466946"/>
                  </a:lnTo>
                  <a:lnTo>
                    <a:pt x="241061" y="466904"/>
                  </a:lnTo>
                  <a:lnTo>
                    <a:pt x="240363" y="466514"/>
                  </a:lnTo>
                  <a:lnTo>
                    <a:pt x="240244" y="466929"/>
                  </a:lnTo>
                  <a:lnTo>
                    <a:pt x="238603" y="467257"/>
                  </a:lnTo>
                  <a:lnTo>
                    <a:pt x="236403" y="463441"/>
                  </a:lnTo>
                  <a:lnTo>
                    <a:pt x="236489" y="463162"/>
                  </a:lnTo>
                  <a:lnTo>
                    <a:pt x="235639" y="463002"/>
                  </a:lnTo>
                  <a:lnTo>
                    <a:pt x="235036" y="461675"/>
                  </a:lnTo>
                  <a:lnTo>
                    <a:pt x="234865" y="461731"/>
                  </a:lnTo>
                  <a:lnTo>
                    <a:pt x="234560" y="461040"/>
                  </a:lnTo>
                  <a:lnTo>
                    <a:pt x="234519" y="460039"/>
                  </a:lnTo>
                  <a:lnTo>
                    <a:pt x="234620" y="459505"/>
                  </a:lnTo>
                  <a:lnTo>
                    <a:pt x="235320" y="458870"/>
                  </a:lnTo>
                  <a:lnTo>
                    <a:pt x="235705" y="458156"/>
                  </a:lnTo>
                  <a:lnTo>
                    <a:pt x="235994" y="456502"/>
                  </a:lnTo>
                  <a:lnTo>
                    <a:pt x="235833" y="455770"/>
                  </a:lnTo>
                  <a:lnTo>
                    <a:pt x="236193" y="454736"/>
                  </a:lnTo>
                  <a:lnTo>
                    <a:pt x="236770" y="454550"/>
                  </a:lnTo>
                  <a:lnTo>
                    <a:pt x="238526" y="452841"/>
                  </a:lnTo>
                  <a:lnTo>
                    <a:pt x="238961" y="452660"/>
                  </a:lnTo>
                  <a:lnTo>
                    <a:pt x="239294" y="452080"/>
                  </a:lnTo>
                  <a:lnTo>
                    <a:pt x="239913" y="451748"/>
                  </a:lnTo>
                  <a:lnTo>
                    <a:pt x="240591" y="451500"/>
                  </a:lnTo>
                  <a:lnTo>
                    <a:pt x="240775" y="450905"/>
                  </a:lnTo>
                  <a:lnTo>
                    <a:pt x="241642" y="449981"/>
                  </a:lnTo>
                  <a:lnTo>
                    <a:pt x="241733" y="449078"/>
                  </a:lnTo>
                  <a:lnTo>
                    <a:pt x="242476" y="448392"/>
                  </a:lnTo>
                  <a:lnTo>
                    <a:pt x="243587" y="448473"/>
                  </a:lnTo>
                  <a:lnTo>
                    <a:pt x="243896" y="448117"/>
                  </a:lnTo>
                  <a:lnTo>
                    <a:pt x="245235" y="445149"/>
                  </a:lnTo>
                  <a:lnTo>
                    <a:pt x="245657" y="445374"/>
                  </a:lnTo>
                  <a:lnTo>
                    <a:pt x="246023" y="445187"/>
                  </a:lnTo>
                  <a:lnTo>
                    <a:pt x="246382" y="445302"/>
                  </a:lnTo>
                  <a:lnTo>
                    <a:pt x="247609" y="444800"/>
                  </a:lnTo>
                  <a:lnTo>
                    <a:pt x="247340" y="443122"/>
                  </a:lnTo>
                  <a:lnTo>
                    <a:pt x="250056" y="445045"/>
                  </a:lnTo>
                  <a:lnTo>
                    <a:pt x="249738" y="445413"/>
                  </a:lnTo>
                  <a:lnTo>
                    <a:pt x="250743" y="446384"/>
                  </a:lnTo>
                  <a:lnTo>
                    <a:pt x="251340" y="446389"/>
                  </a:lnTo>
                  <a:lnTo>
                    <a:pt x="252395" y="445514"/>
                  </a:lnTo>
                  <a:lnTo>
                    <a:pt x="253436" y="443922"/>
                  </a:lnTo>
                  <a:lnTo>
                    <a:pt x="252054" y="443632"/>
                  </a:lnTo>
                  <a:lnTo>
                    <a:pt x="251201" y="444053"/>
                  </a:lnTo>
                  <a:lnTo>
                    <a:pt x="250666" y="443337"/>
                  </a:lnTo>
                  <a:lnTo>
                    <a:pt x="251739" y="442102"/>
                  </a:lnTo>
                  <a:lnTo>
                    <a:pt x="251164" y="441459"/>
                  </a:lnTo>
                  <a:lnTo>
                    <a:pt x="251133" y="439964"/>
                  </a:lnTo>
                  <a:lnTo>
                    <a:pt x="250444" y="440345"/>
                  </a:lnTo>
                  <a:lnTo>
                    <a:pt x="249787" y="440385"/>
                  </a:lnTo>
                  <a:lnTo>
                    <a:pt x="249450" y="440063"/>
                  </a:lnTo>
                  <a:lnTo>
                    <a:pt x="249506" y="439616"/>
                  </a:lnTo>
                  <a:lnTo>
                    <a:pt x="248366" y="439103"/>
                  </a:lnTo>
                  <a:lnTo>
                    <a:pt x="248744" y="438497"/>
                  </a:lnTo>
                  <a:lnTo>
                    <a:pt x="247181" y="437925"/>
                  </a:lnTo>
                  <a:lnTo>
                    <a:pt x="246973" y="437169"/>
                  </a:lnTo>
                  <a:lnTo>
                    <a:pt x="244950" y="437525"/>
                  </a:lnTo>
                  <a:lnTo>
                    <a:pt x="244950" y="437807"/>
                  </a:lnTo>
                  <a:lnTo>
                    <a:pt x="243150" y="438997"/>
                  </a:lnTo>
                  <a:lnTo>
                    <a:pt x="243131" y="439442"/>
                  </a:lnTo>
                  <a:lnTo>
                    <a:pt x="242406" y="438708"/>
                  </a:lnTo>
                  <a:lnTo>
                    <a:pt x="241897" y="439908"/>
                  </a:lnTo>
                  <a:lnTo>
                    <a:pt x="240445" y="441051"/>
                  </a:lnTo>
                  <a:lnTo>
                    <a:pt x="240001" y="442222"/>
                  </a:lnTo>
                  <a:lnTo>
                    <a:pt x="239633" y="442114"/>
                  </a:lnTo>
                  <a:lnTo>
                    <a:pt x="239168" y="441123"/>
                  </a:lnTo>
                  <a:lnTo>
                    <a:pt x="238101" y="440508"/>
                  </a:lnTo>
                  <a:lnTo>
                    <a:pt x="238210" y="439269"/>
                  </a:lnTo>
                  <a:lnTo>
                    <a:pt x="237769" y="438519"/>
                  </a:lnTo>
                  <a:lnTo>
                    <a:pt x="238432" y="437359"/>
                  </a:lnTo>
                  <a:lnTo>
                    <a:pt x="239551" y="436225"/>
                  </a:lnTo>
                  <a:lnTo>
                    <a:pt x="239782" y="434691"/>
                  </a:lnTo>
                  <a:lnTo>
                    <a:pt x="238740" y="433136"/>
                  </a:lnTo>
                  <a:lnTo>
                    <a:pt x="238184" y="431337"/>
                  </a:lnTo>
                  <a:lnTo>
                    <a:pt x="237303" y="430262"/>
                  </a:lnTo>
                  <a:lnTo>
                    <a:pt x="235930" y="429309"/>
                  </a:lnTo>
                  <a:lnTo>
                    <a:pt x="234412" y="429278"/>
                  </a:lnTo>
                  <a:lnTo>
                    <a:pt x="233172" y="428652"/>
                  </a:lnTo>
                  <a:lnTo>
                    <a:pt x="231557" y="427218"/>
                  </a:lnTo>
                  <a:lnTo>
                    <a:pt x="231126" y="426227"/>
                  </a:lnTo>
                  <a:lnTo>
                    <a:pt x="230554" y="426106"/>
                  </a:lnTo>
                  <a:lnTo>
                    <a:pt x="228704" y="426503"/>
                  </a:lnTo>
                  <a:lnTo>
                    <a:pt x="227471" y="427052"/>
                  </a:lnTo>
                  <a:lnTo>
                    <a:pt x="226954" y="426866"/>
                  </a:lnTo>
                  <a:lnTo>
                    <a:pt x="223201" y="424023"/>
                  </a:lnTo>
                  <a:lnTo>
                    <a:pt x="222445" y="423755"/>
                  </a:lnTo>
                  <a:lnTo>
                    <a:pt x="220138" y="422250"/>
                  </a:lnTo>
                  <a:lnTo>
                    <a:pt x="218048" y="423778"/>
                  </a:lnTo>
                  <a:lnTo>
                    <a:pt x="216578" y="424384"/>
                  </a:lnTo>
                  <a:lnTo>
                    <a:pt x="216047" y="424348"/>
                  </a:lnTo>
                  <a:lnTo>
                    <a:pt x="214980" y="423698"/>
                  </a:lnTo>
                  <a:lnTo>
                    <a:pt x="213769" y="423510"/>
                  </a:lnTo>
                  <a:lnTo>
                    <a:pt x="213726" y="424018"/>
                  </a:lnTo>
                  <a:lnTo>
                    <a:pt x="215848" y="425450"/>
                  </a:lnTo>
                  <a:lnTo>
                    <a:pt x="216777" y="426753"/>
                  </a:lnTo>
                  <a:lnTo>
                    <a:pt x="216256" y="426955"/>
                  </a:lnTo>
                  <a:lnTo>
                    <a:pt x="215446" y="428059"/>
                  </a:lnTo>
                  <a:lnTo>
                    <a:pt x="214771" y="430125"/>
                  </a:lnTo>
                  <a:lnTo>
                    <a:pt x="214656" y="431253"/>
                  </a:lnTo>
                  <a:lnTo>
                    <a:pt x="214102" y="430777"/>
                  </a:lnTo>
                  <a:lnTo>
                    <a:pt x="213151" y="430774"/>
                  </a:lnTo>
                  <a:lnTo>
                    <a:pt x="211717" y="431826"/>
                  </a:lnTo>
                  <a:lnTo>
                    <a:pt x="212609" y="436794"/>
                  </a:lnTo>
                  <a:lnTo>
                    <a:pt x="211005" y="434071"/>
                  </a:lnTo>
                  <a:lnTo>
                    <a:pt x="210071" y="433786"/>
                  </a:lnTo>
                  <a:lnTo>
                    <a:pt x="206476" y="431657"/>
                  </a:lnTo>
                  <a:lnTo>
                    <a:pt x="205870" y="431847"/>
                  </a:lnTo>
                  <a:lnTo>
                    <a:pt x="205358" y="431174"/>
                  </a:lnTo>
                  <a:lnTo>
                    <a:pt x="204767" y="431540"/>
                  </a:lnTo>
                  <a:lnTo>
                    <a:pt x="203969" y="431616"/>
                  </a:lnTo>
                  <a:lnTo>
                    <a:pt x="204000" y="430935"/>
                  </a:lnTo>
                  <a:lnTo>
                    <a:pt x="202804" y="429082"/>
                  </a:lnTo>
                  <a:lnTo>
                    <a:pt x="201401" y="428561"/>
                  </a:lnTo>
                  <a:lnTo>
                    <a:pt x="200757" y="427841"/>
                  </a:lnTo>
                  <a:lnTo>
                    <a:pt x="200271" y="428278"/>
                  </a:lnTo>
                  <a:lnTo>
                    <a:pt x="199828" y="426749"/>
                  </a:lnTo>
                  <a:lnTo>
                    <a:pt x="199533" y="426786"/>
                  </a:lnTo>
                  <a:lnTo>
                    <a:pt x="199201" y="427240"/>
                  </a:lnTo>
                  <a:lnTo>
                    <a:pt x="198521" y="427138"/>
                  </a:lnTo>
                  <a:lnTo>
                    <a:pt x="198489" y="427724"/>
                  </a:lnTo>
                  <a:lnTo>
                    <a:pt x="197888" y="428186"/>
                  </a:lnTo>
                  <a:lnTo>
                    <a:pt x="197140" y="428357"/>
                  </a:lnTo>
                  <a:lnTo>
                    <a:pt x="197281" y="428676"/>
                  </a:lnTo>
                  <a:lnTo>
                    <a:pt x="197114" y="428950"/>
                  </a:lnTo>
                  <a:lnTo>
                    <a:pt x="195271" y="427029"/>
                  </a:lnTo>
                  <a:lnTo>
                    <a:pt x="194097" y="426231"/>
                  </a:lnTo>
                  <a:lnTo>
                    <a:pt x="190978" y="425059"/>
                  </a:lnTo>
                  <a:lnTo>
                    <a:pt x="188379" y="423650"/>
                  </a:lnTo>
                  <a:lnTo>
                    <a:pt x="184234" y="423485"/>
                  </a:lnTo>
                  <a:lnTo>
                    <a:pt x="181763" y="424279"/>
                  </a:lnTo>
                  <a:lnTo>
                    <a:pt x="181611" y="423573"/>
                  </a:lnTo>
                  <a:lnTo>
                    <a:pt x="181879" y="423389"/>
                  </a:lnTo>
                  <a:lnTo>
                    <a:pt x="182670" y="421655"/>
                  </a:lnTo>
                  <a:lnTo>
                    <a:pt x="182714" y="420994"/>
                  </a:lnTo>
                  <a:lnTo>
                    <a:pt x="184206" y="420234"/>
                  </a:lnTo>
                  <a:lnTo>
                    <a:pt x="185579" y="420082"/>
                  </a:lnTo>
                  <a:lnTo>
                    <a:pt x="187044" y="419383"/>
                  </a:lnTo>
                  <a:lnTo>
                    <a:pt x="189653" y="416881"/>
                  </a:lnTo>
                  <a:lnTo>
                    <a:pt x="191107" y="416407"/>
                  </a:lnTo>
                  <a:lnTo>
                    <a:pt x="192398" y="415431"/>
                  </a:lnTo>
                  <a:lnTo>
                    <a:pt x="193071" y="413917"/>
                  </a:lnTo>
                  <a:lnTo>
                    <a:pt x="193001" y="412155"/>
                  </a:lnTo>
                  <a:lnTo>
                    <a:pt x="194625" y="408317"/>
                  </a:lnTo>
                  <a:lnTo>
                    <a:pt x="195009" y="405990"/>
                  </a:lnTo>
                  <a:lnTo>
                    <a:pt x="195219" y="405702"/>
                  </a:lnTo>
                  <a:lnTo>
                    <a:pt x="196869" y="404938"/>
                  </a:lnTo>
                  <a:lnTo>
                    <a:pt x="197161" y="404533"/>
                  </a:lnTo>
                  <a:lnTo>
                    <a:pt x="197269" y="403962"/>
                  </a:lnTo>
                  <a:lnTo>
                    <a:pt x="197916" y="402926"/>
                  </a:lnTo>
                  <a:lnTo>
                    <a:pt x="197863" y="402032"/>
                  </a:lnTo>
                  <a:lnTo>
                    <a:pt x="198121" y="401052"/>
                  </a:lnTo>
                  <a:lnTo>
                    <a:pt x="200389" y="397220"/>
                  </a:lnTo>
                  <a:lnTo>
                    <a:pt x="200867" y="396102"/>
                  </a:lnTo>
                  <a:lnTo>
                    <a:pt x="200742" y="395699"/>
                  </a:lnTo>
                  <a:lnTo>
                    <a:pt x="201022" y="394346"/>
                  </a:lnTo>
                  <a:lnTo>
                    <a:pt x="200772" y="392345"/>
                  </a:lnTo>
                  <a:lnTo>
                    <a:pt x="200897" y="391341"/>
                  </a:lnTo>
                  <a:lnTo>
                    <a:pt x="202057" y="388504"/>
                  </a:lnTo>
                  <a:lnTo>
                    <a:pt x="202563" y="388214"/>
                  </a:lnTo>
                  <a:lnTo>
                    <a:pt x="202714" y="387664"/>
                  </a:lnTo>
                  <a:lnTo>
                    <a:pt x="201965" y="386409"/>
                  </a:lnTo>
                  <a:lnTo>
                    <a:pt x="202252" y="384150"/>
                  </a:lnTo>
                  <a:lnTo>
                    <a:pt x="205242" y="380979"/>
                  </a:lnTo>
                  <a:lnTo>
                    <a:pt x="203825" y="379404"/>
                  </a:lnTo>
                  <a:lnTo>
                    <a:pt x="202495" y="378491"/>
                  </a:lnTo>
                  <a:lnTo>
                    <a:pt x="199146" y="377562"/>
                  </a:lnTo>
                  <a:lnTo>
                    <a:pt x="198509" y="378135"/>
                  </a:lnTo>
                  <a:lnTo>
                    <a:pt x="198177" y="380077"/>
                  </a:lnTo>
                  <a:lnTo>
                    <a:pt x="196524" y="377447"/>
                  </a:lnTo>
                  <a:lnTo>
                    <a:pt x="196386" y="375951"/>
                  </a:lnTo>
                  <a:lnTo>
                    <a:pt x="196735" y="374024"/>
                  </a:lnTo>
                  <a:lnTo>
                    <a:pt x="196471" y="373936"/>
                  </a:lnTo>
                  <a:lnTo>
                    <a:pt x="197155" y="372875"/>
                  </a:lnTo>
                  <a:lnTo>
                    <a:pt x="199995" y="370395"/>
                  </a:lnTo>
                  <a:lnTo>
                    <a:pt x="203571" y="369280"/>
                  </a:lnTo>
                  <a:lnTo>
                    <a:pt x="206307" y="367715"/>
                  </a:lnTo>
                  <a:lnTo>
                    <a:pt x="208389" y="365859"/>
                  </a:lnTo>
                  <a:lnTo>
                    <a:pt x="211129" y="364876"/>
                  </a:lnTo>
                  <a:lnTo>
                    <a:pt x="213287" y="364382"/>
                  </a:lnTo>
                  <a:lnTo>
                    <a:pt x="214054" y="360371"/>
                  </a:lnTo>
                  <a:lnTo>
                    <a:pt x="213887" y="360163"/>
                  </a:lnTo>
                  <a:lnTo>
                    <a:pt x="213548" y="360213"/>
                  </a:lnTo>
                  <a:lnTo>
                    <a:pt x="213299" y="361376"/>
                  </a:lnTo>
                  <a:lnTo>
                    <a:pt x="212982" y="361449"/>
                  </a:lnTo>
                  <a:lnTo>
                    <a:pt x="212779" y="360665"/>
                  </a:lnTo>
                  <a:lnTo>
                    <a:pt x="211805" y="358947"/>
                  </a:lnTo>
                  <a:lnTo>
                    <a:pt x="211730" y="357930"/>
                  </a:lnTo>
                  <a:lnTo>
                    <a:pt x="211539" y="357811"/>
                  </a:lnTo>
                  <a:lnTo>
                    <a:pt x="209782" y="358116"/>
                  </a:lnTo>
                  <a:lnTo>
                    <a:pt x="209517" y="358485"/>
                  </a:lnTo>
                  <a:lnTo>
                    <a:pt x="205678" y="363184"/>
                  </a:lnTo>
                  <a:lnTo>
                    <a:pt x="203500" y="364162"/>
                  </a:lnTo>
                  <a:lnTo>
                    <a:pt x="201690" y="365494"/>
                  </a:lnTo>
                  <a:lnTo>
                    <a:pt x="198968" y="366194"/>
                  </a:lnTo>
                  <a:lnTo>
                    <a:pt x="198200" y="366852"/>
                  </a:lnTo>
                  <a:lnTo>
                    <a:pt x="197262" y="368556"/>
                  </a:lnTo>
                  <a:lnTo>
                    <a:pt x="195180" y="369871"/>
                  </a:lnTo>
                  <a:lnTo>
                    <a:pt x="193103" y="371854"/>
                  </a:lnTo>
                  <a:lnTo>
                    <a:pt x="190303" y="373735"/>
                  </a:lnTo>
                  <a:lnTo>
                    <a:pt x="188750" y="377879"/>
                  </a:lnTo>
                  <a:lnTo>
                    <a:pt x="188044" y="378974"/>
                  </a:lnTo>
                  <a:lnTo>
                    <a:pt x="187565" y="380363"/>
                  </a:lnTo>
                  <a:lnTo>
                    <a:pt x="185121" y="384016"/>
                  </a:lnTo>
                  <a:lnTo>
                    <a:pt x="183768" y="385227"/>
                  </a:lnTo>
                  <a:lnTo>
                    <a:pt x="182880" y="385758"/>
                  </a:lnTo>
                  <a:lnTo>
                    <a:pt x="182462" y="385780"/>
                  </a:lnTo>
                  <a:lnTo>
                    <a:pt x="176119" y="390995"/>
                  </a:lnTo>
                  <a:lnTo>
                    <a:pt x="175837" y="388936"/>
                  </a:lnTo>
                  <a:lnTo>
                    <a:pt x="176856" y="388048"/>
                  </a:lnTo>
                  <a:lnTo>
                    <a:pt x="177822" y="386769"/>
                  </a:lnTo>
                  <a:lnTo>
                    <a:pt x="178289" y="385568"/>
                  </a:lnTo>
                  <a:lnTo>
                    <a:pt x="178175" y="384980"/>
                  </a:lnTo>
                  <a:lnTo>
                    <a:pt x="177216" y="385100"/>
                  </a:lnTo>
                  <a:lnTo>
                    <a:pt x="174257" y="383273"/>
                  </a:lnTo>
                  <a:lnTo>
                    <a:pt x="173103" y="383342"/>
                  </a:lnTo>
                  <a:lnTo>
                    <a:pt x="171472" y="383900"/>
                  </a:lnTo>
                  <a:lnTo>
                    <a:pt x="170575" y="383824"/>
                  </a:lnTo>
                  <a:lnTo>
                    <a:pt x="169954" y="382473"/>
                  </a:lnTo>
                  <a:lnTo>
                    <a:pt x="168624" y="381417"/>
                  </a:lnTo>
                  <a:lnTo>
                    <a:pt x="167907" y="380420"/>
                  </a:lnTo>
                  <a:lnTo>
                    <a:pt x="166916" y="379573"/>
                  </a:lnTo>
                  <a:lnTo>
                    <a:pt x="165127" y="376163"/>
                  </a:lnTo>
                  <a:lnTo>
                    <a:pt x="162050" y="374018"/>
                  </a:lnTo>
                  <a:lnTo>
                    <a:pt x="161650" y="373252"/>
                  </a:lnTo>
                  <a:lnTo>
                    <a:pt x="158578" y="370478"/>
                  </a:lnTo>
                  <a:lnTo>
                    <a:pt x="157011" y="372394"/>
                  </a:lnTo>
                  <a:lnTo>
                    <a:pt x="156073" y="371651"/>
                  </a:lnTo>
                  <a:lnTo>
                    <a:pt x="154830" y="371143"/>
                  </a:lnTo>
                  <a:lnTo>
                    <a:pt x="151526" y="370888"/>
                  </a:lnTo>
                  <a:lnTo>
                    <a:pt x="149636" y="370215"/>
                  </a:lnTo>
                  <a:lnTo>
                    <a:pt x="148540" y="373496"/>
                  </a:lnTo>
                  <a:lnTo>
                    <a:pt x="145237" y="371315"/>
                  </a:lnTo>
                  <a:lnTo>
                    <a:pt x="142682" y="367606"/>
                  </a:lnTo>
                  <a:lnTo>
                    <a:pt x="141506" y="366310"/>
                  </a:lnTo>
                  <a:lnTo>
                    <a:pt x="140909" y="366162"/>
                  </a:lnTo>
                  <a:lnTo>
                    <a:pt x="139201" y="366539"/>
                  </a:lnTo>
                  <a:lnTo>
                    <a:pt x="137773" y="366233"/>
                  </a:lnTo>
                  <a:lnTo>
                    <a:pt x="137811" y="367165"/>
                  </a:lnTo>
                  <a:lnTo>
                    <a:pt x="136685" y="367275"/>
                  </a:lnTo>
                  <a:lnTo>
                    <a:pt x="136186" y="367123"/>
                  </a:lnTo>
                  <a:lnTo>
                    <a:pt x="134221" y="367293"/>
                  </a:lnTo>
                  <a:lnTo>
                    <a:pt x="133243" y="366563"/>
                  </a:lnTo>
                  <a:lnTo>
                    <a:pt x="132096" y="366190"/>
                  </a:lnTo>
                  <a:lnTo>
                    <a:pt x="131217" y="366575"/>
                  </a:lnTo>
                  <a:lnTo>
                    <a:pt x="127883" y="366983"/>
                  </a:lnTo>
                  <a:lnTo>
                    <a:pt x="126999" y="366452"/>
                  </a:lnTo>
                  <a:lnTo>
                    <a:pt x="126296" y="365241"/>
                  </a:lnTo>
                  <a:lnTo>
                    <a:pt x="125757" y="364859"/>
                  </a:lnTo>
                  <a:lnTo>
                    <a:pt x="124453" y="364580"/>
                  </a:lnTo>
                  <a:lnTo>
                    <a:pt x="122227" y="363306"/>
                  </a:lnTo>
                  <a:lnTo>
                    <a:pt x="120145" y="361481"/>
                  </a:lnTo>
                  <a:lnTo>
                    <a:pt x="119798" y="361774"/>
                  </a:lnTo>
                  <a:lnTo>
                    <a:pt x="117521" y="359893"/>
                  </a:lnTo>
                  <a:lnTo>
                    <a:pt x="117052" y="360809"/>
                  </a:lnTo>
                  <a:lnTo>
                    <a:pt x="115875" y="361164"/>
                  </a:lnTo>
                  <a:lnTo>
                    <a:pt x="115003" y="361780"/>
                  </a:lnTo>
                  <a:lnTo>
                    <a:pt x="111716" y="365012"/>
                  </a:lnTo>
                  <a:lnTo>
                    <a:pt x="110381" y="365282"/>
                  </a:lnTo>
                  <a:lnTo>
                    <a:pt x="110542" y="365827"/>
                  </a:lnTo>
                  <a:lnTo>
                    <a:pt x="109892" y="365617"/>
                  </a:lnTo>
                  <a:lnTo>
                    <a:pt x="108276" y="365648"/>
                  </a:lnTo>
                  <a:lnTo>
                    <a:pt x="106655" y="364991"/>
                  </a:lnTo>
                  <a:lnTo>
                    <a:pt x="105787" y="364998"/>
                  </a:lnTo>
                  <a:lnTo>
                    <a:pt x="103117" y="366800"/>
                  </a:lnTo>
                  <a:lnTo>
                    <a:pt x="101251" y="367024"/>
                  </a:lnTo>
                  <a:lnTo>
                    <a:pt x="99015" y="365841"/>
                  </a:lnTo>
                  <a:lnTo>
                    <a:pt x="96543" y="365482"/>
                  </a:lnTo>
                  <a:lnTo>
                    <a:pt x="96104" y="365228"/>
                  </a:lnTo>
                  <a:lnTo>
                    <a:pt x="93260" y="362866"/>
                  </a:lnTo>
                  <a:lnTo>
                    <a:pt x="91209" y="360695"/>
                  </a:lnTo>
                  <a:lnTo>
                    <a:pt x="90059" y="360433"/>
                  </a:lnTo>
                  <a:lnTo>
                    <a:pt x="87858" y="361094"/>
                  </a:lnTo>
                  <a:lnTo>
                    <a:pt x="87251" y="359126"/>
                  </a:lnTo>
                  <a:lnTo>
                    <a:pt x="87545" y="357697"/>
                  </a:lnTo>
                  <a:lnTo>
                    <a:pt x="87176" y="356280"/>
                  </a:lnTo>
                  <a:lnTo>
                    <a:pt x="86792" y="356299"/>
                  </a:lnTo>
                  <a:lnTo>
                    <a:pt x="86678" y="355367"/>
                  </a:lnTo>
                  <a:lnTo>
                    <a:pt x="86187" y="354599"/>
                  </a:lnTo>
                  <a:lnTo>
                    <a:pt x="81245" y="355881"/>
                  </a:lnTo>
                  <a:lnTo>
                    <a:pt x="78873" y="355415"/>
                  </a:lnTo>
                  <a:lnTo>
                    <a:pt x="77680" y="354694"/>
                  </a:lnTo>
                  <a:lnTo>
                    <a:pt x="77104" y="354011"/>
                  </a:lnTo>
                  <a:lnTo>
                    <a:pt x="77165" y="353734"/>
                  </a:lnTo>
                  <a:lnTo>
                    <a:pt x="77715" y="353312"/>
                  </a:lnTo>
                  <a:lnTo>
                    <a:pt x="78695" y="353530"/>
                  </a:lnTo>
                  <a:lnTo>
                    <a:pt x="79076" y="353295"/>
                  </a:lnTo>
                  <a:lnTo>
                    <a:pt x="77792" y="351405"/>
                  </a:lnTo>
                  <a:lnTo>
                    <a:pt x="77514" y="350259"/>
                  </a:lnTo>
                  <a:lnTo>
                    <a:pt x="77650" y="348998"/>
                  </a:lnTo>
                  <a:lnTo>
                    <a:pt x="77362" y="348411"/>
                  </a:lnTo>
                  <a:lnTo>
                    <a:pt x="75552" y="347256"/>
                  </a:lnTo>
                  <a:lnTo>
                    <a:pt x="74711" y="346459"/>
                  </a:lnTo>
                  <a:lnTo>
                    <a:pt x="72895" y="346174"/>
                  </a:lnTo>
                  <a:lnTo>
                    <a:pt x="67586" y="343733"/>
                  </a:lnTo>
                  <a:lnTo>
                    <a:pt x="66538" y="342988"/>
                  </a:lnTo>
                  <a:lnTo>
                    <a:pt x="65292" y="341610"/>
                  </a:lnTo>
                  <a:lnTo>
                    <a:pt x="63091" y="340684"/>
                  </a:lnTo>
                  <a:lnTo>
                    <a:pt x="61982" y="339183"/>
                  </a:lnTo>
                  <a:lnTo>
                    <a:pt x="61895" y="338319"/>
                  </a:lnTo>
                  <a:lnTo>
                    <a:pt x="62128" y="337632"/>
                  </a:lnTo>
                  <a:lnTo>
                    <a:pt x="64390" y="333159"/>
                  </a:lnTo>
                  <a:lnTo>
                    <a:pt x="64377" y="331653"/>
                  </a:lnTo>
                  <a:lnTo>
                    <a:pt x="63794" y="329319"/>
                  </a:lnTo>
                  <a:lnTo>
                    <a:pt x="63449" y="324437"/>
                  </a:lnTo>
                  <a:lnTo>
                    <a:pt x="63697" y="323274"/>
                  </a:lnTo>
                  <a:lnTo>
                    <a:pt x="63640" y="321444"/>
                  </a:lnTo>
                  <a:lnTo>
                    <a:pt x="64113" y="319286"/>
                  </a:lnTo>
                  <a:lnTo>
                    <a:pt x="63942" y="317198"/>
                  </a:lnTo>
                  <a:lnTo>
                    <a:pt x="62855" y="315884"/>
                  </a:lnTo>
                  <a:lnTo>
                    <a:pt x="63038" y="314803"/>
                  </a:lnTo>
                  <a:lnTo>
                    <a:pt x="61552" y="312497"/>
                  </a:lnTo>
                  <a:lnTo>
                    <a:pt x="61214" y="310032"/>
                  </a:lnTo>
                  <a:lnTo>
                    <a:pt x="59805" y="307991"/>
                  </a:lnTo>
                  <a:lnTo>
                    <a:pt x="59434" y="307081"/>
                  </a:lnTo>
                  <a:lnTo>
                    <a:pt x="58797" y="300676"/>
                  </a:lnTo>
                  <a:lnTo>
                    <a:pt x="58886" y="299713"/>
                  </a:lnTo>
                  <a:lnTo>
                    <a:pt x="60335" y="295325"/>
                  </a:lnTo>
                  <a:lnTo>
                    <a:pt x="60840" y="292953"/>
                  </a:lnTo>
                  <a:lnTo>
                    <a:pt x="60991" y="291562"/>
                  </a:lnTo>
                  <a:lnTo>
                    <a:pt x="60723" y="289609"/>
                  </a:lnTo>
                  <a:lnTo>
                    <a:pt x="60833" y="288335"/>
                  </a:lnTo>
                  <a:lnTo>
                    <a:pt x="59547" y="285024"/>
                  </a:lnTo>
                  <a:lnTo>
                    <a:pt x="58319" y="283558"/>
                  </a:lnTo>
                  <a:lnTo>
                    <a:pt x="57879" y="282453"/>
                  </a:lnTo>
                  <a:lnTo>
                    <a:pt x="57554" y="274195"/>
                  </a:lnTo>
                  <a:lnTo>
                    <a:pt x="56084" y="268666"/>
                  </a:lnTo>
                  <a:lnTo>
                    <a:pt x="55584" y="267659"/>
                  </a:lnTo>
                  <a:lnTo>
                    <a:pt x="54645" y="266989"/>
                  </a:lnTo>
                  <a:lnTo>
                    <a:pt x="49507" y="264995"/>
                  </a:lnTo>
                  <a:lnTo>
                    <a:pt x="48934" y="264999"/>
                  </a:lnTo>
                  <a:lnTo>
                    <a:pt x="48303" y="265749"/>
                  </a:lnTo>
                  <a:lnTo>
                    <a:pt x="47709" y="265906"/>
                  </a:lnTo>
                  <a:lnTo>
                    <a:pt x="46280" y="265623"/>
                  </a:lnTo>
                  <a:lnTo>
                    <a:pt x="46134" y="264568"/>
                  </a:lnTo>
                  <a:lnTo>
                    <a:pt x="45502" y="263561"/>
                  </a:lnTo>
                  <a:lnTo>
                    <a:pt x="44964" y="262043"/>
                  </a:lnTo>
                  <a:lnTo>
                    <a:pt x="44646" y="260347"/>
                  </a:lnTo>
                  <a:lnTo>
                    <a:pt x="44661" y="255834"/>
                  </a:lnTo>
                  <a:lnTo>
                    <a:pt x="29816" y="255555"/>
                  </a:lnTo>
                  <a:lnTo>
                    <a:pt x="25475" y="255921"/>
                  </a:lnTo>
                  <a:lnTo>
                    <a:pt x="23566" y="255407"/>
                  </a:lnTo>
                  <a:lnTo>
                    <a:pt x="21398" y="255890"/>
                  </a:lnTo>
                  <a:lnTo>
                    <a:pt x="19626" y="255301"/>
                  </a:lnTo>
                  <a:lnTo>
                    <a:pt x="16025" y="256123"/>
                  </a:lnTo>
                  <a:lnTo>
                    <a:pt x="13737" y="256043"/>
                  </a:lnTo>
                  <a:lnTo>
                    <a:pt x="11703" y="255197"/>
                  </a:lnTo>
                  <a:lnTo>
                    <a:pt x="11513" y="254634"/>
                  </a:lnTo>
                  <a:lnTo>
                    <a:pt x="8325" y="254235"/>
                  </a:lnTo>
                  <a:lnTo>
                    <a:pt x="7860" y="254432"/>
                  </a:lnTo>
                  <a:lnTo>
                    <a:pt x="5791" y="252670"/>
                  </a:lnTo>
                  <a:lnTo>
                    <a:pt x="3877" y="251605"/>
                  </a:lnTo>
                  <a:lnTo>
                    <a:pt x="3548" y="250366"/>
                  </a:lnTo>
                  <a:lnTo>
                    <a:pt x="2645" y="248565"/>
                  </a:lnTo>
                  <a:lnTo>
                    <a:pt x="2940" y="248148"/>
                  </a:lnTo>
                  <a:lnTo>
                    <a:pt x="2849" y="247767"/>
                  </a:lnTo>
                  <a:lnTo>
                    <a:pt x="3458" y="246373"/>
                  </a:lnTo>
                  <a:lnTo>
                    <a:pt x="5825" y="244222"/>
                  </a:lnTo>
                  <a:lnTo>
                    <a:pt x="2828" y="240070"/>
                  </a:lnTo>
                  <a:lnTo>
                    <a:pt x="2141" y="235176"/>
                  </a:lnTo>
                  <a:lnTo>
                    <a:pt x="0" y="231877"/>
                  </a:lnTo>
                  <a:lnTo>
                    <a:pt x="1026" y="229332"/>
                  </a:lnTo>
                  <a:lnTo>
                    <a:pt x="308" y="226838"/>
                  </a:lnTo>
                  <a:lnTo>
                    <a:pt x="1455" y="222718"/>
                  </a:lnTo>
                  <a:lnTo>
                    <a:pt x="4164" y="222242"/>
                  </a:lnTo>
                  <a:lnTo>
                    <a:pt x="4397" y="219466"/>
                  </a:lnTo>
                  <a:lnTo>
                    <a:pt x="5859" y="218250"/>
                  </a:lnTo>
                  <a:lnTo>
                    <a:pt x="7961" y="217042"/>
                  </a:lnTo>
                  <a:lnTo>
                    <a:pt x="9180" y="216762"/>
                  </a:lnTo>
                  <a:lnTo>
                    <a:pt x="9731" y="216265"/>
                  </a:lnTo>
                  <a:lnTo>
                    <a:pt x="9660" y="215064"/>
                  </a:lnTo>
                  <a:lnTo>
                    <a:pt x="8634" y="213827"/>
                  </a:lnTo>
                  <a:lnTo>
                    <a:pt x="8860" y="212656"/>
                  </a:lnTo>
                  <a:lnTo>
                    <a:pt x="8707" y="211859"/>
                  </a:lnTo>
                  <a:lnTo>
                    <a:pt x="8142" y="211298"/>
                  </a:lnTo>
                  <a:lnTo>
                    <a:pt x="7805" y="207092"/>
                  </a:lnTo>
                  <a:lnTo>
                    <a:pt x="8814" y="204454"/>
                  </a:lnTo>
                  <a:lnTo>
                    <a:pt x="9107" y="202259"/>
                  </a:lnTo>
                  <a:lnTo>
                    <a:pt x="8139" y="199435"/>
                  </a:lnTo>
                  <a:lnTo>
                    <a:pt x="8521" y="197387"/>
                  </a:lnTo>
                  <a:lnTo>
                    <a:pt x="8844" y="196993"/>
                  </a:lnTo>
                  <a:lnTo>
                    <a:pt x="8640" y="195922"/>
                  </a:lnTo>
                  <a:lnTo>
                    <a:pt x="7570" y="193860"/>
                  </a:lnTo>
                  <a:lnTo>
                    <a:pt x="7387" y="191991"/>
                  </a:lnTo>
                  <a:lnTo>
                    <a:pt x="7550" y="191549"/>
                  </a:lnTo>
                  <a:lnTo>
                    <a:pt x="9331" y="191748"/>
                  </a:lnTo>
                  <a:lnTo>
                    <a:pt x="11862" y="194469"/>
                  </a:lnTo>
                  <a:lnTo>
                    <a:pt x="13116" y="194492"/>
                  </a:lnTo>
                  <a:lnTo>
                    <a:pt x="16159" y="191795"/>
                  </a:lnTo>
                  <a:lnTo>
                    <a:pt x="17718" y="189888"/>
                  </a:lnTo>
                  <a:lnTo>
                    <a:pt x="19209" y="189497"/>
                  </a:lnTo>
                  <a:lnTo>
                    <a:pt x="21376" y="186486"/>
                  </a:lnTo>
                  <a:lnTo>
                    <a:pt x="21814" y="185150"/>
                  </a:lnTo>
                  <a:lnTo>
                    <a:pt x="22157" y="185028"/>
                  </a:lnTo>
                  <a:lnTo>
                    <a:pt x="22852" y="184066"/>
                  </a:lnTo>
                  <a:lnTo>
                    <a:pt x="24907" y="183147"/>
                  </a:lnTo>
                  <a:lnTo>
                    <a:pt x="26973" y="183400"/>
                  </a:lnTo>
                  <a:lnTo>
                    <a:pt x="27423" y="183682"/>
                  </a:lnTo>
                  <a:lnTo>
                    <a:pt x="29033" y="183570"/>
                  </a:lnTo>
                  <a:lnTo>
                    <a:pt x="30348" y="182991"/>
                  </a:lnTo>
                  <a:lnTo>
                    <a:pt x="30935" y="183271"/>
                  </a:lnTo>
                  <a:lnTo>
                    <a:pt x="31494" y="182749"/>
                  </a:lnTo>
                  <a:lnTo>
                    <a:pt x="31804" y="182003"/>
                  </a:lnTo>
                  <a:lnTo>
                    <a:pt x="33439" y="181680"/>
                  </a:lnTo>
                  <a:lnTo>
                    <a:pt x="33963" y="180931"/>
                  </a:lnTo>
                  <a:lnTo>
                    <a:pt x="34470" y="180910"/>
                  </a:lnTo>
                  <a:lnTo>
                    <a:pt x="34814" y="180490"/>
                  </a:lnTo>
                  <a:lnTo>
                    <a:pt x="35767" y="180320"/>
                  </a:lnTo>
                  <a:lnTo>
                    <a:pt x="36074" y="179450"/>
                  </a:lnTo>
                  <a:lnTo>
                    <a:pt x="36833" y="178812"/>
                  </a:lnTo>
                  <a:lnTo>
                    <a:pt x="37589" y="179061"/>
                  </a:lnTo>
                  <a:lnTo>
                    <a:pt x="38523" y="178787"/>
                  </a:lnTo>
                  <a:lnTo>
                    <a:pt x="39073" y="178964"/>
                  </a:lnTo>
                  <a:lnTo>
                    <a:pt x="40689" y="178534"/>
                  </a:lnTo>
                  <a:lnTo>
                    <a:pt x="41424" y="177825"/>
                  </a:lnTo>
                  <a:lnTo>
                    <a:pt x="41990" y="178091"/>
                  </a:lnTo>
                  <a:lnTo>
                    <a:pt x="42683" y="178046"/>
                  </a:lnTo>
                  <a:lnTo>
                    <a:pt x="43041" y="177803"/>
                  </a:lnTo>
                  <a:lnTo>
                    <a:pt x="43812" y="177862"/>
                  </a:lnTo>
                  <a:lnTo>
                    <a:pt x="43923" y="177542"/>
                  </a:lnTo>
                  <a:lnTo>
                    <a:pt x="44561" y="177511"/>
                  </a:lnTo>
                  <a:lnTo>
                    <a:pt x="44656" y="177726"/>
                  </a:lnTo>
                  <a:lnTo>
                    <a:pt x="45110" y="177454"/>
                  </a:lnTo>
                  <a:lnTo>
                    <a:pt x="45888" y="177731"/>
                  </a:lnTo>
                  <a:lnTo>
                    <a:pt x="46673" y="177711"/>
                  </a:lnTo>
                  <a:lnTo>
                    <a:pt x="47483" y="178384"/>
                  </a:lnTo>
                  <a:lnTo>
                    <a:pt x="49636" y="178193"/>
                  </a:lnTo>
                  <a:lnTo>
                    <a:pt x="50279" y="178585"/>
                  </a:lnTo>
                  <a:lnTo>
                    <a:pt x="51024" y="178147"/>
                  </a:lnTo>
                  <a:lnTo>
                    <a:pt x="51687" y="178552"/>
                  </a:lnTo>
                  <a:lnTo>
                    <a:pt x="52625" y="178328"/>
                  </a:lnTo>
                  <a:lnTo>
                    <a:pt x="53861" y="178585"/>
                  </a:lnTo>
                  <a:lnTo>
                    <a:pt x="55245" y="177511"/>
                  </a:lnTo>
                  <a:lnTo>
                    <a:pt x="55913" y="176597"/>
                  </a:lnTo>
                  <a:lnTo>
                    <a:pt x="56182" y="175223"/>
                  </a:lnTo>
                  <a:lnTo>
                    <a:pt x="56678" y="175341"/>
                  </a:lnTo>
                  <a:lnTo>
                    <a:pt x="57857" y="174171"/>
                  </a:lnTo>
                  <a:lnTo>
                    <a:pt x="58766" y="174195"/>
                  </a:lnTo>
                  <a:lnTo>
                    <a:pt x="59518" y="174550"/>
                  </a:lnTo>
                  <a:lnTo>
                    <a:pt x="60056" y="173703"/>
                  </a:lnTo>
                  <a:lnTo>
                    <a:pt x="61201" y="173425"/>
                  </a:lnTo>
                  <a:lnTo>
                    <a:pt x="62212" y="172398"/>
                  </a:lnTo>
                  <a:lnTo>
                    <a:pt x="63687" y="172325"/>
                  </a:lnTo>
                  <a:lnTo>
                    <a:pt x="66483" y="171549"/>
                  </a:lnTo>
                  <a:lnTo>
                    <a:pt x="68544" y="171441"/>
                  </a:lnTo>
                  <a:lnTo>
                    <a:pt x="69008" y="170548"/>
                  </a:lnTo>
                  <a:lnTo>
                    <a:pt x="69444" y="170298"/>
                  </a:lnTo>
                  <a:lnTo>
                    <a:pt x="70161" y="168645"/>
                  </a:lnTo>
                  <a:lnTo>
                    <a:pt x="70918" y="168331"/>
                  </a:lnTo>
                  <a:lnTo>
                    <a:pt x="71654" y="167429"/>
                  </a:lnTo>
                  <a:lnTo>
                    <a:pt x="72010" y="166500"/>
                  </a:lnTo>
                  <a:lnTo>
                    <a:pt x="71962" y="164509"/>
                  </a:lnTo>
                  <a:lnTo>
                    <a:pt x="71172" y="163255"/>
                  </a:lnTo>
                  <a:lnTo>
                    <a:pt x="70700" y="162899"/>
                  </a:lnTo>
                  <a:lnTo>
                    <a:pt x="69290" y="162563"/>
                  </a:lnTo>
                  <a:lnTo>
                    <a:pt x="68700" y="160620"/>
                  </a:lnTo>
                  <a:lnTo>
                    <a:pt x="68000" y="159528"/>
                  </a:lnTo>
                  <a:lnTo>
                    <a:pt x="68044" y="158764"/>
                  </a:lnTo>
                  <a:lnTo>
                    <a:pt x="68700" y="158253"/>
                  </a:lnTo>
                  <a:lnTo>
                    <a:pt x="70038" y="155698"/>
                  </a:lnTo>
                  <a:lnTo>
                    <a:pt x="70064" y="154161"/>
                  </a:lnTo>
                  <a:lnTo>
                    <a:pt x="71534" y="152047"/>
                  </a:lnTo>
                  <a:lnTo>
                    <a:pt x="71739" y="151002"/>
                  </a:lnTo>
                  <a:lnTo>
                    <a:pt x="72927" y="150128"/>
                  </a:lnTo>
                  <a:lnTo>
                    <a:pt x="73254" y="149264"/>
                  </a:lnTo>
                  <a:lnTo>
                    <a:pt x="74186" y="148279"/>
                  </a:lnTo>
                  <a:lnTo>
                    <a:pt x="75599" y="148021"/>
                  </a:lnTo>
                  <a:lnTo>
                    <a:pt x="76026" y="146540"/>
                  </a:lnTo>
                  <a:lnTo>
                    <a:pt x="77497" y="145094"/>
                  </a:lnTo>
                  <a:lnTo>
                    <a:pt x="79475" y="144188"/>
                  </a:lnTo>
                  <a:lnTo>
                    <a:pt x="79537" y="141915"/>
                  </a:lnTo>
                  <a:lnTo>
                    <a:pt x="79362" y="140963"/>
                  </a:lnTo>
                  <a:lnTo>
                    <a:pt x="78665" y="140501"/>
                  </a:lnTo>
                  <a:lnTo>
                    <a:pt x="78295" y="139631"/>
                  </a:lnTo>
                  <a:lnTo>
                    <a:pt x="77812" y="136995"/>
                  </a:lnTo>
                  <a:lnTo>
                    <a:pt x="77906" y="135876"/>
                  </a:lnTo>
                  <a:lnTo>
                    <a:pt x="78464" y="135400"/>
                  </a:lnTo>
                  <a:lnTo>
                    <a:pt x="78973" y="133767"/>
                  </a:lnTo>
                  <a:lnTo>
                    <a:pt x="78502" y="131470"/>
                  </a:lnTo>
                  <a:lnTo>
                    <a:pt x="78444" y="128221"/>
                  </a:lnTo>
                  <a:lnTo>
                    <a:pt x="77636" y="127852"/>
                  </a:lnTo>
                  <a:lnTo>
                    <a:pt x="77542" y="127445"/>
                  </a:lnTo>
                  <a:lnTo>
                    <a:pt x="77629" y="126150"/>
                  </a:lnTo>
                  <a:lnTo>
                    <a:pt x="77276" y="124851"/>
                  </a:lnTo>
                  <a:lnTo>
                    <a:pt x="77385" y="121604"/>
                  </a:lnTo>
                  <a:lnTo>
                    <a:pt x="77141" y="121246"/>
                  </a:lnTo>
                  <a:lnTo>
                    <a:pt x="75538" y="120987"/>
                  </a:lnTo>
                  <a:lnTo>
                    <a:pt x="74859" y="120231"/>
                  </a:lnTo>
                  <a:lnTo>
                    <a:pt x="74824" y="119146"/>
                  </a:lnTo>
                  <a:lnTo>
                    <a:pt x="75137" y="118422"/>
                  </a:lnTo>
                  <a:lnTo>
                    <a:pt x="75748" y="118738"/>
                  </a:lnTo>
                  <a:lnTo>
                    <a:pt x="75950" y="118505"/>
                  </a:lnTo>
                  <a:lnTo>
                    <a:pt x="77593" y="118429"/>
                  </a:lnTo>
                  <a:lnTo>
                    <a:pt x="78643" y="118081"/>
                  </a:lnTo>
                  <a:lnTo>
                    <a:pt x="79956" y="118627"/>
                  </a:lnTo>
                  <a:lnTo>
                    <a:pt x="83258" y="116711"/>
                  </a:lnTo>
                  <a:lnTo>
                    <a:pt x="84161" y="116810"/>
                  </a:lnTo>
                  <a:lnTo>
                    <a:pt x="85495" y="116327"/>
                  </a:lnTo>
                  <a:lnTo>
                    <a:pt x="86948" y="115402"/>
                  </a:lnTo>
                  <a:lnTo>
                    <a:pt x="88329" y="115118"/>
                  </a:lnTo>
                  <a:lnTo>
                    <a:pt x="88605" y="114571"/>
                  </a:lnTo>
                  <a:lnTo>
                    <a:pt x="89502" y="114329"/>
                  </a:lnTo>
                  <a:lnTo>
                    <a:pt x="90219" y="113786"/>
                  </a:lnTo>
                  <a:lnTo>
                    <a:pt x="93343" y="113396"/>
                  </a:lnTo>
                  <a:lnTo>
                    <a:pt x="95003" y="113860"/>
                  </a:lnTo>
                  <a:lnTo>
                    <a:pt x="95548" y="113768"/>
                  </a:lnTo>
                  <a:lnTo>
                    <a:pt x="96581" y="114693"/>
                  </a:lnTo>
                  <a:lnTo>
                    <a:pt x="97633" y="115054"/>
                  </a:lnTo>
                  <a:lnTo>
                    <a:pt x="98427" y="115786"/>
                  </a:lnTo>
                  <a:lnTo>
                    <a:pt x="100075" y="115922"/>
                  </a:lnTo>
                  <a:lnTo>
                    <a:pt x="101345" y="116800"/>
                  </a:lnTo>
                  <a:lnTo>
                    <a:pt x="103635" y="116792"/>
                  </a:lnTo>
                  <a:lnTo>
                    <a:pt x="106365" y="117575"/>
                  </a:lnTo>
                  <a:lnTo>
                    <a:pt x="107280" y="117634"/>
                  </a:lnTo>
                  <a:lnTo>
                    <a:pt x="107971" y="117994"/>
                  </a:lnTo>
                  <a:lnTo>
                    <a:pt x="110085" y="117471"/>
                  </a:lnTo>
                  <a:lnTo>
                    <a:pt x="114690" y="117907"/>
                  </a:lnTo>
                  <a:lnTo>
                    <a:pt x="115728" y="117363"/>
                  </a:lnTo>
                  <a:lnTo>
                    <a:pt x="117290" y="116060"/>
                  </a:lnTo>
                  <a:lnTo>
                    <a:pt x="118369" y="115796"/>
                  </a:lnTo>
                  <a:lnTo>
                    <a:pt x="119298" y="115111"/>
                  </a:lnTo>
                  <a:lnTo>
                    <a:pt x="120815" y="114541"/>
                  </a:lnTo>
                  <a:lnTo>
                    <a:pt x="122029" y="113861"/>
                  </a:lnTo>
                  <a:lnTo>
                    <a:pt x="122798" y="113006"/>
                  </a:lnTo>
                  <a:lnTo>
                    <a:pt x="125289" y="112017"/>
                  </a:lnTo>
                  <a:lnTo>
                    <a:pt x="125860" y="111529"/>
                  </a:lnTo>
                  <a:lnTo>
                    <a:pt x="127437" y="111262"/>
                  </a:lnTo>
                  <a:lnTo>
                    <a:pt x="128314" y="110843"/>
                  </a:lnTo>
                  <a:lnTo>
                    <a:pt x="129760" y="110930"/>
                  </a:lnTo>
                  <a:lnTo>
                    <a:pt x="130397" y="110733"/>
                  </a:lnTo>
                  <a:lnTo>
                    <a:pt x="131312" y="110234"/>
                  </a:lnTo>
                  <a:lnTo>
                    <a:pt x="132319" y="109005"/>
                  </a:lnTo>
                  <a:lnTo>
                    <a:pt x="135233" y="107532"/>
                  </a:lnTo>
                  <a:lnTo>
                    <a:pt x="137302" y="105322"/>
                  </a:lnTo>
                  <a:lnTo>
                    <a:pt x="138106" y="104959"/>
                  </a:lnTo>
                  <a:lnTo>
                    <a:pt x="138573" y="104996"/>
                  </a:lnTo>
                  <a:lnTo>
                    <a:pt x="139252" y="104544"/>
                  </a:lnTo>
                  <a:lnTo>
                    <a:pt x="139903" y="103908"/>
                  </a:lnTo>
                  <a:lnTo>
                    <a:pt x="140434" y="102251"/>
                  </a:lnTo>
                  <a:lnTo>
                    <a:pt x="142844" y="93322"/>
                  </a:lnTo>
                  <a:lnTo>
                    <a:pt x="145265" y="90585"/>
                  </a:lnTo>
                  <a:lnTo>
                    <a:pt x="147177" y="88956"/>
                  </a:lnTo>
                  <a:lnTo>
                    <a:pt x="148252" y="87822"/>
                  </a:lnTo>
                  <a:lnTo>
                    <a:pt x="148998" y="85897"/>
                  </a:lnTo>
                  <a:lnTo>
                    <a:pt x="153290" y="81785"/>
                  </a:lnTo>
                  <a:lnTo>
                    <a:pt x="156137" y="78289"/>
                  </a:lnTo>
                  <a:lnTo>
                    <a:pt x="157909" y="77473"/>
                  </a:lnTo>
                  <a:lnTo>
                    <a:pt x="160176" y="77428"/>
                  </a:lnTo>
                  <a:lnTo>
                    <a:pt x="162373" y="76747"/>
                  </a:lnTo>
                  <a:lnTo>
                    <a:pt x="163759" y="73573"/>
                  </a:lnTo>
                  <a:lnTo>
                    <a:pt x="164382" y="70774"/>
                  </a:lnTo>
                  <a:lnTo>
                    <a:pt x="165226" y="69919"/>
                  </a:lnTo>
                  <a:lnTo>
                    <a:pt x="166093" y="69295"/>
                  </a:lnTo>
                  <a:lnTo>
                    <a:pt x="167604" y="69269"/>
                  </a:lnTo>
                  <a:lnTo>
                    <a:pt x="168517" y="68796"/>
                  </a:lnTo>
                  <a:lnTo>
                    <a:pt x="171346" y="68173"/>
                  </a:lnTo>
                  <a:lnTo>
                    <a:pt x="171646" y="67321"/>
                  </a:lnTo>
                  <a:lnTo>
                    <a:pt x="171537" y="63184"/>
                  </a:lnTo>
                  <a:lnTo>
                    <a:pt x="173224" y="63287"/>
                  </a:lnTo>
                  <a:lnTo>
                    <a:pt x="174455" y="62887"/>
                  </a:lnTo>
                  <a:lnTo>
                    <a:pt x="175501" y="62151"/>
                  </a:lnTo>
                  <a:lnTo>
                    <a:pt x="176394" y="61951"/>
                  </a:lnTo>
                  <a:lnTo>
                    <a:pt x="177745" y="60807"/>
                  </a:lnTo>
                  <a:lnTo>
                    <a:pt x="179040" y="60284"/>
                  </a:lnTo>
                  <a:lnTo>
                    <a:pt x="179474" y="59777"/>
                  </a:lnTo>
                  <a:lnTo>
                    <a:pt x="181758" y="58670"/>
                  </a:lnTo>
                  <a:lnTo>
                    <a:pt x="183688" y="58530"/>
                  </a:lnTo>
                  <a:lnTo>
                    <a:pt x="185243" y="58865"/>
                  </a:lnTo>
                  <a:lnTo>
                    <a:pt x="186853" y="58595"/>
                  </a:lnTo>
                  <a:lnTo>
                    <a:pt x="189006" y="59329"/>
                  </a:lnTo>
                  <a:lnTo>
                    <a:pt x="189971" y="60068"/>
                  </a:lnTo>
                  <a:lnTo>
                    <a:pt x="190648" y="58799"/>
                  </a:lnTo>
                  <a:lnTo>
                    <a:pt x="192499" y="57116"/>
                  </a:lnTo>
                  <a:lnTo>
                    <a:pt x="193389" y="56634"/>
                  </a:lnTo>
                  <a:lnTo>
                    <a:pt x="194997" y="56446"/>
                  </a:lnTo>
                  <a:lnTo>
                    <a:pt x="195492" y="54370"/>
                  </a:lnTo>
                  <a:lnTo>
                    <a:pt x="196780" y="52977"/>
                  </a:lnTo>
                  <a:lnTo>
                    <a:pt x="197408" y="51428"/>
                  </a:lnTo>
                  <a:lnTo>
                    <a:pt x="196755" y="49635"/>
                  </a:lnTo>
                  <a:lnTo>
                    <a:pt x="195097" y="46669"/>
                  </a:lnTo>
                  <a:lnTo>
                    <a:pt x="194889" y="45336"/>
                  </a:lnTo>
                  <a:lnTo>
                    <a:pt x="195144" y="43832"/>
                  </a:lnTo>
                  <a:lnTo>
                    <a:pt x="196079" y="42376"/>
                  </a:lnTo>
                  <a:lnTo>
                    <a:pt x="196318" y="39419"/>
                  </a:lnTo>
                  <a:lnTo>
                    <a:pt x="195881" y="37785"/>
                  </a:lnTo>
                  <a:lnTo>
                    <a:pt x="194896" y="35859"/>
                  </a:lnTo>
                  <a:lnTo>
                    <a:pt x="194805" y="34851"/>
                  </a:lnTo>
                  <a:lnTo>
                    <a:pt x="196680" y="31299"/>
                  </a:lnTo>
                  <a:lnTo>
                    <a:pt x="198777" y="29293"/>
                  </a:lnTo>
                  <a:lnTo>
                    <a:pt x="200026" y="26907"/>
                  </a:lnTo>
                  <a:lnTo>
                    <a:pt x="201079" y="26533"/>
                  </a:lnTo>
                  <a:lnTo>
                    <a:pt x="201599" y="26035"/>
                  </a:lnTo>
                  <a:lnTo>
                    <a:pt x="202036" y="26288"/>
                  </a:lnTo>
                  <a:lnTo>
                    <a:pt x="202826" y="24922"/>
                  </a:lnTo>
                  <a:lnTo>
                    <a:pt x="203699" y="25090"/>
                  </a:lnTo>
                  <a:lnTo>
                    <a:pt x="204528" y="24370"/>
                  </a:lnTo>
                  <a:lnTo>
                    <a:pt x="205506" y="24465"/>
                  </a:lnTo>
                  <a:lnTo>
                    <a:pt x="206854" y="25644"/>
                  </a:lnTo>
                  <a:lnTo>
                    <a:pt x="207283" y="25670"/>
                  </a:lnTo>
                  <a:lnTo>
                    <a:pt x="207822" y="26152"/>
                  </a:lnTo>
                  <a:lnTo>
                    <a:pt x="208446" y="27127"/>
                  </a:lnTo>
                  <a:lnTo>
                    <a:pt x="208711" y="28222"/>
                  </a:lnTo>
                  <a:lnTo>
                    <a:pt x="209630" y="29379"/>
                  </a:lnTo>
                  <a:lnTo>
                    <a:pt x="210858" y="29030"/>
                  </a:lnTo>
                  <a:lnTo>
                    <a:pt x="210917" y="28547"/>
                  </a:lnTo>
                  <a:lnTo>
                    <a:pt x="211378" y="27864"/>
                  </a:lnTo>
                  <a:lnTo>
                    <a:pt x="212321" y="27140"/>
                  </a:lnTo>
                  <a:lnTo>
                    <a:pt x="212881" y="27529"/>
                  </a:lnTo>
                  <a:lnTo>
                    <a:pt x="212928" y="28530"/>
                  </a:lnTo>
                  <a:lnTo>
                    <a:pt x="215039" y="28436"/>
                  </a:lnTo>
                  <a:lnTo>
                    <a:pt x="217755" y="28900"/>
                  </a:lnTo>
                  <a:lnTo>
                    <a:pt x="218752" y="29450"/>
                  </a:lnTo>
                  <a:lnTo>
                    <a:pt x="219725" y="29543"/>
                  </a:lnTo>
                  <a:lnTo>
                    <a:pt x="221101" y="30057"/>
                  </a:lnTo>
                  <a:lnTo>
                    <a:pt x="222129" y="30690"/>
                  </a:lnTo>
                  <a:lnTo>
                    <a:pt x="223429" y="31046"/>
                  </a:lnTo>
                  <a:lnTo>
                    <a:pt x="224822" y="33025"/>
                  </a:lnTo>
                  <a:lnTo>
                    <a:pt x="225040" y="33677"/>
                  </a:lnTo>
                  <a:lnTo>
                    <a:pt x="225684" y="34016"/>
                  </a:lnTo>
                  <a:lnTo>
                    <a:pt x="227280" y="35838"/>
                  </a:lnTo>
                  <a:lnTo>
                    <a:pt x="228652" y="35981"/>
                  </a:lnTo>
                  <a:lnTo>
                    <a:pt x="230412" y="37006"/>
                  </a:lnTo>
                  <a:lnTo>
                    <a:pt x="230494" y="37250"/>
                  </a:lnTo>
                  <a:lnTo>
                    <a:pt x="232080" y="37766"/>
                  </a:lnTo>
                  <a:lnTo>
                    <a:pt x="235231" y="39427"/>
                  </a:lnTo>
                  <a:lnTo>
                    <a:pt x="236208" y="39809"/>
                  </a:lnTo>
                  <a:lnTo>
                    <a:pt x="237146" y="39834"/>
                  </a:lnTo>
                  <a:lnTo>
                    <a:pt x="238227" y="37906"/>
                  </a:lnTo>
                  <a:lnTo>
                    <a:pt x="239532" y="37455"/>
                  </a:lnTo>
                  <a:lnTo>
                    <a:pt x="239661" y="37139"/>
                  </a:lnTo>
                  <a:lnTo>
                    <a:pt x="241346" y="35947"/>
                  </a:lnTo>
                  <a:lnTo>
                    <a:pt x="241684" y="35430"/>
                  </a:lnTo>
                  <a:lnTo>
                    <a:pt x="242393" y="35358"/>
                  </a:lnTo>
                  <a:lnTo>
                    <a:pt x="243741" y="33885"/>
                  </a:lnTo>
                  <a:lnTo>
                    <a:pt x="244851" y="31862"/>
                  </a:lnTo>
                  <a:lnTo>
                    <a:pt x="245864" y="31087"/>
                  </a:lnTo>
                  <a:lnTo>
                    <a:pt x="247064" y="31126"/>
                  </a:lnTo>
                  <a:lnTo>
                    <a:pt x="247208" y="30263"/>
                  </a:lnTo>
                  <a:lnTo>
                    <a:pt x="247542" y="30170"/>
                  </a:lnTo>
                  <a:lnTo>
                    <a:pt x="247786" y="29746"/>
                  </a:lnTo>
                  <a:lnTo>
                    <a:pt x="248335" y="27402"/>
                  </a:lnTo>
                  <a:lnTo>
                    <a:pt x="248991" y="27050"/>
                  </a:lnTo>
                  <a:lnTo>
                    <a:pt x="249676" y="25874"/>
                  </a:lnTo>
                  <a:lnTo>
                    <a:pt x="249865" y="24036"/>
                  </a:lnTo>
                  <a:lnTo>
                    <a:pt x="250446" y="24145"/>
                  </a:lnTo>
                  <a:lnTo>
                    <a:pt x="251893" y="23658"/>
                  </a:lnTo>
                  <a:lnTo>
                    <a:pt x="252586" y="22426"/>
                  </a:lnTo>
                  <a:lnTo>
                    <a:pt x="253116" y="22142"/>
                  </a:lnTo>
                  <a:lnTo>
                    <a:pt x="254651" y="20057"/>
                  </a:lnTo>
                  <a:lnTo>
                    <a:pt x="255705" y="19851"/>
                  </a:lnTo>
                  <a:lnTo>
                    <a:pt x="256316" y="20020"/>
                  </a:lnTo>
                  <a:lnTo>
                    <a:pt x="260210" y="18862"/>
                  </a:lnTo>
                  <a:lnTo>
                    <a:pt x="260616" y="17859"/>
                  </a:lnTo>
                  <a:lnTo>
                    <a:pt x="261485" y="17525"/>
                  </a:lnTo>
                  <a:lnTo>
                    <a:pt x="261355" y="16733"/>
                  </a:lnTo>
                  <a:lnTo>
                    <a:pt x="261542" y="16549"/>
                  </a:lnTo>
                  <a:lnTo>
                    <a:pt x="262260" y="16520"/>
                  </a:lnTo>
                  <a:lnTo>
                    <a:pt x="262798" y="16120"/>
                  </a:lnTo>
                  <a:lnTo>
                    <a:pt x="263687" y="14609"/>
                  </a:lnTo>
                  <a:lnTo>
                    <a:pt x="264195" y="14494"/>
                  </a:lnTo>
                  <a:lnTo>
                    <a:pt x="264609" y="14666"/>
                  </a:lnTo>
                  <a:lnTo>
                    <a:pt x="264992" y="14344"/>
                  </a:lnTo>
                  <a:lnTo>
                    <a:pt x="265093" y="13258"/>
                  </a:lnTo>
                  <a:lnTo>
                    <a:pt x="265884" y="12780"/>
                  </a:lnTo>
                  <a:lnTo>
                    <a:pt x="266280" y="11226"/>
                  </a:lnTo>
                  <a:lnTo>
                    <a:pt x="267197" y="10960"/>
                  </a:lnTo>
                  <a:lnTo>
                    <a:pt x="267735" y="9781"/>
                  </a:lnTo>
                  <a:lnTo>
                    <a:pt x="268674" y="8963"/>
                  </a:lnTo>
                  <a:lnTo>
                    <a:pt x="269388" y="8885"/>
                  </a:lnTo>
                  <a:lnTo>
                    <a:pt x="270811" y="7679"/>
                  </a:lnTo>
                  <a:lnTo>
                    <a:pt x="271803" y="7866"/>
                  </a:lnTo>
                  <a:lnTo>
                    <a:pt x="272706" y="7167"/>
                  </a:lnTo>
                  <a:lnTo>
                    <a:pt x="274093" y="7245"/>
                  </a:lnTo>
                  <a:lnTo>
                    <a:pt x="274728" y="6035"/>
                  </a:lnTo>
                  <a:lnTo>
                    <a:pt x="276093" y="5739"/>
                  </a:lnTo>
                  <a:lnTo>
                    <a:pt x="277363" y="4226"/>
                  </a:lnTo>
                  <a:lnTo>
                    <a:pt x="278246" y="3794"/>
                  </a:lnTo>
                  <a:lnTo>
                    <a:pt x="280094" y="2036"/>
                  </a:lnTo>
                  <a:lnTo>
                    <a:pt x="280600" y="412"/>
                  </a:lnTo>
                  <a:lnTo>
                    <a:pt x="280952" y="0"/>
                  </a:lnTo>
                  <a:lnTo>
                    <a:pt x="281708" y="646"/>
                  </a:lnTo>
                  <a:lnTo>
                    <a:pt x="281930" y="1082"/>
                  </a:lnTo>
                  <a:lnTo>
                    <a:pt x="281829" y="1429"/>
                  </a:lnTo>
                  <a:lnTo>
                    <a:pt x="282253" y="1989"/>
                  </a:lnTo>
                  <a:lnTo>
                    <a:pt x="281593" y="3135"/>
                  </a:lnTo>
                  <a:lnTo>
                    <a:pt x="281681" y="3655"/>
                  </a:lnTo>
                  <a:lnTo>
                    <a:pt x="282701" y="4182"/>
                  </a:lnTo>
                  <a:lnTo>
                    <a:pt x="282775" y="5943"/>
                  </a:lnTo>
                  <a:lnTo>
                    <a:pt x="283210" y="6876"/>
                  </a:lnTo>
                  <a:lnTo>
                    <a:pt x="282716" y="7484"/>
                  </a:lnTo>
                  <a:lnTo>
                    <a:pt x="282068" y="9139"/>
                  </a:lnTo>
                  <a:lnTo>
                    <a:pt x="282846" y="9506"/>
                  </a:lnTo>
                  <a:lnTo>
                    <a:pt x="283618" y="11391"/>
                  </a:lnTo>
                  <a:lnTo>
                    <a:pt x="284522" y="12247"/>
                  </a:lnTo>
                  <a:lnTo>
                    <a:pt x="285951" y="14929"/>
                  </a:lnTo>
                  <a:lnTo>
                    <a:pt x="286333" y="14782"/>
                  </a:lnTo>
                  <a:lnTo>
                    <a:pt x="286442" y="15949"/>
                  </a:lnTo>
                  <a:lnTo>
                    <a:pt x="287294" y="15919"/>
                  </a:lnTo>
                  <a:lnTo>
                    <a:pt x="287352" y="16143"/>
                  </a:lnTo>
                  <a:lnTo>
                    <a:pt x="287840" y="16325"/>
                  </a:lnTo>
                  <a:lnTo>
                    <a:pt x="288301" y="17609"/>
                  </a:lnTo>
                  <a:lnTo>
                    <a:pt x="289552" y="18571"/>
                  </a:lnTo>
                  <a:lnTo>
                    <a:pt x="290196" y="19712"/>
                  </a:lnTo>
                  <a:lnTo>
                    <a:pt x="291435" y="20214"/>
                  </a:lnTo>
                  <a:lnTo>
                    <a:pt x="292504" y="21342"/>
                  </a:lnTo>
                  <a:lnTo>
                    <a:pt x="293396" y="22764"/>
                  </a:lnTo>
                  <a:lnTo>
                    <a:pt x="295595" y="24455"/>
                  </a:lnTo>
                  <a:lnTo>
                    <a:pt x="294646" y="25783"/>
                  </a:lnTo>
                  <a:lnTo>
                    <a:pt x="294380" y="26677"/>
                  </a:lnTo>
                  <a:lnTo>
                    <a:pt x="294556" y="29168"/>
                  </a:lnTo>
                  <a:lnTo>
                    <a:pt x="295115" y="29978"/>
                  </a:lnTo>
                  <a:lnTo>
                    <a:pt x="295435" y="31288"/>
                  </a:lnTo>
                  <a:lnTo>
                    <a:pt x="296188" y="31733"/>
                  </a:lnTo>
                  <a:lnTo>
                    <a:pt x="296854" y="31834"/>
                  </a:lnTo>
                  <a:lnTo>
                    <a:pt x="298098" y="33956"/>
                  </a:lnTo>
                  <a:lnTo>
                    <a:pt x="298718" y="34551"/>
                  </a:lnTo>
                  <a:lnTo>
                    <a:pt x="299269" y="36338"/>
                  </a:lnTo>
                  <a:lnTo>
                    <a:pt x="299326" y="37307"/>
                  </a:lnTo>
                  <a:lnTo>
                    <a:pt x="300810" y="39240"/>
                  </a:lnTo>
                  <a:lnTo>
                    <a:pt x="300770" y="40289"/>
                  </a:lnTo>
                  <a:lnTo>
                    <a:pt x="302042" y="42181"/>
                  </a:lnTo>
                  <a:lnTo>
                    <a:pt x="302078" y="43218"/>
                  </a:lnTo>
                  <a:lnTo>
                    <a:pt x="302809" y="46372"/>
                  </a:lnTo>
                  <a:lnTo>
                    <a:pt x="302561" y="46933"/>
                  </a:lnTo>
                  <a:lnTo>
                    <a:pt x="302436" y="49092"/>
                  </a:lnTo>
                  <a:lnTo>
                    <a:pt x="302630" y="49682"/>
                  </a:lnTo>
                  <a:lnTo>
                    <a:pt x="302369" y="50501"/>
                  </a:lnTo>
                  <a:lnTo>
                    <a:pt x="302580" y="50834"/>
                  </a:lnTo>
                  <a:lnTo>
                    <a:pt x="302436" y="51400"/>
                  </a:lnTo>
                  <a:lnTo>
                    <a:pt x="302763" y="51732"/>
                  </a:lnTo>
                  <a:lnTo>
                    <a:pt x="302575" y="53437"/>
                  </a:lnTo>
                  <a:lnTo>
                    <a:pt x="302804" y="54318"/>
                  </a:lnTo>
                  <a:lnTo>
                    <a:pt x="302499" y="55266"/>
                  </a:lnTo>
                  <a:lnTo>
                    <a:pt x="303257" y="56093"/>
                  </a:lnTo>
                  <a:lnTo>
                    <a:pt x="303135" y="56684"/>
                  </a:lnTo>
                  <a:lnTo>
                    <a:pt x="303511" y="56968"/>
                  </a:lnTo>
                  <a:lnTo>
                    <a:pt x="303369" y="57591"/>
                  </a:lnTo>
                  <a:lnTo>
                    <a:pt x="303693" y="57861"/>
                  </a:lnTo>
                  <a:lnTo>
                    <a:pt x="303516" y="58339"/>
                  </a:lnTo>
                  <a:lnTo>
                    <a:pt x="303766" y="59761"/>
                  </a:lnTo>
                  <a:lnTo>
                    <a:pt x="303381" y="60385"/>
                  </a:lnTo>
                  <a:lnTo>
                    <a:pt x="303402" y="61176"/>
                  </a:lnTo>
                  <a:lnTo>
                    <a:pt x="303650" y="61542"/>
                  </a:lnTo>
                  <a:lnTo>
                    <a:pt x="303540" y="61916"/>
                  </a:lnTo>
                  <a:lnTo>
                    <a:pt x="303939" y="62042"/>
                  </a:lnTo>
                  <a:lnTo>
                    <a:pt x="304702" y="64033"/>
                  </a:lnTo>
                  <a:lnTo>
                    <a:pt x="304562" y="65011"/>
                  </a:lnTo>
                  <a:lnTo>
                    <a:pt x="304725" y="65955"/>
                  </a:lnTo>
                  <a:lnTo>
                    <a:pt x="305751" y="66574"/>
                  </a:lnTo>
                  <a:lnTo>
                    <a:pt x="306479" y="67744"/>
                  </a:lnTo>
                  <a:lnTo>
                    <a:pt x="306568" y="68349"/>
                  </a:lnTo>
                  <a:lnTo>
                    <a:pt x="307583" y="69010"/>
                  </a:lnTo>
                  <a:lnTo>
                    <a:pt x="308206" y="69114"/>
                  </a:lnTo>
                  <a:lnTo>
                    <a:pt x="311389" y="71748"/>
                  </a:lnTo>
                  <a:lnTo>
                    <a:pt x="313231" y="75454"/>
                  </a:lnTo>
                  <a:lnTo>
                    <a:pt x="313593" y="76684"/>
                  </a:lnTo>
                  <a:lnTo>
                    <a:pt x="314362" y="77419"/>
                  </a:lnTo>
                  <a:lnTo>
                    <a:pt x="316393" y="81146"/>
                  </a:lnTo>
                  <a:lnTo>
                    <a:pt x="317799" y="81127"/>
                  </a:lnTo>
                  <a:lnTo>
                    <a:pt x="317747" y="79850"/>
                  </a:lnTo>
                  <a:lnTo>
                    <a:pt x="317214" y="79374"/>
                  </a:lnTo>
                  <a:lnTo>
                    <a:pt x="317279" y="77614"/>
                  </a:lnTo>
                  <a:lnTo>
                    <a:pt x="319232" y="77094"/>
                  </a:lnTo>
                  <a:lnTo>
                    <a:pt x="320694" y="77217"/>
                  </a:lnTo>
                  <a:lnTo>
                    <a:pt x="321467" y="76985"/>
                  </a:lnTo>
                  <a:lnTo>
                    <a:pt x="323905" y="74577"/>
                  </a:lnTo>
                  <a:lnTo>
                    <a:pt x="325430" y="71963"/>
                  </a:lnTo>
                  <a:lnTo>
                    <a:pt x="326412" y="71628"/>
                  </a:lnTo>
                  <a:lnTo>
                    <a:pt x="326497" y="71306"/>
                  </a:lnTo>
                  <a:lnTo>
                    <a:pt x="327159" y="70981"/>
                  </a:lnTo>
                  <a:lnTo>
                    <a:pt x="328063" y="69370"/>
                  </a:lnTo>
                  <a:lnTo>
                    <a:pt x="330445" y="67574"/>
                  </a:lnTo>
                  <a:lnTo>
                    <a:pt x="332730" y="66821"/>
                  </a:lnTo>
                  <a:lnTo>
                    <a:pt x="335734" y="69499"/>
                  </a:lnTo>
                  <a:lnTo>
                    <a:pt x="338608" y="73539"/>
                  </a:lnTo>
                  <a:lnTo>
                    <a:pt x="338864" y="74797"/>
                  </a:lnTo>
                  <a:lnTo>
                    <a:pt x="340328" y="75446"/>
                  </a:lnTo>
                  <a:lnTo>
                    <a:pt x="343240" y="77619"/>
                  </a:lnTo>
                  <a:lnTo>
                    <a:pt x="343948" y="77642"/>
                  </a:lnTo>
                  <a:lnTo>
                    <a:pt x="345721" y="79394"/>
                  </a:lnTo>
                  <a:lnTo>
                    <a:pt x="348752" y="80616"/>
                  </a:lnTo>
                  <a:lnTo>
                    <a:pt x="349220" y="78535"/>
                  </a:lnTo>
                  <a:lnTo>
                    <a:pt x="351267" y="77602"/>
                  </a:lnTo>
                  <a:lnTo>
                    <a:pt x="352108" y="76061"/>
                  </a:lnTo>
                  <a:lnTo>
                    <a:pt x="352894" y="76031"/>
                  </a:lnTo>
                  <a:lnTo>
                    <a:pt x="354980" y="75024"/>
                  </a:lnTo>
                  <a:lnTo>
                    <a:pt x="356075" y="75697"/>
                  </a:lnTo>
                  <a:lnTo>
                    <a:pt x="356131" y="75353"/>
                  </a:lnTo>
                  <a:lnTo>
                    <a:pt x="356356" y="75377"/>
                  </a:lnTo>
                  <a:lnTo>
                    <a:pt x="358335" y="76680"/>
                  </a:lnTo>
                  <a:lnTo>
                    <a:pt x="358286" y="77800"/>
                  </a:lnTo>
                  <a:lnTo>
                    <a:pt x="359774" y="79534"/>
                  </a:lnTo>
                  <a:lnTo>
                    <a:pt x="361035" y="78688"/>
                  </a:lnTo>
                  <a:lnTo>
                    <a:pt x="361806" y="78664"/>
                  </a:lnTo>
                  <a:lnTo>
                    <a:pt x="362084" y="78735"/>
                  </a:lnTo>
                  <a:lnTo>
                    <a:pt x="362375" y="79837"/>
                  </a:lnTo>
                  <a:lnTo>
                    <a:pt x="362936" y="80186"/>
                  </a:lnTo>
                  <a:lnTo>
                    <a:pt x="363594" y="80062"/>
                  </a:lnTo>
                  <a:lnTo>
                    <a:pt x="364554" y="79354"/>
                  </a:lnTo>
                  <a:lnTo>
                    <a:pt x="364697" y="78684"/>
                  </a:lnTo>
                  <a:lnTo>
                    <a:pt x="365365" y="78101"/>
                  </a:lnTo>
                  <a:lnTo>
                    <a:pt x="365710" y="78109"/>
                  </a:lnTo>
                  <a:lnTo>
                    <a:pt x="366603" y="77063"/>
                  </a:lnTo>
                  <a:lnTo>
                    <a:pt x="366880" y="77591"/>
                  </a:lnTo>
                  <a:lnTo>
                    <a:pt x="367139" y="77475"/>
                  </a:lnTo>
                  <a:lnTo>
                    <a:pt x="367638" y="75877"/>
                  </a:lnTo>
                  <a:lnTo>
                    <a:pt x="368473" y="75469"/>
                  </a:lnTo>
                  <a:lnTo>
                    <a:pt x="369243" y="75796"/>
                  </a:lnTo>
                  <a:lnTo>
                    <a:pt x="369881" y="76334"/>
                  </a:lnTo>
                  <a:lnTo>
                    <a:pt x="369928" y="76672"/>
                  </a:lnTo>
                  <a:lnTo>
                    <a:pt x="370457" y="76624"/>
                  </a:lnTo>
                  <a:lnTo>
                    <a:pt x="371082" y="76048"/>
                  </a:lnTo>
                  <a:lnTo>
                    <a:pt x="371739" y="77205"/>
                  </a:lnTo>
                  <a:lnTo>
                    <a:pt x="372827" y="77176"/>
                  </a:lnTo>
                  <a:lnTo>
                    <a:pt x="373136" y="77495"/>
                  </a:lnTo>
                  <a:lnTo>
                    <a:pt x="373061" y="78387"/>
                  </a:lnTo>
                  <a:lnTo>
                    <a:pt x="373588" y="79640"/>
                  </a:lnTo>
                  <a:lnTo>
                    <a:pt x="374044" y="80142"/>
                  </a:lnTo>
                  <a:lnTo>
                    <a:pt x="374720" y="80102"/>
                  </a:lnTo>
                  <a:lnTo>
                    <a:pt x="375861" y="80580"/>
                  </a:lnTo>
                  <a:lnTo>
                    <a:pt x="377067" y="80046"/>
                  </a:lnTo>
                  <a:lnTo>
                    <a:pt x="377166" y="78987"/>
                  </a:lnTo>
                  <a:lnTo>
                    <a:pt x="378937" y="78646"/>
                  </a:lnTo>
                  <a:lnTo>
                    <a:pt x="379884" y="78813"/>
                  </a:lnTo>
                  <a:lnTo>
                    <a:pt x="381431" y="78665"/>
                  </a:lnTo>
                  <a:lnTo>
                    <a:pt x="382112" y="78438"/>
                  </a:lnTo>
                  <a:lnTo>
                    <a:pt x="383109" y="77423"/>
                  </a:lnTo>
                  <a:lnTo>
                    <a:pt x="383995" y="77454"/>
                  </a:lnTo>
                  <a:lnTo>
                    <a:pt x="384945" y="78005"/>
                  </a:lnTo>
                  <a:lnTo>
                    <a:pt x="385514" y="78678"/>
                  </a:lnTo>
                  <a:lnTo>
                    <a:pt x="386310" y="78057"/>
                  </a:lnTo>
                  <a:lnTo>
                    <a:pt x="386977" y="77921"/>
                  </a:lnTo>
                  <a:lnTo>
                    <a:pt x="387628" y="76965"/>
                  </a:lnTo>
                  <a:lnTo>
                    <a:pt x="389235" y="76189"/>
                  </a:lnTo>
                  <a:lnTo>
                    <a:pt x="390159" y="75438"/>
                  </a:lnTo>
                  <a:lnTo>
                    <a:pt x="390814" y="75552"/>
                  </a:lnTo>
                  <a:lnTo>
                    <a:pt x="392599" y="76533"/>
                  </a:lnTo>
                  <a:lnTo>
                    <a:pt x="393106" y="77417"/>
                  </a:lnTo>
                  <a:lnTo>
                    <a:pt x="395015" y="76932"/>
                  </a:lnTo>
                  <a:lnTo>
                    <a:pt x="397547" y="74936"/>
                  </a:lnTo>
                  <a:lnTo>
                    <a:pt x="398420" y="75029"/>
                  </a:lnTo>
                  <a:lnTo>
                    <a:pt x="399856" y="75910"/>
                  </a:lnTo>
                  <a:lnTo>
                    <a:pt x="401497" y="75409"/>
                  </a:lnTo>
                  <a:lnTo>
                    <a:pt x="401623" y="75730"/>
                  </a:lnTo>
                  <a:lnTo>
                    <a:pt x="403546" y="76317"/>
                  </a:lnTo>
                  <a:lnTo>
                    <a:pt x="407325" y="76670"/>
                  </a:lnTo>
                  <a:lnTo>
                    <a:pt x="409201" y="75598"/>
                  </a:lnTo>
                  <a:lnTo>
                    <a:pt x="410123" y="75498"/>
                  </a:lnTo>
                  <a:lnTo>
                    <a:pt x="410983" y="75688"/>
                  </a:lnTo>
                  <a:lnTo>
                    <a:pt x="413794" y="74592"/>
                  </a:lnTo>
                  <a:lnTo>
                    <a:pt x="415330" y="74525"/>
                  </a:lnTo>
                  <a:lnTo>
                    <a:pt x="417139" y="73695"/>
                  </a:lnTo>
                  <a:lnTo>
                    <a:pt x="417318" y="73841"/>
                  </a:lnTo>
                  <a:lnTo>
                    <a:pt x="417813" y="73614"/>
                  </a:lnTo>
                  <a:lnTo>
                    <a:pt x="418023" y="74121"/>
                  </a:lnTo>
                  <a:lnTo>
                    <a:pt x="418531" y="74420"/>
                  </a:lnTo>
                  <a:lnTo>
                    <a:pt x="419419" y="74338"/>
                  </a:lnTo>
                  <a:lnTo>
                    <a:pt x="419650" y="74622"/>
                  </a:lnTo>
                  <a:lnTo>
                    <a:pt x="420267" y="75591"/>
                  </a:lnTo>
                  <a:lnTo>
                    <a:pt x="420659" y="75497"/>
                  </a:lnTo>
                  <a:lnTo>
                    <a:pt x="421019" y="75704"/>
                  </a:lnTo>
                  <a:lnTo>
                    <a:pt x="421528" y="76855"/>
                  </a:lnTo>
                  <a:lnTo>
                    <a:pt x="422194" y="77708"/>
                  </a:lnTo>
                  <a:lnTo>
                    <a:pt x="422528" y="77760"/>
                  </a:lnTo>
                  <a:lnTo>
                    <a:pt x="423750" y="79681"/>
                  </a:lnTo>
                  <a:lnTo>
                    <a:pt x="424388" y="80170"/>
                  </a:lnTo>
                  <a:lnTo>
                    <a:pt x="427801" y="82319"/>
                  </a:lnTo>
                  <a:lnTo>
                    <a:pt x="430942" y="82931"/>
                  </a:lnTo>
                  <a:lnTo>
                    <a:pt x="431462" y="82972"/>
                  </a:lnTo>
                  <a:lnTo>
                    <a:pt x="434101" y="80101"/>
                  </a:lnTo>
                  <a:lnTo>
                    <a:pt x="435416" y="79523"/>
                  </a:lnTo>
                  <a:lnTo>
                    <a:pt x="436789" y="79378"/>
                  </a:lnTo>
                  <a:lnTo>
                    <a:pt x="438677" y="79542"/>
                  </a:lnTo>
                  <a:lnTo>
                    <a:pt x="439623" y="79878"/>
                  </a:lnTo>
                  <a:lnTo>
                    <a:pt x="440668" y="79681"/>
                  </a:lnTo>
                  <a:lnTo>
                    <a:pt x="441046" y="79883"/>
                  </a:lnTo>
                  <a:lnTo>
                    <a:pt x="442945" y="80001"/>
                  </a:lnTo>
                  <a:lnTo>
                    <a:pt x="444457" y="80499"/>
                  </a:lnTo>
                  <a:lnTo>
                    <a:pt x="445495" y="80407"/>
                  </a:lnTo>
                  <a:lnTo>
                    <a:pt x="446803" y="80887"/>
                  </a:lnTo>
                  <a:lnTo>
                    <a:pt x="447223" y="80334"/>
                  </a:lnTo>
                  <a:lnTo>
                    <a:pt x="448736" y="80334"/>
                  </a:lnTo>
                  <a:lnTo>
                    <a:pt x="450218" y="81495"/>
                  </a:lnTo>
                  <a:lnTo>
                    <a:pt x="451149" y="81449"/>
                  </a:lnTo>
                  <a:lnTo>
                    <a:pt x="453923" y="80356"/>
                  </a:lnTo>
                  <a:lnTo>
                    <a:pt x="454956" y="80233"/>
                  </a:lnTo>
                  <a:lnTo>
                    <a:pt x="455823" y="80250"/>
                  </a:lnTo>
                  <a:lnTo>
                    <a:pt x="456784" y="80795"/>
                  </a:lnTo>
                  <a:lnTo>
                    <a:pt x="458339" y="81238"/>
                  </a:lnTo>
                  <a:lnTo>
                    <a:pt x="458598" y="82161"/>
                  </a:lnTo>
                  <a:lnTo>
                    <a:pt x="459866" y="82932"/>
                  </a:lnTo>
                  <a:lnTo>
                    <a:pt x="460594" y="83793"/>
                  </a:lnTo>
                  <a:lnTo>
                    <a:pt x="462832" y="84353"/>
                  </a:lnTo>
                  <a:lnTo>
                    <a:pt x="463167" y="84725"/>
                  </a:lnTo>
                  <a:lnTo>
                    <a:pt x="463444" y="85219"/>
                  </a:lnTo>
                  <a:lnTo>
                    <a:pt x="463792" y="88615"/>
                  </a:lnTo>
                  <a:lnTo>
                    <a:pt x="464694" y="90096"/>
                  </a:lnTo>
                  <a:lnTo>
                    <a:pt x="466641" y="90817"/>
                  </a:lnTo>
                  <a:lnTo>
                    <a:pt x="468420" y="92391"/>
                  </a:lnTo>
                  <a:lnTo>
                    <a:pt x="470540" y="92828"/>
                  </a:lnTo>
                  <a:lnTo>
                    <a:pt x="470837" y="93191"/>
                  </a:lnTo>
                  <a:lnTo>
                    <a:pt x="470932" y="92853"/>
                  </a:lnTo>
                  <a:lnTo>
                    <a:pt x="471555" y="92724"/>
                  </a:lnTo>
                  <a:lnTo>
                    <a:pt x="472872" y="94002"/>
                  </a:lnTo>
                  <a:lnTo>
                    <a:pt x="473383" y="93949"/>
                  </a:lnTo>
                  <a:lnTo>
                    <a:pt x="475730" y="95551"/>
                  </a:lnTo>
                  <a:lnTo>
                    <a:pt x="476895" y="97634"/>
                  </a:lnTo>
                  <a:lnTo>
                    <a:pt x="476830" y="97938"/>
                  </a:lnTo>
                  <a:lnTo>
                    <a:pt x="477084" y="97935"/>
                  </a:lnTo>
                  <a:lnTo>
                    <a:pt x="476512" y="98829"/>
                  </a:lnTo>
                  <a:lnTo>
                    <a:pt x="476941" y="99839"/>
                  </a:lnTo>
                  <a:lnTo>
                    <a:pt x="475802" y="101286"/>
                  </a:lnTo>
                  <a:lnTo>
                    <a:pt x="474575" y="103352"/>
                  </a:lnTo>
                  <a:lnTo>
                    <a:pt x="474271" y="104327"/>
                  </a:lnTo>
                  <a:lnTo>
                    <a:pt x="473857" y="104336"/>
                  </a:lnTo>
                  <a:lnTo>
                    <a:pt x="472569" y="106335"/>
                  </a:lnTo>
                  <a:lnTo>
                    <a:pt x="471023" y="106980"/>
                  </a:lnTo>
                  <a:lnTo>
                    <a:pt x="470866" y="107661"/>
                  </a:lnTo>
                  <a:lnTo>
                    <a:pt x="471030" y="108748"/>
                  </a:lnTo>
                  <a:lnTo>
                    <a:pt x="471428" y="108660"/>
                  </a:lnTo>
                  <a:lnTo>
                    <a:pt x="473813" y="110239"/>
                  </a:lnTo>
                  <a:lnTo>
                    <a:pt x="473134" y="110979"/>
                  </a:lnTo>
                  <a:lnTo>
                    <a:pt x="473268" y="111579"/>
                  </a:lnTo>
                  <a:lnTo>
                    <a:pt x="472474" y="112795"/>
                  </a:lnTo>
                  <a:lnTo>
                    <a:pt x="472724" y="113522"/>
                  </a:lnTo>
                  <a:lnTo>
                    <a:pt x="473579" y="113874"/>
                  </a:lnTo>
                  <a:lnTo>
                    <a:pt x="473860" y="113616"/>
                  </a:lnTo>
                  <a:lnTo>
                    <a:pt x="473903" y="114272"/>
                  </a:lnTo>
                  <a:lnTo>
                    <a:pt x="473870" y="115360"/>
                  </a:lnTo>
                  <a:lnTo>
                    <a:pt x="472787" y="117568"/>
                  </a:lnTo>
                  <a:lnTo>
                    <a:pt x="472081" y="118354"/>
                  </a:lnTo>
                  <a:lnTo>
                    <a:pt x="472348" y="119086"/>
                  </a:lnTo>
                  <a:lnTo>
                    <a:pt x="471883" y="119728"/>
                  </a:lnTo>
                  <a:lnTo>
                    <a:pt x="471886" y="121722"/>
                  </a:lnTo>
                  <a:lnTo>
                    <a:pt x="470863" y="123574"/>
                  </a:lnTo>
                  <a:lnTo>
                    <a:pt x="471053" y="130537"/>
                  </a:lnTo>
                  <a:lnTo>
                    <a:pt x="471727" y="132689"/>
                  </a:lnTo>
                  <a:lnTo>
                    <a:pt x="474883" y="133366"/>
                  </a:lnTo>
                  <a:lnTo>
                    <a:pt x="474773" y="133886"/>
                  </a:lnTo>
                  <a:lnTo>
                    <a:pt x="475168" y="134096"/>
                  </a:lnTo>
                  <a:lnTo>
                    <a:pt x="476336" y="135913"/>
                  </a:lnTo>
                  <a:lnTo>
                    <a:pt x="476627" y="137067"/>
                  </a:lnTo>
                  <a:lnTo>
                    <a:pt x="476447" y="137785"/>
                  </a:lnTo>
                  <a:lnTo>
                    <a:pt x="476948" y="138541"/>
                  </a:lnTo>
                  <a:lnTo>
                    <a:pt x="476624" y="140672"/>
                  </a:lnTo>
                  <a:lnTo>
                    <a:pt x="476839" y="142402"/>
                  </a:lnTo>
                  <a:lnTo>
                    <a:pt x="476915" y="142630"/>
                  </a:lnTo>
                  <a:lnTo>
                    <a:pt x="477831" y="142740"/>
                  </a:lnTo>
                  <a:lnTo>
                    <a:pt x="477955" y="143058"/>
                  </a:lnTo>
                  <a:lnTo>
                    <a:pt x="477656" y="143114"/>
                  </a:lnTo>
                  <a:lnTo>
                    <a:pt x="477259" y="144097"/>
                  </a:lnTo>
                  <a:lnTo>
                    <a:pt x="477823" y="146526"/>
                  </a:lnTo>
                  <a:lnTo>
                    <a:pt x="480192" y="147417"/>
                  </a:lnTo>
                  <a:lnTo>
                    <a:pt x="480119" y="148333"/>
                  </a:lnTo>
                  <a:lnTo>
                    <a:pt x="480990" y="148854"/>
                  </a:lnTo>
                  <a:lnTo>
                    <a:pt x="481185" y="151856"/>
                  </a:lnTo>
                  <a:lnTo>
                    <a:pt x="483249" y="151271"/>
                  </a:lnTo>
                  <a:lnTo>
                    <a:pt x="483660" y="150331"/>
                  </a:lnTo>
                  <a:lnTo>
                    <a:pt x="484364" y="149950"/>
                  </a:lnTo>
                  <a:lnTo>
                    <a:pt x="484609" y="149447"/>
                  </a:lnTo>
                  <a:lnTo>
                    <a:pt x="486998" y="148607"/>
                  </a:lnTo>
                  <a:lnTo>
                    <a:pt x="487283" y="148751"/>
                  </a:lnTo>
                  <a:lnTo>
                    <a:pt x="488056" y="151475"/>
                  </a:lnTo>
                  <a:lnTo>
                    <a:pt x="491082" y="151297"/>
                  </a:lnTo>
                  <a:lnTo>
                    <a:pt x="492347" y="150592"/>
                  </a:lnTo>
                  <a:lnTo>
                    <a:pt x="493226" y="148952"/>
                  </a:lnTo>
                  <a:lnTo>
                    <a:pt x="494697" y="147714"/>
                  </a:lnTo>
                  <a:lnTo>
                    <a:pt x="495712" y="146230"/>
                  </a:lnTo>
                  <a:lnTo>
                    <a:pt x="496312" y="145001"/>
                  </a:lnTo>
                  <a:lnTo>
                    <a:pt x="496407" y="143584"/>
                  </a:lnTo>
                  <a:lnTo>
                    <a:pt x="498610" y="140017"/>
                  </a:lnTo>
                  <a:lnTo>
                    <a:pt x="498601" y="139418"/>
                  </a:lnTo>
                  <a:lnTo>
                    <a:pt x="499365" y="139226"/>
                  </a:lnTo>
                  <a:lnTo>
                    <a:pt x="499463" y="138743"/>
                  </a:lnTo>
                  <a:lnTo>
                    <a:pt x="499746" y="138968"/>
                  </a:lnTo>
                  <a:lnTo>
                    <a:pt x="500809" y="138519"/>
                  </a:lnTo>
                  <a:lnTo>
                    <a:pt x="501247" y="137873"/>
                  </a:lnTo>
                  <a:lnTo>
                    <a:pt x="501900" y="137504"/>
                  </a:lnTo>
                  <a:lnTo>
                    <a:pt x="501953" y="137033"/>
                  </a:lnTo>
                  <a:lnTo>
                    <a:pt x="502634" y="136424"/>
                  </a:lnTo>
                  <a:lnTo>
                    <a:pt x="503519" y="136335"/>
                  </a:lnTo>
                  <a:lnTo>
                    <a:pt x="503922" y="135789"/>
                  </a:lnTo>
                  <a:lnTo>
                    <a:pt x="505620" y="135753"/>
                  </a:lnTo>
                  <a:lnTo>
                    <a:pt x="506176" y="135051"/>
                  </a:lnTo>
                  <a:lnTo>
                    <a:pt x="507458" y="135563"/>
                  </a:lnTo>
                  <a:lnTo>
                    <a:pt x="509530" y="135073"/>
                  </a:lnTo>
                  <a:lnTo>
                    <a:pt x="510051" y="133928"/>
                  </a:lnTo>
                  <a:lnTo>
                    <a:pt x="511184" y="133450"/>
                  </a:lnTo>
                  <a:lnTo>
                    <a:pt x="513434" y="131796"/>
                  </a:lnTo>
                  <a:lnTo>
                    <a:pt x="516719" y="130648"/>
                  </a:lnTo>
                  <a:lnTo>
                    <a:pt x="517308" y="130550"/>
                  </a:lnTo>
                  <a:lnTo>
                    <a:pt x="518620" y="130956"/>
                  </a:lnTo>
                  <a:lnTo>
                    <a:pt x="519534" y="130615"/>
                  </a:lnTo>
                  <a:lnTo>
                    <a:pt x="519521" y="130411"/>
                  </a:lnTo>
                  <a:lnTo>
                    <a:pt x="521132" y="129131"/>
                  </a:lnTo>
                  <a:lnTo>
                    <a:pt x="521681" y="128978"/>
                  </a:lnTo>
                  <a:lnTo>
                    <a:pt x="522341" y="128051"/>
                  </a:lnTo>
                  <a:lnTo>
                    <a:pt x="523520" y="127546"/>
                  </a:lnTo>
                  <a:lnTo>
                    <a:pt x="523486" y="126987"/>
                  </a:lnTo>
                  <a:lnTo>
                    <a:pt x="522725" y="125748"/>
                  </a:lnTo>
                  <a:lnTo>
                    <a:pt x="524196" y="124675"/>
                  </a:lnTo>
                  <a:lnTo>
                    <a:pt x="525285" y="124531"/>
                  </a:lnTo>
                  <a:lnTo>
                    <a:pt x="526953" y="125506"/>
                  </a:lnTo>
                  <a:lnTo>
                    <a:pt x="527681" y="125366"/>
                  </a:lnTo>
                  <a:lnTo>
                    <a:pt x="529769" y="124052"/>
                  </a:lnTo>
                  <a:lnTo>
                    <a:pt x="529083" y="122762"/>
                  </a:lnTo>
                  <a:lnTo>
                    <a:pt x="527333" y="120047"/>
                  </a:lnTo>
                  <a:lnTo>
                    <a:pt x="528859" y="118669"/>
                  </a:lnTo>
                  <a:lnTo>
                    <a:pt x="529089" y="118779"/>
                  </a:lnTo>
                  <a:lnTo>
                    <a:pt x="528861" y="119103"/>
                  </a:lnTo>
                  <a:lnTo>
                    <a:pt x="529001" y="119466"/>
                  </a:lnTo>
                  <a:lnTo>
                    <a:pt x="530575" y="120509"/>
                  </a:lnTo>
                  <a:lnTo>
                    <a:pt x="531467" y="120708"/>
                  </a:lnTo>
                  <a:lnTo>
                    <a:pt x="531793" y="120997"/>
                  </a:lnTo>
                  <a:lnTo>
                    <a:pt x="532076" y="120793"/>
                  </a:lnTo>
                  <a:lnTo>
                    <a:pt x="533084" y="121061"/>
                  </a:lnTo>
                  <a:lnTo>
                    <a:pt x="533916" y="121635"/>
                  </a:lnTo>
                  <a:lnTo>
                    <a:pt x="533322" y="123137"/>
                  </a:lnTo>
                  <a:lnTo>
                    <a:pt x="533587" y="124050"/>
                  </a:lnTo>
                  <a:lnTo>
                    <a:pt x="535825" y="124671"/>
                  </a:lnTo>
                  <a:lnTo>
                    <a:pt x="536642" y="124688"/>
                  </a:lnTo>
                  <a:lnTo>
                    <a:pt x="537874" y="124330"/>
                  </a:lnTo>
                  <a:lnTo>
                    <a:pt x="538664" y="124438"/>
                  </a:lnTo>
                  <a:lnTo>
                    <a:pt x="539710" y="123091"/>
                  </a:lnTo>
                  <a:lnTo>
                    <a:pt x="542646" y="123836"/>
                  </a:lnTo>
                  <a:lnTo>
                    <a:pt x="541263" y="125707"/>
                  </a:lnTo>
                  <a:lnTo>
                    <a:pt x="544342" y="124894"/>
                  </a:lnTo>
                  <a:lnTo>
                    <a:pt x="546114" y="124688"/>
                  </a:lnTo>
                  <a:lnTo>
                    <a:pt x="547267" y="123044"/>
                  </a:lnTo>
                  <a:lnTo>
                    <a:pt x="547659" y="121824"/>
                  </a:lnTo>
                  <a:lnTo>
                    <a:pt x="548298" y="124438"/>
                  </a:lnTo>
                  <a:lnTo>
                    <a:pt x="548365" y="125965"/>
                  </a:lnTo>
                  <a:lnTo>
                    <a:pt x="549213" y="127910"/>
                  </a:lnTo>
                  <a:lnTo>
                    <a:pt x="551447" y="127108"/>
                  </a:lnTo>
                  <a:lnTo>
                    <a:pt x="554257" y="126578"/>
                  </a:lnTo>
                  <a:lnTo>
                    <a:pt x="555997" y="125638"/>
                  </a:lnTo>
                  <a:lnTo>
                    <a:pt x="557735" y="125470"/>
                  </a:lnTo>
                  <a:lnTo>
                    <a:pt x="558441" y="122619"/>
                  </a:lnTo>
                  <a:lnTo>
                    <a:pt x="559493" y="122801"/>
                  </a:lnTo>
                  <a:lnTo>
                    <a:pt x="561015" y="116402"/>
                  </a:lnTo>
                  <a:lnTo>
                    <a:pt x="560944" y="112971"/>
                  </a:lnTo>
                  <a:lnTo>
                    <a:pt x="560503" y="110771"/>
                  </a:lnTo>
                  <a:lnTo>
                    <a:pt x="561276" y="108466"/>
                  </a:lnTo>
                  <a:lnTo>
                    <a:pt x="561193" y="107493"/>
                  </a:lnTo>
                  <a:lnTo>
                    <a:pt x="560462" y="105673"/>
                  </a:lnTo>
                  <a:lnTo>
                    <a:pt x="559516" y="104415"/>
                  </a:lnTo>
                  <a:lnTo>
                    <a:pt x="558072" y="103440"/>
                  </a:lnTo>
                  <a:lnTo>
                    <a:pt x="557737" y="102468"/>
                  </a:lnTo>
                  <a:lnTo>
                    <a:pt x="557751" y="100585"/>
                  </a:lnTo>
                  <a:lnTo>
                    <a:pt x="558755" y="98704"/>
                  </a:lnTo>
                  <a:lnTo>
                    <a:pt x="559148" y="96580"/>
                  </a:lnTo>
                  <a:lnTo>
                    <a:pt x="559482" y="96291"/>
                  </a:lnTo>
                  <a:lnTo>
                    <a:pt x="559800" y="96953"/>
                  </a:lnTo>
                  <a:lnTo>
                    <a:pt x="561012" y="101364"/>
                  </a:lnTo>
                  <a:lnTo>
                    <a:pt x="561625" y="101348"/>
                  </a:lnTo>
                  <a:lnTo>
                    <a:pt x="563936" y="102827"/>
                  </a:lnTo>
                  <a:lnTo>
                    <a:pt x="565391" y="103136"/>
                  </a:lnTo>
                  <a:lnTo>
                    <a:pt x="565750" y="103424"/>
                  </a:lnTo>
                  <a:lnTo>
                    <a:pt x="567162" y="102166"/>
                  </a:lnTo>
                  <a:lnTo>
                    <a:pt x="568632" y="101761"/>
                  </a:lnTo>
                  <a:lnTo>
                    <a:pt x="569369" y="101803"/>
                  </a:lnTo>
                  <a:lnTo>
                    <a:pt x="570286" y="100947"/>
                  </a:lnTo>
                  <a:lnTo>
                    <a:pt x="573041" y="101511"/>
                  </a:lnTo>
                  <a:lnTo>
                    <a:pt x="573340" y="102111"/>
                  </a:lnTo>
                  <a:lnTo>
                    <a:pt x="573292" y="103414"/>
                  </a:lnTo>
                  <a:lnTo>
                    <a:pt x="572536" y="103948"/>
                  </a:lnTo>
                  <a:lnTo>
                    <a:pt x="572476" y="104307"/>
                  </a:lnTo>
                  <a:lnTo>
                    <a:pt x="573238" y="105464"/>
                  </a:lnTo>
                  <a:lnTo>
                    <a:pt x="573348" y="106632"/>
                  </a:lnTo>
                  <a:lnTo>
                    <a:pt x="573938" y="106537"/>
                  </a:lnTo>
                  <a:lnTo>
                    <a:pt x="575495" y="105060"/>
                  </a:lnTo>
                  <a:lnTo>
                    <a:pt x="576249" y="103155"/>
                  </a:lnTo>
                  <a:lnTo>
                    <a:pt x="576869" y="99936"/>
                  </a:lnTo>
                  <a:lnTo>
                    <a:pt x="577064" y="99954"/>
                  </a:lnTo>
                  <a:lnTo>
                    <a:pt x="577857" y="98165"/>
                  </a:lnTo>
                  <a:lnTo>
                    <a:pt x="577358" y="96512"/>
                  </a:lnTo>
                  <a:lnTo>
                    <a:pt x="577441" y="94416"/>
                  </a:lnTo>
                  <a:lnTo>
                    <a:pt x="577724" y="93476"/>
                  </a:lnTo>
                  <a:lnTo>
                    <a:pt x="577531" y="93337"/>
                  </a:lnTo>
                  <a:lnTo>
                    <a:pt x="578473" y="91444"/>
                  </a:lnTo>
                  <a:lnTo>
                    <a:pt x="579393" y="90466"/>
                  </a:lnTo>
                  <a:lnTo>
                    <a:pt x="578540" y="89920"/>
                  </a:lnTo>
                  <a:lnTo>
                    <a:pt x="580286" y="87882"/>
                  </a:lnTo>
                  <a:lnTo>
                    <a:pt x="581643" y="87564"/>
                  </a:lnTo>
                  <a:lnTo>
                    <a:pt x="583024" y="86701"/>
                  </a:lnTo>
                  <a:lnTo>
                    <a:pt x="583533" y="86232"/>
                  </a:lnTo>
                  <a:lnTo>
                    <a:pt x="583210" y="85731"/>
                  </a:lnTo>
                  <a:lnTo>
                    <a:pt x="585014" y="85179"/>
                  </a:lnTo>
                  <a:lnTo>
                    <a:pt x="586080" y="85404"/>
                  </a:lnTo>
                  <a:lnTo>
                    <a:pt x="586971" y="84984"/>
                  </a:lnTo>
                  <a:lnTo>
                    <a:pt x="588952" y="82715"/>
                  </a:lnTo>
                  <a:lnTo>
                    <a:pt x="592297" y="82330"/>
                  </a:lnTo>
                  <a:lnTo>
                    <a:pt x="593036" y="82000"/>
                  </a:lnTo>
                  <a:lnTo>
                    <a:pt x="594262" y="80901"/>
                  </a:lnTo>
                  <a:lnTo>
                    <a:pt x="594491" y="79400"/>
                  </a:lnTo>
                  <a:lnTo>
                    <a:pt x="595579" y="78842"/>
                  </a:lnTo>
                  <a:lnTo>
                    <a:pt x="599059" y="78802"/>
                  </a:lnTo>
                  <a:lnTo>
                    <a:pt x="599472" y="78382"/>
                  </a:lnTo>
                  <a:lnTo>
                    <a:pt x="599797" y="77517"/>
                  </a:lnTo>
                  <a:lnTo>
                    <a:pt x="600264" y="77362"/>
                  </a:lnTo>
                  <a:lnTo>
                    <a:pt x="600778" y="76738"/>
                  </a:lnTo>
                  <a:lnTo>
                    <a:pt x="602700" y="77373"/>
                  </a:lnTo>
                  <a:lnTo>
                    <a:pt x="603703" y="77295"/>
                  </a:lnTo>
                  <a:lnTo>
                    <a:pt x="604686" y="76817"/>
                  </a:lnTo>
                  <a:lnTo>
                    <a:pt x="604732" y="77067"/>
                  </a:lnTo>
                  <a:lnTo>
                    <a:pt x="605330" y="76480"/>
                  </a:lnTo>
                  <a:lnTo>
                    <a:pt x="605943" y="77210"/>
                  </a:lnTo>
                  <a:lnTo>
                    <a:pt x="607167" y="76111"/>
                  </a:lnTo>
                  <a:lnTo>
                    <a:pt x="607675" y="76748"/>
                  </a:lnTo>
                  <a:lnTo>
                    <a:pt x="610273" y="73417"/>
                  </a:lnTo>
                  <a:lnTo>
                    <a:pt x="611019" y="73864"/>
                  </a:lnTo>
                  <a:lnTo>
                    <a:pt x="610818" y="75101"/>
                  </a:lnTo>
                  <a:lnTo>
                    <a:pt x="610332" y="75704"/>
                  </a:lnTo>
                  <a:lnTo>
                    <a:pt x="609434" y="76207"/>
                  </a:lnTo>
                  <a:lnTo>
                    <a:pt x="609310" y="78309"/>
                  </a:lnTo>
                  <a:lnTo>
                    <a:pt x="609771" y="79876"/>
                  </a:lnTo>
                  <a:lnTo>
                    <a:pt x="609053" y="80424"/>
                  </a:lnTo>
                  <a:lnTo>
                    <a:pt x="607568" y="82535"/>
                  </a:lnTo>
                  <a:lnTo>
                    <a:pt x="607578" y="83054"/>
                  </a:lnTo>
                  <a:lnTo>
                    <a:pt x="608539" y="85482"/>
                  </a:lnTo>
                  <a:lnTo>
                    <a:pt x="608433" y="86357"/>
                  </a:lnTo>
                  <a:lnTo>
                    <a:pt x="607761" y="87028"/>
                  </a:lnTo>
                  <a:lnTo>
                    <a:pt x="607691" y="88083"/>
                  </a:lnTo>
                  <a:lnTo>
                    <a:pt x="607884" y="88455"/>
                  </a:lnTo>
                  <a:lnTo>
                    <a:pt x="609001" y="88909"/>
                  </a:lnTo>
                  <a:lnTo>
                    <a:pt x="609639" y="89945"/>
                  </a:lnTo>
                  <a:lnTo>
                    <a:pt x="610431" y="89745"/>
                  </a:lnTo>
                  <a:lnTo>
                    <a:pt x="610436" y="90250"/>
                  </a:lnTo>
                  <a:lnTo>
                    <a:pt x="611245" y="91152"/>
                  </a:lnTo>
                  <a:lnTo>
                    <a:pt x="611569" y="91182"/>
                  </a:lnTo>
                  <a:lnTo>
                    <a:pt x="611621" y="91688"/>
                  </a:lnTo>
                  <a:lnTo>
                    <a:pt x="612645" y="91690"/>
                  </a:lnTo>
                  <a:lnTo>
                    <a:pt x="612721" y="92485"/>
                  </a:lnTo>
                  <a:lnTo>
                    <a:pt x="612938" y="92337"/>
                  </a:lnTo>
                  <a:lnTo>
                    <a:pt x="613500" y="92671"/>
                  </a:lnTo>
                  <a:lnTo>
                    <a:pt x="613696" y="92513"/>
                  </a:lnTo>
                  <a:lnTo>
                    <a:pt x="613445" y="93135"/>
                  </a:lnTo>
                  <a:lnTo>
                    <a:pt x="614131" y="93252"/>
                  </a:lnTo>
                  <a:lnTo>
                    <a:pt x="614334" y="93531"/>
                  </a:lnTo>
                  <a:lnTo>
                    <a:pt x="614217" y="93713"/>
                  </a:lnTo>
                  <a:lnTo>
                    <a:pt x="614616" y="93572"/>
                  </a:lnTo>
                  <a:lnTo>
                    <a:pt x="614750" y="94182"/>
                  </a:lnTo>
                  <a:lnTo>
                    <a:pt x="614977" y="94192"/>
                  </a:lnTo>
                  <a:lnTo>
                    <a:pt x="615121" y="93669"/>
                  </a:lnTo>
                  <a:lnTo>
                    <a:pt x="616203" y="93931"/>
                  </a:lnTo>
                  <a:lnTo>
                    <a:pt x="616382" y="94540"/>
                  </a:lnTo>
                  <a:lnTo>
                    <a:pt x="616523" y="94106"/>
                  </a:lnTo>
                  <a:lnTo>
                    <a:pt x="617011" y="94000"/>
                  </a:lnTo>
                  <a:lnTo>
                    <a:pt x="616897" y="94430"/>
                  </a:lnTo>
                  <a:lnTo>
                    <a:pt x="617961" y="94664"/>
                  </a:lnTo>
                  <a:lnTo>
                    <a:pt x="618151" y="94936"/>
                  </a:lnTo>
                  <a:lnTo>
                    <a:pt x="617924" y="95473"/>
                  </a:lnTo>
                  <a:lnTo>
                    <a:pt x="618756" y="95259"/>
                  </a:lnTo>
                  <a:lnTo>
                    <a:pt x="618919" y="95546"/>
                  </a:lnTo>
                  <a:lnTo>
                    <a:pt x="619316" y="95589"/>
                  </a:lnTo>
                  <a:lnTo>
                    <a:pt x="620472" y="95227"/>
                  </a:lnTo>
                  <a:lnTo>
                    <a:pt x="621017" y="95935"/>
                  </a:lnTo>
                  <a:lnTo>
                    <a:pt x="622151" y="96747"/>
                  </a:lnTo>
                  <a:lnTo>
                    <a:pt x="622301" y="98293"/>
                  </a:lnTo>
                  <a:lnTo>
                    <a:pt x="621675" y="100199"/>
                  </a:lnTo>
                  <a:lnTo>
                    <a:pt x="621815" y="100489"/>
                  </a:lnTo>
                  <a:lnTo>
                    <a:pt x="621450" y="100386"/>
                  </a:lnTo>
                  <a:lnTo>
                    <a:pt x="621322" y="100753"/>
                  </a:lnTo>
                  <a:lnTo>
                    <a:pt x="621513" y="100894"/>
                  </a:lnTo>
                  <a:lnTo>
                    <a:pt x="621353" y="101417"/>
                  </a:lnTo>
                  <a:lnTo>
                    <a:pt x="621628" y="101574"/>
                  </a:lnTo>
                  <a:lnTo>
                    <a:pt x="621822" y="102270"/>
                  </a:lnTo>
                  <a:lnTo>
                    <a:pt x="621398" y="102962"/>
                  </a:lnTo>
                  <a:lnTo>
                    <a:pt x="621902" y="103333"/>
                  </a:lnTo>
                  <a:lnTo>
                    <a:pt x="621447" y="104268"/>
                  </a:lnTo>
                  <a:lnTo>
                    <a:pt x="621802" y="104296"/>
                  </a:lnTo>
                  <a:lnTo>
                    <a:pt x="622045" y="103880"/>
                  </a:lnTo>
                  <a:lnTo>
                    <a:pt x="622308" y="103385"/>
                  </a:lnTo>
                  <a:lnTo>
                    <a:pt x="622043" y="102786"/>
                  </a:lnTo>
                  <a:lnTo>
                    <a:pt x="622383" y="102503"/>
                  </a:lnTo>
                  <a:lnTo>
                    <a:pt x="623364" y="102732"/>
                  </a:lnTo>
                  <a:lnTo>
                    <a:pt x="623901" y="102451"/>
                  </a:lnTo>
                  <a:lnTo>
                    <a:pt x="625281" y="103047"/>
                  </a:lnTo>
                  <a:lnTo>
                    <a:pt x="627287" y="102658"/>
                  </a:lnTo>
                  <a:lnTo>
                    <a:pt x="627705" y="102869"/>
                  </a:lnTo>
                  <a:lnTo>
                    <a:pt x="629316" y="102863"/>
                  </a:lnTo>
                  <a:lnTo>
                    <a:pt x="630401" y="103262"/>
                  </a:lnTo>
                  <a:lnTo>
                    <a:pt x="630910" y="103208"/>
                  </a:lnTo>
                  <a:lnTo>
                    <a:pt x="631475" y="103463"/>
                  </a:lnTo>
                  <a:lnTo>
                    <a:pt x="632292" y="103405"/>
                  </a:lnTo>
                  <a:lnTo>
                    <a:pt x="632662" y="103132"/>
                  </a:lnTo>
                  <a:lnTo>
                    <a:pt x="633464" y="103359"/>
                  </a:lnTo>
                  <a:lnTo>
                    <a:pt x="634171" y="103223"/>
                  </a:lnTo>
                  <a:lnTo>
                    <a:pt x="635956" y="102256"/>
                  </a:lnTo>
                  <a:lnTo>
                    <a:pt x="636861" y="100694"/>
                  </a:lnTo>
                  <a:lnTo>
                    <a:pt x="638155" y="100306"/>
                  </a:lnTo>
                  <a:lnTo>
                    <a:pt x="639225" y="99183"/>
                  </a:lnTo>
                  <a:lnTo>
                    <a:pt x="639908" y="99071"/>
                  </a:lnTo>
                  <a:lnTo>
                    <a:pt x="640382" y="99487"/>
                  </a:lnTo>
                  <a:lnTo>
                    <a:pt x="641096" y="99185"/>
                  </a:lnTo>
                  <a:lnTo>
                    <a:pt x="643049" y="99100"/>
                  </a:lnTo>
                  <a:lnTo>
                    <a:pt x="643590" y="98801"/>
                  </a:lnTo>
                  <a:lnTo>
                    <a:pt x="645408" y="98747"/>
                  </a:lnTo>
                  <a:lnTo>
                    <a:pt x="645985" y="98933"/>
                  </a:lnTo>
                  <a:lnTo>
                    <a:pt x="647554" y="98484"/>
                  </a:lnTo>
                  <a:lnTo>
                    <a:pt x="648573" y="98722"/>
                  </a:lnTo>
                  <a:lnTo>
                    <a:pt x="648854" y="98497"/>
                  </a:lnTo>
                  <a:lnTo>
                    <a:pt x="649035" y="97765"/>
                  </a:lnTo>
                  <a:lnTo>
                    <a:pt x="650217" y="97560"/>
                  </a:lnTo>
                  <a:lnTo>
                    <a:pt x="651489" y="97891"/>
                  </a:lnTo>
                  <a:lnTo>
                    <a:pt x="652411" y="97862"/>
                  </a:lnTo>
                  <a:lnTo>
                    <a:pt x="653831" y="96531"/>
                  </a:lnTo>
                  <a:lnTo>
                    <a:pt x="656793" y="96996"/>
                  </a:lnTo>
                  <a:lnTo>
                    <a:pt x="658148" y="98397"/>
                  </a:lnTo>
                  <a:lnTo>
                    <a:pt x="659389" y="99106"/>
                  </a:lnTo>
                  <a:lnTo>
                    <a:pt x="663496" y="98648"/>
                  </a:lnTo>
                  <a:lnTo>
                    <a:pt x="664501" y="97875"/>
                  </a:lnTo>
                  <a:lnTo>
                    <a:pt x="665183" y="97772"/>
                  </a:lnTo>
                  <a:lnTo>
                    <a:pt x="666552" y="96556"/>
                  </a:lnTo>
                  <a:lnTo>
                    <a:pt x="667555" y="96125"/>
                  </a:lnTo>
                  <a:lnTo>
                    <a:pt x="669512" y="96105"/>
                  </a:lnTo>
                  <a:lnTo>
                    <a:pt x="670387" y="97399"/>
                  </a:lnTo>
                  <a:lnTo>
                    <a:pt x="671544" y="97920"/>
                  </a:lnTo>
                  <a:lnTo>
                    <a:pt x="672808" y="97736"/>
                  </a:lnTo>
                  <a:lnTo>
                    <a:pt x="673619" y="97899"/>
                  </a:lnTo>
                  <a:lnTo>
                    <a:pt x="675036" y="97361"/>
                  </a:lnTo>
                  <a:lnTo>
                    <a:pt x="676523" y="97265"/>
                  </a:lnTo>
                  <a:lnTo>
                    <a:pt x="676791" y="97520"/>
                  </a:lnTo>
                  <a:lnTo>
                    <a:pt x="678892" y="97766"/>
                  </a:lnTo>
                  <a:lnTo>
                    <a:pt x="680375" y="97586"/>
                  </a:lnTo>
                  <a:lnTo>
                    <a:pt x="680734" y="97831"/>
                  </a:lnTo>
                  <a:lnTo>
                    <a:pt x="683917" y="98068"/>
                  </a:lnTo>
                  <a:lnTo>
                    <a:pt x="685767" y="97090"/>
                  </a:lnTo>
                  <a:lnTo>
                    <a:pt x="686285" y="96967"/>
                  </a:lnTo>
                  <a:lnTo>
                    <a:pt x="687002" y="97251"/>
                  </a:lnTo>
                  <a:lnTo>
                    <a:pt x="688000" y="96868"/>
                  </a:lnTo>
                  <a:lnTo>
                    <a:pt x="689924" y="97087"/>
                  </a:lnTo>
                  <a:lnTo>
                    <a:pt x="693350" y="97926"/>
                  </a:lnTo>
                  <a:lnTo>
                    <a:pt x="697732" y="98275"/>
                  </a:lnTo>
                  <a:lnTo>
                    <a:pt x="698659" y="98582"/>
                  </a:lnTo>
                  <a:lnTo>
                    <a:pt x="698466" y="100045"/>
                  </a:lnTo>
                  <a:lnTo>
                    <a:pt x="699676" y="102773"/>
                  </a:lnTo>
                  <a:lnTo>
                    <a:pt x="702502" y="110915"/>
                  </a:lnTo>
                  <a:lnTo>
                    <a:pt x="705423" y="114165"/>
                  </a:lnTo>
                  <a:lnTo>
                    <a:pt x="708552" y="114206"/>
                  </a:lnTo>
                  <a:lnTo>
                    <a:pt x="711558" y="114862"/>
                  </a:lnTo>
                  <a:lnTo>
                    <a:pt x="714804" y="115571"/>
                  </a:lnTo>
                  <a:lnTo>
                    <a:pt x="715945" y="115231"/>
                  </a:lnTo>
                  <a:lnTo>
                    <a:pt x="724034" y="118670"/>
                  </a:lnTo>
                  <a:lnTo>
                    <a:pt x="729955" y="119616"/>
                  </a:lnTo>
                  <a:lnTo>
                    <a:pt x="732988" y="122919"/>
                  </a:lnTo>
                  <a:lnTo>
                    <a:pt x="738138" y="129582"/>
                  </a:lnTo>
                  <a:lnTo>
                    <a:pt x="738711" y="134902"/>
                  </a:lnTo>
                  <a:lnTo>
                    <a:pt x="739794" y="136878"/>
                  </a:lnTo>
                  <a:lnTo>
                    <a:pt x="743083" y="140107"/>
                  </a:lnTo>
                  <a:lnTo>
                    <a:pt x="744613" y="140836"/>
                  </a:lnTo>
                  <a:lnTo>
                    <a:pt x="746432" y="143806"/>
                  </a:lnTo>
                  <a:lnTo>
                    <a:pt x="747575" y="144918"/>
                  </a:lnTo>
                  <a:lnTo>
                    <a:pt x="748027" y="145719"/>
                  </a:lnTo>
                  <a:lnTo>
                    <a:pt x="748919" y="146375"/>
                  </a:lnTo>
                  <a:lnTo>
                    <a:pt x="751889" y="151522"/>
                  </a:lnTo>
                  <a:lnTo>
                    <a:pt x="755938" y="152763"/>
                  </a:lnTo>
                  <a:lnTo>
                    <a:pt x="757302" y="153540"/>
                  </a:lnTo>
                  <a:lnTo>
                    <a:pt x="758704" y="154634"/>
                  </a:lnTo>
                  <a:lnTo>
                    <a:pt x="760877" y="156875"/>
                  </a:lnTo>
                  <a:lnTo>
                    <a:pt x="761606" y="158095"/>
                  </a:lnTo>
                  <a:lnTo>
                    <a:pt x="763250" y="159659"/>
                  </a:lnTo>
                  <a:lnTo>
                    <a:pt x="763738" y="160631"/>
                  </a:lnTo>
                  <a:lnTo>
                    <a:pt x="765541" y="161607"/>
                  </a:lnTo>
                  <a:lnTo>
                    <a:pt x="770209" y="163499"/>
                  </a:lnTo>
                  <a:lnTo>
                    <a:pt x="771778" y="163710"/>
                  </a:lnTo>
                  <a:lnTo>
                    <a:pt x="773489" y="164315"/>
                  </a:lnTo>
                  <a:lnTo>
                    <a:pt x="774099" y="164224"/>
                  </a:lnTo>
                  <a:lnTo>
                    <a:pt x="775153" y="164942"/>
                  </a:lnTo>
                  <a:lnTo>
                    <a:pt x="776240" y="165087"/>
                  </a:lnTo>
                  <a:lnTo>
                    <a:pt x="776867" y="165652"/>
                  </a:lnTo>
                  <a:lnTo>
                    <a:pt x="777890" y="166114"/>
                  </a:lnTo>
                  <a:lnTo>
                    <a:pt x="778692" y="166155"/>
                  </a:lnTo>
                  <a:lnTo>
                    <a:pt x="779461" y="166603"/>
                  </a:lnTo>
                  <a:lnTo>
                    <a:pt x="781597" y="166372"/>
                  </a:lnTo>
                  <a:lnTo>
                    <a:pt x="785483" y="167474"/>
                  </a:lnTo>
                  <a:lnTo>
                    <a:pt x="787776" y="169607"/>
                  </a:lnTo>
                  <a:lnTo>
                    <a:pt x="790174" y="170771"/>
                  </a:lnTo>
                  <a:lnTo>
                    <a:pt x="790769" y="170501"/>
                  </a:lnTo>
                  <a:lnTo>
                    <a:pt x="792027" y="171777"/>
                  </a:lnTo>
                  <a:lnTo>
                    <a:pt x="793421" y="172347"/>
                  </a:lnTo>
                  <a:lnTo>
                    <a:pt x="794820" y="173797"/>
                  </a:lnTo>
                  <a:lnTo>
                    <a:pt x="797152" y="175215"/>
                  </a:lnTo>
                  <a:lnTo>
                    <a:pt x="799527" y="177325"/>
                  </a:lnTo>
                  <a:lnTo>
                    <a:pt x="799949" y="177839"/>
                  </a:lnTo>
                  <a:lnTo>
                    <a:pt x="800134" y="178529"/>
                  </a:lnTo>
                  <a:lnTo>
                    <a:pt x="800871" y="178637"/>
                  </a:lnTo>
                  <a:lnTo>
                    <a:pt x="800879" y="179026"/>
                  </a:lnTo>
                  <a:lnTo>
                    <a:pt x="801946" y="180124"/>
                  </a:lnTo>
                  <a:lnTo>
                    <a:pt x="803666" y="182999"/>
                  </a:lnTo>
                  <a:lnTo>
                    <a:pt x="804980" y="184296"/>
                  </a:lnTo>
                  <a:lnTo>
                    <a:pt x="805962" y="185858"/>
                  </a:lnTo>
                  <a:lnTo>
                    <a:pt x="806744" y="186219"/>
                  </a:lnTo>
                  <a:lnTo>
                    <a:pt x="807291" y="187208"/>
                  </a:lnTo>
                  <a:lnTo>
                    <a:pt x="807430" y="188009"/>
                  </a:lnTo>
                  <a:lnTo>
                    <a:pt x="806275" y="192035"/>
                  </a:lnTo>
                  <a:lnTo>
                    <a:pt x="804732" y="193705"/>
                  </a:lnTo>
                  <a:lnTo>
                    <a:pt x="802316" y="194388"/>
                  </a:lnTo>
                  <a:lnTo>
                    <a:pt x="800155" y="196009"/>
                  </a:lnTo>
                  <a:lnTo>
                    <a:pt x="799729" y="197134"/>
                  </a:lnTo>
                  <a:lnTo>
                    <a:pt x="799002" y="197810"/>
                  </a:lnTo>
                  <a:lnTo>
                    <a:pt x="799277" y="198531"/>
                  </a:lnTo>
                  <a:lnTo>
                    <a:pt x="798919" y="198985"/>
                  </a:lnTo>
                  <a:lnTo>
                    <a:pt x="797739" y="199834"/>
                  </a:lnTo>
                  <a:lnTo>
                    <a:pt x="797136" y="199904"/>
                  </a:lnTo>
                  <a:lnTo>
                    <a:pt x="796352" y="200684"/>
                  </a:lnTo>
                  <a:lnTo>
                    <a:pt x="795904" y="202257"/>
                  </a:lnTo>
                  <a:lnTo>
                    <a:pt x="794646" y="203625"/>
                  </a:lnTo>
                  <a:lnTo>
                    <a:pt x="794509" y="204766"/>
                  </a:lnTo>
                  <a:lnTo>
                    <a:pt x="794167" y="205260"/>
                  </a:lnTo>
                  <a:lnTo>
                    <a:pt x="793939" y="207752"/>
                  </a:lnTo>
                  <a:lnTo>
                    <a:pt x="794434" y="209046"/>
                  </a:lnTo>
                  <a:lnTo>
                    <a:pt x="794288" y="209928"/>
                  </a:lnTo>
                  <a:lnTo>
                    <a:pt x="793940" y="210344"/>
                  </a:lnTo>
                  <a:lnTo>
                    <a:pt x="794006" y="211448"/>
                  </a:lnTo>
                  <a:lnTo>
                    <a:pt x="794587" y="212956"/>
                  </a:lnTo>
                  <a:lnTo>
                    <a:pt x="795327" y="213655"/>
                  </a:lnTo>
                  <a:lnTo>
                    <a:pt x="795604" y="214386"/>
                  </a:lnTo>
                  <a:lnTo>
                    <a:pt x="795542" y="215198"/>
                  </a:lnTo>
                  <a:lnTo>
                    <a:pt x="795829" y="215815"/>
                  </a:lnTo>
                  <a:lnTo>
                    <a:pt x="795864" y="219423"/>
                  </a:lnTo>
                  <a:lnTo>
                    <a:pt x="796398" y="219743"/>
                  </a:lnTo>
                  <a:lnTo>
                    <a:pt x="796677" y="220273"/>
                  </a:lnTo>
                  <a:lnTo>
                    <a:pt x="796596" y="223079"/>
                  </a:lnTo>
                  <a:lnTo>
                    <a:pt x="796220" y="224908"/>
                  </a:lnTo>
                  <a:lnTo>
                    <a:pt x="796350" y="225547"/>
                  </a:lnTo>
                  <a:lnTo>
                    <a:pt x="798237" y="227768"/>
                  </a:lnTo>
                  <a:lnTo>
                    <a:pt x="799920" y="230857"/>
                  </a:lnTo>
                  <a:lnTo>
                    <a:pt x="800226" y="231788"/>
                  </a:lnTo>
                  <a:lnTo>
                    <a:pt x="800269" y="236552"/>
                  </a:lnTo>
                  <a:lnTo>
                    <a:pt x="798252" y="241310"/>
                  </a:lnTo>
                  <a:lnTo>
                    <a:pt x="796643" y="243405"/>
                  </a:lnTo>
                  <a:lnTo>
                    <a:pt x="795695" y="247558"/>
                  </a:lnTo>
                  <a:lnTo>
                    <a:pt x="795811" y="250102"/>
                  </a:lnTo>
                  <a:lnTo>
                    <a:pt x="794879" y="251589"/>
                  </a:lnTo>
                  <a:lnTo>
                    <a:pt x="794479" y="251827"/>
                  </a:lnTo>
                  <a:lnTo>
                    <a:pt x="793381" y="254990"/>
                  </a:lnTo>
                  <a:lnTo>
                    <a:pt x="793187" y="256384"/>
                  </a:lnTo>
                  <a:lnTo>
                    <a:pt x="791156" y="259360"/>
                  </a:lnTo>
                  <a:lnTo>
                    <a:pt x="789963" y="262351"/>
                  </a:lnTo>
                  <a:lnTo>
                    <a:pt x="789494" y="264823"/>
                  </a:lnTo>
                  <a:lnTo>
                    <a:pt x="787800" y="266660"/>
                  </a:lnTo>
                  <a:lnTo>
                    <a:pt x="786866" y="268433"/>
                  </a:lnTo>
                  <a:lnTo>
                    <a:pt x="786808" y="269777"/>
                  </a:lnTo>
                  <a:lnTo>
                    <a:pt x="785709" y="271055"/>
                  </a:lnTo>
                  <a:lnTo>
                    <a:pt x="785250" y="274718"/>
                  </a:lnTo>
                  <a:lnTo>
                    <a:pt x="784359" y="278045"/>
                  </a:lnTo>
                  <a:lnTo>
                    <a:pt x="781537" y="281856"/>
                  </a:lnTo>
                  <a:lnTo>
                    <a:pt x="780121" y="281526"/>
                  </a:lnTo>
                  <a:lnTo>
                    <a:pt x="778415" y="282002"/>
                  </a:lnTo>
                  <a:lnTo>
                    <a:pt x="774707" y="283839"/>
                  </a:lnTo>
                  <a:lnTo>
                    <a:pt x="772654" y="284332"/>
                  </a:lnTo>
                  <a:lnTo>
                    <a:pt x="770463" y="287303"/>
                  </a:lnTo>
                  <a:lnTo>
                    <a:pt x="768714" y="289163"/>
                  </a:lnTo>
                  <a:lnTo>
                    <a:pt x="767353" y="291502"/>
                  </a:lnTo>
                  <a:lnTo>
                    <a:pt x="766741" y="293193"/>
                  </a:lnTo>
                  <a:lnTo>
                    <a:pt x="766774" y="294259"/>
                  </a:lnTo>
                  <a:lnTo>
                    <a:pt x="766275" y="295042"/>
                  </a:lnTo>
                  <a:lnTo>
                    <a:pt x="767042" y="296221"/>
                  </a:lnTo>
                  <a:lnTo>
                    <a:pt x="766813" y="298667"/>
                  </a:lnTo>
                  <a:lnTo>
                    <a:pt x="764239" y="301200"/>
                  </a:lnTo>
                  <a:lnTo>
                    <a:pt x="763592" y="303195"/>
                  </a:lnTo>
                  <a:lnTo>
                    <a:pt x="762785" y="304791"/>
                  </a:lnTo>
                  <a:lnTo>
                    <a:pt x="761226" y="314079"/>
                  </a:lnTo>
                  <a:lnTo>
                    <a:pt x="760992" y="319127"/>
                  </a:lnTo>
                  <a:lnTo>
                    <a:pt x="761856" y="323487"/>
                  </a:lnTo>
                  <a:lnTo>
                    <a:pt x="763086" y="326722"/>
                  </a:lnTo>
                  <a:lnTo>
                    <a:pt x="762879" y="329083"/>
                  </a:lnTo>
                  <a:lnTo>
                    <a:pt x="763156" y="332021"/>
                  </a:lnTo>
                  <a:lnTo>
                    <a:pt x="762785" y="332700"/>
                  </a:lnTo>
                  <a:lnTo>
                    <a:pt x="763037" y="335610"/>
                  </a:lnTo>
                  <a:lnTo>
                    <a:pt x="763861" y="337022"/>
                  </a:lnTo>
                  <a:lnTo>
                    <a:pt x="766052" y="339095"/>
                  </a:lnTo>
                  <a:lnTo>
                    <a:pt x="767857" y="342735"/>
                  </a:lnTo>
                  <a:lnTo>
                    <a:pt x="770293" y="346108"/>
                  </a:lnTo>
                  <a:lnTo>
                    <a:pt x="772943" y="348056"/>
                  </a:lnTo>
                  <a:lnTo>
                    <a:pt x="771919" y="352990"/>
                  </a:lnTo>
                  <a:lnTo>
                    <a:pt x="772316" y="356202"/>
                  </a:lnTo>
                  <a:lnTo>
                    <a:pt x="773194" y="358674"/>
                  </a:lnTo>
                  <a:lnTo>
                    <a:pt x="773221" y="362378"/>
                  </a:lnTo>
                  <a:lnTo>
                    <a:pt x="772358" y="365878"/>
                  </a:lnTo>
                  <a:lnTo>
                    <a:pt x="773063" y="370521"/>
                  </a:lnTo>
                  <a:lnTo>
                    <a:pt x="772360" y="375816"/>
                  </a:lnTo>
                  <a:lnTo>
                    <a:pt x="772643" y="377362"/>
                  </a:lnTo>
                  <a:lnTo>
                    <a:pt x="771766" y="381796"/>
                  </a:lnTo>
                  <a:lnTo>
                    <a:pt x="771772" y="382945"/>
                  </a:lnTo>
                  <a:lnTo>
                    <a:pt x="772264" y="385762"/>
                  </a:lnTo>
                  <a:lnTo>
                    <a:pt x="774723" y="392390"/>
                  </a:lnTo>
                  <a:lnTo>
                    <a:pt x="775776" y="396999"/>
                  </a:lnTo>
                  <a:lnTo>
                    <a:pt x="777961" y="402978"/>
                  </a:lnTo>
                  <a:lnTo>
                    <a:pt x="780304" y="408501"/>
                  </a:lnTo>
                  <a:lnTo>
                    <a:pt x="779441" y="409945"/>
                  </a:lnTo>
                  <a:lnTo>
                    <a:pt x="777781" y="414196"/>
                  </a:lnTo>
                  <a:lnTo>
                    <a:pt x="776790" y="418076"/>
                  </a:lnTo>
                  <a:lnTo>
                    <a:pt x="774387" y="418792"/>
                  </a:lnTo>
                  <a:lnTo>
                    <a:pt x="773178" y="419512"/>
                  </a:lnTo>
                  <a:lnTo>
                    <a:pt x="772166" y="420883"/>
                  </a:lnTo>
                  <a:lnTo>
                    <a:pt x="770166" y="422830"/>
                  </a:lnTo>
                  <a:lnTo>
                    <a:pt x="769434" y="423916"/>
                  </a:lnTo>
                  <a:lnTo>
                    <a:pt x="768898" y="427381"/>
                  </a:lnTo>
                  <a:lnTo>
                    <a:pt x="769447" y="429390"/>
                  </a:lnTo>
                  <a:lnTo>
                    <a:pt x="769471" y="431791"/>
                  </a:lnTo>
                  <a:lnTo>
                    <a:pt x="770923" y="435248"/>
                  </a:lnTo>
                  <a:lnTo>
                    <a:pt x="771712" y="436520"/>
                  </a:lnTo>
                  <a:lnTo>
                    <a:pt x="770435" y="438305"/>
                  </a:lnTo>
                  <a:lnTo>
                    <a:pt x="770434" y="438952"/>
                  </a:lnTo>
                  <a:lnTo>
                    <a:pt x="771165" y="441279"/>
                  </a:lnTo>
                  <a:lnTo>
                    <a:pt x="768752" y="443293"/>
                  </a:lnTo>
                  <a:lnTo>
                    <a:pt x="768602" y="444248"/>
                  </a:lnTo>
                  <a:lnTo>
                    <a:pt x="768153" y="445567"/>
                  </a:lnTo>
                  <a:lnTo>
                    <a:pt x="766758" y="447749"/>
                  </a:lnTo>
                  <a:lnTo>
                    <a:pt x="765128" y="448365"/>
                  </a:lnTo>
                  <a:lnTo>
                    <a:pt x="762244" y="450341"/>
                  </a:lnTo>
                  <a:lnTo>
                    <a:pt x="760865" y="451829"/>
                  </a:lnTo>
                  <a:lnTo>
                    <a:pt x="759468" y="453905"/>
                  </a:lnTo>
                  <a:lnTo>
                    <a:pt x="756980" y="456508"/>
                  </a:lnTo>
                  <a:lnTo>
                    <a:pt x="757918" y="457958"/>
                  </a:lnTo>
                  <a:lnTo>
                    <a:pt x="758897" y="460460"/>
                  </a:lnTo>
                  <a:lnTo>
                    <a:pt x="758921" y="461063"/>
                  </a:lnTo>
                  <a:lnTo>
                    <a:pt x="758349" y="462656"/>
                  </a:lnTo>
                  <a:lnTo>
                    <a:pt x="755528" y="464487"/>
                  </a:lnTo>
                  <a:lnTo>
                    <a:pt x="755015" y="465179"/>
                  </a:lnTo>
                  <a:lnTo>
                    <a:pt x="754739" y="466183"/>
                  </a:lnTo>
                  <a:lnTo>
                    <a:pt x="754446" y="472777"/>
                  </a:lnTo>
                  <a:lnTo>
                    <a:pt x="755347" y="480731"/>
                  </a:lnTo>
                  <a:lnTo>
                    <a:pt x="756065" y="484605"/>
                  </a:lnTo>
                  <a:lnTo>
                    <a:pt x="755433" y="486838"/>
                  </a:lnTo>
                  <a:lnTo>
                    <a:pt x="755136" y="492998"/>
                  </a:lnTo>
                  <a:lnTo>
                    <a:pt x="755864" y="495423"/>
                  </a:lnTo>
                  <a:lnTo>
                    <a:pt x="756587" y="496790"/>
                  </a:lnTo>
                  <a:lnTo>
                    <a:pt x="757268" y="497526"/>
                  </a:lnTo>
                  <a:lnTo>
                    <a:pt x="757906" y="499894"/>
                  </a:lnTo>
                  <a:lnTo>
                    <a:pt x="757967" y="502799"/>
                  </a:lnTo>
                  <a:lnTo>
                    <a:pt x="757723" y="503227"/>
                  </a:lnTo>
                  <a:lnTo>
                    <a:pt x="757864" y="504420"/>
                  </a:lnTo>
                  <a:lnTo>
                    <a:pt x="757319" y="507779"/>
                  </a:lnTo>
                  <a:lnTo>
                    <a:pt x="757664" y="509577"/>
                  </a:lnTo>
                  <a:lnTo>
                    <a:pt x="757181" y="511367"/>
                  </a:lnTo>
                  <a:lnTo>
                    <a:pt x="757528" y="512333"/>
                  </a:lnTo>
                  <a:lnTo>
                    <a:pt x="756594" y="512251"/>
                  </a:lnTo>
                  <a:lnTo>
                    <a:pt x="752207" y="509880"/>
                  </a:lnTo>
                  <a:lnTo>
                    <a:pt x="748164" y="509176"/>
                  </a:lnTo>
                  <a:lnTo>
                    <a:pt x="746469" y="507524"/>
                  </a:lnTo>
                  <a:lnTo>
                    <a:pt x="744554" y="508162"/>
                  </a:lnTo>
                  <a:lnTo>
                    <a:pt x="741565" y="506008"/>
                  </a:lnTo>
                  <a:lnTo>
                    <a:pt x="740715" y="506099"/>
                  </a:lnTo>
                  <a:lnTo>
                    <a:pt x="739634" y="506874"/>
                  </a:lnTo>
                  <a:lnTo>
                    <a:pt x="738047" y="506438"/>
                  </a:lnTo>
                  <a:lnTo>
                    <a:pt x="736282" y="507195"/>
                  </a:lnTo>
                  <a:lnTo>
                    <a:pt x="733983" y="506407"/>
                  </a:lnTo>
                  <a:lnTo>
                    <a:pt x="733876" y="506092"/>
                  </a:lnTo>
                  <a:lnTo>
                    <a:pt x="729360" y="502622"/>
                  </a:lnTo>
                  <a:lnTo>
                    <a:pt x="728999" y="502079"/>
                  </a:lnTo>
                  <a:lnTo>
                    <a:pt x="728265" y="501810"/>
                  </a:lnTo>
                  <a:lnTo>
                    <a:pt x="726775" y="500525"/>
                  </a:lnTo>
                  <a:lnTo>
                    <a:pt x="723653" y="500446"/>
                  </a:lnTo>
                  <a:lnTo>
                    <a:pt x="722266" y="500094"/>
                  </a:lnTo>
                  <a:lnTo>
                    <a:pt x="720846" y="499144"/>
                  </a:lnTo>
                  <a:lnTo>
                    <a:pt x="720753" y="499290"/>
                  </a:lnTo>
                  <a:lnTo>
                    <a:pt x="719521" y="498785"/>
                  </a:lnTo>
                  <a:lnTo>
                    <a:pt x="718187" y="499338"/>
                  </a:lnTo>
                  <a:lnTo>
                    <a:pt x="716458" y="497460"/>
                  </a:lnTo>
                  <a:lnTo>
                    <a:pt x="715361" y="496813"/>
                  </a:lnTo>
                  <a:lnTo>
                    <a:pt x="714819" y="496658"/>
                  </a:lnTo>
                  <a:lnTo>
                    <a:pt x="713218" y="495229"/>
                  </a:lnTo>
                  <a:lnTo>
                    <a:pt x="712566" y="497063"/>
                  </a:lnTo>
                  <a:lnTo>
                    <a:pt x="711678" y="496815"/>
                  </a:lnTo>
                  <a:lnTo>
                    <a:pt x="710036" y="499188"/>
                  </a:lnTo>
                  <a:lnTo>
                    <a:pt x="710256" y="500211"/>
                  </a:lnTo>
                  <a:lnTo>
                    <a:pt x="709983" y="500990"/>
                  </a:lnTo>
                  <a:lnTo>
                    <a:pt x="710372" y="502591"/>
                  </a:lnTo>
                  <a:lnTo>
                    <a:pt x="710240" y="503950"/>
                  </a:lnTo>
                  <a:lnTo>
                    <a:pt x="710960" y="504455"/>
                  </a:lnTo>
                  <a:lnTo>
                    <a:pt x="711337" y="505724"/>
                  </a:lnTo>
                  <a:lnTo>
                    <a:pt x="712614" y="505629"/>
                  </a:lnTo>
                  <a:lnTo>
                    <a:pt x="714060" y="506861"/>
                  </a:lnTo>
                  <a:lnTo>
                    <a:pt x="716433" y="507324"/>
                  </a:lnTo>
                  <a:lnTo>
                    <a:pt x="716838" y="509371"/>
                  </a:lnTo>
                  <a:lnTo>
                    <a:pt x="716302" y="511538"/>
                  </a:lnTo>
                  <a:lnTo>
                    <a:pt x="716399" y="512812"/>
                  </a:lnTo>
                  <a:lnTo>
                    <a:pt x="719562" y="512138"/>
                  </a:lnTo>
                  <a:lnTo>
                    <a:pt x="720743" y="511052"/>
                  </a:lnTo>
                  <a:lnTo>
                    <a:pt x="721889" y="511621"/>
                  </a:lnTo>
                  <a:lnTo>
                    <a:pt x="722002" y="512953"/>
                  </a:lnTo>
                  <a:lnTo>
                    <a:pt x="721200" y="514158"/>
                  </a:lnTo>
                  <a:lnTo>
                    <a:pt x="721180" y="514753"/>
                  </a:lnTo>
                  <a:lnTo>
                    <a:pt x="723991" y="514255"/>
                  </a:lnTo>
                  <a:lnTo>
                    <a:pt x="724672" y="514983"/>
                  </a:lnTo>
                  <a:lnTo>
                    <a:pt x="724173" y="515555"/>
                  </a:lnTo>
                  <a:lnTo>
                    <a:pt x="724494" y="516014"/>
                  </a:lnTo>
                  <a:lnTo>
                    <a:pt x="724507" y="518552"/>
                  </a:lnTo>
                  <a:lnTo>
                    <a:pt x="724804" y="519371"/>
                  </a:lnTo>
                  <a:lnTo>
                    <a:pt x="724322" y="519911"/>
                  </a:lnTo>
                  <a:lnTo>
                    <a:pt x="722418" y="520416"/>
                  </a:lnTo>
                  <a:lnTo>
                    <a:pt x="721706" y="520962"/>
                  </a:lnTo>
                  <a:lnTo>
                    <a:pt x="721171" y="521750"/>
                  </a:lnTo>
                  <a:lnTo>
                    <a:pt x="719414" y="520950"/>
                  </a:lnTo>
                  <a:lnTo>
                    <a:pt x="717873" y="519880"/>
                  </a:lnTo>
                  <a:lnTo>
                    <a:pt x="716993" y="519558"/>
                  </a:lnTo>
                  <a:lnTo>
                    <a:pt x="716202" y="519605"/>
                  </a:lnTo>
                  <a:lnTo>
                    <a:pt x="714873" y="518849"/>
                  </a:lnTo>
                  <a:lnTo>
                    <a:pt x="715484" y="519947"/>
                  </a:lnTo>
                  <a:lnTo>
                    <a:pt x="716586" y="520688"/>
                  </a:lnTo>
                  <a:lnTo>
                    <a:pt x="716403" y="520983"/>
                  </a:lnTo>
                  <a:lnTo>
                    <a:pt x="716905" y="522797"/>
                  </a:lnTo>
                  <a:lnTo>
                    <a:pt x="717294" y="522426"/>
                  </a:lnTo>
                  <a:lnTo>
                    <a:pt x="717606" y="522453"/>
                  </a:lnTo>
                  <a:lnTo>
                    <a:pt x="718843" y="524275"/>
                  </a:lnTo>
                  <a:lnTo>
                    <a:pt x="718831" y="525183"/>
                  </a:lnTo>
                  <a:lnTo>
                    <a:pt x="719147" y="525815"/>
                  </a:lnTo>
                  <a:lnTo>
                    <a:pt x="719852" y="526392"/>
                  </a:lnTo>
                  <a:lnTo>
                    <a:pt x="720317" y="526096"/>
                  </a:lnTo>
                  <a:lnTo>
                    <a:pt x="721937" y="526288"/>
                  </a:lnTo>
                  <a:lnTo>
                    <a:pt x="723011" y="527433"/>
                  </a:lnTo>
                  <a:lnTo>
                    <a:pt x="723109" y="528309"/>
                  </a:lnTo>
                  <a:lnTo>
                    <a:pt x="722616" y="529176"/>
                  </a:lnTo>
                  <a:lnTo>
                    <a:pt x="720113" y="530837"/>
                  </a:lnTo>
                  <a:lnTo>
                    <a:pt x="719679" y="531374"/>
                  </a:lnTo>
                  <a:lnTo>
                    <a:pt x="719185" y="532611"/>
                  </a:lnTo>
                  <a:lnTo>
                    <a:pt x="719527" y="535447"/>
                  </a:lnTo>
                  <a:lnTo>
                    <a:pt x="719114" y="536424"/>
                  </a:lnTo>
                  <a:lnTo>
                    <a:pt x="718719" y="535399"/>
                  </a:lnTo>
                  <a:lnTo>
                    <a:pt x="717637" y="535270"/>
                  </a:lnTo>
                  <a:lnTo>
                    <a:pt x="715609" y="534365"/>
                  </a:lnTo>
                  <a:lnTo>
                    <a:pt x="714503" y="534575"/>
                  </a:lnTo>
                  <a:lnTo>
                    <a:pt x="713807" y="535757"/>
                  </a:lnTo>
                  <a:lnTo>
                    <a:pt x="713365" y="535925"/>
                  </a:lnTo>
                  <a:lnTo>
                    <a:pt x="712510" y="535208"/>
                  </a:lnTo>
                  <a:lnTo>
                    <a:pt x="711064" y="533366"/>
                  </a:lnTo>
                  <a:lnTo>
                    <a:pt x="710263" y="533052"/>
                  </a:lnTo>
                  <a:lnTo>
                    <a:pt x="709696" y="533574"/>
                  </a:lnTo>
                  <a:lnTo>
                    <a:pt x="709258" y="533474"/>
                  </a:lnTo>
                  <a:lnTo>
                    <a:pt x="708088" y="531550"/>
                  </a:lnTo>
                  <a:lnTo>
                    <a:pt x="707501" y="531040"/>
                  </a:lnTo>
                  <a:lnTo>
                    <a:pt x="704621" y="531255"/>
                  </a:lnTo>
                  <a:lnTo>
                    <a:pt x="703390" y="531806"/>
                  </a:lnTo>
                  <a:lnTo>
                    <a:pt x="701999" y="531933"/>
                  </a:lnTo>
                  <a:lnTo>
                    <a:pt x="701993" y="532481"/>
                  </a:lnTo>
                  <a:lnTo>
                    <a:pt x="701594" y="533255"/>
                  </a:lnTo>
                  <a:lnTo>
                    <a:pt x="700380" y="533847"/>
                  </a:lnTo>
                  <a:lnTo>
                    <a:pt x="699498" y="534711"/>
                  </a:lnTo>
                  <a:lnTo>
                    <a:pt x="696358" y="535461"/>
                  </a:lnTo>
                  <a:lnTo>
                    <a:pt x="695643" y="535993"/>
                  </a:lnTo>
                  <a:lnTo>
                    <a:pt x="695153" y="537285"/>
                  </a:lnTo>
                  <a:lnTo>
                    <a:pt x="693964" y="536564"/>
                  </a:lnTo>
                  <a:lnTo>
                    <a:pt x="693303" y="537029"/>
                  </a:lnTo>
                  <a:lnTo>
                    <a:pt x="692931" y="537018"/>
                  </a:lnTo>
                  <a:lnTo>
                    <a:pt x="692258" y="537763"/>
                  </a:lnTo>
                  <a:lnTo>
                    <a:pt x="692149" y="538393"/>
                  </a:lnTo>
                  <a:lnTo>
                    <a:pt x="691780" y="538773"/>
                  </a:lnTo>
                  <a:lnTo>
                    <a:pt x="692122" y="538840"/>
                  </a:lnTo>
                  <a:lnTo>
                    <a:pt x="692172" y="539345"/>
                  </a:lnTo>
                  <a:lnTo>
                    <a:pt x="693018" y="539610"/>
                  </a:lnTo>
                  <a:lnTo>
                    <a:pt x="693535" y="541336"/>
                  </a:lnTo>
                  <a:lnTo>
                    <a:pt x="694218" y="542475"/>
                  </a:lnTo>
                  <a:lnTo>
                    <a:pt x="694204" y="542905"/>
                  </a:lnTo>
                  <a:lnTo>
                    <a:pt x="690879" y="547202"/>
                  </a:lnTo>
                  <a:lnTo>
                    <a:pt x="689551" y="548460"/>
                  </a:lnTo>
                  <a:lnTo>
                    <a:pt x="688685" y="548894"/>
                  </a:lnTo>
                  <a:lnTo>
                    <a:pt x="688606" y="549238"/>
                  </a:lnTo>
                  <a:lnTo>
                    <a:pt x="688744" y="551639"/>
                  </a:lnTo>
                  <a:lnTo>
                    <a:pt x="690075" y="552420"/>
                  </a:lnTo>
                  <a:lnTo>
                    <a:pt x="689912" y="554220"/>
                  </a:lnTo>
                  <a:lnTo>
                    <a:pt x="690262" y="556631"/>
                  </a:lnTo>
                  <a:lnTo>
                    <a:pt x="690897" y="557185"/>
                  </a:lnTo>
                  <a:lnTo>
                    <a:pt x="691451" y="558175"/>
                  </a:lnTo>
                  <a:lnTo>
                    <a:pt x="690843" y="558157"/>
                  </a:lnTo>
                  <a:lnTo>
                    <a:pt x="687384" y="561962"/>
                  </a:lnTo>
                  <a:lnTo>
                    <a:pt x="685669" y="563102"/>
                  </a:lnTo>
                  <a:lnTo>
                    <a:pt x="685446" y="562360"/>
                  </a:lnTo>
                  <a:lnTo>
                    <a:pt x="683346" y="561282"/>
                  </a:lnTo>
                  <a:lnTo>
                    <a:pt x="681075" y="558231"/>
                  </a:lnTo>
                  <a:lnTo>
                    <a:pt x="680767" y="558167"/>
                  </a:lnTo>
                  <a:lnTo>
                    <a:pt x="680754" y="557013"/>
                  </a:lnTo>
                  <a:lnTo>
                    <a:pt x="680189" y="555970"/>
                  </a:lnTo>
                  <a:lnTo>
                    <a:pt x="679093" y="556535"/>
                  </a:lnTo>
                  <a:lnTo>
                    <a:pt x="677476" y="555969"/>
                  </a:lnTo>
                  <a:lnTo>
                    <a:pt x="676975" y="554792"/>
                  </a:lnTo>
                  <a:lnTo>
                    <a:pt x="674890" y="554204"/>
                  </a:lnTo>
                  <a:lnTo>
                    <a:pt x="674936" y="553775"/>
                  </a:lnTo>
                  <a:lnTo>
                    <a:pt x="674005" y="553046"/>
                  </a:lnTo>
                  <a:lnTo>
                    <a:pt x="673618" y="551575"/>
                  </a:lnTo>
                  <a:lnTo>
                    <a:pt x="672847" y="550987"/>
                  </a:lnTo>
                  <a:lnTo>
                    <a:pt x="672016" y="549664"/>
                  </a:lnTo>
                  <a:lnTo>
                    <a:pt x="672098" y="549063"/>
                  </a:lnTo>
                  <a:lnTo>
                    <a:pt x="670389" y="547547"/>
                  </a:lnTo>
                  <a:lnTo>
                    <a:pt x="671703" y="545045"/>
                  </a:lnTo>
                  <a:lnTo>
                    <a:pt x="670306" y="542649"/>
                  </a:lnTo>
                  <a:lnTo>
                    <a:pt x="669323" y="542166"/>
                  </a:lnTo>
                  <a:lnTo>
                    <a:pt x="666859" y="541586"/>
                  </a:lnTo>
                  <a:lnTo>
                    <a:pt x="664338" y="539570"/>
                  </a:lnTo>
                  <a:lnTo>
                    <a:pt x="662984" y="539023"/>
                  </a:lnTo>
                  <a:lnTo>
                    <a:pt x="662692" y="538085"/>
                  </a:lnTo>
                  <a:lnTo>
                    <a:pt x="661778" y="536899"/>
                  </a:lnTo>
                  <a:lnTo>
                    <a:pt x="661656" y="536314"/>
                  </a:lnTo>
                  <a:lnTo>
                    <a:pt x="661210" y="536054"/>
                  </a:lnTo>
                  <a:lnTo>
                    <a:pt x="660962" y="535565"/>
                  </a:lnTo>
                  <a:lnTo>
                    <a:pt x="660201" y="535015"/>
                  </a:lnTo>
                  <a:lnTo>
                    <a:pt x="659225" y="534696"/>
                  </a:lnTo>
                  <a:lnTo>
                    <a:pt x="658543" y="533834"/>
                  </a:lnTo>
                  <a:lnTo>
                    <a:pt x="656086" y="533043"/>
                  </a:lnTo>
                  <a:lnTo>
                    <a:pt x="655591" y="532472"/>
                  </a:lnTo>
                  <a:lnTo>
                    <a:pt x="654523" y="531951"/>
                  </a:lnTo>
                  <a:lnTo>
                    <a:pt x="652467" y="529314"/>
                  </a:lnTo>
                  <a:lnTo>
                    <a:pt x="651640" y="529246"/>
                  </a:lnTo>
                  <a:lnTo>
                    <a:pt x="651040" y="528614"/>
                  </a:lnTo>
                  <a:lnTo>
                    <a:pt x="650417" y="528491"/>
                  </a:lnTo>
                  <a:lnTo>
                    <a:pt x="649587" y="529488"/>
                  </a:lnTo>
                  <a:lnTo>
                    <a:pt x="649165" y="529459"/>
                  </a:lnTo>
                  <a:lnTo>
                    <a:pt x="649113" y="530096"/>
                  </a:lnTo>
                  <a:lnTo>
                    <a:pt x="646351" y="533707"/>
                  </a:lnTo>
                  <a:lnTo>
                    <a:pt x="644718" y="534941"/>
                  </a:lnTo>
                  <a:lnTo>
                    <a:pt x="643083" y="535466"/>
                  </a:lnTo>
                  <a:lnTo>
                    <a:pt x="642488" y="536303"/>
                  </a:lnTo>
                  <a:lnTo>
                    <a:pt x="642638" y="538744"/>
                  </a:lnTo>
                  <a:lnTo>
                    <a:pt x="643077" y="539503"/>
                  </a:lnTo>
                  <a:lnTo>
                    <a:pt x="644076" y="540278"/>
                  </a:lnTo>
                  <a:lnTo>
                    <a:pt x="645022" y="542989"/>
                  </a:lnTo>
                  <a:lnTo>
                    <a:pt x="644901" y="544011"/>
                  </a:lnTo>
                  <a:lnTo>
                    <a:pt x="644024" y="545384"/>
                  </a:lnTo>
                  <a:lnTo>
                    <a:pt x="643686" y="546609"/>
                  </a:lnTo>
                  <a:lnTo>
                    <a:pt x="644297" y="550516"/>
                  </a:lnTo>
                  <a:lnTo>
                    <a:pt x="644252" y="551800"/>
                  </a:lnTo>
                  <a:lnTo>
                    <a:pt x="643757" y="553377"/>
                  </a:lnTo>
                  <a:lnTo>
                    <a:pt x="642456" y="555485"/>
                  </a:lnTo>
                  <a:lnTo>
                    <a:pt x="639268" y="558504"/>
                  </a:lnTo>
                  <a:lnTo>
                    <a:pt x="638902" y="558674"/>
                  </a:lnTo>
                  <a:lnTo>
                    <a:pt x="636894" y="558423"/>
                  </a:lnTo>
                  <a:lnTo>
                    <a:pt x="635585" y="559010"/>
                  </a:lnTo>
                  <a:lnTo>
                    <a:pt x="634794" y="560899"/>
                  </a:lnTo>
                  <a:lnTo>
                    <a:pt x="633263" y="563538"/>
                  </a:lnTo>
                  <a:lnTo>
                    <a:pt x="633177" y="564981"/>
                  </a:lnTo>
                  <a:lnTo>
                    <a:pt x="633669" y="565883"/>
                  </a:lnTo>
                  <a:lnTo>
                    <a:pt x="633997" y="566162"/>
                  </a:lnTo>
                  <a:lnTo>
                    <a:pt x="634935" y="566364"/>
                  </a:lnTo>
                  <a:lnTo>
                    <a:pt x="636612" y="565843"/>
                  </a:lnTo>
                  <a:lnTo>
                    <a:pt x="637671" y="565958"/>
                  </a:lnTo>
                  <a:lnTo>
                    <a:pt x="638376" y="567324"/>
                  </a:lnTo>
                  <a:lnTo>
                    <a:pt x="642046" y="571902"/>
                  </a:lnTo>
                  <a:lnTo>
                    <a:pt x="642501" y="573577"/>
                  </a:lnTo>
                  <a:lnTo>
                    <a:pt x="642160" y="574931"/>
                  </a:lnTo>
                  <a:lnTo>
                    <a:pt x="641606" y="575689"/>
                  </a:lnTo>
                  <a:lnTo>
                    <a:pt x="640396" y="576613"/>
                  </a:lnTo>
                  <a:lnTo>
                    <a:pt x="638702" y="577490"/>
                  </a:lnTo>
                  <a:lnTo>
                    <a:pt x="637780" y="578232"/>
                  </a:lnTo>
                  <a:lnTo>
                    <a:pt x="636254" y="580231"/>
                  </a:lnTo>
                  <a:lnTo>
                    <a:pt x="635632" y="580703"/>
                  </a:lnTo>
                  <a:lnTo>
                    <a:pt x="632939" y="581811"/>
                  </a:lnTo>
                  <a:lnTo>
                    <a:pt x="631417" y="582826"/>
                  </a:lnTo>
                  <a:lnTo>
                    <a:pt x="628552" y="583818"/>
                  </a:lnTo>
                  <a:lnTo>
                    <a:pt x="626805" y="583670"/>
                  </a:lnTo>
                  <a:lnTo>
                    <a:pt x="625607" y="583207"/>
                  </a:lnTo>
                  <a:lnTo>
                    <a:pt x="625087" y="583331"/>
                  </a:lnTo>
                  <a:lnTo>
                    <a:pt x="622584" y="585001"/>
                  </a:lnTo>
                  <a:lnTo>
                    <a:pt x="621994" y="585623"/>
                  </a:lnTo>
                  <a:lnTo>
                    <a:pt x="621660" y="586388"/>
                  </a:lnTo>
                  <a:lnTo>
                    <a:pt x="621763" y="587584"/>
                  </a:lnTo>
                  <a:lnTo>
                    <a:pt x="622280" y="588995"/>
                  </a:lnTo>
                  <a:lnTo>
                    <a:pt x="623905" y="590398"/>
                  </a:lnTo>
                  <a:lnTo>
                    <a:pt x="623946" y="590757"/>
                  </a:lnTo>
                  <a:lnTo>
                    <a:pt x="623065" y="591674"/>
                  </a:lnTo>
                  <a:lnTo>
                    <a:pt x="618201" y="594779"/>
                  </a:lnTo>
                  <a:lnTo>
                    <a:pt x="616536" y="597583"/>
                  </a:lnTo>
                  <a:lnTo>
                    <a:pt x="615305" y="600601"/>
                  </a:lnTo>
                  <a:lnTo>
                    <a:pt x="612364" y="604028"/>
                  </a:lnTo>
                  <a:lnTo>
                    <a:pt x="612130" y="605309"/>
                  </a:lnTo>
                  <a:lnTo>
                    <a:pt x="612543" y="606042"/>
                  </a:lnTo>
                  <a:lnTo>
                    <a:pt x="613190" y="606499"/>
                  </a:lnTo>
                  <a:lnTo>
                    <a:pt x="613828" y="606391"/>
                  </a:lnTo>
                  <a:lnTo>
                    <a:pt x="614982" y="605108"/>
                  </a:lnTo>
                  <a:lnTo>
                    <a:pt x="616186" y="605024"/>
                  </a:lnTo>
                  <a:lnTo>
                    <a:pt x="617090" y="606170"/>
                  </a:lnTo>
                  <a:lnTo>
                    <a:pt x="616917" y="607631"/>
                  </a:lnTo>
                  <a:lnTo>
                    <a:pt x="616124" y="608910"/>
                  </a:lnTo>
                  <a:lnTo>
                    <a:pt x="614444" y="610620"/>
                  </a:lnTo>
                  <a:lnTo>
                    <a:pt x="614181" y="611422"/>
                  </a:lnTo>
                  <a:lnTo>
                    <a:pt x="613326" y="612251"/>
                  </a:lnTo>
                  <a:lnTo>
                    <a:pt x="610927" y="613376"/>
                  </a:lnTo>
                  <a:lnTo>
                    <a:pt x="610177" y="614104"/>
                  </a:lnTo>
                  <a:lnTo>
                    <a:pt x="609311" y="616314"/>
                  </a:lnTo>
                  <a:lnTo>
                    <a:pt x="608796" y="615605"/>
                  </a:lnTo>
                  <a:lnTo>
                    <a:pt x="606815" y="613947"/>
                  </a:lnTo>
                  <a:lnTo>
                    <a:pt x="603723" y="612582"/>
                  </a:lnTo>
                  <a:lnTo>
                    <a:pt x="600560" y="610697"/>
                  </a:lnTo>
                  <a:lnTo>
                    <a:pt x="597708" y="610128"/>
                  </a:lnTo>
                  <a:lnTo>
                    <a:pt x="597171" y="609121"/>
                  </a:lnTo>
                  <a:lnTo>
                    <a:pt x="596814" y="608958"/>
                  </a:lnTo>
                  <a:lnTo>
                    <a:pt x="592050" y="609822"/>
                  </a:lnTo>
                  <a:lnTo>
                    <a:pt x="584875" y="612987"/>
                  </a:lnTo>
                  <a:lnTo>
                    <a:pt x="580600" y="613176"/>
                  </a:lnTo>
                  <a:lnTo>
                    <a:pt x="577538" y="613892"/>
                  </a:lnTo>
                  <a:lnTo>
                    <a:pt x="577233" y="614421"/>
                  </a:lnTo>
                  <a:lnTo>
                    <a:pt x="575725" y="614415"/>
                  </a:lnTo>
                  <a:lnTo>
                    <a:pt x="575568" y="613870"/>
                  </a:lnTo>
                  <a:lnTo>
                    <a:pt x="576143" y="611919"/>
                  </a:lnTo>
                  <a:lnTo>
                    <a:pt x="576386" y="609156"/>
                  </a:lnTo>
                  <a:lnTo>
                    <a:pt x="576228" y="609096"/>
                  </a:lnTo>
                  <a:lnTo>
                    <a:pt x="576330" y="605474"/>
                  </a:lnTo>
                  <a:lnTo>
                    <a:pt x="578454" y="605406"/>
                  </a:lnTo>
                  <a:lnTo>
                    <a:pt x="578167" y="604389"/>
                  </a:lnTo>
                  <a:lnTo>
                    <a:pt x="576000" y="604325"/>
                  </a:lnTo>
                  <a:lnTo>
                    <a:pt x="576159" y="602928"/>
                  </a:lnTo>
                  <a:lnTo>
                    <a:pt x="576682" y="601511"/>
                  </a:lnTo>
                  <a:lnTo>
                    <a:pt x="578499" y="600976"/>
                  </a:lnTo>
                  <a:lnTo>
                    <a:pt x="578900" y="600564"/>
                  </a:lnTo>
                  <a:lnTo>
                    <a:pt x="578870" y="597708"/>
                  </a:lnTo>
                  <a:lnTo>
                    <a:pt x="578554" y="595003"/>
                  </a:lnTo>
                  <a:lnTo>
                    <a:pt x="579750" y="594638"/>
                  </a:lnTo>
                  <a:lnTo>
                    <a:pt x="580264" y="594203"/>
                  </a:lnTo>
                  <a:lnTo>
                    <a:pt x="580014" y="592247"/>
                  </a:lnTo>
                  <a:lnTo>
                    <a:pt x="579771" y="591512"/>
                  </a:lnTo>
                  <a:lnTo>
                    <a:pt x="578284" y="589618"/>
                  </a:lnTo>
                  <a:lnTo>
                    <a:pt x="575758" y="587720"/>
                  </a:lnTo>
                  <a:lnTo>
                    <a:pt x="576068" y="587111"/>
                  </a:lnTo>
                  <a:lnTo>
                    <a:pt x="576043" y="586420"/>
                  </a:lnTo>
                  <a:lnTo>
                    <a:pt x="575176" y="586283"/>
                  </a:lnTo>
                  <a:lnTo>
                    <a:pt x="573637" y="587306"/>
                  </a:lnTo>
                  <a:lnTo>
                    <a:pt x="572268" y="587503"/>
                  </a:lnTo>
                  <a:lnTo>
                    <a:pt x="572092" y="587957"/>
                  </a:lnTo>
                  <a:lnTo>
                    <a:pt x="571047" y="587712"/>
                  </a:lnTo>
                  <a:lnTo>
                    <a:pt x="568924" y="585763"/>
                  </a:lnTo>
                  <a:lnTo>
                    <a:pt x="567422" y="585384"/>
                  </a:lnTo>
                  <a:lnTo>
                    <a:pt x="566325" y="585401"/>
                  </a:lnTo>
                  <a:lnTo>
                    <a:pt x="565241" y="584659"/>
                  </a:lnTo>
                  <a:lnTo>
                    <a:pt x="563533" y="584516"/>
                  </a:lnTo>
                  <a:lnTo>
                    <a:pt x="563150" y="584686"/>
                  </a:lnTo>
                  <a:lnTo>
                    <a:pt x="562083" y="586028"/>
                  </a:lnTo>
                  <a:lnTo>
                    <a:pt x="561314" y="586175"/>
                  </a:lnTo>
                  <a:lnTo>
                    <a:pt x="560737" y="585354"/>
                  </a:lnTo>
                  <a:lnTo>
                    <a:pt x="558916" y="584104"/>
                  </a:lnTo>
                  <a:lnTo>
                    <a:pt x="558068" y="583784"/>
                  </a:lnTo>
                  <a:lnTo>
                    <a:pt x="556940" y="581638"/>
                  </a:lnTo>
                  <a:lnTo>
                    <a:pt x="556578" y="578890"/>
                  </a:lnTo>
                  <a:lnTo>
                    <a:pt x="555214" y="577273"/>
                  </a:lnTo>
                  <a:lnTo>
                    <a:pt x="555791" y="576872"/>
                  </a:lnTo>
                  <a:lnTo>
                    <a:pt x="556459" y="576748"/>
                  </a:lnTo>
                  <a:lnTo>
                    <a:pt x="557499" y="576949"/>
                  </a:lnTo>
                  <a:lnTo>
                    <a:pt x="557968" y="576622"/>
                  </a:lnTo>
                  <a:lnTo>
                    <a:pt x="558279" y="575784"/>
                  </a:lnTo>
                  <a:lnTo>
                    <a:pt x="559498" y="577002"/>
                  </a:lnTo>
                  <a:lnTo>
                    <a:pt x="561383" y="577386"/>
                  </a:lnTo>
                  <a:lnTo>
                    <a:pt x="562381" y="577851"/>
                  </a:lnTo>
                  <a:lnTo>
                    <a:pt x="564033" y="576182"/>
                  </a:lnTo>
                  <a:lnTo>
                    <a:pt x="565980" y="575780"/>
                  </a:lnTo>
                  <a:lnTo>
                    <a:pt x="566969" y="575852"/>
                  </a:lnTo>
                  <a:lnTo>
                    <a:pt x="567555" y="574749"/>
                  </a:lnTo>
                  <a:lnTo>
                    <a:pt x="568702" y="574308"/>
                  </a:lnTo>
                  <a:lnTo>
                    <a:pt x="570042" y="574139"/>
                  </a:lnTo>
                  <a:lnTo>
                    <a:pt x="571375" y="573217"/>
                  </a:lnTo>
                  <a:lnTo>
                    <a:pt x="571975" y="573189"/>
                  </a:lnTo>
                  <a:lnTo>
                    <a:pt x="572335" y="572330"/>
                  </a:lnTo>
                  <a:lnTo>
                    <a:pt x="572173" y="570743"/>
                  </a:lnTo>
                  <a:lnTo>
                    <a:pt x="572770" y="569454"/>
                  </a:lnTo>
                  <a:lnTo>
                    <a:pt x="572841" y="568841"/>
                  </a:lnTo>
                  <a:lnTo>
                    <a:pt x="572612" y="568368"/>
                  </a:lnTo>
                  <a:lnTo>
                    <a:pt x="572013" y="568638"/>
                  </a:lnTo>
                  <a:lnTo>
                    <a:pt x="571855" y="568502"/>
                  </a:lnTo>
                  <a:lnTo>
                    <a:pt x="569508" y="569715"/>
                  </a:lnTo>
                  <a:lnTo>
                    <a:pt x="566029" y="572157"/>
                  </a:lnTo>
                  <a:lnTo>
                    <a:pt x="564322" y="568984"/>
                  </a:lnTo>
                  <a:lnTo>
                    <a:pt x="563501" y="568627"/>
                  </a:lnTo>
                  <a:lnTo>
                    <a:pt x="563121" y="568710"/>
                  </a:lnTo>
                  <a:lnTo>
                    <a:pt x="561909" y="567882"/>
                  </a:lnTo>
                  <a:lnTo>
                    <a:pt x="561238" y="567082"/>
                  </a:lnTo>
                  <a:lnTo>
                    <a:pt x="560864" y="565870"/>
                  </a:lnTo>
                  <a:lnTo>
                    <a:pt x="560134" y="564605"/>
                  </a:lnTo>
                  <a:lnTo>
                    <a:pt x="560148" y="564237"/>
                  </a:lnTo>
                  <a:lnTo>
                    <a:pt x="558505" y="561948"/>
                  </a:lnTo>
                  <a:lnTo>
                    <a:pt x="557243" y="563690"/>
                  </a:lnTo>
                  <a:lnTo>
                    <a:pt x="556695" y="564099"/>
                  </a:lnTo>
                  <a:lnTo>
                    <a:pt x="556130" y="563883"/>
                  </a:lnTo>
                  <a:lnTo>
                    <a:pt x="555190" y="564425"/>
                  </a:lnTo>
                  <a:lnTo>
                    <a:pt x="555079" y="564036"/>
                  </a:lnTo>
                  <a:lnTo>
                    <a:pt x="553621" y="563938"/>
                  </a:lnTo>
                  <a:lnTo>
                    <a:pt x="554289" y="562771"/>
                  </a:lnTo>
                  <a:lnTo>
                    <a:pt x="554492" y="561707"/>
                  </a:lnTo>
                  <a:lnTo>
                    <a:pt x="555306" y="559708"/>
                  </a:lnTo>
                  <a:lnTo>
                    <a:pt x="555199" y="559358"/>
                  </a:lnTo>
                  <a:lnTo>
                    <a:pt x="554529" y="559149"/>
                  </a:lnTo>
                  <a:lnTo>
                    <a:pt x="550940" y="559958"/>
                  </a:lnTo>
                  <a:lnTo>
                    <a:pt x="550368" y="558953"/>
                  </a:lnTo>
                  <a:lnTo>
                    <a:pt x="549833" y="558545"/>
                  </a:lnTo>
                  <a:lnTo>
                    <a:pt x="550196" y="557637"/>
                  </a:lnTo>
                  <a:lnTo>
                    <a:pt x="550736" y="557063"/>
                  </a:lnTo>
                  <a:lnTo>
                    <a:pt x="550864" y="555354"/>
                  </a:lnTo>
                  <a:lnTo>
                    <a:pt x="551426" y="554261"/>
                  </a:lnTo>
                  <a:lnTo>
                    <a:pt x="551379" y="551802"/>
                  </a:lnTo>
                  <a:lnTo>
                    <a:pt x="550856" y="549600"/>
                  </a:lnTo>
                  <a:lnTo>
                    <a:pt x="549120" y="549870"/>
                  </a:lnTo>
                  <a:lnTo>
                    <a:pt x="548456" y="549682"/>
                  </a:lnTo>
                  <a:lnTo>
                    <a:pt x="547256" y="550266"/>
                  </a:lnTo>
                  <a:lnTo>
                    <a:pt x="546224" y="549277"/>
                  </a:lnTo>
                  <a:lnTo>
                    <a:pt x="545800" y="550785"/>
                  </a:lnTo>
                  <a:lnTo>
                    <a:pt x="545291" y="551339"/>
                  </a:lnTo>
                  <a:lnTo>
                    <a:pt x="545255" y="552145"/>
                  </a:lnTo>
                  <a:lnTo>
                    <a:pt x="545001" y="552070"/>
                  </a:lnTo>
                  <a:lnTo>
                    <a:pt x="544201" y="550691"/>
                  </a:lnTo>
                  <a:lnTo>
                    <a:pt x="544975" y="554898"/>
                  </a:lnTo>
                  <a:lnTo>
                    <a:pt x="544911" y="555883"/>
                  </a:lnTo>
                  <a:lnTo>
                    <a:pt x="545304" y="557792"/>
                  </a:lnTo>
                  <a:lnTo>
                    <a:pt x="545323" y="560323"/>
                  </a:lnTo>
                  <a:lnTo>
                    <a:pt x="543340" y="562051"/>
                  </a:lnTo>
                  <a:lnTo>
                    <a:pt x="542432" y="560653"/>
                  </a:lnTo>
                  <a:lnTo>
                    <a:pt x="542125" y="559004"/>
                  </a:lnTo>
                  <a:lnTo>
                    <a:pt x="540177" y="557725"/>
                  </a:lnTo>
                  <a:lnTo>
                    <a:pt x="539385" y="556125"/>
                  </a:lnTo>
                  <a:lnTo>
                    <a:pt x="537900" y="554103"/>
                  </a:lnTo>
                  <a:lnTo>
                    <a:pt x="538191" y="550236"/>
                  </a:lnTo>
                  <a:lnTo>
                    <a:pt x="537240" y="548272"/>
                  </a:lnTo>
                  <a:lnTo>
                    <a:pt x="537868" y="547304"/>
                  </a:lnTo>
                  <a:lnTo>
                    <a:pt x="536294" y="548237"/>
                  </a:lnTo>
                  <a:lnTo>
                    <a:pt x="535430" y="547441"/>
                  </a:lnTo>
                  <a:lnTo>
                    <a:pt x="535196" y="547465"/>
                  </a:lnTo>
                  <a:lnTo>
                    <a:pt x="534875" y="549277"/>
                  </a:lnTo>
                  <a:lnTo>
                    <a:pt x="533760" y="548982"/>
                  </a:lnTo>
                  <a:lnTo>
                    <a:pt x="533537" y="547737"/>
                  </a:lnTo>
                  <a:lnTo>
                    <a:pt x="531534" y="543352"/>
                  </a:lnTo>
                  <a:lnTo>
                    <a:pt x="531566" y="542216"/>
                  </a:lnTo>
                  <a:lnTo>
                    <a:pt x="531281" y="542123"/>
                  </a:lnTo>
                  <a:lnTo>
                    <a:pt x="530289" y="542501"/>
                  </a:lnTo>
                  <a:lnTo>
                    <a:pt x="528299" y="542213"/>
                  </a:lnTo>
                  <a:lnTo>
                    <a:pt x="527275" y="542929"/>
                  </a:lnTo>
                  <a:lnTo>
                    <a:pt x="526831" y="543668"/>
                  </a:lnTo>
                  <a:lnTo>
                    <a:pt x="525643" y="544474"/>
                  </a:lnTo>
                  <a:lnTo>
                    <a:pt x="525318" y="544971"/>
                  </a:lnTo>
                  <a:lnTo>
                    <a:pt x="523065" y="544825"/>
                  </a:lnTo>
                  <a:lnTo>
                    <a:pt x="522299" y="545219"/>
                  </a:lnTo>
                  <a:lnTo>
                    <a:pt x="521052" y="547382"/>
                  </a:lnTo>
                  <a:lnTo>
                    <a:pt x="521097" y="546799"/>
                  </a:lnTo>
                  <a:lnTo>
                    <a:pt x="519808" y="547107"/>
                  </a:lnTo>
                  <a:lnTo>
                    <a:pt x="519168" y="548360"/>
                  </a:lnTo>
                  <a:lnTo>
                    <a:pt x="518066" y="549143"/>
                  </a:lnTo>
                  <a:lnTo>
                    <a:pt x="515687" y="552592"/>
                  </a:lnTo>
                  <a:lnTo>
                    <a:pt x="514404" y="555188"/>
                  </a:lnTo>
                  <a:lnTo>
                    <a:pt x="512860" y="557029"/>
                  </a:lnTo>
                  <a:lnTo>
                    <a:pt x="511886" y="557790"/>
                  </a:lnTo>
                  <a:lnTo>
                    <a:pt x="510740" y="559510"/>
                  </a:lnTo>
                  <a:lnTo>
                    <a:pt x="510457" y="560480"/>
                  </a:lnTo>
                  <a:lnTo>
                    <a:pt x="509923" y="561263"/>
                  </a:lnTo>
                  <a:lnTo>
                    <a:pt x="506637" y="559735"/>
                  </a:lnTo>
                  <a:lnTo>
                    <a:pt x="504767" y="561341"/>
                  </a:lnTo>
                  <a:lnTo>
                    <a:pt x="504200" y="562139"/>
                  </a:lnTo>
                  <a:lnTo>
                    <a:pt x="503514" y="562441"/>
                  </a:lnTo>
                  <a:lnTo>
                    <a:pt x="502533" y="561970"/>
                  </a:lnTo>
                  <a:lnTo>
                    <a:pt x="500811" y="563812"/>
                  </a:lnTo>
                  <a:lnTo>
                    <a:pt x="500605" y="564869"/>
                  </a:lnTo>
                  <a:lnTo>
                    <a:pt x="499859" y="566370"/>
                  </a:lnTo>
                  <a:lnTo>
                    <a:pt x="497981" y="567580"/>
                  </a:lnTo>
                  <a:lnTo>
                    <a:pt x="495224" y="568918"/>
                  </a:lnTo>
                  <a:lnTo>
                    <a:pt x="494404" y="569244"/>
                  </a:lnTo>
                  <a:lnTo>
                    <a:pt x="493333" y="569294"/>
                  </a:lnTo>
                  <a:lnTo>
                    <a:pt x="492166" y="569474"/>
                  </a:lnTo>
                  <a:lnTo>
                    <a:pt x="491488" y="567119"/>
                  </a:lnTo>
                  <a:lnTo>
                    <a:pt x="490861" y="566086"/>
                  </a:lnTo>
                  <a:lnTo>
                    <a:pt x="491144" y="564581"/>
                  </a:lnTo>
                  <a:lnTo>
                    <a:pt x="490896" y="563246"/>
                  </a:lnTo>
                  <a:lnTo>
                    <a:pt x="490435" y="563277"/>
                  </a:lnTo>
                  <a:lnTo>
                    <a:pt x="490416" y="563038"/>
                  </a:lnTo>
                  <a:lnTo>
                    <a:pt x="489084" y="561840"/>
                  </a:lnTo>
                  <a:lnTo>
                    <a:pt x="489586" y="561088"/>
                  </a:lnTo>
                  <a:lnTo>
                    <a:pt x="486557" y="560649"/>
                  </a:lnTo>
                  <a:lnTo>
                    <a:pt x="486384" y="559260"/>
                  </a:lnTo>
                  <a:lnTo>
                    <a:pt x="486702" y="558515"/>
                  </a:lnTo>
                  <a:lnTo>
                    <a:pt x="485161" y="558842"/>
                  </a:lnTo>
                  <a:lnTo>
                    <a:pt x="485416" y="558049"/>
                  </a:lnTo>
                  <a:lnTo>
                    <a:pt x="484737" y="557398"/>
                  </a:lnTo>
                  <a:lnTo>
                    <a:pt x="483850" y="555935"/>
                  </a:lnTo>
                  <a:lnTo>
                    <a:pt x="483205" y="556917"/>
                  </a:lnTo>
                  <a:lnTo>
                    <a:pt x="479270" y="561045"/>
                  </a:lnTo>
                  <a:lnTo>
                    <a:pt x="474569" y="569012"/>
                  </a:lnTo>
                  <a:lnTo>
                    <a:pt x="470472" y="566989"/>
                  </a:lnTo>
                  <a:lnTo>
                    <a:pt x="469470" y="566267"/>
                  </a:lnTo>
                  <a:lnTo>
                    <a:pt x="469641" y="565904"/>
                  </a:lnTo>
                  <a:lnTo>
                    <a:pt x="465507" y="563962"/>
                  </a:lnTo>
                  <a:lnTo>
                    <a:pt x="464121" y="564121"/>
                  </a:lnTo>
                  <a:lnTo>
                    <a:pt x="462572" y="562816"/>
                  </a:lnTo>
                  <a:lnTo>
                    <a:pt x="460718" y="561827"/>
                  </a:lnTo>
                  <a:lnTo>
                    <a:pt x="459279" y="561370"/>
                  </a:lnTo>
                  <a:lnTo>
                    <a:pt x="459028" y="562939"/>
                  </a:lnTo>
                  <a:lnTo>
                    <a:pt x="459431" y="563955"/>
                  </a:lnTo>
                  <a:lnTo>
                    <a:pt x="458992" y="564010"/>
                  </a:lnTo>
                  <a:lnTo>
                    <a:pt x="458385" y="563079"/>
                  </a:lnTo>
                  <a:lnTo>
                    <a:pt x="458228" y="562203"/>
                  </a:lnTo>
                  <a:lnTo>
                    <a:pt x="458610" y="559801"/>
                  </a:lnTo>
                  <a:lnTo>
                    <a:pt x="455891" y="558450"/>
                  </a:lnTo>
                  <a:lnTo>
                    <a:pt x="455341" y="559041"/>
                  </a:lnTo>
                  <a:lnTo>
                    <a:pt x="454942" y="560279"/>
                  </a:lnTo>
                  <a:lnTo>
                    <a:pt x="455138" y="560343"/>
                  </a:lnTo>
                  <a:lnTo>
                    <a:pt x="454963" y="561711"/>
                  </a:lnTo>
                  <a:lnTo>
                    <a:pt x="454353" y="563100"/>
                  </a:lnTo>
                  <a:lnTo>
                    <a:pt x="454935" y="564375"/>
                  </a:lnTo>
                  <a:lnTo>
                    <a:pt x="454277" y="565700"/>
                  </a:lnTo>
                  <a:lnTo>
                    <a:pt x="454391" y="566772"/>
                  </a:lnTo>
                  <a:lnTo>
                    <a:pt x="454823" y="567447"/>
                  </a:lnTo>
                  <a:lnTo>
                    <a:pt x="456409" y="568078"/>
                  </a:lnTo>
                  <a:lnTo>
                    <a:pt x="457041" y="571505"/>
                  </a:lnTo>
                  <a:lnTo>
                    <a:pt x="454681" y="577061"/>
                  </a:lnTo>
                  <a:lnTo>
                    <a:pt x="455899" y="578792"/>
                  </a:lnTo>
                  <a:lnTo>
                    <a:pt x="456104" y="579702"/>
                  </a:lnTo>
                  <a:lnTo>
                    <a:pt x="455639" y="579892"/>
                  </a:lnTo>
                  <a:lnTo>
                    <a:pt x="455189" y="581000"/>
                  </a:lnTo>
                  <a:lnTo>
                    <a:pt x="454030" y="582648"/>
                  </a:lnTo>
                  <a:lnTo>
                    <a:pt x="452780" y="583246"/>
                  </a:lnTo>
                  <a:lnTo>
                    <a:pt x="452356" y="583733"/>
                  </a:lnTo>
                  <a:lnTo>
                    <a:pt x="450780" y="586913"/>
                  </a:lnTo>
                  <a:lnTo>
                    <a:pt x="449825" y="587808"/>
                  </a:lnTo>
                  <a:lnTo>
                    <a:pt x="448155" y="588542"/>
                  </a:lnTo>
                  <a:lnTo>
                    <a:pt x="447871" y="588489"/>
                  </a:lnTo>
                  <a:lnTo>
                    <a:pt x="446191" y="590220"/>
                  </a:lnTo>
                  <a:lnTo>
                    <a:pt x="445590" y="591316"/>
                  </a:lnTo>
                  <a:lnTo>
                    <a:pt x="441225" y="593888"/>
                  </a:lnTo>
                  <a:lnTo>
                    <a:pt x="440612" y="594622"/>
                  </a:lnTo>
                  <a:lnTo>
                    <a:pt x="439540" y="597120"/>
                  </a:lnTo>
                  <a:lnTo>
                    <a:pt x="439027" y="595812"/>
                  </a:lnTo>
                  <a:lnTo>
                    <a:pt x="437530" y="593625"/>
                  </a:lnTo>
                  <a:lnTo>
                    <a:pt x="436656" y="591767"/>
                  </a:lnTo>
                  <a:lnTo>
                    <a:pt x="436874" y="591079"/>
                  </a:lnTo>
                  <a:lnTo>
                    <a:pt x="436527" y="591397"/>
                  </a:lnTo>
                  <a:lnTo>
                    <a:pt x="435580" y="591433"/>
                  </a:lnTo>
                  <a:lnTo>
                    <a:pt x="435553" y="590326"/>
                  </a:lnTo>
                  <a:lnTo>
                    <a:pt x="435898" y="588737"/>
                  </a:lnTo>
                  <a:lnTo>
                    <a:pt x="435228" y="587607"/>
                  </a:lnTo>
                  <a:lnTo>
                    <a:pt x="434084" y="587439"/>
                  </a:lnTo>
                  <a:lnTo>
                    <a:pt x="431078" y="585328"/>
                  </a:lnTo>
                  <a:lnTo>
                    <a:pt x="430129" y="585839"/>
                  </a:lnTo>
                  <a:lnTo>
                    <a:pt x="429403" y="587190"/>
                  </a:lnTo>
                  <a:lnTo>
                    <a:pt x="428051" y="588203"/>
                  </a:lnTo>
                  <a:lnTo>
                    <a:pt x="426347" y="590385"/>
                  </a:lnTo>
                  <a:lnTo>
                    <a:pt x="424856" y="590719"/>
                  </a:lnTo>
                  <a:lnTo>
                    <a:pt x="421754" y="593507"/>
                  </a:lnTo>
                  <a:lnTo>
                    <a:pt x="419760" y="593814"/>
                  </a:lnTo>
                  <a:lnTo>
                    <a:pt x="418519" y="594767"/>
                  </a:lnTo>
                  <a:lnTo>
                    <a:pt x="417613" y="595599"/>
                  </a:lnTo>
                  <a:lnTo>
                    <a:pt x="415362" y="595614"/>
                  </a:lnTo>
                  <a:lnTo>
                    <a:pt x="414573" y="596594"/>
                  </a:lnTo>
                  <a:lnTo>
                    <a:pt x="412829" y="597041"/>
                  </a:lnTo>
                  <a:lnTo>
                    <a:pt x="409866" y="598481"/>
                  </a:lnTo>
                  <a:lnTo>
                    <a:pt x="409464" y="598810"/>
                  </a:lnTo>
                  <a:lnTo>
                    <a:pt x="408998" y="600225"/>
                  </a:lnTo>
                  <a:lnTo>
                    <a:pt x="408493" y="600899"/>
                  </a:lnTo>
                  <a:lnTo>
                    <a:pt x="407633" y="601057"/>
                  </a:lnTo>
                  <a:lnTo>
                    <a:pt x="405967" y="600555"/>
                  </a:lnTo>
                  <a:lnTo>
                    <a:pt x="405578" y="600793"/>
                  </a:lnTo>
                  <a:lnTo>
                    <a:pt x="404280" y="600720"/>
                  </a:lnTo>
                  <a:lnTo>
                    <a:pt x="403029" y="602048"/>
                  </a:lnTo>
                  <a:lnTo>
                    <a:pt x="402099" y="604591"/>
                  </a:lnTo>
                  <a:lnTo>
                    <a:pt x="401626" y="605004"/>
                  </a:lnTo>
                  <a:lnTo>
                    <a:pt x="400741" y="605141"/>
                  </a:lnTo>
                  <a:lnTo>
                    <a:pt x="400424" y="605490"/>
                  </a:lnTo>
                  <a:lnTo>
                    <a:pt x="399347" y="604139"/>
                  </a:lnTo>
                  <a:lnTo>
                    <a:pt x="398346" y="604036"/>
                  </a:lnTo>
                  <a:lnTo>
                    <a:pt x="397896" y="605862"/>
                  </a:lnTo>
                  <a:lnTo>
                    <a:pt x="396068" y="606932"/>
                  </a:lnTo>
                  <a:lnTo>
                    <a:pt x="396543" y="607145"/>
                  </a:lnTo>
                  <a:lnTo>
                    <a:pt x="396582" y="607372"/>
                  </a:lnTo>
                  <a:lnTo>
                    <a:pt x="395922" y="608328"/>
                  </a:lnTo>
                  <a:lnTo>
                    <a:pt x="395359" y="607868"/>
                  </a:lnTo>
                  <a:lnTo>
                    <a:pt x="393497" y="607900"/>
                  </a:lnTo>
                  <a:lnTo>
                    <a:pt x="392424" y="607282"/>
                  </a:lnTo>
                  <a:lnTo>
                    <a:pt x="391168" y="607020"/>
                  </a:lnTo>
                  <a:lnTo>
                    <a:pt x="391289" y="607162"/>
                  </a:lnTo>
                  <a:lnTo>
                    <a:pt x="390199" y="606251"/>
                  </a:lnTo>
                  <a:lnTo>
                    <a:pt x="389278" y="606132"/>
                  </a:lnTo>
                  <a:lnTo>
                    <a:pt x="387804" y="604169"/>
                  </a:lnTo>
                  <a:lnTo>
                    <a:pt x="387708" y="603520"/>
                  </a:lnTo>
                  <a:lnTo>
                    <a:pt x="388015" y="602722"/>
                  </a:lnTo>
                  <a:lnTo>
                    <a:pt x="388244" y="603037"/>
                  </a:lnTo>
                  <a:lnTo>
                    <a:pt x="388753" y="603089"/>
                  </a:lnTo>
                  <a:lnTo>
                    <a:pt x="389665" y="602668"/>
                  </a:lnTo>
                  <a:lnTo>
                    <a:pt x="390714" y="602524"/>
                  </a:lnTo>
                  <a:lnTo>
                    <a:pt x="391171" y="602756"/>
                  </a:lnTo>
                  <a:lnTo>
                    <a:pt x="394590" y="602457"/>
                  </a:lnTo>
                  <a:lnTo>
                    <a:pt x="395772" y="602652"/>
                  </a:lnTo>
                  <a:lnTo>
                    <a:pt x="396359" y="602022"/>
                  </a:lnTo>
                  <a:lnTo>
                    <a:pt x="399199" y="600498"/>
                  </a:lnTo>
                  <a:lnTo>
                    <a:pt x="400239" y="599102"/>
                  </a:lnTo>
                  <a:lnTo>
                    <a:pt x="399953" y="598997"/>
                  </a:lnTo>
                  <a:lnTo>
                    <a:pt x="399432" y="599341"/>
                  </a:lnTo>
                  <a:lnTo>
                    <a:pt x="396906" y="599843"/>
                  </a:lnTo>
                  <a:lnTo>
                    <a:pt x="396518" y="599407"/>
                  </a:lnTo>
                  <a:lnTo>
                    <a:pt x="395951" y="599222"/>
                  </a:lnTo>
                  <a:lnTo>
                    <a:pt x="395122" y="599308"/>
                  </a:lnTo>
                  <a:lnTo>
                    <a:pt x="394561" y="598814"/>
                  </a:lnTo>
                  <a:lnTo>
                    <a:pt x="392176" y="599708"/>
                  </a:lnTo>
                  <a:lnTo>
                    <a:pt x="391587" y="599287"/>
                  </a:lnTo>
                  <a:lnTo>
                    <a:pt x="390915" y="599185"/>
                  </a:lnTo>
                  <a:lnTo>
                    <a:pt x="391290" y="598529"/>
                  </a:lnTo>
                  <a:lnTo>
                    <a:pt x="391949" y="598497"/>
                  </a:lnTo>
                  <a:lnTo>
                    <a:pt x="392864" y="598012"/>
                  </a:lnTo>
                  <a:lnTo>
                    <a:pt x="393226" y="597251"/>
                  </a:lnTo>
                  <a:lnTo>
                    <a:pt x="393813" y="596881"/>
                  </a:lnTo>
                  <a:lnTo>
                    <a:pt x="393863" y="596168"/>
                  </a:lnTo>
                  <a:lnTo>
                    <a:pt x="394501" y="595112"/>
                  </a:lnTo>
                  <a:lnTo>
                    <a:pt x="396042" y="593943"/>
                  </a:lnTo>
                  <a:lnTo>
                    <a:pt x="397355" y="591833"/>
                  </a:lnTo>
                  <a:lnTo>
                    <a:pt x="397614" y="590800"/>
                  </a:lnTo>
                  <a:lnTo>
                    <a:pt x="397186" y="590658"/>
                  </a:lnTo>
                  <a:lnTo>
                    <a:pt x="396666" y="589333"/>
                  </a:lnTo>
                  <a:lnTo>
                    <a:pt x="395909" y="588628"/>
                  </a:lnTo>
                  <a:lnTo>
                    <a:pt x="396959" y="587185"/>
                  </a:lnTo>
                  <a:lnTo>
                    <a:pt x="398475" y="586237"/>
                  </a:lnTo>
                  <a:lnTo>
                    <a:pt x="397411" y="585344"/>
                  </a:lnTo>
                  <a:lnTo>
                    <a:pt x="398173" y="585196"/>
                  </a:lnTo>
                  <a:lnTo>
                    <a:pt x="398379" y="583996"/>
                  </a:lnTo>
                  <a:lnTo>
                    <a:pt x="398273" y="583770"/>
                  </a:lnTo>
                  <a:lnTo>
                    <a:pt x="397189" y="584242"/>
                  </a:lnTo>
                  <a:lnTo>
                    <a:pt x="396113" y="584347"/>
                  </a:lnTo>
                  <a:lnTo>
                    <a:pt x="391007" y="585959"/>
                  </a:lnTo>
                  <a:lnTo>
                    <a:pt x="388445" y="586297"/>
                  </a:lnTo>
                  <a:lnTo>
                    <a:pt x="387905" y="586671"/>
                  </a:lnTo>
                  <a:lnTo>
                    <a:pt x="386959" y="586768"/>
                  </a:lnTo>
                  <a:lnTo>
                    <a:pt x="384136" y="588383"/>
                  </a:lnTo>
                  <a:lnTo>
                    <a:pt x="383620" y="587924"/>
                  </a:lnTo>
                  <a:lnTo>
                    <a:pt x="381626" y="587321"/>
                  </a:lnTo>
                  <a:lnTo>
                    <a:pt x="381599" y="586910"/>
                  </a:lnTo>
                  <a:lnTo>
                    <a:pt x="380096" y="586878"/>
                  </a:lnTo>
                  <a:lnTo>
                    <a:pt x="380214" y="586586"/>
                  </a:lnTo>
                  <a:lnTo>
                    <a:pt x="380047" y="586554"/>
                  </a:lnTo>
                  <a:lnTo>
                    <a:pt x="379674" y="587316"/>
                  </a:lnTo>
                  <a:lnTo>
                    <a:pt x="379012" y="587705"/>
                  </a:lnTo>
                  <a:lnTo>
                    <a:pt x="378918" y="588224"/>
                  </a:lnTo>
                  <a:lnTo>
                    <a:pt x="374595" y="589389"/>
                  </a:lnTo>
                  <a:lnTo>
                    <a:pt x="373561" y="588796"/>
                  </a:lnTo>
                  <a:lnTo>
                    <a:pt x="372209" y="589162"/>
                  </a:lnTo>
                  <a:lnTo>
                    <a:pt x="371845" y="589620"/>
                  </a:lnTo>
                  <a:lnTo>
                    <a:pt x="370829" y="587520"/>
                  </a:lnTo>
                  <a:lnTo>
                    <a:pt x="369784" y="586024"/>
                  </a:lnTo>
                  <a:lnTo>
                    <a:pt x="367610" y="585941"/>
                  </a:lnTo>
                  <a:lnTo>
                    <a:pt x="365268" y="587548"/>
                  </a:lnTo>
                  <a:lnTo>
                    <a:pt x="364194" y="586924"/>
                  </a:lnTo>
                  <a:lnTo>
                    <a:pt x="363906" y="586240"/>
                  </a:lnTo>
                  <a:lnTo>
                    <a:pt x="363774" y="586090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pg31">
              <a:extLst>
                <a:ext uri="{FF2B5EF4-FFF2-40B4-BE49-F238E27FC236}">
                  <a16:creationId xmlns:a16="http://schemas.microsoft.com/office/drawing/2014/main" id="{342DD742-4210-ABB0-07B5-307B00BA146F}"/>
                </a:ext>
              </a:extLst>
            </p:cNvPr>
            <p:cNvSpPr/>
            <p:nvPr/>
          </p:nvSpPr>
          <p:spPr>
            <a:xfrm>
              <a:off x="3799792" y="3208374"/>
              <a:ext cx="1292489" cy="758701"/>
            </a:xfrm>
            <a:custGeom>
              <a:avLst/>
              <a:gdLst/>
              <a:ahLst/>
              <a:cxnLst/>
              <a:rect l="0" t="0" r="0" b="0"/>
              <a:pathLst>
                <a:path w="1292489" h="758701">
                  <a:moveTo>
                    <a:pt x="455888" y="686032"/>
                  </a:moveTo>
                  <a:lnTo>
                    <a:pt x="452829" y="683891"/>
                  </a:lnTo>
                  <a:lnTo>
                    <a:pt x="448144" y="684869"/>
                  </a:lnTo>
                  <a:lnTo>
                    <a:pt x="445168" y="684582"/>
                  </a:lnTo>
                  <a:lnTo>
                    <a:pt x="442295" y="685034"/>
                  </a:lnTo>
                  <a:lnTo>
                    <a:pt x="437986" y="684687"/>
                  </a:lnTo>
                  <a:lnTo>
                    <a:pt x="431487" y="685065"/>
                  </a:lnTo>
                  <a:lnTo>
                    <a:pt x="431100" y="684726"/>
                  </a:lnTo>
                  <a:lnTo>
                    <a:pt x="422310" y="685122"/>
                  </a:lnTo>
                  <a:lnTo>
                    <a:pt x="420265" y="684182"/>
                  </a:lnTo>
                  <a:lnTo>
                    <a:pt x="409765" y="685077"/>
                  </a:lnTo>
                  <a:lnTo>
                    <a:pt x="408482" y="684319"/>
                  </a:lnTo>
                  <a:lnTo>
                    <a:pt x="407143" y="683012"/>
                  </a:lnTo>
                  <a:lnTo>
                    <a:pt x="405839" y="682762"/>
                  </a:lnTo>
                  <a:lnTo>
                    <a:pt x="404787" y="682833"/>
                  </a:lnTo>
                  <a:lnTo>
                    <a:pt x="402693" y="680757"/>
                  </a:lnTo>
                  <a:lnTo>
                    <a:pt x="401703" y="680215"/>
                  </a:lnTo>
                  <a:lnTo>
                    <a:pt x="400457" y="679016"/>
                  </a:lnTo>
                  <a:lnTo>
                    <a:pt x="399315" y="676885"/>
                  </a:lnTo>
                  <a:lnTo>
                    <a:pt x="398376" y="676202"/>
                  </a:lnTo>
                  <a:lnTo>
                    <a:pt x="395393" y="675070"/>
                  </a:lnTo>
                  <a:lnTo>
                    <a:pt x="391638" y="674995"/>
                  </a:lnTo>
                  <a:lnTo>
                    <a:pt x="390127" y="674270"/>
                  </a:lnTo>
                  <a:lnTo>
                    <a:pt x="389379" y="674585"/>
                  </a:lnTo>
                  <a:lnTo>
                    <a:pt x="388047" y="674530"/>
                  </a:lnTo>
                  <a:lnTo>
                    <a:pt x="387456" y="674190"/>
                  </a:lnTo>
                  <a:lnTo>
                    <a:pt x="386989" y="674337"/>
                  </a:lnTo>
                  <a:lnTo>
                    <a:pt x="386574" y="673857"/>
                  </a:lnTo>
                  <a:lnTo>
                    <a:pt x="383244" y="672776"/>
                  </a:lnTo>
                  <a:lnTo>
                    <a:pt x="381313" y="672909"/>
                  </a:lnTo>
                  <a:lnTo>
                    <a:pt x="379243" y="672666"/>
                  </a:lnTo>
                  <a:lnTo>
                    <a:pt x="374456" y="673238"/>
                  </a:lnTo>
                  <a:lnTo>
                    <a:pt x="370643" y="672241"/>
                  </a:lnTo>
                  <a:lnTo>
                    <a:pt x="367269" y="671800"/>
                  </a:lnTo>
                  <a:lnTo>
                    <a:pt x="366278" y="670640"/>
                  </a:lnTo>
                  <a:lnTo>
                    <a:pt x="365350" y="670347"/>
                  </a:lnTo>
                  <a:lnTo>
                    <a:pt x="363429" y="668629"/>
                  </a:lnTo>
                  <a:lnTo>
                    <a:pt x="362071" y="667843"/>
                  </a:lnTo>
                  <a:lnTo>
                    <a:pt x="359924" y="667386"/>
                  </a:lnTo>
                  <a:lnTo>
                    <a:pt x="358594" y="667495"/>
                  </a:lnTo>
                  <a:lnTo>
                    <a:pt x="356673" y="665329"/>
                  </a:lnTo>
                  <a:lnTo>
                    <a:pt x="354691" y="661409"/>
                  </a:lnTo>
                  <a:lnTo>
                    <a:pt x="352238" y="660011"/>
                  </a:lnTo>
                  <a:lnTo>
                    <a:pt x="346856" y="654646"/>
                  </a:lnTo>
                  <a:lnTo>
                    <a:pt x="342905" y="654974"/>
                  </a:lnTo>
                  <a:lnTo>
                    <a:pt x="342355" y="654537"/>
                  </a:lnTo>
                  <a:lnTo>
                    <a:pt x="342506" y="653686"/>
                  </a:lnTo>
                  <a:lnTo>
                    <a:pt x="339005" y="651591"/>
                  </a:lnTo>
                  <a:lnTo>
                    <a:pt x="337128" y="649950"/>
                  </a:lnTo>
                  <a:lnTo>
                    <a:pt x="332438" y="648092"/>
                  </a:lnTo>
                  <a:lnTo>
                    <a:pt x="331412" y="647935"/>
                  </a:lnTo>
                  <a:lnTo>
                    <a:pt x="330882" y="645595"/>
                  </a:lnTo>
                  <a:lnTo>
                    <a:pt x="330683" y="645499"/>
                  </a:lnTo>
                  <a:lnTo>
                    <a:pt x="329834" y="645959"/>
                  </a:lnTo>
                  <a:lnTo>
                    <a:pt x="327542" y="646018"/>
                  </a:lnTo>
                  <a:lnTo>
                    <a:pt x="326040" y="647377"/>
                  </a:lnTo>
                  <a:lnTo>
                    <a:pt x="324642" y="646240"/>
                  </a:lnTo>
                  <a:lnTo>
                    <a:pt x="323766" y="646137"/>
                  </a:lnTo>
                  <a:lnTo>
                    <a:pt x="322665" y="646587"/>
                  </a:lnTo>
                  <a:lnTo>
                    <a:pt x="319767" y="645544"/>
                  </a:lnTo>
                  <a:lnTo>
                    <a:pt x="317496" y="645678"/>
                  </a:lnTo>
                  <a:lnTo>
                    <a:pt x="314325" y="646356"/>
                  </a:lnTo>
                  <a:lnTo>
                    <a:pt x="311597" y="645979"/>
                  </a:lnTo>
                  <a:lnTo>
                    <a:pt x="308347" y="646625"/>
                  </a:lnTo>
                  <a:lnTo>
                    <a:pt x="307819" y="646965"/>
                  </a:lnTo>
                  <a:lnTo>
                    <a:pt x="301963" y="648022"/>
                  </a:lnTo>
                  <a:lnTo>
                    <a:pt x="300614" y="647930"/>
                  </a:lnTo>
                  <a:lnTo>
                    <a:pt x="298076" y="648279"/>
                  </a:lnTo>
                  <a:lnTo>
                    <a:pt x="294624" y="649620"/>
                  </a:lnTo>
                  <a:lnTo>
                    <a:pt x="284658" y="651668"/>
                  </a:lnTo>
                  <a:lnTo>
                    <a:pt x="273995" y="651984"/>
                  </a:lnTo>
                  <a:lnTo>
                    <a:pt x="273007" y="652397"/>
                  </a:lnTo>
                  <a:lnTo>
                    <a:pt x="268700" y="650150"/>
                  </a:lnTo>
                  <a:lnTo>
                    <a:pt x="266222" y="648514"/>
                  </a:lnTo>
                  <a:lnTo>
                    <a:pt x="266593" y="646825"/>
                  </a:lnTo>
                  <a:lnTo>
                    <a:pt x="263637" y="642085"/>
                  </a:lnTo>
                  <a:lnTo>
                    <a:pt x="257972" y="640589"/>
                  </a:lnTo>
                  <a:lnTo>
                    <a:pt x="257659" y="640890"/>
                  </a:lnTo>
                  <a:lnTo>
                    <a:pt x="258951" y="643862"/>
                  </a:lnTo>
                  <a:lnTo>
                    <a:pt x="258628" y="646223"/>
                  </a:lnTo>
                  <a:lnTo>
                    <a:pt x="248599" y="656940"/>
                  </a:lnTo>
                  <a:lnTo>
                    <a:pt x="247214" y="656013"/>
                  </a:lnTo>
                  <a:lnTo>
                    <a:pt x="247047" y="655300"/>
                  </a:lnTo>
                  <a:lnTo>
                    <a:pt x="244828" y="654166"/>
                  </a:lnTo>
                  <a:lnTo>
                    <a:pt x="243991" y="653334"/>
                  </a:lnTo>
                  <a:lnTo>
                    <a:pt x="243483" y="653276"/>
                  </a:lnTo>
                  <a:lnTo>
                    <a:pt x="242536" y="652573"/>
                  </a:lnTo>
                  <a:lnTo>
                    <a:pt x="242255" y="651773"/>
                  </a:lnTo>
                  <a:lnTo>
                    <a:pt x="239770" y="650316"/>
                  </a:lnTo>
                  <a:lnTo>
                    <a:pt x="239228" y="649760"/>
                  </a:lnTo>
                  <a:lnTo>
                    <a:pt x="238552" y="649900"/>
                  </a:lnTo>
                  <a:lnTo>
                    <a:pt x="236390" y="649079"/>
                  </a:lnTo>
                  <a:lnTo>
                    <a:pt x="235707" y="649216"/>
                  </a:lnTo>
                  <a:lnTo>
                    <a:pt x="234943" y="649037"/>
                  </a:lnTo>
                  <a:lnTo>
                    <a:pt x="234057" y="648351"/>
                  </a:lnTo>
                  <a:lnTo>
                    <a:pt x="232178" y="647849"/>
                  </a:lnTo>
                  <a:lnTo>
                    <a:pt x="231131" y="648053"/>
                  </a:lnTo>
                  <a:lnTo>
                    <a:pt x="229082" y="647593"/>
                  </a:lnTo>
                  <a:lnTo>
                    <a:pt x="227292" y="642749"/>
                  </a:lnTo>
                  <a:lnTo>
                    <a:pt x="230513" y="638878"/>
                  </a:lnTo>
                  <a:lnTo>
                    <a:pt x="230559" y="638349"/>
                  </a:lnTo>
                  <a:lnTo>
                    <a:pt x="236473" y="626472"/>
                  </a:lnTo>
                  <a:lnTo>
                    <a:pt x="228914" y="625115"/>
                  </a:lnTo>
                  <a:lnTo>
                    <a:pt x="226056" y="625233"/>
                  </a:lnTo>
                  <a:lnTo>
                    <a:pt x="224749" y="624628"/>
                  </a:lnTo>
                  <a:lnTo>
                    <a:pt x="223323" y="624314"/>
                  </a:lnTo>
                  <a:lnTo>
                    <a:pt x="221246" y="624398"/>
                  </a:lnTo>
                  <a:lnTo>
                    <a:pt x="217463" y="622781"/>
                  </a:lnTo>
                  <a:lnTo>
                    <a:pt x="216343" y="623131"/>
                  </a:lnTo>
                  <a:lnTo>
                    <a:pt x="216524" y="622765"/>
                  </a:lnTo>
                  <a:lnTo>
                    <a:pt x="215691" y="622482"/>
                  </a:lnTo>
                  <a:lnTo>
                    <a:pt x="215465" y="622125"/>
                  </a:lnTo>
                  <a:lnTo>
                    <a:pt x="214642" y="621910"/>
                  </a:lnTo>
                  <a:lnTo>
                    <a:pt x="213501" y="620292"/>
                  </a:lnTo>
                  <a:lnTo>
                    <a:pt x="205951" y="619704"/>
                  </a:lnTo>
                  <a:lnTo>
                    <a:pt x="205778" y="620046"/>
                  </a:lnTo>
                  <a:lnTo>
                    <a:pt x="198529" y="618927"/>
                  </a:lnTo>
                  <a:lnTo>
                    <a:pt x="196761" y="617400"/>
                  </a:lnTo>
                  <a:lnTo>
                    <a:pt x="196472" y="614658"/>
                  </a:lnTo>
                  <a:lnTo>
                    <a:pt x="198849" y="613354"/>
                  </a:lnTo>
                  <a:lnTo>
                    <a:pt x="199689" y="611400"/>
                  </a:lnTo>
                  <a:lnTo>
                    <a:pt x="198821" y="610067"/>
                  </a:lnTo>
                  <a:lnTo>
                    <a:pt x="197747" y="609172"/>
                  </a:lnTo>
                  <a:lnTo>
                    <a:pt x="196400" y="607404"/>
                  </a:lnTo>
                  <a:lnTo>
                    <a:pt x="213549" y="590309"/>
                  </a:lnTo>
                  <a:lnTo>
                    <a:pt x="216941" y="589612"/>
                  </a:lnTo>
                  <a:lnTo>
                    <a:pt x="224415" y="589662"/>
                  </a:lnTo>
                  <a:lnTo>
                    <a:pt x="230853" y="587433"/>
                  </a:lnTo>
                  <a:lnTo>
                    <a:pt x="235565" y="586440"/>
                  </a:lnTo>
                  <a:lnTo>
                    <a:pt x="238075" y="584777"/>
                  </a:lnTo>
                  <a:lnTo>
                    <a:pt x="238712" y="584236"/>
                  </a:lnTo>
                  <a:lnTo>
                    <a:pt x="238684" y="583927"/>
                  </a:lnTo>
                  <a:lnTo>
                    <a:pt x="239402" y="583722"/>
                  </a:lnTo>
                  <a:lnTo>
                    <a:pt x="240345" y="582849"/>
                  </a:lnTo>
                  <a:lnTo>
                    <a:pt x="241931" y="580244"/>
                  </a:lnTo>
                  <a:lnTo>
                    <a:pt x="244688" y="577589"/>
                  </a:lnTo>
                  <a:lnTo>
                    <a:pt x="259206" y="565706"/>
                  </a:lnTo>
                  <a:lnTo>
                    <a:pt x="260126" y="564098"/>
                  </a:lnTo>
                  <a:lnTo>
                    <a:pt x="270827" y="570505"/>
                  </a:lnTo>
                  <a:lnTo>
                    <a:pt x="272157" y="571422"/>
                  </a:lnTo>
                  <a:lnTo>
                    <a:pt x="273575" y="572810"/>
                  </a:lnTo>
                  <a:lnTo>
                    <a:pt x="275831" y="576826"/>
                  </a:lnTo>
                  <a:lnTo>
                    <a:pt x="277825" y="579042"/>
                  </a:lnTo>
                  <a:lnTo>
                    <a:pt x="278540" y="579736"/>
                  </a:lnTo>
                  <a:lnTo>
                    <a:pt x="281880" y="581696"/>
                  </a:lnTo>
                  <a:lnTo>
                    <a:pt x="284673" y="582915"/>
                  </a:lnTo>
                  <a:lnTo>
                    <a:pt x="287514" y="583226"/>
                  </a:lnTo>
                  <a:lnTo>
                    <a:pt x="290040" y="583102"/>
                  </a:lnTo>
                  <a:lnTo>
                    <a:pt x="291856" y="583407"/>
                  </a:lnTo>
                  <a:lnTo>
                    <a:pt x="294976" y="584621"/>
                  </a:lnTo>
                  <a:lnTo>
                    <a:pt x="305131" y="577637"/>
                  </a:lnTo>
                  <a:lnTo>
                    <a:pt x="307108" y="576841"/>
                  </a:lnTo>
                  <a:lnTo>
                    <a:pt x="307951" y="576784"/>
                  </a:lnTo>
                  <a:lnTo>
                    <a:pt x="308608" y="576420"/>
                  </a:lnTo>
                  <a:lnTo>
                    <a:pt x="308984" y="575621"/>
                  </a:lnTo>
                  <a:lnTo>
                    <a:pt x="309594" y="576029"/>
                  </a:lnTo>
                  <a:lnTo>
                    <a:pt x="310736" y="573867"/>
                  </a:lnTo>
                  <a:lnTo>
                    <a:pt x="309406" y="572659"/>
                  </a:lnTo>
                  <a:lnTo>
                    <a:pt x="311287" y="570571"/>
                  </a:lnTo>
                  <a:lnTo>
                    <a:pt x="311231" y="569362"/>
                  </a:lnTo>
                  <a:lnTo>
                    <a:pt x="310961" y="568624"/>
                  </a:lnTo>
                  <a:lnTo>
                    <a:pt x="311402" y="566021"/>
                  </a:lnTo>
                  <a:lnTo>
                    <a:pt x="311878" y="564929"/>
                  </a:lnTo>
                  <a:lnTo>
                    <a:pt x="315745" y="560947"/>
                  </a:lnTo>
                  <a:lnTo>
                    <a:pt x="316933" y="558891"/>
                  </a:lnTo>
                  <a:lnTo>
                    <a:pt x="318597" y="556991"/>
                  </a:lnTo>
                  <a:lnTo>
                    <a:pt x="318755" y="555939"/>
                  </a:lnTo>
                  <a:lnTo>
                    <a:pt x="319715" y="555518"/>
                  </a:lnTo>
                  <a:lnTo>
                    <a:pt x="320894" y="556278"/>
                  </a:lnTo>
                  <a:lnTo>
                    <a:pt x="321360" y="556271"/>
                  </a:lnTo>
                  <a:lnTo>
                    <a:pt x="322129" y="555346"/>
                  </a:lnTo>
                  <a:lnTo>
                    <a:pt x="323440" y="555596"/>
                  </a:lnTo>
                  <a:lnTo>
                    <a:pt x="324219" y="555100"/>
                  </a:lnTo>
                  <a:lnTo>
                    <a:pt x="324302" y="554449"/>
                  </a:lnTo>
                  <a:lnTo>
                    <a:pt x="325835" y="554253"/>
                  </a:lnTo>
                  <a:lnTo>
                    <a:pt x="328902" y="551580"/>
                  </a:lnTo>
                  <a:lnTo>
                    <a:pt x="330710" y="550716"/>
                  </a:lnTo>
                  <a:lnTo>
                    <a:pt x="330552" y="550470"/>
                  </a:lnTo>
                  <a:lnTo>
                    <a:pt x="332644" y="547247"/>
                  </a:lnTo>
                  <a:lnTo>
                    <a:pt x="332893" y="544298"/>
                  </a:lnTo>
                  <a:lnTo>
                    <a:pt x="331914" y="541864"/>
                  </a:lnTo>
                  <a:lnTo>
                    <a:pt x="331471" y="541254"/>
                  </a:lnTo>
                  <a:lnTo>
                    <a:pt x="331940" y="538132"/>
                  </a:lnTo>
                  <a:lnTo>
                    <a:pt x="331600" y="533073"/>
                  </a:lnTo>
                  <a:lnTo>
                    <a:pt x="330224" y="529842"/>
                  </a:lnTo>
                  <a:lnTo>
                    <a:pt x="329079" y="528893"/>
                  </a:lnTo>
                  <a:lnTo>
                    <a:pt x="326820" y="528550"/>
                  </a:lnTo>
                  <a:lnTo>
                    <a:pt x="325074" y="528015"/>
                  </a:lnTo>
                  <a:lnTo>
                    <a:pt x="322502" y="527853"/>
                  </a:lnTo>
                  <a:lnTo>
                    <a:pt x="318759" y="525977"/>
                  </a:lnTo>
                  <a:lnTo>
                    <a:pt x="316774" y="523832"/>
                  </a:lnTo>
                  <a:lnTo>
                    <a:pt x="311477" y="520268"/>
                  </a:lnTo>
                  <a:lnTo>
                    <a:pt x="309637" y="519796"/>
                  </a:lnTo>
                  <a:lnTo>
                    <a:pt x="308797" y="518745"/>
                  </a:lnTo>
                  <a:lnTo>
                    <a:pt x="308252" y="518674"/>
                  </a:lnTo>
                  <a:lnTo>
                    <a:pt x="303455" y="514341"/>
                  </a:lnTo>
                  <a:lnTo>
                    <a:pt x="300657" y="512737"/>
                  </a:lnTo>
                  <a:lnTo>
                    <a:pt x="298406" y="509942"/>
                  </a:lnTo>
                  <a:lnTo>
                    <a:pt x="295685" y="508257"/>
                  </a:lnTo>
                  <a:lnTo>
                    <a:pt x="294033" y="507891"/>
                  </a:lnTo>
                  <a:lnTo>
                    <a:pt x="289814" y="505154"/>
                  </a:lnTo>
                  <a:lnTo>
                    <a:pt x="287765" y="504774"/>
                  </a:lnTo>
                  <a:lnTo>
                    <a:pt x="281705" y="497495"/>
                  </a:lnTo>
                  <a:lnTo>
                    <a:pt x="279994" y="496432"/>
                  </a:lnTo>
                  <a:lnTo>
                    <a:pt x="276539" y="493518"/>
                  </a:lnTo>
                  <a:lnTo>
                    <a:pt x="269692" y="491957"/>
                  </a:lnTo>
                  <a:lnTo>
                    <a:pt x="268961" y="491376"/>
                  </a:lnTo>
                  <a:lnTo>
                    <a:pt x="267161" y="491434"/>
                  </a:lnTo>
                  <a:lnTo>
                    <a:pt x="258904" y="488423"/>
                  </a:lnTo>
                  <a:lnTo>
                    <a:pt x="256436" y="486329"/>
                  </a:lnTo>
                  <a:lnTo>
                    <a:pt x="252918" y="481290"/>
                  </a:lnTo>
                  <a:lnTo>
                    <a:pt x="252562" y="480092"/>
                  </a:lnTo>
                  <a:lnTo>
                    <a:pt x="254587" y="476236"/>
                  </a:lnTo>
                  <a:lnTo>
                    <a:pt x="254680" y="475246"/>
                  </a:lnTo>
                  <a:lnTo>
                    <a:pt x="252729" y="473026"/>
                  </a:lnTo>
                  <a:lnTo>
                    <a:pt x="249699" y="468005"/>
                  </a:lnTo>
                  <a:lnTo>
                    <a:pt x="248299" y="466248"/>
                  </a:lnTo>
                  <a:lnTo>
                    <a:pt x="247969" y="466267"/>
                  </a:lnTo>
                  <a:lnTo>
                    <a:pt x="247627" y="465456"/>
                  </a:lnTo>
                  <a:lnTo>
                    <a:pt x="248082" y="463991"/>
                  </a:lnTo>
                  <a:lnTo>
                    <a:pt x="247119" y="461817"/>
                  </a:lnTo>
                  <a:lnTo>
                    <a:pt x="246647" y="459759"/>
                  </a:lnTo>
                  <a:lnTo>
                    <a:pt x="241270" y="458090"/>
                  </a:lnTo>
                  <a:lnTo>
                    <a:pt x="239496" y="457054"/>
                  </a:lnTo>
                  <a:lnTo>
                    <a:pt x="235915" y="456570"/>
                  </a:lnTo>
                  <a:lnTo>
                    <a:pt x="232452" y="453996"/>
                  </a:lnTo>
                  <a:lnTo>
                    <a:pt x="231489" y="451546"/>
                  </a:lnTo>
                  <a:lnTo>
                    <a:pt x="231334" y="451057"/>
                  </a:lnTo>
                  <a:lnTo>
                    <a:pt x="230142" y="449623"/>
                  </a:lnTo>
                  <a:lnTo>
                    <a:pt x="226624" y="447929"/>
                  </a:lnTo>
                  <a:lnTo>
                    <a:pt x="219243" y="442588"/>
                  </a:lnTo>
                  <a:lnTo>
                    <a:pt x="218368" y="442208"/>
                  </a:lnTo>
                  <a:lnTo>
                    <a:pt x="209567" y="436387"/>
                  </a:lnTo>
                  <a:lnTo>
                    <a:pt x="206748" y="433646"/>
                  </a:lnTo>
                  <a:lnTo>
                    <a:pt x="200345" y="432213"/>
                  </a:lnTo>
                  <a:lnTo>
                    <a:pt x="197455" y="430119"/>
                  </a:lnTo>
                  <a:lnTo>
                    <a:pt x="197420" y="427804"/>
                  </a:lnTo>
                  <a:lnTo>
                    <a:pt x="197524" y="427288"/>
                  </a:lnTo>
                  <a:lnTo>
                    <a:pt x="198024" y="426698"/>
                  </a:lnTo>
                  <a:lnTo>
                    <a:pt x="198645" y="424487"/>
                  </a:lnTo>
                  <a:lnTo>
                    <a:pt x="199223" y="421033"/>
                  </a:lnTo>
                  <a:lnTo>
                    <a:pt x="199292" y="415772"/>
                  </a:lnTo>
                  <a:lnTo>
                    <a:pt x="200270" y="410482"/>
                  </a:lnTo>
                  <a:lnTo>
                    <a:pt x="199966" y="408171"/>
                  </a:lnTo>
                  <a:lnTo>
                    <a:pt x="200091" y="406694"/>
                  </a:lnTo>
                  <a:lnTo>
                    <a:pt x="198502" y="400162"/>
                  </a:lnTo>
                  <a:lnTo>
                    <a:pt x="198715" y="398519"/>
                  </a:lnTo>
                  <a:lnTo>
                    <a:pt x="198610" y="392521"/>
                  </a:lnTo>
                  <a:lnTo>
                    <a:pt x="197928" y="388714"/>
                  </a:lnTo>
                  <a:lnTo>
                    <a:pt x="198093" y="388142"/>
                  </a:lnTo>
                  <a:lnTo>
                    <a:pt x="197853" y="384262"/>
                  </a:lnTo>
                  <a:lnTo>
                    <a:pt x="198601" y="379312"/>
                  </a:lnTo>
                  <a:lnTo>
                    <a:pt x="196375" y="379447"/>
                  </a:lnTo>
                  <a:lnTo>
                    <a:pt x="194249" y="376660"/>
                  </a:lnTo>
                  <a:lnTo>
                    <a:pt x="192898" y="375531"/>
                  </a:lnTo>
                  <a:lnTo>
                    <a:pt x="192398" y="374174"/>
                  </a:lnTo>
                  <a:lnTo>
                    <a:pt x="191748" y="373170"/>
                  </a:lnTo>
                  <a:lnTo>
                    <a:pt x="187863" y="368421"/>
                  </a:lnTo>
                  <a:lnTo>
                    <a:pt x="187625" y="366775"/>
                  </a:lnTo>
                  <a:lnTo>
                    <a:pt x="187980" y="363838"/>
                  </a:lnTo>
                  <a:lnTo>
                    <a:pt x="188337" y="363020"/>
                  </a:lnTo>
                  <a:lnTo>
                    <a:pt x="192423" y="355393"/>
                  </a:lnTo>
                  <a:lnTo>
                    <a:pt x="194976" y="352309"/>
                  </a:lnTo>
                  <a:lnTo>
                    <a:pt x="194265" y="349890"/>
                  </a:lnTo>
                  <a:lnTo>
                    <a:pt x="193443" y="349233"/>
                  </a:lnTo>
                  <a:lnTo>
                    <a:pt x="193513" y="348294"/>
                  </a:lnTo>
                  <a:lnTo>
                    <a:pt x="186898" y="343991"/>
                  </a:lnTo>
                  <a:lnTo>
                    <a:pt x="180709" y="341062"/>
                  </a:lnTo>
                  <a:lnTo>
                    <a:pt x="177728" y="340990"/>
                  </a:lnTo>
                  <a:lnTo>
                    <a:pt x="176986" y="341316"/>
                  </a:lnTo>
                  <a:lnTo>
                    <a:pt x="175056" y="335013"/>
                  </a:lnTo>
                  <a:lnTo>
                    <a:pt x="172063" y="335437"/>
                  </a:lnTo>
                  <a:lnTo>
                    <a:pt x="166304" y="331620"/>
                  </a:lnTo>
                  <a:lnTo>
                    <a:pt x="162496" y="332037"/>
                  </a:lnTo>
                  <a:lnTo>
                    <a:pt x="155462" y="331969"/>
                  </a:lnTo>
                  <a:lnTo>
                    <a:pt x="152027" y="330429"/>
                  </a:lnTo>
                  <a:lnTo>
                    <a:pt x="147790" y="327101"/>
                  </a:lnTo>
                  <a:lnTo>
                    <a:pt x="146460" y="325761"/>
                  </a:lnTo>
                  <a:lnTo>
                    <a:pt x="141739" y="321995"/>
                  </a:lnTo>
                  <a:lnTo>
                    <a:pt x="134848" y="317087"/>
                  </a:lnTo>
                  <a:lnTo>
                    <a:pt x="136238" y="309094"/>
                  </a:lnTo>
                  <a:lnTo>
                    <a:pt x="138704" y="304934"/>
                  </a:lnTo>
                  <a:lnTo>
                    <a:pt x="131925" y="304068"/>
                  </a:lnTo>
                  <a:lnTo>
                    <a:pt x="129161" y="300709"/>
                  </a:lnTo>
                  <a:lnTo>
                    <a:pt x="123781" y="297446"/>
                  </a:lnTo>
                  <a:lnTo>
                    <a:pt x="120530" y="296513"/>
                  </a:lnTo>
                  <a:lnTo>
                    <a:pt x="119664" y="293703"/>
                  </a:lnTo>
                  <a:lnTo>
                    <a:pt x="117286" y="291725"/>
                  </a:lnTo>
                  <a:lnTo>
                    <a:pt x="112809" y="286488"/>
                  </a:lnTo>
                  <a:lnTo>
                    <a:pt x="110917" y="282741"/>
                  </a:lnTo>
                  <a:lnTo>
                    <a:pt x="109716" y="277650"/>
                  </a:lnTo>
                  <a:lnTo>
                    <a:pt x="99894" y="277495"/>
                  </a:lnTo>
                  <a:lnTo>
                    <a:pt x="93458" y="271318"/>
                  </a:lnTo>
                  <a:lnTo>
                    <a:pt x="92886" y="260298"/>
                  </a:lnTo>
                  <a:lnTo>
                    <a:pt x="90932" y="258492"/>
                  </a:lnTo>
                  <a:lnTo>
                    <a:pt x="89767" y="257844"/>
                  </a:lnTo>
                  <a:lnTo>
                    <a:pt x="90585" y="251598"/>
                  </a:lnTo>
                  <a:lnTo>
                    <a:pt x="87587" y="242269"/>
                  </a:lnTo>
                  <a:lnTo>
                    <a:pt x="84774" y="235763"/>
                  </a:lnTo>
                  <a:lnTo>
                    <a:pt x="82060" y="232566"/>
                  </a:lnTo>
                  <a:lnTo>
                    <a:pt x="77346" y="226182"/>
                  </a:lnTo>
                  <a:lnTo>
                    <a:pt x="75165" y="221660"/>
                  </a:lnTo>
                  <a:lnTo>
                    <a:pt x="73556" y="220591"/>
                  </a:lnTo>
                  <a:lnTo>
                    <a:pt x="72223" y="215152"/>
                  </a:lnTo>
                  <a:lnTo>
                    <a:pt x="77396" y="212480"/>
                  </a:lnTo>
                  <a:lnTo>
                    <a:pt x="80014" y="210317"/>
                  </a:lnTo>
                  <a:lnTo>
                    <a:pt x="81977" y="206802"/>
                  </a:lnTo>
                  <a:lnTo>
                    <a:pt x="84906" y="204311"/>
                  </a:lnTo>
                  <a:lnTo>
                    <a:pt x="86245" y="202460"/>
                  </a:lnTo>
                  <a:lnTo>
                    <a:pt x="86396" y="199396"/>
                  </a:lnTo>
                  <a:lnTo>
                    <a:pt x="84558" y="196448"/>
                  </a:lnTo>
                  <a:lnTo>
                    <a:pt x="84939" y="191968"/>
                  </a:lnTo>
                  <a:lnTo>
                    <a:pt x="84531" y="187915"/>
                  </a:lnTo>
                  <a:lnTo>
                    <a:pt x="87734" y="186259"/>
                  </a:lnTo>
                  <a:lnTo>
                    <a:pt x="89536" y="185725"/>
                  </a:lnTo>
                  <a:lnTo>
                    <a:pt x="91611" y="185522"/>
                  </a:lnTo>
                  <a:lnTo>
                    <a:pt x="94124" y="179596"/>
                  </a:lnTo>
                  <a:lnTo>
                    <a:pt x="95290" y="178860"/>
                  </a:lnTo>
                  <a:lnTo>
                    <a:pt x="96278" y="176920"/>
                  </a:lnTo>
                  <a:lnTo>
                    <a:pt x="97717" y="175223"/>
                  </a:lnTo>
                  <a:lnTo>
                    <a:pt x="105429" y="169234"/>
                  </a:lnTo>
                  <a:lnTo>
                    <a:pt x="104635" y="166904"/>
                  </a:lnTo>
                  <a:lnTo>
                    <a:pt x="104924" y="166277"/>
                  </a:lnTo>
                  <a:lnTo>
                    <a:pt x="106882" y="155504"/>
                  </a:lnTo>
                  <a:lnTo>
                    <a:pt x="110731" y="153318"/>
                  </a:lnTo>
                  <a:lnTo>
                    <a:pt x="111974" y="152926"/>
                  </a:lnTo>
                  <a:lnTo>
                    <a:pt x="118145" y="149784"/>
                  </a:lnTo>
                  <a:lnTo>
                    <a:pt x="120565" y="146426"/>
                  </a:lnTo>
                  <a:lnTo>
                    <a:pt x="124492" y="145096"/>
                  </a:lnTo>
                  <a:lnTo>
                    <a:pt x="117648" y="138252"/>
                  </a:lnTo>
                  <a:lnTo>
                    <a:pt x="111964" y="138041"/>
                  </a:lnTo>
                  <a:lnTo>
                    <a:pt x="108863" y="135971"/>
                  </a:lnTo>
                  <a:lnTo>
                    <a:pt x="105404" y="136480"/>
                  </a:lnTo>
                  <a:lnTo>
                    <a:pt x="104078" y="138812"/>
                  </a:lnTo>
                  <a:lnTo>
                    <a:pt x="101789" y="140138"/>
                  </a:lnTo>
                  <a:lnTo>
                    <a:pt x="100633" y="140265"/>
                  </a:lnTo>
                  <a:lnTo>
                    <a:pt x="100379" y="140476"/>
                  </a:lnTo>
                  <a:lnTo>
                    <a:pt x="99368" y="140278"/>
                  </a:lnTo>
                  <a:lnTo>
                    <a:pt x="98343" y="140810"/>
                  </a:lnTo>
                  <a:lnTo>
                    <a:pt x="97501" y="140437"/>
                  </a:lnTo>
                  <a:lnTo>
                    <a:pt x="96121" y="141371"/>
                  </a:lnTo>
                  <a:lnTo>
                    <a:pt x="94800" y="141306"/>
                  </a:lnTo>
                  <a:lnTo>
                    <a:pt x="93695" y="142092"/>
                  </a:lnTo>
                  <a:lnTo>
                    <a:pt x="92975" y="141956"/>
                  </a:lnTo>
                  <a:lnTo>
                    <a:pt x="92102" y="142313"/>
                  </a:lnTo>
                  <a:lnTo>
                    <a:pt x="91027" y="141919"/>
                  </a:lnTo>
                  <a:lnTo>
                    <a:pt x="87997" y="141481"/>
                  </a:lnTo>
                  <a:lnTo>
                    <a:pt x="83865" y="142367"/>
                  </a:lnTo>
                  <a:lnTo>
                    <a:pt x="82519" y="142386"/>
                  </a:lnTo>
                  <a:lnTo>
                    <a:pt x="79487" y="141213"/>
                  </a:lnTo>
                  <a:lnTo>
                    <a:pt x="76487" y="141046"/>
                  </a:lnTo>
                  <a:lnTo>
                    <a:pt x="70525" y="139725"/>
                  </a:lnTo>
                  <a:lnTo>
                    <a:pt x="64592" y="139340"/>
                  </a:lnTo>
                  <a:lnTo>
                    <a:pt x="64308" y="138856"/>
                  </a:lnTo>
                  <a:lnTo>
                    <a:pt x="63889" y="138686"/>
                  </a:lnTo>
                  <a:lnTo>
                    <a:pt x="63843" y="138267"/>
                  </a:lnTo>
                  <a:lnTo>
                    <a:pt x="61917" y="137384"/>
                  </a:lnTo>
                  <a:lnTo>
                    <a:pt x="60745" y="136059"/>
                  </a:lnTo>
                  <a:lnTo>
                    <a:pt x="59987" y="134609"/>
                  </a:lnTo>
                  <a:lnTo>
                    <a:pt x="59368" y="134247"/>
                  </a:lnTo>
                  <a:lnTo>
                    <a:pt x="58579" y="133101"/>
                  </a:lnTo>
                  <a:lnTo>
                    <a:pt x="58197" y="131854"/>
                  </a:lnTo>
                  <a:lnTo>
                    <a:pt x="57554" y="131430"/>
                  </a:lnTo>
                  <a:lnTo>
                    <a:pt x="57155" y="129358"/>
                  </a:lnTo>
                  <a:lnTo>
                    <a:pt x="48209" y="97520"/>
                  </a:lnTo>
                  <a:lnTo>
                    <a:pt x="47787" y="96114"/>
                  </a:lnTo>
                  <a:lnTo>
                    <a:pt x="47175" y="95549"/>
                  </a:lnTo>
                  <a:lnTo>
                    <a:pt x="46468" y="94379"/>
                  </a:lnTo>
                  <a:lnTo>
                    <a:pt x="46373" y="92926"/>
                  </a:lnTo>
                  <a:lnTo>
                    <a:pt x="46014" y="92231"/>
                  </a:lnTo>
                  <a:lnTo>
                    <a:pt x="43668" y="90937"/>
                  </a:lnTo>
                  <a:lnTo>
                    <a:pt x="42137" y="91144"/>
                  </a:lnTo>
                  <a:lnTo>
                    <a:pt x="41795" y="90833"/>
                  </a:lnTo>
                  <a:lnTo>
                    <a:pt x="41010" y="90790"/>
                  </a:lnTo>
                  <a:lnTo>
                    <a:pt x="40490" y="90480"/>
                  </a:lnTo>
                  <a:lnTo>
                    <a:pt x="38356" y="88734"/>
                  </a:lnTo>
                  <a:lnTo>
                    <a:pt x="37963" y="88120"/>
                  </a:lnTo>
                  <a:lnTo>
                    <a:pt x="37968" y="87372"/>
                  </a:lnTo>
                  <a:lnTo>
                    <a:pt x="34904" y="85597"/>
                  </a:lnTo>
                  <a:lnTo>
                    <a:pt x="33061" y="83708"/>
                  </a:lnTo>
                  <a:lnTo>
                    <a:pt x="31385" y="81245"/>
                  </a:lnTo>
                  <a:lnTo>
                    <a:pt x="31353" y="78502"/>
                  </a:lnTo>
                  <a:lnTo>
                    <a:pt x="31058" y="78074"/>
                  </a:lnTo>
                  <a:lnTo>
                    <a:pt x="28933" y="76005"/>
                  </a:lnTo>
                  <a:lnTo>
                    <a:pt x="27753" y="76110"/>
                  </a:lnTo>
                  <a:lnTo>
                    <a:pt x="26671" y="75504"/>
                  </a:lnTo>
                  <a:lnTo>
                    <a:pt x="25838" y="74615"/>
                  </a:lnTo>
                  <a:lnTo>
                    <a:pt x="24096" y="71806"/>
                  </a:lnTo>
                  <a:lnTo>
                    <a:pt x="24181" y="70762"/>
                  </a:lnTo>
                  <a:lnTo>
                    <a:pt x="24794" y="69852"/>
                  </a:lnTo>
                  <a:lnTo>
                    <a:pt x="23580" y="69465"/>
                  </a:lnTo>
                  <a:lnTo>
                    <a:pt x="22588" y="68685"/>
                  </a:lnTo>
                  <a:lnTo>
                    <a:pt x="22085" y="68057"/>
                  </a:lnTo>
                  <a:lnTo>
                    <a:pt x="22048" y="67114"/>
                  </a:lnTo>
                  <a:lnTo>
                    <a:pt x="21190" y="66174"/>
                  </a:lnTo>
                  <a:lnTo>
                    <a:pt x="21087" y="65732"/>
                  </a:lnTo>
                  <a:lnTo>
                    <a:pt x="18887" y="63594"/>
                  </a:lnTo>
                  <a:lnTo>
                    <a:pt x="15120" y="63597"/>
                  </a:lnTo>
                  <a:lnTo>
                    <a:pt x="12606" y="62767"/>
                  </a:lnTo>
                  <a:lnTo>
                    <a:pt x="8734" y="59551"/>
                  </a:lnTo>
                  <a:lnTo>
                    <a:pt x="7861" y="58135"/>
                  </a:lnTo>
                  <a:lnTo>
                    <a:pt x="5594" y="56441"/>
                  </a:lnTo>
                  <a:lnTo>
                    <a:pt x="4869" y="55145"/>
                  </a:lnTo>
                  <a:lnTo>
                    <a:pt x="3032" y="52757"/>
                  </a:lnTo>
                  <a:lnTo>
                    <a:pt x="0" y="49823"/>
                  </a:lnTo>
                  <a:lnTo>
                    <a:pt x="93" y="49034"/>
                  </a:lnTo>
                  <a:lnTo>
                    <a:pt x="1324" y="47398"/>
                  </a:lnTo>
                  <a:lnTo>
                    <a:pt x="2133" y="46877"/>
                  </a:lnTo>
                  <a:lnTo>
                    <a:pt x="2279" y="46525"/>
                  </a:lnTo>
                  <a:lnTo>
                    <a:pt x="4210" y="45293"/>
                  </a:lnTo>
                  <a:lnTo>
                    <a:pt x="5537" y="44954"/>
                  </a:lnTo>
                  <a:lnTo>
                    <a:pt x="7116" y="43312"/>
                  </a:lnTo>
                  <a:lnTo>
                    <a:pt x="10084" y="40983"/>
                  </a:lnTo>
                  <a:lnTo>
                    <a:pt x="15173" y="38366"/>
                  </a:lnTo>
                  <a:lnTo>
                    <a:pt x="15464" y="37455"/>
                  </a:lnTo>
                  <a:lnTo>
                    <a:pt x="15591" y="35731"/>
                  </a:lnTo>
                  <a:lnTo>
                    <a:pt x="17614" y="34489"/>
                  </a:lnTo>
                  <a:lnTo>
                    <a:pt x="16430" y="31946"/>
                  </a:lnTo>
                  <a:lnTo>
                    <a:pt x="14941" y="30348"/>
                  </a:lnTo>
                  <a:lnTo>
                    <a:pt x="14582" y="29360"/>
                  </a:lnTo>
                  <a:lnTo>
                    <a:pt x="12459" y="27115"/>
                  </a:lnTo>
                  <a:lnTo>
                    <a:pt x="11579" y="24360"/>
                  </a:lnTo>
                  <a:lnTo>
                    <a:pt x="11073" y="23570"/>
                  </a:lnTo>
                  <a:lnTo>
                    <a:pt x="10721" y="20647"/>
                  </a:lnTo>
                  <a:lnTo>
                    <a:pt x="11645" y="17656"/>
                  </a:lnTo>
                  <a:lnTo>
                    <a:pt x="10504" y="15722"/>
                  </a:lnTo>
                  <a:lnTo>
                    <a:pt x="10406" y="12886"/>
                  </a:lnTo>
                  <a:lnTo>
                    <a:pt x="11554" y="14694"/>
                  </a:lnTo>
                  <a:lnTo>
                    <a:pt x="12155" y="15070"/>
                  </a:lnTo>
                  <a:lnTo>
                    <a:pt x="14993" y="16235"/>
                  </a:lnTo>
                  <a:lnTo>
                    <a:pt x="17086" y="16319"/>
                  </a:lnTo>
                  <a:lnTo>
                    <a:pt x="24520" y="14791"/>
                  </a:lnTo>
                  <a:lnTo>
                    <a:pt x="28307" y="14521"/>
                  </a:lnTo>
                  <a:lnTo>
                    <a:pt x="29656" y="14180"/>
                  </a:lnTo>
                  <a:lnTo>
                    <a:pt x="31478" y="13495"/>
                  </a:lnTo>
                  <a:lnTo>
                    <a:pt x="34000" y="11872"/>
                  </a:lnTo>
                  <a:lnTo>
                    <a:pt x="35224" y="10747"/>
                  </a:lnTo>
                  <a:lnTo>
                    <a:pt x="38340" y="12059"/>
                  </a:lnTo>
                  <a:lnTo>
                    <a:pt x="38538" y="13136"/>
                  </a:lnTo>
                  <a:lnTo>
                    <a:pt x="40847" y="14279"/>
                  </a:lnTo>
                  <a:lnTo>
                    <a:pt x="43983" y="15091"/>
                  </a:lnTo>
                  <a:lnTo>
                    <a:pt x="47793" y="13827"/>
                  </a:lnTo>
                  <a:lnTo>
                    <a:pt x="50719" y="14262"/>
                  </a:lnTo>
                  <a:lnTo>
                    <a:pt x="51346" y="15358"/>
                  </a:lnTo>
                  <a:lnTo>
                    <a:pt x="51954" y="14536"/>
                  </a:lnTo>
                  <a:lnTo>
                    <a:pt x="56257" y="10536"/>
                  </a:lnTo>
                  <a:lnTo>
                    <a:pt x="57315" y="10087"/>
                  </a:lnTo>
                  <a:lnTo>
                    <a:pt x="58351" y="10743"/>
                  </a:lnTo>
                  <a:lnTo>
                    <a:pt x="59898" y="9897"/>
                  </a:lnTo>
                  <a:lnTo>
                    <a:pt x="60931" y="7858"/>
                  </a:lnTo>
                  <a:lnTo>
                    <a:pt x="61284" y="5001"/>
                  </a:lnTo>
                  <a:lnTo>
                    <a:pt x="62241" y="5565"/>
                  </a:lnTo>
                  <a:lnTo>
                    <a:pt x="63002" y="5426"/>
                  </a:lnTo>
                  <a:lnTo>
                    <a:pt x="66657" y="2962"/>
                  </a:lnTo>
                  <a:lnTo>
                    <a:pt x="67362" y="3094"/>
                  </a:lnTo>
                  <a:lnTo>
                    <a:pt x="68137" y="2838"/>
                  </a:lnTo>
                  <a:lnTo>
                    <a:pt x="69174" y="2894"/>
                  </a:lnTo>
                  <a:lnTo>
                    <a:pt x="73864" y="798"/>
                  </a:lnTo>
                  <a:lnTo>
                    <a:pt x="74755" y="0"/>
                  </a:lnTo>
                  <a:lnTo>
                    <a:pt x="79418" y="630"/>
                  </a:lnTo>
                  <a:lnTo>
                    <a:pt x="80698" y="507"/>
                  </a:lnTo>
                  <a:lnTo>
                    <a:pt x="82432" y="8196"/>
                  </a:lnTo>
                  <a:lnTo>
                    <a:pt x="84265" y="28182"/>
                  </a:lnTo>
                  <a:lnTo>
                    <a:pt x="84923" y="29050"/>
                  </a:lnTo>
                  <a:lnTo>
                    <a:pt x="84830" y="29263"/>
                  </a:lnTo>
                  <a:lnTo>
                    <a:pt x="85619" y="31502"/>
                  </a:lnTo>
                  <a:lnTo>
                    <a:pt x="83502" y="39493"/>
                  </a:lnTo>
                  <a:lnTo>
                    <a:pt x="83546" y="41104"/>
                  </a:lnTo>
                  <a:lnTo>
                    <a:pt x="82715" y="42778"/>
                  </a:lnTo>
                  <a:lnTo>
                    <a:pt x="83663" y="44085"/>
                  </a:lnTo>
                  <a:lnTo>
                    <a:pt x="84880" y="45100"/>
                  </a:lnTo>
                  <a:lnTo>
                    <a:pt x="86604" y="47436"/>
                  </a:lnTo>
                  <a:lnTo>
                    <a:pt x="88942" y="49286"/>
                  </a:lnTo>
                  <a:lnTo>
                    <a:pt x="92641" y="50014"/>
                  </a:lnTo>
                  <a:lnTo>
                    <a:pt x="95575" y="51375"/>
                  </a:lnTo>
                  <a:lnTo>
                    <a:pt x="98032" y="50625"/>
                  </a:lnTo>
                  <a:lnTo>
                    <a:pt x="99815" y="50415"/>
                  </a:lnTo>
                  <a:lnTo>
                    <a:pt x="100373" y="50934"/>
                  </a:lnTo>
                  <a:lnTo>
                    <a:pt x="102345" y="51982"/>
                  </a:lnTo>
                  <a:lnTo>
                    <a:pt x="105775" y="53212"/>
                  </a:lnTo>
                  <a:lnTo>
                    <a:pt x="107724" y="53549"/>
                  </a:lnTo>
                  <a:lnTo>
                    <a:pt x="109203" y="53146"/>
                  </a:lnTo>
                  <a:lnTo>
                    <a:pt x="111482" y="51310"/>
                  </a:lnTo>
                  <a:lnTo>
                    <a:pt x="113813" y="49941"/>
                  </a:lnTo>
                  <a:lnTo>
                    <a:pt x="116393" y="49497"/>
                  </a:lnTo>
                  <a:lnTo>
                    <a:pt x="117152" y="49669"/>
                  </a:lnTo>
                  <a:lnTo>
                    <a:pt x="118789" y="50888"/>
                  </a:lnTo>
                  <a:lnTo>
                    <a:pt x="122477" y="50913"/>
                  </a:lnTo>
                  <a:lnTo>
                    <a:pt x="124292" y="49339"/>
                  </a:lnTo>
                  <a:lnTo>
                    <a:pt x="125728" y="48569"/>
                  </a:lnTo>
                  <a:lnTo>
                    <a:pt x="126695" y="49163"/>
                  </a:lnTo>
                  <a:lnTo>
                    <a:pt x="129733" y="53544"/>
                  </a:lnTo>
                  <a:lnTo>
                    <a:pt x="131817" y="54260"/>
                  </a:lnTo>
                  <a:lnTo>
                    <a:pt x="133800" y="56086"/>
                  </a:lnTo>
                  <a:lnTo>
                    <a:pt x="134094" y="56731"/>
                  </a:lnTo>
                  <a:lnTo>
                    <a:pt x="134742" y="60288"/>
                  </a:lnTo>
                  <a:lnTo>
                    <a:pt x="135208" y="61263"/>
                  </a:lnTo>
                  <a:lnTo>
                    <a:pt x="135681" y="61590"/>
                  </a:lnTo>
                  <a:lnTo>
                    <a:pt x="136319" y="61252"/>
                  </a:lnTo>
                  <a:lnTo>
                    <a:pt x="137569" y="62018"/>
                  </a:lnTo>
                  <a:lnTo>
                    <a:pt x="138756" y="62144"/>
                  </a:lnTo>
                  <a:lnTo>
                    <a:pt x="141533" y="61592"/>
                  </a:lnTo>
                  <a:lnTo>
                    <a:pt x="144079" y="60141"/>
                  </a:lnTo>
                  <a:lnTo>
                    <a:pt x="149715" y="61525"/>
                  </a:lnTo>
                  <a:lnTo>
                    <a:pt x="153924" y="58959"/>
                  </a:lnTo>
                  <a:lnTo>
                    <a:pt x="159439" y="57436"/>
                  </a:lnTo>
                  <a:lnTo>
                    <a:pt x="159591" y="55826"/>
                  </a:lnTo>
                  <a:lnTo>
                    <a:pt x="160413" y="53479"/>
                  </a:lnTo>
                  <a:lnTo>
                    <a:pt x="165527" y="54284"/>
                  </a:lnTo>
                  <a:lnTo>
                    <a:pt x="166354" y="54080"/>
                  </a:lnTo>
                  <a:lnTo>
                    <a:pt x="168966" y="54325"/>
                  </a:lnTo>
                  <a:lnTo>
                    <a:pt x="169104" y="54030"/>
                  </a:lnTo>
                  <a:lnTo>
                    <a:pt x="169925" y="53916"/>
                  </a:lnTo>
                  <a:lnTo>
                    <a:pt x="170433" y="53464"/>
                  </a:lnTo>
                  <a:lnTo>
                    <a:pt x="171253" y="53273"/>
                  </a:lnTo>
                  <a:lnTo>
                    <a:pt x="171216" y="53510"/>
                  </a:lnTo>
                  <a:lnTo>
                    <a:pt x="172923" y="54539"/>
                  </a:lnTo>
                  <a:lnTo>
                    <a:pt x="173439" y="54548"/>
                  </a:lnTo>
                  <a:lnTo>
                    <a:pt x="174043" y="55231"/>
                  </a:lnTo>
                  <a:lnTo>
                    <a:pt x="174879" y="55429"/>
                  </a:lnTo>
                  <a:lnTo>
                    <a:pt x="175547" y="55290"/>
                  </a:lnTo>
                  <a:lnTo>
                    <a:pt x="177210" y="54130"/>
                  </a:lnTo>
                  <a:lnTo>
                    <a:pt x="179937" y="58262"/>
                  </a:lnTo>
                  <a:lnTo>
                    <a:pt x="181846" y="61877"/>
                  </a:lnTo>
                  <a:lnTo>
                    <a:pt x="184633" y="63691"/>
                  </a:lnTo>
                  <a:lnTo>
                    <a:pt x="187934" y="64106"/>
                  </a:lnTo>
                  <a:lnTo>
                    <a:pt x="189593" y="65251"/>
                  </a:lnTo>
                  <a:lnTo>
                    <a:pt x="191004" y="69818"/>
                  </a:lnTo>
                  <a:lnTo>
                    <a:pt x="192212" y="72600"/>
                  </a:lnTo>
                  <a:lnTo>
                    <a:pt x="192880" y="75499"/>
                  </a:lnTo>
                  <a:lnTo>
                    <a:pt x="194056" y="76138"/>
                  </a:lnTo>
                  <a:lnTo>
                    <a:pt x="194924" y="77851"/>
                  </a:lnTo>
                  <a:lnTo>
                    <a:pt x="197544" y="78328"/>
                  </a:lnTo>
                  <a:lnTo>
                    <a:pt x="199209" y="78347"/>
                  </a:lnTo>
                  <a:lnTo>
                    <a:pt x="205046" y="79537"/>
                  </a:lnTo>
                  <a:lnTo>
                    <a:pt x="205430" y="80507"/>
                  </a:lnTo>
                  <a:lnTo>
                    <a:pt x="207658" y="79723"/>
                  </a:lnTo>
                  <a:lnTo>
                    <a:pt x="212735" y="79892"/>
                  </a:lnTo>
                  <a:lnTo>
                    <a:pt x="219816" y="81371"/>
                  </a:lnTo>
                  <a:lnTo>
                    <a:pt x="220850" y="79367"/>
                  </a:lnTo>
                  <a:lnTo>
                    <a:pt x="224245" y="76870"/>
                  </a:lnTo>
                  <a:lnTo>
                    <a:pt x="226173" y="75093"/>
                  </a:lnTo>
                  <a:lnTo>
                    <a:pt x="227748" y="75186"/>
                  </a:lnTo>
                  <a:lnTo>
                    <a:pt x="228623" y="74759"/>
                  </a:lnTo>
                  <a:lnTo>
                    <a:pt x="229753" y="73642"/>
                  </a:lnTo>
                  <a:lnTo>
                    <a:pt x="230938" y="73322"/>
                  </a:lnTo>
                  <a:lnTo>
                    <a:pt x="231967" y="72582"/>
                  </a:lnTo>
                  <a:lnTo>
                    <a:pt x="239338" y="75942"/>
                  </a:lnTo>
                  <a:lnTo>
                    <a:pt x="240343" y="75515"/>
                  </a:lnTo>
                  <a:lnTo>
                    <a:pt x="242267" y="75350"/>
                  </a:lnTo>
                  <a:lnTo>
                    <a:pt x="244619" y="75763"/>
                  </a:lnTo>
                  <a:lnTo>
                    <a:pt x="247398" y="75329"/>
                  </a:lnTo>
                  <a:lnTo>
                    <a:pt x="248192" y="75628"/>
                  </a:lnTo>
                  <a:lnTo>
                    <a:pt x="250216" y="76993"/>
                  </a:lnTo>
                  <a:lnTo>
                    <a:pt x="252330" y="78860"/>
                  </a:lnTo>
                  <a:lnTo>
                    <a:pt x="255389" y="80623"/>
                  </a:lnTo>
                  <a:lnTo>
                    <a:pt x="257364" y="80703"/>
                  </a:lnTo>
                  <a:lnTo>
                    <a:pt x="258575" y="81024"/>
                  </a:lnTo>
                  <a:lnTo>
                    <a:pt x="258886" y="80569"/>
                  </a:lnTo>
                  <a:lnTo>
                    <a:pt x="265175" y="81479"/>
                  </a:lnTo>
                  <a:lnTo>
                    <a:pt x="267906" y="80493"/>
                  </a:lnTo>
                  <a:lnTo>
                    <a:pt x="271695" y="81163"/>
                  </a:lnTo>
                  <a:lnTo>
                    <a:pt x="278066" y="80698"/>
                  </a:lnTo>
                  <a:lnTo>
                    <a:pt x="279277" y="80292"/>
                  </a:lnTo>
                  <a:lnTo>
                    <a:pt x="281477" y="80494"/>
                  </a:lnTo>
                  <a:lnTo>
                    <a:pt x="284484" y="80274"/>
                  </a:lnTo>
                  <a:lnTo>
                    <a:pt x="291440" y="82965"/>
                  </a:lnTo>
                  <a:lnTo>
                    <a:pt x="292491" y="83715"/>
                  </a:lnTo>
                  <a:lnTo>
                    <a:pt x="295472" y="84667"/>
                  </a:lnTo>
                  <a:lnTo>
                    <a:pt x="304180" y="89011"/>
                  </a:lnTo>
                  <a:lnTo>
                    <a:pt x="303915" y="89267"/>
                  </a:lnTo>
                  <a:lnTo>
                    <a:pt x="302951" y="93870"/>
                  </a:lnTo>
                  <a:lnTo>
                    <a:pt x="305937" y="97789"/>
                  </a:lnTo>
                  <a:lnTo>
                    <a:pt x="310021" y="108767"/>
                  </a:lnTo>
                  <a:lnTo>
                    <a:pt x="310195" y="115946"/>
                  </a:lnTo>
                  <a:lnTo>
                    <a:pt x="312210" y="117858"/>
                  </a:lnTo>
                  <a:lnTo>
                    <a:pt x="323645" y="123964"/>
                  </a:lnTo>
                  <a:lnTo>
                    <a:pt x="322022" y="129600"/>
                  </a:lnTo>
                  <a:lnTo>
                    <a:pt x="320755" y="131832"/>
                  </a:lnTo>
                  <a:lnTo>
                    <a:pt x="324882" y="141427"/>
                  </a:lnTo>
                  <a:lnTo>
                    <a:pt x="329499" y="144167"/>
                  </a:lnTo>
                  <a:lnTo>
                    <a:pt x="333527" y="148183"/>
                  </a:lnTo>
                  <a:lnTo>
                    <a:pt x="340996" y="150029"/>
                  </a:lnTo>
                  <a:lnTo>
                    <a:pt x="345782" y="148881"/>
                  </a:lnTo>
                  <a:lnTo>
                    <a:pt x="349940" y="148629"/>
                  </a:lnTo>
                  <a:lnTo>
                    <a:pt x="352839" y="149236"/>
                  </a:lnTo>
                  <a:lnTo>
                    <a:pt x="355767" y="153680"/>
                  </a:lnTo>
                  <a:lnTo>
                    <a:pt x="367156" y="148887"/>
                  </a:lnTo>
                  <a:lnTo>
                    <a:pt x="375080" y="140634"/>
                  </a:lnTo>
                  <a:lnTo>
                    <a:pt x="387143" y="143746"/>
                  </a:lnTo>
                  <a:lnTo>
                    <a:pt x="391122" y="144521"/>
                  </a:lnTo>
                  <a:lnTo>
                    <a:pt x="394751" y="147936"/>
                  </a:lnTo>
                  <a:lnTo>
                    <a:pt x="395119" y="153679"/>
                  </a:lnTo>
                  <a:lnTo>
                    <a:pt x="393198" y="162457"/>
                  </a:lnTo>
                  <a:lnTo>
                    <a:pt x="398890" y="165803"/>
                  </a:lnTo>
                  <a:lnTo>
                    <a:pt x="406221" y="167311"/>
                  </a:lnTo>
                  <a:lnTo>
                    <a:pt x="407722" y="167381"/>
                  </a:lnTo>
                  <a:lnTo>
                    <a:pt x="409559" y="168581"/>
                  </a:lnTo>
                  <a:lnTo>
                    <a:pt x="414231" y="172860"/>
                  </a:lnTo>
                  <a:lnTo>
                    <a:pt x="420441" y="176490"/>
                  </a:lnTo>
                  <a:lnTo>
                    <a:pt x="422712" y="174687"/>
                  </a:lnTo>
                  <a:lnTo>
                    <a:pt x="424942" y="174908"/>
                  </a:lnTo>
                  <a:lnTo>
                    <a:pt x="430940" y="179470"/>
                  </a:lnTo>
                  <a:lnTo>
                    <a:pt x="434349" y="182614"/>
                  </a:lnTo>
                  <a:lnTo>
                    <a:pt x="436839" y="183072"/>
                  </a:lnTo>
                  <a:lnTo>
                    <a:pt x="446862" y="188060"/>
                  </a:lnTo>
                  <a:lnTo>
                    <a:pt x="450826" y="189295"/>
                  </a:lnTo>
                  <a:lnTo>
                    <a:pt x="454269" y="185682"/>
                  </a:lnTo>
                  <a:lnTo>
                    <a:pt x="456918" y="181556"/>
                  </a:lnTo>
                  <a:lnTo>
                    <a:pt x="458201" y="178386"/>
                  </a:lnTo>
                  <a:lnTo>
                    <a:pt x="457853" y="175288"/>
                  </a:lnTo>
                  <a:lnTo>
                    <a:pt x="457950" y="171844"/>
                  </a:lnTo>
                  <a:lnTo>
                    <a:pt x="458841" y="168046"/>
                  </a:lnTo>
                  <a:lnTo>
                    <a:pt x="465057" y="166806"/>
                  </a:lnTo>
                  <a:lnTo>
                    <a:pt x="466601" y="168476"/>
                  </a:lnTo>
                  <a:lnTo>
                    <a:pt x="467773" y="167793"/>
                  </a:lnTo>
                  <a:lnTo>
                    <a:pt x="468525" y="166667"/>
                  </a:lnTo>
                  <a:lnTo>
                    <a:pt x="468956" y="166610"/>
                  </a:lnTo>
                  <a:lnTo>
                    <a:pt x="471286" y="168921"/>
                  </a:lnTo>
                  <a:lnTo>
                    <a:pt x="473384" y="169339"/>
                  </a:lnTo>
                  <a:lnTo>
                    <a:pt x="475453" y="170296"/>
                  </a:lnTo>
                  <a:lnTo>
                    <a:pt x="480963" y="170885"/>
                  </a:lnTo>
                  <a:lnTo>
                    <a:pt x="484152" y="170595"/>
                  </a:lnTo>
                  <a:lnTo>
                    <a:pt x="487199" y="168963"/>
                  </a:lnTo>
                  <a:lnTo>
                    <a:pt x="493431" y="170303"/>
                  </a:lnTo>
                  <a:lnTo>
                    <a:pt x="502078" y="168873"/>
                  </a:lnTo>
                  <a:lnTo>
                    <a:pt x="505859" y="168557"/>
                  </a:lnTo>
                  <a:lnTo>
                    <a:pt x="509476" y="167817"/>
                  </a:lnTo>
                  <a:lnTo>
                    <a:pt x="510846" y="164842"/>
                  </a:lnTo>
                  <a:lnTo>
                    <a:pt x="511873" y="163409"/>
                  </a:lnTo>
                  <a:lnTo>
                    <a:pt x="513283" y="159597"/>
                  </a:lnTo>
                  <a:lnTo>
                    <a:pt x="516282" y="155519"/>
                  </a:lnTo>
                  <a:lnTo>
                    <a:pt x="516951" y="155367"/>
                  </a:lnTo>
                  <a:lnTo>
                    <a:pt x="521444" y="155575"/>
                  </a:lnTo>
                  <a:lnTo>
                    <a:pt x="522832" y="154668"/>
                  </a:lnTo>
                  <a:lnTo>
                    <a:pt x="523705" y="153702"/>
                  </a:lnTo>
                  <a:lnTo>
                    <a:pt x="530927" y="155296"/>
                  </a:lnTo>
                  <a:lnTo>
                    <a:pt x="536531" y="154279"/>
                  </a:lnTo>
                  <a:lnTo>
                    <a:pt x="540588" y="154508"/>
                  </a:lnTo>
                  <a:lnTo>
                    <a:pt x="547527" y="152044"/>
                  </a:lnTo>
                  <a:lnTo>
                    <a:pt x="552317" y="147943"/>
                  </a:lnTo>
                  <a:lnTo>
                    <a:pt x="553762" y="146067"/>
                  </a:lnTo>
                  <a:lnTo>
                    <a:pt x="557597" y="144597"/>
                  </a:lnTo>
                  <a:lnTo>
                    <a:pt x="563154" y="145990"/>
                  </a:lnTo>
                  <a:lnTo>
                    <a:pt x="565893" y="143975"/>
                  </a:lnTo>
                  <a:lnTo>
                    <a:pt x="572130" y="141458"/>
                  </a:lnTo>
                  <a:lnTo>
                    <a:pt x="576008" y="143240"/>
                  </a:lnTo>
                  <a:lnTo>
                    <a:pt x="585590" y="143335"/>
                  </a:lnTo>
                  <a:lnTo>
                    <a:pt x="593453" y="141191"/>
                  </a:lnTo>
                  <a:lnTo>
                    <a:pt x="598832" y="140654"/>
                  </a:lnTo>
                  <a:lnTo>
                    <a:pt x="604806" y="140984"/>
                  </a:lnTo>
                  <a:lnTo>
                    <a:pt x="619174" y="136308"/>
                  </a:lnTo>
                  <a:lnTo>
                    <a:pt x="641077" y="130708"/>
                  </a:lnTo>
                  <a:lnTo>
                    <a:pt x="641590" y="129556"/>
                  </a:lnTo>
                  <a:lnTo>
                    <a:pt x="638306" y="103272"/>
                  </a:lnTo>
                  <a:lnTo>
                    <a:pt x="631632" y="97424"/>
                  </a:lnTo>
                  <a:lnTo>
                    <a:pt x="632071" y="97019"/>
                  </a:lnTo>
                  <a:lnTo>
                    <a:pt x="633724" y="92116"/>
                  </a:lnTo>
                  <a:lnTo>
                    <a:pt x="638235" y="86197"/>
                  </a:lnTo>
                  <a:lnTo>
                    <a:pt x="641009" y="77767"/>
                  </a:lnTo>
                  <a:lnTo>
                    <a:pt x="641171" y="74804"/>
                  </a:lnTo>
                  <a:lnTo>
                    <a:pt x="642971" y="72060"/>
                  </a:lnTo>
                  <a:lnTo>
                    <a:pt x="644133" y="72219"/>
                  </a:lnTo>
                  <a:lnTo>
                    <a:pt x="648258" y="71495"/>
                  </a:lnTo>
                  <a:lnTo>
                    <a:pt x="654765" y="69129"/>
                  </a:lnTo>
                  <a:lnTo>
                    <a:pt x="660454" y="66379"/>
                  </a:lnTo>
                  <a:lnTo>
                    <a:pt x="663274" y="65373"/>
                  </a:lnTo>
                  <a:lnTo>
                    <a:pt x="672812" y="59954"/>
                  </a:lnTo>
                  <a:lnTo>
                    <a:pt x="686683" y="61167"/>
                  </a:lnTo>
                  <a:lnTo>
                    <a:pt x="693955" y="66193"/>
                  </a:lnTo>
                  <a:lnTo>
                    <a:pt x="697318" y="71706"/>
                  </a:lnTo>
                  <a:lnTo>
                    <a:pt x="700463" y="73336"/>
                  </a:lnTo>
                  <a:lnTo>
                    <a:pt x="708320" y="74344"/>
                  </a:lnTo>
                  <a:lnTo>
                    <a:pt x="709745" y="71156"/>
                  </a:lnTo>
                  <a:lnTo>
                    <a:pt x="714721" y="69116"/>
                  </a:lnTo>
                  <a:lnTo>
                    <a:pt x="722993" y="66798"/>
                  </a:lnTo>
                  <a:lnTo>
                    <a:pt x="724761" y="63318"/>
                  </a:lnTo>
                  <a:lnTo>
                    <a:pt x="732770" y="59250"/>
                  </a:lnTo>
                  <a:lnTo>
                    <a:pt x="738953" y="59306"/>
                  </a:lnTo>
                  <a:lnTo>
                    <a:pt x="740321" y="59583"/>
                  </a:lnTo>
                  <a:lnTo>
                    <a:pt x="745335" y="58629"/>
                  </a:lnTo>
                  <a:lnTo>
                    <a:pt x="747635" y="59326"/>
                  </a:lnTo>
                  <a:lnTo>
                    <a:pt x="756535" y="56874"/>
                  </a:lnTo>
                  <a:lnTo>
                    <a:pt x="756873" y="56896"/>
                  </a:lnTo>
                  <a:lnTo>
                    <a:pt x="757222" y="56400"/>
                  </a:lnTo>
                  <a:lnTo>
                    <a:pt x="758037" y="55904"/>
                  </a:lnTo>
                  <a:lnTo>
                    <a:pt x="761231" y="54824"/>
                  </a:lnTo>
                  <a:lnTo>
                    <a:pt x="762452" y="54534"/>
                  </a:lnTo>
                  <a:lnTo>
                    <a:pt x="763734" y="54681"/>
                  </a:lnTo>
                  <a:lnTo>
                    <a:pt x="763757" y="54448"/>
                  </a:lnTo>
                  <a:lnTo>
                    <a:pt x="764088" y="54462"/>
                  </a:lnTo>
                  <a:lnTo>
                    <a:pt x="764448" y="54042"/>
                  </a:lnTo>
                  <a:lnTo>
                    <a:pt x="765022" y="54287"/>
                  </a:lnTo>
                  <a:lnTo>
                    <a:pt x="765640" y="54180"/>
                  </a:lnTo>
                  <a:lnTo>
                    <a:pt x="767097" y="54906"/>
                  </a:lnTo>
                  <a:lnTo>
                    <a:pt x="768031" y="56183"/>
                  </a:lnTo>
                  <a:lnTo>
                    <a:pt x="769501" y="57613"/>
                  </a:lnTo>
                  <a:lnTo>
                    <a:pt x="771301" y="58840"/>
                  </a:lnTo>
                  <a:lnTo>
                    <a:pt x="773248" y="59334"/>
                  </a:lnTo>
                  <a:lnTo>
                    <a:pt x="774320" y="59314"/>
                  </a:lnTo>
                  <a:lnTo>
                    <a:pt x="779542" y="61971"/>
                  </a:lnTo>
                  <a:lnTo>
                    <a:pt x="783162" y="63340"/>
                  </a:lnTo>
                  <a:lnTo>
                    <a:pt x="783885" y="64049"/>
                  </a:lnTo>
                  <a:lnTo>
                    <a:pt x="784379" y="63973"/>
                  </a:lnTo>
                  <a:lnTo>
                    <a:pt x="785214" y="67150"/>
                  </a:lnTo>
                  <a:lnTo>
                    <a:pt x="784994" y="70384"/>
                  </a:lnTo>
                  <a:lnTo>
                    <a:pt x="785640" y="72359"/>
                  </a:lnTo>
                  <a:lnTo>
                    <a:pt x="785816" y="74573"/>
                  </a:lnTo>
                  <a:lnTo>
                    <a:pt x="786046" y="74790"/>
                  </a:lnTo>
                  <a:lnTo>
                    <a:pt x="785722" y="75435"/>
                  </a:lnTo>
                  <a:lnTo>
                    <a:pt x="785730" y="78066"/>
                  </a:lnTo>
                  <a:lnTo>
                    <a:pt x="785283" y="79639"/>
                  </a:lnTo>
                  <a:lnTo>
                    <a:pt x="785607" y="81259"/>
                  </a:lnTo>
                  <a:lnTo>
                    <a:pt x="786264" y="82414"/>
                  </a:lnTo>
                  <a:lnTo>
                    <a:pt x="786409" y="83549"/>
                  </a:lnTo>
                  <a:lnTo>
                    <a:pt x="787557" y="83907"/>
                  </a:lnTo>
                  <a:lnTo>
                    <a:pt x="787711" y="84483"/>
                  </a:lnTo>
                  <a:lnTo>
                    <a:pt x="789452" y="86251"/>
                  </a:lnTo>
                  <a:lnTo>
                    <a:pt x="789614" y="86711"/>
                  </a:lnTo>
                  <a:lnTo>
                    <a:pt x="792352" y="89110"/>
                  </a:lnTo>
                  <a:lnTo>
                    <a:pt x="792274" y="89834"/>
                  </a:lnTo>
                  <a:lnTo>
                    <a:pt x="791890" y="90060"/>
                  </a:lnTo>
                  <a:lnTo>
                    <a:pt x="792868" y="91097"/>
                  </a:lnTo>
                  <a:lnTo>
                    <a:pt x="795769" y="92353"/>
                  </a:lnTo>
                  <a:lnTo>
                    <a:pt x="796621" y="93332"/>
                  </a:lnTo>
                  <a:lnTo>
                    <a:pt x="798047" y="94426"/>
                  </a:lnTo>
                  <a:lnTo>
                    <a:pt x="800332" y="94839"/>
                  </a:lnTo>
                  <a:lnTo>
                    <a:pt x="801486" y="95975"/>
                  </a:lnTo>
                  <a:lnTo>
                    <a:pt x="802078" y="97329"/>
                  </a:lnTo>
                  <a:lnTo>
                    <a:pt x="802559" y="97648"/>
                  </a:lnTo>
                  <a:lnTo>
                    <a:pt x="802573" y="98057"/>
                  </a:lnTo>
                  <a:lnTo>
                    <a:pt x="803811" y="99099"/>
                  </a:lnTo>
                  <a:lnTo>
                    <a:pt x="804752" y="99571"/>
                  </a:lnTo>
                  <a:lnTo>
                    <a:pt x="804844" y="99325"/>
                  </a:lnTo>
                  <a:lnTo>
                    <a:pt x="807260" y="99903"/>
                  </a:lnTo>
                  <a:lnTo>
                    <a:pt x="808923" y="100671"/>
                  </a:lnTo>
                  <a:lnTo>
                    <a:pt x="809473" y="100393"/>
                  </a:lnTo>
                  <a:lnTo>
                    <a:pt x="810821" y="100885"/>
                  </a:lnTo>
                  <a:lnTo>
                    <a:pt x="812798" y="101070"/>
                  </a:lnTo>
                  <a:lnTo>
                    <a:pt x="814547" y="99823"/>
                  </a:lnTo>
                  <a:lnTo>
                    <a:pt x="815796" y="98413"/>
                  </a:lnTo>
                  <a:lnTo>
                    <a:pt x="817682" y="97693"/>
                  </a:lnTo>
                  <a:lnTo>
                    <a:pt x="818181" y="96157"/>
                  </a:lnTo>
                  <a:lnTo>
                    <a:pt x="818882" y="95428"/>
                  </a:lnTo>
                  <a:lnTo>
                    <a:pt x="819992" y="94747"/>
                  </a:lnTo>
                  <a:lnTo>
                    <a:pt x="820347" y="94083"/>
                  </a:lnTo>
                  <a:lnTo>
                    <a:pt x="821005" y="93793"/>
                  </a:lnTo>
                  <a:lnTo>
                    <a:pt x="822070" y="92253"/>
                  </a:lnTo>
                  <a:lnTo>
                    <a:pt x="822459" y="92013"/>
                  </a:lnTo>
                  <a:lnTo>
                    <a:pt x="822828" y="91006"/>
                  </a:lnTo>
                  <a:lnTo>
                    <a:pt x="823400" y="90269"/>
                  </a:lnTo>
                  <a:lnTo>
                    <a:pt x="823312" y="89798"/>
                  </a:lnTo>
                  <a:lnTo>
                    <a:pt x="824705" y="87866"/>
                  </a:lnTo>
                  <a:lnTo>
                    <a:pt x="826431" y="86929"/>
                  </a:lnTo>
                  <a:lnTo>
                    <a:pt x="827375" y="86905"/>
                  </a:lnTo>
                  <a:lnTo>
                    <a:pt x="828196" y="86552"/>
                  </a:lnTo>
                  <a:lnTo>
                    <a:pt x="829313" y="85060"/>
                  </a:lnTo>
                  <a:lnTo>
                    <a:pt x="833310" y="83451"/>
                  </a:lnTo>
                  <a:lnTo>
                    <a:pt x="833835" y="83148"/>
                  </a:lnTo>
                  <a:lnTo>
                    <a:pt x="834279" y="82353"/>
                  </a:lnTo>
                  <a:lnTo>
                    <a:pt x="835291" y="82134"/>
                  </a:lnTo>
                  <a:lnTo>
                    <a:pt x="835786" y="81795"/>
                  </a:lnTo>
                  <a:lnTo>
                    <a:pt x="836568" y="82465"/>
                  </a:lnTo>
                  <a:lnTo>
                    <a:pt x="837542" y="82387"/>
                  </a:lnTo>
                  <a:lnTo>
                    <a:pt x="838263" y="83483"/>
                  </a:lnTo>
                  <a:lnTo>
                    <a:pt x="839262" y="83668"/>
                  </a:lnTo>
                  <a:lnTo>
                    <a:pt x="842507" y="85343"/>
                  </a:lnTo>
                  <a:lnTo>
                    <a:pt x="845501" y="86401"/>
                  </a:lnTo>
                  <a:lnTo>
                    <a:pt x="846548" y="86424"/>
                  </a:lnTo>
                  <a:lnTo>
                    <a:pt x="848394" y="87281"/>
                  </a:lnTo>
                  <a:lnTo>
                    <a:pt x="850974" y="87220"/>
                  </a:lnTo>
                  <a:lnTo>
                    <a:pt x="854344" y="86419"/>
                  </a:lnTo>
                  <a:lnTo>
                    <a:pt x="855616" y="86595"/>
                  </a:lnTo>
                  <a:lnTo>
                    <a:pt x="857063" y="85639"/>
                  </a:lnTo>
                  <a:lnTo>
                    <a:pt x="860765" y="85086"/>
                  </a:lnTo>
                  <a:lnTo>
                    <a:pt x="861987" y="84675"/>
                  </a:lnTo>
                  <a:lnTo>
                    <a:pt x="863198" y="84790"/>
                  </a:lnTo>
                  <a:lnTo>
                    <a:pt x="864378" y="84271"/>
                  </a:lnTo>
                  <a:lnTo>
                    <a:pt x="865425" y="84236"/>
                  </a:lnTo>
                  <a:lnTo>
                    <a:pt x="865936" y="83941"/>
                  </a:lnTo>
                  <a:lnTo>
                    <a:pt x="868623" y="83424"/>
                  </a:lnTo>
                  <a:lnTo>
                    <a:pt x="870343" y="84786"/>
                  </a:lnTo>
                  <a:lnTo>
                    <a:pt x="872779" y="85985"/>
                  </a:lnTo>
                  <a:lnTo>
                    <a:pt x="875231" y="85922"/>
                  </a:lnTo>
                  <a:lnTo>
                    <a:pt x="876735" y="86266"/>
                  </a:lnTo>
                  <a:lnTo>
                    <a:pt x="877669" y="86640"/>
                  </a:lnTo>
                  <a:lnTo>
                    <a:pt x="879118" y="87717"/>
                  </a:lnTo>
                  <a:lnTo>
                    <a:pt x="880474" y="87765"/>
                  </a:lnTo>
                  <a:lnTo>
                    <a:pt x="881537" y="87374"/>
                  </a:lnTo>
                  <a:lnTo>
                    <a:pt x="883488" y="87527"/>
                  </a:lnTo>
                  <a:lnTo>
                    <a:pt x="884330" y="87753"/>
                  </a:lnTo>
                  <a:lnTo>
                    <a:pt x="884871" y="88189"/>
                  </a:lnTo>
                  <a:lnTo>
                    <a:pt x="886452" y="88618"/>
                  </a:lnTo>
                  <a:lnTo>
                    <a:pt x="886972" y="88921"/>
                  </a:lnTo>
                  <a:lnTo>
                    <a:pt x="887111" y="89326"/>
                  </a:lnTo>
                  <a:lnTo>
                    <a:pt x="888636" y="89361"/>
                  </a:lnTo>
                  <a:lnTo>
                    <a:pt x="892093" y="90640"/>
                  </a:lnTo>
                  <a:lnTo>
                    <a:pt x="892593" y="90296"/>
                  </a:lnTo>
                  <a:lnTo>
                    <a:pt x="893195" y="90277"/>
                  </a:lnTo>
                  <a:lnTo>
                    <a:pt x="893769" y="90611"/>
                  </a:lnTo>
                  <a:lnTo>
                    <a:pt x="895807" y="90212"/>
                  </a:lnTo>
                  <a:lnTo>
                    <a:pt x="896679" y="91321"/>
                  </a:lnTo>
                  <a:lnTo>
                    <a:pt x="897947" y="91788"/>
                  </a:lnTo>
                  <a:lnTo>
                    <a:pt x="898457" y="92379"/>
                  </a:lnTo>
                  <a:lnTo>
                    <a:pt x="899994" y="92953"/>
                  </a:lnTo>
                  <a:lnTo>
                    <a:pt x="900757" y="92984"/>
                  </a:lnTo>
                  <a:lnTo>
                    <a:pt x="902040" y="94053"/>
                  </a:lnTo>
                  <a:lnTo>
                    <a:pt x="903268" y="94317"/>
                  </a:lnTo>
                  <a:lnTo>
                    <a:pt x="906361" y="94456"/>
                  </a:lnTo>
                  <a:lnTo>
                    <a:pt x="908817" y="95455"/>
                  </a:lnTo>
                  <a:lnTo>
                    <a:pt x="910718" y="95272"/>
                  </a:lnTo>
                  <a:lnTo>
                    <a:pt x="911201" y="95618"/>
                  </a:lnTo>
                  <a:lnTo>
                    <a:pt x="913118" y="95728"/>
                  </a:lnTo>
                  <a:lnTo>
                    <a:pt x="915326" y="96723"/>
                  </a:lnTo>
                  <a:lnTo>
                    <a:pt x="916402" y="96729"/>
                  </a:lnTo>
                  <a:lnTo>
                    <a:pt x="916625" y="96861"/>
                  </a:lnTo>
                  <a:lnTo>
                    <a:pt x="916748" y="97639"/>
                  </a:lnTo>
                  <a:lnTo>
                    <a:pt x="917287" y="98167"/>
                  </a:lnTo>
                  <a:lnTo>
                    <a:pt x="917766" y="99590"/>
                  </a:lnTo>
                  <a:lnTo>
                    <a:pt x="920787" y="99199"/>
                  </a:lnTo>
                  <a:lnTo>
                    <a:pt x="921242" y="99391"/>
                  </a:lnTo>
                  <a:lnTo>
                    <a:pt x="923207" y="99192"/>
                  </a:lnTo>
                  <a:lnTo>
                    <a:pt x="923918" y="99389"/>
                  </a:lnTo>
                  <a:lnTo>
                    <a:pt x="925412" y="99058"/>
                  </a:lnTo>
                  <a:lnTo>
                    <a:pt x="925946" y="99574"/>
                  </a:lnTo>
                  <a:lnTo>
                    <a:pt x="927451" y="100263"/>
                  </a:lnTo>
                  <a:lnTo>
                    <a:pt x="928385" y="101687"/>
                  </a:lnTo>
                  <a:lnTo>
                    <a:pt x="930310" y="101556"/>
                  </a:lnTo>
                  <a:lnTo>
                    <a:pt x="932912" y="102206"/>
                  </a:lnTo>
                  <a:lnTo>
                    <a:pt x="934528" y="102176"/>
                  </a:lnTo>
                  <a:lnTo>
                    <a:pt x="934946" y="101855"/>
                  </a:lnTo>
                  <a:lnTo>
                    <a:pt x="935578" y="101788"/>
                  </a:lnTo>
                  <a:lnTo>
                    <a:pt x="936766" y="102125"/>
                  </a:lnTo>
                  <a:lnTo>
                    <a:pt x="937774" y="102041"/>
                  </a:lnTo>
                  <a:lnTo>
                    <a:pt x="939086" y="103063"/>
                  </a:lnTo>
                  <a:lnTo>
                    <a:pt x="939981" y="104388"/>
                  </a:lnTo>
                  <a:lnTo>
                    <a:pt x="941696" y="105073"/>
                  </a:lnTo>
                  <a:lnTo>
                    <a:pt x="945619" y="107418"/>
                  </a:lnTo>
                  <a:lnTo>
                    <a:pt x="946996" y="107742"/>
                  </a:lnTo>
                  <a:lnTo>
                    <a:pt x="948604" y="108699"/>
                  </a:lnTo>
                  <a:lnTo>
                    <a:pt x="950762" y="108987"/>
                  </a:lnTo>
                  <a:lnTo>
                    <a:pt x="952279" y="108225"/>
                  </a:lnTo>
                  <a:lnTo>
                    <a:pt x="953259" y="108672"/>
                  </a:lnTo>
                  <a:lnTo>
                    <a:pt x="953958" y="108648"/>
                  </a:lnTo>
                  <a:lnTo>
                    <a:pt x="954517" y="109141"/>
                  </a:lnTo>
                  <a:lnTo>
                    <a:pt x="955288" y="109255"/>
                  </a:lnTo>
                  <a:lnTo>
                    <a:pt x="955555" y="109685"/>
                  </a:lnTo>
                  <a:lnTo>
                    <a:pt x="955792" y="109500"/>
                  </a:lnTo>
                  <a:lnTo>
                    <a:pt x="956764" y="111006"/>
                  </a:lnTo>
                  <a:lnTo>
                    <a:pt x="958273" y="112063"/>
                  </a:lnTo>
                  <a:lnTo>
                    <a:pt x="960667" y="112676"/>
                  </a:lnTo>
                  <a:lnTo>
                    <a:pt x="960891" y="112511"/>
                  </a:lnTo>
                  <a:lnTo>
                    <a:pt x="962152" y="112797"/>
                  </a:lnTo>
                  <a:lnTo>
                    <a:pt x="963058" y="113562"/>
                  </a:lnTo>
                  <a:lnTo>
                    <a:pt x="963614" y="114463"/>
                  </a:lnTo>
                  <a:lnTo>
                    <a:pt x="966991" y="116486"/>
                  </a:lnTo>
                  <a:lnTo>
                    <a:pt x="967761" y="116755"/>
                  </a:lnTo>
                  <a:lnTo>
                    <a:pt x="968504" y="116127"/>
                  </a:lnTo>
                  <a:lnTo>
                    <a:pt x="969195" y="116176"/>
                  </a:lnTo>
                  <a:lnTo>
                    <a:pt x="970535" y="116721"/>
                  </a:lnTo>
                  <a:lnTo>
                    <a:pt x="970955" y="116705"/>
                  </a:lnTo>
                  <a:lnTo>
                    <a:pt x="971278" y="116406"/>
                  </a:lnTo>
                  <a:lnTo>
                    <a:pt x="972087" y="116649"/>
                  </a:lnTo>
                  <a:lnTo>
                    <a:pt x="973025" y="117356"/>
                  </a:lnTo>
                  <a:lnTo>
                    <a:pt x="973837" y="117416"/>
                  </a:lnTo>
                  <a:lnTo>
                    <a:pt x="974026" y="118338"/>
                  </a:lnTo>
                  <a:lnTo>
                    <a:pt x="974419" y="118962"/>
                  </a:lnTo>
                  <a:lnTo>
                    <a:pt x="976484" y="120481"/>
                  </a:lnTo>
                  <a:lnTo>
                    <a:pt x="977433" y="120822"/>
                  </a:lnTo>
                  <a:lnTo>
                    <a:pt x="978401" y="121947"/>
                  </a:lnTo>
                  <a:lnTo>
                    <a:pt x="983723" y="122956"/>
                  </a:lnTo>
                  <a:lnTo>
                    <a:pt x="985308" y="123809"/>
                  </a:lnTo>
                  <a:lnTo>
                    <a:pt x="987718" y="124524"/>
                  </a:lnTo>
                  <a:lnTo>
                    <a:pt x="988617" y="124512"/>
                  </a:lnTo>
                  <a:lnTo>
                    <a:pt x="989237" y="124837"/>
                  </a:lnTo>
                  <a:lnTo>
                    <a:pt x="990078" y="124672"/>
                  </a:lnTo>
                  <a:lnTo>
                    <a:pt x="994820" y="126156"/>
                  </a:lnTo>
                  <a:lnTo>
                    <a:pt x="998130" y="127449"/>
                  </a:lnTo>
                  <a:lnTo>
                    <a:pt x="1002116" y="128070"/>
                  </a:lnTo>
                  <a:lnTo>
                    <a:pt x="1003948" y="127604"/>
                  </a:lnTo>
                  <a:lnTo>
                    <a:pt x="1005157" y="126311"/>
                  </a:lnTo>
                  <a:lnTo>
                    <a:pt x="1005392" y="126453"/>
                  </a:lnTo>
                  <a:lnTo>
                    <a:pt x="1007763" y="125826"/>
                  </a:lnTo>
                  <a:lnTo>
                    <a:pt x="1009739" y="124503"/>
                  </a:lnTo>
                  <a:lnTo>
                    <a:pt x="1010545" y="123561"/>
                  </a:lnTo>
                  <a:lnTo>
                    <a:pt x="1011837" y="124163"/>
                  </a:lnTo>
                  <a:lnTo>
                    <a:pt x="1013060" y="123861"/>
                  </a:lnTo>
                  <a:lnTo>
                    <a:pt x="1014404" y="123732"/>
                  </a:lnTo>
                  <a:lnTo>
                    <a:pt x="1015446" y="123051"/>
                  </a:lnTo>
                  <a:lnTo>
                    <a:pt x="1016695" y="121743"/>
                  </a:lnTo>
                  <a:lnTo>
                    <a:pt x="1017175" y="122949"/>
                  </a:lnTo>
                  <a:lnTo>
                    <a:pt x="1018433" y="124061"/>
                  </a:lnTo>
                  <a:lnTo>
                    <a:pt x="1020692" y="124100"/>
                  </a:lnTo>
                  <a:lnTo>
                    <a:pt x="1021894" y="123557"/>
                  </a:lnTo>
                  <a:lnTo>
                    <a:pt x="1024023" y="123363"/>
                  </a:lnTo>
                  <a:lnTo>
                    <a:pt x="1026347" y="122138"/>
                  </a:lnTo>
                  <a:lnTo>
                    <a:pt x="1028210" y="121876"/>
                  </a:lnTo>
                  <a:lnTo>
                    <a:pt x="1029994" y="121740"/>
                  </a:lnTo>
                  <a:lnTo>
                    <a:pt x="1035527" y="119905"/>
                  </a:lnTo>
                  <a:lnTo>
                    <a:pt x="1036789" y="118745"/>
                  </a:lnTo>
                  <a:lnTo>
                    <a:pt x="1038937" y="117487"/>
                  </a:lnTo>
                  <a:lnTo>
                    <a:pt x="1039944" y="116599"/>
                  </a:lnTo>
                  <a:lnTo>
                    <a:pt x="1063805" y="122308"/>
                  </a:lnTo>
                  <a:lnTo>
                    <a:pt x="1070744" y="142208"/>
                  </a:lnTo>
                  <a:lnTo>
                    <a:pt x="1070450" y="143697"/>
                  </a:lnTo>
                  <a:lnTo>
                    <a:pt x="1072469" y="146401"/>
                  </a:lnTo>
                  <a:lnTo>
                    <a:pt x="1074099" y="147452"/>
                  </a:lnTo>
                  <a:lnTo>
                    <a:pt x="1076233" y="148181"/>
                  </a:lnTo>
                  <a:lnTo>
                    <a:pt x="1082953" y="147333"/>
                  </a:lnTo>
                  <a:lnTo>
                    <a:pt x="1084625" y="145782"/>
                  </a:lnTo>
                  <a:lnTo>
                    <a:pt x="1084900" y="144963"/>
                  </a:lnTo>
                  <a:lnTo>
                    <a:pt x="1086495" y="144421"/>
                  </a:lnTo>
                  <a:lnTo>
                    <a:pt x="1088075" y="145276"/>
                  </a:lnTo>
                  <a:lnTo>
                    <a:pt x="1088422" y="145731"/>
                  </a:lnTo>
                  <a:lnTo>
                    <a:pt x="1088483" y="146635"/>
                  </a:lnTo>
                  <a:lnTo>
                    <a:pt x="1089230" y="146861"/>
                  </a:lnTo>
                  <a:lnTo>
                    <a:pt x="1090909" y="146595"/>
                  </a:lnTo>
                  <a:lnTo>
                    <a:pt x="1092002" y="146754"/>
                  </a:lnTo>
                  <a:lnTo>
                    <a:pt x="1092445" y="147570"/>
                  </a:lnTo>
                  <a:lnTo>
                    <a:pt x="1093929" y="146754"/>
                  </a:lnTo>
                  <a:lnTo>
                    <a:pt x="1094297" y="146184"/>
                  </a:lnTo>
                  <a:lnTo>
                    <a:pt x="1094935" y="146206"/>
                  </a:lnTo>
                  <a:lnTo>
                    <a:pt x="1095641" y="145805"/>
                  </a:lnTo>
                  <a:lnTo>
                    <a:pt x="1096988" y="146415"/>
                  </a:lnTo>
                  <a:lnTo>
                    <a:pt x="1098008" y="148062"/>
                  </a:lnTo>
                  <a:lnTo>
                    <a:pt x="1100184" y="148058"/>
                  </a:lnTo>
                  <a:lnTo>
                    <a:pt x="1101081" y="147328"/>
                  </a:lnTo>
                  <a:lnTo>
                    <a:pt x="1102758" y="147053"/>
                  </a:lnTo>
                  <a:lnTo>
                    <a:pt x="1103260" y="146435"/>
                  </a:lnTo>
                  <a:lnTo>
                    <a:pt x="1103676" y="145167"/>
                  </a:lnTo>
                  <a:lnTo>
                    <a:pt x="1104858" y="144719"/>
                  </a:lnTo>
                  <a:lnTo>
                    <a:pt x="1106100" y="146980"/>
                  </a:lnTo>
                  <a:lnTo>
                    <a:pt x="1107371" y="146630"/>
                  </a:lnTo>
                  <a:lnTo>
                    <a:pt x="1109858" y="146463"/>
                  </a:lnTo>
                  <a:lnTo>
                    <a:pt x="1110419" y="145467"/>
                  </a:lnTo>
                  <a:lnTo>
                    <a:pt x="1112042" y="144796"/>
                  </a:lnTo>
                  <a:lnTo>
                    <a:pt x="1112450" y="144903"/>
                  </a:lnTo>
                  <a:lnTo>
                    <a:pt x="1112085" y="145953"/>
                  </a:lnTo>
                  <a:lnTo>
                    <a:pt x="1112360" y="146900"/>
                  </a:lnTo>
                  <a:lnTo>
                    <a:pt x="1112826" y="147094"/>
                  </a:lnTo>
                  <a:lnTo>
                    <a:pt x="1113011" y="146946"/>
                  </a:lnTo>
                  <a:lnTo>
                    <a:pt x="1116989" y="146986"/>
                  </a:lnTo>
                  <a:lnTo>
                    <a:pt x="1124367" y="146333"/>
                  </a:lnTo>
                  <a:lnTo>
                    <a:pt x="1123898" y="148057"/>
                  </a:lnTo>
                  <a:lnTo>
                    <a:pt x="1123915" y="149091"/>
                  </a:lnTo>
                  <a:lnTo>
                    <a:pt x="1124629" y="150271"/>
                  </a:lnTo>
                  <a:lnTo>
                    <a:pt x="1124374" y="151074"/>
                  </a:lnTo>
                  <a:lnTo>
                    <a:pt x="1125538" y="152058"/>
                  </a:lnTo>
                  <a:lnTo>
                    <a:pt x="1126438" y="151633"/>
                  </a:lnTo>
                  <a:lnTo>
                    <a:pt x="1126748" y="154087"/>
                  </a:lnTo>
                  <a:lnTo>
                    <a:pt x="1126412" y="156579"/>
                  </a:lnTo>
                  <a:lnTo>
                    <a:pt x="1126763" y="157239"/>
                  </a:lnTo>
                  <a:lnTo>
                    <a:pt x="1124984" y="157863"/>
                  </a:lnTo>
                  <a:lnTo>
                    <a:pt x="1123911" y="159274"/>
                  </a:lnTo>
                  <a:lnTo>
                    <a:pt x="1121688" y="161397"/>
                  </a:lnTo>
                  <a:lnTo>
                    <a:pt x="1120426" y="162289"/>
                  </a:lnTo>
                  <a:lnTo>
                    <a:pt x="1119995" y="162309"/>
                  </a:lnTo>
                  <a:lnTo>
                    <a:pt x="1118575" y="163773"/>
                  </a:lnTo>
                  <a:lnTo>
                    <a:pt x="1118094" y="163981"/>
                  </a:lnTo>
                  <a:lnTo>
                    <a:pt x="1120948" y="173874"/>
                  </a:lnTo>
                  <a:lnTo>
                    <a:pt x="1120663" y="175813"/>
                  </a:lnTo>
                  <a:lnTo>
                    <a:pt x="1122185" y="179331"/>
                  </a:lnTo>
                  <a:lnTo>
                    <a:pt x="1122042" y="181164"/>
                  </a:lnTo>
                  <a:lnTo>
                    <a:pt x="1121502" y="181571"/>
                  </a:lnTo>
                  <a:lnTo>
                    <a:pt x="1121785" y="182727"/>
                  </a:lnTo>
                  <a:lnTo>
                    <a:pt x="1121574" y="182991"/>
                  </a:lnTo>
                  <a:lnTo>
                    <a:pt x="1121841" y="183331"/>
                  </a:lnTo>
                  <a:lnTo>
                    <a:pt x="1121620" y="185602"/>
                  </a:lnTo>
                  <a:lnTo>
                    <a:pt x="1120492" y="186550"/>
                  </a:lnTo>
                  <a:lnTo>
                    <a:pt x="1123573" y="189243"/>
                  </a:lnTo>
                  <a:lnTo>
                    <a:pt x="1122459" y="191321"/>
                  </a:lnTo>
                  <a:lnTo>
                    <a:pt x="1125306" y="193786"/>
                  </a:lnTo>
                  <a:lnTo>
                    <a:pt x="1123235" y="195689"/>
                  </a:lnTo>
                  <a:lnTo>
                    <a:pt x="1124627" y="198444"/>
                  </a:lnTo>
                  <a:lnTo>
                    <a:pt x="1124463" y="199374"/>
                  </a:lnTo>
                  <a:lnTo>
                    <a:pt x="1124971" y="200465"/>
                  </a:lnTo>
                  <a:lnTo>
                    <a:pt x="1126600" y="201785"/>
                  </a:lnTo>
                  <a:lnTo>
                    <a:pt x="1128716" y="202230"/>
                  </a:lnTo>
                  <a:lnTo>
                    <a:pt x="1128997" y="202592"/>
                  </a:lnTo>
                  <a:lnTo>
                    <a:pt x="1129504" y="202387"/>
                  </a:lnTo>
                  <a:lnTo>
                    <a:pt x="1130475" y="203268"/>
                  </a:lnTo>
                  <a:lnTo>
                    <a:pt x="1131022" y="204936"/>
                  </a:lnTo>
                  <a:lnTo>
                    <a:pt x="1131727" y="204988"/>
                  </a:lnTo>
                  <a:lnTo>
                    <a:pt x="1132953" y="206357"/>
                  </a:lnTo>
                  <a:lnTo>
                    <a:pt x="1134191" y="207104"/>
                  </a:lnTo>
                  <a:lnTo>
                    <a:pt x="1133738" y="207795"/>
                  </a:lnTo>
                  <a:lnTo>
                    <a:pt x="1134039" y="210810"/>
                  </a:lnTo>
                  <a:lnTo>
                    <a:pt x="1135680" y="212043"/>
                  </a:lnTo>
                  <a:lnTo>
                    <a:pt x="1138268" y="214724"/>
                  </a:lnTo>
                  <a:lnTo>
                    <a:pt x="1138677" y="215919"/>
                  </a:lnTo>
                  <a:lnTo>
                    <a:pt x="1138423" y="216222"/>
                  </a:lnTo>
                  <a:lnTo>
                    <a:pt x="1138519" y="216649"/>
                  </a:lnTo>
                  <a:lnTo>
                    <a:pt x="1139102" y="216427"/>
                  </a:lnTo>
                  <a:lnTo>
                    <a:pt x="1139231" y="217094"/>
                  </a:lnTo>
                  <a:lnTo>
                    <a:pt x="1139502" y="217332"/>
                  </a:lnTo>
                  <a:lnTo>
                    <a:pt x="1141385" y="217294"/>
                  </a:lnTo>
                  <a:lnTo>
                    <a:pt x="1144558" y="218639"/>
                  </a:lnTo>
                  <a:lnTo>
                    <a:pt x="1147219" y="219399"/>
                  </a:lnTo>
                  <a:lnTo>
                    <a:pt x="1151598" y="221909"/>
                  </a:lnTo>
                  <a:lnTo>
                    <a:pt x="1154273" y="222583"/>
                  </a:lnTo>
                  <a:lnTo>
                    <a:pt x="1156296" y="223950"/>
                  </a:lnTo>
                  <a:lnTo>
                    <a:pt x="1160490" y="224657"/>
                  </a:lnTo>
                  <a:lnTo>
                    <a:pt x="1162445" y="224477"/>
                  </a:lnTo>
                  <a:lnTo>
                    <a:pt x="1163565" y="224958"/>
                  </a:lnTo>
                  <a:lnTo>
                    <a:pt x="1165041" y="226341"/>
                  </a:lnTo>
                  <a:lnTo>
                    <a:pt x="1165818" y="226653"/>
                  </a:lnTo>
                  <a:lnTo>
                    <a:pt x="1168609" y="227051"/>
                  </a:lnTo>
                  <a:lnTo>
                    <a:pt x="1169961" y="226676"/>
                  </a:lnTo>
                  <a:lnTo>
                    <a:pt x="1170259" y="226190"/>
                  </a:lnTo>
                  <a:lnTo>
                    <a:pt x="1171306" y="225836"/>
                  </a:lnTo>
                  <a:lnTo>
                    <a:pt x="1173041" y="225570"/>
                  </a:lnTo>
                  <a:lnTo>
                    <a:pt x="1178915" y="220466"/>
                  </a:lnTo>
                  <a:lnTo>
                    <a:pt x="1180501" y="219612"/>
                  </a:lnTo>
                  <a:lnTo>
                    <a:pt x="1181127" y="219579"/>
                  </a:lnTo>
                  <a:lnTo>
                    <a:pt x="1185042" y="220476"/>
                  </a:lnTo>
                  <a:lnTo>
                    <a:pt x="1187783" y="221678"/>
                  </a:lnTo>
                  <a:lnTo>
                    <a:pt x="1189316" y="222529"/>
                  </a:lnTo>
                  <a:lnTo>
                    <a:pt x="1191750" y="224975"/>
                  </a:lnTo>
                  <a:lnTo>
                    <a:pt x="1194557" y="227310"/>
                  </a:lnTo>
                  <a:lnTo>
                    <a:pt x="1195421" y="227010"/>
                  </a:lnTo>
                  <a:lnTo>
                    <a:pt x="1195479" y="228234"/>
                  </a:lnTo>
                  <a:lnTo>
                    <a:pt x="1195980" y="229232"/>
                  </a:lnTo>
                  <a:lnTo>
                    <a:pt x="1195419" y="230740"/>
                  </a:lnTo>
                  <a:lnTo>
                    <a:pt x="1195126" y="234402"/>
                  </a:lnTo>
                  <a:lnTo>
                    <a:pt x="1195664" y="235500"/>
                  </a:lnTo>
                  <a:lnTo>
                    <a:pt x="1195380" y="235633"/>
                  </a:lnTo>
                  <a:lnTo>
                    <a:pt x="1195143" y="236385"/>
                  </a:lnTo>
                  <a:lnTo>
                    <a:pt x="1195678" y="237958"/>
                  </a:lnTo>
                  <a:lnTo>
                    <a:pt x="1196876" y="238635"/>
                  </a:lnTo>
                  <a:lnTo>
                    <a:pt x="1198390" y="238315"/>
                  </a:lnTo>
                  <a:lnTo>
                    <a:pt x="1200574" y="238729"/>
                  </a:lnTo>
                  <a:lnTo>
                    <a:pt x="1204796" y="240436"/>
                  </a:lnTo>
                  <a:lnTo>
                    <a:pt x="1207260" y="242570"/>
                  </a:lnTo>
                  <a:lnTo>
                    <a:pt x="1207943" y="243566"/>
                  </a:lnTo>
                  <a:lnTo>
                    <a:pt x="1208744" y="244225"/>
                  </a:lnTo>
                  <a:lnTo>
                    <a:pt x="1209247" y="245305"/>
                  </a:lnTo>
                  <a:lnTo>
                    <a:pt x="1210040" y="246140"/>
                  </a:lnTo>
                  <a:lnTo>
                    <a:pt x="1212972" y="259604"/>
                  </a:lnTo>
                  <a:lnTo>
                    <a:pt x="1212207" y="269913"/>
                  </a:lnTo>
                  <a:lnTo>
                    <a:pt x="1213646" y="272431"/>
                  </a:lnTo>
                  <a:lnTo>
                    <a:pt x="1216529" y="274923"/>
                  </a:lnTo>
                  <a:lnTo>
                    <a:pt x="1217033" y="277333"/>
                  </a:lnTo>
                  <a:lnTo>
                    <a:pt x="1217093" y="280378"/>
                  </a:lnTo>
                  <a:lnTo>
                    <a:pt x="1215762" y="282177"/>
                  </a:lnTo>
                  <a:lnTo>
                    <a:pt x="1213167" y="284932"/>
                  </a:lnTo>
                  <a:lnTo>
                    <a:pt x="1215277" y="290742"/>
                  </a:lnTo>
                  <a:lnTo>
                    <a:pt x="1214462" y="291899"/>
                  </a:lnTo>
                  <a:lnTo>
                    <a:pt x="1214863" y="292411"/>
                  </a:lnTo>
                  <a:lnTo>
                    <a:pt x="1216417" y="293733"/>
                  </a:lnTo>
                  <a:lnTo>
                    <a:pt x="1217144" y="294788"/>
                  </a:lnTo>
                  <a:lnTo>
                    <a:pt x="1217391" y="296394"/>
                  </a:lnTo>
                  <a:lnTo>
                    <a:pt x="1218133" y="297369"/>
                  </a:lnTo>
                  <a:lnTo>
                    <a:pt x="1221779" y="298494"/>
                  </a:lnTo>
                  <a:lnTo>
                    <a:pt x="1223101" y="298726"/>
                  </a:lnTo>
                  <a:lnTo>
                    <a:pt x="1223356" y="298543"/>
                  </a:lnTo>
                  <a:lnTo>
                    <a:pt x="1224394" y="298823"/>
                  </a:lnTo>
                  <a:lnTo>
                    <a:pt x="1224572" y="300486"/>
                  </a:lnTo>
                  <a:lnTo>
                    <a:pt x="1223758" y="303875"/>
                  </a:lnTo>
                  <a:lnTo>
                    <a:pt x="1223122" y="305361"/>
                  </a:lnTo>
                  <a:lnTo>
                    <a:pt x="1223477" y="307600"/>
                  </a:lnTo>
                  <a:lnTo>
                    <a:pt x="1224595" y="308815"/>
                  </a:lnTo>
                  <a:lnTo>
                    <a:pt x="1227610" y="309246"/>
                  </a:lnTo>
                  <a:lnTo>
                    <a:pt x="1229280" y="310204"/>
                  </a:lnTo>
                  <a:lnTo>
                    <a:pt x="1230612" y="310339"/>
                  </a:lnTo>
                  <a:lnTo>
                    <a:pt x="1232116" y="310911"/>
                  </a:lnTo>
                  <a:lnTo>
                    <a:pt x="1232927" y="310850"/>
                  </a:lnTo>
                  <a:lnTo>
                    <a:pt x="1234793" y="312023"/>
                  </a:lnTo>
                  <a:lnTo>
                    <a:pt x="1235215" y="312454"/>
                  </a:lnTo>
                  <a:lnTo>
                    <a:pt x="1235774" y="314909"/>
                  </a:lnTo>
                  <a:lnTo>
                    <a:pt x="1241662" y="321334"/>
                  </a:lnTo>
                  <a:lnTo>
                    <a:pt x="1244799" y="321381"/>
                  </a:lnTo>
                  <a:lnTo>
                    <a:pt x="1245991" y="321904"/>
                  </a:lnTo>
                  <a:lnTo>
                    <a:pt x="1246366" y="322580"/>
                  </a:lnTo>
                  <a:lnTo>
                    <a:pt x="1248211" y="324073"/>
                  </a:lnTo>
                  <a:lnTo>
                    <a:pt x="1248714" y="325000"/>
                  </a:lnTo>
                  <a:lnTo>
                    <a:pt x="1252495" y="327821"/>
                  </a:lnTo>
                  <a:lnTo>
                    <a:pt x="1253181" y="329228"/>
                  </a:lnTo>
                  <a:lnTo>
                    <a:pt x="1253401" y="331457"/>
                  </a:lnTo>
                  <a:lnTo>
                    <a:pt x="1254101" y="333201"/>
                  </a:lnTo>
                  <a:lnTo>
                    <a:pt x="1255922" y="335881"/>
                  </a:lnTo>
                  <a:lnTo>
                    <a:pt x="1257046" y="336873"/>
                  </a:lnTo>
                  <a:lnTo>
                    <a:pt x="1258018" y="338872"/>
                  </a:lnTo>
                  <a:lnTo>
                    <a:pt x="1257571" y="339864"/>
                  </a:lnTo>
                  <a:lnTo>
                    <a:pt x="1256068" y="339960"/>
                  </a:lnTo>
                  <a:lnTo>
                    <a:pt x="1255751" y="340293"/>
                  </a:lnTo>
                  <a:lnTo>
                    <a:pt x="1254846" y="340253"/>
                  </a:lnTo>
                  <a:lnTo>
                    <a:pt x="1252915" y="341153"/>
                  </a:lnTo>
                  <a:lnTo>
                    <a:pt x="1252601" y="341128"/>
                  </a:lnTo>
                  <a:lnTo>
                    <a:pt x="1252938" y="340425"/>
                  </a:lnTo>
                  <a:lnTo>
                    <a:pt x="1252389" y="338668"/>
                  </a:lnTo>
                  <a:lnTo>
                    <a:pt x="1251528" y="338292"/>
                  </a:lnTo>
                  <a:lnTo>
                    <a:pt x="1248351" y="339167"/>
                  </a:lnTo>
                  <a:lnTo>
                    <a:pt x="1247508" y="339492"/>
                  </a:lnTo>
                  <a:lnTo>
                    <a:pt x="1247037" y="340243"/>
                  </a:lnTo>
                  <a:lnTo>
                    <a:pt x="1246310" y="340748"/>
                  </a:lnTo>
                  <a:lnTo>
                    <a:pt x="1245324" y="340814"/>
                  </a:lnTo>
                  <a:lnTo>
                    <a:pt x="1244028" y="341845"/>
                  </a:lnTo>
                  <a:lnTo>
                    <a:pt x="1243063" y="342202"/>
                  </a:lnTo>
                  <a:lnTo>
                    <a:pt x="1242885" y="342601"/>
                  </a:lnTo>
                  <a:lnTo>
                    <a:pt x="1241870" y="342416"/>
                  </a:lnTo>
                  <a:lnTo>
                    <a:pt x="1240974" y="342675"/>
                  </a:lnTo>
                  <a:lnTo>
                    <a:pt x="1240277" y="343159"/>
                  </a:lnTo>
                  <a:lnTo>
                    <a:pt x="1239891" y="344053"/>
                  </a:lnTo>
                  <a:lnTo>
                    <a:pt x="1239093" y="344392"/>
                  </a:lnTo>
                  <a:lnTo>
                    <a:pt x="1238442" y="345088"/>
                  </a:lnTo>
                  <a:lnTo>
                    <a:pt x="1237832" y="345024"/>
                  </a:lnTo>
                  <a:lnTo>
                    <a:pt x="1237294" y="346905"/>
                  </a:lnTo>
                  <a:lnTo>
                    <a:pt x="1235973" y="348364"/>
                  </a:lnTo>
                  <a:lnTo>
                    <a:pt x="1235336" y="349998"/>
                  </a:lnTo>
                  <a:lnTo>
                    <a:pt x="1234998" y="353617"/>
                  </a:lnTo>
                  <a:lnTo>
                    <a:pt x="1236016" y="354704"/>
                  </a:lnTo>
                  <a:lnTo>
                    <a:pt x="1236156" y="356349"/>
                  </a:lnTo>
                  <a:lnTo>
                    <a:pt x="1235922" y="357614"/>
                  </a:lnTo>
                  <a:lnTo>
                    <a:pt x="1237055" y="361272"/>
                  </a:lnTo>
                  <a:lnTo>
                    <a:pt x="1238955" y="363911"/>
                  </a:lnTo>
                  <a:lnTo>
                    <a:pt x="1238459" y="365810"/>
                  </a:lnTo>
                  <a:lnTo>
                    <a:pt x="1237587" y="367047"/>
                  </a:lnTo>
                  <a:lnTo>
                    <a:pt x="1237448" y="368192"/>
                  </a:lnTo>
                  <a:lnTo>
                    <a:pt x="1237037" y="368472"/>
                  </a:lnTo>
                  <a:lnTo>
                    <a:pt x="1236934" y="369581"/>
                  </a:lnTo>
                  <a:lnTo>
                    <a:pt x="1236270" y="370483"/>
                  </a:lnTo>
                  <a:lnTo>
                    <a:pt x="1236284" y="371521"/>
                  </a:lnTo>
                  <a:lnTo>
                    <a:pt x="1235974" y="371847"/>
                  </a:lnTo>
                  <a:lnTo>
                    <a:pt x="1236084" y="372854"/>
                  </a:lnTo>
                  <a:lnTo>
                    <a:pt x="1237472" y="374183"/>
                  </a:lnTo>
                  <a:lnTo>
                    <a:pt x="1238003" y="375891"/>
                  </a:lnTo>
                  <a:lnTo>
                    <a:pt x="1238065" y="378625"/>
                  </a:lnTo>
                  <a:lnTo>
                    <a:pt x="1237458" y="380532"/>
                  </a:lnTo>
                  <a:lnTo>
                    <a:pt x="1234916" y="383260"/>
                  </a:lnTo>
                  <a:lnTo>
                    <a:pt x="1234363" y="384301"/>
                  </a:lnTo>
                  <a:lnTo>
                    <a:pt x="1234074" y="385035"/>
                  </a:lnTo>
                  <a:lnTo>
                    <a:pt x="1234394" y="386337"/>
                  </a:lnTo>
                  <a:lnTo>
                    <a:pt x="1233801" y="388291"/>
                  </a:lnTo>
                  <a:lnTo>
                    <a:pt x="1230854" y="391281"/>
                  </a:lnTo>
                  <a:lnTo>
                    <a:pt x="1229370" y="394865"/>
                  </a:lnTo>
                  <a:lnTo>
                    <a:pt x="1229458" y="395758"/>
                  </a:lnTo>
                  <a:lnTo>
                    <a:pt x="1228553" y="397790"/>
                  </a:lnTo>
                  <a:lnTo>
                    <a:pt x="1231283" y="401207"/>
                  </a:lnTo>
                  <a:lnTo>
                    <a:pt x="1234189" y="404359"/>
                  </a:lnTo>
                  <a:lnTo>
                    <a:pt x="1236025" y="404355"/>
                  </a:lnTo>
                  <a:lnTo>
                    <a:pt x="1236667" y="405303"/>
                  </a:lnTo>
                  <a:lnTo>
                    <a:pt x="1239534" y="405135"/>
                  </a:lnTo>
                  <a:lnTo>
                    <a:pt x="1240495" y="405860"/>
                  </a:lnTo>
                  <a:lnTo>
                    <a:pt x="1240966" y="405378"/>
                  </a:lnTo>
                  <a:lnTo>
                    <a:pt x="1242735" y="408128"/>
                  </a:lnTo>
                  <a:lnTo>
                    <a:pt x="1244896" y="410059"/>
                  </a:lnTo>
                  <a:lnTo>
                    <a:pt x="1245245" y="411061"/>
                  </a:lnTo>
                  <a:lnTo>
                    <a:pt x="1245736" y="411615"/>
                  </a:lnTo>
                  <a:lnTo>
                    <a:pt x="1246683" y="411831"/>
                  </a:lnTo>
                  <a:lnTo>
                    <a:pt x="1247447" y="411283"/>
                  </a:lnTo>
                  <a:lnTo>
                    <a:pt x="1248018" y="411576"/>
                  </a:lnTo>
                  <a:lnTo>
                    <a:pt x="1248547" y="411585"/>
                  </a:lnTo>
                  <a:lnTo>
                    <a:pt x="1248851" y="411357"/>
                  </a:lnTo>
                  <a:lnTo>
                    <a:pt x="1249941" y="411549"/>
                  </a:lnTo>
                  <a:lnTo>
                    <a:pt x="1251986" y="412576"/>
                  </a:lnTo>
                  <a:lnTo>
                    <a:pt x="1253802" y="413076"/>
                  </a:lnTo>
                  <a:lnTo>
                    <a:pt x="1256099" y="416144"/>
                  </a:lnTo>
                  <a:lnTo>
                    <a:pt x="1256384" y="417160"/>
                  </a:lnTo>
                  <a:lnTo>
                    <a:pt x="1256860" y="417816"/>
                  </a:lnTo>
                  <a:lnTo>
                    <a:pt x="1258347" y="418168"/>
                  </a:lnTo>
                  <a:lnTo>
                    <a:pt x="1259393" y="418160"/>
                  </a:lnTo>
                  <a:lnTo>
                    <a:pt x="1259451" y="419955"/>
                  </a:lnTo>
                  <a:lnTo>
                    <a:pt x="1260627" y="423054"/>
                  </a:lnTo>
                  <a:lnTo>
                    <a:pt x="1260485" y="425282"/>
                  </a:lnTo>
                  <a:lnTo>
                    <a:pt x="1259960" y="427911"/>
                  </a:lnTo>
                  <a:lnTo>
                    <a:pt x="1260149" y="429608"/>
                  </a:lnTo>
                  <a:lnTo>
                    <a:pt x="1259781" y="431367"/>
                  </a:lnTo>
                  <a:lnTo>
                    <a:pt x="1257516" y="432302"/>
                  </a:lnTo>
                  <a:lnTo>
                    <a:pt x="1254720" y="432927"/>
                  </a:lnTo>
                  <a:lnTo>
                    <a:pt x="1253812" y="433796"/>
                  </a:lnTo>
                  <a:lnTo>
                    <a:pt x="1253263" y="435458"/>
                  </a:lnTo>
                  <a:lnTo>
                    <a:pt x="1253442" y="436268"/>
                  </a:lnTo>
                  <a:lnTo>
                    <a:pt x="1253048" y="438316"/>
                  </a:lnTo>
                  <a:lnTo>
                    <a:pt x="1253375" y="440278"/>
                  </a:lnTo>
                  <a:lnTo>
                    <a:pt x="1254495" y="441931"/>
                  </a:lnTo>
                  <a:lnTo>
                    <a:pt x="1255998" y="442637"/>
                  </a:lnTo>
                  <a:lnTo>
                    <a:pt x="1257751" y="443103"/>
                  </a:lnTo>
                  <a:lnTo>
                    <a:pt x="1259664" y="442555"/>
                  </a:lnTo>
                  <a:lnTo>
                    <a:pt x="1261398" y="442382"/>
                  </a:lnTo>
                  <a:lnTo>
                    <a:pt x="1263150" y="441137"/>
                  </a:lnTo>
                  <a:lnTo>
                    <a:pt x="1269069" y="440495"/>
                  </a:lnTo>
                  <a:lnTo>
                    <a:pt x="1273447" y="440690"/>
                  </a:lnTo>
                  <a:lnTo>
                    <a:pt x="1273765" y="441021"/>
                  </a:lnTo>
                  <a:lnTo>
                    <a:pt x="1272785" y="441509"/>
                  </a:lnTo>
                  <a:lnTo>
                    <a:pt x="1272373" y="442728"/>
                  </a:lnTo>
                  <a:lnTo>
                    <a:pt x="1273469" y="444091"/>
                  </a:lnTo>
                  <a:lnTo>
                    <a:pt x="1274153" y="445808"/>
                  </a:lnTo>
                  <a:lnTo>
                    <a:pt x="1276690" y="446741"/>
                  </a:lnTo>
                  <a:lnTo>
                    <a:pt x="1280267" y="449211"/>
                  </a:lnTo>
                  <a:lnTo>
                    <a:pt x="1283240" y="449622"/>
                  </a:lnTo>
                  <a:lnTo>
                    <a:pt x="1284723" y="450846"/>
                  </a:lnTo>
                  <a:lnTo>
                    <a:pt x="1289291" y="457661"/>
                  </a:lnTo>
                  <a:lnTo>
                    <a:pt x="1288665" y="458560"/>
                  </a:lnTo>
                  <a:lnTo>
                    <a:pt x="1288148" y="458695"/>
                  </a:lnTo>
                  <a:lnTo>
                    <a:pt x="1287980" y="459094"/>
                  </a:lnTo>
                  <a:lnTo>
                    <a:pt x="1287486" y="459308"/>
                  </a:lnTo>
                  <a:lnTo>
                    <a:pt x="1286897" y="461773"/>
                  </a:lnTo>
                  <a:lnTo>
                    <a:pt x="1285951" y="461347"/>
                  </a:lnTo>
                  <a:lnTo>
                    <a:pt x="1285415" y="461456"/>
                  </a:lnTo>
                  <a:lnTo>
                    <a:pt x="1284833" y="461074"/>
                  </a:lnTo>
                  <a:lnTo>
                    <a:pt x="1284289" y="461114"/>
                  </a:lnTo>
                  <a:lnTo>
                    <a:pt x="1283423" y="461818"/>
                  </a:lnTo>
                  <a:lnTo>
                    <a:pt x="1282943" y="463807"/>
                  </a:lnTo>
                  <a:lnTo>
                    <a:pt x="1281321" y="463870"/>
                  </a:lnTo>
                  <a:lnTo>
                    <a:pt x="1280957" y="464144"/>
                  </a:lnTo>
                  <a:lnTo>
                    <a:pt x="1280367" y="464808"/>
                  </a:lnTo>
                  <a:lnTo>
                    <a:pt x="1279798" y="466771"/>
                  </a:lnTo>
                  <a:lnTo>
                    <a:pt x="1279886" y="467505"/>
                  </a:lnTo>
                  <a:lnTo>
                    <a:pt x="1280288" y="468610"/>
                  </a:lnTo>
                  <a:lnTo>
                    <a:pt x="1281395" y="469277"/>
                  </a:lnTo>
                  <a:lnTo>
                    <a:pt x="1281665" y="469753"/>
                  </a:lnTo>
                  <a:lnTo>
                    <a:pt x="1283586" y="469562"/>
                  </a:lnTo>
                  <a:lnTo>
                    <a:pt x="1284952" y="470408"/>
                  </a:lnTo>
                  <a:lnTo>
                    <a:pt x="1287776" y="470937"/>
                  </a:lnTo>
                  <a:lnTo>
                    <a:pt x="1289409" y="471554"/>
                  </a:lnTo>
                  <a:lnTo>
                    <a:pt x="1291016" y="473240"/>
                  </a:lnTo>
                  <a:lnTo>
                    <a:pt x="1291134" y="473581"/>
                  </a:lnTo>
                  <a:lnTo>
                    <a:pt x="1290896" y="473943"/>
                  </a:lnTo>
                  <a:lnTo>
                    <a:pt x="1291850" y="475419"/>
                  </a:lnTo>
                  <a:lnTo>
                    <a:pt x="1292489" y="477325"/>
                  </a:lnTo>
                  <a:lnTo>
                    <a:pt x="1292210" y="477447"/>
                  </a:lnTo>
                  <a:lnTo>
                    <a:pt x="1291945" y="479605"/>
                  </a:lnTo>
                  <a:lnTo>
                    <a:pt x="1291198" y="481114"/>
                  </a:lnTo>
                  <a:lnTo>
                    <a:pt x="1290986" y="482220"/>
                  </a:lnTo>
                  <a:lnTo>
                    <a:pt x="1290028" y="483877"/>
                  </a:lnTo>
                  <a:lnTo>
                    <a:pt x="1290202" y="484079"/>
                  </a:lnTo>
                  <a:lnTo>
                    <a:pt x="1288663" y="488781"/>
                  </a:lnTo>
                  <a:lnTo>
                    <a:pt x="1288351" y="488334"/>
                  </a:lnTo>
                  <a:lnTo>
                    <a:pt x="1287612" y="488886"/>
                  </a:lnTo>
                  <a:lnTo>
                    <a:pt x="1287688" y="489759"/>
                  </a:lnTo>
                  <a:lnTo>
                    <a:pt x="1289191" y="492582"/>
                  </a:lnTo>
                  <a:lnTo>
                    <a:pt x="1288376" y="494549"/>
                  </a:lnTo>
                  <a:lnTo>
                    <a:pt x="1288406" y="495661"/>
                  </a:lnTo>
                  <a:lnTo>
                    <a:pt x="1287189" y="497622"/>
                  </a:lnTo>
                  <a:lnTo>
                    <a:pt x="1286264" y="497679"/>
                  </a:lnTo>
                  <a:lnTo>
                    <a:pt x="1285906" y="497501"/>
                  </a:lnTo>
                  <a:lnTo>
                    <a:pt x="1285210" y="499076"/>
                  </a:lnTo>
                  <a:lnTo>
                    <a:pt x="1285394" y="499706"/>
                  </a:lnTo>
                  <a:lnTo>
                    <a:pt x="1284841" y="500375"/>
                  </a:lnTo>
                  <a:lnTo>
                    <a:pt x="1286730" y="502109"/>
                  </a:lnTo>
                  <a:lnTo>
                    <a:pt x="1287318" y="502189"/>
                  </a:lnTo>
                  <a:lnTo>
                    <a:pt x="1287734" y="502563"/>
                  </a:lnTo>
                  <a:lnTo>
                    <a:pt x="1287487" y="503234"/>
                  </a:lnTo>
                  <a:lnTo>
                    <a:pt x="1286860" y="503018"/>
                  </a:lnTo>
                  <a:lnTo>
                    <a:pt x="1285487" y="506392"/>
                  </a:lnTo>
                  <a:lnTo>
                    <a:pt x="1284876" y="507055"/>
                  </a:lnTo>
                  <a:lnTo>
                    <a:pt x="1284760" y="507752"/>
                  </a:lnTo>
                  <a:lnTo>
                    <a:pt x="1285621" y="508238"/>
                  </a:lnTo>
                  <a:lnTo>
                    <a:pt x="1285981" y="508950"/>
                  </a:lnTo>
                  <a:lnTo>
                    <a:pt x="1286533" y="509051"/>
                  </a:lnTo>
                  <a:lnTo>
                    <a:pt x="1286421" y="509957"/>
                  </a:lnTo>
                  <a:lnTo>
                    <a:pt x="1286003" y="510288"/>
                  </a:lnTo>
                  <a:lnTo>
                    <a:pt x="1285428" y="510188"/>
                  </a:lnTo>
                  <a:lnTo>
                    <a:pt x="1285041" y="511452"/>
                  </a:lnTo>
                  <a:lnTo>
                    <a:pt x="1285842" y="515031"/>
                  </a:lnTo>
                  <a:lnTo>
                    <a:pt x="1286687" y="517245"/>
                  </a:lnTo>
                  <a:lnTo>
                    <a:pt x="1286787" y="519673"/>
                  </a:lnTo>
                  <a:lnTo>
                    <a:pt x="1287397" y="520709"/>
                  </a:lnTo>
                  <a:lnTo>
                    <a:pt x="1287446" y="521772"/>
                  </a:lnTo>
                  <a:lnTo>
                    <a:pt x="1288040" y="523798"/>
                  </a:lnTo>
                  <a:lnTo>
                    <a:pt x="1288684" y="524403"/>
                  </a:lnTo>
                  <a:lnTo>
                    <a:pt x="1288297" y="525133"/>
                  </a:lnTo>
                  <a:lnTo>
                    <a:pt x="1288120" y="527103"/>
                  </a:lnTo>
                  <a:lnTo>
                    <a:pt x="1289523" y="527996"/>
                  </a:lnTo>
                  <a:lnTo>
                    <a:pt x="1289570" y="529338"/>
                  </a:lnTo>
                  <a:lnTo>
                    <a:pt x="1289783" y="529326"/>
                  </a:lnTo>
                  <a:lnTo>
                    <a:pt x="1290609" y="530660"/>
                  </a:lnTo>
                  <a:lnTo>
                    <a:pt x="1289611" y="530628"/>
                  </a:lnTo>
                  <a:lnTo>
                    <a:pt x="1288699" y="531643"/>
                  </a:lnTo>
                  <a:lnTo>
                    <a:pt x="1288542" y="532502"/>
                  </a:lnTo>
                  <a:lnTo>
                    <a:pt x="1287823" y="533894"/>
                  </a:lnTo>
                  <a:lnTo>
                    <a:pt x="1285913" y="536166"/>
                  </a:lnTo>
                  <a:lnTo>
                    <a:pt x="1284885" y="536943"/>
                  </a:lnTo>
                  <a:lnTo>
                    <a:pt x="1285073" y="537751"/>
                  </a:lnTo>
                  <a:lnTo>
                    <a:pt x="1283355" y="538070"/>
                  </a:lnTo>
                  <a:lnTo>
                    <a:pt x="1282091" y="538998"/>
                  </a:lnTo>
                  <a:lnTo>
                    <a:pt x="1280623" y="539014"/>
                  </a:lnTo>
                  <a:lnTo>
                    <a:pt x="1278711" y="540271"/>
                  </a:lnTo>
                  <a:lnTo>
                    <a:pt x="1278073" y="541386"/>
                  </a:lnTo>
                  <a:lnTo>
                    <a:pt x="1277357" y="543913"/>
                  </a:lnTo>
                  <a:lnTo>
                    <a:pt x="1276763" y="547543"/>
                  </a:lnTo>
                  <a:lnTo>
                    <a:pt x="1274877" y="550242"/>
                  </a:lnTo>
                  <a:lnTo>
                    <a:pt x="1273396" y="551282"/>
                  </a:lnTo>
                  <a:lnTo>
                    <a:pt x="1273077" y="551896"/>
                  </a:lnTo>
                  <a:lnTo>
                    <a:pt x="1272935" y="553631"/>
                  </a:lnTo>
                  <a:lnTo>
                    <a:pt x="1272927" y="554524"/>
                  </a:lnTo>
                  <a:lnTo>
                    <a:pt x="1269675" y="555619"/>
                  </a:lnTo>
                  <a:lnTo>
                    <a:pt x="1268392" y="555708"/>
                  </a:lnTo>
                  <a:lnTo>
                    <a:pt x="1268318" y="554136"/>
                  </a:lnTo>
                  <a:lnTo>
                    <a:pt x="1265160" y="551021"/>
                  </a:lnTo>
                  <a:lnTo>
                    <a:pt x="1262281" y="549378"/>
                  </a:lnTo>
                  <a:lnTo>
                    <a:pt x="1261354" y="548510"/>
                  </a:lnTo>
                  <a:lnTo>
                    <a:pt x="1257623" y="546821"/>
                  </a:lnTo>
                  <a:lnTo>
                    <a:pt x="1257087" y="546886"/>
                  </a:lnTo>
                  <a:lnTo>
                    <a:pt x="1253747" y="545670"/>
                  </a:lnTo>
                  <a:lnTo>
                    <a:pt x="1252290" y="545733"/>
                  </a:lnTo>
                  <a:lnTo>
                    <a:pt x="1251353" y="545372"/>
                  </a:lnTo>
                  <a:lnTo>
                    <a:pt x="1250256" y="545434"/>
                  </a:lnTo>
                  <a:lnTo>
                    <a:pt x="1247057" y="544785"/>
                  </a:lnTo>
                  <a:lnTo>
                    <a:pt x="1246451" y="544429"/>
                  </a:lnTo>
                  <a:lnTo>
                    <a:pt x="1243847" y="543722"/>
                  </a:lnTo>
                  <a:lnTo>
                    <a:pt x="1243047" y="543135"/>
                  </a:lnTo>
                  <a:lnTo>
                    <a:pt x="1237979" y="544254"/>
                  </a:lnTo>
                  <a:lnTo>
                    <a:pt x="1237269" y="544088"/>
                  </a:lnTo>
                  <a:lnTo>
                    <a:pt x="1236244" y="544244"/>
                  </a:lnTo>
                  <a:lnTo>
                    <a:pt x="1234839" y="543933"/>
                  </a:lnTo>
                  <a:lnTo>
                    <a:pt x="1234230" y="544237"/>
                  </a:lnTo>
                  <a:lnTo>
                    <a:pt x="1231794" y="544574"/>
                  </a:lnTo>
                  <a:lnTo>
                    <a:pt x="1230441" y="544178"/>
                  </a:lnTo>
                  <a:lnTo>
                    <a:pt x="1228133" y="543000"/>
                  </a:lnTo>
                  <a:lnTo>
                    <a:pt x="1227042" y="541478"/>
                  </a:lnTo>
                  <a:lnTo>
                    <a:pt x="1225214" y="540141"/>
                  </a:lnTo>
                  <a:lnTo>
                    <a:pt x="1223506" y="540387"/>
                  </a:lnTo>
                  <a:lnTo>
                    <a:pt x="1222854" y="540758"/>
                  </a:lnTo>
                  <a:lnTo>
                    <a:pt x="1219295" y="538072"/>
                  </a:lnTo>
                  <a:lnTo>
                    <a:pt x="1215173" y="537130"/>
                  </a:lnTo>
                  <a:lnTo>
                    <a:pt x="1214232" y="537177"/>
                  </a:lnTo>
                  <a:lnTo>
                    <a:pt x="1213608" y="537471"/>
                  </a:lnTo>
                  <a:lnTo>
                    <a:pt x="1212235" y="537832"/>
                  </a:lnTo>
                  <a:lnTo>
                    <a:pt x="1211827" y="538691"/>
                  </a:lnTo>
                  <a:lnTo>
                    <a:pt x="1211765" y="539600"/>
                  </a:lnTo>
                  <a:lnTo>
                    <a:pt x="1210877" y="539658"/>
                  </a:lnTo>
                  <a:lnTo>
                    <a:pt x="1209918" y="540208"/>
                  </a:lnTo>
                  <a:lnTo>
                    <a:pt x="1208297" y="541844"/>
                  </a:lnTo>
                  <a:lnTo>
                    <a:pt x="1207936" y="542405"/>
                  </a:lnTo>
                  <a:lnTo>
                    <a:pt x="1207991" y="543319"/>
                  </a:lnTo>
                  <a:lnTo>
                    <a:pt x="1206984" y="545009"/>
                  </a:lnTo>
                  <a:lnTo>
                    <a:pt x="1206925" y="545898"/>
                  </a:lnTo>
                  <a:lnTo>
                    <a:pt x="1205875" y="546972"/>
                  </a:lnTo>
                  <a:lnTo>
                    <a:pt x="1203625" y="547347"/>
                  </a:lnTo>
                  <a:lnTo>
                    <a:pt x="1202430" y="546891"/>
                  </a:lnTo>
                  <a:lnTo>
                    <a:pt x="1202273" y="547191"/>
                  </a:lnTo>
                  <a:lnTo>
                    <a:pt x="1201532" y="547353"/>
                  </a:lnTo>
                  <a:lnTo>
                    <a:pt x="1199956" y="549554"/>
                  </a:lnTo>
                  <a:lnTo>
                    <a:pt x="1199574" y="549622"/>
                  </a:lnTo>
                  <a:lnTo>
                    <a:pt x="1198490" y="548859"/>
                  </a:lnTo>
                  <a:lnTo>
                    <a:pt x="1198206" y="548938"/>
                  </a:lnTo>
                  <a:lnTo>
                    <a:pt x="1197689" y="549757"/>
                  </a:lnTo>
                  <a:lnTo>
                    <a:pt x="1196818" y="550469"/>
                  </a:lnTo>
                  <a:lnTo>
                    <a:pt x="1195242" y="548910"/>
                  </a:lnTo>
                  <a:lnTo>
                    <a:pt x="1194750" y="547267"/>
                  </a:lnTo>
                  <a:lnTo>
                    <a:pt x="1193126" y="545149"/>
                  </a:lnTo>
                  <a:lnTo>
                    <a:pt x="1191376" y="546006"/>
                  </a:lnTo>
                  <a:lnTo>
                    <a:pt x="1190732" y="544536"/>
                  </a:lnTo>
                  <a:lnTo>
                    <a:pt x="1190728" y="543728"/>
                  </a:lnTo>
                  <a:lnTo>
                    <a:pt x="1188126" y="544286"/>
                  </a:lnTo>
                  <a:lnTo>
                    <a:pt x="1185975" y="543085"/>
                  </a:lnTo>
                  <a:lnTo>
                    <a:pt x="1184508" y="543176"/>
                  </a:lnTo>
                  <a:lnTo>
                    <a:pt x="1182680" y="544311"/>
                  </a:lnTo>
                  <a:lnTo>
                    <a:pt x="1181805" y="542969"/>
                  </a:lnTo>
                  <a:lnTo>
                    <a:pt x="1181125" y="542921"/>
                  </a:lnTo>
                  <a:lnTo>
                    <a:pt x="1180575" y="543392"/>
                  </a:lnTo>
                  <a:lnTo>
                    <a:pt x="1180081" y="545098"/>
                  </a:lnTo>
                  <a:lnTo>
                    <a:pt x="1179518" y="544874"/>
                  </a:lnTo>
                  <a:lnTo>
                    <a:pt x="1179141" y="544394"/>
                  </a:lnTo>
                  <a:lnTo>
                    <a:pt x="1178620" y="544865"/>
                  </a:lnTo>
                  <a:lnTo>
                    <a:pt x="1178233" y="545770"/>
                  </a:lnTo>
                  <a:lnTo>
                    <a:pt x="1176346" y="545245"/>
                  </a:lnTo>
                  <a:lnTo>
                    <a:pt x="1176109" y="545562"/>
                  </a:lnTo>
                  <a:lnTo>
                    <a:pt x="1175453" y="545447"/>
                  </a:lnTo>
                  <a:lnTo>
                    <a:pt x="1175068" y="545157"/>
                  </a:lnTo>
                  <a:lnTo>
                    <a:pt x="1173135" y="547128"/>
                  </a:lnTo>
                  <a:lnTo>
                    <a:pt x="1173253" y="547532"/>
                  </a:lnTo>
                  <a:lnTo>
                    <a:pt x="1173015" y="547894"/>
                  </a:lnTo>
                  <a:lnTo>
                    <a:pt x="1171815" y="549157"/>
                  </a:lnTo>
                  <a:lnTo>
                    <a:pt x="1171938" y="549423"/>
                  </a:lnTo>
                  <a:lnTo>
                    <a:pt x="1171766" y="549229"/>
                  </a:lnTo>
                  <a:lnTo>
                    <a:pt x="1171586" y="549364"/>
                  </a:lnTo>
                  <a:lnTo>
                    <a:pt x="1168676" y="546558"/>
                  </a:lnTo>
                  <a:lnTo>
                    <a:pt x="1167266" y="548757"/>
                  </a:lnTo>
                  <a:lnTo>
                    <a:pt x="1164849" y="547372"/>
                  </a:lnTo>
                  <a:lnTo>
                    <a:pt x="1163666" y="549062"/>
                  </a:lnTo>
                  <a:lnTo>
                    <a:pt x="1163701" y="549868"/>
                  </a:lnTo>
                  <a:lnTo>
                    <a:pt x="1162888" y="548885"/>
                  </a:lnTo>
                  <a:lnTo>
                    <a:pt x="1162595" y="549167"/>
                  </a:lnTo>
                  <a:lnTo>
                    <a:pt x="1159265" y="547032"/>
                  </a:lnTo>
                  <a:lnTo>
                    <a:pt x="1158809" y="547755"/>
                  </a:lnTo>
                  <a:lnTo>
                    <a:pt x="1155245" y="544866"/>
                  </a:lnTo>
                  <a:lnTo>
                    <a:pt x="1155094" y="545082"/>
                  </a:lnTo>
                  <a:lnTo>
                    <a:pt x="1152011" y="543452"/>
                  </a:lnTo>
                  <a:lnTo>
                    <a:pt x="1151668" y="543991"/>
                  </a:lnTo>
                  <a:lnTo>
                    <a:pt x="1148571" y="541862"/>
                  </a:lnTo>
                  <a:lnTo>
                    <a:pt x="1148699" y="541415"/>
                  </a:lnTo>
                  <a:lnTo>
                    <a:pt x="1148535" y="541188"/>
                  </a:lnTo>
                  <a:lnTo>
                    <a:pt x="1147493" y="542970"/>
                  </a:lnTo>
                  <a:lnTo>
                    <a:pt x="1147083" y="544323"/>
                  </a:lnTo>
                  <a:lnTo>
                    <a:pt x="1146331" y="545460"/>
                  </a:lnTo>
                  <a:lnTo>
                    <a:pt x="1144186" y="545669"/>
                  </a:lnTo>
                  <a:lnTo>
                    <a:pt x="1138548" y="542548"/>
                  </a:lnTo>
                  <a:lnTo>
                    <a:pt x="1138709" y="542251"/>
                  </a:lnTo>
                  <a:lnTo>
                    <a:pt x="1133195" y="540532"/>
                  </a:lnTo>
                  <a:lnTo>
                    <a:pt x="1132782" y="543040"/>
                  </a:lnTo>
                  <a:lnTo>
                    <a:pt x="1130905" y="542448"/>
                  </a:lnTo>
                  <a:lnTo>
                    <a:pt x="1130121" y="542487"/>
                  </a:lnTo>
                  <a:lnTo>
                    <a:pt x="1130918" y="539564"/>
                  </a:lnTo>
                  <a:lnTo>
                    <a:pt x="1130304" y="540073"/>
                  </a:lnTo>
                  <a:lnTo>
                    <a:pt x="1127072" y="539883"/>
                  </a:lnTo>
                  <a:lnTo>
                    <a:pt x="1127106" y="539551"/>
                  </a:lnTo>
                  <a:lnTo>
                    <a:pt x="1122978" y="539941"/>
                  </a:lnTo>
                  <a:lnTo>
                    <a:pt x="1123032" y="539099"/>
                  </a:lnTo>
                  <a:lnTo>
                    <a:pt x="1122698" y="539125"/>
                  </a:lnTo>
                  <a:lnTo>
                    <a:pt x="1122455" y="538680"/>
                  </a:lnTo>
                  <a:lnTo>
                    <a:pt x="1121202" y="538765"/>
                  </a:lnTo>
                  <a:lnTo>
                    <a:pt x="1119588" y="538485"/>
                  </a:lnTo>
                  <a:lnTo>
                    <a:pt x="1118415" y="537822"/>
                  </a:lnTo>
                  <a:lnTo>
                    <a:pt x="1117129" y="539893"/>
                  </a:lnTo>
                  <a:lnTo>
                    <a:pt x="1116623" y="539888"/>
                  </a:lnTo>
                  <a:lnTo>
                    <a:pt x="1114377" y="538798"/>
                  </a:lnTo>
                  <a:lnTo>
                    <a:pt x="1113545" y="537598"/>
                  </a:lnTo>
                  <a:lnTo>
                    <a:pt x="1111996" y="536380"/>
                  </a:lnTo>
                  <a:lnTo>
                    <a:pt x="1111297" y="536937"/>
                  </a:lnTo>
                  <a:lnTo>
                    <a:pt x="1111095" y="538177"/>
                  </a:lnTo>
                  <a:lnTo>
                    <a:pt x="1109391" y="539636"/>
                  </a:lnTo>
                  <a:lnTo>
                    <a:pt x="1108687" y="539750"/>
                  </a:lnTo>
                  <a:lnTo>
                    <a:pt x="1107364" y="541381"/>
                  </a:lnTo>
                  <a:lnTo>
                    <a:pt x="1106228" y="541567"/>
                  </a:lnTo>
                  <a:lnTo>
                    <a:pt x="1105632" y="541909"/>
                  </a:lnTo>
                  <a:lnTo>
                    <a:pt x="1105840" y="542411"/>
                  </a:lnTo>
                  <a:lnTo>
                    <a:pt x="1105039" y="542597"/>
                  </a:lnTo>
                  <a:lnTo>
                    <a:pt x="1104131" y="544193"/>
                  </a:lnTo>
                  <a:lnTo>
                    <a:pt x="1103040" y="544971"/>
                  </a:lnTo>
                  <a:lnTo>
                    <a:pt x="1102972" y="546112"/>
                  </a:lnTo>
                  <a:lnTo>
                    <a:pt x="1103209" y="546634"/>
                  </a:lnTo>
                  <a:lnTo>
                    <a:pt x="1102814" y="546712"/>
                  </a:lnTo>
                  <a:lnTo>
                    <a:pt x="1102591" y="546481"/>
                  </a:lnTo>
                  <a:lnTo>
                    <a:pt x="1100966" y="548139"/>
                  </a:lnTo>
                  <a:lnTo>
                    <a:pt x="1101278" y="548926"/>
                  </a:lnTo>
                  <a:lnTo>
                    <a:pt x="1101101" y="549756"/>
                  </a:lnTo>
                  <a:lnTo>
                    <a:pt x="1101238" y="550307"/>
                  </a:lnTo>
                  <a:lnTo>
                    <a:pt x="1100263" y="551145"/>
                  </a:lnTo>
                  <a:lnTo>
                    <a:pt x="1100585" y="551416"/>
                  </a:lnTo>
                  <a:lnTo>
                    <a:pt x="1100296" y="552704"/>
                  </a:lnTo>
                  <a:lnTo>
                    <a:pt x="1099463" y="552803"/>
                  </a:lnTo>
                  <a:lnTo>
                    <a:pt x="1098977" y="554544"/>
                  </a:lnTo>
                  <a:lnTo>
                    <a:pt x="1097445" y="555472"/>
                  </a:lnTo>
                  <a:lnTo>
                    <a:pt x="1096788" y="556739"/>
                  </a:lnTo>
                  <a:lnTo>
                    <a:pt x="1095869" y="557031"/>
                  </a:lnTo>
                  <a:lnTo>
                    <a:pt x="1095872" y="556868"/>
                  </a:lnTo>
                  <a:lnTo>
                    <a:pt x="1095235" y="557009"/>
                  </a:lnTo>
                  <a:lnTo>
                    <a:pt x="1093645" y="556738"/>
                  </a:lnTo>
                  <a:lnTo>
                    <a:pt x="1093544" y="556440"/>
                  </a:lnTo>
                  <a:lnTo>
                    <a:pt x="1093139" y="556324"/>
                  </a:lnTo>
                  <a:lnTo>
                    <a:pt x="1093214" y="557040"/>
                  </a:lnTo>
                  <a:lnTo>
                    <a:pt x="1092629" y="557722"/>
                  </a:lnTo>
                  <a:lnTo>
                    <a:pt x="1093510" y="558242"/>
                  </a:lnTo>
                  <a:lnTo>
                    <a:pt x="1092350" y="558737"/>
                  </a:lnTo>
                  <a:lnTo>
                    <a:pt x="1092226" y="559564"/>
                  </a:lnTo>
                  <a:lnTo>
                    <a:pt x="1092625" y="560183"/>
                  </a:lnTo>
                  <a:lnTo>
                    <a:pt x="1092155" y="560567"/>
                  </a:lnTo>
                  <a:lnTo>
                    <a:pt x="1091799" y="561291"/>
                  </a:lnTo>
                  <a:lnTo>
                    <a:pt x="1091474" y="564365"/>
                  </a:lnTo>
                  <a:lnTo>
                    <a:pt x="1091171" y="565203"/>
                  </a:lnTo>
                  <a:lnTo>
                    <a:pt x="1090855" y="565023"/>
                  </a:lnTo>
                  <a:lnTo>
                    <a:pt x="1090373" y="565422"/>
                  </a:lnTo>
                  <a:lnTo>
                    <a:pt x="1090162" y="567122"/>
                  </a:lnTo>
                  <a:lnTo>
                    <a:pt x="1089843" y="567764"/>
                  </a:lnTo>
                  <a:lnTo>
                    <a:pt x="1090092" y="568151"/>
                  </a:lnTo>
                  <a:lnTo>
                    <a:pt x="1089697" y="568769"/>
                  </a:lnTo>
                  <a:lnTo>
                    <a:pt x="1088582" y="569239"/>
                  </a:lnTo>
                  <a:lnTo>
                    <a:pt x="1088264" y="570566"/>
                  </a:lnTo>
                  <a:lnTo>
                    <a:pt x="1087973" y="570925"/>
                  </a:lnTo>
                  <a:lnTo>
                    <a:pt x="1088020" y="571535"/>
                  </a:lnTo>
                  <a:lnTo>
                    <a:pt x="1087536" y="571782"/>
                  </a:lnTo>
                  <a:lnTo>
                    <a:pt x="1087128" y="571573"/>
                  </a:lnTo>
                  <a:lnTo>
                    <a:pt x="1086643" y="571852"/>
                  </a:lnTo>
                  <a:lnTo>
                    <a:pt x="1084958" y="573310"/>
                  </a:lnTo>
                  <a:lnTo>
                    <a:pt x="1084723" y="573857"/>
                  </a:lnTo>
                  <a:lnTo>
                    <a:pt x="1085008" y="574337"/>
                  </a:lnTo>
                  <a:lnTo>
                    <a:pt x="1084544" y="575691"/>
                  </a:lnTo>
                  <a:lnTo>
                    <a:pt x="1083257" y="577693"/>
                  </a:lnTo>
                  <a:lnTo>
                    <a:pt x="1080392" y="580091"/>
                  </a:lnTo>
                  <a:lnTo>
                    <a:pt x="1079299" y="581538"/>
                  </a:lnTo>
                  <a:lnTo>
                    <a:pt x="1077655" y="579791"/>
                  </a:lnTo>
                  <a:lnTo>
                    <a:pt x="1077816" y="579327"/>
                  </a:lnTo>
                  <a:lnTo>
                    <a:pt x="1078305" y="579023"/>
                  </a:lnTo>
                  <a:lnTo>
                    <a:pt x="1078280" y="578755"/>
                  </a:lnTo>
                  <a:lnTo>
                    <a:pt x="1077728" y="579318"/>
                  </a:lnTo>
                  <a:lnTo>
                    <a:pt x="1076635" y="579542"/>
                  </a:lnTo>
                  <a:lnTo>
                    <a:pt x="1076123" y="579242"/>
                  </a:lnTo>
                  <a:lnTo>
                    <a:pt x="1075375" y="578150"/>
                  </a:lnTo>
                  <a:lnTo>
                    <a:pt x="1074418" y="578711"/>
                  </a:lnTo>
                  <a:lnTo>
                    <a:pt x="1045310" y="565503"/>
                  </a:lnTo>
                  <a:lnTo>
                    <a:pt x="1033243" y="573428"/>
                  </a:lnTo>
                  <a:lnTo>
                    <a:pt x="1032067" y="574502"/>
                  </a:lnTo>
                  <a:lnTo>
                    <a:pt x="1031282" y="575706"/>
                  </a:lnTo>
                  <a:lnTo>
                    <a:pt x="1029913" y="580416"/>
                  </a:lnTo>
                  <a:lnTo>
                    <a:pt x="1028680" y="583399"/>
                  </a:lnTo>
                  <a:lnTo>
                    <a:pt x="1029873" y="584812"/>
                  </a:lnTo>
                  <a:lnTo>
                    <a:pt x="1032149" y="586328"/>
                  </a:lnTo>
                  <a:lnTo>
                    <a:pt x="1033009" y="586461"/>
                  </a:lnTo>
                  <a:lnTo>
                    <a:pt x="1034816" y="586990"/>
                  </a:lnTo>
                  <a:lnTo>
                    <a:pt x="1037397" y="588581"/>
                  </a:lnTo>
                  <a:lnTo>
                    <a:pt x="1040329" y="589810"/>
                  </a:lnTo>
                  <a:lnTo>
                    <a:pt x="1039813" y="590852"/>
                  </a:lnTo>
                  <a:lnTo>
                    <a:pt x="1042525" y="593666"/>
                  </a:lnTo>
                  <a:lnTo>
                    <a:pt x="1039156" y="595874"/>
                  </a:lnTo>
                  <a:lnTo>
                    <a:pt x="1038805" y="595726"/>
                  </a:lnTo>
                  <a:lnTo>
                    <a:pt x="1036163" y="597326"/>
                  </a:lnTo>
                  <a:lnTo>
                    <a:pt x="1036772" y="600027"/>
                  </a:lnTo>
                  <a:lnTo>
                    <a:pt x="1036229" y="600155"/>
                  </a:lnTo>
                  <a:lnTo>
                    <a:pt x="1035862" y="600856"/>
                  </a:lnTo>
                  <a:lnTo>
                    <a:pt x="1035602" y="600698"/>
                  </a:lnTo>
                  <a:lnTo>
                    <a:pt x="1033522" y="602160"/>
                  </a:lnTo>
                  <a:lnTo>
                    <a:pt x="1033227" y="601708"/>
                  </a:lnTo>
                  <a:lnTo>
                    <a:pt x="1032003" y="604599"/>
                  </a:lnTo>
                  <a:lnTo>
                    <a:pt x="1031533" y="605247"/>
                  </a:lnTo>
                  <a:lnTo>
                    <a:pt x="1030324" y="605714"/>
                  </a:lnTo>
                  <a:lnTo>
                    <a:pt x="1029979" y="606236"/>
                  </a:lnTo>
                  <a:lnTo>
                    <a:pt x="1028771" y="606089"/>
                  </a:lnTo>
                  <a:lnTo>
                    <a:pt x="1028619" y="606398"/>
                  </a:lnTo>
                  <a:lnTo>
                    <a:pt x="1027640" y="605782"/>
                  </a:lnTo>
                  <a:lnTo>
                    <a:pt x="1026893" y="607823"/>
                  </a:lnTo>
                  <a:lnTo>
                    <a:pt x="1025352" y="607136"/>
                  </a:lnTo>
                  <a:lnTo>
                    <a:pt x="1025092" y="607633"/>
                  </a:lnTo>
                  <a:lnTo>
                    <a:pt x="1024618" y="607924"/>
                  </a:lnTo>
                  <a:lnTo>
                    <a:pt x="1023808" y="607500"/>
                  </a:lnTo>
                  <a:lnTo>
                    <a:pt x="1023617" y="607716"/>
                  </a:lnTo>
                  <a:lnTo>
                    <a:pt x="1021609" y="606130"/>
                  </a:lnTo>
                  <a:lnTo>
                    <a:pt x="1021198" y="606504"/>
                  </a:lnTo>
                  <a:lnTo>
                    <a:pt x="1020317" y="605550"/>
                  </a:lnTo>
                  <a:lnTo>
                    <a:pt x="1019137" y="606925"/>
                  </a:lnTo>
                  <a:lnTo>
                    <a:pt x="1017995" y="609463"/>
                  </a:lnTo>
                  <a:lnTo>
                    <a:pt x="1015811" y="612151"/>
                  </a:lnTo>
                  <a:lnTo>
                    <a:pt x="1014428" y="614122"/>
                  </a:lnTo>
                  <a:lnTo>
                    <a:pt x="1014579" y="614209"/>
                  </a:lnTo>
                  <a:lnTo>
                    <a:pt x="1014175" y="614831"/>
                  </a:lnTo>
                  <a:lnTo>
                    <a:pt x="1013624" y="614399"/>
                  </a:lnTo>
                  <a:lnTo>
                    <a:pt x="1012298" y="615453"/>
                  </a:lnTo>
                  <a:lnTo>
                    <a:pt x="1011121" y="617087"/>
                  </a:lnTo>
                  <a:lnTo>
                    <a:pt x="1008625" y="615970"/>
                  </a:lnTo>
                  <a:lnTo>
                    <a:pt x="1005772" y="613551"/>
                  </a:lnTo>
                  <a:lnTo>
                    <a:pt x="999973" y="610027"/>
                  </a:lnTo>
                  <a:lnTo>
                    <a:pt x="997417" y="608686"/>
                  </a:lnTo>
                  <a:lnTo>
                    <a:pt x="993343" y="607187"/>
                  </a:lnTo>
                  <a:lnTo>
                    <a:pt x="991524" y="606228"/>
                  </a:lnTo>
                  <a:lnTo>
                    <a:pt x="989665" y="604814"/>
                  </a:lnTo>
                  <a:lnTo>
                    <a:pt x="988608" y="603580"/>
                  </a:lnTo>
                  <a:lnTo>
                    <a:pt x="986699" y="604674"/>
                  </a:lnTo>
                  <a:lnTo>
                    <a:pt x="986209" y="604265"/>
                  </a:lnTo>
                  <a:lnTo>
                    <a:pt x="985996" y="604490"/>
                  </a:lnTo>
                  <a:lnTo>
                    <a:pt x="984368" y="603308"/>
                  </a:lnTo>
                  <a:lnTo>
                    <a:pt x="983409" y="602999"/>
                  </a:lnTo>
                  <a:lnTo>
                    <a:pt x="982249" y="602261"/>
                  </a:lnTo>
                  <a:lnTo>
                    <a:pt x="981045" y="602197"/>
                  </a:lnTo>
                  <a:lnTo>
                    <a:pt x="979291" y="601419"/>
                  </a:lnTo>
                  <a:lnTo>
                    <a:pt x="978141" y="601291"/>
                  </a:lnTo>
                  <a:lnTo>
                    <a:pt x="977118" y="601585"/>
                  </a:lnTo>
                  <a:lnTo>
                    <a:pt x="976504" y="602435"/>
                  </a:lnTo>
                  <a:lnTo>
                    <a:pt x="977029" y="603447"/>
                  </a:lnTo>
                  <a:lnTo>
                    <a:pt x="976280" y="605488"/>
                  </a:lnTo>
                  <a:lnTo>
                    <a:pt x="975750" y="605411"/>
                  </a:lnTo>
                  <a:lnTo>
                    <a:pt x="970922" y="603723"/>
                  </a:lnTo>
                  <a:lnTo>
                    <a:pt x="969771" y="603072"/>
                  </a:lnTo>
                  <a:lnTo>
                    <a:pt x="967703" y="602502"/>
                  </a:lnTo>
                  <a:lnTo>
                    <a:pt x="963402" y="600379"/>
                  </a:lnTo>
                  <a:lnTo>
                    <a:pt x="963280" y="599956"/>
                  </a:lnTo>
                  <a:lnTo>
                    <a:pt x="961938" y="599158"/>
                  </a:lnTo>
                  <a:lnTo>
                    <a:pt x="959844" y="597418"/>
                  </a:lnTo>
                  <a:lnTo>
                    <a:pt x="959320" y="598166"/>
                  </a:lnTo>
                  <a:lnTo>
                    <a:pt x="956933" y="600084"/>
                  </a:lnTo>
                  <a:lnTo>
                    <a:pt x="957048" y="600399"/>
                  </a:lnTo>
                  <a:lnTo>
                    <a:pt x="956301" y="601462"/>
                  </a:lnTo>
                  <a:lnTo>
                    <a:pt x="955551" y="603191"/>
                  </a:lnTo>
                  <a:lnTo>
                    <a:pt x="954257" y="604232"/>
                  </a:lnTo>
                  <a:lnTo>
                    <a:pt x="954364" y="604934"/>
                  </a:lnTo>
                  <a:lnTo>
                    <a:pt x="953496" y="605855"/>
                  </a:lnTo>
                  <a:lnTo>
                    <a:pt x="952689" y="605976"/>
                  </a:lnTo>
                  <a:lnTo>
                    <a:pt x="952259" y="606841"/>
                  </a:lnTo>
                  <a:lnTo>
                    <a:pt x="951982" y="606858"/>
                  </a:lnTo>
                  <a:lnTo>
                    <a:pt x="951816" y="607709"/>
                  </a:lnTo>
                  <a:lnTo>
                    <a:pt x="950863" y="607435"/>
                  </a:lnTo>
                  <a:lnTo>
                    <a:pt x="951159" y="607167"/>
                  </a:lnTo>
                  <a:lnTo>
                    <a:pt x="950514" y="606587"/>
                  </a:lnTo>
                  <a:lnTo>
                    <a:pt x="951025" y="606058"/>
                  </a:lnTo>
                  <a:lnTo>
                    <a:pt x="951517" y="603689"/>
                  </a:lnTo>
                  <a:lnTo>
                    <a:pt x="951188" y="601930"/>
                  </a:lnTo>
                  <a:lnTo>
                    <a:pt x="949269" y="602091"/>
                  </a:lnTo>
                  <a:lnTo>
                    <a:pt x="949041" y="603131"/>
                  </a:lnTo>
                  <a:lnTo>
                    <a:pt x="948070" y="603142"/>
                  </a:lnTo>
                  <a:lnTo>
                    <a:pt x="947740" y="602683"/>
                  </a:lnTo>
                  <a:lnTo>
                    <a:pt x="947394" y="603142"/>
                  </a:lnTo>
                  <a:lnTo>
                    <a:pt x="946737" y="603225"/>
                  </a:lnTo>
                  <a:lnTo>
                    <a:pt x="946412" y="604123"/>
                  </a:lnTo>
                  <a:lnTo>
                    <a:pt x="945696" y="604340"/>
                  </a:lnTo>
                  <a:lnTo>
                    <a:pt x="944740" y="605328"/>
                  </a:lnTo>
                  <a:lnTo>
                    <a:pt x="942613" y="605592"/>
                  </a:lnTo>
                  <a:lnTo>
                    <a:pt x="941087" y="606616"/>
                  </a:lnTo>
                  <a:lnTo>
                    <a:pt x="940027" y="608360"/>
                  </a:lnTo>
                  <a:lnTo>
                    <a:pt x="938758" y="609322"/>
                  </a:lnTo>
                  <a:lnTo>
                    <a:pt x="935881" y="609379"/>
                  </a:lnTo>
                  <a:lnTo>
                    <a:pt x="930190" y="612525"/>
                  </a:lnTo>
                  <a:lnTo>
                    <a:pt x="925154" y="614796"/>
                  </a:lnTo>
                  <a:lnTo>
                    <a:pt x="921922" y="614418"/>
                  </a:lnTo>
                  <a:lnTo>
                    <a:pt x="919590" y="612711"/>
                  </a:lnTo>
                  <a:lnTo>
                    <a:pt x="919078" y="611671"/>
                  </a:lnTo>
                  <a:lnTo>
                    <a:pt x="917075" y="610165"/>
                  </a:lnTo>
                  <a:lnTo>
                    <a:pt x="916813" y="609436"/>
                  </a:lnTo>
                  <a:lnTo>
                    <a:pt x="916119" y="608739"/>
                  </a:lnTo>
                  <a:lnTo>
                    <a:pt x="913767" y="607441"/>
                  </a:lnTo>
                  <a:lnTo>
                    <a:pt x="912494" y="606295"/>
                  </a:lnTo>
                  <a:lnTo>
                    <a:pt x="910616" y="604055"/>
                  </a:lnTo>
                  <a:lnTo>
                    <a:pt x="910366" y="603078"/>
                  </a:lnTo>
                  <a:lnTo>
                    <a:pt x="909740" y="602711"/>
                  </a:lnTo>
                  <a:lnTo>
                    <a:pt x="907774" y="600600"/>
                  </a:lnTo>
                  <a:lnTo>
                    <a:pt x="907329" y="600387"/>
                  </a:lnTo>
                  <a:lnTo>
                    <a:pt x="905750" y="600338"/>
                  </a:lnTo>
                  <a:lnTo>
                    <a:pt x="901779" y="601325"/>
                  </a:lnTo>
                  <a:lnTo>
                    <a:pt x="899393" y="601281"/>
                  </a:lnTo>
                  <a:lnTo>
                    <a:pt x="898942" y="601008"/>
                  </a:lnTo>
                  <a:lnTo>
                    <a:pt x="897710" y="600881"/>
                  </a:lnTo>
                  <a:lnTo>
                    <a:pt x="897495" y="600482"/>
                  </a:lnTo>
                  <a:lnTo>
                    <a:pt x="896688" y="600206"/>
                  </a:lnTo>
                  <a:lnTo>
                    <a:pt x="895747" y="600235"/>
                  </a:lnTo>
                  <a:lnTo>
                    <a:pt x="895422" y="599860"/>
                  </a:lnTo>
                  <a:lnTo>
                    <a:pt x="894795" y="599889"/>
                  </a:lnTo>
                  <a:lnTo>
                    <a:pt x="894546" y="599661"/>
                  </a:lnTo>
                  <a:lnTo>
                    <a:pt x="893990" y="599839"/>
                  </a:lnTo>
                  <a:lnTo>
                    <a:pt x="892521" y="598359"/>
                  </a:lnTo>
                  <a:lnTo>
                    <a:pt x="891923" y="598351"/>
                  </a:lnTo>
                  <a:lnTo>
                    <a:pt x="889838" y="597595"/>
                  </a:lnTo>
                  <a:lnTo>
                    <a:pt x="888301" y="595904"/>
                  </a:lnTo>
                  <a:lnTo>
                    <a:pt x="886544" y="596263"/>
                  </a:lnTo>
                  <a:lnTo>
                    <a:pt x="883886" y="596093"/>
                  </a:lnTo>
                  <a:lnTo>
                    <a:pt x="882387" y="595346"/>
                  </a:lnTo>
                  <a:lnTo>
                    <a:pt x="881494" y="595861"/>
                  </a:lnTo>
                  <a:lnTo>
                    <a:pt x="880255" y="596015"/>
                  </a:lnTo>
                  <a:lnTo>
                    <a:pt x="879012" y="597114"/>
                  </a:lnTo>
                  <a:lnTo>
                    <a:pt x="877768" y="597697"/>
                  </a:lnTo>
                  <a:lnTo>
                    <a:pt x="876756" y="597823"/>
                  </a:lnTo>
                  <a:lnTo>
                    <a:pt x="874567" y="597037"/>
                  </a:lnTo>
                  <a:lnTo>
                    <a:pt x="873010" y="595629"/>
                  </a:lnTo>
                  <a:lnTo>
                    <a:pt x="870504" y="593954"/>
                  </a:lnTo>
                  <a:lnTo>
                    <a:pt x="870362" y="592658"/>
                  </a:lnTo>
                  <a:lnTo>
                    <a:pt x="869726" y="592182"/>
                  </a:lnTo>
                  <a:lnTo>
                    <a:pt x="869095" y="589939"/>
                  </a:lnTo>
                  <a:lnTo>
                    <a:pt x="869070" y="589077"/>
                  </a:lnTo>
                  <a:lnTo>
                    <a:pt x="868334" y="588092"/>
                  </a:lnTo>
                  <a:lnTo>
                    <a:pt x="867913" y="586763"/>
                  </a:lnTo>
                  <a:lnTo>
                    <a:pt x="867640" y="582955"/>
                  </a:lnTo>
                  <a:lnTo>
                    <a:pt x="868065" y="581623"/>
                  </a:lnTo>
                  <a:lnTo>
                    <a:pt x="867450" y="579627"/>
                  </a:lnTo>
                  <a:lnTo>
                    <a:pt x="865936" y="576892"/>
                  </a:lnTo>
                  <a:lnTo>
                    <a:pt x="864026" y="577273"/>
                  </a:lnTo>
                  <a:lnTo>
                    <a:pt x="861411" y="579522"/>
                  </a:lnTo>
                  <a:lnTo>
                    <a:pt x="860085" y="579910"/>
                  </a:lnTo>
                  <a:lnTo>
                    <a:pt x="859188" y="580572"/>
                  </a:lnTo>
                  <a:lnTo>
                    <a:pt x="858293" y="582242"/>
                  </a:lnTo>
                  <a:lnTo>
                    <a:pt x="856023" y="582583"/>
                  </a:lnTo>
                  <a:lnTo>
                    <a:pt x="854778" y="581990"/>
                  </a:lnTo>
                  <a:lnTo>
                    <a:pt x="854276" y="582292"/>
                  </a:lnTo>
                  <a:lnTo>
                    <a:pt x="853711" y="582987"/>
                  </a:lnTo>
                  <a:lnTo>
                    <a:pt x="853474" y="583717"/>
                  </a:lnTo>
                  <a:lnTo>
                    <a:pt x="853374" y="586293"/>
                  </a:lnTo>
                  <a:lnTo>
                    <a:pt x="853114" y="587312"/>
                  </a:lnTo>
                  <a:lnTo>
                    <a:pt x="853545" y="588096"/>
                  </a:lnTo>
                  <a:lnTo>
                    <a:pt x="852918" y="591710"/>
                  </a:lnTo>
                  <a:lnTo>
                    <a:pt x="852208" y="593441"/>
                  </a:lnTo>
                  <a:lnTo>
                    <a:pt x="851352" y="594088"/>
                  </a:lnTo>
                  <a:lnTo>
                    <a:pt x="850165" y="594125"/>
                  </a:lnTo>
                  <a:lnTo>
                    <a:pt x="849406" y="594686"/>
                  </a:lnTo>
                  <a:lnTo>
                    <a:pt x="848836" y="596763"/>
                  </a:lnTo>
                  <a:lnTo>
                    <a:pt x="848205" y="597481"/>
                  </a:lnTo>
                  <a:lnTo>
                    <a:pt x="847409" y="599363"/>
                  </a:lnTo>
                  <a:lnTo>
                    <a:pt x="846916" y="599814"/>
                  </a:lnTo>
                  <a:lnTo>
                    <a:pt x="845577" y="602011"/>
                  </a:lnTo>
                  <a:lnTo>
                    <a:pt x="845765" y="603009"/>
                  </a:lnTo>
                  <a:lnTo>
                    <a:pt x="844051" y="604194"/>
                  </a:lnTo>
                  <a:lnTo>
                    <a:pt x="843028" y="605449"/>
                  </a:lnTo>
                  <a:lnTo>
                    <a:pt x="843164" y="607109"/>
                  </a:lnTo>
                  <a:lnTo>
                    <a:pt x="841073" y="607863"/>
                  </a:lnTo>
                  <a:lnTo>
                    <a:pt x="839215" y="608216"/>
                  </a:lnTo>
                  <a:lnTo>
                    <a:pt x="838580" y="608538"/>
                  </a:lnTo>
                  <a:lnTo>
                    <a:pt x="838347" y="609395"/>
                  </a:lnTo>
                  <a:lnTo>
                    <a:pt x="836912" y="609870"/>
                  </a:lnTo>
                  <a:lnTo>
                    <a:pt x="836729" y="610204"/>
                  </a:lnTo>
                  <a:lnTo>
                    <a:pt x="836548" y="611553"/>
                  </a:lnTo>
                  <a:lnTo>
                    <a:pt x="838327" y="612811"/>
                  </a:lnTo>
                  <a:lnTo>
                    <a:pt x="840376" y="614789"/>
                  </a:lnTo>
                  <a:lnTo>
                    <a:pt x="841474" y="615598"/>
                  </a:lnTo>
                  <a:lnTo>
                    <a:pt x="842499" y="615941"/>
                  </a:lnTo>
                  <a:lnTo>
                    <a:pt x="843400" y="617576"/>
                  </a:lnTo>
                  <a:lnTo>
                    <a:pt x="843931" y="619132"/>
                  </a:lnTo>
                  <a:lnTo>
                    <a:pt x="845604" y="622483"/>
                  </a:lnTo>
                  <a:lnTo>
                    <a:pt x="845483" y="622736"/>
                  </a:lnTo>
                  <a:lnTo>
                    <a:pt x="846206" y="624987"/>
                  </a:lnTo>
                  <a:lnTo>
                    <a:pt x="847232" y="630348"/>
                  </a:lnTo>
                  <a:lnTo>
                    <a:pt x="845471" y="630676"/>
                  </a:lnTo>
                  <a:lnTo>
                    <a:pt x="843792" y="631704"/>
                  </a:lnTo>
                  <a:lnTo>
                    <a:pt x="841452" y="632589"/>
                  </a:lnTo>
                  <a:lnTo>
                    <a:pt x="840148" y="633653"/>
                  </a:lnTo>
                  <a:lnTo>
                    <a:pt x="838296" y="634507"/>
                  </a:lnTo>
                  <a:lnTo>
                    <a:pt x="836215" y="634652"/>
                  </a:lnTo>
                  <a:lnTo>
                    <a:pt x="835536" y="634944"/>
                  </a:lnTo>
                  <a:lnTo>
                    <a:pt x="835026" y="635330"/>
                  </a:lnTo>
                  <a:lnTo>
                    <a:pt x="833985" y="637157"/>
                  </a:lnTo>
                  <a:lnTo>
                    <a:pt x="832055" y="639247"/>
                  </a:lnTo>
                  <a:lnTo>
                    <a:pt x="831481" y="640428"/>
                  </a:lnTo>
                  <a:lnTo>
                    <a:pt x="831000" y="640915"/>
                  </a:lnTo>
                  <a:lnTo>
                    <a:pt x="831561" y="643155"/>
                  </a:lnTo>
                  <a:lnTo>
                    <a:pt x="832567" y="645471"/>
                  </a:lnTo>
                  <a:lnTo>
                    <a:pt x="832666" y="647150"/>
                  </a:lnTo>
                  <a:lnTo>
                    <a:pt x="833791" y="649022"/>
                  </a:lnTo>
                  <a:lnTo>
                    <a:pt x="833951" y="649751"/>
                  </a:lnTo>
                  <a:lnTo>
                    <a:pt x="835272" y="651038"/>
                  </a:lnTo>
                  <a:lnTo>
                    <a:pt x="839413" y="653065"/>
                  </a:lnTo>
                  <a:lnTo>
                    <a:pt x="840402" y="653409"/>
                  </a:lnTo>
                  <a:lnTo>
                    <a:pt x="841476" y="653108"/>
                  </a:lnTo>
                  <a:lnTo>
                    <a:pt x="841858" y="654402"/>
                  </a:lnTo>
                  <a:lnTo>
                    <a:pt x="841757" y="654986"/>
                  </a:lnTo>
                  <a:lnTo>
                    <a:pt x="841531" y="655121"/>
                  </a:lnTo>
                  <a:lnTo>
                    <a:pt x="844387" y="658175"/>
                  </a:lnTo>
                  <a:lnTo>
                    <a:pt x="846728" y="659940"/>
                  </a:lnTo>
                  <a:lnTo>
                    <a:pt x="848929" y="664978"/>
                  </a:lnTo>
                  <a:lnTo>
                    <a:pt x="850393" y="665535"/>
                  </a:lnTo>
                  <a:lnTo>
                    <a:pt x="850848" y="666129"/>
                  </a:lnTo>
                  <a:lnTo>
                    <a:pt x="850278" y="669478"/>
                  </a:lnTo>
                  <a:lnTo>
                    <a:pt x="849936" y="675887"/>
                  </a:lnTo>
                  <a:lnTo>
                    <a:pt x="850649" y="679407"/>
                  </a:lnTo>
                  <a:lnTo>
                    <a:pt x="851824" y="681934"/>
                  </a:lnTo>
                  <a:lnTo>
                    <a:pt x="851810" y="683713"/>
                  </a:lnTo>
                  <a:lnTo>
                    <a:pt x="850569" y="684101"/>
                  </a:lnTo>
                  <a:lnTo>
                    <a:pt x="846970" y="684340"/>
                  </a:lnTo>
                  <a:lnTo>
                    <a:pt x="844948" y="683996"/>
                  </a:lnTo>
                  <a:lnTo>
                    <a:pt x="844737" y="683852"/>
                  </a:lnTo>
                  <a:lnTo>
                    <a:pt x="844806" y="683119"/>
                  </a:lnTo>
                  <a:lnTo>
                    <a:pt x="844268" y="683026"/>
                  </a:lnTo>
                  <a:lnTo>
                    <a:pt x="842543" y="684090"/>
                  </a:lnTo>
                  <a:lnTo>
                    <a:pt x="840945" y="684118"/>
                  </a:lnTo>
                  <a:lnTo>
                    <a:pt x="840121" y="684490"/>
                  </a:lnTo>
                  <a:lnTo>
                    <a:pt x="838534" y="683982"/>
                  </a:lnTo>
                  <a:lnTo>
                    <a:pt x="838044" y="683615"/>
                  </a:lnTo>
                  <a:lnTo>
                    <a:pt x="836871" y="683925"/>
                  </a:lnTo>
                  <a:lnTo>
                    <a:pt x="835795" y="683782"/>
                  </a:lnTo>
                  <a:lnTo>
                    <a:pt x="835547" y="683450"/>
                  </a:lnTo>
                  <a:lnTo>
                    <a:pt x="834778" y="683169"/>
                  </a:lnTo>
                  <a:lnTo>
                    <a:pt x="833777" y="683369"/>
                  </a:lnTo>
                  <a:lnTo>
                    <a:pt x="833503" y="682979"/>
                  </a:lnTo>
                  <a:lnTo>
                    <a:pt x="833603" y="682738"/>
                  </a:lnTo>
                  <a:lnTo>
                    <a:pt x="832950" y="682533"/>
                  </a:lnTo>
                  <a:lnTo>
                    <a:pt x="833005" y="682172"/>
                  </a:lnTo>
                  <a:lnTo>
                    <a:pt x="831510" y="681861"/>
                  </a:lnTo>
                  <a:lnTo>
                    <a:pt x="831244" y="681482"/>
                  </a:lnTo>
                  <a:lnTo>
                    <a:pt x="830152" y="681546"/>
                  </a:lnTo>
                  <a:lnTo>
                    <a:pt x="829102" y="680569"/>
                  </a:lnTo>
                  <a:lnTo>
                    <a:pt x="827130" y="680335"/>
                  </a:lnTo>
                  <a:lnTo>
                    <a:pt x="825636" y="678768"/>
                  </a:lnTo>
                  <a:lnTo>
                    <a:pt x="825320" y="677744"/>
                  </a:lnTo>
                  <a:lnTo>
                    <a:pt x="824943" y="677532"/>
                  </a:lnTo>
                  <a:lnTo>
                    <a:pt x="825170" y="677018"/>
                  </a:lnTo>
                  <a:lnTo>
                    <a:pt x="824581" y="676892"/>
                  </a:lnTo>
                  <a:lnTo>
                    <a:pt x="824351" y="676487"/>
                  </a:lnTo>
                  <a:lnTo>
                    <a:pt x="824023" y="676867"/>
                  </a:lnTo>
                  <a:lnTo>
                    <a:pt x="823219" y="676318"/>
                  </a:lnTo>
                  <a:lnTo>
                    <a:pt x="823404" y="679011"/>
                  </a:lnTo>
                  <a:lnTo>
                    <a:pt x="821038" y="678550"/>
                  </a:lnTo>
                  <a:lnTo>
                    <a:pt x="819069" y="679266"/>
                  </a:lnTo>
                  <a:lnTo>
                    <a:pt x="818330" y="679295"/>
                  </a:lnTo>
                  <a:lnTo>
                    <a:pt x="817453" y="679027"/>
                  </a:lnTo>
                  <a:lnTo>
                    <a:pt x="817582" y="678647"/>
                  </a:lnTo>
                  <a:lnTo>
                    <a:pt x="817349" y="678577"/>
                  </a:lnTo>
                  <a:lnTo>
                    <a:pt x="817130" y="678841"/>
                  </a:lnTo>
                  <a:lnTo>
                    <a:pt x="816271" y="678720"/>
                  </a:lnTo>
                  <a:lnTo>
                    <a:pt x="816048" y="691016"/>
                  </a:lnTo>
                  <a:lnTo>
                    <a:pt x="821328" y="690684"/>
                  </a:lnTo>
                  <a:lnTo>
                    <a:pt x="824032" y="690743"/>
                  </a:lnTo>
                  <a:lnTo>
                    <a:pt x="826457" y="691253"/>
                  </a:lnTo>
                  <a:lnTo>
                    <a:pt x="827249" y="691676"/>
                  </a:lnTo>
                  <a:lnTo>
                    <a:pt x="828391" y="691769"/>
                  </a:lnTo>
                  <a:lnTo>
                    <a:pt x="827449" y="695149"/>
                  </a:lnTo>
                  <a:lnTo>
                    <a:pt x="827598" y="697521"/>
                  </a:lnTo>
                  <a:lnTo>
                    <a:pt x="829517" y="702647"/>
                  </a:lnTo>
                  <a:lnTo>
                    <a:pt x="829329" y="704414"/>
                  </a:lnTo>
                  <a:lnTo>
                    <a:pt x="826397" y="707948"/>
                  </a:lnTo>
                  <a:lnTo>
                    <a:pt x="827784" y="709430"/>
                  </a:lnTo>
                  <a:lnTo>
                    <a:pt x="832379" y="710798"/>
                  </a:lnTo>
                  <a:lnTo>
                    <a:pt x="838625" y="713703"/>
                  </a:lnTo>
                  <a:lnTo>
                    <a:pt x="839925" y="714862"/>
                  </a:lnTo>
                  <a:lnTo>
                    <a:pt x="843184" y="715984"/>
                  </a:lnTo>
                  <a:lnTo>
                    <a:pt x="846123" y="716487"/>
                  </a:lnTo>
                  <a:lnTo>
                    <a:pt x="848236" y="717574"/>
                  </a:lnTo>
                  <a:lnTo>
                    <a:pt x="848366" y="717976"/>
                  </a:lnTo>
                  <a:lnTo>
                    <a:pt x="847834" y="718437"/>
                  </a:lnTo>
                  <a:lnTo>
                    <a:pt x="847775" y="718951"/>
                  </a:lnTo>
                  <a:lnTo>
                    <a:pt x="847043" y="718912"/>
                  </a:lnTo>
                  <a:lnTo>
                    <a:pt x="846770" y="719570"/>
                  </a:lnTo>
                  <a:lnTo>
                    <a:pt x="846295" y="719831"/>
                  </a:lnTo>
                  <a:lnTo>
                    <a:pt x="846182" y="720419"/>
                  </a:lnTo>
                  <a:lnTo>
                    <a:pt x="845796" y="720319"/>
                  </a:lnTo>
                  <a:lnTo>
                    <a:pt x="845172" y="720827"/>
                  </a:lnTo>
                  <a:lnTo>
                    <a:pt x="844717" y="720765"/>
                  </a:lnTo>
                  <a:lnTo>
                    <a:pt x="844583" y="721019"/>
                  </a:lnTo>
                  <a:lnTo>
                    <a:pt x="843200" y="720558"/>
                  </a:lnTo>
                  <a:lnTo>
                    <a:pt x="842818" y="720795"/>
                  </a:lnTo>
                  <a:lnTo>
                    <a:pt x="841456" y="722040"/>
                  </a:lnTo>
                  <a:lnTo>
                    <a:pt x="840571" y="723297"/>
                  </a:lnTo>
                  <a:lnTo>
                    <a:pt x="840078" y="723407"/>
                  </a:lnTo>
                  <a:lnTo>
                    <a:pt x="839629" y="723894"/>
                  </a:lnTo>
                  <a:lnTo>
                    <a:pt x="839167" y="724859"/>
                  </a:lnTo>
                  <a:lnTo>
                    <a:pt x="839452" y="726596"/>
                  </a:lnTo>
                  <a:lnTo>
                    <a:pt x="839905" y="726748"/>
                  </a:lnTo>
                  <a:lnTo>
                    <a:pt x="840648" y="728518"/>
                  </a:lnTo>
                  <a:lnTo>
                    <a:pt x="841426" y="728799"/>
                  </a:lnTo>
                  <a:lnTo>
                    <a:pt x="841873" y="729569"/>
                  </a:lnTo>
                  <a:lnTo>
                    <a:pt x="841886" y="730175"/>
                  </a:lnTo>
                  <a:lnTo>
                    <a:pt x="842935" y="731336"/>
                  </a:lnTo>
                  <a:lnTo>
                    <a:pt x="842627" y="745453"/>
                  </a:lnTo>
                  <a:lnTo>
                    <a:pt x="842860" y="745502"/>
                  </a:lnTo>
                  <a:lnTo>
                    <a:pt x="842248" y="755433"/>
                  </a:lnTo>
                  <a:lnTo>
                    <a:pt x="833480" y="755935"/>
                  </a:lnTo>
                  <a:lnTo>
                    <a:pt x="832904" y="755789"/>
                  </a:lnTo>
                  <a:lnTo>
                    <a:pt x="831308" y="756051"/>
                  </a:lnTo>
                  <a:lnTo>
                    <a:pt x="830567" y="756591"/>
                  </a:lnTo>
                  <a:lnTo>
                    <a:pt x="825204" y="758193"/>
                  </a:lnTo>
                  <a:lnTo>
                    <a:pt x="821377" y="758127"/>
                  </a:lnTo>
                  <a:lnTo>
                    <a:pt x="820476" y="758701"/>
                  </a:lnTo>
                  <a:lnTo>
                    <a:pt x="817632" y="758660"/>
                  </a:lnTo>
                  <a:lnTo>
                    <a:pt x="817126" y="758247"/>
                  </a:lnTo>
                  <a:lnTo>
                    <a:pt x="816951" y="758674"/>
                  </a:lnTo>
                  <a:lnTo>
                    <a:pt x="816758" y="758602"/>
                  </a:lnTo>
                  <a:lnTo>
                    <a:pt x="816704" y="758264"/>
                  </a:lnTo>
                  <a:lnTo>
                    <a:pt x="816123" y="757945"/>
                  </a:lnTo>
                  <a:lnTo>
                    <a:pt x="813527" y="757617"/>
                  </a:lnTo>
                  <a:lnTo>
                    <a:pt x="812327" y="756767"/>
                  </a:lnTo>
                  <a:lnTo>
                    <a:pt x="811183" y="756348"/>
                  </a:lnTo>
                  <a:lnTo>
                    <a:pt x="811101" y="755574"/>
                  </a:lnTo>
                  <a:lnTo>
                    <a:pt x="810579" y="755184"/>
                  </a:lnTo>
                  <a:lnTo>
                    <a:pt x="809911" y="753418"/>
                  </a:lnTo>
                  <a:lnTo>
                    <a:pt x="808727" y="752548"/>
                  </a:lnTo>
                  <a:lnTo>
                    <a:pt x="807792" y="752167"/>
                  </a:lnTo>
                  <a:lnTo>
                    <a:pt x="806939" y="749702"/>
                  </a:lnTo>
                  <a:lnTo>
                    <a:pt x="805901" y="745031"/>
                  </a:lnTo>
                  <a:lnTo>
                    <a:pt x="804171" y="744444"/>
                  </a:lnTo>
                  <a:lnTo>
                    <a:pt x="802890" y="744211"/>
                  </a:lnTo>
                  <a:lnTo>
                    <a:pt x="801332" y="744385"/>
                  </a:lnTo>
                  <a:lnTo>
                    <a:pt x="796733" y="744022"/>
                  </a:lnTo>
                  <a:lnTo>
                    <a:pt x="795309" y="742996"/>
                  </a:lnTo>
                  <a:lnTo>
                    <a:pt x="794691" y="742271"/>
                  </a:lnTo>
                  <a:lnTo>
                    <a:pt x="794477" y="740680"/>
                  </a:lnTo>
                  <a:lnTo>
                    <a:pt x="793272" y="738647"/>
                  </a:lnTo>
                  <a:lnTo>
                    <a:pt x="791706" y="736773"/>
                  </a:lnTo>
                  <a:lnTo>
                    <a:pt x="790635" y="736249"/>
                  </a:lnTo>
                  <a:lnTo>
                    <a:pt x="790411" y="735728"/>
                  </a:lnTo>
                  <a:lnTo>
                    <a:pt x="788662" y="735270"/>
                  </a:lnTo>
                  <a:lnTo>
                    <a:pt x="787582" y="734056"/>
                  </a:lnTo>
                  <a:lnTo>
                    <a:pt x="785974" y="733013"/>
                  </a:lnTo>
                  <a:lnTo>
                    <a:pt x="778118" y="729946"/>
                  </a:lnTo>
                  <a:lnTo>
                    <a:pt x="776843" y="728801"/>
                  </a:lnTo>
                  <a:lnTo>
                    <a:pt x="775031" y="728235"/>
                  </a:lnTo>
                  <a:lnTo>
                    <a:pt x="771652" y="729778"/>
                  </a:lnTo>
                  <a:lnTo>
                    <a:pt x="770029" y="730070"/>
                  </a:lnTo>
                  <a:lnTo>
                    <a:pt x="768612" y="732420"/>
                  </a:lnTo>
                  <a:lnTo>
                    <a:pt x="768430" y="731996"/>
                  </a:lnTo>
                  <a:lnTo>
                    <a:pt x="766728" y="730640"/>
                  </a:lnTo>
                  <a:lnTo>
                    <a:pt x="765262" y="731433"/>
                  </a:lnTo>
                  <a:lnTo>
                    <a:pt x="763217" y="731697"/>
                  </a:lnTo>
                  <a:lnTo>
                    <a:pt x="759832" y="729887"/>
                  </a:lnTo>
                  <a:lnTo>
                    <a:pt x="749429" y="722221"/>
                  </a:lnTo>
                  <a:lnTo>
                    <a:pt x="747448" y="721210"/>
                  </a:lnTo>
                  <a:lnTo>
                    <a:pt x="744395" y="720564"/>
                  </a:lnTo>
                  <a:lnTo>
                    <a:pt x="743464" y="719965"/>
                  </a:lnTo>
                  <a:lnTo>
                    <a:pt x="741332" y="717730"/>
                  </a:lnTo>
                  <a:lnTo>
                    <a:pt x="739118" y="717863"/>
                  </a:lnTo>
                  <a:lnTo>
                    <a:pt x="736876" y="718601"/>
                  </a:lnTo>
                  <a:lnTo>
                    <a:pt x="734803" y="718808"/>
                  </a:lnTo>
                  <a:lnTo>
                    <a:pt x="732379" y="718001"/>
                  </a:lnTo>
                  <a:lnTo>
                    <a:pt x="728121" y="715589"/>
                  </a:lnTo>
                  <a:lnTo>
                    <a:pt x="726429" y="714861"/>
                  </a:lnTo>
                  <a:lnTo>
                    <a:pt x="726421" y="714228"/>
                  </a:lnTo>
                  <a:lnTo>
                    <a:pt x="726145" y="713728"/>
                  </a:lnTo>
                  <a:lnTo>
                    <a:pt x="724381" y="711271"/>
                  </a:lnTo>
                  <a:lnTo>
                    <a:pt x="724050" y="709695"/>
                  </a:lnTo>
                  <a:lnTo>
                    <a:pt x="719831" y="704270"/>
                  </a:lnTo>
                  <a:lnTo>
                    <a:pt x="720533" y="704047"/>
                  </a:lnTo>
                  <a:lnTo>
                    <a:pt x="719235" y="703474"/>
                  </a:lnTo>
                  <a:lnTo>
                    <a:pt x="712416" y="694457"/>
                  </a:lnTo>
                  <a:lnTo>
                    <a:pt x="710065" y="692428"/>
                  </a:lnTo>
                  <a:lnTo>
                    <a:pt x="709656" y="692639"/>
                  </a:lnTo>
                  <a:lnTo>
                    <a:pt x="709043" y="692041"/>
                  </a:lnTo>
                  <a:lnTo>
                    <a:pt x="708141" y="692578"/>
                  </a:lnTo>
                  <a:lnTo>
                    <a:pt x="707233" y="692397"/>
                  </a:lnTo>
                  <a:lnTo>
                    <a:pt x="706143" y="691890"/>
                  </a:lnTo>
                  <a:lnTo>
                    <a:pt x="705543" y="691261"/>
                  </a:lnTo>
                  <a:lnTo>
                    <a:pt x="703947" y="690321"/>
                  </a:lnTo>
                  <a:lnTo>
                    <a:pt x="703073" y="690790"/>
                  </a:lnTo>
                  <a:lnTo>
                    <a:pt x="703088" y="691214"/>
                  </a:lnTo>
                  <a:lnTo>
                    <a:pt x="701311" y="693182"/>
                  </a:lnTo>
                  <a:lnTo>
                    <a:pt x="700674" y="693385"/>
                  </a:lnTo>
                  <a:lnTo>
                    <a:pt x="700296" y="693382"/>
                  </a:lnTo>
                  <a:lnTo>
                    <a:pt x="700025" y="692660"/>
                  </a:lnTo>
                  <a:lnTo>
                    <a:pt x="698714" y="692076"/>
                  </a:lnTo>
                  <a:lnTo>
                    <a:pt x="698388" y="692473"/>
                  </a:lnTo>
                  <a:lnTo>
                    <a:pt x="698412" y="692945"/>
                  </a:lnTo>
                  <a:lnTo>
                    <a:pt x="697175" y="693224"/>
                  </a:lnTo>
                  <a:lnTo>
                    <a:pt x="696887" y="692675"/>
                  </a:lnTo>
                  <a:lnTo>
                    <a:pt x="695883" y="692677"/>
                  </a:lnTo>
                  <a:lnTo>
                    <a:pt x="695194" y="693110"/>
                  </a:lnTo>
                  <a:lnTo>
                    <a:pt x="694111" y="692707"/>
                  </a:lnTo>
                  <a:lnTo>
                    <a:pt x="693674" y="693260"/>
                  </a:lnTo>
                  <a:lnTo>
                    <a:pt x="693003" y="695520"/>
                  </a:lnTo>
                  <a:lnTo>
                    <a:pt x="694315" y="697136"/>
                  </a:lnTo>
                  <a:lnTo>
                    <a:pt x="692742" y="697379"/>
                  </a:lnTo>
                  <a:lnTo>
                    <a:pt x="691764" y="698459"/>
                  </a:lnTo>
                  <a:lnTo>
                    <a:pt x="687504" y="698430"/>
                  </a:lnTo>
                  <a:lnTo>
                    <a:pt x="684753" y="700316"/>
                  </a:lnTo>
                  <a:lnTo>
                    <a:pt x="683903" y="702024"/>
                  </a:lnTo>
                  <a:lnTo>
                    <a:pt x="682209" y="700658"/>
                  </a:lnTo>
                  <a:lnTo>
                    <a:pt x="680872" y="700445"/>
                  </a:lnTo>
                  <a:lnTo>
                    <a:pt x="678888" y="699402"/>
                  </a:lnTo>
                  <a:lnTo>
                    <a:pt x="678106" y="698685"/>
                  </a:lnTo>
                  <a:lnTo>
                    <a:pt x="678198" y="697271"/>
                  </a:lnTo>
                  <a:lnTo>
                    <a:pt x="677600" y="696407"/>
                  </a:lnTo>
                  <a:lnTo>
                    <a:pt x="674609" y="694700"/>
                  </a:lnTo>
                  <a:lnTo>
                    <a:pt x="673490" y="693505"/>
                  </a:lnTo>
                  <a:lnTo>
                    <a:pt x="672247" y="692800"/>
                  </a:lnTo>
                  <a:lnTo>
                    <a:pt x="671479" y="691596"/>
                  </a:lnTo>
                  <a:lnTo>
                    <a:pt x="669651" y="690106"/>
                  </a:lnTo>
                  <a:lnTo>
                    <a:pt x="668785" y="688738"/>
                  </a:lnTo>
                  <a:lnTo>
                    <a:pt x="668675" y="688055"/>
                  </a:lnTo>
                  <a:lnTo>
                    <a:pt x="668035" y="687140"/>
                  </a:lnTo>
                  <a:lnTo>
                    <a:pt x="666975" y="686367"/>
                  </a:lnTo>
                  <a:lnTo>
                    <a:pt x="666874" y="685793"/>
                  </a:lnTo>
                  <a:lnTo>
                    <a:pt x="663377" y="684595"/>
                  </a:lnTo>
                  <a:lnTo>
                    <a:pt x="659417" y="682660"/>
                  </a:lnTo>
                  <a:lnTo>
                    <a:pt x="656959" y="680401"/>
                  </a:lnTo>
                  <a:lnTo>
                    <a:pt x="655999" y="679231"/>
                  </a:lnTo>
                  <a:lnTo>
                    <a:pt x="654789" y="678547"/>
                  </a:lnTo>
                  <a:lnTo>
                    <a:pt x="653717" y="677113"/>
                  </a:lnTo>
                  <a:lnTo>
                    <a:pt x="651925" y="676565"/>
                  </a:lnTo>
                  <a:lnTo>
                    <a:pt x="651449" y="676169"/>
                  </a:lnTo>
                  <a:lnTo>
                    <a:pt x="650883" y="676356"/>
                  </a:lnTo>
                  <a:lnTo>
                    <a:pt x="649937" y="675642"/>
                  </a:lnTo>
                  <a:lnTo>
                    <a:pt x="649486" y="675610"/>
                  </a:lnTo>
                  <a:lnTo>
                    <a:pt x="649054" y="675297"/>
                  </a:lnTo>
                  <a:lnTo>
                    <a:pt x="648550" y="674276"/>
                  </a:lnTo>
                  <a:lnTo>
                    <a:pt x="647064" y="673608"/>
                  </a:lnTo>
                  <a:lnTo>
                    <a:pt x="644150" y="669545"/>
                  </a:lnTo>
                  <a:lnTo>
                    <a:pt x="640574" y="668357"/>
                  </a:lnTo>
                  <a:lnTo>
                    <a:pt x="639664" y="667531"/>
                  </a:lnTo>
                  <a:lnTo>
                    <a:pt x="638776" y="665888"/>
                  </a:lnTo>
                  <a:lnTo>
                    <a:pt x="638272" y="665649"/>
                  </a:lnTo>
                  <a:lnTo>
                    <a:pt x="637791" y="665019"/>
                  </a:lnTo>
                  <a:lnTo>
                    <a:pt x="636948" y="665703"/>
                  </a:lnTo>
                  <a:lnTo>
                    <a:pt x="633824" y="666627"/>
                  </a:lnTo>
                  <a:lnTo>
                    <a:pt x="633471" y="666206"/>
                  </a:lnTo>
                  <a:lnTo>
                    <a:pt x="631628" y="665535"/>
                  </a:lnTo>
                  <a:lnTo>
                    <a:pt x="629849" y="665216"/>
                  </a:lnTo>
                  <a:lnTo>
                    <a:pt x="625888" y="668273"/>
                  </a:lnTo>
                  <a:lnTo>
                    <a:pt x="625362" y="668314"/>
                  </a:lnTo>
                  <a:lnTo>
                    <a:pt x="623777" y="667276"/>
                  </a:lnTo>
                  <a:lnTo>
                    <a:pt x="622870" y="667669"/>
                  </a:lnTo>
                  <a:lnTo>
                    <a:pt x="619190" y="668397"/>
                  </a:lnTo>
                  <a:lnTo>
                    <a:pt x="613738" y="666172"/>
                  </a:lnTo>
                  <a:lnTo>
                    <a:pt x="611138" y="674887"/>
                  </a:lnTo>
                  <a:lnTo>
                    <a:pt x="611134" y="675640"/>
                  </a:lnTo>
                  <a:lnTo>
                    <a:pt x="612083" y="676349"/>
                  </a:lnTo>
                  <a:lnTo>
                    <a:pt x="612414" y="677154"/>
                  </a:lnTo>
                  <a:lnTo>
                    <a:pt x="611952" y="678018"/>
                  </a:lnTo>
                  <a:lnTo>
                    <a:pt x="612352" y="678624"/>
                  </a:lnTo>
                  <a:lnTo>
                    <a:pt x="612025" y="679436"/>
                  </a:lnTo>
                  <a:lnTo>
                    <a:pt x="611979" y="680356"/>
                  </a:lnTo>
                  <a:lnTo>
                    <a:pt x="610647" y="680233"/>
                  </a:lnTo>
                  <a:lnTo>
                    <a:pt x="610074" y="679889"/>
                  </a:lnTo>
                  <a:lnTo>
                    <a:pt x="608818" y="680192"/>
                  </a:lnTo>
                  <a:lnTo>
                    <a:pt x="608108" y="678968"/>
                  </a:lnTo>
                  <a:lnTo>
                    <a:pt x="607109" y="679089"/>
                  </a:lnTo>
                  <a:lnTo>
                    <a:pt x="605722" y="678913"/>
                  </a:lnTo>
                  <a:lnTo>
                    <a:pt x="603975" y="678097"/>
                  </a:lnTo>
                  <a:lnTo>
                    <a:pt x="601613" y="683136"/>
                  </a:lnTo>
                  <a:lnTo>
                    <a:pt x="600219" y="689496"/>
                  </a:lnTo>
                  <a:lnTo>
                    <a:pt x="594426" y="695818"/>
                  </a:lnTo>
                  <a:lnTo>
                    <a:pt x="590683" y="694615"/>
                  </a:lnTo>
                  <a:lnTo>
                    <a:pt x="587387" y="694301"/>
                  </a:lnTo>
                  <a:lnTo>
                    <a:pt x="581648" y="695705"/>
                  </a:lnTo>
                  <a:lnTo>
                    <a:pt x="573925" y="696922"/>
                  </a:lnTo>
                  <a:lnTo>
                    <a:pt x="571358" y="697128"/>
                  </a:lnTo>
                  <a:lnTo>
                    <a:pt x="569315" y="698327"/>
                  </a:lnTo>
                  <a:lnTo>
                    <a:pt x="562897" y="698653"/>
                  </a:lnTo>
                  <a:lnTo>
                    <a:pt x="552393" y="702391"/>
                  </a:lnTo>
                  <a:lnTo>
                    <a:pt x="542141" y="707356"/>
                  </a:lnTo>
                  <a:lnTo>
                    <a:pt x="530858" y="709553"/>
                  </a:lnTo>
                  <a:lnTo>
                    <a:pt x="525597" y="711556"/>
                  </a:lnTo>
                  <a:lnTo>
                    <a:pt x="521471" y="711707"/>
                  </a:lnTo>
                  <a:lnTo>
                    <a:pt x="515757" y="711917"/>
                  </a:lnTo>
                  <a:lnTo>
                    <a:pt x="515167" y="711752"/>
                  </a:lnTo>
                  <a:lnTo>
                    <a:pt x="514542" y="711878"/>
                  </a:lnTo>
                  <a:lnTo>
                    <a:pt x="513357" y="713134"/>
                  </a:lnTo>
                  <a:lnTo>
                    <a:pt x="512551" y="713301"/>
                  </a:lnTo>
                  <a:lnTo>
                    <a:pt x="511992" y="713286"/>
                  </a:lnTo>
                  <a:lnTo>
                    <a:pt x="509832" y="712334"/>
                  </a:lnTo>
                  <a:lnTo>
                    <a:pt x="509155" y="712321"/>
                  </a:lnTo>
                  <a:lnTo>
                    <a:pt x="507937" y="712741"/>
                  </a:lnTo>
                  <a:lnTo>
                    <a:pt x="506302" y="712328"/>
                  </a:lnTo>
                  <a:lnTo>
                    <a:pt x="504900" y="713370"/>
                  </a:lnTo>
                  <a:lnTo>
                    <a:pt x="499724" y="710858"/>
                  </a:lnTo>
                  <a:lnTo>
                    <a:pt x="493383" y="712151"/>
                  </a:lnTo>
                  <a:lnTo>
                    <a:pt x="492197" y="713760"/>
                  </a:lnTo>
                  <a:lnTo>
                    <a:pt x="487996" y="713102"/>
                  </a:lnTo>
                  <a:lnTo>
                    <a:pt x="486525" y="712542"/>
                  </a:lnTo>
                  <a:lnTo>
                    <a:pt x="481112" y="711736"/>
                  </a:lnTo>
                  <a:lnTo>
                    <a:pt x="480927" y="711560"/>
                  </a:lnTo>
                  <a:lnTo>
                    <a:pt x="481166" y="709221"/>
                  </a:lnTo>
                  <a:lnTo>
                    <a:pt x="480829" y="704884"/>
                  </a:lnTo>
                  <a:lnTo>
                    <a:pt x="480238" y="703462"/>
                  </a:lnTo>
                  <a:lnTo>
                    <a:pt x="478875" y="702548"/>
                  </a:lnTo>
                  <a:lnTo>
                    <a:pt x="476734" y="701710"/>
                  </a:lnTo>
                  <a:lnTo>
                    <a:pt x="474738" y="699153"/>
                  </a:lnTo>
                  <a:lnTo>
                    <a:pt x="473921" y="696122"/>
                  </a:lnTo>
                  <a:lnTo>
                    <a:pt x="472683" y="693727"/>
                  </a:lnTo>
                  <a:lnTo>
                    <a:pt x="473118" y="692500"/>
                  </a:lnTo>
                  <a:lnTo>
                    <a:pt x="472700" y="691786"/>
                  </a:lnTo>
                  <a:lnTo>
                    <a:pt x="472386" y="689566"/>
                  </a:lnTo>
                  <a:lnTo>
                    <a:pt x="470520" y="689005"/>
                  </a:lnTo>
                  <a:lnTo>
                    <a:pt x="467816" y="688959"/>
                  </a:lnTo>
                  <a:lnTo>
                    <a:pt x="464524" y="687459"/>
                  </a:lnTo>
                  <a:lnTo>
                    <a:pt x="461770" y="685516"/>
                  </a:lnTo>
                  <a:lnTo>
                    <a:pt x="458414" y="686350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pg32">
              <a:extLst>
                <a:ext uri="{FF2B5EF4-FFF2-40B4-BE49-F238E27FC236}">
                  <a16:creationId xmlns:a16="http://schemas.microsoft.com/office/drawing/2014/main" id="{51BC1690-9281-0EB3-637A-B1391614F2F0}"/>
                </a:ext>
              </a:extLst>
            </p:cNvPr>
            <p:cNvSpPr/>
            <p:nvPr/>
          </p:nvSpPr>
          <p:spPr>
            <a:xfrm>
              <a:off x="4615840" y="3744755"/>
              <a:ext cx="784451" cy="498107"/>
            </a:xfrm>
            <a:custGeom>
              <a:avLst/>
              <a:gdLst/>
              <a:ahLst/>
              <a:cxnLst/>
              <a:rect l="0" t="0" r="0" b="0"/>
              <a:pathLst>
                <a:path w="784451" h="498107">
                  <a:moveTo>
                    <a:pt x="351623" y="435047"/>
                  </a:moveTo>
                  <a:lnTo>
                    <a:pt x="348136" y="432678"/>
                  </a:lnTo>
                  <a:lnTo>
                    <a:pt x="348144" y="431956"/>
                  </a:lnTo>
                  <a:lnTo>
                    <a:pt x="347700" y="430870"/>
                  </a:lnTo>
                  <a:lnTo>
                    <a:pt x="344414" y="430941"/>
                  </a:lnTo>
                  <a:lnTo>
                    <a:pt x="342907" y="430391"/>
                  </a:lnTo>
                  <a:lnTo>
                    <a:pt x="342359" y="430802"/>
                  </a:lnTo>
                  <a:lnTo>
                    <a:pt x="342046" y="430723"/>
                  </a:lnTo>
                  <a:lnTo>
                    <a:pt x="341510" y="431060"/>
                  </a:lnTo>
                  <a:lnTo>
                    <a:pt x="338339" y="431817"/>
                  </a:lnTo>
                  <a:lnTo>
                    <a:pt x="337293" y="431470"/>
                  </a:lnTo>
                  <a:lnTo>
                    <a:pt x="336224" y="431943"/>
                  </a:lnTo>
                  <a:lnTo>
                    <a:pt x="335340" y="431939"/>
                  </a:lnTo>
                  <a:lnTo>
                    <a:pt x="334949" y="431660"/>
                  </a:lnTo>
                  <a:lnTo>
                    <a:pt x="334827" y="431181"/>
                  </a:lnTo>
                  <a:lnTo>
                    <a:pt x="334398" y="431172"/>
                  </a:lnTo>
                  <a:lnTo>
                    <a:pt x="332200" y="432519"/>
                  </a:lnTo>
                  <a:lnTo>
                    <a:pt x="330776" y="434006"/>
                  </a:lnTo>
                  <a:lnTo>
                    <a:pt x="329969" y="433931"/>
                  </a:lnTo>
                  <a:lnTo>
                    <a:pt x="328766" y="434403"/>
                  </a:lnTo>
                  <a:lnTo>
                    <a:pt x="325188" y="434321"/>
                  </a:lnTo>
                  <a:lnTo>
                    <a:pt x="324049" y="433428"/>
                  </a:lnTo>
                  <a:lnTo>
                    <a:pt x="323405" y="433446"/>
                  </a:lnTo>
                  <a:lnTo>
                    <a:pt x="322391" y="432866"/>
                  </a:lnTo>
                  <a:lnTo>
                    <a:pt x="322229" y="432135"/>
                  </a:lnTo>
                  <a:lnTo>
                    <a:pt x="321205" y="432108"/>
                  </a:lnTo>
                  <a:lnTo>
                    <a:pt x="317482" y="430828"/>
                  </a:lnTo>
                  <a:lnTo>
                    <a:pt x="315681" y="430875"/>
                  </a:lnTo>
                  <a:lnTo>
                    <a:pt x="313216" y="431912"/>
                  </a:lnTo>
                  <a:lnTo>
                    <a:pt x="312827" y="432960"/>
                  </a:lnTo>
                  <a:lnTo>
                    <a:pt x="311813" y="433625"/>
                  </a:lnTo>
                  <a:lnTo>
                    <a:pt x="310480" y="433661"/>
                  </a:lnTo>
                  <a:lnTo>
                    <a:pt x="309685" y="434454"/>
                  </a:lnTo>
                  <a:lnTo>
                    <a:pt x="308304" y="433658"/>
                  </a:lnTo>
                  <a:lnTo>
                    <a:pt x="307163" y="433639"/>
                  </a:lnTo>
                  <a:lnTo>
                    <a:pt x="305891" y="433143"/>
                  </a:lnTo>
                  <a:lnTo>
                    <a:pt x="303746" y="433455"/>
                  </a:lnTo>
                  <a:lnTo>
                    <a:pt x="302646" y="433130"/>
                  </a:lnTo>
                  <a:lnTo>
                    <a:pt x="300845" y="433446"/>
                  </a:lnTo>
                  <a:lnTo>
                    <a:pt x="297937" y="433417"/>
                  </a:lnTo>
                  <a:lnTo>
                    <a:pt x="296192" y="431665"/>
                  </a:lnTo>
                  <a:lnTo>
                    <a:pt x="294071" y="431266"/>
                  </a:lnTo>
                  <a:lnTo>
                    <a:pt x="293742" y="431425"/>
                  </a:lnTo>
                  <a:lnTo>
                    <a:pt x="293098" y="431088"/>
                  </a:lnTo>
                  <a:lnTo>
                    <a:pt x="292498" y="431360"/>
                  </a:lnTo>
                  <a:lnTo>
                    <a:pt x="291678" y="431349"/>
                  </a:lnTo>
                  <a:lnTo>
                    <a:pt x="290706" y="430535"/>
                  </a:lnTo>
                  <a:lnTo>
                    <a:pt x="290543" y="430933"/>
                  </a:lnTo>
                  <a:lnTo>
                    <a:pt x="289874" y="431153"/>
                  </a:lnTo>
                  <a:lnTo>
                    <a:pt x="288934" y="430488"/>
                  </a:lnTo>
                  <a:lnTo>
                    <a:pt x="288502" y="429196"/>
                  </a:lnTo>
                  <a:lnTo>
                    <a:pt x="287780" y="428375"/>
                  </a:lnTo>
                  <a:lnTo>
                    <a:pt x="285944" y="428098"/>
                  </a:lnTo>
                  <a:lnTo>
                    <a:pt x="285305" y="426876"/>
                  </a:lnTo>
                  <a:lnTo>
                    <a:pt x="282883" y="425388"/>
                  </a:lnTo>
                  <a:lnTo>
                    <a:pt x="280947" y="425215"/>
                  </a:lnTo>
                  <a:lnTo>
                    <a:pt x="278501" y="425342"/>
                  </a:lnTo>
                  <a:lnTo>
                    <a:pt x="276121" y="424391"/>
                  </a:lnTo>
                  <a:lnTo>
                    <a:pt x="274434" y="424022"/>
                  </a:lnTo>
                  <a:lnTo>
                    <a:pt x="273807" y="421459"/>
                  </a:lnTo>
                  <a:lnTo>
                    <a:pt x="271863" y="420327"/>
                  </a:lnTo>
                  <a:lnTo>
                    <a:pt x="270245" y="420090"/>
                  </a:lnTo>
                  <a:lnTo>
                    <a:pt x="269297" y="419155"/>
                  </a:lnTo>
                  <a:lnTo>
                    <a:pt x="268055" y="418890"/>
                  </a:lnTo>
                  <a:lnTo>
                    <a:pt x="266125" y="417897"/>
                  </a:lnTo>
                  <a:lnTo>
                    <a:pt x="262835" y="416883"/>
                  </a:lnTo>
                  <a:lnTo>
                    <a:pt x="262435" y="416399"/>
                  </a:lnTo>
                  <a:lnTo>
                    <a:pt x="260815" y="415917"/>
                  </a:lnTo>
                  <a:lnTo>
                    <a:pt x="260670" y="415527"/>
                  </a:lnTo>
                  <a:lnTo>
                    <a:pt x="260098" y="415636"/>
                  </a:lnTo>
                  <a:lnTo>
                    <a:pt x="259584" y="415311"/>
                  </a:lnTo>
                  <a:lnTo>
                    <a:pt x="258400" y="415227"/>
                  </a:lnTo>
                  <a:lnTo>
                    <a:pt x="258449" y="416057"/>
                  </a:lnTo>
                  <a:lnTo>
                    <a:pt x="257889" y="416710"/>
                  </a:lnTo>
                  <a:lnTo>
                    <a:pt x="256802" y="416185"/>
                  </a:lnTo>
                  <a:lnTo>
                    <a:pt x="256564" y="415330"/>
                  </a:lnTo>
                  <a:lnTo>
                    <a:pt x="255520" y="413899"/>
                  </a:lnTo>
                  <a:lnTo>
                    <a:pt x="254216" y="412746"/>
                  </a:lnTo>
                  <a:lnTo>
                    <a:pt x="251353" y="411394"/>
                  </a:lnTo>
                  <a:lnTo>
                    <a:pt x="250434" y="410334"/>
                  </a:lnTo>
                  <a:lnTo>
                    <a:pt x="247669" y="409421"/>
                  </a:lnTo>
                  <a:lnTo>
                    <a:pt x="245120" y="407323"/>
                  </a:lnTo>
                  <a:lnTo>
                    <a:pt x="244577" y="407176"/>
                  </a:lnTo>
                  <a:lnTo>
                    <a:pt x="243560" y="405993"/>
                  </a:lnTo>
                  <a:lnTo>
                    <a:pt x="242386" y="405307"/>
                  </a:lnTo>
                  <a:lnTo>
                    <a:pt x="241115" y="403188"/>
                  </a:lnTo>
                  <a:lnTo>
                    <a:pt x="240304" y="402458"/>
                  </a:lnTo>
                  <a:lnTo>
                    <a:pt x="235791" y="401753"/>
                  </a:lnTo>
                  <a:lnTo>
                    <a:pt x="234784" y="401188"/>
                  </a:lnTo>
                  <a:lnTo>
                    <a:pt x="233671" y="401106"/>
                  </a:lnTo>
                  <a:lnTo>
                    <a:pt x="232782" y="400911"/>
                  </a:lnTo>
                  <a:lnTo>
                    <a:pt x="232049" y="401022"/>
                  </a:lnTo>
                  <a:lnTo>
                    <a:pt x="231553" y="400677"/>
                  </a:lnTo>
                  <a:lnTo>
                    <a:pt x="231065" y="400890"/>
                  </a:lnTo>
                  <a:lnTo>
                    <a:pt x="230231" y="400552"/>
                  </a:lnTo>
                  <a:lnTo>
                    <a:pt x="229392" y="400851"/>
                  </a:lnTo>
                  <a:lnTo>
                    <a:pt x="228038" y="400542"/>
                  </a:lnTo>
                  <a:lnTo>
                    <a:pt x="227610" y="400949"/>
                  </a:lnTo>
                  <a:lnTo>
                    <a:pt x="226394" y="400692"/>
                  </a:lnTo>
                  <a:lnTo>
                    <a:pt x="226216" y="400422"/>
                  </a:lnTo>
                  <a:lnTo>
                    <a:pt x="224808" y="400710"/>
                  </a:lnTo>
                  <a:lnTo>
                    <a:pt x="222664" y="400002"/>
                  </a:lnTo>
                  <a:lnTo>
                    <a:pt x="222264" y="399347"/>
                  </a:lnTo>
                  <a:lnTo>
                    <a:pt x="221696" y="399080"/>
                  </a:lnTo>
                  <a:lnTo>
                    <a:pt x="221288" y="398889"/>
                  </a:lnTo>
                  <a:lnTo>
                    <a:pt x="220887" y="399115"/>
                  </a:lnTo>
                  <a:lnTo>
                    <a:pt x="220109" y="398918"/>
                  </a:lnTo>
                  <a:lnTo>
                    <a:pt x="218446" y="399017"/>
                  </a:lnTo>
                  <a:lnTo>
                    <a:pt x="218123" y="399298"/>
                  </a:lnTo>
                  <a:lnTo>
                    <a:pt x="217118" y="399132"/>
                  </a:lnTo>
                  <a:lnTo>
                    <a:pt x="215965" y="399852"/>
                  </a:lnTo>
                  <a:lnTo>
                    <a:pt x="214202" y="399984"/>
                  </a:lnTo>
                  <a:lnTo>
                    <a:pt x="212708" y="399779"/>
                  </a:lnTo>
                  <a:lnTo>
                    <a:pt x="212700" y="400070"/>
                  </a:lnTo>
                  <a:lnTo>
                    <a:pt x="211177" y="399596"/>
                  </a:lnTo>
                  <a:lnTo>
                    <a:pt x="210824" y="399698"/>
                  </a:lnTo>
                  <a:lnTo>
                    <a:pt x="208515" y="397082"/>
                  </a:lnTo>
                  <a:lnTo>
                    <a:pt x="206790" y="395658"/>
                  </a:lnTo>
                  <a:lnTo>
                    <a:pt x="203966" y="395368"/>
                  </a:lnTo>
                  <a:lnTo>
                    <a:pt x="203264" y="395522"/>
                  </a:lnTo>
                  <a:lnTo>
                    <a:pt x="200895" y="394922"/>
                  </a:lnTo>
                  <a:lnTo>
                    <a:pt x="200715" y="395656"/>
                  </a:lnTo>
                  <a:lnTo>
                    <a:pt x="199992" y="396348"/>
                  </a:lnTo>
                  <a:lnTo>
                    <a:pt x="196414" y="397478"/>
                  </a:lnTo>
                  <a:lnTo>
                    <a:pt x="195600" y="397455"/>
                  </a:lnTo>
                  <a:lnTo>
                    <a:pt x="193930" y="398951"/>
                  </a:lnTo>
                  <a:lnTo>
                    <a:pt x="193570" y="400453"/>
                  </a:lnTo>
                  <a:lnTo>
                    <a:pt x="192237" y="401339"/>
                  </a:lnTo>
                  <a:lnTo>
                    <a:pt x="191807" y="401938"/>
                  </a:lnTo>
                  <a:lnTo>
                    <a:pt x="191750" y="403932"/>
                  </a:lnTo>
                  <a:lnTo>
                    <a:pt x="191520" y="404688"/>
                  </a:lnTo>
                  <a:lnTo>
                    <a:pt x="190986" y="405240"/>
                  </a:lnTo>
                  <a:lnTo>
                    <a:pt x="189120" y="405609"/>
                  </a:lnTo>
                  <a:lnTo>
                    <a:pt x="187357" y="406370"/>
                  </a:lnTo>
                  <a:lnTo>
                    <a:pt x="185430" y="407655"/>
                  </a:lnTo>
                  <a:lnTo>
                    <a:pt x="185005" y="407574"/>
                  </a:lnTo>
                  <a:lnTo>
                    <a:pt x="183728" y="407936"/>
                  </a:lnTo>
                  <a:lnTo>
                    <a:pt x="182617" y="407670"/>
                  </a:lnTo>
                  <a:lnTo>
                    <a:pt x="181009" y="406910"/>
                  </a:lnTo>
                  <a:lnTo>
                    <a:pt x="177827" y="406612"/>
                  </a:lnTo>
                  <a:lnTo>
                    <a:pt x="176323" y="405728"/>
                  </a:lnTo>
                  <a:lnTo>
                    <a:pt x="176036" y="405292"/>
                  </a:lnTo>
                  <a:lnTo>
                    <a:pt x="176766" y="404009"/>
                  </a:lnTo>
                  <a:lnTo>
                    <a:pt x="176691" y="402810"/>
                  </a:lnTo>
                  <a:lnTo>
                    <a:pt x="175991" y="401359"/>
                  </a:lnTo>
                  <a:lnTo>
                    <a:pt x="175810" y="400065"/>
                  </a:lnTo>
                  <a:lnTo>
                    <a:pt x="176015" y="397623"/>
                  </a:lnTo>
                  <a:lnTo>
                    <a:pt x="175636" y="395688"/>
                  </a:lnTo>
                  <a:lnTo>
                    <a:pt x="175131" y="394485"/>
                  </a:lnTo>
                  <a:lnTo>
                    <a:pt x="173052" y="392029"/>
                  </a:lnTo>
                  <a:lnTo>
                    <a:pt x="171959" y="392001"/>
                  </a:lnTo>
                  <a:lnTo>
                    <a:pt x="170505" y="391108"/>
                  </a:lnTo>
                  <a:lnTo>
                    <a:pt x="169930" y="389306"/>
                  </a:lnTo>
                  <a:lnTo>
                    <a:pt x="169838" y="387221"/>
                  </a:lnTo>
                  <a:lnTo>
                    <a:pt x="169000" y="386607"/>
                  </a:lnTo>
                  <a:lnTo>
                    <a:pt x="167228" y="386009"/>
                  </a:lnTo>
                  <a:lnTo>
                    <a:pt x="166186" y="386104"/>
                  </a:lnTo>
                  <a:lnTo>
                    <a:pt x="165827" y="386417"/>
                  </a:lnTo>
                  <a:lnTo>
                    <a:pt x="165283" y="386202"/>
                  </a:lnTo>
                  <a:lnTo>
                    <a:pt x="163081" y="386958"/>
                  </a:lnTo>
                  <a:lnTo>
                    <a:pt x="156571" y="385385"/>
                  </a:lnTo>
                  <a:lnTo>
                    <a:pt x="155684" y="385478"/>
                  </a:lnTo>
                  <a:lnTo>
                    <a:pt x="154900" y="385135"/>
                  </a:lnTo>
                  <a:lnTo>
                    <a:pt x="153842" y="384054"/>
                  </a:lnTo>
                  <a:lnTo>
                    <a:pt x="152881" y="383864"/>
                  </a:lnTo>
                  <a:lnTo>
                    <a:pt x="152425" y="384013"/>
                  </a:lnTo>
                  <a:lnTo>
                    <a:pt x="151584" y="383488"/>
                  </a:lnTo>
                  <a:lnTo>
                    <a:pt x="150515" y="383241"/>
                  </a:lnTo>
                  <a:lnTo>
                    <a:pt x="150298" y="383535"/>
                  </a:lnTo>
                  <a:lnTo>
                    <a:pt x="148819" y="383810"/>
                  </a:lnTo>
                  <a:lnTo>
                    <a:pt x="148478" y="383222"/>
                  </a:lnTo>
                  <a:lnTo>
                    <a:pt x="146802" y="383265"/>
                  </a:lnTo>
                  <a:lnTo>
                    <a:pt x="145125" y="384515"/>
                  </a:lnTo>
                  <a:lnTo>
                    <a:pt x="144215" y="384268"/>
                  </a:lnTo>
                  <a:lnTo>
                    <a:pt x="143055" y="384431"/>
                  </a:lnTo>
                  <a:lnTo>
                    <a:pt x="142868" y="385538"/>
                  </a:lnTo>
                  <a:lnTo>
                    <a:pt x="142061" y="386769"/>
                  </a:lnTo>
                  <a:lnTo>
                    <a:pt x="141222" y="386701"/>
                  </a:lnTo>
                  <a:lnTo>
                    <a:pt x="140896" y="387292"/>
                  </a:lnTo>
                  <a:lnTo>
                    <a:pt x="140002" y="387441"/>
                  </a:lnTo>
                  <a:lnTo>
                    <a:pt x="139931" y="388291"/>
                  </a:lnTo>
                  <a:lnTo>
                    <a:pt x="138273" y="389560"/>
                  </a:lnTo>
                  <a:lnTo>
                    <a:pt x="137018" y="389896"/>
                  </a:lnTo>
                  <a:lnTo>
                    <a:pt x="132539" y="390062"/>
                  </a:lnTo>
                  <a:lnTo>
                    <a:pt x="131764" y="390448"/>
                  </a:lnTo>
                  <a:lnTo>
                    <a:pt x="129346" y="390925"/>
                  </a:lnTo>
                  <a:lnTo>
                    <a:pt x="128612" y="391134"/>
                  </a:lnTo>
                  <a:lnTo>
                    <a:pt x="127452" y="392146"/>
                  </a:lnTo>
                  <a:lnTo>
                    <a:pt x="125556" y="392653"/>
                  </a:lnTo>
                  <a:lnTo>
                    <a:pt x="124181" y="392680"/>
                  </a:lnTo>
                  <a:lnTo>
                    <a:pt x="122035" y="394006"/>
                  </a:lnTo>
                  <a:lnTo>
                    <a:pt x="118389" y="392332"/>
                  </a:lnTo>
                  <a:lnTo>
                    <a:pt x="117260" y="391352"/>
                  </a:lnTo>
                  <a:lnTo>
                    <a:pt x="116431" y="391246"/>
                  </a:lnTo>
                  <a:lnTo>
                    <a:pt x="116294" y="390947"/>
                  </a:lnTo>
                  <a:lnTo>
                    <a:pt x="113133" y="385595"/>
                  </a:lnTo>
                  <a:lnTo>
                    <a:pt x="113314" y="383366"/>
                  </a:lnTo>
                  <a:lnTo>
                    <a:pt x="112672" y="380482"/>
                  </a:lnTo>
                  <a:lnTo>
                    <a:pt x="108863" y="379725"/>
                  </a:lnTo>
                  <a:lnTo>
                    <a:pt x="105960" y="379682"/>
                  </a:lnTo>
                  <a:lnTo>
                    <a:pt x="106113" y="377803"/>
                  </a:lnTo>
                  <a:lnTo>
                    <a:pt x="107882" y="375299"/>
                  </a:lnTo>
                  <a:lnTo>
                    <a:pt x="107847" y="373076"/>
                  </a:lnTo>
                  <a:lnTo>
                    <a:pt x="107469" y="372571"/>
                  </a:lnTo>
                  <a:lnTo>
                    <a:pt x="107263" y="371273"/>
                  </a:lnTo>
                  <a:lnTo>
                    <a:pt x="106901" y="370626"/>
                  </a:lnTo>
                  <a:lnTo>
                    <a:pt x="107204" y="369573"/>
                  </a:lnTo>
                  <a:lnTo>
                    <a:pt x="104679" y="363200"/>
                  </a:lnTo>
                  <a:lnTo>
                    <a:pt x="105492" y="363424"/>
                  </a:lnTo>
                  <a:lnTo>
                    <a:pt x="107275" y="362603"/>
                  </a:lnTo>
                  <a:lnTo>
                    <a:pt x="108716" y="361272"/>
                  </a:lnTo>
                  <a:lnTo>
                    <a:pt x="111821" y="361259"/>
                  </a:lnTo>
                  <a:lnTo>
                    <a:pt x="120437" y="358889"/>
                  </a:lnTo>
                  <a:lnTo>
                    <a:pt x="124186" y="359539"/>
                  </a:lnTo>
                  <a:lnTo>
                    <a:pt x="127279" y="357334"/>
                  </a:lnTo>
                  <a:lnTo>
                    <a:pt x="135172" y="352878"/>
                  </a:lnTo>
                  <a:lnTo>
                    <a:pt x="135138" y="352563"/>
                  </a:lnTo>
                  <a:lnTo>
                    <a:pt x="138291" y="352617"/>
                  </a:lnTo>
                  <a:lnTo>
                    <a:pt x="138257" y="351774"/>
                  </a:lnTo>
                  <a:lnTo>
                    <a:pt x="137722" y="350541"/>
                  </a:lnTo>
                  <a:lnTo>
                    <a:pt x="138114" y="350256"/>
                  </a:lnTo>
                  <a:lnTo>
                    <a:pt x="144435" y="349105"/>
                  </a:lnTo>
                  <a:lnTo>
                    <a:pt x="146400" y="347789"/>
                  </a:lnTo>
                  <a:lnTo>
                    <a:pt x="146514" y="346974"/>
                  </a:lnTo>
                  <a:lnTo>
                    <a:pt x="146774" y="346678"/>
                  </a:lnTo>
                  <a:lnTo>
                    <a:pt x="148336" y="346737"/>
                  </a:lnTo>
                  <a:lnTo>
                    <a:pt x="149057" y="346094"/>
                  </a:lnTo>
                  <a:lnTo>
                    <a:pt x="150865" y="345585"/>
                  </a:lnTo>
                  <a:lnTo>
                    <a:pt x="153525" y="345910"/>
                  </a:lnTo>
                  <a:lnTo>
                    <a:pt x="153933" y="345779"/>
                  </a:lnTo>
                  <a:lnTo>
                    <a:pt x="153709" y="344811"/>
                  </a:lnTo>
                  <a:lnTo>
                    <a:pt x="153843" y="343997"/>
                  </a:lnTo>
                  <a:lnTo>
                    <a:pt x="153607" y="343558"/>
                  </a:lnTo>
                  <a:lnTo>
                    <a:pt x="152079" y="343245"/>
                  </a:lnTo>
                  <a:lnTo>
                    <a:pt x="152593" y="342365"/>
                  </a:lnTo>
                  <a:lnTo>
                    <a:pt x="152887" y="342271"/>
                  </a:lnTo>
                  <a:lnTo>
                    <a:pt x="152757" y="341063"/>
                  </a:lnTo>
                  <a:lnTo>
                    <a:pt x="153268" y="340003"/>
                  </a:lnTo>
                  <a:lnTo>
                    <a:pt x="156949" y="334961"/>
                  </a:lnTo>
                  <a:lnTo>
                    <a:pt x="156804" y="334630"/>
                  </a:lnTo>
                  <a:lnTo>
                    <a:pt x="157405" y="334542"/>
                  </a:lnTo>
                  <a:lnTo>
                    <a:pt x="157594" y="333381"/>
                  </a:lnTo>
                  <a:lnTo>
                    <a:pt x="158160" y="333375"/>
                  </a:lnTo>
                  <a:lnTo>
                    <a:pt x="158601" y="331943"/>
                  </a:lnTo>
                  <a:lnTo>
                    <a:pt x="159356" y="332248"/>
                  </a:lnTo>
                  <a:lnTo>
                    <a:pt x="160821" y="328233"/>
                  </a:lnTo>
                  <a:lnTo>
                    <a:pt x="163079" y="323946"/>
                  </a:lnTo>
                  <a:lnTo>
                    <a:pt x="163490" y="323096"/>
                  </a:lnTo>
                  <a:lnTo>
                    <a:pt x="165048" y="324630"/>
                  </a:lnTo>
                  <a:lnTo>
                    <a:pt x="167549" y="320175"/>
                  </a:lnTo>
                  <a:lnTo>
                    <a:pt x="167392" y="320073"/>
                  </a:lnTo>
                  <a:lnTo>
                    <a:pt x="168249" y="315878"/>
                  </a:lnTo>
                  <a:lnTo>
                    <a:pt x="167874" y="315232"/>
                  </a:lnTo>
                  <a:lnTo>
                    <a:pt x="168144" y="315249"/>
                  </a:lnTo>
                  <a:lnTo>
                    <a:pt x="168348" y="314688"/>
                  </a:lnTo>
                  <a:lnTo>
                    <a:pt x="168817" y="314616"/>
                  </a:lnTo>
                  <a:lnTo>
                    <a:pt x="169055" y="312747"/>
                  </a:lnTo>
                  <a:lnTo>
                    <a:pt x="170669" y="310403"/>
                  </a:lnTo>
                  <a:lnTo>
                    <a:pt x="171029" y="310536"/>
                  </a:lnTo>
                  <a:lnTo>
                    <a:pt x="171634" y="310211"/>
                  </a:lnTo>
                  <a:lnTo>
                    <a:pt x="170544" y="306971"/>
                  </a:lnTo>
                  <a:lnTo>
                    <a:pt x="170506" y="305921"/>
                  </a:lnTo>
                  <a:lnTo>
                    <a:pt x="169958" y="304705"/>
                  </a:lnTo>
                  <a:lnTo>
                    <a:pt x="168948" y="304012"/>
                  </a:lnTo>
                  <a:lnTo>
                    <a:pt x="168151" y="303893"/>
                  </a:lnTo>
                  <a:lnTo>
                    <a:pt x="167817" y="303388"/>
                  </a:lnTo>
                  <a:lnTo>
                    <a:pt x="168213" y="302927"/>
                  </a:lnTo>
                  <a:lnTo>
                    <a:pt x="164784" y="300632"/>
                  </a:lnTo>
                  <a:lnTo>
                    <a:pt x="164613" y="300069"/>
                  </a:lnTo>
                  <a:lnTo>
                    <a:pt x="164263" y="299811"/>
                  </a:lnTo>
                  <a:lnTo>
                    <a:pt x="163975" y="298305"/>
                  </a:lnTo>
                  <a:lnTo>
                    <a:pt x="163519" y="298164"/>
                  </a:lnTo>
                  <a:lnTo>
                    <a:pt x="162754" y="296576"/>
                  </a:lnTo>
                  <a:lnTo>
                    <a:pt x="162126" y="296471"/>
                  </a:lnTo>
                  <a:lnTo>
                    <a:pt x="160920" y="295810"/>
                  </a:lnTo>
                  <a:lnTo>
                    <a:pt x="160172" y="294763"/>
                  </a:lnTo>
                  <a:lnTo>
                    <a:pt x="158007" y="293568"/>
                  </a:lnTo>
                  <a:lnTo>
                    <a:pt x="157299" y="293376"/>
                  </a:lnTo>
                  <a:lnTo>
                    <a:pt x="156861" y="293553"/>
                  </a:lnTo>
                  <a:lnTo>
                    <a:pt x="156864" y="293190"/>
                  </a:lnTo>
                  <a:lnTo>
                    <a:pt x="154937" y="292814"/>
                  </a:lnTo>
                  <a:lnTo>
                    <a:pt x="153735" y="291715"/>
                  </a:lnTo>
                  <a:lnTo>
                    <a:pt x="153430" y="291726"/>
                  </a:lnTo>
                  <a:lnTo>
                    <a:pt x="153157" y="291281"/>
                  </a:lnTo>
                  <a:lnTo>
                    <a:pt x="152887" y="291360"/>
                  </a:lnTo>
                  <a:lnTo>
                    <a:pt x="152316" y="290339"/>
                  </a:lnTo>
                  <a:lnTo>
                    <a:pt x="152644" y="288940"/>
                  </a:lnTo>
                  <a:lnTo>
                    <a:pt x="153300" y="288377"/>
                  </a:lnTo>
                  <a:lnTo>
                    <a:pt x="153521" y="287791"/>
                  </a:lnTo>
                  <a:lnTo>
                    <a:pt x="153611" y="287001"/>
                  </a:lnTo>
                  <a:lnTo>
                    <a:pt x="153383" y="286280"/>
                  </a:lnTo>
                  <a:lnTo>
                    <a:pt x="153868" y="285886"/>
                  </a:lnTo>
                  <a:lnTo>
                    <a:pt x="154025" y="285326"/>
                  </a:lnTo>
                  <a:lnTo>
                    <a:pt x="153651" y="283547"/>
                  </a:lnTo>
                  <a:lnTo>
                    <a:pt x="153842" y="283455"/>
                  </a:lnTo>
                  <a:lnTo>
                    <a:pt x="153931" y="281849"/>
                  </a:lnTo>
                  <a:lnTo>
                    <a:pt x="153213" y="280763"/>
                  </a:lnTo>
                  <a:lnTo>
                    <a:pt x="152407" y="280634"/>
                  </a:lnTo>
                  <a:lnTo>
                    <a:pt x="152445" y="280270"/>
                  </a:lnTo>
                  <a:lnTo>
                    <a:pt x="151971" y="279868"/>
                  </a:lnTo>
                  <a:lnTo>
                    <a:pt x="152053" y="279372"/>
                  </a:lnTo>
                  <a:lnTo>
                    <a:pt x="151649" y="279316"/>
                  </a:lnTo>
                  <a:lnTo>
                    <a:pt x="150960" y="278267"/>
                  </a:lnTo>
                  <a:lnTo>
                    <a:pt x="149983" y="277663"/>
                  </a:lnTo>
                  <a:lnTo>
                    <a:pt x="149163" y="277629"/>
                  </a:lnTo>
                  <a:lnTo>
                    <a:pt x="148738" y="277377"/>
                  </a:lnTo>
                  <a:lnTo>
                    <a:pt x="148498" y="277527"/>
                  </a:lnTo>
                  <a:lnTo>
                    <a:pt x="147446" y="276303"/>
                  </a:lnTo>
                  <a:lnTo>
                    <a:pt x="147269" y="275685"/>
                  </a:lnTo>
                  <a:lnTo>
                    <a:pt x="147545" y="275066"/>
                  </a:lnTo>
                  <a:lnTo>
                    <a:pt x="147701" y="270798"/>
                  </a:lnTo>
                  <a:lnTo>
                    <a:pt x="148090" y="268964"/>
                  </a:lnTo>
                  <a:lnTo>
                    <a:pt x="148625" y="267184"/>
                  </a:lnTo>
                  <a:lnTo>
                    <a:pt x="148239" y="265381"/>
                  </a:lnTo>
                  <a:lnTo>
                    <a:pt x="147709" y="264673"/>
                  </a:lnTo>
                  <a:lnTo>
                    <a:pt x="148017" y="264302"/>
                  </a:lnTo>
                  <a:lnTo>
                    <a:pt x="148206" y="261307"/>
                  </a:lnTo>
                  <a:lnTo>
                    <a:pt x="147932" y="261102"/>
                  </a:lnTo>
                  <a:lnTo>
                    <a:pt x="147965" y="260487"/>
                  </a:lnTo>
                  <a:lnTo>
                    <a:pt x="149068" y="255463"/>
                  </a:lnTo>
                  <a:lnTo>
                    <a:pt x="150595" y="256207"/>
                  </a:lnTo>
                  <a:lnTo>
                    <a:pt x="151189" y="257155"/>
                  </a:lnTo>
                  <a:lnTo>
                    <a:pt x="154330" y="258189"/>
                  </a:lnTo>
                  <a:lnTo>
                    <a:pt x="156136" y="259516"/>
                  </a:lnTo>
                  <a:lnTo>
                    <a:pt x="158226" y="260402"/>
                  </a:lnTo>
                  <a:lnTo>
                    <a:pt x="159046" y="260521"/>
                  </a:lnTo>
                  <a:lnTo>
                    <a:pt x="161516" y="257772"/>
                  </a:lnTo>
                  <a:lnTo>
                    <a:pt x="169476" y="251550"/>
                  </a:lnTo>
                  <a:lnTo>
                    <a:pt x="169882" y="251604"/>
                  </a:lnTo>
                  <a:lnTo>
                    <a:pt x="169985" y="251135"/>
                  </a:lnTo>
                  <a:lnTo>
                    <a:pt x="170853" y="250361"/>
                  </a:lnTo>
                  <a:lnTo>
                    <a:pt x="171006" y="249537"/>
                  </a:lnTo>
                  <a:lnTo>
                    <a:pt x="171865" y="249305"/>
                  </a:lnTo>
                  <a:lnTo>
                    <a:pt x="173424" y="249473"/>
                  </a:lnTo>
                  <a:lnTo>
                    <a:pt x="173796" y="248824"/>
                  </a:lnTo>
                  <a:lnTo>
                    <a:pt x="174194" y="248619"/>
                  </a:lnTo>
                  <a:lnTo>
                    <a:pt x="175055" y="248732"/>
                  </a:lnTo>
                  <a:lnTo>
                    <a:pt x="177071" y="247657"/>
                  </a:lnTo>
                  <a:lnTo>
                    <a:pt x="181050" y="243224"/>
                  </a:lnTo>
                  <a:lnTo>
                    <a:pt x="179585" y="235138"/>
                  </a:lnTo>
                  <a:lnTo>
                    <a:pt x="184468" y="224910"/>
                  </a:lnTo>
                  <a:lnTo>
                    <a:pt x="178839" y="219051"/>
                  </a:lnTo>
                  <a:lnTo>
                    <a:pt x="177681" y="219808"/>
                  </a:lnTo>
                  <a:lnTo>
                    <a:pt x="175493" y="222942"/>
                  </a:lnTo>
                  <a:lnTo>
                    <a:pt x="169739" y="224800"/>
                  </a:lnTo>
                  <a:lnTo>
                    <a:pt x="169577" y="224452"/>
                  </a:lnTo>
                  <a:lnTo>
                    <a:pt x="168962" y="224175"/>
                  </a:lnTo>
                  <a:lnTo>
                    <a:pt x="168787" y="223606"/>
                  </a:lnTo>
                  <a:lnTo>
                    <a:pt x="164849" y="223044"/>
                  </a:lnTo>
                  <a:lnTo>
                    <a:pt x="164101" y="222329"/>
                  </a:lnTo>
                  <a:lnTo>
                    <a:pt x="161159" y="220957"/>
                  </a:lnTo>
                  <a:lnTo>
                    <a:pt x="160465" y="220880"/>
                  </a:lnTo>
                  <a:lnTo>
                    <a:pt x="156981" y="222984"/>
                  </a:lnTo>
                  <a:lnTo>
                    <a:pt x="154572" y="222353"/>
                  </a:lnTo>
                  <a:lnTo>
                    <a:pt x="153718" y="222834"/>
                  </a:lnTo>
                  <a:lnTo>
                    <a:pt x="152069" y="222164"/>
                  </a:lnTo>
                  <a:lnTo>
                    <a:pt x="146138" y="220630"/>
                  </a:lnTo>
                  <a:lnTo>
                    <a:pt x="144705" y="221019"/>
                  </a:lnTo>
                  <a:lnTo>
                    <a:pt x="142860" y="220473"/>
                  </a:lnTo>
                  <a:lnTo>
                    <a:pt x="141908" y="220856"/>
                  </a:lnTo>
                  <a:lnTo>
                    <a:pt x="139093" y="220142"/>
                  </a:lnTo>
                  <a:lnTo>
                    <a:pt x="131824" y="223489"/>
                  </a:lnTo>
                  <a:lnTo>
                    <a:pt x="131642" y="223680"/>
                  </a:lnTo>
                  <a:lnTo>
                    <a:pt x="131422" y="225746"/>
                  </a:lnTo>
                  <a:lnTo>
                    <a:pt x="130663" y="226049"/>
                  </a:lnTo>
                  <a:lnTo>
                    <a:pt x="127058" y="226557"/>
                  </a:lnTo>
                  <a:lnTo>
                    <a:pt x="122860" y="225099"/>
                  </a:lnTo>
                  <a:lnTo>
                    <a:pt x="121361" y="224863"/>
                  </a:lnTo>
                  <a:lnTo>
                    <a:pt x="118581" y="222635"/>
                  </a:lnTo>
                  <a:lnTo>
                    <a:pt x="108853" y="224398"/>
                  </a:lnTo>
                  <a:lnTo>
                    <a:pt x="106636" y="224408"/>
                  </a:lnTo>
                  <a:lnTo>
                    <a:pt x="96201" y="213520"/>
                  </a:lnTo>
                  <a:lnTo>
                    <a:pt x="93082" y="212851"/>
                  </a:lnTo>
                  <a:lnTo>
                    <a:pt x="92752" y="212445"/>
                  </a:lnTo>
                  <a:lnTo>
                    <a:pt x="90340" y="211224"/>
                  </a:lnTo>
                  <a:lnTo>
                    <a:pt x="85804" y="207666"/>
                  </a:lnTo>
                  <a:lnTo>
                    <a:pt x="83727" y="206634"/>
                  </a:lnTo>
                  <a:lnTo>
                    <a:pt x="80894" y="204404"/>
                  </a:lnTo>
                  <a:lnTo>
                    <a:pt x="77544" y="201222"/>
                  </a:lnTo>
                  <a:lnTo>
                    <a:pt x="75448" y="201842"/>
                  </a:lnTo>
                  <a:lnTo>
                    <a:pt x="71296" y="201673"/>
                  </a:lnTo>
                  <a:lnTo>
                    <a:pt x="68610" y="204315"/>
                  </a:lnTo>
                  <a:lnTo>
                    <a:pt x="67291" y="205166"/>
                  </a:lnTo>
                  <a:lnTo>
                    <a:pt x="65761" y="206871"/>
                  </a:lnTo>
                  <a:lnTo>
                    <a:pt x="60813" y="209727"/>
                  </a:lnTo>
                  <a:lnTo>
                    <a:pt x="61630" y="215735"/>
                  </a:lnTo>
                  <a:lnTo>
                    <a:pt x="61466" y="220828"/>
                  </a:lnTo>
                  <a:lnTo>
                    <a:pt x="55813" y="219149"/>
                  </a:lnTo>
                  <a:lnTo>
                    <a:pt x="54348" y="219235"/>
                  </a:lnTo>
                  <a:lnTo>
                    <a:pt x="50463" y="218432"/>
                  </a:lnTo>
                  <a:lnTo>
                    <a:pt x="49088" y="219276"/>
                  </a:lnTo>
                  <a:lnTo>
                    <a:pt x="47733" y="218791"/>
                  </a:lnTo>
                  <a:lnTo>
                    <a:pt x="45569" y="219149"/>
                  </a:lnTo>
                  <a:lnTo>
                    <a:pt x="44815" y="218587"/>
                  </a:lnTo>
                  <a:lnTo>
                    <a:pt x="44304" y="218593"/>
                  </a:lnTo>
                  <a:lnTo>
                    <a:pt x="43151" y="219083"/>
                  </a:lnTo>
                  <a:lnTo>
                    <a:pt x="41479" y="220869"/>
                  </a:lnTo>
                  <a:lnTo>
                    <a:pt x="38534" y="222318"/>
                  </a:lnTo>
                  <a:lnTo>
                    <a:pt x="37887" y="222403"/>
                  </a:lnTo>
                  <a:lnTo>
                    <a:pt x="35960" y="223878"/>
                  </a:lnTo>
                  <a:lnTo>
                    <a:pt x="33779" y="224071"/>
                  </a:lnTo>
                  <a:lnTo>
                    <a:pt x="31941" y="223294"/>
                  </a:lnTo>
                  <a:lnTo>
                    <a:pt x="30946" y="223140"/>
                  </a:lnTo>
                  <a:lnTo>
                    <a:pt x="27910" y="219714"/>
                  </a:lnTo>
                  <a:lnTo>
                    <a:pt x="26200" y="219052"/>
                  </a:lnTo>
                  <a:lnTo>
                    <a:pt x="26812" y="209122"/>
                  </a:lnTo>
                  <a:lnTo>
                    <a:pt x="26579" y="209072"/>
                  </a:lnTo>
                  <a:lnTo>
                    <a:pt x="26887" y="194955"/>
                  </a:lnTo>
                  <a:lnTo>
                    <a:pt x="25838" y="193794"/>
                  </a:lnTo>
                  <a:lnTo>
                    <a:pt x="25825" y="193188"/>
                  </a:lnTo>
                  <a:lnTo>
                    <a:pt x="25378" y="192418"/>
                  </a:lnTo>
                  <a:lnTo>
                    <a:pt x="24600" y="192138"/>
                  </a:lnTo>
                  <a:lnTo>
                    <a:pt x="23857" y="190368"/>
                  </a:lnTo>
                  <a:lnTo>
                    <a:pt x="23404" y="190215"/>
                  </a:lnTo>
                  <a:lnTo>
                    <a:pt x="23119" y="188478"/>
                  </a:lnTo>
                  <a:lnTo>
                    <a:pt x="23581" y="187514"/>
                  </a:lnTo>
                  <a:lnTo>
                    <a:pt x="24030" y="187026"/>
                  </a:lnTo>
                  <a:lnTo>
                    <a:pt x="24523" y="186916"/>
                  </a:lnTo>
                  <a:lnTo>
                    <a:pt x="25408" y="185659"/>
                  </a:lnTo>
                  <a:lnTo>
                    <a:pt x="26770" y="184414"/>
                  </a:lnTo>
                  <a:lnTo>
                    <a:pt x="27152" y="184177"/>
                  </a:lnTo>
                  <a:lnTo>
                    <a:pt x="28535" y="184638"/>
                  </a:lnTo>
                  <a:lnTo>
                    <a:pt x="28669" y="184384"/>
                  </a:lnTo>
                  <a:lnTo>
                    <a:pt x="29123" y="184446"/>
                  </a:lnTo>
                  <a:lnTo>
                    <a:pt x="29747" y="183938"/>
                  </a:lnTo>
                  <a:lnTo>
                    <a:pt x="30134" y="184038"/>
                  </a:lnTo>
                  <a:lnTo>
                    <a:pt x="30247" y="183450"/>
                  </a:lnTo>
                  <a:lnTo>
                    <a:pt x="30722" y="183189"/>
                  </a:lnTo>
                  <a:lnTo>
                    <a:pt x="30995" y="182531"/>
                  </a:lnTo>
                  <a:lnTo>
                    <a:pt x="31727" y="182570"/>
                  </a:lnTo>
                  <a:lnTo>
                    <a:pt x="31786" y="182056"/>
                  </a:lnTo>
                  <a:lnTo>
                    <a:pt x="32318" y="181596"/>
                  </a:lnTo>
                  <a:lnTo>
                    <a:pt x="32188" y="181193"/>
                  </a:lnTo>
                  <a:lnTo>
                    <a:pt x="30075" y="180106"/>
                  </a:lnTo>
                  <a:lnTo>
                    <a:pt x="27136" y="179603"/>
                  </a:lnTo>
                  <a:lnTo>
                    <a:pt x="23877" y="178481"/>
                  </a:lnTo>
                  <a:lnTo>
                    <a:pt x="22577" y="177322"/>
                  </a:lnTo>
                  <a:lnTo>
                    <a:pt x="16331" y="174417"/>
                  </a:lnTo>
                  <a:lnTo>
                    <a:pt x="11736" y="173049"/>
                  </a:lnTo>
                  <a:lnTo>
                    <a:pt x="10349" y="171567"/>
                  </a:lnTo>
                  <a:lnTo>
                    <a:pt x="13281" y="168033"/>
                  </a:lnTo>
                  <a:lnTo>
                    <a:pt x="13469" y="166266"/>
                  </a:lnTo>
                  <a:lnTo>
                    <a:pt x="11550" y="161141"/>
                  </a:lnTo>
                  <a:lnTo>
                    <a:pt x="11401" y="158768"/>
                  </a:lnTo>
                  <a:lnTo>
                    <a:pt x="12343" y="155388"/>
                  </a:lnTo>
                  <a:lnTo>
                    <a:pt x="11201" y="155295"/>
                  </a:lnTo>
                  <a:lnTo>
                    <a:pt x="10409" y="154872"/>
                  </a:lnTo>
                  <a:lnTo>
                    <a:pt x="7984" y="154362"/>
                  </a:lnTo>
                  <a:lnTo>
                    <a:pt x="5280" y="154303"/>
                  </a:lnTo>
                  <a:lnTo>
                    <a:pt x="0" y="154635"/>
                  </a:lnTo>
                  <a:lnTo>
                    <a:pt x="223" y="142339"/>
                  </a:lnTo>
                  <a:lnTo>
                    <a:pt x="1082" y="142460"/>
                  </a:lnTo>
                  <a:lnTo>
                    <a:pt x="1301" y="142196"/>
                  </a:lnTo>
                  <a:lnTo>
                    <a:pt x="1534" y="142266"/>
                  </a:lnTo>
                  <a:lnTo>
                    <a:pt x="1405" y="142646"/>
                  </a:lnTo>
                  <a:lnTo>
                    <a:pt x="2282" y="142915"/>
                  </a:lnTo>
                  <a:lnTo>
                    <a:pt x="3021" y="142885"/>
                  </a:lnTo>
                  <a:lnTo>
                    <a:pt x="4990" y="142169"/>
                  </a:lnTo>
                  <a:lnTo>
                    <a:pt x="7356" y="142631"/>
                  </a:lnTo>
                  <a:lnTo>
                    <a:pt x="7171" y="139937"/>
                  </a:lnTo>
                  <a:lnTo>
                    <a:pt x="7975" y="140486"/>
                  </a:lnTo>
                  <a:lnTo>
                    <a:pt x="8303" y="140107"/>
                  </a:lnTo>
                  <a:lnTo>
                    <a:pt x="8533" y="140511"/>
                  </a:lnTo>
                  <a:lnTo>
                    <a:pt x="9122" y="140637"/>
                  </a:lnTo>
                  <a:lnTo>
                    <a:pt x="8895" y="141151"/>
                  </a:lnTo>
                  <a:lnTo>
                    <a:pt x="9272" y="141364"/>
                  </a:lnTo>
                  <a:lnTo>
                    <a:pt x="9588" y="142387"/>
                  </a:lnTo>
                  <a:lnTo>
                    <a:pt x="11082" y="143955"/>
                  </a:lnTo>
                  <a:lnTo>
                    <a:pt x="13054" y="144188"/>
                  </a:lnTo>
                  <a:lnTo>
                    <a:pt x="14104" y="145165"/>
                  </a:lnTo>
                  <a:lnTo>
                    <a:pt x="15196" y="145101"/>
                  </a:lnTo>
                  <a:lnTo>
                    <a:pt x="15462" y="145480"/>
                  </a:lnTo>
                  <a:lnTo>
                    <a:pt x="16957" y="145791"/>
                  </a:lnTo>
                  <a:lnTo>
                    <a:pt x="16902" y="146152"/>
                  </a:lnTo>
                  <a:lnTo>
                    <a:pt x="17555" y="146358"/>
                  </a:lnTo>
                  <a:lnTo>
                    <a:pt x="17455" y="146598"/>
                  </a:lnTo>
                  <a:lnTo>
                    <a:pt x="17729" y="146988"/>
                  </a:lnTo>
                  <a:lnTo>
                    <a:pt x="18730" y="146788"/>
                  </a:lnTo>
                  <a:lnTo>
                    <a:pt x="19499" y="147070"/>
                  </a:lnTo>
                  <a:lnTo>
                    <a:pt x="19747" y="147401"/>
                  </a:lnTo>
                  <a:lnTo>
                    <a:pt x="20823" y="147544"/>
                  </a:lnTo>
                  <a:lnTo>
                    <a:pt x="21996" y="147234"/>
                  </a:lnTo>
                  <a:lnTo>
                    <a:pt x="22486" y="147602"/>
                  </a:lnTo>
                  <a:lnTo>
                    <a:pt x="24073" y="148109"/>
                  </a:lnTo>
                  <a:lnTo>
                    <a:pt x="24897" y="147737"/>
                  </a:lnTo>
                  <a:lnTo>
                    <a:pt x="26495" y="147709"/>
                  </a:lnTo>
                  <a:lnTo>
                    <a:pt x="28220" y="146645"/>
                  </a:lnTo>
                  <a:lnTo>
                    <a:pt x="28758" y="146738"/>
                  </a:lnTo>
                  <a:lnTo>
                    <a:pt x="28689" y="147471"/>
                  </a:lnTo>
                  <a:lnTo>
                    <a:pt x="28900" y="147616"/>
                  </a:lnTo>
                  <a:lnTo>
                    <a:pt x="30922" y="147959"/>
                  </a:lnTo>
                  <a:lnTo>
                    <a:pt x="34521" y="147721"/>
                  </a:lnTo>
                  <a:lnTo>
                    <a:pt x="35762" y="147332"/>
                  </a:lnTo>
                  <a:lnTo>
                    <a:pt x="35776" y="145553"/>
                  </a:lnTo>
                  <a:lnTo>
                    <a:pt x="34601" y="143027"/>
                  </a:lnTo>
                  <a:lnTo>
                    <a:pt x="33888" y="139506"/>
                  </a:lnTo>
                  <a:lnTo>
                    <a:pt x="34230" y="133097"/>
                  </a:lnTo>
                  <a:lnTo>
                    <a:pt x="34800" y="129748"/>
                  </a:lnTo>
                  <a:lnTo>
                    <a:pt x="34345" y="129154"/>
                  </a:lnTo>
                  <a:lnTo>
                    <a:pt x="32881" y="128598"/>
                  </a:lnTo>
                  <a:lnTo>
                    <a:pt x="30680" y="123559"/>
                  </a:lnTo>
                  <a:lnTo>
                    <a:pt x="28339" y="121794"/>
                  </a:lnTo>
                  <a:lnTo>
                    <a:pt x="25483" y="118740"/>
                  </a:lnTo>
                  <a:lnTo>
                    <a:pt x="25709" y="118605"/>
                  </a:lnTo>
                  <a:lnTo>
                    <a:pt x="25810" y="118022"/>
                  </a:lnTo>
                  <a:lnTo>
                    <a:pt x="25428" y="116727"/>
                  </a:lnTo>
                  <a:lnTo>
                    <a:pt x="24354" y="117028"/>
                  </a:lnTo>
                  <a:lnTo>
                    <a:pt x="23365" y="116685"/>
                  </a:lnTo>
                  <a:lnTo>
                    <a:pt x="19224" y="114657"/>
                  </a:lnTo>
                  <a:lnTo>
                    <a:pt x="17903" y="113370"/>
                  </a:lnTo>
                  <a:lnTo>
                    <a:pt x="17743" y="112641"/>
                  </a:lnTo>
                  <a:lnTo>
                    <a:pt x="16617" y="110769"/>
                  </a:lnTo>
                  <a:lnTo>
                    <a:pt x="16519" y="109090"/>
                  </a:lnTo>
                  <a:lnTo>
                    <a:pt x="15513" y="106775"/>
                  </a:lnTo>
                  <a:lnTo>
                    <a:pt x="14952" y="104534"/>
                  </a:lnTo>
                  <a:lnTo>
                    <a:pt x="15433" y="104047"/>
                  </a:lnTo>
                  <a:lnTo>
                    <a:pt x="16007" y="102866"/>
                  </a:lnTo>
                  <a:lnTo>
                    <a:pt x="17937" y="100776"/>
                  </a:lnTo>
                  <a:lnTo>
                    <a:pt x="18978" y="98949"/>
                  </a:lnTo>
                  <a:lnTo>
                    <a:pt x="19488" y="98563"/>
                  </a:lnTo>
                  <a:lnTo>
                    <a:pt x="20167" y="98271"/>
                  </a:lnTo>
                  <a:lnTo>
                    <a:pt x="22248" y="98126"/>
                  </a:lnTo>
                  <a:lnTo>
                    <a:pt x="24100" y="97272"/>
                  </a:lnTo>
                  <a:lnTo>
                    <a:pt x="25404" y="96209"/>
                  </a:lnTo>
                  <a:lnTo>
                    <a:pt x="27744" y="95323"/>
                  </a:lnTo>
                  <a:lnTo>
                    <a:pt x="29423" y="94295"/>
                  </a:lnTo>
                  <a:lnTo>
                    <a:pt x="31184" y="93967"/>
                  </a:lnTo>
                  <a:lnTo>
                    <a:pt x="30158" y="88607"/>
                  </a:lnTo>
                  <a:lnTo>
                    <a:pt x="29435" y="86356"/>
                  </a:lnTo>
                  <a:lnTo>
                    <a:pt x="29556" y="86103"/>
                  </a:lnTo>
                  <a:lnTo>
                    <a:pt x="27883" y="82752"/>
                  </a:lnTo>
                  <a:lnTo>
                    <a:pt x="27352" y="81195"/>
                  </a:lnTo>
                  <a:lnTo>
                    <a:pt x="26451" y="79560"/>
                  </a:lnTo>
                  <a:lnTo>
                    <a:pt x="25426" y="79217"/>
                  </a:lnTo>
                  <a:lnTo>
                    <a:pt x="24328" y="78408"/>
                  </a:lnTo>
                  <a:lnTo>
                    <a:pt x="22279" y="76431"/>
                  </a:lnTo>
                  <a:lnTo>
                    <a:pt x="20500" y="75172"/>
                  </a:lnTo>
                  <a:lnTo>
                    <a:pt x="20680" y="73823"/>
                  </a:lnTo>
                  <a:lnTo>
                    <a:pt x="20864" y="73489"/>
                  </a:lnTo>
                  <a:lnTo>
                    <a:pt x="22299" y="73014"/>
                  </a:lnTo>
                  <a:lnTo>
                    <a:pt x="22532" y="72157"/>
                  </a:lnTo>
                  <a:lnTo>
                    <a:pt x="23167" y="71835"/>
                  </a:lnTo>
                  <a:lnTo>
                    <a:pt x="25025" y="71482"/>
                  </a:lnTo>
                  <a:lnTo>
                    <a:pt x="27116" y="70729"/>
                  </a:lnTo>
                  <a:lnTo>
                    <a:pt x="26980" y="69068"/>
                  </a:lnTo>
                  <a:lnTo>
                    <a:pt x="28003" y="67813"/>
                  </a:lnTo>
                  <a:lnTo>
                    <a:pt x="29717" y="66628"/>
                  </a:lnTo>
                  <a:lnTo>
                    <a:pt x="29529" y="65630"/>
                  </a:lnTo>
                  <a:lnTo>
                    <a:pt x="30868" y="63433"/>
                  </a:lnTo>
                  <a:lnTo>
                    <a:pt x="31361" y="62982"/>
                  </a:lnTo>
                  <a:lnTo>
                    <a:pt x="32157" y="61100"/>
                  </a:lnTo>
                  <a:lnTo>
                    <a:pt x="32788" y="60383"/>
                  </a:lnTo>
                  <a:lnTo>
                    <a:pt x="33358" y="58305"/>
                  </a:lnTo>
                  <a:lnTo>
                    <a:pt x="34117" y="57745"/>
                  </a:lnTo>
                  <a:lnTo>
                    <a:pt x="35304" y="57707"/>
                  </a:lnTo>
                  <a:lnTo>
                    <a:pt x="36160" y="57061"/>
                  </a:lnTo>
                  <a:lnTo>
                    <a:pt x="36870" y="55329"/>
                  </a:lnTo>
                  <a:lnTo>
                    <a:pt x="37497" y="51716"/>
                  </a:lnTo>
                  <a:lnTo>
                    <a:pt x="37066" y="50931"/>
                  </a:lnTo>
                  <a:lnTo>
                    <a:pt x="37326" y="49912"/>
                  </a:lnTo>
                  <a:lnTo>
                    <a:pt x="37426" y="47336"/>
                  </a:lnTo>
                  <a:lnTo>
                    <a:pt x="37663" y="46607"/>
                  </a:lnTo>
                  <a:lnTo>
                    <a:pt x="38228" y="45911"/>
                  </a:lnTo>
                  <a:lnTo>
                    <a:pt x="38730" y="45609"/>
                  </a:lnTo>
                  <a:lnTo>
                    <a:pt x="39975" y="46202"/>
                  </a:lnTo>
                  <a:lnTo>
                    <a:pt x="42245" y="45861"/>
                  </a:lnTo>
                  <a:lnTo>
                    <a:pt x="43140" y="44191"/>
                  </a:lnTo>
                  <a:lnTo>
                    <a:pt x="44037" y="43529"/>
                  </a:lnTo>
                  <a:lnTo>
                    <a:pt x="45363" y="43141"/>
                  </a:lnTo>
                  <a:lnTo>
                    <a:pt x="47978" y="40892"/>
                  </a:lnTo>
                  <a:lnTo>
                    <a:pt x="49888" y="40511"/>
                  </a:lnTo>
                  <a:lnTo>
                    <a:pt x="51402" y="43246"/>
                  </a:lnTo>
                  <a:lnTo>
                    <a:pt x="52017" y="45243"/>
                  </a:lnTo>
                  <a:lnTo>
                    <a:pt x="51591" y="46574"/>
                  </a:lnTo>
                  <a:lnTo>
                    <a:pt x="51865" y="50382"/>
                  </a:lnTo>
                  <a:lnTo>
                    <a:pt x="52286" y="51711"/>
                  </a:lnTo>
                  <a:lnTo>
                    <a:pt x="53022" y="52696"/>
                  </a:lnTo>
                  <a:lnTo>
                    <a:pt x="53047" y="53558"/>
                  </a:lnTo>
                  <a:lnTo>
                    <a:pt x="53678" y="55801"/>
                  </a:lnTo>
                  <a:lnTo>
                    <a:pt x="54314" y="56277"/>
                  </a:lnTo>
                  <a:lnTo>
                    <a:pt x="54456" y="57573"/>
                  </a:lnTo>
                  <a:lnTo>
                    <a:pt x="56962" y="59248"/>
                  </a:lnTo>
                  <a:lnTo>
                    <a:pt x="58519" y="60656"/>
                  </a:lnTo>
                  <a:lnTo>
                    <a:pt x="60708" y="61442"/>
                  </a:lnTo>
                  <a:lnTo>
                    <a:pt x="61720" y="61316"/>
                  </a:lnTo>
                  <a:lnTo>
                    <a:pt x="62964" y="60733"/>
                  </a:lnTo>
                  <a:lnTo>
                    <a:pt x="64207" y="59634"/>
                  </a:lnTo>
                  <a:lnTo>
                    <a:pt x="65446" y="59480"/>
                  </a:lnTo>
                  <a:lnTo>
                    <a:pt x="66339" y="58965"/>
                  </a:lnTo>
                  <a:lnTo>
                    <a:pt x="67838" y="59712"/>
                  </a:lnTo>
                  <a:lnTo>
                    <a:pt x="70496" y="59882"/>
                  </a:lnTo>
                  <a:lnTo>
                    <a:pt x="72253" y="59523"/>
                  </a:lnTo>
                  <a:lnTo>
                    <a:pt x="73789" y="61214"/>
                  </a:lnTo>
                  <a:lnTo>
                    <a:pt x="75875" y="61970"/>
                  </a:lnTo>
                  <a:lnTo>
                    <a:pt x="76473" y="61978"/>
                  </a:lnTo>
                  <a:lnTo>
                    <a:pt x="77942" y="63458"/>
                  </a:lnTo>
                  <a:lnTo>
                    <a:pt x="78498" y="63280"/>
                  </a:lnTo>
                  <a:lnTo>
                    <a:pt x="78747" y="63508"/>
                  </a:lnTo>
                  <a:lnTo>
                    <a:pt x="79374" y="63480"/>
                  </a:lnTo>
                  <a:lnTo>
                    <a:pt x="79699" y="63854"/>
                  </a:lnTo>
                  <a:lnTo>
                    <a:pt x="80640" y="63826"/>
                  </a:lnTo>
                  <a:lnTo>
                    <a:pt x="81447" y="64101"/>
                  </a:lnTo>
                  <a:lnTo>
                    <a:pt x="81662" y="64500"/>
                  </a:lnTo>
                  <a:lnTo>
                    <a:pt x="82894" y="64627"/>
                  </a:lnTo>
                  <a:lnTo>
                    <a:pt x="83345" y="64900"/>
                  </a:lnTo>
                  <a:lnTo>
                    <a:pt x="85731" y="64944"/>
                  </a:lnTo>
                  <a:lnTo>
                    <a:pt x="89702" y="63957"/>
                  </a:lnTo>
                  <a:lnTo>
                    <a:pt x="91281" y="64006"/>
                  </a:lnTo>
                  <a:lnTo>
                    <a:pt x="91726" y="64219"/>
                  </a:lnTo>
                  <a:lnTo>
                    <a:pt x="93692" y="66331"/>
                  </a:lnTo>
                  <a:lnTo>
                    <a:pt x="94318" y="66697"/>
                  </a:lnTo>
                  <a:lnTo>
                    <a:pt x="94568" y="67674"/>
                  </a:lnTo>
                  <a:lnTo>
                    <a:pt x="96446" y="69914"/>
                  </a:lnTo>
                  <a:lnTo>
                    <a:pt x="97719" y="71060"/>
                  </a:lnTo>
                  <a:lnTo>
                    <a:pt x="100071" y="72359"/>
                  </a:lnTo>
                  <a:lnTo>
                    <a:pt x="100765" y="73056"/>
                  </a:lnTo>
                  <a:lnTo>
                    <a:pt x="101027" y="73784"/>
                  </a:lnTo>
                  <a:lnTo>
                    <a:pt x="103030" y="75290"/>
                  </a:lnTo>
                  <a:lnTo>
                    <a:pt x="103542" y="76331"/>
                  </a:lnTo>
                  <a:lnTo>
                    <a:pt x="105874" y="78037"/>
                  </a:lnTo>
                  <a:lnTo>
                    <a:pt x="109106" y="78415"/>
                  </a:lnTo>
                  <a:lnTo>
                    <a:pt x="114142" y="76144"/>
                  </a:lnTo>
                  <a:lnTo>
                    <a:pt x="119833" y="72998"/>
                  </a:lnTo>
                  <a:lnTo>
                    <a:pt x="122710" y="72941"/>
                  </a:lnTo>
                  <a:lnTo>
                    <a:pt x="123979" y="71979"/>
                  </a:lnTo>
                  <a:lnTo>
                    <a:pt x="125039" y="70236"/>
                  </a:lnTo>
                  <a:lnTo>
                    <a:pt x="126565" y="69211"/>
                  </a:lnTo>
                  <a:lnTo>
                    <a:pt x="128692" y="68947"/>
                  </a:lnTo>
                  <a:lnTo>
                    <a:pt x="129648" y="67959"/>
                  </a:lnTo>
                  <a:lnTo>
                    <a:pt x="130364" y="67742"/>
                  </a:lnTo>
                  <a:lnTo>
                    <a:pt x="130689" y="66844"/>
                  </a:lnTo>
                  <a:lnTo>
                    <a:pt x="131346" y="66761"/>
                  </a:lnTo>
                  <a:lnTo>
                    <a:pt x="131692" y="66302"/>
                  </a:lnTo>
                  <a:lnTo>
                    <a:pt x="132022" y="66761"/>
                  </a:lnTo>
                  <a:lnTo>
                    <a:pt x="132993" y="66750"/>
                  </a:lnTo>
                  <a:lnTo>
                    <a:pt x="133221" y="65711"/>
                  </a:lnTo>
                  <a:lnTo>
                    <a:pt x="135140" y="65550"/>
                  </a:lnTo>
                  <a:lnTo>
                    <a:pt x="135469" y="67309"/>
                  </a:lnTo>
                  <a:lnTo>
                    <a:pt x="134977" y="69677"/>
                  </a:lnTo>
                  <a:lnTo>
                    <a:pt x="134466" y="70207"/>
                  </a:lnTo>
                  <a:lnTo>
                    <a:pt x="135111" y="70786"/>
                  </a:lnTo>
                  <a:lnTo>
                    <a:pt x="134814" y="71054"/>
                  </a:lnTo>
                  <a:lnTo>
                    <a:pt x="135768" y="71328"/>
                  </a:lnTo>
                  <a:lnTo>
                    <a:pt x="135934" y="70477"/>
                  </a:lnTo>
                  <a:lnTo>
                    <a:pt x="136211" y="70460"/>
                  </a:lnTo>
                  <a:lnTo>
                    <a:pt x="136641" y="69595"/>
                  </a:lnTo>
                  <a:lnTo>
                    <a:pt x="137448" y="69474"/>
                  </a:lnTo>
                  <a:lnTo>
                    <a:pt x="138316" y="68553"/>
                  </a:lnTo>
                  <a:lnTo>
                    <a:pt x="138209" y="67851"/>
                  </a:lnTo>
                  <a:lnTo>
                    <a:pt x="139503" y="66810"/>
                  </a:lnTo>
                  <a:lnTo>
                    <a:pt x="140253" y="65082"/>
                  </a:lnTo>
                  <a:lnTo>
                    <a:pt x="141000" y="64018"/>
                  </a:lnTo>
                  <a:lnTo>
                    <a:pt x="140885" y="63703"/>
                  </a:lnTo>
                  <a:lnTo>
                    <a:pt x="143272" y="61785"/>
                  </a:lnTo>
                  <a:lnTo>
                    <a:pt x="143796" y="61037"/>
                  </a:lnTo>
                  <a:lnTo>
                    <a:pt x="145890" y="62778"/>
                  </a:lnTo>
                  <a:lnTo>
                    <a:pt x="147232" y="63575"/>
                  </a:lnTo>
                  <a:lnTo>
                    <a:pt x="147354" y="63999"/>
                  </a:lnTo>
                  <a:lnTo>
                    <a:pt x="151655" y="66121"/>
                  </a:lnTo>
                  <a:lnTo>
                    <a:pt x="153723" y="66692"/>
                  </a:lnTo>
                  <a:lnTo>
                    <a:pt x="154874" y="67342"/>
                  </a:lnTo>
                  <a:lnTo>
                    <a:pt x="159702" y="69030"/>
                  </a:lnTo>
                  <a:lnTo>
                    <a:pt x="160232" y="69108"/>
                  </a:lnTo>
                  <a:lnTo>
                    <a:pt x="160981" y="67066"/>
                  </a:lnTo>
                  <a:lnTo>
                    <a:pt x="160456" y="66054"/>
                  </a:lnTo>
                  <a:lnTo>
                    <a:pt x="161070" y="65204"/>
                  </a:lnTo>
                  <a:lnTo>
                    <a:pt x="162093" y="64911"/>
                  </a:lnTo>
                  <a:lnTo>
                    <a:pt x="163243" y="65038"/>
                  </a:lnTo>
                  <a:lnTo>
                    <a:pt x="164997" y="65816"/>
                  </a:lnTo>
                  <a:lnTo>
                    <a:pt x="166201" y="65881"/>
                  </a:lnTo>
                  <a:lnTo>
                    <a:pt x="167361" y="66618"/>
                  </a:lnTo>
                  <a:lnTo>
                    <a:pt x="168320" y="66927"/>
                  </a:lnTo>
                  <a:lnTo>
                    <a:pt x="169948" y="68109"/>
                  </a:lnTo>
                  <a:lnTo>
                    <a:pt x="170161" y="67884"/>
                  </a:lnTo>
                  <a:lnTo>
                    <a:pt x="170651" y="68293"/>
                  </a:lnTo>
                  <a:lnTo>
                    <a:pt x="172560" y="67199"/>
                  </a:lnTo>
                  <a:lnTo>
                    <a:pt x="173617" y="68433"/>
                  </a:lnTo>
                  <a:lnTo>
                    <a:pt x="175476" y="69847"/>
                  </a:lnTo>
                  <a:lnTo>
                    <a:pt x="177295" y="70806"/>
                  </a:lnTo>
                  <a:lnTo>
                    <a:pt x="181369" y="72305"/>
                  </a:lnTo>
                  <a:lnTo>
                    <a:pt x="183925" y="73647"/>
                  </a:lnTo>
                  <a:lnTo>
                    <a:pt x="189724" y="77170"/>
                  </a:lnTo>
                  <a:lnTo>
                    <a:pt x="192577" y="79589"/>
                  </a:lnTo>
                  <a:lnTo>
                    <a:pt x="195073" y="80706"/>
                  </a:lnTo>
                  <a:lnTo>
                    <a:pt x="196250" y="79072"/>
                  </a:lnTo>
                  <a:lnTo>
                    <a:pt x="197576" y="78018"/>
                  </a:lnTo>
                  <a:lnTo>
                    <a:pt x="198127" y="78450"/>
                  </a:lnTo>
                  <a:lnTo>
                    <a:pt x="198531" y="77828"/>
                  </a:lnTo>
                  <a:lnTo>
                    <a:pt x="198380" y="77742"/>
                  </a:lnTo>
                  <a:lnTo>
                    <a:pt x="199763" y="75770"/>
                  </a:lnTo>
                  <a:lnTo>
                    <a:pt x="201947" y="73083"/>
                  </a:lnTo>
                  <a:lnTo>
                    <a:pt x="203089" y="70544"/>
                  </a:lnTo>
                  <a:lnTo>
                    <a:pt x="204269" y="69169"/>
                  </a:lnTo>
                  <a:lnTo>
                    <a:pt x="205150" y="70123"/>
                  </a:lnTo>
                  <a:lnTo>
                    <a:pt x="205561" y="69749"/>
                  </a:lnTo>
                  <a:lnTo>
                    <a:pt x="207569" y="71335"/>
                  </a:lnTo>
                  <a:lnTo>
                    <a:pt x="207760" y="71119"/>
                  </a:lnTo>
                  <a:lnTo>
                    <a:pt x="208570" y="71543"/>
                  </a:lnTo>
                  <a:lnTo>
                    <a:pt x="209044" y="71252"/>
                  </a:lnTo>
                  <a:lnTo>
                    <a:pt x="209304" y="70755"/>
                  </a:lnTo>
                  <a:lnTo>
                    <a:pt x="210845" y="71442"/>
                  </a:lnTo>
                  <a:lnTo>
                    <a:pt x="211592" y="69402"/>
                  </a:lnTo>
                  <a:lnTo>
                    <a:pt x="212571" y="70017"/>
                  </a:lnTo>
                  <a:lnTo>
                    <a:pt x="212723" y="69708"/>
                  </a:lnTo>
                  <a:lnTo>
                    <a:pt x="213931" y="69856"/>
                  </a:lnTo>
                  <a:lnTo>
                    <a:pt x="214276" y="69333"/>
                  </a:lnTo>
                  <a:lnTo>
                    <a:pt x="215485" y="68866"/>
                  </a:lnTo>
                  <a:lnTo>
                    <a:pt x="215955" y="68218"/>
                  </a:lnTo>
                  <a:lnTo>
                    <a:pt x="217179" y="65327"/>
                  </a:lnTo>
                  <a:lnTo>
                    <a:pt x="217474" y="65779"/>
                  </a:lnTo>
                  <a:lnTo>
                    <a:pt x="219554" y="64318"/>
                  </a:lnTo>
                  <a:lnTo>
                    <a:pt x="219814" y="64475"/>
                  </a:lnTo>
                  <a:lnTo>
                    <a:pt x="220181" y="63774"/>
                  </a:lnTo>
                  <a:lnTo>
                    <a:pt x="220724" y="63646"/>
                  </a:lnTo>
                  <a:lnTo>
                    <a:pt x="220115" y="60945"/>
                  </a:lnTo>
                  <a:lnTo>
                    <a:pt x="222757" y="59345"/>
                  </a:lnTo>
                  <a:lnTo>
                    <a:pt x="223108" y="59493"/>
                  </a:lnTo>
                  <a:lnTo>
                    <a:pt x="226477" y="57286"/>
                  </a:lnTo>
                  <a:lnTo>
                    <a:pt x="223765" y="54471"/>
                  </a:lnTo>
                  <a:lnTo>
                    <a:pt x="224281" y="53429"/>
                  </a:lnTo>
                  <a:lnTo>
                    <a:pt x="221349" y="52200"/>
                  </a:lnTo>
                  <a:lnTo>
                    <a:pt x="218768" y="50609"/>
                  </a:lnTo>
                  <a:lnTo>
                    <a:pt x="216961" y="50081"/>
                  </a:lnTo>
                  <a:lnTo>
                    <a:pt x="216101" y="49947"/>
                  </a:lnTo>
                  <a:lnTo>
                    <a:pt x="213825" y="48431"/>
                  </a:lnTo>
                  <a:lnTo>
                    <a:pt x="212632" y="47018"/>
                  </a:lnTo>
                  <a:lnTo>
                    <a:pt x="213865" y="44035"/>
                  </a:lnTo>
                  <a:lnTo>
                    <a:pt x="215234" y="39325"/>
                  </a:lnTo>
                  <a:lnTo>
                    <a:pt x="216019" y="38121"/>
                  </a:lnTo>
                  <a:lnTo>
                    <a:pt x="217195" y="37047"/>
                  </a:lnTo>
                  <a:lnTo>
                    <a:pt x="229262" y="29122"/>
                  </a:lnTo>
                  <a:lnTo>
                    <a:pt x="258370" y="42330"/>
                  </a:lnTo>
                  <a:lnTo>
                    <a:pt x="259327" y="41769"/>
                  </a:lnTo>
                  <a:lnTo>
                    <a:pt x="260075" y="42861"/>
                  </a:lnTo>
                  <a:lnTo>
                    <a:pt x="260587" y="43161"/>
                  </a:lnTo>
                  <a:lnTo>
                    <a:pt x="261680" y="42937"/>
                  </a:lnTo>
                  <a:lnTo>
                    <a:pt x="262232" y="42374"/>
                  </a:lnTo>
                  <a:lnTo>
                    <a:pt x="262257" y="42643"/>
                  </a:lnTo>
                  <a:lnTo>
                    <a:pt x="261768" y="42946"/>
                  </a:lnTo>
                  <a:lnTo>
                    <a:pt x="261607" y="43410"/>
                  </a:lnTo>
                  <a:lnTo>
                    <a:pt x="263251" y="45157"/>
                  </a:lnTo>
                  <a:lnTo>
                    <a:pt x="264344" y="43710"/>
                  </a:lnTo>
                  <a:lnTo>
                    <a:pt x="267209" y="41312"/>
                  </a:lnTo>
                  <a:lnTo>
                    <a:pt x="268496" y="39310"/>
                  </a:lnTo>
                  <a:lnTo>
                    <a:pt x="268960" y="37956"/>
                  </a:lnTo>
                  <a:lnTo>
                    <a:pt x="268675" y="37476"/>
                  </a:lnTo>
                  <a:lnTo>
                    <a:pt x="268910" y="36929"/>
                  </a:lnTo>
                  <a:lnTo>
                    <a:pt x="270595" y="35471"/>
                  </a:lnTo>
                  <a:lnTo>
                    <a:pt x="271080" y="35193"/>
                  </a:lnTo>
                  <a:lnTo>
                    <a:pt x="271488" y="35401"/>
                  </a:lnTo>
                  <a:lnTo>
                    <a:pt x="271972" y="35154"/>
                  </a:lnTo>
                  <a:lnTo>
                    <a:pt x="271925" y="34544"/>
                  </a:lnTo>
                  <a:lnTo>
                    <a:pt x="272216" y="34185"/>
                  </a:lnTo>
                  <a:lnTo>
                    <a:pt x="272534" y="32858"/>
                  </a:lnTo>
                  <a:lnTo>
                    <a:pt x="273649" y="32388"/>
                  </a:lnTo>
                  <a:lnTo>
                    <a:pt x="274044" y="31771"/>
                  </a:lnTo>
                  <a:lnTo>
                    <a:pt x="273795" y="31383"/>
                  </a:lnTo>
                  <a:lnTo>
                    <a:pt x="274114" y="30741"/>
                  </a:lnTo>
                  <a:lnTo>
                    <a:pt x="274325" y="29041"/>
                  </a:lnTo>
                  <a:lnTo>
                    <a:pt x="274807" y="28643"/>
                  </a:lnTo>
                  <a:lnTo>
                    <a:pt x="275123" y="28822"/>
                  </a:lnTo>
                  <a:lnTo>
                    <a:pt x="275426" y="27985"/>
                  </a:lnTo>
                  <a:lnTo>
                    <a:pt x="275751" y="24911"/>
                  </a:lnTo>
                  <a:lnTo>
                    <a:pt x="276107" y="24186"/>
                  </a:lnTo>
                  <a:lnTo>
                    <a:pt x="276577" y="23802"/>
                  </a:lnTo>
                  <a:lnTo>
                    <a:pt x="276178" y="23184"/>
                  </a:lnTo>
                  <a:lnTo>
                    <a:pt x="276302" y="22356"/>
                  </a:lnTo>
                  <a:lnTo>
                    <a:pt x="277462" y="21862"/>
                  </a:lnTo>
                  <a:lnTo>
                    <a:pt x="276581" y="21341"/>
                  </a:lnTo>
                  <a:lnTo>
                    <a:pt x="277166" y="20659"/>
                  </a:lnTo>
                  <a:lnTo>
                    <a:pt x="277091" y="19943"/>
                  </a:lnTo>
                  <a:lnTo>
                    <a:pt x="277496" y="20059"/>
                  </a:lnTo>
                  <a:lnTo>
                    <a:pt x="277597" y="20357"/>
                  </a:lnTo>
                  <a:lnTo>
                    <a:pt x="279187" y="20628"/>
                  </a:lnTo>
                  <a:lnTo>
                    <a:pt x="279824" y="20487"/>
                  </a:lnTo>
                  <a:lnTo>
                    <a:pt x="279821" y="20650"/>
                  </a:lnTo>
                  <a:lnTo>
                    <a:pt x="280740" y="20359"/>
                  </a:lnTo>
                  <a:lnTo>
                    <a:pt x="281397" y="19091"/>
                  </a:lnTo>
                  <a:lnTo>
                    <a:pt x="282929" y="18163"/>
                  </a:lnTo>
                  <a:lnTo>
                    <a:pt x="283415" y="16422"/>
                  </a:lnTo>
                  <a:lnTo>
                    <a:pt x="284248" y="16323"/>
                  </a:lnTo>
                  <a:lnTo>
                    <a:pt x="284537" y="15035"/>
                  </a:lnTo>
                  <a:lnTo>
                    <a:pt x="284215" y="14764"/>
                  </a:lnTo>
                  <a:lnTo>
                    <a:pt x="285190" y="13926"/>
                  </a:lnTo>
                  <a:lnTo>
                    <a:pt x="285053" y="13376"/>
                  </a:lnTo>
                  <a:lnTo>
                    <a:pt x="285230" y="12545"/>
                  </a:lnTo>
                  <a:lnTo>
                    <a:pt x="284918" y="11758"/>
                  </a:lnTo>
                  <a:lnTo>
                    <a:pt x="286543" y="10100"/>
                  </a:lnTo>
                  <a:lnTo>
                    <a:pt x="286766" y="10331"/>
                  </a:lnTo>
                  <a:lnTo>
                    <a:pt x="287161" y="10254"/>
                  </a:lnTo>
                  <a:lnTo>
                    <a:pt x="286924" y="9731"/>
                  </a:lnTo>
                  <a:lnTo>
                    <a:pt x="286992" y="8591"/>
                  </a:lnTo>
                  <a:lnTo>
                    <a:pt x="288083" y="7812"/>
                  </a:lnTo>
                  <a:lnTo>
                    <a:pt x="288991" y="6216"/>
                  </a:lnTo>
                  <a:lnTo>
                    <a:pt x="289792" y="6030"/>
                  </a:lnTo>
                  <a:lnTo>
                    <a:pt x="289584" y="5528"/>
                  </a:lnTo>
                  <a:lnTo>
                    <a:pt x="290180" y="5186"/>
                  </a:lnTo>
                  <a:lnTo>
                    <a:pt x="291316" y="5000"/>
                  </a:lnTo>
                  <a:lnTo>
                    <a:pt x="292639" y="3370"/>
                  </a:lnTo>
                  <a:lnTo>
                    <a:pt x="293343" y="3256"/>
                  </a:lnTo>
                  <a:lnTo>
                    <a:pt x="295047" y="1797"/>
                  </a:lnTo>
                  <a:lnTo>
                    <a:pt x="295249" y="556"/>
                  </a:lnTo>
                  <a:lnTo>
                    <a:pt x="295948" y="0"/>
                  </a:lnTo>
                  <a:lnTo>
                    <a:pt x="297497" y="1217"/>
                  </a:lnTo>
                  <a:lnTo>
                    <a:pt x="298329" y="2417"/>
                  </a:lnTo>
                  <a:lnTo>
                    <a:pt x="300575" y="3507"/>
                  </a:lnTo>
                  <a:lnTo>
                    <a:pt x="301081" y="3512"/>
                  </a:lnTo>
                  <a:lnTo>
                    <a:pt x="302367" y="1442"/>
                  </a:lnTo>
                  <a:lnTo>
                    <a:pt x="303540" y="2104"/>
                  </a:lnTo>
                  <a:lnTo>
                    <a:pt x="305154" y="2384"/>
                  </a:lnTo>
                  <a:lnTo>
                    <a:pt x="306407" y="2299"/>
                  </a:lnTo>
                  <a:lnTo>
                    <a:pt x="306650" y="2744"/>
                  </a:lnTo>
                  <a:lnTo>
                    <a:pt x="306984" y="2719"/>
                  </a:lnTo>
                  <a:lnTo>
                    <a:pt x="306930" y="3560"/>
                  </a:lnTo>
                  <a:lnTo>
                    <a:pt x="311058" y="3170"/>
                  </a:lnTo>
                  <a:lnTo>
                    <a:pt x="311024" y="3502"/>
                  </a:lnTo>
                  <a:lnTo>
                    <a:pt x="314256" y="3692"/>
                  </a:lnTo>
                  <a:lnTo>
                    <a:pt x="314870" y="3183"/>
                  </a:lnTo>
                  <a:lnTo>
                    <a:pt x="314073" y="6106"/>
                  </a:lnTo>
                  <a:lnTo>
                    <a:pt x="314857" y="6067"/>
                  </a:lnTo>
                  <a:lnTo>
                    <a:pt x="316734" y="6660"/>
                  </a:lnTo>
                  <a:lnTo>
                    <a:pt x="317147" y="4151"/>
                  </a:lnTo>
                  <a:lnTo>
                    <a:pt x="322661" y="5870"/>
                  </a:lnTo>
                  <a:lnTo>
                    <a:pt x="322500" y="6167"/>
                  </a:lnTo>
                  <a:lnTo>
                    <a:pt x="328138" y="9288"/>
                  </a:lnTo>
                  <a:lnTo>
                    <a:pt x="330282" y="9079"/>
                  </a:lnTo>
                  <a:lnTo>
                    <a:pt x="331035" y="7943"/>
                  </a:lnTo>
                  <a:lnTo>
                    <a:pt x="331445" y="6589"/>
                  </a:lnTo>
                  <a:lnTo>
                    <a:pt x="332487" y="4807"/>
                  </a:lnTo>
                  <a:lnTo>
                    <a:pt x="332651" y="5034"/>
                  </a:lnTo>
                  <a:lnTo>
                    <a:pt x="332523" y="5481"/>
                  </a:lnTo>
                  <a:lnTo>
                    <a:pt x="335620" y="7610"/>
                  </a:lnTo>
                  <a:lnTo>
                    <a:pt x="335963" y="7071"/>
                  </a:lnTo>
                  <a:lnTo>
                    <a:pt x="339046" y="8701"/>
                  </a:lnTo>
                  <a:lnTo>
                    <a:pt x="339197" y="8485"/>
                  </a:lnTo>
                  <a:lnTo>
                    <a:pt x="342761" y="11374"/>
                  </a:lnTo>
                  <a:lnTo>
                    <a:pt x="343217" y="10651"/>
                  </a:lnTo>
                  <a:lnTo>
                    <a:pt x="346547" y="12786"/>
                  </a:lnTo>
                  <a:lnTo>
                    <a:pt x="346840" y="12504"/>
                  </a:lnTo>
                  <a:lnTo>
                    <a:pt x="347653" y="13487"/>
                  </a:lnTo>
                  <a:lnTo>
                    <a:pt x="347618" y="12681"/>
                  </a:lnTo>
                  <a:lnTo>
                    <a:pt x="348801" y="10991"/>
                  </a:lnTo>
                  <a:lnTo>
                    <a:pt x="351218" y="12376"/>
                  </a:lnTo>
                  <a:lnTo>
                    <a:pt x="352628" y="10177"/>
                  </a:lnTo>
                  <a:lnTo>
                    <a:pt x="355538" y="12983"/>
                  </a:lnTo>
                  <a:lnTo>
                    <a:pt x="355717" y="12848"/>
                  </a:lnTo>
                  <a:lnTo>
                    <a:pt x="355890" y="13042"/>
                  </a:lnTo>
                  <a:lnTo>
                    <a:pt x="355767" y="12777"/>
                  </a:lnTo>
                  <a:lnTo>
                    <a:pt x="356967" y="11514"/>
                  </a:lnTo>
                  <a:lnTo>
                    <a:pt x="357205" y="11151"/>
                  </a:lnTo>
                  <a:lnTo>
                    <a:pt x="357087" y="10747"/>
                  </a:lnTo>
                  <a:lnTo>
                    <a:pt x="359020" y="8776"/>
                  </a:lnTo>
                  <a:lnTo>
                    <a:pt x="359405" y="9066"/>
                  </a:lnTo>
                  <a:lnTo>
                    <a:pt x="360061" y="9181"/>
                  </a:lnTo>
                  <a:lnTo>
                    <a:pt x="360298" y="8864"/>
                  </a:lnTo>
                  <a:lnTo>
                    <a:pt x="362185" y="9390"/>
                  </a:lnTo>
                  <a:lnTo>
                    <a:pt x="362572" y="8484"/>
                  </a:lnTo>
                  <a:lnTo>
                    <a:pt x="363093" y="8014"/>
                  </a:lnTo>
                  <a:lnTo>
                    <a:pt x="363470" y="8493"/>
                  </a:lnTo>
                  <a:lnTo>
                    <a:pt x="364033" y="8718"/>
                  </a:lnTo>
                  <a:lnTo>
                    <a:pt x="364527" y="7011"/>
                  </a:lnTo>
                  <a:lnTo>
                    <a:pt x="365077" y="6540"/>
                  </a:lnTo>
                  <a:lnTo>
                    <a:pt x="365757" y="6588"/>
                  </a:lnTo>
                  <a:lnTo>
                    <a:pt x="366632" y="7931"/>
                  </a:lnTo>
                  <a:lnTo>
                    <a:pt x="368460" y="6796"/>
                  </a:lnTo>
                  <a:lnTo>
                    <a:pt x="369927" y="6704"/>
                  </a:lnTo>
                  <a:lnTo>
                    <a:pt x="372078" y="7905"/>
                  </a:lnTo>
                  <a:lnTo>
                    <a:pt x="374680" y="7347"/>
                  </a:lnTo>
                  <a:lnTo>
                    <a:pt x="374684" y="8155"/>
                  </a:lnTo>
                  <a:lnTo>
                    <a:pt x="375328" y="9625"/>
                  </a:lnTo>
                  <a:lnTo>
                    <a:pt x="377078" y="8769"/>
                  </a:lnTo>
                  <a:lnTo>
                    <a:pt x="378702" y="10886"/>
                  </a:lnTo>
                  <a:lnTo>
                    <a:pt x="379194" y="12529"/>
                  </a:lnTo>
                  <a:lnTo>
                    <a:pt x="380770" y="14088"/>
                  </a:lnTo>
                  <a:lnTo>
                    <a:pt x="381641" y="13376"/>
                  </a:lnTo>
                  <a:lnTo>
                    <a:pt x="382158" y="12557"/>
                  </a:lnTo>
                  <a:lnTo>
                    <a:pt x="382442" y="12478"/>
                  </a:lnTo>
                  <a:lnTo>
                    <a:pt x="383526" y="13241"/>
                  </a:lnTo>
                  <a:lnTo>
                    <a:pt x="383908" y="13173"/>
                  </a:lnTo>
                  <a:lnTo>
                    <a:pt x="385484" y="10973"/>
                  </a:lnTo>
                  <a:lnTo>
                    <a:pt x="386225" y="10811"/>
                  </a:lnTo>
                  <a:lnTo>
                    <a:pt x="386382" y="10510"/>
                  </a:lnTo>
                  <a:lnTo>
                    <a:pt x="387577" y="10966"/>
                  </a:lnTo>
                  <a:lnTo>
                    <a:pt x="389827" y="10591"/>
                  </a:lnTo>
                  <a:lnTo>
                    <a:pt x="390877" y="9517"/>
                  </a:lnTo>
                  <a:lnTo>
                    <a:pt x="390936" y="8628"/>
                  </a:lnTo>
                  <a:lnTo>
                    <a:pt x="391943" y="6938"/>
                  </a:lnTo>
                  <a:lnTo>
                    <a:pt x="391888" y="6024"/>
                  </a:lnTo>
                  <a:lnTo>
                    <a:pt x="392249" y="5463"/>
                  </a:lnTo>
                  <a:lnTo>
                    <a:pt x="393870" y="3827"/>
                  </a:lnTo>
                  <a:lnTo>
                    <a:pt x="394829" y="3278"/>
                  </a:lnTo>
                  <a:lnTo>
                    <a:pt x="395716" y="3219"/>
                  </a:lnTo>
                  <a:lnTo>
                    <a:pt x="395779" y="2310"/>
                  </a:lnTo>
                  <a:lnTo>
                    <a:pt x="396187" y="1451"/>
                  </a:lnTo>
                  <a:lnTo>
                    <a:pt x="397560" y="1090"/>
                  </a:lnTo>
                  <a:lnTo>
                    <a:pt x="398184" y="797"/>
                  </a:lnTo>
                  <a:lnTo>
                    <a:pt x="399125" y="749"/>
                  </a:lnTo>
                  <a:lnTo>
                    <a:pt x="403247" y="1691"/>
                  </a:lnTo>
                  <a:lnTo>
                    <a:pt x="406806" y="4377"/>
                  </a:lnTo>
                  <a:lnTo>
                    <a:pt x="407458" y="4006"/>
                  </a:lnTo>
                  <a:lnTo>
                    <a:pt x="409166" y="3761"/>
                  </a:lnTo>
                  <a:lnTo>
                    <a:pt x="410994" y="5098"/>
                  </a:lnTo>
                  <a:lnTo>
                    <a:pt x="412085" y="6619"/>
                  </a:lnTo>
                  <a:lnTo>
                    <a:pt x="414393" y="7797"/>
                  </a:lnTo>
                  <a:lnTo>
                    <a:pt x="415746" y="8193"/>
                  </a:lnTo>
                  <a:lnTo>
                    <a:pt x="418182" y="7856"/>
                  </a:lnTo>
                  <a:lnTo>
                    <a:pt x="418791" y="7552"/>
                  </a:lnTo>
                  <a:lnTo>
                    <a:pt x="420196" y="7863"/>
                  </a:lnTo>
                  <a:lnTo>
                    <a:pt x="421221" y="7707"/>
                  </a:lnTo>
                  <a:lnTo>
                    <a:pt x="421931" y="7873"/>
                  </a:lnTo>
                  <a:lnTo>
                    <a:pt x="426999" y="6754"/>
                  </a:lnTo>
                  <a:lnTo>
                    <a:pt x="427799" y="7341"/>
                  </a:lnTo>
                  <a:lnTo>
                    <a:pt x="430403" y="8048"/>
                  </a:lnTo>
                  <a:lnTo>
                    <a:pt x="431009" y="8404"/>
                  </a:lnTo>
                  <a:lnTo>
                    <a:pt x="434208" y="9053"/>
                  </a:lnTo>
                  <a:lnTo>
                    <a:pt x="435305" y="8991"/>
                  </a:lnTo>
                  <a:lnTo>
                    <a:pt x="436242" y="9352"/>
                  </a:lnTo>
                  <a:lnTo>
                    <a:pt x="437699" y="9289"/>
                  </a:lnTo>
                  <a:lnTo>
                    <a:pt x="441039" y="10506"/>
                  </a:lnTo>
                  <a:lnTo>
                    <a:pt x="441575" y="10441"/>
                  </a:lnTo>
                  <a:lnTo>
                    <a:pt x="445306" y="12129"/>
                  </a:lnTo>
                  <a:lnTo>
                    <a:pt x="446233" y="12997"/>
                  </a:lnTo>
                  <a:lnTo>
                    <a:pt x="449112" y="14640"/>
                  </a:lnTo>
                  <a:lnTo>
                    <a:pt x="452270" y="17755"/>
                  </a:lnTo>
                  <a:lnTo>
                    <a:pt x="452344" y="19327"/>
                  </a:lnTo>
                  <a:lnTo>
                    <a:pt x="453627" y="19239"/>
                  </a:lnTo>
                  <a:lnTo>
                    <a:pt x="456879" y="18143"/>
                  </a:lnTo>
                  <a:lnTo>
                    <a:pt x="457101" y="19835"/>
                  </a:lnTo>
                  <a:lnTo>
                    <a:pt x="456907" y="21294"/>
                  </a:lnTo>
                  <a:lnTo>
                    <a:pt x="457522" y="22414"/>
                  </a:lnTo>
                  <a:lnTo>
                    <a:pt x="457737" y="24303"/>
                  </a:lnTo>
                  <a:lnTo>
                    <a:pt x="458365" y="25059"/>
                  </a:lnTo>
                  <a:lnTo>
                    <a:pt x="459724" y="25247"/>
                  </a:lnTo>
                  <a:lnTo>
                    <a:pt x="461044" y="24779"/>
                  </a:lnTo>
                  <a:lnTo>
                    <a:pt x="462891" y="25044"/>
                  </a:lnTo>
                  <a:lnTo>
                    <a:pt x="464980" y="24241"/>
                  </a:lnTo>
                  <a:lnTo>
                    <a:pt x="465410" y="24071"/>
                  </a:lnTo>
                  <a:lnTo>
                    <a:pt x="467566" y="24318"/>
                  </a:lnTo>
                  <a:lnTo>
                    <a:pt x="469254" y="23825"/>
                  </a:lnTo>
                  <a:lnTo>
                    <a:pt x="469490" y="23468"/>
                  </a:lnTo>
                  <a:lnTo>
                    <a:pt x="470557" y="23823"/>
                  </a:lnTo>
                  <a:lnTo>
                    <a:pt x="474722" y="23745"/>
                  </a:lnTo>
                  <a:lnTo>
                    <a:pt x="476571" y="23358"/>
                  </a:lnTo>
                  <a:lnTo>
                    <a:pt x="477271" y="22939"/>
                  </a:lnTo>
                  <a:lnTo>
                    <a:pt x="478606" y="23593"/>
                  </a:lnTo>
                  <a:lnTo>
                    <a:pt x="479698" y="23587"/>
                  </a:lnTo>
                  <a:lnTo>
                    <a:pt x="484006" y="22665"/>
                  </a:lnTo>
                  <a:lnTo>
                    <a:pt x="485875" y="22958"/>
                  </a:lnTo>
                  <a:lnTo>
                    <a:pt x="488203" y="22288"/>
                  </a:lnTo>
                  <a:lnTo>
                    <a:pt x="491378" y="27709"/>
                  </a:lnTo>
                  <a:lnTo>
                    <a:pt x="491150" y="27998"/>
                  </a:lnTo>
                  <a:lnTo>
                    <a:pt x="491243" y="29700"/>
                  </a:lnTo>
                  <a:lnTo>
                    <a:pt x="492150" y="30481"/>
                  </a:lnTo>
                  <a:lnTo>
                    <a:pt x="493764" y="30931"/>
                  </a:lnTo>
                  <a:lnTo>
                    <a:pt x="494934" y="32161"/>
                  </a:lnTo>
                  <a:lnTo>
                    <a:pt x="495405" y="32169"/>
                  </a:lnTo>
                  <a:lnTo>
                    <a:pt x="496447" y="33173"/>
                  </a:lnTo>
                  <a:lnTo>
                    <a:pt x="496692" y="34853"/>
                  </a:lnTo>
                  <a:lnTo>
                    <a:pt x="496937" y="35002"/>
                  </a:lnTo>
                  <a:lnTo>
                    <a:pt x="497112" y="35663"/>
                  </a:lnTo>
                  <a:lnTo>
                    <a:pt x="498952" y="36169"/>
                  </a:lnTo>
                  <a:lnTo>
                    <a:pt x="507106" y="48755"/>
                  </a:lnTo>
                  <a:lnTo>
                    <a:pt x="510984" y="53663"/>
                  </a:lnTo>
                  <a:lnTo>
                    <a:pt x="517215" y="55480"/>
                  </a:lnTo>
                  <a:lnTo>
                    <a:pt x="518314" y="54801"/>
                  </a:lnTo>
                  <a:lnTo>
                    <a:pt x="520600" y="53929"/>
                  </a:lnTo>
                  <a:lnTo>
                    <a:pt x="522250" y="52993"/>
                  </a:lnTo>
                  <a:lnTo>
                    <a:pt x="522984" y="52236"/>
                  </a:lnTo>
                  <a:lnTo>
                    <a:pt x="523504" y="51816"/>
                  </a:lnTo>
                  <a:lnTo>
                    <a:pt x="523552" y="51327"/>
                  </a:lnTo>
                  <a:lnTo>
                    <a:pt x="524554" y="50207"/>
                  </a:lnTo>
                  <a:lnTo>
                    <a:pt x="530511" y="46236"/>
                  </a:lnTo>
                  <a:lnTo>
                    <a:pt x="532814" y="45132"/>
                  </a:lnTo>
                  <a:lnTo>
                    <a:pt x="535868" y="44196"/>
                  </a:lnTo>
                  <a:lnTo>
                    <a:pt x="540308" y="43970"/>
                  </a:lnTo>
                  <a:lnTo>
                    <a:pt x="541257" y="44240"/>
                  </a:lnTo>
                  <a:lnTo>
                    <a:pt x="543540" y="45431"/>
                  </a:lnTo>
                  <a:lnTo>
                    <a:pt x="543655" y="41038"/>
                  </a:lnTo>
                  <a:lnTo>
                    <a:pt x="544066" y="39969"/>
                  </a:lnTo>
                  <a:lnTo>
                    <a:pt x="545550" y="38841"/>
                  </a:lnTo>
                  <a:lnTo>
                    <a:pt x="546791" y="36659"/>
                  </a:lnTo>
                  <a:lnTo>
                    <a:pt x="547695" y="36082"/>
                  </a:lnTo>
                  <a:lnTo>
                    <a:pt x="548588" y="35887"/>
                  </a:lnTo>
                  <a:lnTo>
                    <a:pt x="549378" y="36271"/>
                  </a:lnTo>
                  <a:lnTo>
                    <a:pt x="548715" y="37858"/>
                  </a:lnTo>
                  <a:lnTo>
                    <a:pt x="548629" y="41638"/>
                  </a:lnTo>
                  <a:lnTo>
                    <a:pt x="547837" y="42781"/>
                  </a:lnTo>
                  <a:lnTo>
                    <a:pt x="546895" y="45067"/>
                  </a:lnTo>
                  <a:lnTo>
                    <a:pt x="548390" y="45027"/>
                  </a:lnTo>
                  <a:lnTo>
                    <a:pt x="549828" y="45339"/>
                  </a:lnTo>
                  <a:lnTo>
                    <a:pt x="551348" y="46086"/>
                  </a:lnTo>
                  <a:lnTo>
                    <a:pt x="552657" y="47298"/>
                  </a:lnTo>
                  <a:lnTo>
                    <a:pt x="553798" y="46420"/>
                  </a:lnTo>
                  <a:lnTo>
                    <a:pt x="553928" y="45900"/>
                  </a:lnTo>
                  <a:lnTo>
                    <a:pt x="555364" y="46344"/>
                  </a:lnTo>
                  <a:lnTo>
                    <a:pt x="557449" y="46005"/>
                  </a:lnTo>
                  <a:lnTo>
                    <a:pt x="559926" y="46376"/>
                  </a:lnTo>
                  <a:lnTo>
                    <a:pt x="562025" y="47366"/>
                  </a:lnTo>
                  <a:lnTo>
                    <a:pt x="563203" y="48876"/>
                  </a:lnTo>
                  <a:lnTo>
                    <a:pt x="563494" y="49903"/>
                  </a:lnTo>
                  <a:lnTo>
                    <a:pt x="563379" y="51051"/>
                  </a:lnTo>
                  <a:lnTo>
                    <a:pt x="561533" y="54126"/>
                  </a:lnTo>
                  <a:lnTo>
                    <a:pt x="560771" y="57435"/>
                  </a:lnTo>
                  <a:lnTo>
                    <a:pt x="561562" y="58360"/>
                  </a:lnTo>
                  <a:lnTo>
                    <a:pt x="562848" y="58757"/>
                  </a:lnTo>
                  <a:lnTo>
                    <a:pt x="566789" y="58605"/>
                  </a:lnTo>
                  <a:lnTo>
                    <a:pt x="569758" y="59334"/>
                  </a:lnTo>
                  <a:lnTo>
                    <a:pt x="572009" y="58761"/>
                  </a:lnTo>
                  <a:lnTo>
                    <a:pt x="574975" y="59223"/>
                  </a:lnTo>
                  <a:lnTo>
                    <a:pt x="577435" y="59045"/>
                  </a:lnTo>
                  <a:lnTo>
                    <a:pt x="579462" y="59770"/>
                  </a:lnTo>
                  <a:lnTo>
                    <a:pt x="580868" y="60774"/>
                  </a:lnTo>
                  <a:lnTo>
                    <a:pt x="580794" y="60926"/>
                  </a:lnTo>
                  <a:lnTo>
                    <a:pt x="580565" y="60933"/>
                  </a:lnTo>
                  <a:lnTo>
                    <a:pt x="580150" y="61746"/>
                  </a:lnTo>
                  <a:lnTo>
                    <a:pt x="580213" y="63144"/>
                  </a:lnTo>
                  <a:lnTo>
                    <a:pt x="581153" y="64257"/>
                  </a:lnTo>
                  <a:lnTo>
                    <a:pt x="581264" y="64724"/>
                  </a:lnTo>
                  <a:lnTo>
                    <a:pt x="581921" y="65069"/>
                  </a:lnTo>
                  <a:lnTo>
                    <a:pt x="582620" y="65940"/>
                  </a:lnTo>
                  <a:lnTo>
                    <a:pt x="584917" y="67933"/>
                  </a:lnTo>
                  <a:lnTo>
                    <a:pt x="585348" y="68844"/>
                  </a:lnTo>
                  <a:lnTo>
                    <a:pt x="585458" y="69973"/>
                  </a:lnTo>
                  <a:lnTo>
                    <a:pt x="585065" y="72132"/>
                  </a:lnTo>
                  <a:lnTo>
                    <a:pt x="586690" y="72621"/>
                  </a:lnTo>
                  <a:lnTo>
                    <a:pt x="588492" y="72057"/>
                  </a:lnTo>
                  <a:lnTo>
                    <a:pt x="588610" y="73415"/>
                  </a:lnTo>
                  <a:lnTo>
                    <a:pt x="589293" y="74820"/>
                  </a:lnTo>
                  <a:lnTo>
                    <a:pt x="588882" y="76620"/>
                  </a:lnTo>
                  <a:lnTo>
                    <a:pt x="588897" y="79732"/>
                  </a:lnTo>
                  <a:lnTo>
                    <a:pt x="588399" y="81775"/>
                  </a:lnTo>
                  <a:lnTo>
                    <a:pt x="587000" y="85622"/>
                  </a:lnTo>
                  <a:lnTo>
                    <a:pt x="586068" y="87452"/>
                  </a:lnTo>
                  <a:lnTo>
                    <a:pt x="585658" y="87769"/>
                  </a:lnTo>
                  <a:lnTo>
                    <a:pt x="586585" y="88345"/>
                  </a:lnTo>
                  <a:lnTo>
                    <a:pt x="587222" y="92820"/>
                  </a:lnTo>
                  <a:lnTo>
                    <a:pt x="587804" y="92948"/>
                  </a:lnTo>
                  <a:lnTo>
                    <a:pt x="590685" y="91516"/>
                  </a:lnTo>
                  <a:lnTo>
                    <a:pt x="590308" y="91195"/>
                  </a:lnTo>
                  <a:lnTo>
                    <a:pt x="591856" y="89291"/>
                  </a:lnTo>
                  <a:lnTo>
                    <a:pt x="592358" y="89257"/>
                  </a:lnTo>
                  <a:lnTo>
                    <a:pt x="593070" y="88174"/>
                  </a:lnTo>
                  <a:lnTo>
                    <a:pt x="594113" y="87821"/>
                  </a:lnTo>
                  <a:lnTo>
                    <a:pt x="594727" y="88259"/>
                  </a:lnTo>
                  <a:lnTo>
                    <a:pt x="595709" y="89632"/>
                  </a:lnTo>
                  <a:lnTo>
                    <a:pt x="595858" y="90287"/>
                  </a:lnTo>
                  <a:lnTo>
                    <a:pt x="596170" y="90451"/>
                  </a:lnTo>
                  <a:lnTo>
                    <a:pt x="595922" y="91439"/>
                  </a:lnTo>
                  <a:lnTo>
                    <a:pt x="596711" y="92837"/>
                  </a:lnTo>
                  <a:lnTo>
                    <a:pt x="597356" y="93437"/>
                  </a:lnTo>
                  <a:lnTo>
                    <a:pt x="597823" y="93573"/>
                  </a:lnTo>
                  <a:lnTo>
                    <a:pt x="596976" y="94403"/>
                  </a:lnTo>
                  <a:lnTo>
                    <a:pt x="596827" y="95722"/>
                  </a:lnTo>
                  <a:lnTo>
                    <a:pt x="597181" y="95829"/>
                  </a:lnTo>
                  <a:lnTo>
                    <a:pt x="598468" y="97372"/>
                  </a:lnTo>
                  <a:lnTo>
                    <a:pt x="598874" y="97104"/>
                  </a:lnTo>
                  <a:lnTo>
                    <a:pt x="598095" y="97927"/>
                  </a:lnTo>
                  <a:lnTo>
                    <a:pt x="597219" y="98507"/>
                  </a:lnTo>
                  <a:lnTo>
                    <a:pt x="596673" y="98585"/>
                  </a:lnTo>
                  <a:lnTo>
                    <a:pt x="596809" y="99464"/>
                  </a:lnTo>
                  <a:lnTo>
                    <a:pt x="596128" y="99557"/>
                  </a:lnTo>
                  <a:lnTo>
                    <a:pt x="595927" y="102661"/>
                  </a:lnTo>
                  <a:lnTo>
                    <a:pt x="597059" y="102639"/>
                  </a:lnTo>
                  <a:lnTo>
                    <a:pt x="597681" y="103943"/>
                  </a:lnTo>
                  <a:lnTo>
                    <a:pt x="598700" y="104143"/>
                  </a:lnTo>
                  <a:lnTo>
                    <a:pt x="599263" y="105245"/>
                  </a:lnTo>
                  <a:lnTo>
                    <a:pt x="599482" y="106685"/>
                  </a:lnTo>
                  <a:lnTo>
                    <a:pt x="599987" y="107546"/>
                  </a:lnTo>
                  <a:lnTo>
                    <a:pt x="600924" y="108309"/>
                  </a:lnTo>
                  <a:lnTo>
                    <a:pt x="599369" y="110173"/>
                  </a:lnTo>
                  <a:lnTo>
                    <a:pt x="596850" y="112131"/>
                  </a:lnTo>
                  <a:lnTo>
                    <a:pt x="596017" y="114453"/>
                  </a:lnTo>
                  <a:lnTo>
                    <a:pt x="597460" y="118338"/>
                  </a:lnTo>
                  <a:lnTo>
                    <a:pt x="598583" y="119801"/>
                  </a:lnTo>
                  <a:lnTo>
                    <a:pt x="599381" y="119491"/>
                  </a:lnTo>
                  <a:lnTo>
                    <a:pt x="599829" y="119798"/>
                  </a:lnTo>
                  <a:lnTo>
                    <a:pt x="601504" y="122111"/>
                  </a:lnTo>
                  <a:lnTo>
                    <a:pt x="602351" y="122596"/>
                  </a:lnTo>
                  <a:lnTo>
                    <a:pt x="602968" y="123483"/>
                  </a:lnTo>
                  <a:lnTo>
                    <a:pt x="602637" y="124057"/>
                  </a:lnTo>
                  <a:lnTo>
                    <a:pt x="601047" y="124910"/>
                  </a:lnTo>
                  <a:lnTo>
                    <a:pt x="598847" y="125429"/>
                  </a:lnTo>
                  <a:lnTo>
                    <a:pt x="598610" y="125693"/>
                  </a:lnTo>
                  <a:lnTo>
                    <a:pt x="598122" y="127300"/>
                  </a:lnTo>
                  <a:lnTo>
                    <a:pt x="598895" y="129434"/>
                  </a:lnTo>
                  <a:lnTo>
                    <a:pt x="598942" y="130528"/>
                  </a:lnTo>
                  <a:lnTo>
                    <a:pt x="597791" y="131558"/>
                  </a:lnTo>
                  <a:lnTo>
                    <a:pt x="597262" y="131768"/>
                  </a:lnTo>
                  <a:lnTo>
                    <a:pt x="597047" y="131501"/>
                  </a:lnTo>
                  <a:lnTo>
                    <a:pt x="594551" y="134550"/>
                  </a:lnTo>
                  <a:lnTo>
                    <a:pt x="591336" y="135957"/>
                  </a:lnTo>
                  <a:lnTo>
                    <a:pt x="584986" y="137269"/>
                  </a:lnTo>
                  <a:lnTo>
                    <a:pt x="583371" y="137384"/>
                  </a:lnTo>
                  <a:lnTo>
                    <a:pt x="579707" y="141662"/>
                  </a:lnTo>
                  <a:lnTo>
                    <a:pt x="576708" y="144065"/>
                  </a:lnTo>
                  <a:lnTo>
                    <a:pt x="573937" y="145303"/>
                  </a:lnTo>
                  <a:lnTo>
                    <a:pt x="572695" y="145399"/>
                  </a:lnTo>
                  <a:lnTo>
                    <a:pt x="571805" y="144127"/>
                  </a:lnTo>
                  <a:lnTo>
                    <a:pt x="569757" y="142157"/>
                  </a:lnTo>
                  <a:lnTo>
                    <a:pt x="569114" y="143527"/>
                  </a:lnTo>
                  <a:lnTo>
                    <a:pt x="566200" y="147634"/>
                  </a:lnTo>
                  <a:lnTo>
                    <a:pt x="564080" y="149889"/>
                  </a:lnTo>
                  <a:lnTo>
                    <a:pt x="562669" y="152086"/>
                  </a:lnTo>
                  <a:lnTo>
                    <a:pt x="558764" y="155395"/>
                  </a:lnTo>
                  <a:lnTo>
                    <a:pt x="558762" y="156521"/>
                  </a:lnTo>
                  <a:lnTo>
                    <a:pt x="559916" y="159593"/>
                  </a:lnTo>
                  <a:lnTo>
                    <a:pt x="561396" y="162069"/>
                  </a:lnTo>
                  <a:lnTo>
                    <a:pt x="561639" y="163096"/>
                  </a:lnTo>
                  <a:lnTo>
                    <a:pt x="562417" y="163692"/>
                  </a:lnTo>
                  <a:lnTo>
                    <a:pt x="563703" y="165718"/>
                  </a:lnTo>
                  <a:lnTo>
                    <a:pt x="564006" y="167076"/>
                  </a:lnTo>
                  <a:lnTo>
                    <a:pt x="564377" y="167393"/>
                  </a:lnTo>
                  <a:lnTo>
                    <a:pt x="565545" y="167715"/>
                  </a:lnTo>
                  <a:lnTo>
                    <a:pt x="568139" y="167871"/>
                  </a:lnTo>
                  <a:lnTo>
                    <a:pt x="568872" y="168533"/>
                  </a:lnTo>
                  <a:lnTo>
                    <a:pt x="570828" y="168525"/>
                  </a:lnTo>
                  <a:lnTo>
                    <a:pt x="572889" y="169055"/>
                  </a:lnTo>
                  <a:lnTo>
                    <a:pt x="574869" y="168942"/>
                  </a:lnTo>
                  <a:lnTo>
                    <a:pt x="576033" y="167351"/>
                  </a:lnTo>
                  <a:lnTo>
                    <a:pt x="577766" y="167953"/>
                  </a:lnTo>
                  <a:lnTo>
                    <a:pt x="577886" y="169265"/>
                  </a:lnTo>
                  <a:lnTo>
                    <a:pt x="578261" y="169402"/>
                  </a:lnTo>
                  <a:lnTo>
                    <a:pt x="577682" y="170950"/>
                  </a:lnTo>
                  <a:lnTo>
                    <a:pt x="577698" y="172506"/>
                  </a:lnTo>
                  <a:lnTo>
                    <a:pt x="578438" y="175405"/>
                  </a:lnTo>
                  <a:lnTo>
                    <a:pt x="579926" y="175402"/>
                  </a:lnTo>
                  <a:lnTo>
                    <a:pt x="582671" y="174601"/>
                  </a:lnTo>
                  <a:lnTo>
                    <a:pt x="583181" y="176864"/>
                  </a:lnTo>
                  <a:lnTo>
                    <a:pt x="583630" y="177322"/>
                  </a:lnTo>
                  <a:lnTo>
                    <a:pt x="585421" y="177786"/>
                  </a:lnTo>
                  <a:lnTo>
                    <a:pt x="585939" y="178244"/>
                  </a:lnTo>
                  <a:lnTo>
                    <a:pt x="586436" y="179192"/>
                  </a:lnTo>
                  <a:lnTo>
                    <a:pt x="587809" y="179971"/>
                  </a:lnTo>
                  <a:lnTo>
                    <a:pt x="589043" y="180107"/>
                  </a:lnTo>
                  <a:lnTo>
                    <a:pt x="589253" y="181192"/>
                  </a:lnTo>
                  <a:lnTo>
                    <a:pt x="590250" y="181567"/>
                  </a:lnTo>
                  <a:lnTo>
                    <a:pt x="590491" y="182358"/>
                  </a:lnTo>
                  <a:lnTo>
                    <a:pt x="591086" y="182860"/>
                  </a:lnTo>
                  <a:lnTo>
                    <a:pt x="591551" y="182866"/>
                  </a:lnTo>
                  <a:lnTo>
                    <a:pt x="591743" y="183357"/>
                  </a:lnTo>
                  <a:lnTo>
                    <a:pt x="592171" y="183474"/>
                  </a:lnTo>
                  <a:lnTo>
                    <a:pt x="592353" y="183028"/>
                  </a:lnTo>
                  <a:lnTo>
                    <a:pt x="592804" y="183311"/>
                  </a:lnTo>
                  <a:lnTo>
                    <a:pt x="592487" y="183635"/>
                  </a:lnTo>
                  <a:lnTo>
                    <a:pt x="594036" y="184364"/>
                  </a:lnTo>
                  <a:lnTo>
                    <a:pt x="594248" y="184035"/>
                  </a:lnTo>
                  <a:lnTo>
                    <a:pt x="594638" y="184122"/>
                  </a:lnTo>
                  <a:lnTo>
                    <a:pt x="594532" y="184544"/>
                  </a:lnTo>
                  <a:lnTo>
                    <a:pt x="595547" y="185201"/>
                  </a:lnTo>
                  <a:lnTo>
                    <a:pt x="595674" y="186086"/>
                  </a:lnTo>
                  <a:lnTo>
                    <a:pt x="596013" y="186337"/>
                  </a:lnTo>
                  <a:lnTo>
                    <a:pt x="595669" y="186561"/>
                  </a:lnTo>
                  <a:lnTo>
                    <a:pt x="596209" y="187095"/>
                  </a:lnTo>
                  <a:lnTo>
                    <a:pt x="597292" y="187547"/>
                  </a:lnTo>
                  <a:lnTo>
                    <a:pt x="597937" y="187129"/>
                  </a:lnTo>
                  <a:lnTo>
                    <a:pt x="597412" y="187932"/>
                  </a:lnTo>
                  <a:lnTo>
                    <a:pt x="597101" y="189329"/>
                  </a:lnTo>
                  <a:lnTo>
                    <a:pt x="598009" y="188660"/>
                  </a:lnTo>
                  <a:lnTo>
                    <a:pt x="598348" y="188968"/>
                  </a:lnTo>
                  <a:lnTo>
                    <a:pt x="598912" y="188657"/>
                  </a:lnTo>
                  <a:lnTo>
                    <a:pt x="599214" y="188396"/>
                  </a:lnTo>
                  <a:lnTo>
                    <a:pt x="599109" y="188106"/>
                  </a:lnTo>
                  <a:lnTo>
                    <a:pt x="599459" y="187551"/>
                  </a:lnTo>
                  <a:lnTo>
                    <a:pt x="600654" y="188157"/>
                  </a:lnTo>
                  <a:lnTo>
                    <a:pt x="601401" y="187882"/>
                  </a:lnTo>
                  <a:lnTo>
                    <a:pt x="601640" y="187987"/>
                  </a:lnTo>
                  <a:lnTo>
                    <a:pt x="601469" y="188853"/>
                  </a:lnTo>
                  <a:lnTo>
                    <a:pt x="600384" y="190149"/>
                  </a:lnTo>
                  <a:lnTo>
                    <a:pt x="600726" y="190743"/>
                  </a:lnTo>
                  <a:lnTo>
                    <a:pt x="595125" y="202642"/>
                  </a:lnTo>
                  <a:lnTo>
                    <a:pt x="576426" y="209149"/>
                  </a:lnTo>
                  <a:lnTo>
                    <a:pt x="569883" y="212902"/>
                  </a:lnTo>
                  <a:lnTo>
                    <a:pt x="564033" y="215644"/>
                  </a:lnTo>
                  <a:lnTo>
                    <a:pt x="556794" y="216249"/>
                  </a:lnTo>
                  <a:lnTo>
                    <a:pt x="542049" y="218203"/>
                  </a:lnTo>
                  <a:lnTo>
                    <a:pt x="531675" y="226414"/>
                  </a:lnTo>
                  <a:lnTo>
                    <a:pt x="530793" y="225280"/>
                  </a:lnTo>
                  <a:lnTo>
                    <a:pt x="529844" y="225227"/>
                  </a:lnTo>
                  <a:lnTo>
                    <a:pt x="529756" y="225821"/>
                  </a:lnTo>
                  <a:lnTo>
                    <a:pt x="528486" y="228378"/>
                  </a:lnTo>
                  <a:lnTo>
                    <a:pt x="526854" y="229728"/>
                  </a:lnTo>
                  <a:lnTo>
                    <a:pt x="526756" y="229355"/>
                  </a:lnTo>
                  <a:lnTo>
                    <a:pt x="523505" y="227858"/>
                  </a:lnTo>
                  <a:lnTo>
                    <a:pt x="521529" y="226263"/>
                  </a:lnTo>
                  <a:lnTo>
                    <a:pt x="518665" y="227992"/>
                  </a:lnTo>
                  <a:lnTo>
                    <a:pt x="519166" y="228504"/>
                  </a:lnTo>
                  <a:lnTo>
                    <a:pt x="514189" y="231543"/>
                  </a:lnTo>
                  <a:lnTo>
                    <a:pt x="510051" y="227955"/>
                  </a:lnTo>
                  <a:lnTo>
                    <a:pt x="509183" y="227577"/>
                  </a:lnTo>
                  <a:lnTo>
                    <a:pt x="508554" y="227874"/>
                  </a:lnTo>
                  <a:lnTo>
                    <a:pt x="507859" y="227660"/>
                  </a:lnTo>
                  <a:lnTo>
                    <a:pt x="507677" y="228068"/>
                  </a:lnTo>
                  <a:lnTo>
                    <a:pt x="506560" y="227175"/>
                  </a:lnTo>
                  <a:lnTo>
                    <a:pt x="506509" y="226634"/>
                  </a:lnTo>
                  <a:lnTo>
                    <a:pt x="506148" y="226637"/>
                  </a:lnTo>
                  <a:lnTo>
                    <a:pt x="504990" y="226771"/>
                  </a:lnTo>
                  <a:lnTo>
                    <a:pt x="505465" y="227214"/>
                  </a:lnTo>
                  <a:lnTo>
                    <a:pt x="505460" y="228400"/>
                  </a:lnTo>
                  <a:lnTo>
                    <a:pt x="504129" y="230081"/>
                  </a:lnTo>
                  <a:lnTo>
                    <a:pt x="503610" y="229408"/>
                  </a:lnTo>
                  <a:lnTo>
                    <a:pt x="504105" y="228631"/>
                  </a:lnTo>
                  <a:lnTo>
                    <a:pt x="502520" y="227092"/>
                  </a:lnTo>
                  <a:lnTo>
                    <a:pt x="502795" y="226880"/>
                  </a:lnTo>
                  <a:lnTo>
                    <a:pt x="501537" y="225464"/>
                  </a:lnTo>
                  <a:lnTo>
                    <a:pt x="500879" y="225521"/>
                  </a:lnTo>
                  <a:lnTo>
                    <a:pt x="500378" y="225986"/>
                  </a:lnTo>
                  <a:lnTo>
                    <a:pt x="500364" y="226645"/>
                  </a:lnTo>
                  <a:lnTo>
                    <a:pt x="499245" y="226438"/>
                  </a:lnTo>
                  <a:lnTo>
                    <a:pt x="498414" y="225471"/>
                  </a:lnTo>
                  <a:lnTo>
                    <a:pt x="491808" y="227558"/>
                  </a:lnTo>
                  <a:lnTo>
                    <a:pt x="488246" y="229099"/>
                  </a:lnTo>
                  <a:lnTo>
                    <a:pt x="488104" y="228959"/>
                  </a:lnTo>
                  <a:lnTo>
                    <a:pt x="486031" y="229715"/>
                  </a:lnTo>
                  <a:lnTo>
                    <a:pt x="481905" y="226748"/>
                  </a:lnTo>
                  <a:lnTo>
                    <a:pt x="479794" y="225639"/>
                  </a:lnTo>
                  <a:lnTo>
                    <a:pt x="479452" y="225115"/>
                  </a:lnTo>
                  <a:lnTo>
                    <a:pt x="478159" y="224745"/>
                  </a:lnTo>
                  <a:lnTo>
                    <a:pt x="477010" y="224000"/>
                  </a:lnTo>
                  <a:lnTo>
                    <a:pt x="476411" y="224579"/>
                  </a:lnTo>
                  <a:lnTo>
                    <a:pt x="475071" y="224053"/>
                  </a:lnTo>
                  <a:lnTo>
                    <a:pt x="474439" y="224470"/>
                  </a:lnTo>
                  <a:lnTo>
                    <a:pt x="473202" y="224670"/>
                  </a:lnTo>
                  <a:lnTo>
                    <a:pt x="471806" y="224117"/>
                  </a:lnTo>
                  <a:lnTo>
                    <a:pt x="470724" y="223156"/>
                  </a:lnTo>
                  <a:lnTo>
                    <a:pt x="470081" y="222005"/>
                  </a:lnTo>
                  <a:lnTo>
                    <a:pt x="469286" y="221169"/>
                  </a:lnTo>
                  <a:lnTo>
                    <a:pt x="469273" y="220770"/>
                  </a:lnTo>
                  <a:lnTo>
                    <a:pt x="468290" y="219082"/>
                  </a:lnTo>
                  <a:lnTo>
                    <a:pt x="467096" y="218096"/>
                  </a:lnTo>
                  <a:lnTo>
                    <a:pt x="466057" y="216407"/>
                  </a:lnTo>
                  <a:lnTo>
                    <a:pt x="463868" y="214430"/>
                  </a:lnTo>
                  <a:lnTo>
                    <a:pt x="463810" y="214070"/>
                  </a:lnTo>
                  <a:lnTo>
                    <a:pt x="461174" y="212403"/>
                  </a:lnTo>
                  <a:lnTo>
                    <a:pt x="459676" y="209010"/>
                  </a:lnTo>
                  <a:lnTo>
                    <a:pt x="458680" y="208814"/>
                  </a:lnTo>
                  <a:lnTo>
                    <a:pt x="456901" y="207611"/>
                  </a:lnTo>
                  <a:lnTo>
                    <a:pt x="456594" y="207213"/>
                  </a:lnTo>
                  <a:lnTo>
                    <a:pt x="456688" y="206324"/>
                  </a:lnTo>
                  <a:lnTo>
                    <a:pt x="455996" y="205143"/>
                  </a:lnTo>
                  <a:lnTo>
                    <a:pt x="454724" y="204863"/>
                  </a:lnTo>
                  <a:lnTo>
                    <a:pt x="452096" y="205771"/>
                  </a:lnTo>
                  <a:lnTo>
                    <a:pt x="450912" y="206297"/>
                  </a:lnTo>
                  <a:lnTo>
                    <a:pt x="447304" y="207013"/>
                  </a:lnTo>
                  <a:lnTo>
                    <a:pt x="446454" y="206742"/>
                  </a:lnTo>
                  <a:lnTo>
                    <a:pt x="446569" y="206178"/>
                  </a:lnTo>
                  <a:lnTo>
                    <a:pt x="446262" y="204500"/>
                  </a:lnTo>
                  <a:lnTo>
                    <a:pt x="445484" y="203616"/>
                  </a:lnTo>
                  <a:lnTo>
                    <a:pt x="443174" y="202726"/>
                  </a:lnTo>
                  <a:lnTo>
                    <a:pt x="441763" y="203256"/>
                  </a:lnTo>
                  <a:lnTo>
                    <a:pt x="441152" y="203131"/>
                  </a:lnTo>
                  <a:lnTo>
                    <a:pt x="439905" y="202199"/>
                  </a:lnTo>
                  <a:lnTo>
                    <a:pt x="440101" y="201111"/>
                  </a:lnTo>
                  <a:lnTo>
                    <a:pt x="439258" y="200043"/>
                  </a:lnTo>
                  <a:lnTo>
                    <a:pt x="438431" y="199751"/>
                  </a:lnTo>
                  <a:lnTo>
                    <a:pt x="437129" y="200142"/>
                  </a:lnTo>
                  <a:lnTo>
                    <a:pt x="436679" y="200253"/>
                  </a:lnTo>
                  <a:lnTo>
                    <a:pt x="435757" y="201557"/>
                  </a:lnTo>
                  <a:lnTo>
                    <a:pt x="435266" y="203118"/>
                  </a:lnTo>
                  <a:lnTo>
                    <a:pt x="435338" y="203717"/>
                  </a:lnTo>
                  <a:lnTo>
                    <a:pt x="434760" y="204862"/>
                  </a:lnTo>
                  <a:lnTo>
                    <a:pt x="432550" y="206777"/>
                  </a:lnTo>
                  <a:lnTo>
                    <a:pt x="432503" y="208135"/>
                  </a:lnTo>
                  <a:lnTo>
                    <a:pt x="427620" y="209403"/>
                  </a:lnTo>
                  <a:lnTo>
                    <a:pt x="427166" y="209816"/>
                  </a:lnTo>
                  <a:lnTo>
                    <a:pt x="427141" y="211871"/>
                  </a:lnTo>
                  <a:lnTo>
                    <a:pt x="426534" y="213285"/>
                  </a:lnTo>
                  <a:lnTo>
                    <a:pt x="426306" y="214585"/>
                  </a:lnTo>
                  <a:lnTo>
                    <a:pt x="426208" y="215936"/>
                  </a:lnTo>
                  <a:lnTo>
                    <a:pt x="426410" y="217413"/>
                  </a:lnTo>
                  <a:lnTo>
                    <a:pt x="425606" y="219574"/>
                  </a:lnTo>
                  <a:lnTo>
                    <a:pt x="425724" y="220653"/>
                  </a:lnTo>
                  <a:lnTo>
                    <a:pt x="425374" y="222701"/>
                  </a:lnTo>
                  <a:lnTo>
                    <a:pt x="424502" y="225622"/>
                  </a:lnTo>
                  <a:lnTo>
                    <a:pt x="423547" y="227392"/>
                  </a:lnTo>
                  <a:lnTo>
                    <a:pt x="422878" y="228063"/>
                  </a:lnTo>
                  <a:lnTo>
                    <a:pt x="425400" y="230814"/>
                  </a:lnTo>
                  <a:lnTo>
                    <a:pt x="426767" y="235244"/>
                  </a:lnTo>
                  <a:lnTo>
                    <a:pt x="428389" y="238106"/>
                  </a:lnTo>
                  <a:lnTo>
                    <a:pt x="427372" y="238799"/>
                  </a:lnTo>
                  <a:lnTo>
                    <a:pt x="427220" y="239522"/>
                  </a:lnTo>
                  <a:lnTo>
                    <a:pt x="426039" y="239993"/>
                  </a:lnTo>
                  <a:lnTo>
                    <a:pt x="425688" y="240635"/>
                  </a:lnTo>
                  <a:lnTo>
                    <a:pt x="425485" y="242313"/>
                  </a:lnTo>
                  <a:lnTo>
                    <a:pt x="425221" y="242791"/>
                  </a:lnTo>
                  <a:lnTo>
                    <a:pt x="424043" y="243673"/>
                  </a:lnTo>
                  <a:lnTo>
                    <a:pt x="423303" y="243594"/>
                  </a:lnTo>
                  <a:lnTo>
                    <a:pt x="422323" y="246051"/>
                  </a:lnTo>
                  <a:lnTo>
                    <a:pt x="421925" y="248209"/>
                  </a:lnTo>
                  <a:lnTo>
                    <a:pt x="420060" y="252524"/>
                  </a:lnTo>
                  <a:lnTo>
                    <a:pt x="418838" y="256214"/>
                  </a:lnTo>
                  <a:lnTo>
                    <a:pt x="416738" y="256515"/>
                  </a:lnTo>
                  <a:lnTo>
                    <a:pt x="413131" y="256517"/>
                  </a:lnTo>
                  <a:lnTo>
                    <a:pt x="411396" y="256119"/>
                  </a:lnTo>
                  <a:lnTo>
                    <a:pt x="409464" y="255303"/>
                  </a:lnTo>
                  <a:lnTo>
                    <a:pt x="407480" y="253628"/>
                  </a:lnTo>
                  <a:lnTo>
                    <a:pt x="406594" y="253442"/>
                  </a:lnTo>
                  <a:lnTo>
                    <a:pt x="405990" y="254280"/>
                  </a:lnTo>
                  <a:lnTo>
                    <a:pt x="405217" y="253849"/>
                  </a:lnTo>
                  <a:lnTo>
                    <a:pt x="404490" y="254094"/>
                  </a:lnTo>
                  <a:lnTo>
                    <a:pt x="403034" y="253248"/>
                  </a:lnTo>
                  <a:lnTo>
                    <a:pt x="401930" y="250722"/>
                  </a:lnTo>
                  <a:lnTo>
                    <a:pt x="400798" y="250542"/>
                  </a:lnTo>
                  <a:lnTo>
                    <a:pt x="400809" y="251587"/>
                  </a:lnTo>
                  <a:lnTo>
                    <a:pt x="400421" y="252820"/>
                  </a:lnTo>
                  <a:lnTo>
                    <a:pt x="400056" y="252706"/>
                  </a:lnTo>
                  <a:lnTo>
                    <a:pt x="399560" y="253194"/>
                  </a:lnTo>
                  <a:lnTo>
                    <a:pt x="398670" y="253388"/>
                  </a:lnTo>
                  <a:lnTo>
                    <a:pt x="397090" y="253592"/>
                  </a:lnTo>
                  <a:lnTo>
                    <a:pt x="392053" y="253307"/>
                  </a:lnTo>
                  <a:lnTo>
                    <a:pt x="392218" y="253144"/>
                  </a:lnTo>
                  <a:lnTo>
                    <a:pt x="390851" y="253314"/>
                  </a:lnTo>
                  <a:lnTo>
                    <a:pt x="389719" y="252949"/>
                  </a:lnTo>
                  <a:lnTo>
                    <a:pt x="388480" y="253057"/>
                  </a:lnTo>
                  <a:lnTo>
                    <a:pt x="388552" y="253543"/>
                  </a:lnTo>
                  <a:lnTo>
                    <a:pt x="389106" y="253957"/>
                  </a:lnTo>
                  <a:lnTo>
                    <a:pt x="389187" y="254297"/>
                  </a:lnTo>
                  <a:lnTo>
                    <a:pt x="388071" y="255999"/>
                  </a:lnTo>
                  <a:lnTo>
                    <a:pt x="387951" y="257038"/>
                  </a:lnTo>
                  <a:lnTo>
                    <a:pt x="386981" y="258934"/>
                  </a:lnTo>
                  <a:lnTo>
                    <a:pt x="387643" y="259378"/>
                  </a:lnTo>
                  <a:lnTo>
                    <a:pt x="387463" y="260122"/>
                  </a:lnTo>
                  <a:lnTo>
                    <a:pt x="386810" y="260363"/>
                  </a:lnTo>
                  <a:lnTo>
                    <a:pt x="386226" y="260263"/>
                  </a:lnTo>
                  <a:lnTo>
                    <a:pt x="385356" y="259265"/>
                  </a:lnTo>
                  <a:lnTo>
                    <a:pt x="384364" y="259519"/>
                  </a:lnTo>
                  <a:lnTo>
                    <a:pt x="383131" y="260177"/>
                  </a:lnTo>
                  <a:lnTo>
                    <a:pt x="382472" y="261293"/>
                  </a:lnTo>
                  <a:lnTo>
                    <a:pt x="381613" y="261388"/>
                  </a:lnTo>
                  <a:lnTo>
                    <a:pt x="381107" y="261999"/>
                  </a:lnTo>
                  <a:lnTo>
                    <a:pt x="379399" y="262122"/>
                  </a:lnTo>
                  <a:lnTo>
                    <a:pt x="377996" y="262788"/>
                  </a:lnTo>
                  <a:lnTo>
                    <a:pt x="377545" y="263154"/>
                  </a:lnTo>
                  <a:lnTo>
                    <a:pt x="377622" y="263808"/>
                  </a:lnTo>
                  <a:lnTo>
                    <a:pt x="376421" y="264314"/>
                  </a:lnTo>
                  <a:lnTo>
                    <a:pt x="376129" y="265262"/>
                  </a:lnTo>
                  <a:lnTo>
                    <a:pt x="374947" y="266372"/>
                  </a:lnTo>
                  <a:lnTo>
                    <a:pt x="374672" y="266918"/>
                  </a:lnTo>
                  <a:lnTo>
                    <a:pt x="374280" y="266929"/>
                  </a:lnTo>
                  <a:lnTo>
                    <a:pt x="373421" y="267702"/>
                  </a:lnTo>
                  <a:lnTo>
                    <a:pt x="372991" y="267734"/>
                  </a:lnTo>
                  <a:lnTo>
                    <a:pt x="372329" y="268742"/>
                  </a:lnTo>
                  <a:lnTo>
                    <a:pt x="372439" y="268975"/>
                  </a:lnTo>
                  <a:lnTo>
                    <a:pt x="371316" y="269403"/>
                  </a:lnTo>
                  <a:lnTo>
                    <a:pt x="371049" y="269724"/>
                  </a:lnTo>
                  <a:lnTo>
                    <a:pt x="371402" y="270178"/>
                  </a:lnTo>
                  <a:lnTo>
                    <a:pt x="370779" y="270571"/>
                  </a:lnTo>
                  <a:lnTo>
                    <a:pt x="367557" y="271348"/>
                  </a:lnTo>
                  <a:lnTo>
                    <a:pt x="365125" y="269964"/>
                  </a:lnTo>
                  <a:lnTo>
                    <a:pt x="363005" y="269323"/>
                  </a:lnTo>
                  <a:lnTo>
                    <a:pt x="361315" y="271533"/>
                  </a:lnTo>
                  <a:lnTo>
                    <a:pt x="359563" y="272108"/>
                  </a:lnTo>
                  <a:lnTo>
                    <a:pt x="359248" y="272549"/>
                  </a:lnTo>
                  <a:lnTo>
                    <a:pt x="357742" y="273124"/>
                  </a:lnTo>
                  <a:lnTo>
                    <a:pt x="355461" y="273539"/>
                  </a:lnTo>
                  <a:lnTo>
                    <a:pt x="352357" y="273424"/>
                  </a:lnTo>
                  <a:lnTo>
                    <a:pt x="349435" y="274005"/>
                  </a:lnTo>
                  <a:lnTo>
                    <a:pt x="349002" y="277808"/>
                  </a:lnTo>
                  <a:lnTo>
                    <a:pt x="349398" y="280271"/>
                  </a:lnTo>
                  <a:lnTo>
                    <a:pt x="352462" y="284818"/>
                  </a:lnTo>
                  <a:lnTo>
                    <a:pt x="350899" y="287825"/>
                  </a:lnTo>
                  <a:lnTo>
                    <a:pt x="349189" y="287897"/>
                  </a:lnTo>
                  <a:lnTo>
                    <a:pt x="347637" y="288566"/>
                  </a:lnTo>
                  <a:lnTo>
                    <a:pt x="345892" y="288362"/>
                  </a:lnTo>
                  <a:lnTo>
                    <a:pt x="344730" y="289619"/>
                  </a:lnTo>
                  <a:lnTo>
                    <a:pt x="343951" y="289687"/>
                  </a:lnTo>
                  <a:lnTo>
                    <a:pt x="342714" y="291208"/>
                  </a:lnTo>
                  <a:lnTo>
                    <a:pt x="340925" y="291308"/>
                  </a:lnTo>
                  <a:lnTo>
                    <a:pt x="339743" y="292051"/>
                  </a:lnTo>
                  <a:lnTo>
                    <a:pt x="336470" y="291742"/>
                  </a:lnTo>
                  <a:lnTo>
                    <a:pt x="327405" y="292025"/>
                  </a:lnTo>
                  <a:lnTo>
                    <a:pt x="321683" y="293825"/>
                  </a:lnTo>
                  <a:lnTo>
                    <a:pt x="319572" y="294782"/>
                  </a:lnTo>
                  <a:lnTo>
                    <a:pt x="316650" y="294962"/>
                  </a:lnTo>
                  <a:lnTo>
                    <a:pt x="312912" y="296080"/>
                  </a:lnTo>
                  <a:lnTo>
                    <a:pt x="311883" y="297208"/>
                  </a:lnTo>
                  <a:lnTo>
                    <a:pt x="315202" y="302230"/>
                  </a:lnTo>
                  <a:lnTo>
                    <a:pt x="329582" y="313181"/>
                  </a:lnTo>
                  <a:lnTo>
                    <a:pt x="331442" y="314141"/>
                  </a:lnTo>
                  <a:lnTo>
                    <a:pt x="332136" y="315417"/>
                  </a:lnTo>
                  <a:lnTo>
                    <a:pt x="334016" y="322033"/>
                  </a:lnTo>
                  <a:lnTo>
                    <a:pt x="334581" y="321957"/>
                  </a:lnTo>
                  <a:lnTo>
                    <a:pt x="334958" y="322163"/>
                  </a:lnTo>
                  <a:lnTo>
                    <a:pt x="335319" y="321998"/>
                  </a:lnTo>
                  <a:lnTo>
                    <a:pt x="336132" y="322604"/>
                  </a:lnTo>
                  <a:lnTo>
                    <a:pt x="336294" y="321404"/>
                  </a:lnTo>
                  <a:lnTo>
                    <a:pt x="338279" y="321649"/>
                  </a:lnTo>
                  <a:lnTo>
                    <a:pt x="340274" y="322961"/>
                  </a:lnTo>
                  <a:lnTo>
                    <a:pt x="344143" y="326716"/>
                  </a:lnTo>
                  <a:lnTo>
                    <a:pt x="345193" y="326642"/>
                  </a:lnTo>
                  <a:lnTo>
                    <a:pt x="345800" y="325890"/>
                  </a:lnTo>
                  <a:lnTo>
                    <a:pt x="347242" y="324833"/>
                  </a:lnTo>
                  <a:lnTo>
                    <a:pt x="349300" y="324429"/>
                  </a:lnTo>
                  <a:lnTo>
                    <a:pt x="349587" y="323825"/>
                  </a:lnTo>
                  <a:lnTo>
                    <a:pt x="351043" y="323260"/>
                  </a:lnTo>
                  <a:lnTo>
                    <a:pt x="350982" y="323039"/>
                  </a:lnTo>
                  <a:lnTo>
                    <a:pt x="351888" y="323209"/>
                  </a:lnTo>
                  <a:lnTo>
                    <a:pt x="351938" y="322719"/>
                  </a:lnTo>
                  <a:lnTo>
                    <a:pt x="352839" y="322442"/>
                  </a:lnTo>
                  <a:lnTo>
                    <a:pt x="353327" y="321913"/>
                  </a:lnTo>
                  <a:lnTo>
                    <a:pt x="353358" y="321376"/>
                  </a:lnTo>
                  <a:lnTo>
                    <a:pt x="354658" y="320800"/>
                  </a:lnTo>
                  <a:lnTo>
                    <a:pt x="355238" y="320966"/>
                  </a:lnTo>
                  <a:lnTo>
                    <a:pt x="356495" y="320828"/>
                  </a:lnTo>
                  <a:lnTo>
                    <a:pt x="357372" y="321106"/>
                  </a:lnTo>
                  <a:lnTo>
                    <a:pt x="358287" y="320881"/>
                  </a:lnTo>
                  <a:lnTo>
                    <a:pt x="360733" y="321081"/>
                  </a:lnTo>
                  <a:lnTo>
                    <a:pt x="361490" y="321430"/>
                  </a:lnTo>
                  <a:lnTo>
                    <a:pt x="362784" y="321306"/>
                  </a:lnTo>
                  <a:lnTo>
                    <a:pt x="363265" y="321890"/>
                  </a:lnTo>
                  <a:lnTo>
                    <a:pt x="364789" y="322276"/>
                  </a:lnTo>
                  <a:lnTo>
                    <a:pt x="365992" y="323944"/>
                  </a:lnTo>
                  <a:lnTo>
                    <a:pt x="366254" y="324724"/>
                  </a:lnTo>
                  <a:lnTo>
                    <a:pt x="367225" y="325529"/>
                  </a:lnTo>
                  <a:lnTo>
                    <a:pt x="369199" y="326363"/>
                  </a:lnTo>
                  <a:lnTo>
                    <a:pt x="367245" y="342004"/>
                  </a:lnTo>
                  <a:lnTo>
                    <a:pt x="366117" y="345817"/>
                  </a:lnTo>
                  <a:lnTo>
                    <a:pt x="365604" y="349802"/>
                  </a:lnTo>
                  <a:lnTo>
                    <a:pt x="365826" y="350235"/>
                  </a:lnTo>
                  <a:lnTo>
                    <a:pt x="365602" y="350494"/>
                  </a:lnTo>
                  <a:lnTo>
                    <a:pt x="365900" y="352082"/>
                  </a:lnTo>
                  <a:lnTo>
                    <a:pt x="367577" y="355614"/>
                  </a:lnTo>
                  <a:lnTo>
                    <a:pt x="367966" y="360808"/>
                  </a:lnTo>
                  <a:lnTo>
                    <a:pt x="368465" y="363113"/>
                  </a:lnTo>
                  <a:lnTo>
                    <a:pt x="370470" y="362147"/>
                  </a:lnTo>
                  <a:lnTo>
                    <a:pt x="371090" y="361956"/>
                  </a:lnTo>
                  <a:lnTo>
                    <a:pt x="371490" y="362134"/>
                  </a:lnTo>
                  <a:lnTo>
                    <a:pt x="372686" y="363832"/>
                  </a:lnTo>
                  <a:lnTo>
                    <a:pt x="372708" y="365265"/>
                  </a:lnTo>
                  <a:lnTo>
                    <a:pt x="373299" y="366573"/>
                  </a:lnTo>
                  <a:lnTo>
                    <a:pt x="374681" y="368170"/>
                  </a:lnTo>
                  <a:lnTo>
                    <a:pt x="375598" y="368368"/>
                  </a:lnTo>
                  <a:lnTo>
                    <a:pt x="376424" y="368080"/>
                  </a:lnTo>
                  <a:lnTo>
                    <a:pt x="377885" y="367023"/>
                  </a:lnTo>
                  <a:lnTo>
                    <a:pt x="379772" y="364146"/>
                  </a:lnTo>
                  <a:lnTo>
                    <a:pt x="381236" y="363007"/>
                  </a:lnTo>
                  <a:lnTo>
                    <a:pt x="382084" y="363030"/>
                  </a:lnTo>
                  <a:lnTo>
                    <a:pt x="382077" y="363262"/>
                  </a:lnTo>
                  <a:lnTo>
                    <a:pt x="383097" y="363528"/>
                  </a:lnTo>
                  <a:lnTo>
                    <a:pt x="385157" y="365237"/>
                  </a:lnTo>
                  <a:lnTo>
                    <a:pt x="385900" y="366624"/>
                  </a:lnTo>
                  <a:lnTo>
                    <a:pt x="385816" y="368387"/>
                  </a:lnTo>
                  <a:lnTo>
                    <a:pt x="387170" y="371527"/>
                  </a:lnTo>
                  <a:lnTo>
                    <a:pt x="388249" y="372916"/>
                  </a:lnTo>
                  <a:lnTo>
                    <a:pt x="389123" y="373474"/>
                  </a:lnTo>
                  <a:lnTo>
                    <a:pt x="390818" y="374112"/>
                  </a:lnTo>
                  <a:lnTo>
                    <a:pt x="393621" y="374470"/>
                  </a:lnTo>
                  <a:lnTo>
                    <a:pt x="395203" y="374367"/>
                  </a:lnTo>
                  <a:lnTo>
                    <a:pt x="397475" y="373947"/>
                  </a:lnTo>
                  <a:lnTo>
                    <a:pt x="401185" y="372378"/>
                  </a:lnTo>
                  <a:lnTo>
                    <a:pt x="403707" y="371908"/>
                  </a:lnTo>
                  <a:lnTo>
                    <a:pt x="410119" y="370344"/>
                  </a:lnTo>
                  <a:lnTo>
                    <a:pt x="414641" y="368765"/>
                  </a:lnTo>
                  <a:lnTo>
                    <a:pt x="416093" y="367667"/>
                  </a:lnTo>
                  <a:lnTo>
                    <a:pt x="416997" y="366587"/>
                  </a:lnTo>
                  <a:lnTo>
                    <a:pt x="417789" y="364968"/>
                  </a:lnTo>
                  <a:lnTo>
                    <a:pt x="419275" y="360556"/>
                  </a:lnTo>
                  <a:lnTo>
                    <a:pt x="419854" y="359750"/>
                  </a:lnTo>
                  <a:lnTo>
                    <a:pt x="420468" y="359309"/>
                  </a:lnTo>
                  <a:lnTo>
                    <a:pt x="421400" y="359099"/>
                  </a:lnTo>
                  <a:lnTo>
                    <a:pt x="425028" y="359000"/>
                  </a:lnTo>
                  <a:lnTo>
                    <a:pt x="436557" y="358647"/>
                  </a:lnTo>
                  <a:lnTo>
                    <a:pt x="437521" y="358555"/>
                  </a:lnTo>
                  <a:lnTo>
                    <a:pt x="441756" y="357246"/>
                  </a:lnTo>
                  <a:lnTo>
                    <a:pt x="447732" y="357492"/>
                  </a:lnTo>
                  <a:lnTo>
                    <a:pt x="453974" y="356809"/>
                  </a:lnTo>
                  <a:lnTo>
                    <a:pt x="454580" y="356415"/>
                  </a:lnTo>
                  <a:lnTo>
                    <a:pt x="458691" y="356329"/>
                  </a:lnTo>
                  <a:lnTo>
                    <a:pt x="469061" y="355019"/>
                  </a:lnTo>
                  <a:lnTo>
                    <a:pt x="471259" y="354608"/>
                  </a:lnTo>
                  <a:lnTo>
                    <a:pt x="474627" y="354662"/>
                  </a:lnTo>
                  <a:lnTo>
                    <a:pt x="475548" y="354045"/>
                  </a:lnTo>
                  <a:lnTo>
                    <a:pt x="476641" y="352617"/>
                  </a:lnTo>
                  <a:lnTo>
                    <a:pt x="477030" y="351377"/>
                  </a:lnTo>
                  <a:lnTo>
                    <a:pt x="476985" y="350761"/>
                  </a:lnTo>
                  <a:lnTo>
                    <a:pt x="475523" y="347674"/>
                  </a:lnTo>
                  <a:lnTo>
                    <a:pt x="472704" y="344762"/>
                  </a:lnTo>
                  <a:lnTo>
                    <a:pt x="472968" y="344495"/>
                  </a:lnTo>
                  <a:lnTo>
                    <a:pt x="471680" y="343214"/>
                  </a:lnTo>
                  <a:lnTo>
                    <a:pt x="470673" y="340881"/>
                  </a:lnTo>
                  <a:lnTo>
                    <a:pt x="471095" y="341628"/>
                  </a:lnTo>
                  <a:lnTo>
                    <a:pt x="472527" y="342985"/>
                  </a:lnTo>
                  <a:lnTo>
                    <a:pt x="472521" y="343292"/>
                  </a:lnTo>
                  <a:lnTo>
                    <a:pt x="474084" y="343601"/>
                  </a:lnTo>
                  <a:lnTo>
                    <a:pt x="474346" y="343166"/>
                  </a:lnTo>
                  <a:lnTo>
                    <a:pt x="474321" y="342562"/>
                  </a:lnTo>
                  <a:lnTo>
                    <a:pt x="474905" y="342205"/>
                  </a:lnTo>
                  <a:lnTo>
                    <a:pt x="475383" y="341542"/>
                  </a:lnTo>
                  <a:lnTo>
                    <a:pt x="477066" y="341034"/>
                  </a:lnTo>
                  <a:lnTo>
                    <a:pt x="479665" y="341518"/>
                  </a:lnTo>
                  <a:lnTo>
                    <a:pt x="479097" y="339879"/>
                  </a:lnTo>
                  <a:lnTo>
                    <a:pt x="479603" y="339256"/>
                  </a:lnTo>
                  <a:lnTo>
                    <a:pt x="482103" y="339435"/>
                  </a:lnTo>
                  <a:lnTo>
                    <a:pt x="483943" y="338188"/>
                  </a:lnTo>
                  <a:lnTo>
                    <a:pt x="484465" y="338546"/>
                  </a:lnTo>
                  <a:lnTo>
                    <a:pt x="485474" y="338768"/>
                  </a:lnTo>
                  <a:lnTo>
                    <a:pt x="488192" y="337815"/>
                  </a:lnTo>
                  <a:lnTo>
                    <a:pt x="490960" y="335890"/>
                  </a:lnTo>
                  <a:lnTo>
                    <a:pt x="492942" y="335085"/>
                  </a:lnTo>
                  <a:lnTo>
                    <a:pt x="493218" y="334718"/>
                  </a:lnTo>
                  <a:lnTo>
                    <a:pt x="494474" y="334058"/>
                  </a:lnTo>
                  <a:lnTo>
                    <a:pt x="495027" y="334658"/>
                  </a:lnTo>
                  <a:lnTo>
                    <a:pt x="495063" y="335031"/>
                  </a:lnTo>
                  <a:lnTo>
                    <a:pt x="495711" y="335443"/>
                  </a:lnTo>
                  <a:lnTo>
                    <a:pt x="496367" y="335549"/>
                  </a:lnTo>
                  <a:lnTo>
                    <a:pt x="496395" y="335208"/>
                  </a:lnTo>
                  <a:lnTo>
                    <a:pt x="497541" y="335306"/>
                  </a:lnTo>
                  <a:lnTo>
                    <a:pt x="499341" y="334123"/>
                  </a:lnTo>
                  <a:lnTo>
                    <a:pt x="499277" y="333425"/>
                  </a:lnTo>
                  <a:lnTo>
                    <a:pt x="499624" y="333762"/>
                  </a:lnTo>
                  <a:lnTo>
                    <a:pt x="500739" y="333484"/>
                  </a:lnTo>
                  <a:lnTo>
                    <a:pt x="501112" y="333175"/>
                  </a:lnTo>
                  <a:lnTo>
                    <a:pt x="503708" y="332745"/>
                  </a:lnTo>
                  <a:lnTo>
                    <a:pt x="505122" y="332043"/>
                  </a:lnTo>
                  <a:lnTo>
                    <a:pt x="507487" y="332038"/>
                  </a:lnTo>
                  <a:lnTo>
                    <a:pt x="510040" y="331394"/>
                  </a:lnTo>
                  <a:lnTo>
                    <a:pt x="511380" y="331332"/>
                  </a:lnTo>
                  <a:lnTo>
                    <a:pt x="512648" y="330486"/>
                  </a:lnTo>
                  <a:lnTo>
                    <a:pt x="513751" y="330240"/>
                  </a:lnTo>
                  <a:lnTo>
                    <a:pt x="516550" y="330541"/>
                  </a:lnTo>
                  <a:lnTo>
                    <a:pt x="517679" y="330383"/>
                  </a:lnTo>
                  <a:lnTo>
                    <a:pt x="518267" y="330677"/>
                  </a:lnTo>
                  <a:lnTo>
                    <a:pt x="519162" y="331776"/>
                  </a:lnTo>
                  <a:lnTo>
                    <a:pt x="521618" y="332554"/>
                  </a:lnTo>
                  <a:lnTo>
                    <a:pt x="522181" y="335299"/>
                  </a:lnTo>
                  <a:lnTo>
                    <a:pt x="522716" y="336070"/>
                  </a:lnTo>
                  <a:lnTo>
                    <a:pt x="523911" y="337028"/>
                  </a:lnTo>
                  <a:lnTo>
                    <a:pt x="525577" y="336449"/>
                  </a:lnTo>
                  <a:lnTo>
                    <a:pt x="525727" y="336070"/>
                  </a:lnTo>
                  <a:lnTo>
                    <a:pt x="527159" y="336105"/>
                  </a:lnTo>
                  <a:lnTo>
                    <a:pt x="527802" y="336697"/>
                  </a:lnTo>
                  <a:lnTo>
                    <a:pt x="528050" y="337984"/>
                  </a:lnTo>
                  <a:lnTo>
                    <a:pt x="528929" y="337962"/>
                  </a:lnTo>
                  <a:lnTo>
                    <a:pt x="528908" y="338455"/>
                  </a:lnTo>
                  <a:lnTo>
                    <a:pt x="529813" y="338973"/>
                  </a:lnTo>
                  <a:lnTo>
                    <a:pt x="532556" y="338486"/>
                  </a:lnTo>
                  <a:lnTo>
                    <a:pt x="533529" y="338947"/>
                  </a:lnTo>
                  <a:lnTo>
                    <a:pt x="534399" y="338810"/>
                  </a:lnTo>
                  <a:lnTo>
                    <a:pt x="535223" y="338077"/>
                  </a:lnTo>
                  <a:lnTo>
                    <a:pt x="535835" y="337857"/>
                  </a:lnTo>
                  <a:lnTo>
                    <a:pt x="536134" y="337163"/>
                  </a:lnTo>
                  <a:lnTo>
                    <a:pt x="536945" y="336986"/>
                  </a:lnTo>
                  <a:lnTo>
                    <a:pt x="537177" y="336663"/>
                  </a:lnTo>
                  <a:lnTo>
                    <a:pt x="537606" y="336485"/>
                  </a:lnTo>
                  <a:lnTo>
                    <a:pt x="537777" y="336814"/>
                  </a:lnTo>
                  <a:lnTo>
                    <a:pt x="538821" y="336968"/>
                  </a:lnTo>
                  <a:lnTo>
                    <a:pt x="539475" y="336839"/>
                  </a:lnTo>
                  <a:lnTo>
                    <a:pt x="540602" y="336003"/>
                  </a:lnTo>
                  <a:lnTo>
                    <a:pt x="540503" y="336464"/>
                  </a:lnTo>
                  <a:lnTo>
                    <a:pt x="540744" y="336431"/>
                  </a:lnTo>
                  <a:lnTo>
                    <a:pt x="540790" y="336671"/>
                  </a:lnTo>
                  <a:lnTo>
                    <a:pt x="540559" y="336888"/>
                  </a:lnTo>
                  <a:lnTo>
                    <a:pt x="540655" y="338048"/>
                  </a:lnTo>
                  <a:lnTo>
                    <a:pt x="542055" y="338886"/>
                  </a:lnTo>
                  <a:lnTo>
                    <a:pt x="543602" y="339328"/>
                  </a:lnTo>
                  <a:lnTo>
                    <a:pt x="544320" y="339842"/>
                  </a:lnTo>
                  <a:lnTo>
                    <a:pt x="544397" y="340128"/>
                  </a:lnTo>
                  <a:lnTo>
                    <a:pt x="545988" y="340145"/>
                  </a:lnTo>
                  <a:lnTo>
                    <a:pt x="546293" y="340886"/>
                  </a:lnTo>
                  <a:lnTo>
                    <a:pt x="546933" y="340837"/>
                  </a:lnTo>
                  <a:lnTo>
                    <a:pt x="548014" y="340290"/>
                  </a:lnTo>
                  <a:lnTo>
                    <a:pt x="549721" y="340471"/>
                  </a:lnTo>
                  <a:lnTo>
                    <a:pt x="551490" y="340173"/>
                  </a:lnTo>
                  <a:lnTo>
                    <a:pt x="555044" y="340831"/>
                  </a:lnTo>
                  <a:lnTo>
                    <a:pt x="558797" y="340169"/>
                  </a:lnTo>
                  <a:lnTo>
                    <a:pt x="574400" y="343545"/>
                  </a:lnTo>
                  <a:lnTo>
                    <a:pt x="574508" y="344058"/>
                  </a:lnTo>
                  <a:lnTo>
                    <a:pt x="574781" y="344062"/>
                  </a:lnTo>
                  <a:lnTo>
                    <a:pt x="575449" y="343969"/>
                  </a:lnTo>
                  <a:lnTo>
                    <a:pt x="576454" y="343220"/>
                  </a:lnTo>
                  <a:lnTo>
                    <a:pt x="577803" y="342867"/>
                  </a:lnTo>
                  <a:lnTo>
                    <a:pt x="579316" y="343519"/>
                  </a:lnTo>
                  <a:lnTo>
                    <a:pt x="579771" y="343458"/>
                  </a:lnTo>
                  <a:lnTo>
                    <a:pt x="580229" y="343073"/>
                  </a:lnTo>
                  <a:lnTo>
                    <a:pt x="581002" y="343579"/>
                  </a:lnTo>
                  <a:lnTo>
                    <a:pt x="581769" y="343440"/>
                  </a:lnTo>
                  <a:lnTo>
                    <a:pt x="582734" y="340505"/>
                  </a:lnTo>
                  <a:lnTo>
                    <a:pt x="581936" y="337870"/>
                  </a:lnTo>
                  <a:lnTo>
                    <a:pt x="581394" y="337208"/>
                  </a:lnTo>
                  <a:lnTo>
                    <a:pt x="581235" y="336451"/>
                  </a:lnTo>
                  <a:lnTo>
                    <a:pt x="580485" y="335829"/>
                  </a:lnTo>
                  <a:lnTo>
                    <a:pt x="580943" y="335392"/>
                  </a:lnTo>
                  <a:lnTo>
                    <a:pt x="581516" y="335525"/>
                  </a:lnTo>
                  <a:lnTo>
                    <a:pt x="581456" y="334878"/>
                  </a:lnTo>
                  <a:lnTo>
                    <a:pt x="582374" y="334276"/>
                  </a:lnTo>
                  <a:lnTo>
                    <a:pt x="585542" y="333178"/>
                  </a:lnTo>
                  <a:lnTo>
                    <a:pt x="586525" y="332079"/>
                  </a:lnTo>
                  <a:lnTo>
                    <a:pt x="588318" y="331743"/>
                  </a:lnTo>
                  <a:lnTo>
                    <a:pt x="589838" y="330444"/>
                  </a:lnTo>
                  <a:lnTo>
                    <a:pt x="590511" y="330164"/>
                  </a:lnTo>
                  <a:lnTo>
                    <a:pt x="591748" y="330914"/>
                  </a:lnTo>
                  <a:lnTo>
                    <a:pt x="592411" y="332427"/>
                  </a:lnTo>
                  <a:lnTo>
                    <a:pt x="592160" y="333714"/>
                  </a:lnTo>
                  <a:lnTo>
                    <a:pt x="593142" y="333525"/>
                  </a:lnTo>
                  <a:lnTo>
                    <a:pt x="594060" y="333683"/>
                  </a:lnTo>
                  <a:lnTo>
                    <a:pt x="595264" y="333415"/>
                  </a:lnTo>
                  <a:lnTo>
                    <a:pt x="596036" y="333525"/>
                  </a:lnTo>
                  <a:lnTo>
                    <a:pt x="596797" y="333770"/>
                  </a:lnTo>
                  <a:lnTo>
                    <a:pt x="598466" y="334850"/>
                  </a:lnTo>
                  <a:lnTo>
                    <a:pt x="599260" y="334096"/>
                  </a:lnTo>
                  <a:lnTo>
                    <a:pt x="600079" y="333892"/>
                  </a:lnTo>
                  <a:lnTo>
                    <a:pt x="603350" y="334133"/>
                  </a:lnTo>
                  <a:lnTo>
                    <a:pt x="604297" y="333544"/>
                  </a:lnTo>
                  <a:lnTo>
                    <a:pt x="603967" y="331636"/>
                  </a:lnTo>
                  <a:lnTo>
                    <a:pt x="604794" y="330889"/>
                  </a:lnTo>
                  <a:lnTo>
                    <a:pt x="606209" y="330261"/>
                  </a:lnTo>
                  <a:lnTo>
                    <a:pt x="606540" y="329547"/>
                  </a:lnTo>
                  <a:lnTo>
                    <a:pt x="606472" y="329210"/>
                  </a:lnTo>
                  <a:lnTo>
                    <a:pt x="604517" y="327817"/>
                  </a:lnTo>
                  <a:lnTo>
                    <a:pt x="605261" y="326441"/>
                  </a:lnTo>
                  <a:lnTo>
                    <a:pt x="605746" y="324490"/>
                  </a:lnTo>
                  <a:lnTo>
                    <a:pt x="606093" y="324446"/>
                  </a:lnTo>
                  <a:lnTo>
                    <a:pt x="607129" y="324957"/>
                  </a:lnTo>
                  <a:lnTo>
                    <a:pt x="607484" y="323867"/>
                  </a:lnTo>
                  <a:lnTo>
                    <a:pt x="609293" y="323258"/>
                  </a:lnTo>
                  <a:lnTo>
                    <a:pt x="611419" y="323710"/>
                  </a:lnTo>
                  <a:lnTo>
                    <a:pt x="611968" y="323486"/>
                  </a:lnTo>
                  <a:lnTo>
                    <a:pt x="612520" y="323788"/>
                  </a:lnTo>
                  <a:lnTo>
                    <a:pt x="614063" y="322852"/>
                  </a:lnTo>
                  <a:lnTo>
                    <a:pt x="615614" y="323532"/>
                  </a:lnTo>
                  <a:lnTo>
                    <a:pt x="615498" y="323366"/>
                  </a:lnTo>
                  <a:lnTo>
                    <a:pt x="615985" y="322697"/>
                  </a:lnTo>
                  <a:lnTo>
                    <a:pt x="616797" y="322841"/>
                  </a:lnTo>
                  <a:lnTo>
                    <a:pt x="617896" y="321243"/>
                  </a:lnTo>
                  <a:lnTo>
                    <a:pt x="619046" y="320982"/>
                  </a:lnTo>
                  <a:lnTo>
                    <a:pt x="620015" y="320907"/>
                  </a:lnTo>
                  <a:lnTo>
                    <a:pt x="620779" y="321182"/>
                  </a:lnTo>
                  <a:lnTo>
                    <a:pt x="623358" y="321470"/>
                  </a:lnTo>
                  <a:lnTo>
                    <a:pt x="622976" y="321129"/>
                  </a:lnTo>
                  <a:lnTo>
                    <a:pt x="623031" y="320259"/>
                  </a:lnTo>
                  <a:lnTo>
                    <a:pt x="623701" y="320146"/>
                  </a:lnTo>
                  <a:lnTo>
                    <a:pt x="623930" y="319023"/>
                  </a:lnTo>
                  <a:lnTo>
                    <a:pt x="624543" y="318224"/>
                  </a:lnTo>
                  <a:lnTo>
                    <a:pt x="623593" y="318076"/>
                  </a:lnTo>
                  <a:lnTo>
                    <a:pt x="623632" y="316910"/>
                  </a:lnTo>
                  <a:lnTo>
                    <a:pt x="620829" y="317160"/>
                  </a:lnTo>
                  <a:lnTo>
                    <a:pt x="613609" y="317151"/>
                  </a:lnTo>
                  <a:lnTo>
                    <a:pt x="610965" y="317853"/>
                  </a:lnTo>
                  <a:lnTo>
                    <a:pt x="608962" y="318762"/>
                  </a:lnTo>
                  <a:lnTo>
                    <a:pt x="604752" y="319326"/>
                  </a:lnTo>
                  <a:lnTo>
                    <a:pt x="603131" y="319350"/>
                  </a:lnTo>
                  <a:lnTo>
                    <a:pt x="600044" y="318366"/>
                  </a:lnTo>
                  <a:lnTo>
                    <a:pt x="596926" y="316613"/>
                  </a:lnTo>
                  <a:lnTo>
                    <a:pt x="595958" y="315617"/>
                  </a:lnTo>
                  <a:lnTo>
                    <a:pt x="588911" y="305627"/>
                  </a:lnTo>
                  <a:lnTo>
                    <a:pt x="583016" y="301621"/>
                  </a:lnTo>
                  <a:lnTo>
                    <a:pt x="580385" y="298554"/>
                  </a:lnTo>
                  <a:lnTo>
                    <a:pt x="578902" y="296346"/>
                  </a:lnTo>
                  <a:lnTo>
                    <a:pt x="576486" y="292526"/>
                  </a:lnTo>
                  <a:lnTo>
                    <a:pt x="574816" y="290695"/>
                  </a:lnTo>
                  <a:lnTo>
                    <a:pt x="573952" y="290054"/>
                  </a:lnTo>
                  <a:lnTo>
                    <a:pt x="572564" y="289209"/>
                  </a:lnTo>
                  <a:lnTo>
                    <a:pt x="571219" y="288866"/>
                  </a:lnTo>
                  <a:lnTo>
                    <a:pt x="569096" y="288873"/>
                  </a:lnTo>
                  <a:lnTo>
                    <a:pt x="566940" y="288572"/>
                  </a:lnTo>
                  <a:lnTo>
                    <a:pt x="565880" y="288203"/>
                  </a:lnTo>
                  <a:lnTo>
                    <a:pt x="564306" y="286487"/>
                  </a:lnTo>
                  <a:lnTo>
                    <a:pt x="564137" y="284297"/>
                  </a:lnTo>
                  <a:lnTo>
                    <a:pt x="564517" y="282266"/>
                  </a:lnTo>
                  <a:lnTo>
                    <a:pt x="564997" y="280704"/>
                  </a:lnTo>
                  <a:lnTo>
                    <a:pt x="565827" y="279182"/>
                  </a:lnTo>
                  <a:lnTo>
                    <a:pt x="565695" y="278601"/>
                  </a:lnTo>
                  <a:lnTo>
                    <a:pt x="566933" y="277667"/>
                  </a:lnTo>
                  <a:lnTo>
                    <a:pt x="567475" y="276081"/>
                  </a:lnTo>
                  <a:lnTo>
                    <a:pt x="567158" y="274772"/>
                  </a:lnTo>
                  <a:lnTo>
                    <a:pt x="565214" y="272978"/>
                  </a:lnTo>
                  <a:lnTo>
                    <a:pt x="564044" y="272490"/>
                  </a:lnTo>
                  <a:lnTo>
                    <a:pt x="562799" y="272657"/>
                  </a:lnTo>
                  <a:lnTo>
                    <a:pt x="561774" y="270733"/>
                  </a:lnTo>
                  <a:lnTo>
                    <a:pt x="562692" y="269212"/>
                  </a:lnTo>
                  <a:lnTo>
                    <a:pt x="562796" y="268765"/>
                  </a:lnTo>
                  <a:lnTo>
                    <a:pt x="562551" y="268404"/>
                  </a:lnTo>
                  <a:lnTo>
                    <a:pt x="562906" y="268185"/>
                  </a:lnTo>
                  <a:lnTo>
                    <a:pt x="562525" y="268219"/>
                  </a:lnTo>
                  <a:lnTo>
                    <a:pt x="562830" y="266512"/>
                  </a:lnTo>
                  <a:lnTo>
                    <a:pt x="565540" y="260614"/>
                  </a:lnTo>
                  <a:lnTo>
                    <a:pt x="566433" y="260479"/>
                  </a:lnTo>
                  <a:lnTo>
                    <a:pt x="567593" y="259721"/>
                  </a:lnTo>
                  <a:lnTo>
                    <a:pt x="568020" y="259672"/>
                  </a:lnTo>
                  <a:lnTo>
                    <a:pt x="568641" y="258982"/>
                  </a:lnTo>
                  <a:lnTo>
                    <a:pt x="568627" y="258112"/>
                  </a:lnTo>
                  <a:lnTo>
                    <a:pt x="569306" y="257401"/>
                  </a:lnTo>
                  <a:lnTo>
                    <a:pt x="569218" y="257069"/>
                  </a:lnTo>
                  <a:lnTo>
                    <a:pt x="569923" y="256705"/>
                  </a:lnTo>
                  <a:lnTo>
                    <a:pt x="570419" y="257467"/>
                  </a:lnTo>
                  <a:lnTo>
                    <a:pt x="571650" y="256509"/>
                  </a:lnTo>
                  <a:lnTo>
                    <a:pt x="571027" y="254671"/>
                  </a:lnTo>
                  <a:lnTo>
                    <a:pt x="569568" y="254713"/>
                  </a:lnTo>
                  <a:lnTo>
                    <a:pt x="569615" y="255539"/>
                  </a:lnTo>
                  <a:lnTo>
                    <a:pt x="567760" y="255513"/>
                  </a:lnTo>
                  <a:lnTo>
                    <a:pt x="567178" y="253837"/>
                  </a:lnTo>
                  <a:lnTo>
                    <a:pt x="571828" y="254115"/>
                  </a:lnTo>
                  <a:lnTo>
                    <a:pt x="571873" y="253034"/>
                  </a:lnTo>
                  <a:lnTo>
                    <a:pt x="572304" y="252971"/>
                  </a:lnTo>
                  <a:lnTo>
                    <a:pt x="571854" y="250627"/>
                  </a:lnTo>
                  <a:lnTo>
                    <a:pt x="569650" y="250974"/>
                  </a:lnTo>
                  <a:lnTo>
                    <a:pt x="568684" y="246364"/>
                  </a:lnTo>
                  <a:lnTo>
                    <a:pt x="567756" y="244428"/>
                  </a:lnTo>
                  <a:lnTo>
                    <a:pt x="566653" y="242739"/>
                  </a:lnTo>
                  <a:lnTo>
                    <a:pt x="566712" y="242473"/>
                  </a:lnTo>
                  <a:lnTo>
                    <a:pt x="565784" y="242151"/>
                  </a:lnTo>
                  <a:lnTo>
                    <a:pt x="564221" y="240845"/>
                  </a:lnTo>
                  <a:lnTo>
                    <a:pt x="563543" y="239748"/>
                  </a:lnTo>
                  <a:lnTo>
                    <a:pt x="562930" y="239521"/>
                  </a:lnTo>
                  <a:lnTo>
                    <a:pt x="562193" y="238446"/>
                  </a:lnTo>
                  <a:lnTo>
                    <a:pt x="561222" y="236305"/>
                  </a:lnTo>
                  <a:lnTo>
                    <a:pt x="561445" y="235938"/>
                  </a:lnTo>
                  <a:lnTo>
                    <a:pt x="561352" y="235344"/>
                  </a:lnTo>
                  <a:lnTo>
                    <a:pt x="562568" y="234147"/>
                  </a:lnTo>
                  <a:lnTo>
                    <a:pt x="565441" y="233219"/>
                  </a:lnTo>
                  <a:lnTo>
                    <a:pt x="566480" y="232533"/>
                  </a:lnTo>
                  <a:lnTo>
                    <a:pt x="567333" y="232640"/>
                  </a:lnTo>
                  <a:lnTo>
                    <a:pt x="568791" y="232416"/>
                  </a:lnTo>
                  <a:lnTo>
                    <a:pt x="569773" y="232942"/>
                  </a:lnTo>
                  <a:lnTo>
                    <a:pt x="572712" y="233137"/>
                  </a:lnTo>
                  <a:lnTo>
                    <a:pt x="574738" y="232716"/>
                  </a:lnTo>
                  <a:lnTo>
                    <a:pt x="576416" y="233145"/>
                  </a:lnTo>
                  <a:lnTo>
                    <a:pt x="578950" y="231789"/>
                  </a:lnTo>
                  <a:lnTo>
                    <a:pt x="579602" y="231660"/>
                  </a:lnTo>
                  <a:lnTo>
                    <a:pt x="583759" y="228772"/>
                  </a:lnTo>
                  <a:lnTo>
                    <a:pt x="585306" y="228238"/>
                  </a:lnTo>
                  <a:lnTo>
                    <a:pt x="586333" y="227357"/>
                  </a:lnTo>
                  <a:lnTo>
                    <a:pt x="588875" y="225800"/>
                  </a:lnTo>
                  <a:lnTo>
                    <a:pt x="589263" y="225570"/>
                  </a:lnTo>
                  <a:lnTo>
                    <a:pt x="589950" y="224414"/>
                  </a:lnTo>
                  <a:lnTo>
                    <a:pt x="590824" y="223503"/>
                  </a:lnTo>
                  <a:lnTo>
                    <a:pt x="591616" y="223561"/>
                  </a:lnTo>
                  <a:lnTo>
                    <a:pt x="593394" y="222511"/>
                  </a:lnTo>
                  <a:lnTo>
                    <a:pt x="593529" y="222045"/>
                  </a:lnTo>
                  <a:lnTo>
                    <a:pt x="594583" y="221226"/>
                  </a:lnTo>
                  <a:lnTo>
                    <a:pt x="595376" y="221192"/>
                  </a:lnTo>
                  <a:lnTo>
                    <a:pt x="595404" y="221645"/>
                  </a:lnTo>
                  <a:lnTo>
                    <a:pt x="595687" y="221731"/>
                  </a:lnTo>
                  <a:lnTo>
                    <a:pt x="597222" y="220022"/>
                  </a:lnTo>
                  <a:lnTo>
                    <a:pt x="597518" y="220424"/>
                  </a:lnTo>
                  <a:lnTo>
                    <a:pt x="598526" y="220271"/>
                  </a:lnTo>
                  <a:lnTo>
                    <a:pt x="598835" y="220557"/>
                  </a:lnTo>
                  <a:lnTo>
                    <a:pt x="600901" y="220586"/>
                  </a:lnTo>
                  <a:lnTo>
                    <a:pt x="603220" y="219827"/>
                  </a:lnTo>
                  <a:lnTo>
                    <a:pt x="605431" y="220909"/>
                  </a:lnTo>
                  <a:lnTo>
                    <a:pt x="605686" y="222992"/>
                  </a:lnTo>
                  <a:lnTo>
                    <a:pt x="610229" y="223147"/>
                  </a:lnTo>
                  <a:lnTo>
                    <a:pt x="612511" y="222137"/>
                  </a:lnTo>
                  <a:lnTo>
                    <a:pt x="613466" y="221109"/>
                  </a:lnTo>
                  <a:lnTo>
                    <a:pt x="614051" y="221180"/>
                  </a:lnTo>
                  <a:lnTo>
                    <a:pt x="616669" y="220404"/>
                  </a:lnTo>
                  <a:lnTo>
                    <a:pt x="620381" y="220391"/>
                  </a:lnTo>
                  <a:lnTo>
                    <a:pt x="624179" y="219683"/>
                  </a:lnTo>
                  <a:lnTo>
                    <a:pt x="626348" y="219661"/>
                  </a:lnTo>
                  <a:lnTo>
                    <a:pt x="628856" y="219094"/>
                  </a:lnTo>
                  <a:lnTo>
                    <a:pt x="630240" y="219112"/>
                  </a:lnTo>
                  <a:lnTo>
                    <a:pt x="630572" y="219298"/>
                  </a:lnTo>
                  <a:lnTo>
                    <a:pt x="631192" y="218525"/>
                  </a:lnTo>
                  <a:lnTo>
                    <a:pt x="631010" y="216516"/>
                  </a:lnTo>
                  <a:lnTo>
                    <a:pt x="632463" y="216553"/>
                  </a:lnTo>
                  <a:lnTo>
                    <a:pt x="632988" y="216840"/>
                  </a:lnTo>
                  <a:lnTo>
                    <a:pt x="633373" y="216485"/>
                  </a:lnTo>
                  <a:lnTo>
                    <a:pt x="634468" y="217276"/>
                  </a:lnTo>
                  <a:lnTo>
                    <a:pt x="635183" y="217125"/>
                  </a:lnTo>
                  <a:lnTo>
                    <a:pt x="635406" y="216131"/>
                  </a:lnTo>
                  <a:lnTo>
                    <a:pt x="637781" y="215853"/>
                  </a:lnTo>
                  <a:lnTo>
                    <a:pt x="637804" y="215376"/>
                  </a:lnTo>
                  <a:lnTo>
                    <a:pt x="638294" y="215201"/>
                  </a:lnTo>
                  <a:lnTo>
                    <a:pt x="639148" y="215336"/>
                  </a:lnTo>
                  <a:lnTo>
                    <a:pt x="639432" y="215746"/>
                  </a:lnTo>
                  <a:lnTo>
                    <a:pt x="639605" y="215644"/>
                  </a:lnTo>
                  <a:lnTo>
                    <a:pt x="639371" y="213839"/>
                  </a:lnTo>
                  <a:lnTo>
                    <a:pt x="639980" y="212585"/>
                  </a:lnTo>
                  <a:lnTo>
                    <a:pt x="642220" y="210911"/>
                  </a:lnTo>
                  <a:lnTo>
                    <a:pt x="642962" y="210856"/>
                  </a:lnTo>
                  <a:lnTo>
                    <a:pt x="643180" y="209933"/>
                  </a:lnTo>
                  <a:lnTo>
                    <a:pt x="644653" y="209767"/>
                  </a:lnTo>
                  <a:lnTo>
                    <a:pt x="645710" y="209187"/>
                  </a:lnTo>
                  <a:lnTo>
                    <a:pt x="646764" y="208179"/>
                  </a:lnTo>
                  <a:lnTo>
                    <a:pt x="647780" y="208065"/>
                  </a:lnTo>
                  <a:lnTo>
                    <a:pt x="650413" y="207152"/>
                  </a:lnTo>
                  <a:lnTo>
                    <a:pt x="654334" y="208943"/>
                  </a:lnTo>
                  <a:lnTo>
                    <a:pt x="658493" y="202854"/>
                  </a:lnTo>
                  <a:lnTo>
                    <a:pt x="659875" y="201975"/>
                  </a:lnTo>
                  <a:lnTo>
                    <a:pt x="660624" y="202092"/>
                  </a:lnTo>
                  <a:lnTo>
                    <a:pt x="662699" y="204365"/>
                  </a:lnTo>
                  <a:lnTo>
                    <a:pt x="663371" y="204551"/>
                  </a:lnTo>
                  <a:lnTo>
                    <a:pt x="663810" y="204141"/>
                  </a:lnTo>
                  <a:lnTo>
                    <a:pt x="664574" y="204009"/>
                  </a:lnTo>
                  <a:lnTo>
                    <a:pt x="665742" y="204239"/>
                  </a:lnTo>
                  <a:lnTo>
                    <a:pt x="666696" y="204154"/>
                  </a:lnTo>
                  <a:lnTo>
                    <a:pt x="669158" y="203457"/>
                  </a:lnTo>
                  <a:lnTo>
                    <a:pt x="672317" y="203358"/>
                  </a:lnTo>
                  <a:lnTo>
                    <a:pt x="672814" y="203228"/>
                  </a:lnTo>
                  <a:lnTo>
                    <a:pt x="673027" y="202904"/>
                  </a:lnTo>
                  <a:lnTo>
                    <a:pt x="673139" y="203077"/>
                  </a:lnTo>
                  <a:lnTo>
                    <a:pt x="674490" y="202911"/>
                  </a:lnTo>
                  <a:lnTo>
                    <a:pt x="674696" y="203141"/>
                  </a:lnTo>
                  <a:lnTo>
                    <a:pt x="674968" y="202115"/>
                  </a:lnTo>
                  <a:lnTo>
                    <a:pt x="676028" y="201857"/>
                  </a:lnTo>
                  <a:lnTo>
                    <a:pt x="676911" y="202204"/>
                  </a:lnTo>
                  <a:lnTo>
                    <a:pt x="677886" y="203172"/>
                  </a:lnTo>
                  <a:lnTo>
                    <a:pt x="679356" y="203621"/>
                  </a:lnTo>
                  <a:lnTo>
                    <a:pt x="681223" y="204716"/>
                  </a:lnTo>
                  <a:lnTo>
                    <a:pt x="682160" y="204793"/>
                  </a:lnTo>
                  <a:lnTo>
                    <a:pt x="682724" y="204605"/>
                  </a:lnTo>
                  <a:lnTo>
                    <a:pt x="683072" y="205052"/>
                  </a:lnTo>
                  <a:lnTo>
                    <a:pt x="684111" y="204489"/>
                  </a:lnTo>
                  <a:lnTo>
                    <a:pt x="685684" y="204704"/>
                  </a:lnTo>
                  <a:lnTo>
                    <a:pt x="685846" y="204522"/>
                  </a:lnTo>
                  <a:lnTo>
                    <a:pt x="689413" y="204656"/>
                  </a:lnTo>
                  <a:lnTo>
                    <a:pt x="690080" y="204453"/>
                  </a:lnTo>
                  <a:lnTo>
                    <a:pt x="690106" y="204162"/>
                  </a:lnTo>
                  <a:lnTo>
                    <a:pt x="690445" y="204037"/>
                  </a:lnTo>
                  <a:lnTo>
                    <a:pt x="693038" y="203577"/>
                  </a:lnTo>
                  <a:lnTo>
                    <a:pt x="694056" y="203713"/>
                  </a:lnTo>
                  <a:lnTo>
                    <a:pt x="697450" y="205370"/>
                  </a:lnTo>
                  <a:lnTo>
                    <a:pt x="698678" y="205542"/>
                  </a:lnTo>
                  <a:lnTo>
                    <a:pt x="698966" y="204412"/>
                  </a:lnTo>
                  <a:lnTo>
                    <a:pt x="699525" y="203966"/>
                  </a:lnTo>
                  <a:lnTo>
                    <a:pt x="700195" y="203941"/>
                  </a:lnTo>
                  <a:lnTo>
                    <a:pt x="700635" y="203568"/>
                  </a:lnTo>
                  <a:lnTo>
                    <a:pt x="701953" y="206133"/>
                  </a:lnTo>
                  <a:lnTo>
                    <a:pt x="701254" y="208000"/>
                  </a:lnTo>
                  <a:lnTo>
                    <a:pt x="701356" y="208283"/>
                  </a:lnTo>
                  <a:lnTo>
                    <a:pt x="701909" y="208381"/>
                  </a:lnTo>
                  <a:lnTo>
                    <a:pt x="701968" y="208743"/>
                  </a:lnTo>
                  <a:lnTo>
                    <a:pt x="703171" y="209182"/>
                  </a:lnTo>
                  <a:lnTo>
                    <a:pt x="703243" y="209427"/>
                  </a:lnTo>
                  <a:lnTo>
                    <a:pt x="705020" y="210706"/>
                  </a:lnTo>
                  <a:lnTo>
                    <a:pt x="704312" y="212063"/>
                  </a:lnTo>
                  <a:lnTo>
                    <a:pt x="703105" y="216019"/>
                  </a:lnTo>
                  <a:lnTo>
                    <a:pt x="703127" y="217579"/>
                  </a:lnTo>
                  <a:lnTo>
                    <a:pt x="704494" y="217366"/>
                  </a:lnTo>
                  <a:lnTo>
                    <a:pt x="704439" y="218326"/>
                  </a:lnTo>
                  <a:lnTo>
                    <a:pt x="704899" y="220634"/>
                  </a:lnTo>
                  <a:lnTo>
                    <a:pt x="703510" y="220780"/>
                  </a:lnTo>
                  <a:lnTo>
                    <a:pt x="704658" y="226475"/>
                  </a:lnTo>
                  <a:lnTo>
                    <a:pt x="705679" y="226453"/>
                  </a:lnTo>
                  <a:lnTo>
                    <a:pt x="706297" y="226181"/>
                  </a:lnTo>
                  <a:lnTo>
                    <a:pt x="706276" y="226755"/>
                  </a:lnTo>
                  <a:lnTo>
                    <a:pt x="706516" y="226779"/>
                  </a:lnTo>
                  <a:lnTo>
                    <a:pt x="704992" y="229673"/>
                  </a:lnTo>
                  <a:lnTo>
                    <a:pt x="705808" y="232414"/>
                  </a:lnTo>
                  <a:lnTo>
                    <a:pt x="705811" y="232890"/>
                  </a:lnTo>
                  <a:lnTo>
                    <a:pt x="705120" y="232967"/>
                  </a:lnTo>
                  <a:lnTo>
                    <a:pt x="705425" y="233744"/>
                  </a:lnTo>
                  <a:lnTo>
                    <a:pt x="705158" y="233823"/>
                  </a:lnTo>
                  <a:lnTo>
                    <a:pt x="705357" y="234565"/>
                  </a:lnTo>
                  <a:lnTo>
                    <a:pt x="705061" y="234698"/>
                  </a:lnTo>
                  <a:lnTo>
                    <a:pt x="706012" y="234798"/>
                  </a:lnTo>
                  <a:lnTo>
                    <a:pt x="707314" y="235359"/>
                  </a:lnTo>
                  <a:lnTo>
                    <a:pt x="707352" y="235711"/>
                  </a:lnTo>
                  <a:lnTo>
                    <a:pt x="707130" y="235695"/>
                  </a:lnTo>
                  <a:lnTo>
                    <a:pt x="706626" y="236582"/>
                  </a:lnTo>
                  <a:lnTo>
                    <a:pt x="706873" y="236921"/>
                  </a:lnTo>
                  <a:lnTo>
                    <a:pt x="706495" y="238905"/>
                  </a:lnTo>
                  <a:lnTo>
                    <a:pt x="708067" y="239041"/>
                  </a:lnTo>
                  <a:lnTo>
                    <a:pt x="708544" y="240289"/>
                  </a:lnTo>
                  <a:lnTo>
                    <a:pt x="709086" y="240258"/>
                  </a:lnTo>
                  <a:lnTo>
                    <a:pt x="709733" y="243235"/>
                  </a:lnTo>
                  <a:lnTo>
                    <a:pt x="709519" y="245738"/>
                  </a:lnTo>
                  <a:lnTo>
                    <a:pt x="709765" y="246857"/>
                  </a:lnTo>
                  <a:lnTo>
                    <a:pt x="711956" y="246254"/>
                  </a:lnTo>
                  <a:lnTo>
                    <a:pt x="712392" y="246648"/>
                  </a:lnTo>
                  <a:lnTo>
                    <a:pt x="713899" y="247146"/>
                  </a:lnTo>
                  <a:lnTo>
                    <a:pt x="713775" y="247593"/>
                  </a:lnTo>
                  <a:lnTo>
                    <a:pt x="715056" y="248641"/>
                  </a:lnTo>
                  <a:lnTo>
                    <a:pt x="713168" y="249685"/>
                  </a:lnTo>
                  <a:lnTo>
                    <a:pt x="712809" y="250094"/>
                  </a:lnTo>
                  <a:lnTo>
                    <a:pt x="712150" y="250004"/>
                  </a:lnTo>
                  <a:lnTo>
                    <a:pt x="711285" y="250908"/>
                  </a:lnTo>
                  <a:lnTo>
                    <a:pt x="710513" y="252570"/>
                  </a:lnTo>
                  <a:lnTo>
                    <a:pt x="710613" y="252945"/>
                  </a:lnTo>
                  <a:lnTo>
                    <a:pt x="707039" y="254476"/>
                  </a:lnTo>
                  <a:lnTo>
                    <a:pt x="707093" y="255471"/>
                  </a:lnTo>
                  <a:lnTo>
                    <a:pt x="708593" y="255092"/>
                  </a:lnTo>
                  <a:lnTo>
                    <a:pt x="708986" y="257473"/>
                  </a:lnTo>
                  <a:lnTo>
                    <a:pt x="710412" y="259607"/>
                  </a:lnTo>
                  <a:lnTo>
                    <a:pt x="710256" y="261046"/>
                  </a:lnTo>
                  <a:lnTo>
                    <a:pt x="708983" y="261251"/>
                  </a:lnTo>
                  <a:lnTo>
                    <a:pt x="708389" y="262871"/>
                  </a:lnTo>
                  <a:lnTo>
                    <a:pt x="707401" y="263137"/>
                  </a:lnTo>
                  <a:lnTo>
                    <a:pt x="708872" y="264790"/>
                  </a:lnTo>
                  <a:lnTo>
                    <a:pt x="707890" y="265170"/>
                  </a:lnTo>
                  <a:lnTo>
                    <a:pt x="709404" y="266552"/>
                  </a:lnTo>
                  <a:lnTo>
                    <a:pt x="709282" y="267338"/>
                  </a:lnTo>
                  <a:lnTo>
                    <a:pt x="712435" y="268393"/>
                  </a:lnTo>
                  <a:lnTo>
                    <a:pt x="714582" y="268757"/>
                  </a:lnTo>
                  <a:lnTo>
                    <a:pt x="715859" y="269379"/>
                  </a:lnTo>
                  <a:lnTo>
                    <a:pt x="717794" y="269541"/>
                  </a:lnTo>
                  <a:lnTo>
                    <a:pt x="720183" y="269273"/>
                  </a:lnTo>
                  <a:lnTo>
                    <a:pt x="721303" y="268488"/>
                  </a:lnTo>
                  <a:lnTo>
                    <a:pt x="724754" y="268424"/>
                  </a:lnTo>
                  <a:lnTo>
                    <a:pt x="724696" y="269295"/>
                  </a:lnTo>
                  <a:lnTo>
                    <a:pt x="725250" y="270143"/>
                  </a:lnTo>
                  <a:lnTo>
                    <a:pt x="725219" y="270724"/>
                  </a:lnTo>
                  <a:lnTo>
                    <a:pt x="723294" y="280562"/>
                  </a:lnTo>
                  <a:lnTo>
                    <a:pt x="731981" y="286553"/>
                  </a:lnTo>
                  <a:lnTo>
                    <a:pt x="731917" y="288762"/>
                  </a:lnTo>
                  <a:lnTo>
                    <a:pt x="730678" y="289531"/>
                  </a:lnTo>
                  <a:lnTo>
                    <a:pt x="730689" y="290640"/>
                  </a:lnTo>
                  <a:lnTo>
                    <a:pt x="730227" y="291466"/>
                  </a:lnTo>
                  <a:lnTo>
                    <a:pt x="730379" y="291858"/>
                  </a:lnTo>
                  <a:lnTo>
                    <a:pt x="730057" y="293259"/>
                  </a:lnTo>
                  <a:lnTo>
                    <a:pt x="731296" y="295018"/>
                  </a:lnTo>
                  <a:lnTo>
                    <a:pt x="731622" y="295908"/>
                  </a:lnTo>
                  <a:lnTo>
                    <a:pt x="731057" y="298182"/>
                  </a:lnTo>
                  <a:lnTo>
                    <a:pt x="731060" y="299612"/>
                  </a:lnTo>
                  <a:lnTo>
                    <a:pt x="731547" y="300539"/>
                  </a:lnTo>
                  <a:lnTo>
                    <a:pt x="733445" y="300495"/>
                  </a:lnTo>
                  <a:lnTo>
                    <a:pt x="733028" y="301143"/>
                  </a:lnTo>
                  <a:lnTo>
                    <a:pt x="733703" y="301769"/>
                  </a:lnTo>
                  <a:lnTo>
                    <a:pt x="733692" y="303478"/>
                  </a:lnTo>
                  <a:lnTo>
                    <a:pt x="734065" y="304613"/>
                  </a:lnTo>
                  <a:lnTo>
                    <a:pt x="731065" y="304932"/>
                  </a:lnTo>
                  <a:lnTo>
                    <a:pt x="728480" y="306143"/>
                  </a:lnTo>
                  <a:lnTo>
                    <a:pt x="723506" y="307241"/>
                  </a:lnTo>
                  <a:lnTo>
                    <a:pt x="720643" y="307512"/>
                  </a:lnTo>
                  <a:lnTo>
                    <a:pt x="718267" y="308202"/>
                  </a:lnTo>
                  <a:lnTo>
                    <a:pt x="716372" y="308022"/>
                  </a:lnTo>
                  <a:lnTo>
                    <a:pt x="715180" y="309384"/>
                  </a:lnTo>
                  <a:lnTo>
                    <a:pt x="712315" y="310492"/>
                  </a:lnTo>
                  <a:lnTo>
                    <a:pt x="711525" y="311147"/>
                  </a:lnTo>
                  <a:lnTo>
                    <a:pt x="709064" y="312155"/>
                  </a:lnTo>
                  <a:lnTo>
                    <a:pt x="707619" y="313173"/>
                  </a:lnTo>
                  <a:lnTo>
                    <a:pt x="706647" y="313345"/>
                  </a:lnTo>
                  <a:lnTo>
                    <a:pt x="704858" y="313182"/>
                  </a:lnTo>
                  <a:lnTo>
                    <a:pt x="704837" y="313468"/>
                  </a:lnTo>
                  <a:lnTo>
                    <a:pt x="705789" y="314171"/>
                  </a:lnTo>
                  <a:lnTo>
                    <a:pt x="705927" y="314750"/>
                  </a:lnTo>
                  <a:lnTo>
                    <a:pt x="703834" y="317532"/>
                  </a:lnTo>
                  <a:lnTo>
                    <a:pt x="702583" y="317961"/>
                  </a:lnTo>
                  <a:lnTo>
                    <a:pt x="701150" y="317851"/>
                  </a:lnTo>
                  <a:lnTo>
                    <a:pt x="700058" y="318147"/>
                  </a:lnTo>
                  <a:lnTo>
                    <a:pt x="700268" y="320042"/>
                  </a:lnTo>
                  <a:lnTo>
                    <a:pt x="703391" y="320387"/>
                  </a:lnTo>
                  <a:lnTo>
                    <a:pt x="704193" y="320664"/>
                  </a:lnTo>
                  <a:lnTo>
                    <a:pt x="704348" y="321098"/>
                  </a:lnTo>
                  <a:lnTo>
                    <a:pt x="704627" y="320863"/>
                  </a:lnTo>
                  <a:lnTo>
                    <a:pt x="708817" y="319879"/>
                  </a:lnTo>
                  <a:lnTo>
                    <a:pt x="709065" y="322102"/>
                  </a:lnTo>
                  <a:lnTo>
                    <a:pt x="709827" y="325535"/>
                  </a:lnTo>
                  <a:lnTo>
                    <a:pt x="709860" y="326917"/>
                  </a:lnTo>
                  <a:lnTo>
                    <a:pt x="711380" y="327206"/>
                  </a:lnTo>
                  <a:lnTo>
                    <a:pt x="712465" y="328769"/>
                  </a:lnTo>
                  <a:lnTo>
                    <a:pt x="713862" y="329431"/>
                  </a:lnTo>
                  <a:lnTo>
                    <a:pt x="714187" y="329964"/>
                  </a:lnTo>
                  <a:lnTo>
                    <a:pt x="716105" y="330426"/>
                  </a:lnTo>
                  <a:lnTo>
                    <a:pt x="716518" y="330725"/>
                  </a:lnTo>
                  <a:lnTo>
                    <a:pt x="714386" y="333562"/>
                  </a:lnTo>
                  <a:lnTo>
                    <a:pt x="713522" y="335573"/>
                  </a:lnTo>
                  <a:lnTo>
                    <a:pt x="714850" y="336026"/>
                  </a:lnTo>
                  <a:lnTo>
                    <a:pt x="717369" y="338865"/>
                  </a:lnTo>
                  <a:lnTo>
                    <a:pt x="717730" y="338946"/>
                  </a:lnTo>
                  <a:lnTo>
                    <a:pt x="718250" y="340398"/>
                  </a:lnTo>
                  <a:lnTo>
                    <a:pt x="719433" y="341929"/>
                  </a:lnTo>
                  <a:lnTo>
                    <a:pt x="719841" y="343133"/>
                  </a:lnTo>
                  <a:lnTo>
                    <a:pt x="721503" y="344558"/>
                  </a:lnTo>
                  <a:lnTo>
                    <a:pt x="722727" y="344906"/>
                  </a:lnTo>
                  <a:lnTo>
                    <a:pt x="722786" y="345181"/>
                  </a:lnTo>
                  <a:lnTo>
                    <a:pt x="722570" y="345234"/>
                  </a:lnTo>
                  <a:lnTo>
                    <a:pt x="723377" y="346351"/>
                  </a:lnTo>
                  <a:lnTo>
                    <a:pt x="725979" y="347551"/>
                  </a:lnTo>
                  <a:lnTo>
                    <a:pt x="729147" y="348161"/>
                  </a:lnTo>
                  <a:lnTo>
                    <a:pt x="730265" y="348912"/>
                  </a:lnTo>
                  <a:lnTo>
                    <a:pt x="730778" y="348815"/>
                  </a:lnTo>
                  <a:lnTo>
                    <a:pt x="731989" y="350345"/>
                  </a:lnTo>
                  <a:lnTo>
                    <a:pt x="732433" y="352239"/>
                  </a:lnTo>
                  <a:lnTo>
                    <a:pt x="733148" y="352801"/>
                  </a:lnTo>
                  <a:lnTo>
                    <a:pt x="733746" y="353950"/>
                  </a:lnTo>
                  <a:lnTo>
                    <a:pt x="736617" y="354571"/>
                  </a:lnTo>
                  <a:lnTo>
                    <a:pt x="736720" y="355037"/>
                  </a:lnTo>
                  <a:lnTo>
                    <a:pt x="736555" y="355262"/>
                  </a:lnTo>
                  <a:lnTo>
                    <a:pt x="736282" y="355493"/>
                  </a:lnTo>
                  <a:lnTo>
                    <a:pt x="735499" y="355302"/>
                  </a:lnTo>
                  <a:lnTo>
                    <a:pt x="735468" y="355671"/>
                  </a:lnTo>
                  <a:lnTo>
                    <a:pt x="736183" y="355865"/>
                  </a:lnTo>
                  <a:lnTo>
                    <a:pt x="735771" y="357000"/>
                  </a:lnTo>
                  <a:lnTo>
                    <a:pt x="735879" y="357954"/>
                  </a:lnTo>
                  <a:lnTo>
                    <a:pt x="736134" y="358168"/>
                  </a:lnTo>
                  <a:lnTo>
                    <a:pt x="736238" y="359034"/>
                  </a:lnTo>
                  <a:lnTo>
                    <a:pt x="736585" y="359523"/>
                  </a:lnTo>
                  <a:lnTo>
                    <a:pt x="736443" y="359909"/>
                  </a:lnTo>
                  <a:lnTo>
                    <a:pt x="737095" y="360455"/>
                  </a:lnTo>
                  <a:lnTo>
                    <a:pt x="737500" y="361543"/>
                  </a:lnTo>
                  <a:lnTo>
                    <a:pt x="738140" y="362134"/>
                  </a:lnTo>
                  <a:lnTo>
                    <a:pt x="737881" y="362615"/>
                  </a:lnTo>
                  <a:lnTo>
                    <a:pt x="738051" y="363144"/>
                  </a:lnTo>
                  <a:lnTo>
                    <a:pt x="742458" y="365885"/>
                  </a:lnTo>
                  <a:lnTo>
                    <a:pt x="742780" y="365389"/>
                  </a:lnTo>
                  <a:lnTo>
                    <a:pt x="743058" y="365460"/>
                  </a:lnTo>
                  <a:lnTo>
                    <a:pt x="743758" y="366418"/>
                  </a:lnTo>
                  <a:lnTo>
                    <a:pt x="744490" y="366771"/>
                  </a:lnTo>
                  <a:lnTo>
                    <a:pt x="746111" y="368392"/>
                  </a:lnTo>
                  <a:lnTo>
                    <a:pt x="748817" y="369789"/>
                  </a:lnTo>
                  <a:lnTo>
                    <a:pt x="750300" y="369836"/>
                  </a:lnTo>
                  <a:lnTo>
                    <a:pt x="750588" y="370045"/>
                  </a:lnTo>
                  <a:lnTo>
                    <a:pt x="750054" y="370308"/>
                  </a:lnTo>
                  <a:lnTo>
                    <a:pt x="749658" y="370890"/>
                  </a:lnTo>
                  <a:lnTo>
                    <a:pt x="748537" y="370963"/>
                  </a:lnTo>
                  <a:lnTo>
                    <a:pt x="748257" y="371227"/>
                  </a:lnTo>
                  <a:lnTo>
                    <a:pt x="748292" y="372738"/>
                  </a:lnTo>
                  <a:lnTo>
                    <a:pt x="749158" y="373626"/>
                  </a:lnTo>
                  <a:lnTo>
                    <a:pt x="749028" y="374804"/>
                  </a:lnTo>
                  <a:lnTo>
                    <a:pt x="748677" y="375295"/>
                  </a:lnTo>
                  <a:lnTo>
                    <a:pt x="746893" y="375645"/>
                  </a:lnTo>
                  <a:lnTo>
                    <a:pt x="746741" y="375985"/>
                  </a:lnTo>
                  <a:lnTo>
                    <a:pt x="746121" y="375964"/>
                  </a:lnTo>
                  <a:lnTo>
                    <a:pt x="744530" y="377142"/>
                  </a:lnTo>
                  <a:lnTo>
                    <a:pt x="743928" y="377949"/>
                  </a:lnTo>
                  <a:lnTo>
                    <a:pt x="742269" y="378795"/>
                  </a:lnTo>
                  <a:lnTo>
                    <a:pt x="741544" y="381147"/>
                  </a:lnTo>
                  <a:lnTo>
                    <a:pt x="742057" y="381735"/>
                  </a:lnTo>
                  <a:lnTo>
                    <a:pt x="741414" y="382919"/>
                  </a:lnTo>
                  <a:lnTo>
                    <a:pt x="741676" y="383413"/>
                  </a:lnTo>
                  <a:lnTo>
                    <a:pt x="741346" y="384431"/>
                  </a:lnTo>
                  <a:lnTo>
                    <a:pt x="740772" y="384726"/>
                  </a:lnTo>
                  <a:lnTo>
                    <a:pt x="740304" y="385693"/>
                  </a:lnTo>
                  <a:lnTo>
                    <a:pt x="742760" y="387475"/>
                  </a:lnTo>
                  <a:lnTo>
                    <a:pt x="745223" y="389983"/>
                  </a:lnTo>
                  <a:lnTo>
                    <a:pt x="746824" y="392091"/>
                  </a:lnTo>
                  <a:lnTo>
                    <a:pt x="747790" y="393865"/>
                  </a:lnTo>
                  <a:lnTo>
                    <a:pt x="748321" y="395564"/>
                  </a:lnTo>
                  <a:lnTo>
                    <a:pt x="748731" y="399874"/>
                  </a:lnTo>
                  <a:lnTo>
                    <a:pt x="750133" y="405518"/>
                  </a:lnTo>
                  <a:lnTo>
                    <a:pt x="750846" y="406575"/>
                  </a:lnTo>
                  <a:lnTo>
                    <a:pt x="752089" y="406968"/>
                  </a:lnTo>
                  <a:lnTo>
                    <a:pt x="753032" y="406866"/>
                  </a:lnTo>
                  <a:lnTo>
                    <a:pt x="755971" y="404596"/>
                  </a:lnTo>
                  <a:lnTo>
                    <a:pt x="758746" y="401181"/>
                  </a:lnTo>
                  <a:lnTo>
                    <a:pt x="760090" y="400204"/>
                  </a:lnTo>
                  <a:lnTo>
                    <a:pt x="762009" y="400191"/>
                  </a:lnTo>
                  <a:lnTo>
                    <a:pt x="765913" y="401288"/>
                  </a:lnTo>
                  <a:lnTo>
                    <a:pt x="768842" y="402718"/>
                  </a:lnTo>
                  <a:lnTo>
                    <a:pt x="777854" y="408255"/>
                  </a:lnTo>
                  <a:lnTo>
                    <a:pt x="780956" y="409481"/>
                  </a:lnTo>
                  <a:lnTo>
                    <a:pt x="782842" y="409590"/>
                  </a:lnTo>
                  <a:lnTo>
                    <a:pt x="783972" y="409297"/>
                  </a:lnTo>
                  <a:lnTo>
                    <a:pt x="784422" y="410701"/>
                  </a:lnTo>
                  <a:lnTo>
                    <a:pt x="784451" y="411675"/>
                  </a:lnTo>
                  <a:lnTo>
                    <a:pt x="784119" y="412700"/>
                  </a:lnTo>
                  <a:lnTo>
                    <a:pt x="784398" y="413466"/>
                  </a:lnTo>
                  <a:lnTo>
                    <a:pt x="784254" y="414586"/>
                  </a:lnTo>
                  <a:lnTo>
                    <a:pt x="781585" y="419411"/>
                  </a:lnTo>
                  <a:lnTo>
                    <a:pt x="781107" y="422000"/>
                  </a:lnTo>
                  <a:lnTo>
                    <a:pt x="778765" y="423398"/>
                  </a:lnTo>
                  <a:lnTo>
                    <a:pt x="778131" y="424475"/>
                  </a:lnTo>
                  <a:lnTo>
                    <a:pt x="778074" y="425061"/>
                  </a:lnTo>
                  <a:lnTo>
                    <a:pt x="778564" y="427110"/>
                  </a:lnTo>
                  <a:lnTo>
                    <a:pt x="778628" y="429566"/>
                  </a:lnTo>
                  <a:lnTo>
                    <a:pt x="778261" y="432987"/>
                  </a:lnTo>
                  <a:lnTo>
                    <a:pt x="777410" y="435328"/>
                  </a:lnTo>
                  <a:lnTo>
                    <a:pt x="777665" y="438319"/>
                  </a:lnTo>
                  <a:lnTo>
                    <a:pt x="777417" y="440721"/>
                  </a:lnTo>
                  <a:lnTo>
                    <a:pt x="777797" y="441912"/>
                  </a:lnTo>
                  <a:lnTo>
                    <a:pt x="778234" y="444993"/>
                  </a:lnTo>
                  <a:lnTo>
                    <a:pt x="779328" y="445987"/>
                  </a:lnTo>
                  <a:lnTo>
                    <a:pt x="779281" y="450319"/>
                  </a:lnTo>
                  <a:lnTo>
                    <a:pt x="778975" y="450908"/>
                  </a:lnTo>
                  <a:lnTo>
                    <a:pt x="778795" y="452639"/>
                  </a:lnTo>
                  <a:lnTo>
                    <a:pt x="778320" y="453682"/>
                  </a:lnTo>
                  <a:lnTo>
                    <a:pt x="776985" y="455238"/>
                  </a:lnTo>
                  <a:lnTo>
                    <a:pt x="776854" y="455714"/>
                  </a:lnTo>
                  <a:lnTo>
                    <a:pt x="775925" y="456485"/>
                  </a:lnTo>
                  <a:lnTo>
                    <a:pt x="775492" y="458087"/>
                  </a:lnTo>
                  <a:lnTo>
                    <a:pt x="774862" y="459221"/>
                  </a:lnTo>
                  <a:lnTo>
                    <a:pt x="772618" y="468856"/>
                  </a:lnTo>
                  <a:lnTo>
                    <a:pt x="773226" y="473080"/>
                  </a:lnTo>
                  <a:lnTo>
                    <a:pt x="774361" y="474514"/>
                  </a:lnTo>
                  <a:lnTo>
                    <a:pt x="775442" y="475160"/>
                  </a:lnTo>
                  <a:lnTo>
                    <a:pt x="775762" y="475777"/>
                  </a:lnTo>
                  <a:lnTo>
                    <a:pt x="776175" y="480236"/>
                  </a:lnTo>
                  <a:lnTo>
                    <a:pt x="774966" y="488199"/>
                  </a:lnTo>
                  <a:lnTo>
                    <a:pt x="774027" y="490144"/>
                  </a:lnTo>
                  <a:lnTo>
                    <a:pt x="771076" y="498107"/>
                  </a:lnTo>
                  <a:lnTo>
                    <a:pt x="768511" y="497517"/>
                  </a:lnTo>
                  <a:lnTo>
                    <a:pt x="767937" y="497726"/>
                  </a:lnTo>
                  <a:lnTo>
                    <a:pt x="766293" y="497241"/>
                  </a:lnTo>
                  <a:lnTo>
                    <a:pt x="764727" y="496389"/>
                  </a:lnTo>
                  <a:lnTo>
                    <a:pt x="764075" y="496373"/>
                  </a:lnTo>
                  <a:lnTo>
                    <a:pt x="763135" y="496622"/>
                  </a:lnTo>
                  <a:lnTo>
                    <a:pt x="761257" y="498041"/>
                  </a:lnTo>
                  <a:lnTo>
                    <a:pt x="761083" y="497887"/>
                  </a:lnTo>
                  <a:lnTo>
                    <a:pt x="760572" y="497999"/>
                  </a:lnTo>
                  <a:lnTo>
                    <a:pt x="759512" y="497157"/>
                  </a:lnTo>
                  <a:lnTo>
                    <a:pt x="757715" y="496243"/>
                  </a:lnTo>
                  <a:lnTo>
                    <a:pt x="758436" y="494019"/>
                  </a:lnTo>
                  <a:lnTo>
                    <a:pt x="758035" y="493285"/>
                  </a:lnTo>
                  <a:lnTo>
                    <a:pt x="757070" y="492461"/>
                  </a:lnTo>
                  <a:lnTo>
                    <a:pt x="756179" y="492217"/>
                  </a:lnTo>
                  <a:lnTo>
                    <a:pt x="754181" y="490706"/>
                  </a:lnTo>
                  <a:lnTo>
                    <a:pt x="752669" y="489045"/>
                  </a:lnTo>
                  <a:lnTo>
                    <a:pt x="752561" y="488560"/>
                  </a:lnTo>
                  <a:lnTo>
                    <a:pt x="751061" y="488220"/>
                  </a:lnTo>
                  <a:lnTo>
                    <a:pt x="749141" y="487375"/>
                  </a:lnTo>
                  <a:lnTo>
                    <a:pt x="745560" y="487968"/>
                  </a:lnTo>
                  <a:lnTo>
                    <a:pt x="744574" y="486719"/>
                  </a:lnTo>
                  <a:lnTo>
                    <a:pt x="743079" y="485946"/>
                  </a:lnTo>
                  <a:lnTo>
                    <a:pt x="741991" y="486471"/>
                  </a:lnTo>
                  <a:lnTo>
                    <a:pt x="740576" y="486758"/>
                  </a:lnTo>
                  <a:lnTo>
                    <a:pt x="737984" y="486244"/>
                  </a:lnTo>
                  <a:lnTo>
                    <a:pt x="736760" y="485725"/>
                  </a:lnTo>
                  <a:lnTo>
                    <a:pt x="735829" y="485730"/>
                  </a:lnTo>
                  <a:lnTo>
                    <a:pt x="734525" y="486111"/>
                  </a:lnTo>
                  <a:lnTo>
                    <a:pt x="729533" y="485129"/>
                  </a:lnTo>
                  <a:lnTo>
                    <a:pt x="727343" y="485380"/>
                  </a:lnTo>
                  <a:lnTo>
                    <a:pt x="726024" y="485203"/>
                  </a:lnTo>
                  <a:lnTo>
                    <a:pt x="724784" y="484829"/>
                  </a:lnTo>
                  <a:lnTo>
                    <a:pt x="722247" y="483566"/>
                  </a:lnTo>
                  <a:lnTo>
                    <a:pt x="720328" y="481558"/>
                  </a:lnTo>
                  <a:lnTo>
                    <a:pt x="719569" y="481675"/>
                  </a:lnTo>
                  <a:lnTo>
                    <a:pt x="718466" y="481488"/>
                  </a:lnTo>
                  <a:lnTo>
                    <a:pt x="717342" y="480960"/>
                  </a:lnTo>
                  <a:lnTo>
                    <a:pt x="715592" y="481138"/>
                  </a:lnTo>
                  <a:lnTo>
                    <a:pt x="712732" y="480945"/>
                  </a:lnTo>
                  <a:lnTo>
                    <a:pt x="712134" y="480004"/>
                  </a:lnTo>
                  <a:lnTo>
                    <a:pt x="710358" y="479310"/>
                  </a:lnTo>
                  <a:lnTo>
                    <a:pt x="709414" y="479210"/>
                  </a:lnTo>
                  <a:lnTo>
                    <a:pt x="708574" y="478616"/>
                  </a:lnTo>
                  <a:lnTo>
                    <a:pt x="707924" y="478697"/>
                  </a:lnTo>
                  <a:lnTo>
                    <a:pt x="706889" y="478239"/>
                  </a:lnTo>
                  <a:lnTo>
                    <a:pt x="705439" y="476883"/>
                  </a:lnTo>
                  <a:lnTo>
                    <a:pt x="705246" y="476093"/>
                  </a:lnTo>
                  <a:lnTo>
                    <a:pt x="704953" y="475956"/>
                  </a:lnTo>
                  <a:lnTo>
                    <a:pt x="704292" y="475901"/>
                  </a:lnTo>
                  <a:lnTo>
                    <a:pt x="703244" y="476666"/>
                  </a:lnTo>
                  <a:lnTo>
                    <a:pt x="700795" y="476880"/>
                  </a:lnTo>
                  <a:lnTo>
                    <a:pt x="699836" y="476758"/>
                  </a:lnTo>
                  <a:lnTo>
                    <a:pt x="699334" y="477037"/>
                  </a:lnTo>
                  <a:lnTo>
                    <a:pt x="698074" y="477172"/>
                  </a:lnTo>
                  <a:lnTo>
                    <a:pt x="694470" y="476501"/>
                  </a:lnTo>
                  <a:lnTo>
                    <a:pt x="693823" y="476577"/>
                  </a:lnTo>
                  <a:lnTo>
                    <a:pt x="693120" y="476268"/>
                  </a:lnTo>
                  <a:lnTo>
                    <a:pt x="690775" y="477303"/>
                  </a:lnTo>
                  <a:lnTo>
                    <a:pt x="690639" y="477607"/>
                  </a:lnTo>
                  <a:lnTo>
                    <a:pt x="689919" y="477928"/>
                  </a:lnTo>
                  <a:lnTo>
                    <a:pt x="688112" y="478417"/>
                  </a:lnTo>
                  <a:lnTo>
                    <a:pt x="687580" y="479489"/>
                  </a:lnTo>
                  <a:lnTo>
                    <a:pt x="686360" y="479586"/>
                  </a:lnTo>
                  <a:lnTo>
                    <a:pt x="684463" y="481325"/>
                  </a:lnTo>
                  <a:lnTo>
                    <a:pt x="684309" y="481818"/>
                  </a:lnTo>
                  <a:lnTo>
                    <a:pt x="683812" y="482140"/>
                  </a:lnTo>
                  <a:lnTo>
                    <a:pt x="682773" y="486158"/>
                  </a:lnTo>
                  <a:lnTo>
                    <a:pt x="680038" y="486449"/>
                  </a:lnTo>
                  <a:lnTo>
                    <a:pt x="679265" y="486291"/>
                  </a:lnTo>
                  <a:lnTo>
                    <a:pt x="678699" y="487462"/>
                  </a:lnTo>
                  <a:lnTo>
                    <a:pt x="677274" y="487613"/>
                  </a:lnTo>
                  <a:lnTo>
                    <a:pt x="676901" y="488739"/>
                  </a:lnTo>
                  <a:lnTo>
                    <a:pt x="676588" y="489026"/>
                  </a:lnTo>
                  <a:lnTo>
                    <a:pt x="676036" y="489008"/>
                  </a:lnTo>
                  <a:lnTo>
                    <a:pt x="676164" y="489451"/>
                  </a:lnTo>
                  <a:lnTo>
                    <a:pt x="675945" y="490916"/>
                  </a:lnTo>
                  <a:lnTo>
                    <a:pt x="675518" y="491744"/>
                  </a:lnTo>
                  <a:lnTo>
                    <a:pt x="673588" y="492648"/>
                  </a:lnTo>
                  <a:lnTo>
                    <a:pt x="671748" y="494539"/>
                  </a:lnTo>
                  <a:lnTo>
                    <a:pt x="670376" y="494969"/>
                  </a:lnTo>
                  <a:lnTo>
                    <a:pt x="669385" y="494975"/>
                  </a:lnTo>
                  <a:lnTo>
                    <a:pt x="668384" y="494574"/>
                  </a:lnTo>
                  <a:lnTo>
                    <a:pt x="667303" y="494614"/>
                  </a:lnTo>
                  <a:lnTo>
                    <a:pt x="666596" y="494203"/>
                  </a:lnTo>
                  <a:lnTo>
                    <a:pt x="664243" y="493785"/>
                  </a:lnTo>
                  <a:lnTo>
                    <a:pt x="662931" y="494044"/>
                  </a:lnTo>
                  <a:lnTo>
                    <a:pt x="660917" y="494065"/>
                  </a:lnTo>
                  <a:lnTo>
                    <a:pt x="659112" y="494764"/>
                  </a:lnTo>
                  <a:lnTo>
                    <a:pt x="655922" y="495121"/>
                  </a:lnTo>
                  <a:lnTo>
                    <a:pt x="652834" y="493021"/>
                  </a:lnTo>
                  <a:lnTo>
                    <a:pt x="651163" y="491213"/>
                  </a:lnTo>
                  <a:lnTo>
                    <a:pt x="650680" y="490314"/>
                  </a:lnTo>
                  <a:lnTo>
                    <a:pt x="648906" y="488920"/>
                  </a:lnTo>
                  <a:lnTo>
                    <a:pt x="647602" y="487189"/>
                  </a:lnTo>
                  <a:lnTo>
                    <a:pt x="646431" y="486304"/>
                  </a:lnTo>
                  <a:lnTo>
                    <a:pt x="644967" y="486097"/>
                  </a:lnTo>
                  <a:lnTo>
                    <a:pt x="644104" y="485667"/>
                  </a:lnTo>
                  <a:lnTo>
                    <a:pt x="642207" y="485235"/>
                  </a:lnTo>
                  <a:lnTo>
                    <a:pt x="640640" y="485785"/>
                  </a:lnTo>
                  <a:lnTo>
                    <a:pt x="638237" y="484662"/>
                  </a:lnTo>
                  <a:lnTo>
                    <a:pt x="637801" y="484720"/>
                  </a:lnTo>
                  <a:lnTo>
                    <a:pt x="637218" y="484210"/>
                  </a:lnTo>
                  <a:lnTo>
                    <a:pt x="637393" y="483447"/>
                  </a:lnTo>
                  <a:lnTo>
                    <a:pt x="636857" y="481150"/>
                  </a:lnTo>
                  <a:lnTo>
                    <a:pt x="637015" y="479846"/>
                  </a:lnTo>
                  <a:lnTo>
                    <a:pt x="636408" y="478661"/>
                  </a:lnTo>
                  <a:lnTo>
                    <a:pt x="636308" y="476966"/>
                  </a:lnTo>
                  <a:lnTo>
                    <a:pt x="635963" y="477080"/>
                  </a:lnTo>
                  <a:lnTo>
                    <a:pt x="635874" y="476905"/>
                  </a:lnTo>
                  <a:lnTo>
                    <a:pt x="634355" y="476758"/>
                  </a:lnTo>
                  <a:lnTo>
                    <a:pt x="633148" y="476291"/>
                  </a:lnTo>
                  <a:lnTo>
                    <a:pt x="632045" y="475241"/>
                  </a:lnTo>
                  <a:lnTo>
                    <a:pt x="630235" y="474225"/>
                  </a:lnTo>
                  <a:lnTo>
                    <a:pt x="629868" y="473267"/>
                  </a:lnTo>
                  <a:lnTo>
                    <a:pt x="628449" y="472771"/>
                  </a:lnTo>
                  <a:lnTo>
                    <a:pt x="627566" y="472718"/>
                  </a:lnTo>
                  <a:lnTo>
                    <a:pt x="626812" y="472145"/>
                  </a:lnTo>
                  <a:lnTo>
                    <a:pt x="626110" y="471928"/>
                  </a:lnTo>
                  <a:lnTo>
                    <a:pt x="624636" y="471018"/>
                  </a:lnTo>
                  <a:lnTo>
                    <a:pt x="621850" y="468558"/>
                  </a:lnTo>
                  <a:lnTo>
                    <a:pt x="620610" y="469223"/>
                  </a:lnTo>
                  <a:lnTo>
                    <a:pt x="620476" y="469805"/>
                  </a:lnTo>
                  <a:lnTo>
                    <a:pt x="619291" y="470468"/>
                  </a:lnTo>
                  <a:lnTo>
                    <a:pt x="617769" y="470943"/>
                  </a:lnTo>
                  <a:lnTo>
                    <a:pt x="615578" y="470593"/>
                  </a:lnTo>
                  <a:lnTo>
                    <a:pt x="615303" y="470917"/>
                  </a:lnTo>
                  <a:lnTo>
                    <a:pt x="614047" y="469884"/>
                  </a:lnTo>
                  <a:lnTo>
                    <a:pt x="612733" y="469284"/>
                  </a:lnTo>
                  <a:lnTo>
                    <a:pt x="606897" y="464746"/>
                  </a:lnTo>
                  <a:lnTo>
                    <a:pt x="605918" y="464798"/>
                  </a:lnTo>
                  <a:lnTo>
                    <a:pt x="605575" y="464033"/>
                  </a:lnTo>
                  <a:lnTo>
                    <a:pt x="605221" y="463796"/>
                  </a:lnTo>
                  <a:lnTo>
                    <a:pt x="604433" y="461315"/>
                  </a:lnTo>
                  <a:lnTo>
                    <a:pt x="602495" y="460369"/>
                  </a:lnTo>
                  <a:lnTo>
                    <a:pt x="601847" y="459441"/>
                  </a:lnTo>
                  <a:lnTo>
                    <a:pt x="600981" y="458934"/>
                  </a:lnTo>
                  <a:lnTo>
                    <a:pt x="600932" y="458658"/>
                  </a:lnTo>
                  <a:lnTo>
                    <a:pt x="599782" y="458215"/>
                  </a:lnTo>
                  <a:lnTo>
                    <a:pt x="599143" y="458353"/>
                  </a:lnTo>
                  <a:lnTo>
                    <a:pt x="596984" y="456116"/>
                  </a:lnTo>
                  <a:lnTo>
                    <a:pt x="596411" y="456016"/>
                  </a:lnTo>
                  <a:lnTo>
                    <a:pt x="596199" y="455781"/>
                  </a:lnTo>
                  <a:lnTo>
                    <a:pt x="596380" y="454324"/>
                  </a:lnTo>
                  <a:lnTo>
                    <a:pt x="594497" y="453945"/>
                  </a:lnTo>
                  <a:lnTo>
                    <a:pt x="593541" y="454050"/>
                  </a:lnTo>
                  <a:lnTo>
                    <a:pt x="593357" y="453778"/>
                  </a:lnTo>
                  <a:lnTo>
                    <a:pt x="592055" y="453263"/>
                  </a:lnTo>
                  <a:lnTo>
                    <a:pt x="589877" y="450829"/>
                  </a:lnTo>
                  <a:lnTo>
                    <a:pt x="589226" y="450892"/>
                  </a:lnTo>
                  <a:lnTo>
                    <a:pt x="587847" y="449631"/>
                  </a:lnTo>
                  <a:lnTo>
                    <a:pt x="587444" y="448990"/>
                  </a:lnTo>
                  <a:lnTo>
                    <a:pt x="585840" y="447868"/>
                  </a:lnTo>
                  <a:lnTo>
                    <a:pt x="585016" y="447694"/>
                  </a:lnTo>
                  <a:lnTo>
                    <a:pt x="583919" y="447849"/>
                  </a:lnTo>
                  <a:lnTo>
                    <a:pt x="583627" y="447632"/>
                  </a:lnTo>
                  <a:lnTo>
                    <a:pt x="582055" y="447909"/>
                  </a:lnTo>
                  <a:lnTo>
                    <a:pt x="581768" y="447701"/>
                  </a:lnTo>
                  <a:lnTo>
                    <a:pt x="581363" y="447913"/>
                  </a:lnTo>
                  <a:lnTo>
                    <a:pt x="580502" y="447798"/>
                  </a:lnTo>
                  <a:lnTo>
                    <a:pt x="579890" y="446729"/>
                  </a:lnTo>
                  <a:lnTo>
                    <a:pt x="577827" y="446326"/>
                  </a:lnTo>
                  <a:lnTo>
                    <a:pt x="577227" y="445874"/>
                  </a:lnTo>
                  <a:lnTo>
                    <a:pt x="576720" y="446007"/>
                  </a:lnTo>
                  <a:lnTo>
                    <a:pt x="572915" y="444382"/>
                  </a:lnTo>
                  <a:lnTo>
                    <a:pt x="571331" y="444631"/>
                  </a:lnTo>
                  <a:lnTo>
                    <a:pt x="571194" y="444423"/>
                  </a:lnTo>
                  <a:lnTo>
                    <a:pt x="569722" y="444370"/>
                  </a:lnTo>
                  <a:lnTo>
                    <a:pt x="568962" y="444062"/>
                  </a:lnTo>
                  <a:lnTo>
                    <a:pt x="568465" y="443511"/>
                  </a:lnTo>
                  <a:lnTo>
                    <a:pt x="566542" y="439285"/>
                  </a:lnTo>
                  <a:lnTo>
                    <a:pt x="564293" y="437133"/>
                  </a:lnTo>
                  <a:lnTo>
                    <a:pt x="564041" y="436661"/>
                  </a:lnTo>
                  <a:lnTo>
                    <a:pt x="562480" y="436382"/>
                  </a:lnTo>
                  <a:lnTo>
                    <a:pt x="560975" y="435814"/>
                  </a:lnTo>
                  <a:lnTo>
                    <a:pt x="560315" y="435227"/>
                  </a:lnTo>
                  <a:lnTo>
                    <a:pt x="557758" y="435312"/>
                  </a:lnTo>
                  <a:lnTo>
                    <a:pt x="555801" y="434563"/>
                  </a:lnTo>
                  <a:lnTo>
                    <a:pt x="554406" y="433679"/>
                  </a:lnTo>
                  <a:lnTo>
                    <a:pt x="551757" y="432786"/>
                  </a:lnTo>
                  <a:lnTo>
                    <a:pt x="550688" y="433076"/>
                  </a:lnTo>
                  <a:lnTo>
                    <a:pt x="550040" y="433676"/>
                  </a:lnTo>
                  <a:lnTo>
                    <a:pt x="549750" y="433503"/>
                  </a:lnTo>
                  <a:lnTo>
                    <a:pt x="548327" y="433620"/>
                  </a:lnTo>
                  <a:lnTo>
                    <a:pt x="547917" y="434474"/>
                  </a:lnTo>
                  <a:lnTo>
                    <a:pt x="546018" y="435709"/>
                  </a:lnTo>
                  <a:lnTo>
                    <a:pt x="545729" y="435524"/>
                  </a:lnTo>
                  <a:lnTo>
                    <a:pt x="544974" y="435656"/>
                  </a:lnTo>
                  <a:lnTo>
                    <a:pt x="542953" y="436434"/>
                  </a:lnTo>
                  <a:lnTo>
                    <a:pt x="540642" y="436069"/>
                  </a:lnTo>
                  <a:lnTo>
                    <a:pt x="539998" y="436573"/>
                  </a:lnTo>
                  <a:lnTo>
                    <a:pt x="539458" y="436456"/>
                  </a:lnTo>
                  <a:lnTo>
                    <a:pt x="539151" y="436040"/>
                  </a:lnTo>
                  <a:lnTo>
                    <a:pt x="538266" y="436267"/>
                  </a:lnTo>
                  <a:lnTo>
                    <a:pt x="536900" y="435847"/>
                  </a:lnTo>
                  <a:lnTo>
                    <a:pt x="536090" y="436136"/>
                  </a:lnTo>
                  <a:lnTo>
                    <a:pt x="533893" y="435791"/>
                  </a:lnTo>
                  <a:lnTo>
                    <a:pt x="532971" y="434489"/>
                  </a:lnTo>
                  <a:lnTo>
                    <a:pt x="532408" y="434323"/>
                  </a:lnTo>
                  <a:lnTo>
                    <a:pt x="532010" y="433911"/>
                  </a:lnTo>
                  <a:lnTo>
                    <a:pt x="531726" y="433949"/>
                  </a:lnTo>
                  <a:lnTo>
                    <a:pt x="530276" y="432837"/>
                  </a:lnTo>
                  <a:lnTo>
                    <a:pt x="528575" y="432841"/>
                  </a:lnTo>
                  <a:lnTo>
                    <a:pt x="527250" y="433566"/>
                  </a:lnTo>
                  <a:lnTo>
                    <a:pt x="526231" y="433539"/>
                  </a:lnTo>
                  <a:lnTo>
                    <a:pt x="524127" y="432984"/>
                  </a:lnTo>
                  <a:lnTo>
                    <a:pt x="522863" y="432106"/>
                  </a:lnTo>
                  <a:lnTo>
                    <a:pt x="522331" y="432171"/>
                  </a:lnTo>
                  <a:lnTo>
                    <a:pt x="520639" y="431577"/>
                  </a:lnTo>
                  <a:lnTo>
                    <a:pt x="520218" y="431195"/>
                  </a:lnTo>
                  <a:lnTo>
                    <a:pt x="518867" y="430426"/>
                  </a:lnTo>
                  <a:lnTo>
                    <a:pt x="518656" y="430608"/>
                  </a:lnTo>
                  <a:lnTo>
                    <a:pt x="518287" y="431135"/>
                  </a:lnTo>
                  <a:lnTo>
                    <a:pt x="518255" y="431881"/>
                  </a:lnTo>
                  <a:lnTo>
                    <a:pt x="517789" y="432196"/>
                  </a:lnTo>
                  <a:lnTo>
                    <a:pt x="517177" y="433514"/>
                  </a:lnTo>
                  <a:lnTo>
                    <a:pt x="517094" y="434442"/>
                  </a:lnTo>
                  <a:lnTo>
                    <a:pt x="516050" y="435823"/>
                  </a:lnTo>
                  <a:lnTo>
                    <a:pt x="515414" y="436238"/>
                  </a:lnTo>
                  <a:lnTo>
                    <a:pt x="514626" y="435764"/>
                  </a:lnTo>
                  <a:lnTo>
                    <a:pt x="513612" y="435663"/>
                  </a:lnTo>
                  <a:lnTo>
                    <a:pt x="511032" y="436928"/>
                  </a:lnTo>
                  <a:lnTo>
                    <a:pt x="508447" y="436230"/>
                  </a:lnTo>
                  <a:lnTo>
                    <a:pt x="507349" y="436170"/>
                  </a:lnTo>
                  <a:lnTo>
                    <a:pt x="504473" y="437704"/>
                  </a:lnTo>
                  <a:lnTo>
                    <a:pt x="502539" y="438098"/>
                  </a:lnTo>
                  <a:lnTo>
                    <a:pt x="501342" y="438948"/>
                  </a:lnTo>
                  <a:lnTo>
                    <a:pt x="499185" y="441248"/>
                  </a:lnTo>
                  <a:lnTo>
                    <a:pt x="498382" y="441638"/>
                  </a:lnTo>
                  <a:lnTo>
                    <a:pt x="498171" y="442174"/>
                  </a:lnTo>
                  <a:lnTo>
                    <a:pt x="497454" y="442799"/>
                  </a:lnTo>
                  <a:lnTo>
                    <a:pt x="495918" y="442681"/>
                  </a:lnTo>
                  <a:lnTo>
                    <a:pt x="495537" y="442368"/>
                  </a:lnTo>
                  <a:lnTo>
                    <a:pt x="494657" y="443307"/>
                  </a:lnTo>
                  <a:lnTo>
                    <a:pt x="493370" y="444125"/>
                  </a:lnTo>
                  <a:lnTo>
                    <a:pt x="490784" y="444680"/>
                  </a:lnTo>
                  <a:lnTo>
                    <a:pt x="490281" y="444536"/>
                  </a:lnTo>
                  <a:lnTo>
                    <a:pt x="489699" y="444775"/>
                  </a:lnTo>
                  <a:lnTo>
                    <a:pt x="488208" y="444526"/>
                  </a:lnTo>
                  <a:lnTo>
                    <a:pt x="487592" y="444090"/>
                  </a:lnTo>
                  <a:lnTo>
                    <a:pt x="486136" y="443810"/>
                  </a:lnTo>
                  <a:lnTo>
                    <a:pt x="482223" y="444334"/>
                  </a:lnTo>
                  <a:lnTo>
                    <a:pt x="479526" y="443685"/>
                  </a:lnTo>
                  <a:lnTo>
                    <a:pt x="477283" y="442375"/>
                  </a:lnTo>
                  <a:lnTo>
                    <a:pt x="475070" y="441553"/>
                  </a:lnTo>
                  <a:lnTo>
                    <a:pt x="473221" y="441971"/>
                  </a:lnTo>
                  <a:lnTo>
                    <a:pt x="472254" y="441546"/>
                  </a:lnTo>
                  <a:lnTo>
                    <a:pt x="470428" y="441388"/>
                  </a:lnTo>
                  <a:lnTo>
                    <a:pt x="467943" y="439980"/>
                  </a:lnTo>
                  <a:lnTo>
                    <a:pt x="466640" y="438323"/>
                  </a:lnTo>
                  <a:lnTo>
                    <a:pt x="466679" y="437683"/>
                  </a:lnTo>
                  <a:lnTo>
                    <a:pt x="464440" y="437259"/>
                  </a:lnTo>
                  <a:lnTo>
                    <a:pt x="463347" y="437316"/>
                  </a:lnTo>
                  <a:lnTo>
                    <a:pt x="462000" y="438058"/>
                  </a:lnTo>
                  <a:lnTo>
                    <a:pt x="461473" y="439200"/>
                  </a:lnTo>
                  <a:lnTo>
                    <a:pt x="460429" y="440096"/>
                  </a:lnTo>
                  <a:lnTo>
                    <a:pt x="461078" y="442746"/>
                  </a:lnTo>
                  <a:lnTo>
                    <a:pt x="460954" y="443052"/>
                  </a:lnTo>
                  <a:lnTo>
                    <a:pt x="459370" y="444547"/>
                  </a:lnTo>
                  <a:lnTo>
                    <a:pt x="458790" y="445407"/>
                  </a:lnTo>
                  <a:lnTo>
                    <a:pt x="456196" y="446208"/>
                  </a:lnTo>
                  <a:lnTo>
                    <a:pt x="454327" y="446388"/>
                  </a:lnTo>
                  <a:lnTo>
                    <a:pt x="452977" y="447106"/>
                  </a:lnTo>
                  <a:lnTo>
                    <a:pt x="452394" y="448063"/>
                  </a:lnTo>
                  <a:lnTo>
                    <a:pt x="451975" y="450341"/>
                  </a:lnTo>
                  <a:lnTo>
                    <a:pt x="450908" y="450698"/>
                  </a:lnTo>
                  <a:lnTo>
                    <a:pt x="449758" y="450583"/>
                  </a:lnTo>
                  <a:lnTo>
                    <a:pt x="448116" y="451007"/>
                  </a:lnTo>
                  <a:lnTo>
                    <a:pt x="447221" y="452188"/>
                  </a:lnTo>
                  <a:lnTo>
                    <a:pt x="446914" y="452836"/>
                  </a:lnTo>
                  <a:lnTo>
                    <a:pt x="446971" y="453335"/>
                  </a:lnTo>
                  <a:lnTo>
                    <a:pt x="446661" y="453562"/>
                  </a:lnTo>
                  <a:lnTo>
                    <a:pt x="446695" y="454087"/>
                  </a:lnTo>
                  <a:lnTo>
                    <a:pt x="445959" y="455000"/>
                  </a:lnTo>
                  <a:lnTo>
                    <a:pt x="444184" y="456126"/>
                  </a:lnTo>
                  <a:lnTo>
                    <a:pt x="442886" y="456476"/>
                  </a:lnTo>
                  <a:lnTo>
                    <a:pt x="442535" y="457243"/>
                  </a:lnTo>
                  <a:lnTo>
                    <a:pt x="440980" y="457594"/>
                  </a:lnTo>
                  <a:lnTo>
                    <a:pt x="439220" y="457312"/>
                  </a:lnTo>
                  <a:lnTo>
                    <a:pt x="437822" y="457018"/>
                  </a:lnTo>
                  <a:lnTo>
                    <a:pt x="435291" y="455966"/>
                  </a:lnTo>
                  <a:lnTo>
                    <a:pt x="434186" y="456017"/>
                  </a:lnTo>
                  <a:lnTo>
                    <a:pt x="431512" y="456812"/>
                  </a:lnTo>
                  <a:lnTo>
                    <a:pt x="428006" y="456792"/>
                  </a:lnTo>
                  <a:lnTo>
                    <a:pt x="425774" y="457563"/>
                  </a:lnTo>
                  <a:lnTo>
                    <a:pt x="423944" y="458629"/>
                  </a:lnTo>
                  <a:lnTo>
                    <a:pt x="423088" y="458729"/>
                  </a:lnTo>
                  <a:lnTo>
                    <a:pt x="422274" y="458145"/>
                  </a:lnTo>
                  <a:lnTo>
                    <a:pt x="421356" y="455758"/>
                  </a:lnTo>
                  <a:lnTo>
                    <a:pt x="420353" y="454651"/>
                  </a:lnTo>
                  <a:lnTo>
                    <a:pt x="418286" y="455135"/>
                  </a:lnTo>
                  <a:lnTo>
                    <a:pt x="417905" y="454969"/>
                  </a:lnTo>
                  <a:lnTo>
                    <a:pt x="415310" y="453181"/>
                  </a:lnTo>
                  <a:lnTo>
                    <a:pt x="413837" y="451208"/>
                  </a:lnTo>
                  <a:lnTo>
                    <a:pt x="412705" y="450282"/>
                  </a:lnTo>
                  <a:lnTo>
                    <a:pt x="412101" y="450171"/>
                  </a:lnTo>
                  <a:lnTo>
                    <a:pt x="411222" y="449377"/>
                  </a:lnTo>
                  <a:lnTo>
                    <a:pt x="407344" y="448068"/>
                  </a:lnTo>
                  <a:lnTo>
                    <a:pt x="406848" y="446624"/>
                  </a:lnTo>
                  <a:lnTo>
                    <a:pt x="406890" y="445403"/>
                  </a:lnTo>
                  <a:lnTo>
                    <a:pt x="406570" y="443809"/>
                  </a:lnTo>
                  <a:lnTo>
                    <a:pt x="405595" y="441656"/>
                  </a:lnTo>
                  <a:lnTo>
                    <a:pt x="405691" y="440105"/>
                  </a:lnTo>
                  <a:lnTo>
                    <a:pt x="405000" y="439698"/>
                  </a:lnTo>
                  <a:lnTo>
                    <a:pt x="403489" y="439760"/>
                  </a:lnTo>
                  <a:lnTo>
                    <a:pt x="403137" y="439374"/>
                  </a:lnTo>
                  <a:lnTo>
                    <a:pt x="400951" y="441920"/>
                  </a:lnTo>
                  <a:lnTo>
                    <a:pt x="398898" y="441829"/>
                  </a:lnTo>
                  <a:lnTo>
                    <a:pt x="397564" y="441373"/>
                  </a:lnTo>
                  <a:lnTo>
                    <a:pt x="397067" y="441839"/>
                  </a:lnTo>
                  <a:lnTo>
                    <a:pt x="396484" y="441786"/>
                  </a:lnTo>
                  <a:lnTo>
                    <a:pt x="393680" y="442606"/>
                  </a:lnTo>
                  <a:lnTo>
                    <a:pt x="393465" y="443409"/>
                  </a:lnTo>
                  <a:lnTo>
                    <a:pt x="392183" y="444357"/>
                  </a:lnTo>
                  <a:lnTo>
                    <a:pt x="390589" y="443785"/>
                  </a:lnTo>
                  <a:lnTo>
                    <a:pt x="385869" y="441217"/>
                  </a:lnTo>
                  <a:lnTo>
                    <a:pt x="384720" y="440768"/>
                  </a:lnTo>
                  <a:lnTo>
                    <a:pt x="384329" y="440834"/>
                  </a:lnTo>
                  <a:lnTo>
                    <a:pt x="383667" y="440274"/>
                  </a:lnTo>
                  <a:lnTo>
                    <a:pt x="382404" y="439718"/>
                  </a:lnTo>
                  <a:lnTo>
                    <a:pt x="380004" y="439294"/>
                  </a:lnTo>
                  <a:lnTo>
                    <a:pt x="378738" y="438812"/>
                  </a:lnTo>
                  <a:lnTo>
                    <a:pt x="372931" y="439762"/>
                  </a:lnTo>
                  <a:lnTo>
                    <a:pt x="371768" y="440151"/>
                  </a:lnTo>
                  <a:lnTo>
                    <a:pt x="369965" y="439635"/>
                  </a:lnTo>
                  <a:lnTo>
                    <a:pt x="369126" y="439787"/>
                  </a:lnTo>
                  <a:lnTo>
                    <a:pt x="368209" y="440287"/>
                  </a:lnTo>
                  <a:lnTo>
                    <a:pt x="367194" y="440420"/>
                  </a:lnTo>
                  <a:lnTo>
                    <a:pt x="362317" y="440556"/>
                  </a:lnTo>
                  <a:lnTo>
                    <a:pt x="360429" y="440440"/>
                  </a:lnTo>
                  <a:lnTo>
                    <a:pt x="358095" y="438956"/>
                  </a:lnTo>
                  <a:lnTo>
                    <a:pt x="356703" y="438602"/>
                  </a:lnTo>
                  <a:lnTo>
                    <a:pt x="356154" y="438110"/>
                  </a:lnTo>
                  <a:lnTo>
                    <a:pt x="354839" y="436554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pg33">
              <a:extLst>
                <a:ext uri="{FF2B5EF4-FFF2-40B4-BE49-F238E27FC236}">
                  <a16:creationId xmlns:a16="http://schemas.microsoft.com/office/drawing/2014/main" id="{C48BF685-4BBF-6444-19A2-5395DCCCB84E}"/>
                </a:ext>
              </a:extLst>
            </p:cNvPr>
            <p:cNvSpPr/>
            <p:nvPr/>
          </p:nvSpPr>
          <p:spPr>
            <a:xfrm>
              <a:off x="5737483" y="3683434"/>
              <a:ext cx="570397" cy="722123"/>
            </a:xfrm>
            <a:custGeom>
              <a:avLst/>
              <a:gdLst/>
              <a:ahLst/>
              <a:cxnLst/>
              <a:rect l="0" t="0" r="0" b="0"/>
              <a:pathLst>
                <a:path w="570397" h="722123">
                  <a:moveTo>
                    <a:pt x="196607" y="614729"/>
                  </a:moveTo>
                  <a:lnTo>
                    <a:pt x="194569" y="615335"/>
                  </a:lnTo>
                  <a:lnTo>
                    <a:pt x="193492" y="615983"/>
                  </a:lnTo>
                  <a:lnTo>
                    <a:pt x="192126" y="617232"/>
                  </a:lnTo>
                  <a:lnTo>
                    <a:pt x="191801" y="617714"/>
                  </a:lnTo>
                  <a:lnTo>
                    <a:pt x="191610" y="618780"/>
                  </a:lnTo>
                  <a:lnTo>
                    <a:pt x="190465" y="618773"/>
                  </a:lnTo>
                  <a:lnTo>
                    <a:pt x="189687" y="619044"/>
                  </a:lnTo>
                  <a:lnTo>
                    <a:pt x="186567" y="618882"/>
                  </a:lnTo>
                  <a:lnTo>
                    <a:pt x="186011" y="618924"/>
                  </a:lnTo>
                  <a:lnTo>
                    <a:pt x="185642" y="619205"/>
                  </a:lnTo>
                  <a:lnTo>
                    <a:pt x="184494" y="618957"/>
                  </a:lnTo>
                  <a:lnTo>
                    <a:pt x="183890" y="619218"/>
                  </a:lnTo>
                  <a:lnTo>
                    <a:pt x="182031" y="619128"/>
                  </a:lnTo>
                  <a:lnTo>
                    <a:pt x="182449" y="621483"/>
                  </a:lnTo>
                  <a:lnTo>
                    <a:pt x="182497" y="623423"/>
                  </a:lnTo>
                  <a:lnTo>
                    <a:pt x="181501" y="624859"/>
                  </a:lnTo>
                  <a:lnTo>
                    <a:pt x="180129" y="625655"/>
                  </a:lnTo>
                  <a:lnTo>
                    <a:pt x="177638" y="627956"/>
                  </a:lnTo>
                  <a:lnTo>
                    <a:pt x="174234" y="629576"/>
                  </a:lnTo>
                  <a:lnTo>
                    <a:pt x="172653" y="629663"/>
                  </a:lnTo>
                  <a:lnTo>
                    <a:pt x="171732" y="630529"/>
                  </a:lnTo>
                  <a:lnTo>
                    <a:pt x="172050" y="633365"/>
                  </a:lnTo>
                  <a:lnTo>
                    <a:pt x="171248" y="635241"/>
                  </a:lnTo>
                  <a:lnTo>
                    <a:pt x="170529" y="637858"/>
                  </a:lnTo>
                  <a:lnTo>
                    <a:pt x="169669" y="639587"/>
                  </a:lnTo>
                  <a:lnTo>
                    <a:pt x="169473" y="641219"/>
                  </a:lnTo>
                  <a:lnTo>
                    <a:pt x="169621" y="644104"/>
                  </a:lnTo>
                  <a:lnTo>
                    <a:pt x="169125" y="647572"/>
                  </a:lnTo>
                  <a:lnTo>
                    <a:pt x="168580" y="648714"/>
                  </a:lnTo>
                  <a:lnTo>
                    <a:pt x="167761" y="649036"/>
                  </a:lnTo>
                  <a:lnTo>
                    <a:pt x="167715" y="649741"/>
                  </a:lnTo>
                  <a:lnTo>
                    <a:pt x="168019" y="651371"/>
                  </a:lnTo>
                  <a:lnTo>
                    <a:pt x="168618" y="652635"/>
                  </a:lnTo>
                  <a:lnTo>
                    <a:pt x="169317" y="652724"/>
                  </a:lnTo>
                  <a:lnTo>
                    <a:pt x="170341" y="653535"/>
                  </a:lnTo>
                  <a:lnTo>
                    <a:pt x="171460" y="653887"/>
                  </a:lnTo>
                  <a:lnTo>
                    <a:pt x="173081" y="654327"/>
                  </a:lnTo>
                  <a:lnTo>
                    <a:pt x="173837" y="654239"/>
                  </a:lnTo>
                  <a:lnTo>
                    <a:pt x="174567" y="654882"/>
                  </a:lnTo>
                  <a:lnTo>
                    <a:pt x="174391" y="659685"/>
                  </a:lnTo>
                  <a:lnTo>
                    <a:pt x="174929" y="660963"/>
                  </a:lnTo>
                  <a:lnTo>
                    <a:pt x="175477" y="661400"/>
                  </a:lnTo>
                  <a:lnTo>
                    <a:pt x="175294" y="661861"/>
                  </a:lnTo>
                  <a:lnTo>
                    <a:pt x="175499" y="662479"/>
                  </a:lnTo>
                  <a:lnTo>
                    <a:pt x="175017" y="662847"/>
                  </a:lnTo>
                  <a:lnTo>
                    <a:pt x="174512" y="664863"/>
                  </a:lnTo>
                  <a:lnTo>
                    <a:pt x="174425" y="668758"/>
                  </a:lnTo>
                  <a:lnTo>
                    <a:pt x="172537" y="671087"/>
                  </a:lnTo>
                  <a:lnTo>
                    <a:pt x="172925" y="673496"/>
                  </a:lnTo>
                  <a:lnTo>
                    <a:pt x="172851" y="675419"/>
                  </a:lnTo>
                  <a:lnTo>
                    <a:pt x="173373" y="677067"/>
                  </a:lnTo>
                  <a:lnTo>
                    <a:pt x="173054" y="678111"/>
                  </a:lnTo>
                  <a:lnTo>
                    <a:pt x="173294" y="680497"/>
                  </a:lnTo>
                  <a:lnTo>
                    <a:pt x="172823" y="681161"/>
                  </a:lnTo>
                  <a:lnTo>
                    <a:pt x="173613" y="682601"/>
                  </a:lnTo>
                  <a:lnTo>
                    <a:pt x="173310" y="682961"/>
                  </a:lnTo>
                  <a:lnTo>
                    <a:pt x="173875" y="683457"/>
                  </a:lnTo>
                  <a:lnTo>
                    <a:pt x="173693" y="685136"/>
                  </a:lnTo>
                  <a:lnTo>
                    <a:pt x="173207" y="685580"/>
                  </a:lnTo>
                  <a:lnTo>
                    <a:pt x="172366" y="687554"/>
                  </a:lnTo>
                  <a:lnTo>
                    <a:pt x="172382" y="688133"/>
                  </a:lnTo>
                  <a:lnTo>
                    <a:pt x="171819" y="689114"/>
                  </a:lnTo>
                  <a:lnTo>
                    <a:pt x="172367" y="690038"/>
                  </a:lnTo>
                  <a:lnTo>
                    <a:pt x="172075" y="690324"/>
                  </a:lnTo>
                  <a:lnTo>
                    <a:pt x="172105" y="690816"/>
                  </a:lnTo>
                  <a:lnTo>
                    <a:pt x="170735" y="692840"/>
                  </a:lnTo>
                  <a:lnTo>
                    <a:pt x="170777" y="693362"/>
                  </a:lnTo>
                  <a:lnTo>
                    <a:pt x="170207" y="693897"/>
                  </a:lnTo>
                  <a:lnTo>
                    <a:pt x="170028" y="694428"/>
                  </a:lnTo>
                  <a:lnTo>
                    <a:pt x="170088" y="696238"/>
                  </a:lnTo>
                  <a:lnTo>
                    <a:pt x="169784" y="696306"/>
                  </a:lnTo>
                  <a:lnTo>
                    <a:pt x="169510" y="696856"/>
                  </a:lnTo>
                  <a:lnTo>
                    <a:pt x="168925" y="697265"/>
                  </a:lnTo>
                  <a:lnTo>
                    <a:pt x="168422" y="698589"/>
                  </a:lnTo>
                  <a:lnTo>
                    <a:pt x="166209" y="699962"/>
                  </a:lnTo>
                  <a:lnTo>
                    <a:pt x="165170" y="701438"/>
                  </a:lnTo>
                  <a:lnTo>
                    <a:pt x="164356" y="703158"/>
                  </a:lnTo>
                  <a:lnTo>
                    <a:pt x="164186" y="704324"/>
                  </a:lnTo>
                  <a:lnTo>
                    <a:pt x="164341" y="704686"/>
                  </a:lnTo>
                  <a:lnTo>
                    <a:pt x="165299" y="705394"/>
                  </a:lnTo>
                  <a:lnTo>
                    <a:pt x="165567" y="705327"/>
                  </a:lnTo>
                  <a:lnTo>
                    <a:pt x="167611" y="706152"/>
                  </a:lnTo>
                  <a:lnTo>
                    <a:pt x="167739" y="706969"/>
                  </a:lnTo>
                  <a:lnTo>
                    <a:pt x="167133" y="708168"/>
                  </a:lnTo>
                  <a:lnTo>
                    <a:pt x="167198" y="708612"/>
                  </a:lnTo>
                  <a:lnTo>
                    <a:pt x="166613" y="709146"/>
                  </a:lnTo>
                  <a:lnTo>
                    <a:pt x="166319" y="710473"/>
                  </a:lnTo>
                  <a:lnTo>
                    <a:pt x="164762" y="711602"/>
                  </a:lnTo>
                  <a:lnTo>
                    <a:pt x="164694" y="712993"/>
                  </a:lnTo>
                  <a:lnTo>
                    <a:pt x="164388" y="713847"/>
                  </a:lnTo>
                  <a:lnTo>
                    <a:pt x="163588" y="714643"/>
                  </a:lnTo>
                  <a:lnTo>
                    <a:pt x="162660" y="714974"/>
                  </a:lnTo>
                  <a:lnTo>
                    <a:pt x="161954" y="715783"/>
                  </a:lnTo>
                  <a:lnTo>
                    <a:pt x="160369" y="716372"/>
                  </a:lnTo>
                  <a:lnTo>
                    <a:pt x="159957" y="716362"/>
                  </a:lnTo>
                  <a:lnTo>
                    <a:pt x="159790" y="716064"/>
                  </a:lnTo>
                  <a:lnTo>
                    <a:pt x="159031" y="716322"/>
                  </a:lnTo>
                  <a:lnTo>
                    <a:pt x="158240" y="716947"/>
                  </a:lnTo>
                  <a:lnTo>
                    <a:pt x="157162" y="716505"/>
                  </a:lnTo>
                  <a:lnTo>
                    <a:pt x="156122" y="716903"/>
                  </a:lnTo>
                  <a:lnTo>
                    <a:pt x="155344" y="716938"/>
                  </a:lnTo>
                  <a:lnTo>
                    <a:pt x="154785" y="716463"/>
                  </a:lnTo>
                  <a:lnTo>
                    <a:pt x="154394" y="716656"/>
                  </a:lnTo>
                  <a:lnTo>
                    <a:pt x="153993" y="716510"/>
                  </a:lnTo>
                  <a:lnTo>
                    <a:pt x="153693" y="716878"/>
                  </a:lnTo>
                  <a:lnTo>
                    <a:pt x="153298" y="716900"/>
                  </a:lnTo>
                  <a:lnTo>
                    <a:pt x="152218" y="717564"/>
                  </a:lnTo>
                  <a:lnTo>
                    <a:pt x="150843" y="717773"/>
                  </a:lnTo>
                  <a:lnTo>
                    <a:pt x="150009" y="718358"/>
                  </a:lnTo>
                  <a:lnTo>
                    <a:pt x="149700" y="719526"/>
                  </a:lnTo>
                  <a:lnTo>
                    <a:pt x="149842" y="721874"/>
                  </a:lnTo>
                  <a:lnTo>
                    <a:pt x="148690" y="722123"/>
                  </a:lnTo>
                  <a:lnTo>
                    <a:pt x="147509" y="721903"/>
                  </a:lnTo>
                  <a:lnTo>
                    <a:pt x="146321" y="720601"/>
                  </a:lnTo>
                  <a:lnTo>
                    <a:pt x="145907" y="720559"/>
                  </a:lnTo>
                  <a:lnTo>
                    <a:pt x="145271" y="719430"/>
                  </a:lnTo>
                  <a:lnTo>
                    <a:pt x="145145" y="718484"/>
                  </a:lnTo>
                  <a:lnTo>
                    <a:pt x="144273" y="718730"/>
                  </a:lnTo>
                  <a:lnTo>
                    <a:pt x="143561" y="717813"/>
                  </a:lnTo>
                  <a:lnTo>
                    <a:pt x="142233" y="717665"/>
                  </a:lnTo>
                  <a:lnTo>
                    <a:pt x="141326" y="715732"/>
                  </a:lnTo>
                  <a:lnTo>
                    <a:pt x="140599" y="715602"/>
                  </a:lnTo>
                  <a:lnTo>
                    <a:pt x="140491" y="714877"/>
                  </a:lnTo>
                  <a:lnTo>
                    <a:pt x="141033" y="714330"/>
                  </a:lnTo>
                  <a:lnTo>
                    <a:pt x="141081" y="713848"/>
                  </a:lnTo>
                  <a:lnTo>
                    <a:pt x="139490" y="712187"/>
                  </a:lnTo>
                  <a:lnTo>
                    <a:pt x="139540" y="711047"/>
                  </a:lnTo>
                  <a:lnTo>
                    <a:pt x="140113" y="710660"/>
                  </a:lnTo>
                  <a:lnTo>
                    <a:pt x="140439" y="707494"/>
                  </a:lnTo>
                  <a:lnTo>
                    <a:pt x="139468" y="704949"/>
                  </a:lnTo>
                  <a:lnTo>
                    <a:pt x="139966" y="704739"/>
                  </a:lnTo>
                  <a:lnTo>
                    <a:pt x="140447" y="703928"/>
                  </a:lnTo>
                  <a:lnTo>
                    <a:pt x="140063" y="703371"/>
                  </a:lnTo>
                  <a:lnTo>
                    <a:pt x="140335" y="701845"/>
                  </a:lnTo>
                  <a:lnTo>
                    <a:pt x="139904" y="701172"/>
                  </a:lnTo>
                  <a:lnTo>
                    <a:pt x="139715" y="701208"/>
                  </a:lnTo>
                  <a:lnTo>
                    <a:pt x="139484" y="700709"/>
                  </a:lnTo>
                  <a:lnTo>
                    <a:pt x="139588" y="700343"/>
                  </a:lnTo>
                  <a:lnTo>
                    <a:pt x="139243" y="699858"/>
                  </a:lnTo>
                  <a:lnTo>
                    <a:pt x="138865" y="699839"/>
                  </a:lnTo>
                  <a:lnTo>
                    <a:pt x="138660" y="699558"/>
                  </a:lnTo>
                  <a:lnTo>
                    <a:pt x="137843" y="697701"/>
                  </a:lnTo>
                  <a:lnTo>
                    <a:pt x="137431" y="696318"/>
                  </a:lnTo>
                  <a:lnTo>
                    <a:pt x="137167" y="694020"/>
                  </a:lnTo>
                  <a:lnTo>
                    <a:pt x="136628" y="692921"/>
                  </a:lnTo>
                  <a:lnTo>
                    <a:pt x="136742" y="691719"/>
                  </a:lnTo>
                  <a:lnTo>
                    <a:pt x="136009" y="689782"/>
                  </a:lnTo>
                  <a:lnTo>
                    <a:pt x="134971" y="688468"/>
                  </a:lnTo>
                  <a:lnTo>
                    <a:pt x="134467" y="687440"/>
                  </a:lnTo>
                  <a:lnTo>
                    <a:pt x="134193" y="686333"/>
                  </a:lnTo>
                  <a:lnTo>
                    <a:pt x="133319" y="684633"/>
                  </a:lnTo>
                  <a:lnTo>
                    <a:pt x="132867" y="683872"/>
                  </a:lnTo>
                  <a:lnTo>
                    <a:pt x="131437" y="682455"/>
                  </a:lnTo>
                  <a:lnTo>
                    <a:pt x="129738" y="681477"/>
                  </a:lnTo>
                  <a:lnTo>
                    <a:pt x="130203" y="680095"/>
                  </a:lnTo>
                  <a:lnTo>
                    <a:pt x="129664" y="679810"/>
                  </a:lnTo>
                  <a:lnTo>
                    <a:pt x="128993" y="679018"/>
                  </a:lnTo>
                  <a:lnTo>
                    <a:pt x="128683" y="678173"/>
                  </a:lnTo>
                  <a:lnTo>
                    <a:pt x="127555" y="677330"/>
                  </a:lnTo>
                  <a:lnTo>
                    <a:pt x="124869" y="673842"/>
                  </a:lnTo>
                  <a:lnTo>
                    <a:pt x="123755" y="672778"/>
                  </a:lnTo>
                  <a:lnTo>
                    <a:pt x="123182" y="670864"/>
                  </a:lnTo>
                  <a:lnTo>
                    <a:pt x="121868" y="668487"/>
                  </a:lnTo>
                  <a:lnTo>
                    <a:pt x="122402" y="667717"/>
                  </a:lnTo>
                  <a:lnTo>
                    <a:pt x="121069" y="660166"/>
                  </a:lnTo>
                  <a:lnTo>
                    <a:pt x="119819" y="658567"/>
                  </a:lnTo>
                  <a:lnTo>
                    <a:pt x="116914" y="656010"/>
                  </a:lnTo>
                  <a:lnTo>
                    <a:pt x="115814" y="655714"/>
                  </a:lnTo>
                  <a:lnTo>
                    <a:pt x="112412" y="655505"/>
                  </a:lnTo>
                  <a:lnTo>
                    <a:pt x="112264" y="654339"/>
                  </a:lnTo>
                  <a:lnTo>
                    <a:pt x="110377" y="652058"/>
                  </a:lnTo>
                  <a:lnTo>
                    <a:pt x="109846" y="652152"/>
                  </a:lnTo>
                  <a:lnTo>
                    <a:pt x="109645" y="651136"/>
                  </a:lnTo>
                  <a:lnTo>
                    <a:pt x="109119" y="650208"/>
                  </a:lnTo>
                  <a:lnTo>
                    <a:pt x="108201" y="649882"/>
                  </a:lnTo>
                  <a:lnTo>
                    <a:pt x="106856" y="648501"/>
                  </a:lnTo>
                  <a:lnTo>
                    <a:pt x="106439" y="647468"/>
                  </a:lnTo>
                  <a:lnTo>
                    <a:pt x="105232" y="646190"/>
                  </a:lnTo>
                  <a:lnTo>
                    <a:pt x="104746" y="644945"/>
                  </a:lnTo>
                  <a:lnTo>
                    <a:pt x="103189" y="643441"/>
                  </a:lnTo>
                  <a:lnTo>
                    <a:pt x="101272" y="641048"/>
                  </a:lnTo>
                  <a:lnTo>
                    <a:pt x="100906" y="640115"/>
                  </a:lnTo>
                  <a:lnTo>
                    <a:pt x="101375" y="639756"/>
                  </a:lnTo>
                  <a:lnTo>
                    <a:pt x="101410" y="639016"/>
                  </a:lnTo>
                  <a:lnTo>
                    <a:pt x="101062" y="636236"/>
                  </a:lnTo>
                  <a:lnTo>
                    <a:pt x="100798" y="635592"/>
                  </a:lnTo>
                  <a:lnTo>
                    <a:pt x="100275" y="635867"/>
                  </a:lnTo>
                  <a:lnTo>
                    <a:pt x="98179" y="636164"/>
                  </a:lnTo>
                  <a:lnTo>
                    <a:pt x="97667" y="636571"/>
                  </a:lnTo>
                  <a:lnTo>
                    <a:pt x="96067" y="636855"/>
                  </a:lnTo>
                  <a:lnTo>
                    <a:pt x="95112" y="637392"/>
                  </a:lnTo>
                  <a:lnTo>
                    <a:pt x="93908" y="637031"/>
                  </a:lnTo>
                  <a:lnTo>
                    <a:pt x="92872" y="637045"/>
                  </a:lnTo>
                  <a:lnTo>
                    <a:pt x="91909" y="637339"/>
                  </a:lnTo>
                  <a:lnTo>
                    <a:pt x="89348" y="637481"/>
                  </a:lnTo>
                  <a:lnTo>
                    <a:pt x="88002" y="637868"/>
                  </a:lnTo>
                  <a:lnTo>
                    <a:pt x="87440" y="638292"/>
                  </a:lnTo>
                  <a:lnTo>
                    <a:pt x="86420" y="638589"/>
                  </a:lnTo>
                  <a:lnTo>
                    <a:pt x="83076" y="640694"/>
                  </a:lnTo>
                  <a:lnTo>
                    <a:pt x="82637" y="641464"/>
                  </a:lnTo>
                  <a:lnTo>
                    <a:pt x="80506" y="642781"/>
                  </a:lnTo>
                  <a:lnTo>
                    <a:pt x="79960" y="643984"/>
                  </a:lnTo>
                  <a:lnTo>
                    <a:pt x="79943" y="646966"/>
                  </a:lnTo>
                  <a:lnTo>
                    <a:pt x="77209" y="647336"/>
                  </a:lnTo>
                  <a:lnTo>
                    <a:pt x="75720" y="648116"/>
                  </a:lnTo>
                  <a:lnTo>
                    <a:pt x="74405" y="649330"/>
                  </a:lnTo>
                  <a:lnTo>
                    <a:pt x="72085" y="652401"/>
                  </a:lnTo>
                  <a:lnTo>
                    <a:pt x="70644" y="655092"/>
                  </a:lnTo>
                  <a:lnTo>
                    <a:pt x="70793" y="656055"/>
                  </a:lnTo>
                  <a:lnTo>
                    <a:pt x="68692" y="658845"/>
                  </a:lnTo>
                  <a:lnTo>
                    <a:pt x="67897" y="658396"/>
                  </a:lnTo>
                  <a:lnTo>
                    <a:pt x="64693" y="657368"/>
                  </a:lnTo>
                  <a:lnTo>
                    <a:pt x="62404" y="656250"/>
                  </a:lnTo>
                  <a:lnTo>
                    <a:pt x="61512" y="656081"/>
                  </a:lnTo>
                  <a:lnTo>
                    <a:pt x="60102" y="654987"/>
                  </a:lnTo>
                  <a:lnTo>
                    <a:pt x="59552" y="655766"/>
                  </a:lnTo>
                  <a:lnTo>
                    <a:pt x="58686" y="656072"/>
                  </a:lnTo>
                  <a:lnTo>
                    <a:pt x="57332" y="657066"/>
                  </a:lnTo>
                  <a:lnTo>
                    <a:pt x="56993" y="657553"/>
                  </a:lnTo>
                  <a:lnTo>
                    <a:pt x="55455" y="657796"/>
                  </a:lnTo>
                  <a:lnTo>
                    <a:pt x="54602" y="658272"/>
                  </a:lnTo>
                  <a:lnTo>
                    <a:pt x="53961" y="658158"/>
                  </a:lnTo>
                  <a:lnTo>
                    <a:pt x="53413" y="657543"/>
                  </a:lnTo>
                  <a:lnTo>
                    <a:pt x="53238" y="656545"/>
                  </a:lnTo>
                  <a:lnTo>
                    <a:pt x="53409" y="656025"/>
                  </a:lnTo>
                  <a:lnTo>
                    <a:pt x="53060" y="655209"/>
                  </a:lnTo>
                  <a:lnTo>
                    <a:pt x="53204" y="653987"/>
                  </a:lnTo>
                  <a:lnTo>
                    <a:pt x="52918" y="651925"/>
                  </a:lnTo>
                  <a:lnTo>
                    <a:pt x="53249" y="651508"/>
                  </a:lnTo>
                  <a:lnTo>
                    <a:pt x="52840" y="650051"/>
                  </a:lnTo>
                  <a:lnTo>
                    <a:pt x="52063" y="649579"/>
                  </a:lnTo>
                  <a:lnTo>
                    <a:pt x="51197" y="648168"/>
                  </a:lnTo>
                  <a:lnTo>
                    <a:pt x="50657" y="648040"/>
                  </a:lnTo>
                  <a:lnTo>
                    <a:pt x="50069" y="648472"/>
                  </a:lnTo>
                  <a:lnTo>
                    <a:pt x="47909" y="648441"/>
                  </a:lnTo>
                  <a:lnTo>
                    <a:pt x="46057" y="646921"/>
                  </a:lnTo>
                  <a:lnTo>
                    <a:pt x="42884" y="646428"/>
                  </a:lnTo>
                  <a:lnTo>
                    <a:pt x="42930" y="646041"/>
                  </a:lnTo>
                  <a:lnTo>
                    <a:pt x="41693" y="645974"/>
                  </a:lnTo>
                  <a:lnTo>
                    <a:pt x="41026" y="645040"/>
                  </a:lnTo>
                  <a:lnTo>
                    <a:pt x="40518" y="644888"/>
                  </a:lnTo>
                  <a:lnTo>
                    <a:pt x="39510" y="645010"/>
                  </a:lnTo>
                  <a:lnTo>
                    <a:pt x="38672" y="644751"/>
                  </a:lnTo>
                  <a:lnTo>
                    <a:pt x="37939" y="644819"/>
                  </a:lnTo>
                  <a:lnTo>
                    <a:pt x="35757" y="645493"/>
                  </a:lnTo>
                  <a:lnTo>
                    <a:pt x="35466" y="645389"/>
                  </a:lnTo>
                  <a:lnTo>
                    <a:pt x="34243" y="645915"/>
                  </a:lnTo>
                  <a:lnTo>
                    <a:pt x="31034" y="646266"/>
                  </a:lnTo>
                  <a:lnTo>
                    <a:pt x="30774" y="646468"/>
                  </a:lnTo>
                  <a:lnTo>
                    <a:pt x="28397" y="645791"/>
                  </a:lnTo>
                  <a:lnTo>
                    <a:pt x="26807" y="645886"/>
                  </a:lnTo>
                  <a:lnTo>
                    <a:pt x="23758" y="644344"/>
                  </a:lnTo>
                  <a:lnTo>
                    <a:pt x="20654" y="644835"/>
                  </a:lnTo>
                  <a:lnTo>
                    <a:pt x="19440" y="645655"/>
                  </a:lnTo>
                  <a:lnTo>
                    <a:pt x="18577" y="645807"/>
                  </a:lnTo>
                  <a:lnTo>
                    <a:pt x="17374" y="645248"/>
                  </a:lnTo>
                  <a:lnTo>
                    <a:pt x="17246" y="644931"/>
                  </a:lnTo>
                  <a:lnTo>
                    <a:pt x="14964" y="644201"/>
                  </a:lnTo>
                  <a:lnTo>
                    <a:pt x="14703" y="643816"/>
                  </a:lnTo>
                  <a:lnTo>
                    <a:pt x="14008" y="643542"/>
                  </a:lnTo>
                  <a:lnTo>
                    <a:pt x="14054" y="643144"/>
                  </a:lnTo>
                  <a:lnTo>
                    <a:pt x="13678" y="643033"/>
                  </a:lnTo>
                  <a:lnTo>
                    <a:pt x="13704" y="642580"/>
                  </a:lnTo>
                  <a:lnTo>
                    <a:pt x="13112" y="642348"/>
                  </a:lnTo>
                  <a:lnTo>
                    <a:pt x="12659" y="639615"/>
                  </a:lnTo>
                  <a:lnTo>
                    <a:pt x="13437" y="636700"/>
                  </a:lnTo>
                  <a:lnTo>
                    <a:pt x="13371" y="635599"/>
                  </a:lnTo>
                  <a:lnTo>
                    <a:pt x="12823" y="634846"/>
                  </a:lnTo>
                  <a:lnTo>
                    <a:pt x="11686" y="634741"/>
                  </a:lnTo>
                  <a:lnTo>
                    <a:pt x="11648" y="634443"/>
                  </a:lnTo>
                  <a:lnTo>
                    <a:pt x="11461" y="634511"/>
                  </a:lnTo>
                  <a:lnTo>
                    <a:pt x="9509" y="632222"/>
                  </a:lnTo>
                  <a:lnTo>
                    <a:pt x="8451" y="631309"/>
                  </a:lnTo>
                  <a:lnTo>
                    <a:pt x="8133" y="631354"/>
                  </a:lnTo>
                  <a:lnTo>
                    <a:pt x="7668" y="631032"/>
                  </a:lnTo>
                  <a:lnTo>
                    <a:pt x="6362" y="631086"/>
                  </a:lnTo>
                  <a:lnTo>
                    <a:pt x="5591" y="630741"/>
                  </a:lnTo>
                  <a:lnTo>
                    <a:pt x="4266" y="627804"/>
                  </a:lnTo>
                  <a:lnTo>
                    <a:pt x="2972" y="626500"/>
                  </a:lnTo>
                  <a:lnTo>
                    <a:pt x="1349" y="626017"/>
                  </a:lnTo>
                  <a:lnTo>
                    <a:pt x="0" y="623038"/>
                  </a:lnTo>
                  <a:lnTo>
                    <a:pt x="293" y="622154"/>
                  </a:lnTo>
                  <a:lnTo>
                    <a:pt x="18" y="621283"/>
                  </a:lnTo>
                  <a:lnTo>
                    <a:pt x="1505" y="619600"/>
                  </a:lnTo>
                  <a:lnTo>
                    <a:pt x="1589" y="618562"/>
                  </a:lnTo>
                  <a:lnTo>
                    <a:pt x="2108" y="617811"/>
                  </a:lnTo>
                  <a:lnTo>
                    <a:pt x="3288" y="617633"/>
                  </a:lnTo>
                  <a:lnTo>
                    <a:pt x="4352" y="616620"/>
                  </a:lnTo>
                  <a:lnTo>
                    <a:pt x="6152" y="616331"/>
                  </a:lnTo>
                  <a:lnTo>
                    <a:pt x="6542" y="616502"/>
                  </a:lnTo>
                  <a:lnTo>
                    <a:pt x="7736" y="615776"/>
                  </a:lnTo>
                  <a:lnTo>
                    <a:pt x="8690" y="615743"/>
                  </a:lnTo>
                  <a:lnTo>
                    <a:pt x="9296" y="615476"/>
                  </a:lnTo>
                  <a:lnTo>
                    <a:pt x="9176" y="614391"/>
                  </a:lnTo>
                  <a:lnTo>
                    <a:pt x="8786" y="613662"/>
                  </a:lnTo>
                  <a:lnTo>
                    <a:pt x="9057" y="613023"/>
                  </a:lnTo>
                  <a:lnTo>
                    <a:pt x="8847" y="612036"/>
                  </a:lnTo>
                  <a:lnTo>
                    <a:pt x="8112" y="611835"/>
                  </a:lnTo>
                  <a:lnTo>
                    <a:pt x="7861" y="612107"/>
                  </a:lnTo>
                  <a:lnTo>
                    <a:pt x="7689" y="611991"/>
                  </a:lnTo>
                  <a:lnTo>
                    <a:pt x="7528" y="612416"/>
                  </a:lnTo>
                  <a:lnTo>
                    <a:pt x="7173" y="612229"/>
                  </a:lnTo>
                  <a:lnTo>
                    <a:pt x="6609" y="612444"/>
                  </a:lnTo>
                  <a:lnTo>
                    <a:pt x="5803" y="612128"/>
                  </a:lnTo>
                  <a:lnTo>
                    <a:pt x="5134" y="612447"/>
                  </a:lnTo>
                  <a:lnTo>
                    <a:pt x="4630" y="612097"/>
                  </a:lnTo>
                  <a:lnTo>
                    <a:pt x="5638" y="611834"/>
                  </a:lnTo>
                  <a:lnTo>
                    <a:pt x="8266" y="601944"/>
                  </a:lnTo>
                  <a:lnTo>
                    <a:pt x="8946" y="602087"/>
                  </a:lnTo>
                  <a:lnTo>
                    <a:pt x="9597" y="601727"/>
                  </a:lnTo>
                  <a:lnTo>
                    <a:pt x="10178" y="601727"/>
                  </a:lnTo>
                  <a:lnTo>
                    <a:pt x="10541" y="601988"/>
                  </a:lnTo>
                  <a:lnTo>
                    <a:pt x="11154" y="601806"/>
                  </a:lnTo>
                  <a:lnTo>
                    <a:pt x="12187" y="600745"/>
                  </a:lnTo>
                  <a:lnTo>
                    <a:pt x="14389" y="599390"/>
                  </a:lnTo>
                  <a:lnTo>
                    <a:pt x="17204" y="595259"/>
                  </a:lnTo>
                  <a:lnTo>
                    <a:pt x="17396" y="594557"/>
                  </a:lnTo>
                  <a:lnTo>
                    <a:pt x="24142" y="590250"/>
                  </a:lnTo>
                  <a:lnTo>
                    <a:pt x="26053" y="589879"/>
                  </a:lnTo>
                  <a:lnTo>
                    <a:pt x="34557" y="585706"/>
                  </a:lnTo>
                  <a:lnTo>
                    <a:pt x="36367" y="586227"/>
                  </a:lnTo>
                  <a:lnTo>
                    <a:pt x="36692" y="585878"/>
                  </a:lnTo>
                  <a:lnTo>
                    <a:pt x="34416" y="578581"/>
                  </a:lnTo>
                  <a:lnTo>
                    <a:pt x="35466" y="577304"/>
                  </a:lnTo>
                  <a:lnTo>
                    <a:pt x="35560" y="574531"/>
                  </a:lnTo>
                  <a:lnTo>
                    <a:pt x="34493" y="570529"/>
                  </a:lnTo>
                  <a:lnTo>
                    <a:pt x="34565" y="569667"/>
                  </a:lnTo>
                  <a:lnTo>
                    <a:pt x="34025" y="567391"/>
                  </a:lnTo>
                  <a:lnTo>
                    <a:pt x="34526" y="566086"/>
                  </a:lnTo>
                  <a:lnTo>
                    <a:pt x="35897" y="564545"/>
                  </a:lnTo>
                  <a:lnTo>
                    <a:pt x="37896" y="563680"/>
                  </a:lnTo>
                  <a:lnTo>
                    <a:pt x="38204" y="563268"/>
                  </a:lnTo>
                  <a:lnTo>
                    <a:pt x="38056" y="560487"/>
                  </a:lnTo>
                  <a:lnTo>
                    <a:pt x="38496" y="557910"/>
                  </a:lnTo>
                  <a:lnTo>
                    <a:pt x="39863" y="555974"/>
                  </a:lnTo>
                  <a:lnTo>
                    <a:pt x="40019" y="555043"/>
                  </a:lnTo>
                  <a:lnTo>
                    <a:pt x="38697" y="550186"/>
                  </a:lnTo>
                  <a:lnTo>
                    <a:pt x="40719" y="537152"/>
                  </a:lnTo>
                  <a:lnTo>
                    <a:pt x="37938" y="529547"/>
                  </a:lnTo>
                  <a:lnTo>
                    <a:pt x="38899" y="529122"/>
                  </a:lnTo>
                  <a:lnTo>
                    <a:pt x="40868" y="526868"/>
                  </a:lnTo>
                  <a:lnTo>
                    <a:pt x="45548" y="523869"/>
                  </a:lnTo>
                  <a:lnTo>
                    <a:pt x="57673" y="518706"/>
                  </a:lnTo>
                  <a:lnTo>
                    <a:pt x="59653" y="516577"/>
                  </a:lnTo>
                  <a:lnTo>
                    <a:pt x="58902" y="514467"/>
                  </a:lnTo>
                  <a:lnTo>
                    <a:pt x="60873" y="511167"/>
                  </a:lnTo>
                  <a:lnTo>
                    <a:pt x="56835" y="505957"/>
                  </a:lnTo>
                  <a:lnTo>
                    <a:pt x="55439" y="505128"/>
                  </a:lnTo>
                  <a:lnTo>
                    <a:pt x="55130" y="504641"/>
                  </a:lnTo>
                  <a:lnTo>
                    <a:pt x="55325" y="503642"/>
                  </a:lnTo>
                  <a:lnTo>
                    <a:pt x="55119" y="502148"/>
                  </a:lnTo>
                  <a:lnTo>
                    <a:pt x="52391" y="500373"/>
                  </a:lnTo>
                  <a:lnTo>
                    <a:pt x="53461" y="497165"/>
                  </a:lnTo>
                  <a:lnTo>
                    <a:pt x="53153" y="494377"/>
                  </a:lnTo>
                  <a:lnTo>
                    <a:pt x="51676" y="495839"/>
                  </a:lnTo>
                  <a:lnTo>
                    <a:pt x="50198" y="496672"/>
                  </a:lnTo>
                  <a:lnTo>
                    <a:pt x="48155" y="498403"/>
                  </a:lnTo>
                  <a:lnTo>
                    <a:pt x="45916" y="498984"/>
                  </a:lnTo>
                  <a:lnTo>
                    <a:pt x="43057" y="497679"/>
                  </a:lnTo>
                  <a:lnTo>
                    <a:pt x="30479" y="496608"/>
                  </a:lnTo>
                  <a:lnTo>
                    <a:pt x="25041" y="494653"/>
                  </a:lnTo>
                  <a:lnTo>
                    <a:pt x="24196" y="494021"/>
                  </a:lnTo>
                  <a:lnTo>
                    <a:pt x="23903" y="494107"/>
                  </a:lnTo>
                  <a:lnTo>
                    <a:pt x="23251" y="493599"/>
                  </a:lnTo>
                  <a:lnTo>
                    <a:pt x="22764" y="493582"/>
                  </a:lnTo>
                  <a:lnTo>
                    <a:pt x="21493" y="492704"/>
                  </a:lnTo>
                  <a:lnTo>
                    <a:pt x="21201" y="492211"/>
                  </a:lnTo>
                  <a:lnTo>
                    <a:pt x="20354" y="492109"/>
                  </a:lnTo>
                  <a:lnTo>
                    <a:pt x="19965" y="491637"/>
                  </a:lnTo>
                  <a:lnTo>
                    <a:pt x="21077" y="490793"/>
                  </a:lnTo>
                  <a:lnTo>
                    <a:pt x="21061" y="488366"/>
                  </a:lnTo>
                  <a:lnTo>
                    <a:pt x="21905" y="487826"/>
                  </a:lnTo>
                  <a:lnTo>
                    <a:pt x="22367" y="487183"/>
                  </a:lnTo>
                  <a:lnTo>
                    <a:pt x="21427" y="485304"/>
                  </a:lnTo>
                  <a:lnTo>
                    <a:pt x="21661" y="484996"/>
                  </a:lnTo>
                  <a:lnTo>
                    <a:pt x="22560" y="484806"/>
                  </a:lnTo>
                  <a:lnTo>
                    <a:pt x="23418" y="484234"/>
                  </a:lnTo>
                  <a:lnTo>
                    <a:pt x="24290" y="484495"/>
                  </a:lnTo>
                  <a:lnTo>
                    <a:pt x="24519" y="484344"/>
                  </a:lnTo>
                  <a:lnTo>
                    <a:pt x="25423" y="482283"/>
                  </a:lnTo>
                  <a:lnTo>
                    <a:pt x="26107" y="481370"/>
                  </a:lnTo>
                  <a:lnTo>
                    <a:pt x="26120" y="480427"/>
                  </a:lnTo>
                  <a:lnTo>
                    <a:pt x="25326" y="477836"/>
                  </a:lnTo>
                  <a:lnTo>
                    <a:pt x="24372" y="477602"/>
                  </a:lnTo>
                  <a:lnTo>
                    <a:pt x="24519" y="475714"/>
                  </a:lnTo>
                  <a:lnTo>
                    <a:pt x="25208" y="474084"/>
                  </a:lnTo>
                  <a:lnTo>
                    <a:pt x="25199" y="473664"/>
                  </a:lnTo>
                  <a:lnTo>
                    <a:pt x="24852" y="473288"/>
                  </a:lnTo>
                  <a:lnTo>
                    <a:pt x="24932" y="472658"/>
                  </a:lnTo>
                  <a:lnTo>
                    <a:pt x="25892" y="470759"/>
                  </a:lnTo>
                  <a:lnTo>
                    <a:pt x="25930" y="469640"/>
                  </a:lnTo>
                  <a:lnTo>
                    <a:pt x="25225" y="468443"/>
                  </a:lnTo>
                  <a:lnTo>
                    <a:pt x="25965" y="467901"/>
                  </a:lnTo>
                  <a:lnTo>
                    <a:pt x="26850" y="467641"/>
                  </a:lnTo>
                  <a:lnTo>
                    <a:pt x="26981" y="466800"/>
                  </a:lnTo>
                  <a:lnTo>
                    <a:pt x="27633" y="466237"/>
                  </a:lnTo>
                  <a:lnTo>
                    <a:pt x="27715" y="465150"/>
                  </a:lnTo>
                  <a:lnTo>
                    <a:pt x="28600" y="465058"/>
                  </a:lnTo>
                  <a:lnTo>
                    <a:pt x="29026" y="464252"/>
                  </a:lnTo>
                  <a:lnTo>
                    <a:pt x="30305" y="463790"/>
                  </a:lnTo>
                  <a:lnTo>
                    <a:pt x="30344" y="462778"/>
                  </a:lnTo>
                  <a:lnTo>
                    <a:pt x="30594" y="462544"/>
                  </a:lnTo>
                  <a:lnTo>
                    <a:pt x="32310" y="461888"/>
                  </a:lnTo>
                  <a:lnTo>
                    <a:pt x="33646" y="460900"/>
                  </a:lnTo>
                  <a:lnTo>
                    <a:pt x="34340" y="459574"/>
                  </a:lnTo>
                  <a:lnTo>
                    <a:pt x="34934" y="459492"/>
                  </a:lnTo>
                  <a:lnTo>
                    <a:pt x="36286" y="458792"/>
                  </a:lnTo>
                  <a:lnTo>
                    <a:pt x="36957" y="458081"/>
                  </a:lnTo>
                  <a:lnTo>
                    <a:pt x="38322" y="457688"/>
                  </a:lnTo>
                  <a:lnTo>
                    <a:pt x="39926" y="456697"/>
                  </a:lnTo>
                  <a:lnTo>
                    <a:pt x="40795" y="454845"/>
                  </a:lnTo>
                  <a:lnTo>
                    <a:pt x="41042" y="453534"/>
                  </a:lnTo>
                  <a:lnTo>
                    <a:pt x="40786" y="452639"/>
                  </a:lnTo>
                  <a:lnTo>
                    <a:pt x="40990" y="451572"/>
                  </a:lnTo>
                  <a:lnTo>
                    <a:pt x="40826" y="451311"/>
                  </a:lnTo>
                  <a:lnTo>
                    <a:pt x="39852" y="451134"/>
                  </a:lnTo>
                  <a:lnTo>
                    <a:pt x="38522" y="449441"/>
                  </a:lnTo>
                  <a:lnTo>
                    <a:pt x="36594" y="447909"/>
                  </a:lnTo>
                  <a:lnTo>
                    <a:pt x="35101" y="447812"/>
                  </a:lnTo>
                  <a:lnTo>
                    <a:pt x="35678" y="446538"/>
                  </a:lnTo>
                  <a:lnTo>
                    <a:pt x="35559" y="446284"/>
                  </a:lnTo>
                  <a:lnTo>
                    <a:pt x="34556" y="445973"/>
                  </a:lnTo>
                  <a:lnTo>
                    <a:pt x="34143" y="445601"/>
                  </a:lnTo>
                  <a:lnTo>
                    <a:pt x="33981" y="444716"/>
                  </a:lnTo>
                  <a:lnTo>
                    <a:pt x="32981" y="443988"/>
                  </a:lnTo>
                  <a:lnTo>
                    <a:pt x="31935" y="442713"/>
                  </a:lnTo>
                  <a:lnTo>
                    <a:pt x="31712" y="441876"/>
                  </a:lnTo>
                  <a:lnTo>
                    <a:pt x="31012" y="441018"/>
                  </a:lnTo>
                  <a:lnTo>
                    <a:pt x="30550" y="440714"/>
                  </a:lnTo>
                  <a:lnTo>
                    <a:pt x="29768" y="440768"/>
                  </a:lnTo>
                  <a:lnTo>
                    <a:pt x="29526" y="440520"/>
                  </a:lnTo>
                  <a:lnTo>
                    <a:pt x="27981" y="440131"/>
                  </a:lnTo>
                  <a:lnTo>
                    <a:pt x="27614" y="439768"/>
                  </a:lnTo>
                  <a:lnTo>
                    <a:pt x="27345" y="439122"/>
                  </a:lnTo>
                  <a:lnTo>
                    <a:pt x="27299" y="437663"/>
                  </a:lnTo>
                  <a:lnTo>
                    <a:pt x="27654" y="435999"/>
                  </a:lnTo>
                  <a:lnTo>
                    <a:pt x="27466" y="432103"/>
                  </a:lnTo>
                  <a:lnTo>
                    <a:pt x="27681" y="431232"/>
                  </a:lnTo>
                  <a:lnTo>
                    <a:pt x="28630" y="429453"/>
                  </a:lnTo>
                  <a:lnTo>
                    <a:pt x="28313" y="428124"/>
                  </a:lnTo>
                  <a:lnTo>
                    <a:pt x="28444" y="427279"/>
                  </a:lnTo>
                  <a:lnTo>
                    <a:pt x="28927" y="425322"/>
                  </a:lnTo>
                  <a:lnTo>
                    <a:pt x="29525" y="424182"/>
                  </a:lnTo>
                  <a:lnTo>
                    <a:pt x="29275" y="423389"/>
                  </a:lnTo>
                  <a:lnTo>
                    <a:pt x="28804" y="422793"/>
                  </a:lnTo>
                  <a:lnTo>
                    <a:pt x="26959" y="422343"/>
                  </a:lnTo>
                  <a:lnTo>
                    <a:pt x="26914" y="421884"/>
                  </a:lnTo>
                  <a:lnTo>
                    <a:pt x="27625" y="420745"/>
                  </a:lnTo>
                  <a:lnTo>
                    <a:pt x="27173" y="419820"/>
                  </a:lnTo>
                  <a:lnTo>
                    <a:pt x="26841" y="419625"/>
                  </a:lnTo>
                  <a:lnTo>
                    <a:pt x="26986" y="419294"/>
                  </a:lnTo>
                  <a:lnTo>
                    <a:pt x="26209" y="419056"/>
                  </a:lnTo>
                  <a:lnTo>
                    <a:pt x="28135" y="414371"/>
                  </a:lnTo>
                  <a:lnTo>
                    <a:pt x="29051" y="413114"/>
                  </a:lnTo>
                  <a:lnTo>
                    <a:pt x="31217" y="411323"/>
                  </a:lnTo>
                  <a:lnTo>
                    <a:pt x="32900" y="411041"/>
                  </a:lnTo>
                  <a:lnTo>
                    <a:pt x="34799" y="411939"/>
                  </a:lnTo>
                  <a:lnTo>
                    <a:pt x="35761" y="412719"/>
                  </a:lnTo>
                  <a:lnTo>
                    <a:pt x="36277" y="413096"/>
                  </a:lnTo>
                  <a:lnTo>
                    <a:pt x="37320" y="414529"/>
                  </a:lnTo>
                  <a:lnTo>
                    <a:pt x="42472" y="423105"/>
                  </a:lnTo>
                  <a:lnTo>
                    <a:pt x="44329" y="425165"/>
                  </a:lnTo>
                  <a:lnTo>
                    <a:pt x="45566" y="426033"/>
                  </a:lnTo>
                  <a:lnTo>
                    <a:pt x="47650" y="426503"/>
                  </a:lnTo>
                  <a:lnTo>
                    <a:pt x="51413" y="426045"/>
                  </a:lnTo>
                  <a:lnTo>
                    <a:pt x="53705" y="424811"/>
                  </a:lnTo>
                  <a:lnTo>
                    <a:pt x="59213" y="420294"/>
                  </a:lnTo>
                  <a:lnTo>
                    <a:pt x="60449" y="418959"/>
                  </a:lnTo>
                  <a:lnTo>
                    <a:pt x="62350" y="414102"/>
                  </a:lnTo>
                  <a:lnTo>
                    <a:pt x="65877" y="400185"/>
                  </a:lnTo>
                  <a:lnTo>
                    <a:pt x="66683" y="397174"/>
                  </a:lnTo>
                  <a:lnTo>
                    <a:pt x="69288" y="390039"/>
                  </a:lnTo>
                  <a:lnTo>
                    <a:pt x="70282" y="388059"/>
                  </a:lnTo>
                  <a:lnTo>
                    <a:pt x="73588" y="383130"/>
                  </a:lnTo>
                  <a:lnTo>
                    <a:pt x="80908" y="371963"/>
                  </a:lnTo>
                  <a:lnTo>
                    <a:pt x="83971" y="368096"/>
                  </a:lnTo>
                  <a:lnTo>
                    <a:pt x="87321" y="364950"/>
                  </a:lnTo>
                  <a:lnTo>
                    <a:pt x="91586" y="362309"/>
                  </a:lnTo>
                  <a:lnTo>
                    <a:pt x="93362" y="361030"/>
                  </a:lnTo>
                  <a:lnTo>
                    <a:pt x="95962" y="358030"/>
                  </a:lnTo>
                  <a:lnTo>
                    <a:pt x="100827" y="348720"/>
                  </a:lnTo>
                  <a:lnTo>
                    <a:pt x="100195" y="348306"/>
                  </a:lnTo>
                  <a:lnTo>
                    <a:pt x="101780" y="345532"/>
                  </a:lnTo>
                  <a:lnTo>
                    <a:pt x="99577" y="347898"/>
                  </a:lnTo>
                  <a:lnTo>
                    <a:pt x="99045" y="347639"/>
                  </a:lnTo>
                  <a:lnTo>
                    <a:pt x="98893" y="347957"/>
                  </a:lnTo>
                  <a:lnTo>
                    <a:pt x="97603" y="348833"/>
                  </a:lnTo>
                  <a:lnTo>
                    <a:pt x="98283" y="347781"/>
                  </a:lnTo>
                  <a:lnTo>
                    <a:pt x="97655" y="347699"/>
                  </a:lnTo>
                  <a:lnTo>
                    <a:pt x="97632" y="347286"/>
                  </a:lnTo>
                  <a:lnTo>
                    <a:pt x="96432" y="346499"/>
                  </a:lnTo>
                  <a:lnTo>
                    <a:pt x="97460" y="345074"/>
                  </a:lnTo>
                  <a:lnTo>
                    <a:pt x="98038" y="345309"/>
                  </a:lnTo>
                  <a:lnTo>
                    <a:pt x="99266" y="345109"/>
                  </a:lnTo>
                  <a:lnTo>
                    <a:pt x="99753" y="343501"/>
                  </a:lnTo>
                  <a:lnTo>
                    <a:pt x="99953" y="341289"/>
                  </a:lnTo>
                  <a:lnTo>
                    <a:pt x="100352" y="340657"/>
                  </a:lnTo>
                  <a:lnTo>
                    <a:pt x="100777" y="338530"/>
                  </a:lnTo>
                  <a:lnTo>
                    <a:pt x="100347" y="338621"/>
                  </a:lnTo>
                  <a:lnTo>
                    <a:pt x="100315" y="338119"/>
                  </a:lnTo>
                  <a:lnTo>
                    <a:pt x="99925" y="338128"/>
                  </a:lnTo>
                  <a:lnTo>
                    <a:pt x="99907" y="337843"/>
                  </a:lnTo>
                  <a:lnTo>
                    <a:pt x="100356" y="337844"/>
                  </a:lnTo>
                  <a:lnTo>
                    <a:pt x="100965" y="334133"/>
                  </a:lnTo>
                  <a:lnTo>
                    <a:pt x="101042" y="329845"/>
                  </a:lnTo>
                  <a:lnTo>
                    <a:pt x="100792" y="328243"/>
                  </a:lnTo>
                  <a:lnTo>
                    <a:pt x="103900" y="328512"/>
                  </a:lnTo>
                  <a:lnTo>
                    <a:pt x="103893" y="327376"/>
                  </a:lnTo>
                  <a:lnTo>
                    <a:pt x="104838" y="327414"/>
                  </a:lnTo>
                  <a:lnTo>
                    <a:pt x="104782" y="327784"/>
                  </a:lnTo>
                  <a:lnTo>
                    <a:pt x="105346" y="328174"/>
                  </a:lnTo>
                  <a:lnTo>
                    <a:pt x="105367" y="327867"/>
                  </a:lnTo>
                  <a:lnTo>
                    <a:pt x="104708" y="326648"/>
                  </a:lnTo>
                  <a:lnTo>
                    <a:pt x="102655" y="326311"/>
                  </a:lnTo>
                  <a:lnTo>
                    <a:pt x="103479" y="325483"/>
                  </a:lnTo>
                  <a:lnTo>
                    <a:pt x="103562" y="324069"/>
                  </a:lnTo>
                  <a:lnTo>
                    <a:pt x="103263" y="323317"/>
                  </a:lnTo>
                  <a:lnTo>
                    <a:pt x="103868" y="319888"/>
                  </a:lnTo>
                  <a:lnTo>
                    <a:pt x="103433" y="317447"/>
                  </a:lnTo>
                  <a:lnTo>
                    <a:pt x="102732" y="315560"/>
                  </a:lnTo>
                  <a:lnTo>
                    <a:pt x="99614" y="311489"/>
                  </a:lnTo>
                  <a:lnTo>
                    <a:pt x="97256" y="309565"/>
                  </a:lnTo>
                  <a:lnTo>
                    <a:pt x="95782" y="308987"/>
                  </a:lnTo>
                  <a:lnTo>
                    <a:pt x="93271" y="306108"/>
                  </a:lnTo>
                  <a:lnTo>
                    <a:pt x="92312" y="303790"/>
                  </a:lnTo>
                  <a:lnTo>
                    <a:pt x="89445" y="299829"/>
                  </a:lnTo>
                  <a:lnTo>
                    <a:pt x="88839" y="297665"/>
                  </a:lnTo>
                  <a:lnTo>
                    <a:pt x="87713" y="296835"/>
                  </a:lnTo>
                  <a:lnTo>
                    <a:pt x="86754" y="294228"/>
                  </a:lnTo>
                  <a:lnTo>
                    <a:pt x="85716" y="292394"/>
                  </a:lnTo>
                  <a:lnTo>
                    <a:pt x="82824" y="289488"/>
                  </a:lnTo>
                  <a:lnTo>
                    <a:pt x="80547" y="287857"/>
                  </a:lnTo>
                  <a:lnTo>
                    <a:pt x="79614" y="285979"/>
                  </a:lnTo>
                  <a:lnTo>
                    <a:pt x="78225" y="284277"/>
                  </a:lnTo>
                  <a:lnTo>
                    <a:pt x="79119" y="284037"/>
                  </a:lnTo>
                  <a:lnTo>
                    <a:pt x="83080" y="281784"/>
                  </a:lnTo>
                  <a:lnTo>
                    <a:pt x="87328" y="280983"/>
                  </a:lnTo>
                  <a:lnTo>
                    <a:pt x="88883" y="280975"/>
                  </a:lnTo>
                  <a:lnTo>
                    <a:pt x="90225" y="280448"/>
                  </a:lnTo>
                  <a:lnTo>
                    <a:pt x="91059" y="279887"/>
                  </a:lnTo>
                  <a:lnTo>
                    <a:pt x="92069" y="278778"/>
                  </a:lnTo>
                  <a:lnTo>
                    <a:pt x="98376" y="274842"/>
                  </a:lnTo>
                  <a:lnTo>
                    <a:pt x="100775" y="272607"/>
                  </a:lnTo>
                  <a:lnTo>
                    <a:pt x="103233" y="271961"/>
                  </a:lnTo>
                  <a:lnTo>
                    <a:pt x="112767" y="271864"/>
                  </a:lnTo>
                  <a:lnTo>
                    <a:pt x="118346" y="271752"/>
                  </a:lnTo>
                  <a:lnTo>
                    <a:pt x="117230" y="270752"/>
                  </a:lnTo>
                  <a:lnTo>
                    <a:pt x="117298" y="270157"/>
                  </a:lnTo>
                  <a:lnTo>
                    <a:pt x="116460" y="268644"/>
                  </a:lnTo>
                  <a:lnTo>
                    <a:pt x="114003" y="267377"/>
                  </a:lnTo>
                  <a:lnTo>
                    <a:pt x="112382" y="265414"/>
                  </a:lnTo>
                  <a:lnTo>
                    <a:pt x="109573" y="264676"/>
                  </a:lnTo>
                  <a:lnTo>
                    <a:pt x="109007" y="264250"/>
                  </a:lnTo>
                  <a:lnTo>
                    <a:pt x="108738" y="263566"/>
                  </a:lnTo>
                  <a:lnTo>
                    <a:pt x="109239" y="262443"/>
                  </a:lnTo>
                  <a:lnTo>
                    <a:pt x="109116" y="261854"/>
                  </a:lnTo>
                  <a:lnTo>
                    <a:pt x="107594" y="261577"/>
                  </a:lnTo>
                  <a:lnTo>
                    <a:pt x="107573" y="261387"/>
                  </a:lnTo>
                  <a:lnTo>
                    <a:pt x="106980" y="261185"/>
                  </a:lnTo>
                  <a:lnTo>
                    <a:pt x="105769" y="260177"/>
                  </a:lnTo>
                  <a:lnTo>
                    <a:pt x="105643" y="259558"/>
                  </a:lnTo>
                  <a:lnTo>
                    <a:pt x="104859" y="258837"/>
                  </a:lnTo>
                  <a:lnTo>
                    <a:pt x="104728" y="258966"/>
                  </a:lnTo>
                  <a:lnTo>
                    <a:pt x="104678" y="258663"/>
                  </a:lnTo>
                  <a:lnTo>
                    <a:pt x="104201" y="258369"/>
                  </a:lnTo>
                  <a:lnTo>
                    <a:pt x="103903" y="258529"/>
                  </a:lnTo>
                  <a:lnTo>
                    <a:pt x="103280" y="257234"/>
                  </a:lnTo>
                  <a:lnTo>
                    <a:pt x="103059" y="257277"/>
                  </a:lnTo>
                  <a:lnTo>
                    <a:pt x="102846" y="256392"/>
                  </a:lnTo>
                  <a:lnTo>
                    <a:pt x="101115" y="255813"/>
                  </a:lnTo>
                  <a:lnTo>
                    <a:pt x="99727" y="254821"/>
                  </a:lnTo>
                  <a:lnTo>
                    <a:pt x="99063" y="253406"/>
                  </a:lnTo>
                  <a:lnTo>
                    <a:pt x="98224" y="253267"/>
                  </a:lnTo>
                  <a:lnTo>
                    <a:pt x="97879" y="252922"/>
                  </a:lnTo>
                  <a:lnTo>
                    <a:pt x="98234" y="251890"/>
                  </a:lnTo>
                  <a:lnTo>
                    <a:pt x="95974" y="250728"/>
                  </a:lnTo>
                  <a:lnTo>
                    <a:pt x="95355" y="250854"/>
                  </a:lnTo>
                  <a:lnTo>
                    <a:pt x="94452" y="249758"/>
                  </a:lnTo>
                  <a:lnTo>
                    <a:pt x="93636" y="249687"/>
                  </a:lnTo>
                  <a:lnTo>
                    <a:pt x="93551" y="249925"/>
                  </a:lnTo>
                  <a:lnTo>
                    <a:pt x="92592" y="250205"/>
                  </a:lnTo>
                  <a:lnTo>
                    <a:pt x="90719" y="249639"/>
                  </a:lnTo>
                  <a:lnTo>
                    <a:pt x="89233" y="247728"/>
                  </a:lnTo>
                  <a:lnTo>
                    <a:pt x="89304" y="247071"/>
                  </a:lnTo>
                  <a:lnTo>
                    <a:pt x="89048" y="246213"/>
                  </a:lnTo>
                  <a:lnTo>
                    <a:pt x="89375" y="244773"/>
                  </a:lnTo>
                  <a:lnTo>
                    <a:pt x="88561" y="243473"/>
                  </a:lnTo>
                  <a:lnTo>
                    <a:pt x="89274" y="240628"/>
                  </a:lnTo>
                  <a:lnTo>
                    <a:pt x="88429" y="240162"/>
                  </a:lnTo>
                  <a:lnTo>
                    <a:pt x="88756" y="239467"/>
                  </a:lnTo>
                  <a:lnTo>
                    <a:pt x="86755" y="238178"/>
                  </a:lnTo>
                  <a:lnTo>
                    <a:pt x="82508" y="238225"/>
                  </a:lnTo>
                  <a:lnTo>
                    <a:pt x="80233" y="237478"/>
                  </a:lnTo>
                  <a:lnTo>
                    <a:pt x="79470" y="237071"/>
                  </a:lnTo>
                  <a:lnTo>
                    <a:pt x="78218" y="235825"/>
                  </a:lnTo>
                  <a:lnTo>
                    <a:pt x="76623" y="235011"/>
                  </a:lnTo>
                  <a:lnTo>
                    <a:pt x="75300" y="234764"/>
                  </a:lnTo>
                  <a:lnTo>
                    <a:pt x="75471" y="232776"/>
                  </a:lnTo>
                  <a:lnTo>
                    <a:pt x="75049" y="232670"/>
                  </a:lnTo>
                  <a:lnTo>
                    <a:pt x="74998" y="232142"/>
                  </a:lnTo>
                  <a:lnTo>
                    <a:pt x="73615" y="231068"/>
                  </a:lnTo>
                  <a:lnTo>
                    <a:pt x="73193" y="230108"/>
                  </a:lnTo>
                  <a:lnTo>
                    <a:pt x="70830" y="228302"/>
                  </a:lnTo>
                  <a:lnTo>
                    <a:pt x="69697" y="227973"/>
                  </a:lnTo>
                  <a:lnTo>
                    <a:pt x="68132" y="226454"/>
                  </a:lnTo>
                  <a:lnTo>
                    <a:pt x="68212" y="225111"/>
                  </a:lnTo>
                  <a:lnTo>
                    <a:pt x="67896" y="224532"/>
                  </a:lnTo>
                  <a:lnTo>
                    <a:pt x="68761" y="222323"/>
                  </a:lnTo>
                  <a:lnTo>
                    <a:pt x="69511" y="221594"/>
                  </a:lnTo>
                  <a:lnTo>
                    <a:pt x="71910" y="220470"/>
                  </a:lnTo>
                  <a:lnTo>
                    <a:pt x="72765" y="219640"/>
                  </a:lnTo>
                  <a:lnTo>
                    <a:pt x="73028" y="218838"/>
                  </a:lnTo>
                  <a:lnTo>
                    <a:pt x="74709" y="217128"/>
                  </a:lnTo>
                  <a:lnTo>
                    <a:pt x="75501" y="215850"/>
                  </a:lnTo>
                  <a:lnTo>
                    <a:pt x="75675" y="214388"/>
                  </a:lnTo>
                  <a:lnTo>
                    <a:pt x="74771" y="213242"/>
                  </a:lnTo>
                  <a:lnTo>
                    <a:pt x="73567" y="213327"/>
                  </a:lnTo>
                  <a:lnTo>
                    <a:pt x="72413" y="214610"/>
                  </a:lnTo>
                  <a:lnTo>
                    <a:pt x="71774" y="214718"/>
                  </a:lnTo>
                  <a:lnTo>
                    <a:pt x="71128" y="214260"/>
                  </a:lnTo>
                  <a:lnTo>
                    <a:pt x="70715" y="213527"/>
                  </a:lnTo>
                  <a:lnTo>
                    <a:pt x="70948" y="212247"/>
                  </a:lnTo>
                  <a:lnTo>
                    <a:pt x="73890" y="208820"/>
                  </a:lnTo>
                  <a:lnTo>
                    <a:pt x="75120" y="205802"/>
                  </a:lnTo>
                  <a:lnTo>
                    <a:pt x="76786" y="202998"/>
                  </a:lnTo>
                  <a:lnTo>
                    <a:pt x="81649" y="199893"/>
                  </a:lnTo>
                  <a:lnTo>
                    <a:pt x="82531" y="198975"/>
                  </a:lnTo>
                  <a:lnTo>
                    <a:pt x="82490" y="198617"/>
                  </a:lnTo>
                  <a:lnTo>
                    <a:pt x="80865" y="197213"/>
                  </a:lnTo>
                  <a:lnTo>
                    <a:pt x="80348" y="195802"/>
                  </a:lnTo>
                  <a:lnTo>
                    <a:pt x="80244" y="194607"/>
                  </a:lnTo>
                  <a:lnTo>
                    <a:pt x="80579" y="193841"/>
                  </a:lnTo>
                  <a:lnTo>
                    <a:pt x="81168" y="193220"/>
                  </a:lnTo>
                  <a:lnTo>
                    <a:pt x="83671" y="191550"/>
                  </a:lnTo>
                  <a:lnTo>
                    <a:pt x="84191" y="191426"/>
                  </a:lnTo>
                  <a:lnTo>
                    <a:pt x="85389" y="191888"/>
                  </a:lnTo>
                  <a:lnTo>
                    <a:pt x="87137" y="192036"/>
                  </a:lnTo>
                  <a:lnTo>
                    <a:pt x="90002" y="191045"/>
                  </a:lnTo>
                  <a:lnTo>
                    <a:pt x="91523" y="190030"/>
                  </a:lnTo>
                  <a:lnTo>
                    <a:pt x="94216" y="188922"/>
                  </a:lnTo>
                  <a:lnTo>
                    <a:pt x="94839" y="188449"/>
                  </a:lnTo>
                  <a:lnTo>
                    <a:pt x="96365" y="186450"/>
                  </a:lnTo>
                  <a:lnTo>
                    <a:pt x="97287" y="185709"/>
                  </a:lnTo>
                  <a:lnTo>
                    <a:pt x="98980" y="184831"/>
                  </a:lnTo>
                  <a:lnTo>
                    <a:pt x="100191" y="183908"/>
                  </a:lnTo>
                  <a:lnTo>
                    <a:pt x="100745" y="183150"/>
                  </a:lnTo>
                  <a:lnTo>
                    <a:pt x="101086" y="181796"/>
                  </a:lnTo>
                  <a:lnTo>
                    <a:pt x="100630" y="180121"/>
                  </a:lnTo>
                  <a:lnTo>
                    <a:pt x="96960" y="175542"/>
                  </a:lnTo>
                  <a:lnTo>
                    <a:pt x="96256" y="174177"/>
                  </a:lnTo>
                  <a:lnTo>
                    <a:pt x="95197" y="174062"/>
                  </a:lnTo>
                  <a:lnTo>
                    <a:pt x="93519" y="174583"/>
                  </a:lnTo>
                  <a:lnTo>
                    <a:pt x="92582" y="174381"/>
                  </a:lnTo>
                  <a:lnTo>
                    <a:pt x="92254" y="174102"/>
                  </a:lnTo>
                  <a:lnTo>
                    <a:pt x="91761" y="173200"/>
                  </a:lnTo>
                  <a:lnTo>
                    <a:pt x="91847" y="171757"/>
                  </a:lnTo>
                  <a:lnTo>
                    <a:pt x="93378" y="169118"/>
                  </a:lnTo>
                  <a:lnTo>
                    <a:pt x="94170" y="167228"/>
                  </a:lnTo>
                  <a:lnTo>
                    <a:pt x="95478" y="166642"/>
                  </a:lnTo>
                  <a:lnTo>
                    <a:pt x="97487" y="166892"/>
                  </a:lnTo>
                  <a:lnTo>
                    <a:pt x="97853" y="166723"/>
                  </a:lnTo>
                  <a:lnTo>
                    <a:pt x="101041" y="163703"/>
                  </a:lnTo>
                  <a:lnTo>
                    <a:pt x="102342" y="161595"/>
                  </a:lnTo>
                  <a:lnTo>
                    <a:pt x="102836" y="160019"/>
                  </a:lnTo>
                  <a:lnTo>
                    <a:pt x="102882" y="158735"/>
                  </a:lnTo>
                  <a:lnTo>
                    <a:pt x="102271" y="154828"/>
                  </a:lnTo>
                  <a:lnTo>
                    <a:pt x="102608" y="153603"/>
                  </a:lnTo>
                  <a:lnTo>
                    <a:pt x="103486" y="152229"/>
                  </a:lnTo>
                  <a:lnTo>
                    <a:pt x="103606" y="151207"/>
                  </a:lnTo>
                  <a:lnTo>
                    <a:pt x="102661" y="148496"/>
                  </a:lnTo>
                  <a:lnTo>
                    <a:pt x="101661" y="147721"/>
                  </a:lnTo>
                  <a:lnTo>
                    <a:pt x="101222" y="146963"/>
                  </a:lnTo>
                  <a:lnTo>
                    <a:pt x="101073" y="144521"/>
                  </a:lnTo>
                  <a:lnTo>
                    <a:pt x="101667" y="143685"/>
                  </a:lnTo>
                  <a:lnTo>
                    <a:pt x="103302" y="143160"/>
                  </a:lnTo>
                  <a:lnTo>
                    <a:pt x="104936" y="141926"/>
                  </a:lnTo>
                  <a:lnTo>
                    <a:pt x="107698" y="138314"/>
                  </a:lnTo>
                  <a:lnTo>
                    <a:pt x="107750" y="137678"/>
                  </a:lnTo>
                  <a:lnTo>
                    <a:pt x="108172" y="137706"/>
                  </a:lnTo>
                  <a:lnTo>
                    <a:pt x="109001" y="136710"/>
                  </a:lnTo>
                  <a:lnTo>
                    <a:pt x="109624" y="136832"/>
                  </a:lnTo>
                  <a:lnTo>
                    <a:pt x="110225" y="137465"/>
                  </a:lnTo>
                  <a:lnTo>
                    <a:pt x="111051" y="137533"/>
                  </a:lnTo>
                  <a:lnTo>
                    <a:pt x="113108" y="140170"/>
                  </a:lnTo>
                  <a:lnTo>
                    <a:pt x="114176" y="140690"/>
                  </a:lnTo>
                  <a:lnTo>
                    <a:pt x="114670" y="141262"/>
                  </a:lnTo>
                  <a:lnTo>
                    <a:pt x="117127" y="142053"/>
                  </a:lnTo>
                  <a:lnTo>
                    <a:pt x="117810" y="142915"/>
                  </a:lnTo>
                  <a:lnTo>
                    <a:pt x="118786" y="143234"/>
                  </a:lnTo>
                  <a:lnTo>
                    <a:pt x="119546" y="143784"/>
                  </a:lnTo>
                  <a:lnTo>
                    <a:pt x="119794" y="144273"/>
                  </a:lnTo>
                  <a:lnTo>
                    <a:pt x="120240" y="144533"/>
                  </a:lnTo>
                  <a:lnTo>
                    <a:pt x="120363" y="145117"/>
                  </a:lnTo>
                  <a:lnTo>
                    <a:pt x="121277" y="146303"/>
                  </a:lnTo>
                  <a:lnTo>
                    <a:pt x="121569" y="147242"/>
                  </a:lnTo>
                  <a:lnTo>
                    <a:pt x="122923" y="147789"/>
                  </a:lnTo>
                  <a:lnTo>
                    <a:pt x="125443" y="149805"/>
                  </a:lnTo>
                  <a:lnTo>
                    <a:pt x="127907" y="150385"/>
                  </a:lnTo>
                  <a:lnTo>
                    <a:pt x="128891" y="150867"/>
                  </a:lnTo>
                  <a:lnTo>
                    <a:pt x="130288" y="153263"/>
                  </a:lnTo>
                  <a:lnTo>
                    <a:pt x="128974" y="155766"/>
                  </a:lnTo>
                  <a:lnTo>
                    <a:pt x="130683" y="157281"/>
                  </a:lnTo>
                  <a:lnTo>
                    <a:pt x="130601" y="157883"/>
                  </a:lnTo>
                  <a:lnTo>
                    <a:pt x="131432" y="159205"/>
                  </a:lnTo>
                  <a:lnTo>
                    <a:pt x="132202" y="159794"/>
                  </a:lnTo>
                  <a:lnTo>
                    <a:pt x="132590" y="161264"/>
                  </a:lnTo>
                  <a:lnTo>
                    <a:pt x="133521" y="161994"/>
                  </a:lnTo>
                  <a:lnTo>
                    <a:pt x="133475" y="162423"/>
                  </a:lnTo>
                  <a:lnTo>
                    <a:pt x="135560" y="163011"/>
                  </a:lnTo>
                  <a:lnTo>
                    <a:pt x="136061" y="164188"/>
                  </a:lnTo>
                  <a:lnTo>
                    <a:pt x="137678" y="164754"/>
                  </a:lnTo>
                  <a:lnTo>
                    <a:pt x="138773" y="164189"/>
                  </a:lnTo>
                  <a:lnTo>
                    <a:pt x="139338" y="165232"/>
                  </a:lnTo>
                  <a:lnTo>
                    <a:pt x="139352" y="166386"/>
                  </a:lnTo>
                  <a:lnTo>
                    <a:pt x="139660" y="166450"/>
                  </a:lnTo>
                  <a:lnTo>
                    <a:pt x="141930" y="169501"/>
                  </a:lnTo>
                  <a:lnTo>
                    <a:pt x="144030" y="170579"/>
                  </a:lnTo>
                  <a:lnTo>
                    <a:pt x="144254" y="171321"/>
                  </a:lnTo>
                  <a:lnTo>
                    <a:pt x="145968" y="170181"/>
                  </a:lnTo>
                  <a:lnTo>
                    <a:pt x="149427" y="166375"/>
                  </a:lnTo>
                  <a:lnTo>
                    <a:pt x="150036" y="166394"/>
                  </a:lnTo>
                  <a:lnTo>
                    <a:pt x="149482" y="165404"/>
                  </a:lnTo>
                  <a:lnTo>
                    <a:pt x="148846" y="164850"/>
                  </a:lnTo>
                  <a:lnTo>
                    <a:pt x="148497" y="162439"/>
                  </a:lnTo>
                  <a:lnTo>
                    <a:pt x="148660" y="160638"/>
                  </a:lnTo>
                  <a:lnTo>
                    <a:pt x="147329" y="159857"/>
                  </a:lnTo>
                  <a:lnTo>
                    <a:pt x="147190" y="157457"/>
                  </a:lnTo>
                  <a:lnTo>
                    <a:pt x="147269" y="157113"/>
                  </a:lnTo>
                  <a:lnTo>
                    <a:pt x="148136" y="156678"/>
                  </a:lnTo>
                  <a:lnTo>
                    <a:pt x="149464" y="155420"/>
                  </a:lnTo>
                  <a:lnTo>
                    <a:pt x="152789" y="151124"/>
                  </a:lnTo>
                  <a:lnTo>
                    <a:pt x="152803" y="150694"/>
                  </a:lnTo>
                  <a:lnTo>
                    <a:pt x="152120" y="149554"/>
                  </a:lnTo>
                  <a:lnTo>
                    <a:pt x="151602" y="147829"/>
                  </a:lnTo>
                  <a:lnTo>
                    <a:pt x="150756" y="147564"/>
                  </a:lnTo>
                  <a:lnTo>
                    <a:pt x="150707" y="147059"/>
                  </a:lnTo>
                  <a:lnTo>
                    <a:pt x="150364" y="146991"/>
                  </a:lnTo>
                  <a:lnTo>
                    <a:pt x="150734" y="146612"/>
                  </a:lnTo>
                  <a:lnTo>
                    <a:pt x="150843" y="145981"/>
                  </a:lnTo>
                  <a:lnTo>
                    <a:pt x="151516" y="145236"/>
                  </a:lnTo>
                  <a:lnTo>
                    <a:pt x="151887" y="145248"/>
                  </a:lnTo>
                  <a:lnTo>
                    <a:pt x="152549" y="144782"/>
                  </a:lnTo>
                  <a:lnTo>
                    <a:pt x="153737" y="145504"/>
                  </a:lnTo>
                  <a:lnTo>
                    <a:pt x="154227" y="144212"/>
                  </a:lnTo>
                  <a:lnTo>
                    <a:pt x="154942" y="143679"/>
                  </a:lnTo>
                  <a:lnTo>
                    <a:pt x="158082" y="142930"/>
                  </a:lnTo>
                  <a:lnTo>
                    <a:pt x="158965" y="142066"/>
                  </a:lnTo>
                  <a:lnTo>
                    <a:pt x="160178" y="141474"/>
                  </a:lnTo>
                  <a:lnTo>
                    <a:pt x="160578" y="140700"/>
                  </a:lnTo>
                  <a:lnTo>
                    <a:pt x="160584" y="140152"/>
                  </a:lnTo>
                  <a:lnTo>
                    <a:pt x="161975" y="140024"/>
                  </a:lnTo>
                  <a:lnTo>
                    <a:pt x="163205" y="139474"/>
                  </a:lnTo>
                  <a:lnTo>
                    <a:pt x="166085" y="139258"/>
                  </a:lnTo>
                  <a:lnTo>
                    <a:pt x="166673" y="139769"/>
                  </a:lnTo>
                  <a:lnTo>
                    <a:pt x="167843" y="141693"/>
                  </a:lnTo>
                  <a:lnTo>
                    <a:pt x="168280" y="141793"/>
                  </a:lnTo>
                  <a:lnTo>
                    <a:pt x="168847" y="141270"/>
                  </a:lnTo>
                  <a:lnTo>
                    <a:pt x="169649" y="141585"/>
                  </a:lnTo>
                  <a:lnTo>
                    <a:pt x="171095" y="143427"/>
                  </a:lnTo>
                  <a:lnTo>
                    <a:pt x="171949" y="144144"/>
                  </a:lnTo>
                  <a:lnTo>
                    <a:pt x="172391" y="143975"/>
                  </a:lnTo>
                  <a:lnTo>
                    <a:pt x="173088" y="142794"/>
                  </a:lnTo>
                  <a:lnTo>
                    <a:pt x="174194" y="142584"/>
                  </a:lnTo>
                  <a:lnTo>
                    <a:pt x="176221" y="143489"/>
                  </a:lnTo>
                  <a:lnTo>
                    <a:pt x="177304" y="143617"/>
                  </a:lnTo>
                  <a:lnTo>
                    <a:pt x="177698" y="144642"/>
                  </a:lnTo>
                  <a:lnTo>
                    <a:pt x="178111" y="143666"/>
                  </a:lnTo>
                  <a:lnTo>
                    <a:pt x="177770" y="140830"/>
                  </a:lnTo>
                  <a:lnTo>
                    <a:pt x="178263" y="139593"/>
                  </a:lnTo>
                  <a:lnTo>
                    <a:pt x="178697" y="139056"/>
                  </a:lnTo>
                  <a:lnTo>
                    <a:pt x="181201" y="137395"/>
                  </a:lnTo>
                  <a:lnTo>
                    <a:pt x="181693" y="136528"/>
                  </a:lnTo>
                  <a:lnTo>
                    <a:pt x="181595" y="135651"/>
                  </a:lnTo>
                  <a:lnTo>
                    <a:pt x="180522" y="134507"/>
                  </a:lnTo>
                  <a:lnTo>
                    <a:pt x="178901" y="134314"/>
                  </a:lnTo>
                  <a:lnTo>
                    <a:pt x="178437" y="134611"/>
                  </a:lnTo>
                  <a:lnTo>
                    <a:pt x="177731" y="134034"/>
                  </a:lnTo>
                  <a:lnTo>
                    <a:pt x="177415" y="133401"/>
                  </a:lnTo>
                  <a:lnTo>
                    <a:pt x="177428" y="132494"/>
                  </a:lnTo>
                  <a:lnTo>
                    <a:pt x="176190" y="130672"/>
                  </a:lnTo>
                  <a:lnTo>
                    <a:pt x="175878" y="130644"/>
                  </a:lnTo>
                  <a:lnTo>
                    <a:pt x="175489" y="131016"/>
                  </a:lnTo>
                  <a:lnTo>
                    <a:pt x="174987" y="129202"/>
                  </a:lnTo>
                  <a:lnTo>
                    <a:pt x="175170" y="128907"/>
                  </a:lnTo>
                  <a:lnTo>
                    <a:pt x="174069" y="128166"/>
                  </a:lnTo>
                  <a:lnTo>
                    <a:pt x="173458" y="127068"/>
                  </a:lnTo>
                  <a:lnTo>
                    <a:pt x="174787" y="127823"/>
                  </a:lnTo>
                  <a:lnTo>
                    <a:pt x="175577" y="127777"/>
                  </a:lnTo>
                  <a:lnTo>
                    <a:pt x="176458" y="128099"/>
                  </a:lnTo>
                  <a:lnTo>
                    <a:pt x="177998" y="129168"/>
                  </a:lnTo>
                  <a:lnTo>
                    <a:pt x="179756" y="129969"/>
                  </a:lnTo>
                  <a:lnTo>
                    <a:pt x="180290" y="129180"/>
                  </a:lnTo>
                  <a:lnTo>
                    <a:pt x="181003" y="128635"/>
                  </a:lnTo>
                  <a:lnTo>
                    <a:pt x="182906" y="128130"/>
                  </a:lnTo>
                  <a:lnTo>
                    <a:pt x="183388" y="127590"/>
                  </a:lnTo>
                  <a:lnTo>
                    <a:pt x="183092" y="126770"/>
                  </a:lnTo>
                  <a:lnTo>
                    <a:pt x="183078" y="124232"/>
                  </a:lnTo>
                  <a:lnTo>
                    <a:pt x="182758" y="123773"/>
                  </a:lnTo>
                  <a:lnTo>
                    <a:pt x="183257" y="123202"/>
                  </a:lnTo>
                  <a:lnTo>
                    <a:pt x="182576" y="122474"/>
                  </a:lnTo>
                  <a:lnTo>
                    <a:pt x="179765" y="122972"/>
                  </a:lnTo>
                  <a:lnTo>
                    <a:pt x="179784" y="122377"/>
                  </a:lnTo>
                  <a:lnTo>
                    <a:pt x="180586" y="121172"/>
                  </a:lnTo>
                  <a:lnTo>
                    <a:pt x="180474" y="119840"/>
                  </a:lnTo>
                  <a:lnTo>
                    <a:pt x="179328" y="119270"/>
                  </a:lnTo>
                  <a:lnTo>
                    <a:pt x="178147" y="120357"/>
                  </a:lnTo>
                  <a:lnTo>
                    <a:pt x="174983" y="121030"/>
                  </a:lnTo>
                  <a:lnTo>
                    <a:pt x="174887" y="119757"/>
                  </a:lnTo>
                  <a:lnTo>
                    <a:pt x="175423" y="117589"/>
                  </a:lnTo>
                  <a:lnTo>
                    <a:pt x="175018" y="115543"/>
                  </a:lnTo>
                  <a:lnTo>
                    <a:pt x="172645" y="115080"/>
                  </a:lnTo>
                  <a:lnTo>
                    <a:pt x="171199" y="113848"/>
                  </a:lnTo>
                  <a:lnTo>
                    <a:pt x="169922" y="113943"/>
                  </a:lnTo>
                  <a:lnTo>
                    <a:pt x="169544" y="112674"/>
                  </a:lnTo>
                  <a:lnTo>
                    <a:pt x="168824" y="112169"/>
                  </a:lnTo>
                  <a:lnTo>
                    <a:pt x="168957" y="110810"/>
                  </a:lnTo>
                  <a:lnTo>
                    <a:pt x="168568" y="109209"/>
                  </a:lnTo>
                  <a:lnTo>
                    <a:pt x="168840" y="108429"/>
                  </a:lnTo>
                  <a:lnTo>
                    <a:pt x="168620" y="107407"/>
                  </a:lnTo>
                  <a:lnTo>
                    <a:pt x="170262" y="105033"/>
                  </a:lnTo>
                  <a:lnTo>
                    <a:pt x="171150" y="105281"/>
                  </a:lnTo>
                  <a:lnTo>
                    <a:pt x="171803" y="103448"/>
                  </a:lnTo>
                  <a:lnTo>
                    <a:pt x="173403" y="104877"/>
                  </a:lnTo>
                  <a:lnTo>
                    <a:pt x="173946" y="105032"/>
                  </a:lnTo>
                  <a:lnTo>
                    <a:pt x="175043" y="105679"/>
                  </a:lnTo>
                  <a:lnTo>
                    <a:pt x="176772" y="107557"/>
                  </a:lnTo>
                  <a:lnTo>
                    <a:pt x="178105" y="107004"/>
                  </a:lnTo>
                  <a:lnTo>
                    <a:pt x="179337" y="107509"/>
                  </a:lnTo>
                  <a:lnTo>
                    <a:pt x="179431" y="107362"/>
                  </a:lnTo>
                  <a:lnTo>
                    <a:pt x="180851" y="108313"/>
                  </a:lnTo>
                  <a:lnTo>
                    <a:pt x="182237" y="108665"/>
                  </a:lnTo>
                  <a:lnTo>
                    <a:pt x="185359" y="108744"/>
                  </a:lnTo>
                  <a:lnTo>
                    <a:pt x="186850" y="110028"/>
                  </a:lnTo>
                  <a:lnTo>
                    <a:pt x="187584" y="110297"/>
                  </a:lnTo>
                  <a:lnTo>
                    <a:pt x="187945" y="110841"/>
                  </a:lnTo>
                  <a:lnTo>
                    <a:pt x="192460" y="114311"/>
                  </a:lnTo>
                  <a:lnTo>
                    <a:pt x="192568" y="114626"/>
                  </a:lnTo>
                  <a:lnTo>
                    <a:pt x="194867" y="115414"/>
                  </a:lnTo>
                  <a:lnTo>
                    <a:pt x="196632" y="114656"/>
                  </a:lnTo>
                  <a:lnTo>
                    <a:pt x="198218" y="115093"/>
                  </a:lnTo>
                  <a:lnTo>
                    <a:pt x="199300" y="114318"/>
                  </a:lnTo>
                  <a:lnTo>
                    <a:pt x="200150" y="114227"/>
                  </a:lnTo>
                  <a:lnTo>
                    <a:pt x="203139" y="116381"/>
                  </a:lnTo>
                  <a:lnTo>
                    <a:pt x="205053" y="115743"/>
                  </a:lnTo>
                  <a:lnTo>
                    <a:pt x="206749" y="117395"/>
                  </a:lnTo>
                  <a:lnTo>
                    <a:pt x="210791" y="118099"/>
                  </a:lnTo>
                  <a:lnTo>
                    <a:pt x="215179" y="120470"/>
                  </a:lnTo>
                  <a:lnTo>
                    <a:pt x="216112" y="120552"/>
                  </a:lnTo>
                  <a:lnTo>
                    <a:pt x="215765" y="119585"/>
                  </a:lnTo>
                  <a:lnTo>
                    <a:pt x="216248" y="117796"/>
                  </a:lnTo>
                  <a:lnTo>
                    <a:pt x="215904" y="115998"/>
                  </a:lnTo>
                  <a:lnTo>
                    <a:pt x="216449" y="112639"/>
                  </a:lnTo>
                  <a:lnTo>
                    <a:pt x="216307" y="111446"/>
                  </a:lnTo>
                  <a:lnTo>
                    <a:pt x="216552" y="111017"/>
                  </a:lnTo>
                  <a:lnTo>
                    <a:pt x="216490" y="108112"/>
                  </a:lnTo>
                  <a:lnTo>
                    <a:pt x="215853" y="105745"/>
                  </a:lnTo>
                  <a:lnTo>
                    <a:pt x="215172" y="105008"/>
                  </a:lnTo>
                  <a:lnTo>
                    <a:pt x="214449" y="103641"/>
                  </a:lnTo>
                  <a:lnTo>
                    <a:pt x="213721" y="101217"/>
                  </a:lnTo>
                  <a:lnTo>
                    <a:pt x="214017" y="95057"/>
                  </a:lnTo>
                  <a:lnTo>
                    <a:pt x="214649" y="92824"/>
                  </a:lnTo>
                  <a:lnTo>
                    <a:pt x="213932" y="88950"/>
                  </a:lnTo>
                  <a:lnTo>
                    <a:pt x="213030" y="80995"/>
                  </a:lnTo>
                  <a:lnTo>
                    <a:pt x="213323" y="74401"/>
                  </a:lnTo>
                  <a:lnTo>
                    <a:pt x="213599" y="73397"/>
                  </a:lnTo>
                  <a:lnTo>
                    <a:pt x="214112" y="72706"/>
                  </a:lnTo>
                  <a:lnTo>
                    <a:pt x="216933" y="70875"/>
                  </a:lnTo>
                  <a:lnTo>
                    <a:pt x="217506" y="69281"/>
                  </a:lnTo>
                  <a:lnTo>
                    <a:pt x="217482" y="68679"/>
                  </a:lnTo>
                  <a:lnTo>
                    <a:pt x="216503" y="66176"/>
                  </a:lnTo>
                  <a:lnTo>
                    <a:pt x="215564" y="64726"/>
                  </a:lnTo>
                  <a:lnTo>
                    <a:pt x="218053" y="62124"/>
                  </a:lnTo>
                  <a:lnTo>
                    <a:pt x="219449" y="60047"/>
                  </a:lnTo>
                  <a:lnTo>
                    <a:pt x="220828" y="58560"/>
                  </a:lnTo>
                  <a:lnTo>
                    <a:pt x="223713" y="56583"/>
                  </a:lnTo>
                  <a:lnTo>
                    <a:pt x="225342" y="55968"/>
                  </a:lnTo>
                  <a:lnTo>
                    <a:pt x="226737" y="53786"/>
                  </a:lnTo>
                  <a:lnTo>
                    <a:pt x="227186" y="52467"/>
                  </a:lnTo>
                  <a:lnTo>
                    <a:pt x="227336" y="51511"/>
                  </a:lnTo>
                  <a:lnTo>
                    <a:pt x="229750" y="49497"/>
                  </a:lnTo>
                  <a:lnTo>
                    <a:pt x="229018" y="47171"/>
                  </a:lnTo>
                  <a:lnTo>
                    <a:pt x="229020" y="46524"/>
                  </a:lnTo>
                  <a:lnTo>
                    <a:pt x="230297" y="44739"/>
                  </a:lnTo>
                  <a:lnTo>
                    <a:pt x="229508" y="43466"/>
                  </a:lnTo>
                  <a:lnTo>
                    <a:pt x="228055" y="40009"/>
                  </a:lnTo>
                  <a:lnTo>
                    <a:pt x="228031" y="37609"/>
                  </a:lnTo>
                  <a:lnTo>
                    <a:pt x="227483" y="35600"/>
                  </a:lnTo>
                  <a:lnTo>
                    <a:pt x="228019" y="32135"/>
                  </a:lnTo>
                  <a:lnTo>
                    <a:pt x="228750" y="31048"/>
                  </a:lnTo>
                  <a:lnTo>
                    <a:pt x="230750" y="29101"/>
                  </a:lnTo>
                  <a:lnTo>
                    <a:pt x="231763" y="27731"/>
                  </a:lnTo>
                  <a:lnTo>
                    <a:pt x="232972" y="27011"/>
                  </a:lnTo>
                  <a:lnTo>
                    <a:pt x="235375" y="26295"/>
                  </a:lnTo>
                  <a:lnTo>
                    <a:pt x="236365" y="22414"/>
                  </a:lnTo>
                  <a:lnTo>
                    <a:pt x="238025" y="18163"/>
                  </a:lnTo>
                  <a:lnTo>
                    <a:pt x="238888" y="16720"/>
                  </a:lnTo>
                  <a:lnTo>
                    <a:pt x="236545" y="11197"/>
                  </a:lnTo>
                  <a:lnTo>
                    <a:pt x="234361" y="5218"/>
                  </a:lnTo>
                  <a:lnTo>
                    <a:pt x="233307" y="609"/>
                  </a:lnTo>
                  <a:lnTo>
                    <a:pt x="233908" y="0"/>
                  </a:lnTo>
                  <a:lnTo>
                    <a:pt x="234300" y="1220"/>
                  </a:lnTo>
                  <a:lnTo>
                    <a:pt x="234473" y="2817"/>
                  </a:lnTo>
                  <a:lnTo>
                    <a:pt x="235631" y="5709"/>
                  </a:lnTo>
                  <a:lnTo>
                    <a:pt x="237636" y="7347"/>
                  </a:lnTo>
                  <a:lnTo>
                    <a:pt x="242022" y="7934"/>
                  </a:lnTo>
                  <a:lnTo>
                    <a:pt x="243315" y="8626"/>
                  </a:lnTo>
                  <a:lnTo>
                    <a:pt x="248147" y="12470"/>
                  </a:lnTo>
                  <a:lnTo>
                    <a:pt x="251386" y="13782"/>
                  </a:lnTo>
                  <a:lnTo>
                    <a:pt x="252197" y="14307"/>
                  </a:lnTo>
                  <a:lnTo>
                    <a:pt x="253990" y="14634"/>
                  </a:lnTo>
                  <a:lnTo>
                    <a:pt x="255490" y="15482"/>
                  </a:lnTo>
                  <a:lnTo>
                    <a:pt x="256730" y="15558"/>
                  </a:lnTo>
                  <a:lnTo>
                    <a:pt x="260950" y="17753"/>
                  </a:lnTo>
                  <a:lnTo>
                    <a:pt x="262419" y="18265"/>
                  </a:lnTo>
                  <a:lnTo>
                    <a:pt x="263192" y="18209"/>
                  </a:lnTo>
                  <a:lnTo>
                    <a:pt x="264623" y="19424"/>
                  </a:lnTo>
                  <a:lnTo>
                    <a:pt x="267944" y="21198"/>
                  </a:lnTo>
                  <a:lnTo>
                    <a:pt x="269760" y="22884"/>
                  </a:lnTo>
                  <a:lnTo>
                    <a:pt x="270183" y="23813"/>
                  </a:lnTo>
                  <a:lnTo>
                    <a:pt x="271083" y="24797"/>
                  </a:lnTo>
                  <a:lnTo>
                    <a:pt x="275481" y="28399"/>
                  </a:lnTo>
                  <a:lnTo>
                    <a:pt x="276177" y="29445"/>
                  </a:lnTo>
                  <a:lnTo>
                    <a:pt x="276384" y="30529"/>
                  </a:lnTo>
                  <a:lnTo>
                    <a:pt x="277120" y="31641"/>
                  </a:lnTo>
                  <a:lnTo>
                    <a:pt x="277756" y="35328"/>
                  </a:lnTo>
                  <a:lnTo>
                    <a:pt x="279387" y="36995"/>
                  </a:lnTo>
                  <a:lnTo>
                    <a:pt x="280493" y="38777"/>
                  </a:lnTo>
                  <a:lnTo>
                    <a:pt x="281015" y="41416"/>
                  </a:lnTo>
                  <a:lnTo>
                    <a:pt x="281412" y="42090"/>
                  </a:lnTo>
                  <a:lnTo>
                    <a:pt x="282379" y="43432"/>
                  </a:lnTo>
                  <a:lnTo>
                    <a:pt x="283406" y="44244"/>
                  </a:lnTo>
                  <a:lnTo>
                    <a:pt x="284837" y="44710"/>
                  </a:lnTo>
                  <a:lnTo>
                    <a:pt x="286935" y="44888"/>
                  </a:lnTo>
                  <a:lnTo>
                    <a:pt x="288020" y="45374"/>
                  </a:lnTo>
                  <a:lnTo>
                    <a:pt x="289482" y="46438"/>
                  </a:lnTo>
                  <a:lnTo>
                    <a:pt x="291015" y="46887"/>
                  </a:lnTo>
                  <a:lnTo>
                    <a:pt x="292437" y="46758"/>
                  </a:lnTo>
                  <a:lnTo>
                    <a:pt x="294137" y="47523"/>
                  </a:lnTo>
                  <a:lnTo>
                    <a:pt x="296372" y="51407"/>
                  </a:lnTo>
                  <a:lnTo>
                    <a:pt x="297802" y="52715"/>
                  </a:lnTo>
                  <a:lnTo>
                    <a:pt x="298935" y="52904"/>
                  </a:lnTo>
                  <a:lnTo>
                    <a:pt x="301999" y="54907"/>
                  </a:lnTo>
                  <a:lnTo>
                    <a:pt x="301763" y="55586"/>
                  </a:lnTo>
                  <a:lnTo>
                    <a:pt x="301848" y="56644"/>
                  </a:lnTo>
                  <a:lnTo>
                    <a:pt x="302755" y="58694"/>
                  </a:lnTo>
                  <a:lnTo>
                    <a:pt x="303828" y="59639"/>
                  </a:lnTo>
                  <a:lnTo>
                    <a:pt x="304068" y="60571"/>
                  </a:lnTo>
                  <a:lnTo>
                    <a:pt x="304692" y="61261"/>
                  </a:lnTo>
                  <a:lnTo>
                    <a:pt x="306714" y="61671"/>
                  </a:lnTo>
                  <a:lnTo>
                    <a:pt x="306910" y="62218"/>
                  </a:lnTo>
                  <a:lnTo>
                    <a:pt x="306758" y="62857"/>
                  </a:lnTo>
                  <a:lnTo>
                    <a:pt x="305891" y="63601"/>
                  </a:lnTo>
                  <a:lnTo>
                    <a:pt x="304241" y="64391"/>
                  </a:lnTo>
                  <a:lnTo>
                    <a:pt x="304652" y="65061"/>
                  </a:lnTo>
                  <a:lnTo>
                    <a:pt x="307157" y="67401"/>
                  </a:lnTo>
                  <a:lnTo>
                    <a:pt x="309554" y="68403"/>
                  </a:lnTo>
                  <a:lnTo>
                    <a:pt x="310322" y="69829"/>
                  </a:lnTo>
                  <a:lnTo>
                    <a:pt x="311565" y="70193"/>
                  </a:lnTo>
                  <a:lnTo>
                    <a:pt x="311880" y="70534"/>
                  </a:lnTo>
                  <a:lnTo>
                    <a:pt x="312868" y="70923"/>
                  </a:lnTo>
                  <a:lnTo>
                    <a:pt x="313890" y="71046"/>
                  </a:lnTo>
                  <a:lnTo>
                    <a:pt x="315645" y="71709"/>
                  </a:lnTo>
                  <a:lnTo>
                    <a:pt x="317796" y="74534"/>
                  </a:lnTo>
                  <a:lnTo>
                    <a:pt x="318793" y="75342"/>
                  </a:lnTo>
                  <a:lnTo>
                    <a:pt x="319173" y="76515"/>
                  </a:lnTo>
                  <a:lnTo>
                    <a:pt x="319307" y="78442"/>
                  </a:lnTo>
                  <a:lnTo>
                    <a:pt x="319918" y="79393"/>
                  </a:lnTo>
                  <a:lnTo>
                    <a:pt x="320199" y="80936"/>
                  </a:lnTo>
                  <a:lnTo>
                    <a:pt x="321031" y="81849"/>
                  </a:lnTo>
                  <a:lnTo>
                    <a:pt x="320741" y="82589"/>
                  </a:lnTo>
                  <a:lnTo>
                    <a:pt x="321022" y="83208"/>
                  </a:lnTo>
                  <a:lnTo>
                    <a:pt x="321407" y="83409"/>
                  </a:lnTo>
                  <a:lnTo>
                    <a:pt x="321497" y="84509"/>
                  </a:lnTo>
                  <a:lnTo>
                    <a:pt x="322223" y="86620"/>
                  </a:lnTo>
                  <a:lnTo>
                    <a:pt x="321610" y="87322"/>
                  </a:lnTo>
                  <a:lnTo>
                    <a:pt x="321695" y="87705"/>
                  </a:lnTo>
                  <a:lnTo>
                    <a:pt x="321417" y="88003"/>
                  </a:lnTo>
                  <a:lnTo>
                    <a:pt x="321727" y="90112"/>
                  </a:lnTo>
                  <a:lnTo>
                    <a:pt x="321596" y="90754"/>
                  </a:lnTo>
                  <a:lnTo>
                    <a:pt x="321829" y="91066"/>
                  </a:lnTo>
                  <a:lnTo>
                    <a:pt x="321587" y="91383"/>
                  </a:lnTo>
                  <a:lnTo>
                    <a:pt x="321717" y="91663"/>
                  </a:lnTo>
                  <a:lnTo>
                    <a:pt x="322319" y="92298"/>
                  </a:lnTo>
                  <a:lnTo>
                    <a:pt x="324032" y="92727"/>
                  </a:lnTo>
                  <a:lnTo>
                    <a:pt x="325439" y="93625"/>
                  </a:lnTo>
                  <a:lnTo>
                    <a:pt x="325810" y="94239"/>
                  </a:lnTo>
                  <a:lnTo>
                    <a:pt x="327392" y="94621"/>
                  </a:lnTo>
                  <a:lnTo>
                    <a:pt x="327581" y="95382"/>
                  </a:lnTo>
                  <a:lnTo>
                    <a:pt x="328467" y="95543"/>
                  </a:lnTo>
                  <a:lnTo>
                    <a:pt x="329887" y="97441"/>
                  </a:lnTo>
                  <a:lnTo>
                    <a:pt x="331204" y="100000"/>
                  </a:lnTo>
                  <a:lnTo>
                    <a:pt x="331754" y="99949"/>
                  </a:lnTo>
                  <a:lnTo>
                    <a:pt x="333502" y="100796"/>
                  </a:lnTo>
                  <a:lnTo>
                    <a:pt x="335473" y="100239"/>
                  </a:lnTo>
                  <a:lnTo>
                    <a:pt x="335964" y="101491"/>
                  </a:lnTo>
                  <a:lnTo>
                    <a:pt x="337611" y="100822"/>
                  </a:lnTo>
                  <a:lnTo>
                    <a:pt x="337567" y="101145"/>
                  </a:lnTo>
                  <a:lnTo>
                    <a:pt x="337983" y="101229"/>
                  </a:lnTo>
                  <a:lnTo>
                    <a:pt x="338341" y="101910"/>
                  </a:lnTo>
                  <a:lnTo>
                    <a:pt x="339840" y="101709"/>
                  </a:lnTo>
                  <a:lnTo>
                    <a:pt x="341602" y="101034"/>
                  </a:lnTo>
                  <a:lnTo>
                    <a:pt x="342255" y="100457"/>
                  </a:lnTo>
                  <a:lnTo>
                    <a:pt x="344330" y="100313"/>
                  </a:lnTo>
                  <a:lnTo>
                    <a:pt x="344051" y="101562"/>
                  </a:lnTo>
                  <a:lnTo>
                    <a:pt x="344846" y="101983"/>
                  </a:lnTo>
                  <a:lnTo>
                    <a:pt x="344928" y="102984"/>
                  </a:lnTo>
                  <a:lnTo>
                    <a:pt x="346088" y="103649"/>
                  </a:lnTo>
                  <a:lnTo>
                    <a:pt x="346626" y="104326"/>
                  </a:lnTo>
                  <a:lnTo>
                    <a:pt x="348148" y="107330"/>
                  </a:lnTo>
                  <a:lnTo>
                    <a:pt x="348888" y="108170"/>
                  </a:lnTo>
                  <a:lnTo>
                    <a:pt x="349394" y="107563"/>
                  </a:lnTo>
                  <a:lnTo>
                    <a:pt x="350303" y="108393"/>
                  </a:lnTo>
                  <a:lnTo>
                    <a:pt x="350109" y="108732"/>
                  </a:lnTo>
                  <a:lnTo>
                    <a:pt x="350511" y="109454"/>
                  </a:lnTo>
                  <a:lnTo>
                    <a:pt x="350592" y="110184"/>
                  </a:lnTo>
                  <a:lnTo>
                    <a:pt x="350098" y="112972"/>
                  </a:lnTo>
                  <a:lnTo>
                    <a:pt x="348634" y="113316"/>
                  </a:lnTo>
                  <a:lnTo>
                    <a:pt x="348373" y="113803"/>
                  </a:lnTo>
                  <a:lnTo>
                    <a:pt x="349187" y="113991"/>
                  </a:lnTo>
                  <a:lnTo>
                    <a:pt x="350582" y="115722"/>
                  </a:lnTo>
                  <a:lnTo>
                    <a:pt x="350583" y="117389"/>
                  </a:lnTo>
                  <a:lnTo>
                    <a:pt x="349671" y="118113"/>
                  </a:lnTo>
                  <a:lnTo>
                    <a:pt x="349833" y="119703"/>
                  </a:lnTo>
                  <a:lnTo>
                    <a:pt x="350701" y="120529"/>
                  </a:lnTo>
                  <a:lnTo>
                    <a:pt x="351708" y="121096"/>
                  </a:lnTo>
                  <a:lnTo>
                    <a:pt x="352755" y="122146"/>
                  </a:lnTo>
                  <a:lnTo>
                    <a:pt x="352861" y="122552"/>
                  </a:lnTo>
                  <a:lnTo>
                    <a:pt x="352306" y="123505"/>
                  </a:lnTo>
                  <a:lnTo>
                    <a:pt x="351288" y="123744"/>
                  </a:lnTo>
                  <a:lnTo>
                    <a:pt x="349965" y="123686"/>
                  </a:lnTo>
                  <a:lnTo>
                    <a:pt x="348657" y="128522"/>
                  </a:lnTo>
                  <a:lnTo>
                    <a:pt x="350030" y="130210"/>
                  </a:lnTo>
                  <a:lnTo>
                    <a:pt x="350598" y="130486"/>
                  </a:lnTo>
                  <a:lnTo>
                    <a:pt x="352199" y="132175"/>
                  </a:lnTo>
                  <a:lnTo>
                    <a:pt x="352726" y="133239"/>
                  </a:lnTo>
                  <a:lnTo>
                    <a:pt x="353955" y="133877"/>
                  </a:lnTo>
                  <a:lnTo>
                    <a:pt x="353356" y="138088"/>
                  </a:lnTo>
                  <a:lnTo>
                    <a:pt x="353816" y="138315"/>
                  </a:lnTo>
                  <a:lnTo>
                    <a:pt x="353961" y="138812"/>
                  </a:lnTo>
                  <a:lnTo>
                    <a:pt x="352992" y="139607"/>
                  </a:lnTo>
                  <a:lnTo>
                    <a:pt x="352923" y="141002"/>
                  </a:lnTo>
                  <a:lnTo>
                    <a:pt x="351825" y="141982"/>
                  </a:lnTo>
                  <a:lnTo>
                    <a:pt x="350867" y="141983"/>
                  </a:lnTo>
                  <a:lnTo>
                    <a:pt x="350037" y="143029"/>
                  </a:lnTo>
                  <a:lnTo>
                    <a:pt x="348888" y="143363"/>
                  </a:lnTo>
                  <a:lnTo>
                    <a:pt x="349341" y="143550"/>
                  </a:lnTo>
                  <a:lnTo>
                    <a:pt x="349234" y="143994"/>
                  </a:lnTo>
                  <a:lnTo>
                    <a:pt x="348461" y="145803"/>
                  </a:lnTo>
                  <a:lnTo>
                    <a:pt x="347150" y="147388"/>
                  </a:lnTo>
                  <a:lnTo>
                    <a:pt x="346824" y="148353"/>
                  </a:lnTo>
                  <a:lnTo>
                    <a:pt x="347157" y="149036"/>
                  </a:lnTo>
                  <a:lnTo>
                    <a:pt x="347420" y="148770"/>
                  </a:lnTo>
                  <a:lnTo>
                    <a:pt x="347817" y="149627"/>
                  </a:lnTo>
                  <a:lnTo>
                    <a:pt x="348066" y="153604"/>
                  </a:lnTo>
                  <a:lnTo>
                    <a:pt x="347771" y="154552"/>
                  </a:lnTo>
                  <a:lnTo>
                    <a:pt x="348746" y="154960"/>
                  </a:lnTo>
                  <a:lnTo>
                    <a:pt x="351315" y="157099"/>
                  </a:lnTo>
                  <a:lnTo>
                    <a:pt x="351895" y="158366"/>
                  </a:lnTo>
                  <a:lnTo>
                    <a:pt x="351312" y="159242"/>
                  </a:lnTo>
                  <a:lnTo>
                    <a:pt x="351583" y="159952"/>
                  </a:lnTo>
                  <a:lnTo>
                    <a:pt x="351409" y="160856"/>
                  </a:lnTo>
                  <a:lnTo>
                    <a:pt x="352360" y="161887"/>
                  </a:lnTo>
                  <a:lnTo>
                    <a:pt x="353728" y="162590"/>
                  </a:lnTo>
                  <a:lnTo>
                    <a:pt x="354823" y="164528"/>
                  </a:lnTo>
                  <a:lnTo>
                    <a:pt x="354845" y="165479"/>
                  </a:lnTo>
                  <a:lnTo>
                    <a:pt x="355509" y="166248"/>
                  </a:lnTo>
                  <a:lnTo>
                    <a:pt x="354637" y="166754"/>
                  </a:lnTo>
                  <a:lnTo>
                    <a:pt x="354275" y="167328"/>
                  </a:lnTo>
                  <a:lnTo>
                    <a:pt x="354623" y="171051"/>
                  </a:lnTo>
                  <a:lnTo>
                    <a:pt x="357452" y="171525"/>
                  </a:lnTo>
                  <a:lnTo>
                    <a:pt x="357905" y="171809"/>
                  </a:lnTo>
                  <a:lnTo>
                    <a:pt x="360227" y="174210"/>
                  </a:lnTo>
                  <a:lnTo>
                    <a:pt x="360393" y="175102"/>
                  </a:lnTo>
                  <a:lnTo>
                    <a:pt x="360769" y="175554"/>
                  </a:lnTo>
                  <a:lnTo>
                    <a:pt x="361380" y="175725"/>
                  </a:lnTo>
                  <a:lnTo>
                    <a:pt x="363014" y="175618"/>
                  </a:lnTo>
                  <a:lnTo>
                    <a:pt x="365819" y="176411"/>
                  </a:lnTo>
                  <a:lnTo>
                    <a:pt x="366231" y="176473"/>
                  </a:lnTo>
                  <a:lnTo>
                    <a:pt x="367288" y="177846"/>
                  </a:lnTo>
                  <a:lnTo>
                    <a:pt x="367174" y="179003"/>
                  </a:lnTo>
                  <a:lnTo>
                    <a:pt x="367544" y="179970"/>
                  </a:lnTo>
                  <a:lnTo>
                    <a:pt x="370307" y="181164"/>
                  </a:lnTo>
                  <a:lnTo>
                    <a:pt x="371513" y="183935"/>
                  </a:lnTo>
                  <a:lnTo>
                    <a:pt x="372149" y="183716"/>
                  </a:lnTo>
                  <a:lnTo>
                    <a:pt x="372045" y="184334"/>
                  </a:lnTo>
                  <a:lnTo>
                    <a:pt x="373401" y="185579"/>
                  </a:lnTo>
                  <a:lnTo>
                    <a:pt x="373634" y="185493"/>
                  </a:lnTo>
                  <a:lnTo>
                    <a:pt x="376118" y="188077"/>
                  </a:lnTo>
                  <a:lnTo>
                    <a:pt x="377013" y="189744"/>
                  </a:lnTo>
                  <a:lnTo>
                    <a:pt x="377760" y="192927"/>
                  </a:lnTo>
                  <a:lnTo>
                    <a:pt x="378773" y="194050"/>
                  </a:lnTo>
                  <a:lnTo>
                    <a:pt x="379390" y="195507"/>
                  </a:lnTo>
                  <a:lnTo>
                    <a:pt x="380853" y="196343"/>
                  </a:lnTo>
                  <a:lnTo>
                    <a:pt x="382549" y="195323"/>
                  </a:lnTo>
                  <a:lnTo>
                    <a:pt x="384606" y="195307"/>
                  </a:lnTo>
                  <a:lnTo>
                    <a:pt x="384838" y="196098"/>
                  </a:lnTo>
                  <a:lnTo>
                    <a:pt x="386195" y="198291"/>
                  </a:lnTo>
                  <a:lnTo>
                    <a:pt x="387489" y="199261"/>
                  </a:lnTo>
                  <a:lnTo>
                    <a:pt x="388867" y="199866"/>
                  </a:lnTo>
                  <a:lnTo>
                    <a:pt x="390434" y="201497"/>
                  </a:lnTo>
                  <a:lnTo>
                    <a:pt x="394927" y="208303"/>
                  </a:lnTo>
                  <a:lnTo>
                    <a:pt x="398216" y="209424"/>
                  </a:lnTo>
                  <a:lnTo>
                    <a:pt x="401053" y="211745"/>
                  </a:lnTo>
                  <a:lnTo>
                    <a:pt x="401373" y="214426"/>
                  </a:lnTo>
                  <a:lnTo>
                    <a:pt x="402248" y="216004"/>
                  </a:lnTo>
                  <a:lnTo>
                    <a:pt x="400536" y="219944"/>
                  </a:lnTo>
                  <a:lnTo>
                    <a:pt x="401599" y="223968"/>
                  </a:lnTo>
                  <a:lnTo>
                    <a:pt x="401260" y="227224"/>
                  </a:lnTo>
                  <a:lnTo>
                    <a:pt x="402143" y="228247"/>
                  </a:lnTo>
                  <a:lnTo>
                    <a:pt x="402378" y="229321"/>
                  </a:lnTo>
                  <a:lnTo>
                    <a:pt x="403428" y="230507"/>
                  </a:lnTo>
                  <a:lnTo>
                    <a:pt x="403521" y="232029"/>
                  </a:lnTo>
                  <a:lnTo>
                    <a:pt x="405019" y="234814"/>
                  </a:lnTo>
                  <a:lnTo>
                    <a:pt x="405684" y="235593"/>
                  </a:lnTo>
                  <a:lnTo>
                    <a:pt x="407393" y="235361"/>
                  </a:lnTo>
                  <a:lnTo>
                    <a:pt x="408251" y="235686"/>
                  </a:lnTo>
                  <a:lnTo>
                    <a:pt x="413064" y="236339"/>
                  </a:lnTo>
                  <a:lnTo>
                    <a:pt x="415407" y="237258"/>
                  </a:lnTo>
                  <a:lnTo>
                    <a:pt x="417634" y="237140"/>
                  </a:lnTo>
                  <a:lnTo>
                    <a:pt x="418756" y="237890"/>
                  </a:lnTo>
                  <a:lnTo>
                    <a:pt x="418810" y="238179"/>
                  </a:lnTo>
                  <a:lnTo>
                    <a:pt x="419235" y="237956"/>
                  </a:lnTo>
                  <a:lnTo>
                    <a:pt x="420659" y="238754"/>
                  </a:lnTo>
                  <a:lnTo>
                    <a:pt x="423705" y="237823"/>
                  </a:lnTo>
                  <a:lnTo>
                    <a:pt x="424671" y="238046"/>
                  </a:lnTo>
                  <a:lnTo>
                    <a:pt x="425385" y="237825"/>
                  </a:lnTo>
                  <a:lnTo>
                    <a:pt x="426979" y="237968"/>
                  </a:lnTo>
                  <a:lnTo>
                    <a:pt x="427606" y="237820"/>
                  </a:lnTo>
                  <a:lnTo>
                    <a:pt x="429645" y="238330"/>
                  </a:lnTo>
                  <a:lnTo>
                    <a:pt x="431933" y="238446"/>
                  </a:lnTo>
                  <a:lnTo>
                    <a:pt x="433715" y="238924"/>
                  </a:lnTo>
                  <a:lnTo>
                    <a:pt x="435678" y="238946"/>
                  </a:lnTo>
                  <a:lnTo>
                    <a:pt x="438603" y="238140"/>
                  </a:lnTo>
                  <a:lnTo>
                    <a:pt x="439106" y="238555"/>
                  </a:lnTo>
                  <a:lnTo>
                    <a:pt x="440383" y="238576"/>
                  </a:lnTo>
                  <a:lnTo>
                    <a:pt x="441365" y="238036"/>
                  </a:lnTo>
                  <a:lnTo>
                    <a:pt x="443099" y="237617"/>
                  </a:lnTo>
                  <a:lnTo>
                    <a:pt x="443821" y="236936"/>
                  </a:lnTo>
                  <a:lnTo>
                    <a:pt x="443592" y="236127"/>
                  </a:lnTo>
                  <a:lnTo>
                    <a:pt x="443830" y="235869"/>
                  </a:lnTo>
                  <a:lnTo>
                    <a:pt x="446107" y="234360"/>
                  </a:lnTo>
                  <a:lnTo>
                    <a:pt x="448002" y="233411"/>
                  </a:lnTo>
                  <a:lnTo>
                    <a:pt x="449770" y="233063"/>
                  </a:lnTo>
                  <a:lnTo>
                    <a:pt x="452058" y="232030"/>
                  </a:lnTo>
                  <a:lnTo>
                    <a:pt x="454030" y="232435"/>
                  </a:lnTo>
                  <a:lnTo>
                    <a:pt x="456427" y="232351"/>
                  </a:lnTo>
                  <a:lnTo>
                    <a:pt x="458205" y="231325"/>
                  </a:lnTo>
                  <a:lnTo>
                    <a:pt x="461429" y="231756"/>
                  </a:lnTo>
                  <a:lnTo>
                    <a:pt x="462063" y="231027"/>
                  </a:lnTo>
                  <a:lnTo>
                    <a:pt x="462710" y="230791"/>
                  </a:lnTo>
                  <a:lnTo>
                    <a:pt x="464354" y="231077"/>
                  </a:lnTo>
                  <a:lnTo>
                    <a:pt x="463238" y="232198"/>
                  </a:lnTo>
                  <a:lnTo>
                    <a:pt x="462663" y="233540"/>
                  </a:lnTo>
                  <a:lnTo>
                    <a:pt x="461965" y="234287"/>
                  </a:lnTo>
                  <a:lnTo>
                    <a:pt x="463947" y="235683"/>
                  </a:lnTo>
                  <a:lnTo>
                    <a:pt x="464240" y="237067"/>
                  </a:lnTo>
                  <a:lnTo>
                    <a:pt x="464711" y="237747"/>
                  </a:lnTo>
                  <a:lnTo>
                    <a:pt x="464748" y="238185"/>
                  </a:lnTo>
                  <a:lnTo>
                    <a:pt x="463473" y="239842"/>
                  </a:lnTo>
                  <a:lnTo>
                    <a:pt x="462546" y="240071"/>
                  </a:lnTo>
                  <a:lnTo>
                    <a:pt x="461467" y="241488"/>
                  </a:lnTo>
                  <a:lnTo>
                    <a:pt x="459284" y="243360"/>
                  </a:lnTo>
                  <a:lnTo>
                    <a:pt x="458751" y="244669"/>
                  </a:lnTo>
                  <a:lnTo>
                    <a:pt x="458927" y="246505"/>
                  </a:lnTo>
                  <a:lnTo>
                    <a:pt x="458517" y="247554"/>
                  </a:lnTo>
                  <a:lnTo>
                    <a:pt x="460899" y="248783"/>
                  </a:lnTo>
                  <a:lnTo>
                    <a:pt x="462982" y="250476"/>
                  </a:lnTo>
                  <a:lnTo>
                    <a:pt x="466130" y="252297"/>
                  </a:lnTo>
                  <a:lnTo>
                    <a:pt x="468774" y="254393"/>
                  </a:lnTo>
                  <a:lnTo>
                    <a:pt x="474051" y="257118"/>
                  </a:lnTo>
                  <a:lnTo>
                    <a:pt x="475121" y="258130"/>
                  </a:lnTo>
                  <a:lnTo>
                    <a:pt x="477549" y="261791"/>
                  </a:lnTo>
                  <a:lnTo>
                    <a:pt x="479629" y="267304"/>
                  </a:lnTo>
                  <a:lnTo>
                    <a:pt x="480594" y="268979"/>
                  </a:lnTo>
                  <a:lnTo>
                    <a:pt x="481250" y="269540"/>
                  </a:lnTo>
                  <a:lnTo>
                    <a:pt x="483059" y="271714"/>
                  </a:lnTo>
                  <a:lnTo>
                    <a:pt x="488157" y="275885"/>
                  </a:lnTo>
                  <a:lnTo>
                    <a:pt x="490240" y="277182"/>
                  </a:lnTo>
                  <a:lnTo>
                    <a:pt x="494086" y="278442"/>
                  </a:lnTo>
                  <a:lnTo>
                    <a:pt x="496702" y="278116"/>
                  </a:lnTo>
                  <a:lnTo>
                    <a:pt x="499535" y="276574"/>
                  </a:lnTo>
                  <a:lnTo>
                    <a:pt x="500947" y="275390"/>
                  </a:lnTo>
                  <a:lnTo>
                    <a:pt x="501554" y="273949"/>
                  </a:lnTo>
                  <a:lnTo>
                    <a:pt x="502697" y="272742"/>
                  </a:lnTo>
                  <a:lnTo>
                    <a:pt x="504326" y="271710"/>
                  </a:lnTo>
                  <a:lnTo>
                    <a:pt x="506984" y="270900"/>
                  </a:lnTo>
                  <a:lnTo>
                    <a:pt x="509058" y="271206"/>
                  </a:lnTo>
                  <a:lnTo>
                    <a:pt x="513680" y="271540"/>
                  </a:lnTo>
                  <a:lnTo>
                    <a:pt x="520158" y="269995"/>
                  </a:lnTo>
                  <a:lnTo>
                    <a:pt x="523206" y="268759"/>
                  </a:lnTo>
                  <a:lnTo>
                    <a:pt x="526626" y="267905"/>
                  </a:lnTo>
                  <a:lnTo>
                    <a:pt x="529609" y="267711"/>
                  </a:lnTo>
                  <a:lnTo>
                    <a:pt x="531316" y="268154"/>
                  </a:lnTo>
                  <a:lnTo>
                    <a:pt x="537552" y="272611"/>
                  </a:lnTo>
                  <a:lnTo>
                    <a:pt x="538420" y="273514"/>
                  </a:lnTo>
                  <a:lnTo>
                    <a:pt x="540228" y="276293"/>
                  </a:lnTo>
                  <a:lnTo>
                    <a:pt x="541811" y="278037"/>
                  </a:lnTo>
                  <a:lnTo>
                    <a:pt x="548671" y="281992"/>
                  </a:lnTo>
                  <a:lnTo>
                    <a:pt x="549740" y="283009"/>
                  </a:lnTo>
                  <a:lnTo>
                    <a:pt x="552041" y="286611"/>
                  </a:lnTo>
                  <a:lnTo>
                    <a:pt x="553413" y="287930"/>
                  </a:lnTo>
                  <a:lnTo>
                    <a:pt x="556041" y="290097"/>
                  </a:lnTo>
                  <a:lnTo>
                    <a:pt x="559196" y="293373"/>
                  </a:lnTo>
                  <a:lnTo>
                    <a:pt x="564192" y="296489"/>
                  </a:lnTo>
                  <a:lnTo>
                    <a:pt x="570397" y="300776"/>
                  </a:lnTo>
                  <a:lnTo>
                    <a:pt x="568840" y="303631"/>
                  </a:lnTo>
                  <a:lnTo>
                    <a:pt x="567616" y="305184"/>
                  </a:lnTo>
                  <a:lnTo>
                    <a:pt x="567035" y="305722"/>
                  </a:lnTo>
                  <a:lnTo>
                    <a:pt x="566270" y="305233"/>
                  </a:lnTo>
                  <a:lnTo>
                    <a:pt x="564988" y="306708"/>
                  </a:lnTo>
                  <a:lnTo>
                    <a:pt x="565694" y="307341"/>
                  </a:lnTo>
                  <a:lnTo>
                    <a:pt x="561754" y="311727"/>
                  </a:lnTo>
                  <a:lnTo>
                    <a:pt x="562034" y="312032"/>
                  </a:lnTo>
                  <a:lnTo>
                    <a:pt x="558101" y="315944"/>
                  </a:lnTo>
                  <a:lnTo>
                    <a:pt x="557807" y="315640"/>
                  </a:lnTo>
                  <a:lnTo>
                    <a:pt x="557235" y="316206"/>
                  </a:lnTo>
                  <a:lnTo>
                    <a:pt x="557705" y="316598"/>
                  </a:lnTo>
                  <a:lnTo>
                    <a:pt x="555285" y="319068"/>
                  </a:lnTo>
                  <a:lnTo>
                    <a:pt x="555948" y="319321"/>
                  </a:lnTo>
                  <a:lnTo>
                    <a:pt x="555815" y="319737"/>
                  </a:lnTo>
                  <a:lnTo>
                    <a:pt x="554399" y="321349"/>
                  </a:lnTo>
                  <a:lnTo>
                    <a:pt x="553610" y="322011"/>
                  </a:lnTo>
                  <a:lnTo>
                    <a:pt x="551371" y="320905"/>
                  </a:lnTo>
                  <a:lnTo>
                    <a:pt x="550363" y="321136"/>
                  </a:lnTo>
                  <a:lnTo>
                    <a:pt x="549736" y="321789"/>
                  </a:lnTo>
                  <a:lnTo>
                    <a:pt x="548387" y="324283"/>
                  </a:lnTo>
                  <a:lnTo>
                    <a:pt x="547084" y="325883"/>
                  </a:lnTo>
                  <a:lnTo>
                    <a:pt x="546754" y="327318"/>
                  </a:lnTo>
                  <a:lnTo>
                    <a:pt x="545115" y="327831"/>
                  </a:lnTo>
                  <a:lnTo>
                    <a:pt x="544253" y="328959"/>
                  </a:lnTo>
                  <a:lnTo>
                    <a:pt x="543544" y="328258"/>
                  </a:lnTo>
                  <a:lnTo>
                    <a:pt x="543053" y="327080"/>
                  </a:lnTo>
                  <a:lnTo>
                    <a:pt x="542312" y="326099"/>
                  </a:lnTo>
                  <a:lnTo>
                    <a:pt x="541383" y="324421"/>
                  </a:lnTo>
                  <a:lnTo>
                    <a:pt x="541272" y="323524"/>
                  </a:lnTo>
                  <a:lnTo>
                    <a:pt x="540884" y="322897"/>
                  </a:lnTo>
                  <a:lnTo>
                    <a:pt x="540037" y="322506"/>
                  </a:lnTo>
                  <a:lnTo>
                    <a:pt x="539505" y="322555"/>
                  </a:lnTo>
                  <a:lnTo>
                    <a:pt x="538425" y="321610"/>
                  </a:lnTo>
                  <a:lnTo>
                    <a:pt x="536850" y="321076"/>
                  </a:lnTo>
                  <a:lnTo>
                    <a:pt x="536313" y="321127"/>
                  </a:lnTo>
                  <a:lnTo>
                    <a:pt x="534915" y="320335"/>
                  </a:lnTo>
                  <a:lnTo>
                    <a:pt x="534903" y="321751"/>
                  </a:lnTo>
                  <a:lnTo>
                    <a:pt x="534143" y="322670"/>
                  </a:lnTo>
                  <a:lnTo>
                    <a:pt x="533793" y="323623"/>
                  </a:lnTo>
                  <a:lnTo>
                    <a:pt x="533127" y="324239"/>
                  </a:lnTo>
                  <a:lnTo>
                    <a:pt x="532842" y="324964"/>
                  </a:lnTo>
                  <a:lnTo>
                    <a:pt x="532506" y="325965"/>
                  </a:lnTo>
                  <a:lnTo>
                    <a:pt x="532378" y="327740"/>
                  </a:lnTo>
                  <a:lnTo>
                    <a:pt x="533221" y="328834"/>
                  </a:lnTo>
                  <a:lnTo>
                    <a:pt x="533730" y="331187"/>
                  </a:lnTo>
                  <a:lnTo>
                    <a:pt x="533795" y="333646"/>
                  </a:lnTo>
                  <a:lnTo>
                    <a:pt x="534965" y="336023"/>
                  </a:lnTo>
                  <a:lnTo>
                    <a:pt x="534843" y="338771"/>
                  </a:lnTo>
                  <a:lnTo>
                    <a:pt x="534150" y="342984"/>
                  </a:lnTo>
                  <a:lnTo>
                    <a:pt x="534774" y="343826"/>
                  </a:lnTo>
                  <a:lnTo>
                    <a:pt x="535560" y="345727"/>
                  </a:lnTo>
                  <a:lnTo>
                    <a:pt x="536251" y="345939"/>
                  </a:lnTo>
                  <a:lnTo>
                    <a:pt x="535665" y="348318"/>
                  </a:lnTo>
                  <a:lnTo>
                    <a:pt x="531168" y="350548"/>
                  </a:lnTo>
                  <a:lnTo>
                    <a:pt x="528580" y="345558"/>
                  </a:lnTo>
                  <a:lnTo>
                    <a:pt x="527418" y="344311"/>
                  </a:lnTo>
                  <a:lnTo>
                    <a:pt x="525862" y="343937"/>
                  </a:lnTo>
                  <a:lnTo>
                    <a:pt x="525453" y="343629"/>
                  </a:lnTo>
                  <a:lnTo>
                    <a:pt x="525289" y="343591"/>
                  </a:lnTo>
                  <a:lnTo>
                    <a:pt x="525256" y="344670"/>
                  </a:lnTo>
                  <a:lnTo>
                    <a:pt x="525525" y="345718"/>
                  </a:lnTo>
                  <a:lnTo>
                    <a:pt x="525205" y="346930"/>
                  </a:lnTo>
                  <a:lnTo>
                    <a:pt x="524628" y="346751"/>
                  </a:lnTo>
                  <a:lnTo>
                    <a:pt x="522904" y="347336"/>
                  </a:lnTo>
                  <a:lnTo>
                    <a:pt x="522291" y="347107"/>
                  </a:lnTo>
                  <a:lnTo>
                    <a:pt x="520842" y="345855"/>
                  </a:lnTo>
                  <a:lnTo>
                    <a:pt x="519753" y="345666"/>
                  </a:lnTo>
                  <a:lnTo>
                    <a:pt x="518131" y="345756"/>
                  </a:lnTo>
                  <a:lnTo>
                    <a:pt x="516673" y="345536"/>
                  </a:lnTo>
                  <a:lnTo>
                    <a:pt x="515303" y="346152"/>
                  </a:lnTo>
                  <a:lnTo>
                    <a:pt x="515611" y="344522"/>
                  </a:lnTo>
                  <a:lnTo>
                    <a:pt x="514844" y="342540"/>
                  </a:lnTo>
                  <a:lnTo>
                    <a:pt x="514132" y="341516"/>
                  </a:lnTo>
                  <a:lnTo>
                    <a:pt x="513504" y="341759"/>
                  </a:lnTo>
                  <a:lnTo>
                    <a:pt x="512532" y="341298"/>
                  </a:lnTo>
                  <a:lnTo>
                    <a:pt x="511722" y="339688"/>
                  </a:lnTo>
                  <a:lnTo>
                    <a:pt x="510467" y="338859"/>
                  </a:lnTo>
                  <a:lnTo>
                    <a:pt x="510558" y="337831"/>
                  </a:lnTo>
                  <a:lnTo>
                    <a:pt x="511336" y="336899"/>
                  </a:lnTo>
                  <a:lnTo>
                    <a:pt x="511178" y="334878"/>
                  </a:lnTo>
                  <a:lnTo>
                    <a:pt x="509534" y="335398"/>
                  </a:lnTo>
                  <a:lnTo>
                    <a:pt x="506882" y="337838"/>
                  </a:lnTo>
                  <a:lnTo>
                    <a:pt x="506216" y="337934"/>
                  </a:lnTo>
                  <a:lnTo>
                    <a:pt x="503856" y="337058"/>
                  </a:lnTo>
                  <a:lnTo>
                    <a:pt x="501695" y="335835"/>
                  </a:lnTo>
                  <a:lnTo>
                    <a:pt x="499794" y="335198"/>
                  </a:lnTo>
                  <a:lnTo>
                    <a:pt x="499015" y="334106"/>
                  </a:lnTo>
                  <a:lnTo>
                    <a:pt x="498268" y="334357"/>
                  </a:lnTo>
                  <a:lnTo>
                    <a:pt x="495506" y="334050"/>
                  </a:lnTo>
                  <a:lnTo>
                    <a:pt x="493936" y="334467"/>
                  </a:lnTo>
                  <a:lnTo>
                    <a:pt x="493244" y="335021"/>
                  </a:lnTo>
                  <a:lnTo>
                    <a:pt x="493101" y="335666"/>
                  </a:lnTo>
                  <a:lnTo>
                    <a:pt x="491171" y="335955"/>
                  </a:lnTo>
                  <a:lnTo>
                    <a:pt x="489288" y="336530"/>
                  </a:lnTo>
                  <a:lnTo>
                    <a:pt x="487944" y="336572"/>
                  </a:lnTo>
                  <a:lnTo>
                    <a:pt x="488793" y="337429"/>
                  </a:lnTo>
                  <a:lnTo>
                    <a:pt x="488675" y="338880"/>
                  </a:lnTo>
                  <a:lnTo>
                    <a:pt x="488304" y="339784"/>
                  </a:lnTo>
                  <a:lnTo>
                    <a:pt x="487529" y="340208"/>
                  </a:lnTo>
                  <a:lnTo>
                    <a:pt x="487329" y="340965"/>
                  </a:lnTo>
                  <a:lnTo>
                    <a:pt x="486948" y="341277"/>
                  </a:lnTo>
                  <a:lnTo>
                    <a:pt x="485898" y="341535"/>
                  </a:lnTo>
                  <a:lnTo>
                    <a:pt x="485057" y="341211"/>
                  </a:lnTo>
                  <a:lnTo>
                    <a:pt x="483956" y="341432"/>
                  </a:lnTo>
                  <a:lnTo>
                    <a:pt x="481987" y="341213"/>
                  </a:lnTo>
                  <a:lnTo>
                    <a:pt x="481359" y="341517"/>
                  </a:lnTo>
                  <a:lnTo>
                    <a:pt x="481138" y="342340"/>
                  </a:lnTo>
                  <a:lnTo>
                    <a:pt x="480750" y="342631"/>
                  </a:lnTo>
                  <a:lnTo>
                    <a:pt x="479914" y="342318"/>
                  </a:lnTo>
                  <a:lnTo>
                    <a:pt x="478000" y="343103"/>
                  </a:lnTo>
                  <a:lnTo>
                    <a:pt x="477228" y="344356"/>
                  </a:lnTo>
                  <a:lnTo>
                    <a:pt x="474635" y="347218"/>
                  </a:lnTo>
                  <a:lnTo>
                    <a:pt x="474366" y="347718"/>
                  </a:lnTo>
                  <a:lnTo>
                    <a:pt x="474394" y="348565"/>
                  </a:lnTo>
                  <a:lnTo>
                    <a:pt x="473850" y="349459"/>
                  </a:lnTo>
                  <a:lnTo>
                    <a:pt x="473844" y="349966"/>
                  </a:lnTo>
                  <a:lnTo>
                    <a:pt x="474230" y="350516"/>
                  </a:lnTo>
                  <a:lnTo>
                    <a:pt x="473760" y="351199"/>
                  </a:lnTo>
                  <a:lnTo>
                    <a:pt x="473929" y="353951"/>
                  </a:lnTo>
                  <a:lnTo>
                    <a:pt x="474634" y="355162"/>
                  </a:lnTo>
                  <a:lnTo>
                    <a:pt x="475046" y="355433"/>
                  </a:lnTo>
                  <a:lnTo>
                    <a:pt x="474952" y="356751"/>
                  </a:lnTo>
                  <a:lnTo>
                    <a:pt x="474207" y="358281"/>
                  </a:lnTo>
                  <a:lnTo>
                    <a:pt x="474392" y="358803"/>
                  </a:lnTo>
                  <a:lnTo>
                    <a:pt x="474069" y="359941"/>
                  </a:lnTo>
                  <a:lnTo>
                    <a:pt x="472716" y="362642"/>
                  </a:lnTo>
                  <a:lnTo>
                    <a:pt x="472260" y="363046"/>
                  </a:lnTo>
                  <a:lnTo>
                    <a:pt x="472346" y="363720"/>
                  </a:lnTo>
                  <a:lnTo>
                    <a:pt x="472084" y="364732"/>
                  </a:lnTo>
                  <a:lnTo>
                    <a:pt x="472233" y="365368"/>
                  </a:lnTo>
                  <a:lnTo>
                    <a:pt x="471078" y="364895"/>
                  </a:lnTo>
                  <a:lnTo>
                    <a:pt x="469471" y="364847"/>
                  </a:lnTo>
                  <a:lnTo>
                    <a:pt x="468595" y="364511"/>
                  </a:lnTo>
                  <a:lnTo>
                    <a:pt x="464780" y="365891"/>
                  </a:lnTo>
                  <a:lnTo>
                    <a:pt x="463242" y="367383"/>
                  </a:lnTo>
                  <a:lnTo>
                    <a:pt x="463890" y="368371"/>
                  </a:lnTo>
                  <a:lnTo>
                    <a:pt x="463499" y="370198"/>
                  </a:lnTo>
                  <a:lnTo>
                    <a:pt x="463309" y="372716"/>
                  </a:lnTo>
                  <a:lnTo>
                    <a:pt x="462658" y="374220"/>
                  </a:lnTo>
                  <a:lnTo>
                    <a:pt x="462645" y="375912"/>
                  </a:lnTo>
                  <a:lnTo>
                    <a:pt x="463007" y="375985"/>
                  </a:lnTo>
                  <a:lnTo>
                    <a:pt x="461455" y="379006"/>
                  </a:lnTo>
                  <a:lnTo>
                    <a:pt x="460538" y="379814"/>
                  </a:lnTo>
                  <a:lnTo>
                    <a:pt x="459492" y="381587"/>
                  </a:lnTo>
                  <a:lnTo>
                    <a:pt x="458454" y="383459"/>
                  </a:lnTo>
                  <a:lnTo>
                    <a:pt x="458667" y="385768"/>
                  </a:lnTo>
                  <a:lnTo>
                    <a:pt x="455975" y="386226"/>
                  </a:lnTo>
                  <a:lnTo>
                    <a:pt x="455749" y="386557"/>
                  </a:lnTo>
                  <a:lnTo>
                    <a:pt x="454455" y="387136"/>
                  </a:lnTo>
                  <a:lnTo>
                    <a:pt x="449725" y="391614"/>
                  </a:lnTo>
                  <a:lnTo>
                    <a:pt x="449642" y="392809"/>
                  </a:lnTo>
                  <a:lnTo>
                    <a:pt x="449862" y="393572"/>
                  </a:lnTo>
                  <a:lnTo>
                    <a:pt x="448982" y="394392"/>
                  </a:lnTo>
                  <a:lnTo>
                    <a:pt x="447202" y="397356"/>
                  </a:lnTo>
                  <a:lnTo>
                    <a:pt x="446006" y="398513"/>
                  </a:lnTo>
                  <a:lnTo>
                    <a:pt x="445843" y="399573"/>
                  </a:lnTo>
                  <a:lnTo>
                    <a:pt x="445323" y="400205"/>
                  </a:lnTo>
                  <a:lnTo>
                    <a:pt x="445618" y="400881"/>
                  </a:lnTo>
                  <a:lnTo>
                    <a:pt x="443653" y="404414"/>
                  </a:lnTo>
                  <a:lnTo>
                    <a:pt x="443589" y="406137"/>
                  </a:lnTo>
                  <a:lnTo>
                    <a:pt x="444617" y="406587"/>
                  </a:lnTo>
                  <a:lnTo>
                    <a:pt x="444687" y="407024"/>
                  </a:lnTo>
                  <a:lnTo>
                    <a:pt x="445203" y="407179"/>
                  </a:lnTo>
                  <a:lnTo>
                    <a:pt x="445851" y="408163"/>
                  </a:lnTo>
                  <a:lnTo>
                    <a:pt x="445818" y="408702"/>
                  </a:lnTo>
                  <a:lnTo>
                    <a:pt x="446206" y="408871"/>
                  </a:lnTo>
                  <a:lnTo>
                    <a:pt x="446115" y="409421"/>
                  </a:lnTo>
                  <a:lnTo>
                    <a:pt x="445490" y="409673"/>
                  </a:lnTo>
                  <a:lnTo>
                    <a:pt x="444259" y="408766"/>
                  </a:lnTo>
                  <a:lnTo>
                    <a:pt x="443585" y="408745"/>
                  </a:lnTo>
                  <a:lnTo>
                    <a:pt x="441892" y="409761"/>
                  </a:lnTo>
                  <a:lnTo>
                    <a:pt x="441041" y="410853"/>
                  </a:lnTo>
                  <a:lnTo>
                    <a:pt x="440011" y="413795"/>
                  </a:lnTo>
                  <a:lnTo>
                    <a:pt x="440144" y="414268"/>
                  </a:lnTo>
                  <a:lnTo>
                    <a:pt x="442189" y="416553"/>
                  </a:lnTo>
                  <a:lnTo>
                    <a:pt x="443038" y="416974"/>
                  </a:lnTo>
                  <a:lnTo>
                    <a:pt x="443360" y="417561"/>
                  </a:lnTo>
                  <a:lnTo>
                    <a:pt x="443737" y="419316"/>
                  </a:lnTo>
                  <a:lnTo>
                    <a:pt x="443368" y="419627"/>
                  </a:lnTo>
                  <a:lnTo>
                    <a:pt x="444081" y="420968"/>
                  </a:lnTo>
                  <a:lnTo>
                    <a:pt x="444003" y="421881"/>
                  </a:lnTo>
                  <a:lnTo>
                    <a:pt x="443409" y="422672"/>
                  </a:lnTo>
                  <a:lnTo>
                    <a:pt x="442627" y="425475"/>
                  </a:lnTo>
                  <a:lnTo>
                    <a:pt x="441559" y="426773"/>
                  </a:lnTo>
                  <a:lnTo>
                    <a:pt x="440892" y="428341"/>
                  </a:lnTo>
                  <a:lnTo>
                    <a:pt x="440113" y="429025"/>
                  </a:lnTo>
                  <a:lnTo>
                    <a:pt x="440031" y="429533"/>
                  </a:lnTo>
                  <a:lnTo>
                    <a:pt x="440429" y="431195"/>
                  </a:lnTo>
                  <a:lnTo>
                    <a:pt x="439340" y="431556"/>
                  </a:lnTo>
                  <a:lnTo>
                    <a:pt x="438813" y="432572"/>
                  </a:lnTo>
                  <a:lnTo>
                    <a:pt x="437599" y="432972"/>
                  </a:lnTo>
                  <a:lnTo>
                    <a:pt x="438033" y="437152"/>
                  </a:lnTo>
                  <a:lnTo>
                    <a:pt x="437892" y="437376"/>
                  </a:lnTo>
                  <a:lnTo>
                    <a:pt x="437686" y="437256"/>
                  </a:lnTo>
                  <a:lnTo>
                    <a:pt x="437721" y="437503"/>
                  </a:lnTo>
                  <a:lnTo>
                    <a:pt x="436984" y="438124"/>
                  </a:lnTo>
                  <a:lnTo>
                    <a:pt x="435648" y="437896"/>
                  </a:lnTo>
                  <a:lnTo>
                    <a:pt x="436004" y="437253"/>
                  </a:lnTo>
                  <a:lnTo>
                    <a:pt x="434533" y="437122"/>
                  </a:lnTo>
                  <a:lnTo>
                    <a:pt x="434047" y="437716"/>
                  </a:lnTo>
                  <a:lnTo>
                    <a:pt x="432992" y="438362"/>
                  </a:lnTo>
                  <a:lnTo>
                    <a:pt x="431219" y="438047"/>
                  </a:lnTo>
                  <a:lnTo>
                    <a:pt x="431232" y="439147"/>
                  </a:lnTo>
                  <a:lnTo>
                    <a:pt x="430368" y="440248"/>
                  </a:lnTo>
                  <a:lnTo>
                    <a:pt x="430709" y="441722"/>
                  </a:lnTo>
                  <a:lnTo>
                    <a:pt x="427984" y="441515"/>
                  </a:lnTo>
                  <a:lnTo>
                    <a:pt x="428150" y="442890"/>
                  </a:lnTo>
                  <a:lnTo>
                    <a:pt x="427837" y="443610"/>
                  </a:lnTo>
                  <a:lnTo>
                    <a:pt x="428035" y="445761"/>
                  </a:lnTo>
                  <a:lnTo>
                    <a:pt x="429325" y="446346"/>
                  </a:lnTo>
                  <a:lnTo>
                    <a:pt x="431348" y="446297"/>
                  </a:lnTo>
                  <a:lnTo>
                    <a:pt x="433218" y="447213"/>
                  </a:lnTo>
                  <a:lnTo>
                    <a:pt x="434179" y="447887"/>
                  </a:lnTo>
                  <a:lnTo>
                    <a:pt x="434879" y="449383"/>
                  </a:lnTo>
                  <a:lnTo>
                    <a:pt x="435412" y="449746"/>
                  </a:lnTo>
                  <a:lnTo>
                    <a:pt x="436181" y="451000"/>
                  </a:lnTo>
                  <a:lnTo>
                    <a:pt x="437332" y="451758"/>
                  </a:lnTo>
                  <a:lnTo>
                    <a:pt x="437842" y="451810"/>
                  </a:lnTo>
                  <a:lnTo>
                    <a:pt x="436935" y="453069"/>
                  </a:lnTo>
                  <a:lnTo>
                    <a:pt x="435671" y="453054"/>
                  </a:lnTo>
                  <a:lnTo>
                    <a:pt x="433805" y="454348"/>
                  </a:lnTo>
                  <a:lnTo>
                    <a:pt x="432108" y="456014"/>
                  </a:lnTo>
                  <a:lnTo>
                    <a:pt x="431627" y="456910"/>
                  </a:lnTo>
                  <a:lnTo>
                    <a:pt x="431154" y="457164"/>
                  </a:lnTo>
                  <a:lnTo>
                    <a:pt x="429806" y="457374"/>
                  </a:lnTo>
                  <a:lnTo>
                    <a:pt x="428736" y="456690"/>
                  </a:lnTo>
                  <a:lnTo>
                    <a:pt x="428010" y="458552"/>
                  </a:lnTo>
                  <a:lnTo>
                    <a:pt x="428001" y="459573"/>
                  </a:lnTo>
                  <a:lnTo>
                    <a:pt x="428255" y="460559"/>
                  </a:lnTo>
                  <a:lnTo>
                    <a:pt x="427926" y="461667"/>
                  </a:lnTo>
                  <a:lnTo>
                    <a:pt x="428050" y="463287"/>
                  </a:lnTo>
                  <a:lnTo>
                    <a:pt x="429365" y="465843"/>
                  </a:lnTo>
                  <a:lnTo>
                    <a:pt x="430823" y="466904"/>
                  </a:lnTo>
                  <a:lnTo>
                    <a:pt x="429963" y="468320"/>
                  </a:lnTo>
                  <a:lnTo>
                    <a:pt x="429273" y="468663"/>
                  </a:lnTo>
                  <a:lnTo>
                    <a:pt x="427990" y="471142"/>
                  </a:lnTo>
                  <a:lnTo>
                    <a:pt x="427788" y="472208"/>
                  </a:lnTo>
                  <a:lnTo>
                    <a:pt x="427917" y="473842"/>
                  </a:lnTo>
                  <a:lnTo>
                    <a:pt x="427508" y="475416"/>
                  </a:lnTo>
                  <a:lnTo>
                    <a:pt x="425418" y="477500"/>
                  </a:lnTo>
                  <a:lnTo>
                    <a:pt x="423195" y="478895"/>
                  </a:lnTo>
                  <a:lnTo>
                    <a:pt x="422718" y="479669"/>
                  </a:lnTo>
                  <a:lnTo>
                    <a:pt x="422926" y="481821"/>
                  </a:lnTo>
                  <a:lnTo>
                    <a:pt x="423372" y="482537"/>
                  </a:lnTo>
                  <a:lnTo>
                    <a:pt x="424680" y="483536"/>
                  </a:lnTo>
                  <a:lnTo>
                    <a:pt x="423916" y="484583"/>
                  </a:lnTo>
                  <a:lnTo>
                    <a:pt x="423599" y="486102"/>
                  </a:lnTo>
                  <a:lnTo>
                    <a:pt x="423814" y="486635"/>
                  </a:lnTo>
                  <a:lnTo>
                    <a:pt x="423443" y="487011"/>
                  </a:lnTo>
                  <a:lnTo>
                    <a:pt x="423971" y="488989"/>
                  </a:lnTo>
                  <a:lnTo>
                    <a:pt x="423637" y="490107"/>
                  </a:lnTo>
                  <a:lnTo>
                    <a:pt x="424692" y="493213"/>
                  </a:lnTo>
                  <a:lnTo>
                    <a:pt x="424552" y="495365"/>
                  </a:lnTo>
                  <a:lnTo>
                    <a:pt x="424866" y="496940"/>
                  </a:lnTo>
                  <a:lnTo>
                    <a:pt x="424505" y="497622"/>
                  </a:lnTo>
                  <a:lnTo>
                    <a:pt x="424631" y="498330"/>
                  </a:lnTo>
                  <a:lnTo>
                    <a:pt x="424231" y="499595"/>
                  </a:lnTo>
                  <a:lnTo>
                    <a:pt x="422823" y="500091"/>
                  </a:lnTo>
                  <a:lnTo>
                    <a:pt x="422293" y="500059"/>
                  </a:lnTo>
                  <a:lnTo>
                    <a:pt x="421805" y="500577"/>
                  </a:lnTo>
                  <a:lnTo>
                    <a:pt x="419888" y="501625"/>
                  </a:lnTo>
                  <a:lnTo>
                    <a:pt x="418933" y="501644"/>
                  </a:lnTo>
                  <a:lnTo>
                    <a:pt x="417915" y="501296"/>
                  </a:lnTo>
                  <a:lnTo>
                    <a:pt x="416912" y="501645"/>
                  </a:lnTo>
                  <a:lnTo>
                    <a:pt x="416720" y="502141"/>
                  </a:lnTo>
                  <a:lnTo>
                    <a:pt x="416360" y="502317"/>
                  </a:lnTo>
                  <a:lnTo>
                    <a:pt x="415302" y="502170"/>
                  </a:lnTo>
                  <a:lnTo>
                    <a:pt x="414515" y="502430"/>
                  </a:lnTo>
                  <a:lnTo>
                    <a:pt x="413189" y="502342"/>
                  </a:lnTo>
                  <a:lnTo>
                    <a:pt x="410477" y="502729"/>
                  </a:lnTo>
                  <a:lnTo>
                    <a:pt x="409708" y="503484"/>
                  </a:lnTo>
                  <a:lnTo>
                    <a:pt x="406415" y="505458"/>
                  </a:lnTo>
                  <a:lnTo>
                    <a:pt x="405568" y="506396"/>
                  </a:lnTo>
                  <a:lnTo>
                    <a:pt x="403299" y="507685"/>
                  </a:lnTo>
                  <a:lnTo>
                    <a:pt x="402690" y="508341"/>
                  </a:lnTo>
                  <a:lnTo>
                    <a:pt x="398020" y="509385"/>
                  </a:lnTo>
                  <a:lnTo>
                    <a:pt x="395461" y="511377"/>
                  </a:lnTo>
                  <a:lnTo>
                    <a:pt x="394497" y="511809"/>
                  </a:lnTo>
                  <a:lnTo>
                    <a:pt x="393980" y="512630"/>
                  </a:lnTo>
                  <a:lnTo>
                    <a:pt x="393188" y="512870"/>
                  </a:lnTo>
                  <a:lnTo>
                    <a:pt x="391981" y="513931"/>
                  </a:lnTo>
                  <a:lnTo>
                    <a:pt x="388789" y="515249"/>
                  </a:lnTo>
                  <a:lnTo>
                    <a:pt x="388207" y="516008"/>
                  </a:lnTo>
                  <a:lnTo>
                    <a:pt x="387000" y="516021"/>
                  </a:lnTo>
                  <a:lnTo>
                    <a:pt x="386665" y="515733"/>
                  </a:lnTo>
                  <a:lnTo>
                    <a:pt x="385922" y="514828"/>
                  </a:lnTo>
                  <a:lnTo>
                    <a:pt x="385510" y="513582"/>
                  </a:lnTo>
                  <a:lnTo>
                    <a:pt x="384316" y="513462"/>
                  </a:lnTo>
                  <a:lnTo>
                    <a:pt x="383894" y="513654"/>
                  </a:lnTo>
                  <a:lnTo>
                    <a:pt x="383160" y="513001"/>
                  </a:lnTo>
                  <a:lnTo>
                    <a:pt x="382416" y="513891"/>
                  </a:lnTo>
                  <a:lnTo>
                    <a:pt x="382179" y="514810"/>
                  </a:lnTo>
                  <a:lnTo>
                    <a:pt x="381935" y="514657"/>
                  </a:lnTo>
                  <a:lnTo>
                    <a:pt x="381156" y="513017"/>
                  </a:lnTo>
                  <a:lnTo>
                    <a:pt x="379238" y="510495"/>
                  </a:lnTo>
                  <a:lnTo>
                    <a:pt x="378567" y="508067"/>
                  </a:lnTo>
                  <a:lnTo>
                    <a:pt x="376779" y="508325"/>
                  </a:lnTo>
                  <a:lnTo>
                    <a:pt x="374369" y="509274"/>
                  </a:lnTo>
                  <a:lnTo>
                    <a:pt x="372745" y="508757"/>
                  </a:lnTo>
                  <a:lnTo>
                    <a:pt x="369872" y="508250"/>
                  </a:lnTo>
                  <a:lnTo>
                    <a:pt x="366027" y="508693"/>
                  </a:lnTo>
                  <a:lnTo>
                    <a:pt x="363797" y="509148"/>
                  </a:lnTo>
                  <a:lnTo>
                    <a:pt x="363493" y="509413"/>
                  </a:lnTo>
                  <a:lnTo>
                    <a:pt x="361667" y="509312"/>
                  </a:lnTo>
                  <a:lnTo>
                    <a:pt x="361282" y="508745"/>
                  </a:lnTo>
                  <a:lnTo>
                    <a:pt x="360153" y="508517"/>
                  </a:lnTo>
                  <a:lnTo>
                    <a:pt x="359124" y="508673"/>
                  </a:lnTo>
                  <a:lnTo>
                    <a:pt x="358839" y="509229"/>
                  </a:lnTo>
                  <a:lnTo>
                    <a:pt x="355233" y="512814"/>
                  </a:lnTo>
                  <a:lnTo>
                    <a:pt x="352589" y="514677"/>
                  </a:lnTo>
                  <a:lnTo>
                    <a:pt x="350071" y="516946"/>
                  </a:lnTo>
                  <a:lnTo>
                    <a:pt x="347539" y="519747"/>
                  </a:lnTo>
                  <a:lnTo>
                    <a:pt x="346140" y="517102"/>
                  </a:lnTo>
                  <a:lnTo>
                    <a:pt x="346294" y="514726"/>
                  </a:lnTo>
                  <a:lnTo>
                    <a:pt x="345012" y="514281"/>
                  </a:lnTo>
                  <a:lnTo>
                    <a:pt x="344927" y="513050"/>
                  </a:lnTo>
                  <a:lnTo>
                    <a:pt x="343856" y="510864"/>
                  </a:lnTo>
                  <a:lnTo>
                    <a:pt x="342320" y="510497"/>
                  </a:lnTo>
                  <a:lnTo>
                    <a:pt x="339586" y="507831"/>
                  </a:lnTo>
                  <a:lnTo>
                    <a:pt x="338202" y="508631"/>
                  </a:lnTo>
                  <a:lnTo>
                    <a:pt x="337155" y="509967"/>
                  </a:lnTo>
                  <a:lnTo>
                    <a:pt x="335694" y="511216"/>
                  </a:lnTo>
                  <a:lnTo>
                    <a:pt x="335363" y="512452"/>
                  </a:lnTo>
                  <a:lnTo>
                    <a:pt x="334794" y="513356"/>
                  </a:lnTo>
                  <a:lnTo>
                    <a:pt x="334913" y="514670"/>
                  </a:lnTo>
                  <a:lnTo>
                    <a:pt x="334272" y="517619"/>
                  </a:lnTo>
                  <a:lnTo>
                    <a:pt x="333080" y="520155"/>
                  </a:lnTo>
                  <a:lnTo>
                    <a:pt x="331918" y="522217"/>
                  </a:lnTo>
                  <a:lnTo>
                    <a:pt x="330886" y="523115"/>
                  </a:lnTo>
                  <a:lnTo>
                    <a:pt x="330221" y="524202"/>
                  </a:lnTo>
                  <a:lnTo>
                    <a:pt x="328631" y="525959"/>
                  </a:lnTo>
                  <a:lnTo>
                    <a:pt x="328200" y="527098"/>
                  </a:lnTo>
                  <a:lnTo>
                    <a:pt x="328506" y="527709"/>
                  </a:lnTo>
                  <a:lnTo>
                    <a:pt x="328202" y="528383"/>
                  </a:lnTo>
                  <a:lnTo>
                    <a:pt x="327430" y="529080"/>
                  </a:lnTo>
                  <a:lnTo>
                    <a:pt x="327051" y="529813"/>
                  </a:lnTo>
                  <a:lnTo>
                    <a:pt x="326468" y="530061"/>
                  </a:lnTo>
                  <a:lnTo>
                    <a:pt x="326094" y="530601"/>
                  </a:lnTo>
                  <a:lnTo>
                    <a:pt x="325899" y="531702"/>
                  </a:lnTo>
                  <a:lnTo>
                    <a:pt x="325311" y="530543"/>
                  </a:lnTo>
                  <a:lnTo>
                    <a:pt x="325533" y="528863"/>
                  </a:lnTo>
                  <a:lnTo>
                    <a:pt x="325064" y="527818"/>
                  </a:lnTo>
                  <a:lnTo>
                    <a:pt x="322695" y="526065"/>
                  </a:lnTo>
                  <a:lnTo>
                    <a:pt x="322005" y="525204"/>
                  </a:lnTo>
                  <a:lnTo>
                    <a:pt x="320103" y="521512"/>
                  </a:lnTo>
                  <a:lnTo>
                    <a:pt x="318487" y="519282"/>
                  </a:lnTo>
                  <a:lnTo>
                    <a:pt x="316906" y="519091"/>
                  </a:lnTo>
                  <a:lnTo>
                    <a:pt x="316132" y="518721"/>
                  </a:lnTo>
                  <a:lnTo>
                    <a:pt x="315942" y="518381"/>
                  </a:lnTo>
                  <a:lnTo>
                    <a:pt x="314663" y="518463"/>
                  </a:lnTo>
                  <a:lnTo>
                    <a:pt x="313921" y="517834"/>
                  </a:lnTo>
                  <a:lnTo>
                    <a:pt x="310658" y="516681"/>
                  </a:lnTo>
                  <a:lnTo>
                    <a:pt x="309169" y="524692"/>
                  </a:lnTo>
                  <a:lnTo>
                    <a:pt x="308558" y="525306"/>
                  </a:lnTo>
                  <a:lnTo>
                    <a:pt x="307227" y="527717"/>
                  </a:lnTo>
                  <a:lnTo>
                    <a:pt x="306285" y="528352"/>
                  </a:lnTo>
                  <a:lnTo>
                    <a:pt x="307042" y="529069"/>
                  </a:lnTo>
                  <a:lnTo>
                    <a:pt x="307514" y="529890"/>
                  </a:lnTo>
                  <a:lnTo>
                    <a:pt x="307615" y="533525"/>
                  </a:lnTo>
                  <a:lnTo>
                    <a:pt x="307205" y="536912"/>
                  </a:lnTo>
                  <a:lnTo>
                    <a:pt x="306514" y="539292"/>
                  </a:lnTo>
                  <a:lnTo>
                    <a:pt x="306519" y="539926"/>
                  </a:lnTo>
                  <a:lnTo>
                    <a:pt x="305663" y="542011"/>
                  </a:lnTo>
                  <a:lnTo>
                    <a:pt x="305121" y="547106"/>
                  </a:lnTo>
                  <a:lnTo>
                    <a:pt x="304708" y="547376"/>
                  </a:lnTo>
                  <a:lnTo>
                    <a:pt x="299939" y="548302"/>
                  </a:lnTo>
                  <a:lnTo>
                    <a:pt x="297338" y="547940"/>
                  </a:lnTo>
                  <a:lnTo>
                    <a:pt x="297184" y="549715"/>
                  </a:lnTo>
                  <a:lnTo>
                    <a:pt x="296590" y="551560"/>
                  </a:lnTo>
                  <a:lnTo>
                    <a:pt x="295389" y="553264"/>
                  </a:lnTo>
                  <a:lnTo>
                    <a:pt x="294799" y="554654"/>
                  </a:lnTo>
                  <a:lnTo>
                    <a:pt x="293987" y="555308"/>
                  </a:lnTo>
                  <a:lnTo>
                    <a:pt x="292511" y="557463"/>
                  </a:lnTo>
                  <a:lnTo>
                    <a:pt x="294793" y="561006"/>
                  </a:lnTo>
                  <a:lnTo>
                    <a:pt x="296121" y="561306"/>
                  </a:lnTo>
                  <a:lnTo>
                    <a:pt x="296516" y="561923"/>
                  </a:lnTo>
                  <a:lnTo>
                    <a:pt x="296953" y="563030"/>
                  </a:lnTo>
                  <a:lnTo>
                    <a:pt x="296382" y="564841"/>
                  </a:lnTo>
                  <a:lnTo>
                    <a:pt x="296510" y="565760"/>
                  </a:lnTo>
                  <a:lnTo>
                    <a:pt x="297111" y="567396"/>
                  </a:lnTo>
                  <a:lnTo>
                    <a:pt x="297984" y="568740"/>
                  </a:lnTo>
                  <a:lnTo>
                    <a:pt x="297840" y="569325"/>
                  </a:lnTo>
                  <a:lnTo>
                    <a:pt x="296446" y="570532"/>
                  </a:lnTo>
                  <a:lnTo>
                    <a:pt x="296566" y="571633"/>
                  </a:lnTo>
                  <a:lnTo>
                    <a:pt x="295291" y="573255"/>
                  </a:lnTo>
                  <a:lnTo>
                    <a:pt x="294810" y="574556"/>
                  </a:lnTo>
                  <a:lnTo>
                    <a:pt x="294367" y="574612"/>
                  </a:lnTo>
                  <a:lnTo>
                    <a:pt x="293421" y="573561"/>
                  </a:lnTo>
                  <a:lnTo>
                    <a:pt x="292803" y="573315"/>
                  </a:lnTo>
                  <a:lnTo>
                    <a:pt x="291155" y="573433"/>
                  </a:lnTo>
                  <a:lnTo>
                    <a:pt x="289130" y="574437"/>
                  </a:lnTo>
                  <a:lnTo>
                    <a:pt x="287435" y="574425"/>
                  </a:lnTo>
                  <a:lnTo>
                    <a:pt x="286314" y="574021"/>
                  </a:lnTo>
                  <a:lnTo>
                    <a:pt x="283768" y="573589"/>
                  </a:lnTo>
                  <a:lnTo>
                    <a:pt x="280692" y="572010"/>
                  </a:lnTo>
                  <a:lnTo>
                    <a:pt x="279640" y="571207"/>
                  </a:lnTo>
                  <a:lnTo>
                    <a:pt x="278066" y="569721"/>
                  </a:lnTo>
                  <a:lnTo>
                    <a:pt x="276935" y="568176"/>
                  </a:lnTo>
                  <a:lnTo>
                    <a:pt x="274203" y="571846"/>
                  </a:lnTo>
                  <a:lnTo>
                    <a:pt x="272060" y="576499"/>
                  </a:lnTo>
                  <a:lnTo>
                    <a:pt x="271684" y="576838"/>
                  </a:lnTo>
                  <a:lnTo>
                    <a:pt x="270143" y="577145"/>
                  </a:lnTo>
                  <a:lnTo>
                    <a:pt x="268853" y="577928"/>
                  </a:lnTo>
                  <a:lnTo>
                    <a:pt x="269571" y="580107"/>
                  </a:lnTo>
                  <a:lnTo>
                    <a:pt x="272930" y="584254"/>
                  </a:lnTo>
                  <a:lnTo>
                    <a:pt x="271607" y="585718"/>
                  </a:lnTo>
                  <a:lnTo>
                    <a:pt x="271223" y="586563"/>
                  </a:lnTo>
                  <a:lnTo>
                    <a:pt x="271391" y="587173"/>
                  </a:lnTo>
                  <a:lnTo>
                    <a:pt x="271215" y="587621"/>
                  </a:lnTo>
                  <a:lnTo>
                    <a:pt x="270116" y="588784"/>
                  </a:lnTo>
                  <a:lnTo>
                    <a:pt x="269568" y="589998"/>
                  </a:lnTo>
                  <a:lnTo>
                    <a:pt x="269748" y="590893"/>
                  </a:lnTo>
                  <a:lnTo>
                    <a:pt x="268449" y="593833"/>
                  </a:lnTo>
                  <a:lnTo>
                    <a:pt x="268177" y="595678"/>
                  </a:lnTo>
                  <a:lnTo>
                    <a:pt x="265073" y="595530"/>
                  </a:lnTo>
                  <a:lnTo>
                    <a:pt x="264024" y="595134"/>
                  </a:lnTo>
                  <a:lnTo>
                    <a:pt x="263632" y="595823"/>
                  </a:lnTo>
                  <a:lnTo>
                    <a:pt x="262870" y="595824"/>
                  </a:lnTo>
                  <a:lnTo>
                    <a:pt x="261288" y="596814"/>
                  </a:lnTo>
                  <a:lnTo>
                    <a:pt x="260005" y="597106"/>
                  </a:lnTo>
                  <a:lnTo>
                    <a:pt x="259702" y="596898"/>
                  </a:lnTo>
                  <a:lnTo>
                    <a:pt x="259222" y="596978"/>
                  </a:lnTo>
                  <a:lnTo>
                    <a:pt x="257133" y="599046"/>
                  </a:lnTo>
                  <a:lnTo>
                    <a:pt x="255546" y="603016"/>
                  </a:lnTo>
                  <a:lnTo>
                    <a:pt x="254326" y="603682"/>
                  </a:lnTo>
                  <a:lnTo>
                    <a:pt x="252725" y="605286"/>
                  </a:lnTo>
                  <a:lnTo>
                    <a:pt x="251731" y="605778"/>
                  </a:lnTo>
                  <a:lnTo>
                    <a:pt x="250750" y="605932"/>
                  </a:lnTo>
                  <a:lnTo>
                    <a:pt x="250508" y="605607"/>
                  </a:lnTo>
                  <a:lnTo>
                    <a:pt x="248514" y="605849"/>
                  </a:lnTo>
                  <a:lnTo>
                    <a:pt x="246976" y="606308"/>
                  </a:lnTo>
                  <a:lnTo>
                    <a:pt x="244943" y="605338"/>
                  </a:lnTo>
                  <a:lnTo>
                    <a:pt x="243732" y="605132"/>
                  </a:lnTo>
                  <a:lnTo>
                    <a:pt x="240156" y="606258"/>
                  </a:lnTo>
                  <a:lnTo>
                    <a:pt x="238642" y="606499"/>
                  </a:lnTo>
                  <a:lnTo>
                    <a:pt x="237361" y="607331"/>
                  </a:lnTo>
                  <a:lnTo>
                    <a:pt x="234959" y="607859"/>
                  </a:lnTo>
                  <a:lnTo>
                    <a:pt x="234505" y="608479"/>
                  </a:lnTo>
                  <a:lnTo>
                    <a:pt x="234550" y="608720"/>
                  </a:lnTo>
                  <a:lnTo>
                    <a:pt x="231135" y="608488"/>
                  </a:lnTo>
                  <a:lnTo>
                    <a:pt x="227584" y="610779"/>
                  </a:lnTo>
                  <a:lnTo>
                    <a:pt x="227048" y="611531"/>
                  </a:lnTo>
                  <a:lnTo>
                    <a:pt x="220916" y="614265"/>
                  </a:lnTo>
                  <a:lnTo>
                    <a:pt x="219148" y="614256"/>
                  </a:lnTo>
                  <a:lnTo>
                    <a:pt x="216837" y="614700"/>
                  </a:lnTo>
                  <a:lnTo>
                    <a:pt x="215801" y="614409"/>
                  </a:lnTo>
                  <a:lnTo>
                    <a:pt x="213468" y="614708"/>
                  </a:lnTo>
                  <a:lnTo>
                    <a:pt x="210754" y="615685"/>
                  </a:lnTo>
                  <a:lnTo>
                    <a:pt x="207231" y="615307"/>
                  </a:lnTo>
                  <a:lnTo>
                    <a:pt x="205962" y="615372"/>
                  </a:lnTo>
                  <a:lnTo>
                    <a:pt x="205950" y="615030"/>
                  </a:lnTo>
                  <a:lnTo>
                    <a:pt x="205230" y="614812"/>
                  </a:lnTo>
                  <a:lnTo>
                    <a:pt x="204570" y="614896"/>
                  </a:lnTo>
                  <a:lnTo>
                    <a:pt x="204261" y="614383"/>
                  </a:lnTo>
                  <a:lnTo>
                    <a:pt x="203275" y="613835"/>
                  </a:lnTo>
                  <a:lnTo>
                    <a:pt x="199408" y="61431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pg34">
              <a:extLst>
                <a:ext uri="{FF2B5EF4-FFF2-40B4-BE49-F238E27FC236}">
                  <a16:creationId xmlns:a16="http://schemas.microsoft.com/office/drawing/2014/main" id="{D225748F-2A88-8FE8-3F4B-43EFF38F6DDD}"/>
                </a:ext>
              </a:extLst>
            </p:cNvPr>
            <p:cNvSpPr/>
            <p:nvPr/>
          </p:nvSpPr>
          <p:spPr>
            <a:xfrm>
              <a:off x="5926023" y="3325084"/>
              <a:ext cx="500856" cy="708325"/>
            </a:xfrm>
            <a:custGeom>
              <a:avLst/>
              <a:gdLst/>
              <a:ahLst/>
              <a:cxnLst/>
              <a:rect l="0" t="0" r="0" b="0"/>
              <a:pathLst>
                <a:path w="500856" h="708325">
                  <a:moveTo>
                    <a:pt x="172840" y="534075"/>
                  </a:moveTo>
                  <a:lnTo>
                    <a:pt x="172229" y="533905"/>
                  </a:lnTo>
                  <a:lnTo>
                    <a:pt x="171853" y="533452"/>
                  </a:lnTo>
                  <a:lnTo>
                    <a:pt x="171687" y="532560"/>
                  </a:lnTo>
                  <a:lnTo>
                    <a:pt x="169365" y="530159"/>
                  </a:lnTo>
                  <a:lnTo>
                    <a:pt x="168912" y="529875"/>
                  </a:lnTo>
                  <a:lnTo>
                    <a:pt x="166083" y="529402"/>
                  </a:lnTo>
                  <a:lnTo>
                    <a:pt x="165736" y="525679"/>
                  </a:lnTo>
                  <a:lnTo>
                    <a:pt x="166097" y="525104"/>
                  </a:lnTo>
                  <a:lnTo>
                    <a:pt x="166969" y="524598"/>
                  </a:lnTo>
                  <a:lnTo>
                    <a:pt x="166305" y="523829"/>
                  </a:lnTo>
                  <a:lnTo>
                    <a:pt x="166283" y="522879"/>
                  </a:lnTo>
                  <a:lnTo>
                    <a:pt x="165188" y="520940"/>
                  </a:lnTo>
                  <a:lnTo>
                    <a:pt x="163820" y="520237"/>
                  </a:lnTo>
                  <a:lnTo>
                    <a:pt x="162869" y="519206"/>
                  </a:lnTo>
                  <a:lnTo>
                    <a:pt x="163043" y="518302"/>
                  </a:lnTo>
                  <a:lnTo>
                    <a:pt x="162772" y="517592"/>
                  </a:lnTo>
                  <a:lnTo>
                    <a:pt x="163355" y="516717"/>
                  </a:lnTo>
                  <a:lnTo>
                    <a:pt x="162775" y="515449"/>
                  </a:lnTo>
                  <a:lnTo>
                    <a:pt x="160206" y="513311"/>
                  </a:lnTo>
                  <a:lnTo>
                    <a:pt x="159232" y="512902"/>
                  </a:lnTo>
                  <a:lnTo>
                    <a:pt x="159526" y="511954"/>
                  </a:lnTo>
                  <a:lnTo>
                    <a:pt x="159277" y="507978"/>
                  </a:lnTo>
                  <a:lnTo>
                    <a:pt x="158880" y="507120"/>
                  </a:lnTo>
                  <a:lnTo>
                    <a:pt x="158617" y="507386"/>
                  </a:lnTo>
                  <a:lnTo>
                    <a:pt x="158284" y="506703"/>
                  </a:lnTo>
                  <a:lnTo>
                    <a:pt x="158610" y="505738"/>
                  </a:lnTo>
                  <a:lnTo>
                    <a:pt x="159921" y="504153"/>
                  </a:lnTo>
                  <a:lnTo>
                    <a:pt x="160695" y="502345"/>
                  </a:lnTo>
                  <a:lnTo>
                    <a:pt x="160802" y="501900"/>
                  </a:lnTo>
                  <a:lnTo>
                    <a:pt x="160348" y="501713"/>
                  </a:lnTo>
                  <a:lnTo>
                    <a:pt x="161498" y="501379"/>
                  </a:lnTo>
                  <a:lnTo>
                    <a:pt x="162328" y="500334"/>
                  </a:lnTo>
                  <a:lnTo>
                    <a:pt x="163285" y="500333"/>
                  </a:lnTo>
                  <a:lnTo>
                    <a:pt x="164383" y="499352"/>
                  </a:lnTo>
                  <a:lnTo>
                    <a:pt x="164453" y="497958"/>
                  </a:lnTo>
                  <a:lnTo>
                    <a:pt x="165422" y="497162"/>
                  </a:lnTo>
                  <a:lnTo>
                    <a:pt x="165276" y="496665"/>
                  </a:lnTo>
                  <a:lnTo>
                    <a:pt x="164816" y="496439"/>
                  </a:lnTo>
                  <a:lnTo>
                    <a:pt x="165415" y="492227"/>
                  </a:lnTo>
                  <a:lnTo>
                    <a:pt x="164187" y="491590"/>
                  </a:lnTo>
                  <a:lnTo>
                    <a:pt x="163660" y="490525"/>
                  </a:lnTo>
                  <a:lnTo>
                    <a:pt x="162058" y="488837"/>
                  </a:lnTo>
                  <a:lnTo>
                    <a:pt x="161490" y="488561"/>
                  </a:lnTo>
                  <a:lnTo>
                    <a:pt x="160117" y="486872"/>
                  </a:lnTo>
                  <a:lnTo>
                    <a:pt x="161425" y="482037"/>
                  </a:lnTo>
                  <a:lnTo>
                    <a:pt x="162748" y="482094"/>
                  </a:lnTo>
                  <a:lnTo>
                    <a:pt x="163766" y="481855"/>
                  </a:lnTo>
                  <a:lnTo>
                    <a:pt x="164321" y="480902"/>
                  </a:lnTo>
                  <a:lnTo>
                    <a:pt x="164215" y="480496"/>
                  </a:lnTo>
                  <a:lnTo>
                    <a:pt x="163168" y="479447"/>
                  </a:lnTo>
                  <a:lnTo>
                    <a:pt x="162161" y="478880"/>
                  </a:lnTo>
                  <a:lnTo>
                    <a:pt x="161294" y="478054"/>
                  </a:lnTo>
                  <a:lnTo>
                    <a:pt x="161131" y="476464"/>
                  </a:lnTo>
                  <a:lnTo>
                    <a:pt x="162043" y="475740"/>
                  </a:lnTo>
                  <a:lnTo>
                    <a:pt x="162043" y="474073"/>
                  </a:lnTo>
                  <a:lnTo>
                    <a:pt x="160648" y="472341"/>
                  </a:lnTo>
                  <a:lnTo>
                    <a:pt x="159833" y="472154"/>
                  </a:lnTo>
                  <a:lnTo>
                    <a:pt x="160095" y="471667"/>
                  </a:lnTo>
                  <a:lnTo>
                    <a:pt x="161558" y="471322"/>
                  </a:lnTo>
                  <a:lnTo>
                    <a:pt x="162053" y="468534"/>
                  </a:lnTo>
                  <a:lnTo>
                    <a:pt x="161971" y="467805"/>
                  </a:lnTo>
                  <a:lnTo>
                    <a:pt x="161569" y="467083"/>
                  </a:lnTo>
                  <a:lnTo>
                    <a:pt x="161763" y="466743"/>
                  </a:lnTo>
                  <a:lnTo>
                    <a:pt x="160854" y="465913"/>
                  </a:lnTo>
                  <a:lnTo>
                    <a:pt x="160348" y="466521"/>
                  </a:lnTo>
                  <a:lnTo>
                    <a:pt x="159608" y="465680"/>
                  </a:lnTo>
                  <a:lnTo>
                    <a:pt x="158087" y="462677"/>
                  </a:lnTo>
                  <a:lnTo>
                    <a:pt x="157548" y="461999"/>
                  </a:lnTo>
                  <a:lnTo>
                    <a:pt x="156388" y="461335"/>
                  </a:lnTo>
                  <a:lnTo>
                    <a:pt x="156306" y="460333"/>
                  </a:lnTo>
                  <a:lnTo>
                    <a:pt x="155511" y="459912"/>
                  </a:lnTo>
                  <a:lnTo>
                    <a:pt x="155790" y="458663"/>
                  </a:lnTo>
                  <a:lnTo>
                    <a:pt x="153715" y="458808"/>
                  </a:lnTo>
                  <a:lnTo>
                    <a:pt x="153063" y="459385"/>
                  </a:lnTo>
                  <a:lnTo>
                    <a:pt x="151300" y="460059"/>
                  </a:lnTo>
                  <a:lnTo>
                    <a:pt x="149801" y="460260"/>
                  </a:lnTo>
                  <a:lnTo>
                    <a:pt x="149443" y="459580"/>
                  </a:lnTo>
                  <a:lnTo>
                    <a:pt x="149027" y="459495"/>
                  </a:lnTo>
                  <a:lnTo>
                    <a:pt x="149072" y="459172"/>
                  </a:lnTo>
                  <a:lnTo>
                    <a:pt x="147424" y="459842"/>
                  </a:lnTo>
                  <a:lnTo>
                    <a:pt x="146934" y="458589"/>
                  </a:lnTo>
                  <a:lnTo>
                    <a:pt x="144962" y="459147"/>
                  </a:lnTo>
                  <a:lnTo>
                    <a:pt x="143215" y="458300"/>
                  </a:lnTo>
                  <a:lnTo>
                    <a:pt x="142664" y="458351"/>
                  </a:lnTo>
                  <a:lnTo>
                    <a:pt x="141347" y="455791"/>
                  </a:lnTo>
                  <a:lnTo>
                    <a:pt x="139927" y="453893"/>
                  </a:lnTo>
                  <a:lnTo>
                    <a:pt x="139041" y="453733"/>
                  </a:lnTo>
                  <a:lnTo>
                    <a:pt x="138852" y="452971"/>
                  </a:lnTo>
                  <a:lnTo>
                    <a:pt x="137270" y="452589"/>
                  </a:lnTo>
                  <a:lnTo>
                    <a:pt x="136899" y="451976"/>
                  </a:lnTo>
                  <a:lnTo>
                    <a:pt x="135493" y="451077"/>
                  </a:lnTo>
                  <a:lnTo>
                    <a:pt x="133780" y="450648"/>
                  </a:lnTo>
                  <a:lnTo>
                    <a:pt x="133177" y="450013"/>
                  </a:lnTo>
                  <a:lnTo>
                    <a:pt x="133047" y="449734"/>
                  </a:lnTo>
                  <a:lnTo>
                    <a:pt x="133289" y="449416"/>
                  </a:lnTo>
                  <a:lnTo>
                    <a:pt x="133056" y="449104"/>
                  </a:lnTo>
                  <a:lnTo>
                    <a:pt x="133187" y="448462"/>
                  </a:lnTo>
                  <a:lnTo>
                    <a:pt x="132877" y="446353"/>
                  </a:lnTo>
                  <a:lnTo>
                    <a:pt x="133155" y="446056"/>
                  </a:lnTo>
                  <a:lnTo>
                    <a:pt x="133071" y="445673"/>
                  </a:lnTo>
                  <a:lnTo>
                    <a:pt x="133684" y="444971"/>
                  </a:lnTo>
                  <a:lnTo>
                    <a:pt x="132958" y="442860"/>
                  </a:lnTo>
                  <a:lnTo>
                    <a:pt x="132867" y="441759"/>
                  </a:lnTo>
                  <a:lnTo>
                    <a:pt x="132482" y="441558"/>
                  </a:lnTo>
                  <a:lnTo>
                    <a:pt x="132201" y="440939"/>
                  </a:lnTo>
                  <a:lnTo>
                    <a:pt x="132491" y="440200"/>
                  </a:lnTo>
                  <a:lnTo>
                    <a:pt x="131659" y="439287"/>
                  </a:lnTo>
                  <a:lnTo>
                    <a:pt x="131378" y="437743"/>
                  </a:lnTo>
                  <a:lnTo>
                    <a:pt x="130768" y="436793"/>
                  </a:lnTo>
                  <a:lnTo>
                    <a:pt x="130634" y="434865"/>
                  </a:lnTo>
                  <a:lnTo>
                    <a:pt x="130253" y="433693"/>
                  </a:lnTo>
                  <a:lnTo>
                    <a:pt x="129256" y="432884"/>
                  </a:lnTo>
                  <a:lnTo>
                    <a:pt x="127105" y="430060"/>
                  </a:lnTo>
                  <a:lnTo>
                    <a:pt x="125351" y="429396"/>
                  </a:lnTo>
                  <a:lnTo>
                    <a:pt x="124328" y="429273"/>
                  </a:lnTo>
                  <a:lnTo>
                    <a:pt x="123340" y="428885"/>
                  </a:lnTo>
                  <a:lnTo>
                    <a:pt x="123025" y="428543"/>
                  </a:lnTo>
                  <a:lnTo>
                    <a:pt x="121783" y="428180"/>
                  </a:lnTo>
                  <a:lnTo>
                    <a:pt x="121015" y="426753"/>
                  </a:lnTo>
                  <a:lnTo>
                    <a:pt x="118617" y="425751"/>
                  </a:lnTo>
                  <a:lnTo>
                    <a:pt x="116112" y="423411"/>
                  </a:lnTo>
                  <a:lnTo>
                    <a:pt x="115701" y="422742"/>
                  </a:lnTo>
                  <a:lnTo>
                    <a:pt x="117351" y="421951"/>
                  </a:lnTo>
                  <a:lnTo>
                    <a:pt x="118219" y="421208"/>
                  </a:lnTo>
                  <a:lnTo>
                    <a:pt x="118371" y="420568"/>
                  </a:lnTo>
                  <a:lnTo>
                    <a:pt x="118174" y="420022"/>
                  </a:lnTo>
                  <a:lnTo>
                    <a:pt x="116152" y="419612"/>
                  </a:lnTo>
                  <a:lnTo>
                    <a:pt x="115528" y="418922"/>
                  </a:lnTo>
                  <a:lnTo>
                    <a:pt x="115289" y="417990"/>
                  </a:lnTo>
                  <a:lnTo>
                    <a:pt x="114215" y="417045"/>
                  </a:lnTo>
                  <a:lnTo>
                    <a:pt x="113308" y="414995"/>
                  </a:lnTo>
                  <a:lnTo>
                    <a:pt x="113223" y="413937"/>
                  </a:lnTo>
                  <a:lnTo>
                    <a:pt x="113459" y="413258"/>
                  </a:lnTo>
                  <a:lnTo>
                    <a:pt x="110395" y="411254"/>
                  </a:lnTo>
                  <a:lnTo>
                    <a:pt x="109262" y="411065"/>
                  </a:lnTo>
                  <a:lnTo>
                    <a:pt x="107832" y="409757"/>
                  </a:lnTo>
                  <a:lnTo>
                    <a:pt x="105597" y="405874"/>
                  </a:lnTo>
                  <a:lnTo>
                    <a:pt x="103898" y="405109"/>
                  </a:lnTo>
                  <a:lnTo>
                    <a:pt x="102475" y="405237"/>
                  </a:lnTo>
                  <a:lnTo>
                    <a:pt x="100943" y="404788"/>
                  </a:lnTo>
                  <a:lnTo>
                    <a:pt x="99480" y="403724"/>
                  </a:lnTo>
                  <a:lnTo>
                    <a:pt x="98395" y="403239"/>
                  </a:lnTo>
                  <a:lnTo>
                    <a:pt x="96297" y="403060"/>
                  </a:lnTo>
                  <a:lnTo>
                    <a:pt x="94866" y="402594"/>
                  </a:lnTo>
                  <a:lnTo>
                    <a:pt x="93839" y="401782"/>
                  </a:lnTo>
                  <a:lnTo>
                    <a:pt x="92872" y="400441"/>
                  </a:lnTo>
                  <a:lnTo>
                    <a:pt x="92475" y="399767"/>
                  </a:lnTo>
                  <a:lnTo>
                    <a:pt x="91953" y="397127"/>
                  </a:lnTo>
                  <a:lnTo>
                    <a:pt x="90848" y="395346"/>
                  </a:lnTo>
                  <a:lnTo>
                    <a:pt x="89217" y="393678"/>
                  </a:lnTo>
                  <a:lnTo>
                    <a:pt x="88580" y="389991"/>
                  </a:lnTo>
                  <a:lnTo>
                    <a:pt x="87845" y="388880"/>
                  </a:lnTo>
                  <a:lnTo>
                    <a:pt x="87637" y="387795"/>
                  </a:lnTo>
                  <a:lnTo>
                    <a:pt x="86942" y="386749"/>
                  </a:lnTo>
                  <a:lnTo>
                    <a:pt x="82543" y="383147"/>
                  </a:lnTo>
                  <a:lnTo>
                    <a:pt x="81643" y="382164"/>
                  </a:lnTo>
                  <a:lnTo>
                    <a:pt x="81221" y="381235"/>
                  </a:lnTo>
                  <a:lnTo>
                    <a:pt x="79404" y="379549"/>
                  </a:lnTo>
                  <a:lnTo>
                    <a:pt x="76083" y="377774"/>
                  </a:lnTo>
                  <a:lnTo>
                    <a:pt x="74652" y="376560"/>
                  </a:lnTo>
                  <a:lnTo>
                    <a:pt x="73879" y="376615"/>
                  </a:lnTo>
                  <a:lnTo>
                    <a:pt x="72410" y="376103"/>
                  </a:lnTo>
                  <a:lnTo>
                    <a:pt x="68190" y="373909"/>
                  </a:lnTo>
                  <a:lnTo>
                    <a:pt x="66950" y="373833"/>
                  </a:lnTo>
                  <a:lnTo>
                    <a:pt x="65450" y="372984"/>
                  </a:lnTo>
                  <a:lnTo>
                    <a:pt x="63657" y="372658"/>
                  </a:lnTo>
                  <a:lnTo>
                    <a:pt x="62846" y="372132"/>
                  </a:lnTo>
                  <a:lnTo>
                    <a:pt x="59607" y="370820"/>
                  </a:lnTo>
                  <a:lnTo>
                    <a:pt x="54775" y="366976"/>
                  </a:lnTo>
                  <a:lnTo>
                    <a:pt x="53482" y="366284"/>
                  </a:lnTo>
                  <a:lnTo>
                    <a:pt x="49097" y="365698"/>
                  </a:lnTo>
                  <a:lnTo>
                    <a:pt x="47091" y="364060"/>
                  </a:lnTo>
                  <a:lnTo>
                    <a:pt x="45934" y="361167"/>
                  </a:lnTo>
                  <a:lnTo>
                    <a:pt x="45760" y="359570"/>
                  </a:lnTo>
                  <a:lnTo>
                    <a:pt x="45368" y="358350"/>
                  </a:lnTo>
                  <a:lnTo>
                    <a:pt x="44768" y="358959"/>
                  </a:lnTo>
                  <a:lnTo>
                    <a:pt x="42309" y="352331"/>
                  </a:lnTo>
                  <a:lnTo>
                    <a:pt x="41817" y="349514"/>
                  </a:lnTo>
                  <a:lnTo>
                    <a:pt x="41811" y="348365"/>
                  </a:lnTo>
                  <a:lnTo>
                    <a:pt x="42687" y="343931"/>
                  </a:lnTo>
                  <a:lnTo>
                    <a:pt x="42405" y="342385"/>
                  </a:lnTo>
                  <a:lnTo>
                    <a:pt x="43108" y="337090"/>
                  </a:lnTo>
                  <a:lnTo>
                    <a:pt x="42403" y="332447"/>
                  </a:lnTo>
                  <a:lnTo>
                    <a:pt x="43266" y="328947"/>
                  </a:lnTo>
                  <a:lnTo>
                    <a:pt x="43239" y="325243"/>
                  </a:lnTo>
                  <a:lnTo>
                    <a:pt x="42361" y="322771"/>
                  </a:lnTo>
                  <a:lnTo>
                    <a:pt x="41964" y="319559"/>
                  </a:lnTo>
                  <a:lnTo>
                    <a:pt x="42988" y="314625"/>
                  </a:lnTo>
                  <a:lnTo>
                    <a:pt x="40338" y="312677"/>
                  </a:lnTo>
                  <a:lnTo>
                    <a:pt x="37902" y="309304"/>
                  </a:lnTo>
                  <a:lnTo>
                    <a:pt x="36097" y="305664"/>
                  </a:lnTo>
                  <a:lnTo>
                    <a:pt x="33906" y="303591"/>
                  </a:lnTo>
                  <a:lnTo>
                    <a:pt x="33082" y="302179"/>
                  </a:lnTo>
                  <a:lnTo>
                    <a:pt x="32830" y="299269"/>
                  </a:lnTo>
                  <a:lnTo>
                    <a:pt x="33201" y="298590"/>
                  </a:lnTo>
                  <a:lnTo>
                    <a:pt x="32924" y="295652"/>
                  </a:lnTo>
                  <a:lnTo>
                    <a:pt x="33130" y="293291"/>
                  </a:lnTo>
                  <a:lnTo>
                    <a:pt x="31901" y="290056"/>
                  </a:lnTo>
                  <a:lnTo>
                    <a:pt x="31036" y="285696"/>
                  </a:lnTo>
                  <a:lnTo>
                    <a:pt x="31270" y="280648"/>
                  </a:lnTo>
                  <a:lnTo>
                    <a:pt x="32830" y="271360"/>
                  </a:lnTo>
                  <a:lnTo>
                    <a:pt x="33637" y="269764"/>
                  </a:lnTo>
                  <a:lnTo>
                    <a:pt x="34283" y="267769"/>
                  </a:lnTo>
                  <a:lnTo>
                    <a:pt x="36858" y="265236"/>
                  </a:lnTo>
                  <a:lnTo>
                    <a:pt x="37087" y="262791"/>
                  </a:lnTo>
                  <a:lnTo>
                    <a:pt x="36320" y="261611"/>
                  </a:lnTo>
                  <a:lnTo>
                    <a:pt x="36819" y="260828"/>
                  </a:lnTo>
                  <a:lnTo>
                    <a:pt x="36786" y="259762"/>
                  </a:lnTo>
                  <a:lnTo>
                    <a:pt x="37398" y="258071"/>
                  </a:lnTo>
                  <a:lnTo>
                    <a:pt x="38759" y="255732"/>
                  </a:lnTo>
                  <a:lnTo>
                    <a:pt x="40508" y="253872"/>
                  </a:lnTo>
                  <a:lnTo>
                    <a:pt x="42698" y="250901"/>
                  </a:lnTo>
                  <a:lnTo>
                    <a:pt x="44752" y="250408"/>
                  </a:lnTo>
                  <a:lnTo>
                    <a:pt x="48459" y="248571"/>
                  </a:lnTo>
                  <a:lnTo>
                    <a:pt x="50166" y="248095"/>
                  </a:lnTo>
                  <a:lnTo>
                    <a:pt x="51582" y="248425"/>
                  </a:lnTo>
                  <a:lnTo>
                    <a:pt x="54404" y="244614"/>
                  </a:lnTo>
                  <a:lnTo>
                    <a:pt x="55295" y="241287"/>
                  </a:lnTo>
                  <a:lnTo>
                    <a:pt x="55754" y="237624"/>
                  </a:lnTo>
                  <a:lnTo>
                    <a:pt x="56853" y="236347"/>
                  </a:lnTo>
                  <a:lnTo>
                    <a:pt x="56911" y="235002"/>
                  </a:lnTo>
                  <a:lnTo>
                    <a:pt x="57845" y="233229"/>
                  </a:lnTo>
                  <a:lnTo>
                    <a:pt x="59539" y="231392"/>
                  </a:lnTo>
                  <a:lnTo>
                    <a:pt x="60008" y="228920"/>
                  </a:lnTo>
                  <a:lnTo>
                    <a:pt x="61201" y="225929"/>
                  </a:lnTo>
                  <a:lnTo>
                    <a:pt x="63232" y="222953"/>
                  </a:lnTo>
                  <a:lnTo>
                    <a:pt x="63426" y="221559"/>
                  </a:lnTo>
                  <a:lnTo>
                    <a:pt x="64524" y="218396"/>
                  </a:lnTo>
                  <a:lnTo>
                    <a:pt x="64924" y="218158"/>
                  </a:lnTo>
                  <a:lnTo>
                    <a:pt x="65856" y="216671"/>
                  </a:lnTo>
                  <a:lnTo>
                    <a:pt x="65740" y="214127"/>
                  </a:lnTo>
                  <a:lnTo>
                    <a:pt x="66688" y="209974"/>
                  </a:lnTo>
                  <a:lnTo>
                    <a:pt x="68297" y="207879"/>
                  </a:lnTo>
                  <a:lnTo>
                    <a:pt x="70314" y="203121"/>
                  </a:lnTo>
                  <a:lnTo>
                    <a:pt x="70271" y="198357"/>
                  </a:lnTo>
                  <a:lnTo>
                    <a:pt x="69965" y="197426"/>
                  </a:lnTo>
                  <a:lnTo>
                    <a:pt x="68282" y="194337"/>
                  </a:lnTo>
                  <a:lnTo>
                    <a:pt x="66395" y="192116"/>
                  </a:lnTo>
                  <a:lnTo>
                    <a:pt x="66265" y="191477"/>
                  </a:lnTo>
                  <a:lnTo>
                    <a:pt x="66641" y="189648"/>
                  </a:lnTo>
                  <a:lnTo>
                    <a:pt x="66722" y="186842"/>
                  </a:lnTo>
                  <a:lnTo>
                    <a:pt x="66443" y="186312"/>
                  </a:lnTo>
                  <a:lnTo>
                    <a:pt x="65909" y="185992"/>
                  </a:lnTo>
                  <a:lnTo>
                    <a:pt x="65874" y="182385"/>
                  </a:lnTo>
                  <a:lnTo>
                    <a:pt x="65586" y="181767"/>
                  </a:lnTo>
                  <a:lnTo>
                    <a:pt x="65649" y="180956"/>
                  </a:lnTo>
                  <a:lnTo>
                    <a:pt x="65372" y="180224"/>
                  </a:lnTo>
                  <a:lnTo>
                    <a:pt x="64631" y="179525"/>
                  </a:lnTo>
                  <a:lnTo>
                    <a:pt x="64051" y="178018"/>
                  </a:lnTo>
                  <a:lnTo>
                    <a:pt x="63985" y="176913"/>
                  </a:lnTo>
                  <a:lnTo>
                    <a:pt x="64333" y="176497"/>
                  </a:lnTo>
                  <a:lnTo>
                    <a:pt x="64479" y="175616"/>
                  </a:lnTo>
                  <a:lnTo>
                    <a:pt x="63984" y="174321"/>
                  </a:lnTo>
                  <a:lnTo>
                    <a:pt x="64212" y="171829"/>
                  </a:lnTo>
                  <a:lnTo>
                    <a:pt x="64554" y="171335"/>
                  </a:lnTo>
                  <a:lnTo>
                    <a:pt x="64691" y="170195"/>
                  </a:lnTo>
                  <a:lnTo>
                    <a:pt x="65949" y="168826"/>
                  </a:lnTo>
                  <a:lnTo>
                    <a:pt x="66397" y="167253"/>
                  </a:lnTo>
                  <a:lnTo>
                    <a:pt x="67181" y="166473"/>
                  </a:lnTo>
                  <a:lnTo>
                    <a:pt x="67784" y="166403"/>
                  </a:lnTo>
                  <a:lnTo>
                    <a:pt x="68964" y="165554"/>
                  </a:lnTo>
                  <a:lnTo>
                    <a:pt x="69322" y="165101"/>
                  </a:lnTo>
                  <a:lnTo>
                    <a:pt x="69047" y="164379"/>
                  </a:lnTo>
                  <a:lnTo>
                    <a:pt x="69774" y="163703"/>
                  </a:lnTo>
                  <a:lnTo>
                    <a:pt x="70200" y="162578"/>
                  </a:lnTo>
                  <a:lnTo>
                    <a:pt x="72361" y="160957"/>
                  </a:lnTo>
                  <a:lnTo>
                    <a:pt x="74777" y="160274"/>
                  </a:lnTo>
                  <a:lnTo>
                    <a:pt x="76320" y="158604"/>
                  </a:lnTo>
                  <a:lnTo>
                    <a:pt x="77475" y="154578"/>
                  </a:lnTo>
                  <a:lnTo>
                    <a:pt x="77336" y="153777"/>
                  </a:lnTo>
                  <a:lnTo>
                    <a:pt x="76789" y="152789"/>
                  </a:lnTo>
                  <a:lnTo>
                    <a:pt x="76007" y="152427"/>
                  </a:lnTo>
                  <a:lnTo>
                    <a:pt x="75025" y="150865"/>
                  </a:lnTo>
                  <a:lnTo>
                    <a:pt x="73711" y="149569"/>
                  </a:lnTo>
                  <a:lnTo>
                    <a:pt x="71991" y="146693"/>
                  </a:lnTo>
                  <a:lnTo>
                    <a:pt x="70924" y="145595"/>
                  </a:lnTo>
                  <a:lnTo>
                    <a:pt x="70916" y="145207"/>
                  </a:lnTo>
                  <a:lnTo>
                    <a:pt x="70179" y="145098"/>
                  </a:lnTo>
                  <a:lnTo>
                    <a:pt x="69994" y="144408"/>
                  </a:lnTo>
                  <a:lnTo>
                    <a:pt x="69572" y="143894"/>
                  </a:lnTo>
                  <a:lnTo>
                    <a:pt x="67197" y="141784"/>
                  </a:lnTo>
                  <a:lnTo>
                    <a:pt x="64865" y="140366"/>
                  </a:lnTo>
                  <a:lnTo>
                    <a:pt x="63466" y="138916"/>
                  </a:lnTo>
                  <a:lnTo>
                    <a:pt x="62072" y="138346"/>
                  </a:lnTo>
                  <a:lnTo>
                    <a:pt x="60814" y="137070"/>
                  </a:lnTo>
                  <a:lnTo>
                    <a:pt x="60218" y="137340"/>
                  </a:lnTo>
                  <a:lnTo>
                    <a:pt x="57821" y="136176"/>
                  </a:lnTo>
                  <a:lnTo>
                    <a:pt x="55528" y="134043"/>
                  </a:lnTo>
                  <a:lnTo>
                    <a:pt x="51642" y="132941"/>
                  </a:lnTo>
                  <a:lnTo>
                    <a:pt x="49506" y="133172"/>
                  </a:lnTo>
                  <a:lnTo>
                    <a:pt x="48736" y="132724"/>
                  </a:lnTo>
                  <a:lnTo>
                    <a:pt x="47935" y="132683"/>
                  </a:lnTo>
                  <a:lnTo>
                    <a:pt x="46912" y="132221"/>
                  </a:lnTo>
                  <a:lnTo>
                    <a:pt x="46285" y="131656"/>
                  </a:lnTo>
                  <a:lnTo>
                    <a:pt x="45197" y="131511"/>
                  </a:lnTo>
                  <a:lnTo>
                    <a:pt x="44143" y="130793"/>
                  </a:lnTo>
                  <a:lnTo>
                    <a:pt x="43534" y="130884"/>
                  </a:lnTo>
                  <a:lnTo>
                    <a:pt x="41823" y="130279"/>
                  </a:lnTo>
                  <a:lnTo>
                    <a:pt x="40254" y="130068"/>
                  </a:lnTo>
                  <a:lnTo>
                    <a:pt x="35586" y="128176"/>
                  </a:lnTo>
                  <a:lnTo>
                    <a:pt x="33783" y="127200"/>
                  </a:lnTo>
                  <a:lnTo>
                    <a:pt x="33295" y="126228"/>
                  </a:lnTo>
                  <a:lnTo>
                    <a:pt x="31651" y="124664"/>
                  </a:lnTo>
                  <a:lnTo>
                    <a:pt x="30922" y="123444"/>
                  </a:lnTo>
                  <a:lnTo>
                    <a:pt x="28749" y="121204"/>
                  </a:lnTo>
                  <a:lnTo>
                    <a:pt x="27346" y="120109"/>
                  </a:lnTo>
                  <a:lnTo>
                    <a:pt x="25983" y="119332"/>
                  </a:lnTo>
                  <a:lnTo>
                    <a:pt x="21934" y="118091"/>
                  </a:lnTo>
                  <a:lnTo>
                    <a:pt x="18964" y="112944"/>
                  </a:lnTo>
                  <a:lnTo>
                    <a:pt x="18072" y="112288"/>
                  </a:lnTo>
                  <a:lnTo>
                    <a:pt x="17620" y="111488"/>
                  </a:lnTo>
                  <a:lnTo>
                    <a:pt x="16477" y="110375"/>
                  </a:lnTo>
                  <a:lnTo>
                    <a:pt x="14658" y="107405"/>
                  </a:lnTo>
                  <a:lnTo>
                    <a:pt x="13128" y="106676"/>
                  </a:lnTo>
                  <a:lnTo>
                    <a:pt x="9838" y="103447"/>
                  </a:lnTo>
                  <a:lnTo>
                    <a:pt x="8756" y="101472"/>
                  </a:lnTo>
                  <a:lnTo>
                    <a:pt x="8183" y="96151"/>
                  </a:lnTo>
                  <a:lnTo>
                    <a:pt x="3033" y="89488"/>
                  </a:lnTo>
                  <a:lnTo>
                    <a:pt x="0" y="86185"/>
                  </a:lnTo>
                  <a:lnTo>
                    <a:pt x="1818" y="79675"/>
                  </a:lnTo>
                  <a:lnTo>
                    <a:pt x="3334" y="76492"/>
                  </a:lnTo>
                  <a:lnTo>
                    <a:pt x="6897" y="72359"/>
                  </a:lnTo>
                  <a:lnTo>
                    <a:pt x="7840" y="70219"/>
                  </a:lnTo>
                  <a:lnTo>
                    <a:pt x="7986" y="69650"/>
                  </a:lnTo>
                  <a:lnTo>
                    <a:pt x="7786" y="69255"/>
                  </a:lnTo>
                  <a:lnTo>
                    <a:pt x="8254" y="67940"/>
                  </a:lnTo>
                  <a:lnTo>
                    <a:pt x="9507" y="66268"/>
                  </a:lnTo>
                  <a:lnTo>
                    <a:pt x="10084" y="65102"/>
                  </a:lnTo>
                  <a:lnTo>
                    <a:pt x="9966" y="63533"/>
                  </a:lnTo>
                  <a:lnTo>
                    <a:pt x="10931" y="62745"/>
                  </a:lnTo>
                  <a:lnTo>
                    <a:pt x="12104" y="62764"/>
                  </a:lnTo>
                  <a:lnTo>
                    <a:pt x="13148" y="61149"/>
                  </a:lnTo>
                  <a:lnTo>
                    <a:pt x="15273" y="61331"/>
                  </a:lnTo>
                  <a:lnTo>
                    <a:pt x="15970" y="60895"/>
                  </a:lnTo>
                  <a:lnTo>
                    <a:pt x="18421" y="61120"/>
                  </a:lnTo>
                  <a:lnTo>
                    <a:pt x="18827" y="60429"/>
                  </a:lnTo>
                  <a:lnTo>
                    <a:pt x="18935" y="59710"/>
                  </a:lnTo>
                  <a:lnTo>
                    <a:pt x="20573" y="59579"/>
                  </a:lnTo>
                  <a:lnTo>
                    <a:pt x="21119" y="59931"/>
                  </a:lnTo>
                  <a:lnTo>
                    <a:pt x="25146" y="59020"/>
                  </a:lnTo>
                  <a:lnTo>
                    <a:pt x="28377" y="59594"/>
                  </a:lnTo>
                  <a:lnTo>
                    <a:pt x="30240" y="60201"/>
                  </a:lnTo>
                  <a:lnTo>
                    <a:pt x="35653" y="59349"/>
                  </a:lnTo>
                  <a:lnTo>
                    <a:pt x="37371" y="59875"/>
                  </a:lnTo>
                  <a:lnTo>
                    <a:pt x="40573" y="57830"/>
                  </a:lnTo>
                  <a:lnTo>
                    <a:pt x="42884" y="56979"/>
                  </a:lnTo>
                  <a:lnTo>
                    <a:pt x="44275" y="55647"/>
                  </a:lnTo>
                  <a:lnTo>
                    <a:pt x="49358" y="54082"/>
                  </a:lnTo>
                  <a:lnTo>
                    <a:pt x="52267" y="53576"/>
                  </a:lnTo>
                  <a:lnTo>
                    <a:pt x="53311" y="52947"/>
                  </a:lnTo>
                  <a:lnTo>
                    <a:pt x="54561" y="52873"/>
                  </a:lnTo>
                  <a:lnTo>
                    <a:pt x="57747" y="53234"/>
                  </a:lnTo>
                  <a:lnTo>
                    <a:pt x="58841" y="52866"/>
                  </a:lnTo>
                  <a:lnTo>
                    <a:pt x="63189" y="53392"/>
                  </a:lnTo>
                  <a:lnTo>
                    <a:pt x="63269" y="53236"/>
                  </a:lnTo>
                  <a:lnTo>
                    <a:pt x="64197" y="53609"/>
                  </a:lnTo>
                  <a:lnTo>
                    <a:pt x="66444" y="53742"/>
                  </a:lnTo>
                  <a:lnTo>
                    <a:pt x="68119" y="53397"/>
                  </a:lnTo>
                  <a:lnTo>
                    <a:pt x="69631" y="53797"/>
                  </a:lnTo>
                  <a:lnTo>
                    <a:pt x="72942" y="52708"/>
                  </a:lnTo>
                  <a:lnTo>
                    <a:pt x="73695" y="52972"/>
                  </a:lnTo>
                  <a:lnTo>
                    <a:pt x="76035" y="52165"/>
                  </a:lnTo>
                  <a:lnTo>
                    <a:pt x="78105" y="52237"/>
                  </a:lnTo>
                  <a:lnTo>
                    <a:pt x="80540" y="51600"/>
                  </a:lnTo>
                  <a:lnTo>
                    <a:pt x="81928" y="52154"/>
                  </a:lnTo>
                  <a:lnTo>
                    <a:pt x="82684" y="52086"/>
                  </a:lnTo>
                  <a:lnTo>
                    <a:pt x="83540" y="52674"/>
                  </a:lnTo>
                  <a:lnTo>
                    <a:pt x="84736" y="52652"/>
                  </a:lnTo>
                  <a:lnTo>
                    <a:pt x="87438" y="53588"/>
                  </a:lnTo>
                  <a:lnTo>
                    <a:pt x="90082" y="55538"/>
                  </a:lnTo>
                  <a:lnTo>
                    <a:pt x="91114" y="54345"/>
                  </a:lnTo>
                  <a:lnTo>
                    <a:pt x="92383" y="53343"/>
                  </a:lnTo>
                  <a:lnTo>
                    <a:pt x="94614" y="52182"/>
                  </a:lnTo>
                  <a:lnTo>
                    <a:pt x="95407" y="51004"/>
                  </a:lnTo>
                  <a:lnTo>
                    <a:pt x="95786" y="49667"/>
                  </a:lnTo>
                  <a:lnTo>
                    <a:pt x="99029" y="51008"/>
                  </a:lnTo>
                  <a:lnTo>
                    <a:pt x="100446" y="49543"/>
                  </a:lnTo>
                  <a:lnTo>
                    <a:pt x="104225" y="49038"/>
                  </a:lnTo>
                  <a:lnTo>
                    <a:pt x="105788" y="49999"/>
                  </a:lnTo>
                  <a:lnTo>
                    <a:pt x="105975" y="51432"/>
                  </a:lnTo>
                  <a:lnTo>
                    <a:pt x="107648" y="51371"/>
                  </a:lnTo>
                  <a:lnTo>
                    <a:pt x="107960" y="51783"/>
                  </a:lnTo>
                  <a:lnTo>
                    <a:pt x="108857" y="52221"/>
                  </a:lnTo>
                  <a:lnTo>
                    <a:pt x="109581" y="51824"/>
                  </a:lnTo>
                  <a:lnTo>
                    <a:pt x="110151" y="50809"/>
                  </a:lnTo>
                  <a:lnTo>
                    <a:pt x="111196" y="49723"/>
                  </a:lnTo>
                  <a:lnTo>
                    <a:pt x="113627" y="49382"/>
                  </a:lnTo>
                  <a:lnTo>
                    <a:pt x="115952" y="48189"/>
                  </a:lnTo>
                  <a:lnTo>
                    <a:pt x="116919" y="48531"/>
                  </a:lnTo>
                  <a:lnTo>
                    <a:pt x="117918" y="50085"/>
                  </a:lnTo>
                  <a:lnTo>
                    <a:pt x="118821" y="50524"/>
                  </a:lnTo>
                  <a:lnTo>
                    <a:pt x="119597" y="51436"/>
                  </a:lnTo>
                  <a:lnTo>
                    <a:pt x="120564" y="51673"/>
                  </a:lnTo>
                  <a:lnTo>
                    <a:pt x="120474" y="52784"/>
                  </a:lnTo>
                  <a:lnTo>
                    <a:pt x="121216" y="53870"/>
                  </a:lnTo>
                  <a:lnTo>
                    <a:pt x="123114" y="55390"/>
                  </a:lnTo>
                  <a:lnTo>
                    <a:pt x="122345" y="53234"/>
                  </a:lnTo>
                  <a:lnTo>
                    <a:pt x="122545" y="51977"/>
                  </a:lnTo>
                  <a:lnTo>
                    <a:pt x="122257" y="51273"/>
                  </a:lnTo>
                  <a:lnTo>
                    <a:pt x="122551" y="50575"/>
                  </a:lnTo>
                  <a:lnTo>
                    <a:pt x="121563" y="49564"/>
                  </a:lnTo>
                  <a:lnTo>
                    <a:pt x="121693" y="48909"/>
                  </a:lnTo>
                  <a:lnTo>
                    <a:pt x="120974" y="48334"/>
                  </a:lnTo>
                  <a:lnTo>
                    <a:pt x="120584" y="47093"/>
                  </a:lnTo>
                  <a:lnTo>
                    <a:pt x="120753" y="45773"/>
                  </a:lnTo>
                  <a:lnTo>
                    <a:pt x="120537" y="45328"/>
                  </a:lnTo>
                  <a:lnTo>
                    <a:pt x="121520" y="44708"/>
                  </a:lnTo>
                  <a:lnTo>
                    <a:pt x="121948" y="44822"/>
                  </a:lnTo>
                  <a:lnTo>
                    <a:pt x="122550" y="44283"/>
                  </a:lnTo>
                  <a:lnTo>
                    <a:pt x="122943" y="44256"/>
                  </a:lnTo>
                  <a:lnTo>
                    <a:pt x="123044" y="43232"/>
                  </a:lnTo>
                  <a:lnTo>
                    <a:pt x="123675" y="42754"/>
                  </a:lnTo>
                  <a:lnTo>
                    <a:pt x="123639" y="42140"/>
                  </a:lnTo>
                  <a:lnTo>
                    <a:pt x="123944" y="41964"/>
                  </a:lnTo>
                  <a:lnTo>
                    <a:pt x="125029" y="40154"/>
                  </a:lnTo>
                  <a:lnTo>
                    <a:pt x="126386" y="38138"/>
                  </a:lnTo>
                  <a:lnTo>
                    <a:pt x="127302" y="38017"/>
                  </a:lnTo>
                  <a:lnTo>
                    <a:pt x="128168" y="37200"/>
                  </a:lnTo>
                  <a:lnTo>
                    <a:pt x="128689" y="37195"/>
                  </a:lnTo>
                  <a:lnTo>
                    <a:pt x="129274" y="36584"/>
                  </a:lnTo>
                  <a:lnTo>
                    <a:pt x="133496" y="34543"/>
                  </a:lnTo>
                  <a:lnTo>
                    <a:pt x="136104" y="32397"/>
                  </a:lnTo>
                  <a:lnTo>
                    <a:pt x="137733" y="32250"/>
                  </a:lnTo>
                  <a:lnTo>
                    <a:pt x="140273" y="30880"/>
                  </a:lnTo>
                  <a:lnTo>
                    <a:pt x="141356" y="30716"/>
                  </a:lnTo>
                  <a:lnTo>
                    <a:pt x="141815" y="30266"/>
                  </a:lnTo>
                  <a:lnTo>
                    <a:pt x="143252" y="29897"/>
                  </a:lnTo>
                  <a:lnTo>
                    <a:pt x="144135" y="29048"/>
                  </a:lnTo>
                  <a:lnTo>
                    <a:pt x="146016" y="28814"/>
                  </a:lnTo>
                  <a:lnTo>
                    <a:pt x="146620" y="28346"/>
                  </a:lnTo>
                  <a:lnTo>
                    <a:pt x="148944" y="27792"/>
                  </a:lnTo>
                  <a:lnTo>
                    <a:pt x="149350" y="27335"/>
                  </a:lnTo>
                  <a:lnTo>
                    <a:pt x="150594" y="27775"/>
                  </a:lnTo>
                  <a:lnTo>
                    <a:pt x="152196" y="26150"/>
                  </a:lnTo>
                  <a:lnTo>
                    <a:pt x="153021" y="25799"/>
                  </a:lnTo>
                  <a:lnTo>
                    <a:pt x="153575" y="25830"/>
                  </a:lnTo>
                  <a:lnTo>
                    <a:pt x="154473" y="25032"/>
                  </a:lnTo>
                  <a:lnTo>
                    <a:pt x="156015" y="24542"/>
                  </a:lnTo>
                  <a:lnTo>
                    <a:pt x="156828" y="23535"/>
                  </a:lnTo>
                  <a:lnTo>
                    <a:pt x="159648" y="21814"/>
                  </a:lnTo>
                  <a:lnTo>
                    <a:pt x="160156" y="21243"/>
                  </a:lnTo>
                  <a:lnTo>
                    <a:pt x="161071" y="21116"/>
                  </a:lnTo>
                  <a:lnTo>
                    <a:pt x="163814" y="18928"/>
                  </a:lnTo>
                  <a:lnTo>
                    <a:pt x="166756" y="18093"/>
                  </a:lnTo>
                  <a:lnTo>
                    <a:pt x="167208" y="18277"/>
                  </a:lnTo>
                  <a:lnTo>
                    <a:pt x="168121" y="17844"/>
                  </a:lnTo>
                  <a:lnTo>
                    <a:pt x="168432" y="17254"/>
                  </a:lnTo>
                  <a:lnTo>
                    <a:pt x="168783" y="17074"/>
                  </a:lnTo>
                  <a:lnTo>
                    <a:pt x="169058" y="17020"/>
                  </a:lnTo>
                  <a:lnTo>
                    <a:pt x="169485" y="17361"/>
                  </a:lnTo>
                  <a:lnTo>
                    <a:pt x="170932" y="17386"/>
                  </a:lnTo>
                  <a:lnTo>
                    <a:pt x="173166" y="17915"/>
                  </a:lnTo>
                  <a:lnTo>
                    <a:pt x="177423" y="19616"/>
                  </a:lnTo>
                  <a:lnTo>
                    <a:pt x="179905" y="19990"/>
                  </a:lnTo>
                  <a:lnTo>
                    <a:pt x="180792" y="20382"/>
                  </a:lnTo>
                  <a:lnTo>
                    <a:pt x="181351" y="20087"/>
                  </a:lnTo>
                  <a:lnTo>
                    <a:pt x="181866" y="20177"/>
                  </a:lnTo>
                  <a:lnTo>
                    <a:pt x="183395" y="19826"/>
                  </a:lnTo>
                  <a:lnTo>
                    <a:pt x="183737" y="19055"/>
                  </a:lnTo>
                  <a:lnTo>
                    <a:pt x="185893" y="18038"/>
                  </a:lnTo>
                  <a:lnTo>
                    <a:pt x="186996" y="17900"/>
                  </a:lnTo>
                  <a:lnTo>
                    <a:pt x="188865" y="18610"/>
                  </a:lnTo>
                  <a:lnTo>
                    <a:pt x="189124" y="19309"/>
                  </a:lnTo>
                  <a:lnTo>
                    <a:pt x="189692" y="19733"/>
                  </a:lnTo>
                  <a:lnTo>
                    <a:pt x="191142" y="20116"/>
                  </a:lnTo>
                  <a:lnTo>
                    <a:pt x="192725" y="21610"/>
                  </a:lnTo>
                  <a:lnTo>
                    <a:pt x="194382" y="21509"/>
                  </a:lnTo>
                  <a:lnTo>
                    <a:pt x="195121" y="21054"/>
                  </a:lnTo>
                  <a:lnTo>
                    <a:pt x="195910" y="19400"/>
                  </a:lnTo>
                  <a:lnTo>
                    <a:pt x="197281" y="18366"/>
                  </a:lnTo>
                  <a:lnTo>
                    <a:pt x="198349" y="18390"/>
                  </a:lnTo>
                  <a:lnTo>
                    <a:pt x="198740" y="18157"/>
                  </a:lnTo>
                  <a:lnTo>
                    <a:pt x="199872" y="18306"/>
                  </a:lnTo>
                  <a:lnTo>
                    <a:pt x="201244" y="17995"/>
                  </a:lnTo>
                  <a:lnTo>
                    <a:pt x="202174" y="17583"/>
                  </a:lnTo>
                  <a:lnTo>
                    <a:pt x="202638" y="17033"/>
                  </a:lnTo>
                  <a:lnTo>
                    <a:pt x="203520" y="17124"/>
                  </a:lnTo>
                  <a:lnTo>
                    <a:pt x="203712" y="17507"/>
                  </a:lnTo>
                  <a:lnTo>
                    <a:pt x="204738" y="17560"/>
                  </a:lnTo>
                  <a:lnTo>
                    <a:pt x="205215" y="17362"/>
                  </a:lnTo>
                  <a:lnTo>
                    <a:pt x="205580" y="16313"/>
                  </a:lnTo>
                  <a:lnTo>
                    <a:pt x="206284" y="16201"/>
                  </a:lnTo>
                  <a:lnTo>
                    <a:pt x="207213" y="17225"/>
                  </a:lnTo>
                  <a:lnTo>
                    <a:pt x="207767" y="17387"/>
                  </a:lnTo>
                  <a:lnTo>
                    <a:pt x="210544" y="15916"/>
                  </a:lnTo>
                  <a:lnTo>
                    <a:pt x="212748" y="14107"/>
                  </a:lnTo>
                  <a:lnTo>
                    <a:pt x="214511" y="14336"/>
                  </a:lnTo>
                  <a:lnTo>
                    <a:pt x="215561" y="13865"/>
                  </a:lnTo>
                  <a:lnTo>
                    <a:pt x="217889" y="12106"/>
                  </a:lnTo>
                  <a:lnTo>
                    <a:pt x="218096" y="10404"/>
                  </a:lnTo>
                  <a:lnTo>
                    <a:pt x="218898" y="9479"/>
                  </a:lnTo>
                  <a:lnTo>
                    <a:pt x="222500" y="8558"/>
                  </a:lnTo>
                  <a:lnTo>
                    <a:pt x="224587" y="6952"/>
                  </a:lnTo>
                  <a:lnTo>
                    <a:pt x="224830" y="6242"/>
                  </a:lnTo>
                  <a:lnTo>
                    <a:pt x="224680" y="5328"/>
                  </a:lnTo>
                  <a:lnTo>
                    <a:pt x="225960" y="3058"/>
                  </a:lnTo>
                  <a:lnTo>
                    <a:pt x="226966" y="2319"/>
                  </a:lnTo>
                  <a:lnTo>
                    <a:pt x="230654" y="1220"/>
                  </a:lnTo>
                  <a:lnTo>
                    <a:pt x="232270" y="52"/>
                  </a:lnTo>
                  <a:lnTo>
                    <a:pt x="233474" y="0"/>
                  </a:lnTo>
                  <a:lnTo>
                    <a:pt x="234577" y="402"/>
                  </a:lnTo>
                  <a:lnTo>
                    <a:pt x="236063" y="1697"/>
                  </a:lnTo>
                  <a:lnTo>
                    <a:pt x="237375" y="2064"/>
                  </a:lnTo>
                  <a:lnTo>
                    <a:pt x="242066" y="1716"/>
                  </a:lnTo>
                  <a:lnTo>
                    <a:pt x="243258" y="1558"/>
                  </a:lnTo>
                  <a:lnTo>
                    <a:pt x="243498" y="1266"/>
                  </a:lnTo>
                  <a:lnTo>
                    <a:pt x="245200" y="1274"/>
                  </a:lnTo>
                  <a:lnTo>
                    <a:pt x="247154" y="1919"/>
                  </a:lnTo>
                  <a:lnTo>
                    <a:pt x="247318" y="2186"/>
                  </a:lnTo>
                  <a:lnTo>
                    <a:pt x="246425" y="2870"/>
                  </a:lnTo>
                  <a:lnTo>
                    <a:pt x="242879" y="11421"/>
                  </a:lnTo>
                  <a:lnTo>
                    <a:pt x="243489" y="13229"/>
                  </a:lnTo>
                  <a:lnTo>
                    <a:pt x="243302" y="17628"/>
                  </a:lnTo>
                  <a:lnTo>
                    <a:pt x="244409" y="18851"/>
                  </a:lnTo>
                  <a:lnTo>
                    <a:pt x="248303" y="22001"/>
                  </a:lnTo>
                  <a:lnTo>
                    <a:pt x="250615" y="26105"/>
                  </a:lnTo>
                  <a:lnTo>
                    <a:pt x="255483" y="30981"/>
                  </a:lnTo>
                  <a:lnTo>
                    <a:pt x="260705" y="36881"/>
                  </a:lnTo>
                  <a:lnTo>
                    <a:pt x="260888" y="38089"/>
                  </a:lnTo>
                  <a:lnTo>
                    <a:pt x="264136" y="37946"/>
                  </a:lnTo>
                  <a:lnTo>
                    <a:pt x="270946" y="38960"/>
                  </a:lnTo>
                  <a:lnTo>
                    <a:pt x="275314" y="41006"/>
                  </a:lnTo>
                  <a:lnTo>
                    <a:pt x="279453" y="42089"/>
                  </a:lnTo>
                  <a:lnTo>
                    <a:pt x="280536" y="43095"/>
                  </a:lnTo>
                  <a:lnTo>
                    <a:pt x="283044" y="46603"/>
                  </a:lnTo>
                  <a:lnTo>
                    <a:pt x="284636" y="47959"/>
                  </a:lnTo>
                  <a:lnTo>
                    <a:pt x="287051" y="49945"/>
                  </a:lnTo>
                  <a:lnTo>
                    <a:pt x="289065" y="52006"/>
                  </a:lnTo>
                  <a:lnTo>
                    <a:pt x="292094" y="57964"/>
                  </a:lnTo>
                  <a:lnTo>
                    <a:pt x="294061" y="61229"/>
                  </a:lnTo>
                  <a:lnTo>
                    <a:pt x="295859" y="63293"/>
                  </a:lnTo>
                  <a:lnTo>
                    <a:pt x="296443" y="63783"/>
                  </a:lnTo>
                  <a:lnTo>
                    <a:pt x="299229" y="64302"/>
                  </a:lnTo>
                  <a:lnTo>
                    <a:pt x="300279" y="65026"/>
                  </a:lnTo>
                  <a:lnTo>
                    <a:pt x="302231" y="67064"/>
                  </a:lnTo>
                  <a:lnTo>
                    <a:pt x="304132" y="68295"/>
                  </a:lnTo>
                  <a:lnTo>
                    <a:pt x="308363" y="71613"/>
                  </a:lnTo>
                  <a:lnTo>
                    <a:pt x="313555" y="76708"/>
                  </a:lnTo>
                  <a:lnTo>
                    <a:pt x="323754" y="78762"/>
                  </a:lnTo>
                  <a:lnTo>
                    <a:pt x="323547" y="79456"/>
                  </a:lnTo>
                  <a:lnTo>
                    <a:pt x="326910" y="80280"/>
                  </a:lnTo>
                  <a:lnTo>
                    <a:pt x="330384" y="81651"/>
                  </a:lnTo>
                  <a:lnTo>
                    <a:pt x="333333" y="81896"/>
                  </a:lnTo>
                  <a:lnTo>
                    <a:pt x="333467" y="82182"/>
                  </a:lnTo>
                  <a:lnTo>
                    <a:pt x="336543" y="83147"/>
                  </a:lnTo>
                  <a:lnTo>
                    <a:pt x="338392" y="84171"/>
                  </a:lnTo>
                  <a:lnTo>
                    <a:pt x="346624" y="86254"/>
                  </a:lnTo>
                  <a:lnTo>
                    <a:pt x="348735" y="87012"/>
                  </a:lnTo>
                  <a:lnTo>
                    <a:pt x="351414" y="87593"/>
                  </a:lnTo>
                  <a:lnTo>
                    <a:pt x="356663" y="88170"/>
                  </a:lnTo>
                  <a:lnTo>
                    <a:pt x="361125" y="87870"/>
                  </a:lnTo>
                  <a:lnTo>
                    <a:pt x="363037" y="87296"/>
                  </a:lnTo>
                  <a:lnTo>
                    <a:pt x="366297" y="89253"/>
                  </a:lnTo>
                  <a:lnTo>
                    <a:pt x="367081" y="90198"/>
                  </a:lnTo>
                  <a:lnTo>
                    <a:pt x="367495" y="90949"/>
                  </a:lnTo>
                  <a:lnTo>
                    <a:pt x="367411" y="91260"/>
                  </a:lnTo>
                  <a:lnTo>
                    <a:pt x="369064" y="92200"/>
                  </a:lnTo>
                  <a:lnTo>
                    <a:pt x="370196" y="93141"/>
                  </a:lnTo>
                  <a:lnTo>
                    <a:pt x="371288" y="92808"/>
                  </a:lnTo>
                  <a:lnTo>
                    <a:pt x="373084" y="93932"/>
                  </a:lnTo>
                  <a:lnTo>
                    <a:pt x="375904" y="97509"/>
                  </a:lnTo>
                  <a:lnTo>
                    <a:pt x="376474" y="99450"/>
                  </a:lnTo>
                  <a:lnTo>
                    <a:pt x="377087" y="99368"/>
                  </a:lnTo>
                  <a:lnTo>
                    <a:pt x="376932" y="100201"/>
                  </a:lnTo>
                  <a:lnTo>
                    <a:pt x="377130" y="100746"/>
                  </a:lnTo>
                  <a:lnTo>
                    <a:pt x="382174" y="104031"/>
                  </a:lnTo>
                  <a:lnTo>
                    <a:pt x="382704" y="105192"/>
                  </a:lnTo>
                  <a:lnTo>
                    <a:pt x="383225" y="108409"/>
                  </a:lnTo>
                  <a:lnTo>
                    <a:pt x="382735" y="110168"/>
                  </a:lnTo>
                  <a:lnTo>
                    <a:pt x="383926" y="112024"/>
                  </a:lnTo>
                  <a:lnTo>
                    <a:pt x="384058" y="112642"/>
                  </a:lnTo>
                  <a:lnTo>
                    <a:pt x="386330" y="115273"/>
                  </a:lnTo>
                  <a:lnTo>
                    <a:pt x="386153" y="115580"/>
                  </a:lnTo>
                  <a:lnTo>
                    <a:pt x="386933" y="115838"/>
                  </a:lnTo>
                  <a:lnTo>
                    <a:pt x="387379" y="116255"/>
                  </a:lnTo>
                  <a:lnTo>
                    <a:pt x="388633" y="121085"/>
                  </a:lnTo>
                  <a:lnTo>
                    <a:pt x="388530" y="121876"/>
                  </a:lnTo>
                  <a:lnTo>
                    <a:pt x="388879" y="122931"/>
                  </a:lnTo>
                  <a:lnTo>
                    <a:pt x="389173" y="125416"/>
                  </a:lnTo>
                  <a:lnTo>
                    <a:pt x="390461" y="126898"/>
                  </a:lnTo>
                  <a:lnTo>
                    <a:pt x="391387" y="127342"/>
                  </a:lnTo>
                  <a:lnTo>
                    <a:pt x="392122" y="127400"/>
                  </a:lnTo>
                  <a:lnTo>
                    <a:pt x="392960" y="127886"/>
                  </a:lnTo>
                  <a:lnTo>
                    <a:pt x="394741" y="130801"/>
                  </a:lnTo>
                  <a:lnTo>
                    <a:pt x="396338" y="133343"/>
                  </a:lnTo>
                  <a:lnTo>
                    <a:pt x="396552" y="134323"/>
                  </a:lnTo>
                  <a:lnTo>
                    <a:pt x="396505" y="136523"/>
                  </a:lnTo>
                  <a:lnTo>
                    <a:pt x="397006" y="139112"/>
                  </a:lnTo>
                  <a:lnTo>
                    <a:pt x="396849" y="140785"/>
                  </a:lnTo>
                  <a:lnTo>
                    <a:pt x="397244" y="142629"/>
                  </a:lnTo>
                  <a:lnTo>
                    <a:pt x="398403" y="144342"/>
                  </a:lnTo>
                  <a:lnTo>
                    <a:pt x="399550" y="145138"/>
                  </a:lnTo>
                  <a:lnTo>
                    <a:pt x="401507" y="147492"/>
                  </a:lnTo>
                  <a:lnTo>
                    <a:pt x="402140" y="147814"/>
                  </a:lnTo>
                  <a:lnTo>
                    <a:pt x="403878" y="149635"/>
                  </a:lnTo>
                  <a:lnTo>
                    <a:pt x="403935" y="150382"/>
                  </a:lnTo>
                  <a:lnTo>
                    <a:pt x="404588" y="151261"/>
                  </a:lnTo>
                  <a:lnTo>
                    <a:pt x="404381" y="151879"/>
                  </a:lnTo>
                  <a:lnTo>
                    <a:pt x="406524" y="154809"/>
                  </a:lnTo>
                  <a:lnTo>
                    <a:pt x="406381" y="155257"/>
                  </a:lnTo>
                  <a:lnTo>
                    <a:pt x="406916" y="156384"/>
                  </a:lnTo>
                  <a:lnTo>
                    <a:pt x="407012" y="157523"/>
                  </a:lnTo>
                  <a:lnTo>
                    <a:pt x="407878" y="160647"/>
                  </a:lnTo>
                  <a:lnTo>
                    <a:pt x="408006" y="163083"/>
                  </a:lnTo>
                  <a:lnTo>
                    <a:pt x="410028" y="165930"/>
                  </a:lnTo>
                  <a:lnTo>
                    <a:pt x="412631" y="167494"/>
                  </a:lnTo>
                  <a:lnTo>
                    <a:pt x="413121" y="168856"/>
                  </a:lnTo>
                  <a:lnTo>
                    <a:pt x="413457" y="169121"/>
                  </a:lnTo>
                  <a:lnTo>
                    <a:pt x="413282" y="169656"/>
                  </a:lnTo>
                  <a:lnTo>
                    <a:pt x="412753" y="170061"/>
                  </a:lnTo>
                  <a:lnTo>
                    <a:pt x="412581" y="170462"/>
                  </a:lnTo>
                  <a:lnTo>
                    <a:pt x="412758" y="170741"/>
                  </a:lnTo>
                  <a:lnTo>
                    <a:pt x="412401" y="171529"/>
                  </a:lnTo>
                  <a:lnTo>
                    <a:pt x="411594" y="172212"/>
                  </a:lnTo>
                  <a:lnTo>
                    <a:pt x="411574" y="172703"/>
                  </a:lnTo>
                  <a:lnTo>
                    <a:pt x="412008" y="173061"/>
                  </a:lnTo>
                  <a:lnTo>
                    <a:pt x="414443" y="177254"/>
                  </a:lnTo>
                  <a:lnTo>
                    <a:pt x="415739" y="178195"/>
                  </a:lnTo>
                  <a:lnTo>
                    <a:pt x="416862" y="180304"/>
                  </a:lnTo>
                  <a:lnTo>
                    <a:pt x="418089" y="181278"/>
                  </a:lnTo>
                  <a:lnTo>
                    <a:pt x="418789" y="182365"/>
                  </a:lnTo>
                  <a:lnTo>
                    <a:pt x="416847" y="184578"/>
                  </a:lnTo>
                  <a:lnTo>
                    <a:pt x="418781" y="184847"/>
                  </a:lnTo>
                  <a:lnTo>
                    <a:pt x="421720" y="183669"/>
                  </a:lnTo>
                  <a:lnTo>
                    <a:pt x="422204" y="183829"/>
                  </a:lnTo>
                  <a:lnTo>
                    <a:pt x="424994" y="186377"/>
                  </a:lnTo>
                  <a:lnTo>
                    <a:pt x="425750" y="185964"/>
                  </a:lnTo>
                  <a:lnTo>
                    <a:pt x="427263" y="185955"/>
                  </a:lnTo>
                  <a:lnTo>
                    <a:pt x="428024" y="186609"/>
                  </a:lnTo>
                  <a:lnTo>
                    <a:pt x="429882" y="188984"/>
                  </a:lnTo>
                  <a:lnTo>
                    <a:pt x="430664" y="190318"/>
                  </a:lnTo>
                  <a:lnTo>
                    <a:pt x="430929" y="191660"/>
                  </a:lnTo>
                  <a:lnTo>
                    <a:pt x="431968" y="192848"/>
                  </a:lnTo>
                  <a:lnTo>
                    <a:pt x="434912" y="194958"/>
                  </a:lnTo>
                  <a:lnTo>
                    <a:pt x="436571" y="194891"/>
                  </a:lnTo>
                  <a:lnTo>
                    <a:pt x="436866" y="195615"/>
                  </a:lnTo>
                  <a:lnTo>
                    <a:pt x="437969" y="196908"/>
                  </a:lnTo>
                  <a:lnTo>
                    <a:pt x="439102" y="197370"/>
                  </a:lnTo>
                  <a:lnTo>
                    <a:pt x="442813" y="203317"/>
                  </a:lnTo>
                  <a:lnTo>
                    <a:pt x="442452" y="205915"/>
                  </a:lnTo>
                  <a:lnTo>
                    <a:pt x="442575" y="207803"/>
                  </a:lnTo>
                  <a:lnTo>
                    <a:pt x="444864" y="210317"/>
                  </a:lnTo>
                  <a:lnTo>
                    <a:pt x="445827" y="210754"/>
                  </a:lnTo>
                  <a:lnTo>
                    <a:pt x="447489" y="212205"/>
                  </a:lnTo>
                  <a:lnTo>
                    <a:pt x="447875" y="213626"/>
                  </a:lnTo>
                  <a:lnTo>
                    <a:pt x="448799" y="214847"/>
                  </a:lnTo>
                  <a:lnTo>
                    <a:pt x="448968" y="215594"/>
                  </a:lnTo>
                  <a:lnTo>
                    <a:pt x="450007" y="216506"/>
                  </a:lnTo>
                  <a:lnTo>
                    <a:pt x="450296" y="217686"/>
                  </a:lnTo>
                  <a:lnTo>
                    <a:pt x="450747" y="219830"/>
                  </a:lnTo>
                  <a:lnTo>
                    <a:pt x="451208" y="220931"/>
                  </a:lnTo>
                  <a:lnTo>
                    <a:pt x="450923" y="222656"/>
                  </a:lnTo>
                  <a:lnTo>
                    <a:pt x="450196" y="224479"/>
                  </a:lnTo>
                  <a:lnTo>
                    <a:pt x="449936" y="224576"/>
                  </a:lnTo>
                  <a:lnTo>
                    <a:pt x="448802" y="226961"/>
                  </a:lnTo>
                  <a:lnTo>
                    <a:pt x="447960" y="227552"/>
                  </a:lnTo>
                  <a:lnTo>
                    <a:pt x="447044" y="228861"/>
                  </a:lnTo>
                  <a:lnTo>
                    <a:pt x="447269" y="234083"/>
                  </a:lnTo>
                  <a:lnTo>
                    <a:pt x="445167" y="235481"/>
                  </a:lnTo>
                  <a:lnTo>
                    <a:pt x="445851" y="238020"/>
                  </a:lnTo>
                  <a:lnTo>
                    <a:pt x="444942" y="241286"/>
                  </a:lnTo>
                  <a:lnTo>
                    <a:pt x="443324" y="243904"/>
                  </a:lnTo>
                  <a:lnTo>
                    <a:pt x="442614" y="246067"/>
                  </a:lnTo>
                  <a:lnTo>
                    <a:pt x="442120" y="250480"/>
                  </a:lnTo>
                  <a:lnTo>
                    <a:pt x="440629" y="253795"/>
                  </a:lnTo>
                  <a:lnTo>
                    <a:pt x="440558" y="254441"/>
                  </a:lnTo>
                  <a:lnTo>
                    <a:pt x="441056" y="255677"/>
                  </a:lnTo>
                  <a:lnTo>
                    <a:pt x="440745" y="257532"/>
                  </a:lnTo>
                  <a:lnTo>
                    <a:pt x="440072" y="258854"/>
                  </a:lnTo>
                  <a:lnTo>
                    <a:pt x="440889" y="259436"/>
                  </a:lnTo>
                  <a:lnTo>
                    <a:pt x="439361" y="260392"/>
                  </a:lnTo>
                  <a:lnTo>
                    <a:pt x="438115" y="263209"/>
                  </a:lnTo>
                  <a:lnTo>
                    <a:pt x="438091" y="263886"/>
                  </a:lnTo>
                  <a:lnTo>
                    <a:pt x="436704" y="263679"/>
                  </a:lnTo>
                  <a:lnTo>
                    <a:pt x="435982" y="264358"/>
                  </a:lnTo>
                  <a:lnTo>
                    <a:pt x="435259" y="264431"/>
                  </a:lnTo>
                  <a:lnTo>
                    <a:pt x="433569" y="265413"/>
                  </a:lnTo>
                  <a:lnTo>
                    <a:pt x="433108" y="265328"/>
                  </a:lnTo>
                  <a:lnTo>
                    <a:pt x="431927" y="265823"/>
                  </a:lnTo>
                  <a:lnTo>
                    <a:pt x="430882" y="265551"/>
                  </a:lnTo>
                  <a:lnTo>
                    <a:pt x="430676" y="271095"/>
                  </a:lnTo>
                  <a:lnTo>
                    <a:pt x="431224" y="274622"/>
                  </a:lnTo>
                  <a:lnTo>
                    <a:pt x="433790" y="278213"/>
                  </a:lnTo>
                  <a:lnTo>
                    <a:pt x="433993" y="279691"/>
                  </a:lnTo>
                  <a:lnTo>
                    <a:pt x="433586" y="280659"/>
                  </a:lnTo>
                  <a:lnTo>
                    <a:pt x="433839" y="282406"/>
                  </a:lnTo>
                  <a:lnTo>
                    <a:pt x="433448" y="282469"/>
                  </a:lnTo>
                  <a:lnTo>
                    <a:pt x="432474" y="290699"/>
                  </a:lnTo>
                  <a:lnTo>
                    <a:pt x="431858" y="293328"/>
                  </a:lnTo>
                  <a:lnTo>
                    <a:pt x="431730" y="294796"/>
                  </a:lnTo>
                  <a:lnTo>
                    <a:pt x="431938" y="296673"/>
                  </a:lnTo>
                  <a:lnTo>
                    <a:pt x="432204" y="300337"/>
                  </a:lnTo>
                  <a:lnTo>
                    <a:pt x="432514" y="301112"/>
                  </a:lnTo>
                  <a:lnTo>
                    <a:pt x="432655" y="302574"/>
                  </a:lnTo>
                  <a:lnTo>
                    <a:pt x="433695" y="305747"/>
                  </a:lnTo>
                  <a:lnTo>
                    <a:pt x="435352" y="307971"/>
                  </a:lnTo>
                  <a:lnTo>
                    <a:pt x="435446" y="309009"/>
                  </a:lnTo>
                  <a:lnTo>
                    <a:pt x="435697" y="309432"/>
                  </a:lnTo>
                  <a:lnTo>
                    <a:pt x="435857" y="309278"/>
                  </a:lnTo>
                  <a:lnTo>
                    <a:pt x="436286" y="309698"/>
                  </a:lnTo>
                  <a:lnTo>
                    <a:pt x="436840" y="310821"/>
                  </a:lnTo>
                  <a:lnTo>
                    <a:pt x="437384" y="311327"/>
                  </a:lnTo>
                  <a:lnTo>
                    <a:pt x="438474" y="313603"/>
                  </a:lnTo>
                  <a:lnTo>
                    <a:pt x="439877" y="314969"/>
                  </a:lnTo>
                  <a:lnTo>
                    <a:pt x="442023" y="318325"/>
                  </a:lnTo>
                  <a:lnTo>
                    <a:pt x="443942" y="320507"/>
                  </a:lnTo>
                  <a:lnTo>
                    <a:pt x="444525" y="321817"/>
                  </a:lnTo>
                  <a:lnTo>
                    <a:pt x="441102" y="327948"/>
                  </a:lnTo>
                  <a:lnTo>
                    <a:pt x="440511" y="331363"/>
                  </a:lnTo>
                  <a:lnTo>
                    <a:pt x="439404" y="335724"/>
                  </a:lnTo>
                  <a:lnTo>
                    <a:pt x="438102" y="339513"/>
                  </a:lnTo>
                  <a:lnTo>
                    <a:pt x="436714" y="340498"/>
                  </a:lnTo>
                  <a:lnTo>
                    <a:pt x="430029" y="341926"/>
                  </a:lnTo>
                  <a:lnTo>
                    <a:pt x="423879" y="345595"/>
                  </a:lnTo>
                  <a:lnTo>
                    <a:pt x="418750" y="349021"/>
                  </a:lnTo>
                  <a:lnTo>
                    <a:pt x="415641" y="355883"/>
                  </a:lnTo>
                  <a:lnTo>
                    <a:pt x="413404" y="357165"/>
                  </a:lnTo>
                  <a:lnTo>
                    <a:pt x="412876" y="367500"/>
                  </a:lnTo>
                  <a:lnTo>
                    <a:pt x="410677" y="375661"/>
                  </a:lnTo>
                  <a:lnTo>
                    <a:pt x="410937" y="377835"/>
                  </a:lnTo>
                  <a:lnTo>
                    <a:pt x="407496" y="379764"/>
                  </a:lnTo>
                  <a:lnTo>
                    <a:pt x="404679" y="383534"/>
                  </a:lnTo>
                  <a:lnTo>
                    <a:pt x="403845" y="386135"/>
                  </a:lnTo>
                  <a:lnTo>
                    <a:pt x="402629" y="391470"/>
                  </a:lnTo>
                  <a:lnTo>
                    <a:pt x="401629" y="398793"/>
                  </a:lnTo>
                  <a:lnTo>
                    <a:pt x="402581" y="406508"/>
                  </a:lnTo>
                  <a:lnTo>
                    <a:pt x="401843" y="410561"/>
                  </a:lnTo>
                  <a:lnTo>
                    <a:pt x="400385" y="412720"/>
                  </a:lnTo>
                  <a:lnTo>
                    <a:pt x="399277" y="417244"/>
                  </a:lnTo>
                  <a:lnTo>
                    <a:pt x="402206" y="419290"/>
                  </a:lnTo>
                  <a:lnTo>
                    <a:pt x="407702" y="421978"/>
                  </a:lnTo>
                  <a:lnTo>
                    <a:pt x="409132" y="421735"/>
                  </a:lnTo>
                  <a:lnTo>
                    <a:pt x="412347" y="421858"/>
                  </a:lnTo>
                  <a:lnTo>
                    <a:pt x="414633" y="422420"/>
                  </a:lnTo>
                  <a:lnTo>
                    <a:pt x="421667" y="423055"/>
                  </a:lnTo>
                  <a:lnTo>
                    <a:pt x="422746" y="426252"/>
                  </a:lnTo>
                  <a:lnTo>
                    <a:pt x="446620" y="434703"/>
                  </a:lnTo>
                  <a:lnTo>
                    <a:pt x="448906" y="434928"/>
                  </a:lnTo>
                  <a:lnTo>
                    <a:pt x="451592" y="434875"/>
                  </a:lnTo>
                  <a:lnTo>
                    <a:pt x="452152" y="435348"/>
                  </a:lnTo>
                  <a:lnTo>
                    <a:pt x="453369" y="435727"/>
                  </a:lnTo>
                  <a:lnTo>
                    <a:pt x="454734" y="435828"/>
                  </a:lnTo>
                  <a:lnTo>
                    <a:pt x="454729" y="436871"/>
                  </a:lnTo>
                  <a:lnTo>
                    <a:pt x="454951" y="437378"/>
                  </a:lnTo>
                  <a:lnTo>
                    <a:pt x="456557" y="438657"/>
                  </a:lnTo>
                  <a:lnTo>
                    <a:pt x="457798" y="438988"/>
                  </a:lnTo>
                  <a:lnTo>
                    <a:pt x="458566" y="439788"/>
                  </a:lnTo>
                  <a:lnTo>
                    <a:pt x="459294" y="441216"/>
                  </a:lnTo>
                  <a:lnTo>
                    <a:pt x="459557" y="442800"/>
                  </a:lnTo>
                  <a:lnTo>
                    <a:pt x="459246" y="445981"/>
                  </a:lnTo>
                  <a:lnTo>
                    <a:pt x="459446" y="447280"/>
                  </a:lnTo>
                  <a:lnTo>
                    <a:pt x="458995" y="448302"/>
                  </a:lnTo>
                  <a:lnTo>
                    <a:pt x="458386" y="448629"/>
                  </a:lnTo>
                  <a:lnTo>
                    <a:pt x="458069" y="449841"/>
                  </a:lnTo>
                  <a:lnTo>
                    <a:pt x="458484" y="450235"/>
                  </a:lnTo>
                  <a:lnTo>
                    <a:pt x="458342" y="450672"/>
                  </a:lnTo>
                  <a:lnTo>
                    <a:pt x="457953" y="451076"/>
                  </a:lnTo>
                  <a:lnTo>
                    <a:pt x="456624" y="451506"/>
                  </a:lnTo>
                  <a:lnTo>
                    <a:pt x="456651" y="452948"/>
                  </a:lnTo>
                  <a:lnTo>
                    <a:pt x="455937" y="454609"/>
                  </a:lnTo>
                  <a:lnTo>
                    <a:pt x="456112" y="455588"/>
                  </a:lnTo>
                  <a:lnTo>
                    <a:pt x="455748" y="456446"/>
                  </a:lnTo>
                  <a:lnTo>
                    <a:pt x="456940" y="461546"/>
                  </a:lnTo>
                  <a:lnTo>
                    <a:pt x="458654" y="463734"/>
                  </a:lnTo>
                  <a:lnTo>
                    <a:pt x="460016" y="464907"/>
                  </a:lnTo>
                  <a:lnTo>
                    <a:pt x="462976" y="471404"/>
                  </a:lnTo>
                  <a:lnTo>
                    <a:pt x="463047" y="472132"/>
                  </a:lnTo>
                  <a:lnTo>
                    <a:pt x="462721" y="472901"/>
                  </a:lnTo>
                  <a:lnTo>
                    <a:pt x="462279" y="473724"/>
                  </a:lnTo>
                  <a:lnTo>
                    <a:pt x="461593" y="474379"/>
                  </a:lnTo>
                  <a:lnTo>
                    <a:pt x="461319" y="475156"/>
                  </a:lnTo>
                  <a:lnTo>
                    <a:pt x="460932" y="476567"/>
                  </a:lnTo>
                  <a:lnTo>
                    <a:pt x="460922" y="477977"/>
                  </a:lnTo>
                  <a:lnTo>
                    <a:pt x="462699" y="481757"/>
                  </a:lnTo>
                  <a:lnTo>
                    <a:pt x="462772" y="483017"/>
                  </a:lnTo>
                  <a:lnTo>
                    <a:pt x="468736" y="492214"/>
                  </a:lnTo>
                  <a:lnTo>
                    <a:pt x="471891" y="493139"/>
                  </a:lnTo>
                  <a:lnTo>
                    <a:pt x="472999" y="494340"/>
                  </a:lnTo>
                  <a:lnTo>
                    <a:pt x="474085" y="496562"/>
                  </a:lnTo>
                  <a:lnTo>
                    <a:pt x="475218" y="497100"/>
                  </a:lnTo>
                  <a:lnTo>
                    <a:pt x="475606" y="497919"/>
                  </a:lnTo>
                  <a:lnTo>
                    <a:pt x="474186" y="499057"/>
                  </a:lnTo>
                  <a:lnTo>
                    <a:pt x="470152" y="498900"/>
                  </a:lnTo>
                  <a:lnTo>
                    <a:pt x="469743" y="499362"/>
                  </a:lnTo>
                  <a:lnTo>
                    <a:pt x="469559" y="500122"/>
                  </a:lnTo>
                  <a:lnTo>
                    <a:pt x="467748" y="503456"/>
                  </a:lnTo>
                  <a:lnTo>
                    <a:pt x="467632" y="504118"/>
                  </a:lnTo>
                  <a:lnTo>
                    <a:pt x="466240" y="505589"/>
                  </a:lnTo>
                  <a:lnTo>
                    <a:pt x="468153" y="509319"/>
                  </a:lnTo>
                  <a:lnTo>
                    <a:pt x="468612" y="509527"/>
                  </a:lnTo>
                  <a:lnTo>
                    <a:pt x="470242" y="511201"/>
                  </a:lnTo>
                  <a:lnTo>
                    <a:pt x="472589" y="511886"/>
                  </a:lnTo>
                  <a:lnTo>
                    <a:pt x="473831" y="513142"/>
                  </a:lnTo>
                  <a:lnTo>
                    <a:pt x="473793" y="513976"/>
                  </a:lnTo>
                  <a:lnTo>
                    <a:pt x="474545" y="515652"/>
                  </a:lnTo>
                  <a:lnTo>
                    <a:pt x="474837" y="516891"/>
                  </a:lnTo>
                  <a:lnTo>
                    <a:pt x="473497" y="517152"/>
                  </a:lnTo>
                  <a:lnTo>
                    <a:pt x="473762" y="519043"/>
                  </a:lnTo>
                  <a:lnTo>
                    <a:pt x="475575" y="523923"/>
                  </a:lnTo>
                  <a:lnTo>
                    <a:pt x="475981" y="526957"/>
                  </a:lnTo>
                  <a:lnTo>
                    <a:pt x="472767" y="531476"/>
                  </a:lnTo>
                  <a:lnTo>
                    <a:pt x="471267" y="532441"/>
                  </a:lnTo>
                  <a:lnTo>
                    <a:pt x="469788" y="532861"/>
                  </a:lnTo>
                  <a:lnTo>
                    <a:pt x="468893" y="533713"/>
                  </a:lnTo>
                  <a:lnTo>
                    <a:pt x="467684" y="535438"/>
                  </a:lnTo>
                  <a:lnTo>
                    <a:pt x="466634" y="538996"/>
                  </a:lnTo>
                  <a:lnTo>
                    <a:pt x="465568" y="541219"/>
                  </a:lnTo>
                  <a:lnTo>
                    <a:pt x="465730" y="541804"/>
                  </a:lnTo>
                  <a:lnTo>
                    <a:pt x="465417" y="543962"/>
                  </a:lnTo>
                  <a:lnTo>
                    <a:pt x="465860" y="544852"/>
                  </a:lnTo>
                  <a:lnTo>
                    <a:pt x="466009" y="545812"/>
                  </a:lnTo>
                  <a:lnTo>
                    <a:pt x="466371" y="551553"/>
                  </a:lnTo>
                  <a:lnTo>
                    <a:pt x="465551" y="553328"/>
                  </a:lnTo>
                  <a:lnTo>
                    <a:pt x="465322" y="555317"/>
                  </a:lnTo>
                  <a:lnTo>
                    <a:pt x="465678" y="557344"/>
                  </a:lnTo>
                  <a:lnTo>
                    <a:pt x="465368" y="558582"/>
                  </a:lnTo>
                  <a:lnTo>
                    <a:pt x="465818" y="559320"/>
                  </a:lnTo>
                  <a:lnTo>
                    <a:pt x="465322" y="561531"/>
                  </a:lnTo>
                  <a:lnTo>
                    <a:pt x="463887" y="564412"/>
                  </a:lnTo>
                  <a:lnTo>
                    <a:pt x="464355" y="567558"/>
                  </a:lnTo>
                  <a:lnTo>
                    <a:pt x="464171" y="571073"/>
                  </a:lnTo>
                  <a:lnTo>
                    <a:pt x="463614" y="573202"/>
                  </a:lnTo>
                  <a:lnTo>
                    <a:pt x="463256" y="576031"/>
                  </a:lnTo>
                  <a:lnTo>
                    <a:pt x="462497" y="577648"/>
                  </a:lnTo>
                  <a:lnTo>
                    <a:pt x="461953" y="580127"/>
                  </a:lnTo>
                  <a:lnTo>
                    <a:pt x="462073" y="585504"/>
                  </a:lnTo>
                  <a:lnTo>
                    <a:pt x="461578" y="586321"/>
                  </a:lnTo>
                  <a:lnTo>
                    <a:pt x="461006" y="586633"/>
                  </a:lnTo>
                  <a:lnTo>
                    <a:pt x="458941" y="586798"/>
                  </a:lnTo>
                  <a:lnTo>
                    <a:pt x="458166" y="587239"/>
                  </a:lnTo>
                  <a:lnTo>
                    <a:pt x="457705" y="588025"/>
                  </a:lnTo>
                  <a:lnTo>
                    <a:pt x="457163" y="588420"/>
                  </a:lnTo>
                  <a:lnTo>
                    <a:pt x="456217" y="588561"/>
                  </a:lnTo>
                  <a:lnTo>
                    <a:pt x="455793" y="589651"/>
                  </a:lnTo>
                  <a:lnTo>
                    <a:pt x="455852" y="591736"/>
                  </a:lnTo>
                  <a:lnTo>
                    <a:pt x="454670" y="592199"/>
                  </a:lnTo>
                  <a:lnTo>
                    <a:pt x="453914" y="592042"/>
                  </a:lnTo>
                  <a:lnTo>
                    <a:pt x="453509" y="593077"/>
                  </a:lnTo>
                  <a:lnTo>
                    <a:pt x="453489" y="594471"/>
                  </a:lnTo>
                  <a:lnTo>
                    <a:pt x="454649" y="595902"/>
                  </a:lnTo>
                  <a:lnTo>
                    <a:pt x="454553" y="597224"/>
                  </a:lnTo>
                  <a:lnTo>
                    <a:pt x="455877" y="598773"/>
                  </a:lnTo>
                  <a:lnTo>
                    <a:pt x="458234" y="599964"/>
                  </a:lnTo>
                  <a:lnTo>
                    <a:pt x="460803" y="600225"/>
                  </a:lnTo>
                  <a:lnTo>
                    <a:pt x="462652" y="601622"/>
                  </a:lnTo>
                  <a:lnTo>
                    <a:pt x="463539" y="602621"/>
                  </a:lnTo>
                  <a:lnTo>
                    <a:pt x="465185" y="603262"/>
                  </a:lnTo>
                  <a:lnTo>
                    <a:pt x="467053" y="604647"/>
                  </a:lnTo>
                  <a:lnTo>
                    <a:pt x="468410" y="604266"/>
                  </a:lnTo>
                  <a:lnTo>
                    <a:pt x="470238" y="604128"/>
                  </a:lnTo>
                  <a:lnTo>
                    <a:pt x="471038" y="603135"/>
                  </a:lnTo>
                  <a:lnTo>
                    <a:pt x="471701" y="602768"/>
                  </a:lnTo>
                  <a:lnTo>
                    <a:pt x="473100" y="603052"/>
                  </a:lnTo>
                  <a:lnTo>
                    <a:pt x="474155" y="602967"/>
                  </a:lnTo>
                  <a:lnTo>
                    <a:pt x="476887" y="602326"/>
                  </a:lnTo>
                  <a:lnTo>
                    <a:pt x="477176" y="601732"/>
                  </a:lnTo>
                  <a:lnTo>
                    <a:pt x="477166" y="600226"/>
                  </a:lnTo>
                  <a:lnTo>
                    <a:pt x="479114" y="599261"/>
                  </a:lnTo>
                  <a:lnTo>
                    <a:pt x="479914" y="598441"/>
                  </a:lnTo>
                  <a:lnTo>
                    <a:pt x="481842" y="598618"/>
                  </a:lnTo>
                  <a:lnTo>
                    <a:pt x="483741" y="597425"/>
                  </a:lnTo>
                  <a:lnTo>
                    <a:pt x="484429" y="597555"/>
                  </a:lnTo>
                  <a:lnTo>
                    <a:pt x="484513" y="598863"/>
                  </a:lnTo>
                  <a:lnTo>
                    <a:pt x="483641" y="600321"/>
                  </a:lnTo>
                  <a:lnTo>
                    <a:pt x="483524" y="601246"/>
                  </a:lnTo>
                  <a:lnTo>
                    <a:pt x="483029" y="602264"/>
                  </a:lnTo>
                  <a:lnTo>
                    <a:pt x="483043" y="603892"/>
                  </a:lnTo>
                  <a:lnTo>
                    <a:pt x="484017" y="604486"/>
                  </a:lnTo>
                  <a:lnTo>
                    <a:pt x="488235" y="610772"/>
                  </a:lnTo>
                  <a:lnTo>
                    <a:pt x="488527" y="612150"/>
                  </a:lnTo>
                  <a:lnTo>
                    <a:pt x="490932" y="612020"/>
                  </a:lnTo>
                  <a:lnTo>
                    <a:pt x="492577" y="613394"/>
                  </a:lnTo>
                  <a:lnTo>
                    <a:pt x="494496" y="613353"/>
                  </a:lnTo>
                  <a:lnTo>
                    <a:pt x="497584" y="613941"/>
                  </a:lnTo>
                  <a:lnTo>
                    <a:pt x="498804" y="615113"/>
                  </a:lnTo>
                  <a:lnTo>
                    <a:pt x="499407" y="616252"/>
                  </a:lnTo>
                  <a:lnTo>
                    <a:pt x="499582" y="617136"/>
                  </a:lnTo>
                  <a:lnTo>
                    <a:pt x="500104" y="622731"/>
                  </a:lnTo>
                  <a:lnTo>
                    <a:pt x="500656" y="623715"/>
                  </a:lnTo>
                  <a:lnTo>
                    <a:pt x="500856" y="625871"/>
                  </a:lnTo>
                  <a:lnTo>
                    <a:pt x="500545" y="626255"/>
                  </a:lnTo>
                  <a:lnTo>
                    <a:pt x="493350" y="625894"/>
                  </a:lnTo>
                  <a:lnTo>
                    <a:pt x="491625" y="626487"/>
                  </a:lnTo>
                  <a:lnTo>
                    <a:pt x="488424" y="626961"/>
                  </a:lnTo>
                  <a:lnTo>
                    <a:pt x="484966" y="626905"/>
                  </a:lnTo>
                  <a:lnTo>
                    <a:pt x="482689" y="626589"/>
                  </a:lnTo>
                  <a:lnTo>
                    <a:pt x="479659" y="627023"/>
                  </a:lnTo>
                  <a:lnTo>
                    <a:pt x="479029" y="626576"/>
                  </a:lnTo>
                  <a:lnTo>
                    <a:pt x="477794" y="626289"/>
                  </a:lnTo>
                  <a:lnTo>
                    <a:pt x="475834" y="626811"/>
                  </a:lnTo>
                  <a:lnTo>
                    <a:pt x="474556" y="626903"/>
                  </a:lnTo>
                  <a:lnTo>
                    <a:pt x="473000" y="629121"/>
                  </a:lnTo>
                  <a:lnTo>
                    <a:pt x="470184" y="630745"/>
                  </a:lnTo>
                  <a:lnTo>
                    <a:pt x="468984" y="630758"/>
                  </a:lnTo>
                  <a:lnTo>
                    <a:pt x="466981" y="631576"/>
                  </a:lnTo>
                  <a:lnTo>
                    <a:pt x="463977" y="634962"/>
                  </a:lnTo>
                  <a:lnTo>
                    <a:pt x="462783" y="637646"/>
                  </a:lnTo>
                  <a:lnTo>
                    <a:pt x="462331" y="638023"/>
                  </a:lnTo>
                  <a:lnTo>
                    <a:pt x="453573" y="642334"/>
                  </a:lnTo>
                  <a:lnTo>
                    <a:pt x="452556" y="642543"/>
                  </a:lnTo>
                  <a:lnTo>
                    <a:pt x="447738" y="644872"/>
                  </a:lnTo>
                  <a:lnTo>
                    <a:pt x="446837" y="646497"/>
                  </a:lnTo>
                  <a:lnTo>
                    <a:pt x="446722" y="647956"/>
                  </a:lnTo>
                  <a:lnTo>
                    <a:pt x="446212" y="648504"/>
                  </a:lnTo>
                  <a:lnTo>
                    <a:pt x="445371" y="648631"/>
                  </a:lnTo>
                  <a:lnTo>
                    <a:pt x="444617" y="649909"/>
                  </a:lnTo>
                  <a:lnTo>
                    <a:pt x="444488" y="651072"/>
                  </a:lnTo>
                  <a:lnTo>
                    <a:pt x="443926" y="651679"/>
                  </a:lnTo>
                  <a:lnTo>
                    <a:pt x="443219" y="653237"/>
                  </a:lnTo>
                  <a:lnTo>
                    <a:pt x="443095" y="654675"/>
                  </a:lnTo>
                  <a:lnTo>
                    <a:pt x="440802" y="656442"/>
                  </a:lnTo>
                  <a:lnTo>
                    <a:pt x="440107" y="656368"/>
                  </a:lnTo>
                  <a:lnTo>
                    <a:pt x="438916" y="656828"/>
                  </a:lnTo>
                  <a:lnTo>
                    <a:pt x="438700" y="657575"/>
                  </a:lnTo>
                  <a:lnTo>
                    <a:pt x="438057" y="658121"/>
                  </a:lnTo>
                  <a:lnTo>
                    <a:pt x="437680" y="658878"/>
                  </a:lnTo>
                  <a:lnTo>
                    <a:pt x="437359" y="658979"/>
                  </a:lnTo>
                  <a:lnTo>
                    <a:pt x="437411" y="660973"/>
                  </a:lnTo>
                  <a:lnTo>
                    <a:pt x="436107" y="662394"/>
                  </a:lnTo>
                  <a:lnTo>
                    <a:pt x="435214" y="664176"/>
                  </a:lnTo>
                  <a:lnTo>
                    <a:pt x="433207" y="665629"/>
                  </a:lnTo>
                  <a:lnTo>
                    <a:pt x="432635" y="666236"/>
                  </a:lnTo>
                  <a:lnTo>
                    <a:pt x="432231" y="667168"/>
                  </a:lnTo>
                  <a:lnTo>
                    <a:pt x="431015" y="667807"/>
                  </a:lnTo>
                  <a:lnTo>
                    <a:pt x="431004" y="668375"/>
                  </a:lnTo>
                  <a:lnTo>
                    <a:pt x="429464" y="670796"/>
                  </a:lnTo>
                  <a:lnTo>
                    <a:pt x="429085" y="672068"/>
                  </a:lnTo>
                  <a:lnTo>
                    <a:pt x="427634" y="672964"/>
                  </a:lnTo>
                  <a:lnTo>
                    <a:pt x="426503" y="674617"/>
                  </a:lnTo>
                  <a:lnTo>
                    <a:pt x="426102" y="674740"/>
                  </a:lnTo>
                  <a:lnTo>
                    <a:pt x="426013" y="675098"/>
                  </a:lnTo>
                  <a:lnTo>
                    <a:pt x="425609" y="675349"/>
                  </a:lnTo>
                  <a:lnTo>
                    <a:pt x="425321" y="676236"/>
                  </a:lnTo>
                  <a:lnTo>
                    <a:pt x="424878" y="676455"/>
                  </a:lnTo>
                  <a:lnTo>
                    <a:pt x="425298" y="678562"/>
                  </a:lnTo>
                  <a:lnTo>
                    <a:pt x="425047" y="679449"/>
                  </a:lnTo>
                  <a:lnTo>
                    <a:pt x="425355" y="679737"/>
                  </a:lnTo>
                  <a:lnTo>
                    <a:pt x="424836" y="680910"/>
                  </a:lnTo>
                  <a:lnTo>
                    <a:pt x="424722" y="681984"/>
                  </a:lnTo>
                  <a:lnTo>
                    <a:pt x="425071" y="682191"/>
                  </a:lnTo>
                  <a:lnTo>
                    <a:pt x="425757" y="683600"/>
                  </a:lnTo>
                  <a:lnTo>
                    <a:pt x="426710" y="684643"/>
                  </a:lnTo>
                  <a:lnTo>
                    <a:pt x="426589" y="685834"/>
                  </a:lnTo>
                  <a:lnTo>
                    <a:pt x="425452" y="688212"/>
                  </a:lnTo>
                  <a:lnTo>
                    <a:pt x="424277" y="688630"/>
                  </a:lnTo>
                  <a:lnTo>
                    <a:pt x="424295" y="689063"/>
                  </a:lnTo>
                  <a:lnTo>
                    <a:pt x="423855" y="689180"/>
                  </a:lnTo>
                  <a:lnTo>
                    <a:pt x="423154" y="690025"/>
                  </a:lnTo>
                  <a:lnTo>
                    <a:pt x="423094" y="690695"/>
                  </a:lnTo>
                  <a:lnTo>
                    <a:pt x="422716" y="691320"/>
                  </a:lnTo>
                  <a:lnTo>
                    <a:pt x="421795" y="691850"/>
                  </a:lnTo>
                  <a:lnTo>
                    <a:pt x="421787" y="692305"/>
                  </a:lnTo>
                  <a:lnTo>
                    <a:pt x="421407" y="692443"/>
                  </a:lnTo>
                  <a:lnTo>
                    <a:pt x="420015" y="694133"/>
                  </a:lnTo>
                  <a:lnTo>
                    <a:pt x="419378" y="694272"/>
                  </a:lnTo>
                  <a:lnTo>
                    <a:pt x="418757" y="694450"/>
                  </a:lnTo>
                  <a:lnTo>
                    <a:pt x="418668" y="695184"/>
                  </a:lnTo>
                  <a:lnTo>
                    <a:pt x="417851" y="695472"/>
                  </a:lnTo>
                  <a:lnTo>
                    <a:pt x="417367" y="696492"/>
                  </a:lnTo>
                  <a:lnTo>
                    <a:pt x="416632" y="696931"/>
                  </a:lnTo>
                  <a:lnTo>
                    <a:pt x="416317" y="697496"/>
                  </a:lnTo>
                  <a:lnTo>
                    <a:pt x="416592" y="698374"/>
                  </a:lnTo>
                  <a:lnTo>
                    <a:pt x="416383" y="698951"/>
                  </a:lnTo>
                  <a:lnTo>
                    <a:pt x="416978" y="700216"/>
                  </a:lnTo>
                  <a:lnTo>
                    <a:pt x="416212" y="701178"/>
                  </a:lnTo>
                  <a:lnTo>
                    <a:pt x="416379" y="701688"/>
                  </a:lnTo>
                  <a:lnTo>
                    <a:pt x="416116" y="702450"/>
                  </a:lnTo>
                  <a:lnTo>
                    <a:pt x="415291" y="702573"/>
                  </a:lnTo>
                  <a:lnTo>
                    <a:pt x="414968" y="702853"/>
                  </a:lnTo>
                  <a:lnTo>
                    <a:pt x="414571" y="703416"/>
                  </a:lnTo>
                  <a:lnTo>
                    <a:pt x="414777" y="703890"/>
                  </a:lnTo>
                  <a:lnTo>
                    <a:pt x="414459" y="704656"/>
                  </a:lnTo>
                  <a:lnTo>
                    <a:pt x="413514" y="705171"/>
                  </a:lnTo>
                  <a:lnTo>
                    <a:pt x="413216" y="705582"/>
                  </a:lnTo>
                  <a:lnTo>
                    <a:pt x="412583" y="705764"/>
                  </a:lnTo>
                  <a:lnTo>
                    <a:pt x="412471" y="706316"/>
                  </a:lnTo>
                  <a:lnTo>
                    <a:pt x="411701" y="706781"/>
                  </a:lnTo>
                  <a:lnTo>
                    <a:pt x="411244" y="706675"/>
                  </a:lnTo>
                  <a:lnTo>
                    <a:pt x="408830" y="708325"/>
                  </a:lnTo>
                  <a:lnTo>
                    <a:pt x="408326" y="706912"/>
                  </a:lnTo>
                  <a:lnTo>
                    <a:pt x="405988" y="703733"/>
                  </a:lnTo>
                  <a:lnTo>
                    <a:pt x="403526" y="697059"/>
                  </a:lnTo>
                  <a:lnTo>
                    <a:pt x="402792" y="690720"/>
                  </a:lnTo>
                  <a:lnTo>
                    <a:pt x="402446" y="684392"/>
                  </a:lnTo>
                  <a:lnTo>
                    <a:pt x="401706" y="681151"/>
                  </a:lnTo>
                  <a:lnTo>
                    <a:pt x="400281" y="677160"/>
                  </a:lnTo>
                  <a:lnTo>
                    <a:pt x="399515" y="673978"/>
                  </a:lnTo>
                  <a:lnTo>
                    <a:pt x="398062" y="671190"/>
                  </a:lnTo>
                  <a:lnTo>
                    <a:pt x="395573" y="668049"/>
                  </a:lnTo>
                  <a:lnTo>
                    <a:pt x="394522" y="666697"/>
                  </a:lnTo>
                  <a:lnTo>
                    <a:pt x="393498" y="665987"/>
                  </a:lnTo>
                  <a:lnTo>
                    <a:pt x="381857" y="659127"/>
                  </a:lnTo>
                  <a:lnTo>
                    <a:pt x="375652" y="654839"/>
                  </a:lnTo>
                  <a:lnTo>
                    <a:pt x="370657" y="651724"/>
                  </a:lnTo>
                  <a:lnTo>
                    <a:pt x="367501" y="648448"/>
                  </a:lnTo>
                  <a:lnTo>
                    <a:pt x="364873" y="646281"/>
                  </a:lnTo>
                  <a:lnTo>
                    <a:pt x="363501" y="644961"/>
                  </a:lnTo>
                  <a:lnTo>
                    <a:pt x="361200" y="641359"/>
                  </a:lnTo>
                  <a:lnTo>
                    <a:pt x="360131" y="640342"/>
                  </a:lnTo>
                  <a:lnTo>
                    <a:pt x="353272" y="636388"/>
                  </a:lnTo>
                  <a:lnTo>
                    <a:pt x="351688" y="634644"/>
                  </a:lnTo>
                  <a:lnTo>
                    <a:pt x="349880" y="631865"/>
                  </a:lnTo>
                  <a:lnTo>
                    <a:pt x="349013" y="630962"/>
                  </a:lnTo>
                  <a:lnTo>
                    <a:pt x="342776" y="626505"/>
                  </a:lnTo>
                  <a:lnTo>
                    <a:pt x="341070" y="626062"/>
                  </a:lnTo>
                  <a:lnTo>
                    <a:pt x="338087" y="626255"/>
                  </a:lnTo>
                  <a:lnTo>
                    <a:pt x="334666" y="627110"/>
                  </a:lnTo>
                  <a:lnTo>
                    <a:pt x="331619" y="628345"/>
                  </a:lnTo>
                  <a:lnTo>
                    <a:pt x="325140" y="629890"/>
                  </a:lnTo>
                  <a:lnTo>
                    <a:pt x="320518" y="629557"/>
                  </a:lnTo>
                  <a:lnTo>
                    <a:pt x="318444" y="629250"/>
                  </a:lnTo>
                  <a:lnTo>
                    <a:pt x="315786" y="630061"/>
                  </a:lnTo>
                  <a:lnTo>
                    <a:pt x="314157" y="631092"/>
                  </a:lnTo>
                  <a:lnTo>
                    <a:pt x="313015" y="632300"/>
                  </a:lnTo>
                  <a:lnTo>
                    <a:pt x="312407" y="633741"/>
                  </a:lnTo>
                  <a:lnTo>
                    <a:pt x="310995" y="634925"/>
                  </a:lnTo>
                  <a:lnTo>
                    <a:pt x="308162" y="636467"/>
                  </a:lnTo>
                  <a:lnTo>
                    <a:pt x="305546" y="636793"/>
                  </a:lnTo>
                  <a:lnTo>
                    <a:pt x="301700" y="635533"/>
                  </a:lnTo>
                  <a:lnTo>
                    <a:pt x="299618" y="634235"/>
                  </a:lnTo>
                  <a:lnTo>
                    <a:pt x="294519" y="630065"/>
                  </a:lnTo>
                  <a:lnTo>
                    <a:pt x="292710" y="627891"/>
                  </a:lnTo>
                  <a:lnTo>
                    <a:pt x="292054" y="627330"/>
                  </a:lnTo>
                  <a:lnTo>
                    <a:pt x="291089" y="625655"/>
                  </a:lnTo>
                  <a:lnTo>
                    <a:pt x="289010" y="620141"/>
                  </a:lnTo>
                  <a:lnTo>
                    <a:pt x="286581" y="616480"/>
                  </a:lnTo>
                  <a:lnTo>
                    <a:pt x="285512" y="615468"/>
                  </a:lnTo>
                  <a:lnTo>
                    <a:pt x="280235" y="612744"/>
                  </a:lnTo>
                  <a:lnTo>
                    <a:pt x="277590" y="610648"/>
                  </a:lnTo>
                  <a:lnTo>
                    <a:pt x="274442" y="608826"/>
                  </a:lnTo>
                  <a:lnTo>
                    <a:pt x="272359" y="607134"/>
                  </a:lnTo>
                  <a:lnTo>
                    <a:pt x="269978" y="605905"/>
                  </a:lnTo>
                  <a:lnTo>
                    <a:pt x="270387" y="604856"/>
                  </a:lnTo>
                  <a:lnTo>
                    <a:pt x="270212" y="603019"/>
                  </a:lnTo>
                  <a:lnTo>
                    <a:pt x="270744" y="601711"/>
                  </a:lnTo>
                  <a:lnTo>
                    <a:pt x="272927" y="599838"/>
                  </a:lnTo>
                  <a:lnTo>
                    <a:pt x="274006" y="598421"/>
                  </a:lnTo>
                  <a:lnTo>
                    <a:pt x="274933" y="598193"/>
                  </a:lnTo>
                  <a:lnTo>
                    <a:pt x="276208" y="596535"/>
                  </a:lnTo>
                  <a:lnTo>
                    <a:pt x="276171" y="596097"/>
                  </a:lnTo>
                  <a:lnTo>
                    <a:pt x="275700" y="595418"/>
                  </a:lnTo>
                  <a:lnTo>
                    <a:pt x="275407" y="594033"/>
                  </a:lnTo>
                  <a:lnTo>
                    <a:pt x="273425" y="592637"/>
                  </a:lnTo>
                  <a:lnTo>
                    <a:pt x="274124" y="591891"/>
                  </a:lnTo>
                  <a:lnTo>
                    <a:pt x="274698" y="590548"/>
                  </a:lnTo>
                  <a:lnTo>
                    <a:pt x="275814" y="589428"/>
                  </a:lnTo>
                  <a:lnTo>
                    <a:pt x="274171" y="589142"/>
                  </a:lnTo>
                  <a:lnTo>
                    <a:pt x="273523" y="589378"/>
                  </a:lnTo>
                  <a:lnTo>
                    <a:pt x="272889" y="590106"/>
                  </a:lnTo>
                  <a:lnTo>
                    <a:pt x="269665" y="589675"/>
                  </a:lnTo>
                  <a:lnTo>
                    <a:pt x="267887" y="590702"/>
                  </a:lnTo>
                  <a:lnTo>
                    <a:pt x="265490" y="590785"/>
                  </a:lnTo>
                  <a:lnTo>
                    <a:pt x="263518" y="590381"/>
                  </a:lnTo>
                  <a:lnTo>
                    <a:pt x="261230" y="591413"/>
                  </a:lnTo>
                  <a:lnTo>
                    <a:pt x="259463" y="591761"/>
                  </a:lnTo>
                  <a:lnTo>
                    <a:pt x="257567" y="592710"/>
                  </a:lnTo>
                  <a:lnTo>
                    <a:pt x="255290" y="594220"/>
                  </a:lnTo>
                  <a:lnTo>
                    <a:pt x="255053" y="594477"/>
                  </a:lnTo>
                  <a:lnTo>
                    <a:pt x="255281" y="595286"/>
                  </a:lnTo>
                  <a:lnTo>
                    <a:pt x="254559" y="595967"/>
                  </a:lnTo>
                  <a:lnTo>
                    <a:pt x="252826" y="596387"/>
                  </a:lnTo>
                  <a:lnTo>
                    <a:pt x="251843" y="596927"/>
                  </a:lnTo>
                  <a:lnTo>
                    <a:pt x="250566" y="596906"/>
                  </a:lnTo>
                  <a:lnTo>
                    <a:pt x="250064" y="596490"/>
                  </a:lnTo>
                  <a:lnTo>
                    <a:pt x="247138" y="597297"/>
                  </a:lnTo>
                  <a:lnTo>
                    <a:pt x="245175" y="597275"/>
                  </a:lnTo>
                  <a:lnTo>
                    <a:pt x="243393" y="596796"/>
                  </a:lnTo>
                  <a:lnTo>
                    <a:pt x="241105" y="596681"/>
                  </a:lnTo>
                  <a:lnTo>
                    <a:pt x="239066" y="596170"/>
                  </a:lnTo>
                  <a:lnTo>
                    <a:pt x="238440" y="596319"/>
                  </a:lnTo>
                  <a:lnTo>
                    <a:pt x="236845" y="596175"/>
                  </a:lnTo>
                  <a:lnTo>
                    <a:pt x="236131" y="596397"/>
                  </a:lnTo>
                  <a:lnTo>
                    <a:pt x="235165" y="596174"/>
                  </a:lnTo>
                  <a:lnTo>
                    <a:pt x="232119" y="597105"/>
                  </a:lnTo>
                  <a:lnTo>
                    <a:pt x="230695" y="596306"/>
                  </a:lnTo>
                  <a:lnTo>
                    <a:pt x="230270" y="596530"/>
                  </a:lnTo>
                  <a:lnTo>
                    <a:pt x="230216" y="596240"/>
                  </a:lnTo>
                  <a:lnTo>
                    <a:pt x="229095" y="595490"/>
                  </a:lnTo>
                  <a:lnTo>
                    <a:pt x="226867" y="595608"/>
                  </a:lnTo>
                  <a:lnTo>
                    <a:pt x="224524" y="594690"/>
                  </a:lnTo>
                  <a:lnTo>
                    <a:pt x="219711" y="594036"/>
                  </a:lnTo>
                  <a:lnTo>
                    <a:pt x="218853" y="593711"/>
                  </a:lnTo>
                  <a:lnTo>
                    <a:pt x="217145" y="593943"/>
                  </a:lnTo>
                  <a:lnTo>
                    <a:pt x="216479" y="593165"/>
                  </a:lnTo>
                  <a:lnTo>
                    <a:pt x="214981" y="590380"/>
                  </a:lnTo>
                  <a:lnTo>
                    <a:pt x="214889" y="588857"/>
                  </a:lnTo>
                  <a:lnTo>
                    <a:pt x="213838" y="587672"/>
                  </a:lnTo>
                  <a:lnTo>
                    <a:pt x="213604" y="586598"/>
                  </a:lnTo>
                  <a:lnTo>
                    <a:pt x="212721" y="585574"/>
                  </a:lnTo>
                  <a:lnTo>
                    <a:pt x="213059" y="582319"/>
                  </a:lnTo>
                  <a:lnTo>
                    <a:pt x="211997" y="578295"/>
                  </a:lnTo>
                  <a:lnTo>
                    <a:pt x="213708" y="574355"/>
                  </a:lnTo>
                  <a:lnTo>
                    <a:pt x="212834" y="572777"/>
                  </a:lnTo>
                  <a:lnTo>
                    <a:pt x="212513" y="570096"/>
                  </a:lnTo>
                  <a:lnTo>
                    <a:pt x="209676" y="567775"/>
                  </a:lnTo>
                  <a:lnTo>
                    <a:pt x="206388" y="566654"/>
                  </a:lnTo>
                  <a:lnTo>
                    <a:pt x="201895" y="559847"/>
                  </a:lnTo>
                  <a:lnTo>
                    <a:pt x="200328" y="558217"/>
                  </a:lnTo>
                  <a:lnTo>
                    <a:pt x="198949" y="557611"/>
                  </a:lnTo>
                  <a:lnTo>
                    <a:pt x="197656" y="556642"/>
                  </a:lnTo>
                  <a:lnTo>
                    <a:pt x="196298" y="554449"/>
                  </a:lnTo>
                  <a:lnTo>
                    <a:pt x="196066" y="553658"/>
                  </a:lnTo>
                  <a:lnTo>
                    <a:pt x="194010" y="553673"/>
                  </a:lnTo>
                  <a:lnTo>
                    <a:pt x="192313" y="554694"/>
                  </a:lnTo>
                  <a:lnTo>
                    <a:pt x="190850" y="553857"/>
                  </a:lnTo>
                  <a:lnTo>
                    <a:pt x="190234" y="552401"/>
                  </a:lnTo>
                  <a:lnTo>
                    <a:pt x="189221" y="551277"/>
                  </a:lnTo>
                  <a:lnTo>
                    <a:pt x="188474" y="548095"/>
                  </a:lnTo>
                  <a:lnTo>
                    <a:pt x="187579" y="546428"/>
                  </a:lnTo>
                  <a:lnTo>
                    <a:pt x="185094" y="543843"/>
                  </a:lnTo>
                  <a:lnTo>
                    <a:pt x="184861" y="543929"/>
                  </a:lnTo>
                  <a:lnTo>
                    <a:pt x="183505" y="542685"/>
                  </a:lnTo>
                  <a:lnTo>
                    <a:pt x="183609" y="542067"/>
                  </a:lnTo>
                  <a:lnTo>
                    <a:pt x="182974" y="542285"/>
                  </a:lnTo>
                  <a:lnTo>
                    <a:pt x="181767" y="539515"/>
                  </a:lnTo>
                  <a:lnTo>
                    <a:pt x="179005" y="538320"/>
                  </a:lnTo>
                  <a:lnTo>
                    <a:pt x="178634" y="537354"/>
                  </a:lnTo>
                  <a:lnTo>
                    <a:pt x="178748" y="536197"/>
                  </a:lnTo>
                  <a:lnTo>
                    <a:pt x="177692" y="534823"/>
                  </a:lnTo>
                  <a:lnTo>
                    <a:pt x="177279" y="534761"/>
                  </a:lnTo>
                  <a:lnTo>
                    <a:pt x="174474" y="533968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pg35">
              <a:extLst>
                <a:ext uri="{FF2B5EF4-FFF2-40B4-BE49-F238E27FC236}">
                  <a16:creationId xmlns:a16="http://schemas.microsoft.com/office/drawing/2014/main" id="{1AE9FE38-E7FA-8A92-9E8D-7D18F558FC97}"/>
                </a:ext>
              </a:extLst>
            </p:cNvPr>
            <p:cNvSpPr/>
            <p:nvPr/>
          </p:nvSpPr>
          <p:spPr>
            <a:xfrm>
              <a:off x="5028345" y="3503305"/>
              <a:ext cx="519448" cy="474594"/>
            </a:xfrm>
            <a:custGeom>
              <a:avLst/>
              <a:gdLst/>
              <a:ahLst/>
              <a:cxnLst/>
              <a:rect l="0" t="0" r="0" b="0"/>
              <a:pathLst>
                <a:path w="519448" h="474594">
                  <a:moveTo>
                    <a:pt x="245988" y="444303"/>
                  </a:moveTo>
                  <a:lnTo>
                    <a:pt x="241829" y="450393"/>
                  </a:lnTo>
                  <a:lnTo>
                    <a:pt x="237908" y="448601"/>
                  </a:lnTo>
                  <a:lnTo>
                    <a:pt x="235274" y="449514"/>
                  </a:lnTo>
                  <a:lnTo>
                    <a:pt x="234258" y="449628"/>
                  </a:lnTo>
                  <a:lnTo>
                    <a:pt x="233204" y="450636"/>
                  </a:lnTo>
                  <a:lnTo>
                    <a:pt x="232147" y="451216"/>
                  </a:lnTo>
                  <a:lnTo>
                    <a:pt x="230674" y="451383"/>
                  </a:lnTo>
                  <a:lnTo>
                    <a:pt x="230456" y="452305"/>
                  </a:lnTo>
                  <a:lnTo>
                    <a:pt x="229715" y="452360"/>
                  </a:lnTo>
                  <a:lnTo>
                    <a:pt x="227474" y="454034"/>
                  </a:lnTo>
                  <a:lnTo>
                    <a:pt x="226866" y="455289"/>
                  </a:lnTo>
                  <a:lnTo>
                    <a:pt x="227099" y="457093"/>
                  </a:lnTo>
                  <a:lnTo>
                    <a:pt x="226927" y="457195"/>
                  </a:lnTo>
                  <a:lnTo>
                    <a:pt x="226643" y="456785"/>
                  </a:lnTo>
                  <a:lnTo>
                    <a:pt x="225789" y="456650"/>
                  </a:lnTo>
                  <a:lnTo>
                    <a:pt x="225299" y="456826"/>
                  </a:lnTo>
                  <a:lnTo>
                    <a:pt x="225276" y="457302"/>
                  </a:lnTo>
                  <a:lnTo>
                    <a:pt x="222900" y="457580"/>
                  </a:lnTo>
                  <a:lnTo>
                    <a:pt x="222678" y="458575"/>
                  </a:lnTo>
                  <a:lnTo>
                    <a:pt x="221962" y="458726"/>
                  </a:lnTo>
                  <a:lnTo>
                    <a:pt x="220868" y="457935"/>
                  </a:lnTo>
                  <a:lnTo>
                    <a:pt x="220483" y="458290"/>
                  </a:lnTo>
                  <a:lnTo>
                    <a:pt x="219958" y="458003"/>
                  </a:lnTo>
                  <a:lnTo>
                    <a:pt x="218505" y="457966"/>
                  </a:lnTo>
                  <a:lnTo>
                    <a:pt x="218686" y="459975"/>
                  </a:lnTo>
                  <a:lnTo>
                    <a:pt x="218066" y="460747"/>
                  </a:lnTo>
                  <a:lnTo>
                    <a:pt x="217735" y="460561"/>
                  </a:lnTo>
                  <a:lnTo>
                    <a:pt x="216350" y="460543"/>
                  </a:lnTo>
                  <a:lnTo>
                    <a:pt x="213843" y="461110"/>
                  </a:lnTo>
                  <a:lnTo>
                    <a:pt x="211674" y="461132"/>
                  </a:lnTo>
                  <a:lnTo>
                    <a:pt x="207875" y="461841"/>
                  </a:lnTo>
                  <a:lnTo>
                    <a:pt x="204164" y="461854"/>
                  </a:lnTo>
                  <a:lnTo>
                    <a:pt x="201546" y="462629"/>
                  </a:lnTo>
                  <a:lnTo>
                    <a:pt x="200961" y="462558"/>
                  </a:lnTo>
                  <a:lnTo>
                    <a:pt x="200006" y="463586"/>
                  </a:lnTo>
                  <a:lnTo>
                    <a:pt x="197724" y="464596"/>
                  </a:lnTo>
                  <a:lnTo>
                    <a:pt x="193181" y="464441"/>
                  </a:lnTo>
                  <a:lnTo>
                    <a:pt x="192926" y="462359"/>
                  </a:lnTo>
                  <a:lnTo>
                    <a:pt x="190715" y="461277"/>
                  </a:lnTo>
                  <a:lnTo>
                    <a:pt x="188396" y="462035"/>
                  </a:lnTo>
                  <a:lnTo>
                    <a:pt x="186330" y="462007"/>
                  </a:lnTo>
                  <a:lnTo>
                    <a:pt x="186021" y="461720"/>
                  </a:lnTo>
                  <a:lnTo>
                    <a:pt x="185012" y="461874"/>
                  </a:lnTo>
                  <a:lnTo>
                    <a:pt x="184717" y="461472"/>
                  </a:lnTo>
                  <a:lnTo>
                    <a:pt x="183181" y="463180"/>
                  </a:lnTo>
                  <a:lnTo>
                    <a:pt x="182898" y="463095"/>
                  </a:lnTo>
                  <a:lnTo>
                    <a:pt x="182871" y="462641"/>
                  </a:lnTo>
                  <a:lnTo>
                    <a:pt x="182077" y="462676"/>
                  </a:lnTo>
                  <a:lnTo>
                    <a:pt x="181023" y="463494"/>
                  </a:lnTo>
                  <a:lnTo>
                    <a:pt x="180888" y="463960"/>
                  </a:lnTo>
                  <a:lnTo>
                    <a:pt x="179110" y="465010"/>
                  </a:lnTo>
                  <a:lnTo>
                    <a:pt x="178319" y="464953"/>
                  </a:lnTo>
                  <a:lnTo>
                    <a:pt x="177445" y="465863"/>
                  </a:lnTo>
                  <a:lnTo>
                    <a:pt x="176757" y="467019"/>
                  </a:lnTo>
                  <a:lnTo>
                    <a:pt x="176370" y="467249"/>
                  </a:lnTo>
                  <a:lnTo>
                    <a:pt x="173828" y="468806"/>
                  </a:lnTo>
                  <a:lnTo>
                    <a:pt x="172800" y="469687"/>
                  </a:lnTo>
                  <a:lnTo>
                    <a:pt x="171253" y="470221"/>
                  </a:lnTo>
                  <a:lnTo>
                    <a:pt x="167097" y="473109"/>
                  </a:lnTo>
                  <a:lnTo>
                    <a:pt x="166444" y="473238"/>
                  </a:lnTo>
                  <a:lnTo>
                    <a:pt x="163911" y="474594"/>
                  </a:lnTo>
                  <a:lnTo>
                    <a:pt x="162232" y="474165"/>
                  </a:lnTo>
                  <a:lnTo>
                    <a:pt x="160206" y="474587"/>
                  </a:lnTo>
                  <a:lnTo>
                    <a:pt x="157268" y="474391"/>
                  </a:lnTo>
                  <a:lnTo>
                    <a:pt x="156286" y="473866"/>
                  </a:lnTo>
                  <a:lnTo>
                    <a:pt x="154827" y="474090"/>
                  </a:lnTo>
                  <a:lnTo>
                    <a:pt x="153975" y="473982"/>
                  </a:lnTo>
                  <a:lnTo>
                    <a:pt x="151537" y="470819"/>
                  </a:lnTo>
                  <a:lnTo>
                    <a:pt x="155844" y="470024"/>
                  </a:lnTo>
                  <a:lnTo>
                    <a:pt x="160042" y="470644"/>
                  </a:lnTo>
                  <a:lnTo>
                    <a:pt x="162993" y="469501"/>
                  </a:lnTo>
                  <a:lnTo>
                    <a:pt x="164796" y="469770"/>
                  </a:lnTo>
                  <a:lnTo>
                    <a:pt x="166558" y="469511"/>
                  </a:lnTo>
                  <a:lnTo>
                    <a:pt x="168217" y="468841"/>
                  </a:lnTo>
                  <a:lnTo>
                    <a:pt x="169109" y="468160"/>
                  </a:lnTo>
                  <a:lnTo>
                    <a:pt x="170287" y="467889"/>
                  </a:lnTo>
                  <a:lnTo>
                    <a:pt x="173801" y="465167"/>
                  </a:lnTo>
                  <a:lnTo>
                    <a:pt x="175231" y="461324"/>
                  </a:lnTo>
                  <a:lnTo>
                    <a:pt x="174427" y="459027"/>
                  </a:lnTo>
                  <a:lnTo>
                    <a:pt x="176280" y="458338"/>
                  </a:lnTo>
                  <a:lnTo>
                    <a:pt x="176847" y="457497"/>
                  </a:lnTo>
                  <a:lnTo>
                    <a:pt x="179249" y="456326"/>
                  </a:lnTo>
                  <a:lnTo>
                    <a:pt x="178349" y="456418"/>
                  </a:lnTo>
                  <a:lnTo>
                    <a:pt x="177938" y="456179"/>
                  </a:lnTo>
                  <a:lnTo>
                    <a:pt x="177821" y="455830"/>
                  </a:lnTo>
                  <a:lnTo>
                    <a:pt x="176951" y="455902"/>
                  </a:lnTo>
                  <a:lnTo>
                    <a:pt x="180989" y="447491"/>
                  </a:lnTo>
                  <a:lnTo>
                    <a:pt x="182620" y="444091"/>
                  </a:lnTo>
                  <a:lnTo>
                    <a:pt x="188221" y="432193"/>
                  </a:lnTo>
                  <a:lnTo>
                    <a:pt x="187879" y="431598"/>
                  </a:lnTo>
                  <a:lnTo>
                    <a:pt x="188964" y="430302"/>
                  </a:lnTo>
                  <a:lnTo>
                    <a:pt x="189134" y="429437"/>
                  </a:lnTo>
                  <a:lnTo>
                    <a:pt x="188896" y="429331"/>
                  </a:lnTo>
                  <a:lnTo>
                    <a:pt x="188149" y="429606"/>
                  </a:lnTo>
                  <a:lnTo>
                    <a:pt x="186954" y="429000"/>
                  </a:lnTo>
                  <a:lnTo>
                    <a:pt x="186603" y="429555"/>
                  </a:lnTo>
                  <a:lnTo>
                    <a:pt x="186708" y="429845"/>
                  </a:lnTo>
                  <a:lnTo>
                    <a:pt x="186407" y="430107"/>
                  </a:lnTo>
                  <a:lnTo>
                    <a:pt x="185843" y="430418"/>
                  </a:lnTo>
                  <a:lnTo>
                    <a:pt x="185504" y="430110"/>
                  </a:lnTo>
                  <a:lnTo>
                    <a:pt x="184595" y="430778"/>
                  </a:lnTo>
                  <a:lnTo>
                    <a:pt x="184906" y="429381"/>
                  </a:lnTo>
                  <a:lnTo>
                    <a:pt x="185431" y="428579"/>
                  </a:lnTo>
                  <a:lnTo>
                    <a:pt x="184786" y="428996"/>
                  </a:lnTo>
                  <a:lnTo>
                    <a:pt x="183704" y="428544"/>
                  </a:lnTo>
                  <a:lnTo>
                    <a:pt x="183164" y="428011"/>
                  </a:lnTo>
                  <a:lnTo>
                    <a:pt x="183508" y="427786"/>
                  </a:lnTo>
                  <a:lnTo>
                    <a:pt x="183169" y="427535"/>
                  </a:lnTo>
                  <a:lnTo>
                    <a:pt x="183041" y="426650"/>
                  </a:lnTo>
                  <a:lnTo>
                    <a:pt x="182027" y="425993"/>
                  </a:lnTo>
                  <a:lnTo>
                    <a:pt x="182132" y="425571"/>
                  </a:lnTo>
                  <a:lnTo>
                    <a:pt x="181743" y="425484"/>
                  </a:lnTo>
                  <a:lnTo>
                    <a:pt x="181530" y="425813"/>
                  </a:lnTo>
                  <a:lnTo>
                    <a:pt x="179982" y="425085"/>
                  </a:lnTo>
                  <a:lnTo>
                    <a:pt x="180298" y="424761"/>
                  </a:lnTo>
                  <a:lnTo>
                    <a:pt x="179847" y="424477"/>
                  </a:lnTo>
                  <a:lnTo>
                    <a:pt x="179666" y="424923"/>
                  </a:lnTo>
                  <a:lnTo>
                    <a:pt x="179238" y="424807"/>
                  </a:lnTo>
                  <a:lnTo>
                    <a:pt x="179045" y="424315"/>
                  </a:lnTo>
                  <a:lnTo>
                    <a:pt x="178580" y="424310"/>
                  </a:lnTo>
                  <a:lnTo>
                    <a:pt x="177986" y="423807"/>
                  </a:lnTo>
                  <a:lnTo>
                    <a:pt x="177745" y="423016"/>
                  </a:lnTo>
                  <a:lnTo>
                    <a:pt x="176748" y="422642"/>
                  </a:lnTo>
                  <a:lnTo>
                    <a:pt x="176537" y="421556"/>
                  </a:lnTo>
                  <a:lnTo>
                    <a:pt x="175304" y="421421"/>
                  </a:lnTo>
                  <a:lnTo>
                    <a:pt x="173930" y="420641"/>
                  </a:lnTo>
                  <a:lnTo>
                    <a:pt x="173434" y="419693"/>
                  </a:lnTo>
                  <a:lnTo>
                    <a:pt x="172915" y="419236"/>
                  </a:lnTo>
                  <a:lnTo>
                    <a:pt x="171125" y="418771"/>
                  </a:lnTo>
                  <a:lnTo>
                    <a:pt x="170676" y="418313"/>
                  </a:lnTo>
                  <a:lnTo>
                    <a:pt x="170165" y="416050"/>
                  </a:lnTo>
                  <a:lnTo>
                    <a:pt x="167421" y="416851"/>
                  </a:lnTo>
                  <a:lnTo>
                    <a:pt x="165932" y="416854"/>
                  </a:lnTo>
                  <a:lnTo>
                    <a:pt x="165192" y="413955"/>
                  </a:lnTo>
                  <a:lnTo>
                    <a:pt x="165176" y="412399"/>
                  </a:lnTo>
                  <a:lnTo>
                    <a:pt x="165755" y="410851"/>
                  </a:lnTo>
                  <a:lnTo>
                    <a:pt x="165380" y="410714"/>
                  </a:lnTo>
                  <a:lnTo>
                    <a:pt x="165260" y="409403"/>
                  </a:lnTo>
                  <a:lnTo>
                    <a:pt x="163528" y="408801"/>
                  </a:lnTo>
                  <a:lnTo>
                    <a:pt x="162363" y="410391"/>
                  </a:lnTo>
                  <a:lnTo>
                    <a:pt x="160384" y="410504"/>
                  </a:lnTo>
                  <a:lnTo>
                    <a:pt x="158322" y="409975"/>
                  </a:lnTo>
                  <a:lnTo>
                    <a:pt x="156367" y="409982"/>
                  </a:lnTo>
                  <a:lnTo>
                    <a:pt x="155634" y="409320"/>
                  </a:lnTo>
                  <a:lnTo>
                    <a:pt x="153039" y="409164"/>
                  </a:lnTo>
                  <a:lnTo>
                    <a:pt x="151871" y="408842"/>
                  </a:lnTo>
                  <a:lnTo>
                    <a:pt x="151500" y="408525"/>
                  </a:lnTo>
                  <a:lnTo>
                    <a:pt x="151198" y="407167"/>
                  </a:lnTo>
                  <a:lnTo>
                    <a:pt x="149911" y="405142"/>
                  </a:lnTo>
                  <a:lnTo>
                    <a:pt x="149133" y="404545"/>
                  </a:lnTo>
                  <a:lnTo>
                    <a:pt x="148891" y="403519"/>
                  </a:lnTo>
                  <a:lnTo>
                    <a:pt x="147410" y="401042"/>
                  </a:lnTo>
                  <a:lnTo>
                    <a:pt x="146256" y="397970"/>
                  </a:lnTo>
                  <a:lnTo>
                    <a:pt x="146258" y="396845"/>
                  </a:lnTo>
                  <a:lnTo>
                    <a:pt x="150164" y="393535"/>
                  </a:lnTo>
                  <a:lnTo>
                    <a:pt x="151574" y="391338"/>
                  </a:lnTo>
                  <a:lnTo>
                    <a:pt x="153695" y="389083"/>
                  </a:lnTo>
                  <a:lnTo>
                    <a:pt x="156609" y="384976"/>
                  </a:lnTo>
                  <a:lnTo>
                    <a:pt x="157252" y="383607"/>
                  </a:lnTo>
                  <a:lnTo>
                    <a:pt x="159300" y="385576"/>
                  </a:lnTo>
                  <a:lnTo>
                    <a:pt x="160190" y="386848"/>
                  </a:lnTo>
                  <a:lnTo>
                    <a:pt x="161431" y="386752"/>
                  </a:lnTo>
                  <a:lnTo>
                    <a:pt x="164203" y="385515"/>
                  </a:lnTo>
                  <a:lnTo>
                    <a:pt x="167202" y="383111"/>
                  </a:lnTo>
                  <a:lnTo>
                    <a:pt x="170866" y="378833"/>
                  </a:lnTo>
                  <a:lnTo>
                    <a:pt x="172480" y="378718"/>
                  </a:lnTo>
                  <a:lnTo>
                    <a:pt x="178830" y="377406"/>
                  </a:lnTo>
                  <a:lnTo>
                    <a:pt x="182045" y="376000"/>
                  </a:lnTo>
                  <a:lnTo>
                    <a:pt x="184542" y="372950"/>
                  </a:lnTo>
                  <a:lnTo>
                    <a:pt x="184756" y="373218"/>
                  </a:lnTo>
                  <a:lnTo>
                    <a:pt x="185286" y="373007"/>
                  </a:lnTo>
                  <a:lnTo>
                    <a:pt x="186436" y="371978"/>
                  </a:lnTo>
                  <a:lnTo>
                    <a:pt x="186389" y="370883"/>
                  </a:lnTo>
                  <a:lnTo>
                    <a:pt x="185617" y="368749"/>
                  </a:lnTo>
                  <a:lnTo>
                    <a:pt x="186104" y="367143"/>
                  </a:lnTo>
                  <a:lnTo>
                    <a:pt x="186342" y="366879"/>
                  </a:lnTo>
                  <a:lnTo>
                    <a:pt x="188542" y="366359"/>
                  </a:lnTo>
                  <a:lnTo>
                    <a:pt x="190132" y="365506"/>
                  </a:lnTo>
                  <a:lnTo>
                    <a:pt x="190463" y="364932"/>
                  </a:lnTo>
                  <a:lnTo>
                    <a:pt x="189845" y="364046"/>
                  </a:lnTo>
                  <a:lnTo>
                    <a:pt x="188998" y="363560"/>
                  </a:lnTo>
                  <a:lnTo>
                    <a:pt x="187324" y="361248"/>
                  </a:lnTo>
                  <a:lnTo>
                    <a:pt x="186876" y="360941"/>
                  </a:lnTo>
                  <a:lnTo>
                    <a:pt x="186078" y="361250"/>
                  </a:lnTo>
                  <a:lnTo>
                    <a:pt x="184954" y="359787"/>
                  </a:lnTo>
                  <a:lnTo>
                    <a:pt x="183512" y="355903"/>
                  </a:lnTo>
                  <a:lnTo>
                    <a:pt x="184345" y="353580"/>
                  </a:lnTo>
                  <a:lnTo>
                    <a:pt x="186864" y="351623"/>
                  </a:lnTo>
                  <a:lnTo>
                    <a:pt x="188419" y="349759"/>
                  </a:lnTo>
                  <a:lnTo>
                    <a:pt x="187482" y="348996"/>
                  </a:lnTo>
                  <a:lnTo>
                    <a:pt x="186976" y="348134"/>
                  </a:lnTo>
                  <a:lnTo>
                    <a:pt x="186758" y="346695"/>
                  </a:lnTo>
                  <a:lnTo>
                    <a:pt x="186194" y="345593"/>
                  </a:lnTo>
                  <a:lnTo>
                    <a:pt x="185176" y="345393"/>
                  </a:lnTo>
                  <a:lnTo>
                    <a:pt x="184553" y="344088"/>
                  </a:lnTo>
                  <a:lnTo>
                    <a:pt x="183422" y="344110"/>
                  </a:lnTo>
                  <a:lnTo>
                    <a:pt x="183623" y="341006"/>
                  </a:lnTo>
                  <a:lnTo>
                    <a:pt x="184303" y="340914"/>
                  </a:lnTo>
                  <a:lnTo>
                    <a:pt x="184167" y="340035"/>
                  </a:lnTo>
                  <a:lnTo>
                    <a:pt x="184713" y="339957"/>
                  </a:lnTo>
                  <a:lnTo>
                    <a:pt x="185589" y="339377"/>
                  </a:lnTo>
                  <a:lnTo>
                    <a:pt x="186369" y="338554"/>
                  </a:lnTo>
                  <a:lnTo>
                    <a:pt x="185962" y="338821"/>
                  </a:lnTo>
                  <a:lnTo>
                    <a:pt x="184676" y="337278"/>
                  </a:lnTo>
                  <a:lnTo>
                    <a:pt x="184322" y="337171"/>
                  </a:lnTo>
                  <a:lnTo>
                    <a:pt x="184470" y="335853"/>
                  </a:lnTo>
                  <a:lnTo>
                    <a:pt x="185317" y="335022"/>
                  </a:lnTo>
                  <a:lnTo>
                    <a:pt x="184850" y="334887"/>
                  </a:lnTo>
                  <a:lnTo>
                    <a:pt x="184206" y="334287"/>
                  </a:lnTo>
                  <a:lnTo>
                    <a:pt x="183417" y="332889"/>
                  </a:lnTo>
                  <a:lnTo>
                    <a:pt x="183665" y="331901"/>
                  </a:lnTo>
                  <a:lnTo>
                    <a:pt x="183353" y="331736"/>
                  </a:lnTo>
                  <a:lnTo>
                    <a:pt x="183204" y="331081"/>
                  </a:lnTo>
                  <a:lnTo>
                    <a:pt x="182222" y="329708"/>
                  </a:lnTo>
                  <a:lnTo>
                    <a:pt x="181608" y="329270"/>
                  </a:lnTo>
                  <a:lnTo>
                    <a:pt x="180565" y="329623"/>
                  </a:lnTo>
                  <a:lnTo>
                    <a:pt x="179853" y="330706"/>
                  </a:lnTo>
                  <a:lnTo>
                    <a:pt x="179351" y="330741"/>
                  </a:lnTo>
                  <a:lnTo>
                    <a:pt x="177802" y="332644"/>
                  </a:lnTo>
                  <a:lnTo>
                    <a:pt x="178179" y="332965"/>
                  </a:lnTo>
                  <a:lnTo>
                    <a:pt x="175299" y="334398"/>
                  </a:lnTo>
                  <a:lnTo>
                    <a:pt x="174717" y="334270"/>
                  </a:lnTo>
                  <a:lnTo>
                    <a:pt x="174080" y="329794"/>
                  </a:lnTo>
                  <a:lnTo>
                    <a:pt x="173153" y="329219"/>
                  </a:lnTo>
                  <a:lnTo>
                    <a:pt x="173563" y="328901"/>
                  </a:lnTo>
                  <a:lnTo>
                    <a:pt x="174495" y="327071"/>
                  </a:lnTo>
                  <a:lnTo>
                    <a:pt x="175893" y="323225"/>
                  </a:lnTo>
                  <a:lnTo>
                    <a:pt x="176391" y="321181"/>
                  </a:lnTo>
                  <a:lnTo>
                    <a:pt x="176377" y="318069"/>
                  </a:lnTo>
                  <a:lnTo>
                    <a:pt x="176787" y="316269"/>
                  </a:lnTo>
                  <a:lnTo>
                    <a:pt x="176104" y="314865"/>
                  </a:lnTo>
                  <a:lnTo>
                    <a:pt x="175987" y="313506"/>
                  </a:lnTo>
                  <a:lnTo>
                    <a:pt x="174185" y="314070"/>
                  </a:lnTo>
                  <a:lnTo>
                    <a:pt x="172560" y="313582"/>
                  </a:lnTo>
                  <a:lnTo>
                    <a:pt x="172953" y="311422"/>
                  </a:lnTo>
                  <a:lnTo>
                    <a:pt x="172842" y="310293"/>
                  </a:lnTo>
                  <a:lnTo>
                    <a:pt x="172412" y="309383"/>
                  </a:lnTo>
                  <a:lnTo>
                    <a:pt x="170114" y="307389"/>
                  </a:lnTo>
                  <a:lnTo>
                    <a:pt x="169416" y="306518"/>
                  </a:lnTo>
                  <a:lnTo>
                    <a:pt x="168758" y="306174"/>
                  </a:lnTo>
                  <a:lnTo>
                    <a:pt x="168648" y="305707"/>
                  </a:lnTo>
                  <a:lnTo>
                    <a:pt x="167707" y="304594"/>
                  </a:lnTo>
                  <a:lnTo>
                    <a:pt x="167645" y="303196"/>
                  </a:lnTo>
                  <a:lnTo>
                    <a:pt x="168060" y="302383"/>
                  </a:lnTo>
                  <a:lnTo>
                    <a:pt x="168288" y="302376"/>
                  </a:lnTo>
                  <a:lnTo>
                    <a:pt x="168363" y="302224"/>
                  </a:lnTo>
                  <a:lnTo>
                    <a:pt x="166956" y="301220"/>
                  </a:lnTo>
                  <a:lnTo>
                    <a:pt x="164930" y="300494"/>
                  </a:lnTo>
                  <a:lnTo>
                    <a:pt x="162470" y="300672"/>
                  </a:lnTo>
                  <a:lnTo>
                    <a:pt x="159504" y="300210"/>
                  </a:lnTo>
                  <a:lnTo>
                    <a:pt x="157253" y="300783"/>
                  </a:lnTo>
                  <a:lnTo>
                    <a:pt x="154283" y="300055"/>
                  </a:lnTo>
                  <a:lnTo>
                    <a:pt x="150343" y="300206"/>
                  </a:lnTo>
                  <a:lnTo>
                    <a:pt x="149056" y="299809"/>
                  </a:lnTo>
                  <a:lnTo>
                    <a:pt x="148265" y="298884"/>
                  </a:lnTo>
                  <a:lnTo>
                    <a:pt x="149028" y="295575"/>
                  </a:lnTo>
                  <a:lnTo>
                    <a:pt x="150873" y="292500"/>
                  </a:lnTo>
                  <a:lnTo>
                    <a:pt x="150988" y="291352"/>
                  </a:lnTo>
                  <a:lnTo>
                    <a:pt x="150698" y="290325"/>
                  </a:lnTo>
                  <a:lnTo>
                    <a:pt x="149520" y="288815"/>
                  </a:lnTo>
                  <a:lnTo>
                    <a:pt x="147421" y="287825"/>
                  </a:lnTo>
                  <a:lnTo>
                    <a:pt x="144943" y="287454"/>
                  </a:lnTo>
                  <a:lnTo>
                    <a:pt x="142858" y="287794"/>
                  </a:lnTo>
                  <a:lnTo>
                    <a:pt x="141423" y="287350"/>
                  </a:lnTo>
                  <a:lnTo>
                    <a:pt x="141293" y="287869"/>
                  </a:lnTo>
                  <a:lnTo>
                    <a:pt x="140152" y="288748"/>
                  </a:lnTo>
                  <a:lnTo>
                    <a:pt x="138843" y="287536"/>
                  </a:lnTo>
                  <a:lnTo>
                    <a:pt x="137322" y="286788"/>
                  </a:lnTo>
                  <a:lnTo>
                    <a:pt x="135885" y="286476"/>
                  </a:lnTo>
                  <a:lnTo>
                    <a:pt x="134389" y="286517"/>
                  </a:lnTo>
                  <a:lnTo>
                    <a:pt x="135332" y="284231"/>
                  </a:lnTo>
                  <a:lnTo>
                    <a:pt x="136123" y="283088"/>
                  </a:lnTo>
                  <a:lnTo>
                    <a:pt x="136210" y="279308"/>
                  </a:lnTo>
                  <a:lnTo>
                    <a:pt x="136873" y="277720"/>
                  </a:lnTo>
                  <a:lnTo>
                    <a:pt x="136083" y="277337"/>
                  </a:lnTo>
                  <a:lnTo>
                    <a:pt x="135190" y="277532"/>
                  </a:lnTo>
                  <a:lnTo>
                    <a:pt x="134285" y="278109"/>
                  </a:lnTo>
                  <a:lnTo>
                    <a:pt x="133045" y="280291"/>
                  </a:lnTo>
                  <a:lnTo>
                    <a:pt x="131561" y="281418"/>
                  </a:lnTo>
                  <a:lnTo>
                    <a:pt x="131150" y="282487"/>
                  </a:lnTo>
                  <a:lnTo>
                    <a:pt x="131034" y="286880"/>
                  </a:lnTo>
                  <a:lnTo>
                    <a:pt x="128751" y="285690"/>
                  </a:lnTo>
                  <a:lnTo>
                    <a:pt x="127803" y="285420"/>
                  </a:lnTo>
                  <a:lnTo>
                    <a:pt x="123362" y="285645"/>
                  </a:lnTo>
                  <a:lnTo>
                    <a:pt x="120309" y="286582"/>
                  </a:lnTo>
                  <a:lnTo>
                    <a:pt x="118005" y="287685"/>
                  </a:lnTo>
                  <a:lnTo>
                    <a:pt x="112048" y="291656"/>
                  </a:lnTo>
                  <a:lnTo>
                    <a:pt x="111047" y="292776"/>
                  </a:lnTo>
                  <a:lnTo>
                    <a:pt x="110999" y="293265"/>
                  </a:lnTo>
                  <a:lnTo>
                    <a:pt x="110479" y="293686"/>
                  </a:lnTo>
                  <a:lnTo>
                    <a:pt x="109745" y="294443"/>
                  </a:lnTo>
                  <a:lnTo>
                    <a:pt x="108094" y="295378"/>
                  </a:lnTo>
                  <a:lnTo>
                    <a:pt x="105808" y="296250"/>
                  </a:lnTo>
                  <a:lnTo>
                    <a:pt x="104710" y="296930"/>
                  </a:lnTo>
                  <a:lnTo>
                    <a:pt x="98479" y="295113"/>
                  </a:lnTo>
                  <a:lnTo>
                    <a:pt x="94600" y="290204"/>
                  </a:lnTo>
                  <a:lnTo>
                    <a:pt x="86446" y="277619"/>
                  </a:lnTo>
                  <a:lnTo>
                    <a:pt x="84607" y="277112"/>
                  </a:lnTo>
                  <a:lnTo>
                    <a:pt x="84431" y="276452"/>
                  </a:lnTo>
                  <a:lnTo>
                    <a:pt x="84186" y="276303"/>
                  </a:lnTo>
                  <a:lnTo>
                    <a:pt x="83942" y="274622"/>
                  </a:lnTo>
                  <a:lnTo>
                    <a:pt x="82899" y="273618"/>
                  </a:lnTo>
                  <a:lnTo>
                    <a:pt x="82429" y="273610"/>
                  </a:lnTo>
                  <a:lnTo>
                    <a:pt x="81259" y="272381"/>
                  </a:lnTo>
                  <a:lnTo>
                    <a:pt x="79644" y="271930"/>
                  </a:lnTo>
                  <a:lnTo>
                    <a:pt x="78738" y="271149"/>
                  </a:lnTo>
                  <a:lnTo>
                    <a:pt x="78645" y="269447"/>
                  </a:lnTo>
                  <a:lnTo>
                    <a:pt x="78873" y="269158"/>
                  </a:lnTo>
                  <a:lnTo>
                    <a:pt x="75697" y="263738"/>
                  </a:lnTo>
                  <a:lnTo>
                    <a:pt x="73369" y="264408"/>
                  </a:lnTo>
                  <a:lnTo>
                    <a:pt x="71501" y="264115"/>
                  </a:lnTo>
                  <a:lnTo>
                    <a:pt x="67193" y="265037"/>
                  </a:lnTo>
                  <a:lnTo>
                    <a:pt x="66100" y="265042"/>
                  </a:lnTo>
                  <a:lnTo>
                    <a:pt x="64766" y="264389"/>
                  </a:lnTo>
                  <a:lnTo>
                    <a:pt x="64065" y="264807"/>
                  </a:lnTo>
                  <a:lnTo>
                    <a:pt x="62216" y="265195"/>
                  </a:lnTo>
                  <a:lnTo>
                    <a:pt x="58052" y="265272"/>
                  </a:lnTo>
                  <a:lnTo>
                    <a:pt x="56984" y="264918"/>
                  </a:lnTo>
                  <a:lnTo>
                    <a:pt x="56748" y="265275"/>
                  </a:lnTo>
                  <a:lnTo>
                    <a:pt x="55060" y="265767"/>
                  </a:lnTo>
                  <a:lnTo>
                    <a:pt x="52905" y="265521"/>
                  </a:lnTo>
                  <a:lnTo>
                    <a:pt x="52475" y="265691"/>
                  </a:lnTo>
                  <a:lnTo>
                    <a:pt x="50386" y="266494"/>
                  </a:lnTo>
                  <a:lnTo>
                    <a:pt x="48538" y="266228"/>
                  </a:lnTo>
                  <a:lnTo>
                    <a:pt x="47219" y="266696"/>
                  </a:lnTo>
                  <a:lnTo>
                    <a:pt x="45860" y="266509"/>
                  </a:lnTo>
                  <a:lnTo>
                    <a:pt x="45231" y="265752"/>
                  </a:lnTo>
                  <a:lnTo>
                    <a:pt x="45017" y="263864"/>
                  </a:lnTo>
                  <a:lnTo>
                    <a:pt x="44401" y="262744"/>
                  </a:lnTo>
                  <a:lnTo>
                    <a:pt x="44596" y="261284"/>
                  </a:lnTo>
                  <a:lnTo>
                    <a:pt x="44374" y="259593"/>
                  </a:lnTo>
                  <a:lnTo>
                    <a:pt x="44381" y="258700"/>
                  </a:lnTo>
                  <a:lnTo>
                    <a:pt x="44524" y="256965"/>
                  </a:lnTo>
                  <a:lnTo>
                    <a:pt x="44842" y="256350"/>
                  </a:lnTo>
                  <a:lnTo>
                    <a:pt x="46324" y="255311"/>
                  </a:lnTo>
                  <a:lnTo>
                    <a:pt x="48210" y="252612"/>
                  </a:lnTo>
                  <a:lnTo>
                    <a:pt x="48804" y="248981"/>
                  </a:lnTo>
                  <a:lnTo>
                    <a:pt x="49519" y="246455"/>
                  </a:lnTo>
                  <a:lnTo>
                    <a:pt x="50158" y="245339"/>
                  </a:lnTo>
                  <a:lnTo>
                    <a:pt x="52070" y="244083"/>
                  </a:lnTo>
                  <a:lnTo>
                    <a:pt x="53537" y="244067"/>
                  </a:lnTo>
                  <a:lnTo>
                    <a:pt x="54802" y="243138"/>
                  </a:lnTo>
                  <a:lnTo>
                    <a:pt x="56519" y="242819"/>
                  </a:lnTo>
                  <a:lnTo>
                    <a:pt x="56331" y="242012"/>
                  </a:lnTo>
                  <a:lnTo>
                    <a:pt x="57360" y="241235"/>
                  </a:lnTo>
                  <a:lnTo>
                    <a:pt x="59269" y="238963"/>
                  </a:lnTo>
                  <a:lnTo>
                    <a:pt x="59989" y="237571"/>
                  </a:lnTo>
                  <a:lnTo>
                    <a:pt x="60145" y="236712"/>
                  </a:lnTo>
                  <a:lnTo>
                    <a:pt x="61058" y="235696"/>
                  </a:lnTo>
                  <a:lnTo>
                    <a:pt x="62056" y="235728"/>
                  </a:lnTo>
                  <a:lnTo>
                    <a:pt x="61230" y="234395"/>
                  </a:lnTo>
                  <a:lnTo>
                    <a:pt x="61016" y="234407"/>
                  </a:lnTo>
                  <a:lnTo>
                    <a:pt x="60969" y="233065"/>
                  </a:lnTo>
                  <a:lnTo>
                    <a:pt x="59566" y="232172"/>
                  </a:lnTo>
                  <a:lnTo>
                    <a:pt x="59744" y="230202"/>
                  </a:lnTo>
                  <a:lnTo>
                    <a:pt x="60131" y="229471"/>
                  </a:lnTo>
                  <a:lnTo>
                    <a:pt x="59487" y="228867"/>
                  </a:lnTo>
                  <a:lnTo>
                    <a:pt x="58892" y="226841"/>
                  </a:lnTo>
                  <a:lnTo>
                    <a:pt x="58843" y="225777"/>
                  </a:lnTo>
                  <a:lnTo>
                    <a:pt x="58233" y="224742"/>
                  </a:lnTo>
                  <a:lnTo>
                    <a:pt x="58133" y="222314"/>
                  </a:lnTo>
                  <a:lnTo>
                    <a:pt x="57289" y="220099"/>
                  </a:lnTo>
                  <a:lnTo>
                    <a:pt x="56488" y="216521"/>
                  </a:lnTo>
                  <a:lnTo>
                    <a:pt x="56875" y="215257"/>
                  </a:lnTo>
                  <a:lnTo>
                    <a:pt x="57449" y="215357"/>
                  </a:lnTo>
                  <a:lnTo>
                    <a:pt x="57868" y="215025"/>
                  </a:lnTo>
                  <a:lnTo>
                    <a:pt x="57979" y="214120"/>
                  </a:lnTo>
                  <a:lnTo>
                    <a:pt x="57428" y="214018"/>
                  </a:lnTo>
                  <a:lnTo>
                    <a:pt x="57068" y="213306"/>
                  </a:lnTo>
                  <a:lnTo>
                    <a:pt x="56207" y="212820"/>
                  </a:lnTo>
                  <a:lnTo>
                    <a:pt x="56322" y="212123"/>
                  </a:lnTo>
                  <a:lnTo>
                    <a:pt x="56933" y="211461"/>
                  </a:lnTo>
                  <a:lnTo>
                    <a:pt x="58307" y="208086"/>
                  </a:lnTo>
                  <a:lnTo>
                    <a:pt x="58933" y="208303"/>
                  </a:lnTo>
                  <a:lnTo>
                    <a:pt x="59181" y="207631"/>
                  </a:lnTo>
                  <a:lnTo>
                    <a:pt x="58764" y="207258"/>
                  </a:lnTo>
                  <a:lnTo>
                    <a:pt x="58176" y="207177"/>
                  </a:lnTo>
                  <a:lnTo>
                    <a:pt x="56288" y="205443"/>
                  </a:lnTo>
                  <a:lnTo>
                    <a:pt x="56841" y="204775"/>
                  </a:lnTo>
                  <a:lnTo>
                    <a:pt x="56657" y="204145"/>
                  </a:lnTo>
                  <a:lnTo>
                    <a:pt x="57353" y="202570"/>
                  </a:lnTo>
                  <a:lnTo>
                    <a:pt x="57710" y="202748"/>
                  </a:lnTo>
                  <a:lnTo>
                    <a:pt x="58635" y="202691"/>
                  </a:lnTo>
                  <a:lnTo>
                    <a:pt x="59853" y="200730"/>
                  </a:lnTo>
                  <a:lnTo>
                    <a:pt x="59823" y="199618"/>
                  </a:lnTo>
                  <a:lnTo>
                    <a:pt x="60638" y="197651"/>
                  </a:lnTo>
                  <a:lnTo>
                    <a:pt x="59134" y="194828"/>
                  </a:lnTo>
                  <a:lnTo>
                    <a:pt x="59059" y="193955"/>
                  </a:lnTo>
                  <a:lnTo>
                    <a:pt x="59798" y="193403"/>
                  </a:lnTo>
                  <a:lnTo>
                    <a:pt x="60109" y="193850"/>
                  </a:lnTo>
                  <a:lnTo>
                    <a:pt x="61649" y="189148"/>
                  </a:lnTo>
                  <a:lnTo>
                    <a:pt x="61475" y="188946"/>
                  </a:lnTo>
                  <a:lnTo>
                    <a:pt x="62432" y="187289"/>
                  </a:lnTo>
                  <a:lnTo>
                    <a:pt x="62645" y="186182"/>
                  </a:lnTo>
                  <a:lnTo>
                    <a:pt x="63392" y="184674"/>
                  </a:lnTo>
                  <a:lnTo>
                    <a:pt x="63657" y="182515"/>
                  </a:lnTo>
                  <a:lnTo>
                    <a:pt x="63936" y="182394"/>
                  </a:lnTo>
                  <a:lnTo>
                    <a:pt x="63297" y="180488"/>
                  </a:lnTo>
                  <a:lnTo>
                    <a:pt x="62342" y="179012"/>
                  </a:lnTo>
                  <a:lnTo>
                    <a:pt x="62581" y="178649"/>
                  </a:lnTo>
                  <a:lnTo>
                    <a:pt x="62462" y="178309"/>
                  </a:lnTo>
                  <a:lnTo>
                    <a:pt x="60856" y="176623"/>
                  </a:lnTo>
                  <a:lnTo>
                    <a:pt x="59223" y="176006"/>
                  </a:lnTo>
                  <a:lnTo>
                    <a:pt x="56399" y="175476"/>
                  </a:lnTo>
                  <a:lnTo>
                    <a:pt x="55032" y="174631"/>
                  </a:lnTo>
                  <a:lnTo>
                    <a:pt x="53112" y="174821"/>
                  </a:lnTo>
                  <a:lnTo>
                    <a:pt x="52842" y="174346"/>
                  </a:lnTo>
                  <a:lnTo>
                    <a:pt x="51735" y="173678"/>
                  </a:lnTo>
                  <a:lnTo>
                    <a:pt x="51333" y="172574"/>
                  </a:lnTo>
                  <a:lnTo>
                    <a:pt x="51244" y="171840"/>
                  </a:lnTo>
                  <a:lnTo>
                    <a:pt x="51814" y="169877"/>
                  </a:lnTo>
                  <a:lnTo>
                    <a:pt x="52404" y="169213"/>
                  </a:lnTo>
                  <a:lnTo>
                    <a:pt x="52768" y="168939"/>
                  </a:lnTo>
                  <a:lnTo>
                    <a:pt x="54390" y="168876"/>
                  </a:lnTo>
                  <a:lnTo>
                    <a:pt x="54870" y="166887"/>
                  </a:lnTo>
                  <a:lnTo>
                    <a:pt x="55735" y="166183"/>
                  </a:lnTo>
                  <a:lnTo>
                    <a:pt x="56279" y="166143"/>
                  </a:lnTo>
                  <a:lnTo>
                    <a:pt x="56861" y="166524"/>
                  </a:lnTo>
                  <a:lnTo>
                    <a:pt x="57398" y="166415"/>
                  </a:lnTo>
                  <a:lnTo>
                    <a:pt x="58344" y="166842"/>
                  </a:lnTo>
                  <a:lnTo>
                    <a:pt x="58932" y="164377"/>
                  </a:lnTo>
                  <a:lnTo>
                    <a:pt x="59427" y="164162"/>
                  </a:lnTo>
                  <a:lnTo>
                    <a:pt x="59595" y="163764"/>
                  </a:lnTo>
                  <a:lnTo>
                    <a:pt x="60111" y="163629"/>
                  </a:lnTo>
                  <a:lnTo>
                    <a:pt x="60738" y="162730"/>
                  </a:lnTo>
                  <a:lnTo>
                    <a:pt x="56170" y="155914"/>
                  </a:lnTo>
                  <a:lnTo>
                    <a:pt x="54686" y="154690"/>
                  </a:lnTo>
                  <a:lnTo>
                    <a:pt x="51713" y="154280"/>
                  </a:lnTo>
                  <a:lnTo>
                    <a:pt x="48136" y="151810"/>
                  </a:lnTo>
                  <a:lnTo>
                    <a:pt x="45600" y="150877"/>
                  </a:lnTo>
                  <a:lnTo>
                    <a:pt x="44916" y="149159"/>
                  </a:lnTo>
                  <a:lnTo>
                    <a:pt x="43819" y="147797"/>
                  </a:lnTo>
                  <a:lnTo>
                    <a:pt x="44232" y="146578"/>
                  </a:lnTo>
                  <a:lnTo>
                    <a:pt x="45212" y="146089"/>
                  </a:lnTo>
                  <a:lnTo>
                    <a:pt x="44894" y="145759"/>
                  </a:lnTo>
                  <a:lnTo>
                    <a:pt x="40516" y="145563"/>
                  </a:lnTo>
                  <a:lnTo>
                    <a:pt x="34597" y="146206"/>
                  </a:lnTo>
                  <a:lnTo>
                    <a:pt x="32844" y="147450"/>
                  </a:lnTo>
                  <a:lnTo>
                    <a:pt x="31111" y="147624"/>
                  </a:lnTo>
                  <a:lnTo>
                    <a:pt x="29197" y="148171"/>
                  </a:lnTo>
                  <a:lnTo>
                    <a:pt x="27444" y="147705"/>
                  </a:lnTo>
                  <a:lnTo>
                    <a:pt x="25941" y="147000"/>
                  </a:lnTo>
                  <a:lnTo>
                    <a:pt x="24821" y="145347"/>
                  </a:lnTo>
                  <a:lnTo>
                    <a:pt x="24494" y="143385"/>
                  </a:lnTo>
                  <a:lnTo>
                    <a:pt x="24888" y="141337"/>
                  </a:lnTo>
                  <a:lnTo>
                    <a:pt x="24709" y="140527"/>
                  </a:lnTo>
                  <a:lnTo>
                    <a:pt x="25258" y="138864"/>
                  </a:lnTo>
                  <a:lnTo>
                    <a:pt x="26167" y="137996"/>
                  </a:lnTo>
                  <a:lnTo>
                    <a:pt x="28963" y="137370"/>
                  </a:lnTo>
                  <a:lnTo>
                    <a:pt x="31228" y="136436"/>
                  </a:lnTo>
                  <a:lnTo>
                    <a:pt x="31596" y="134676"/>
                  </a:lnTo>
                  <a:lnTo>
                    <a:pt x="31407" y="132979"/>
                  </a:lnTo>
                  <a:lnTo>
                    <a:pt x="31931" y="130351"/>
                  </a:lnTo>
                  <a:lnTo>
                    <a:pt x="32073" y="128122"/>
                  </a:lnTo>
                  <a:lnTo>
                    <a:pt x="30897" y="125023"/>
                  </a:lnTo>
                  <a:lnTo>
                    <a:pt x="30840" y="123229"/>
                  </a:lnTo>
                  <a:lnTo>
                    <a:pt x="29794" y="123236"/>
                  </a:lnTo>
                  <a:lnTo>
                    <a:pt x="28306" y="122885"/>
                  </a:lnTo>
                  <a:lnTo>
                    <a:pt x="27831" y="122228"/>
                  </a:lnTo>
                  <a:lnTo>
                    <a:pt x="27546" y="121212"/>
                  </a:lnTo>
                  <a:lnTo>
                    <a:pt x="25249" y="118144"/>
                  </a:lnTo>
                  <a:lnTo>
                    <a:pt x="23432" y="117645"/>
                  </a:lnTo>
                  <a:lnTo>
                    <a:pt x="21387" y="116617"/>
                  </a:lnTo>
                  <a:lnTo>
                    <a:pt x="20297" y="116426"/>
                  </a:lnTo>
                  <a:lnTo>
                    <a:pt x="19994" y="116653"/>
                  </a:lnTo>
                  <a:lnTo>
                    <a:pt x="19464" y="116644"/>
                  </a:lnTo>
                  <a:lnTo>
                    <a:pt x="18894" y="116352"/>
                  </a:lnTo>
                  <a:lnTo>
                    <a:pt x="18129" y="116900"/>
                  </a:lnTo>
                  <a:lnTo>
                    <a:pt x="17183" y="116684"/>
                  </a:lnTo>
                  <a:lnTo>
                    <a:pt x="16692" y="116130"/>
                  </a:lnTo>
                  <a:lnTo>
                    <a:pt x="16342" y="115127"/>
                  </a:lnTo>
                  <a:lnTo>
                    <a:pt x="14181" y="113197"/>
                  </a:lnTo>
                  <a:lnTo>
                    <a:pt x="12413" y="110447"/>
                  </a:lnTo>
                  <a:lnTo>
                    <a:pt x="11942" y="110929"/>
                  </a:lnTo>
                  <a:lnTo>
                    <a:pt x="10981" y="110204"/>
                  </a:lnTo>
                  <a:lnTo>
                    <a:pt x="8113" y="110372"/>
                  </a:lnTo>
                  <a:lnTo>
                    <a:pt x="7471" y="109424"/>
                  </a:lnTo>
                  <a:lnTo>
                    <a:pt x="5636" y="109427"/>
                  </a:lnTo>
                  <a:lnTo>
                    <a:pt x="2730" y="106275"/>
                  </a:lnTo>
                  <a:lnTo>
                    <a:pt x="0" y="102859"/>
                  </a:lnTo>
                  <a:lnTo>
                    <a:pt x="905" y="100827"/>
                  </a:lnTo>
                  <a:lnTo>
                    <a:pt x="816" y="99934"/>
                  </a:lnTo>
                  <a:lnTo>
                    <a:pt x="2301" y="96349"/>
                  </a:lnTo>
                  <a:lnTo>
                    <a:pt x="5247" y="93360"/>
                  </a:lnTo>
                  <a:lnTo>
                    <a:pt x="5840" y="91405"/>
                  </a:lnTo>
                  <a:lnTo>
                    <a:pt x="5521" y="90104"/>
                  </a:lnTo>
                  <a:lnTo>
                    <a:pt x="5809" y="89370"/>
                  </a:lnTo>
                  <a:lnTo>
                    <a:pt x="6362" y="88329"/>
                  </a:lnTo>
                  <a:lnTo>
                    <a:pt x="8904" y="85600"/>
                  </a:lnTo>
                  <a:lnTo>
                    <a:pt x="9512" y="83694"/>
                  </a:lnTo>
                  <a:lnTo>
                    <a:pt x="9450" y="80960"/>
                  </a:lnTo>
                  <a:lnTo>
                    <a:pt x="8919" y="79252"/>
                  </a:lnTo>
                  <a:lnTo>
                    <a:pt x="7530" y="77923"/>
                  </a:lnTo>
                  <a:lnTo>
                    <a:pt x="7421" y="76915"/>
                  </a:lnTo>
                  <a:lnTo>
                    <a:pt x="7731" y="76589"/>
                  </a:lnTo>
                  <a:lnTo>
                    <a:pt x="7717" y="75551"/>
                  </a:lnTo>
                  <a:lnTo>
                    <a:pt x="8381" y="74650"/>
                  </a:lnTo>
                  <a:lnTo>
                    <a:pt x="8483" y="73541"/>
                  </a:lnTo>
                  <a:lnTo>
                    <a:pt x="8895" y="73260"/>
                  </a:lnTo>
                  <a:lnTo>
                    <a:pt x="9033" y="72115"/>
                  </a:lnTo>
                  <a:lnTo>
                    <a:pt x="9906" y="70879"/>
                  </a:lnTo>
                  <a:lnTo>
                    <a:pt x="10402" y="68979"/>
                  </a:lnTo>
                  <a:lnTo>
                    <a:pt x="8502" y="66341"/>
                  </a:lnTo>
                  <a:lnTo>
                    <a:pt x="7368" y="62683"/>
                  </a:lnTo>
                  <a:lnTo>
                    <a:pt x="7603" y="61417"/>
                  </a:lnTo>
                  <a:lnTo>
                    <a:pt x="7462" y="59773"/>
                  </a:lnTo>
                  <a:lnTo>
                    <a:pt x="6444" y="58685"/>
                  </a:lnTo>
                  <a:lnTo>
                    <a:pt x="6783" y="55066"/>
                  </a:lnTo>
                  <a:lnTo>
                    <a:pt x="7419" y="53433"/>
                  </a:lnTo>
                  <a:lnTo>
                    <a:pt x="8740" y="51974"/>
                  </a:lnTo>
                  <a:lnTo>
                    <a:pt x="9278" y="50093"/>
                  </a:lnTo>
                  <a:lnTo>
                    <a:pt x="9889" y="50157"/>
                  </a:lnTo>
                  <a:lnTo>
                    <a:pt x="10540" y="49460"/>
                  </a:lnTo>
                  <a:lnTo>
                    <a:pt x="11337" y="49122"/>
                  </a:lnTo>
                  <a:lnTo>
                    <a:pt x="11723" y="48228"/>
                  </a:lnTo>
                  <a:lnTo>
                    <a:pt x="12421" y="47743"/>
                  </a:lnTo>
                  <a:lnTo>
                    <a:pt x="13317" y="47484"/>
                  </a:lnTo>
                  <a:lnTo>
                    <a:pt x="14331" y="47670"/>
                  </a:lnTo>
                  <a:lnTo>
                    <a:pt x="14509" y="47270"/>
                  </a:lnTo>
                  <a:lnTo>
                    <a:pt x="15475" y="46913"/>
                  </a:lnTo>
                  <a:lnTo>
                    <a:pt x="16771" y="45882"/>
                  </a:lnTo>
                  <a:lnTo>
                    <a:pt x="17757" y="45817"/>
                  </a:lnTo>
                  <a:lnTo>
                    <a:pt x="18483" y="45312"/>
                  </a:lnTo>
                  <a:lnTo>
                    <a:pt x="18955" y="44560"/>
                  </a:lnTo>
                  <a:lnTo>
                    <a:pt x="19798" y="44235"/>
                  </a:lnTo>
                  <a:lnTo>
                    <a:pt x="22975" y="43361"/>
                  </a:lnTo>
                  <a:lnTo>
                    <a:pt x="23835" y="43736"/>
                  </a:lnTo>
                  <a:lnTo>
                    <a:pt x="24384" y="45493"/>
                  </a:lnTo>
                  <a:lnTo>
                    <a:pt x="24047" y="46197"/>
                  </a:lnTo>
                  <a:lnTo>
                    <a:pt x="24362" y="46222"/>
                  </a:lnTo>
                  <a:lnTo>
                    <a:pt x="26293" y="45322"/>
                  </a:lnTo>
                  <a:lnTo>
                    <a:pt x="27197" y="45362"/>
                  </a:lnTo>
                  <a:lnTo>
                    <a:pt x="27515" y="45029"/>
                  </a:lnTo>
                  <a:lnTo>
                    <a:pt x="29017" y="44932"/>
                  </a:lnTo>
                  <a:lnTo>
                    <a:pt x="29465" y="43941"/>
                  </a:lnTo>
                  <a:lnTo>
                    <a:pt x="30833" y="45112"/>
                  </a:lnTo>
                  <a:lnTo>
                    <a:pt x="33494" y="44402"/>
                  </a:lnTo>
                  <a:lnTo>
                    <a:pt x="36362" y="46190"/>
                  </a:lnTo>
                  <a:lnTo>
                    <a:pt x="37064" y="47031"/>
                  </a:lnTo>
                  <a:lnTo>
                    <a:pt x="39690" y="48830"/>
                  </a:lnTo>
                  <a:lnTo>
                    <a:pt x="42603" y="50188"/>
                  </a:lnTo>
                  <a:lnTo>
                    <a:pt x="44145" y="52244"/>
                  </a:lnTo>
                  <a:lnTo>
                    <a:pt x="46474" y="51904"/>
                  </a:lnTo>
                  <a:lnTo>
                    <a:pt x="50162" y="50039"/>
                  </a:lnTo>
                  <a:lnTo>
                    <a:pt x="50737" y="49351"/>
                  </a:lnTo>
                  <a:lnTo>
                    <a:pt x="51581" y="50561"/>
                  </a:lnTo>
                  <a:lnTo>
                    <a:pt x="52726" y="51462"/>
                  </a:lnTo>
                  <a:lnTo>
                    <a:pt x="53413" y="51706"/>
                  </a:lnTo>
                  <a:lnTo>
                    <a:pt x="54330" y="53095"/>
                  </a:lnTo>
                  <a:lnTo>
                    <a:pt x="56307" y="50992"/>
                  </a:lnTo>
                  <a:lnTo>
                    <a:pt x="58475" y="51561"/>
                  </a:lnTo>
                  <a:lnTo>
                    <a:pt x="59222" y="51015"/>
                  </a:lnTo>
                  <a:lnTo>
                    <a:pt x="59673" y="53117"/>
                  </a:lnTo>
                  <a:lnTo>
                    <a:pt x="60359" y="55025"/>
                  </a:lnTo>
                  <a:lnTo>
                    <a:pt x="60738" y="55521"/>
                  </a:lnTo>
                  <a:lnTo>
                    <a:pt x="61377" y="56221"/>
                  </a:lnTo>
                  <a:lnTo>
                    <a:pt x="64172" y="58023"/>
                  </a:lnTo>
                  <a:lnTo>
                    <a:pt x="65294" y="58375"/>
                  </a:lnTo>
                  <a:lnTo>
                    <a:pt x="66872" y="57981"/>
                  </a:lnTo>
                  <a:lnTo>
                    <a:pt x="67109" y="57708"/>
                  </a:lnTo>
                  <a:lnTo>
                    <a:pt x="68020" y="54558"/>
                  </a:lnTo>
                  <a:lnTo>
                    <a:pt x="69975" y="52181"/>
                  </a:lnTo>
                  <a:lnTo>
                    <a:pt x="70608" y="51757"/>
                  </a:lnTo>
                  <a:lnTo>
                    <a:pt x="72312" y="49312"/>
                  </a:lnTo>
                  <a:lnTo>
                    <a:pt x="73821" y="45571"/>
                  </a:lnTo>
                  <a:lnTo>
                    <a:pt x="77256" y="45089"/>
                  </a:lnTo>
                  <a:lnTo>
                    <a:pt x="81723" y="44035"/>
                  </a:lnTo>
                  <a:lnTo>
                    <a:pt x="83271" y="42754"/>
                  </a:lnTo>
                  <a:lnTo>
                    <a:pt x="83621" y="42250"/>
                  </a:lnTo>
                  <a:lnTo>
                    <a:pt x="83572" y="41866"/>
                  </a:lnTo>
                  <a:lnTo>
                    <a:pt x="84585" y="41070"/>
                  </a:lnTo>
                  <a:lnTo>
                    <a:pt x="85191" y="41002"/>
                  </a:lnTo>
                  <a:lnTo>
                    <a:pt x="85822" y="41470"/>
                  </a:lnTo>
                  <a:lnTo>
                    <a:pt x="86515" y="41650"/>
                  </a:lnTo>
                  <a:lnTo>
                    <a:pt x="87547" y="42523"/>
                  </a:lnTo>
                  <a:lnTo>
                    <a:pt x="88080" y="43579"/>
                  </a:lnTo>
                  <a:lnTo>
                    <a:pt x="88744" y="43436"/>
                  </a:lnTo>
                  <a:lnTo>
                    <a:pt x="89420" y="44810"/>
                  </a:lnTo>
                  <a:lnTo>
                    <a:pt x="89954" y="44548"/>
                  </a:lnTo>
                  <a:lnTo>
                    <a:pt x="91581" y="44523"/>
                  </a:lnTo>
                  <a:lnTo>
                    <a:pt x="92046" y="44183"/>
                  </a:lnTo>
                  <a:lnTo>
                    <a:pt x="93129" y="44260"/>
                  </a:lnTo>
                  <a:lnTo>
                    <a:pt x="93323" y="44485"/>
                  </a:lnTo>
                  <a:lnTo>
                    <a:pt x="98727" y="43954"/>
                  </a:lnTo>
                  <a:lnTo>
                    <a:pt x="100766" y="45861"/>
                  </a:lnTo>
                  <a:lnTo>
                    <a:pt x="101862" y="44582"/>
                  </a:lnTo>
                  <a:lnTo>
                    <a:pt x="102845" y="41883"/>
                  </a:lnTo>
                  <a:lnTo>
                    <a:pt x="102864" y="40948"/>
                  </a:lnTo>
                  <a:lnTo>
                    <a:pt x="104183" y="37292"/>
                  </a:lnTo>
                  <a:lnTo>
                    <a:pt x="104904" y="36739"/>
                  </a:lnTo>
                  <a:lnTo>
                    <a:pt x="107117" y="36075"/>
                  </a:lnTo>
                  <a:lnTo>
                    <a:pt x="107946" y="34801"/>
                  </a:lnTo>
                  <a:lnTo>
                    <a:pt x="107952" y="33754"/>
                  </a:lnTo>
                  <a:lnTo>
                    <a:pt x="108807" y="32826"/>
                  </a:lnTo>
                  <a:lnTo>
                    <a:pt x="113094" y="31490"/>
                  </a:lnTo>
                  <a:lnTo>
                    <a:pt x="113894" y="30627"/>
                  </a:lnTo>
                  <a:lnTo>
                    <a:pt x="116427" y="29534"/>
                  </a:lnTo>
                  <a:lnTo>
                    <a:pt x="118204" y="29302"/>
                  </a:lnTo>
                  <a:lnTo>
                    <a:pt x="118589" y="26573"/>
                  </a:lnTo>
                  <a:lnTo>
                    <a:pt x="119436" y="23762"/>
                  </a:lnTo>
                  <a:lnTo>
                    <a:pt x="120376" y="21695"/>
                  </a:lnTo>
                  <a:lnTo>
                    <a:pt x="121527" y="20353"/>
                  </a:lnTo>
                  <a:lnTo>
                    <a:pt x="121163" y="19190"/>
                  </a:lnTo>
                  <a:lnTo>
                    <a:pt x="122587" y="19687"/>
                  </a:lnTo>
                  <a:lnTo>
                    <a:pt x="123046" y="19168"/>
                  </a:lnTo>
                  <a:lnTo>
                    <a:pt x="124469" y="19878"/>
                  </a:lnTo>
                  <a:lnTo>
                    <a:pt x="126610" y="20417"/>
                  </a:lnTo>
                  <a:lnTo>
                    <a:pt x="127676" y="20175"/>
                  </a:lnTo>
                  <a:lnTo>
                    <a:pt x="128257" y="20360"/>
                  </a:lnTo>
                  <a:lnTo>
                    <a:pt x="131530" y="19975"/>
                  </a:lnTo>
                  <a:lnTo>
                    <a:pt x="132073" y="20251"/>
                  </a:lnTo>
                  <a:lnTo>
                    <a:pt x="133863" y="20137"/>
                  </a:lnTo>
                  <a:lnTo>
                    <a:pt x="134358" y="19786"/>
                  </a:lnTo>
                  <a:lnTo>
                    <a:pt x="134488" y="18538"/>
                  </a:lnTo>
                  <a:lnTo>
                    <a:pt x="136162" y="15503"/>
                  </a:lnTo>
                  <a:lnTo>
                    <a:pt x="137230" y="14268"/>
                  </a:lnTo>
                  <a:lnTo>
                    <a:pt x="138853" y="13024"/>
                  </a:lnTo>
                  <a:lnTo>
                    <a:pt x="141687" y="9379"/>
                  </a:lnTo>
                  <a:lnTo>
                    <a:pt x="148361" y="6497"/>
                  </a:lnTo>
                  <a:lnTo>
                    <a:pt x="149091" y="5850"/>
                  </a:lnTo>
                  <a:lnTo>
                    <a:pt x="151286" y="5017"/>
                  </a:lnTo>
                  <a:lnTo>
                    <a:pt x="153029" y="3553"/>
                  </a:lnTo>
                  <a:lnTo>
                    <a:pt x="158686" y="0"/>
                  </a:lnTo>
                  <a:lnTo>
                    <a:pt x="159988" y="284"/>
                  </a:lnTo>
                  <a:lnTo>
                    <a:pt x="161325" y="2606"/>
                  </a:lnTo>
                  <a:lnTo>
                    <a:pt x="162747" y="4154"/>
                  </a:lnTo>
                  <a:lnTo>
                    <a:pt x="166663" y="6690"/>
                  </a:lnTo>
                  <a:lnTo>
                    <a:pt x="169716" y="6746"/>
                  </a:lnTo>
                  <a:lnTo>
                    <a:pt x="172119" y="7814"/>
                  </a:lnTo>
                  <a:lnTo>
                    <a:pt x="171887" y="10590"/>
                  </a:lnTo>
                  <a:lnTo>
                    <a:pt x="169177" y="11065"/>
                  </a:lnTo>
                  <a:lnTo>
                    <a:pt x="168031" y="15185"/>
                  </a:lnTo>
                  <a:lnTo>
                    <a:pt x="168749" y="17680"/>
                  </a:lnTo>
                  <a:lnTo>
                    <a:pt x="167722" y="20224"/>
                  </a:lnTo>
                  <a:lnTo>
                    <a:pt x="169863" y="23524"/>
                  </a:lnTo>
                  <a:lnTo>
                    <a:pt x="170551" y="28418"/>
                  </a:lnTo>
                  <a:lnTo>
                    <a:pt x="173547" y="32570"/>
                  </a:lnTo>
                  <a:lnTo>
                    <a:pt x="171180" y="34720"/>
                  </a:lnTo>
                  <a:lnTo>
                    <a:pt x="170571" y="36115"/>
                  </a:lnTo>
                  <a:lnTo>
                    <a:pt x="170662" y="36496"/>
                  </a:lnTo>
                  <a:lnTo>
                    <a:pt x="170367" y="36912"/>
                  </a:lnTo>
                  <a:lnTo>
                    <a:pt x="171270" y="38714"/>
                  </a:lnTo>
                  <a:lnTo>
                    <a:pt x="171600" y="39953"/>
                  </a:lnTo>
                  <a:lnTo>
                    <a:pt x="173513" y="41018"/>
                  </a:lnTo>
                  <a:lnTo>
                    <a:pt x="175583" y="42780"/>
                  </a:lnTo>
                  <a:lnTo>
                    <a:pt x="176047" y="42583"/>
                  </a:lnTo>
                  <a:lnTo>
                    <a:pt x="179235" y="42981"/>
                  </a:lnTo>
                  <a:lnTo>
                    <a:pt x="179425" y="43544"/>
                  </a:lnTo>
                  <a:lnTo>
                    <a:pt x="181459" y="44390"/>
                  </a:lnTo>
                  <a:lnTo>
                    <a:pt x="183747" y="44471"/>
                  </a:lnTo>
                  <a:lnTo>
                    <a:pt x="187348" y="43649"/>
                  </a:lnTo>
                  <a:lnTo>
                    <a:pt x="189120" y="44238"/>
                  </a:lnTo>
                  <a:lnTo>
                    <a:pt x="191289" y="43755"/>
                  </a:lnTo>
                  <a:lnTo>
                    <a:pt x="193197" y="44269"/>
                  </a:lnTo>
                  <a:lnTo>
                    <a:pt x="197538" y="43902"/>
                  </a:lnTo>
                  <a:lnTo>
                    <a:pt x="212383" y="44181"/>
                  </a:lnTo>
                  <a:lnTo>
                    <a:pt x="212369" y="48695"/>
                  </a:lnTo>
                  <a:lnTo>
                    <a:pt x="212686" y="50390"/>
                  </a:lnTo>
                  <a:lnTo>
                    <a:pt x="213224" y="51909"/>
                  </a:lnTo>
                  <a:lnTo>
                    <a:pt x="213856" y="52916"/>
                  </a:lnTo>
                  <a:lnTo>
                    <a:pt x="214003" y="53971"/>
                  </a:lnTo>
                  <a:lnTo>
                    <a:pt x="215432" y="54254"/>
                  </a:lnTo>
                  <a:lnTo>
                    <a:pt x="216025" y="54097"/>
                  </a:lnTo>
                  <a:lnTo>
                    <a:pt x="216656" y="53346"/>
                  </a:lnTo>
                  <a:lnTo>
                    <a:pt x="217230" y="53342"/>
                  </a:lnTo>
                  <a:lnTo>
                    <a:pt x="222367" y="55337"/>
                  </a:lnTo>
                  <a:lnTo>
                    <a:pt x="223306" y="56006"/>
                  </a:lnTo>
                  <a:lnTo>
                    <a:pt x="223806" y="57014"/>
                  </a:lnTo>
                  <a:lnTo>
                    <a:pt x="225277" y="62542"/>
                  </a:lnTo>
                  <a:lnTo>
                    <a:pt x="225601" y="70800"/>
                  </a:lnTo>
                  <a:lnTo>
                    <a:pt x="226042" y="71905"/>
                  </a:lnTo>
                  <a:lnTo>
                    <a:pt x="227269" y="73372"/>
                  </a:lnTo>
                  <a:lnTo>
                    <a:pt x="228556" y="76682"/>
                  </a:lnTo>
                  <a:lnTo>
                    <a:pt x="228445" y="77957"/>
                  </a:lnTo>
                  <a:lnTo>
                    <a:pt x="228714" y="79909"/>
                  </a:lnTo>
                  <a:lnTo>
                    <a:pt x="228562" y="81301"/>
                  </a:lnTo>
                  <a:lnTo>
                    <a:pt x="228057" y="83673"/>
                  </a:lnTo>
                  <a:lnTo>
                    <a:pt x="226608" y="88061"/>
                  </a:lnTo>
                  <a:lnTo>
                    <a:pt x="226520" y="89024"/>
                  </a:lnTo>
                  <a:lnTo>
                    <a:pt x="227156" y="95429"/>
                  </a:lnTo>
                  <a:lnTo>
                    <a:pt x="227528" y="96339"/>
                  </a:lnTo>
                  <a:lnTo>
                    <a:pt x="228937" y="98380"/>
                  </a:lnTo>
                  <a:lnTo>
                    <a:pt x="229275" y="100845"/>
                  </a:lnTo>
                  <a:lnTo>
                    <a:pt x="230760" y="103150"/>
                  </a:lnTo>
                  <a:lnTo>
                    <a:pt x="230578" y="104232"/>
                  </a:lnTo>
                  <a:lnTo>
                    <a:pt x="231664" y="105546"/>
                  </a:lnTo>
                  <a:lnTo>
                    <a:pt x="231835" y="107633"/>
                  </a:lnTo>
                  <a:lnTo>
                    <a:pt x="231362" y="109792"/>
                  </a:lnTo>
                  <a:lnTo>
                    <a:pt x="231419" y="111621"/>
                  </a:lnTo>
                  <a:lnTo>
                    <a:pt x="231171" y="112785"/>
                  </a:lnTo>
                  <a:lnTo>
                    <a:pt x="231516" y="117667"/>
                  </a:lnTo>
                  <a:lnTo>
                    <a:pt x="232099" y="120000"/>
                  </a:lnTo>
                  <a:lnTo>
                    <a:pt x="232112" y="121506"/>
                  </a:lnTo>
                  <a:lnTo>
                    <a:pt x="229850" y="125979"/>
                  </a:lnTo>
                  <a:lnTo>
                    <a:pt x="229617" y="126667"/>
                  </a:lnTo>
                  <a:lnTo>
                    <a:pt x="229704" y="127531"/>
                  </a:lnTo>
                  <a:lnTo>
                    <a:pt x="230813" y="129031"/>
                  </a:lnTo>
                  <a:lnTo>
                    <a:pt x="233014" y="129957"/>
                  </a:lnTo>
                  <a:lnTo>
                    <a:pt x="234261" y="131336"/>
                  </a:lnTo>
                  <a:lnTo>
                    <a:pt x="235308" y="132081"/>
                  </a:lnTo>
                  <a:lnTo>
                    <a:pt x="240617" y="134522"/>
                  </a:lnTo>
                  <a:lnTo>
                    <a:pt x="242434" y="134807"/>
                  </a:lnTo>
                  <a:lnTo>
                    <a:pt x="243274" y="135604"/>
                  </a:lnTo>
                  <a:lnTo>
                    <a:pt x="245084" y="136758"/>
                  </a:lnTo>
                  <a:lnTo>
                    <a:pt x="245372" y="137346"/>
                  </a:lnTo>
                  <a:lnTo>
                    <a:pt x="245236" y="138607"/>
                  </a:lnTo>
                  <a:lnTo>
                    <a:pt x="245515" y="139753"/>
                  </a:lnTo>
                  <a:lnTo>
                    <a:pt x="246798" y="141643"/>
                  </a:lnTo>
                  <a:lnTo>
                    <a:pt x="246417" y="141877"/>
                  </a:lnTo>
                  <a:lnTo>
                    <a:pt x="245437" y="141659"/>
                  </a:lnTo>
                  <a:lnTo>
                    <a:pt x="244888" y="142082"/>
                  </a:lnTo>
                  <a:lnTo>
                    <a:pt x="244827" y="142358"/>
                  </a:lnTo>
                  <a:lnTo>
                    <a:pt x="245403" y="143042"/>
                  </a:lnTo>
                  <a:lnTo>
                    <a:pt x="246596" y="143763"/>
                  </a:lnTo>
                  <a:lnTo>
                    <a:pt x="248967" y="144229"/>
                  </a:lnTo>
                  <a:lnTo>
                    <a:pt x="253910" y="142947"/>
                  </a:lnTo>
                  <a:lnTo>
                    <a:pt x="254401" y="143715"/>
                  </a:lnTo>
                  <a:lnTo>
                    <a:pt x="254514" y="144647"/>
                  </a:lnTo>
                  <a:lnTo>
                    <a:pt x="254898" y="144628"/>
                  </a:lnTo>
                  <a:lnTo>
                    <a:pt x="255267" y="146044"/>
                  </a:lnTo>
                  <a:lnTo>
                    <a:pt x="254974" y="147474"/>
                  </a:lnTo>
                  <a:lnTo>
                    <a:pt x="255580" y="149442"/>
                  </a:lnTo>
                  <a:lnTo>
                    <a:pt x="257782" y="148780"/>
                  </a:lnTo>
                  <a:lnTo>
                    <a:pt x="258931" y="149042"/>
                  </a:lnTo>
                  <a:lnTo>
                    <a:pt x="260982" y="151214"/>
                  </a:lnTo>
                  <a:lnTo>
                    <a:pt x="263827" y="153575"/>
                  </a:lnTo>
                  <a:lnTo>
                    <a:pt x="264265" y="153830"/>
                  </a:lnTo>
                  <a:lnTo>
                    <a:pt x="266737" y="154189"/>
                  </a:lnTo>
                  <a:lnTo>
                    <a:pt x="268973" y="155371"/>
                  </a:lnTo>
                  <a:lnTo>
                    <a:pt x="270839" y="155147"/>
                  </a:lnTo>
                  <a:lnTo>
                    <a:pt x="273509" y="153346"/>
                  </a:lnTo>
                  <a:lnTo>
                    <a:pt x="274378" y="153339"/>
                  </a:lnTo>
                  <a:lnTo>
                    <a:pt x="275998" y="153995"/>
                  </a:lnTo>
                  <a:lnTo>
                    <a:pt x="277614" y="153965"/>
                  </a:lnTo>
                  <a:lnTo>
                    <a:pt x="278264" y="154175"/>
                  </a:lnTo>
                  <a:lnTo>
                    <a:pt x="278103" y="153629"/>
                  </a:lnTo>
                  <a:lnTo>
                    <a:pt x="279438" y="153360"/>
                  </a:lnTo>
                  <a:lnTo>
                    <a:pt x="282725" y="150128"/>
                  </a:lnTo>
                  <a:lnTo>
                    <a:pt x="283598" y="149511"/>
                  </a:lnTo>
                  <a:lnTo>
                    <a:pt x="284774" y="149156"/>
                  </a:lnTo>
                  <a:lnTo>
                    <a:pt x="285243" y="148241"/>
                  </a:lnTo>
                  <a:lnTo>
                    <a:pt x="287521" y="150122"/>
                  </a:lnTo>
                  <a:lnTo>
                    <a:pt x="287868" y="149829"/>
                  </a:lnTo>
                  <a:lnTo>
                    <a:pt x="289949" y="151654"/>
                  </a:lnTo>
                  <a:lnTo>
                    <a:pt x="292176" y="152928"/>
                  </a:lnTo>
                  <a:lnTo>
                    <a:pt x="293479" y="153206"/>
                  </a:lnTo>
                  <a:lnTo>
                    <a:pt x="294018" y="153589"/>
                  </a:lnTo>
                  <a:lnTo>
                    <a:pt x="294721" y="154800"/>
                  </a:lnTo>
                  <a:lnTo>
                    <a:pt x="295605" y="155331"/>
                  </a:lnTo>
                  <a:lnTo>
                    <a:pt x="298939" y="154923"/>
                  </a:lnTo>
                  <a:lnTo>
                    <a:pt x="299818" y="154538"/>
                  </a:lnTo>
                  <a:lnTo>
                    <a:pt x="300966" y="154911"/>
                  </a:lnTo>
                  <a:lnTo>
                    <a:pt x="301944" y="155641"/>
                  </a:lnTo>
                  <a:lnTo>
                    <a:pt x="303908" y="155471"/>
                  </a:lnTo>
                  <a:lnTo>
                    <a:pt x="304407" y="155623"/>
                  </a:lnTo>
                  <a:lnTo>
                    <a:pt x="305533" y="155512"/>
                  </a:lnTo>
                  <a:lnTo>
                    <a:pt x="305495" y="154581"/>
                  </a:lnTo>
                  <a:lnTo>
                    <a:pt x="306923" y="154887"/>
                  </a:lnTo>
                  <a:lnTo>
                    <a:pt x="308632" y="154510"/>
                  </a:lnTo>
                  <a:lnTo>
                    <a:pt x="309228" y="154658"/>
                  </a:lnTo>
                  <a:lnTo>
                    <a:pt x="310404" y="155954"/>
                  </a:lnTo>
                  <a:lnTo>
                    <a:pt x="312960" y="159663"/>
                  </a:lnTo>
                  <a:lnTo>
                    <a:pt x="316262" y="161844"/>
                  </a:lnTo>
                  <a:lnTo>
                    <a:pt x="317358" y="158563"/>
                  </a:lnTo>
                  <a:lnTo>
                    <a:pt x="319249" y="159235"/>
                  </a:lnTo>
                  <a:lnTo>
                    <a:pt x="322552" y="159491"/>
                  </a:lnTo>
                  <a:lnTo>
                    <a:pt x="323795" y="159999"/>
                  </a:lnTo>
                  <a:lnTo>
                    <a:pt x="324733" y="160742"/>
                  </a:lnTo>
                  <a:lnTo>
                    <a:pt x="326300" y="158826"/>
                  </a:lnTo>
                  <a:lnTo>
                    <a:pt x="329373" y="161600"/>
                  </a:lnTo>
                  <a:lnTo>
                    <a:pt x="329772" y="162366"/>
                  </a:lnTo>
                  <a:lnTo>
                    <a:pt x="332849" y="164511"/>
                  </a:lnTo>
                  <a:lnTo>
                    <a:pt x="334638" y="167920"/>
                  </a:lnTo>
                  <a:lnTo>
                    <a:pt x="335629" y="168768"/>
                  </a:lnTo>
                  <a:lnTo>
                    <a:pt x="336347" y="169765"/>
                  </a:lnTo>
                  <a:lnTo>
                    <a:pt x="337676" y="170821"/>
                  </a:lnTo>
                  <a:lnTo>
                    <a:pt x="338297" y="172172"/>
                  </a:lnTo>
                  <a:lnTo>
                    <a:pt x="339194" y="172248"/>
                  </a:lnTo>
                  <a:lnTo>
                    <a:pt x="340825" y="171690"/>
                  </a:lnTo>
                  <a:lnTo>
                    <a:pt x="341980" y="171620"/>
                  </a:lnTo>
                  <a:lnTo>
                    <a:pt x="344939" y="173447"/>
                  </a:lnTo>
                  <a:lnTo>
                    <a:pt x="345897" y="173328"/>
                  </a:lnTo>
                  <a:lnTo>
                    <a:pt x="346012" y="173916"/>
                  </a:lnTo>
                  <a:lnTo>
                    <a:pt x="345545" y="175117"/>
                  </a:lnTo>
                  <a:lnTo>
                    <a:pt x="344578" y="176395"/>
                  </a:lnTo>
                  <a:lnTo>
                    <a:pt x="343559" y="177284"/>
                  </a:lnTo>
                  <a:lnTo>
                    <a:pt x="343842" y="179342"/>
                  </a:lnTo>
                  <a:lnTo>
                    <a:pt x="350185" y="174127"/>
                  </a:lnTo>
                  <a:lnTo>
                    <a:pt x="350603" y="174106"/>
                  </a:lnTo>
                  <a:lnTo>
                    <a:pt x="351490" y="173575"/>
                  </a:lnTo>
                  <a:lnTo>
                    <a:pt x="352843" y="172364"/>
                  </a:lnTo>
                  <a:lnTo>
                    <a:pt x="355288" y="168711"/>
                  </a:lnTo>
                  <a:lnTo>
                    <a:pt x="355766" y="167322"/>
                  </a:lnTo>
                  <a:lnTo>
                    <a:pt x="356472" y="166227"/>
                  </a:lnTo>
                  <a:lnTo>
                    <a:pt x="358025" y="162083"/>
                  </a:lnTo>
                  <a:lnTo>
                    <a:pt x="360825" y="160202"/>
                  </a:lnTo>
                  <a:lnTo>
                    <a:pt x="362903" y="158219"/>
                  </a:lnTo>
                  <a:lnTo>
                    <a:pt x="364985" y="156903"/>
                  </a:lnTo>
                  <a:lnTo>
                    <a:pt x="365923" y="155200"/>
                  </a:lnTo>
                  <a:lnTo>
                    <a:pt x="366690" y="154541"/>
                  </a:lnTo>
                  <a:lnTo>
                    <a:pt x="369412" y="153842"/>
                  </a:lnTo>
                  <a:lnTo>
                    <a:pt x="371222" y="152510"/>
                  </a:lnTo>
                  <a:lnTo>
                    <a:pt x="373400" y="151531"/>
                  </a:lnTo>
                  <a:lnTo>
                    <a:pt x="377240" y="146833"/>
                  </a:lnTo>
                  <a:lnTo>
                    <a:pt x="377504" y="146464"/>
                  </a:lnTo>
                  <a:lnTo>
                    <a:pt x="379262" y="146159"/>
                  </a:lnTo>
                  <a:lnTo>
                    <a:pt x="379453" y="146277"/>
                  </a:lnTo>
                  <a:lnTo>
                    <a:pt x="379527" y="147295"/>
                  </a:lnTo>
                  <a:lnTo>
                    <a:pt x="380501" y="149013"/>
                  </a:lnTo>
                  <a:lnTo>
                    <a:pt x="380705" y="149797"/>
                  </a:lnTo>
                  <a:lnTo>
                    <a:pt x="381021" y="149724"/>
                  </a:lnTo>
                  <a:lnTo>
                    <a:pt x="381270" y="148560"/>
                  </a:lnTo>
                  <a:lnTo>
                    <a:pt x="381610" y="148511"/>
                  </a:lnTo>
                  <a:lnTo>
                    <a:pt x="381777" y="148719"/>
                  </a:lnTo>
                  <a:lnTo>
                    <a:pt x="381009" y="152730"/>
                  </a:lnTo>
                  <a:lnTo>
                    <a:pt x="378851" y="153224"/>
                  </a:lnTo>
                  <a:lnTo>
                    <a:pt x="376111" y="154206"/>
                  </a:lnTo>
                  <a:lnTo>
                    <a:pt x="374029" y="156063"/>
                  </a:lnTo>
                  <a:lnTo>
                    <a:pt x="371294" y="157627"/>
                  </a:lnTo>
                  <a:lnTo>
                    <a:pt x="367718" y="158743"/>
                  </a:lnTo>
                  <a:lnTo>
                    <a:pt x="364877" y="161223"/>
                  </a:lnTo>
                  <a:lnTo>
                    <a:pt x="364193" y="162284"/>
                  </a:lnTo>
                  <a:lnTo>
                    <a:pt x="364458" y="162372"/>
                  </a:lnTo>
                  <a:lnTo>
                    <a:pt x="364109" y="164298"/>
                  </a:lnTo>
                  <a:lnTo>
                    <a:pt x="364247" y="165795"/>
                  </a:lnTo>
                  <a:lnTo>
                    <a:pt x="365900" y="168425"/>
                  </a:lnTo>
                  <a:lnTo>
                    <a:pt x="366231" y="166483"/>
                  </a:lnTo>
                  <a:lnTo>
                    <a:pt x="366869" y="165910"/>
                  </a:lnTo>
                  <a:lnTo>
                    <a:pt x="370217" y="166839"/>
                  </a:lnTo>
                  <a:lnTo>
                    <a:pt x="371547" y="167752"/>
                  </a:lnTo>
                  <a:lnTo>
                    <a:pt x="372965" y="169327"/>
                  </a:lnTo>
                  <a:lnTo>
                    <a:pt x="369974" y="172498"/>
                  </a:lnTo>
                  <a:lnTo>
                    <a:pt x="369687" y="174756"/>
                  </a:lnTo>
                  <a:lnTo>
                    <a:pt x="370436" y="176012"/>
                  </a:lnTo>
                  <a:lnTo>
                    <a:pt x="370285" y="176562"/>
                  </a:lnTo>
                  <a:lnTo>
                    <a:pt x="369780" y="176852"/>
                  </a:lnTo>
                  <a:lnTo>
                    <a:pt x="368619" y="179689"/>
                  </a:lnTo>
                  <a:lnTo>
                    <a:pt x="368495" y="180693"/>
                  </a:lnTo>
                  <a:lnTo>
                    <a:pt x="368744" y="182694"/>
                  </a:lnTo>
                  <a:lnTo>
                    <a:pt x="368465" y="184047"/>
                  </a:lnTo>
                  <a:lnTo>
                    <a:pt x="368589" y="184450"/>
                  </a:lnTo>
                  <a:lnTo>
                    <a:pt x="368112" y="185568"/>
                  </a:lnTo>
                  <a:lnTo>
                    <a:pt x="365844" y="189400"/>
                  </a:lnTo>
                  <a:lnTo>
                    <a:pt x="365585" y="190379"/>
                  </a:lnTo>
                  <a:lnTo>
                    <a:pt x="365638" y="191274"/>
                  </a:lnTo>
                  <a:lnTo>
                    <a:pt x="364991" y="192310"/>
                  </a:lnTo>
                  <a:lnTo>
                    <a:pt x="364884" y="192881"/>
                  </a:lnTo>
                  <a:lnTo>
                    <a:pt x="364591" y="193286"/>
                  </a:lnTo>
                  <a:lnTo>
                    <a:pt x="362942" y="194050"/>
                  </a:lnTo>
                  <a:lnTo>
                    <a:pt x="362731" y="194338"/>
                  </a:lnTo>
                  <a:lnTo>
                    <a:pt x="362348" y="196664"/>
                  </a:lnTo>
                  <a:lnTo>
                    <a:pt x="360723" y="200503"/>
                  </a:lnTo>
                  <a:lnTo>
                    <a:pt x="360793" y="202265"/>
                  </a:lnTo>
                  <a:lnTo>
                    <a:pt x="360121" y="203779"/>
                  </a:lnTo>
                  <a:lnTo>
                    <a:pt x="358829" y="204754"/>
                  </a:lnTo>
                  <a:lnTo>
                    <a:pt x="357375" y="205229"/>
                  </a:lnTo>
                  <a:lnTo>
                    <a:pt x="354767" y="207731"/>
                  </a:lnTo>
                  <a:lnTo>
                    <a:pt x="353302" y="208429"/>
                  </a:lnTo>
                  <a:lnTo>
                    <a:pt x="351928" y="208581"/>
                  </a:lnTo>
                  <a:lnTo>
                    <a:pt x="350437" y="209341"/>
                  </a:lnTo>
                  <a:lnTo>
                    <a:pt x="350393" y="210002"/>
                  </a:lnTo>
                  <a:lnTo>
                    <a:pt x="349602" y="211737"/>
                  </a:lnTo>
                  <a:lnTo>
                    <a:pt x="349334" y="211920"/>
                  </a:lnTo>
                  <a:lnTo>
                    <a:pt x="349485" y="212627"/>
                  </a:lnTo>
                  <a:lnTo>
                    <a:pt x="351957" y="211833"/>
                  </a:lnTo>
                  <a:lnTo>
                    <a:pt x="356102" y="211998"/>
                  </a:lnTo>
                  <a:lnTo>
                    <a:pt x="358700" y="213407"/>
                  </a:lnTo>
                  <a:lnTo>
                    <a:pt x="361819" y="214579"/>
                  </a:lnTo>
                  <a:lnTo>
                    <a:pt x="362993" y="215377"/>
                  </a:lnTo>
                  <a:lnTo>
                    <a:pt x="364837" y="217297"/>
                  </a:lnTo>
                  <a:lnTo>
                    <a:pt x="365003" y="217023"/>
                  </a:lnTo>
                  <a:lnTo>
                    <a:pt x="364863" y="216705"/>
                  </a:lnTo>
                  <a:lnTo>
                    <a:pt x="365610" y="216533"/>
                  </a:lnTo>
                  <a:lnTo>
                    <a:pt x="366212" y="216071"/>
                  </a:lnTo>
                  <a:lnTo>
                    <a:pt x="366243" y="215486"/>
                  </a:lnTo>
                  <a:lnTo>
                    <a:pt x="366923" y="215588"/>
                  </a:lnTo>
                  <a:lnTo>
                    <a:pt x="367255" y="215134"/>
                  </a:lnTo>
                  <a:lnTo>
                    <a:pt x="367550" y="215097"/>
                  </a:lnTo>
                  <a:lnTo>
                    <a:pt x="367993" y="216625"/>
                  </a:lnTo>
                  <a:lnTo>
                    <a:pt x="368480" y="216189"/>
                  </a:lnTo>
                  <a:lnTo>
                    <a:pt x="369124" y="216908"/>
                  </a:lnTo>
                  <a:lnTo>
                    <a:pt x="370527" y="217430"/>
                  </a:lnTo>
                  <a:lnTo>
                    <a:pt x="371722" y="219283"/>
                  </a:lnTo>
                  <a:lnTo>
                    <a:pt x="371691" y="219963"/>
                  </a:lnTo>
                  <a:lnTo>
                    <a:pt x="372489" y="219888"/>
                  </a:lnTo>
                  <a:lnTo>
                    <a:pt x="373080" y="219521"/>
                  </a:lnTo>
                  <a:lnTo>
                    <a:pt x="373593" y="220194"/>
                  </a:lnTo>
                  <a:lnTo>
                    <a:pt x="374199" y="220004"/>
                  </a:lnTo>
                  <a:lnTo>
                    <a:pt x="377794" y="222133"/>
                  </a:lnTo>
                  <a:lnTo>
                    <a:pt x="378727" y="222419"/>
                  </a:lnTo>
                  <a:lnTo>
                    <a:pt x="380331" y="225142"/>
                  </a:lnTo>
                  <a:lnTo>
                    <a:pt x="379439" y="220173"/>
                  </a:lnTo>
                  <a:lnTo>
                    <a:pt x="380873" y="219121"/>
                  </a:lnTo>
                  <a:lnTo>
                    <a:pt x="381825" y="219125"/>
                  </a:lnTo>
                  <a:lnTo>
                    <a:pt x="382379" y="219600"/>
                  </a:lnTo>
                  <a:lnTo>
                    <a:pt x="382494" y="218473"/>
                  </a:lnTo>
                  <a:lnTo>
                    <a:pt x="383169" y="216407"/>
                  </a:lnTo>
                  <a:lnTo>
                    <a:pt x="383979" y="215303"/>
                  </a:lnTo>
                  <a:lnTo>
                    <a:pt x="384500" y="215100"/>
                  </a:lnTo>
                  <a:lnTo>
                    <a:pt x="383570" y="213798"/>
                  </a:lnTo>
                  <a:lnTo>
                    <a:pt x="381448" y="212366"/>
                  </a:lnTo>
                  <a:lnTo>
                    <a:pt x="381491" y="211857"/>
                  </a:lnTo>
                  <a:lnTo>
                    <a:pt x="382702" y="212046"/>
                  </a:lnTo>
                  <a:lnTo>
                    <a:pt x="383769" y="212695"/>
                  </a:lnTo>
                  <a:lnTo>
                    <a:pt x="384301" y="212732"/>
                  </a:lnTo>
                  <a:lnTo>
                    <a:pt x="385770" y="212126"/>
                  </a:lnTo>
                  <a:lnTo>
                    <a:pt x="387860" y="210598"/>
                  </a:lnTo>
                  <a:lnTo>
                    <a:pt x="390167" y="212103"/>
                  </a:lnTo>
                  <a:lnTo>
                    <a:pt x="390923" y="212371"/>
                  </a:lnTo>
                  <a:lnTo>
                    <a:pt x="394676" y="215213"/>
                  </a:lnTo>
                  <a:lnTo>
                    <a:pt x="395193" y="215399"/>
                  </a:lnTo>
                  <a:lnTo>
                    <a:pt x="396427" y="214851"/>
                  </a:lnTo>
                  <a:lnTo>
                    <a:pt x="398276" y="214454"/>
                  </a:lnTo>
                  <a:lnTo>
                    <a:pt x="398848" y="214575"/>
                  </a:lnTo>
                  <a:lnTo>
                    <a:pt x="399280" y="215566"/>
                  </a:lnTo>
                  <a:lnTo>
                    <a:pt x="400895" y="216999"/>
                  </a:lnTo>
                  <a:lnTo>
                    <a:pt x="402134" y="217626"/>
                  </a:lnTo>
                  <a:lnTo>
                    <a:pt x="403653" y="217657"/>
                  </a:lnTo>
                  <a:lnTo>
                    <a:pt x="405025" y="218610"/>
                  </a:lnTo>
                  <a:lnTo>
                    <a:pt x="405906" y="219684"/>
                  </a:lnTo>
                  <a:lnTo>
                    <a:pt x="406462" y="221484"/>
                  </a:lnTo>
                  <a:lnTo>
                    <a:pt x="407504" y="223039"/>
                  </a:lnTo>
                  <a:lnTo>
                    <a:pt x="407273" y="224573"/>
                  </a:lnTo>
                  <a:lnTo>
                    <a:pt x="406154" y="225707"/>
                  </a:lnTo>
                  <a:lnTo>
                    <a:pt x="405492" y="226866"/>
                  </a:lnTo>
                  <a:lnTo>
                    <a:pt x="405932" y="227616"/>
                  </a:lnTo>
                  <a:lnTo>
                    <a:pt x="405823" y="228856"/>
                  </a:lnTo>
                  <a:lnTo>
                    <a:pt x="406890" y="229471"/>
                  </a:lnTo>
                  <a:lnTo>
                    <a:pt x="407355" y="230461"/>
                  </a:lnTo>
                  <a:lnTo>
                    <a:pt x="407723" y="230570"/>
                  </a:lnTo>
                  <a:lnTo>
                    <a:pt x="408168" y="229399"/>
                  </a:lnTo>
                  <a:lnTo>
                    <a:pt x="409619" y="228256"/>
                  </a:lnTo>
                  <a:lnTo>
                    <a:pt x="410129" y="227056"/>
                  </a:lnTo>
                  <a:lnTo>
                    <a:pt x="410853" y="227789"/>
                  </a:lnTo>
                  <a:lnTo>
                    <a:pt x="410872" y="227344"/>
                  </a:lnTo>
                  <a:lnTo>
                    <a:pt x="412672" y="226155"/>
                  </a:lnTo>
                  <a:lnTo>
                    <a:pt x="412672" y="225873"/>
                  </a:lnTo>
                  <a:lnTo>
                    <a:pt x="414695" y="225516"/>
                  </a:lnTo>
                  <a:lnTo>
                    <a:pt x="414903" y="226273"/>
                  </a:lnTo>
                  <a:lnTo>
                    <a:pt x="416467" y="226845"/>
                  </a:lnTo>
                  <a:lnTo>
                    <a:pt x="416089" y="227451"/>
                  </a:lnTo>
                  <a:lnTo>
                    <a:pt x="417229" y="227964"/>
                  </a:lnTo>
                  <a:lnTo>
                    <a:pt x="417172" y="228410"/>
                  </a:lnTo>
                  <a:lnTo>
                    <a:pt x="417509" y="228733"/>
                  </a:lnTo>
                  <a:lnTo>
                    <a:pt x="418166" y="228693"/>
                  </a:lnTo>
                  <a:lnTo>
                    <a:pt x="418856" y="228312"/>
                  </a:lnTo>
                  <a:lnTo>
                    <a:pt x="418887" y="229807"/>
                  </a:lnTo>
                  <a:lnTo>
                    <a:pt x="419461" y="230450"/>
                  </a:lnTo>
                  <a:lnTo>
                    <a:pt x="418389" y="231685"/>
                  </a:lnTo>
                  <a:lnTo>
                    <a:pt x="418923" y="232401"/>
                  </a:lnTo>
                  <a:lnTo>
                    <a:pt x="419776" y="231980"/>
                  </a:lnTo>
                  <a:lnTo>
                    <a:pt x="421159" y="232270"/>
                  </a:lnTo>
                  <a:lnTo>
                    <a:pt x="420117" y="233862"/>
                  </a:lnTo>
                  <a:lnTo>
                    <a:pt x="419063" y="234736"/>
                  </a:lnTo>
                  <a:lnTo>
                    <a:pt x="418466" y="234731"/>
                  </a:lnTo>
                  <a:lnTo>
                    <a:pt x="417460" y="233761"/>
                  </a:lnTo>
                  <a:lnTo>
                    <a:pt x="417779" y="233393"/>
                  </a:lnTo>
                  <a:lnTo>
                    <a:pt x="415062" y="231470"/>
                  </a:lnTo>
                  <a:lnTo>
                    <a:pt x="415331" y="233148"/>
                  </a:lnTo>
                  <a:lnTo>
                    <a:pt x="414105" y="233650"/>
                  </a:lnTo>
                  <a:lnTo>
                    <a:pt x="413746" y="233535"/>
                  </a:lnTo>
                  <a:lnTo>
                    <a:pt x="413379" y="233721"/>
                  </a:lnTo>
                  <a:lnTo>
                    <a:pt x="412958" y="233497"/>
                  </a:lnTo>
                  <a:lnTo>
                    <a:pt x="411618" y="236465"/>
                  </a:lnTo>
                  <a:lnTo>
                    <a:pt x="411309" y="236821"/>
                  </a:lnTo>
                  <a:lnTo>
                    <a:pt x="410199" y="236740"/>
                  </a:lnTo>
                  <a:lnTo>
                    <a:pt x="409455" y="237426"/>
                  </a:lnTo>
                  <a:lnTo>
                    <a:pt x="409364" y="238329"/>
                  </a:lnTo>
                  <a:lnTo>
                    <a:pt x="408497" y="239252"/>
                  </a:lnTo>
                  <a:lnTo>
                    <a:pt x="408313" y="239848"/>
                  </a:lnTo>
                  <a:lnTo>
                    <a:pt x="407635" y="240096"/>
                  </a:lnTo>
                  <a:lnTo>
                    <a:pt x="407016" y="240428"/>
                  </a:lnTo>
                  <a:lnTo>
                    <a:pt x="406683" y="241008"/>
                  </a:lnTo>
                  <a:lnTo>
                    <a:pt x="406248" y="241188"/>
                  </a:lnTo>
                  <a:lnTo>
                    <a:pt x="404492" y="242898"/>
                  </a:lnTo>
                  <a:lnTo>
                    <a:pt x="403915" y="243083"/>
                  </a:lnTo>
                  <a:lnTo>
                    <a:pt x="403555" y="244117"/>
                  </a:lnTo>
                  <a:lnTo>
                    <a:pt x="403716" y="244850"/>
                  </a:lnTo>
                  <a:lnTo>
                    <a:pt x="403427" y="246504"/>
                  </a:lnTo>
                  <a:lnTo>
                    <a:pt x="403043" y="247218"/>
                  </a:lnTo>
                  <a:lnTo>
                    <a:pt x="402342" y="247853"/>
                  </a:lnTo>
                  <a:lnTo>
                    <a:pt x="402241" y="248387"/>
                  </a:lnTo>
                  <a:lnTo>
                    <a:pt x="402283" y="249388"/>
                  </a:lnTo>
                  <a:lnTo>
                    <a:pt x="402587" y="250079"/>
                  </a:lnTo>
                  <a:lnTo>
                    <a:pt x="402759" y="250023"/>
                  </a:lnTo>
                  <a:lnTo>
                    <a:pt x="403361" y="251350"/>
                  </a:lnTo>
                  <a:lnTo>
                    <a:pt x="404211" y="251510"/>
                  </a:lnTo>
                  <a:lnTo>
                    <a:pt x="404126" y="251789"/>
                  </a:lnTo>
                  <a:lnTo>
                    <a:pt x="406326" y="255605"/>
                  </a:lnTo>
                  <a:lnTo>
                    <a:pt x="407967" y="255276"/>
                  </a:lnTo>
                  <a:lnTo>
                    <a:pt x="408085" y="254862"/>
                  </a:lnTo>
                  <a:lnTo>
                    <a:pt x="408783" y="255252"/>
                  </a:lnTo>
                  <a:lnTo>
                    <a:pt x="409681" y="255294"/>
                  </a:lnTo>
                  <a:lnTo>
                    <a:pt x="409626" y="254558"/>
                  </a:lnTo>
                  <a:lnTo>
                    <a:pt x="411970" y="255190"/>
                  </a:lnTo>
                  <a:lnTo>
                    <a:pt x="413180" y="255805"/>
                  </a:lnTo>
                  <a:lnTo>
                    <a:pt x="414054" y="254392"/>
                  </a:lnTo>
                  <a:lnTo>
                    <a:pt x="414797" y="253825"/>
                  </a:lnTo>
                  <a:lnTo>
                    <a:pt x="416859" y="253440"/>
                  </a:lnTo>
                  <a:lnTo>
                    <a:pt x="417452" y="254629"/>
                  </a:lnTo>
                  <a:lnTo>
                    <a:pt x="417726" y="256073"/>
                  </a:lnTo>
                  <a:lnTo>
                    <a:pt x="418483" y="257494"/>
                  </a:lnTo>
                  <a:lnTo>
                    <a:pt x="417562" y="258060"/>
                  </a:lnTo>
                  <a:lnTo>
                    <a:pt x="417365" y="259484"/>
                  </a:lnTo>
                  <a:lnTo>
                    <a:pt x="418754" y="260626"/>
                  </a:lnTo>
                  <a:lnTo>
                    <a:pt x="420905" y="259722"/>
                  </a:lnTo>
                  <a:lnTo>
                    <a:pt x="422540" y="260407"/>
                  </a:lnTo>
                  <a:lnTo>
                    <a:pt x="423520" y="259043"/>
                  </a:lnTo>
                  <a:lnTo>
                    <a:pt x="423242" y="258646"/>
                  </a:lnTo>
                  <a:lnTo>
                    <a:pt x="423510" y="258367"/>
                  </a:lnTo>
                  <a:lnTo>
                    <a:pt x="423895" y="258498"/>
                  </a:lnTo>
                  <a:lnTo>
                    <a:pt x="425219" y="260951"/>
                  </a:lnTo>
                  <a:lnTo>
                    <a:pt x="425650" y="262499"/>
                  </a:lnTo>
                  <a:lnTo>
                    <a:pt x="427901" y="264575"/>
                  </a:lnTo>
                  <a:lnTo>
                    <a:pt x="428289" y="264785"/>
                  </a:lnTo>
                  <a:lnTo>
                    <a:pt x="431038" y="265086"/>
                  </a:lnTo>
                  <a:lnTo>
                    <a:pt x="432099" y="264887"/>
                  </a:lnTo>
                  <a:lnTo>
                    <a:pt x="432231" y="263686"/>
                  </a:lnTo>
                  <a:lnTo>
                    <a:pt x="432871" y="262696"/>
                  </a:lnTo>
                  <a:lnTo>
                    <a:pt x="433118" y="261374"/>
                  </a:lnTo>
                  <a:lnTo>
                    <a:pt x="432878" y="258811"/>
                  </a:lnTo>
                  <a:lnTo>
                    <a:pt x="432655" y="258314"/>
                  </a:lnTo>
                  <a:lnTo>
                    <a:pt x="432031" y="258438"/>
                  </a:lnTo>
                  <a:lnTo>
                    <a:pt x="431733" y="258054"/>
                  </a:lnTo>
                  <a:lnTo>
                    <a:pt x="432033" y="257204"/>
                  </a:lnTo>
                  <a:lnTo>
                    <a:pt x="433093" y="256749"/>
                  </a:lnTo>
                  <a:lnTo>
                    <a:pt x="433315" y="256947"/>
                  </a:lnTo>
                  <a:lnTo>
                    <a:pt x="433690" y="256645"/>
                  </a:lnTo>
                  <a:lnTo>
                    <a:pt x="434445" y="255467"/>
                  </a:lnTo>
                  <a:lnTo>
                    <a:pt x="435356" y="254717"/>
                  </a:lnTo>
                  <a:lnTo>
                    <a:pt x="436420" y="253343"/>
                  </a:lnTo>
                  <a:lnTo>
                    <a:pt x="437600" y="252696"/>
                  </a:lnTo>
                  <a:lnTo>
                    <a:pt x="442425" y="252931"/>
                  </a:lnTo>
                  <a:lnTo>
                    <a:pt x="443419" y="251744"/>
                  </a:lnTo>
                  <a:lnTo>
                    <a:pt x="446239" y="250653"/>
                  </a:lnTo>
                  <a:lnTo>
                    <a:pt x="446180" y="251309"/>
                  </a:lnTo>
                  <a:lnTo>
                    <a:pt x="445605" y="251405"/>
                  </a:lnTo>
                  <a:lnTo>
                    <a:pt x="445530" y="251646"/>
                  </a:lnTo>
                  <a:lnTo>
                    <a:pt x="444395" y="251760"/>
                  </a:lnTo>
                  <a:lnTo>
                    <a:pt x="444494" y="252527"/>
                  </a:lnTo>
                  <a:lnTo>
                    <a:pt x="446093" y="252860"/>
                  </a:lnTo>
                  <a:lnTo>
                    <a:pt x="445995" y="254428"/>
                  </a:lnTo>
                  <a:lnTo>
                    <a:pt x="447072" y="254851"/>
                  </a:lnTo>
                  <a:lnTo>
                    <a:pt x="448920" y="255168"/>
                  </a:lnTo>
                  <a:lnTo>
                    <a:pt x="448849" y="255762"/>
                  </a:lnTo>
                  <a:lnTo>
                    <a:pt x="449057" y="255890"/>
                  </a:lnTo>
                  <a:lnTo>
                    <a:pt x="451415" y="256566"/>
                  </a:lnTo>
                  <a:lnTo>
                    <a:pt x="452498" y="257590"/>
                  </a:lnTo>
                  <a:lnTo>
                    <a:pt x="452351" y="258074"/>
                  </a:lnTo>
                  <a:lnTo>
                    <a:pt x="455059" y="258672"/>
                  </a:lnTo>
                  <a:lnTo>
                    <a:pt x="457046" y="260164"/>
                  </a:lnTo>
                  <a:lnTo>
                    <a:pt x="457187" y="260070"/>
                  </a:lnTo>
                  <a:lnTo>
                    <a:pt x="457924" y="261398"/>
                  </a:lnTo>
                  <a:lnTo>
                    <a:pt x="458976" y="262011"/>
                  </a:lnTo>
                  <a:lnTo>
                    <a:pt x="458062" y="263963"/>
                  </a:lnTo>
                  <a:lnTo>
                    <a:pt x="459062" y="265066"/>
                  </a:lnTo>
                  <a:lnTo>
                    <a:pt x="458946" y="267944"/>
                  </a:lnTo>
                  <a:lnTo>
                    <a:pt x="459466" y="270239"/>
                  </a:lnTo>
                  <a:lnTo>
                    <a:pt x="459081" y="270830"/>
                  </a:lnTo>
                  <a:lnTo>
                    <a:pt x="458573" y="270662"/>
                  </a:lnTo>
                  <a:lnTo>
                    <a:pt x="456250" y="271382"/>
                  </a:lnTo>
                  <a:lnTo>
                    <a:pt x="455564" y="271195"/>
                  </a:lnTo>
                  <a:lnTo>
                    <a:pt x="455133" y="272111"/>
                  </a:lnTo>
                  <a:lnTo>
                    <a:pt x="454427" y="272820"/>
                  </a:lnTo>
                  <a:lnTo>
                    <a:pt x="454074" y="273127"/>
                  </a:lnTo>
                  <a:lnTo>
                    <a:pt x="453438" y="273079"/>
                  </a:lnTo>
                  <a:lnTo>
                    <a:pt x="453257" y="273898"/>
                  </a:lnTo>
                  <a:lnTo>
                    <a:pt x="453283" y="275516"/>
                  </a:lnTo>
                  <a:lnTo>
                    <a:pt x="455053" y="277479"/>
                  </a:lnTo>
                  <a:lnTo>
                    <a:pt x="455995" y="277667"/>
                  </a:lnTo>
                  <a:lnTo>
                    <a:pt x="457534" y="277138"/>
                  </a:lnTo>
                  <a:lnTo>
                    <a:pt x="458688" y="277173"/>
                  </a:lnTo>
                  <a:lnTo>
                    <a:pt x="458887" y="276946"/>
                  </a:lnTo>
                  <a:lnTo>
                    <a:pt x="460088" y="278307"/>
                  </a:lnTo>
                  <a:lnTo>
                    <a:pt x="460308" y="279959"/>
                  </a:lnTo>
                  <a:lnTo>
                    <a:pt x="460879" y="280193"/>
                  </a:lnTo>
                  <a:lnTo>
                    <a:pt x="460037" y="281555"/>
                  </a:lnTo>
                  <a:lnTo>
                    <a:pt x="460264" y="282048"/>
                  </a:lnTo>
                  <a:lnTo>
                    <a:pt x="459935" y="282467"/>
                  </a:lnTo>
                  <a:lnTo>
                    <a:pt x="459998" y="282755"/>
                  </a:lnTo>
                  <a:lnTo>
                    <a:pt x="459033" y="283598"/>
                  </a:lnTo>
                  <a:lnTo>
                    <a:pt x="458041" y="284952"/>
                  </a:lnTo>
                  <a:lnTo>
                    <a:pt x="457707" y="285603"/>
                  </a:lnTo>
                  <a:lnTo>
                    <a:pt x="457725" y="286234"/>
                  </a:lnTo>
                  <a:lnTo>
                    <a:pt x="456360" y="288539"/>
                  </a:lnTo>
                  <a:lnTo>
                    <a:pt x="455042" y="288450"/>
                  </a:lnTo>
                  <a:lnTo>
                    <a:pt x="452157" y="286702"/>
                  </a:lnTo>
                  <a:lnTo>
                    <a:pt x="450036" y="286008"/>
                  </a:lnTo>
                  <a:lnTo>
                    <a:pt x="447745" y="286207"/>
                  </a:lnTo>
                  <a:lnTo>
                    <a:pt x="445590" y="287207"/>
                  </a:lnTo>
                  <a:lnTo>
                    <a:pt x="445488" y="287878"/>
                  </a:lnTo>
                  <a:lnTo>
                    <a:pt x="445150" y="287848"/>
                  </a:lnTo>
                  <a:lnTo>
                    <a:pt x="445569" y="289083"/>
                  </a:lnTo>
                  <a:lnTo>
                    <a:pt x="445313" y="289176"/>
                  </a:lnTo>
                  <a:lnTo>
                    <a:pt x="445239" y="289985"/>
                  </a:lnTo>
                  <a:lnTo>
                    <a:pt x="444526" y="290180"/>
                  </a:lnTo>
                  <a:lnTo>
                    <a:pt x="444596" y="290807"/>
                  </a:lnTo>
                  <a:lnTo>
                    <a:pt x="443968" y="290393"/>
                  </a:lnTo>
                  <a:lnTo>
                    <a:pt x="444031" y="290907"/>
                  </a:lnTo>
                  <a:lnTo>
                    <a:pt x="442367" y="289980"/>
                  </a:lnTo>
                  <a:lnTo>
                    <a:pt x="440985" y="291279"/>
                  </a:lnTo>
                  <a:lnTo>
                    <a:pt x="439934" y="291011"/>
                  </a:lnTo>
                  <a:lnTo>
                    <a:pt x="440051" y="291286"/>
                  </a:lnTo>
                  <a:lnTo>
                    <a:pt x="439885" y="291295"/>
                  </a:lnTo>
                  <a:lnTo>
                    <a:pt x="438508" y="290565"/>
                  </a:lnTo>
                  <a:lnTo>
                    <a:pt x="437281" y="290869"/>
                  </a:lnTo>
                  <a:lnTo>
                    <a:pt x="437187" y="290631"/>
                  </a:lnTo>
                  <a:lnTo>
                    <a:pt x="435154" y="291409"/>
                  </a:lnTo>
                  <a:lnTo>
                    <a:pt x="433790" y="292985"/>
                  </a:lnTo>
                  <a:lnTo>
                    <a:pt x="433578" y="294313"/>
                  </a:lnTo>
                  <a:lnTo>
                    <a:pt x="432067" y="296974"/>
                  </a:lnTo>
                  <a:lnTo>
                    <a:pt x="431750" y="297544"/>
                  </a:lnTo>
                  <a:lnTo>
                    <a:pt x="432610" y="298342"/>
                  </a:lnTo>
                  <a:lnTo>
                    <a:pt x="432236" y="298805"/>
                  </a:lnTo>
                  <a:lnTo>
                    <a:pt x="432499" y="299229"/>
                  </a:lnTo>
                  <a:lnTo>
                    <a:pt x="432028" y="299240"/>
                  </a:lnTo>
                  <a:lnTo>
                    <a:pt x="432816" y="300891"/>
                  </a:lnTo>
                  <a:lnTo>
                    <a:pt x="433897" y="302480"/>
                  </a:lnTo>
                  <a:lnTo>
                    <a:pt x="434814" y="302777"/>
                  </a:lnTo>
                  <a:lnTo>
                    <a:pt x="435518" y="303581"/>
                  </a:lnTo>
                  <a:lnTo>
                    <a:pt x="435878" y="305102"/>
                  </a:lnTo>
                  <a:lnTo>
                    <a:pt x="435824" y="306361"/>
                  </a:lnTo>
                  <a:lnTo>
                    <a:pt x="436681" y="308170"/>
                  </a:lnTo>
                  <a:lnTo>
                    <a:pt x="436953" y="309424"/>
                  </a:lnTo>
                  <a:lnTo>
                    <a:pt x="436940" y="311136"/>
                  </a:lnTo>
                  <a:lnTo>
                    <a:pt x="442374" y="308065"/>
                  </a:lnTo>
                  <a:lnTo>
                    <a:pt x="444909" y="306918"/>
                  </a:lnTo>
                  <a:lnTo>
                    <a:pt x="445556" y="307458"/>
                  </a:lnTo>
                  <a:lnTo>
                    <a:pt x="445871" y="308333"/>
                  </a:lnTo>
                  <a:lnTo>
                    <a:pt x="446802" y="308048"/>
                  </a:lnTo>
                  <a:lnTo>
                    <a:pt x="447764" y="306740"/>
                  </a:lnTo>
                  <a:lnTo>
                    <a:pt x="451426" y="305736"/>
                  </a:lnTo>
                  <a:lnTo>
                    <a:pt x="453561" y="305678"/>
                  </a:lnTo>
                  <a:lnTo>
                    <a:pt x="453755" y="306030"/>
                  </a:lnTo>
                  <a:lnTo>
                    <a:pt x="452746" y="306712"/>
                  </a:lnTo>
                  <a:lnTo>
                    <a:pt x="452993" y="307496"/>
                  </a:lnTo>
                  <a:lnTo>
                    <a:pt x="453303" y="307479"/>
                  </a:lnTo>
                  <a:lnTo>
                    <a:pt x="454215" y="308166"/>
                  </a:lnTo>
                  <a:lnTo>
                    <a:pt x="456134" y="308980"/>
                  </a:lnTo>
                  <a:lnTo>
                    <a:pt x="455866" y="309769"/>
                  </a:lnTo>
                  <a:lnTo>
                    <a:pt x="454244" y="309849"/>
                  </a:lnTo>
                  <a:lnTo>
                    <a:pt x="454136" y="311298"/>
                  </a:lnTo>
                  <a:lnTo>
                    <a:pt x="452787" y="315380"/>
                  </a:lnTo>
                  <a:lnTo>
                    <a:pt x="453564" y="315953"/>
                  </a:lnTo>
                  <a:lnTo>
                    <a:pt x="453531" y="316270"/>
                  </a:lnTo>
                  <a:lnTo>
                    <a:pt x="451953" y="317259"/>
                  </a:lnTo>
                  <a:lnTo>
                    <a:pt x="451216" y="322210"/>
                  </a:lnTo>
                  <a:lnTo>
                    <a:pt x="451792" y="322603"/>
                  </a:lnTo>
                  <a:lnTo>
                    <a:pt x="452344" y="322656"/>
                  </a:lnTo>
                  <a:lnTo>
                    <a:pt x="452375" y="322922"/>
                  </a:lnTo>
                  <a:lnTo>
                    <a:pt x="452084" y="324458"/>
                  </a:lnTo>
                  <a:lnTo>
                    <a:pt x="451402" y="324588"/>
                  </a:lnTo>
                  <a:lnTo>
                    <a:pt x="451533" y="325041"/>
                  </a:lnTo>
                  <a:lnTo>
                    <a:pt x="450883" y="325059"/>
                  </a:lnTo>
                  <a:lnTo>
                    <a:pt x="451051" y="325728"/>
                  </a:lnTo>
                  <a:lnTo>
                    <a:pt x="452835" y="325644"/>
                  </a:lnTo>
                  <a:lnTo>
                    <a:pt x="454181" y="326195"/>
                  </a:lnTo>
                  <a:lnTo>
                    <a:pt x="453897" y="328357"/>
                  </a:lnTo>
                  <a:lnTo>
                    <a:pt x="453351" y="329602"/>
                  </a:lnTo>
                  <a:lnTo>
                    <a:pt x="454522" y="329767"/>
                  </a:lnTo>
                  <a:lnTo>
                    <a:pt x="457017" y="328924"/>
                  </a:lnTo>
                  <a:lnTo>
                    <a:pt x="459678" y="327187"/>
                  </a:lnTo>
                  <a:lnTo>
                    <a:pt x="463060" y="326399"/>
                  </a:lnTo>
                  <a:lnTo>
                    <a:pt x="464300" y="326225"/>
                  </a:lnTo>
                  <a:lnTo>
                    <a:pt x="464342" y="326503"/>
                  </a:lnTo>
                  <a:lnTo>
                    <a:pt x="465011" y="326175"/>
                  </a:lnTo>
                  <a:lnTo>
                    <a:pt x="466915" y="326271"/>
                  </a:lnTo>
                  <a:lnTo>
                    <a:pt x="466968" y="326999"/>
                  </a:lnTo>
                  <a:lnTo>
                    <a:pt x="468358" y="327195"/>
                  </a:lnTo>
                  <a:lnTo>
                    <a:pt x="469425" y="326397"/>
                  </a:lnTo>
                  <a:lnTo>
                    <a:pt x="470260" y="326330"/>
                  </a:lnTo>
                  <a:lnTo>
                    <a:pt x="470639" y="326831"/>
                  </a:lnTo>
                  <a:lnTo>
                    <a:pt x="471699" y="326314"/>
                  </a:lnTo>
                  <a:lnTo>
                    <a:pt x="473179" y="326747"/>
                  </a:lnTo>
                  <a:lnTo>
                    <a:pt x="473319" y="326403"/>
                  </a:lnTo>
                  <a:lnTo>
                    <a:pt x="474912" y="326624"/>
                  </a:lnTo>
                  <a:lnTo>
                    <a:pt x="473448" y="324567"/>
                  </a:lnTo>
                  <a:lnTo>
                    <a:pt x="475437" y="324991"/>
                  </a:lnTo>
                  <a:lnTo>
                    <a:pt x="475864" y="324515"/>
                  </a:lnTo>
                  <a:lnTo>
                    <a:pt x="476889" y="323990"/>
                  </a:lnTo>
                  <a:lnTo>
                    <a:pt x="476851" y="323416"/>
                  </a:lnTo>
                  <a:lnTo>
                    <a:pt x="479464" y="323832"/>
                  </a:lnTo>
                  <a:lnTo>
                    <a:pt x="480218" y="322592"/>
                  </a:lnTo>
                  <a:lnTo>
                    <a:pt x="481794" y="322629"/>
                  </a:lnTo>
                  <a:lnTo>
                    <a:pt x="482602" y="322994"/>
                  </a:lnTo>
                  <a:lnTo>
                    <a:pt x="483288" y="322808"/>
                  </a:lnTo>
                  <a:lnTo>
                    <a:pt x="483926" y="323256"/>
                  </a:lnTo>
                  <a:lnTo>
                    <a:pt x="486592" y="322117"/>
                  </a:lnTo>
                  <a:lnTo>
                    <a:pt x="487495" y="321293"/>
                  </a:lnTo>
                  <a:lnTo>
                    <a:pt x="488214" y="321357"/>
                  </a:lnTo>
                  <a:lnTo>
                    <a:pt x="488978" y="322492"/>
                  </a:lnTo>
                  <a:lnTo>
                    <a:pt x="489531" y="322488"/>
                  </a:lnTo>
                  <a:lnTo>
                    <a:pt x="491718" y="322149"/>
                  </a:lnTo>
                  <a:lnTo>
                    <a:pt x="491808" y="321479"/>
                  </a:lnTo>
                  <a:lnTo>
                    <a:pt x="494913" y="321186"/>
                  </a:lnTo>
                  <a:lnTo>
                    <a:pt x="495581" y="321335"/>
                  </a:lnTo>
                  <a:lnTo>
                    <a:pt x="497690" y="320765"/>
                  </a:lnTo>
                  <a:lnTo>
                    <a:pt x="498750" y="320944"/>
                  </a:lnTo>
                  <a:lnTo>
                    <a:pt x="499624" y="321736"/>
                  </a:lnTo>
                  <a:lnTo>
                    <a:pt x="501669" y="322658"/>
                  </a:lnTo>
                  <a:lnTo>
                    <a:pt x="502129" y="323215"/>
                  </a:lnTo>
                  <a:lnTo>
                    <a:pt x="503200" y="323677"/>
                  </a:lnTo>
                  <a:lnTo>
                    <a:pt x="504572" y="324779"/>
                  </a:lnTo>
                  <a:lnTo>
                    <a:pt x="504925" y="325342"/>
                  </a:lnTo>
                  <a:lnTo>
                    <a:pt x="505441" y="325212"/>
                  </a:lnTo>
                  <a:lnTo>
                    <a:pt x="506234" y="324558"/>
                  </a:lnTo>
                  <a:lnTo>
                    <a:pt x="505991" y="322427"/>
                  </a:lnTo>
                  <a:lnTo>
                    <a:pt x="507001" y="321621"/>
                  </a:lnTo>
                  <a:lnTo>
                    <a:pt x="507185" y="321124"/>
                  </a:lnTo>
                  <a:lnTo>
                    <a:pt x="506971" y="320853"/>
                  </a:lnTo>
                  <a:lnTo>
                    <a:pt x="508440" y="321370"/>
                  </a:lnTo>
                  <a:lnTo>
                    <a:pt x="509648" y="322223"/>
                  </a:lnTo>
                  <a:lnTo>
                    <a:pt x="509339" y="323141"/>
                  </a:lnTo>
                  <a:lnTo>
                    <a:pt x="509462" y="324190"/>
                  </a:lnTo>
                  <a:lnTo>
                    <a:pt x="510027" y="324047"/>
                  </a:lnTo>
                  <a:lnTo>
                    <a:pt x="511110" y="324318"/>
                  </a:lnTo>
                  <a:lnTo>
                    <a:pt x="512881" y="325334"/>
                  </a:lnTo>
                  <a:lnTo>
                    <a:pt x="514030" y="325065"/>
                  </a:lnTo>
                  <a:lnTo>
                    <a:pt x="514050" y="325418"/>
                  </a:lnTo>
                  <a:lnTo>
                    <a:pt x="515305" y="326427"/>
                  </a:lnTo>
                  <a:lnTo>
                    <a:pt x="516099" y="329155"/>
                  </a:lnTo>
                  <a:lnTo>
                    <a:pt x="516187" y="330248"/>
                  </a:lnTo>
                  <a:lnTo>
                    <a:pt x="515753" y="333590"/>
                  </a:lnTo>
                  <a:lnTo>
                    <a:pt x="515319" y="333769"/>
                  </a:lnTo>
                  <a:lnTo>
                    <a:pt x="515174" y="334084"/>
                  </a:lnTo>
                  <a:lnTo>
                    <a:pt x="515656" y="334476"/>
                  </a:lnTo>
                  <a:lnTo>
                    <a:pt x="516429" y="334659"/>
                  </a:lnTo>
                  <a:lnTo>
                    <a:pt x="519448" y="340408"/>
                  </a:lnTo>
                  <a:lnTo>
                    <a:pt x="518931" y="341165"/>
                  </a:lnTo>
                  <a:lnTo>
                    <a:pt x="517666" y="340151"/>
                  </a:lnTo>
                  <a:lnTo>
                    <a:pt x="516988" y="340169"/>
                  </a:lnTo>
                  <a:lnTo>
                    <a:pt x="516022" y="340790"/>
                  </a:lnTo>
                  <a:lnTo>
                    <a:pt x="515687" y="340434"/>
                  </a:lnTo>
                  <a:lnTo>
                    <a:pt x="515552" y="339542"/>
                  </a:lnTo>
                  <a:lnTo>
                    <a:pt x="515058" y="339640"/>
                  </a:lnTo>
                  <a:lnTo>
                    <a:pt x="514821" y="339937"/>
                  </a:lnTo>
                  <a:lnTo>
                    <a:pt x="514905" y="341018"/>
                  </a:lnTo>
                  <a:lnTo>
                    <a:pt x="513953" y="341462"/>
                  </a:lnTo>
                  <a:lnTo>
                    <a:pt x="513556" y="340707"/>
                  </a:lnTo>
                  <a:lnTo>
                    <a:pt x="512939" y="340303"/>
                  </a:lnTo>
                  <a:lnTo>
                    <a:pt x="512970" y="340055"/>
                  </a:lnTo>
                  <a:lnTo>
                    <a:pt x="512709" y="339969"/>
                  </a:lnTo>
                  <a:lnTo>
                    <a:pt x="512629" y="340164"/>
                  </a:lnTo>
                  <a:lnTo>
                    <a:pt x="511857" y="339325"/>
                  </a:lnTo>
                  <a:lnTo>
                    <a:pt x="511505" y="339434"/>
                  </a:lnTo>
                  <a:lnTo>
                    <a:pt x="511889" y="339713"/>
                  </a:lnTo>
                  <a:lnTo>
                    <a:pt x="511561" y="339806"/>
                  </a:lnTo>
                  <a:lnTo>
                    <a:pt x="511456" y="340123"/>
                  </a:lnTo>
                  <a:lnTo>
                    <a:pt x="511949" y="340325"/>
                  </a:lnTo>
                  <a:lnTo>
                    <a:pt x="512327" y="341446"/>
                  </a:lnTo>
                  <a:lnTo>
                    <a:pt x="511605" y="341477"/>
                  </a:lnTo>
                  <a:lnTo>
                    <a:pt x="511714" y="341244"/>
                  </a:lnTo>
                  <a:lnTo>
                    <a:pt x="511503" y="341041"/>
                  </a:lnTo>
                  <a:lnTo>
                    <a:pt x="511214" y="341504"/>
                  </a:lnTo>
                  <a:lnTo>
                    <a:pt x="510892" y="340972"/>
                  </a:lnTo>
                  <a:lnTo>
                    <a:pt x="510156" y="341234"/>
                  </a:lnTo>
                  <a:lnTo>
                    <a:pt x="510457" y="340132"/>
                  </a:lnTo>
                  <a:lnTo>
                    <a:pt x="510135" y="339875"/>
                  </a:lnTo>
                  <a:lnTo>
                    <a:pt x="509468" y="340193"/>
                  </a:lnTo>
                  <a:lnTo>
                    <a:pt x="509248" y="339213"/>
                  </a:lnTo>
                  <a:lnTo>
                    <a:pt x="508944" y="339006"/>
                  </a:lnTo>
                  <a:lnTo>
                    <a:pt x="509768" y="342334"/>
                  </a:lnTo>
                  <a:lnTo>
                    <a:pt x="508157" y="342477"/>
                  </a:lnTo>
                  <a:lnTo>
                    <a:pt x="505841" y="343232"/>
                  </a:lnTo>
                  <a:lnTo>
                    <a:pt x="505536" y="343775"/>
                  </a:lnTo>
                  <a:lnTo>
                    <a:pt x="505792" y="344655"/>
                  </a:lnTo>
                  <a:lnTo>
                    <a:pt x="504414" y="345035"/>
                  </a:lnTo>
                  <a:lnTo>
                    <a:pt x="504546" y="346319"/>
                  </a:lnTo>
                  <a:lnTo>
                    <a:pt x="504906" y="346293"/>
                  </a:lnTo>
                  <a:lnTo>
                    <a:pt x="504308" y="347385"/>
                  </a:lnTo>
                  <a:lnTo>
                    <a:pt x="505277" y="348814"/>
                  </a:lnTo>
                  <a:lnTo>
                    <a:pt x="505240" y="350013"/>
                  </a:lnTo>
                  <a:lnTo>
                    <a:pt x="505808" y="351592"/>
                  </a:lnTo>
                  <a:lnTo>
                    <a:pt x="507151" y="351257"/>
                  </a:lnTo>
                  <a:lnTo>
                    <a:pt x="507054" y="353087"/>
                  </a:lnTo>
                  <a:lnTo>
                    <a:pt x="507229" y="353842"/>
                  </a:lnTo>
                  <a:lnTo>
                    <a:pt x="506997" y="355020"/>
                  </a:lnTo>
                  <a:lnTo>
                    <a:pt x="507273" y="356847"/>
                  </a:lnTo>
                  <a:lnTo>
                    <a:pt x="505912" y="356240"/>
                  </a:lnTo>
                  <a:lnTo>
                    <a:pt x="504322" y="356116"/>
                  </a:lnTo>
                  <a:lnTo>
                    <a:pt x="502032" y="356426"/>
                  </a:lnTo>
                  <a:lnTo>
                    <a:pt x="502316" y="359116"/>
                  </a:lnTo>
                  <a:lnTo>
                    <a:pt x="500529" y="359050"/>
                  </a:lnTo>
                  <a:lnTo>
                    <a:pt x="499575" y="360324"/>
                  </a:lnTo>
                  <a:lnTo>
                    <a:pt x="499066" y="360227"/>
                  </a:lnTo>
                  <a:lnTo>
                    <a:pt x="498569" y="360419"/>
                  </a:lnTo>
                  <a:lnTo>
                    <a:pt x="497407" y="361799"/>
                  </a:lnTo>
                  <a:lnTo>
                    <a:pt x="496625" y="361376"/>
                  </a:lnTo>
                  <a:lnTo>
                    <a:pt x="495186" y="361506"/>
                  </a:lnTo>
                  <a:lnTo>
                    <a:pt x="495239" y="362306"/>
                  </a:lnTo>
                  <a:lnTo>
                    <a:pt x="495839" y="362674"/>
                  </a:lnTo>
                  <a:lnTo>
                    <a:pt x="495601" y="364171"/>
                  </a:lnTo>
                  <a:lnTo>
                    <a:pt x="495196" y="364856"/>
                  </a:lnTo>
                  <a:lnTo>
                    <a:pt x="494744" y="364666"/>
                  </a:lnTo>
                  <a:lnTo>
                    <a:pt x="494114" y="365624"/>
                  </a:lnTo>
                  <a:lnTo>
                    <a:pt x="493704" y="365366"/>
                  </a:lnTo>
                  <a:lnTo>
                    <a:pt x="493983" y="366440"/>
                  </a:lnTo>
                  <a:lnTo>
                    <a:pt x="493776" y="366667"/>
                  </a:lnTo>
                  <a:lnTo>
                    <a:pt x="492872" y="366655"/>
                  </a:lnTo>
                  <a:lnTo>
                    <a:pt x="492779" y="366852"/>
                  </a:lnTo>
                  <a:lnTo>
                    <a:pt x="492695" y="368006"/>
                  </a:lnTo>
                  <a:lnTo>
                    <a:pt x="492864" y="368423"/>
                  </a:lnTo>
                  <a:lnTo>
                    <a:pt x="494192" y="368565"/>
                  </a:lnTo>
                  <a:lnTo>
                    <a:pt x="493456" y="372275"/>
                  </a:lnTo>
                  <a:lnTo>
                    <a:pt x="493872" y="372433"/>
                  </a:lnTo>
                  <a:lnTo>
                    <a:pt x="493729" y="372978"/>
                  </a:lnTo>
                  <a:lnTo>
                    <a:pt x="492807" y="372735"/>
                  </a:lnTo>
                  <a:lnTo>
                    <a:pt x="492869" y="372307"/>
                  </a:lnTo>
                  <a:lnTo>
                    <a:pt x="490289" y="370881"/>
                  </a:lnTo>
                  <a:lnTo>
                    <a:pt x="488372" y="371041"/>
                  </a:lnTo>
                  <a:lnTo>
                    <a:pt x="489201" y="374604"/>
                  </a:lnTo>
                  <a:lnTo>
                    <a:pt x="493608" y="375884"/>
                  </a:lnTo>
                  <a:lnTo>
                    <a:pt x="493675" y="376300"/>
                  </a:lnTo>
                  <a:lnTo>
                    <a:pt x="493393" y="377187"/>
                  </a:lnTo>
                  <a:lnTo>
                    <a:pt x="491989" y="376698"/>
                  </a:lnTo>
                  <a:lnTo>
                    <a:pt x="491747" y="377625"/>
                  </a:lnTo>
                  <a:lnTo>
                    <a:pt x="491234" y="377378"/>
                  </a:lnTo>
                  <a:lnTo>
                    <a:pt x="490392" y="380807"/>
                  </a:lnTo>
                  <a:lnTo>
                    <a:pt x="489724" y="380626"/>
                  </a:lnTo>
                  <a:lnTo>
                    <a:pt x="489553" y="381035"/>
                  </a:lnTo>
                  <a:lnTo>
                    <a:pt x="489759" y="382533"/>
                  </a:lnTo>
                  <a:lnTo>
                    <a:pt x="488798" y="383300"/>
                  </a:lnTo>
                  <a:lnTo>
                    <a:pt x="488922" y="384553"/>
                  </a:lnTo>
                  <a:lnTo>
                    <a:pt x="488332" y="386613"/>
                  </a:lnTo>
                  <a:lnTo>
                    <a:pt x="487321" y="386302"/>
                  </a:lnTo>
                  <a:lnTo>
                    <a:pt x="487017" y="387546"/>
                  </a:lnTo>
                  <a:lnTo>
                    <a:pt x="486107" y="388904"/>
                  </a:lnTo>
                  <a:lnTo>
                    <a:pt x="485617" y="388708"/>
                  </a:lnTo>
                  <a:lnTo>
                    <a:pt x="485046" y="389349"/>
                  </a:lnTo>
                  <a:lnTo>
                    <a:pt x="484423" y="388970"/>
                  </a:lnTo>
                  <a:lnTo>
                    <a:pt x="483519" y="389366"/>
                  </a:lnTo>
                  <a:lnTo>
                    <a:pt x="482372" y="391208"/>
                  </a:lnTo>
                  <a:lnTo>
                    <a:pt x="482633" y="391643"/>
                  </a:lnTo>
                  <a:lnTo>
                    <a:pt x="481930" y="391888"/>
                  </a:lnTo>
                  <a:lnTo>
                    <a:pt x="481449" y="392804"/>
                  </a:lnTo>
                  <a:lnTo>
                    <a:pt x="481150" y="392649"/>
                  </a:lnTo>
                  <a:lnTo>
                    <a:pt x="480811" y="392866"/>
                  </a:lnTo>
                  <a:lnTo>
                    <a:pt x="480391" y="392539"/>
                  </a:lnTo>
                  <a:lnTo>
                    <a:pt x="479426" y="390848"/>
                  </a:lnTo>
                  <a:lnTo>
                    <a:pt x="479132" y="391010"/>
                  </a:lnTo>
                  <a:lnTo>
                    <a:pt x="478136" y="390170"/>
                  </a:lnTo>
                  <a:lnTo>
                    <a:pt x="478380" y="389145"/>
                  </a:lnTo>
                  <a:lnTo>
                    <a:pt x="478361" y="387628"/>
                  </a:lnTo>
                  <a:lnTo>
                    <a:pt x="476968" y="388633"/>
                  </a:lnTo>
                  <a:lnTo>
                    <a:pt x="476647" y="389175"/>
                  </a:lnTo>
                  <a:lnTo>
                    <a:pt x="475189" y="388985"/>
                  </a:lnTo>
                  <a:lnTo>
                    <a:pt x="471074" y="387463"/>
                  </a:lnTo>
                  <a:lnTo>
                    <a:pt x="471285" y="386893"/>
                  </a:lnTo>
                  <a:lnTo>
                    <a:pt x="470023" y="385074"/>
                  </a:lnTo>
                  <a:lnTo>
                    <a:pt x="467827" y="387125"/>
                  </a:lnTo>
                  <a:lnTo>
                    <a:pt x="467331" y="387025"/>
                  </a:lnTo>
                  <a:lnTo>
                    <a:pt x="466906" y="387547"/>
                  </a:lnTo>
                  <a:lnTo>
                    <a:pt x="464825" y="386973"/>
                  </a:lnTo>
                  <a:lnTo>
                    <a:pt x="464579" y="386521"/>
                  </a:lnTo>
                  <a:lnTo>
                    <a:pt x="463732" y="386568"/>
                  </a:lnTo>
                  <a:lnTo>
                    <a:pt x="462458" y="385792"/>
                  </a:lnTo>
                  <a:lnTo>
                    <a:pt x="460798" y="386807"/>
                  </a:lnTo>
                  <a:lnTo>
                    <a:pt x="457830" y="385889"/>
                  </a:lnTo>
                  <a:lnTo>
                    <a:pt x="455646" y="384053"/>
                  </a:lnTo>
                  <a:lnTo>
                    <a:pt x="455324" y="386118"/>
                  </a:lnTo>
                  <a:lnTo>
                    <a:pt x="455919" y="387486"/>
                  </a:lnTo>
                  <a:lnTo>
                    <a:pt x="454829" y="391220"/>
                  </a:lnTo>
                  <a:lnTo>
                    <a:pt x="452705" y="391253"/>
                  </a:lnTo>
                  <a:lnTo>
                    <a:pt x="451278" y="390622"/>
                  </a:lnTo>
                  <a:lnTo>
                    <a:pt x="451167" y="389699"/>
                  </a:lnTo>
                  <a:lnTo>
                    <a:pt x="450696" y="389527"/>
                  </a:lnTo>
                  <a:lnTo>
                    <a:pt x="452154" y="387571"/>
                  </a:lnTo>
                  <a:lnTo>
                    <a:pt x="449417" y="386533"/>
                  </a:lnTo>
                  <a:lnTo>
                    <a:pt x="449803" y="384342"/>
                  </a:lnTo>
                  <a:lnTo>
                    <a:pt x="449625" y="382872"/>
                  </a:lnTo>
                  <a:lnTo>
                    <a:pt x="449021" y="382194"/>
                  </a:lnTo>
                  <a:lnTo>
                    <a:pt x="448475" y="380544"/>
                  </a:lnTo>
                  <a:lnTo>
                    <a:pt x="447368" y="381030"/>
                  </a:lnTo>
                  <a:lnTo>
                    <a:pt x="446949" y="382446"/>
                  </a:lnTo>
                  <a:lnTo>
                    <a:pt x="445640" y="383717"/>
                  </a:lnTo>
                  <a:lnTo>
                    <a:pt x="443129" y="387051"/>
                  </a:lnTo>
                  <a:lnTo>
                    <a:pt x="442091" y="386060"/>
                  </a:lnTo>
                  <a:lnTo>
                    <a:pt x="441693" y="385080"/>
                  </a:lnTo>
                  <a:lnTo>
                    <a:pt x="437028" y="385764"/>
                  </a:lnTo>
                  <a:lnTo>
                    <a:pt x="436420" y="386216"/>
                  </a:lnTo>
                  <a:lnTo>
                    <a:pt x="436599" y="387754"/>
                  </a:lnTo>
                  <a:lnTo>
                    <a:pt x="435211" y="388876"/>
                  </a:lnTo>
                  <a:lnTo>
                    <a:pt x="435993" y="389678"/>
                  </a:lnTo>
                  <a:lnTo>
                    <a:pt x="434948" y="390312"/>
                  </a:lnTo>
                  <a:lnTo>
                    <a:pt x="434812" y="390184"/>
                  </a:lnTo>
                  <a:lnTo>
                    <a:pt x="434325" y="391350"/>
                  </a:lnTo>
                  <a:lnTo>
                    <a:pt x="434072" y="394187"/>
                  </a:lnTo>
                  <a:lnTo>
                    <a:pt x="433401" y="396675"/>
                  </a:lnTo>
                  <a:lnTo>
                    <a:pt x="432511" y="396550"/>
                  </a:lnTo>
                  <a:lnTo>
                    <a:pt x="427524" y="397439"/>
                  </a:lnTo>
                  <a:lnTo>
                    <a:pt x="427278" y="398518"/>
                  </a:lnTo>
                  <a:lnTo>
                    <a:pt x="427889" y="398742"/>
                  </a:lnTo>
                  <a:lnTo>
                    <a:pt x="428036" y="399763"/>
                  </a:lnTo>
                  <a:lnTo>
                    <a:pt x="427228" y="401031"/>
                  </a:lnTo>
                  <a:lnTo>
                    <a:pt x="427727" y="401482"/>
                  </a:lnTo>
                  <a:lnTo>
                    <a:pt x="426317" y="404185"/>
                  </a:lnTo>
                  <a:lnTo>
                    <a:pt x="424003" y="403519"/>
                  </a:lnTo>
                  <a:lnTo>
                    <a:pt x="423195" y="404546"/>
                  </a:lnTo>
                  <a:lnTo>
                    <a:pt x="423259" y="406035"/>
                  </a:lnTo>
                  <a:lnTo>
                    <a:pt x="423705" y="407504"/>
                  </a:lnTo>
                  <a:lnTo>
                    <a:pt x="424477" y="407966"/>
                  </a:lnTo>
                  <a:lnTo>
                    <a:pt x="424765" y="409085"/>
                  </a:lnTo>
                  <a:lnTo>
                    <a:pt x="423523" y="410432"/>
                  </a:lnTo>
                  <a:lnTo>
                    <a:pt x="422654" y="411996"/>
                  </a:lnTo>
                  <a:lnTo>
                    <a:pt x="421002" y="413317"/>
                  </a:lnTo>
                  <a:lnTo>
                    <a:pt x="420156" y="414984"/>
                  </a:lnTo>
                  <a:lnTo>
                    <a:pt x="419431" y="415855"/>
                  </a:lnTo>
                  <a:lnTo>
                    <a:pt x="419126" y="416049"/>
                  </a:lnTo>
                  <a:lnTo>
                    <a:pt x="418409" y="415955"/>
                  </a:lnTo>
                  <a:lnTo>
                    <a:pt x="417888" y="415624"/>
                  </a:lnTo>
                  <a:lnTo>
                    <a:pt x="417634" y="414928"/>
                  </a:lnTo>
                  <a:lnTo>
                    <a:pt x="417560" y="415353"/>
                  </a:lnTo>
                  <a:lnTo>
                    <a:pt x="416536" y="416759"/>
                  </a:lnTo>
                  <a:lnTo>
                    <a:pt x="417126" y="418596"/>
                  </a:lnTo>
                  <a:lnTo>
                    <a:pt x="415653" y="418946"/>
                  </a:lnTo>
                  <a:lnTo>
                    <a:pt x="413091" y="421578"/>
                  </a:lnTo>
                  <a:lnTo>
                    <a:pt x="409614" y="422354"/>
                  </a:lnTo>
                  <a:lnTo>
                    <a:pt x="409045" y="422753"/>
                  </a:lnTo>
                  <a:lnTo>
                    <a:pt x="408505" y="423460"/>
                  </a:lnTo>
                  <a:lnTo>
                    <a:pt x="408545" y="424444"/>
                  </a:lnTo>
                  <a:lnTo>
                    <a:pt x="407777" y="426149"/>
                  </a:lnTo>
                  <a:lnTo>
                    <a:pt x="404823" y="422422"/>
                  </a:lnTo>
                  <a:lnTo>
                    <a:pt x="403221" y="420933"/>
                  </a:lnTo>
                  <a:lnTo>
                    <a:pt x="401880" y="420240"/>
                  </a:lnTo>
                  <a:lnTo>
                    <a:pt x="397714" y="415794"/>
                  </a:lnTo>
                  <a:lnTo>
                    <a:pt x="394549" y="413530"/>
                  </a:lnTo>
                  <a:lnTo>
                    <a:pt x="393263" y="411318"/>
                  </a:lnTo>
                  <a:lnTo>
                    <a:pt x="391528" y="410666"/>
                  </a:lnTo>
                  <a:lnTo>
                    <a:pt x="389202" y="409066"/>
                  </a:lnTo>
                  <a:lnTo>
                    <a:pt x="388599" y="408679"/>
                  </a:lnTo>
                  <a:lnTo>
                    <a:pt x="387701" y="410473"/>
                  </a:lnTo>
                  <a:lnTo>
                    <a:pt x="387396" y="411854"/>
                  </a:lnTo>
                  <a:lnTo>
                    <a:pt x="385923" y="411774"/>
                  </a:lnTo>
                  <a:lnTo>
                    <a:pt x="385071" y="414618"/>
                  </a:lnTo>
                  <a:lnTo>
                    <a:pt x="385386" y="414910"/>
                  </a:lnTo>
                  <a:lnTo>
                    <a:pt x="385109" y="415805"/>
                  </a:lnTo>
                  <a:lnTo>
                    <a:pt x="386477" y="416598"/>
                  </a:lnTo>
                  <a:lnTo>
                    <a:pt x="386177" y="417228"/>
                  </a:lnTo>
                  <a:lnTo>
                    <a:pt x="383425" y="415910"/>
                  </a:lnTo>
                  <a:lnTo>
                    <a:pt x="382553" y="416668"/>
                  </a:lnTo>
                  <a:lnTo>
                    <a:pt x="382326" y="416575"/>
                  </a:lnTo>
                  <a:lnTo>
                    <a:pt x="382176" y="417446"/>
                  </a:lnTo>
                  <a:lnTo>
                    <a:pt x="380588" y="417453"/>
                  </a:lnTo>
                  <a:lnTo>
                    <a:pt x="379618" y="417769"/>
                  </a:lnTo>
                  <a:lnTo>
                    <a:pt x="380109" y="418282"/>
                  </a:lnTo>
                  <a:lnTo>
                    <a:pt x="378364" y="420074"/>
                  </a:lnTo>
                  <a:lnTo>
                    <a:pt x="380631" y="421895"/>
                  </a:lnTo>
                  <a:lnTo>
                    <a:pt x="376534" y="426385"/>
                  </a:lnTo>
                  <a:lnTo>
                    <a:pt x="374850" y="428595"/>
                  </a:lnTo>
                  <a:lnTo>
                    <a:pt x="373881" y="428357"/>
                  </a:lnTo>
                  <a:lnTo>
                    <a:pt x="373073" y="429401"/>
                  </a:lnTo>
                  <a:lnTo>
                    <a:pt x="371880" y="430291"/>
                  </a:lnTo>
                  <a:lnTo>
                    <a:pt x="371354" y="429728"/>
                  </a:lnTo>
                  <a:lnTo>
                    <a:pt x="371024" y="429931"/>
                  </a:lnTo>
                  <a:lnTo>
                    <a:pt x="369469" y="429764"/>
                  </a:lnTo>
                  <a:lnTo>
                    <a:pt x="366400" y="430198"/>
                  </a:lnTo>
                  <a:lnTo>
                    <a:pt x="363991" y="430885"/>
                  </a:lnTo>
                  <a:lnTo>
                    <a:pt x="363142" y="429920"/>
                  </a:lnTo>
                  <a:lnTo>
                    <a:pt x="362568" y="429614"/>
                  </a:lnTo>
                  <a:lnTo>
                    <a:pt x="361477" y="429799"/>
                  </a:lnTo>
                  <a:lnTo>
                    <a:pt x="359491" y="429489"/>
                  </a:lnTo>
                  <a:lnTo>
                    <a:pt x="358639" y="428903"/>
                  </a:lnTo>
                  <a:lnTo>
                    <a:pt x="357327" y="428855"/>
                  </a:lnTo>
                  <a:lnTo>
                    <a:pt x="356362" y="428437"/>
                  </a:lnTo>
                  <a:lnTo>
                    <a:pt x="356143" y="428012"/>
                  </a:lnTo>
                  <a:lnTo>
                    <a:pt x="356262" y="428447"/>
                  </a:lnTo>
                  <a:lnTo>
                    <a:pt x="355271" y="428334"/>
                  </a:lnTo>
                  <a:lnTo>
                    <a:pt x="354723" y="428568"/>
                  </a:lnTo>
                  <a:lnTo>
                    <a:pt x="353757" y="429759"/>
                  </a:lnTo>
                  <a:lnTo>
                    <a:pt x="353100" y="429854"/>
                  </a:lnTo>
                  <a:lnTo>
                    <a:pt x="351928" y="429319"/>
                  </a:lnTo>
                  <a:lnTo>
                    <a:pt x="351220" y="428424"/>
                  </a:lnTo>
                  <a:lnTo>
                    <a:pt x="350648" y="428126"/>
                  </a:lnTo>
                  <a:lnTo>
                    <a:pt x="349798" y="427943"/>
                  </a:lnTo>
                  <a:lnTo>
                    <a:pt x="348262" y="428286"/>
                  </a:lnTo>
                  <a:lnTo>
                    <a:pt x="347675" y="428748"/>
                  </a:lnTo>
                  <a:lnTo>
                    <a:pt x="346950" y="428735"/>
                  </a:lnTo>
                  <a:lnTo>
                    <a:pt x="345621" y="429961"/>
                  </a:lnTo>
                  <a:lnTo>
                    <a:pt x="342586" y="430308"/>
                  </a:lnTo>
                  <a:lnTo>
                    <a:pt x="341896" y="431484"/>
                  </a:lnTo>
                  <a:lnTo>
                    <a:pt x="342062" y="431706"/>
                  </a:lnTo>
                  <a:lnTo>
                    <a:pt x="341146" y="432242"/>
                  </a:lnTo>
                  <a:lnTo>
                    <a:pt x="341135" y="432465"/>
                  </a:lnTo>
                  <a:lnTo>
                    <a:pt x="339936" y="432836"/>
                  </a:lnTo>
                  <a:lnTo>
                    <a:pt x="339434" y="433495"/>
                  </a:lnTo>
                  <a:lnTo>
                    <a:pt x="339037" y="433066"/>
                  </a:lnTo>
                  <a:lnTo>
                    <a:pt x="339135" y="431115"/>
                  </a:lnTo>
                  <a:lnTo>
                    <a:pt x="338860" y="430226"/>
                  </a:lnTo>
                  <a:lnTo>
                    <a:pt x="338430" y="429154"/>
                  </a:lnTo>
                  <a:lnTo>
                    <a:pt x="337073" y="427089"/>
                  </a:lnTo>
                  <a:lnTo>
                    <a:pt x="336381" y="428444"/>
                  </a:lnTo>
                  <a:lnTo>
                    <a:pt x="334418" y="428693"/>
                  </a:lnTo>
                  <a:lnTo>
                    <a:pt x="333504" y="425725"/>
                  </a:lnTo>
                  <a:lnTo>
                    <a:pt x="333144" y="425478"/>
                  </a:lnTo>
                  <a:lnTo>
                    <a:pt x="331591" y="426198"/>
                  </a:lnTo>
                  <a:lnTo>
                    <a:pt x="330398" y="427457"/>
                  </a:lnTo>
                  <a:lnTo>
                    <a:pt x="329616" y="427079"/>
                  </a:lnTo>
                  <a:lnTo>
                    <a:pt x="328899" y="425453"/>
                  </a:lnTo>
                  <a:lnTo>
                    <a:pt x="327189" y="427036"/>
                  </a:lnTo>
                  <a:lnTo>
                    <a:pt x="326590" y="428555"/>
                  </a:lnTo>
                  <a:lnTo>
                    <a:pt x="327262" y="429945"/>
                  </a:lnTo>
                  <a:lnTo>
                    <a:pt x="326923" y="431415"/>
                  </a:lnTo>
                  <a:lnTo>
                    <a:pt x="326069" y="430732"/>
                  </a:lnTo>
                  <a:lnTo>
                    <a:pt x="325477" y="431130"/>
                  </a:lnTo>
                  <a:lnTo>
                    <a:pt x="325080" y="430174"/>
                  </a:lnTo>
                  <a:lnTo>
                    <a:pt x="324288" y="430459"/>
                  </a:lnTo>
                  <a:lnTo>
                    <a:pt x="323585" y="431025"/>
                  </a:lnTo>
                  <a:lnTo>
                    <a:pt x="322319" y="429916"/>
                  </a:lnTo>
                  <a:lnTo>
                    <a:pt x="322040" y="430146"/>
                  </a:lnTo>
                  <a:lnTo>
                    <a:pt x="321354" y="429714"/>
                  </a:lnTo>
                  <a:lnTo>
                    <a:pt x="320841" y="429888"/>
                  </a:lnTo>
                  <a:lnTo>
                    <a:pt x="320070" y="429473"/>
                  </a:lnTo>
                  <a:lnTo>
                    <a:pt x="320016" y="429609"/>
                  </a:lnTo>
                  <a:lnTo>
                    <a:pt x="318709" y="429080"/>
                  </a:lnTo>
                  <a:lnTo>
                    <a:pt x="315603" y="434681"/>
                  </a:lnTo>
                  <a:lnTo>
                    <a:pt x="314656" y="434211"/>
                  </a:lnTo>
                  <a:lnTo>
                    <a:pt x="314319" y="434385"/>
                  </a:lnTo>
                  <a:lnTo>
                    <a:pt x="313539" y="435626"/>
                  </a:lnTo>
                  <a:lnTo>
                    <a:pt x="311982" y="434312"/>
                  </a:lnTo>
                  <a:lnTo>
                    <a:pt x="310627" y="435223"/>
                  </a:lnTo>
                  <a:lnTo>
                    <a:pt x="310551" y="437018"/>
                  </a:lnTo>
                  <a:lnTo>
                    <a:pt x="309936" y="438128"/>
                  </a:lnTo>
                  <a:lnTo>
                    <a:pt x="308123" y="437816"/>
                  </a:lnTo>
                  <a:lnTo>
                    <a:pt x="305262" y="436772"/>
                  </a:lnTo>
                  <a:lnTo>
                    <a:pt x="304594" y="438646"/>
                  </a:lnTo>
                  <a:lnTo>
                    <a:pt x="304171" y="439056"/>
                  </a:lnTo>
                  <a:lnTo>
                    <a:pt x="304306" y="439634"/>
                  </a:lnTo>
                  <a:lnTo>
                    <a:pt x="303809" y="440297"/>
                  </a:lnTo>
                  <a:lnTo>
                    <a:pt x="304842" y="441021"/>
                  </a:lnTo>
                  <a:lnTo>
                    <a:pt x="304597" y="441873"/>
                  </a:lnTo>
                  <a:lnTo>
                    <a:pt x="303993" y="442711"/>
                  </a:lnTo>
                  <a:lnTo>
                    <a:pt x="301800" y="442837"/>
                  </a:lnTo>
                  <a:lnTo>
                    <a:pt x="301683" y="442586"/>
                  </a:lnTo>
                  <a:lnTo>
                    <a:pt x="300716" y="442589"/>
                  </a:lnTo>
                  <a:lnTo>
                    <a:pt x="300655" y="442763"/>
                  </a:lnTo>
                  <a:lnTo>
                    <a:pt x="300494" y="442520"/>
                  </a:lnTo>
                  <a:lnTo>
                    <a:pt x="299307" y="443005"/>
                  </a:lnTo>
                  <a:lnTo>
                    <a:pt x="298251" y="444364"/>
                  </a:lnTo>
                  <a:lnTo>
                    <a:pt x="297472" y="444717"/>
                  </a:lnTo>
                  <a:lnTo>
                    <a:pt x="297380" y="445379"/>
                  </a:lnTo>
                  <a:lnTo>
                    <a:pt x="296815" y="445447"/>
                  </a:lnTo>
                  <a:lnTo>
                    <a:pt x="296202" y="446478"/>
                  </a:lnTo>
                  <a:lnTo>
                    <a:pt x="295208" y="446883"/>
                  </a:lnTo>
                  <a:lnTo>
                    <a:pt x="294796" y="446683"/>
                  </a:lnTo>
                  <a:lnTo>
                    <a:pt x="294226" y="447010"/>
                  </a:lnTo>
                  <a:lnTo>
                    <a:pt x="293389" y="448030"/>
                  </a:lnTo>
                  <a:lnTo>
                    <a:pt x="293434" y="448789"/>
                  </a:lnTo>
                  <a:lnTo>
                    <a:pt x="293242" y="449120"/>
                  </a:lnTo>
                  <a:lnTo>
                    <a:pt x="290931" y="450206"/>
                  </a:lnTo>
                  <a:lnTo>
                    <a:pt x="290666" y="450631"/>
                  </a:lnTo>
                  <a:lnTo>
                    <a:pt x="289463" y="450193"/>
                  </a:lnTo>
                  <a:lnTo>
                    <a:pt x="289404" y="449830"/>
                  </a:lnTo>
                  <a:lnTo>
                    <a:pt x="288851" y="449732"/>
                  </a:lnTo>
                  <a:lnTo>
                    <a:pt x="288749" y="449449"/>
                  </a:lnTo>
                  <a:lnTo>
                    <a:pt x="289448" y="447583"/>
                  </a:lnTo>
                  <a:lnTo>
                    <a:pt x="288129" y="445017"/>
                  </a:lnTo>
                  <a:lnTo>
                    <a:pt x="287690" y="445390"/>
                  </a:lnTo>
                  <a:lnTo>
                    <a:pt x="287019" y="445416"/>
                  </a:lnTo>
                  <a:lnTo>
                    <a:pt x="286461" y="445862"/>
                  </a:lnTo>
                  <a:lnTo>
                    <a:pt x="286173" y="446992"/>
                  </a:lnTo>
                  <a:lnTo>
                    <a:pt x="284945" y="446819"/>
                  </a:lnTo>
                  <a:lnTo>
                    <a:pt x="281551" y="445163"/>
                  </a:lnTo>
                  <a:lnTo>
                    <a:pt x="280533" y="445026"/>
                  </a:lnTo>
                  <a:lnTo>
                    <a:pt x="277940" y="445486"/>
                  </a:lnTo>
                  <a:lnTo>
                    <a:pt x="277601" y="445611"/>
                  </a:lnTo>
                  <a:lnTo>
                    <a:pt x="277575" y="445903"/>
                  </a:lnTo>
                  <a:lnTo>
                    <a:pt x="276907" y="446105"/>
                  </a:lnTo>
                  <a:lnTo>
                    <a:pt x="273341" y="445972"/>
                  </a:lnTo>
                  <a:lnTo>
                    <a:pt x="273178" y="446154"/>
                  </a:lnTo>
                  <a:lnTo>
                    <a:pt x="271605" y="445938"/>
                  </a:lnTo>
                  <a:lnTo>
                    <a:pt x="270567" y="446502"/>
                  </a:lnTo>
                  <a:lnTo>
                    <a:pt x="270218" y="446054"/>
                  </a:lnTo>
                  <a:lnTo>
                    <a:pt x="269655" y="446243"/>
                  </a:lnTo>
                  <a:lnTo>
                    <a:pt x="268718" y="446165"/>
                  </a:lnTo>
                  <a:lnTo>
                    <a:pt x="266850" y="445070"/>
                  </a:lnTo>
                  <a:lnTo>
                    <a:pt x="265380" y="444622"/>
                  </a:lnTo>
                  <a:lnTo>
                    <a:pt x="264406" y="443653"/>
                  </a:lnTo>
                  <a:lnTo>
                    <a:pt x="263523" y="443307"/>
                  </a:lnTo>
                  <a:lnTo>
                    <a:pt x="262463" y="443564"/>
                  </a:lnTo>
                  <a:lnTo>
                    <a:pt x="262191" y="444590"/>
                  </a:lnTo>
                  <a:lnTo>
                    <a:pt x="261985" y="444360"/>
                  </a:lnTo>
                  <a:lnTo>
                    <a:pt x="260634" y="444526"/>
                  </a:lnTo>
                  <a:lnTo>
                    <a:pt x="260521" y="444354"/>
                  </a:lnTo>
                  <a:lnTo>
                    <a:pt x="260308" y="444677"/>
                  </a:lnTo>
                  <a:lnTo>
                    <a:pt x="259812" y="444807"/>
                  </a:lnTo>
                  <a:lnTo>
                    <a:pt x="256652" y="444907"/>
                  </a:lnTo>
                  <a:lnTo>
                    <a:pt x="254190" y="445603"/>
                  </a:lnTo>
                  <a:lnTo>
                    <a:pt x="253237" y="445688"/>
                  </a:lnTo>
                  <a:lnTo>
                    <a:pt x="252069" y="445459"/>
                  </a:lnTo>
                  <a:lnTo>
                    <a:pt x="251305" y="445591"/>
                  </a:lnTo>
                  <a:lnTo>
                    <a:pt x="250866" y="446000"/>
                  </a:lnTo>
                  <a:lnTo>
                    <a:pt x="250193" y="445814"/>
                  </a:lnTo>
                  <a:lnTo>
                    <a:pt x="248119" y="443541"/>
                  </a:lnTo>
                  <a:lnTo>
                    <a:pt x="247369" y="4434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pg56">
              <a:extLst>
                <a:ext uri="{FF2B5EF4-FFF2-40B4-BE49-F238E27FC236}">
                  <a16:creationId xmlns:a16="http://schemas.microsoft.com/office/drawing/2014/main" id="{883E3D23-4FF0-DC03-71C3-171D665E632D}"/>
                </a:ext>
              </a:extLst>
            </p:cNvPr>
            <p:cNvSpPr/>
            <p:nvPr/>
          </p:nvSpPr>
          <p:spPr>
            <a:xfrm>
              <a:off x="6590714" y="1174931"/>
              <a:ext cx="995685" cy="804889"/>
            </a:xfrm>
            <a:custGeom>
              <a:avLst/>
              <a:gdLst/>
              <a:ahLst/>
              <a:cxnLst/>
              <a:rect l="0" t="0" r="0" b="0"/>
              <a:pathLst>
                <a:path w="995685" h="804889">
                  <a:moveTo>
                    <a:pt x="187400" y="706376"/>
                  </a:moveTo>
                  <a:lnTo>
                    <a:pt x="181910" y="707352"/>
                  </a:lnTo>
                  <a:lnTo>
                    <a:pt x="180943" y="707779"/>
                  </a:lnTo>
                  <a:lnTo>
                    <a:pt x="180028" y="711047"/>
                  </a:lnTo>
                  <a:lnTo>
                    <a:pt x="179990" y="713658"/>
                  </a:lnTo>
                  <a:lnTo>
                    <a:pt x="180230" y="715459"/>
                  </a:lnTo>
                  <a:lnTo>
                    <a:pt x="179978" y="716894"/>
                  </a:lnTo>
                  <a:lnTo>
                    <a:pt x="177608" y="719461"/>
                  </a:lnTo>
                  <a:lnTo>
                    <a:pt x="177078" y="721829"/>
                  </a:lnTo>
                  <a:lnTo>
                    <a:pt x="178222" y="724908"/>
                  </a:lnTo>
                  <a:lnTo>
                    <a:pt x="177716" y="725026"/>
                  </a:lnTo>
                  <a:lnTo>
                    <a:pt x="177892" y="727263"/>
                  </a:lnTo>
                  <a:lnTo>
                    <a:pt x="177737" y="727616"/>
                  </a:lnTo>
                  <a:lnTo>
                    <a:pt x="180092" y="732011"/>
                  </a:lnTo>
                  <a:lnTo>
                    <a:pt x="178340" y="733173"/>
                  </a:lnTo>
                  <a:lnTo>
                    <a:pt x="174882" y="734807"/>
                  </a:lnTo>
                  <a:lnTo>
                    <a:pt x="173396" y="736713"/>
                  </a:lnTo>
                  <a:lnTo>
                    <a:pt x="171597" y="738533"/>
                  </a:lnTo>
                  <a:lnTo>
                    <a:pt x="169037" y="739775"/>
                  </a:lnTo>
                  <a:lnTo>
                    <a:pt x="168559" y="740340"/>
                  </a:lnTo>
                  <a:lnTo>
                    <a:pt x="167544" y="742376"/>
                  </a:lnTo>
                  <a:lnTo>
                    <a:pt x="166602" y="745006"/>
                  </a:lnTo>
                  <a:lnTo>
                    <a:pt x="166643" y="749613"/>
                  </a:lnTo>
                  <a:lnTo>
                    <a:pt x="166216" y="752514"/>
                  </a:lnTo>
                  <a:lnTo>
                    <a:pt x="164322" y="752471"/>
                  </a:lnTo>
                  <a:lnTo>
                    <a:pt x="162210" y="752890"/>
                  </a:lnTo>
                  <a:lnTo>
                    <a:pt x="161592" y="753706"/>
                  </a:lnTo>
                  <a:lnTo>
                    <a:pt x="159448" y="754622"/>
                  </a:lnTo>
                  <a:lnTo>
                    <a:pt x="158211" y="755536"/>
                  </a:lnTo>
                  <a:lnTo>
                    <a:pt x="156627" y="756922"/>
                  </a:lnTo>
                  <a:lnTo>
                    <a:pt x="155769" y="758202"/>
                  </a:lnTo>
                  <a:lnTo>
                    <a:pt x="155049" y="757699"/>
                  </a:lnTo>
                  <a:lnTo>
                    <a:pt x="153906" y="757831"/>
                  </a:lnTo>
                  <a:lnTo>
                    <a:pt x="152827" y="757580"/>
                  </a:lnTo>
                  <a:lnTo>
                    <a:pt x="151507" y="757951"/>
                  </a:lnTo>
                  <a:lnTo>
                    <a:pt x="150241" y="759687"/>
                  </a:lnTo>
                  <a:lnTo>
                    <a:pt x="148740" y="759624"/>
                  </a:lnTo>
                  <a:lnTo>
                    <a:pt x="145957" y="759016"/>
                  </a:lnTo>
                  <a:lnTo>
                    <a:pt x="143304" y="759698"/>
                  </a:lnTo>
                  <a:lnTo>
                    <a:pt x="141810" y="765649"/>
                  </a:lnTo>
                  <a:lnTo>
                    <a:pt x="141001" y="765831"/>
                  </a:lnTo>
                  <a:lnTo>
                    <a:pt x="138855" y="768170"/>
                  </a:lnTo>
                  <a:lnTo>
                    <a:pt x="139830" y="769906"/>
                  </a:lnTo>
                  <a:lnTo>
                    <a:pt x="140557" y="772040"/>
                  </a:lnTo>
                  <a:lnTo>
                    <a:pt x="141657" y="772891"/>
                  </a:lnTo>
                  <a:lnTo>
                    <a:pt x="143294" y="773393"/>
                  </a:lnTo>
                  <a:lnTo>
                    <a:pt x="144528" y="774322"/>
                  </a:lnTo>
                  <a:lnTo>
                    <a:pt x="146030" y="776343"/>
                  </a:lnTo>
                  <a:lnTo>
                    <a:pt x="147060" y="779301"/>
                  </a:lnTo>
                  <a:lnTo>
                    <a:pt x="146426" y="781492"/>
                  </a:lnTo>
                  <a:lnTo>
                    <a:pt x="145646" y="782949"/>
                  </a:lnTo>
                  <a:lnTo>
                    <a:pt x="142437" y="784834"/>
                  </a:lnTo>
                  <a:lnTo>
                    <a:pt x="140264" y="786512"/>
                  </a:lnTo>
                  <a:lnTo>
                    <a:pt x="138534" y="787114"/>
                  </a:lnTo>
                  <a:lnTo>
                    <a:pt x="137193" y="786666"/>
                  </a:lnTo>
                  <a:lnTo>
                    <a:pt x="135189" y="786601"/>
                  </a:lnTo>
                  <a:lnTo>
                    <a:pt x="131515" y="787650"/>
                  </a:lnTo>
                  <a:lnTo>
                    <a:pt x="128151" y="787645"/>
                  </a:lnTo>
                  <a:lnTo>
                    <a:pt x="125018" y="789688"/>
                  </a:lnTo>
                  <a:lnTo>
                    <a:pt x="122420" y="789405"/>
                  </a:lnTo>
                  <a:lnTo>
                    <a:pt x="119573" y="788576"/>
                  </a:lnTo>
                  <a:lnTo>
                    <a:pt x="111232" y="797447"/>
                  </a:lnTo>
                  <a:lnTo>
                    <a:pt x="108652" y="799455"/>
                  </a:lnTo>
                  <a:lnTo>
                    <a:pt x="107494" y="799825"/>
                  </a:lnTo>
                  <a:lnTo>
                    <a:pt x="106766" y="801375"/>
                  </a:lnTo>
                  <a:lnTo>
                    <a:pt x="99482" y="803105"/>
                  </a:lnTo>
                  <a:lnTo>
                    <a:pt x="94032" y="804889"/>
                  </a:lnTo>
                  <a:lnTo>
                    <a:pt x="83940" y="803322"/>
                  </a:lnTo>
                  <a:lnTo>
                    <a:pt x="81666" y="803634"/>
                  </a:lnTo>
                  <a:lnTo>
                    <a:pt x="80052" y="801138"/>
                  </a:lnTo>
                  <a:lnTo>
                    <a:pt x="80530" y="800664"/>
                  </a:lnTo>
                  <a:lnTo>
                    <a:pt x="79018" y="800470"/>
                  </a:lnTo>
                  <a:lnTo>
                    <a:pt x="77409" y="798510"/>
                  </a:lnTo>
                  <a:lnTo>
                    <a:pt x="73252" y="795252"/>
                  </a:lnTo>
                  <a:lnTo>
                    <a:pt x="72637" y="794485"/>
                  </a:lnTo>
                  <a:lnTo>
                    <a:pt x="71630" y="790890"/>
                  </a:lnTo>
                  <a:lnTo>
                    <a:pt x="70980" y="786721"/>
                  </a:lnTo>
                  <a:lnTo>
                    <a:pt x="74381" y="784302"/>
                  </a:lnTo>
                  <a:lnTo>
                    <a:pt x="77464" y="784458"/>
                  </a:lnTo>
                  <a:lnTo>
                    <a:pt x="80247" y="778315"/>
                  </a:lnTo>
                  <a:lnTo>
                    <a:pt x="81975" y="775771"/>
                  </a:lnTo>
                  <a:lnTo>
                    <a:pt x="80350" y="774716"/>
                  </a:lnTo>
                  <a:lnTo>
                    <a:pt x="78358" y="774017"/>
                  </a:lnTo>
                  <a:lnTo>
                    <a:pt x="74326" y="771923"/>
                  </a:lnTo>
                  <a:lnTo>
                    <a:pt x="73150" y="770349"/>
                  </a:lnTo>
                  <a:lnTo>
                    <a:pt x="72960" y="769775"/>
                  </a:lnTo>
                  <a:lnTo>
                    <a:pt x="76121" y="762204"/>
                  </a:lnTo>
                  <a:lnTo>
                    <a:pt x="74739" y="759339"/>
                  </a:lnTo>
                  <a:lnTo>
                    <a:pt x="73626" y="755379"/>
                  </a:lnTo>
                  <a:lnTo>
                    <a:pt x="73917" y="753827"/>
                  </a:lnTo>
                  <a:lnTo>
                    <a:pt x="73834" y="750985"/>
                  </a:lnTo>
                  <a:lnTo>
                    <a:pt x="73655" y="750876"/>
                  </a:lnTo>
                  <a:lnTo>
                    <a:pt x="73867" y="750786"/>
                  </a:lnTo>
                  <a:lnTo>
                    <a:pt x="72941" y="749525"/>
                  </a:lnTo>
                  <a:lnTo>
                    <a:pt x="72020" y="745220"/>
                  </a:lnTo>
                  <a:lnTo>
                    <a:pt x="72567" y="745714"/>
                  </a:lnTo>
                  <a:lnTo>
                    <a:pt x="72157" y="744330"/>
                  </a:lnTo>
                  <a:lnTo>
                    <a:pt x="69951" y="743672"/>
                  </a:lnTo>
                  <a:lnTo>
                    <a:pt x="68702" y="742517"/>
                  </a:lnTo>
                  <a:lnTo>
                    <a:pt x="68105" y="741051"/>
                  </a:lnTo>
                  <a:lnTo>
                    <a:pt x="67774" y="738570"/>
                  </a:lnTo>
                  <a:lnTo>
                    <a:pt x="66206" y="736080"/>
                  </a:lnTo>
                  <a:lnTo>
                    <a:pt x="65350" y="731493"/>
                  </a:lnTo>
                  <a:lnTo>
                    <a:pt x="64990" y="731204"/>
                  </a:lnTo>
                  <a:lnTo>
                    <a:pt x="63743" y="732262"/>
                  </a:lnTo>
                  <a:lnTo>
                    <a:pt x="63005" y="732339"/>
                  </a:lnTo>
                  <a:lnTo>
                    <a:pt x="61356" y="731097"/>
                  </a:lnTo>
                  <a:lnTo>
                    <a:pt x="60213" y="729797"/>
                  </a:lnTo>
                  <a:lnTo>
                    <a:pt x="59026" y="730140"/>
                  </a:lnTo>
                  <a:lnTo>
                    <a:pt x="57661" y="730125"/>
                  </a:lnTo>
                  <a:lnTo>
                    <a:pt x="54853" y="729060"/>
                  </a:lnTo>
                  <a:lnTo>
                    <a:pt x="54998" y="728396"/>
                  </a:lnTo>
                  <a:lnTo>
                    <a:pt x="54852" y="728131"/>
                  </a:lnTo>
                  <a:lnTo>
                    <a:pt x="52798" y="727080"/>
                  </a:lnTo>
                  <a:lnTo>
                    <a:pt x="51974" y="727170"/>
                  </a:lnTo>
                  <a:lnTo>
                    <a:pt x="51222" y="727742"/>
                  </a:lnTo>
                  <a:lnTo>
                    <a:pt x="49861" y="727659"/>
                  </a:lnTo>
                  <a:lnTo>
                    <a:pt x="47741" y="725143"/>
                  </a:lnTo>
                  <a:lnTo>
                    <a:pt x="46206" y="724374"/>
                  </a:lnTo>
                  <a:lnTo>
                    <a:pt x="45630" y="724449"/>
                  </a:lnTo>
                  <a:lnTo>
                    <a:pt x="44271" y="725324"/>
                  </a:lnTo>
                  <a:lnTo>
                    <a:pt x="42869" y="726978"/>
                  </a:lnTo>
                  <a:lnTo>
                    <a:pt x="39574" y="728936"/>
                  </a:lnTo>
                  <a:lnTo>
                    <a:pt x="38462" y="729972"/>
                  </a:lnTo>
                  <a:lnTo>
                    <a:pt x="37997" y="730731"/>
                  </a:lnTo>
                  <a:lnTo>
                    <a:pt x="36618" y="731193"/>
                  </a:lnTo>
                  <a:lnTo>
                    <a:pt x="36200" y="731087"/>
                  </a:lnTo>
                  <a:lnTo>
                    <a:pt x="35903" y="730190"/>
                  </a:lnTo>
                  <a:lnTo>
                    <a:pt x="35300" y="729392"/>
                  </a:lnTo>
                  <a:lnTo>
                    <a:pt x="34772" y="727796"/>
                  </a:lnTo>
                  <a:lnTo>
                    <a:pt x="34355" y="724649"/>
                  </a:lnTo>
                  <a:lnTo>
                    <a:pt x="33034" y="723586"/>
                  </a:lnTo>
                  <a:lnTo>
                    <a:pt x="32728" y="720916"/>
                  </a:lnTo>
                  <a:lnTo>
                    <a:pt x="31203" y="720388"/>
                  </a:lnTo>
                  <a:lnTo>
                    <a:pt x="30282" y="719134"/>
                  </a:lnTo>
                  <a:lnTo>
                    <a:pt x="29297" y="718247"/>
                  </a:lnTo>
                  <a:lnTo>
                    <a:pt x="29319" y="717942"/>
                  </a:lnTo>
                  <a:lnTo>
                    <a:pt x="28388" y="717328"/>
                  </a:lnTo>
                  <a:lnTo>
                    <a:pt x="28574" y="717158"/>
                  </a:lnTo>
                  <a:lnTo>
                    <a:pt x="27105" y="716098"/>
                  </a:lnTo>
                  <a:lnTo>
                    <a:pt x="26869" y="715446"/>
                  </a:lnTo>
                  <a:lnTo>
                    <a:pt x="27111" y="715044"/>
                  </a:lnTo>
                  <a:lnTo>
                    <a:pt x="26420" y="714804"/>
                  </a:lnTo>
                  <a:lnTo>
                    <a:pt x="24403" y="713192"/>
                  </a:lnTo>
                  <a:lnTo>
                    <a:pt x="23632" y="711827"/>
                  </a:lnTo>
                  <a:lnTo>
                    <a:pt x="23207" y="710520"/>
                  </a:lnTo>
                  <a:lnTo>
                    <a:pt x="22929" y="710640"/>
                  </a:lnTo>
                  <a:lnTo>
                    <a:pt x="22670" y="710316"/>
                  </a:lnTo>
                  <a:lnTo>
                    <a:pt x="22499" y="709503"/>
                  </a:lnTo>
                  <a:lnTo>
                    <a:pt x="20047" y="709183"/>
                  </a:lnTo>
                  <a:lnTo>
                    <a:pt x="17722" y="706978"/>
                  </a:lnTo>
                  <a:lnTo>
                    <a:pt x="16211" y="705863"/>
                  </a:lnTo>
                  <a:lnTo>
                    <a:pt x="13962" y="704609"/>
                  </a:lnTo>
                  <a:lnTo>
                    <a:pt x="13254" y="704351"/>
                  </a:lnTo>
                  <a:lnTo>
                    <a:pt x="12195" y="704392"/>
                  </a:lnTo>
                  <a:lnTo>
                    <a:pt x="13282" y="701528"/>
                  </a:lnTo>
                  <a:lnTo>
                    <a:pt x="12823" y="698704"/>
                  </a:lnTo>
                  <a:lnTo>
                    <a:pt x="12897" y="697792"/>
                  </a:lnTo>
                  <a:lnTo>
                    <a:pt x="13159" y="697382"/>
                  </a:lnTo>
                  <a:lnTo>
                    <a:pt x="13047" y="696861"/>
                  </a:lnTo>
                  <a:lnTo>
                    <a:pt x="13782" y="696971"/>
                  </a:lnTo>
                  <a:lnTo>
                    <a:pt x="14927" y="695882"/>
                  </a:lnTo>
                  <a:lnTo>
                    <a:pt x="17966" y="695286"/>
                  </a:lnTo>
                  <a:lnTo>
                    <a:pt x="18594" y="695428"/>
                  </a:lnTo>
                  <a:lnTo>
                    <a:pt x="19612" y="695029"/>
                  </a:lnTo>
                  <a:lnTo>
                    <a:pt x="21673" y="695632"/>
                  </a:lnTo>
                  <a:lnTo>
                    <a:pt x="23311" y="696858"/>
                  </a:lnTo>
                  <a:lnTo>
                    <a:pt x="23147" y="695040"/>
                  </a:lnTo>
                  <a:lnTo>
                    <a:pt x="22596" y="693795"/>
                  </a:lnTo>
                  <a:lnTo>
                    <a:pt x="21765" y="692542"/>
                  </a:lnTo>
                  <a:lnTo>
                    <a:pt x="20808" y="692311"/>
                  </a:lnTo>
                  <a:lnTo>
                    <a:pt x="23187" y="687536"/>
                  </a:lnTo>
                  <a:lnTo>
                    <a:pt x="23768" y="684809"/>
                  </a:lnTo>
                  <a:lnTo>
                    <a:pt x="22735" y="683886"/>
                  </a:lnTo>
                  <a:lnTo>
                    <a:pt x="22215" y="682304"/>
                  </a:lnTo>
                  <a:lnTo>
                    <a:pt x="22459" y="682050"/>
                  </a:lnTo>
                  <a:lnTo>
                    <a:pt x="21455" y="680506"/>
                  </a:lnTo>
                  <a:lnTo>
                    <a:pt x="22056" y="679637"/>
                  </a:lnTo>
                  <a:lnTo>
                    <a:pt x="20774" y="678764"/>
                  </a:lnTo>
                  <a:lnTo>
                    <a:pt x="20054" y="677693"/>
                  </a:lnTo>
                  <a:lnTo>
                    <a:pt x="19903" y="676889"/>
                  </a:lnTo>
                  <a:lnTo>
                    <a:pt x="17943" y="675717"/>
                  </a:lnTo>
                  <a:lnTo>
                    <a:pt x="15882" y="675080"/>
                  </a:lnTo>
                  <a:lnTo>
                    <a:pt x="13236" y="674656"/>
                  </a:lnTo>
                  <a:lnTo>
                    <a:pt x="12394" y="673451"/>
                  </a:lnTo>
                  <a:lnTo>
                    <a:pt x="12125" y="673533"/>
                  </a:lnTo>
                  <a:lnTo>
                    <a:pt x="12756" y="671562"/>
                  </a:lnTo>
                  <a:lnTo>
                    <a:pt x="12474" y="671552"/>
                  </a:lnTo>
                  <a:lnTo>
                    <a:pt x="11451" y="670136"/>
                  </a:lnTo>
                  <a:lnTo>
                    <a:pt x="12009" y="668892"/>
                  </a:lnTo>
                  <a:lnTo>
                    <a:pt x="11936" y="668290"/>
                  </a:lnTo>
                  <a:lnTo>
                    <a:pt x="11025" y="666342"/>
                  </a:lnTo>
                  <a:lnTo>
                    <a:pt x="11264" y="665362"/>
                  </a:lnTo>
                  <a:lnTo>
                    <a:pt x="11081" y="664236"/>
                  </a:lnTo>
                  <a:lnTo>
                    <a:pt x="11889" y="661774"/>
                  </a:lnTo>
                  <a:lnTo>
                    <a:pt x="12028" y="660432"/>
                  </a:lnTo>
                  <a:lnTo>
                    <a:pt x="11538" y="659965"/>
                  </a:lnTo>
                  <a:lnTo>
                    <a:pt x="11709" y="658463"/>
                  </a:lnTo>
                  <a:lnTo>
                    <a:pt x="11488" y="657727"/>
                  </a:lnTo>
                  <a:lnTo>
                    <a:pt x="11822" y="654247"/>
                  </a:lnTo>
                  <a:lnTo>
                    <a:pt x="11584" y="652342"/>
                  </a:lnTo>
                  <a:lnTo>
                    <a:pt x="10402" y="649449"/>
                  </a:lnTo>
                  <a:lnTo>
                    <a:pt x="8777" y="647172"/>
                  </a:lnTo>
                  <a:lnTo>
                    <a:pt x="6171" y="646722"/>
                  </a:lnTo>
                  <a:lnTo>
                    <a:pt x="5860" y="646436"/>
                  </a:lnTo>
                  <a:lnTo>
                    <a:pt x="5438" y="645032"/>
                  </a:lnTo>
                  <a:lnTo>
                    <a:pt x="3921" y="644413"/>
                  </a:lnTo>
                  <a:lnTo>
                    <a:pt x="3553" y="642919"/>
                  </a:lnTo>
                  <a:lnTo>
                    <a:pt x="1971" y="640731"/>
                  </a:lnTo>
                  <a:lnTo>
                    <a:pt x="1702" y="639925"/>
                  </a:lnTo>
                  <a:lnTo>
                    <a:pt x="1815" y="638486"/>
                  </a:lnTo>
                  <a:lnTo>
                    <a:pt x="1249" y="637765"/>
                  </a:lnTo>
                  <a:lnTo>
                    <a:pt x="1133" y="636906"/>
                  </a:lnTo>
                  <a:lnTo>
                    <a:pt x="0" y="634650"/>
                  </a:lnTo>
                  <a:lnTo>
                    <a:pt x="137" y="634005"/>
                  </a:lnTo>
                  <a:lnTo>
                    <a:pt x="553" y="633771"/>
                  </a:lnTo>
                  <a:lnTo>
                    <a:pt x="915" y="632948"/>
                  </a:lnTo>
                  <a:lnTo>
                    <a:pt x="1897" y="631898"/>
                  </a:lnTo>
                  <a:lnTo>
                    <a:pt x="2801" y="631444"/>
                  </a:lnTo>
                  <a:lnTo>
                    <a:pt x="4263" y="631178"/>
                  </a:lnTo>
                  <a:lnTo>
                    <a:pt x="4774" y="630554"/>
                  </a:lnTo>
                  <a:lnTo>
                    <a:pt x="4969" y="629238"/>
                  </a:lnTo>
                  <a:lnTo>
                    <a:pt x="6029" y="628691"/>
                  </a:lnTo>
                  <a:lnTo>
                    <a:pt x="6327" y="627885"/>
                  </a:lnTo>
                  <a:lnTo>
                    <a:pt x="6078" y="626237"/>
                  </a:lnTo>
                  <a:lnTo>
                    <a:pt x="6889" y="624012"/>
                  </a:lnTo>
                  <a:lnTo>
                    <a:pt x="7955" y="622724"/>
                  </a:lnTo>
                  <a:lnTo>
                    <a:pt x="8784" y="622173"/>
                  </a:lnTo>
                  <a:lnTo>
                    <a:pt x="10053" y="620834"/>
                  </a:lnTo>
                  <a:lnTo>
                    <a:pt x="13166" y="619773"/>
                  </a:lnTo>
                  <a:lnTo>
                    <a:pt x="13608" y="619810"/>
                  </a:lnTo>
                  <a:lnTo>
                    <a:pt x="15649" y="618953"/>
                  </a:lnTo>
                  <a:lnTo>
                    <a:pt x="16390" y="619048"/>
                  </a:lnTo>
                  <a:lnTo>
                    <a:pt x="17101" y="618252"/>
                  </a:lnTo>
                  <a:lnTo>
                    <a:pt x="17059" y="617835"/>
                  </a:lnTo>
                  <a:lnTo>
                    <a:pt x="17636" y="617555"/>
                  </a:lnTo>
                  <a:lnTo>
                    <a:pt x="17866" y="617117"/>
                  </a:lnTo>
                  <a:lnTo>
                    <a:pt x="18802" y="617142"/>
                  </a:lnTo>
                  <a:lnTo>
                    <a:pt x="20475" y="616450"/>
                  </a:lnTo>
                  <a:lnTo>
                    <a:pt x="20892" y="615982"/>
                  </a:lnTo>
                  <a:lnTo>
                    <a:pt x="22330" y="615255"/>
                  </a:lnTo>
                  <a:lnTo>
                    <a:pt x="23428" y="614373"/>
                  </a:lnTo>
                  <a:lnTo>
                    <a:pt x="24130" y="614333"/>
                  </a:lnTo>
                  <a:lnTo>
                    <a:pt x="24991" y="613863"/>
                  </a:lnTo>
                  <a:lnTo>
                    <a:pt x="25272" y="613253"/>
                  </a:lnTo>
                  <a:lnTo>
                    <a:pt x="26228" y="612283"/>
                  </a:lnTo>
                  <a:lnTo>
                    <a:pt x="26437" y="611660"/>
                  </a:lnTo>
                  <a:lnTo>
                    <a:pt x="26972" y="611668"/>
                  </a:lnTo>
                  <a:lnTo>
                    <a:pt x="27087" y="611471"/>
                  </a:lnTo>
                  <a:lnTo>
                    <a:pt x="27682" y="611587"/>
                  </a:lnTo>
                  <a:lnTo>
                    <a:pt x="28484" y="611175"/>
                  </a:lnTo>
                  <a:lnTo>
                    <a:pt x="28464" y="608148"/>
                  </a:lnTo>
                  <a:lnTo>
                    <a:pt x="28258" y="607274"/>
                  </a:lnTo>
                  <a:lnTo>
                    <a:pt x="28527" y="605889"/>
                  </a:lnTo>
                  <a:lnTo>
                    <a:pt x="30092" y="602761"/>
                  </a:lnTo>
                  <a:lnTo>
                    <a:pt x="31124" y="603643"/>
                  </a:lnTo>
                  <a:lnTo>
                    <a:pt x="31310" y="602139"/>
                  </a:lnTo>
                  <a:lnTo>
                    <a:pt x="31816" y="601472"/>
                  </a:lnTo>
                  <a:lnTo>
                    <a:pt x="34155" y="602466"/>
                  </a:lnTo>
                  <a:lnTo>
                    <a:pt x="35241" y="602561"/>
                  </a:lnTo>
                  <a:lnTo>
                    <a:pt x="38288" y="601350"/>
                  </a:lnTo>
                  <a:lnTo>
                    <a:pt x="43425" y="601355"/>
                  </a:lnTo>
                  <a:lnTo>
                    <a:pt x="45963" y="600424"/>
                  </a:lnTo>
                  <a:lnTo>
                    <a:pt x="47810" y="600237"/>
                  </a:lnTo>
                  <a:lnTo>
                    <a:pt x="51299" y="600483"/>
                  </a:lnTo>
                  <a:lnTo>
                    <a:pt x="54797" y="599339"/>
                  </a:lnTo>
                  <a:lnTo>
                    <a:pt x="58455" y="599319"/>
                  </a:lnTo>
                  <a:lnTo>
                    <a:pt x="60341" y="598340"/>
                  </a:lnTo>
                  <a:lnTo>
                    <a:pt x="63566" y="597984"/>
                  </a:lnTo>
                  <a:lnTo>
                    <a:pt x="65846" y="597442"/>
                  </a:lnTo>
                  <a:lnTo>
                    <a:pt x="67045" y="596822"/>
                  </a:lnTo>
                  <a:lnTo>
                    <a:pt x="67558" y="597326"/>
                  </a:lnTo>
                  <a:lnTo>
                    <a:pt x="70053" y="595689"/>
                  </a:lnTo>
                  <a:lnTo>
                    <a:pt x="71140" y="595290"/>
                  </a:lnTo>
                  <a:lnTo>
                    <a:pt x="71868" y="594763"/>
                  </a:lnTo>
                  <a:lnTo>
                    <a:pt x="72619" y="593531"/>
                  </a:lnTo>
                  <a:lnTo>
                    <a:pt x="74278" y="591991"/>
                  </a:lnTo>
                  <a:lnTo>
                    <a:pt x="77292" y="590765"/>
                  </a:lnTo>
                  <a:lnTo>
                    <a:pt x="79728" y="588984"/>
                  </a:lnTo>
                  <a:lnTo>
                    <a:pt x="82341" y="588203"/>
                  </a:lnTo>
                  <a:lnTo>
                    <a:pt x="83171" y="587491"/>
                  </a:lnTo>
                  <a:lnTo>
                    <a:pt x="83473" y="587831"/>
                  </a:lnTo>
                  <a:lnTo>
                    <a:pt x="84226" y="588097"/>
                  </a:lnTo>
                  <a:lnTo>
                    <a:pt x="86185" y="588160"/>
                  </a:lnTo>
                  <a:lnTo>
                    <a:pt x="87290" y="588095"/>
                  </a:lnTo>
                  <a:lnTo>
                    <a:pt x="89856" y="589306"/>
                  </a:lnTo>
                  <a:lnTo>
                    <a:pt x="90094" y="589756"/>
                  </a:lnTo>
                  <a:lnTo>
                    <a:pt x="90045" y="589985"/>
                  </a:lnTo>
                  <a:lnTo>
                    <a:pt x="90422" y="589930"/>
                  </a:lnTo>
                  <a:lnTo>
                    <a:pt x="91286" y="590917"/>
                  </a:lnTo>
                  <a:lnTo>
                    <a:pt x="92976" y="592075"/>
                  </a:lnTo>
                  <a:lnTo>
                    <a:pt x="93930" y="592286"/>
                  </a:lnTo>
                  <a:lnTo>
                    <a:pt x="95996" y="591913"/>
                  </a:lnTo>
                  <a:lnTo>
                    <a:pt x="98594" y="589758"/>
                  </a:lnTo>
                  <a:lnTo>
                    <a:pt x="99082" y="588740"/>
                  </a:lnTo>
                  <a:lnTo>
                    <a:pt x="99126" y="587806"/>
                  </a:lnTo>
                  <a:lnTo>
                    <a:pt x="98355" y="585522"/>
                  </a:lnTo>
                  <a:lnTo>
                    <a:pt x="98433" y="584509"/>
                  </a:lnTo>
                  <a:lnTo>
                    <a:pt x="99444" y="582236"/>
                  </a:lnTo>
                  <a:lnTo>
                    <a:pt x="99538" y="580839"/>
                  </a:lnTo>
                  <a:lnTo>
                    <a:pt x="100840" y="579273"/>
                  </a:lnTo>
                  <a:lnTo>
                    <a:pt x="101782" y="576111"/>
                  </a:lnTo>
                  <a:lnTo>
                    <a:pt x="102152" y="576176"/>
                  </a:lnTo>
                  <a:lnTo>
                    <a:pt x="105988" y="574212"/>
                  </a:lnTo>
                  <a:lnTo>
                    <a:pt x="106604" y="572584"/>
                  </a:lnTo>
                  <a:lnTo>
                    <a:pt x="107367" y="572114"/>
                  </a:lnTo>
                  <a:lnTo>
                    <a:pt x="107078" y="571013"/>
                  </a:lnTo>
                  <a:lnTo>
                    <a:pt x="107231" y="570624"/>
                  </a:lnTo>
                  <a:lnTo>
                    <a:pt x="107873" y="570226"/>
                  </a:lnTo>
                  <a:lnTo>
                    <a:pt x="108702" y="570224"/>
                  </a:lnTo>
                  <a:lnTo>
                    <a:pt x="110261" y="569200"/>
                  </a:lnTo>
                  <a:lnTo>
                    <a:pt x="111479" y="567956"/>
                  </a:lnTo>
                  <a:lnTo>
                    <a:pt x="112053" y="568043"/>
                  </a:lnTo>
                  <a:lnTo>
                    <a:pt x="111675" y="567035"/>
                  </a:lnTo>
                  <a:lnTo>
                    <a:pt x="113352" y="565181"/>
                  </a:lnTo>
                  <a:lnTo>
                    <a:pt x="114356" y="565138"/>
                  </a:lnTo>
                  <a:lnTo>
                    <a:pt x="115432" y="564729"/>
                  </a:lnTo>
                  <a:lnTo>
                    <a:pt x="116307" y="564729"/>
                  </a:lnTo>
                  <a:lnTo>
                    <a:pt x="120135" y="566063"/>
                  </a:lnTo>
                  <a:lnTo>
                    <a:pt x="121004" y="565892"/>
                  </a:lnTo>
                  <a:lnTo>
                    <a:pt x="121347" y="565705"/>
                  </a:lnTo>
                  <a:lnTo>
                    <a:pt x="121806" y="562471"/>
                  </a:lnTo>
                  <a:lnTo>
                    <a:pt x="122914" y="561804"/>
                  </a:lnTo>
                  <a:lnTo>
                    <a:pt x="124440" y="561085"/>
                  </a:lnTo>
                  <a:lnTo>
                    <a:pt x="127300" y="560581"/>
                  </a:lnTo>
                  <a:lnTo>
                    <a:pt x="128108" y="560030"/>
                  </a:lnTo>
                  <a:lnTo>
                    <a:pt x="130975" y="559670"/>
                  </a:lnTo>
                  <a:lnTo>
                    <a:pt x="131928" y="558905"/>
                  </a:lnTo>
                  <a:lnTo>
                    <a:pt x="135309" y="557394"/>
                  </a:lnTo>
                  <a:lnTo>
                    <a:pt x="136135" y="557547"/>
                  </a:lnTo>
                  <a:lnTo>
                    <a:pt x="136499" y="557884"/>
                  </a:lnTo>
                  <a:lnTo>
                    <a:pt x="136687" y="557778"/>
                  </a:lnTo>
                  <a:lnTo>
                    <a:pt x="137425" y="557075"/>
                  </a:lnTo>
                  <a:lnTo>
                    <a:pt x="137253" y="556898"/>
                  </a:lnTo>
                  <a:lnTo>
                    <a:pt x="138153" y="556300"/>
                  </a:lnTo>
                  <a:lnTo>
                    <a:pt x="137546" y="555244"/>
                  </a:lnTo>
                  <a:lnTo>
                    <a:pt x="137354" y="554326"/>
                  </a:lnTo>
                  <a:lnTo>
                    <a:pt x="138079" y="552644"/>
                  </a:lnTo>
                  <a:lnTo>
                    <a:pt x="139389" y="551085"/>
                  </a:lnTo>
                  <a:lnTo>
                    <a:pt x="138228" y="549781"/>
                  </a:lnTo>
                  <a:lnTo>
                    <a:pt x="138790" y="547489"/>
                  </a:lnTo>
                  <a:lnTo>
                    <a:pt x="140279" y="544987"/>
                  </a:lnTo>
                  <a:lnTo>
                    <a:pt x="139940" y="544331"/>
                  </a:lnTo>
                  <a:lnTo>
                    <a:pt x="141127" y="543771"/>
                  </a:lnTo>
                  <a:lnTo>
                    <a:pt x="142561" y="544176"/>
                  </a:lnTo>
                  <a:lnTo>
                    <a:pt x="144008" y="543659"/>
                  </a:lnTo>
                  <a:lnTo>
                    <a:pt x="145013" y="543632"/>
                  </a:lnTo>
                  <a:lnTo>
                    <a:pt x="146956" y="543029"/>
                  </a:lnTo>
                  <a:lnTo>
                    <a:pt x="147160" y="542675"/>
                  </a:lnTo>
                  <a:lnTo>
                    <a:pt x="149533" y="542845"/>
                  </a:lnTo>
                  <a:lnTo>
                    <a:pt x="150324" y="542681"/>
                  </a:lnTo>
                  <a:lnTo>
                    <a:pt x="152510" y="542960"/>
                  </a:lnTo>
                  <a:lnTo>
                    <a:pt x="153551" y="542588"/>
                  </a:lnTo>
                  <a:lnTo>
                    <a:pt x="155432" y="542338"/>
                  </a:lnTo>
                  <a:lnTo>
                    <a:pt x="155740" y="540926"/>
                  </a:lnTo>
                  <a:lnTo>
                    <a:pt x="156350" y="539622"/>
                  </a:lnTo>
                  <a:lnTo>
                    <a:pt x="156247" y="537717"/>
                  </a:lnTo>
                  <a:lnTo>
                    <a:pt x="156857" y="535241"/>
                  </a:lnTo>
                  <a:lnTo>
                    <a:pt x="156792" y="532791"/>
                  </a:lnTo>
                  <a:lnTo>
                    <a:pt x="156490" y="532712"/>
                  </a:lnTo>
                  <a:lnTo>
                    <a:pt x="156444" y="532438"/>
                  </a:lnTo>
                  <a:lnTo>
                    <a:pt x="157474" y="531018"/>
                  </a:lnTo>
                  <a:lnTo>
                    <a:pt x="158340" y="530993"/>
                  </a:lnTo>
                  <a:lnTo>
                    <a:pt x="158904" y="531655"/>
                  </a:lnTo>
                  <a:lnTo>
                    <a:pt x="160137" y="531918"/>
                  </a:lnTo>
                  <a:lnTo>
                    <a:pt x="164305" y="532184"/>
                  </a:lnTo>
                  <a:lnTo>
                    <a:pt x="168001" y="532071"/>
                  </a:lnTo>
                  <a:lnTo>
                    <a:pt x="168828" y="528187"/>
                  </a:lnTo>
                  <a:lnTo>
                    <a:pt x="168596" y="527860"/>
                  </a:lnTo>
                  <a:lnTo>
                    <a:pt x="168924" y="527227"/>
                  </a:lnTo>
                  <a:lnTo>
                    <a:pt x="169470" y="527091"/>
                  </a:lnTo>
                  <a:lnTo>
                    <a:pt x="170293" y="526111"/>
                  </a:lnTo>
                  <a:lnTo>
                    <a:pt x="170834" y="523779"/>
                  </a:lnTo>
                  <a:lnTo>
                    <a:pt x="170639" y="523327"/>
                  </a:lnTo>
                  <a:lnTo>
                    <a:pt x="170044" y="523381"/>
                  </a:lnTo>
                  <a:lnTo>
                    <a:pt x="170005" y="523153"/>
                  </a:lnTo>
                  <a:lnTo>
                    <a:pt x="169804" y="523243"/>
                  </a:lnTo>
                  <a:lnTo>
                    <a:pt x="169423" y="522837"/>
                  </a:lnTo>
                  <a:lnTo>
                    <a:pt x="168769" y="522672"/>
                  </a:lnTo>
                  <a:lnTo>
                    <a:pt x="168817" y="522335"/>
                  </a:lnTo>
                  <a:lnTo>
                    <a:pt x="169433" y="522289"/>
                  </a:lnTo>
                  <a:lnTo>
                    <a:pt x="168956" y="521389"/>
                  </a:lnTo>
                  <a:lnTo>
                    <a:pt x="168727" y="520301"/>
                  </a:lnTo>
                  <a:lnTo>
                    <a:pt x="168906" y="520062"/>
                  </a:lnTo>
                  <a:lnTo>
                    <a:pt x="171113" y="519650"/>
                  </a:lnTo>
                  <a:lnTo>
                    <a:pt x="174577" y="518266"/>
                  </a:lnTo>
                  <a:lnTo>
                    <a:pt x="174410" y="517560"/>
                  </a:lnTo>
                  <a:lnTo>
                    <a:pt x="174792" y="516497"/>
                  </a:lnTo>
                  <a:lnTo>
                    <a:pt x="175912" y="515439"/>
                  </a:lnTo>
                  <a:lnTo>
                    <a:pt x="175312" y="508949"/>
                  </a:lnTo>
                  <a:lnTo>
                    <a:pt x="178767" y="509220"/>
                  </a:lnTo>
                  <a:lnTo>
                    <a:pt x="180131" y="508574"/>
                  </a:lnTo>
                  <a:lnTo>
                    <a:pt x="181317" y="505654"/>
                  </a:lnTo>
                  <a:lnTo>
                    <a:pt x="181809" y="505058"/>
                  </a:lnTo>
                  <a:lnTo>
                    <a:pt x="186685" y="502921"/>
                  </a:lnTo>
                  <a:lnTo>
                    <a:pt x="186307" y="500644"/>
                  </a:lnTo>
                  <a:lnTo>
                    <a:pt x="186479" y="499152"/>
                  </a:lnTo>
                  <a:lnTo>
                    <a:pt x="186343" y="498109"/>
                  </a:lnTo>
                  <a:lnTo>
                    <a:pt x="185584" y="495778"/>
                  </a:lnTo>
                  <a:lnTo>
                    <a:pt x="185591" y="494855"/>
                  </a:lnTo>
                  <a:lnTo>
                    <a:pt x="184611" y="490796"/>
                  </a:lnTo>
                  <a:lnTo>
                    <a:pt x="182638" y="485286"/>
                  </a:lnTo>
                  <a:lnTo>
                    <a:pt x="181867" y="484313"/>
                  </a:lnTo>
                  <a:lnTo>
                    <a:pt x="180598" y="481707"/>
                  </a:lnTo>
                  <a:lnTo>
                    <a:pt x="181576" y="481261"/>
                  </a:lnTo>
                  <a:lnTo>
                    <a:pt x="181784" y="481407"/>
                  </a:lnTo>
                  <a:lnTo>
                    <a:pt x="182162" y="481093"/>
                  </a:lnTo>
                  <a:lnTo>
                    <a:pt x="183892" y="480869"/>
                  </a:lnTo>
                  <a:lnTo>
                    <a:pt x="184570" y="481097"/>
                  </a:lnTo>
                  <a:lnTo>
                    <a:pt x="184808" y="480865"/>
                  </a:lnTo>
                  <a:lnTo>
                    <a:pt x="185403" y="480945"/>
                  </a:lnTo>
                  <a:lnTo>
                    <a:pt x="186749" y="480371"/>
                  </a:lnTo>
                  <a:lnTo>
                    <a:pt x="186981" y="479961"/>
                  </a:lnTo>
                  <a:lnTo>
                    <a:pt x="187152" y="480050"/>
                  </a:lnTo>
                  <a:lnTo>
                    <a:pt x="187670" y="479507"/>
                  </a:lnTo>
                  <a:lnTo>
                    <a:pt x="187516" y="479239"/>
                  </a:lnTo>
                  <a:lnTo>
                    <a:pt x="187744" y="479018"/>
                  </a:lnTo>
                  <a:lnTo>
                    <a:pt x="187980" y="479218"/>
                  </a:lnTo>
                  <a:lnTo>
                    <a:pt x="188256" y="479067"/>
                  </a:lnTo>
                  <a:lnTo>
                    <a:pt x="188366" y="479305"/>
                  </a:lnTo>
                  <a:lnTo>
                    <a:pt x="189445" y="479081"/>
                  </a:lnTo>
                  <a:lnTo>
                    <a:pt x="189522" y="478815"/>
                  </a:lnTo>
                  <a:lnTo>
                    <a:pt x="189887" y="479086"/>
                  </a:lnTo>
                  <a:lnTo>
                    <a:pt x="190021" y="478732"/>
                  </a:lnTo>
                  <a:lnTo>
                    <a:pt x="190598" y="478536"/>
                  </a:lnTo>
                  <a:lnTo>
                    <a:pt x="190598" y="478063"/>
                  </a:lnTo>
                  <a:lnTo>
                    <a:pt x="190355" y="477764"/>
                  </a:lnTo>
                  <a:lnTo>
                    <a:pt x="189752" y="477694"/>
                  </a:lnTo>
                  <a:lnTo>
                    <a:pt x="189072" y="476655"/>
                  </a:lnTo>
                  <a:lnTo>
                    <a:pt x="188053" y="476402"/>
                  </a:lnTo>
                  <a:lnTo>
                    <a:pt x="186724" y="475444"/>
                  </a:lnTo>
                  <a:lnTo>
                    <a:pt x="186630" y="475020"/>
                  </a:lnTo>
                  <a:lnTo>
                    <a:pt x="185823" y="474874"/>
                  </a:lnTo>
                  <a:lnTo>
                    <a:pt x="185341" y="474332"/>
                  </a:lnTo>
                  <a:lnTo>
                    <a:pt x="185550" y="473789"/>
                  </a:lnTo>
                  <a:lnTo>
                    <a:pt x="184896" y="472610"/>
                  </a:lnTo>
                  <a:lnTo>
                    <a:pt x="184904" y="471813"/>
                  </a:lnTo>
                  <a:lnTo>
                    <a:pt x="184499" y="471057"/>
                  </a:lnTo>
                  <a:lnTo>
                    <a:pt x="184592" y="470219"/>
                  </a:lnTo>
                  <a:lnTo>
                    <a:pt x="182182" y="466194"/>
                  </a:lnTo>
                  <a:lnTo>
                    <a:pt x="185390" y="465155"/>
                  </a:lnTo>
                  <a:lnTo>
                    <a:pt x="188886" y="464511"/>
                  </a:lnTo>
                  <a:lnTo>
                    <a:pt x="190473" y="464288"/>
                  </a:lnTo>
                  <a:lnTo>
                    <a:pt x="191986" y="463731"/>
                  </a:lnTo>
                  <a:lnTo>
                    <a:pt x="195743" y="463300"/>
                  </a:lnTo>
                  <a:lnTo>
                    <a:pt x="199139" y="462621"/>
                  </a:lnTo>
                  <a:lnTo>
                    <a:pt x="206850" y="459119"/>
                  </a:lnTo>
                  <a:lnTo>
                    <a:pt x="210181" y="458396"/>
                  </a:lnTo>
                  <a:lnTo>
                    <a:pt x="213680" y="455798"/>
                  </a:lnTo>
                  <a:lnTo>
                    <a:pt x="215114" y="457142"/>
                  </a:lnTo>
                  <a:lnTo>
                    <a:pt x="216724" y="457078"/>
                  </a:lnTo>
                  <a:lnTo>
                    <a:pt x="216516" y="455161"/>
                  </a:lnTo>
                  <a:lnTo>
                    <a:pt x="216201" y="454447"/>
                  </a:lnTo>
                  <a:lnTo>
                    <a:pt x="216674" y="454206"/>
                  </a:lnTo>
                  <a:lnTo>
                    <a:pt x="216521" y="453829"/>
                  </a:lnTo>
                  <a:lnTo>
                    <a:pt x="216666" y="453372"/>
                  </a:lnTo>
                  <a:lnTo>
                    <a:pt x="216368" y="453248"/>
                  </a:lnTo>
                  <a:lnTo>
                    <a:pt x="217466" y="452298"/>
                  </a:lnTo>
                  <a:lnTo>
                    <a:pt x="218855" y="451862"/>
                  </a:lnTo>
                  <a:lnTo>
                    <a:pt x="219030" y="452050"/>
                  </a:lnTo>
                  <a:lnTo>
                    <a:pt x="220513" y="450962"/>
                  </a:lnTo>
                  <a:lnTo>
                    <a:pt x="220803" y="450687"/>
                  </a:lnTo>
                  <a:lnTo>
                    <a:pt x="220621" y="450425"/>
                  </a:lnTo>
                  <a:lnTo>
                    <a:pt x="221644" y="449135"/>
                  </a:lnTo>
                  <a:lnTo>
                    <a:pt x="222987" y="447913"/>
                  </a:lnTo>
                  <a:lnTo>
                    <a:pt x="224516" y="447563"/>
                  </a:lnTo>
                  <a:lnTo>
                    <a:pt x="228721" y="447507"/>
                  </a:lnTo>
                  <a:lnTo>
                    <a:pt x="230115" y="446612"/>
                  </a:lnTo>
                  <a:lnTo>
                    <a:pt x="236664" y="446511"/>
                  </a:lnTo>
                  <a:lnTo>
                    <a:pt x="237158" y="446194"/>
                  </a:lnTo>
                  <a:lnTo>
                    <a:pt x="237370" y="445432"/>
                  </a:lnTo>
                  <a:lnTo>
                    <a:pt x="237531" y="442463"/>
                  </a:lnTo>
                  <a:lnTo>
                    <a:pt x="237306" y="442152"/>
                  </a:lnTo>
                  <a:lnTo>
                    <a:pt x="236488" y="441979"/>
                  </a:lnTo>
                  <a:lnTo>
                    <a:pt x="235971" y="441513"/>
                  </a:lnTo>
                  <a:lnTo>
                    <a:pt x="236313" y="439664"/>
                  </a:lnTo>
                  <a:lnTo>
                    <a:pt x="239158" y="439415"/>
                  </a:lnTo>
                  <a:lnTo>
                    <a:pt x="239540" y="438977"/>
                  </a:lnTo>
                  <a:lnTo>
                    <a:pt x="241372" y="438327"/>
                  </a:lnTo>
                  <a:lnTo>
                    <a:pt x="241696" y="437644"/>
                  </a:lnTo>
                  <a:lnTo>
                    <a:pt x="242477" y="437674"/>
                  </a:lnTo>
                  <a:lnTo>
                    <a:pt x="244346" y="436796"/>
                  </a:lnTo>
                  <a:lnTo>
                    <a:pt x="245586" y="437291"/>
                  </a:lnTo>
                  <a:lnTo>
                    <a:pt x="249261" y="436800"/>
                  </a:lnTo>
                  <a:lnTo>
                    <a:pt x="249563" y="437190"/>
                  </a:lnTo>
                  <a:lnTo>
                    <a:pt x="250830" y="437167"/>
                  </a:lnTo>
                  <a:lnTo>
                    <a:pt x="250945" y="438226"/>
                  </a:lnTo>
                  <a:lnTo>
                    <a:pt x="251554" y="438058"/>
                  </a:lnTo>
                  <a:lnTo>
                    <a:pt x="250987" y="429927"/>
                  </a:lnTo>
                  <a:lnTo>
                    <a:pt x="250655" y="429656"/>
                  </a:lnTo>
                  <a:lnTo>
                    <a:pt x="249288" y="429976"/>
                  </a:lnTo>
                  <a:lnTo>
                    <a:pt x="249773" y="426978"/>
                  </a:lnTo>
                  <a:lnTo>
                    <a:pt x="249487" y="423696"/>
                  </a:lnTo>
                  <a:lnTo>
                    <a:pt x="250153" y="422770"/>
                  </a:lnTo>
                  <a:lnTo>
                    <a:pt x="249862" y="421918"/>
                  </a:lnTo>
                  <a:lnTo>
                    <a:pt x="251863" y="421634"/>
                  </a:lnTo>
                  <a:lnTo>
                    <a:pt x="251826" y="422381"/>
                  </a:lnTo>
                  <a:lnTo>
                    <a:pt x="253057" y="422794"/>
                  </a:lnTo>
                  <a:lnTo>
                    <a:pt x="257162" y="421636"/>
                  </a:lnTo>
                  <a:lnTo>
                    <a:pt x="258846" y="420394"/>
                  </a:lnTo>
                  <a:lnTo>
                    <a:pt x="260615" y="419973"/>
                  </a:lnTo>
                  <a:lnTo>
                    <a:pt x="263669" y="419342"/>
                  </a:lnTo>
                  <a:lnTo>
                    <a:pt x="263661" y="418697"/>
                  </a:lnTo>
                  <a:lnTo>
                    <a:pt x="263998" y="418686"/>
                  </a:lnTo>
                  <a:lnTo>
                    <a:pt x="264246" y="416077"/>
                  </a:lnTo>
                  <a:lnTo>
                    <a:pt x="263842" y="415730"/>
                  </a:lnTo>
                  <a:lnTo>
                    <a:pt x="261934" y="415691"/>
                  </a:lnTo>
                  <a:lnTo>
                    <a:pt x="262065" y="415381"/>
                  </a:lnTo>
                  <a:lnTo>
                    <a:pt x="261614" y="415408"/>
                  </a:lnTo>
                  <a:lnTo>
                    <a:pt x="261425" y="415598"/>
                  </a:lnTo>
                  <a:lnTo>
                    <a:pt x="260767" y="415580"/>
                  </a:lnTo>
                  <a:lnTo>
                    <a:pt x="260630" y="415841"/>
                  </a:lnTo>
                  <a:lnTo>
                    <a:pt x="260137" y="415873"/>
                  </a:lnTo>
                  <a:lnTo>
                    <a:pt x="260019" y="416201"/>
                  </a:lnTo>
                  <a:lnTo>
                    <a:pt x="258619" y="416630"/>
                  </a:lnTo>
                  <a:lnTo>
                    <a:pt x="255302" y="416545"/>
                  </a:lnTo>
                  <a:lnTo>
                    <a:pt x="254787" y="415728"/>
                  </a:lnTo>
                  <a:lnTo>
                    <a:pt x="255221" y="415373"/>
                  </a:lnTo>
                  <a:lnTo>
                    <a:pt x="254467" y="412457"/>
                  </a:lnTo>
                  <a:lnTo>
                    <a:pt x="254579" y="410760"/>
                  </a:lnTo>
                  <a:lnTo>
                    <a:pt x="255321" y="410722"/>
                  </a:lnTo>
                  <a:lnTo>
                    <a:pt x="255072" y="409645"/>
                  </a:lnTo>
                  <a:lnTo>
                    <a:pt x="256176" y="409649"/>
                  </a:lnTo>
                  <a:lnTo>
                    <a:pt x="256738" y="408980"/>
                  </a:lnTo>
                  <a:lnTo>
                    <a:pt x="257661" y="408698"/>
                  </a:lnTo>
                  <a:lnTo>
                    <a:pt x="261104" y="408756"/>
                  </a:lnTo>
                  <a:lnTo>
                    <a:pt x="262505" y="408402"/>
                  </a:lnTo>
                  <a:lnTo>
                    <a:pt x="262296" y="409127"/>
                  </a:lnTo>
                  <a:lnTo>
                    <a:pt x="265131" y="408610"/>
                  </a:lnTo>
                  <a:lnTo>
                    <a:pt x="264797" y="407296"/>
                  </a:lnTo>
                  <a:lnTo>
                    <a:pt x="265739" y="406966"/>
                  </a:lnTo>
                  <a:lnTo>
                    <a:pt x="264512" y="402865"/>
                  </a:lnTo>
                  <a:lnTo>
                    <a:pt x="262593" y="402997"/>
                  </a:lnTo>
                  <a:lnTo>
                    <a:pt x="262003" y="403227"/>
                  </a:lnTo>
                  <a:lnTo>
                    <a:pt x="260900" y="403173"/>
                  </a:lnTo>
                  <a:lnTo>
                    <a:pt x="258982" y="403621"/>
                  </a:lnTo>
                  <a:lnTo>
                    <a:pt x="257044" y="404706"/>
                  </a:lnTo>
                  <a:lnTo>
                    <a:pt x="256323" y="404892"/>
                  </a:lnTo>
                  <a:lnTo>
                    <a:pt x="254870" y="401487"/>
                  </a:lnTo>
                  <a:lnTo>
                    <a:pt x="254573" y="399961"/>
                  </a:lnTo>
                  <a:lnTo>
                    <a:pt x="253925" y="399365"/>
                  </a:lnTo>
                  <a:lnTo>
                    <a:pt x="253598" y="398283"/>
                  </a:lnTo>
                  <a:lnTo>
                    <a:pt x="253345" y="398311"/>
                  </a:lnTo>
                  <a:lnTo>
                    <a:pt x="251856" y="398336"/>
                  </a:lnTo>
                  <a:lnTo>
                    <a:pt x="251870" y="400475"/>
                  </a:lnTo>
                  <a:lnTo>
                    <a:pt x="252575" y="405587"/>
                  </a:lnTo>
                  <a:lnTo>
                    <a:pt x="248994" y="405037"/>
                  </a:lnTo>
                  <a:lnTo>
                    <a:pt x="246879" y="405301"/>
                  </a:lnTo>
                  <a:lnTo>
                    <a:pt x="244992" y="405082"/>
                  </a:lnTo>
                  <a:lnTo>
                    <a:pt x="244776" y="404431"/>
                  </a:lnTo>
                  <a:lnTo>
                    <a:pt x="244806" y="403282"/>
                  </a:lnTo>
                  <a:lnTo>
                    <a:pt x="244509" y="403187"/>
                  </a:lnTo>
                  <a:lnTo>
                    <a:pt x="244641" y="404483"/>
                  </a:lnTo>
                  <a:lnTo>
                    <a:pt x="240910" y="404140"/>
                  </a:lnTo>
                  <a:lnTo>
                    <a:pt x="241758" y="403062"/>
                  </a:lnTo>
                  <a:lnTo>
                    <a:pt x="240845" y="402335"/>
                  </a:lnTo>
                  <a:lnTo>
                    <a:pt x="239180" y="401527"/>
                  </a:lnTo>
                  <a:lnTo>
                    <a:pt x="237985" y="403364"/>
                  </a:lnTo>
                  <a:lnTo>
                    <a:pt x="237450" y="404762"/>
                  </a:lnTo>
                  <a:lnTo>
                    <a:pt x="236745" y="404571"/>
                  </a:lnTo>
                  <a:lnTo>
                    <a:pt x="235823" y="404048"/>
                  </a:lnTo>
                  <a:lnTo>
                    <a:pt x="236790" y="401948"/>
                  </a:lnTo>
                  <a:lnTo>
                    <a:pt x="235477" y="401216"/>
                  </a:lnTo>
                  <a:lnTo>
                    <a:pt x="235336" y="401497"/>
                  </a:lnTo>
                  <a:lnTo>
                    <a:pt x="234331" y="401600"/>
                  </a:lnTo>
                  <a:lnTo>
                    <a:pt x="233198" y="402484"/>
                  </a:lnTo>
                  <a:lnTo>
                    <a:pt x="229756" y="399528"/>
                  </a:lnTo>
                  <a:lnTo>
                    <a:pt x="228757" y="401174"/>
                  </a:lnTo>
                  <a:lnTo>
                    <a:pt x="224711" y="398158"/>
                  </a:lnTo>
                  <a:lnTo>
                    <a:pt x="225437" y="396742"/>
                  </a:lnTo>
                  <a:lnTo>
                    <a:pt x="226563" y="397029"/>
                  </a:lnTo>
                  <a:lnTo>
                    <a:pt x="227567" y="395162"/>
                  </a:lnTo>
                  <a:lnTo>
                    <a:pt x="223186" y="394237"/>
                  </a:lnTo>
                  <a:lnTo>
                    <a:pt x="220128" y="394565"/>
                  </a:lnTo>
                  <a:lnTo>
                    <a:pt x="218492" y="394726"/>
                  </a:lnTo>
                  <a:lnTo>
                    <a:pt x="218865" y="397801"/>
                  </a:lnTo>
                  <a:lnTo>
                    <a:pt x="219614" y="398153"/>
                  </a:lnTo>
                  <a:lnTo>
                    <a:pt x="219946" y="399769"/>
                  </a:lnTo>
                  <a:lnTo>
                    <a:pt x="220519" y="401173"/>
                  </a:lnTo>
                  <a:lnTo>
                    <a:pt x="217835" y="401481"/>
                  </a:lnTo>
                  <a:lnTo>
                    <a:pt x="218544" y="403301"/>
                  </a:lnTo>
                  <a:lnTo>
                    <a:pt x="218265" y="404042"/>
                  </a:lnTo>
                  <a:lnTo>
                    <a:pt x="218425" y="404542"/>
                  </a:lnTo>
                  <a:lnTo>
                    <a:pt x="217003" y="405407"/>
                  </a:lnTo>
                  <a:lnTo>
                    <a:pt x="216571" y="404337"/>
                  </a:lnTo>
                  <a:lnTo>
                    <a:pt x="212975" y="405613"/>
                  </a:lnTo>
                  <a:lnTo>
                    <a:pt x="209047" y="406160"/>
                  </a:lnTo>
                  <a:lnTo>
                    <a:pt x="208791" y="405194"/>
                  </a:lnTo>
                  <a:lnTo>
                    <a:pt x="208376" y="404732"/>
                  </a:lnTo>
                  <a:lnTo>
                    <a:pt x="206637" y="404004"/>
                  </a:lnTo>
                  <a:lnTo>
                    <a:pt x="204947" y="402774"/>
                  </a:lnTo>
                  <a:lnTo>
                    <a:pt x="203129" y="402601"/>
                  </a:lnTo>
                  <a:lnTo>
                    <a:pt x="201322" y="403004"/>
                  </a:lnTo>
                  <a:lnTo>
                    <a:pt x="203122" y="399835"/>
                  </a:lnTo>
                  <a:lnTo>
                    <a:pt x="201676" y="400064"/>
                  </a:lnTo>
                  <a:lnTo>
                    <a:pt x="200630" y="399742"/>
                  </a:lnTo>
                  <a:lnTo>
                    <a:pt x="197002" y="399277"/>
                  </a:lnTo>
                  <a:lnTo>
                    <a:pt x="198589" y="399037"/>
                  </a:lnTo>
                  <a:lnTo>
                    <a:pt x="199031" y="397445"/>
                  </a:lnTo>
                  <a:lnTo>
                    <a:pt x="198618" y="397490"/>
                  </a:lnTo>
                  <a:lnTo>
                    <a:pt x="198790" y="396574"/>
                  </a:lnTo>
                  <a:lnTo>
                    <a:pt x="199657" y="395351"/>
                  </a:lnTo>
                  <a:lnTo>
                    <a:pt x="201536" y="395343"/>
                  </a:lnTo>
                  <a:lnTo>
                    <a:pt x="202335" y="393412"/>
                  </a:lnTo>
                  <a:lnTo>
                    <a:pt x="203104" y="392292"/>
                  </a:lnTo>
                  <a:lnTo>
                    <a:pt x="205520" y="393196"/>
                  </a:lnTo>
                  <a:lnTo>
                    <a:pt x="205753" y="392507"/>
                  </a:lnTo>
                  <a:lnTo>
                    <a:pt x="206224" y="392711"/>
                  </a:lnTo>
                  <a:lnTo>
                    <a:pt x="207403" y="391152"/>
                  </a:lnTo>
                  <a:lnTo>
                    <a:pt x="208483" y="391651"/>
                  </a:lnTo>
                  <a:lnTo>
                    <a:pt x="209110" y="390536"/>
                  </a:lnTo>
                  <a:lnTo>
                    <a:pt x="209911" y="390832"/>
                  </a:lnTo>
                  <a:lnTo>
                    <a:pt x="210822" y="390422"/>
                  </a:lnTo>
                  <a:lnTo>
                    <a:pt x="211042" y="388761"/>
                  </a:lnTo>
                  <a:lnTo>
                    <a:pt x="213390" y="389265"/>
                  </a:lnTo>
                  <a:lnTo>
                    <a:pt x="213756" y="387946"/>
                  </a:lnTo>
                  <a:lnTo>
                    <a:pt x="214578" y="387940"/>
                  </a:lnTo>
                  <a:lnTo>
                    <a:pt x="215106" y="385995"/>
                  </a:lnTo>
                  <a:lnTo>
                    <a:pt x="216376" y="385872"/>
                  </a:lnTo>
                  <a:lnTo>
                    <a:pt x="215436" y="384602"/>
                  </a:lnTo>
                  <a:lnTo>
                    <a:pt x="215340" y="382080"/>
                  </a:lnTo>
                  <a:lnTo>
                    <a:pt x="212674" y="381627"/>
                  </a:lnTo>
                  <a:lnTo>
                    <a:pt x="212666" y="381357"/>
                  </a:lnTo>
                  <a:lnTo>
                    <a:pt x="209230" y="380926"/>
                  </a:lnTo>
                  <a:lnTo>
                    <a:pt x="209326" y="381959"/>
                  </a:lnTo>
                  <a:lnTo>
                    <a:pt x="206803" y="382153"/>
                  </a:lnTo>
                  <a:lnTo>
                    <a:pt x="205826" y="378830"/>
                  </a:lnTo>
                  <a:lnTo>
                    <a:pt x="204196" y="379770"/>
                  </a:lnTo>
                  <a:lnTo>
                    <a:pt x="202558" y="379587"/>
                  </a:lnTo>
                  <a:lnTo>
                    <a:pt x="200985" y="378541"/>
                  </a:lnTo>
                  <a:lnTo>
                    <a:pt x="200983" y="377966"/>
                  </a:lnTo>
                  <a:lnTo>
                    <a:pt x="202404" y="376206"/>
                  </a:lnTo>
                  <a:lnTo>
                    <a:pt x="202595" y="374771"/>
                  </a:lnTo>
                  <a:lnTo>
                    <a:pt x="201315" y="374741"/>
                  </a:lnTo>
                  <a:lnTo>
                    <a:pt x="200991" y="374031"/>
                  </a:lnTo>
                  <a:lnTo>
                    <a:pt x="201140" y="372084"/>
                  </a:lnTo>
                  <a:lnTo>
                    <a:pt x="199442" y="372861"/>
                  </a:lnTo>
                  <a:lnTo>
                    <a:pt x="195847" y="373594"/>
                  </a:lnTo>
                  <a:lnTo>
                    <a:pt x="195326" y="373613"/>
                  </a:lnTo>
                  <a:lnTo>
                    <a:pt x="195200" y="372999"/>
                  </a:lnTo>
                  <a:lnTo>
                    <a:pt x="194399" y="371828"/>
                  </a:lnTo>
                  <a:lnTo>
                    <a:pt x="193747" y="372460"/>
                  </a:lnTo>
                  <a:lnTo>
                    <a:pt x="192175" y="371053"/>
                  </a:lnTo>
                  <a:lnTo>
                    <a:pt x="192436" y="370714"/>
                  </a:lnTo>
                  <a:lnTo>
                    <a:pt x="191560" y="370079"/>
                  </a:lnTo>
                  <a:lnTo>
                    <a:pt x="192803" y="369454"/>
                  </a:lnTo>
                  <a:lnTo>
                    <a:pt x="192244" y="368926"/>
                  </a:lnTo>
                  <a:lnTo>
                    <a:pt x="189828" y="369910"/>
                  </a:lnTo>
                  <a:lnTo>
                    <a:pt x="188877" y="368708"/>
                  </a:lnTo>
                  <a:lnTo>
                    <a:pt x="187914" y="366765"/>
                  </a:lnTo>
                  <a:lnTo>
                    <a:pt x="185886" y="364597"/>
                  </a:lnTo>
                  <a:lnTo>
                    <a:pt x="184705" y="363727"/>
                  </a:lnTo>
                  <a:lnTo>
                    <a:pt x="184226" y="363693"/>
                  </a:lnTo>
                  <a:lnTo>
                    <a:pt x="184092" y="363155"/>
                  </a:lnTo>
                  <a:lnTo>
                    <a:pt x="183556" y="358673"/>
                  </a:lnTo>
                  <a:lnTo>
                    <a:pt x="184199" y="356770"/>
                  </a:lnTo>
                  <a:lnTo>
                    <a:pt x="184550" y="352683"/>
                  </a:lnTo>
                  <a:lnTo>
                    <a:pt x="185274" y="349350"/>
                  </a:lnTo>
                  <a:lnTo>
                    <a:pt x="185250" y="346143"/>
                  </a:lnTo>
                  <a:lnTo>
                    <a:pt x="185824" y="344721"/>
                  </a:lnTo>
                  <a:lnTo>
                    <a:pt x="185851" y="344342"/>
                  </a:lnTo>
                  <a:lnTo>
                    <a:pt x="185523" y="344451"/>
                  </a:lnTo>
                  <a:lnTo>
                    <a:pt x="185823" y="341911"/>
                  </a:lnTo>
                  <a:lnTo>
                    <a:pt x="180493" y="342753"/>
                  </a:lnTo>
                  <a:lnTo>
                    <a:pt x="178569" y="333102"/>
                  </a:lnTo>
                  <a:lnTo>
                    <a:pt x="178446" y="332317"/>
                  </a:lnTo>
                  <a:lnTo>
                    <a:pt x="178901" y="332227"/>
                  </a:lnTo>
                  <a:lnTo>
                    <a:pt x="178640" y="327664"/>
                  </a:lnTo>
                  <a:lnTo>
                    <a:pt x="179014" y="321573"/>
                  </a:lnTo>
                  <a:lnTo>
                    <a:pt x="179841" y="317948"/>
                  </a:lnTo>
                  <a:lnTo>
                    <a:pt x="179930" y="315653"/>
                  </a:lnTo>
                  <a:lnTo>
                    <a:pt x="179658" y="314020"/>
                  </a:lnTo>
                  <a:lnTo>
                    <a:pt x="178392" y="311049"/>
                  </a:lnTo>
                  <a:lnTo>
                    <a:pt x="176900" y="309356"/>
                  </a:lnTo>
                  <a:lnTo>
                    <a:pt x="176458" y="308402"/>
                  </a:lnTo>
                  <a:lnTo>
                    <a:pt x="174694" y="309233"/>
                  </a:lnTo>
                  <a:lnTo>
                    <a:pt x="173708" y="309438"/>
                  </a:lnTo>
                  <a:lnTo>
                    <a:pt x="173138" y="309335"/>
                  </a:lnTo>
                  <a:lnTo>
                    <a:pt x="172741" y="308948"/>
                  </a:lnTo>
                  <a:lnTo>
                    <a:pt x="172279" y="307715"/>
                  </a:lnTo>
                  <a:lnTo>
                    <a:pt x="171865" y="307895"/>
                  </a:lnTo>
                  <a:lnTo>
                    <a:pt x="171199" y="304749"/>
                  </a:lnTo>
                  <a:lnTo>
                    <a:pt x="170856" y="304120"/>
                  </a:lnTo>
                  <a:lnTo>
                    <a:pt x="169185" y="302889"/>
                  </a:lnTo>
                  <a:lnTo>
                    <a:pt x="166518" y="299163"/>
                  </a:lnTo>
                  <a:lnTo>
                    <a:pt x="162343" y="296386"/>
                  </a:lnTo>
                  <a:lnTo>
                    <a:pt x="160934" y="292588"/>
                  </a:lnTo>
                  <a:lnTo>
                    <a:pt x="160294" y="291857"/>
                  </a:lnTo>
                  <a:lnTo>
                    <a:pt x="162777" y="290047"/>
                  </a:lnTo>
                  <a:lnTo>
                    <a:pt x="165761" y="288974"/>
                  </a:lnTo>
                  <a:lnTo>
                    <a:pt x="167214" y="287387"/>
                  </a:lnTo>
                  <a:lnTo>
                    <a:pt x="168123" y="286970"/>
                  </a:lnTo>
                  <a:lnTo>
                    <a:pt x="169232" y="287064"/>
                  </a:lnTo>
                  <a:lnTo>
                    <a:pt x="169719" y="285924"/>
                  </a:lnTo>
                  <a:lnTo>
                    <a:pt x="169995" y="285779"/>
                  </a:lnTo>
                  <a:lnTo>
                    <a:pt x="169962" y="284257"/>
                  </a:lnTo>
                  <a:lnTo>
                    <a:pt x="170437" y="284206"/>
                  </a:lnTo>
                  <a:lnTo>
                    <a:pt x="170333" y="282339"/>
                  </a:lnTo>
                  <a:lnTo>
                    <a:pt x="171482" y="282187"/>
                  </a:lnTo>
                  <a:lnTo>
                    <a:pt x="171403" y="280025"/>
                  </a:lnTo>
                  <a:lnTo>
                    <a:pt x="172227" y="279607"/>
                  </a:lnTo>
                  <a:lnTo>
                    <a:pt x="173217" y="278271"/>
                  </a:lnTo>
                  <a:lnTo>
                    <a:pt x="173458" y="277598"/>
                  </a:lnTo>
                  <a:lnTo>
                    <a:pt x="173129" y="276380"/>
                  </a:lnTo>
                  <a:lnTo>
                    <a:pt x="174862" y="276022"/>
                  </a:lnTo>
                  <a:lnTo>
                    <a:pt x="175824" y="274720"/>
                  </a:lnTo>
                  <a:lnTo>
                    <a:pt x="176116" y="273770"/>
                  </a:lnTo>
                  <a:lnTo>
                    <a:pt x="176109" y="272319"/>
                  </a:lnTo>
                  <a:lnTo>
                    <a:pt x="176932" y="269592"/>
                  </a:lnTo>
                  <a:lnTo>
                    <a:pt x="176628" y="267807"/>
                  </a:lnTo>
                  <a:lnTo>
                    <a:pt x="177810" y="267452"/>
                  </a:lnTo>
                  <a:lnTo>
                    <a:pt x="184068" y="263107"/>
                  </a:lnTo>
                  <a:lnTo>
                    <a:pt x="188214" y="260571"/>
                  </a:lnTo>
                  <a:lnTo>
                    <a:pt x="190120" y="259097"/>
                  </a:lnTo>
                  <a:lnTo>
                    <a:pt x="194227" y="256835"/>
                  </a:lnTo>
                  <a:lnTo>
                    <a:pt x="193656" y="256205"/>
                  </a:lnTo>
                  <a:lnTo>
                    <a:pt x="190606" y="254734"/>
                  </a:lnTo>
                  <a:lnTo>
                    <a:pt x="191352" y="250614"/>
                  </a:lnTo>
                  <a:lnTo>
                    <a:pt x="191204" y="249645"/>
                  </a:lnTo>
                  <a:lnTo>
                    <a:pt x="192451" y="246595"/>
                  </a:lnTo>
                  <a:lnTo>
                    <a:pt x="192839" y="245975"/>
                  </a:lnTo>
                  <a:lnTo>
                    <a:pt x="193901" y="245172"/>
                  </a:lnTo>
                  <a:lnTo>
                    <a:pt x="196333" y="241940"/>
                  </a:lnTo>
                  <a:lnTo>
                    <a:pt x="199050" y="239136"/>
                  </a:lnTo>
                  <a:lnTo>
                    <a:pt x="200327" y="237277"/>
                  </a:lnTo>
                  <a:lnTo>
                    <a:pt x="200392" y="235917"/>
                  </a:lnTo>
                  <a:lnTo>
                    <a:pt x="198913" y="234951"/>
                  </a:lnTo>
                  <a:lnTo>
                    <a:pt x="197792" y="233737"/>
                  </a:lnTo>
                  <a:lnTo>
                    <a:pt x="197469" y="233735"/>
                  </a:lnTo>
                  <a:lnTo>
                    <a:pt x="196201" y="232867"/>
                  </a:lnTo>
                  <a:lnTo>
                    <a:pt x="197871" y="232326"/>
                  </a:lnTo>
                  <a:lnTo>
                    <a:pt x="196853" y="231097"/>
                  </a:lnTo>
                  <a:lnTo>
                    <a:pt x="195200" y="228111"/>
                  </a:lnTo>
                  <a:lnTo>
                    <a:pt x="192698" y="226717"/>
                  </a:lnTo>
                  <a:lnTo>
                    <a:pt x="192291" y="228235"/>
                  </a:lnTo>
                  <a:lnTo>
                    <a:pt x="189009" y="227723"/>
                  </a:lnTo>
                  <a:lnTo>
                    <a:pt x="190132" y="224782"/>
                  </a:lnTo>
                  <a:lnTo>
                    <a:pt x="189130" y="224569"/>
                  </a:lnTo>
                  <a:lnTo>
                    <a:pt x="189532" y="222381"/>
                  </a:lnTo>
                  <a:lnTo>
                    <a:pt x="190831" y="220951"/>
                  </a:lnTo>
                  <a:lnTo>
                    <a:pt x="191424" y="221219"/>
                  </a:lnTo>
                  <a:lnTo>
                    <a:pt x="193385" y="220952"/>
                  </a:lnTo>
                  <a:lnTo>
                    <a:pt x="196075" y="217786"/>
                  </a:lnTo>
                  <a:lnTo>
                    <a:pt x="199685" y="216328"/>
                  </a:lnTo>
                  <a:lnTo>
                    <a:pt x="201406" y="214551"/>
                  </a:lnTo>
                  <a:lnTo>
                    <a:pt x="203073" y="215992"/>
                  </a:lnTo>
                  <a:lnTo>
                    <a:pt x="204189" y="216009"/>
                  </a:lnTo>
                  <a:lnTo>
                    <a:pt x="205288" y="217278"/>
                  </a:lnTo>
                  <a:lnTo>
                    <a:pt x="205927" y="216933"/>
                  </a:lnTo>
                  <a:lnTo>
                    <a:pt x="206525" y="215857"/>
                  </a:lnTo>
                  <a:lnTo>
                    <a:pt x="207198" y="215918"/>
                  </a:lnTo>
                  <a:lnTo>
                    <a:pt x="207172" y="215634"/>
                  </a:lnTo>
                  <a:lnTo>
                    <a:pt x="207781" y="215236"/>
                  </a:lnTo>
                  <a:lnTo>
                    <a:pt x="207912" y="214542"/>
                  </a:lnTo>
                  <a:lnTo>
                    <a:pt x="208301" y="214440"/>
                  </a:lnTo>
                  <a:lnTo>
                    <a:pt x="208172" y="216385"/>
                  </a:lnTo>
                  <a:lnTo>
                    <a:pt x="208422" y="216975"/>
                  </a:lnTo>
                  <a:lnTo>
                    <a:pt x="209249" y="216727"/>
                  </a:lnTo>
                  <a:lnTo>
                    <a:pt x="209825" y="216814"/>
                  </a:lnTo>
                  <a:lnTo>
                    <a:pt x="210565" y="216551"/>
                  </a:lnTo>
                  <a:lnTo>
                    <a:pt x="212652" y="215024"/>
                  </a:lnTo>
                  <a:lnTo>
                    <a:pt x="212616" y="214277"/>
                  </a:lnTo>
                  <a:lnTo>
                    <a:pt x="213282" y="214205"/>
                  </a:lnTo>
                  <a:lnTo>
                    <a:pt x="214911" y="213122"/>
                  </a:lnTo>
                  <a:lnTo>
                    <a:pt x="216597" y="212430"/>
                  </a:lnTo>
                  <a:lnTo>
                    <a:pt x="217884" y="212161"/>
                  </a:lnTo>
                  <a:lnTo>
                    <a:pt x="217426" y="213241"/>
                  </a:lnTo>
                  <a:lnTo>
                    <a:pt x="217483" y="213871"/>
                  </a:lnTo>
                  <a:lnTo>
                    <a:pt x="220217" y="213754"/>
                  </a:lnTo>
                  <a:lnTo>
                    <a:pt x="221234" y="213442"/>
                  </a:lnTo>
                  <a:lnTo>
                    <a:pt x="221920" y="213617"/>
                  </a:lnTo>
                  <a:lnTo>
                    <a:pt x="222902" y="213268"/>
                  </a:lnTo>
                  <a:lnTo>
                    <a:pt x="223042" y="211282"/>
                  </a:lnTo>
                  <a:lnTo>
                    <a:pt x="221180" y="210460"/>
                  </a:lnTo>
                  <a:lnTo>
                    <a:pt x="221838" y="208985"/>
                  </a:lnTo>
                  <a:lnTo>
                    <a:pt x="221937" y="207497"/>
                  </a:lnTo>
                  <a:lnTo>
                    <a:pt x="220913" y="207587"/>
                  </a:lnTo>
                  <a:lnTo>
                    <a:pt x="220274" y="205184"/>
                  </a:lnTo>
                  <a:lnTo>
                    <a:pt x="219751" y="204429"/>
                  </a:lnTo>
                  <a:lnTo>
                    <a:pt x="219298" y="201867"/>
                  </a:lnTo>
                  <a:lnTo>
                    <a:pt x="222620" y="201259"/>
                  </a:lnTo>
                  <a:lnTo>
                    <a:pt x="223915" y="200242"/>
                  </a:lnTo>
                  <a:lnTo>
                    <a:pt x="224510" y="201725"/>
                  </a:lnTo>
                  <a:lnTo>
                    <a:pt x="229660" y="201312"/>
                  </a:lnTo>
                  <a:lnTo>
                    <a:pt x="229836" y="200521"/>
                  </a:lnTo>
                  <a:lnTo>
                    <a:pt x="231117" y="200201"/>
                  </a:lnTo>
                  <a:lnTo>
                    <a:pt x="231564" y="201085"/>
                  </a:lnTo>
                  <a:lnTo>
                    <a:pt x="233283" y="200987"/>
                  </a:lnTo>
                  <a:lnTo>
                    <a:pt x="235167" y="201346"/>
                  </a:lnTo>
                  <a:lnTo>
                    <a:pt x="239056" y="200969"/>
                  </a:lnTo>
                  <a:lnTo>
                    <a:pt x="238872" y="200817"/>
                  </a:lnTo>
                  <a:lnTo>
                    <a:pt x="239259" y="200649"/>
                  </a:lnTo>
                  <a:lnTo>
                    <a:pt x="238889" y="200104"/>
                  </a:lnTo>
                  <a:lnTo>
                    <a:pt x="239297" y="199891"/>
                  </a:lnTo>
                  <a:lnTo>
                    <a:pt x="239020" y="199330"/>
                  </a:lnTo>
                  <a:lnTo>
                    <a:pt x="239115" y="199043"/>
                  </a:lnTo>
                  <a:lnTo>
                    <a:pt x="239420" y="199047"/>
                  </a:lnTo>
                  <a:lnTo>
                    <a:pt x="239377" y="198866"/>
                  </a:lnTo>
                  <a:lnTo>
                    <a:pt x="240072" y="198362"/>
                  </a:lnTo>
                  <a:lnTo>
                    <a:pt x="239904" y="198018"/>
                  </a:lnTo>
                  <a:lnTo>
                    <a:pt x="240235" y="197408"/>
                  </a:lnTo>
                  <a:lnTo>
                    <a:pt x="239922" y="196757"/>
                  </a:lnTo>
                  <a:lnTo>
                    <a:pt x="240003" y="196461"/>
                  </a:lnTo>
                  <a:lnTo>
                    <a:pt x="241270" y="194999"/>
                  </a:lnTo>
                  <a:lnTo>
                    <a:pt x="241513" y="193638"/>
                  </a:lnTo>
                  <a:lnTo>
                    <a:pt x="242134" y="192806"/>
                  </a:lnTo>
                  <a:lnTo>
                    <a:pt x="241838" y="191820"/>
                  </a:lnTo>
                  <a:lnTo>
                    <a:pt x="242801" y="191280"/>
                  </a:lnTo>
                  <a:lnTo>
                    <a:pt x="242443" y="190894"/>
                  </a:lnTo>
                  <a:lnTo>
                    <a:pt x="240671" y="191199"/>
                  </a:lnTo>
                  <a:lnTo>
                    <a:pt x="238260" y="190800"/>
                  </a:lnTo>
                  <a:lnTo>
                    <a:pt x="237615" y="189042"/>
                  </a:lnTo>
                  <a:lnTo>
                    <a:pt x="236795" y="188380"/>
                  </a:lnTo>
                  <a:lnTo>
                    <a:pt x="236149" y="187392"/>
                  </a:lnTo>
                  <a:lnTo>
                    <a:pt x="234437" y="186137"/>
                  </a:lnTo>
                  <a:lnTo>
                    <a:pt x="234042" y="184905"/>
                  </a:lnTo>
                  <a:lnTo>
                    <a:pt x="233190" y="183629"/>
                  </a:lnTo>
                  <a:lnTo>
                    <a:pt x="233255" y="181248"/>
                  </a:lnTo>
                  <a:lnTo>
                    <a:pt x="232059" y="177310"/>
                  </a:lnTo>
                  <a:lnTo>
                    <a:pt x="233771" y="176904"/>
                  </a:lnTo>
                  <a:lnTo>
                    <a:pt x="235536" y="175429"/>
                  </a:lnTo>
                  <a:lnTo>
                    <a:pt x="236716" y="175236"/>
                  </a:lnTo>
                  <a:lnTo>
                    <a:pt x="237232" y="174818"/>
                  </a:lnTo>
                  <a:lnTo>
                    <a:pt x="237622" y="174919"/>
                  </a:lnTo>
                  <a:lnTo>
                    <a:pt x="238031" y="174545"/>
                  </a:lnTo>
                  <a:lnTo>
                    <a:pt x="238623" y="174717"/>
                  </a:lnTo>
                  <a:lnTo>
                    <a:pt x="238960" y="174092"/>
                  </a:lnTo>
                  <a:lnTo>
                    <a:pt x="239579" y="174310"/>
                  </a:lnTo>
                  <a:lnTo>
                    <a:pt x="240231" y="174152"/>
                  </a:lnTo>
                  <a:lnTo>
                    <a:pt x="239755" y="173634"/>
                  </a:lnTo>
                  <a:lnTo>
                    <a:pt x="239877" y="173171"/>
                  </a:lnTo>
                  <a:lnTo>
                    <a:pt x="239706" y="173227"/>
                  </a:lnTo>
                  <a:lnTo>
                    <a:pt x="239608" y="172898"/>
                  </a:lnTo>
                  <a:lnTo>
                    <a:pt x="239110" y="172608"/>
                  </a:lnTo>
                  <a:lnTo>
                    <a:pt x="239304" y="172555"/>
                  </a:lnTo>
                  <a:lnTo>
                    <a:pt x="239251" y="172341"/>
                  </a:lnTo>
                  <a:lnTo>
                    <a:pt x="238939" y="172090"/>
                  </a:lnTo>
                  <a:lnTo>
                    <a:pt x="239053" y="171924"/>
                  </a:lnTo>
                  <a:lnTo>
                    <a:pt x="238707" y="171212"/>
                  </a:lnTo>
                  <a:lnTo>
                    <a:pt x="239507" y="170059"/>
                  </a:lnTo>
                  <a:lnTo>
                    <a:pt x="239227" y="169749"/>
                  </a:lnTo>
                  <a:lnTo>
                    <a:pt x="239490" y="169197"/>
                  </a:lnTo>
                  <a:lnTo>
                    <a:pt x="239315" y="168414"/>
                  </a:lnTo>
                  <a:lnTo>
                    <a:pt x="239626" y="166406"/>
                  </a:lnTo>
                  <a:lnTo>
                    <a:pt x="240986" y="164870"/>
                  </a:lnTo>
                  <a:lnTo>
                    <a:pt x="243278" y="164679"/>
                  </a:lnTo>
                  <a:lnTo>
                    <a:pt x="244848" y="164860"/>
                  </a:lnTo>
                  <a:lnTo>
                    <a:pt x="245925" y="165567"/>
                  </a:lnTo>
                  <a:lnTo>
                    <a:pt x="247212" y="167081"/>
                  </a:lnTo>
                  <a:lnTo>
                    <a:pt x="247607" y="168009"/>
                  </a:lnTo>
                  <a:lnTo>
                    <a:pt x="251377" y="167271"/>
                  </a:lnTo>
                  <a:lnTo>
                    <a:pt x="256766" y="168462"/>
                  </a:lnTo>
                  <a:lnTo>
                    <a:pt x="258092" y="170232"/>
                  </a:lnTo>
                  <a:lnTo>
                    <a:pt x="259490" y="171084"/>
                  </a:lnTo>
                  <a:lnTo>
                    <a:pt x="259977" y="172244"/>
                  </a:lnTo>
                  <a:lnTo>
                    <a:pt x="261167" y="172770"/>
                  </a:lnTo>
                  <a:lnTo>
                    <a:pt x="261273" y="172342"/>
                  </a:lnTo>
                  <a:lnTo>
                    <a:pt x="261599" y="172455"/>
                  </a:lnTo>
                  <a:lnTo>
                    <a:pt x="262375" y="170763"/>
                  </a:lnTo>
                  <a:lnTo>
                    <a:pt x="262264" y="170634"/>
                  </a:lnTo>
                  <a:lnTo>
                    <a:pt x="263273" y="169664"/>
                  </a:lnTo>
                  <a:lnTo>
                    <a:pt x="264831" y="165602"/>
                  </a:lnTo>
                  <a:lnTo>
                    <a:pt x="264854" y="163186"/>
                  </a:lnTo>
                  <a:lnTo>
                    <a:pt x="265228" y="161994"/>
                  </a:lnTo>
                  <a:lnTo>
                    <a:pt x="264785" y="160749"/>
                  </a:lnTo>
                  <a:lnTo>
                    <a:pt x="263979" y="159590"/>
                  </a:lnTo>
                  <a:lnTo>
                    <a:pt x="263694" y="158365"/>
                  </a:lnTo>
                  <a:lnTo>
                    <a:pt x="262631" y="156194"/>
                  </a:lnTo>
                  <a:lnTo>
                    <a:pt x="263379" y="156256"/>
                  </a:lnTo>
                  <a:lnTo>
                    <a:pt x="266729" y="158088"/>
                  </a:lnTo>
                  <a:lnTo>
                    <a:pt x="264536" y="153416"/>
                  </a:lnTo>
                  <a:lnTo>
                    <a:pt x="264531" y="151156"/>
                  </a:lnTo>
                  <a:lnTo>
                    <a:pt x="264843" y="148611"/>
                  </a:lnTo>
                  <a:lnTo>
                    <a:pt x="266014" y="143914"/>
                  </a:lnTo>
                  <a:lnTo>
                    <a:pt x="265667" y="143297"/>
                  </a:lnTo>
                  <a:lnTo>
                    <a:pt x="264792" y="139860"/>
                  </a:lnTo>
                  <a:lnTo>
                    <a:pt x="263333" y="137626"/>
                  </a:lnTo>
                  <a:lnTo>
                    <a:pt x="265256" y="136548"/>
                  </a:lnTo>
                  <a:lnTo>
                    <a:pt x="266720" y="136167"/>
                  </a:lnTo>
                  <a:lnTo>
                    <a:pt x="272025" y="134064"/>
                  </a:lnTo>
                  <a:lnTo>
                    <a:pt x="268552" y="132860"/>
                  </a:lnTo>
                  <a:lnTo>
                    <a:pt x="266175" y="131337"/>
                  </a:lnTo>
                  <a:lnTo>
                    <a:pt x="264538" y="130694"/>
                  </a:lnTo>
                  <a:lnTo>
                    <a:pt x="260173" y="130390"/>
                  </a:lnTo>
                  <a:lnTo>
                    <a:pt x="259182" y="129368"/>
                  </a:lnTo>
                  <a:lnTo>
                    <a:pt x="258609" y="128240"/>
                  </a:lnTo>
                  <a:lnTo>
                    <a:pt x="258142" y="128670"/>
                  </a:lnTo>
                  <a:lnTo>
                    <a:pt x="256511" y="128631"/>
                  </a:lnTo>
                  <a:lnTo>
                    <a:pt x="256501" y="129816"/>
                  </a:lnTo>
                  <a:lnTo>
                    <a:pt x="256841" y="131027"/>
                  </a:lnTo>
                  <a:lnTo>
                    <a:pt x="254585" y="131754"/>
                  </a:lnTo>
                  <a:lnTo>
                    <a:pt x="252152" y="131917"/>
                  </a:lnTo>
                  <a:lnTo>
                    <a:pt x="251119" y="131628"/>
                  </a:lnTo>
                  <a:lnTo>
                    <a:pt x="250536" y="131128"/>
                  </a:lnTo>
                  <a:lnTo>
                    <a:pt x="248955" y="131057"/>
                  </a:lnTo>
                  <a:lnTo>
                    <a:pt x="248915" y="130080"/>
                  </a:lnTo>
                  <a:lnTo>
                    <a:pt x="248603" y="130280"/>
                  </a:lnTo>
                  <a:lnTo>
                    <a:pt x="248396" y="130161"/>
                  </a:lnTo>
                  <a:lnTo>
                    <a:pt x="248356" y="129498"/>
                  </a:lnTo>
                  <a:lnTo>
                    <a:pt x="248449" y="128834"/>
                  </a:lnTo>
                  <a:lnTo>
                    <a:pt x="249443" y="128016"/>
                  </a:lnTo>
                  <a:lnTo>
                    <a:pt x="249170" y="127264"/>
                  </a:lnTo>
                  <a:lnTo>
                    <a:pt x="249439" y="125624"/>
                  </a:lnTo>
                  <a:lnTo>
                    <a:pt x="249207" y="123652"/>
                  </a:lnTo>
                  <a:lnTo>
                    <a:pt x="250148" y="123392"/>
                  </a:lnTo>
                  <a:lnTo>
                    <a:pt x="250573" y="121631"/>
                  </a:lnTo>
                  <a:lnTo>
                    <a:pt x="249390" y="121137"/>
                  </a:lnTo>
                  <a:lnTo>
                    <a:pt x="247219" y="120701"/>
                  </a:lnTo>
                  <a:lnTo>
                    <a:pt x="247378" y="118758"/>
                  </a:lnTo>
                  <a:lnTo>
                    <a:pt x="247241" y="117306"/>
                  </a:lnTo>
                  <a:lnTo>
                    <a:pt x="246529" y="116648"/>
                  </a:lnTo>
                  <a:lnTo>
                    <a:pt x="245967" y="116664"/>
                  </a:lnTo>
                  <a:lnTo>
                    <a:pt x="246208" y="115210"/>
                  </a:lnTo>
                  <a:lnTo>
                    <a:pt x="248955" y="116446"/>
                  </a:lnTo>
                  <a:lnTo>
                    <a:pt x="248999" y="112601"/>
                  </a:lnTo>
                  <a:lnTo>
                    <a:pt x="247622" y="111894"/>
                  </a:lnTo>
                  <a:lnTo>
                    <a:pt x="246913" y="110572"/>
                  </a:lnTo>
                  <a:lnTo>
                    <a:pt x="247148" y="109465"/>
                  </a:lnTo>
                  <a:lnTo>
                    <a:pt x="246829" y="108845"/>
                  </a:lnTo>
                  <a:lnTo>
                    <a:pt x="246909" y="108529"/>
                  </a:lnTo>
                  <a:lnTo>
                    <a:pt x="246423" y="107664"/>
                  </a:lnTo>
                  <a:lnTo>
                    <a:pt x="244407" y="105796"/>
                  </a:lnTo>
                  <a:lnTo>
                    <a:pt x="244257" y="105447"/>
                  </a:lnTo>
                  <a:lnTo>
                    <a:pt x="244660" y="104088"/>
                  </a:lnTo>
                  <a:lnTo>
                    <a:pt x="244432" y="103843"/>
                  </a:lnTo>
                  <a:lnTo>
                    <a:pt x="244803" y="103353"/>
                  </a:lnTo>
                  <a:lnTo>
                    <a:pt x="245464" y="103789"/>
                  </a:lnTo>
                  <a:lnTo>
                    <a:pt x="246976" y="104135"/>
                  </a:lnTo>
                  <a:lnTo>
                    <a:pt x="247573" y="104525"/>
                  </a:lnTo>
                  <a:lnTo>
                    <a:pt x="248603" y="104586"/>
                  </a:lnTo>
                  <a:lnTo>
                    <a:pt x="249460" y="104254"/>
                  </a:lnTo>
                  <a:lnTo>
                    <a:pt x="249910" y="103716"/>
                  </a:lnTo>
                  <a:lnTo>
                    <a:pt x="250627" y="103723"/>
                  </a:lnTo>
                  <a:lnTo>
                    <a:pt x="251900" y="104420"/>
                  </a:lnTo>
                  <a:lnTo>
                    <a:pt x="252821" y="104637"/>
                  </a:lnTo>
                  <a:lnTo>
                    <a:pt x="256681" y="103329"/>
                  </a:lnTo>
                  <a:lnTo>
                    <a:pt x="258188" y="103045"/>
                  </a:lnTo>
                  <a:lnTo>
                    <a:pt x="258616" y="103444"/>
                  </a:lnTo>
                  <a:lnTo>
                    <a:pt x="259964" y="103453"/>
                  </a:lnTo>
                  <a:lnTo>
                    <a:pt x="261272" y="104003"/>
                  </a:lnTo>
                  <a:lnTo>
                    <a:pt x="262768" y="104377"/>
                  </a:lnTo>
                  <a:lnTo>
                    <a:pt x="264147" y="104190"/>
                  </a:lnTo>
                  <a:lnTo>
                    <a:pt x="264728" y="103849"/>
                  </a:lnTo>
                  <a:lnTo>
                    <a:pt x="265054" y="104266"/>
                  </a:lnTo>
                  <a:lnTo>
                    <a:pt x="265842" y="104250"/>
                  </a:lnTo>
                  <a:lnTo>
                    <a:pt x="266839" y="103815"/>
                  </a:lnTo>
                  <a:lnTo>
                    <a:pt x="267649" y="103806"/>
                  </a:lnTo>
                  <a:lnTo>
                    <a:pt x="269378" y="103234"/>
                  </a:lnTo>
                  <a:lnTo>
                    <a:pt x="269926" y="103294"/>
                  </a:lnTo>
                  <a:lnTo>
                    <a:pt x="271545" y="101756"/>
                  </a:lnTo>
                  <a:lnTo>
                    <a:pt x="272821" y="100005"/>
                  </a:lnTo>
                  <a:lnTo>
                    <a:pt x="275241" y="98074"/>
                  </a:lnTo>
                  <a:lnTo>
                    <a:pt x="276645" y="97369"/>
                  </a:lnTo>
                  <a:lnTo>
                    <a:pt x="277134" y="96517"/>
                  </a:lnTo>
                  <a:lnTo>
                    <a:pt x="278825" y="94835"/>
                  </a:lnTo>
                  <a:lnTo>
                    <a:pt x="279525" y="92667"/>
                  </a:lnTo>
                  <a:lnTo>
                    <a:pt x="281232" y="91867"/>
                  </a:lnTo>
                  <a:lnTo>
                    <a:pt x="284711" y="91880"/>
                  </a:lnTo>
                  <a:lnTo>
                    <a:pt x="285676" y="91636"/>
                  </a:lnTo>
                  <a:lnTo>
                    <a:pt x="289053" y="90627"/>
                  </a:lnTo>
                  <a:lnTo>
                    <a:pt x="289551" y="88947"/>
                  </a:lnTo>
                  <a:lnTo>
                    <a:pt x="288996" y="87430"/>
                  </a:lnTo>
                  <a:lnTo>
                    <a:pt x="289094" y="87097"/>
                  </a:lnTo>
                  <a:lnTo>
                    <a:pt x="294121" y="86956"/>
                  </a:lnTo>
                  <a:lnTo>
                    <a:pt x="295589" y="87391"/>
                  </a:lnTo>
                  <a:lnTo>
                    <a:pt x="296394" y="87340"/>
                  </a:lnTo>
                  <a:lnTo>
                    <a:pt x="296343" y="86436"/>
                  </a:lnTo>
                  <a:lnTo>
                    <a:pt x="297296" y="86547"/>
                  </a:lnTo>
                  <a:lnTo>
                    <a:pt x="298338" y="86197"/>
                  </a:lnTo>
                  <a:lnTo>
                    <a:pt x="301679" y="85763"/>
                  </a:lnTo>
                  <a:lnTo>
                    <a:pt x="303176" y="86075"/>
                  </a:lnTo>
                  <a:lnTo>
                    <a:pt x="304326" y="85704"/>
                  </a:lnTo>
                  <a:lnTo>
                    <a:pt x="305642" y="86156"/>
                  </a:lnTo>
                  <a:lnTo>
                    <a:pt x="306298" y="85769"/>
                  </a:lnTo>
                  <a:lnTo>
                    <a:pt x="307536" y="85642"/>
                  </a:lnTo>
                  <a:lnTo>
                    <a:pt x="308201" y="85299"/>
                  </a:lnTo>
                  <a:lnTo>
                    <a:pt x="308663" y="85467"/>
                  </a:lnTo>
                  <a:lnTo>
                    <a:pt x="310409" y="85345"/>
                  </a:lnTo>
                  <a:lnTo>
                    <a:pt x="312059" y="86000"/>
                  </a:lnTo>
                  <a:lnTo>
                    <a:pt x="313490" y="86207"/>
                  </a:lnTo>
                  <a:lnTo>
                    <a:pt x="315115" y="84083"/>
                  </a:lnTo>
                  <a:lnTo>
                    <a:pt x="315080" y="83127"/>
                  </a:lnTo>
                  <a:lnTo>
                    <a:pt x="316047" y="81186"/>
                  </a:lnTo>
                  <a:lnTo>
                    <a:pt x="317047" y="80211"/>
                  </a:lnTo>
                  <a:lnTo>
                    <a:pt x="317969" y="79918"/>
                  </a:lnTo>
                  <a:lnTo>
                    <a:pt x="318338" y="79228"/>
                  </a:lnTo>
                  <a:lnTo>
                    <a:pt x="319098" y="78900"/>
                  </a:lnTo>
                  <a:lnTo>
                    <a:pt x="319369" y="78491"/>
                  </a:lnTo>
                  <a:lnTo>
                    <a:pt x="320267" y="78239"/>
                  </a:lnTo>
                  <a:lnTo>
                    <a:pt x="320777" y="77633"/>
                  </a:lnTo>
                  <a:lnTo>
                    <a:pt x="322191" y="79471"/>
                  </a:lnTo>
                  <a:lnTo>
                    <a:pt x="325714" y="80816"/>
                  </a:lnTo>
                  <a:lnTo>
                    <a:pt x="327503" y="82617"/>
                  </a:lnTo>
                  <a:lnTo>
                    <a:pt x="328128" y="82583"/>
                  </a:lnTo>
                  <a:lnTo>
                    <a:pt x="330700" y="80718"/>
                  </a:lnTo>
                  <a:lnTo>
                    <a:pt x="330038" y="82089"/>
                  </a:lnTo>
                  <a:lnTo>
                    <a:pt x="329962" y="83045"/>
                  </a:lnTo>
                  <a:lnTo>
                    <a:pt x="330042" y="83957"/>
                  </a:lnTo>
                  <a:lnTo>
                    <a:pt x="330566" y="84894"/>
                  </a:lnTo>
                  <a:lnTo>
                    <a:pt x="330317" y="85449"/>
                  </a:lnTo>
                  <a:lnTo>
                    <a:pt x="330826" y="88184"/>
                  </a:lnTo>
                  <a:lnTo>
                    <a:pt x="330732" y="90543"/>
                  </a:lnTo>
                  <a:lnTo>
                    <a:pt x="333854" y="91099"/>
                  </a:lnTo>
                  <a:lnTo>
                    <a:pt x="333936" y="90873"/>
                  </a:lnTo>
                  <a:lnTo>
                    <a:pt x="336387" y="90860"/>
                  </a:lnTo>
                  <a:lnTo>
                    <a:pt x="339310" y="90463"/>
                  </a:lnTo>
                  <a:lnTo>
                    <a:pt x="343002" y="89472"/>
                  </a:lnTo>
                  <a:lnTo>
                    <a:pt x="342992" y="91469"/>
                  </a:lnTo>
                  <a:lnTo>
                    <a:pt x="345269" y="91906"/>
                  </a:lnTo>
                  <a:lnTo>
                    <a:pt x="346816" y="91955"/>
                  </a:lnTo>
                  <a:lnTo>
                    <a:pt x="347784" y="91780"/>
                  </a:lnTo>
                  <a:lnTo>
                    <a:pt x="348818" y="91228"/>
                  </a:lnTo>
                  <a:lnTo>
                    <a:pt x="349865" y="93428"/>
                  </a:lnTo>
                  <a:lnTo>
                    <a:pt x="358604" y="92748"/>
                  </a:lnTo>
                  <a:lnTo>
                    <a:pt x="359267" y="94859"/>
                  </a:lnTo>
                  <a:lnTo>
                    <a:pt x="359758" y="98495"/>
                  </a:lnTo>
                  <a:lnTo>
                    <a:pt x="360940" y="99877"/>
                  </a:lnTo>
                  <a:lnTo>
                    <a:pt x="361688" y="100178"/>
                  </a:lnTo>
                  <a:lnTo>
                    <a:pt x="360971" y="101479"/>
                  </a:lnTo>
                  <a:lnTo>
                    <a:pt x="364594" y="102293"/>
                  </a:lnTo>
                  <a:lnTo>
                    <a:pt x="368147" y="101953"/>
                  </a:lnTo>
                  <a:lnTo>
                    <a:pt x="368316" y="102915"/>
                  </a:lnTo>
                  <a:lnTo>
                    <a:pt x="370852" y="102789"/>
                  </a:lnTo>
                  <a:lnTo>
                    <a:pt x="371295" y="101884"/>
                  </a:lnTo>
                  <a:lnTo>
                    <a:pt x="371776" y="102772"/>
                  </a:lnTo>
                  <a:lnTo>
                    <a:pt x="373194" y="103351"/>
                  </a:lnTo>
                  <a:lnTo>
                    <a:pt x="374664" y="102586"/>
                  </a:lnTo>
                  <a:lnTo>
                    <a:pt x="375536" y="102615"/>
                  </a:lnTo>
                  <a:lnTo>
                    <a:pt x="376509" y="102171"/>
                  </a:lnTo>
                  <a:lnTo>
                    <a:pt x="377064" y="99533"/>
                  </a:lnTo>
                  <a:lnTo>
                    <a:pt x="376498" y="96161"/>
                  </a:lnTo>
                  <a:lnTo>
                    <a:pt x="380689" y="94608"/>
                  </a:lnTo>
                  <a:lnTo>
                    <a:pt x="382708" y="93465"/>
                  </a:lnTo>
                  <a:lnTo>
                    <a:pt x="382518" y="92666"/>
                  </a:lnTo>
                  <a:lnTo>
                    <a:pt x="382873" y="91563"/>
                  </a:lnTo>
                  <a:lnTo>
                    <a:pt x="382567" y="90782"/>
                  </a:lnTo>
                  <a:lnTo>
                    <a:pt x="383755" y="88591"/>
                  </a:lnTo>
                  <a:lnTo>
                    <a:pt x="388174" y="86661"/>
                  </a:lnTo>
                  <a:lnTo>
                    <a:pt x="393889" y="85332"/>
                  </a:lnTo>
                  <a:lnTo>
                    <a:pt x="397219" y="84842"/>
                  </a:lnTo>
                  <a:lnTo>
                    <a:pt x="400204" y="84009"/>
                  </a:lnTo>
                  <a:lnTo>
                    <a:pt x="399763" y="82911"/>
                  </a:lnTo>
                  <a:lnTo>
                    <a:pt x="399842" y="80234"/>
                  </a:lnTo>
                  <a:lnTo>
                    <a:pt x="400217" y="79054"/>
                  </a:lnTo>
                  <a:lnTo>
                    <a:pt x="400741" y="78580"/>
                  </a:lnTo>
                  <a:lnTo>
                    <a:pt x="402319" y="78958"/>
                  </a:lnTo>
                  <a:lnTo>
                    <a:pt x="403983" y="78796"/>
                  </a:lnTo>
                  <a:lnTo>
                    <a:pt x="405900" y="77974"/>
                  </a:lnTo>
                  <a:lnTo>
                    <a:pt x="410319" y="75154"/>
                  </a:lnTo>
                  <a:lnTo>
                    <a:pt x="410345" y="74182"/>
                  </a:lnTo>
                  <a:lnTo>
                    <a:pt x="409964" y="73245"/>
                  </a:lnTo>
                  <a:lnTo>
                    <a:pt x="411696" y="72399"/>
                  </a:lnTo>
                  <a:lnTo>
                    <a:pt x="413671" y="72246"/>
                  </a:lnTo>
                  <a:lnTo>
                    <a:pt x="415952" y="71494"/>
                  </a:lnTo>
                  <a:lnTo>
                    <a:pt x="415945" y="61078"/>
                  </a:lnTo>
                  <a:lnTo>
                    <a:pt x="413756" y="54172"/>
                  </a:lnTo>
                  <a:lnTo>
                    <a:pt x="412339" y="51203"/>
                  </a:lnTo>
                  <a:lnTo>
                    <a:pt x="412494" y="49170"/>
                  </a:lnTo>
                  <a:lnTo>
                    <a:pt x="412961" y="46653"/>
                  </a:lnTo>
                  <a:lnTo>
                    <a:pt x="413407" y="45697"/>
                  </a:lnTo>
                  <a:lnTo>
                    <a:pt x="416192" y="41274"/>
                  </a:lnTo>
                  <a:lnTo>
                    <a:pt x="415142" y="38625"/>
                  </a:lnTo>
                  <a:lnTo>
                    <a:pt x="413445" y="36574"/>
                  </a:lnTo>
                  <a:lnTo>
                    <a:pt x="412057" y="34143"/>
                  </a:lnTo>
                  <a:lnTo>
                    <a:pt x="413254" y="33648"/>
                  </a:lnTo>
                  <a:lnTo>
                    <a:pt x="415277" y="33245"/>
                  </a:lnTo>
                  <a:lnTo>
                    <a:pt x="417181" y="32265"/>
                  </a:lnTo>
                  <a:lnTo>
                    <a:pt x="418905" y="32521"/>
                  </a:lnTo>
                  <a:lnTo>
                    <a:pt x="420255" y="32013"/>
                  </a:lnTo>
                  <a:lnTo>
                    <a:pt x="421328" y="31945"/>
                  </a:lnTo>
                  <a:lnTo>
                    <a:pt x="423293" y="31055"/>
                  </a:lnTo>
                  <a:lnTo>
                    <a:pt x="426488" y="30388"/>
                  </a:lnTo>
                  <a:lnTo>
                    <a:pt x="430507" y="30340"/>
                  </a:lnTo>
                  <a:lnTo>
                    <a:pt x="432336" y="31200"/>
                  </a:lnTo>
                  <a:lnTo>
                    <a:pt x="433391" y="31947"/>
                  </a:lnTo>
                  <a:lnTo>
                    <a:pt x="434819" y="32195"/>
                  </a:lnTo>
                  <a:lnTo>
                    <a:pt x="436278" y="32919"/>
                  </a:lnTo>
                  <a:lnTo>
                    <a:pt x="439502" y="33267"/>
                  </a:lnTo>
                  <a:lnTo>
                    <a:pt x="440198" y="33590"/>
                  </a:lnTo>
                  <a:lnTo>
                    <a:pt x="440225" y="33392"/>
                  </a:lnTo>
                  <a:lnTo>
                    <a:pt x="443161" y="31594"/>
                  </a:lnTo>
                  <a:lnTo>
                    <a:pt x="443517" y="30353"/>
                  </a:lnTo>
                  <a:lnTo>
                    <a:pt x="442256" y="28691"/>
                  </a:lnTo>
                  <a:lnTo>
                    <a:pt x="446133" y="29295"/>
                  </a:lnTo>
                  <a:lnTo>
                    <a:pt x="447391" y="29147"/>
                  </a:lnTo>
                  <a:lnTo>
                    <a:pt x="447856" y="30285"/>
                  </a:lnTo>
                  <a:lnTo>
                    <a:pt x="449306" y="30203"/>
                  </a:lnTo>
                  <a:lnTo>
                    <a:pt x="451318" y="29903"/>
                  </a:lnTo>
                  <a:lnTo>
                    <a:pt x="453463" y="27606"/>
                  </a:lnTo>
                  <a:lnTo>
                    <a:pt x="454611" y="26784"/>
                  </a:lnTo>
                  <a:lnTo>
                    <a:pt x="453965" y="26014"/>
                  </a:lnTo>
                  <a:lnTo>
                    <a:pt x="455615" y="25317"/>
                  </a:lnTo>
                  <a:lnTo>
                    <a:pt x="456258" y="25889"/>
                  </a:lnTo>
                  <a:lnTo>
                    <a:pt x="456686" y="25337"/>
                  </a:lnTo>
                  <a:lnTo>
                    <a:pt x="458569" y="26018"/>
                  </a:lnTo>
                  <a:lnTo>
                    <a:pt x="459609" y="26047"/>
                  </a:lnTo>
                  <a:lnTo>
                    <a:pt x="461134" y="25117"/>
                  </a:lnTo>
                  <a:lnTo>
                    <a:pt x="462355" y="25741"/>
                  </a:lnTo>
                  <a:lnTo>
                    <a:pt x="469912" y="24899"/>
                  </a:lnTo>
                  <a:lnTo>
                    <a:pt x="477192" y="20601"/>
                  </a:lnTo>
                  <a:lnTo>
                    <a:pt x="473544" y="15830"/>
                  </a:lnTo>
                  <a:lnTo>
                    <a:pt x="478786" y="10794"/>
                  </a:lnTo>
                  <a:lnTo>
                    <a:pt x="479675" y="7133"/>
                  </a:lnTo>
                  <a:lnTo>
                    <a:pt x="482982" y="5754"/>
                  </a:lnTo>
                  <a:lnTo>
                    <a:pt x="484782" y="5833"/>
                  </a:lnTo>
                  <a:lnTo>
                    <a:pt x="488803" y="6997"/>
                  </a:lnTo>
                  <a:lnTo>
                    <a:pt x="494258" y="7420"/>
                  </a:lnTo>
                  <a:lnTo>
                    <a:pt x="497832" y="8208"/>
                  </a:lnTo>
                  <a:lnTo>
                    <a:pt x="497355" y="4008"/>
                  </a:lnTo>
                  <a:lnTo>
                    <a:pt x="499640" y="2656"/>
                  </a:lnTo>
                  <a:lnTo>
                    <a:pt x="500571" y="2708"/>
                  </a:lnTo>
                  <a:lnTo>
                    <a:pt x="503647" y="298"/>
                  </a:lnTo>
                  <a:lnTo>
                    <a:pt x="505253" y="0"/>
                  </a:lnTo>
                  <a:lnTo>
                    <a:pt x="505573" y="125"/>
                  </a:lnTo>
                  <a:lnTo>
                    <a:pt x="508104" y="1858"/>
                  </a:lnTo>
                  <a:lnTo>
                    <a:pt x="510333" y="4106"/>
                  </a:lnTo>
                  <a:lnTo>
                    <a:pt x="511823" y="4440"/>
                  </a:lnTo>
                  <a:lnTo>
                    <a:pt x="512483" y="4282"/>
                  </a:lnTo>
                  <a:lnTo>
                    <a:pt x="513528" y="4715"/>
                  </a:lnTo>
                  <a:lnTo>
                    <a:pt x="515647" y="3981"/>
                  </a:lnTo>
                  <a:lnTo>
                    <a:pt x="526175" y="13999"/>
                  </a:lnTo>
                  <a:lnTo>
                    <a:pt x="523492" y="16709"/>
                  </a:lnTo>
                  <a:lnTo>
                    <a:pt x="534709" y="32804"/>
                  </a:lnTo>
                  <a:lnTo>
                    <a:pt x="546253" y="29219"/>
                  </a:lnTo>
                  <a:lnTo>
                    <a:pt x="545364" y="33337"/>
                  </a:lnTo>
                  <a:lnTo>
                    <a:pt x="549823" y="36253"/>
                  </a:lnTo>
                  <a:lnTo>
                    <a:pt x="549724" y="36694"/>
                  </a:lnTo>
                  <a:lnTo>
                    <a:pt x="550374" y="36855"/>
                  </a:lnTo>
                  <a:lnTo>
                    <a:pt x="552105" y="36627"/>
                  </a:lnTo>
                  <a:lnTo>
                    <a:pt x="552270" y="48287"/>
                  </a:lnTo>
                  <a:lnTo>
                    <a:pt x="551958" y="49966"/>
                  </a:lnTo>
                  <a:lnTo>
                    <a:pt x="557776" y="49748"/>
                  </a:lnTo>
                  <a:lnTo>
                    <a:pt x="561735" y="50148"/>
                  </a:lnTo>
                  <a:lnTo>
                    <a:pt x="560976" y="44165"/>
                  </a:lnTo>
                  <a:lnTo>
                    <a:pt x="567820" y="45104"/>
                  </a:lnTo>
                  <a:lnTo>
                    <a:pt x="565912" y="39700"/>
                  </a:lnTo>
                  <a:lnTo>
                    <a:pt x="566991" y="39721"/>
                  </a:lnTo>
                  <a:lnTo>
                    <a:pt x="569179" y="39138"/>
                  </a:lnTo>
                  <a:lnTo>
                    <a:pt x="568739" y="38850"/>
                  </a:lnTo>
                  <a:lnTo>
                    <a:pt x="568285" y="37992"/>
                  </a:lnTo>
                  <a:lnTo>
                    <a:pt x="568401" y="37588"/>
                  </a:lnTo>
                  <a:lnTo>
                    <a:pt x="569064" y="37178"/>
                  </a:lnTo>
                  <a:lnTo>
                    <a:pt x="569133" y="36720"/>
                  </a:lnTo>
                  <a:lnTo>
                    <a:pt x="568473" y="35690"/>
                  </a:lnTo>
                  <a:lnTo>
                    <a:pt x="568693" y="35017"/>
                  </a:lnTo>
                  <a:lnTo>
                    <a:pt x="569777" y="34652"/>
                  </a:lnTo>
                  <a:lnTo>
                    <a:pt x="579120" y="35002"/>
                  </a:lnTo>
                  <a:lnTo>
                    <a:pt x="583704" y="29580"/>
                  </a:lnTo>
                  <a:lnTo>
                    <a:pt x="584149" y="29582"/>
                  </a:lnTo>
                  <a:lnTo>
                    <a:pt x="584415" y="29856"/>
                  </a:lnTo>
                  <a:lnTo>
                    <a:pt x="584714" y="31477"/>
                  </a:lnTo>
                  <a:lnTo>
                    <a:pt x="585610" y="31483"/>
                  </a:lnTo>
                  <a:lnTo>
                    <a:pt x="585890" y="30898"/>
                  </a:lnTo>
                  <a:lnTo>
                    <a:pt x="585649" y="30261"/>
                  </a:lnTo>
                  <a:lnTo>
                    <a:pt x="588039" y="27939"/>
                  </a:lnTo>
                  <a:lnTo>
                    <a:pt x="589772" y="25385"/>
                  </a:lnTo>
                  <a:lnTo>
                    <a:pt x="590422" y="25546"/>
                  </a:lnTo>
                  <a:lnTo>
                    <a:pt x="590910" y="25970"/>
                  </a:lnTo>
                  <a:lnTo>
                    <a:pt x="590978" y="27169"/>
                  </a:lnTo>
                  <a:lnTo>
                    <a:pt x="597224" y="28172"/>
                  </a:lnTo>
                  <a:lnTo>
                    <a:pt x="598158" y="31609"/>
                  </a:lnTo>
                  <a:lnTo>
                    <a:pt x="596120" y="38175"/>
                  </a:lnTo>
                  <a:lnTo>
                    <a:pt x="595301" y="41577"/>
                  </a:lnTo>
                  <a:lnTo>
                    <a:pt x="594216" y="41042"/>
                  </a:lnTo>
                  <a:lnTo>
                    <a:pt x="593245" y="39629"/>
                  </a:lnTo>
                  <a:lnTo>
                    <a:pt x="592297" y="39370"/>
                  </a:lnTo>
                  <a:lnTo>
                    <a:pt x="590905" y="39733"/>
                  </a:lnTo>
                  <a:lnTo>
                    <a:pt x="589496" y="40791"/>
                  </a:lnTo>
                  <a:lnTo>
                    <a:pt x="588445" y="41964"/>
                  </a:lnTo>
                  <a:lnTo>
                    <a:pt x="588007" y="43036"/>
                  </a:lnTo>
                  <a:lnTo>
                    <a:pt x="589205" y="44992"/>
                  </a:lnTo>
                  <a:lnTo>
                    <a:pt x="589225" y="45704"/>
                  </a:lnTo>
                  <a:lnTo>
                    <a:pt x="588943" y="46267"/>
                  </a:lnTo>
                  <a:lnTo>
                    <a:pt x="589473" y="47497"/>
                  </a:lnTo>
                  <a:lnTo>
                    <a:pt x="589414" y="48072"/>
                  </a:lnTo>
                  <a:lnTo>
                    <a:pt x="588723" y="49025"/>
                  </a:lnTo>
                  <a:lnTo>
                    <a:pt x="588269" y="49204"/>
                  </a:lnTo>
                  <a:lnTo>
                    <a:pt x="586814" y="48737"/>
                  </a:lnTo>
                  <a:lnTo>
                    <a:pt x="584990" y="49891"/>
                  </a:lnTo>
                  <a:lnTo>
                    <a:pt x="583035" y="50128"/>
                  </a:lnTo>
                  <a:lnTo>
                    <a:pt x="582138" y="49368"/>
                  </a:lnTo>
                  <a:lnTo>
                    <a:pt x="580583" y="48646"/>
                  </a:lnTo>
                  <a:lnTo>
                    <a:pt x="578696" y="47344"/>
                  </a:lnTo>
                  <a:lnTo>
                    <a:pt x="577268" y="46876"/>
                  </a:lnTo>
                  <a:lnTo>
                    <a:pt x="577207" y="47052"/>
                  </a:lnTo>
                  <a:lnTo>
                    <a:pt x="576308" y="46868"/>
                  </a:lnTo>
                  <a:lnTo>
                    <a:pt x="575641" y="45261"/>
                  </a:lnTo>
                  <a:lnTo>
                    <a:pt x="568200" y="45450"/>
                  </a:lnTo>
                  <a:lnTo>
                    <a:pt x="567511" y="46405"/>
                  </a:lnTo>
                  <a:lnTo>
                    <a:pt x="566720" y="46970"/>
                  </a:lnTo>
                  <a:lnTo>
                    <a:pt x="565764" y="49543"/>
                  </a:lnTo>
                  <a:lnTo>
                    <a:pt x="564084" y="50594"/>
                  </a:lnTo>
                  <a:lnTo>
                    <a:pt x="563696" y="51356"/>
                  </a:lnTo>
                  <a:lnTo>
                    <a:pt x="563280" y="52241"/>
                  </a:lnTo>
                  <a:lnTo>
                    <a:pt x="562165" y="58417"/>
                  </a:lnTo>
                  <a:lnTo>
                    <a:pt x="562342" y="58504"/>
                  </a:lnTo>
                  <a:lnTo>
                    <a:pt x="560860" y="60385"/>
                  </a:lnTo>
                  <a:lnTo>
                    <a:pt x="579505" y="62252"/>
                  </a:lnTo>
                  <a:lnTo>
                    <a:pt x="579752" y="69140"/>
                  </a:lnTo>
                  <a:lnTo>
                    <a:pt x="579107" y="76506"/>
                  </a:lnTo>
                  <a:lnTo>
                    <a:pt x="580458" y="76062"/>
                  </a:lnTo>
                  <a:lnTo>
                    <a:pt x="580229" y="81258"/>
                  </a:lnTo>
                  <a:lnTo>
                    <a:pt x="577140" y="81203"/>
                  </a:lnTo>
                  <a:lnTo>
                    <a:pt x="576784" y="84468"/>
                  </a:lnTo>
                  <a:lnTo>
                    <a:pt x="572721" y="84588"/>
                  </a:lnTo>
                  <a:lnTo>
                    <a:pt x="572520" y="85858"/>
                  </a:lnTo>
                  <a:lnTo>
                    <a:pt x="571278" y="85378"/>
                  </a:lnTo>
                  <a:lnTo>
                    <a:pt x="570965" y="87569"/>
                  </a:lnTo>
                  <a:lnTo>
                    <a:pt x="569259" y="87326"/>
                  </a:lnTo>
                  <a:lnTo>
                    <a:pt x="569107" y="88488"/>
                  </a:lnTo>
                  <a:lnTo>
                    <a:pt x="568428" y="88485"/>
                  </a:lnTo>
                  <a:lnTo>
                    <a:pt x="562756" y="88542"/>
                  </a:lnTo>
                  <a:lnTo>
                    <a:pt x="553435" y="89426"/>
                  </a:lnTo>
                  <a:lnTo>
                    <a:pt x="552761" y="88491"/>
                  </a:lnTo>
                  <a:lnTo>
                    <a:pt x="551073" y="89481"/>
                  </a:lnTo>
                  <a:lnTo>
                    <a:pt x="549626" y="87614"/>
                  </a:lnTo>
                  <a:lnTo>
                    <a:pt x="547564" y="85495"/>
                  </a:lnTo>
                  <a:lnTo>
                    <a:pt x="544797" y="83532"/>
                  </a:lnTo>
                  <a:lnTo>
                    <a:pt x="542443" y="82224"/>
                  </a:lnTo>
                  <a:lnTo>
                    <a:pt x="541635" y="81696"/>
                  </a:lnTo>
                  <a:lnTo>
                    <a:pt x="540808" y="83067"/>
                  </a:lnTo>
                  <a:lnTo>
                    <a:pt x="540268" y="82668"/>
                  </a:lnTo>
                  <a:lnTo>
                    <a:pt x="536414" y="81674"/>
                  </a:lnTo>
                  <a:lnTo>
                    <a:pt x="534655" y="84352"/>
                  </a:lnTo>
                  <a:lnTo>
                    <a:pt x="532183" y="87059"/>
                  </a:lnTo>
                  <a:lnTo>
                    <a:pt x="531169" y="88504"/>
                  </a:lnTo>
                  <a:lnTo>
                    <a:pt x="529389" y="89805"/>
                  </a:lnTo>
                  <a:lnTo>
                    <a:pt x="528597" y="90844"/>
                  </a:lnTo>
                  <a:lnTo>
                    <a:pt x="525770" y="93117"/>
                  </a:lnTo>
                  <a:lnTo>
                    <a:pt x="524747" y="93716"/>
                  </a:lnTo>
                  <a:lnTo>
                    <a:pt x="525884" y="95074"/>
                  </a:lnTo>
                  <a:lnTo>
                    <a:pt x="524525" y="95588"/>
                  </a:lnTo>
                  <a:lnTo>
                    <a:pt x="524675" y="96428"/>
                  </a:lnTo>
                  <a:lnTo>
                    <a:pt x="523349" y="96707"/>
                  </a:lnTo>
                  <a:lnTo>
                    <a:pt x="523272" y="96231"/>
                  </a:lnTo>
                  <a:lnTo>
                    <a:pt x="522381" y="96431"/>
                  </a:lnTo>
                  <a:lnTo>
                    <a:pt x="522567" y="97437"/>
                  </a:lnTo>
                  <a:lnTo>
                    <a:pt x="523241" y="98790"/>
                  </a:lnTo>
                  <a:lnTo>
                    <a:pt x="522057" y="99339"/>
                  </a:lnTo>
                  <a:lnTo>
                    <a:pt x="521179" y="99477"/>
                  </a:lnTo>
                  <a:lnTo>
                    <a:pt x="520908" y="99801"/>
                  </a:lnTo>
                  <a:lnTo>
                    <a:pt x="521887" y="103289"/>
                  </a:lnTo>
                  <a:lnTo>
                    <a:pt x="521396" y="104239"/>
                  </a:lnTo>
                  <a:lnTo>
                    <a:pt x="521404" y="104885"/>
                  </a:lnTo>
                  <a:lnTo>
                    <a:pt x="522259" y="105370"/>
                  </a:lnTo>
                  <a:lnTo>
                    <a:pt x="521800" y="105521"/>
                  </a:lnTo>
                  <a:lnTo>
                    <a:pt x="521140" y="106529"/>
                  </a:lnTo>
                  <a:lnTo>
                    <a:pt x="520702" y="107664"/>
                  </a:lnTo>
                  <a:lnTo>
                    <a:pt x="520417" y="109547"/>
                  </a:lnTo>
                  <a:lnTo>
                    <a:pt x="519706" y="110265"/>
                  </a:lnTo>
                  <a:lnTo>
                    <a:pt x="520166" y="111885"/>
                  </a:lnTo>
                  <a:lnTo>
                    <a:pt x="521220" y="111856"/>
                  </a:lnTo>
                  <a:lnTo>
                    <a:pt x="520960" y="113242"/>
                  </a:lnTo>
                  <a:lnTo>
                    <a:pt x="522644" y="113245"/>
                  </a:lnTo>
                  <a:lnTo>
                    <a:pt x="522845" y="115707"/>
                  </a:lnTo>
                  <a:lnTo>
                    <a:pt x="519496" y="115511"/>
                  </a:lnTo>
                  <a:lnTo>
                    <a:pt x="516520" y="117200"/>
                  </a:lnTo>
                  <a:lnTo>
                    <a:pt x="513629" y="117873"/>
                  </a:lnTo>
                  <a:lnTo>
                    <a:pt x="513905" y="119528"/>
                  </a:lnTo>
                  <a:lnTo>
                    <a:pt x="517658" y="119219"/>
                  </a:lnTo>
                  <a:lnTo>
                    <a:pt x="520286" y="119307"/>
                  </a:lnTo>
                  <a:lnTo>
                    <a:pt x="522772" y="118785"/>
                  </a:lnTo>
                  <a:lnTo>
                    <a:pt x="525397" y="119055"/>
                  </a:lnTo>
                  <a:lnTo>
                    <a:pt x="525381" y="119780"/>
                  </a:lnTo>
                  <a:lnTo>
                    <a:pt x="529113" y="119841"/>
                  </a:lnTo>
                  <a:lnTo>
                    <a:pt x="531821" y="119247"/>
                  </a:lnTo>
                  <a:lnTo>
                    <a:pt x="531616" y="118399"/>
                  </a:lnTo>
                  <a:lnTo>
                    <a:pt x="535019" y="117607"/>
                  </a:lnTo>
                  <a:lnTo>
                    <a:pt x="535609" y="117044"/>
                  </a:lnTo>
                  <a:lnTo>
                    <a:pt x="536481" y="116990"/>
                  </a:lnTo>
                  <a:lnTo>
                    <a:pt x="537024" y="116582"/>
                  </a:lnTo>
                  <a:lnTo>
                    <a:pt x="538248" y="116281"/>
                  </a:lnTo>
                  <a:lnTo>
                    <a:pt x="539016" y="117840"/>
                  </a:lnTo>
                  <a:lnTo>
                    <a:pt x="539226" y="118939"/>
                  </a:lnTo>
                  <a:lnTo>
                    <a:pt x="537716" y="119493"/>
                  </a:lnTo>
                  <a:lnTo>
                    <a:pt x="538397" y="121255"/>
                  </a:lnTo>
                  <a:lnTo>
                    <a:pt x="540851" y="120817"/>
                  </a:lnTo>
                  <a:lnTo>
                    <a:pt x="542367" y="119961"/>
                  </a:lnTo>
                  <a:lnTo>
                    <a:pt x="542751" y="120582"/>
                  </a:lnTo>
                  <a:lnTo>
                    <a:pt x="543270" y="120642"/>
                  </a:lnTo>
                  <a:lnTo>
                    <a:pt x="552808" y="118700"/>
                  </a:lnTo>
                  <a:lnTo>
                    <a:pt x="553036" y="118854"/>
                  </a:lnTo>
                  <a:lnTo>
                    <a:pt x="551513" y="120931"/>
                  </a:lnTo>
                  <a:lnTo>
                    <a:pt x="551457" y="121213"/>
                  </a:lnTo>
                  <a:lnTo>
                    <a:pt x="551804" y="121326"/>
                  </a:lnTo>
                  <a:lnTo>
                    <a:pt x="552252" y="122023"/>
                  </a:lnTo>
                  <a:lnTo>
                    <a:pt x="552184" y="123572"/>
                  </a:lnTo>
                  <a:lnTo>
                    <a:pt x="551862" y="124069"/>
                  </a:lnTo>
                  <a:lnTo>
                    <a:pt x="550113" y="123775"/>
                  </a:lnTo>
                  <a:lnTo>
                    <a:pt x="544830" y="124995"/>
                  </a:lnTo>
                  <a:lnTo>
                    <a:pt x="545954" y="129076"/>
                  </a:lnTo>
                  <a:lnTo>
                    <a:pt x="545382" y="130217"/>
                  </a:lnTo>
                  <a:lnTo>
                    <a:pt x="545563" y="132874"/>
                  </a:lnTo>
                  <a:lnTo>
                    <a:pt x="546010" y="134219"/>
                  </a:lnTo>
                  <a:lnTo>
                    <a:pt x="546717" y="135061"/>
                  </a:lnTo>
                  <a:lnTo>
                    <a:pt x="546998" y="135107"/>
                  </a:lnTo>
                  <a:lnTo>
                    <a:pt x="547565" y="137521"/>
                  </a:lnTo>
                  <a:lnTo>
                    <a:pt x="548704" y="137680"/>
                  </a:lnTo>
                  <a:lnTo>
                    <a:pt x="550080" y="138296"/>
                  </a:lnTo>
                  <a:lnTo>
                    <a:pt x="551516" y="138163"/>
                  </a:lnTo>
                  <a:lnTo>
                    <a:pt x="553888" y="137322"/>
                  </a:lnTo>
                  <a:lnTo>
                    <a:pt x="554946" y="137170"/>
                  </a:lnTo>
                  <a:lnTo>
                    <a:pt x="558905" y="136855"/>
                  </a:lnTo>
                  <a:lnTo>
                    <a:pt x="561733" y="136880"/>
                  </a:lnTo>
                  <a:lnTo>
                    <a:pt x="563103" y="136557"/>
                  </a:lnTo>
                  <a:lnTo>
                    <a:pt x="573408" y="135988"/>
                  </a:lnTo>
                  <a:lnTo>
                    <a:pt x="573578" y="135184"/>
                  </a:lnTo>
                  <a:lnTo>
                    <a:pt x="574335" y="133753"/>
                  </a:lnTo>
                  <a:lnTo>
                    <a:pt x="575186" y="132784"/>
                  </a:lnTo>
                  <a:lnTo>
                    <a:pt x="576683" y="131704"/>
                  </a:lnTo>
                  <a:lnTo>
                    <a:pt x="577041" y="128643"/>
                  </a:lnTo>
                  <a:lnTo>
                    <a:pt x="577531" y="129055"/>
                  </a:lnTo>
                  <a:lnTo>
                    <a:pt x="579707" y="130939"/>
                  </a:lnTo>
                  <a:lnTo>
                    <a:pt x="582601" y="132590"/>
                  </a:lnTo>
                  <a:lnTo>
                    <a:pt x="582252" y="136116"/>
                  </a:lnTo>
                  <a:lnTo>
                    <a:pt x="582795" y="136058"/>
                  </a:lnTo>
                  <a:lnTo>
                    <a:pt x="582898" y="136237"/>
                  </a:lnTo>
                  <a:lnTo>
                    <a:pt x="583210" y="139933"/>
                  </a:lnTo>
                  <a:lnTo>
                    <a:pt x="580884" y="140668"/>
                  </a:lnTo>
                  <a:lnTo>
                    <a:pt x="581893" y="142213"/>
                  </a:lnTo>
                  <a:lnTo>
                    <a:pt x="580881" y="143307"/>
                  </a:lnTo>
                  <a:lnTo>
                    <a:pt x="581130" y="143560"/>
                  </a:lnTo>
                  <a:lnTo>
                    <a:pt x="577101" y="147818"/>
                  </a:lnTo>
                  <a:lnTo>
                    <a:pt x="576195" y="149084"/>
                  </a:lnTo>
                  <a:lnTo>
                    <a:pt x="575428" y="152091"/>
                  </a:lnTo>
                  <a:lnTo>
                    <a:pt x="573735" y="154677"/>
                  </a:lnTo>
                  <a:lnTo>
                    <a:pt x="574577" y="156692"/>
                  </a:lnTo>
                  <a:lnTo>
                    <a:pt x="573183" y="157404"/>
                  </a:lnTo>
                  <a:lnTo>
                    <a:pt x="572222" y="154607"/>
                  </a:lnTo>
                  <a:lnTo>
                    <a:pt x="571742" y="154804"/>
                  </a:lnTo>
                  <a:lnTo>
                    <a:pt x="571180" y="153667"/>
                  </a:lnTo>
                  <a:lnTo>
                    <a:pt x="569995" y="153387"/>
                  </a:lnTo>
                  <a:lnTo>
                    <a:pt x="570531" y="153358"/>
                  </a:lnTo>
                  <a:lnTo>
                    <a:pt x="570929" y="153016"/>
                  </a:lnTo>
                  <a:lnTo>
                    <a:pt x="570556" y="152547"/>
                  </a:lnTo>
                  <a:lnTo>
                    <a:pt x="566482" y="150974"/>
                  </a:lnTo>
                  <a:lnTo>
                    <a:pt x="566351" y="151626"/>
                  </a:lnTo>
                  <a:lnTo>
                    <a:pt x="565913" y="152066"/>
                  </a:lnTo>
                  <a:lnTo>
                    <a:pt x="565255" y="153545"/>
                  </a:lnTo>
                  <a:lnTo>
                    <a:pt x="563701" y="154431"/>
                  </a:lnTo>
                  <a:lnTo>
                    <a:pt x="562558" y="155442"/>
                  </a:lnTo>
                  <a:lnTo>
                    <a:pt x="560711" y="157995"/>
                  </a:lnTo>
                  <a:lnTo>
                    <a:pt x="561060" y="159759"/>
                  </a:lnTo>
                  <a:lnTo>
                    <a:pt x="562130" y="160517"/>
                  </a:lnTo>
                  <a:lnTo>
                    <a:pt x="563104" y="161001"/>
                  </a:lnTo>
                  <a:lnTo>
                    <a:pt x="566310" y="161525"/>
                  </a:lnTo>
                  <a:lnTo>
                    <a:pt x="567777" y="161350"/>
                  </a:lnTo>
                  <a:lnTo>
                    <a:pt x="573407" y="158990"/>
                  </a:lnTo>
                  <a:lnTo>
                    <a:pt x="575315" y="158437"/>
                  </a:lnTo>
                  <a:lnTo>
                    <a:pt x="575000" y="156477"/>
                  </a:lnTo>
                  <a:lnTo>
                    <a:pt x="577041" y="154911"/>
                  </a:lnTo>
                  <a:lnTo>
                    <a:pt x="577905" y="159074"/>
                  </a:lnTo>
                  <a:lnTo>
                    <a:pt x="578968" y="158743"/>
                  </a:lnTo>
                  <a:lnTo>
                    <a:pt x="581301" y="158911"/>
                  </a:lnTo>
                  <a:lnTo>
                    <a:pt x="584574" y="158318"/>
                  </a:lnTo>
                  <a:lnTo>
                    <a:pt x="584853" y="158480"/>
                  </a:lnTo>
                  <a:lnTo>
                    <a:pt x="585755" y="157927"/>
                  </a:lnTo>
                  <a:lnTo>
                    <a:pt x="586599" y="156543"/>
                  </a:lnTo>
                  <a:lnTo>
                    <a:pt x="586876" y="155468"/>
                  </a:lnTo>
                  <a:lnTo>
                    <a:pt x="587650" y="154596"/>
                  </a:lnTo>
                  <a:lnTo>
                    <a:pt x="589808" y="154695"/>
                  </a:lnTo>
                  <a:lnTo>
                    <a:pt x="592414" y="157449"/>
                  </a:lnTo>
                  <a:lnTo>
                    <a:pt x="594642" y="160610"/>
                  </a:lnTo>
                  <a:lnTo>
                    <a:pt x="597759" y="159695"/>
                  </a:lnTo>
                  <a:lnTo>
                    <a:pt x="597957" y="160505"/>
                  </a:lnTo>
                  <a:lnTo>
                    <a:pt x="600862" y="162684"/>
                  </a:lnTo>
                  <a:lnTo>
                    <a:pt x="601725" y="163733"/>
                  </a:lnTo>
                  <a:lnTo>
                    <a:pt x="602856" y="166029"/>
                  </a:lnTo>
                  <a:lnTo>
                    <a:pt x="605629" y="172336"/>
                  </a:lnTo>
                  <a:lnTo>
                    <a:pt x="605383" y="172430"/>
                  </a:lnTo>
                  <a:lnTo>
                    <a:pt x="605580" y="172441"/>
                  </a:lnTo>
                  <a:lnTo>
                    <a:pt x="605815" y="173125"/>
                  </a:lnTo>
                  <a:lnTo>
                    <a:pt x="597311" y="177485"/>
                  </a:lnTo>
                  <a:lnTo>
                    <a:pt x="597211" y="177615"/>
                  </a:lnTo>
                  <a:lnTo>
                    <a:pt x="599244" y="181676"/>
                  </a:lnTo>
                  <a:lnTo>
                    <a:pt x="596388" y="182822"/>
                  </a:lnTo>
                  <a:lnTo>
                    <a:pt x="594688" y="185186"/>
                  </a:lnTo>
                  <a:lnTo>
                    <a:pt x="593114" y="186117"/>
                  </a:lnTo>
                  <a:lnTo>
                    <a:pt x="594574" y="188702"/>
                  </a:lnTo>
                  <a:lnTo>
                    <a:pt x="594901" y="190571"/>
                  </a:lnTo>
                  <a:lnTo>
                    <a:pt x="595823" y="192499"/>
                  </a:lnTo>
                  <a:lnTo>
                    <a:pt x="593105" y="193682"/>
                  </a:lnTo>
                  <a:lnTo>
                    <a:pt x="593518" y="194868"/>
                  </a:lnTo>
                  <a:lnTo>
                    <a:pt x="591891" y="195477"/>
                  </a:lnTo>
                  <a:lnTo>
                    <a:pt x="592488" y="198973"/>
                  </a:lnTo>
                  <a:lnTo>
                    <a:pt x="588060" y="200124"/>
                  </a:lnTo>
                  <a:lnTo>
                    <a:pt x="585139" y="200405"/>
                  </a:lnTo>
                  <a:lnTo>
                    <a:pt x="585161" y="201374"/>
                  </a:lnTo>
                  <a:lnTo>
                    <a:pt x="584806" y="201384"/>
                  </a:lnTo>
                  <a:lnTo>
                    <a:pt x="584839" y="202619"/>
                  </a:lnTo>
                  <a:lnTo>
                    <a:pt x="585134" y="203358"/>
                  </a:lnTo>
                  <a:lnTo>
                    <a:pt x="584113" y="203570"/>
                  </a:lnTo>
                  <a:lnTo>
                    <a:pt x="583965" y="204290"/>
                  </a:lnTo>
                  <a:lnTo>
                    <a:pt x="584197" y="205033"/>
                  </a:lnTo>
                  <a:lnTo>
                    <a:pt x="585084" y="205200"/>
                  </a:lnTo>
                  <a:lnTo>
                    <a:pt x="585184" y="205967"/>
                  </a:lnTo>
                  <a:lnTo>
                    <a:pt x="583985" y="206054"/>
                  </a:lnTo>
                  <a:lnTo>
                    <a:pt x="583789" y="209038"/>
                  </a:lnTo>
                  <a:lnTo>
                    <a:pt x="582375" y="209220"/>
                  </a:lnTo>
                  <a:lnTo>
                    <a:pt x="579117" y="210154"/>
                  </a:lnTo>
                  <a:lnTo>
                    <a:pt x="579708" y="211774"/>
                  </a:lnTo>
                  <a:lnTo>
                    <a:pt x="578841" y="211988"/>
                  </a:lnTo>
                  <a:lnTo>
                    <a:pt x="578135" y="214353"/>
                  </a:lnTo>
                  <a:lnTo>
                    <a:pt x="579469" y="216870"/>
                  </a:lnTo>
                  <a:lnTo>
                    <a:pt x="582640" y="216238"/>
                  </a:lnTo>
                  <a:lnTo>
                    <a:pt x="583897" y="215944"/>
                  </a:lnTo>
                  <a:lnTo>
                    <a:pt x="586584" y="215150"/>
                  </a:lnTo>
                  <a:lnTo>
                    <a:pt x="588865" y="214812"/>
                  </a:lnTo>
                  <a:lnTo>
                    <a:pt x="590226" y="218311"/>
                  </a:lnTo>
                  <a:lnTo>
                    <a:pt x="593380" y="217183"/>
                  </a:lnTo>
                  <a:lnTo>
                    <a:pt x="593551" y="217702"/>
                  </a:lnTo>
                  <a:lnTo>
                    <a:pt x="594772" y="217229"/>
                  </a:lnTo>
                  <a:lnTo>
                    <a:pt x="595047" y="217357"/>
                  </a:lnTo>
                  <a:lnTo>
                    <a:pt x="597245" y="216808"/>
                  </a:lnTo>
                  <a:lnTo>
                    <a:pt x="597137" y="216291"/>
                  </a:lnTo>
                  <a:lnTo>
                    <a:pt x="597618" y="215942"/>
                  </a:lnTo>
                  <a:lnTo>
                    <a:pt x="597394" y="215413"/>
                  </a:lnTo>
                  <a:lnTo>
                    <a:pt x="599849" y="214487"/>
                  </a:lnTo>
                  <a:lnTo>
                    <a:pt x="599725" y="214091"/>
                  </a:lnTo>
                  <a:lnTo>
                    <a:pt x="601034" y="213988"/>
                  </a:lnTo>
                  <a:lnTo>
                    <a:pt x="603084" y="214201"/>
                  </a:lnTo>
                  <a:lnTo>
                    <a:pt x="603214" y="215018"/>
                  </a:lnTo>
                  <a:lnTo>
                    <a:pt x="603087" y="215881"/>
                  </a:lnTo>
                  <a:lnTo>
                    <a:pt x="602738" y="215927"/>
                  </a:lnTo>
                  <a:lnTo>
                    <a:pt x="602585" y="216457"/>
                  </a:lnTo>
                  <a:lnTo>
                    <a:pt x="602565" y="217740"/>
                  </a:lnTo>
                  <a:lnTo>
                    <a:pt x="603392" y="218412"/>
                  </a:lnTo>
                  <a:lnTo>
                    <a:pt x="604534" y="217879"/>
                  </a:lnTo>
                  <a:lnTo>
                    <a:pt x="604683" y="218023"/>
                  </a:lnTo>
                  <a:lnTo>
                    <a:pt x="604694" y="219299"/>
                  </a:lnTo>
                  <a:lnTo>
                    <a:pt x="605274" y="220885"/>
                  </a:lnTo>
                  <a:lnTo>
                    <a:pt x="605152" y="221068"/>
                  </a:lnTo>
                  <a:lnTo>
                    <a:pt x="605067" y="221981"/>
                  </a:lnTo>
                  <a:lnTo>
                    <a:pt x="606535" y="221403"/>
                  </a:lnTo>
                  <a:lnTo>
                    <a:pt x="607869" y="224951"/>
                  </a:lnTo>
                  <a:lnTo>
                    <a:pt x="609398" y="224063"/>
                  </a:lnTo>
                  <a:lnTo>
                    <a:pt x="609671" y="224108"/>
                  </a:lnTo>
                  <a:lnTo>
                    <a:pt x="610284" y="226848"/>
                  </a:lnTo>
                  <a:lnTo>
                    <a:pt x="609115" y="229822"/>
                  </a:lnTo>
                  <a:lnTo>
                    <a:pt x="608143" y="230036"/>
                  </a:lnTo>
                  <a:lnTo>
                    <a:pt x="606343" y="230897"/>
                  </a:lnTo>
                  <a:lnTo>
                    <a:pt x="606197" y="230657"/>
                  </a:lnTo>
                  <a:lnTo>
                    <a:pt x="604195" y="231086"/>
                  </a:lnTo>
                  <a:lnTo>
                    <a:pt x="604463" y="232111"/>
                  </a:lnTo>
                  <a:lnTo>
                    <a:pt x="603430" y="234625"/>
                  </a:lnTo>
                  <a:lnTo>
                    <a:pt x="604076" y="234651"/>
                  </a:lnTo>
                  <a:lnTo>
                    <a:pt x="604594" y="235014"/>
                  </a:lnTo>
                  <a:lnTo>
                    <a:pt x="606145" y="235480"/>
                  </a:lnTo>
                  <a:lnTo>
                    <a:pt x="606202" y="237404"/>
                  </a:lnTo>
                  <a:lnTo>
                    <a:pt x="607724" y="237173"/>
                  </a:lnTo>
                  <a:lnTo>
                    <a:pt x="608490" y="237345"/>
                  </a:lnTo>
                  <a:lnTo>
                    <a:pt x="607948" y="238611"/>
                  </a:lnTo>
                  <a:lnTo>
                    <a:pt x="605467" y="240700"/>
                  </a:lnTo>
                  <a:lnTo>
                    <a:pt x="605271" y="242465"/>
                  </a:lnTo>
                  <a:lnTo>
                    <a:pt x="604676" y="242932"/>
                  </a:lnTo>
                  <a:lnTo>
                    <a:pt x="603840" y="245405"/>
                  </a:lnTo>
                  <a:lnTo>
                    <a:pt x="604325" y="246437"/>
                  </a:lnTo>
                  <a:lnTo>
                    <a:pt x="604367" y="247555"/>
                  </a:lnTo>
                  <a:lnTo>
                    <a:pt x="607353" y="245957"/>
                  </a:lnTo>
                  <a:lnTo>
                    <a:pt x="608903" y="245523"/>
                  </a:lnTo>
                  <a:lnTo>
                    <a:pt x="609919" y="244465"/>
                  </a:lnTo>
                  <a:lnTo>
                    <a:pt x="611161" y="245545"/>
                  </a:lnTo>
                  <a:lnTo>
                    <a:pt x="611807" y="246494"/>
                  </a:lnTo>
                  <a:lnTo>
                    <a:pt x="612219" y="247849"/>
                  </a:lnTo>
                  <a:lnTo>
                    <a:pt x="613883" y="246609"/>
                  </a:lnTo>
                  <a:lnTo>
                    <a:pt x="615531" y="247112"/>
                  </a:lnTo>
                  <a:lnTo>
                    <a:pt x="619122" y="247101"/>
                  </a:lnTo>
                  <a:lnTo>
                    <a:pt x="621115" y="247251"/>
                  </a:lnTo>
                  <a:lnTo>
                    <a:pt x="621362" y="247468"/>
                  </a:lnTo>
                  <a:lnTo>
                    <a:pt x="621661" y="247296"/>
                  </a:lnTo>
                  <a:lnTo>
                    <a:pt x="624299" y="247286"/>
                  </a:lnTo>
                  <a:lnTo>
                    <a:pt x="626684" y="247635"/>
                  </a:lnTo>
                  <a:lnTo>
                    <a:pt x="627203" y="247967"/>
                  </a:lnTo>
                  <a:lnTo>
                    <a:pt x="627304" y="247076"/>
                  </a:lnTo>
                  <a:lnTo>
                    <a:pt x="628694" y="244790"/>
                  </a:lnTo>
                  <a:lnTo>
                    <a:pt x="630569" y="243866"/>
                  </a:lnTo>
                  <a:lnTo>
                    <a:pt x="633467" y="242945"/>
                  </a:lnTo>
                  <a:lnTo>
                    <a:pt x="635230" y="241984"/>
                  </a:lnTo>
                  <a:lnTo>
                    <a:pt x="638788" y="242592"/>
                  </a:lnTo>
                  <a:lnTo>
                    <a:pt x="640615" y="242466"/>
                  </a:lnTo>
                  <a:lnTo>
                    <a:pt x="641782" y="242657"/>
                  </a:lnTo>
                  <a:lnTo>
                    <a:pt x="642220" y="242459"/>
                  </a:lnTo>
                  <a:lnTo>
                    <a:pt x="644097" y="242598"/>
                  </a:lnTo>
                  <a:lnTo>
                    <a:pt x="644606" y="242930"/>
                  </a:lnTo>
                  <a:lnTo>
                    <a:pt x="647849" y="243540"/>
                  </a:lnTo>
                  <a:lnTo>
                    <a:pt x="648838" y="244016"/>
                  </a:lnTo>
                  <a:lnTo>
                    <a:pt x="650435" y="244158"/>
                  </a:lnTo>
                  <a:lnTo>
                    <a:pt x="650003" y="241316"/>
                  </a:lnTo>
                  <a:lnTo>
                    <a:pt x="649613" y="235926"/>
                  </a:lnTo>
                  <a:lnTo>
                    <a:pt x="649559" y="233530"/>
                  </a:lnTo>
                  <a:lnTo>
                    <a:pt x="649995" y="229692"/>
                  </a:lnTo>
                  <a:lnTo>
                    <a:pt x="649942" y="227317"/>
                  </a:lnTo>
                  <a:lnTo>
                    <a:pt x="651752" y="227606"/>
                  </a:lnTo>
                  <a:lnTo>
                    <a:pt x="652334" y="226301"/>
                  </a:lnTo>
                  <a:lnTo>
                    <a:pt x="653192" y="225108"/>
                  </a:lnTo>
                  <a:lnTo>
                    <a:pt x="653293" y="223679"/>
                  </a:lnTo>
                  <a:lnTo>
                    <a:pt x="654151" y="223623"/>
                  </a:lnTo>
                  <a:lnTo>
                    <a:pt x="656175" y="224235"/>
                  </a:lnTo>
                  <a:lnTo>
                    <a:pt x="657119" y="224169"/>
                  </a:lnTo>
                  <a:lnTo>
                    <a:pt x="657873" y="221977"/>
                  </a:lnTo>
                  <a:lnTo>
                    <a:pt x="659114" y="214311"/>
                  </a:lnTo>
                  <a:lnTo>
                    <a:pt x="657821" y="214434"/>
                  </a:lnTo>
                  <a:lnTo>
                    <a:pt x="654560" y="213935"/>
                  </a:lnTo>
                  <a:lnTo>
                    <a:pt x="654603" y="212743"/>
                  </a:lnTo>
                  <a:lnTo>
                    <a:pt x="653049" y="212452"/>
                  </a:lnTo>
                  <a:lnTo>
                    <a:pt x="652859" y="207282"/>
                  </a:lnTo>
                  <a:lnTo>
                    <a:pt x="652115" y="206521"/>
                  </a:lnTo>
                  <a:lnTo>
                    <a:pt x="651287" y="205348"/>
                  </a:lnTo>
                  <a:lnTo>
                    <a:pt x="651125" y="202016"/>
                  </a:lnTo>
                  <a:lnTo>
                    <a:pt x="650031" y="201939"/>
                  </a:lnTo>
                  <a:lnTo>
                    <a:pt x="652250" y="199665"/>
                  </a:lnTo>
                  <a:lnTo>
                    <a:pt x="653452" y="198785"/>
                  </a:lnTo>
                  <a:lnTo>
                    <a:pt x="653127" y="198145"/>
                  </a:lnTo>
                  <a:lnTo>
                    <a:pt x="653997" y="197916"/>
                  </a:lnTo>
                  <a:lnTo>
                    <a:pt x="654603" y="198838"/>
                  </a:lnTo>
                  <a:lnTo>
                    <a:pt x="657264" y="196752"/>
                  </a:lnTo>
                  <a:lnTo>
                    <a:pt x="658447" y="196518"/>
                  </a:lnTo>
                  <a:lnTo>
                    <a:pt x="660865" y="195272"/>
                  </a:lnTo>
                  <a:lnTo>
                    <a:pt x="665433" y="194168"/>
                  </a:lnTo>
                  <a:lnTo>
                    <a:pt x="669264" y="192879"/>
                  </a:lnTo>
                  <a:lnTo>
                    <a:pt x="671397" y="191176"/>
                  </a:lnTo>
                  <a:lnTo>
                    <a:pt x="671804" y="191552"/>
                  </a:lnTo>
                  <a:lnTo>
                    <a:pt x="673946" y="191428"/>
                  </a:lnTo>
                  <a:lnTo>
                    <a:pt x="677764" y="190681"/>
                  </a:lnTo>
                  <a:lnTo>
                    <a:pt x="678676" y="192894"/>
                  </a:lnTo>
                  <a:lnTo>
                    <a:pt x="679112" y="197839"/>
                  </a:lnTo>
                  <a:lnTo>
                    <a:pt x="682140" y="196965"/>
                  </a:lnTo>
                  <a:lnTo>
                    <a:pt x="683009" y="195757"/>
                  </a:lnTo>
                  <a:lnTo>
                    <a:pt x="683301" y="194626"/>
                  </a:lnTo>
                  <a:lnTo>
                    <a:pt x="684727" y="194278"/>
                  </a:lnTo>
                  <a:lnTo>
                    <a:pt x="686575" y="195820"/>
                  </a:lnTo>
                  <a:lnTo>
                    <a:pt x="689140" y="196076"/>
                  </a:lnTo>
                  <a:lnTo>
                    <a:pt x="691855" y="197003"/>
                  </a:lnTo>
                  <a:lnTo>
                    <a:pt x="694585" y="196320"/>
                  </a:lnTo>
                  <a:lnTo>
                    <a:pt x="695200" y="198996"/>
                  </a:lnTo>
                  <a:lnTo>
                    <a:pt x="696858" y="201213"/>
                  </a:lnTo>
                  <a:lnTo>
                    <a:pt x="699757" y="202874"/>
                  </a:lnTo>
                  <a:lnTo>
                    <a:pt x="705159" y="204853"/>
                  </a:lnTo>
                  <a:lnTo>
                    <a:pt x="710326" y="195744"/>
                  </a:lnTo>
                  <a:lnTo>
                    <a:pt x="712480" y="193334"/>
                  </a:lnTo>
                  <a:lnTo>
                    <a:pt x="714001" y="192474"/>
                  </a:lnTo>
                  <a:lnTo>
                    <a:pt x="717460" y="192432"/>
                  </a:lnTo>
                  <a:lnTo>
                    <a:pt x="718229" y="192075"/>
                  </a:lnTo>
                  <a:lnTo>
                    <a:pt x="718645" y="191520"/>
                  </a:lnTo>
                  <a:lnTo>
                    <a:pt x="719031" y="191883"/>
                  </a:lnTo>
                  <a:lnTo>
                    <a:pt x="720160" y="192835"/>
                  </a:lnTo>
                  <a:lnTo>
                    <a:pt x="720654" y="193670"/>
                  </a:lnTo>
                  <a:lnTo>
                    <a:pt x="722118" y="194606"/>
                  </a:lnTo>
                  <a:lnTo>
                    <a:pt x="725058" y="197305"/>
                  </a:lnTo>
                  <a:lnTo>
                    <a:pt x="726441" y="199335"/>
                  </a:lnTo>
                  <a:lnTo>
                    <a:pt x="727174" y="201347"/>
                  </a:lnTo>
                  <a:lnTo>
                    <a:pt x="727406" y="201632"/>
                  </a:lnTo>
                  <a:lnTo>
                    <a:pt x="727933" y="201713"/>
                  </a:lnTo>
                  <a:lnTo>
                    <a:pt x="730797" y="206244"/>
                  </a:lnTo>
                  <a:lnTo>
                    <a:pt x="730032" y="205884"/>
                  </a:lnTo>
                  <a:lnTo>
                    <a:pt x="728176" y="205564"/>
                  </a:lnTo>
                  <a:lnTo>
                    <a:pt x="724544" y="205264"/>
                  </a:lnTo>
                  <a:lnTo>
                    <a:pt x="722638" y="205749"/>
                  </a:lnTo>
                  <a:lnTo>
                    <a:pt x="723511" y="206739"/>
                  </a:lnTo>
                  <a:lnTo>
                    <a:pt x="724452" y="209581"/>
                  </a:lnTo>
                  <a:lnTo>
                    <a:pt x="727656" y="210419"/>
                  </a:lnTo>
                  <a:lnTo>
                    <a:pt x="728101" y="213070"/>
                  </a:lnTo>
                  <a:lnTo>
                    <a:pt x="729106" y="212701"/>
                  </a:lnTo>
                  <a:lnTo>
                    <a:pt x="729542" y="213775"/>
                  </a:lnTo>
                  <a:lnTo>
                    <a:pt x="730390" y="214083"/>
                  </a:lnTo>
                  <a:lnTo>
                    <a:pt x="731278" y="214132"/>
                  </a:lnTo>
                  <a:lnTo>
                    <a:pt x="732444" y="213780"/>
                  </a:lnTo>
                  <a:lnTo>
                    <a:pt x="732315" y="214549"/>
                  </a:lnTo>
                  <a:lnTo>
                    <a:pt x="730893" y="215889"/>
                  </a:lnTo>
                  <a:lnTo>
                    <a:pt x="729930" y="217251"/>
                  </a:lnTo>
                  <a:lnTo>
                    <a:pt x="725443" y="222009"/>
                  </a:lnTo>
                  <a:lnTo>
                    <a:pt x="722972" y="222894"/>
                  </a:lnTo>
                  <a:lnTo>
                    <a:pt x="721832" y="223952"/>
                  </a:lnTo>
                  <a:lnTo>
                    <a:pt x="719235" y="227266"/>
                  </a:lnTo>
                  <a:lnTo>
                    <a:pt x="718430" y="227838"/>
                  </a:lnTo>
                  <a:lnTo>
                    <a:pt x="716674" y="228570"/>
                  </a:lnTo>
                  <a:lnTo>
                    <a:pt x="715818" y="230150"/>
                  </a:lnTo>
                  <a:lnTo>
                    <a:pt x="719568" y="229190"/>
                  </a:lnTo>
                  <a:lnTo>
                    <a:pt x="720441" y="229663"/>
                  </a:lnTo>
                  <a:lnTo>
                    <a:pt x="720404" y="228142"/>
                  </a:lnTo>
                  <a:lnTo>
                    <a:pt x="721877" y="228055"/>
                  </a:lnTo>
                  <a:lnTo>
                    <a:pt x="721896" y="228372"/>
                  </a:lnTo>
                  <a:lnTo>
                    <a:pt x="724499" y="228481"/>
                  </a:lnTo>
                  <a:lnTo>
                    <a:pt x="726872" y="228107"/>
                  </a:lnTo>
                  <a:lnTo>
                    <a:pt x="729506" y="228265"/>
                  </a:lnTo>
                  <a:lnTo>
                    <a:pt x="730842" y="228736"/>
                  </a:lnTo>
                  <a:lnTo>
                    <a:pt x="733806" y="229504"/>
                  </a:lnTo>
                  <a:lnTo>
                    <a:pt x="736572" y="230829"/>
                  </a:lnTo>
                  <a:lnTo>
                    <a:pt x="740274" y="230353"/>
                  </a:lnTo>
                  <a:lnTo>
                    <a:pt x="742555" y="229740"/>
                  </a:lnTo>
                  <a:lnTo>
                    <a:pt x="744225" y="236088"/>
                  </a:lnTo>
                  <a:lnTo>
                    <a:pt x="748241" y="234954"/>
                  </a:lnTo>
                  <a:lnTo>
                    <a:pt x="748747" y="236252"/>
                  </a:lnTo>
                  <a:lnTo>
                    <a:pt x="751926" y="239031"/>
                  </a:lnTo>
                  <a:lnTo>
                    <a:pt x="750674" y="239208"/>
                  </a:lnTo>
                  <a:lnTo>
                    <a:pt x="746626" y="240536"/>
                  </a:lnTo>
                  <a:lnTo>
                    <a:pt x="748015" y="245576"/>
                  </a:lnTo>
                  <a:lnTo>
                    <a:pt x="748068" y="247600"/>
                  </a:lnTo>
                  <a:lnTo>
                    <a:pt x="745155" y="249410"/>
                  </a:lnTo>
                  <a:lnTo>
                    <a:pt x="745400" y="250463"/>
                  </a:lnTo>
                  <a:lnTo>
                    <a:pt x="746007" y="250722"/>
                  </a:lnTo>
                  <a:lnTo>
                    <a:pt x="746647" y="251696"/>
                  </a:lnTo>
                  <a:lnTo>
                    <a:pt x="746808" y="253662"/>
                  </a:lnTo>
                  <a:lnTo>
                    <a:pt x="747944" y="253942"/>
                  </a:lnTo>
                  <a:lnTo>
                    <a:pt x="750166" y="255143"/>
                  </a:lnTo>
                  <a:lnTo>
                    <a:pt x="751628" y="255413"/>
                  </a:lnTo>
                  <a:lnTo>
                    <a:pt x="752474" y="255072"/>
                  </a:lnTo>
                  <a:lnTo>
                    <a:pt x="753168" y="255328"/>
                  </a:lnTo>
                  <a:lnTo>
                    <a:pt x="753333" y="255027"/>
                  </a:lnTo>
                  <a:lnTo>
                    <a:pt x="754210" y="255245"/>
                  </a:lnTo>
                  <a:lnTo>
                    <a:pt x="754646" y="255097"/>
                  </a:lnTo>
                  <a:lnTo>
                    <a:pt x="755352" y="255395"/>
                  </a:lnTo>
                  <a:lnTo>
                    <a:pt x="756300" y="254852"/>
                  </a:lnTo>
                  <a:lnTo>
                    <a:pt x="757296" y="255339"/>
                  </a:lnTo>
                  <a:lnTo>
                    <a:pt x="757904" y="254835"/>
                  </a:lnTo>
                  <a:lnTo>
                    <a:pt x="759171" y="254838"/>
                  </a:lnTo>
                  <a:lnTo>
                    <a:pt x="759362" y="254611"/>
                  </a:lnTo>
                  <a:lnTo>
                    <a:pt x="759883" y="255269"/>
                  </a:lnTo>
                  <a:lnTo>
                    <a:pt x="760084" y="256062"/>
                  </a:lnTo>
                  <a:lnTo>
                    <a:pt x="759520" y="258268"/>
                  </a:lnTo>
                  <a:lnTo>
                    <a:pt x="759576" y="260441"/>
                  </a:lnTo>
                  <a:lnTo>
                    <a:pt x="759339" y="260782"/>
                  </a:lnTo>
                  <a:lnTo>
                    <a:pt x="759639" y="261245"/>
                  </a:lnTo>
                  <a:lnTo>
                    <a:pt x="761668" y="262430"/>
                  </a:lnTo>
                  <a:lnTo>
                    <a:pt x="761929" y="263449"/>
                  </a:lnTo>
                  <a:lnTo>
                    <a:pt x="761451" y="264774"/>
                  </a:lnTo>
                  <a:lnTo>
                    <a:pt x="762052" y="264960"/>
                  </a:lnTo>
                  <a:lnTo>
                    <a:pt x="761912" y="265625"/>
                  </a:lnTo>
                  <a:lnTo>
                    <a:pt x="762807" y="265685"/>
                  </a:lnTo>
                  <a:lnTo>
                    <a:pt x="763066" y="266391"/>
                  </a:lnTo>
                  <a:lnTo>
                    <a:pt x="763339" y="266506"/>
                  </a:lnTo>
                  <a:lnTo>
                    <a:pt x="763964" y="266192"/>
                  </a:lnTo>
                  <a:lnTo>
                    <a:pt x="764581" y="266356"/>
                  </a:lnTo>
                  <a:lnTo>
                    <a:pt x="764466" y="267303"/>
                  </a:lnTo>
                  <a:lnTo>
                    <a:pt x="764966" y="267450"/>
                  </a:lnTo>
                  <a:lnTo>
                    <a:pt x="765774" y="268688"/>
                  </a:lnTo>
                  <a:lnTo>
                    <a:pt x="765465" y="269011"/>
                  </a:lnTo>
                  <a:lnTo>
                    <a:pt x="765491" y="269525"/>
                  </a:lnTo>
                  <a:lnTo>
                    <a:pt x="765714" y="269672"/>
                  </a:lnTo>
                  <a:lnTo>
                    <a:pt x="766137" y="269149"/>
                  </a:lnTo>
                  <a:lnTo>
                    <a:pt x="766410" y="269136"/>
                  </a:lnTo>
                  <a:lnTo>
                    <a:pt x="766796" y="269801"/>
                  </a:lnTo>
                  <a:lnTo>
                    <a:pt x="766729" y="270071"/>
                  </a:lnTo>
                  <a:lnTo>
                    <a:pt x="766423" y="270085"/>
                  </a:lnTo>
                  <a:lnTo>
                    <a:pt x="766038" y="270487"/>
                  </a:lnTo>
                  <a:lnTo>
                    <a:pt x="765846" y="270911"/>
                  </a:lnTo>
                  <a:lnTo>
                    <a:pt x="765966" y="271444"/>
                  </a:lnTo>
                  <a:lnTo>
                    <a:pt x="766863" y="272683"/>
                  </a:lnTo>
                  <a:lnTo>
                    <a:pt x="767815" y="273140"/>
                  </a:lnTo>
                  <a:lnTo>
                    <a:pt x="769166" y="273784"/>
                  </a:lnTo>
                  <a:lnTo>
                    <a:pt x="770347" y="273554"/>
                  </a:lnTo>
                  <a:lnTo>
                    <a:pt x="771885" y="275409"/>
                  </a:lnTo>
                  <a:lnTo>
                    <a:pt x="771468" y="275929"/>
                  </a:lnTo>
                  <a:lnTo>
                    <a:pt x="771557" y="276116"/>
                  </a:lnTo>
                  <a:lnTo>
                    <a:pt x="772010" y="276440"/>
                  </a:lnTo>
                  <a:lnTo>
                    <a:pt x="773072" y="276210"/>
                  </a:lnTo>
                  <a:lnTo>
                    <a:pt x="774130" y="277136"/>
                  </a:lnTo>
                  <a:lnTo>
                    <a:pt x="774363" y="278397"/>
                  </a:lnTo>
                  <a:lnTo>
                    <a:pt x="774847" y="279129"/>
                  </a:lnTo>
                  <a:lnTo>
                    <a:pt x="774718" y="279999"/>
                  </a:lnTo>
                  <a:lnTo>
                    <a:pt x="775729" y="282469"/>
                  </a:lnTo>
                  <a:lnTo>
                    <a:pt x="776299" y="282909"/>
                  </a:lnTo>
                  <a:lnTo>
                    <a:pt x="776314" y="283442"/>
                  </a:lnTo>
                  <a:lnTo>
                    <a:pt x="777006" y="284270"/>
                  </a:lnTo>
                  <a:lnTo>
                    <a:pt x="777715" y="284629"/>
                  </a:lnTo>
                  <a:lnTo>
                    <a:pt x="777751" y="285132"/>
                  </a:lnTo>
                  <a:lnTo>
                    <a:pt x="779047" y="286038"/>
                  </a:lnTo>
                  <a:lnTo>
                    <a:pt x="778901" y="287271"/>
                  </a:lnTo>
                  <a:lnTo>
                    <a:pt x="779840" y="288683"/>
                  </a:lnTo>
                  <a:lnTo>
                    <a:pt x="779203" y="289091"/>
                  </a:lnTo>
                  <a:lnTo>
                    <a:pt x="779235" y="289668"/>
                  </a:lnTo>
                  <a:lnTo>
                    <a:pt x="779573" y="289932"/>
                  </a:lnTo>
                  <a:lnTo>
                    <a:pt x="780102" y="289893"/>
                  </a:lnTo>
                  <a:lnTo>
                    <a:pt x="779447" y="290944"/>
                  </a:lnTo>
                  <a:lnTo>
                    <a:pt x="779622" y="291461"/>
                  </a:lnTo>
                  <a:lnTo>
                    <a:pt x="780076" y="291642"/>
                  </a:lnTo>
                  <a:lnTo>
                    <a:pt x="780501" y="293842"/>
                  </a:lnTo>
                  <a:lnTo>
                    <a:pt x="780773" y="293567"/>
                  </a:lnTo>
                  <a:lnTo>
                    <a:pt x="781236" y="293619"/>
                  </a:lnTo>
                  <a:lnTo>
                    <a:pt x="781771" y="294253"/>
                  </a:lnTo>
                  <a:lnTo>
                    <a:pt x="782054" y="293513"/>
                  </a:lnTo>
                  <a:lnTo>
                    <a:pt x="782406" y="293924"/>
                  </a:lnTo>
                  <a:lnTo>
                    <a:pt x="782233" y="294400"/>
                  </a:lnTo>
                  <a:lnTo>
                    <a:pt x="783048" y="295209"/>
                  </a:lnTo>
                  <a:lnTo>
                    <a:pt x="783160" y="295648"/>
                  </a:lnTo>
                  <a:lnTo>
                    <a:pt x="784314" y="296040"/>
                  </a:lnTo>
                  <a:lnTo>
                    <a:pt x="784794" y="295856"/>
                  </a:lnTo>
                  <a:lnTo>
                    <a:pt x="785051" y="296469"/>
                  </a:lnTo>
                  <a:lnTo>
                    <a:pt x="785723" y="296400"/>
                  </a:lnTo>
                  <a:lnTo>
                    <a:pt x="785666" y="296794"/>
                  </a:lnTo>
                  <a:lnTo>
                    <a:pt x="785875" y="297049"/>
                  </a:lnTo>
                  <a:lnTo>
                    <a:pt x="786379" y="296893"/>
                  </a:lnTo>
                  <a:lnTo>
                    <a:pt x="787066" y="297570"/>
                  </a:lnTo>
                  <a:lnTo>
                    <a:pt x="787684" y="297808"/>
                  </a:lnTo>
                  <a:lnTo>
                    <a:pt x="789336" y="297276"/>
                  </a:lnTo>
                  <a:lnTo>
                    <a:pt x="789354" y="297022"/>
                  </a:lnTo>
                  <a:lnTo>
                    <a:pt x="790021" y="296845"/>
                  </a:lnTo>
                  <a:lnTo>
                    <a:pt x="790255" y="296521"/>
                  </a:lnTo>
                  <a:lnTo>
                    <a:pt x="791318" y="296192"/>
                  </a:lnTo>
                  <a:lnTo>
                    <a:pt x="791717" y="295616"/>
                  </a:lnTo>
                  <a:lnTo>
                    <a:pt x="793702" y="294492"/>
                  </a:lnTo>
                  <a:lnTo>
                    <a:pt x="793983" y="294238"/>
                  </a:lnTo>
                  <a:lnTo>
                    <a:pt x="793975" y="293703"/>
                  </a:lnTo>
                  <a:lnTo>
                    <a:pt x="794220" y="293636"/>
                  </a:lnTo>
                  <a:lnTo>
                    <a:pt x="794751" y="292694"/>
                  </a:lnTo>
                  <a:lnTo>
                    <a:pt x="794648" y="292439"/>
                  </a:lnTo>
                  <a:lnTo>
                    <a:pt x="794963" y="292389"/>
                  </a:lnTo>
                  <a:lnTo>
                    <a:pt x="795831" y="291318"/>
                  </a:lnTo>
                  <a:lnTo>
                    <a:pt x="796149" y="291326"/>
                  </a:lnTo>
                  <a:lnTo>
                    <a:pt x="798144" y="289863"/>
                  </a:lnTo>
                  <a:lnTo>
                    <a:pt x="799057" y="289736"/>
                  </a:lnTo>
                  <a:lnTo>
                    <a:pt x="799884" y="289185"/>
                  </a:lnTo>
                  <a:lnTo>
                    <a:pt x="805181" y="287711"/>
                  </a:lnTo>
                  <a:lnTo>
                    <a:pt x="807896" y="287566"/>
                  </a:lnTo>
                  <a:lnTo>
                    <a:pt x="809413" y="287011"/>
                  </a:lnTo>
                  <a:lnTo>
                    <a:pt x="809689" y="286807"/>
                  </a:lnTo>
                  <a:lnTo>
                    <a:pt x="809808" y="286061"/>
                  </a:lnTo>
                  <a:lnTo>
                    <a:pt x="810289" y="285794"/>
                  </a:lnTo>
                  <a:lnTo>
                    <a:pt x="810024" y="284515"/>
                  </a:lnTo>
                  <a:lnTo>
                    <a:pt x="810238" y="284460"/>
                  </a:lnTo>
                  <a:lnTo>
                    <a:pt x="809843" y="283552"/>
                  </a:lnTo>
                  <a:lnTo>
                    <a:pt x="809262" y="283012"/>
                  </a:lnTo>
                  <a:lnTo>
                    <a:pt x="808921" y="282314"/>
                  </a:lnTo>
                  <a:lnTo>
                    <a:pt x="808697" y="282283"/>
                  </a:lnTo>
                  <a:lnTo>
                    <a:pt x="809058" y="281617"/>
                  </a:lnTo>
                  <a:lnTo>
                    <a:pt x="808778" y="281436"/>
                  </a:lnTo>
                  <a:lnTo>
                    <a:pt x="809106" y="280923"/>
                  </a:lnTo>
                  <a:lnTo>
                    <a:pt x="809300" y="279871"/>
                  </a:lnTo>
                  <a:lnTo>
                    <a:pt x="808982" y="279598"/>
                  </a:lnTo>
                  <a:lnTo>
                    <a:pt x="809152" y="279381"/>
                  </a:lnTo>
                  <a:lnTo>
                    <a:pt x="808676" y="278984"/>
                  </a:lnTo>
                  <a:lnTo>
                    <a:pt x="808594" y="277810"/>
                  </a:lnTo>
                  <a:lnTo>
                    <a:pt x="808950" y="277829"/>
                  </a:lnTo>
                  <a:lnTo>
                    <a:pt x="809162" y="277407"/>
                  </a:lnTo>
                  <a:lnTo>
                    <a:pt x="809536" y="277571"/>
                  </a:lnTo>
                  <a:lnTo>
                    <a:pt x="810320" y="277346"/>
                  </a:lnTo>
                  <a:lnTo>
                    <a:pt x="813464" y="277640"/>
                  </a:lnTo>
                  <a:lnTo>
                    <a:pt x="818075" y="277611"/>
                  </a:lnTo>
                  <a:lnTo>
                    <a:pt x="819310" y="277891"/>
                  </a:lnTo>
                  <a:lnTo>
                    <a:pt x="819668" y="278282"/>
                  </a:lnTo>
                  <a:lnTo>
                    <a:pt x="820338" y="277866"/>
                  </a:lnTo>
                  <a:lnTo>
                    <a:pt x="820421" y="277267"/>
                  </a:lnTo>
                  <a:lnTo>
                    <a:pt x="821186" y="276854"/>
                  </a:lnTo>
                  <a:lnTo>
                    <a:pt x="820981" y="276325"/>
                  </a:lnTo>
                  <a:lnTo>
                    <a:pt x="819269" y="275895"/>
                  </a:lnTo>
                  <a:lnTo>
                    <a:pt x="818254" y="275133"/>
                  </a:lnTo>
                  <a:lnTo>
                    <a:pt x="817494" y="273165"/>
                  </a:lnTo>
                  <a:lnTo>
                    <a:pt x="816276" y="271975"/>
                  </a:lnTo>
                  <a:lnTo>
                    <a:pt x="815207" y="270483"/>
                  </a:lnTo>
                  <a:lnTo>
                    <a:pt x="815876" y="269364"/>
                  </a:lnTo>
                  <a:lnTo>
                    <a:pt x="815598" y="268613"/>
                  </a:lnTo>
                  <a:lnTo>
                    <a:pt x="814912" y="267894"/>
                  </a:lnTo>
                  <a:lnTo>
                    <a:pt x="814298" y="267723"/>
                  </a:lnTo>
                  <a:lnTo>
                    <a:pt x="813273" y="268649"/>
                  </a:lnTo>
                  <a:lnTo>
                    <a:pt x="812228" y="269183"/>
                  </a:lnTo>
                  <a:lnTo>
                    <a:pt x="810231" y="269196"/>
                  </a:lnTo>
                  <a:lnTo>
                    <a:pt x="806522" y="268447"/>
                  </a:lnTo>
                  <a:lnTo>
                    <a:pt x="800839" y="267692"/>
                  </a:lnTo>
                  <a:lnTo>
                    <a:pt x="794455" y="267377"/>
                  </a:lnTo>
                  <a:lnTo>
                    <a:pt x="792222" y="266443"/>
                  </a:lnTo>
                  <a:lnTo>
                    <a:pt x="789020" y="265368"/>
                  </a:lnTo>
                  <a:lnTo>
                    <a:pt x="785642" y="263178"/>
                  </a:lnTo>
                  <a:lnTo>
                    <a:pt x="785905" y="261331"/>
                  </a:lnTo>
                  <a:lnTo>
                    <a:pt x="785541" y="259782"/>
                  </a:lnTo>
                  <a:lnTo>
                    <a:pt x="784993" y="253405"/>
                  </a:lnTo>
                  <a:lnTo>
                    <a:pt x="788482" y="252266"/>
                  </a:lnTo>
                  <a:lnTo>
                    <a:pt x="789309" y="252642"/>
                  </a:lnTo>
                  <a:lnTo>
                    <a:pt x="790183" y="252009"/>
                  </a:lnTo>
                  <a:lnTo>
                    <a:pt x="793606" y="252484"/>
                  </a:lnTo>
                  <a:lnTo>
                    <a:pt x="794336" y="251272"/>
                  </a:lnTo>
                  <a:lnTo>
                    <a:pt x="795571" y="252744"/>
                  </a:lnTo>
                  <a:lnTo>
                    <a:pt x="797220" y="253768"/>
                  </a:lnTo>
                  <a:lnTo>
                    <a:pt x="797359" y="254343"/>
                  </a:lnTo>
                  <a:lnTo>
                    <a:pt x="797805" y="253858"/>
                  </a:lnTo>
                  <a:lnTo>
                    <a:pt x="798185" y="255008"/>
                  </a:lnTo>
                  <a:lnTo>
                    <a:pt x="798751" y="255460"/>
                  </a:lnTo>
                  <a:lnTo>
                    <a:pt x="798666" y="255882"/>
                  </a:lnTo>
                  <a:lnTo>
                    <a:pt x="799380" y="255740"/>
                  </a:lnTo>
                  <a:lnTo>
                    <a:pt x="801024" y="256590"/>
                  </a:lnTo>
                  <a:lnTo>
                    <a:pt x="801058" y="256927"/>
                  </a:lnTo>
                  <a:lnTo>
                    <a:pt x="801274" y="256781"/>
                  </a:lnTo>
                  <a:lnTo>
                    <a:pt x="801304" y="257062"/>
                  </a:lnTo>
                  <a:lnTo>
                    <a:pt x="801914" y="257271"/>
                  </a:lnTo>
                  <a:lnTo>
                    <a:pt x="801827" y="257891"/>
                  </a:lnTo>
                  <a:lnTo>
                    <a:pt x="802935" y="257720"/>
                  </a:lnTo>
                  <a:lnTo>
                    <a:pt x="803548" y="258179"/>
                  </a:lnTo>
                  <a:lnTo>
                    <a:pt x="803725" y="257984"/>
                  </a:lnTo>
                  <a:lnTo>
                    <a:pt x="804534" y="258360"/>
                  </a:lnTo>
                  <a:lnTo>
                    <a:pt x="804808" y="258854"/>
                  </a:lnTo>
                  <a:lnTo>
                    <a:pt x="805204" y="258833"/>
                  </a:lnTo>
                  <a:lnTo>
                    <a:pt x="805957" y="259300"/>
                  </a:lnTo>
                  <a:lnTo>
                    <a:pt x="805918" y="259533"/>
                  </a:lnTo>
                  <a:lnTo>
                    <a:pt x="807012" y="259877"/>
                  </a:lnTo>
                  <a:lnTo>
                    <a:pt x="808336" y="258952"/>
                  </a:lnTo>
                  <a:lnTo>
                    <a:pt x="810417" y="258406"/>
                  </a:lnTo>
                  <a:lnTo>
                    <a:pt x="811343" y="258418"/>
                  </a:lnTo>
                  <a:lnTo>
                    <a:pt x="813833" y="259306"/>
                  </a:lnTo>
                  <a:lnTo>
                    <a:pt x="815970" y="259094"/>
                  </a:lnTo>
                  <a:lnTo>
                    <a:pt x="816965" y="252657"/>
                  </a:lnTo>
                  <a:lnTo>
                    <a:pt x="815344" y="251996"/>
                  </a:lnTo>
                  <a:lnTo>
                    <a:pt x="815098" y="250476"/>
                  </a:lnTo>
                  <a:lnTo>
                    <a:pt x="815588" y="250117"/>
                  </a:lnTo>
                  <a:lnTo>
                    <a:pt x="816788" y="249809"/>
                  </a:lnTo>
                  <a:lnTo>
                    <a:pt x="818209" y="249384"/>
                  </a:lnTo>
                  <a:lnTo>
                    <a:pt x="820129" y="249592"/>
                  </a:lnTo>
                  <a:lnTo>
                    <a:pt x="820368" y="249213"/>
                  </a:lnTo>
                  <a:lnTo>
                    <a:pt x="820668" y="249172"/>
                  </a:lnTo>
                  <a:lnTo>
                    <a:pt x="821401" y="246356"/>
                  </a:lnTo>
                  <a:lnTo>
                    <a:pt x="820802" y="245482"/>
                  </a:lnTo>
                  <a:lnTo>
                    <a:pt x="821546" y="245202"/>
                  </a:lnTo>
                  <a:lnTo>
                    <a:pt x="821455" y="244664"/>
                  </a:lnTo>
                  <a:lnTo>
                    <a:pt x="822214" y="243073"/>
                  </a:lnTo>
                  <a:lnTo>
                    <a:pt x="822077" y="242329"/>
                  </a:lnTo>
                  <a:lnTo>
                    <a:pt x="822591" y="241816"/>
                  </a:lnTo>
                  <a:lnTo>
                    <a:pt x="823060" y="242096"/>
                  </a:lnTo>
                  <a:lnTo>
                    <a:pt x="823164" y="241230"/>
                  </a:lnTo>
                  <a:lnTo>
                    <a:pt x="823888" y="241116"/>
                  </a:lnTo>
                  <a:lnTo>
                    <a:pt x="824495" y="240651"/>
                  </a:lnTo>
                  <a:lnTo>
                    <a:pt x="824489" y="240406"/>
                  </a:lnTo>
                  <a:lnTo>
                    <a:pt x="825248" y="240073"/>
                  </a:lnTo>
                  <a:lnTo>
                    <a:pt x="825197" y="239303"/>
                  </a:lnTo>
                  <a:lnTo>
                    <a:pt x="825418" y="239383"/>
                  </a:lnTo>
                  <a:lnTo>
                    <a:pt x="825918" y="238905"/>
                  </a:lnTo>
                  <a:lnTo>
                    <a:pt x="825506" y="238457"/>
                  </a:lnTo>
                  <a:lnTo>
                    <a:pt x="825867" y="237758"/>
                  </a:lnTo>
                  <a:lnTo>
                    <a:pt x="825772" y="237382"/>
                  </a:lnTo>
                  <a:lnTo>
                    <a:pt x="826479" y="237398"/>
                  </a:lnTo>
                  <a:lnTo>
                    <a:pt x="826609" y="236913"/>
                  </a:lnTo>
                  <a:lnTo>
                    <a:pt x="827050" y="236512"/>
                  </a:lnTo>
                  <a:lnTo>
                    <a:pt x="829028" y="237499"/>
                  </a:lnTo>
                  <a:lnTo>
                    <a:pt x="829507" y="236487"/>
                  </a:lnTo>
                  <a:lnTo>
                    <a:pt x="829574" y="234643"/>
                  </a:lnTo>
                  <a:lnTo>
                    <a:pt x="831072" y="231439"/>
                  </a:lnTo>
                  <a:lnTo>
                    <a:pt x="831044" y="230903"/>
                  </a:lnTo>
                  <a:lnTo>
                    <a:pt x="831629" y="230736"/>
                  </a:lnTo>
                  <a:lnTo>
                    <a:pt x="833063" y="231289"/>
                  </a:lnTo>
                  <a:lnTo>
                    <a:pt x="833793" y="232143"/>
                  </a:lnTo>
                  <a:lnTo>
                    <a:pt x="834503" y="231742"/>
                  </a:lnTo>
                  <a:lnTo>
                    <a:pt x="835080" y="233431"/>
                  </a:lnTo>
                  <a:lnTo>
                    <a:pt x="835696" y="233361"/>
                  </a:lnTo>
                  <a:lnTo>
                    <a:pt x="836509" y="233964"/>
                  </a:lnTo>
                  <a:lnTo>
                    <a:pt x="836900" y="233606"/>
                  </a:lnTo>
                  <a:lnTo>
                    <a:pt x="838127" y="234226"/>
                  </a:lnTo>
                  <a:lnTo>
                    <a:pt x="839726" y="233255"/>
                  </a:lnTo>
                  <a:lnTo>
                    <a:pt x="843412" y="231749"/>
                  </a:lnTo>
                  <a:lnTo>
                    <a:pt x="844466" y="230973"/>
                  </a:lnTo>
                  <a:lnTo>
                    <a:pt x="845292" y="229803"/>
                  </a:lnTo>
                  <a:lnTo>
                    <a:pt x="846905" y="228712"/>
                  </a:lnTo>
                  <a:lnTo>
                    <a:pt x="846577" y="227039"/>
                  </a:lnTo>
                  <a:lnTo>
                    <a:pt x="846182" y="226843"/>
                  </a:lnTo>
                  <a:lnTo>
                    <a:pt x="841433" y="224799"/>
                  </a:lnTo>
                  <a:lnTo>
                    <a:pt x="838953" y="225121"/>
                  </a:lnTo>
                  <a:lnTo>
                    <a:pt x="838705" y="221882"/>
                  </a:lnTo>
                  <a:lnTo>
                    <a:pt x="840369" y="224243"/>
                  </a:lnTo>
                  <a:lnTo>
                    <a:pt x="841857" y="222138"/>
                  </a:lnTo>
                  <a:lnTo>
                    <a:pt x="842063" y="221416"/>
                  </a:lnTo>
                  <a:lnTo>
                    <a:pt x="839666" y="218864"/>
                  </a:lnTo>
                  <a:lnTo>
                    <a:pt x="839356" y="218812"/>
                  </a:lnTo>
                  <a:lnTo>
                    <a:pt x="838295" y="217455"/>
                  </a:lnTo>
                  <a:lnTo>
                    <a:pt x="839030" y="216564"/>
                  </a:lnTo>
                  <a:lnTo>
                    <a:pt x="839800" y="212846"/>
                  </a:lnTo>
                  <a:lnTo>
                    <a:pt x="840366" y="211517"/>
                  </a:lnTo>
                  <a:lnTo>
                    <a:pt x="842208" y="213388"/>
                  </a:lnTo>
                  <a:lnTo>
                    <a:pt x="842518" y="214418"/>
                  </a:lnTo>
                  <a:lnTo>
                    <a:pt x="843964" y="214615"/>
                  </a:lnTo>
                  <a:lnTo>
                    <a:pt x="845257" y="214636"/>
                  </a:lnTo>
                  <a:lnTo>
                    <a:pt x="845775" y="213082"/>
                  </a:lnTo>
                  <a:lnTo>
                    <a:pt x="845836" y="212062"/>
                  </a:lnTo>
                  <a:lnTo>
                    <a:pt x="846140" y="213048"/>
                  </a:lnTo>
                  <a:lnTo>
                    <a:pt x="846424" y="213120"/>
                  </a:lnTo>
                  <a:lnTo>
                    <a:pt x="846567" y="213529"/>
                  </a:lnTo>
                  <a:lnTo>
                    <a:pt x="847444" y="213593"/>
                  </a:lnTo>
                  <a:lnTo>
                    <a:pt x="848079" y="214040"/>
                  </a:lnTo>
                  <a:lnTo>
                    <a:pt x="848100" y="214542"/>
                  </a:lnTo>
                  <a:lnTo>
                    <a:pt x="849026" y="215807"/>
                  </a:lnTo>
                  <a:lnTo>
                    <a:pt x="849158" y="216322"/>
                  </a:lnTo>
                  <a:lnTo>
                    <a:pt x="849686" y="216930"/>
                  </a:lnTo>
                  <a:lnTo>
                    <a:pt x="850032" y="216995"/>
                  </a:lnTo>
                  <a:lnTo>
                    <a:pt x="852500" y="220663"/>
                  </a:lnTo>
                  <a:lnTo>
                    <a:pt x="853444" y="220696"/>
                  </a:lnTo>
                  <a:lnTo>
                    <a:pt x="854934" y="221254"/>
                  </a:lnTo>
                  <a:lnTo>
                    <a:pt x="857548" y="220430"/>
                  </a:lnTo>
                  <a:lnTo>
                    <a:pt x="859524" y="219279"/>
                  </a:lnTo>
                  <a:lnTo>
                    <a:pt x="860648" y="218512"/>
                  </a:lnTo>
                  <a:lnTo>
                    <a:pt x="861555" y="216948"/>
                  </a:lnTo>
                  <a:lnTo>
                    <a:pt x="861627" y="216187"/>
                  </a:lnTo>
                  <a:lnTo>
                    <a:pt x="860857" y="214828"/>
                  </a:lnTo>
                  <a:lnTo>
                    <a:pt x="861820" y="213617"/>
                  </a:lnTo>
                  <a:lnTo>
                    <a:pt x="862734" y="212971"/>
                  </a:lnTo>
                  <a:lnTo>
                    <a:pt x="861432" y="212334"/>
                  </a:lnTo>
                  <a:lnTo>
                    <a:pt x="861961" y="211603"/>
                  </a:lnTo>
                  <a:lnTo>
                    <a:pt x="863057" y="211525"/>
                  </a:lnTo>
                  <a:lnTo>
                    <a:pt x="863010" y="210843"/>
                  </a:lnTo>
                  <a:lnTo>
                    <a:pt x="862614" y="210205"/>
                  </a:lnTo>
                  <a:lnTo>
                    <a:pt x="862638" y="209816"/>
                  </a:lnTo>
                  <a:lnTo>
                    <a:pt x="862230" y="209331"/>
                  </a:lnTo>
                  <a:lnTo>
                    <a:pt x="861761" y="209250"/>
                  </a:lnTo>
                  <a:lnTo>
                    <a:pt x="861137" y="208412"/>
                  </a:lnTo>
                  <a:lnTo>
                    <a:pt x="861075" y="207943"/>
                  </a:lnTo>
                  <a:lnTo>
                    <a:pt x="860666" y="207932"/>
                  </a:lnTo>
                  <a:lnTo>
                    <a:pt x="860060" y="206446"/>
                  </a:lnTo>
                  <a:lnTo>
                    <a:pt x="859814" y="206221"/>
                  </a:lnTo>
                  <a:lnTo>
                    <a:pt x="859211" y="206323"/>
                  </a:lnTo>
                  <a:lnTo>
                    <a:pt x="859073" y="205827"/>
                  </a:lnTo>
                  <a:lnTo>
                    <a:pt x="858639" y="205898"/>
                  </a:lnTo>
                  <a:lnTo>
                    <a:pt x="858592" y="205035"/>
                  </a:lnTo>
                  <a:lnTo>
                    <a:pt x="857957" y="205063"/>
                  </a:lnTo>
                  <a:lnTo>
                    <a:pt x="858040" y="204708"/>
                  </a:lnTo>
                  <a:lnTo>
                    <a:pt x="857827" y="204359"/>
                  </a:lnTo>
                  <a:lnTo>
                    <a:pt x="856834" y="203705"/>
                  </a:lnTo>
                  <a:lnTo>
                    <a:pt x="856725" y="203013"/>
                  </a:lnTo>
                  <a:lnTo>
                    <a:pt x="856158" y="202908"/>
                  </a:lnTo>
                  <a:lnTo>
                    <a:pt x="854855" y="201586"/>
                  </a:lnTo>
                  <a:lnTo>
                    <a:pt x="855812" y="200927"/>
                  </a:lnTo>
                  <a:lnTo>
                    <a:pt x="857245" y="200763"/>
                  </a:lnTo>
                  <a:lnTo>
                    <a:pt x="857830" y="201014"/>
                  </a:lnTo>
                  <a:lnTo>
                    <a:pt x="859202" y="200573"/>
                  </a:lnTo>
                  <a:lnTo>
                    <a:pt x="859551" y="200039"/>
                  </a:lnTo>
                  <a:lnTo>
                    <a:pt x="860667" y="199228"/>
                  </a:lnTo>
                  <a:lnTo>
                    <a:pt x="861303" y="198445"/>
                  </a:lnTo>
                  <a:lnTo>
                    <a:pt x="863357" y="199335"/>
                  </a:lnTo>
                  <a:lnTo>
                    <a:pt x="865343" y="201472"/>
                  </a:lnTo>
                  <a:lnTo>
                    <a:pt x="865474" y="203303"/>
                  </a:lnTo>
                  <a:lnTo>
                    <a:pt x="866427" y="205271"/>
                  </a:lnTo>
                  <a:lnTo>
                    <a:pt x="869882" y="206318"/>
                  </a:lnTo>
                  <a:lnTo>
                    <a:pt x="871215" y="207372"/>
                  </a:lnTo>
                  <a:lnTo>
                    <a:pt x="869603" y="210269"/>
                  </a:lnTo>
                  <a:lnTo>
                    <a:pt x="867798" y="216003"/>
                  </a:lnTo>
                  <a:lnTo>
                    <a:pt x="867968" y="219125"/>
                  </a:lnTo>
                  <a:lnTo>
                    <a:pt x="869824" y="218150"/>
                  </a:lnTo>
                  <a:lnTo>
                    <a:pt x="873039" y="217975"/>
                  </a:lnTo>
                  <a:lnTo>
                    <a:pt x="873887" y="217859"/>
                  </a:lnTo>
                  <a:lnTo>
                    <a:pt x="874174" y="217615"/>
                  </a:lnTo>
                  <a:lnTo>
                    <a:pt x="874685" y="217848"/>
                  </a:lnTo>
                  <a:lnTo>
                    <a:pt x="876070" y="217582"/>
                  </a:lnTo>
                  <a:lnTo>
                    <a:pt x="876481" y="217943"/>
                  </a:lnTo>
                  <a:lnTo>
                    <a:pt x="877996" y="217711"/>
                  </a:lnTo>
                  <a:lnTo>
                    <a:pt x="878181" y="218168"/>
                  </a:lnTo>
                  <a:lnTo>
                    <a:pt x="878571" y="218278"/>
                  </a:lnTo>
                  <a:lnTo>
                    <a:pt x="878682" y="218077"/>
                  </a:lnTo>
                  <a:lnTo>
                    <a:pt x="878914" y="218167"/>
                  </a:lnTo>
                  <a:lnTo>
                    <a:pt x="878807" y="217964"/>
                  </a:lnTo>
                  <a:lnTo>
                    <a:pt x="879265" y="218020"/>
                  </a:lnTo>
                  <a:lnTo>
                    <a:pt x="879427" y="217813"/>
                  </a:lnTo>
                  <a:lnTo>
                    <a:pt x="879426" y="218111"/>
                  </a:lnTo>
                  <a:lnTo>
                    <a:pt x="880234" y="218291"/>
                  </a:lnTo>
                  <a:lnTo>
                    <a:pt x="880198" y="218584"/>
                  </a:lnTo>
                  <a:lnTo>
                    <a:pt x="880571" y="218787"/>
                  </a:lnTo>
                  <a:lnTo>
                    <a:pt x="880856" y="218811"/>
                  </a:lnTo>
                  <a:lnTo>
                    <a:pt x="880861" y="218468"/>
                  </a:lnTo>
                  <a:lnTo>
                    <a:pt x="881230" y="218426"/>
                  </a:lnTo>
                  <a:lnTo>
                    <a:pt x="881291" y="218805"/>
                  </a:lnTo>
                  <a:lnTo>
                    <a:pt x="881388" y="218635"/>
                  </a:lnTo>
                  <a:lnTo>
                    <a:pt x="881656" y="218883"/>
                  </a:lnTo>
                  <a:lnTo>
                    <a:pt x="881852" y="218413"/>
                  </a:lnTo>
                  <a:lnTo>
                    <a:pt x="882111" y="218623"/>
                  </a:lnTo>
                  <a:lnTo>
                    <a:pt x="882078" y="218424"/>
                  </a:lnTo>
                  <a:lnTo>
                    <a:pt x="882653" y="218135"/>
                  </a:lnTo>
                  <a:lnTo>
                    <a:pt x="882788" y="217716"/>
                  </a:lnTo>
                  <a:lnTo>
                    <a:pt x="884178" y="217240"/>
                  </a:lnTo>
                  <a:lnTo>
                    <a:pt x="884320" y="217654"/>
                  </a:lnTo>
                  <a:lnTo>
                    <a:pt x="884489" y="217472"/>
                  </a:lnTo>
                  <a:lnTo>
                    <a:pt x="885661" y="217748"/>
                  </a:lnTo>
                  <a:lnTo>
                    <a:pt x="887065" y="217512"/>
                  </a:lnTo>
                  <a:lnTo>
                    <a:pt x="887232" y="217232"/>
                  </a:lnTo>
                  <a:lnTo>
                    <a:pt x="888021" y="217676"/>
                  </a:lnTo>
                  <a:lnTo>
                    <a:pt x="887831" y="218170"/>
                  </a:lnTo>
                  <a:lnTo>
                    <a:pt x="888244" y="217561"/>
                  </a:lnTo>
                  <a:lnTo>
                    <a:pt x="889981" y="218281"/>
                  </a:lnTo>
                  <a:lnTo>
                    <a:pt x="896263" y="219346"/>
                  </a:lnTo>
                  <a:lnTo>
                    <a:pt x="899779" y="218886"/>
                  </a:lnTo>
                  <a:lnTo>
                    <a:pt x="899954" y="218217"/>
                  </a:lnTo>
                  <a:lnTo>
                    <a:pt x="899521" y="217272"/>
                  </a:lnTo>
                  <a:lnTo>
                    <a:pt x="898837" y="217110"/>
                  </a:lnTo>
                  <a:lnTo>
                    <a:pt x="898658" y="217283"/>
                  </a:lnTo>
                  <a:lnTo>
                    <a:pt x="898409" y="216967"/>
                  </a:lnTo>
                  <a:lnTo>
                    <a:pt x="897977" y="216907"/>
                  </a:lnTo>
                  <a:lnTo>
                    <a:pt x="897688" y="216084"/>
                  </a:lnTo>
                  <a:lnTo>
                    <a:pt x="897388" y="215873"/>
                  </a:lnTo>
                  <a:lnTo>
                    <a:pt x="897414" y="215622"/>
                  </a:lnTo>
                  <a:lnTo>
                    <a:pt x="897666" y="215702"/>
                  </a:lnTo>
                  <a:lnTo>
                    <a:pt x="897707" y="215062"/>
                  </a:lnTo>
                  <a:lnTo>
                    <a:pt x="896900" y="214924"/>
                  </a:lnTo>
                  <a:lnTo>
                    <a:pt x="897075" y="214535"/>
                  </a:lnTo>
                  <a:lnTo>
                    <a:pt x="896656" y="214261"/>
                  </a:lnTo>
                  <a:lnTo>
                    <a:pt x="896056" y="214301"/>
                  </a:lnTo>
                  <a:lnTo>
                    <a:pt x="896273" y="213879"/>
                  </a:lnTo>
                  <a:lnTo>
                    <a:pt x="895772" y="213728"/>
                  </a:lnTo>
                  <a:lnTo>
                    <a:pt x="895897" y="213275"/>
                  </a:lnTo>
                  <a:lnTo>
                    <a:pt x="895423" y="212445"/>
                  </a:lnTo>
                  <a:lnTo>
                    <a:pt x="895826" y="212385"/>
                  </a:lnTo>
                  <a:lnTo>
                    <a:pt x="895590" y="211769"/>
                  </a:lnTo>
                  <a:lnTo>
                    <a:pt x="895840" y="211350"/>
                  </a:lnTo>
                  <a:lnTo>
                    <a:pt x="895161" y="211080"/>
                  </a:lnTo>
                  <a:lnTo>
                    <a:pt x="895152" y="210792"/>
                  </a:lnTo>
                  <a:lnTo>
                    <a:pt x="895473" y="210939"/>
                  </a:lnTo>
                  <a:lnTo>
                    <a:pt x="895234" y="210684"/>
                  </a:lnTo>
                  <a:lnTo>
                    <a:pt x="895501" y="210476"/>
                  </a:lnTo>
                  <a:lnTo>
                    <a:pt x="895272" y="210341"/>
                  </a:lnTo>
                  <a:lnTo>
                    <a:pt x="895347" y="210127"/>
                  </a:lnTo>
                  <a:lnTo>
                    <a:pt x="894915" y="210058"/>
                  </a:lnTo>
                  <a:lnTo>
                    <a:pt x="895103" y="209637"/>
                  </a:lnTo>
                  <a:lnTo>
                    <a:pt x="894633" y="209652"/>
                  </a:lnTo>
                  <a:lnTo>
                    <a:pt x="894605" y="209957"/>
                  </a:lnTo>
                  <a:lnTo>
                    <a:pt x="894367" y="209672"/>
                  </a:lnTo>
                  <a:lnTo>
                    <a:pt x="894228" y="209798"/>
                  </a:lnTo>
                  <a:lnTo>
                    <a:pt x="894043" y="209361"/>
                  </a:lnTo>
                  <a:lnTo>
                    <a:pt x="893803" y="209710"/>
                  </a:lnTo>
                  <a:lnTo>
                    <a:pt x="893486" y="209396"/>
                  </a:lnTo>
                  <a:lnTo>
                    <a:pt x="892808" y="209225"/>
                  </a:lnTo>
                  <a:lnTo>
                    <a:pt x="892646" y="209471"/>
                  </a:lnTo>
                  <a:lnTo>
                    <a:pt x="891939" y="208484"/>
                  </a:lnTo>
                  <a:lnTo>
                    <a:pt x="891833" y="208705"/>
                  </a:lnTo>
                  <a:lnTo>
                    <a:pt x="891410" y="208589"/>
                  </a:lnTo>
                  <a:lnTo>
                    <a:pt x="891118" y="208906"/>
                  </a:lnTo>
                  <a:lnTo>
                    <a:pt x="890123" y="209010"/>
                  </a:lnTo>
                  <a:lnTo>
                    <a:pt x="890106" y="208687"/>
                  </a:lnTo>
                  <a:lnTo>
                    <a:pt x="889400" y="208490"/>
                  </a:lnTo>
                  <a:lnTo>
                    <a:pt x="889156" y="207995"/>
                  </a:lnTo>
                  <a:lnTo>
                    <a:pt x="888837" y="208384"/>
                  </a:lnTo>
                  <a:lnTo>
                    <a:pt x="888457" y="207825"/>
                  </a:lnTo>
                  <a:lnTo>
                    <a:pt x="888520" y="207123"/>
                  </a:lnTo>
                  <a:lnTo>
                    <a:pt x="888271" y="206968"/>
                  </a:lnTo>
                  <a:lnTo>
                    <a:pt x="888078" y="207161"/>
                  </a:lnTo>
                  <a:lnTo>
                    <a:pt x="888002" y="206779"/>
                  </a:lnTo>
                  <a:lnTo>
                    <a:pt x="888375" y="206407"/>
                  </a:lnTo>
                  <a:lnTo>
                    <a:pt x="888108" y="206246"/>
                  </a:lnTo>
                  <a:lnTo>
                    <a:pt x="888358" y="206206"/>
                  </a:lnTo>
                  <a:lnTo>
                    <a:pt x="887887" y="205663"/>
                  </a:lnTo>
                  <a:lnTo>
                    <a:pt x="888193" y="204908"/>
                  </a:lnTo>
                  <a:lnTo>
                    <a:pt x="887780" y="204105"/>
                  </a:lnTo>
                  <a:lnTo>
                    <a:pt x="888943" y="202860"/>
                  </a:lnTo>
                  <a:lnTo>
                    <a:pt x="890808" y="201492"/>
                  </a:lnTo>
                  <a:lnTo>
                    <a:pt x="891825" y="199668"/>
                  </a:lnTo>
                  <a:lnTo>
                    <a:pt x="892025" y="197300"/>
                  </a:lnTo>
                  <a:lnTo>
                    <a:pt x="893356" y="196329"/>
                  </a:lnTo>
                  <a:lnTo>
                    <a:pt x="896163" y="195163"/>
                  </a:lnTo>
                  <a:lnTo>
                    <a:pt x="896575" y="192846"/>
                  </a:lnTo>
                  <a:lnTo>
                    <a:pt x="895927" y="190907"/>
                  </a:lnTo>
                  <a:lnTo>
                    <a:pt x="896344" y="190630"/>
                  </a:lnTo>
                  <a:lnTo>
                    <a:pt x="896496" y="190814"/>
                  </a:lnTo>
                  <a:lnTo>
                    <a:pt x="899323" y="190803"/>
                  </a:lnTo>
                  <a:lnTo>
                    <a:pt x="899482" y="191114"/>
                  </a:lnTo>
                  <a:lnTo>
                    <a:pt x="900018" y="191319"/>
                  </a:lnTo>
                  <a:lnTo>
                    <a:pt x="902622" y="191602"/>
                  </a:lnTo>
                  <a:lnTo>
                    <a:pt x="903250" y="192200"/>
                  </a:lnTo>
                  <a:lnTo>
                    <a:pt x="903575" y="192162"/>
                  </a:lnTo>
                  <a:lnTo>
                    <a:pt x="903798" y="192575"/>
                  </a:lnTo>
                  <a:lnTo>
                    <a:pt x="904372" y="192517"/>
                  </a:lnTo>
                  <a:lnTo>
                    <a:pt x="904461" y="192908"/>
                  </a:lnTo>
                  <a:lnTo>
                    <a:pt x="904882" y="192669"/>
                  </a:lnTo>
                  <a:lnTo>
                    <a:pt x="905047" y="192831"/>
                  </a:lnTo>
                  <a:lnTo>
                    <a:pt x="905135" y="192620"/>
                  </a:lnTo>
                  <a:lnTo>
                    <a:pt x="905672" y="192952"/>
                  </a:lnTo>
                  <a:lnTo>
                    <a:pt x="906029" y="192465"/>
                  </a:lnTo>
                  <a:lnTo>
                    <a:pt x="906592" y="192467"/>
                  </a:lnTo>
                  <a:lnTo>
                    <a:pt x="906616" y="192830"/>
                  </a:lnTo>
                  <a:lnTo>
                    <a:pt x="907803" y="192884"/>
                  </a:lnTo>
                  <a:lnTo>
                    <a:pt x="908089" y="193274"/>
                  </a:lnTo>
                  <a:lnTo>
                    <a:pt x="908210" y="193104"/>
                  </a:lnTo>
                  <a:lnTo>
                    <a:pt x="908963" y="193199"/>
                  </a:lnTo>
                  <a:lnTo>
                    <a:pt x="909263" y="193501"/>
                  </a:lnTo>
                  <a:lnTo>
                    <a:pt x="909459" y="193140"/>
                  </a:lnTo>
                  <a:lnTo>
                    <a:pt x="910159" y="193506"/>
                  </a:lnTo>
                  <a:lnTo>
                    <a:pt x="910526" y="193285"/>
                  </a:lnTo>
                  <a:lnTo>
                    <a:pt x="911136" y="194004"/>
                  </a:lnTo>
                  <a:lnTo>
                    <a:pt x="911408" y="194338"/>
                  </a:lnTo>
                  <a:lnTo>
                    <a:pt x="911649" y="194139"/>
                  </a:lnTo>
                  <a:lnTo>
                    <a:pt x="911678" y="194694"/>
                  </a:lnTo>
                  <a:lnTo>
                    <a:pt x="912181" y="194795"/>
                  </a:lnTo>
                  <a:lnTo>
                    <a:pt x="912901" y="194174"/>
                  </a:lnTo>
                  <a:lnTo>
                    <a:pt x="913251" y="194239"/>
                  </a:lnTo>
                  <a:lnTo>
                    <a:pt x="913797" y="193542"/>
                  </a:lnTo>
                  <a:lnTo>
                    <a:pt x="914050" y="193646"/>
                  </a:lnTo>
                  <a:lnTo>
                    <a:pt x="914193" y="193391"/>
                  </a:lnTo>
                  <a:lnTo>
                    <a:pt x="914254" y="193729"/>
                  </a:lnTo>
                  <a:lnTo>
                    <a:pt x="914502" y="193853"/>
                  </a:lnTo>
                  <a:lnTo>
                    <a:pt x="914602" y="193560"/>
                  </a:lnTo>
                  <a:lnTo>
                    <a:pt x="914956" y="194014"/>
                  </a:lnTo>
                  <a:lnTo>
                    <a:pt x="915038" y="193807"/>
                  </a:lnTo>
                  <a:lnTo>
                    <a:pt x="915623" y="194028"/>
                  </a:lnTo>
                  <a:lnTo>
                    <a:pt x="915798" y="193728"/>
                  </a:lnTo>
                  <a:lnTo>
                    <a:pt x="915943" y="194035"/>
                  </a:lnTo>
                  <a:lnTo>
                    <a:pt x="917032" y="193460"/>
                  </a:lnTo>
                  <a:lnTo>
                    <a:pt x="918155" y="193932"/>
                  </a:lnTo>
                  <a:lnTo>
                    <a:pt x="918389" y="193852"/>
                  </a:lnTo>
                  <a:lnTo>
                    <a:pt x="918348" y="193664"/>
                  </a:lnTo>
                  <a:lnTo>
                    <a:pt x="919147" y="193542"/>
                  </a:lnTo>
                  <a:lnTo>
                    <a:pt x="919259" y="193095"/>
                  </a:lnTo>
                  <a:lnTo>
                    <a:pt x="919667" y="193247"/>
                  </a:lnTo>
                  <a:lnTo>
                    <a:pt x="920033" y="193028"/>
                  </a:lnTo>
                  <a:lnTo>
                    <a:pt x="920003" y="192600"/>
                  </a:lnTo>
                  <a:lnTo>
                    <a:pt x="918932" y="192808"/>
                  </a:lnTo>
                  <a:lnTo>
                    <a:pt x="918851" y="192514"/>
                  </a:lnTo>
                  <a:lnTo>
                    <a:pt x="918568" y="192518"/>
                  </a:lnTo>
                  <a:lnTo>
                    <a:pt x="918038" y="191959"/>
                  </a:lnTo>
                  <a:lnTo>
                    <a:pt x="917876" y="190455"/>
                  </a:lnTo>
                  <a:lnTo>
                    <a:pt x="918353" y="190454"/>
                  </a:lnTo>
                  <a:lnTo>
                    <a:pt x="918770" y="189898"/>
                  </a:lnTo>
                  <a:lnTo>
                    <a:pt x="920560" y="189061"/>
                  </a:lnTo>
                  <a:lnTo>
                    <a:pt x="921896" y="187345"/>
                  </a:lnTo>
                  <a:lnTo>
                    <a:pt x="920730" y="186424"/>
                  </a:lnTo>
                  <a:lnTo>
                    <a:pt x="920151" y="180602"/>
                  </a:lnTo>
                  <a:lnTo>
                    <a:pt x="919109" y="179490"/>
                  </a:lnTo>
                  <a:lnTo>
                    <a:pt x="918726" y="177621"/>
                  </a:lnTo>
                  <a:lnTo>
                    <a:pt x="917600" y="177166"/>
                  </a:lnTo>
                  <a:lnTo>
                    <a:pt x="912173" y="175952"/>
                  </a:lnTo>
                  <a:lnTo>
                    <a:pt x="912928" y="173495"/>
                  </a:lnTo>
                  <a:lnTo>
                    <a:pt x="913459" y="169616"/>
                  </a:lnTo>
                  <a:lnTo>
                    <a:pt x="914273" y="170698"/>
                  </a:lnTo>
                  <a:lnTo>
                    <a:pt x="916870" y="170997"/>
                  </a:lnTo>
                  <a:lnTo>
                    <a:pt x="918522" y="171684"/>
                  </a:lnTo>
                  <a:lnTo>
                    <a:pt x="918915" y="172079"/>
                  </a:lnTo>
                  <a:lnTo>
                    <a:pt x="920091" y="172222"/>
                  </a:lnTo>
                  <a:lnTo>
                    <a:pt x="920445" y="172034"/>
                  </a:lnTo>
                  <a:lnTo>
                    <a:pt x="919301" y="170602"/>
                  </a:lnTo>
                  <a:lnTo>
                    <a:pt x="918053" y="168324"/>
                  </a:lnTo>
                  <a:lnTo>
                    <a:pt x="916683" y="167051"/>
                  </a:lnTo>
                  <a:lnTo>
                    <a:pt x="917932" y="165645"/>
                  </a:lnTo>
                  <a:lnTo>
                    <a:pt x="918781" y="163816"/>
                  </a:lnTo>
                  <a:lnTo>
                    <a:pt x="921394" y="163650"/>
                  </a:lnTo>
                  <a:lnTo>
                    <a:pt x="921357" y="163891"/>
                  </a:lnTo>
                  <a:lnTo>
                    <a:pt x="923926" y="165717"/>
                  </a:lnTo>
                  <a:lnTo>
                    <a:pt x="925059" y="167444"/>
                  </a:lnTo>
                  <a:lnTo>
                    <a:pt x="924986" y="167670"/>
                  </a:lnTo>
                  <a:lnTo>
                    <a:pt x="925558" y="168021"/>
                  </a:lnTo>
                  <a:lnTo>
                    <a:pt x="925562" y="168795"/>
                  </a:lnTo>
                  <a:lnTo>
                    <a:pt x="925986" y="169305"/>
                  </a:lnTo>
                  <a:lnTo>
                    <a:pt x="925771" y="169287"/>
                  </a:lnTo>
                  <a:lnTo>
                    <a:pt x="925803" y="169704"/>
                  </a:lnTo>
                  <a:lnTo>
                    <a:pt x="926292" y="170454"/>
                  </a:lnTo>
                  <a:lnTo>
                    <a:pt x="926126" y="170655"/>
                  </a:lnTo>
                  <a:lnTo>
                    <a:pt x="926311" y="171014"/>
                  </a:lnTo>
                  <a:lnTo>
                    <a:pt x="926621" y="171037"/>
                  </a:lnTo>
                  <a:lnTo>
                    <a:pt x="926342" y="171891"/>
                  </a:lnTo>
                  <a:lnTo>
                    <a:pt x="926788" y="172075"/>
                  </a:lnTo>
                  <a:lnTo>
                    <a:pt x="926642" y="172828"/>
                  </a:lnTo>
                  <a:lnTo>
                    <a:pt x="927317" y="173813"/>
                  </a:lnTo>
                  <a:lnTo>
                    <a:pt x="927286" y="174517"/>
                  </a:lnTo>
                  <a:lnTo>
                    <a:pt x="926793" y="174715"/>
                  </a:lnTo>
                  <a:lnTo>
                    <a:pt x="927264" y="174919"/>
                  </a:lnTo>
                  <a:lnTo>
                    <a:pt x="927023" y="175204"/>
                  </a:lnTo>
                  <a:lnTo>
                    <a:pt x="927702" y="176846"/>
                  </a:lnTo>
                  <a:lnTo>
                    <a:pt x="927417" y="177051"/>
                  </a:lnTo>
                  <a:lnTo>
                    <a:pt x="927549" y="177607"/>
                  </a:lnTo>
                  <a:lnTo>
                    <a:pt x="928382" y="177522"/>
                  </a:lnTo>
                  <a:lnTo>
                    <a:pt x="928449" y="177880"/>
                  </a:lnTo>
                  <a:lnTo>
                    <a:pt x="929312" y="178071"/>
                  </a:lnTo>
                  <a:lnTo>
                    <a:pt x="930235" y="177867"/>
                  </a:lnTo>
                  <a:lnTo>
                    <a:pt x="930614" y="178573"/>
                  </a:lnTo>
                  <a:lnTo>
                    <a:pt x="931029" y="178567"/>
                  </a:lnTo>
                  <a:lnTo>
                    <a:pt x="931290" y="178883"/>
                  </a:lnTo>
                  <a:lnTo>
                    <a:pt x="931163" y="179230"/>
                  </a:lnTo>
                  <a:lnTo>
                    <a:pt x="931737" y="179579"/>
                  </a:lnTo>
                  <a:lnTo>
                    <a:pt x="931739" y="179845"/>
                  </a:lnTo>
                  <a:lnTo>
                    <a:pt x="931976" y="179734"/>
                  </a:lnTo>
                  <a:lnTo>
                    <a:pt x="932240" y="179997"/>
                  </a:lnTo>
                  <a:lnTo>
                    <a:pt x="933361" y="180086"/>
                  </a:lnTo>
                  <a:lnTo>
                    <a:pt x="933546" y="180644"/>
                  </a:lnTo>
                  <a:lnTo>
                    <a:pt x="934869" y="180538"/>
                  </a:lnTo>
                  <a:lnTo>
                    <a:pt x="934712" y="180925"/>
                  </a:lnTo>
                  <a:lnTo>
                    <a:pt x="935750" y="181493"/>
                  </a:lnTo>
                  <a:lnTo>
                    <a:pt x="936800" y="181034"/>
                  </a:lnTo>
                  <a:lnTo>
                    <a:pt x="936978" y="181305"/>
                  </a:lnTo>
                  <a:lnTo>
                    <a:pt x="937895" y="181225"/>
                  </a:lnTo>
                  <a:lnTo>
                    <a:pt x="937997" y="180828"/>
                  </a:lnTo>
                  <a:lnTo>
                    <a:pt x="938496" y="180746"/>
                  </a:lnTo>
                  <a:lnTo>
                    <a:pt x="938441" y="180476"/>
                  </a:lnTo>
                  <a:lnTo>
                    <a:pt x="938899" y="180609"/>
                  </a:lnTo>
                  <a:lnTo>
                    <a:pt x="939290" y="180248"/>
                  </a:lnTo>
                  <a:lnTo>
                    <a:pt x="939559" y="180427"/>
                  </a:lnTo>
                  <a:lnTo>
                    <a:pt x="939581" y="180798"/>
                  </a:lnTo>
                  <a:lnTo>
                    <a:pt x="941256" y="180340"/>
                  </a:lnTo>
                  <a:lnTo>
                    <a:pt x="941955" y="180735"/>
                  </a:lnTo>
                  <a:lnTo>
                    <a:pt x="942391" y="180637"/>
                  </a:lnTo>
                  <a:lnTo>
                    <a:pt x="942722" y="181055"/>
                  </a:lnTo>
                  <a:lnTo>
                    <a:pt x="943607" y="178841"/>
                  </a:lnTo>
                  <a:lnTo>
                    <a:pt x="942826" y="177138"/>
                  </a:lnTo>
                  <a:lnTo>
                    <a:pt x="941323" y="175503"/>
                  </a:lnTo>
                  <a:lnTo>
                    <a:pt x="941175" y="174206"/>
                  </a:lnTo>
                  <a:lnTo>
                    <a:pt x="942349" y="172073"/>
                  </a:lnTo>
                  <a:lnTo>
                    <a:pt x="943850" y="170687"/>
                  </a:lnTo>
                  <a:lnTo>
                    <a:pt x="945311" y="168355"/>
                  </a:lnTo>
                  <a:lnTo>
                    <a:pt x="945403" y="167382"/>
                  </a:lnTo>
                  <a:lnTo>
                    <a:pt x="945089" y="166990"/>
                  </a:lnTo>
                  <a:lnTo>
                    <a:pt x="945242" y="165462"/>
                  </a:lnTo>
                  <a:lnTo>
                    <a:pt x="944973" y="164347"/>
                  </a:lnTo>
                  <a:lnTo>
                    <a:pt x="944190" y="163710"/>
                  </a:lnTo>
                  <a:lnTo>
                    <a:pt x="944217" y="163467"/>
                  </a:lnTo>
                  <a:lnTo>
                    <a:pt x="943934" y="163328"/>
                  </a:lnTo>
                  <a:lnTo>
                    <a:pt x="943304" y="162133"/>
                  </a:lnTo>
                  <a:lnTo>
                    <a:pt x="943002" y="162148"/>
                  </a:lnTo>
                  <a:lnTo>
                    <a:pt x="942564" y="161320"/>
                  </a:lnTo>
                  <a:lnTo>
                    <a:pt x="941968" y="161053"/>
                  </a:lnTo>
                  <a:lnTo>
                    <a:pt x="941912" y="160266"/>
                  </a:lnTo>
                  <a:lnTo>
                    <a:pt x="941332" y="159110"/>
                  </a:lnTo>
                  <a:lnTo>
                    <a:pt x="940372" y="158577"/>
                  </a:lnTo>
                  <a:lnTo>
                    <a:pt x="938951" y="158439"/>
                  </a:lnTo>
                  <a:lnTo>
                    <a:pt x="938225" y="157393"/>
                  </a:lnTo>
                  <a:lnTo>
                    <a:pt x="941235" y="157544"/>
                  </a:lnTo>
                  <a:lnTo>
                    <a:pt x="941858" y="158081"/>
                  </a:lnTo>
                  <a:lnTo>
                    <a:pt x="943192" y="158326"/>
                  </a:lnTo>
                  <a:lnTo>
                    <a:pt x="945495" y="157800"/>
                  </a:lnTo>
                  <a:lnTo>
                    <a:pt x="947176" y="156952"/>
                  </a:lnTo>
                  <a:lnTo>
                    <a:pt x="948448" y="156817"/>
                  </a:lnTo>
                  <a:lnTo>
                    <a:pt x="951320" y="154550"/>
                  </a:lnTo>
                  <a:lnTo>
                    <a:pt x="953350" y="154210"/>
                  </a:lnTo>
                  <a:lnTo>
                    <a:pt x="953744" y="152756"/>
                  </a:lnTo>
                  <a:lnTo>
                    <a:pt x="955049" y="151877"/>
                  </a:lnTo>
                  <a:lnTo>
                    <a:pt x="955051" y="151437"/>
                  </a:lnTo>
                  <a:lnTo>
                    <a:pt x="956551" y="150875"/>
                  </a:lnTo>
                  <a:lnTo>
                    <a:pt x="957292" y="150764"/>
                  </a:lnTo>
                  <a:lnTo>
                    <a:pt x="957595" y="153007"/>
                  </a:lnTo>
                  <a:lnTo>
                    <a:pt x="958497" y="158038"/>
                  </a:lnTo>
                  <a:lnTo>
                    <a:pt x="957904" y="160046"/>
                  </a:lnTo>
                  <a:lnTo>
                    <a:pt x="957954" y="161675"/>
                  </a:lnTo>
                  <a:lnTo>
                    <a:pt x="959950" y="162642"/>
                  </a:lnTo>
                  <a:lnTo>
                    <a:pt x="965322" y="163903"/>
                  </a:lnTo>
                  <a:lnTo>
                    <a:pt x="966761" y="165104"/>
                  </a:lnTo>
                  <a:lnTo>
                    <a:pt x="968719" y="166116"/>
                  </a:lnTo>
                  <a:lnTo>
                    <a:pt x="969052" y="166775"/>
                  </a:lnTo>
                  <a:lnTo>
                    <a:pt x="968538" y="168376"/>
                  </a:lnTo>
                  <a:lnTo>
                    <a:pt x="968565" y="169411"/>
                  </a:lnTo>
                  <a:lnTo>
                    <a:pt x="970449" y="170980"/>
                  </a:lnTo>
                  <a:lnTo>
                    <a:pt x="974470" y="172259"/>
                  </a:lnTo>
                  <a:lnTo>
                    <a:pt x="977616" y="174237"/>
                  </a:lnTo>
                  <a:lnTo>
                    <a:pt x="979282" y="174471"/>
                  </a:lnTo>
                  <a:lnTo>
                    <a:pt x="981076" y="175071"/>
                  </a:lnTo>
                  <a:lnTo>
                    <a:pt x="983649" y="175045"/>
                  </a:lnTo>
                  <a:lnTo>
                    <a:pt x="983893" y="175646"/>
                  </a:lnTo>
                  <a:lnTo>
                    <a:pt x="983786" y="177148"/>
                  </a:lnTo>
                  <a:lnTo>
                    <a:pt x="984624" y="179095"/>
                  </a:lnTo>
                  <a:lnTo>
                    <a:pt x="985583" y="179798"/>
                  </a:lnTo>
                  <a:lnTo>
                    <a:pt x="987651" y="179945"/>
                  </a:lnTo>
                  <a:lnTo>
                    <a:pt x="990843" y="180688"/>
                  </a:lnTo>
                  <a:lnTo>
                    <a:pt x="989474" y="181590"/>
                  </a:lnTo>
                  <a:lnTo>
                    <a:pt x="988717" y="182381"/>
                  </a:lnTo>
                  <a:lnTo>
                    <a:pt x="988356" y="183493"/>
                  </a:lnTo>
                  <a:lnTo>
                    <a:pt x="987873" y="184028"/>
                  </a:lnTo>
                  <a:lnTo>
                    <a:pt x="988466" y="185068"/>
                  </a:lnTo>
                  <a:lnTo>
                    <a:pt x="988493" y="186288"/>
                  </a:lnTo>
                  <a:lnTo>
                    <a:pt x="988312" y="186657"/>
                  </a:lnTo>
                  <a:lnTo>
                    <a:pt x="988521" y="187130"/>
                  </a:lnTo>
                  <a:lnTo>
                    <a:pt x="988210" y="187311"/>
                  </a:lnTo>
                  <a:lnTo>
                    <a:pt x="988100" y="188074"/>
                  </a:lnTo>
                  <a:lnTo>
                    <a:pt x="987620" y="188556"/>
                  </a:lnTo>
                  <a:lnTo>
                    <a:pt x="987589" y="188837"/>
                  </a:lnTo>
                  <a:lnTo>
                    <a:pt x="987821" y="188882"/>
                  </a:lnTo>
                  <a:lnTo>
                    <a:pt x="987585" y="189287"/>
                  </a:lnTo>
                  <a:lnTo>
                    <a:pt x="987860" y="190115"/>
                  </a:lnTo>
                  <a:lnTo>
                    <a:pt x="987810" y="191120"/>
                  </a:lnTo>
                  <a:lnTo>
                    <a:pt x="988341" y="191482"/>
                  </a:lnTo>
                  <a:lnTo>
                    <a:pt x="988787" y="192705"/>
                  </a:lnTo>
                  <a:lnTo>
                    <a:pt x="988760" y="193224"/>
                  </a:lnTo>
                  <a:lnTo>
                    <a:pt x="987836" y="193406"/>
                  </a:lnTo>
                  <a:lnTo>
                    <a:pt x="987852" y="194024"/>
                  </a:lnTo>
                  <a:lnTo>
                    <a:pt x="986407" y="194745"/>
                  </a:lnTo>
                  <a:lnTo>
                    <a:pt x="985845" y="195816"/>
                  </a:lnTo>
                  <a:lnTo>
                    <a:pt x="985162" y="195913"/>
                  </a:lnTo>
                  <a:lnTo>
                    <a:pt x="984860" y="196569"/>
                  </a:lnTo>
                  <a:lnTo>
                    <a:pt x="984321" y="196654"/>
                  </a:lnTo>
                  <a:lnTo>
                    <a:pt x="983909" y="197107"/>
                  </a:lnTo>
                  <a:lnTo>
                    <a:pt x="983418" y="197227"/>
                  </a:lnTo>
                  <a:lnTo>
                    <a:pt x="983114" y="197835"/>
                  </a:lnTo>
                  <a:lnTo>
                    <a:pt x="982802" y="197905"/>
                  </a:lnTo>
                  <a:lnTo>
                    <a:pt x="982679" y="198534"/>
                  </a:lnTo>
                  <a:lnTo>
                    <a:pt x="981924" y="199299"/>
                  </a:lnTo>
                  <a:lnTo>
                    <a:pt x="981856" y="200121"/>
                  </a:lnTo>
                  <a:lnTo>
                    <a:pt x="981028" y="201102"/>
                  </a:lnTo>
                  <a:lnTo>
                    <a:pt x="980758" y="201946"/>
                  </a:lnTo>
                  <a:lnTo>
                    <a:pt x="979214" y="203655"/>
                  </a:lnTo>
                  <a:lnTo>
                    <a:pt x="978888" y="204618"/>
                  </a:lnTo>
                  <a:lnTo>
                    <a:pt x="978889" y="205894"/>
                  </a:lnTo>
                  <a:lnTo>
                    <a:pt x="979095" y="206452"/>
                  </a:lnTo>
                  <a:lnTo>
                    <a:pt x="978919" y="206716"/>
                  </a:lnTo>
                  <a:lnTo>
                    <a:pt x="979304" y="207258"/>
                  </a:lnTo>
                  <a:lnTo>
                    <a:pt x="978317" y="210500"/>
                  </a:lnTo>
                  <a:lnTo>
                    <a:pt x="977865" y="211128"/>
                  </a:lnTo>
                  <a:lnTo>
                    <a:pt x="977659" y="211919"/>
                  </a:lnTo>
                  <a:lnTo>
                    <a:pt x="977009" y="212508"/>
                  </a:lnTo>
                  <a:lnTo>
                    <a:pt x="976675" y="214145"/>
                  </a:lnTo>
                  <a:lnTo>
                    <a:pt x="976711" y="214592"/>
                  </a:lnTo>
                  <a:lnTo>
                    <a:pt x="976990" y="214786"/>
                  </a:lnTo>
                  <a:lnTo>
                    <a:pt x="976986" y="215991"/>
                  </a:lnTo>
                  <a:lnTo>
                    <a:pt x="977738" y="216500"/>
                  </a:lnTo>
                  <a:lnTo>
                    <a:pt x="977128" y="217316"/>
                  </a:lnTo>
                  <a:lnTo>
                    <a:pt x="977431" y="217755"/>
                  </a:lnTo>
                  <a:lnTo>
                    <a:pt x="977162" y="217807"/>
                  </a:lnTo>
                  <a:lnTo>
                    <a:pt x="977136" y="218323"/>
                  </a:lnTo>
                  <a:lnTo>
                    <a:pt x="977771" y="218400"/>
                  </a:lnTo>
                  <a:lnTo>
                    <a:pt x="977819" y="218677"/>
                  </a:lnTo>
                  <a:lnTo>
                    <a:pt x="977342" y="221033"/>
                  </a:lnTo>
                  <a:lnTo>
                    <a:pt x="977482" y="221704"/>
                  </a:lnTo>
                  <a:lnTo>
                    <a:pt x="977743" y="221921"/>
                  </a:lnTo>
                  <a:lnTo>
                    <a:pt x="977467" y="222482"/>
                  </a:lnTo>
                  <a:lnTo>
                    <a:pt x="977647" y="222718"/>
                  </a:lnTo>
                  <a:lnTo>
                    <a:pt x="977550" y="223216"/>
                  </a:lnTo>
                  <a:lnTo>
                    <a:pt x="976933" y="224463"/>
                  </a:lnTo>
                  <a:lnTo>
                    <a:pt x="975950" y="224678"/>
                  </a:lnTo>
                  <a:lnTo>
                    <a:pt x="975995" y="224859"/>
                  </a:lnTo>
                  <a:lnTo>
                    <a:pt x="976417" y="224839"/>
                  </a:lnTo>
                  <a:lnTo>
                    <a:pt x="976247" y="225408"/>
                  </a:lnTo>
                  <a:lnTo>
                    <a:pt x="977188" y="225909"/>
                  </a:lnTo>
                  <a:lnTo>
                    <a:pt x="976577" y="227879"/>
                  </a:lnTo>
                  <a:lnTo>
                    <a:pt x="976811" y="227939"/>
                  </a:lnTo>
                  <a:lnTo>
                    <a:pt x="977046" y="228530"/>
                  </a:lnTo>
                  <a:lnTo>
                    <a:pt x="977311" y="228330"/>
                  </a:lnTo>
                  <a:lnTo>
                    <a:pt x="977133" y="228663"/>
                  </a:lnTo>
                  <a:lnTo>
                    <a:pt x="977291" y="229966"/>
                  </a:lnTo>
                  <a:lnTo>
                    <a:pt x="982140" y="233007"/>
                  </a:lnTo>
                  <a:lnTo>
                    <a:pt x="983759" y="233781"/>
                  </a:lnTo>
                  <a:lnTo>
                    <a:pt x="983721" y="234027"/>
                  </a:lnTo>
                  <a:lnTo>
                    <a:pt x="983095" y="233891"/>
                  </a:lnTo>
                  <a:lnTo>
                    <a:pt x="982428" y="234573"/>
                  </a:lnTo>
                  <a:lnTo>
                    <a:pt x="983118" y="235474"/>
                  </a:lnTo>
                  <a:lnTo>
                    <a:pt x="983413" y="237407"/>
                  </a:lnTo>
                  <a:lnTo>
                    <a:pt x="982552" y="236600"/>
                  </a:lnTo>
                  <a:lnTo>
                    <a:pt x="981940" y="235609"/>
                  </a:lnTo>
                  <a:lnTo>
                    <a:pt x="980819" y="235449"/>
                  </a:lnTo>
                  <a:lnTo>
                    <a:pt x="980279" y="236340"/>
                  </a:lnTo>
                  <a:lnTo>
                    <a:pt x="978511" y="237519"/>
                  </a:lnTo>
                  <a:lnTo>
                    <a:pt x="977990" y="238214"/>
                  </a:lnTo>
                  <a:lnTo>
                    <a:pt x="977525" y="239555"/>
                  </a:lnTo>
                  <a:lnTo>
                    <a:pt x="977244" y="239958"/>
                  </a:lnTo>
                  <a:lnTo>
                    <a:pt x="976652" y="240189"/>
                  </a:lnTo>
                  <a:lnTo>
                    <a:pt x="976090" y="241245"/>
                  </a:lnTo>
                  <a:lnTo>
                    <a:pt x="974961" y="241992"/>
                  </a:lnTo>
                  <a:lnTo>
                    <a:pt x="974378" y="242757"/>
                  </a:lnTo>
                  <a:lnTo>
                    <a:pt x="973660" y="242887"/>
                  </a:lnTo>
                  <a:lnTo>
                    <a:pt x="973150" y="243314"/>
                  </a:lnTo>
                  <a:lnTo>
                    <a:pt x="971498" y="243378"/>
                  </a:lnTo>
                  <a:lnTo>
                    <a:pt x="970182" y="244278"/>
                  </a:lnTo>
                  <a:lnTo>
                    <a:pt x="969219" y="245528"/>
                  </a:lnTo>
                  <a:lnTo>
                    <a:pt x="968950" y="246488"/>
                  </a:lnTo>
                  <a:lnTo>
                    <a:pt x="969321" y="246790"/>
                  </a:lnTo>
                  <a:lnTo>
                    <a:pt x="969909" y="246331"/>
                  </a:lnTo>
                  <a:lnTo>
                    <a:pt x="971757" y="246251"/>
                  </a:lnTo>
                  <a:lnTo>
                    <a:pt x="974055" y="246496"/>
                  </a:lnTo>
                  <a:lnTo>
                    <a:pt x="976651" y="245734"/>
                  </a:lnTo>
                  <a:lnTo>
                    <a:pt x="980551" y="245798"/>
                  </a:lnTo>
                  <a:lnTo>
                    <a:pt x="982335" y="246507"/>
                  </a:lnTo>
                  <a:lnTo>
                    <a:pt x="982914" y="247333"/>
                  </a:lnTo>
                  <a:lnTo>
                    <a:pt x="982886" y="248196"/>
                  </a:lnTo>
                  <a:lnTo>
                    <a:pt x="981691" y="249182"/>
                  </a:lnTo>
                  <a:lnTo>
                    <a:pt x="979633" y="251898"/>
                  </a:lnTo>
                  <a:lnTo>
                    <a:pt x="980979" y="254369"/>
                  </a:lnTo>
                  <a:lnTo>
                    <a:pt x="981174" y="255640"/>
                  </a:lnTo>
                  <a:lnTo>
                    <a:pt x="980912" y="256149"/>
                  </a:lnTo>
                  <a:lnTo>
                    <a:pt x="981729" y="257267"/>
                  </a:lnTo>
                  <a:lnTo>
                    <a:pt x="981631" y="257703"/>
                  </a:lnTo>
                  <a:lnTo>
                    <a:pt x="982010" y="257863"/>
                  </a:lnTo>
                  <a:lnTo>
                    <a:pt x="982644" y="259369"/>
                  </a:lnTo>
                  <a:lnTo>
                    <a:pt x="982966" y="260324"/>
                  </a:lnTo>
                  <a:lnTo>
                    <a:pt x="984871" y="261936"/>
                  </a:lnTo>
                  <a:lnTo>
                    <a:pt x="985643" y="262071"/>
                  </a:lnTo>
                  <a:lnTo>
                    <a:pt x="985747" y="262291"/>
                  </a:lnTo>
                  <a:lnTo>
                    <a:pt x="987237" y="262938"/>
                  </a:lnTo>
                  <a:lnTo>
                    <a:pt x="988494" y="262899"/>
                  </a:lnTo>
                  <a:lnTo>
                    <a:pt x="990722" y="263324"/>
                  </a:lnTo>
                  <a:lnTo>
                    <a:pt x="991413" y="264375"/>
                  </a:lnTo>
                  <a:lnTo>
                    <a:pt x="991987" y="264584"/>
                  </a:lnTo>
                  <a:lnTo>
                    <a:pt x="992227" y="264219"/>
                  </a:lnTo>
                  <a:lnTo>
                    <a:pt x="993242" y="264582"/>
                  </a:lnTo>
                  <a:lnTo>
                    <a:pt x="994350" y="264977"/>
                  </a:lnTo>
                  <a:lnTo>
                    <a:pt x="994980" y="266331"/>
                  </a:lnTo>
                  <a:lnTo>
                    <a:pt x="995685" y="267087"/>
                  </a:lnTo>
                  <a:lnTo>
                    <a:pt x="993536" y="268896"/>
                  </a:lnTo>
                  <a:lnTo>
                    <a:pt x="992768" y="270626"/>
                  </a:lnTo>
                  <a:lnTo>
                    <a:pt x="991380" y="272316"/>
                  </a:lnTo>
                  <a:lnTo>
                    <a:pt x="989737" y="273101"/>
                  </a:lnTo>
                  <a:lnTo>
                    <a:pt x="988972" y="273221"/>
                  </a:lnTo>
                  <a:lnTo>
                    <a:pt x="988497" y="273054"/>
                  </a:lnTo>
                  <a:lnTo>
                    <a:pt x="989297" y="274665"/>
                  </a:lnTo>
                  <a:lnTo>
                    <a:pt x="987808" y="275055"/>
                  </a:lnTo>
                  <a:lnTo>
                    <a:pt x="988205" y="276190"/>
                  </a:lnTo>
                  <a:lnTo>
                    <a:pt x="989983" y="277578"/>
                  </a:lnTo>
                  <a:lnTo>
                    <a:pt x="990952" y="277893"/>
                  </a:lnTo>
                  <a:lnTo>
                    <a:pt x="991991" y="278664"/>
                  </a:lnTo>
                  <a:lnTo>
                    <a:pt x="993098" y="278502"/>
                  </a:lnTo>
                  <a:lnTo>
                    <a:pt x="993747" y="278742"/>
                  </a:lnTo>
                  <a:lnTo>
                    <a:pt x="992334" y="282930"/>
                  </a:lnTo>
                  <a:lnTo>
                    <a:pt x="991771" y="286128"/>
                  </a:lnTo>
                  <a:lnTo>
                    <a:pt x="990457" y="288338"/>
                  </a:lnTo>
                  <a:lnTo>
                    <a:pt x="990579" y="292316"/>
                  </a:lnTo>
                  <a:lnTo>
                    <a:pt x="989802" y="296992"/>
                  </a:lnTo>
                  <a:lnTo>
                    <a:pt x="986652" y="304713"/>
                  </a:lnTo>
                  <a:lnTo>
                    <a:pt x="982648" y="308598"/>
                  </a:lnTo>
                  <a:lnTo>
                    <a:pt x="980006" y="313748"/>
                  </a:lnTo>
                  <a:lnTo>
                    <a:pt x="976779" y="316644"/>
                  </a:lnTo>
                  <a:lnTo>
                    <a:pt x="974419" y="319563"/>
                  </a:lnTo>
                  <a:lnTo>
                    <a:pt x="974357" y="324710"/>
                  </a:lnTo>
                  <a:lnTo>
                    <a:pt x="968438" y="329294"/>
                  </a:lnTo>
                  <a:lnTo>
                    <a:pt x="968518" y="329435"/>
                  </a:lnTo>
                  <a:lnTo>
                    <a:pt x="967216" y="330665"/>
                  </a:lnTo>
                  <a:lnTo>
                    <a:pt x="964425" y="332046"/>
                  </a:lnTo>
                  <a:lnTo>
                    <a:pt x="961213" y="331558"/>
                  </a:lnTo>
                  <a:lnTo>
                    <a:pt x="960294" y="331647"/>
                  </a:lnTo>
                  <a:lnTo>
                    <a:pt x="957735" y="330622"/>
                  </a:lnTo>
                  <a:lnTo>
                    <a:pt x="950565" y="331286"/>
                  </a:lnTo>
                  <a:lnTo>
                    <a:pt x="949746" y="330968"/>
                  </a:lnTo>
                  <a:lnTo>
                    <a:pt x="948531" y="331692"/>
                  </a:lnTo>
                  <a:lnTo>
                    <a:pt x="946684" y="332053"/>
                  </a:lnTo>
                  <a:lnTo>
                    <a:pt x="946386" y="332496"/>
                  </a:lnTo>
                  <a:lnTo>
                    <a:pt x="945100" y="333262"/>
                  </a:lnTo>
                  <a:lnTo>
                    <a:pt x="941627" y="333838"/>
                  </a:lnTo>
                  <a:lnTo>
                    <a:pt x="939148" y="333745"/>
                  </a:lnTo>
                  <a:lnTo>
                    <a:pt x="939080" y="334073"/>
                  </a:lnTo>
                  <a:lnTo>
                    <a:pt x="939237" y="336375"/>
                  </a:lnTo>
                  <a:lnTo>
                    <a:pt x="939598" y="336583"/>
                  </a:lnTo>
                  <a:lnTo>
                    <a:pt x="939414" y="337308"/>
                  </a:lnTo>
                  <a:lnTo>
                    <a:pt x="939840" y="339048"/>
                  </a:lnTo>
                  <a:lnTo>
                    <a:pt x="939907" y="340380"/>
                  </a:lnTo>
                  <a:lnTo>
                    <a:pt x="940380" y="341434"/>
                  </a:lnTo>
                  <a:lnTo>
                    <a:pt x="940797" y="341756"/>
                  </a:lnTo>
                  <a:lnTo>
                    <a:pt x="940935" y="342356"/>
                  </a:lnTo>
                  <a:lnTo>
                    <a:pt x="941400" y="342767"/>
                  </a:lnTo>
                  <a:lnTo>
                    <a:pt x="941251" y="343115"/>
                  </a:lnTo>
                  <a:lnTo>
                    <a:pt x="941536" y="344040"/>
                  </a:lnTo>
                  <a:lnTo>
                    <a:pt x="941002" y="344502"/>
                  </a:lnTo>
                  <a:lnTo>
                    <a:pt x="940632" y="345941"/>
                  </a:lnTo>
                  <a:lnTo>
                    <a:pt x="939976" y="346363"/>
                  </a:lnTo>
                  <a:lnTo>
                    <a:pt x="940105" y="346522"/>
                  </a:lnTo>
                  <a:lnTo>
                    <a:pt x="938038" y="349250"/>
                  </a:lnTo>
                  <a:lnTo>
                    <a:pt x="938006" y="350086"/>
                  </a:lnTo>
                  <a:lnTo>
                    <a:pt x="936805" y="351297"/>
                  </a:lnTo>
                  <a:lnTo>
                    <a:pt x="934461" y="354476"/>
                  </a:lnTo>
                  <a:lnTo>
                    <a:pt x="934221" y="355527"/>
                  </a:lnTo>
                  <a:lnTo>
                    <a:pt x="929126" y="362450"/>
                  </a:lnTo>
                  <a:lnTo>
                    <a:pt x="922110" y="364722"/>
                  </a:lnTo>
                  <a:lnTo>
                    <a:pt x="918635" y="367146"/>
                  </a:lnTo>
                  <a:lnTo>
                    <a:pt x="914665" y="370495"/>
                  </a:lnTo>
                  <a:lnTo>
                    <a:pt x="913312" y="370805"/>
                  </a:lnTo>
                  <a:lnTo>
                    <a:pt x="912283" y="371578"/>
                  </a:lnTo>
                  <a:lnTo>
                    <a:pt x="911536" y="372828"/>
                  </a:lnTo>
                  <a:lnTo>
                    <a:pt x="911420" y="374105"/>
                  </a:lnTo>
                  <a:lnTo>
                    <a:pt x="910653" y="377124"/>
                  </a:lnTo>
                  <a:lnTo>
                    <a:pt x="910322" y="377971"/>
                  </a:lnTo>
                  <a:lnTo>
                    <a:pt x="909915" y="378262"/>
                  </a:lnTo>
                  <a:lnTo>
                    <a:pt x="909990" y="380200"/>
                  </a:lnTo>
                  <a:lnTo>
                    <a:pt x="907890" y="384076"/>
                  </a:lnTo>
                  <a:lnTo>
                    <a:pt x="908084" y="384425"/>
                  </a:lnTo>
                  <a:lnTo>
                    <a:pt x="907942" y="384688"/>
                  </a:lnTo>
                  <a:lnTo>
                    <a:pt x="905533" y="386517"/>
                  </a:lnTo>
                  <a:lnTo>
                    <a:pt x="904856" y="387738"/>
                  </a:lnTo>
                  <a:lnTo>
                    <a:pt x="904472" y="387785"/>
                  </a:lnTo>
                  <a:lnTo>
                    <a:pt x="902705" y="389288"/>
                  </a:lnTo>
                  <a:lnTo>
                    <a:pt x="901912" y="389692"/>
                  </a:lnTo>
                  <a:lnTo>
                    <a:pt x="901299" y="390709"/>
                  </a:lnTo>
                  <a:lnTo>
                    <a:pt x="900424" y="391008"/>
                  </a:lnTo>
                  <a:lnTo>
                    <a:pt x="899392" y="392659"/>
                  </a:lnTo>
                  <a:lnTo>
                    <a:pt x="898643" y="392716"/>
                  </a:lnTo>
                  <a:lnTo>
                    <a:pt x="898255" y="393910"/>
                  </a:lnTo>
                  <a:lnTo>
                    <a:pt x="898445" y="394154"/>
                  </a:lnTo>
                  <a:lnTo>
                    <a:pt x="896661" y="395135"/>
                  </a:lnTo>
                  <a:lnTo>
                    <a:pt x="896735" y="394376"/>
                  </a:lnTo>
                  <a:lnTo>
                    <a:pt x="895942" y="394722"/>
                  </a:lnTo>
                  <a:lnTo>
                    <a:pt x="895682" y="394135"/>
                  </a:lnTo>
                  <a:lnTo>
                    <a:pt x="895262" y="393938"/>
                  </a:lnTo>
                  <a:lnTo>
                    <a:pt x="891881" y="393936"/>
                  </a:lnTo>
                  <a:lnTo>
                    <a:pt x="891319" y="394427"/>
                  </a:lnTo>
                  <a:lnTo>
                    <a:pt x="891541" y="393643"/>
                  </a:lnTo>
                  <a:lnTo>
                    <a:pt x="891224" y="392559"/>
                  </a:lnTo>
                  <a:lnTo>
                    <a:pt x="891183" y="390514"/>
                  </a:lnTo>
                  <a:lnTo>
                    <a:pt x="891373" y="390016"/>
                  </a:lnTo>
                  <a:lnTo>
                    <a:pt x="891138" y="389587"/>
                  </a:lnTo>
                  <a:lnTo>
                    <a:pt x="890610" y="389667"/>
                  </a:lnTo>
                  <a:lnTo>
                    <a:pt x="890462" y="389942"/>
                  </a:lnTo>
                  <a:lnTo>
                    <a:pt x="889601" y="389804"/>
                  </a:lnTo>
                  <a:lnTo>
                    <a:pt x="888733" y="390791"/>
                  </a:lnTo>
                  <a:lnTo>
                    <a:pt x="888458" y="389668"/>
                  </a:lnTo>
                  <a:lnTo>
                    <a:pt x="887530" y="388865"/>
                  </a:lnTo>
                  <a:lnTo>
                    <a:pt x="887278" y="387256"/>
                  </a:lnTo>
                  <a:lnTo>
                    <a:pt x="883902" y="383669"/>
                  </a:lnTo>
                  <a:lnTo>
                    <a:pt x="882098" y="382878"/>
                  </a:lnTo>
                  <a:lnTo>
                    <a:pt x="881569" y="382217"/>
                  </a:lnTo>
                  <a:lnTo>
                    <a:pt x="880801" y="380434"/>
                  </a:lnTo>
                  <a:lnTo>
                    <a:pt x="876698" y="378068"/>
                  </a:lnTo>
                  <a:lnTo>
                    <a:pt x="875425" y="377972"/>
                  </a:lnTo>
                  <a:lnTo>
                    <a:pt x="872124" y="380682"/>
                  </a:lnTo>
                  <a:lnTo>
                    <a:pt x="871581" y="381906"/>
                  </a:lnTo>
                  <a:lnTo>
                    <a:pt x="868748" y="382909"/>
                  </a:lnTo>
                  <a:lnTo>
                    <a:pt x="869054" y="383724"/>
                  </a:lnTo>
                  <a:lnTo>
                    <a:pt x="868444" y="384571"/>
                  </a:lnTo>
                  <a:lnTo>
                    <a:pt x="867201" y="385428"/>
                  </a:lnTo>
                  <a:lnTo>
                    <a:pt x="865139" y="385680"/>
                  </a:lnTo>
                  <a:lnTo>
                    <a:pt x="864692" y="385999"/>
                  </a:lnTo>
                  <a:lnTo>
                    <a:pt x="864078" y="387169"/>
                  </a:lnTo>
                  <a:lnTo>
                    <a:pt x="864066" y="388169"/>
                  </a:lnTo>
                  <a:lnTo>
                    <a:pt x="863364" y="389024"/>
                  </a:lnTo>
                  <a:lnTo>
                    <a:pt x="863542" y="389978"/>
                  </a:lnTo>
                  <a:lnTo>
                    <a:pt x="863190" y="390880"/>
                  </a:lnTo>
                  <a:lnTo>
                    <a:pt x="863349" y="391041"/>
                  </a:lnTo>
                  <a:lnTo>
                    <a:pt x="862847" y="391442"/>
                  </a:lnTo>
                  <a:lnTo>
                    <a:pt x="862635" y="393810"/>
                  </a:lnTo>
                  <a:lnTo>
                    <a:pt x="862164" y="394267"/>
                  </a:lnTo>
                  <a:lnTo>
                    <a:pt x="861635" y="395454"/>
                  </a:lnTo>
                  <a:lnTo>
                    <a:pt x="861840" y="397484"/>
                  </a:lnTo>
                  <a:lnTo>
                    <a:pt x="862274" y="398484"/>
                  </a:lnTo>
                  <a:lnTo>
                    <a:pt x="861518" y="398165"/>
                  </a:lnTo>
                  <a:lnTo>
                    <a:pt x="861519" y="397860"/>
                  </a:lnTo>
                  <a:lnTo>
                    <a:pt x="860132" y="396799"/>
                  </a:lnTo>
                  <a:lnTo>
                    <a:pt x="859725" y="396882"/>
                  </a:lnTo>
                  <a:lnTo>
                    <a:pt x="857993" y="396137"/>
                  </a:lnTo>
                  <a:lnTo>
                    <a:pt x="857213" y="396251"/>
                  </a:lnTo>
                  <a:lnTo>
                    <a:pt x="856242" y="395045"/>
                  </a:lnTo>
                  <a:lnTo>
                    <a:pt x="854101" y="394137"/>
                  </a:lnTo>
                  <a:lnTo>
                    <a:pt x="853513" y="394428"/>
                  </a:lnTo>
                  <a:lnTo>
                    <a:pt x="853207" y="394210"/>
                  </a:lnTo>
                  <a:lnTo>
                    <a:pt x="852110" y="394105"/>
                  </a:lnTo>
                  <a:lnTo>
                    <a:pt x="851179" y="394341"/>
                  </a:lnTo>
                  <a:lnTo>
                    <a:pt x="850713" y="394084"/>
                  </a:lnTo>
                  <a:lnTo>
                    <a:pt x="848955" y="394729"/>
                  </a:lnTo>
                  <a:lnTo>
                    <a:pt x="845815" y="394984"/>
                  </a:lnTo>
                  <a:lnTo>
                    <a:pt x="845095" y="394807"/>
                  </a:lnTo>
                  <a:lnTo>
                    <a:pt x="843979" y="395430"/>
                  </a:lnTo>
                  <a:lnTo>
                    <a:pt x="843659" y="395397"/>
                  </a:lnTo>
                  <a:lnTo>
                    <a:pt x="843334" y="395787"/>
                  </a:lnTo>
                  <a:lnTo>
                    <a:pt x="842366" y="395945"/>
                  </a:lnTo>
                  <a:lnTo>
                    <a:pt x="841742" y="396455"/>
                  </a:lnTo>
                  <a:lnTo>
                    <a:pt x="840351" y="395794"/>
                  </a:lnTo>
                  <a:lnTo>
                    <a:pt x="839451" y="395777"/>
                  </a:lnTo>
                  <a:lnTo>
                    <a:pt x="833894" y="396942"/>
                  </a:lnTo>
                  <a:lnTo>
                    <a:pt x="832271" y="395488"/>
                  </a:lnTo>
                  <a:lnTo>
                    <a:pt x="828665" y="393060"/>
                  </a:lnTo>
                  <a:lnTo>
                    <a:pt x="829468" y="386871"/>
                  </a:lnTo>
                  <a:lnTo>
                    <a:pt x="829488" y="386715"/>
                  </a:lnTo>
                  <a:lnTo>
                    <a:pt x="827543" y="387263"/>
                  </a:lnTo>
                  <a:lnTo>
                    <a:pt x="825546" y="388063"/>
                  </a:lnTo>
                  <a:lnTo>
                    <a:pt x="824238" y="387319"/>
                  </a:lnTo>
                  <a:lnTo>
                    <a:pt x="824040" y="387392"/>
                  </a:lnTo>
                  <a:lnTo>
                    <a:pt x="822960" y="386504"/>
                  </a:lnTo>
                  <a:lnTo>
                    <a:pt x="822707" y="386662"/>
                  </a:lnTo>
                  <a:lnTo>
                    <a:pt x="822390" y="386228"/>
                  </a:lnTo>
                  <a:lnTo>
                    <a:pt x="822080" y="386223"/>
                  </a:lnTo>
                  <a:lnTo>
                    <a:pt x="821246" y="386565"/>
                  </a:lnTo>
                  <a:lnTo>
                    <a:pt x="821048" y="386454"/>
                  </a:lnTo>
                  <a:lnTo>
                    <a:pt x="820964" y="386846"/>
                  </a:lnTo>
                  <a:lnTo>
                    <a:pt x="820236" y="386927"/>
                  </a:lnTo>
                  <a:lnTo>
                    <a:pt x="819917" y="387275"/>
                  </a:lnTo>
                  <a:lnTo>
                    <a:pt x="819520" y="387186"/>
                  </a:lnTo>
                  <a:lnTo>
                    <a:pt x="819313" y="387517"/>
                  </a:lnTo>
                  <a:lnTo>
                    <a:pt x="818581" y="387453"/>
                  </a:lnTo>
                  <a:lnTo>
                    <a:pt x="818476" y="387981"/>
                  </a:lnTo>
                  <a:lnTo>
                    <a:pt x="817814" y="388208"/>
                  </a:lnTo>
                  <a:lnTo>
                    <a:pt x="817643" y="388647"/>
                  </a:lnTo>
                  <a:lnTo>
                    <a:pt x="816878" y="388753"/>
                  </a:lnTo>
                  <a:lnTo>
                    <a:pt x="816749" y="389207"/>
                  </a:lnTo>
                  <a:lnTo>
                    <a:pt x="816640" y="388855"/>
                  </a:lnTo>
                  <a:lnTo>
                    <a:pt x="815963" y="388713"/>
                  </a:lnTo>
                  <a:lnTo>
                    <a:pt x="815609" y="388150"/>
                  </a:lnTo>
                  <a:lnTo>
                    <a:pt x="814888" y="388198"/>
                  </a:lnTo>
                  <a:lnTo>
                    <a:pt x="814301" y="387807"/>
                  </a:lnTo>
                  <a:lnTo>
                    <a:pt x="814172" y="387639"/>
                  </a:lnTo>
                  <a:lnTo>
                    <a:pt x="814410" y="387268"/>
                  </a:lnTo>
                  <a:lnTo>
                    <a:pt x="813993" y="387176"/>
                  </a:lnTo>
                  <a:lnTo>
                    <a:pt x="814161" y="386884"/>
                  </a:lnTo>
                  <a:lnTo>
                    <a:pt x="812976" y="386050"/>
                  </a:lnTo>
                  <a:lnTo>
                    <a:pt x="812911" y="385412"/>
                  </a:lnTo>
                  <a:lnTo>
                    <a:pt x="812079" y="384531"/>
                  </a:lnTo>
                  <a:lnTo>
                    <a:pt x="812015" y="383995"/>
                  </a:lnTo>
                  <a:lnTo>
                    <a:pt x="811539" y="383622"/>
                  </a:lnTo>
                  <a:lnTo>
                    <a:pt x="811479" y="382643"/>
                  </a:lnTo>
                  <a:lnTo>
                    <a:pt x="810704" y="382237"/>
                  </a:lnTo>
                  <a:lnTo>
                    <a:pt x="810428" y="382526"/>
                  </a:lnTo>
                  <a:lnTo>
                    <a:pt x="809509" y="382492"/>
                  </a:lnTo>
                  <a:lnTo>
                    <a:pt x="809163" y="382839"/>
                  </a:lnTo>
                  <a:lnTo>
                    <a:pt x="808558" y="382950"/>
                  </a:lnTo>
                  <a:lnTo>
                    <a:pt x="807358" y="383848"/>
                  </a:lnTo>
                  <a:lnTo>
                    <a:pt x="804631" y="384587"/>
                  </a:lnTo>
                  <a:lnTo>
                    <a:pt x="801365" y="386368"/>
                  </a:lnTo>
                  <a:lnTo>
                    <a:pt x="798986" y="388057"/>
                  </a:lnTo>
                  <a:lnTo>
                    <a:pt x="798290" y="388224"/>
                  </a:lnTo>
                  <a:lnTo>
                    <a:pt x="796785" y="387923"/>
                  </a:lnTo>
                  <a:lnTo>
                    <a:pt x="796159" y="388076"/>
                  </a:lnTo>
                  <a:lnTo>
                    <a:pt x="795984" y="388495"/>
                  </a:lnTo>
                  <a:lnTo>
                    <a:pt x="795481" y="388418"/>
                  </a:lnTo>
                  <a:lnTo>
                    <a:pt x="795448" y="388690"/>
                  </a:lnTo>
                  <a:lnTo>
                    <a:pt x="794939" y="389092"/>
                  </a:lnTo>
                  <a:lnTo>
                    <a:pt x="784542" y="387291"/>
                  </a:lnTo>
                  <a:lnTo>
                    <a:pt x="784320" y="387592"/>
                  </a:lnTo>
                  <a:lnTo>
                    <a:pt x="783543" y="387314"/>
                  </a:lnTo>
                  <a:lnTo>
                    <a:pt x="782814" y="387607"/>
                  </a:lnTo>
                  <a:lnTo>
                    <a:pt x="782573" y="387447"/>
                  </a:lnTo>
                  <a:lnTo>
                    <a:pt x="782403" y="387703"/>
                  </a:lnTo>
                  <a:lnTo>
                    <a:pt x="781818" y="387424"/>
                  </a:lnTo>
                  <a:lnTo>
                    <a:pt x="781269" y="387794"/>
                  </a:lnTo>
                  <a:lnTo>
                    <a:pt x="780401" y="387661"/>
                  </a:lnTo>
                  <a:lnTo>
                    <a:pt x="779194" y="386844"/>
                  </a:lnTo>
                  <a:lnTo>
                    <a:pt x="779198" y="386551"/>
                  </a:lnTo>
                  <a:lnTo>
                    <a:pt x="778826" y="386753"/>
                  </a:lnTo>
                  <a:lnTo>
                    <a:pt x="778345" y="386344"/>
                  </a:lnTo>
                  <a:lnTo>
                    <a:pt x="777832" y="386340"/>
                  </a:lnTo>
                  <a:lnTo>
                    <a:pt x="777548" y="386019"/>
                  </a:lnTo>
                  <a:lnTo>
                    <a:pt x="776902" y="385836"/>
                  </a:lnTo>
                  <a:lnTo>
                    <a:pt x="775882" y="384713"/>
                  </a:lnTo>
                  <a:lnTo>
                    <a:pt x="775380" y="383412"/>
                  </a:lnTo>
                  <a:lnTo>
                    <a:pt x="774640" y="382958"/>
                  </a:lnTo>
                  <a:lnTo>
                    <a:pt x="774641" y="382552"/>
                  </a:lnTo>
                  <a:lnTo>
                    <a:pt x="774306" y="382239"/>
                  </a:lnTo>
                  <a:lnTo>
                    <a:pt x="773888" y="382243"/>
                  </a:lnTo>
                  <a:lnTo>
                    <a:pt x="773940" y="381990"/>
                  </a:lnTo>
                  <a:lnTo>
                    <a:pt x="773617" y="381902"/>
                  </a:lnTo>
                  <a:lnTo>
                    <a:pt x="773462" y="381542"/>
                  </a:lnTo>
                  <a:lnTo>
                    <a:pt x="773558" y="379940"/>
                  </a:lnTo>
                  <a:lnTo>
                    <a:pt x="773234" y="379282"/>
                  </a:lnTo>
                  <a:lnTo>
                    <a:pt x="773578" y="378213"/>
                  </a:lnTo>
                  <a:lnTo>
                    <a:pt x="772325" y="377084"/>
                  </a:lnTo>
                  <a:lnTo>
                    <a:pt x="772137" y="376633"/>
                  </a:lnTo>
                  <a:lnTo>
                    <a:pt x="768912" y="378833"/>
                  </a:lnTo>
                  <a:lnTo>
                    <a:pt x="768706" y="380635"/>
                  </a:lnTo>
                  <a:lnTo>
                    <a:pt x="767443" y="381765"/>
                  </a:lnTo>
                  <a:lnTo>
                    <a:pt x="765943" y="382704"/>
                  </a:lnTo>
                  <a:lnTo>
                    <a:pt x="765395" y="383483"/>
                  </a:lnTo>
                  <a:lnTo>
                    <a:pt x="762943" y="384415"/>
                  </a:lnTo>
                  <a:lnTo>
                    <a:pt x="760598" y="387726"/>
                  </a:lnTo>
                  <a:lnTo>
                    <a:pt x="758327" y="388328"/>
                  </a:lnTo>
                  <a:lnTo>
                    <a:pt x="756306" y="389614"/>
                  </a:lnTo>
                  <a:lnTo>
                    <a:pt x="754328" y="392558"/>
                  </a:lnTo>
                  <a:lnTo>
                    <a:pt x="751930" y="394296"/>
                  </a:lnTo>
                  <a:lnTo>
                    <a:pt x="750704" y="394707"/>
                  </a:lnTo>
                  <a:lnTo>
                    <a:pt x="750422" y="394585"/>
                  </a:lnTo>
                  <a:lnTo>
                    <a:pt x="748717" y="395342"/>
                  </a:lnTo>
                  <a:lnTo>
                    <a:pt x="747144" y="396771"/>
                  </a:lnTo>
                  <a:lnTo>
                    <a:pt x="746410" y="398864"/>
                  </a:lnTo>
                  <a:lnTo>
                    <a:pt x="745717" y="400104"/>
                  </a:lnTo>
                  <a:lnTo>
                    <a:pt x="745072" y="400599"/>
                  </a:lnTo>
                  <a:lnTo>
                    <a:pt x="743577" y="400890"/>
                  </a:lnTo>
                  <a:lnTo>
                    <a:pt x="741819" y="402446"/>
                  </a:lnTo>
                  <a:lnTo>
                    <a:pt x="740873" y="403624"/>
                  </a:lnTo>
                  <a:lnTo>
                    <a:pt x="738932" y="404819"/>
                  </a:lnTo>
                  <a:lnTo>
                    <a:pt x="737765" y="405936"/>
                  </a:lnTo>
                  <a:lnTo>
                    <a:pt x="738703" y="407072"/>
                  </a:lnTo>
                  <a:lnTo>
                    <a:pt x="736826" y="409847"/>
                  </a:lnTo>
                  <a:lnTo>
                    <a:pt x="736709" y="410920"/>
                  </a:lnTo>
                  <a:lnTo>
                    <a:pt x="735867" y="411845"/>
                  </a:lnTo>
                  <a:lnTo>
                    <a:pt x="733226" y="413837"/>
                  </a:lnTo>
                  <a:lnTo>
                    <a:pt x="727526" y="416810"/>
                  </a:lnTo>
                  <a:lnTo>
                    <a:pt x="726758" y="418144"/>
                  </a:lnTo>
                  <a:lnTo>
                    <a:pt x="727550" y="420429"/>
                  </a:lnTo>
                  <a:lnTo>
                    <a:pt x="726971" y="421355"/>
                  </a:lnTo>
                  <a:lnTo>
                    <a:pt x="723198" y="423202"/>
                  </a:lnTo>
                  <a:lnTo>
                    <a:pt x="721986" y="423343"/>
                  </a:lnTo>
                  <a:lnTo>
                    <a:pt x="720243" y="423196"/>
                  </a:lnTo>
                  <a:lnTo>
                    <a:pt x="719124" y="423553"/>
                  </a:lnTo>
                  <a:lnTo>
                    <a:pt x="713009" y="426334"/>
                  </a:lnTo>
                  <a:lnTo>
                    <a:pt x="712583" y="426962"/>
                  </a:lnTo>
                  <a:lnTo>
                    <a:pt x="711836" y="427236"/>
                  </a:lnTo>
                  <a:lnTo>
                    <a:pt x="711126" y="427234"/>
                  </a:lnTo>
                  <a:lnTo>
                    <a:pt x="709668" y="426747"/>
                  </a:lnTo>
                  <a:lnTo>
                    <a:pt x="707879" y="429868"/>
                  </a:lnTo>
                  <a:lnTo>
                    <a:pt x="706900" y="430489"/>
                  </a:lnTo>
                  <a:lnTo>
                    <a:pt x="706544" y="432000"/>
                  </a:lnTo>
                  <a:lnTo>
                    <a:pt x="706630" y="433716"/>
                  </a:lnTo>
                  <a:lnTo>
                    <a:pt x="705291" y="436775"/>
                  </a:lnTo>
                  <a:lnTo>
                    <a:pt x="705072" y="437993"/>
                  </a:lnTo>
                  <a:lnTo>
                    <a:pt x="704569" y="438851"/>
                  </a:lnTo>
                  <a:lnTo>
                    <a:pt x="703527" y="439880"/>
                  </a:lnTo>
                  <a:lnTo>
                    <a:pt x="700499" y="440774"/>
                  </a:lnTo>
                  <a:lnTo>
                    <a:pt x="698717" y="440933"/>
                  </a:lnTo>
                  <a:lnTo>
                    <a:pt x="698446" y="441383"/>
                  </a:lnTo>
                  <a:lnTo>
                    <a:pt x="698433" y="442302"/>
                  </a:lnTo>
                  <a:lnTo>
                    <a:pt x="697606" y="442633"/>
                  </a:lnTo>
                  <a:lnTo>
                    <a:pt x="694586" y="442285"/>
                  </a:lnTo>
                  <a:lnTo>
                    <a:pt x="692716" y="441606"/>
                  </a:lnTo>
                  <a:lnTo>
                    <a:pt x="690480" y="441822"/>
                  </a:lnTo>
                  <a:lnTo>
                    <a:pt x="686680" y="441073"/>
                  </a:lnTo>
                  <a:lnTo>
                    <a:pt x="685952" y="441284"/>
                  </a:lnTo>
                  <a:lnTo>
                    <a:pt x="685205" y="443787"/>
                  </a:lnTo>
                  <a:lnTo>
                    <a:pt x="685018" y="446670"/>
                  </a:lnTo>
                  <a:lnTo>
                    <a:pt x="685219" y="449150"/>
                  </a:lnTo>
                  <a:lnTo>
                    <a:pt x="685960" y="451043"/>
                  </a:lnTo>
                  <a:lnTo>
                    <a:pt x="686535" y="451443"/>
                  </a:lnTo>
                  <a:lnTo>
                    <a:pt x="687334" y="451726"/>
                  </a:lnTo>
                  <a:lnTo>
                    <a:pt x="691182" y="454290"/>
                  </a:lnTo>
                  <a:lnTo>
                    <a:pt x="692553" y="454860"/>
                  </a:lnTo>
                  <a:lnTo>
                    <a:pt x="694160" y="457543"/>
                  </a:lnTo>
                  <a:lnTo>
                    <a:pt x="693970" y="457947"/>
                  </a:lnTo>
                  <a:lnTo>
                    <a:pt x="694258" y="458585"/>
                  </a:lnTo>
                  <a:lnTo>
                    <a:pt x="694839" y="466875"/>
                  </a:lnTo>
                  <a:lnTo>
                    <a:pt x="693156" y="467943"/>
                  </a:lnTo>
                  <a:lnTo>
                    <a:pt x="691866" y="467982"/>
                  </a:lnTo>
                  <a:lnTo>
                    <a:pt x="691306" y="468529"/>
                  </a:lnTo>
                  <a:lnTo>
                    <a:pt x="691181" y="468991"/>
                  </a:lnTo>
                  <a:lnTo>
                    <a:pt x="690723" y="469236"/>
                  </a:lnTo>
                  <a:lnTo>
                    <a:pt x="690241" y="470009"/>
                  </a:lnTo>
                  <a:lnTo>
                    <a:pt x="690378" y="470257"/>
                  </a:lnTo>
                  <a:lnTo>
                    <a:pt x="688558" y="471606"/>
                  </a:lnTo>
                  <a:lnTo>
                    <a:pt x="687387" y="473104"/>
                  </a:lnTo>
                  <a:lnTo>
                    <a:pt x="684367" y="474769"/>
                  </a:lnTo>
                  <a:lnTo>
                    <a:pt x="681864" y="475510"/>
                  </a:lnTo>
                  <a:lnTo>
                    <a:pt x="680997" y="476284"/>
                  </a:lnTo>
                  <a:lnTo>
                    <a:pt x="680168" y="476352"/>
                  </a:lnTo>
                  <a:lnTo>
                    <a:pt x="680001" y="476578"/>
                  </a:lnTo>
                  <a:lnTo>
                    <a:pt x="678459" y="476950"/>
                  </a:lnTo>
                  <a:lnTo>
                    <a:pt x="677890" y="477310"/>
                  </a:lnTo>
                  <a:lnTo>
                    <a:pt x="677361" y="478465"/>
                  </a:lnTo>
                  <a:lnTo>
                    <a:pt x="677372" y="478692"/>
                  </a:lnTo>
                  <a:lnTo>
                    <a:pt x="677762" y="478780"/>
                  </a:lnTo>
                  <a:lnTo>
                    <a:pt x="677743" y="479141"/>
                  </a:lnTo>
                  <a:lnTo>
                    <a:pt x="677281" y="479954"/>
                  </a:lnTo>
                  <a:lnTo>
                    <a:pt x="675999" y="481229"/>
                  </a:lnTo>
                  <a:lnTo>
                    <a:pt x="676242" y="481554"/>
                  </a:lnTo>
                  <a:lnTo>
                    <a:pt x="675239" y="482252"/>
                  </a:lnTo>
                  <a:lnTo>
                    <a:pt x="674350" y="482575"/>
                  </a:lnTo>
                  <a:lnTo>
                    <a:pt x="672271" y="482671"/>
                  </a:lnTo>
                  <a:lnTo>
                    <a:pt x="670437" y="483503"/>
                  </a:lnTo>
                  <a:lnTo>
                    <a:pt x="669505" y="483667"/>
                  </a:lnTo>
                  <a:lnTo>
                    <a:pt x="668554" y="484243"/>
                  </a:lnTo>
                  <a:lnTo>
                    <a:pt x="666874" y="484591"/>
                  </a:lnTo>
                  <a:lnTo>
                    <a:pt x="665586" y="483755"/>
                  </a:lnTo>
                  <a:lnTo>
                    <a:pt x="663114" y="484626"/>
                  </a:lnTo>
                  <a:lnTo>
                    <a:pt x="662168" y="485860"/>
                  </a:lnTo>
                  <a:lnTo>
                    <a:pt x="662073" y="486195"/>
                  </a:lnTo>
                  <a:lnTo>
                    <a:pt x="662377" y="486657"/>
                  </a:lnTo>
                  <a:lnTo>
                    <a:pt x="661303" y="487633"/>
                  </a:lnTo>
                  <a:lnTo>
                    <a:pt x="660021" y="488269"/>
                  </a:lnTo>
                  <a:lnTo>
                    <a:pt x="658709" y="488533"/>
                  </a:lnTo>
                  <a:lnTo>
                    <a:pt x="656819" y="489656"/>
                  </a:lnTo>
                  <a:lnTo>
                    <a:pt x="655506" y="489884"/>
                  </a:lnTo>
                  <a:lnTo>
                    <a:pt x="654371" y="490563"/>
                  </a:lnTo>
                  <a:lnTo>
                    <a:pt x="651210" y="491750"/>
                  </a:lnTo>
                  <a:lnTo>
                    <a:pt x="648098" y="491612"/>
                  </a:lnTo>
                  <a:lnTo>
                    <a:pt x="647114" y="493183"/>
                  </a:lnTo>
                  <a:lnTo>
                    <a:pt x="645206" y="498069"/>
                  </a:lnTo>
                  <a:lnTo>
                    <a:pt x="643506" y="499573"/>
                  </a:lnTo>
                  <a:lnTo>
                    <a:pt x="639343" y="502282"/>
                  </a:lnTo>
                  <a:lnTo>
                    <a:pt x="637778" y="504016"/>
                  </a:lnTo>
                  <a:lnTo>
                    <a:pt x="635444" y="504955"/>
                  </a:lnTo>
                  <a:lnTo>
                    <a:pt x="633368" y="506412"/>
                  </a:lnTo>
                  <a:lnTo>
                    <a:pt x="631502" y="506905"/>
                  </a:lnTo>
                  <a:lnTo>
                    <a:pt x="629584" y="508148"/>
                  </a:lnTo>
                  <a:lnTo>
                    <a:pt x="628337" y="508120"/>
                  </a:lnTo>
                  <a:lnTo>
                    <a:pt x="629398" y="509047"/>
                  </a:lnTo>
                  <a:lnTo>
                    <a:pt x="627812" y="509844"/>
                  </a:lnTo>
                  <a:lnTo>
                    <a:pt x="627700" y="509710"/>
                  </a:lnTo>
                  <a:lnTo>
                    <a:pt x="627144" y="510008"/>
                  </a:lnTo>
                  <a:lnTo>
                    <a:pt x="626699" y="509662"/>
                  </a:lnTo>
                  <a:lnTo>
                    <a:pt x="626696" y="509365"/>
                  </a:lnTo>
                  <a:lnTo>
                    <a:pt x="626102" y="509588"/>
                  </a:lnTo>
                  <a:lnTo>
                    <a:pt x="625706" y="510130"/>
                  </a:lnTo>
                  <a:lnTo>
                    <a:pt x="625045" y="510453"/>
                  </a:lnTo>
                  <a:lnTo>
                    <a:pt x="624625" y="510403"/>
                  </a:lnTo>
                  <a:lnTo>
                    <a:pt x="624292" y="510712"/>
                  </a:lnTo>
                  <a:lnTo>
                    <a:pt x="623431" y="510891"/>
                  </a:lnTo>
                  <a:lnTo>
                    <a:pt x="622802" y="511413"/>
                  </a:lnTo>
                  <a:lnTo>
                    <a:pt x="622272" y="511342"/>
                  </a:lnTo>
                  <a:lnTo>
                    <a:pt x="621407" y="511682"/>
                  </a:lnTo>
                  <a:lnTo>
                    <a:pt x="620138" y="512614"/>
                  </a:lnTo>
                  <a:lnTo>
                    <a:pt x="618178" y="513471"/>
                  </a:lnTo>
                  <a:lnTo>
                    <a:pt x="617724" y="513423"/>
                  </a:lnTo>
                  <a:lnTo>
                    <a:pt x="617076" y="514531"/>
                  </a:lnTo>
                  <a:lnTo>
                    <a:pt x="616814" y="514696"/>
                  </a:lnTo>
                  <a:lnTo>
                    <a:pt x="616721" y="514548"/>
                  </a:lnTo>
                  <a:lnTo>
                    <a:pt x="616609" y="513879"/>
                  </a:lnTo>
                  <a:lnTo>
                    <a:pt x="615676" y="512673"/>
                  </a:lnTo>
                  <a:lnTo>
                    <a:pt x="613466" y="511070"/>
                  </a:lnTo>
                  <a:lnTo>
                    <a:pt x="611656" y="510321"/>
                  </a:lnTo>
                  <a:lnTo>
                    <a:pt x="611136" y="509637"/>
                  </a:lnTo>
                  <a:lnTo>
                    <a:pt x="609734" y="509147"/>
                  </a:lnTo>
                  <a:lnTo>
                    <a:pt x="609077" y="508137"/>
                  </a:lnTo>
                  <a:lnTo>
                    <a:pt x="608424" y="506173"/>
                  </a:lnTo>
                  <a:lnTo>
                    <a:pt x="605654" y="504635"/>
                  </a:lnTo>
                  <a:lnTo>
                    <a:pt x="604519" y="504307"/>
                  </a:lnTo>
                  <a:lnTo>
                    <a:pt x="603535" y="504657"/>
                  </a:lnTo>
                  <a:lnTo>
                    <a:pt x="602477" y="505537"/>
                  </a:lnTo>
                  <a:lnTo>
                    <a:pt x="601944" y="505466"/>
                  </a:lnTo>
                  <a:lnTo>
                    <a:pt x="601361" y="504859"/>
                  </a:lnTo>
                  <a:lnTo>
                    <a:pt x="598359" y="504384"/>
                  </a:lnTo>
                  <a:lnTo>
                    <a:pt x="596985" y="502812"/>
                  </a:lnTo>
                  <a:lnTo>
                    <a:pt x="596954" y="502122"/>
                  </a:lnTo>
                  <a:lnTo>
                    <a:pt x="596088" y="501143"/>
                  </a:lnTo>
                  <a:lnTo>
                    <a:pt x="594375" y="500745"/>
                  </a:lnTo>
                  <a:lnTo>
                    <a:pt x="593619" y="500345"/>
                  </a:lnTo>
                  <a:lnTo>
                    <a:pt x="590708" y="498243"/>
                  </a:lnTo>
                  <a:lnTo>
                    <a:pt x="590942" y="496970"/>
                  </a:lnTo>
                  <a:lnTo>
                    <a:pt x="592040" y="494430"/>
                  </a:lnTo>
                  <a:lnTo>
                    <a:pt x="592115" y="493372"/>
                  </a:lnTo>
                  <a:lnTo>
                    <a:pt x="591786" y="491535"/>
                  </a:lnTo>
                  <a:lnTo>
                    <a:pt x="591210" y="490031"/>
                  </a:lnTo>
                  <a:lnTo>
                    <a:pt x="590426" y="488732"/>
                  </a:lnTo>
                  <a:lnTo>
                    <a:pt x="589474" y="488085"/>
                  </a:lnTo>
                  <a:lnTo>
                    <a:pt x="588005" y="487051"/>
                  </a:lnTo>
                  <a:lnTo>
                    <a:pt x="586149" y="488124"/>
                  </a:lnTo>
                  <a:lnTo>
                    <a:pt x="584257" y="489746"/>
                  </a:lnTo>
                  <a:lnTo>
                    <a:pt x="581656" y="490661"/>
                  </a:lnTo>
                  <a:lnTo>
                    <a:pt x="580760" y="490514"/>
                  </a:lnTo>
                  <a:lnTo>
                    <a:pt x="579325" y="490092"/>
                  </a:lnTo>
                  <a:lnTo>
                    <a:pt x="577732" y="489970"/>
                  </a:lnTo>
                  <a:lnTo>
                    <a:pt x="575220" y="490279"/>
                  </a:lnTo>
                  <a:lnTo>
                    <a:pt x="570504" y="492118"/>
                  </a:lnTo>
                  <a:lnTo>
                    <a:pt x="565217" y="492662"/>
                  </a:lnTo>
                  <a:lnTo>
                    <a:pt x="563528" y="493396"/>
                  </a:lnTo>
                  <a:lnTo>
                    <a:pt x="560690" y="495374"/>
                  </a:lnTo>
                  <a:lnTo>
                    <a:pt x="558992" y="498008"/>
                  </a:lnTo>
                  <a:lnTo>
                    <a:pt x="555519" y="498915"/>
                  </a:lnTo>
                  <a:lnTo>
                    <a:pt x="554420" y="499424"/>
                  </a:lnTo>
                  <a:lnTo>
                    <a:pt x="553075" y="499439"/>
                  </a:lnTo>
                  <a:lnTo>
                    <a:pt x="551059" y="499089"/>
                  </a:lnTo>
                  <a:lnTo>
                    <a:pt x="550268" y="499470"/>
                  </a:lnTo>
                  <a:lnTo>
                    <a:pt x="549834" y="500187"/>
                  </a:lnTo>
                  <a:lnTo>
                    <a:pt x="548538" y="501234"/>
                  </a:lnTo>
                  <a:lnTo>
                    <a:pt x="547083" y="501658"/>
                  </a:lnTo>
                  <a:lnTo>
                    <a:pt x="545000" y="501622"/>
                  </a:lnTo>
                  <a:lnTo>
                    <a:pt x="544284" y="502118"/>
                  </a:lnTo>
                  <a:lnTo>
                    <a:pt x="543590" y="502547"/>
                  </a:lnTo>
                  <a:lnTo>
                    <a:pt x="542270" y="502869"/>
                  </a:lnTo>
                  <a:lnTo>
                    <a:pt x="538488" y="502514"/>
                  </a:lnTo>
                  <a:lnTo>
                    <a:pt x="536559" y="502768"/>
                  </a:lnTo>
                  <a:lnTo>
                    <a:pt x="535489" y="499676"/>
                  </a:lnTo>
                  <a:lnTo>
                    <a:pt x="534896" y="498891"/>
                  </a:lnTo>
                  <a:lnTo>
                    <a:pt x="534816" y="498017"/>
                  </a:lnTo>
                  <a:lnTo>
                    <a:pt x="528902" y="489523"/>
                  </a:lnTo>
                  <a:lnTo>
                    <a:pt x="527808" y="490172"/>
                  </a:lnTo>
                  <a:lnTo>
                    <a:pt x="526068" y="490542"/>
                  </a:lnTo>
                  <a:lnTo>
                    <a:pt x="520157" y="489298"/>
                  </a:lnTo>
                  <a:lnTo>
                    <a:pt x="519471" y="488874"/>
                  </a:lnTo>
                  <a:lnTo>
                    <a:pt x="517195" y="488132"/>
                  </a:lnTo>
                  <a:lnTo>
                    <a:pt x="514027" y="488296"/>
                  </a:lnTo>
                  <a:lnTo>
                    <a:pt x="502927" y="493187"/>
                  </a:lnTo>
                  <a:lnTo>
                    <a:pt x="499084" y="493355"/>
                  </a:lnTo>
                  <a:lnTo>
                    <a:pt x="495473" y="494033"/>
                  </a:lnTo>
                  <a:lnTo>
                    <a:pt x="494839" y="494238"/>
                  </a:lnTo>
                  <a:lnTo>
                    <a:pt x="493695" y="492919"/>
                  </a:lnTo>
                  <a:lnTo>
                    <a:pt x="491592" y="491602"/>
                  </a:lnTo>
                  <a:lnTo>
                    <a:pt x="490583" y="488822"/>
                  </a:lnTo>
                  <a:lnTo>
                    <a:pt x="490197" y="488321"/>
                  </a:lnTo>
                  <a:lnTo>
                    <a:pt x="489110" y="487654"/>
                  </a:lnTo>
                  <a:lnTo>
                    <a:pt x="485874" y="486387"/>
                  </a:lnTo>
                  <a:lnTo>
                    <a:pt x="483611" y="486328"/>
                  </a:lnTo>
                  <a:lnTo>
                    <a:pt x="482299" y="485325"/>
                  </a:lnTo>
                  <a:lnTo>
                    <a:pt x="480097" y="484930"/>
                  </a:lnTo>
                  <a:lnTo>
                    <a:pt x="477385" y="484042"/>
                  </a:lnTo>
                  <a:lnTo>
                    <a:pt x="470779" y="482597"/>
                  </a:lnTo>
                  <a:lnTo>
                    <a:pt x="468727" y="482791"/>
                  </a:lnTo>
                  <a:lnTo>
                    <a:pt x="467348" y="481539"/>
                  </a:lnTo>
                  <a:lnTo>
                    <a:pt x="465971" y="481544"/>
                  </a:lnTo>
                  <a:lnTo>
                    <a:pt x="465071" y="484015"/>
                  </a:lnTo>
                  <a:lnTo>
                    <a:pt x="461296" y="482899"/>
                  </a:lnTo>
                  <a:lnTo>
                    <a:pt x="462458" y="480977"/>
                  </a:lnTo>
                  <a:lnTo>
                    <a:pt x="461645" y="480410"/>
                  </a:lnTo>
                  <a:lnTo>
                    <a:pt x="461109" y="479562"/>
                  </a:lnTo>
                  <a:lnTo>
                    <a:pt x="461782" y="475486"/>
                  </a:lnTo>
                  <a:lnTo>
                    <a:pt x="461611" y="475039"/>
                  </a:lnTo>
                  <a:lnTo>
                    <a:pt x="461295" y="475578"/>
                  </a:lnTo>
                  <a:lnTo>
                    <a:pt x="457608" y="476552"/>
                  </a:lnTo>
                  <a:lnTo>
                    <a:pt x="455384" y="479941"/>
                  </a:lnTo>
                  <a:lnTo>
                    <a:pt x="455534" y="480116"/>
                  </a:lnTo>
                  <a:lnTo>
                    <a:pt x="455394" y="480265"/>
                  </a:lnTo>
                  <a:lnTo>
                    <a:pt x="453879" y="479806"/>
                  </a:lnTo>
                  <a:lnTo>
                    <a:pt x="452046" y="478370"/>
                  </a:lnTo>
                  <a:lnTo>
                    <a:pt x="451291" y="478203"/>
                  </a:lnTo>
                  <a:lnTo>
                    <a:pt x="450075" y="477472"/>
                  </a:lnTo>
                  <a:lnTo>
                    <a:pt x="449763" y="477722"/>
                  </a:lnTo>
                  <a:lnTo>
                    <a:pt x="443347" y="476972"/>
                  </a:lnTo>
                  <a:lnTo>
                    <a:pt x="439378" y="478553"/>
                  </a:lnTo>
                  <a:lnTo>
                    <a:pt x="435534" y="479280"/>
                  </a:lnTo>
                  <a:lnTo>
                    <a:pt x="433891" y="479807"/>
                  </a:lnTo>
                  <a:lnTo>
                    <a:pt x="427195" y="479362"/>
                  </a:lnTo>
                  <a:lnTo>
                    <a:pt x="423330" y="480245"/>
                  </a:lnTo>
                  <a:lnTo>
                    <a:pt x="422487" y="479515"/>
                  </a:lnTo>
                  <a:lnTo>
                    <a:pt x="420696" y="479954"/>
                  </a:lnTo>
                  <a:lnTo>
                    <a:pt x="418275" y="481248"/>
                  </a:lnTo>
                  <a:lnTo>
                    <a:pt x="417431" y="481986"/>
                  </a:lnTo>
                  <a:lnTo>
                    <a:pt x="419316" y="483387"/>
                  </a:lnTo>
                  <a:lnTo>
                    <a:pt x="418822" y="484398"/>
                  </a:lnTo>
                  <a:lnTo>
                    <a:pt x="417957" y="485187"/>
                  </a:lnTo>
                  <a:lnTo>
                    <a:pt x="417736" y="486366"/>
                  </a:lnTo>
                  <a:lnTo>
                    <a:pt x="413847" y="487568"/>
                  </a:lnTo>
                  <a:lnTo>
                    <a:pt x="412283" y="487832"/>
                  </a:lnTo>
                  <a:lnTo>
                    <a:pt x="411633" y="487469"/>
                  </a:lnTo>
                  <a:lnTo>
                    <a:pt x="406667" y="487273"/>
                  </a:lnTo>
                  <a:lnTo>
                    <a:pt x="404456" y="489072"/>
                  </a:lnTo>
                  <a:lnTo>
                    <a:pt x="404208" y="488954"/>
                  </a:lnTo>
                  <a:lnTo>
                    <a:pt x="403120" y="489304"/>
                  </a:lnTo>
                  <a:lnTo>
                    <a:pt x="402672" y="490154"/>
                  </a:lnTo>
                  <a:lnTo>
                    <a:pt x="402435" y="491413"/>
                  </a:lnTo>
                  <a:lnTo>
                    <a:pt x="401261" y="492027"/>
                  </a:lnTo>
                  <a:lnTo>
                    <a:pt x="399914" y="492308"/>
                  </a:lnTo>
                  <a:lnTo>
                    <a:pt x="399858" y="491223"/>
                  </a:lnTo>
                  <a:lnTo>
                    <a:pt x="397097" y="491173"/>
                  </a:lnTo>
                  <a:lnTo>
                    <a:pt x="396178" y="491589"/>
                  </a:lnTo>
                  <a:lnTo>
                    <a:pt x="394945" y="492912"/>
                  </a:lnTo>
                  <a:lnTo>
                    <a:pt x="394842" y="493380"/>
                  </a:lnTo>
                  <a:lnTo>
                    <a:pt x="395381" y="494277"/>
                  </a:lnTo>
                  <a:lnTo>
                    <a:pt x="395386" y="494811"/>
                  </a:lnTo>
                  <a:lnTo>
                    <a:pt x="395299" y="495452"/>
                  </a:lnTo>
                  <a:lnTo>
                    <a:pt x="394665" y="496318"/>
                  </a:lnTo>
                  <a:lnTo>
                    <a:pt x="394538" y="496884"/>
                  </a:lnTo>
                  <a:lnTo>
                    <a:pt x="394619" y="498412"/>
                  </a:lnTo>
                  <a:lnTo>
                    <a:pt x="394420" y="499187"/>
                  </a:lnTo>
                  <a:lnTo>
                    <a:pt x="393642" y="499940"/>
                  </a:lnTo>
                  <a:lnTo>
                    <a:pt x="393905" y="500935"/>
                  </a:lnTo>
                  <a:lnTo>
                    <a:pt x="392613" y="501729"/>
                  </a:lnTo>
                  <a:lnTo>
                    <a:pt x="391846" y="501952"/>
                  </a:lnTo>
                  <a:lnTo>
                    <a:pt x="389893" y="501601"/>
                  </a:lnTo>
                  <a:lnTo>
                    <a:pt x="389385" y="501247"/>
                  </a:lnTo>
                  <a:lnTo>
                    <a:pt x="389572" y="500552"/>
                  </a:lnTo>
                  <a:lnTo>
                    <a:pt x="389150" y="500335"/>
                  </a:lnTo>
                  <a:lnTo>
                    <a:pt x="388817" y="501158"/>
                  </a:lnTo>
                  <a:lnTo>
                    <a:pt x="387924" y="500748"/>
                  </a:lnTo>
                  <a:lnTo>
                    <a:pt x="387623" y="501070"/>
                  </a:lnTo>
                  <a:lnTo>
                    <a:pt x="385430" y="499085"/>
                  </a:lnTo>
                  <a:lnTo>
                    <a:pt x="384817" y="498075"/>
                  </a:lnTo>
                  <a:lnTo>
                    <a:pt x="384493" y="497935"/>
                  </a:lnTo>
                  <a:lnTo>
                    <a:pt x="383186" y="498313"/>
                  </a:lnTo>
                  <a:lnTo>
                    <a:pt x="381761" y="499523"/>
                  </a:lnTo>
                  <a:lnTo>
                    <a:pt x="382265" y="501208"/>
                  </a:lnTo>
                  <a:lnTo>
                    <a:pt x="383058" y="501974"/>
                  </a:lnTo>
                  <a:lnTo>
                    <a:pt x="383416" y="503698"/>
                  </a:lnTo>
                  <a:lnTo>
                    <a:pt x="383948" y="504976"/>
                  </a:lnTo>
                  <a:lnTo>
                    <a:pt x="383875" y="505296"/>
                  </a:lnTo>
                  <a:lnTo>
                    <a:pt x="386706" y="505722"/>
                  </a:lnTo>
                  <a:lnTo>
                    <a:pt x="387452" y="506177"/>
                  </a:lnTo>
                  <a:lnTo>
                    <a:pt x="386871" y="509868"/>
                  </a:lnTo>
                  <a:lnTo>
                    <a:pt x="385052" y="509867"/>
                  </a:lnTo>
                  <a:lnTo>
                    <a:pt x="383284" y="510214"/>
                  </a:lnTo>
                  <a:lnTo>
                    <a:pt x="382156" y="510671"/>
                  </a:lnTo>
                  <a:lnTo>
                    <a:pt x="380953" y="512222"/>
                  </a:lnTo>
                  <a:lnTo>
                    <a:pt x="378829" y="512894"/>
                  </a:lnTo>
                  <a:lnTo>
                    <a:pt x="378525" y="511940"/>
                  </a:lnTo>
                  <a:lnTo>
                    <a:pt x="373505" y="511837"/>
                  </a:lnTo>
                  <a:lnTo>
                    <a:pt x="369363" y="512674"/>
                  </a:lnTo>
                  <a:lnTo>
                    <a:pt x="367144" y="512683"/>
                  </a:lnTo>
                  <a:lnTo>
                    <a:pt x="365181" y="513254"/>
                  </a:lnTo>
                  <a:lnTo>
                    <a:pt x="362721" y="513553"/>
                  </a:lnTo>
                  <a:lnTo>
                    <a:pt x="360746" y="514262"/>
                  </a:lnTo>
                  <a:lnTo>
                    <a:pt x="358656" y="513450"/>
                  </a:lnTo>
                  <a:lnTo>
                    <a:pt x="358109" y="513940"/>
                  </a:lnTo>
                  <a:lnTo>
                    <a:pt x="356787" y="513928"/>
                  </a:lnTo>
                  <a:lnTo>
                    <a:pt x="357020" y="511341"/>
                  </a:lnTo>
                  <a:lnTo>
                    <a:pt x="356002" y="508769"/>
                  </a:lnTo>
                  <a:lnTo>
                    <a:pt x="355214" y="507831"/>
                  </a:lnTo>
                  <a:lnTo>
                    <a:pt x="351750" y="506518"/>
                  </a:lnTo>
                  <a:lnTo>
                    <a:pt x="348466" y="506534"/>
                  </a:lnTo>
                  <a:lnTo>
                    <a:pt x="346583" y="505619"/>
                  </a:lnTo>
                  <a:lnTo>
                    <a:pt x="345447" y="503957"/>
                  </a:lnTo>
                  <a:lnTo>
                    <a:pt x="344168" y="504895"/>
                  </a:lnTo>
                  <a:lnTo>
                    <a:pt x="344586" y="506160"/>
                  </a:lnTo>
                  <a:lnTo>
                    <a:pt x="338879" y="509925"/>
                  </a:lnTo>
                  <a:lnTo>
                    <a:pt x="338230" y="511079"/>
                  </a:lnTo>
                  <a:lnTo>
                    <a:pt x="338051" y="511611"/>
                  </a:lnTo>
                  <a:lnTo>
                    <a:pt x="338185" y="512167"/>
                  </a:lnTo>
                  <a:lnTo>
                    <a:pt x="337565" y="513579"/>
                  </a:lnTo>
                  <a:lnTo>
                    <a:pt x="336771" y="514173"/>
                  </a:lnTo>
                  <a:lnTo>
                    <a:pt x="335410" y="514436"/>
                  </a:lnTo>
                  <a:lnTo>
                    <a:pt x="334552" y="514359"/>
                  </a:lnTo>
                  <a:lnTo>
                    <a:pt x="334093" y="511826"/>
                  </a:lnTo>
                  <a:lnTo>
                    <a:pt x="333629" y="511644"/>
                  </a:lnTo>
                  <a:lnTo>
                    <a:pt x="332328" y="511767"/>
                  </a:lnTo>
                  <a:lnTo>
                    <a:pt x="331768" y="512384"/>
                  </a:lnTo>
                  <a:lnTo>
                    <a:pt x="330218" y="511977"/>
                  </a:lnTo>
                  <a:lnTo>
                    <a:pt x="328892" y="511258"/>
                  </a:lnTo>
                  <a:lnTo>
                    <a:pt x="327269" y="511657"/>
                  </a:lnTo>
                  <a:lnTo>
                    <a:pt x="326353" y="511569"/>
                  </a:lnTo>
                  <a:lnTo>
                    <a:pt x="325939" y="511247"/>
                  </a:lnTo>
                  <a:lnTo>
                    <a:pt x="324042" y="510804"/>
                  </a:lnTo>
                  <a:lnTo>
                    <a:pt x="323223" y="510210"/>
                  </a:lnTo>
                  <a:lnTo>
                    <a:pt x="323209" y="509082"/>
                  </a:lnTo>
                  <a:lnTo>
                    <a:pt x="321176" y="509577"/>
                  </a:lnTo>
                  <a:lnTo>
                    <a:pt x="317706" y="509151"/>
                  </a:lnTo>
                  <a:lnTo>
                    <a:pt x="317346" y="509256"/>
                  </a:lnTo>
                  <a:lnTo>
                    <a:pt x="317204" y="509651"/>
                  </a:lnTo>
                  <a:lnTo>
                    <a:pt x="315777" y="509149"/>
                  </a:lnTo>
                  <a:lnTo>
                    <a:pt x="314627" y="509057"/>
                  </a:lnTo>
                  <a:lnTo>
                    <a:pt x="313269" y="508422"/>
                  </a:lnTo>
                  <a:lnTo>
                    <a:pt x="311151" y="508839"/>
                  </a:lnTo>
                  <a:lnTo>
                    <a:pt x="311380" y="510358"/>
                  </a:lnTo>
                  <a:lnTo>
                    <a:pt x="310985" y="511897"/>
                  </a:lnTo>
                  <a:lnTo>
                    <a:pt x="309755" y="511614"/>
                  </a:lnTo>
                  <a:lnTo>
                    <a:pt x="309286" y="511206"/>
                  </a:lnTo>
                  <a:lnTo>
                    <a:pt x="308526" y="509868"/>
                  </a:lnTo>
                  <a:lnTo>
                    <a:pt x="303674" y="511160"/>
                  </a:lnTo>
                  <a:lnTo>
                    <a:pt x="303767" y="511968"/>
                  </a:lnTo>
                  <a:lnTo>
                    <a:pt x="305076" y="513351"/>
                  </a:lnTo>
                  <a:lnTo>
                    <a:pt x="305431" y="514082"/>
                  </a:lnTo>
                  <a:lnTo>
                    <a:pt x="307228" y="516278"/>
                  </a:lnTo>
                  <a:lnTo>
                    <a:pt x="306452" y="517015"/>
                  </a:lnTo>
                  <a:lnTo>
                    <a:pt x="307399" y="517614"/>
                  </a:lnTo>
                  <a:lnTo>
                    <a:pt x="307836" y="519935"/>
                  </a:lnTo>
                  <a:lnTo>
                    <a:pt x="307704" y="520126"/>
                  </a:lnTo>
                  <a:lnTo>
                    <a:pt x="306140" y="520015"/>
                  </a:lnTo>
                  <a:lnTo>
                    <a:pt x="305840" y="520959"/>
                  </a:lnTo>
                  <a:lnTo>
                    <a:pt x="300878" y="520566"/>
                  </a:lnTo>
                  <a:lnTo>
                    <a:pt x="299818" y="521056"/>
                  </a:lnTo>
                  <a:lnTo>
                    <a:pt x="299451" y="521926"/>
                  </a:lnTo>
                  <a:lnTo>
                    <a:pt x="298440" y="521303"/>
                  </a:lnTo>
                  <a:lnTo>
                    <a:pt x="296455" y="520642"/>
                  </a:lnTo>
                  <a:lnTo>
                    <a:pt x="295513" y="520634"/>
                  </a:lnTo>
                  <a:lnTo>
                    <a:pt x="292060" y="522691"/>
                  </a:lnTo>
                  <a:lnTo>
                    <a:pt x="291929" y="523273"/>
                  </a:lnTo>
                  <a:lnTo>
                    <a:pt x="290722" y="524639"/>
                  </a:lnTo>
                  <a:lnTo>
                    <a:pt x="290066" y="527826"/>
                  </a:lnTo>
                  <a:lnTo>
                    <a:pt x="287825" y="527666"/>
                  </a:lnTo>
                  <a:lnTo>
                    <a:pt x="282842" y="529951"/>
                  </a:lnTo>
                  <a:lnTo>
                    <a:pt x="281488" y="531493"/>
                  </a:lnTo>
                  <a:lnTo>
                    <a:pt x="281058" y="532344"/>
                  </a:lnTo>
                  <a:lnTo>
                    <a:pt x="279049" y="533931"/>
                  </a:lnTo>
                  <a:lnTo>
                    <a:pt x="278239" y="533939"/>
                  </a:lnTo>
                  <a:lnTo>
                    <a:pt x="278086" y="536009"/>
                  </a:lnTo>
                  <a:lnTo>
                    <a:pt x="278337" y="536360"/>
                  </a:lnTo>
                  <a:lnTo>
                    <a:pt x="279614" y="536912"/>
                  </a:lnTo>
                  <a:lnTo>
                    <a:pt x="279107" y="539558"/>
                  </a:lnTo>
                  <a:lnTo>
                    <a:pt x="278031" y="540844"/>
                  </a:lnTo>
                  <a:lnTo>
                    <a:pt x="277290" y="541034"/>
                  </a:lnTo>
                  <a:lnTo>
                    <a:pt x="276314" y="541837"/>
                  </a:lnTo>
                  <a:lnTo>
                    <a:pt x="276030" y="542206"/>
                  </a:lnTo>
                  <a:lnTo>
                    <a:pt x="276103" y="542868"/>
                  </a:lnTo>
                  <a:lnTo>
                    <a:pt x="274865" y="543689"/>
                  </a:lnTo>
                  <a:lnTo>
                    <a:pt x="275603" y="544359"/>
                  </a:lnTo>
                  <a:lnTo>
                    <a:pt x="275335" y="546151"/>
                  </a:lnTo>
                  <a:lnTo>
                    <a:pt x="276124" y="547424"/>
                  </a:lnTo>
                  <a:lnTo>
                    <a:pt x="276988" y="547751"/>
                  </a:lnTo>
                  <a:lnTo>
                    <a:pt x="278625" y="546234"/>
                  </a:lnTo>
                  <a:lnTo>
                    <a:pt x="279762" y="547928"/>
                  </a:lnTo>
                  <a:lnTo>
                    <a:pt x="279982" y="549795"/>
                  </a:lnTo>
                  <a:lnTo>
                    <a:pt x="281038" y="553393"/>
                  </a:lnTo>
                  <a:lnTo>
                    <a:pt x="281592" y="554111"/>
                  </a:lnTo>
                  <a:lnTo>
                    <a:pt x="279690" y="555003"/>
                  </a:lnTo>
                  <a:lnTo>
                    <a:pt x="276277" y="557175"/>
                  </a:lnTo>
                  <a:lnTo>
                    <a:pt x="276316" y="557468"/>
                  </a:lnTo>
                  <a:lnTo>
                    <a:pt x="275795" y="558016"/>
                  </a:lnTo>
                  <a:lnTo>
                    <a:pt x="275210" y="557515"/>
                  </a:lnTo>
                  <a:lnTo>
                    <a:pt x="273618" y="557867"/>
                  </a:lnTo>
                  <a:lnTo>
                    <a:pt x="273928" y="560096"/>
                  </a:lnTo>
                  <a:lnTo>
                    <a:pt x="273704" y="561827"/>
                  </a:lnTo>
                  <a:lnTo>
                    <a:pt x="272612" y="563236"/>
                  </a:lnTo>
                  <a:lnTo>
                    <a:pt x="271249" y="564089"/>
                  </a:lnTo>
                  <a:lnTo>
                    <a:pt x="271737" y="568212"/>
                  </a:lnTo>
                  <a:lnTo>
                    <a:pt x="272930" y="570176"/>
                  </a:lnTo>
                  <a:lnTo>
                    <a:pt x="273496" y="573332"/>
                  </a:lnTo>
                  <a:lnTo>
                    <a:pt x="272778" y="577702"/>
                  </a:lnTo>
                  <a:lnTo>
                    <a:pt x="272871" y="578204"/>
                  </a:lnTo>
                  <a:lnTo>
                    <a:pt x="272344" y="578436"/>
                  </a:lnTo>
                  <a:lnTo>
                    <a:pt x="271547" y="580082"/>
                  </a:lnTo>
                  <a:lnTo>
                    <a:pt x="271903" y="581735"/>
                  </a:lnTo>
                  <a:lnTo>
                    <a:pt x="272934" y="582662"/>
                  </a:lnTo>
                  <a:lnTo>
                    <a:pt x="272974" y="583049"/>
                  </a:lnTo>
                  <a:lnTo>
                    <a:pt x="275041" y="584957"/>
                  </a:lnTo>
                  <a:lnTo>
                    <a:pt x="276570" y="585981"/>
                  </a:lnTo>
                  <a:lnTo>
                    <a:pt x="278147" y="586180"/>
                  </a:lnTo>
                  <a:lnTo>
                    <a:pt x="278417" y="586997"/>
                  </a:lnTo>
                  <a:lnTo>
                    <a:pt x="279094" y="587717"/>
                  </a:lnTo>
                  <a:lnTo>
                    <a:pt x="279298" y="589121"/>
                  </a:lnTo>
                  <a:lnTo>
                    <a:pt x="281303" y="591252"/>
                  </a:lnTo>
                  <a:lnTo>
                    <a:pt x="282825" y="593876"/>
                  </a:lnTo>
                  <a:lnTo>
                    <a:pt x="283717" y="594937"/>
                  </a:lnTo>
                  <a:lnTo>
                    <a:pt x="282949" y="595962"/>
                  </a:lnTo>
                  <a:lnTo>
                    <a:pt x="282861" y="596524"/>
                  </a:lnTo>
                  <a:lnTo>
                    <a:pt x="283594" y="598470"/>
                  </a:lnTo>
                  <a:lnTo>
                    <a:pt x="283556" y="599163"/>
                  </a:lnTo>
                  <a:lnTo>
                    <a:pt x="284609" y="600354"/>
                  </a:lnTo>
                  <a:lnTo>
                    <a:pt x="285684" y="602228"/>
                  </a:lnTo>
                  <a:lnTo>
                    <a:pt x="286633" y="604465"/>
                  </a:lnTo>
                  <a:lnTo>
                    <a:pt x="286811" y="606240"/>
                  </a:lnTo>
                  <a:lnTo>
                    <a:pt x="287139" y="607225"/>
                  </a:lnTo>
                  <a:lnTo>
                    <a:pt x="287274" y="610349"/>
                  </a:lnTo>
                  <a:lnTo>
                    <a:pt x="286164" y="611262"/>
                  </a:lnTo>
                  <a:lnTo>
                    <a:pt x="284020" y="612359"/>
                  </a:lnTo>
                  <a:lnTo>
                    <a:pt x="280593" y="613537"/>
                  </a:lnTo>
                  <a:lnTo>
                    <a:pt x="279274" y="614265"/>
                  </a:lnTo>
                  <a:lnTo>
                    <a:pt x="277141" y="615900"/>
                  </a:lnTo>
                  <a:lnTo>
                    <a:pt x="270818" y="618915"/>
                  </a:lnTo>
                  <a:lnTo>
                    <a:pt x="263810" y="620653"/>
                  </a:lnTo>
                  <a:lnTo>
                    <a:pt x="263003" y="621188"/>
                  </a:lnTo>
                  <a:lnTo>
                    <a:pt x="262648" y="621967"/>
                  </a:lnTo>
                  <a:lnTo>
                    <a:pt x="260105" y="624408"/>
                  </a:lnTo>
                  <a:lnTo>
                    <a:pt x="258041" y="625754"/>
                  </a:lnTo>
                  <a:lnTo>
                    <a:pt x="255514" y="626734"/>
                  </a:lnTo>
                  <a:lnTo>
                    <a:pt x="252641" y="629662"/>
                  </a:lnTo>
                  <a:lnTo>
                    <a:pt x="249986" y="631129"/>
                  </a:lnTo>
                  <a:lnTo>
                    <a:pt x="249799" y="631957"/>
                  </a:lnTo>
                  <a:lnTo>
                    <a:pt x="249958" y="632868"/>
                  </a:lnTo>
                  <a:lnTo>
                    <a:pt x="251246" y="636718"/>
                  </a:lnTo>
                  <a:lnTo>
                    <a:pt x="251778" y="639695"/>
                  </a:lnTo>
                  <a:lnTo>
                    <a:pt x="251547" y="641006"/>
                  </a:lnTo>
                  <a:lnTo>
                    <a:pt x="251667" y="642806"/>
                  </a:lnTo>
                  <a:lnTo>
                    <a:pt x="251096" y="644750"/>
                  </a:lnTo>
                  <a:lnTo>
                    <a:pt x="251462" y="646983"/>
                  </a:lnTo>
                  <a:lnTo>
                    <a:pt x="251025" y="647898"/>
                  </a:lnTo>
                  <a:lnTo>
                    <a:pt x="251344" y="648744"/>
                  </a:lnTo>
                  <a:lnTo>
                    <a:pt x="250620" y="649547"/>
                  </a:lnTo>
                  <a:lnTo>
                    <a:pt x="249990" y="649851"/>
                  </a:lnTo>
                  <a:lnTo>
                    <a:pt x="249899" y="650508"/>
                  </a:lnTo>
                  <a:lnTo>
                    <a:pt x="249884" y="652604"/>
                  </a:lnTo>
                  <a:lnTo>
                    <a:pt x="251128" y="655473"/>
                  </a:lnTo>
                  <a:lnTo>
                    <a:pt x="250175" y="656591"/>
                  </a:lnTo>
                  <a:lnTo>
                    <a:pt x="248892" y="656870"/>
                  </a:lnTo>
                  <a:lnTo>
                    <a:pt x="247922" y="657584"/>
                  </a:lnTo>
                  <a:lnTo>
                    <a:pt x="248288" y="660056"/>
                  </a:lnTo>
                  <a:lnTo>
                    <a:pt x="247638" y="661652"/>
                  </a:lnTo>
                  <a:lnTo>
                    <a:pt x="244805" y="663601"/>
                  </a:lnTo>
                  <a:lnTo>
                    <a:pt x="245020" y="664815"/>
                  </a:lnTo>
                  <a:lnTo>
                    <a:pt x="244418" y="666496"/>
                  </a:lnTo>
                  <a:lnTo>
                    <a:pt x="244564" y="667759"/>
                  </a:lnTo>
                  <a:lnTo>
                    <a:pt x="244373" y="669997"/>
                  </a:lnTo>
                  <a:lnTo>
                    <a:pt x="243947" y="671371"/>
                  </a:lnTo>
                  <a:lnTo>
                    <a:pt x="243154" y="671961"/>
                  </a:lnTo>
                  <a:lnTo>
                    <a:pt x="237786" y="674892"/>
                  </a:lnTo>
                  <a:lnTo>
                    <a:pt x="236925" y="675016"/>
                  </a:lnTo>
                  <a:lnTo>
                    <a:pt x="233758" y="676265"/>
                  </a:lnTo>
                  <a:lnTo>
                    <a:pt x="230066" y="676522"/>
                  </a:lnTo>
                  <a:lnTo>
                    <a:pt x="224282" y="680867"/>
                  </a:lnTo>
                  <a:lnTo>
                    <a:pt x="223280" y="681991"/>
                  </a:lnTo>
                  <a:lnTo>
                    <a:pt x="222621" y="683808"/>
                  </a:lnTo>
                  <a:lnTo>
                    <a:pt x="219972" y="686512"/>
                  </a:lnTo>
                  <a:lnTo>
                    <a:pt x="218635" y="688230"/>
                  </a:lnTo>
                  <a:lnTo>
                    <a:pt x="217563" y="688229"/>
                  </a:lnTo>
                  <a:lnTo>
                    <a:pt x="216684" y="689222"/>
                  </a:lnTo>
                  <a:lnTo>
                    <a:pt x="214222" y="690053"/>
                  </a:lnTo>
                  <a:lnTo>
                    <a:pt x="212810" y="690069"/>
                  </a:lnTo>
                  <a:lnTo>
                    <a:pt x="210158" y="689579"/>
                  </a:lnTo>
                  <a:lnTo>
                    <a:pt x="208015" y="687645"/>
                  </a:lnTo>
                  <a:lnTo>
                    <a:pt x="207427" y="688297"/>
                  </a:lnTo>
                  <a:lnTo>
                    <a:pt x="206492" y="688400"/>
                  </a:lnTo>
                  <a:lnTo>
                    <a:pt x="203175" y="689514"/>
                  </a:lnTo>
                  <a:lnTo>
                    <a:pt x="200233" y="689960"/>
                  </a:lnTo>
                  <a:lnTo>
                    <a:pt x="198771" y="689136"/>
                  </a:lnTo>
                  <a:lnTo>
                    <a:pt x="196688" y="688719"/>
                  </a:lnTo>
                  <a:lnTo>
                    <a:pt x="195140" y="688879"/>
                  </a:lnTo>
                  <a:lnTo>
                    <a:pt x="194632" y="689230"/>
                  </a:lnTo>
                  <a:lnTo>
                    <a:pt x="192755" y="689674"/>
                  </a:lnTo>
                  <a:lnTo>
                    <a:pt x="190720" y="689484"/>
                  </a:lnTo>
                  <a:lnTo>
                    <a:pt x="190197" y="689632"/>
                  </a:lnTo>
                  <a:lnTo>
                    <a:pt x="188784" y="691374"/>
                  </a:lnTo>
                  <a:lnTo>
                    <a:pt x="186727" y="692683"/>
                  </a:lnTo>
                  <a:lnTo>
                    <a:pt x="183251" y="693041"/>
                  </a:lnTo>
                  <a:lnTo>
                    <a:pt x="181861" y="693811"/>
                  </a:lnTo>
                  <a:lnTo>
                    <a:pt x="184709" y="700097"/>
                  </a:lnTo>
                  <a:lnTo>
                    <a:pt x="185180" y="700588"/>
                  </a:lnTo>
                  <a:lnTo>
                    <a:pt x="187982" y="701258"/>
                  </a:lnTo>
                  <a:lnTo>
                    <a:pt x="188247" y="702682"/>
                  </a:lnTo>
                  <a:lnTo>
                    <a:pt x="188829" y="703931"/>
                  </a:lnTo>
                  <a:lnTo>
                    <a:pt x="188763" y="705816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pg36">
              <a:extLst>
                <a:ext uri="{FF2B5EF4-FFF2-40B4-BE49-F238E27FC236}">
                  <a16:creationId xmlns:a16="http://schemas.microsoft.com/office/drawing/2014/main" id="{BC87563F-8F92-D073-0D28-FFD3089A1948}"/>
                </a:ext>
              </a:extLst>
            </p:cNvPr>
            <p:cNvSpPr/>
            <p:nvPr/>
          </p:nvSpPr>
          <p:spPr>
            <a:xfrm>
              <a:off x="6850555" y="1078557"/>
              <a:ext cx="217351" cy="130516"/>
            </a:xfrm>
            <a:custGeom>
              <a:avLst/>
              <a:gdLst/>
              <a:ahLst/>
              <a:cxnLst/>
              <a:rect l="0" t="0" r="0" b="0"/>
              <a:pathLst>
                <a:path w="217351" h="130516">
                  <a:moveTo>
                    <a:pt x="64713" y="82068"/>
                  </a:moveTo>
                  <a:lnTo>
                    <a:pt x="57049" y="86051"/>
                  </a:lnTo>
                  <a:lnTo>
                    <a:pt x="51272" y="88385"/>
                  </a:lnTo>
                  <a:lnTo>
                    <a:pt x="44324" y="93289"/>
                  </a:lnTo>
                  <a:lnTo>
                    <a:pt x="42614" y="94256"/>
                  </a:lnTo>
                  <a:lnTo>
                    <a:pt x="37678" y="97585"/>
                  </a:lnTo>
                  <a:lnTo>
                    <a:pt x="35898" y="94872"/>
                  </a:lnTo>
                  <a:lnTo>
                    <a:pt x="35229" y="94627"/>
                  </a:lnTo>
                  <a:lnTo>
                    <a:pt x="35168" y="92580"/>
                  </a:lnTo>
                  <a:lnTo>
                    <a:pt x="35988" y="90557"/>
                  </a:lnTo>
                  <a:lnTo>
                    <a:pt x="38387" y="88120"/>
                  </a:lnTo>
                  <a:lnTo>
                    <a:pt x="39566" y="85108"/>
                  </a:lnTo>
                  <a:lnTo>
                    <a:pt x="40327" y="85132"/>
                  </a:lnTo>
                  <a:lnTo>
                    <a:pt x="38680" y="83386"/>
                  </a:lnTo>
                  <a:lnTo>
                    <a:pt x="38201" y="81917"/>
                  </a:lnTo>
                  <a:lnTo>
                    <a:pt x="38288" y="81489"/>
                  </a:lnTo>
                  <a:lnTo>
                    <a:pt x="37748" y="80880"/>
                  </a:lnTo>
                  <a:lnTo>
                    <a:pt x="29919" y="78092"/>
                  </a:lnTo>
                  <a:lnTo>
                    <a:pt x="30002" y="77890"/>
                  </a:lnTo>
                  <a:lnTo>
                    <a:pt x="34480" y="78079"/>
                  </a:lnTo>
                  <a:lnTo>
                    <a:pt x="34933" y="72370"/>
                  </a:lnTo>
                  <a:lnTo>
                    <a:pt x="36512" y="70050"/>
                  </a:lnTo>
                  <a:lnTo>
                    <a:pt x="34396" y="68706"/>
                  </a:lnTo>
                  <a:lnTo>
                    <a:pt x="32810" y="68151"/>
                  </a:lnTo>
                  <a:lnTo>
                    <a:pt x="31101" y="66092"/>
                  </a:lnTo>
                  <a:lnTo>
                    <a:pt x="30819" y="64510"/>
                  </a:lnTo>
                  <a:lnTo>
                    <a:pt x="27348" y="63943"/>
                  </a:lnTo>
                  <a:lnTo>
                    <a:pt x="26151" y="63437"/>
                  </a:lnTo>
                  <a:lnTo>
                    <a:pt x="24477" y="63370"/>
                  </a:lnTo>
                  <a:lnTo>
                    <a:pt x="23764" y="66303"/>
                  </a:lnTo>
                  <a:lnTo>
                    <a:pt x="23171" y="67235"/>
                  </a:lnTo>
                  <a:lnTo>
                    <a:pt x="21465" y="69404"/>
                  </a:lnTo>
                  <a:lnTo>
                    <a:pt x="19851" y="70114"/>
                  </a:lnTo>
                  <a:lnTo>
                    <a:pt x="16212" y="70105"/>
                  </a:lnTo>
                  <a:lnTo>
                    <a:pt x="15378" y="68972"/>
                  </a:lnTo>
                  <a:lnTo>
                    <a:pt x="14279" y="69725"/>
                  </a:lnTo>
                  <a:lnTo>
                    <a:pt x="11980" y="69829"/>
                  </a:lnTo>
                  <a:lnTo>
                    <a:pt x="8891" y="68812"/>
                  </a:lnTo>
                  <a:lnTo>
                    <a:pt x="7019" y="68041"/>
                  </a:lnTo>
                  <a:lnTo>
                    <a:pt x="6412" y="67532"/>
                  </a:lnTo>
                  <a:lnTo>
                    <a:pt x="5965" y="66925"/>
                  </a:lnTo>
                  <a:lnTo>
                    <a:pt x="5613" y="65242"/>
                  </a:lnTo>
                  <a:lnTo>
                    <a:pt x="4737" y="64507"/>
                  </a:lnTo>
                  <a:lnTo>
                    <a:pt x="4606" y="64096"/>
                  </a:lnTo>
                  <a:lnTo>
                    <a:pt x="740" y="59826"/>
                  </a:lnTo>
                  <a:lnTo>
                    <a:pt x="180" y="58874"/>
                  </a:lnTo>
                  <a:lnTo>
                    <a:pt x="157" y="58313"/>
                  </a:lnTo>
                  <a:lnTo>
                    <a:pt x="428" y="57041"/>
                  </a:lnTo>
                  <a:lnTo>
                    <a:pt x="769" y="56563"/>
                  </a:lnTo>
                  <a:lnTo>
                    <a:pt x="2931" y="56421"/>
                  </a:lnTo>
                  <a:lnTo>
                    <a:pt x="4852" y="55550"/>
                  </a:lnTo>
                  <a:lnTo>
                    <a:pt x="6458" y="54279"/>
                  </a:lnTo>
                  <a:lnTo>
                    <a:pt x="8438" y="53577"/>
                  </a:lnTo>
                  <a:lnTo>
                    <a:pt x="9400" y="53624"/>
                  </a:lnTo>
                  <a:lnTo>
                    <a:pt x="9018" y="51046"/>
                  </a:lnTo>
                  <a:lnTo>
                    <a:pt x="7225" y="50255"/>
                  </a:lnTo>
                  <a:lnTo>
                    <a:pt x="7949" y="46638"/>
                  </a:lnTo>
                  <a:lnTo>
                    <a:pt x="7981" y="43777"/>
                  </a:lnTo>
                  <a:lnTo>
                    <a:pt x="9267" y="42146"/>
                  </a:lnTo>
                  <a:lnTo>
                    <a:pt x="9525" y="39411"/>
                  </a:lnTo>
                  <a:lnTo>
                    <a:pt x="10691" y="38239"/>
                  </a:lnTo>
                  <a:lnTo>
                    <a:pt x="8989" y="38150"/>
                  </a:lnTo>
                  <a:lnTo>
                    <a:pt x="7458" y="37700"/>
                  </a:lnTo>
                  <a:lnTo>
                    <a:pt x="6282" y="37820"/>
                  </a:lnTo>
                  <a:lnTo>
                    <a:pt x="5871" y="36909"/>
                  </a:lnTo>
                  <a:lnTo>
                    <a:pt x="5748" y="34674"/>
                  </a:lnTo>
                  <a:lnTo>
                    <a:pt x="3360" y="33056"/>
                  </a:lnTo>
                  <a:lnTo>
                    <a:pt x="2116" y="31434"/>
                  </a:lnTo>
                  <a:lnTo>
                    <a:pt x="1375" y="31091"/>
                  </a:lnTo>
                  <a:lnTo>
                    <a:pt x="177" y="29237"/>
                  </a:lnTo>
                  <a:lnTo>
                    <a:pt x="500" y="28453"/>
                  </a:lnTo>
                  <a:lnTo>
                    <a:pt x="0" y="27073"/>
                  </a:lnTo>
                  <a:lnTo>
                    <a:pt x="693" y="26168"/>
                  </a:lnTo>
                  <a:lnTo>
                    <a:pt x="1709" y="26304"/>
                  </a:lnTo>
                  <a:lnTo>
                    <a:pt x="2174" y="25686"/>
                  </a:lnTo>
                  <a:lnTo>
                    <a:pt x="3472" y="24983"/>
                  </a:lnTo>
                  <a:lnTo>
                    <a:pt x="3850" y="25209"/>
                  </a:lnTo>
                  <a:lnTo>
                    <a:pt x="4692" y="25196"/>
                  </a:lnTo>
                  <a:lnTo>
                    <a:pt x="5080" y="25701"/>
                  </a:lnTo>
                  <a:lnTo>
                    <a:pt x="5837" y="25606"/>
                  </a:lnTo>
                  <a:lnTo>
                    <a:pt x="5847" y="25430"/>
                  </a:lnTo>
                  <a:lnTo>
                    <a:pt x="7297" y="25741"/>
                  </a:lnTo>
                  <a:lnTo>
                    <a:pt x="9575" y="23204"/>
                  </a:lnTo>
                  <a:lnTo>
                    <a:pt x="10612" y="22450"/>
                  </a:lnTo>
                  <a:lnTo>
                    <a:pt x="11962" y="21989"/>
                  </a:lnTo>
                  <a:lnTo>
                    <a:pt x="13367" y="24197"/>
                  </a:lnTo>
                  <a:lnTo>
                    <a:pt x="16093" y="23704"/>
                  </a:lnTo>
                  <a:lnTo>
                    <a:pt x="18009" y="23716"/>
                  </a:lnTo>
                  <a:lnTo>
                    <a:pt x="19815" y="24573"/>
                  </a:lnTo>
                  <a:lnTo>
                    <a:pt x="20928" y="25471"/>
                  </a:lnTo>
                  <a:lnTo>
                    <a:pt x="25297" y="26694"/>
                  </a:lnTo>
                  <a:lnTo>
                    <a:pt x="33311" y="26391"/>
                  </a:lnTo>
                  <a:lnTo>
                    <a:pt x="35430" y="26895"/>
                  </a:lnTo>
                  <a:lnTo>
                    <a:pt x="36976" y="27000"/>
                  </a:lnTo>
                  <a:lnTo>
                    <a:pt x="38854" y="27568"/>
                  </a:lnTo>
                  <a:lnTo>
                    <a:pt x="41353" y="27490"/>
                  </a:lnTo>
                  <a:lnTo>
                    <a:pt x="43290" y="27925"/>
                  </a:lnTo>
                  <a:lnTo>
                    <a:pt x="44273" y="28494"/>
                  </a:lnTo>
                  <a:lnTo>
                    <a:pt x="46616" y="29132"/>
                  </a:lnTo>
                  <a:lnTo>
                    <a:pt x="48410" y="29398"/>
                  </a:lnTo>
                  <a:lnTo>
                    <a:pt x="49665" y="29449"/>
                  </a:lnTo>
                  <a:lnTo>
                    <a:pt x="51080" y="29010"/>
                  </a:lnTo>
                  <a:lnTo>
                    <a:pt x="52922" y="28853"/>
                  </a:lnTo>
                  <a:lnTo>
                    <a:pt x="54576" y="29358"/>
                  </a:lnTo>
                  <a:lnTo>
                    <a:pt x="57326" y="29351"/>
                  </a:lnTo>
                  <a:lnTo>
                    <a:pt x="58563" y="28729"/>
                  </a:lnTo>
                  <a:lnTo>
                    <a:pt x="60379" y="26489"/>
                  </a:lnTo>
                  <a:lnTo>
                    <a:pt x="60206" y="26294"/>
                  </a:lnTo>
                  <a:lnTo>
                    <a:pt x="60820" y="26125"/>
                  </a:lnTo>
                  <a:lnTo>
                    <a:pt x="61031" y="25803"/>
                  </a:lnTo>
                  <a:lnTo>
                    <a:pt x="60769" y="25628"/>
                  </a:lnTo>
                  <a:lnTo>
                    <a:pt x="61607" y="23934"/>
                  </a:lnTo>
                  <a:lnTo>
                    <a:pt x="61940" y="23818"/>
                  </a:lnTo>
                  <a:lnTo>
                    <a:pt x="62737" y="24367"/>
                  </a:lnTo>
                  <a:lnTo>
                    <a:pt x="62778" y="22576"/>
                  </a:lnTo>
                  <a:lnTo>
                    <a:pt x="63370" y="21683"/>
                  </a:lnTo>
                  <a:lnTo>
                    <a:pt x="64636" y="21539"/>
                  </a:lnTo>
                  <a:lnTo>
                    <a:pt x="65148" y="20936"/>
                  </a:lnTo>
                  <a:lnTo>
                    <a:pt x="66365" y="20254"/>
                  </a:lnTo>
                  <a:lnTo>
                    <a:pt x="67495" y="20012"/>
                  </a:lnTo>
                  <a:lnTo>
                    <a:pt x="69286" y="17329"/>
                  </a:lnTo>
                  <a:lnTo>
                    <a:pt x="70221" y="16491"/>
                  </a:lnTo>
                  <a:lnTo>
                    <a:pt x="70937" y="16267"/>
                  </a:lnTo>
                  <a:lnTo>
                    <a:pt x="71538" y="15630"/>
                  </a:lnTo>
                  <a:lnTo>
                    <a:pt x="72381" y="14861"/>
                  </a:lnTo>
                  <a:lnTo>
                    <a:pt x="72616" y="14072"/>
                  </a:lnTo>
                  <a:lnTo>
                    <a:pt x="77064" y="17337"/>
                  </a:lnTo>
                  <a:lnTo>
                    <a:pt x="84906" y="18714"/>
                  </a:lnTo>
                  <a:lnTo>
                    <a:pt x="85108" y="18390"/>
                  </a:lnTo>
                  <a:lnTo>
                    <a:pt x="85471" y="18351"/>
                  </a:lnTo>
                  <a:lnTo>
                    <a:pt x="89093" y="19362"/>
                  </a:lnTo>
                  <a:lnTo>
                    <a:pt x="89830" y="20797"/>
                  </a:lnTo>
                  <a:lnTo>
                    <a:pt x="93940" y="20659"/>
                  </a:lnTo>
                  <a:lnTo>
                    <a:pt x="92961" y="13121"/>
                  </a:lnTo>
                  <a:lnTo>
                    <a:pt x="94036" y="13003"/>
                  </a:lnTo>
                  <a:lnTo>
                    <a:pt x="94806" y="13195"/>
                  </a:lnTo>
                  <a:lnTo>
                    <a:pt x="94788" y="12870"/>
                  </a:lnTo>
                  <a:lnTo>
                    <a:pt x="97549" y="14076"/>
                  </a:lnTo>
                  <a:lnTo>
                    <a:pt x="99181" y="15941"/>
                  </a:lnTo>
                  <a:lnTo>
                    <a:pt x="99696" y="15180"/>
                  </a:lnTo>
                  <a:lnTo>
                    <a:pt x="105398" y="9923"/>
                  </a:lnTo>
                  <a:lnTo>
                    <a:pt x="108077" y="5950"/>
                  </a:lnTo>
                  <a:lnTo>
                    <a:pt x="109047" y="3914"/>
                  </a:lnTo>
                  <a:lnTo>
                    <a:pt x="109636" y="3202"/>
                  </a:lnTo>
                  <a:lnTo>
                    <a:pt x="111414" y="3017"/>
                  </a:lnTo>
                  <a:lnTo>
                    <a:pt x="113533" y="2474"/>
                  </a:lnTo>
                  <a:lnTo>
                    <a:pt x="116466" y="2590"/>
                  </a:lnTo>
                  <a:lnTo>
                    <a:pt x="119047" y="3275"/>
                  </a:lnTo>
                  <a:lnTo>
                    <a:pt x="119564" y="2655"/>
                  </a:lnTo>
                  <a:lnTo>
                    <a:pt x="119680" y="1442"/>
                  </a:lnTo>
                  <a:lnTo>
                    <a:pt x="120139" y="0"/>
                  </a:lnTo>
                  <a:lnTo>
                    <a:pt x="121555" y="315"/>
                  </a:lnTo>
                  <a:lnTo>
                    <a:pt x="124234" y="241"/>
                  </a:lnTo>
                  <a:lnTo>
                    <a:pt x="126091" y="517"/>
                  </a:lnTo>
                  <a:lnTo>
                    <a:pt x="126167" y="6234"/>
                  </a:lnTo>
                  <a:lnTo>
                    <a:pt x="126445" y="8680"/>
                  </a:lnTo>
                  <a:lnTo>
                    <a:pt x="126592" y="12276"/>
                  </a:lnTo>
                  <a:lnTo>
                    <a:pt x="122165" y="13021"/>
                  </a:lnTo>
                  <a:lnTo>
                    <a:pt x="118029" y="12796"/>
                  </a:lnTo>
                  <a:lnTo>
                    <a:pt x="116869" y="19841"/>
                  </a:lnTo>
                  <a:lnTo>
                    <a:pt x="116684" y="24681"/>
                  </a:lnTo>
                  <a:lnTo>
                    <a:pt x="118287" y="24859"/>
                  </a:lnTo>
                  <a:lnTo>
                    <a:pt x="118170" y="26512"/>
                  </a:lnTo>
                  <a:lnTo>
                    <a:pt x="118422" y="27337"/>
                  </a:lnTo>
                  <a:lnTo>
                    <a:pt x="117908" y="27542"/>
                  </a:lnTo>
                  <a:lnTo>
                    <a:pt x="118180" y="28666"/>
                  </a:lnTo>
                  <a:lnTo>
                    <a:pt x="118763" y="29738"/>
                  </a:lnTo>
                  <a:lnTo>
                    <a:pt x="118088" y="30264"/>
                  </a:lnTo>
                  <a:lnTo>
                    <a:pt x="117755" y="30851"/>
                  </a:lnTo>
                  <a:lnTo>
                    <a:pt x="117708" y="31713"/>
                  </a:lnTo>
                  <a:lnTo>
                    <a:pt x="118092" y="32899"/>
                  </a:lnTo>
                  <a:lnTo>
                    <a:pt x="119013" y="33541"/>
                  </a:lnTo>
                  <a:lnTo>
                    <a:pt x="118729" y="35705"/>
                  </a:lnTo>
                  <a:lnTo>
                    <a:pt x="119635" y="37427"/>
                  </a:lnTo>
                  <a:lnTo>
                    <a:pt x="119962" y="40156"/>
                  </a:lnTo>
                  <a:lnTo>
                    <a:pt x="120714" y="43576"/>
                  </a:lnTo>
                  <a:lnTo>
                    <a:pt x="122289" y="49135"/>
                  </a:lnTo>
                  <a:lnTo>
                    <a:pt x="121830" y="49466"/>
                  </a:lnTo>
                  <a:lnTo>
                    <a:pt x="123339" y="54025"/>
                  </a:lnTo>
                  <a:lnTo>
                    <a:pt x="123978" y="54021"/>
                  </a:lnTo>
                  <a:lnTo>
                    <a:pt x="123921" y="54904"/>
                  </a:lnTo>
                  <a:lnTo>
                    <a:pt x="124340" y="55750"/>
                  </a:lnTo>
                  <a:lnTo>
                    <a:pt x="124880" y="56629"/>
                  </a:lnTo>
                  <a:lnTo>
                    <a:pt x="127640" y="56042"/>
                  </a:lnTo>
                  <a:lnTo>
                    <a:pt x="131610" y="57198"/>
                  </a:lnTo>
                  <a:lnTo>
                    <a:pt x="135132" y="59089"/>
                  </a:lnTo>
                  <a:lnTo>
                    <a:pt x="138939" y="64579"/>
                  </a:lnTo>
                  <a:lnTo>
                    <a:pt x="140991" y="69147"/>
                  </a:lnTo>
                  <a:lnTo>
                    <a:pt x="145437" y="66774"/>
                  </a:lnTo>
                  <a:lnTo>
                    <a:pt x="153410" y="65464"/>
                  </a:lnTo>
                  <a:lnTo>
                    <a:pt x="155078" y="65162"/>
                  </a:lnTo>
                  <a:lnTo>
                    <a:pt x="155556" y="65104"/>
                  </a:lnTo>
                  <a:lnTo>
                    <a:pt x="156182" y="66988"/>
                  </a:lnTo>
                  <a:lnTo>
                    <a:pt x="156380" y="70279"/>
                  </a:lnTo>
                  <a:lnTo>
                    <a:pt x="155917" y="73585"/>
                  </a:lnTo>
                  <a:lnTo>
                    <a:pt x="151768" y="73824"/>
                  </a:lnTo>
                  <a:lnTo>
                    <a:pt x="150900" y="74454"/>
                  </a:lnTo>
                  <a:lnTo>
                    <a:pt x="150122" y="75558"/>
                  </a:lnTo>
                  <a:lnTo>
                    <a:pt x="152284" y="76967"/>
                  </a:lnTo>
                  <a:lnTo>
                    <a:pt x="152647" y="76026"/>
                  </a:lnTo>
                  <a:lnTo>
                    <a:pt x="152964" y="76371"/>
                  </a:lnTo>
                  <a:lnTo>
                    <a:pt x="153104" y="76120"/>
                  </a:lnTo>
                  <a:lnTo>
                    <a:pt x="153657" y="77210"/>
                  </a:lnTo>
                  <a:lnTo>
                    <a:pt x="154360" y="78954"/>
                  </a:lnTo>
                  <a:lnTo>
                    <a:pt x="155070" y="81885"/>
                  </a:lnTo>
                  <a:lnTo>
                    <a:pt x="155116" y="83913"/>
                  </a:lnTo>
                  <a:lnTo>
                    <a:pt x="154883" y="85684"/>
                  </a:lnTo>
                  <a:lnTo>
                    <a:pt x="156731" y="86928"/>
                  </a:lnTo>
                  <a:lnTo>
                    <a:pt x="157048" y="86788"/>
                  </a:lnTo>
                  <a:lnTo>
                    <a:pt x="160773" y="88830"/>
                  </a:lnTo>
                  <a:lnTo>
                    <a:pt x="160775" y="94572"/>
                  </a:lnTo>
                  <a:lnTo>
                    <a:pt x="163610" y="95337"/>
                  </a:lnTo>
                  <a:lnTo>
                    <a:pt x="169801" y="95868"/>
                  </a:lnTo>
                  <a:lnTo>
                    <a:pt x="172123" y="96842"/>
                  </a:lnTo>
                  <a:lnTo>
                    <a:pt x="175142" y="99266"/>
                  </a:lnTo>
                  <a:lnTo>
                    <a:pt x="177733" y="100834"/>
                  </a:lnTo>
                  <a:lnTo>
                    <a:pt x="179020" y="102115"/>
                  </a:lnTo>
                  <a:lnTo>
                    <a:pt x="182155" y="100075"/>
                  </a:lnTo>
                  <a:lnTo>
                    <a:pt x="186610" y="98302"/>
                  </a:lnTo>
                  <a:lnTo>
                    <a:pt x="193168" y="97934"/>
                  </a:lnTo>
                  <a:lnTo>
                    <a:pt x="194788" y="100229"/>
                  </a:lnTo>
                  <a:lnTo>
                    <a:pt x="204991" y="103385"/>
                  </a:lnTo>
                  <a:lnTo>
                    <a:pt x="207377" y="105113"/>
                  </a:lnTo>
                  <a:lnTo>
                    <a:pt x="211469" y="109449"/>
                  </a:lnTo>
                  <a:lnTo>
                    <a:pt x="213703" y="112204"/>
                  </a:lnTo>
                  <a:lnTo>
                    <a:pt x="217351" y="116975"/>
                  </a:lnTo>
                  <a:lnTo>
                    <a:pt x="210071" y="121273"/>
                  </a:lnTo>
                  <a:lnTo>
                    <a:pt x="202514" y="122115"/>
                  </a:lnTo>
                  <a:lnTo>
                    <a:pt x="201292" y="121491"/>
                  </a:lnTo>
                  <a:lnTo>
                    <a:pt x="199768" y="122421"/>
                  </a:lnTo>
                  <a:lnTo>
                    <a:pt x="198728" y="122392"/>
                  </a:lnTo>
                  <a:lnTo>
                    <a:pt x="196845" y="121711"/>
                  </a:lnTo>
                  <a:lnTo>
                    <a:pt x="196417" y="122263"/>
                  </a:lnTo>
                  <a:lnTo>
                    <a:pt x="195774" y="121691"/>
                  </a:lnTo>
                  <a:lnTo>
                    <a:pt x="194124" y="122388"/>
                  </a:lnTo>
                  <a:lnTo>
                    <a:pt x="194770" y="123157"/>
                  </a:lnTo>
                  <a:lnTo>
                    <a:pt x="193622" y="123980"/>
                  </a:lnTo>
                  <a:lnTo>
                    <a:pt x="191477" y="126277"/>
                  </a:lnTo>
                  <a:lnTo>
                    <a:pt x="189465" y="126577"/>
                  </a:lnTo>
                  <a:lnTo>
                    <a:pt x="188015" y="126658"/>
                  </a:lnTo>
                  <a:lnTo>
                    <a:pt x="187550" y="125521"/>
                  </a:lnTo>
                  <a:lnTo>
                    <a:pt x="186291" y="125669"/>
                  </a:lnTo>
                  <a:lnTo>
                    <a:pt x="182415" y="125065"/>
                  </a:lnTo>
                  <a:lnTo>
                    <a:pt x="183676" y="126726"/>
                  </a:lnTo>
                  <a:lnTo>
                    <a:pt x="183320" y="127968"/>
                  </a:lnTo>
                  <a:lnTo>
                    <a:pt x="180384" y="129766"/>
                  </a:lnTo>
                  <a:lnTo>
                    <a:pt x="180357" y="129963"/>
                  </a:lnTo>
                  <a:lnTo>
                    <a:pt x="179661" y="129640"/>
                  </a:lnTo>
                  <a:lnTo>
                    <a:pt x="176437" y="129292"/>
                  </a:lnTo>
                  <a:lnTo>
                    <a:pt x="174978" y="128569"/>
                  </a:lnTo>
                  <a:lnTo>
                    <a:pt x="173549" y="128321"/>
                  </a:lnTo>
                  <a:lnTo>
                    <a:pt x="172495" y="127573"/>
                  </a:lnTo>
                  <a:lnTo>
                    <a:pt x="170666" y="126714"/>
                  </a:lnTo>
                  <a:lnTo>
                    <a:pt x="166647" y="126762"/>
                  </a:lnTo>
                  <a:lnTo>
                    <a:pt x="163452" y="127429"/>
                  </a:lnTo>
                  <a:lnTo>
                    <a:pt x="161486" y="128319"/>
                  </a:lnTo>
                  <a:lnTo>
                    <a:pt x="160413" y="128387"/>
                  </a:lnTo>
                  <a:lnTo>
                    <a:pt x="159063" y="128895"/>
                  </a:lnTo>
                  <a:lnTo>
                    <a:pt x="157339" y="128639"/>
                  </a:lnTo>
                  <a:lnTo>
                    <a:pt x="155436" y="129619"/>
                  </a:lnTo>
                  <a:lnTo>
                    <a:pt x="153413" y="130022"/>
                  </a:lnTo>
                  <a:lnTo>
                    <a:pt x="152216" y="130516"/>
                  </a:lnTo>
                  <a:lnTo>
                    <a:pt x="152064" y="130135"/>
                  </a:lnTo>
                  <a:lnTo>
                    <a:pt x="153086" y="129486"/>
                  </a:lnTo>
                  <a:lnTo>
                    <a:pt x="153767" y="128540"/>
                  </a:lnTo>
                  <a:lnTo>
                    <a:pt x="152946" y="128036"/>
                  </a:lnTo>
                  <a:lnTo>
                    <a:pt x="154046" y="126192"/>
                  </a:lnTo>
                  <a:lnTo>
                    <a:pt x="154502" y="125809"/>
                  </a:lnTo>
                  <a:lnTo>
                    <a:pt x="153593" y="124173"/>
                  </a:lnTo>
                  <a:lnTo>
                    <a:pt x="153099" y="124641"/>
                  </a:lnTo>
                  <a:lnTo>
                    <a:pt x="152882" y="122856"/>
                  </a:lnTo>
                  <a:lnTo>
                    <a:pt x="152541" y="122479"/>
                  </a:lnTo>
                  <a:lnTo>
                    <a:pt x="152726" y="121729"/>
                  </a:lnTo>
                  <a:lnTo>
                    <a:pt x="149282" y="121011"/>
                  </a:lnTo>
                  <a:lnTo>
                    <a:pt x="148311" y="121179"/>
                  </a:lnTo>
                  <a:lnTo>
                    <a:pt x="147055" y="120684"/>
                  </a:lnTo>
                  <a:lnTo>
                    <a:pt x="146978" y="120972"/>
                  </a:lnTo>
                  <a:lnTo>
                    <a:pt x="145952" y="120597"/>
                  </a:lnTo>
                  <a:lnTo>
                    <a:pt x="145896" y="120332"/>
                  </a:lnTo>
                  <a:lnTo>
                    <a:pt x="145526" y="121011"/>
                  </a:lnTo>
                  <a:lnTo>
                    <a:pt x="144951" y="119519"/>
                  </a:lnTo>
                  <a:lnTo>
                    <a:pt x="144615" y="119259"/>
                  </a:lnTo>
                  <a:lnTo>
                    <a:pt x="143956" y="119508"/>
                  </a:lnTo>
                  <a:lnTo>
                    <a:pt x="141873" y="119070"/>
                  </a:lnTo>
                  <a:lnTo>
                    <a:pt x="140582" y="118260"/>
                  </a:lnTo>
                  <a:lnTo>
                    <a:pt x="138455" y="118182"/>
                  </a:lnTo>
                  <a:lnTo>
                    <a:pt x="135077" y="119149"/>
                  </a:lnTo>
                  <a:lnTo>
                    <a:pt x="131854" y="121082"/>
                  </a:lnTo>
                  <a:lnTo>
                    <a:pt x="132564" y="122323"/>
                  </a:lnTo>
                  <a:lnTo>
                    <a:pt x="130312" y="122834"/>
                  </a:lnTo>
                  <a:lnTo>
                    <a:pt x="130256" y="122674"/>
                  </a:lnTo>
                  <a:lnTo>
                    <a:pt x="127150" y="124050"/>
                  </a:lnTo>
                  <a:lnTo>
                    <a:pt x="126678" y="123271"/>
                  </a:lnTo>
                  <a:lnTo>
                    <a:pt x="126338" y="123374"/>
                  </a:lnTo>
                  <a:lnTo>
                    <a:pt x="125235" y="123997"/>
                  </a:lnTo>
                  <a:lnTo>
                    <a:pt x="123541" y="124461"/>
                  </a:lnTo>
                  <a:lnTo>
                    <a:pt x="123584" y="125548"/>
                  </a:lnTo>
                  <a:lnTo>
                    <a:pt x="121624" y="125419"/>
                  </a:lnTo>
                  <a:lnTo>
                    <a:pt x="119931" y="125916"/>
                  </a:lnTo>
                  <a:lnTo>
                    <a:pt x="119603" y="124744"/>
                  </a:lnTo>
                  <a:lnTo>
                    <a:pt x="119200" y="124874"/>
                  </a:lnTo>
                  <a:lnTo>
                    <a:pt x="119274" y="125296"/>
                  </a:lnTo>
                  <a:lnTo>
                    <a:pt x="117297" y="126127"/>
                  </a:lnTo>
                  <a:lnTo>
                    <a:pt x="114800" y="126425"/>
                  </a:lnTo>
                  <a:lnTo>
                    <a:pt x="114897" y="126911"/>
                  </a:lnTo>
                  <a:lnTo>
                    <a:pt x="110840" y="127249"/>
                  </a:lnTo>
                  <a:lnTo>
                    <a:pt x="110402" y="125313"/>
                  </a:lnTo>
                  <a:lnTo>
                    <a:pt x="116868" y="125125"/>
                  </a:lnTo>
                  <a:lnTo>
                    <a:pt x="115751" y="122445"/>
                  </a:lnTo>
                  <a:lnTo>
                    <a:pt x="115759" y="120328"/>
                  </a:lnTo>
                  <a:lnTo>
                    <a:pt x="119080" y="121141"/>
                  </a:lnTo>
                  <a:lnTo>
                    <a:pt x="120656" y="119103"/>
                  </a:lnTo>
                  <a:lnTo>
                    <a:pt x="122056" y="114959"/>
                  </a:lnTo>
                  <a:lnTo>
                    <a:pt x="122210" y="114705"/>
                  </a:lnTo>
                  <a:lnTo>
                    <a:pt x="121119" y="113308"/>
                  </a:lnTo>
                  <a:lnTo>
                    <a:pt x="119851" y="112460"/>
                  </a:lnTo>
                  <a:lnTo>
                    <a:pt x="113957" y="111780"/>
                  </a:lnTo>
                  <a:lnTo>
                    <a:pt x="112221" y="111101"/>
                  </a:lnTo>
                  <a:lnTo>
                    <a:pt x="111748" y="110328"/>
                  </a:lnTo>
                  <a:lnTo>
                    <a:pt x="111482" y="106615"/>
                  </a:lnTo>
                  <a:lnTo>
                    <a:pt x="110792" y="102693"/>
                  </a:lnTo>
                  <a:lnTo>
                    <a:pt x="111426" y="101514"/>
                  </a:lnTo>
                  <a:lnTo>
                    <a:pt x="111686" y="101258"/>
                  </a:lnTo>
                  <a:lnTo>
                    <a:pt x="111963" y="101331"/>
                  </a:lnTo>
                  <a:lnTo>
                    <a:pt x="112570" y="100575"/>
                  </a:lnTo>
                  <a:lnTo>
                    <a:pt x="112805" y="100595"/>
                  </a:lnTo>
                  <a:lnTo>
                    <a:pt x="114149" y="98662"/>
                  </a:lnTo>
                  <a:lnTo>
                    <a:pt x="115017" y="96568"/>
                  </a:lnTo>
                  <a:lnTo>
                    <a:pt x="117092" y="95214"/>
                  </a:lnTo>
                  <a:lnTo>
                    <a:pt x="117293" y="94564"/>
                  </a:lnTo>
                  <a:lnTo>
                    <a:pt x="117557" y="94586"/>
                  </a:lnTo>
                  <a:lnTo>
                    <a:pt x="117658" y="93254"/>
                  </a:lnTo>
                  <a:lnTo>
                    <a:pt x="116546" y="89640"/>
                  </a:lnTo>
                  <a:lnTo>
                    <a:pt x="116754" y="87999"/>
                  </a:lnTo>
                  <a:lnTo>
                    <a:pt x="117190" y="86833"/>
                  </a:lnTo>
                  <a:lnTo>
                    <a:pt x="117552" y="86496"/>
                  </a:lnTo>
                  <a:lnTo>
                    <a:pt x="119051" y="85877"/>
                  </a:lnTo>
                  <a:lnTo>
                    <a:pt x="117013" y="77536"/>
                  </a:lnTo>
                  <a:lnTo>
                    <a:pt x="115862" y="74281"/>
                  </a:lnTo>
                  <a:lnTo>
                    <a:pt x="106942" y="77093"/>
                  </a:lnTo>
                  <a:lnTo>
                    <a:pt x="106155" y="75755"/>
                  </a:lnTo>
                  <a:lnTo>
                    <a:pt x="99892" y="75946"/>
                  </a:lnTo>
                  <a:lnTo>
                    <a:pt x="97074" y="76813"/>
                  </a:lnTo>
                  <a:lnTo>
                    <a:pt x="85291" y="78342"/>
                  </a:lnTo>
                  <a:lnTo>
                    <a:pt x="76263" y="79671"/>
                  </a:lnTo>
                  <a:lnTo>
                    <a:pt x="68738" y="80849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pg37">
              <a:extLst>
                <a:ext uri="{FF2B5EF4-FFF2-40B4-BE49-F238E27FC236}">
                  <a16:creationId xmlns:a16="http://schemas.microsoft.com/office/drawing/2014/main" id="{9D62E241-71D9-8DDB-EC6D-156A9FE6047F}"/>
                </a:ext>
              </a:extLst>
            </p:cNvPr>
            <p:cNvSpPr/>
            <p:nvPr/>
          </p:nvSpPr>
          <p:spPr>
            <a:xfrm>
              <a:off x="6894088" y="1366844"/>
              <a:ext cx="190569" cy="239997"/>
            </a:xfrm>
            <a:custGeom>
              <a:avLst/>
              <a:gdLst/>
              <a:ahLst/>
              <a:cxnLst/>
              <a:rect l="0" t="0" r="0" b="0"/>
              <a:pathLst>
                <a:path w="190569" h="239997">
                  <a:moveTo>
                    <a:pt x="57825" y="234054"/>
                  </a:moveTo>
                  <a:lnTo>
                    <a:pt x="57360" y="235174"/>
                  </a:lnTo>
                  <a:lnTo>
                    <a:pt x="57489" y="236077"/>
                  </a:lnTo>
                  <a:lnTo>
                    <a:pt x="57759" y="236035"/>
                  </a:lnTo>
                  <a:lnTo>
                    <a:pt x="57960" y="236739"/>
                  </a:lnTo>
                  <a:lnTo>
                    <a:pt x="57677" y="238269"/>
                  </a:lnTo>
                  <a:lnTo>
                    <a:pt x="57303" y="238176"/>
                  </a:lnTo>
                  <a:lnTo>
                    <a:pt x="57416" y="236797"/>
                  </a:lnTo>
                  <a:lnTo>
                    <a:pt x="55639" y="236783"/>
                  </a:lnTo>
                  <a:lnTo>
                    <a:pt x="55420" y="234814"/>
                  </a:lnTo>
                  <a:lnTo>
                    <a:pt x="54994" y="234688"/>
                  </a:lnTo>
                  <a:lnTo>
                    <a:pt x="51654" y="234210"/>
                  </a:lnTo>
                  <a:lnTo>
                    <a:pt x="51504" y="233515"/>
                  </a:lnTo>
                  <a:lnTo>
                    <a:pt x="50971" y="233701"/>
                  </a:lnTo>
                  <a:lnTo>
                    <a:pt x="50363" y="230187"/>
                  </a:lnTo>
                  <a:lnTo>
                    <a:pt x="49088" y="230066"/>
                  </a:lnTo>
                  <a:lnTo>
                    <a:pt x="47753" y="230370"/>
                  </a:lnTo>
                  <a:lnTo>
                    <a:pt x="47099" y="230279"/>
                  </a:lnTo>
                  <a:lnTo>
                    <a:pt x="46568" y="230590"/>
                  </a:lnTo>
                  <a:lnTo>
                    <a:pt x="44533" y="230989"/>
                  </a:lnTo>
                  <a:lnTo>
                    <a:pt x="43587" y="229403"/>
                  </a:lnTo>
                  <a:lnTo>
                    <a:pt x="42445" y="230161"/>
                  </a:lnTo>
                  <a:lnTo>
                    <a:pt x="40798" y="229560"/>
                  </a:lnTo>
                  <a:lnTo>
                    <a:pt x="39708" y="229652"/>
                  </a:lnTo>
                  <a:lnTo>
                    <a:pt x="39142" y="229936"/>
                  </a:lnTo>
                  <a:lnTo>
                    <a:pt x="39482" y="227708"/>
                  </a:lnTo>
                  <a:lnTo>
                    <a:pt x="39113" y="226993"/>
                  </a:lnTo>
                  <a:lnTo>
                    <a:pt x="38557" y="227375"/>
                  </a:lnTo>
                  <a:lnTo>
                    <a:pt x="37131" y="227027"/>
                  </a:lnTo>
                  <a:lnTo>
                    <a:pt x="36853" y="226685"/>
                  </a:lnTo>
                  <a:lnTo>
                    <a:pt x="36947" y="225980"/>
                  </a:lnTo>
                  <a:lnTo>
                    <a:pt x="36716" y="225684"/>
                  </a:lnTo>
                  <a:lnTo>
                    <a:pt x="35488" y="225962"/>
                  </a:lnTo>
                  <a:lnTo>
                    <a:pt x="34206" y="225716"/>
                  </a:lnTo>
                  <a:lnTo>
                    <a:pt x="33716" y="225388"/>
                  </a:lnTo>
                  <a:lnTo>
                    <a:pt x="33466" y="225503"/>
                  </a:lnTo>
                  <a:lnTo>
                    <a:pt x="33109" y="225075"/>
                  </a:lnTo>
                  <a:lnTo>
                    <a:pt x="32531" y="225180"/>
                  </a:lnTo>
                  <a:lnTo>
                    <a:pt x="32257" y="224751"/>
                  </a:lnTo>
                  <a:lnTo>
                    <a:pt x="32290" y="224397"/>
                  </a:lnTo>
                  <a:lnTo>
                    <a:pt x="32549" y="224237"/>
                  </a:lnTo>
                  <a:lnTo>
                    <a:pt x="32206" y="222367"/>
                  </a:lnTo>
                  <a:lnTo>
                    <a:pt x="32311" y="221547"/>
                  </a:lnTo>
                  <a:lnTo>
                    <a:pt x="32132" y="221659"/>
                  </a:lnTo>
                  <a:lnTo>
                    <a:pt x="26730" y="220416"/>
                  </a:lnTo>
                  <a:lnTo>
                    <a:pt x="26337" y="217020"/>
                  </a:lnTo>
                  <a:lnTo>
                    <a:pt x="26948" y="213406"/>
                  </a:lnTo>
                  <a:lnTo>
                    <a:pt x="27657" y="213355"/>
                  </a:lnTo>
                  <a:lnTo>
                    <a:pt x="27917" y="209067"/>
                  </a:lnTo>
                  <a:lnTo>
                    <a:pt x="26999" y="205438"/>
                  </a:lnTo>
                  <a:lnTo>
                    <a:pt x="26163" y="205636"/>
                  </a:lnTo>
                  <a:lnTo>
                    <a:pt x="25534" y="201309"/>
                  </a:lnTo>
                  <a:lnTo>
                    <a:pt x="26626" y="200865"/>
                  </a:lnTo>
                  <a:lnTo>
                    <a:pt x="27982" y="201371"/>
                  </a:lnTo>
                  <a:lnTo>
                    <a:pt x="29137" y="201216"/>
                  </a:lnTo>
                  <a:lnTo>
                    <a:pt x="29118" y="201500"/>
                  </a:lnTo>
                  <a:lnTo>
                    <a:pt x="29617" y="201548"/>
                  </a:lnTo>
                  <a:lnTo>
                    <a:pt x="30560" y="197216"/>
                  </a:lnTo>
                  <a:lnTo>
                    <a:pt x="34822" y="198681"/>
                  </a:lnTo>
                  <a:lnTo>
                    <a:pt x="35173" y="196884"/>
                  </a:lnTo>
                  <a:lnTo>
                    <a:pt x="34362" y="193848"/>
                  </a:lnTo>
                  <a:lnTo>
                    <a:pt x="40603" y="192846"/>
                  </a:lnTo>
                  <a:lnTo>
                    <a:pt x="40711" y="192303"/>
                  </a:lnTo>
                  <a:lnTo>
                    <a:pt x="39477" y="186311"/>
                  </a:lnTo>
                  <a:lnTo>
                    <a:pt x="38333" y="182582"/>
                  </a:lnTo>
                  <a:lnTo>
                    <a:pt x="38130" y="181246"/>
                  </a:lnTo>
                  <a:lnTo>
                    <a:pt x="39076" y="175794"/>
                  </a:lnTo>
                  <a:lnTo>
                    <a:pt x="39076" y="172091"/>
                  </a:lnTo>
                  <a:lnTo>
                    <a:pt x="37067" y="166130"/>
                  </a:lnTo>
                  <a:lnTo>
                    <a:pt x="36104" y="166037"/>
                  </a:lnTo>
                  <a:lnTo>
                    <a:pt x="35235" y="165763"/>
                  </a:lnTo>
                  <a:lnTo>
                    <a:pt x="32993" y="165795"/>
                  </a:lnTo>
                  <a:lnTo>
                    <a:pt x="30983" y="166376"/>
                  </a:lnTo>
                  <a:lnTo>
                    <a:pt x="29213" y="166172"/>
                  </a:lnTo>
                  <a:lnTo>
                    <a:pt x="27746" y="164981"/>
                  </a:lnTo>
                  <a:lnTo>
                    <a:pt x="26213" y="164623"/>
                  </a:lnTo>
                  <a:lnTo>
                    <a:pt x="23342" y="165437"/>
                  </a:lnTo>
                  <a:lnTo>
                    <a:pt x="22542" y="166106"/>
                  </a:lnTo>
                  <a:lnTo>
                    <a:pt x="20749" y="165107"/>
                  </a:lnTo>
                  <a:lnTo>
                    <a:pt x="20308" y="165446"/>
                  </a:lnTo>
                  <a:lnTo>
                    <a:pt x="19183" y="164583"/>
                  </a:lnTo>
                  <a:lnTo>
                    <a:pt x="17073" y="163741"/>
                  </a:lnTo>
                  <a:lnTo>
                    <a:pt x="17011" y="163928"/>
                  </a:lnTo>
                  <a:lnTo>
                    <a:pt x="16627" y="163761"/>
                  </a:lnTo>
                  <a:lnTo>
                    <a:pt x="16497" y="164007"/>
                  </a:lnTo>
                  <a:lnTo>
                    <a:pt x="16108" y="163854"/>
                  </a:lnTo>
                  <a:lnTo>
                    <a:pt x="16152" y="164047"/>
                  </a:lnTo>
                  <a:lnTo>
                    <a:pt x="15345" y="163915"/>
                  </a:lnTo>
                  <a:lnTo>
                    <a:pt x="15147" y="166712"/>
                  </a:lnTo>
                  <a:lnTo>
                    <a:pt x="15997" y="170317"/>
                  </a:lnTo>
                  <a:lnTo>
                    <a:pt x="12639" y="171020"/>
                  </a:lnTo>
                  <a:lnTo>
                    <a:pt x="10172" y="172170"/>
                  </a:lnTo>
                  <a:lnTo>
                    <a:pt x="9836" y="171968"/>
                  </a:lnTo>
                  <a:lnTo>
                    <a:pt x="8835" y="170279"/>
                  </a:lnTo>
                  <a:lnTo>
                    <a:pt x="3855" y="166666"/>
                  </a:lnTo>
                  <a:lnTo>
                    <a:pt x="5790" y="166104"/>
                  </a:lnTo>
                  <a:lnTo>
                    <a:pt x="6172" y="166521"/>
                  </a:lnTo>
                  <a:lnTo>
                    <a:pt x="6460" y="166161"/>
                  </a:lnTo>
                  <a:lnTo>
                    <a:pt x="6255" y="164227"/>
                  </a:lnTo>
                  <a:lnTo>
                    <a:pt x="7259" y="161257"/>
                  </a:lnTo>
                  <a:lnTo>
                    <a:pt x="5582" y="160483"/>
                  </a:lnTo>
                  <a:lnTo>
                    <a:pt x="5777" y="159986"/>
                  </a:lnTo>
                  <a:lnTo>
                    <a:pt x="5416" y="159336"/>
                  </a:lnTo>
                  <a:lnTo>
                    <a:pt x="3364" y="157384"/>
                  </a:lnTo>
                  <a:lnTo>
                    <a:pt x="2198" y="156577"/>
                  </a:lnTo>
                  <a:lnTo>
                    <a:pt x="2730" y="156018"/>
                  </a:lnTo>
                  <a:lnTo>
                    <a:pt x="2546" y="155649"/>
                  </a:lnTo>
                  <a:lnTo>
                    <a:pt x="2703" y="155384"/>
                  </a:lnTo>
                  <a:lnTo>
                    <a:pt x="2226" y="155702"/>
                  </a:lnTo>
                  <a:lnTo>
                    <a:pt x="1914" y="155168"/>
                  </a:lnTo>
                  <a:lnTo>
                    <a:pt x="1479" y="155177"/>
                  </a:lnTo>
                  <a:lnTo>
                    <a:pt x="1432" y="154891"/>
                  </a:lnTo>
                  <a:lnTo>
                    <a:pt x="1283" y="155001"/>
                  </a:lnTo>
                  <a:lnTo>
                    <a:pt x="1332" y="154694"/>
                  </a:lnTo>
                  <a:lnTo>
                    <a:pt x="929" y="154572"/>
                  </a:lnTo>
                  <a:lnTo>
                    <a:pt x="395" y="153770"/>
                  </a:lnTo>
                  <a:lnTo>
                    <a:pt x="886" y="153532"/>
                  </a:lnTo>
                  <a:lnTo>
                    <a:pt x="570" y="152848"/>
                  </a:lnTo>
                  <a:lnTo>
                    <a:pt x="384" y="151433"/>
                  </a:lnTo>
                  <a:lnTo>
                    <a:pt x="53" y="147072"/>
                  </a:lnTo>
                  <a:lnTo>
                    <a:pt x="281" y="145677"/>
                  </a:lnTo>
                  <a:lnTo>
                    <a:pt x="0" y="141576"/>
                  </a:lnTo>
                  <a:lnTo>
                    <a:pt x="1370" y="140441"/>
                  </a:lnTo>
                  <a:lnTo>
                    <a:pt x="1840" y="140355"/>
                  </a:lnTo>
                  <a:lnTo>
                    <a:pt x="5572" y="141141"/>
                  </a:lnTo>
                  <a:lnTo>
                    <a:pt x="5543" y="137796"/>
                  </a:lnTo>
                  <a:lnTo>
                    <a:pt x="6109" y="137746"/>
                  </a:lnTo>
                  <a:lnTo>
                    <a:pt x="5785" y="133440"/>
                  </a:lnTo>
                  <a:lnTo>
                    <a:pt x="7169" y="133373"/>
                  </a:lnTo>
                  <a:lnTo>
                    <a:pt x="17024" y="130007"/>
                  </a:lnTo>
                  <a:lnTo>
                    <a:pt x="17954" y="129444"/>
                  </a:lnTo>
                  <a:lnTo>
                    <a:pt x="19269" y="127953"/>
                  </a:lnTo>
                  <a:lnTo>
                    <a:pt x="18511" y="123414"/>
                  </a:lnTo>
                  <a:lnTo>
                    <a:pt x="18414" y="117768"/>
                  </a:lnTo>
                  <a:lnTo>
                    <a:pt x="18115" y="116745"/>
                  </a:lnTo>
                  <a:lnTo>
                    <a:pt x="16986" y="115742"/>
                  </a:lnTo>
                  <a:lnTo>
                    <a:pt x="16957" y="115520"/>
                  </a:lnTo>
                  <a:lnTo>
                    <a:pt x="19174" y="114820"/>
                  </a:lnTo>
                  <a:lnTo>
                    <a:pt x="22025" y="114768"/>
                  </a:lnTo>
                  <a:lnTo>
                    <a:pt x="21248" y="110587"/>
                  </a:lnTo>
                  <a:lnTo>
                    <a:pt x="21017" y="110601"/>
                  </a:lnTo>
                  <a:lnTo>
                    <a:pt x="20368" y="106096"/>
                  </a:lnTo>
                  <a:lnTo>
                    <a:pt x="22057" y="105778"/>
                  </a:lnTo>
                  <a:lnTo>
                    <a:pt x="22077" y="104856"/>
                  </a:lnTo>
                  <a:lnTo>
                    <a:pt x="20818" y="104141"/>
                  </a:lnTo>
                  <a:lnTo>
                    <a:pt x="19793" y="102759"/>
                  </a:lnTo>
                  <a:lnTo>
                    <a:pt x="21888" y="101539"/>
                  </a:lnTo>
                  <a:lnTo>
                    <a:pt x="23187" y="99433"/>
                  </a:lnTo>
                  <a:lnTo>
                    <a:pt x="24989" y="97831"/>
                  </a:lnTo>
                  <a:lnTo>
                    <a:pt x="25699" y="96630"/>
                  </a:lnTo>
                  <a:lnTo>
                    <a:pt x="25803" y="96059"/>
                  </a:lnTo>
                  <a:lnTo>
                    <a:pt x="26181" y="95937"/>
                  </a:lnTo>
                  <a:lnTo>
                    <a:pt x="25543" y="95438"/>
                  </a:lnTo>
                  <a:lnTo>
                    <a:pt x="22985" y="96820"/>
                  </a:lnTo>
                  <a:lnTo>
                    <a:pt x="21268" y="97789"/>
                  </a:lnTo>
                  <a:lnTo>
                    <a:pt x="20568" y="99008"/>
                  </a:lnTo>
                  <a:lnTo>
                    <a:pt x="19343" y="96236"/>
                  </a:lnTo>
                  <a:lnTo>
                    <a:pt x="19151" y="95006"/>
                  </a:lnTo>
                  <a:lnTo>
                    <a:pt x="19310" y="92703"/>
                  </a:lnTo>
                  <a:lnTo>
                    <a:pt x="19839" y="92038"/>
                  </a:lnTo>
                  <a:lnTo>
                    <a:pt x="21524" y="87329"/>
                  </a:lnTo>
                  <a:lnTo>
                    <a:pt x="22247" y="86255"/>
                  </a:lnTo>
                  <a:lnTo>
                    <a:pt x="23037" y="85589"/>
                  </a:lnTo>
                  <a:lnTo>
                    <a:pt x="26956" y="83388"/>
                  </a:lnTo>
                  <a:lnTo>
                    <a:pt x="23792" y="76470"/>
                  </a:lnTo>
                  <a:lnTo>
                    <a:pt x="22658" y="75798"/>
                  </a:lnTo>
                  <a:lnTo>
                    <a:pt x="26383" y="74117"/>
                  </a:lnTo>
                  <a:lnTo>
                    <a:pt x="24546" y="72301"/>
                  </a:lnTo>
                  <a:lnTo>
                    <a:pt x="23958" y="68280"/>
                  </a:lnTo>
                  <a:lnTo>
                    <a:pt x="30145" y="67190"/>
                  </a:lnTo>
                  <a:lnTo>
                    <a:pt x="29294" y="60782"/>
                  </a:lnTo>
                  <a:lnTo>
                    <a:pt x="29620" y="61595"/>
                  </a:lnTo>
                  <a:lnTo>
                    <a:pt x="32440" y="63703"/>
                  </a:lnTo>
                  <a:lnTo>
                    <a:pt x="34857" y="64965"/>
                  </a:lnTo>
                  <a:lnTo>
                    <a:pt x="35640" y="65038"/>
                  </a:lnTo>
                  <a:lnTo>
                    <a:pt x="36915" y="68080"/>
                  </a:lnTo>
                  <a:lnTo>
                    <a:pt x="37727" y="67295"/>
                  </a:lnTo>
                  <a:lnTo>
                    <a:pt x="36351" y="65433"/>
                  </a:lnTo>
                  <a:lnTo>
                    <a:pt x="41936" y="62319"/>
                  </a:lnTo>
                  <a:lnTo>
                    <a:pt x="41806" y="61589"/>
                  </a:lnTo>
                  <a:lnTo>
                    <a:pt x="44725" y="60571"/>
                  </a:lnTo>
                  <a:lnTo>
                    <a:pt x="46890" y="59649"/>
                  </a:lnTo>
                  <a:lnTo>
                    <a:pt x="49057" y="59034"/>
                  </a:lnTo>
                  <a:lnTo>
                    <a:pt x="49712" y="59238"/>
                  </a:lnTo>
                  <a:lnTo>
                    <a:pt x="51455" y="61133"/>
                  </a:lnTo>
                  <a:lnTo>
                    <a:pt x="51615" y="61011"/>
                  </a:lnTo>
                  <a:lnTo>
                    <a:pt x="52217" y="61890"/>
                  </a:lnTo>
                  <a:lnTo>
                    <a:pt x="53649" y="61317"/>
                  </a:lnTo>
                  <a:lnTo>
                    <a:pt x="58687" y="60038"/>
                  </a:lnTo>
                  <a:lnTo>
                    <a:pt x="57016" y="54547"/>
                  </a:lnTo>
                  <a:lnTo>
                    <a:pt x="59569" y="53353"/>
                  </a:lnTo>
                  <a:lnTo>
                    <a:pt x="62252" y="50776"/>
                  </a:lnTo>
                  <a:lnTo>
                    <a:pt x="62725" y="50487"/>
                  </a:lnTo>
                  <a:lnTo>
                    <a:pt x="63578" y="50403"/>
                  </a:lnTo>
                  <a:lnTo>
                    <a:pt x="63574" y="50189"/>
                  </a:lnTo>
                  <a:lnTo>
                    <a:pt x="72811" y="49311"/>
                  </a:lnTo>
                  <a:lnTo>
                    <a:pt x="72766" y="47117"/>
                  </a:lnTo>
                  <a:lnTo>
                    <a:pt x="73912" y="46934"/>
                  </a:lnTo>
                  <a:lnTo>
                    <a:pt x="74212" y="44504"/>
                  </a:lnTo>
                  <a:lnTo>
                    <a:pt x="78636" y="44077"/>
                  </a:lnTo>
                  <a:lnTo>
                    <a:pt x="81571" y="38691"/>
                  </a:lnTo>
                  <a:lnTo>
                    <a:pt x="83453" y="36110"/>
                  </a:lnTo>
                  <a:lnTo>
                    <a:pt x="83736" y="34509"/>
                  </a:lnTo>
                  <a:lnTo>
                    <a:pt x="88035" y="35871"/>
                  </a:lnTo>
                  <a:lnTo>
                    <a:pt x="88299" y="35735"/>
                  </a:lnTo>
                  <a:lnTo>
                    <a:pt x="87735" y="36900"/>
                  </a:lnTo>
                  <a:lnTo>
                    <a:pt x="98705" y="36563"/>
                  </a:lnTo>
                  <a:lnTo>
                    <a:pt x="97942" y="39158"/>
                  </a:lnTo>
                  <a:lnTo>
                    <a:pt x="104128" y="38967"/>
                  </a:lnTo>
                  <a:lnTo>
                    <a:pt x="104341" y="40623"/>
                  </a:lnTo>
                  <a:lnTo>
                    <a:pt x="110336" y="42327"/>
                  </a:lnTo>
                  <a:lnTo>
                    <a:pt x="111210" y="38428"/>
                  </a:lnTo>
                  <a:lnTo>
                    <a:pt x="111509" y="38388"/>
                  </a:lnTo>
                  <a:lnTo>
                    <a:pt x="111054" y="37288"/>
                  </a:lnTo>
                  <a:lnTo>
                    <a:pt x="111137" y="35663"/>
                  </a:lnTo>
                  <a:lnTo>
                    <a:pt x="112651" y="34019"/>
                  </a:lnTo>
                  <a:lnTo>
                    <a:pt x="112984" y="32931"/>
                  </a:lnTo>
                  <a:lnTo>
                    <a:pt x="110613" y="29448"/>
                  </a:lnTo>
                  <a:lnTo>
                    <a:pt x="110318" y="28896"/>
                  </a:lnTo>
                  <a:lnTo>
                    <a:pt x="110514" y="28721"/>
                  </a:lnTo>
                  <a:lnTo>
                    <a:pt x="111025" y="28982"/>
                  </a:lnTo>
                  <a:lnTo>
                    <a:pt x="112248" y="28927"/>
                  </a:lnTo>
                  <a:lnTo>
                    <a:pt x="114776" y="28007"/>
                  </a:lnTo>
                  <a:lnTo>
                    <a:pt x="117383" y="27422"/>
                  </a:lnTo>
                  <a:lnTo>
                    <a:pt x="116882" y="25256"/>
                  </a:lnTo>
                  <a:lnTo>
                    <a:pt x="114701" y="26418"/>
                  </a:lnTo>
                  <a:lnTo>
                    <a:pt x="112927" y="26374"/>
                  </a:lnTo>
                  <a:lnTo>
                    <a:pt x="113278" y="25263"/>
                  </a:lnTo>
                  <a:lnTo>
                    <a:pt x="112652" y="22569"/>
                  </a:lnTo>
                  <a:lnTo>
                    <a:pt x="115013" y="22887"/>
                  </a:lnTo>
                  <a:lnTo>
                    <a:pt x="114663" y="22550"/>
                  </a:lnTo>
                  <a:lnTo>
                    <a:pt x="115423" y="22315"/>
                  </a:lnTo>
                  <a:lnTo>
                    <a:pt x="113798" y="18199"/>
                  </a:lnTo>
                  <a:lnTo>
                    <a:pt x="116631" y="17380"/>
                  </a:lnTo>
                  <a:lnTo>
                    <a:pt x="119265" y="15881"/>
                  </a:lnTo>
                  <a:lnTo>
                    <a:pt x="118371" y="12309"/>
                  </a:lnTo>
                  <a:lnTo>
                    <a:pt x="116352" y="12448"/>
                  </a:lnTo>
                  <a:lnTo>
                    <a:pt x="116252" y="12090"/>
                  </a:lnTo>
                  <a:lnTo>
                    <a:pt x="116207" y="11523"/>
                  </a:lnTo>
                  <a:lnTo>
                    <a:pt x="116771" y="10961"/>
                  </a:lnTo>
                  <a:lnTo>
                    <a:pt x="118473" y="10314"/>
                  </a:lnTo>
                  <a:lnTo>
                    <a:pt x="124748" y="9785"/>
                  </a:lnTo>
                  <a:lnTo>
                    <a:pt x="126326" y="10056"/>
                  </a:lnTo>
                  <a:lnTo>
                    <a:pt x="127501" y="9807"/>
                  </a:lnTo>
                  <a:lnTo>
                    <a:pt x="127753" y="9418"/>
                  </a:lnTo>
                  <a:lnTo>
                    <a:pt x="128114" y="9389"/>
                  </a:lnTo>
                  <a:lnTo>
                    <a:pt x="135701" y="10070"/>
                  </a:lnTo>
                  <a:lnTo>
                    <a:pt x="140823" y="10849"/>
                  </a:lnTo>
                  <a:lnTo>
                    <a:pt x="142560" y="10749"/>
                  </a:lnTo>
                  <a:lnTo>
                    <a:pt x="144494" y="11067"/>
                  </a:lnTo>
                  <a:lnTo>
                    <a:pt x="145523" y="10720"/>
                  </a:lnTo>
                  <a:lnTo>
                    <a:pt x="148853" y="8127"/>
                  </a:lnTo>
                  <a:lnTo>
                    <a:pt x="153084" y="7447"/>
                  </a:lnTo>
                  <a:lnTo>
                    <a:pt x="152077" y="4293"/>
                  </a:lnTo>
                  <a:lnTo>
                    <a:pt x="152012" y="3252"/>
                  </a:lnTo>
                  <a:lnTo>
                    <a:pt x="154179" y="1961"/>
                  </a:lnTo>
                  <a:lnTo>
                    <a:pt x="155105" y="1108"/>
                  </a:lnTo>
                  <a:lnTo>
                    <a:pt x="156251" y="1440"/>
                  </a:lnTo>
                  <a:lnTo>
                    <a:pt x="156809" y="0"/>
                  </a:lnTo>
                  <a:lnTo>
                    <a:pt x="157483" y="232"/>
                  </a:lnTo>
                  <a:lnTo>
                    <a:pt x="158383" y="1148"/>
                  </a:lnTo>
                  <a:lnTo>
                    <a:pt x="158786" y="1748"/>
                  </a:lnTo>
                  <a:lnTo>
                    <a:pt x="158915" y="2626"/>
                  </a:lnTo>
                  <a:lnTo>
                    <a:pt x="159701" y="2822"/>
                  </a:lnTo>
                  <a:lnTo>
                    <a:pt x="160655" y="1069"/>
                  </a:lnTo>
                  <a:lnTo>
                    <a:pt x="160602" y="570"/>
                  </a:lnTo>
                  <a:lnTo>
                    <a:pt x="161270" y="566"/>
                  </a:lnTo>
                  <a:lnTo>
                    <a:pt x="161539" y="1154"/>
                  </a:lnTo>
                  <a:lnTo>
                    <a:pt x="161462" y="2064"/>
                  </a:lnTo>
                  <a:lnTo>
                    <a:pt x="160962" y="2840"/>
                  </a:lnTo>
                  <a:lnTo>
                    <a:pt x="162183" y="4284"/>
                  </a:lnTo>
                  <a:lnTo>
                    <a:pt x="164205" y="4367"/>
                  </a:lnTo>
                  <a:lnTo>
                    <a:pt x="164357" y="5517"/>
                  </a:lnTo>
                  <a:lnTo>
                    <a:pt x="166232" y="5232"/>
                  </a:lnTo>
                  <a:lnTo>
                    <a:pt x="166317" y="7402"/>
                  </a:lnTo>
                  <a:lnTo>
                    <a:pt x="166686" y="8513"/>
                  </a:lnTo>
                  <a:lnTo>
                    <a:pt x="171670" y="7100"/>
                  </a:lnTo>
                  <a:lnTo>
                    <a:pt x="174897" y="5819"/>
                  </a:lnTo>
                  <a:lnTo>
                    <a:pt x="175654" y="7151"/>
                  </a:lnTo>
                  <a:lnTo>
                    <a:pt x="181846" y="4413"/>
                  </a:lnTo>
                  <a:lnTo>
                    <a:pt x="181653" y="4248"/>
                  </a:lnTo>
                  <a:lnTo>
                    <a:pt x="187184" y="1910"/>
                  </a:lnTo>
                  <a:lnTo>
                    <a:pt x="188420" y="6489"/>
                  </a:lnTo>
                  <a:lnTo>
                    <a:pt x="190569" y="8625"/>
                  </a:lnTo>
                  <a:lnTo>
                    <a:pt x="185977" y="9990"/>
                  </a:lnTo>
                  <a:lnTo>
                    <a:pt x="183698" y="11560"/>
                  </a:lnTo>
                  <a:lnTo>
                    <a:pt x="186055" y="15254"/>
                  </a:lnTo>
                  <a:lnTo>
                    <a:pt x="183746" y="16098"/>
                  </a:lnTo>
                  <a:lnTo>
                    <a:pt x="185579" y="18868"/>
                  </a:lnTo>
                  <a:lnTo>
                    <a:pt x="184896" y="18108"/>
                  </a:lnTo>
                  <a:lnTo>
                    <a:pt x="181891" y="19349"/>
                  </a:lnTo>
                  <a:lnTo>
                    <a:pt x="182229" y="19970"/>
                  </a:lnTo>
                  <a:lnTo>
                    <a:pt x="178597" y="21708"/>
                  </a:lnTo>
                  <a:lnTo>
                    <a:pt x="180534" y="24531"/>
                  </a:lnTo>
                  <a:lnTo>
                    <a:pt x="179286" y="25272"/>
                  </a:lnTo>
                  <a:lnTo>
                    <a:pt x="180109" y="26297"/>
                  </a:lnTo>
                  <a:lnTo>
                    <a:pt x="177523" y="29220"/>
                  </a:lnTo>
                  <a:lnTo>
                    <a:pt x="177979" y="30775"/>
                  </a:lnTo>
                  <a:lnTo>
                    <a:pt x="177761" y="30867"/>
                  </a:lnTo>
                  <a:lnTo>
                    <a:pt x="180463" y="37637"/>
                  </a:lnTo>
                  <a:lnTo>
                    <a:pt x="180831" y="39643"/>
                  </a:lnTo>
                  <a:lnTo>
                    <a:pt x="179648" y="40119"/>
                  </a:lnTo>
                  <a:lnTo>
                    <a:pt x="180433" y="42129"/>
                  </a:lnTo>
                  <a:lnTo>
                    <a:pt x="182400" y="41304"/>
                  </a:lnTo>
                  <a:lnTo>
                    <a:pt x="184302" y="45077"/>
                  </a:lnTo>
                  <a:lnTo>
                    <a:pt x="184401" y="46035"/>
                  </a:lnTo>
                  <a:lnTo>
                    <a:pt x="183357" y="46873"/>
                  </a:lnTo>
                  <a:lnTo>
                    <a:pt x="183462" y="47052"/>
                  </a:lnTo>
                  <a:lnTo>
                    <a:pt x="184915" y="46530"/>
                  </a:lnTo>
                  <a:lnTo>
                    <a:pt x="185510" y="49051"/>
                  </a:lnTo>
                  <a:lnTo>
                    <a:pt x="186414" y="48787"/>
                  </a:lnTo>
                  <a:lnTo>
                    <a:pt x="186658" y="51450"/>
                  </a:lnTo>
                  <a:lnTo>
                    <a:pt x="186911" y="53037"/>
                  </a:lnTo>
                  <a:lnTo>
                    <a:pt x="186574" y="54828"/>
                  </a:lnTo>
                  <a:lnTo>
                    <a:pt x="186736" y="56064"/>
                  </a:lnTo>
                  <a:lnTo>
                    <a:pt x="187110" y="56055"/>
                  </a:lnTo>
                  <a:lnTo>
                    <a:pt x="188341" y="57348"/>
                  </a:lnTo>
                  <a:lnTo>
                    <a:pt x="189634" y="59845"/>
                  </a:lnTo>
                  <a:lnTo>
                    <a:pt x="188834" y="60202"/>
                  </a:lnTo>
                  <a:lnTo>
                    <a:pt x="189183" y="61497"/>
                  </a:lnTo>
                  <a:lnTo>
                    <a:pt x="187375" y="62432"/>
                  </a:lnTo>
                  <a:lnTo>
                    <a:pt x="187185" y="62569"/>
                  </a:lnTo>
                  <a:lnTo>
                    <a:pt x="187263" y="62869"/>
                  </a:lnTo>
                  <a:lnTo>
                    <a:pt x="186158" y="63041"/>
                  </a:lnTo>
                  <a:lnTo>
                    <a:pt x="186175" y="64629"/>
                  </a:lnTo>
                  <a:lnTo>
                    <a:pt x="186622" y="64711"/>
                  </a:lnTo>
                  <a:lnTo>
                    <a:pt x="186342" y="66827"/>
                  </a:lnTo>
                  <a:lnTo>
                    <a:pt x="185678" y="72325"/>
                  </a:lnTo>
                  <a:lnTo>
                    <a:pt x="184834" y="76547"/>
                  </a:lnTo>
                  <a:lnTo>
                    <a:pt x="179639" y="77274"/>
                  </a:lnTo>
                  <a:lnTo>
                    <a:pt x="176801" y="78361"/>
                  </a:lnTo>
                  <a:lnTo>
                    <a:pt x="174451" y="79965"/>
                  </a:lnTo>
                  <a:lnTo>
                    <a:pt x="175438" y="81972"/>
                  </a:lnTo>
                  <a:lnTo>
                    <a:pt x="176349" y="81954"/>
                  </a:lnTo>
                  <a:lnTo>
                    <a:pt x="180019" y="80093"/>
                  </a:lnTo>
                  <a:lnTo>
                    <a:pt x="182421" y="79552"/>
                  </a:lnTo>
                  <a:lnTo>
                    <a:pt x="182464" y="80713"/>
                  </a:lnTo>
                  <a:lnTo>
                    <a:pt x="179648" y="81504"/>
                  </a:lnTo>
                  <a:lnTo>
                    <a:pt x="178465" y="82051"/>
                  </a:lnTo>
                  <a:lnTo>
                    <a:pt x="177395" y="83919"/>
                  </a:lnTo>
                  <a:lnTo>
                    <a:pt x="176552" y="84540"/>
                  </a:lnTo>
                  <a:lnTo>
                    <a:pt x="176201" y="85591"/>
                  </a:lnTo>
                  <a:lnTo>
                    <a:pt x="176303" y="86296"/>
                  </a:lnTo>
                  <a:lnTo>
                    <a:pt x="175892" y="86568"/>
                  </a:lnTo>
                  <a:lnTo>
                    <a:pt x="175711" y="87251"/>
                  </a:lnTo>
                  <a:lnTo>
                    <a:pt x="176048" y="88338"/>
                  </a:lnTo>
                  <a:lnTo>
                    <a:pt x="176638" y="89114"/>
                  </a:lnTo>
                  <a:lnTo>
                    <a:pt x="176768" y="90023"/>
                  </a:lnTo>
                  <a:lnTo>
                    <a:pt x="176106" y="90970"/>
                  </a:lnTo>
                  <a:lnTo>
                    <a:pt x="175466" y="91564"/>
                  </a:lnTo>
                  <a:lnTo>
                    <a:pt x="173441" y="92603"/>
                  </a:lnTo>
                  <a:lnTo>
                    <a:pt x="174171" y="93120"/>
                  </a:lnTo>
                  <a:lnTo>
                    <a:pt x="167817" y="94230"/>
                  </a:lnTo>
                  <a:lnTo>
                    <a:pt x="164659" y="93173"/>
                  </a:lnTo>
                  <a:lnTo>
                    <a:pt x="163640" y="93060"/>
                  </a:lnTo>
                  <a:lnTo>
                    <a:pt x="163711" y="95904"/>
                  </a:lnTo>
                  <a:lnTo>
                    <a:pt x="154738" y="95636"/>
                  </a:lnTo>
                  <a:lnTo>
                    <a:pt x="153418" y="96059"/>
                  </a:lnTo>
                  <a:lnTo>
                    <a:pt x="151549" y="98219"/>
                  </a:lnTo>
                  <a:lnTo>
                    <a:pt x="150079" y="98600"/>
                  </a:lnTo>
                  <a:lnTo>
                    <a:pt x="151176" y="99595"/>
                  </a:lnTo>
                  <a:lnTo>
                    <a:pt x="146249" y="100896"/>
                  </a:lnTo>
                  <a:lnTo>
                    <a:pt x="144316" y="114223"/>
                  </a:lnTo>
                  <a:lnTo>
                    <a:pt x="135877" y="112261"/>
                  </a:lnTo>
                  <a:lnTo>
                    <a:pt x="135937" y="112445"/>
                  </a:lnTo>
                  <a:lnTo>
                    <a:pt x="132750" y="111206"/>
                  </a:lnTo>
                  <a:lnTo>
                    <a:pt x="128288" y="110221"/>
                  </a:lnTo>
                  <a:lnTo>
                    <a:pt x="127144" y="110264"/>
                  </a:lnTo>
                  <a:lnTo>
                    <a:pt x="124035" y="111459"/>
                  </a:lnTo>
                  <a:lnTo>
                    <a:pt x="121448" y="111998"/>
                  </a:lnTo>
                  <a:lnTo>
                    <a:pt x="119968" y="112517"/>
                  </a:lnTo>
                  <a:lnTo>
                    <a:pt x="115779" y="121051"/>
                  </a:lnTo>
                  <a:lnTo>
                    <a:pt x="113581" y="125532"/>
                  </a:lnTo>
                  <a:lnTo>
                    <a:pt x="116613" y="126098"/>
                  </a:lnTo>
                  <a:lnTo>
                    <a:pt x="114263" y="136070"/>
                  </a:lnTo>
                  <a:lnTo>
                    <a:pt x="116462" y="140283"/>
                  </a:lnTo>
                  <a:lnTo>
                    <a:pt x="116379" y="140464"/>
                  </a:lnTo>
                  <a:lnTo>
                    <a:pt x="114124" y="141668"/>
                  </a:lnTo>
                  <a:lnTo>
                    <a:pt x="108106" y="144886"/>
                  </a:lnTo>
                  <a:lnTo>
                    <a:pt x="104216" y="146627"/>
                  </a:lnTo>
                  <a:lnTo>
                    <a:pt x="100874" y="147727"/>
                  </a:lnTo>
                  <a:lnTo>
                    <a:pt x="95425" y="148937"/>
                  </a:lnTo>
                  <a:lnTo>
                    <a:pt x="96186" y="153148"/>
                  </a:lnTo>
                  <a:lnTo>
                    <a:pt x="95067" y="160460"/>
                  </a:lnTo>
                  <a:lnTo>
                    <a:pt x="93462" y="160992"/>
                  </a:lnTo>
                  <a:lnTo>
                    <a:pt x="92975" y="161892"/>
                  </a:lnTo>
                  <a:lnTo>
                    <a:pt x="91919" y="162689"/>
                  </a:lnTo>
                  <a:lnTo>
                    <a:pt x="91487" y="163430"/>
                  </a:lnTo>
                  <a:lnTo>
                    <a:pt x="91499" y="163925"/>
                  </a:lnTo>
                  <a:lnTo>
                    <a:pt x="92316" y="165492"/>
                  </a:lnTo>
                  <a:lnTo>
                    <a:pt x="91941" y="166582"/>
                  </a:lnTo>
                  <a:lnTo>
                    <a:pt x="92079" y="168181"/>
                  </a:lnTo>
                  <a:lnTo>
                    <a:pt x="91473" y="169679"/>
                  </a:lnTo>
                  <a:lnTo>
                    <a:pt x="93204" y="171762"/>
                  </a:lnTo>
                  <a:lnTo>
                    <a:pt x="93498" y="173585"/>
                  </a:lnTo>
                  <a:lnTo>
                    <a:pt x="93947" y="173719"/>
                  </a:lnTo>
                  <a:lnTo>
                    <a:pt x="93127" y="175932"/>
                  </a:lnTo>
                  <a:lnTo>
                    <a:pt x="92552" y="176294"/>
                  </a:lnTo>
                  <a:lnTo>
                    <a:pt x="92348" y="176183"/>
                  </a:lnTo>
                  <a:lnTo>
                    <a:pt x="94130" y="177722"/>
                  </a:lnTo>
                  <a:lnTo>
                    <a:pt x="94071" y="178035"/>
                  </a:lnTo>
                  <a:lnTo>
                    <a:pt x="94398" y="178348"/>
                  </a:lnTo>
                  <a:lnTo>
                    <a:pt x="94287" y="179099"/>
                  </a:lnTo>
                  <a:lnTo>
                    <a:pt x="94860" y="179290"/>
                  </a:lnTo>
                  <a:lnTo>
                    <a:pt x="94924" y="179585"/>
                  </a:lnTo>
                  <a:lnTo>
                    <a:pt x="95234" y="179345"/>
                  </a:lnTo>
                  <a:lnTo>
                    <a:pt x="95554" y="179422"/>
                  </a:lnTo>
                  <a:lnTo>
                    <a:pt x="96003" y="179713"/>
                  </a:lnTo>
                  <a:lnTo>
                    <a:pt x="96228" y="180319"/>
                  </a:lnTo>
                  <a:lnTo>
                    <a:pt x="96519" y="180022"/>
                  </a:lnTo>
                  <a:lnTo>
                    <a:pt x="96639" y="180220"/>
                  </a:lnTo>
                  <a:lnTo>
                    <a:pt x="96302" y="180599"/>
                  </a:lnTo>
                  <a:lnTo>
                    <a:pt x="96541" y="181095"/>
                  </a:lnTo>
                  <a:lnTo>
                    <a:pt x="97248" y="181264"/>
                  </a:lnTo>
                  <a:lnTo>
                    <a:pt x="97537" y="181128"/>
                  </a:lnTo>
                  <a:lnTo>
                    <a:pt x="97745" y="181320"/>
                  </a:lnTo>
                  <a:lnTo>
                    <a:pt x="97857" y="181694"/>
                  </a:lnTo>
                  <a:lnTo>
                    <a:pt x="98092" y="181702"/>
                  </a:lnTo>
                  <a:lnTo>
                    <a:pt x="98036" y="182174"/>
                  </a:lnTo>
                  <a:lnTo>
                    <a:pt x="98521" y="182011"/>
                  </a:lnTo>
                  <a:lnTo>
                    <a:pt x="98739" y="182926"/>
                  </a:lnTo>
                  <a:lnTo>
                    <a:pt x="99303" y="183067"/>
                  </a:lnTo>
                  <a:lnTo>
                    <a:pt x="99277" y="182723"/>
                  </a:lnTo>
                  <a:lnTo>
                    <a:pt x="99619" y="182699"/>
                  </a:lnTo>
                  <a:lnTo>
                    <a:pt x="99846" y="182390"/>
                  </a:lnTo>
                  <a:lnTo>
                    <a:pt x="100423" y="182506"/>
                  </a:lnTo>
                  <a:lnTo>
                    <a:pt x="100076" y="183014"/>
                  </a:lnTo>
                  <a:lnTo>
                    <a:pt x="100803" y="183687"/>
                  </a:lnTo>
                  <a:lnTo>
                    <a:pt x="100928" y="184217"/>
                  </a:lnTo>
                  <a:lnTo>
                    <a:pt x="101471" y="184563"/>
                  </a:lnTo>
                  <a:lnTo>
                    <a:pt x="101285" y="184856"/>
                  </a:lnTo>
                  <a:lnTo>
                    <a:pt x="101440" y="185083"/>
                  </a:lnTo>
                  <a:lnTo>
                    <a:pt x="102242" y="185420"/>
                  </a:lnTo>
                  <a:lnTo>
                    <a:pt x="102459" y="184953"/>
                  </a:lnTo>
                  <a:lnTo>
                    <a:pt x="102696" y="184969"/>
                  </a:lnTo>
                  <a:lnTo>
                    <a:pt x="103036" y="185229"/>
                  </a:lnTo>
                  <a:lnTo>
                    <a:pt x="103027" y="185540"/>
                  </a:lnTo>
                  <a:lnTo>
                    <a:pt x="103522" y="185102"/>
                  </a:lnTo>
                  <a:lnTo>
                    <a:pt x="103927" y="185239"/>
                  </a:lnTo>
                  <a:lnTo>
                    <a:pt x="103884" y="185754"/>
                  </a:lnTo>
                  <a:lnTo>
                    <a:pt x="103552" y="185862"/>
                  </a:lnTo>
                  <a:lnTo>
                    <a:pt x="103536" y="186171"/>
                  </a:lnTo>
                  <a:lnTo>
                    <a:pt x="103750" y="186133"/>
                  </a:lnTo>
                  <a:lnTo>
                    <a:pt x="103879" y="186606"/>
                  </a:lnTo>
                  <a:lnTo>
                    <a:pt x="104577" y="186248"/>
                  </a:lnTo>
                  <a:lnTo>
                    <a:pt x="104530" y="186675"/>
                  </a:lnTo>
                  <a:lnTo>
                    <a:pt x="104875" y="186772"/>
                  </a:lnTo>
                  <a:lnTo>
                    <a:pt x="104832" y="186995"/>
                  </a:lnTo>
                  <a:lnTo>
                    <a:pt x="105803" y="186985"/>
                  </a:lnTo>
                  <a:lnTo>
                    <a:pt x="105733" y="186698"/>
                  </a:lnTo>
                  <a:lnTo>
                    <a:pt x="106063" y="186666"/>
                  </a:lnTo>
                  <a:lnTo>
                    <a:pt x="106349" y="187053"/>
                  </a:lnTo>
                  <a:lnTo>
                    <a:pt x="106146" y="187398"/>
                  </a:lnTo>
                  <a:lnTo>
                    <a:pt x="106883" y="187518"/>
                  </a:lnTo>
                  <a:lnTo>
                    <a:pt x="106444" y="187860"/>
                  </a:lnTo>
                  <a:lnTo>
                    <a:pt x="106902" y="188497"/>
                  </a:lnTo>
                  <a:lnTo>
                    <a:pt x="104703" y="190984"/>
                  </a:lnTo>
                  <a:lnTo>
                    <a:pt x="103688" y="193275"/>
                  </a:lnTo>
                  <a:lnTo>
                    <a:pt x="102014" y="193058"/>
                  </a:lnTo>
                  <a:lnTo>
                    <a:pt x="100820" y="192625"/>
                  </a:lnTo>
                  <a:lnTo>
                    <a:pt x="100197" y="194001"/>
                  </a:lnTo>
                  <a:lnTo>
                    <a:pt x="99067" y="198030"/>
                  </a:lnTo>
                  <a:lnTo>
                    <a:pt x="100255" y="198801"/>
                  </a:lnTo>
                  <a:lnTo>
                    <a:pt x="100807" y="199460"/>
                  </a:lnTo>
                  <a:lnTo>
                    <a:pt x="103195" y="200147"/>
                  </a:lnTo>
                  <a:lnTo>
                    <a:pt x="106948" y="200752"/>
                  </a:lnTo>
                  <a:lnTo>
                    <a:pt x="106553" y="203562"/>
                  </a:lnTo>
                  <a:lnTo>
                    <a:pt x="106593" y="205111"/>
                  </a:lnTo>
                  <a:lnTo>
                    <a:pt x="105218" y="206649"/>
                  </a:lnTo>
                  <a:lnTo>
                    <a:pt x="105030" y="209093"/>
                  </a:lnTo>
                  <a:lnTo>
                    <a:pt x="105305" y="209446"/>
                  </a:lnTo>
                  <a:lnTo>
                    <a:pt x="106131" y="212778"/>
                  </a:lnTo>
                  <a:lnTo>
                    <a:pt x="107517" y="216243"/>
                  </a:lnTo>
                  <a:lnTo>
                    <a:pt x="103291" y="217933"/>
                  </a:lnTo>
                  <a:lnTo>
                    <a:pt x="102653" y="217861"/>
                  </a:lnTo>
                  <a:lnTo>
                    <a:pt x="102097" y="218126"/>
                  </a:lnTo>
                  <a:lnTo>
                    <a:pt x="102376" y="218492"/>
                  </a:lnTo>
                  <a:lnTo>
                    <a:pt x="101609" y="219384"/>
                  </a:lnTo>
                  <a:lnTo>
                    <a:pt x="101354" y="220171"/>
                  </a:lnTo>
                  <a:lnTo>
                    <a:pt x="100927" y="220552"/>
                  </a:lnTo>
                  <a:lnTo>
                    <a:pt x="101027" y="220827"/>
                  </a:lnTo>
                  <a:lnTo>
                    <a:pt x="100644" y="221212"/>
                  </a:lnTo>
                  <a:lnTo>
                    <a:pt x="100966" y="222697"/>
                  </a:lnTo>
                  <a:lnTo>
                    <a:pt x="101700" y="223483"/>
                  </a:lnTo>
                  <a:lnTo>
                    <a:pt x="103403" y="224495"/>
                  </a:lnTo>
                  <a:lnTo>
                    <a:pt x="105159" y="224293"/>
                  </a:lnTo>
                  <a:lnTo>
                    <a:pt x="104745" y="224670"/>
                  </a:lnTo>
                  <a:lnTo>
                    <a:pt x="105200" y="225868"/>
                  </a:lnTo>
                  <a:lnTo>
                    <a:pt x="105954" y="226538"/>
                  </a:lnTo>
                  <a:lnTo>
                    <a:pt x="105485" y="227504"/>
                  </a:lnTo>
                  <a:lnTo>
                    <a:pt x="104464" y="228230"/>
                  </a:lnTo>
                  <a:lnTo>
                    <a:pt x="102944" y="230900"/>
                  </a:lnTo>
                  <a:lnTo>
                    <a:pt x="102046" y="233219"/>
                  </a:lnTo>
                  <a:lnTo>
                    <a:pt x="100547" y="233510"/>
                  </a:lnTo>
                  <a:lnTo>
                    <a:pt x="99569" y="233257"/>
                  </a:lnTo>
                  <a:lnTo>
                    <a:pt x="98917" y="233471"/>
                  </a:lnTo>
                  <a:lnTo>
                    <a:pt x="96756" y="233594"/>
                  </a:lnTo>
                  <a:lnTo>
                    <a:pt x="96016" y="233090"/>
                  </a:lnTo>
                  <a:lnTo>
                    <a:pt x="94823" y="234181"/>
                  </a:lnTo>
                  <a:lnTo>
                    <a:pt x="94550" y="233904"/>
                  </a:lnTo>
                  <a:lnTo>
                    <a:pt x="94099" y="233965"/>
                  </a:lnTo>
                  <a:lnTo>
                    <a:pt x="93646" y="237584"/>
                  </a:lnTo>
                  <a:lnTo>
                    <a:pt x="93794" y="238563"/>
                  </a:lnTo>
                  <a:lnTo>
                    <a:pt x="93305" y="238778"/>
                  </a:lnTo>
                  <a:lnTo>
                    <a:pt x="93334" y="239732"/>
                  </a:lnTo>
                  <a:lnTo>
                    <a:pt x="93152" y="239997"/>
                  </a:lnTo>
                  <a:lnTo>
                    <a:pt x="92938" y="239830"/>
                  </a:lnTo>
                  <a:lnTo>
                    <a:pt x="91175" y="239936"/>
                  </a:lnTo>
                  <a:lnTo>
                    <a:pt x="89700" y="239235"/>
                  </a:lnTo>
                  <a:lnTo>
                    <a:pt x="88664" y="239266"/>
                  </a:lnTo>
                  <a:lnTo>
                    <a:pt x="88392" y="238935"/>
                  </a:lnTo>
                  <a:lnTo>
                    <a:pt x="86969" y="239051"/>
                  </a:lnTo>
                  <a:lnTo>
                    <a:pt x="85105" y="237902"/>
                  </a:lnTo>
                  <a:lnTo>
                    <a:pt x="84809" y="238276"/>
                  </a:lnTo>
                  <a:lnTo>
                    <a:pt x="83555" y="238032"/>
                  </a:lnTo>
                  <a:lnTo>
                    <a:pt x="83593" y="237393"/>
                  </a:lnTo>
                  <a:lnTo>
                    <a:pt x="82844" y="236966"/>
                  </a:lnTo>
                  <a:lnTo>
                    <a:pt x="82192" y="236927"/>
                  </a:lnTo>
                  <a:lnTo>
                    <a:pt x="80399" y="236230"/>
                  </a:lnTo>
                  <a:lnTo>
                    <a:pt x="78048" y="234674"/>
                  </a:lnTo>
                  <a:lnTo>
                    <a:pt x="77599" y="234462"/>
                  </a:lnTo>
                  <a:lnTo>
                    <a:pt x="75762" y="233754"/>
                  </a:lnTo>
                  <a:lnTo>
                    <a:pt x="75516" y="233052"/>
                  </a:lnTo>
                  <a:lnTo>
                    <a:pt x="74570" y="233776"/>
                  </a:lnTo>
                  <a:lnTo>
                    <a:pt x="74106" y="234924"/>
                  </a:lnTo>
                  <a:lnTo>
                    <a:pt x="67738" y="234767"/>
                  </a:lnTo>
                  <a:lnTo>
                    <a:pt x="68361" y="232611"/>
                  </a:lnTo>
                  <a:lnTo>
                    <a:pt x="63362" y="232624"/>
                  </a:lnTo>
                  <a:lnTo>
                    <a:pt x="63776" y="231894"/>
                  </a:lnTo>
                  <a:lnTo>
                    <a:pt x="63163" y="231794"/>
                  </a:lnTo>
                  <a:lnTo>
                    <a:pt x="62515" y="233940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pg38">
              <a:extLst>
                <a:ext uri="{FF2B5EF4-FFF2-40B4-BE49-F238E27FC236}">
                  <a16:creationId xmlns:a16="http://schemas.microsoft.com/office/drawing/2014/main" id="{689E7780-75DF-AEE4-8761-9428325CAE42}"/>
                </a:ext>
              </a:extLst>
            </p:cNvPr>
            <p:cNvSpPr/>
            <p:nvPr/>
          </p:nvSpPr>
          <p:spPr>
            <a:xfrm>
              <a:off x="5937405" y="1778794"/>
              <a:ext cx="301617" cy="229876"/>
            </a:xfrm>
            <a:custGeom>
              <a:avLst/>
              <a:gdLst/>
              <a:ahLst/>
              <a:cxnLst/>
              <a:rect l="0" t="0" r="0" b="0"/>
              <a:pathLst>
                <a:path w="301617" h="229876">
                  <a:moveTo>
                    <a:pt x="192523" y="88902"/>
                  </a:moveTo>
                  <a:lnTo>
                    <a:pt x="193034" y="90248"/>
                  </a:lnTo>
                  <a:lnTo>
                    <a:pt x="192668" y="95987"/>
                  </a:lnTo>
                  <a:lnTo>
                    <a:pt x="191967" y="96685"/>
                  </a:lnTo>
                  <a:lnTo>
                    <a:pt x="190330" y="97523"/>
                  </a:lnTo>
                  <a:lnTo>
                    <a:pt x="188619" y="98923"/>
                  </a:lnTo>
                  <a:lnTo>
                    <a:pt x="187496" y="101302"/>
                  </a:lnTo>
                  <a:lnTo>
                    <a:pt x="187467" y="101773"/>
                  </a:lnTo>
                  <a:lnTo>
                    <a:pt x="186625" y="102375"/>
                  </a:lnTo>
                  <a:lnTo>
                    <a:pt x="186461" y="102845"/>
                  </a:lnTo>
                  <a:lnTo>
                    <a:pt x="186739" y="104754"/>
                  </a:lnTo>
                  <a:lnTo>
                    <a:pt x="185535" y="106395"/>
                  </a:lnTo>
                  <a:lnTo>
                    <a:pt x="185118" y="107783"/>
                  </a:lnTo>
                  <a:lnTo>
                    <a:pt x="184512" y="108503"/>
                  </a:lnTo>
                  <a:lnTo>
                    <a:pt x="183786" y="110090"/>
                  </a:lnTo>
                  <a:lnTo>
                    <a:pt x="183734" y="111456"/>
                  </a:lnTo>
                  <a:lnTo>
                    <a:pt x="183861" y="111832"/>
                  </a:lnTo>
                  <a:lnTo>
                    <a:pt x="184623" y="112254"/>
                  </a:lnTo>
                  <a:lnTo>
                    <a:pt x="184430" y="113011"/>
                  </a:lnTo>
                  <a:lnTo>
                    <a:pt x="184588" y="113774"/>
                  </a:lnTo>
                  <a:lnTo>
                    <a:pt x="185021" y="113863"/>
                  </a:lnTo>
                  <a:lnTo>
                    <a:pt x="185021" y="114145"/>
                  </a:lnTo>
                  <a:lnTo>
                    <a:pt x="184740" y="115022"/>
                  </a:lnTo>
                  <a:lnTo>
                    <a:pt x="184445" y="115145"/>
                  </a:lnTo>
                  <a:lnTo>
                    <a:pt x="184361" y="115986"/>
                  </a:lnTo>
                  <a:lnTo>
                    <a:pt x="183762" y="116797"/>
                  </a:lnTo>
                  <a:lnTo>
                    <a:pt x="183897" y="117747"/>
                  </a:lnTo>
                  <a:lnTo>
                    <a:pt x="184862" y="119173"/>
                  </a:lnTo>
                  <a:lnTo>
                    <a:pt x="184423" y="119997"/>
                  </a:lnTo>
                  <a:lnTo>
                    <a:pt x="184567" y="120376"/>
                  </a:lnTo>
                  <a:lnTo>
                    <a:pt x="184097" y="120633"/>
                  </a:lnTo>
                  <a:lnTo>
                    <a:pt x="184159" y="121524"/>
                  </a:lnTo>
                  <a:lnTo>
                    <a:pt x="183405" y="121545"/>
                  </a:lnTo>
                  <a:lnTo>
                    <a:pt x="182665" y="122088"/>
                  </a:lnTo>
                  <a:lnTo>
                    <a:pt x="184150" y="123919"/>
                  </a:lnTo>
                  <a:lnTo>
                    <a:pt x="185047" y="125839"/>
                  </a:lnTo>
                  <a:lnTo>
                    <a:pt x="185655" y="128807"/>
                  </a:lnTo>
                  <a:lnTo>
                    <a:pt x="188272" y="136159"/>
                  </a:lnTo>
                  <a:lnTo>
                    <a:pt x="188288" y="140801"/>
                  </a:lnTo>
                  <a:lnTo>
                    <a:pt x="187643" y="141959"/>
                  </a:lnTo>
                  <a:lnTo>
                    <a:pt x="187582" y="143373"/>
                  </a:lnTo>
                  <a:lnTo>
                    <a:pt x="188439" y="146774"/>
                  </a:lnTo>
                  <a:lnTo>
                    <a:pt x="189449" y="148666"/>
                  </a:lnTo>
                  <a:lnTo>
                    <a:pt x="189552" y="149607"/>
                  </a:lnTo>
                  <a:lnTo>
                    <a:pt x="190179" y="150822"/>
                  </a:lnTo>
                  <a:lnTo>
                    <a:pt x="190222" y="151779"/>
                  </a:lnTo>
                  <a:lnTo>
                    <a:pt x="191160" y="154975"/>
                  </a:lnTo>
                  <a:lnTo>
                    <a:pt x="191780" y="155605"/>
                  </a:lnTo>
                  <a:lnTo>
                    <a:pt x="194541" y="156186"/>
                  </a:lnTo>
                  <a:lnTo>
                    <a:pt x="196450" y="156905"/>
                  </a:lnTo>
                  <a:lnTo>
                    <a:pt x="198291" y="157960"/>
                  </a:lnTo>
                  <a:lnTo>
                    <a:pt x="199364" y="159573"/>
                  </a:lnTo>
                  <a:lnTo>
                    <a:pt x="200749" y="160797"/>
                  </a:lnTo>
                  <a:lnTo>
                    <a:pt x="200956" y="161274"/>
                  </a:lnTo>
                  <a:lnTo>
                    <a:pt x="200673" y="162748"/>
                  </a:lnTo>
                  <a:lnTo>
                    <a:pt x="197365" y="166459"/>
                  </a:lnTo>
                  <a:lnTo>
                    <a:pt x="197061" y="170035"/>
                  </a:lnTo>
                  <a:lnTo>
                    <a:pt x="197400" y="171365"/>
                  </a:lnTo>
                  <a:lnTo>
                    <a:pt x="199787" y="172836"/>
                  </a:lnTo>
                  <a:lnTo>
                    <a:pt x="200134" y="174952"/>
                  </a:lnTo>
                  <a:lnTo>
                    <a:pt x="199979" y="175692"/>
                  </a:lnTo>
                  <a:lnTo>
                    <a:pt x="199100" y="177169"/>
                  </a:lnTo>
                  <a:lnTo>
                    <a:pt x="198755" y="178551"/>
                  </a:lnTo>
                  <a:lnTo>
                    <a:pt x="198682" y="180510"/>
                  </a:lnTo>
                  <a:lnTo>
                    <a:pt x="195139" y="180770"/>
                  </a:lnTo>
                  <a:lnTo>
                    <a:pt x="193468" y="178134"/>
                  </a:lnTo>
                  <a:lnTo>
                    <a:pt x="193594" y="177538"/>
                  </a:lnTo>
                  <a:lnTo>
                    <a:pt x="193248" y="175916"/>
                  </a:lnTo>
                  <a:lnTo>
                    <a:pt x="193372" y="175556"/>
                  </a:lnTo>
                  <a:lnTo>
                    <a:pt x="193204" y="175261"/>
                  </a:lnTo>
                  <a:lnTo>
                    <a:pt x="192155" y="175221"/>
                  </a:lnTo>
                  <a:lnTo>
                    <a:pt x="191608" y="174267"/>
                  </a:lnTo>
                  <a:lnTo>
                    <a:pt x="190807" y="175302"/>
                  </a:lnTo>
                  <a:lnTo>
                    <a:pt x="189032" y="176213"/>
                  </a:lnTo>
                  <a:lnTo>
                    <a:pt x="190063" y="177537"/>
                  </a:lnTo>
                  <a:lnTo>
                    <a:pt x="189622" y="177982"/>
                  </a:lnTo>
                  <a:lnTo>
                    <a:pt x="188244" y="177792"/>
                  </a:lnTo>
                  <a:lnTo>
                    <a:pt x="187016" y="178338"/>
                  </a:lnTo>
                  <a:lnTo>
                    <a:pt x="186502" y="178947"/>
                  </a:lnTo>
                  <a:lnTo>
                    <a:pt x="186484" y="179267"/>
                  </a:lnTo>
                  <a:lnTo>
                    <a:pt x="185962" y="179458"/>
                  </a:lnTo>
                  <a:lnTo>
                    <a:pt x="184730" y="180741"/>
                  </a:lnTo>
                  <a:lnTo>
                    <a:pt x="184102" y="182126"/>
                  </a:lnTo>
                  <a:lnTo>
                    <a:pt x="182990" y="182396"/>
                  </a:lnTo>
                  <a:lnTo>
                    <a:pt x="183559" y="183231"/>
                  </a:lnTo>
                  <a:lnTo>
                    <a:pt x="183628" y="184074"/>
                  </a:lnTo>
                  <a:lnTo>
                    <a:pt x="182705" y="184909"/>
                  </a:lnTo>
                  <a:lnTo>
                    <a:pt x="183108" y="185719"/>
                  </a:lnTo>
                  <a:lnTo>
                    <a:pt x="182538" y="186827"/>
                  </a:lnTo>
                  <a:lnTo>
                    <a:pt x="183535" y="186709"/>
                  </a:lnTo>
                  <a:lnTo>
                    <a:pt x="184084" y="186350"/>
                  </a:lnTo>
                  <a:lnTo>
                    <a:pt x="184295" y="187124"/>
                  </a:lnTo>
                  <a:lnTo>
                    <a:pt x="184751" y="187626"/>
                  </a:lnTo>
                  <a:lnTo>
                    <a:pt x="184624" y="188938"/>
                  </a:lnTo>
                  <a:lnTo>
                    <a:pt x="186130" y="190349"/>
                  </a:lnTo>
                  <a:lnTo>
                    <a:pt x="186125" y="191887"/>
                  </a:lnTo>
                  <a:lnTo>
                    <a:pt x="185733" y="193872"/>
                  </a:lnTo>
                  <a:lnTo>
                    <a:pt x="185835" y="195683"/>
                  </a:lnTo>
                  <a:lnTo>
                    <a:pt x="186674" y="196588"/>
                  </a:lnTo>
                  <a:lnTo>
                    <a:pt x="185810" y="197686"/>
                  </a:lnTo>
                  <a:lnTo>
                    <a:pt x="183833" y="198400"/>
                  </a:lnTo>
                  <a:lnTo>
                    <a:pt x="183201" y="198368"/>
                  </a:lnTo>
                  <a:lnTo>
                    <a:pt x="182232" y="198840"/>
                  </a:lnTo>
                  <a:lnTo>
                    <a:pt x="181616" y="199877"/>
                  </a:lnTo>
                  <a:lnTo>
                    <a:pt x="180711" y="199410"/>
                  </a:lnTo>
                  <a:lnTo>
                    <a:pt x="178716" y="199519"/>
                  </a:lnTo>
                  <a:lnTo>
                    <a:pt x="178278" y="199216"/>
                  </a:lnTo>
                  <a:lnTo>
                    <a:pt x="176551" y="199183"/>
                  </a:lnTo>
                  <a:lnTo>
                    <a:pt x="176001" y="198972"/>
                  </a:lnTo>
                  <a:lnTo>
                    <a:pt x="175246" y="199178"/>
                  </a:lnTo>
                  <a:lnTo>
                    <a:pt x="173167" y="198990"/>
                  </a:lnTo>
                  <a:lnTo>
                    <a:pt x="171492" y="199796"/>
                  </a:lnTo>
                  <a:lnTo>
                    <a:pt x="170956" y="200991"/>
                  </a:lnTo>
                  <a:lnTo>
                    <a:pt x="170971" y="201693"/>
                  </a:lnTo>
                  <a:lnTo>
                    <a:pt x="170126" y="202687"/>
                  </a:lnTo>
                  <a:lnTo>
                    <a:pt x="168665" y="206411"/>
                  </a:lnTo>
                  <a:lnTo>
                    <a:pt x="168146" y="206908"/>
                  </a:lnTo>
                  <a:lnTo>
                    <a:pt x="167429" y="207025"/>
                  </a:lnTo>
                  <a:lnTo>
                    <a:pt x="167146" y="207285"/>
                  </a:lnTo>
                  <a:lnTo>
                    <a:pt x="165827" y="208984"/>
                  </a:lnTo>
                  <a:lnTo>
                    <a:pt x="165825" y="209462"/>
                  </a:lnTo>
                  <a:lnTo>
                    <a:pt x="163331" y="208960"/>
                  </a:lnTo>
                  <a:lnTo>
                    <a:pt x="162978" y="209522"/>
                  </a:lnTo>
                  <a:lnTo>
                    <a:pt x="161349" y="210384"/>
                  </a:lnTo>
                  <a:lnTo>
                    <a:pt x="161209" y="211075"/>
                  </a:lnTo>
                  <a:lnTo>
                    <a:pt x="161622" y="212003"/>
                  </a:lnTo>
                  <a:lnTo>
                    <a:pt x="159978" y="212507"/>
                  </a:lnTo>
                  <a:lnTo>
                    <a:pt x="159666" y="213376"/>
                  </a:lnTo>
                  <a:lnTo>
                    <a:pt x="159510" y="214859"/>
                  </a:lnTo>
                  <a:lnTo>
                    <a:pt x="159759" y="215817"/>
                  </a:lnTo>
                  <a:lnTo>
                    <a:pt x="157340" y="217671"/>
                  </a:lnTo>
                  <a:lnTo>
                    <a:pt x="155997" y="218138"/>
                  </a:lnTo>
                  <a:lnTo>
                    <a:pt x="155503" y="219136"/>
                  </a:lnTo>
                  <a:lnTo>
                    <a:pt x="154711" y="219677"/>
                  </a:lnTo>
                  <a:lnTo>
                    <a:pt x="153410" y="222123"/>
                  </a:lnTo>
                  <a:lnTo>
                    <a:pt x="150268" y="224270"/>
                  </a:lnTo>
                  <a:lnTo>
                    <a:pt x="149531" y="225511"/>
                  </a:lnTo>
                  <a:lnTo>
                    <a:pt x="148844" y="226189"/>
                  </a:lnTo>
                  <a:lnTo>
                    <a:pt x="147873" y="225822"/>
                  </a:lnTo>
                  <a:lnTo>
                    <a:pt x="146849" y="225056"/>
                  </a:lnTo>
                  <a:lnTo>
                    <a:pt x="145319" y="224915"/>
                  </a:lnTo>
                  <a:lnTo>
                    <a:pt x="144328" y="225560"/>
                  </a:lnTo>
                  <a:lnTo>
                    <a:pt x="143312" y="226876"/>
                  </a:lnTo>
                  <a:lnTo>
                    <a:pt x="143163" y="227454"/>
                  </a:lnTo>
                  <a:lnTo>
                    <a:pt x="142347" y="227778"/>
                  </a:lnTo>
                  <a:lnTo>
                    <a:pt x="140338" y="228091"/>
                  </a:lnTo>
                  <a:lnTo>
                    <a:pt x="139207" y="227902"/>
                  </a:lnTo>
                  <a:lnTo>
                    <a:pt x="137375" y="228111"/>
                  </a:lnTo>
                  <a:lnTo>
                    <a:pt x="135505" y="229075"/>
                  </a:lnTo>
                  <a:lnTo>
                    <a:pt x="132158" y="229876"/>
                  </a:lnTo>
                  <a:lnTo>
                    <a:pt x="130387" y="229653"/>
                  </a:lnTo>
                  <a:lnTo>
                    <a:pt x="130819" y="227747"/>
                  </a:lnTo>
                  <a:lnTo>
                    <a:pt x="131364" y="226918"/>
                  </a:lnTo>
                  <a:lnTo>
                    <a:pt x="131373" y="225815"/>
                  </a:lnTo>
                  <a:lnTo>
                    <a:pt x="132847" y="224199"/>
                  </a:lnTo>
                  <a:lnTo>
                    <a:pt x="132579" y="222996"/>
                  </a:lnTo>
                  <a:lnTo>
                    <a:pt x="131555" y="220643"/>
                  </a:lnTo>
                  <a:lnTo>
                    <a:pt x="130967" y="220163"/>
                  </a:lnTo>
                  <a:lnTo>
                    <a:pt x="130877" y="219417"/>
                  </a:lnTo>
                  <a:lnTo>
                    <a:pt x="129600" y="218387"/>
                  </a:lnTo>
                  <a:lnTo>
                    <a:pt x="129485" y="217639"/>
                  </a:lnTo>
                  <a:lnTo>
                    <a:pt x="128561" y="216134"/>
                  </a:lnTo>
                  <a:lnTo>
                    <a:pt x="128441" y="215154"/>
                  </a:lnTo>
                  <a:lnTo>
                    <a:pt x="127156" y="212262"/>
                  </a:lnTo>
                  <a:lnTo>
                    <a:pt x="126342" y="211263"/>
                  </a:lnTo>
                  <a:lnTo>
                    <a:pt x="123934" y="209736"/>
                  </a:lnTo>
                  <a:lnTo>
                    <a:pt x="121156" y="205410"/>
                  </a:lnTo>
                  <a:lnTo>
                    <a:pt x="119242" y="204013"/>
                  </a:lnTo>
                  <a:lnTo>
                    <a:pt x="118334" y="202595"/>
                  </a:lnTo>
                  <a:lnTo>
                    <a:pt x="118364" y="199673"/>
                  </a:lnTo>
                  <a:lnTo>
                    <a:pt x="118806" y="198738"/>
                  </a:lnTo>
                  <a:lnTo>
                    <a:pt x="119200" y="196698"/>
                  </a:lnTo>
                  <a:lnTo>
                    <a:pt x="118186" y="195718"/>
                  </a:lnTo>
                  <a:lnTo>
                    <a:pt x="116794" y="193308"/>
                  </a:lnTo>
                  <a:lnTo>
                    <a:pt x="116111" y="193067"/>
                  </a:lnTo>
                  <a:lnTo>
                    <a:pt x="115952" y="192753"/>
                  </a:lnTo>
                  <a:lnTo>
                    <a:pt x="114269" y="191627"/>
                  </a:lnTo>
                  <a:lnTo>
                    <a:pt x="113214" y="188748"/>
                  </a:lnTo>
                  <a:lnTo>
                    <a:pt x="112891" y="188831"/>
                  </a:lnTo>
                  <a:lnTo>
                    <a:pt x="112530" y="187738"/>
                  </a:lnTo>
                  <a:lnTo>
                    <a:pt x="112565" y="186957"/>
                  </a:lnTo>
                  <a:lnTo>
                    <a:pt x="110325" y="185051"/>
                  </a:lnTo>
                  <a:lnTo>
                    <a:pt x="107748" y="184103"/>
                  </a:lnTo>
                  <a:lnTo>
                    <a:pt x="106425" y="182701"/>
                  </a:lnTo>
                  <a:lnTo>
                    <a:pt x="106233" y="181070"/>
                  </a:lnTo>
                  <a:lnTo>
                    <a:pt x="105571" y="180012"/>
                  </a:lnTo>
                  <a:lnTo>
                    <a:pt x="104885" y="178158"/>
                  </a:lnTo>
                  <a:lnTo>
                    <a:pt x="104588" y="178102"/>
                  </a:lnTo>
                  <a:lnTo>
                    <a:pt x="103149" y="176160"/>
                  </a:lnTo>
                  <a:lnTo>
                    <a:pt x="101441" y="170064"/>
                  </a:lnTo>
                  <a:lnTo>
                    <a:pt x="100629" y="169887"/>
                  </a:lnTo>
                  <a:lnTo>
                    <a:pt x="98361" y="170034"/>
                  </a:lnTo>
                  <a:lnTo>
                    <a:pt x="97003" y="167305"/>
                  </a:lnTo>
                  <a:lnTo>
                    <a:pt x="93539" y="165610"/>
                  </a:lnTo>
                  <a:lnTo>
                    <a:pt x="89579" y="162856"/>
                  </a:lnTo>
                  <a:lnTo>
                    <a:pt x="88875" y="162134"/>
                  </a:lnTo>
                  <a:lnTo>
                    <a:pt x="87609" y="161484"/>
                  </a:lnTo>
                  <a:lnTo>
                    <a:pt x="85968" y="159386"/>
                  </a:lnTo>
                  <a:lnTo>
                    <a:pt x="85667" y="157157"/>
                  </a:lnTo>
                  <a:lnTo>
                    <a:pt x="86433" y="155860"/>
                  </a:lnTo>
                  <a:lnTo>
                    <a:pt x="86002" y="155118"/>
                  </a:lnTo>
                  <a:lnTo>
                    <a:pt x="86317" y="149278"/>
                  </a:lnTo>
                  <a:lnTo>
                    <a:pt x="85722" y="147966"/>
                  </a:lnTo>
                  <a:lnTo>
                    <a:pt x="85390" y="147777"/>
                  </a:lnTo>
                  <a:lnTo>
                    <a:pt x="85632" y="146946"/>
                  </a:lnTo>
                  <a:lnTo>
                    <a:pt x="84295" y="142569"/>
                  </a:lnTo>
                  <a:lnTo>
                    <a:pt x="80534" y="142822"/>
                  </a:lnTo>
                  <a:lnTo>
                    <a:pt x="79143" y="143399"/>
                  </a:lnTo>
                  <a:lnTo>
                    <a:pt x="77165" y="144620"/>
                  </a:lnTo>
                  <a:lnTo>
                    <a:pt x="76487" y="144892"/>
                  </a:lnTo>
                  <a:lnTo>
                    <a:pt x="75395" y="145858"/>
                  </a:lnTo>
                  <a:lnTo>
                    <a:pt x="73316" y="146665"/>
                  </a:lnTo>
                  <a:lnTo>
                    <a:pt x="70130" y="147446"/>
                  </a:lnTo>
                  <a:lnTo>
                    <a:pt x="66217" y="147583"/>
                  </a:lnTo>
                  <a:lnTo>
                    <a:pt x="64224" y="148002"/>
                  </a:lnTo>
                  <a:lnTo>
                    <a:pt x="62712" y="150451"/>
                  </a:lnTo>
                  <a:lnTo>
                    <a:pt x="62841" y="151869"/>
                  </a:lnTo>
                  <a:lnTo>
                    <a:pt x="61835" y="154999"/>
                  </a:lnTo>
                  <a:lnTo>
                    <a:pt x="60482" y="155886"/>
                  </a:lnTo>
                  <a:lnTo>
                    <a:pt x="58817" y="157899"/>
                  </a:lnTo>
                  <a:lnTo>
                    <a:pt x="57113" y="157325"/>
                  </a:lnTo>
                  <a:lnTo>
                    <a:pt x="56273" y="157279"/>
                  </a:lnTo>
                  <a:lnTo>
                    <a:pt x="52563" y="155189"/>
                  </a:lnTo>
                  <a:lnTo>
                    <a:pt x="50236" y="155212"/>
                  </a:lnTo>
                  <a:lnTo>
                    <a:pt x="50065" y="155030"/>
                  </a:lnTo>
                  <a:lnTo>
                    <a:pt x="49644" y="155055"/>
                  </a:lnTo>
                  <a:lnTo>
                    <a:pt x="49285" y="155377"/>
                  </a:lnTo>
                  <a:lnTo>
                    <a:pt x="47686" y="154363"/>
                  </a:lnTo>
                  <a:lnTo>
                    <a:pt x="43686" y="152647"/>
                  </a:lnTo>
                  <a:lnTo>
                    <a:pt x="42027" y="152374"/>
                  </a:lnTo>
                  <a:lnTo>
                    <a:pt x="40079" y="152714"/>
                  </a:lnTo>
                  <a:lnTo>
                    <a:pt x="38502" y="152255"/>
                  </a:lnTo>
                  <a:lnTo>
                    <a:pt x="35143" y="150235"/>
                  </a:lnTo>
                  <a:lnTo>
                    <a:pt x="33930" y="148001"/>
                  </a:lnTo>
                  <a:lnTo>
                    <a:pt x="33608" y="147769"/>
                  </a:lnTo>
                  <a:lnTo>
                    <a:pt x="29427" y="146453"/>
                  </a:lnTo>
                  <a:lnTo>
                    <a:pt x="27615" y="143164"/>
                  </a:lnTo>
                  <a:lnTo>
                    <a:pt x="25768" y="143337"/>
                  </a:lnTo>
                  <a:lnTo>
                    <a:pt x="25001" y="143044"/>
                  </a:lnTo>
                  <a:lnTo>
                    <a:pt x="23745" y="143948"/>
                  </a:lnTo>
                  <a:lnTo>
                    <a:pt x="23189" y="143997"/>
                  </a:lnTo>
                  <a:lnTo>
                    <a:pt x="23284" y="143587"/>
                  </a:lnTo>
                  <a:lnTo>
                    <a:pt x="18538" y="139308"/>
                  </a:lnTo>
                  <a:lnTo>
                    <a:pt x="18092" y="138239"/>
                  </a:lnTo>
                  <a:lnTo>
                    <a:pt x="18453" y="137389"/>
                  </a:lnTo>
                  <a:lnTo>
                    <a:pt x="15562" y="136604"/>
                  </a:lnTo>
                  <a:lnTo>
                    <a:pt x="14002" y="135888"/>
                  </a:lnTo>
                  <a:lnTo>
                    <a:pt x="12436" y="135854"/>
                  </a:lnTo>
                  <a:lnTo>
                    <a:pt x="11096" y="135052"/>
                  </a:lnTo>
                  <a:lnTo>
                    <a:pt x="8399" y="135521"/>
                  </a:lnTo>
                  <a:lnTo>
                    <a:pt x="8307" y="134753"/>
                  </a:lnTo>
                  <a:lnTo>
                    <a:pt x="6919" y="134066"/>
                  </a:lnTo>
                  <a:lnTo>
                    <a:pt x="3474" y="134416"/>
                  </a:lnTo>
                  <a:lnTo>
                    <a:pt x="2160" y="134761"/>
                  </a:lnTo>
                  <a:lnTo>
                    <a:pt x="1664" y="134173"/>
                  </a:lnTo>
                  <a:lnTo>
                    <a:pt x="630" y="133612"/>
                  </a:lnTo>
                  <a:lnTo>
                    <a:pt x="0" y="132629"/>
                  </a:lnTo>
                  <a:lnTo>
                    <a:pt x="1891" y="131442"/>
                  </a:lnTo>
                  <a:lnTo>
                    <a:pt x="4586" y="130901"/>
                  </a:lnTo>
                  <a:lnTo>
                    <a:pt x="5931" y="131366"/>
                  </a:lnTo>
                  <a:lnTo>
                    <a:pt x="5832" y="132897"/>
                  </a:lnTo>
                  <a:lnTo>
                    <a:pt x="7424" y="132781"/>
                  </a:lnTo>
                  <a:lnTo>
                    <a:pt x="10996" y="133253"/>
                  </a:lnTo>
                  <a:lnTo>
                    <a:pt x="11130" y="132639"/>
                  </a:lnTo>
                  <a:lnTo>
                    <a:pt x="11470" y="132316"/>
                  </a:lnTo>
                  <a:lnTo>
                    <a:pt x="12152" y="132151"/>
                  </a:lnTo>
                  <a:lnTo>
                    <a:pt x="13305" y="131355"/>
                  </a:lnTo>
                  <a:lnTo>
                    <a:pt x="15636" y="130510"/>
                  </a:lnTo>
                  <a:lnTo>
                    <a:pt x="16149" y="129548"/>
                  </a:lnTo>
                  <a:lnTo>
                    <a:pt x="16128" y="129177"/>
                  </a:lnTo>
                  <a:lnTo>
                    <a:pt x="14530" y="124524"/>
                  </a:lnTo>
                  <a:lnTo>
                    <a:pt x="15050" y="122787"/>
                  </a:lnTo>
                  <a:lnTo>
                    <a:pt x="15496" y="122129"/>
                  </a:lnTo>
                  <a:lnTo>
                    <a:pt x="16089" y="121934"/>
                  </a:lnTo>
                  <a:lnTo>
                    <a:pt x="16759" y="121275"/>
                  </a:lnTo>
                  <a:lnTo>
                    <a:pt x="17121" y="120482"/>
                  </a:lnTo>
                  <a:lnTo>
                    <a:pt x="17049" y="119930"/>
                  </a:lnTo>
                  <a:lnTo>
                    <a:pt x="17883" y="119322"/>
                  </a:lnTo>
                  <a:lnTo>
                    <a:pt x="17940" y="118483"/>
                  </a:lnTo>
                  <a:lnTo>
                    <a:pt x="18393" y="117975"/>
                  </a:lnTo>
                  <a:lnTo>
                    <a:pt x="18539" y="117269"/>
                  </a:lnTo>
                  <a:lnTo>
                    <a:pt x="17039" y="117092"/>
                  </a:lnTo>
                  <a:lnTo>
                    <a:pt x="15318" y="118391"/>
                  </a:lnTo>
                  <a:lnTo>
                    <a:pt x="15263" y="117941"/>
                  </a:lnTo>
                  <a:lnTo>
                    <a:pt x="15030" y="117950"/>
                  </a:lnTo>
                  <a:lnTo>
                    <a:pt x="14124" y="116932"/>
                  </a:lnTo>
                  <a:lnTo>
                    <a:pt x="13189" y="115382"/>
                  </a:lnTo>
                  <a:lnTo>
                    <a:pt x="12870" y="115413"/>
                  </a:lnTo>
                  <a:lnTo>
                    <a:pt x="12971" y="114221"/>
                  </a:lnTo>
                  <a:lnTo>
                    <a:pt x="12782" y="113359"/>
                  </a:lnTo>
                  <a:lnTo>
                    <a:pt x="14838" y="110087"/>
                  </a:lnTo>
                  <a:lnTo>
                    <a:pt x="16259" y="108790"/>
                  </a:lnTo>
                  <a:lnTo>
                    <a:pt x="16216" y="107432"/>
                  </a:lnTo>
                  <a:lnTo>
                    <a:pt x="15530" y="106885"/>
                  </a:lnTo>
                  <a:lnTo>
                    <a:pt x="15607" y="105814"/>
                  </a:lnTo>
                  <a:lnTo>
                    <a:pt x="16100" y="105279"/>
                  </a:lnTo>
                  <a:lnTo>
                    <a:pt x="15607" y="104457"/>
                  </a:lnTo>
                  <a:lnTo>
                    <a:pt x="16231" y="103294"/>
                  </a:lnTo>
                  <a:lnTo>
                    <a:pt x="16704" y="103180"/>
                  </a:lnTo>
                  <a:lnTo>
                    <a:pt x="16919" y="101867"/>
                  </a:lnTo>
                  <a:lnTo>
                    <a:pt x="17528" y="101725"/>
                  </a:lnTo>
                  <a:lnTo>
                    <a:pt x="17531" y="100625"/>
                  </a:lnTo>
                  <a:lnTo>
                    <a:pt x="17930" y="100021"/>
                  </a:lnTo>
                  <a:lnTo>
                    <a:pt x="18737" y="99634"/>
                  </a:lnTo>
                  <a:lnTo>
                    <a:pt x="18741" y="99157"/>
                  </a:lnTo>
                  <a:lnTo>
                    <a:pt x="19295" y="99428"/>
                  </a:lnTo>
                  <a:lnTo>
                    <a:pt x="20638" y="98065"/>
                  </a:lnTo>
                  <a:lnTo>
                    <a:pt x="21520" y="97996"/>
                  </a:lnTo>
                  <a:lnTo>
                    <a:pt x="21068" y="97455"/>
                  </a:lnTo>
                  <a:lnTo>
                    <a:pt x="19286" y="96328"/>
                  </a:lnTo>
                  <a:lnTo>
                    <a:pt x="18452" y="96507"/>
                  </a:lnTo>
                  <a:lnTo>
                    <a:pt x="17571" y="95594"/>
                  </a:lnTo>
                  <a:lnTo>
                    <a:pt x="17120" y="94747"/>
                  </a:lnTo>
                  <a:lnTo>
                    <a:pt x="15501" y="93831"/>
                  </a:lnTo>
                  <a:lnTo>
                    <a:pt x="13168" y="93250"/>
                  </a:lnTo>
                  <a:lnTo>
                    <a:pt x="11159" y="92145"/>
                  </a:lnTo>
                  <a:lnTo>
                    <a:pt x="10875" y="91009"/>
                  </a:lnTo>
                  <a:lnTo>
                    <a:pt x="10806" y="88296"/>
                  </a:lnTo>
                  <a:lnTo>
                    <a:pt x="10909" y="87214"/>
                  </a:lnTo>
                  <a:lnTo>
                    <a:pt x="11529" y="85180"/>
                  </a:lnTo>
                  <a:lnTo>
                    <a:pt x="12027" y="84882"/>
                  </a:lnTo>
                  <a:lnTo>
                    <a:pt x="13376" y="84899"/>
                  </a:lnTo>
                  <a:lnTo>
                    <a:pt x="14366" y="84561"/>
                  </a:lnTo>
                  <a:lnTo>
                    <a:pt x="18519" y="81261"/>
                  </a:lnTo>
                  <a:lnTo>
                    <a:pt x="19558" y="80671"/>
                  </a:lnTo>
                  <a:lnTo>
                    <a:pt x="20571" y="80575"/>
                  </a:lnTo>
                  <a:lnTo>
                    <a:pt x="23075" y="80984"/>
                  </a:lnTo>
                  <a:lnTo>
                    <a:pt x="24921" y="80777"/>
                  </a:lnTo>
                  <a:lnTo>
                    <a:pt x="28024" y="79162"/>
                  </a:lnTo>
                  <a:lnTo>
                    <a:pt x="29667" y="77144"/>
                  </a:lnTo>
                  <a:lnTo>
                    <a:pt x="30523" y="76464"/>
                  </a:lnTo>
                  <a:lnTo>
                    <a:pt x="41066" y="73040"/>
                  </a:lnTo>
                  <a:lnTo>
                    <a:pt x="42097" y="72449"/>
                  </a:lnTo>
                  <a:lnTo>
                    <a:pt x="43405" y="71289"/>
                  </a:lnTo>
                  <a:lnTo>
                    <a:pt x="44366" y="69581"/>
                  </a:lnTo>
                  <a:lnTo>
                    <a:pt x="44835" y="69166"/>
                  </a:lnTo>
                  <a:lnTo>
                    <a:pt x="45157" y="69242"/>
                  </a:lnTo>
                  <a:lnTo>
                    <a:pt x="45209" y="69076"/>
                  </a:lnTo>
                  <a:lnTo>
                    <a:pt x="44399" y="68875"/>
                  </a:lnTo>
                  <a:lnTo>
                    <a:pt x="44349" y="68683"/>
                  </a:lnTo>
                  <a:lnTo>
                    <a:pt x="45967" y="64855"/>
                  </a:lnTo>
                  <a:lnTo>
                    <a:pt x="46184" y="63980"/>
                  </a:lnTo>
                  <a:lnTo>
                    <a:pt x="46068" y="63161"/>
                  </a:lnTo>
                  <a:lnTo>
                    <a:pt x="45325" y="61614"/>
                  </a:lnTo>
                  <a:lnTo>
                    <a:pt x="44807" y="61060"/>
                  </a:lnTo>
                  <a:lnTo>
                    <a:pt x="42162" y="59326"/>
                  </a:lnTo>
                  <a:lnTo>
                    <a:pt x="42444" y="58521"/>
                  </a:lnTo>
                  <a:lnTo>
                    <a:pt x="41979" y="57956"/>
                  </a:lnTo>
                  <a:lnTo>
                    <a:pt x="39967" y="57073"/>
                  </a:lnTo>
                  <a:lnTo>
                    <a:pt x="37344" y="56385"/>
                  </a:lnTo>
                  <a:lnTo>
                    <a:pt x="36734" y="55134"/>
                  </a:lnTo>
                  <a:lnTo>
                    <a:pt x="36953" y="54032"/>
                  </a:lnTo>
                  <a:lnTo>
                    <a:pt x="36568" y="53604"/>
                  </a:lnTo>
                  <a:lnTo>
                    <a:pt x="37166" y="53300"/>
                  </a:lnTo>
                  <a:lnTo>
                    <a:pt x="38060" y="53332"/>
                  </a:lnTo>
                  <a:lnTo>
                    <a:pt x="39814" y="54325"/>
                  </a:lnTo>
                  <a:lnTo>
                    <a:pt x="41789" y="53361"/>
                  </a:lnTo>
                  <a:lnTo>
                    <a:pt x="42062" y="53309"/>
                  </a:lnTo>
                  <a:lnTo>
                    <a:pt x="42421" y="54674"/>
                  </a:lnTo>
                  <a:lnTo>
                    <a:pt x="44225" y="54754"/>
                  </a:lnTo>
                  <a:lnTo>
                    <a:pt x="46961" y="55518"/>
                  </a:lnTo>
                  <a:lnTo>
                    <a:pt x="47211" y="54592"/>
                  </a:lnTo>
                  <a:lnTo>
                    <a:pt x="46900" y="52303"/>
                  </a:lnTo>
                  <a:lnTo>
                    <a:pt x="47054" y="49467"/>
                  </a:lnTo>
                  <a:lnTo>
                    <a:pt x="48724" y="47921"/>
                  </a:lnTo>
                  <a:lnTo>
                    <a:pt x="48880" y="47386"/>
                  </a:lnTo>
                  <a:lnTo>
                    <a:pt x="49736" y="46941"/>
                  </a:lnTo>
                  <a:lnTo>
                    <a:pt x="50227" y="46094"/>
                  </a:lnTo>
                  <a:lnTo>
                    <a:pt x="50147" y="45847"/>
                  </a:lnTo>
                  <a:lnTo>
                    <a:pt x="51217" y="45631"/>
                  </a:lnTo>
                  <a:lnTo>
                    <a:pt x="52267" y="44831"/>
                  </a:lnTo>
                  <a:lnTo>
                    <a:pt x="52289" y="44165"/>
                  </a:lnTo>
                  <a:lnTo>
                    <a:pt x="53016" y="43601"/>
                  </a:lnTo>
                  <a:lnTo>
                    <a:pt x="52764" y="43108"/>
                  </a:lnTo>
                  <a:lnTo>
                    <a:pt x="53185" y="42489"/>
                  </a:lnTo>
                  <a:lnTo>
                    <a:pt x="53337" y="43106"/>
                  </a:lnTo>
                  <a:lnTo>
                    <a:pt x="54058" y="43436"/>
                  </a:lnTo>
                  <a:lnTo>
                    <a:pt x="56684" y="43215"/>
                  </a:lnTo>
                  <a:lnTo>
                    <a:pt x="57133" y="43460"/>
                  </a:lnTo>
                  <a:lnTo>
                    <a:pt x="57179" y="43145"/>
                  </a:lnTo>
                  <a:lnTo>
                    <a:pt x="58044" y="42984"/>
                  </a:lnTo>
                  <a:lnTo>
                    <a:pt x="58496" y="43297"/>
                  </a:lnTo>
                  <a:lnTo>
                    <a:pt x="60744" y="42082"/>
                  </a:lnTo>
                  <a:lnTo>
                    <a:pt x="60841" y="39930"/>
                  </a:lnTo>
                  <a:lnTo>
                    <a:pt x="61258" y="39368"/>
                  </a:lnTo>
                  <a:lnTo>
                    <a:pt x="61391" y="38175"/>
                  </a:lnTo>
                  <a:lnTo>
                    <a:pt x="65005" y="37842"/>
                  </a:lnTo>
                  <a:lnTo>
                    <a:pt x="66356" y="37290"/>
                  </a:lnTo>
                  <a:lnTo>
                    <a:pt x="67907" y="40028"/>
                  </a:lnTo>
                  <a:lnTo>
                    <a:pt x="69693" y="40040"/>
                  </a:lnTo>
                  <a:lnTo>
                    <a:pt x="71937" y="43103"/>
                  </a:lnTo>
                  <a:lnTo>
                    <a:pt x="74304" y="43352"/>
                  </a:lnTo>
                  <a:lnTo>
                    <a:pt x="75326" y="43685"/>
                  </a:lnTo>
                  <a:lnTo>
                    <a:pt x="75644" y="43366"/>
                  </a:lnTo>
                  <a:lnTo>
                    <a:pt x="76554" y="44132"/>
                  </a:lnTo>
                  <a:lnTo>
                    <a:pt x="76874" y="45126"/>
                  </a:lnTo>
                  <a:lnTo>
                    <a:pt x="77387" y="44982"/>
                  </a:lnTo>
                  <a:lnTo>
                    <a:pt x="77284" y="44499"/>
                  </a:lnTo>
                  <a:lnTo>
                    <a:pt x="77534" y="44315"/>
                  </a:lnTo>
                  <a:lnTo>
                    <a:pt x="78650" y="43793"/>
                  </a:lnTo>
                  <a:lnTo>
                    <a:pt x="79622" y="43909"/>
                  </a:lnTo>
                  <a:lnTo>
                    <a:pt x="79836" y="43381"/>
                  </a:lnTo>
                  <a:lnTo>
                    <a:pt x="79976" y="43682"/>
                  </a:lnTo>
                  <a:lnTo>
                    <a:pt x="80188" y="43412"/>
                  </a:lnTo>
                  <a:lnTo>
                    <a:pt x="80405" y="43585"/>
                  </a:lnTo>
                  <a:lnTo>
                    <a:pt x="81780" y="42608"/>
                  </a:lnTo>
                  <a:lnTo>
                    <a:pt x="82301" y="43034"/>
                  </a:lnTo>
                  <a:lnTo>
                    <a:pt x="84205" y="42236"/>
                  </a:lnTo>
                  <a:lnTo>
                    <a:pt x="85592" y="42654"/>
                  </a:lnTo>
                  <a:lnTo>
                    <a:pt x="87187" y="43876"/>
                  </a:lnTo>
                  <a:lnTo>
                    <a:pt x="88196" y="45556"/>
                  </a:lnTo>
                  <a:lnTo>
                    <a:pt x="88891" y="49050"/>
                  </a:lnTo>
                  <a:lnTo>
                    <a:pt x="89695" y="49818"/>
                  </a:lnTo>
                  <a:lnTo>
                    <a:pt x="90229" y="49730"/>
                  </a:lnTo>
                  <a:lnTo>
                    <a:pt x="90241" y="50688"/>
                  </a:lnTo>
                  <a:lnTo>
                    <a:pt x="91625" y="50619"/>
                  </a:lnTo>
                  <a:lnTo>
                    <a:pt x="91405" y="51751"/>
                  </a:lnTo>
                  <a:lnTo>
                    <a:pt x="91501" y="53475"/>
                  </a:lnTo>
                  <a:lnTo>
                    <a:pt x="92455" y="54806"/>
                  </a:lnTo>
                  <a:lnTo>
                    <a:pt x="92084" y="55250"/>
                  </a:lnTo>
                  <a:lnTo>
                    <a:pt x="92941" y="56028"/>
                  </a:lnTo>
                  <a:lnTo>
                    <a:pt x="92200" y="56782"/>
                  </a:lnTo>
                  <a:lnTo>
                    <a:pt x="91539" y="57102"/>
                  </a:lnTo>
                  <a:lnTo>
                    <a:pt x="92238" y="58353"/>
                  </a:lnTo>
                  <a:lnTo>
                    <a:pt x="93424" y="59361"/>
                  </a:lnTo>
                  <a:lnTo>
                    <a:pt x="92590" y="60494"/>
                  </a:lnTo>
                  <a:lnTo>
                    <a:pt x="93970" y="61179"/>
                  </a:lnTo>
                  <a:lnTo>
                    <a:pt x="94642" y="62796"/>
                  </a:lnTo>
                  <a:lnTo>
                    <a:pt x="95659" y="62999"/>
                  </a:lnTo>
                  <a:lnTo>
                    <a:pt x="95689" y="63610"/>
                  </a:lnTo>
                  <a:lnTo>
                    <a:pt x="96731" y="65223"/>
                  </a:lnTo>
                  <a:lnTo>
                    <a:pt x="96746" y="65874"/>
                  </a:lnTo>
                  <a:lnTo>
                    <a:pt x="98582" y="65743"/>
                  </a:lnTo>
                  <a:lnTo>
                    <a:pt x="98887" y="67116"/>
                  </a:lnTo>
                  <a:lnTo>
                    <a:pt x="98615" y="68236"/>
                  </a:lnTo>
                  <a:lnTo>
                    <a:pt x="99638" y="69110"/>
                  </a:lnTo>
                  <a:lnTo>
                    <a:pt x="99853" y="69190"/>
                  </a:lnTo>
                  <a:lnTo>
                    <a:pt x="100785" y="67509"/>
                  </a:lnTo>
                  <a:lnTo>
                    <a:pt x="103485" y="68047"/>
                  </a:lnTo>
                  <a:lnTo>
                    <a:pt x="104573" y="68525"/>
                  </a:lnTo>
                  <a:lnTo>
                    <a:pt x="105619" y="67427"/>
                  </a:lnTo>
                  <a:lnTo>
                    <a:pt x="106566" y="68754"/>
                  </a:lnTo>
                  <a:lnTo>
                    <a:pt x="108420" y="73128"/>
                  </a:lnTo>
                  <a:lnTo>
                    <a:pt x="109179" y="72223"/>
                  </a:lnTo>
                  <a:lnTo>
                    <a:pt x="108705" y="71181"/>
                  </a:lnTo>
                  <a:lnTo>
                    <a:pt x="108751" y="69553"/>
                  </a:lnTo>
                  <a:lnTo>
                    <a:pt x="109977" y="66070"/>
                  </a:lnTo>
                  <a:lnTo>
                    <a:pt x="108913" y="62920"/>
                  </a:lnTo>
                  <a:lnTo>
                    <a:pt x="110532" y="63443"/>
                  </a:lnTo>
                  <a:lnTo>
                    <a:pt x="112509" y="63579"/>
                  </a:lnTo>
                  <a:lnTo>
                    <a:pt x="113577" y="64413"/>
                  </a:lnTo>
                  <a:lnTo>
                    <a:pt x="114134" y="64373"/>
                  </a:lnTo>
                  <a:lnTo>
                    <a:pt x="114114" y="64131"/>
                  </a:lnTo>
                  <a:lnTo>
                    <a:pt x="116205" y="63984"/>
                  </a:lnTo>
                  <a:lnTo>
                    <a:pt x="117326" y="63456"/>
                  </a:lnTo>
                  <a:lnTo>
                    <a:pt x="118407" y="63577"/>
                  </a:lnTo>
                  <a:lnTo>
                    <a:pt x="121967" y="64600"/>
                  </a:lnTo>
                  <a:lnTo>
                    <a:pt x="122317" y="65657"/>
                  </a:lnTo>
                  <a:lnTo>
                    <a:pt x="123235" y="66394"/>
                  </a:lnTo>
                  <a:lnTo>
                    <a:pt x="124174" y="66673"/>
                  </a:lnTo>
                  <a:lnTo>
                    <a:pt x="126209" y="65128"/>
                  </a:lnTo>
                  <a:lnTo>
                    <a:pt x="129456" y="64794"/>
                  </a:lnTo>
                  <a:lnTo>
                    <a:pt x="130090" y="63710"/>
                  </a:lnTo>
                  <a:lnTo>
                    <a:pt x="130404" y="63790"/>
                  </a:lnTo>
                  <a:lnTo>
                    <a:pt x="130702" y="64709"/>
                  </a:lnTo>
                  <a:lnTo>
                    <a:pt x="131031" y="64974"/>
                  </a:lnTo>
                  <a:lnTo>
                    <a:pt x="132234" y="64414"/>
                  </a:lnTo>
                  <a:lnTo>
                    <a:pt x="133348" y="63195"/>
                  </a:lnTo>
                  <a:lnTo>
                    <a:pt x="134407" y="60721"/>
                  </a:lnTo>
                  <a:lnTo>
                    <a:pt x="135991" y="59771"/>
                  </a:lnTo>
                  <a:lnTo>
                    <a:pt x="136226" y="58942"/>
                  </a:lnTo>
                  <a:lnTo>
                    <a:pt x="136167" y="57784"/>
                  </a:lnTo>
                  <a:lnTo>
                    <a:pt x="136859" y="56686"/>
                  </a:lnTo>
                  <a:lnTo>
                    <a:pt x="137296" y="56473"/>
                  </a:lnTo>
                  <a:lnTo>
                    <a:pt x="138764" y="56923"/>
                  </a:lnTo>
                  <a:lnTo>
                    <a:pt x="140087" y="56326"/>
                  </a:lnTo>
                  <a:lnTo>
                    <a:pt x="140731" y="56469"/>
                  </a:lnTo>
                  <a:lnTo>
                    <a:pt x="141973" y="56314"/>
                  </a:lnTo>
                  <a:lnTo>
                    <a:pt x="142535" y="55591"/>
                  </a:lnTo>
                  <a:lnTo>
                    <a:pt x="143739" y="56026"/>
                  </a:lnTo>
                  <a:lnTo>
                    <a:pt x="144381" y="55942"/>
                  </a:lnTo>
                  <a:lnTo>
                    <a:pt x="145204" y="55243"/>
                  </a:lnTo>
                  <a:lnTo>
                    <a:pt x="148287" y="54783"/>
                  </a:lnTo>
                  <a:lnTo>
                    <a:pt x="149225" y="53692"/>
                  </a:lnTo>
                  <a:lnTo>
                    <a:pt x="150208" y="53289"/>
                  </a:lnTo>
                  <a:lnTo>
                    <a:pt x="151605" y="53567"/>
                  </a:lnTo>
                  <a:lnTo>
                    <a:pt x="152091" y="53205"/>
                  </a:lnTo>
                  <a:lnTo>
                    <a:pt x="152808" y="53107"/>
                  </a:lnTo>
                  <a:lnTo>
                    <a:pt x="154850" y="53573"/>
                  </a:lnTo>
                  <a:lnTo>
                    <a:pt x="155678" y="53538"/>
                  </a:lnTo>
                  <a:lnTo>
                    <a:pt x="156477" y="53051"/>
                  </a:lnTo>
                  <a:lnTo>
                    <a:pt x="157244" y="51602"/>
                  </a:lnTo>
                  <a:lnTo>
                    <a:pt x="158699" y="50854"/>
                  </a:lnTo>
                  <a:lnTo>
                    <a:pt x="159518" y="51089"/>
                  </a:lnTo>
                  <a:lnTo>
                    <a:pt x="160381" y="50945"/>
                  </a:lnTo>
                  <a:lnTo>
                    <a:pt x="162558" y="51108"/>
                  </a:lnTo>
                  <a:lnTo>
                    <a:pt x="164269" y="50537"/>
                  </a:lnTo>
                  <a:lnTo>
                    <a:pt x="164329" y="50723"/>
                  </a:lnTo>
                  <a:lnTo>
                    <a:pt x="165282" y="50743"/>
                  </a:lnTo>
                  <a:lnTo>
                    <a:pt x="164920" y="50004"/>
                  </a:lnTo>
                  <a:lnTo>
                    <a:pt x="165310" y="49625"/>
                  </a:lnTo>
                  <a:lnTo>
                    <a:pt x="166835" y="49984"/>
                  </a:lnTo>
                  <a:lnTo>
                    <a:pt x="169481" y="49119"/>
                  </a:lnTo>
                  <a:lnTo>
                    <a:pt x="170700" y="49086"/>
                  </a:lnTo>
                  <a:lnTo>
                    <a:pt x="171775" y="49480"/>
                  </a:lnTo>
                  <a:lnTo>
                    <a:pt x="172856" y="49137"/>
                  </a:lnTo>
                  <a:lnTo>
                    <a:pt x="173730" y="49517"/>
                  </a:lnTo>
                  <a:lnTo>
                    <a:pt x="174235" y="49414"/>
                  </a:lnTo>
                  <a:lnTo>
                    <a:pt x="175557" y="48130"/>
                  </a:lnTo>
                  <a:lnTo>
                    <a:pt x="176292" y="47733"/>
                  </a:lnTo>
                  <a:lnTo>
                    <a:pt x="176314" y="46367"/>
                  </a:lnTo>
                  <a:lnTo>
                    <a:pt x="176577" y="45893"/>
                  </a:lnTo>
                  <a:lnTo>
                    <a:pt x="176341" y="42503"/>
                  </a:lnTo>
                  <a:lnTo>
                    <a:pt x="176920" y="41717"/>
                  </a:lnTo>
                  <a:lnTo>
                    <a:pt x="176976" y="40530"/>
                  </a:lnTo>
                  <a:lnTo>
                    <a:pt x="177355" y="39806"/>
                  </a:lnTo>
                  <a:lnTo>
                    <a:pt x="178808" y="39037"/>
                  </a:lnTo>
                  <a:lnTo>
                    <a:pt x="179170" y="38333"/>
                  </a:lnTo>
                  <a:lnTo>
                    <a:pt x="179721" y="37937"/>
                  </a:lnTo>
                  <a:lnTo>
                    <a:pt x="179899" y="37219"/>
                  </a:lnTo>
                  <a:lnTo>
                    <a:pt x="181866" y="36127"/>
                  </a:lnTo>
                  <a:lnTo>
                    <a:pt x="182733" y="36082"/>
                  </a:lnTo>
                  <a:lnTo>
                    <a:pt x="183571" y="36341"/>
                  </a:lnTo>
                  <a:lnTo>
                    <a:pt x="186247" y="33553"/>
                  </a:lnTo>
                  <a:lnTo>
                    <a:pt x="187238" y="33150"/>
                  </a:lnTo>
                  <a:lnTo>
                    <a:pt x="188140" y="32453"/>
                  </a:lnTo>
                  <a:lnTo>
                    <a:pt x="188242" y="31877"/>
                  </a:lnTo>
                  <a:lnTo>
                    <a:pt x="189124" y="31611"/>
                  </a:lnTo>
                  <a:lnTo>
                    <a:pt x="189377" y="31026"/>
                  </a:lnTo>
                  <a:lnTo>
                    <a:pt x="190420" y="31112"/>
                  </a:lnTo>
                  <a:lnTo>
                    <a:pt x="190849" y="30469"/>
                  </a:lnTo>
                  <a:lnTo>
                    <a:pt x="192792" y="28992"/>
                  </a:lnTo>
                  <a:lnTo>
                    <a:pt x="193408" y="29183"/>
                  </a:lnTo>
                  <a:lnTo>
                    <a:pt x="194009" y="28761"/>
                  </a:lnTo>
                  <a:lnTo>
                    <a:pt x="194428" y="28791"/>
                  </a:lnTo>
                  <a:lnTo>
                    <a:pt x="194677" y="28399"/>
                  </a:lnTo>
                  <a:lnTo>
                    <a:pt x="194817" y="26896"/>
                  </a:lnTo>
                  <a:lnTo>
                    <a:pt x="195243" y="26396"/>
                  </a:lnTo>
                  <a:lnTo>
                    <a:pt x="195355" y="25866"/>
                  </a:lnTo>
                  <a:lnTo>
                    <a:pt x="195212" y="25598"/>
                  </a:lnTo>
                  <a:lnTo>
                    <a:pt x="195464" y="23550"/>
                  </a:lnTo>
                  <a:lnTo>
                    <a:pt x="196246" y="21607"/>
                  </a:lnTo>
                  <a:lnTo>
                    <a:pt x="196859" y="20958"/>
                  </a:lnTo>
                  <a:lnTo>
                    <a:pt x="197193" y="20890"/>
                  </a:lnTo>
                  <a:lnTo>
                    <a:pt x="198063" y="20756"/>
                  </a:lnTo>
                  <a:lnTo>
                    <a:pt x="199043" y="21172"/>
                  </a:lnTo>
                  <a:lnTo>
                    <a:pt x="199802" y="20894"/>
                  </a:lnTo>
                  <a:lnTo>
                    <a:pt x="201030" y="20827"/>
                  </a:lnTo>
                  <a:lnTo>
                    <a:pt x="202452" y="16577"/>
                  </a:lnTo>
                  <a:lnTo>
                    <a:pt x="203507" y="16413"/>
                  </a:lnTo>
                  <a:lnTo>
                    <a:pt x="204879" y="16618"/>
                  </a:lnTo>
                  <a:lnTo>
                    <a:pt x="206013" y="17785"/>
                  </a:lnTo>
                  <a:lnTo>
                    <a:pt x="208077" y="18829"/>
                  </a:lnTo>
                  <a:lnTo>
                    <a:pt x="208311" y="19203"/>
                  </a:lnTo>
                  <a:lnTo>
                    <a:pt x="208425" y="19008"/>
                  </a:lnTo>
                  <a:lnTo>
                    <a:pt x="209195" y="18961"/>
                  </a:lnTo>
                  <a:lnTo>
                    <a:pt x="209887" y="17282"/>
                  </a:lnTo>
                  <a:lnTo>
                    <a:pt x="210431" y="16912"/>
                  </a:lnTo>
                  <a:lnTo>
                    <a:pt x="211419" y="16692"/>
                  </a:lnTo>
                  <a:lnTo>
                    <a:pt x="212314" y="16956"/>
                  </a:lnTo>
                  <a:lnTo>
                    <a:pt x="212885" y="16717"/>
                  </a:lnTo>
                  <a:lnTo>
                    <a:pt x="214749" y="16717"/>
                  </a:lnTo>
                  <a:lnTo>
                    <a:pt x="217841" y="17074"/>
                  </a:lnTo>
                  <a:lnTo>
                    <a:pt x="218710" y="17456"/>
                  </a:lnTo>
                  <a:lnTo>
                    <a:pt x="219534" y="18452"/>
                  </a:lnTo>
                  <a:lnTo>
                    <a:pt x="220494" y="18738"/>
                  </a:lnTo>
                  <a:lnTo>
                    <a:pt x="221216" y="18345"/>
                  </a:lnTo>
                  <a:lnTo>
                    <a:pt x="222456" y="18223"/>
                  </a:lnTo>
                  <a:lnTo>
                    <a:pt x="222624" y="17547"/>
                  </a:lnTo>
                  <a:lnTo>
                    <a:pt x="222378" y="16825"/>
                  </a:lnTo>
                  <a:lnTo>
                    <a:pt x="223044" y="16117"/>
                  </a:lnTo>
                  <a:lnTo>
                    <a:pt x="223092" y="15781"/>
                  </a:lnTo>
                  <a:lnTo>
                    <a:pt x="222527" y="15276"/>
                  </a:lnTo>
                  <a:lnTo>
                    <a:pt x="222187" y="14034"/>
                  </a:lnTo>
                  <a:lnTo>
                    <a:pt x="222344" y="13651"/>
                  </a:lnTo>
                  <a:lnTo>
                    <a:pt x="221271" y="12837"/>
                  </a:lnTo>
                  <a:lnTo>
                    <a:pt x="221249" y="11292"/>
                  </a:lnTo>
                  <a:lnTo>
                    <a:pt x="220874" y="10709"/>
                  </a:lnTo>
                  <a:lnTo>
                    <a:pt x="221052" y="10085"/>
                  </a:lnTo>
                  <a:lnTo>
                    <a:pt x="220742" y="9891"/>
                  </a:lnTo>
                  <a:lnTo>
                    <a:pt x="221319" y="9111"/>
                  </a:lnTo>
                  <a:lnTo>
                    <a:pt x="222034" y="8640"/>
                  </a:lnTo>
                  <a:lnTo>
                    <a:pt x="222000" y="8312"/>
                  </a:lnTo>
                  <a:lnTo>
                    <a:pt x="222577" y="7644"/>
                  </a:lnTo>
                  <a:lnTo>
                    <a:pt x="222454" y="7386"/>
                  </a:lnTo>
                  <a:lnTo>
                    <a:pt x="221860" y="7164"/>
                  </a:lnTo>
                  <a:lnTo>
                    <a:pt x="222135" y="7079"/>
                  </a:lnTo>
                  <a:lnTo>
                    <a:pt x="221987" y="6585"/>
                  </a:lnTo>
                  <a:lnTo>
                    <a:pt x="221936" y="4902"/>
                  </a:lnTo>
                  <a:lnTo>
                    <a:pt x="222108" y="5101"/>
                  </a:lnTo>
                  <a:lnTo>
                    <a:pt x="222660" y="5058"/>
                  </a:lnTo>
                  <a:lnTo>
                    <a:pt x="222458" y="4046"/>
                  </a:lnTo>
                  <a:lnTo>
                    <a:pt x="222088" y="3467"/>
                  </a:lnTo>
                  <a:lnTo>
                    <a:pt x="219815" y="1501"/>
                  </a:lnTo>
                  <a:lnTo>
                    <a:pt x="222089" y="0"/>
                  </a:lnTo>
                  <a:lnTo>
                    <a:pt x="223567" y="292"/>
                  </a:lnTo>
                  <a:lnTo>
                    <a:pt x="223563" y="1053"/>
                  </a:lnTo>
                  <a:lnTo>
                    <a:pt x="224218" y="1276"/>
                  </a:lnTo>
                  <a:lnTo>
                    <a:pt x="224912" y="2209"/>
                  </a:lnTo>
                  <a:lnTo>
                    <a:pt x="225535" y="2458"/>
                  </a:lnTo>
                  <a:lnTo>
                    <a:pt x="226087" y="3325"/>
                  </a:lnTo>
                  <a:lnTo>
                    <a:pt x="227353" y="4517"/>
                  </a:lnTo>
                  <a:lnTo>
                    <a:pt x="227830" y="4682"/>
                  </a:lnTo>
                  <a:lnTo>
                    <a:pt x="228674" y="3693"/>
                  </a:lnTo>
                  <a:lnTo>
                    <a:pt x="230022" y="4321"/>
                  </a:lnTo>
                  <a:lnTo>
                    <a:pt x="229953" y="4567"/>
                  </a:lnTo>
                  <a:lnTo>
                    <a:pt x="231770" y="5055"/>
                  </a:lnTo>
                  <a:lnTo>
                    <a:pt x="232669" y="6258"/>
                  </a:lnTo>
                  <a:lnTo>
                    <a:pt x="234493" y="5648"/>
                  </a:lnTo>
                  <a:lnTo>
                    <a:pt x="235000" y="7404"/>
                  </a:lnTo>
                  <a:lnTo>
                    <a:pt x="236012" y="7852"/>
                  </a:lnTo>
                  <a:lnTo>
                    <a:pt x="237060" y="7963"/>
                  </a:lnTo>
                  <a:lnTo>
                    <a:pt x="237521" y="8654"/>
                  </a:lnTo>
                  <a:lnTo>
                    <a:pt x="238303" y="9250"/>
                  </a:lnTo>
                  <a:lnTo>
                    <a:pt x="237955" y="9864"/>
                  </a:lnTo>
                  <a:lnTo>
                    <a:pt x="236976" y="10062"/>
                  </a:lnTo>
                  <a:lnTo>
                    <a:pt x="235910" y="9964"/>
                  </a:lnTo>
                  <a:lnTo>
                    <a:pt x="234232" y="10633"/>
                  </a:lnTo>
                  <a:lnTo>
                    <a:pt x="234375" y="11149"/>
                  </a:lnTo>
                  <a:lnTo>
                    <a:pt x="234130" y="11395"/>
                  </a:lnTo>
                  <a:lnTo>
                    <a:pt x="235039" y="11981"/>
                  </a:lnTo>
                  <a:lnTo>
                    <a:pt x="235094" y="12349"/>
                  </a:lnTo>
                  <a:lnTo>
                    <a:pt x="236420" y="12675"/>
                  </a:lnTo>
                  <a:lnTo>
                    <a:pt x="236888" y="13248"/>
                  </a:lnTo>
                  <a:lnTo>
                    <a:pt x="236300" y="18699"/>
                  </a:lnTo>
                  <a:lnTo>
                    <a:pt x="237925" y="18557"/>
                  </a:lnTo>
                  <a:lnTo>
                    <a:pt x="238582" y="18861"/>
                  </a:lnTo>
                  <a:lnTo>
                    <a:pt x="240622" y="20546"/>
                  </a:lnTo>
                  <a:lnTo>
                    <a:pt x="241145" y="20589"/>
                  </a:lnTo>
                  <a:lnTo>
                    <a:pt x="241365" y="21259"/>
                  </a:lnTo>
                  <a:lnTo>
                    <a:pt x="243175" y="21259"/>
                  </a:lnTo>
                  <a:lnTo>
                    <a:pt x="245623" y="20504"/>
                  </a:lnTo>
                  <a:lnTo>
                    <a:pt x="249598" y="20445"/>
                  </a:lnTo>
                  <a:lnTo>
                    <a:pt x="250354" y="20758"/>
                  </a:lnTo>
                  <a:lnTo>
                    <a:pt x="251506" y="22248"/>
                  </a:lnTo>
                  <a:lnTo>
                    <a:pt x="251843" y="23756"/>
                  </a:lnTo>
                  <a:lnTo>
                    <a:pt x="252734" y="24387"/>
                  </a:lnTo>
                  <a:lnTo>
                    <a:pt x="252826" y="24907"/>
                  </a:lnTo>
                  <a:lnTo>
                    <a:pt x="253149" y="24882"/>
                  </a:lnTo>
                  <a:lnTo>
                    <a:pt x="255825" y="24007"/>
                  </a:lnTo>
                  <a:lnTo>
                    <a:pt x="256824" y="20288"/>
                  </a:lnTo>
                  <a:lnTo>
                    <a:pt x="255987" y="20080"/>
                  </a:lnTo>
                  <a:lnTo>
                    <a:pt x="255456" y="19622"/>
                  </a:lnTo>
                  <a:lnTo>
                    <a:pt x="255013" y="20122"/>
                  </a:lnTo>
                  <a:lnTo>
                    <a:pt x="253503" y="19282"/>
                  </a:lnTo>
                  <a:lnTo>
                    <a:pt x="250167" y="16238"/>
                  </a:lnTo>
                  <a:lnTo>
                    <a:pt x="249386" y="14781"/>
                  </a:lnTo>
                  <a:lnTo>
                    <a:pt x="251064" y="14543"/>
                  </a:lnTo>
                  <a:lnTo>
                    <a:pt x="252338" y="13676"/>
                  </a:lnTo>
                  <a:lnTo>
                    <a:pt x="253052" y="13657"/>
                  </a:lnTo>
                  <a:lnTo>
                    <a:pt x="256677" y="14246"/>
                  </a:lnTo>
                  <a:lnTo>
                    <a:pt x="258310" y="14035"/>
                  </a:lnTo>
                  <a:lnTo>
                    <a:pt x="260266" y="14598"/>
                  </a:lnTo>
                  <a:lnTo>
                    <a:pt x="261398" y="14481"/>
                  </a:lnTo>
                  <a:lnTo>
                    <a:pt x="261710" y="14825"/>
                  </a:lnTo>
                  <a:lnTo>
                    <a:pt x="262305" y="14715"/>
                  </a:lnTo>
                  <a:lnTo>
                    <a:pt x="263194" y="15635"/>
                  </a:lnTo>
                  <a:lnTo>
                    <a:pt x="265334" y="15996"/>
                  </a:lnTo>
                  <a:lnTo>
                    <a:pt x="265669" y="16951"/>
                  </a:lnTo>
                  <a:lnTo>
                    <a:pt x="267538" y="18096"/>
                  </a:lnTo>
                  <a:lnTo>
                    <a:pt x="267391" y="18687"/>
                  </a:lnTo>
                  <a:lnTo>
                    <a:pt x="266547" y="19654"/>
                  </a:lnTo>
                  <a:lnTo>
                    <a:pt x="266326" y="20398"/>
                  </a:lnTo>
                  <a:lnTo>
                    <a:pt x="266479" y="21819"/>
                  </a:lnTo>
                  <a:lnTo>
                    <a:pt x="267381" y="24237"/>
                  </a:lnTo>
                  <a:lnTo>
                    <a:pt x="266959" y="25542"/>
                  </a:lnTo>
                  <a:lnTo>
                    <a:pt x="268018" y="25534"/>
                  </a:lnTo>
                  <a:lnTo>
                    <a:pt x="268715" y="25863"/>
                  </a:lnTo>
                  <a:lnTo>
                    <a:pt x="269619" y="27465"/>
                  </a:lnTo>
                  <a:lnTo>
                    <a:pt x="266594" y="28321"/>
                  </a:lnTo>
                  <a:lnTo>
                    <a:pt x="266112" y="28649"/>
                  </a:lnTo>
                  <a:lnTo>
                    <a:pt x="264548" y="28943"/>
                  </a:lnTo>
                  <a:lnTo>
                    <a:pt x="263699" y="29637"/>
                  </a:lnTo>
                  <a:lnTo>
                    <a:pt x="263288" y="29516"/>
                  </a:lnTo>
                  <a:lnTo>
                    <a:pt x="261569" y="30502"/>
                  </a:lnTo>
                  <a:lnTo>
                    <a:pt x="260706" y="30722"/>
                  </a:lnTo>
                  <a:lnTo>
                    <a:pt x="260009" y="31273"/>
                  </a:lnTo>
                  <a:lnTo>
                    <a:pt x="258204" y="31736"/>
                  </a:lnTo>
                  <a:lnTo>
                    <a:pt x="257713" y="32227"/>
                  </a:lnTo>
                  <a:lnTo>
                    <a:pt x="256382" y="32693"/>
                  </a:lnTo>
                  <a:lnTo>
                    <a:pt x="255851" y="33105"/>
                  </a:lnTo>
                  <a:lnTo>
                    <a:pt x="255521" y="33719"/>
                  </a:lnTo>
                  <a:lnTo>
                    <a:pt x="255060" y="33790"/>
                  </a:lnTo>
                  <a:lnTo>
                    <a:pt x="254646" y="34632"/>
                  </a:lnTo>
                  <a:lnTo>
                    <a:pt x="253624" y="35584"/>
                  </a:lnTo>
                  <a:lnTo>
                    <a:pt x="251818" y="35762"/>
                  </a:lnTo>
                  <a:lnTo>
                    <a:pt x="249426" y="36475"/>
                  </a:lnTo>
                  <a:lnTo>
                    <a:pt x="248972" y="36332"/>
                  </a:lnTo>
                  <a:lnTo>
                    <a:pt x="248069" y="36741"/>
                  </a:lnTo>
                  <a:lnTo>
                    <a:pt x="247151" y="38184"/>
                  </a:lnTo>
                  <a:lnTo>
                    <a:pt x="246621" y="38441"/>
                  </a:lnTo>
                  <a:lnTo>
                    <a:pt x="246477" y="39256"/>
                  </a:lnTo>
                  <a:lnTo>
                    <a:pt x="245724" y="40394"/>
                  </a:lnTo>
                  <a:lnTo>
                    <a:pt x="246367" y="41249"/>
                  </a:lnTo>
                  <a:lnTo>
                    <a:pt x="248884" y="41316"/>
                  </a:lnTo>
                  <a:lnTo>
                    <a:pt x="250774" y="39857"/>
                  </a:lnTo>
                  <a:lnTo>
                    <a:pt x="251529" y="39655"/>
                  </a:lnTo>
                  <a:lnTo>
                    <a:pt x="252182" y="40024"/>
                  </a:lnTo>
                  <a:lnTo>
                    <a:pt x="253863" y="42071"/>
                  </a:lnTo>
                  <a:lnTo>
                    <a:pt x="255256" y="43188"/>
                  </a:lnTo>
                  <a:lnTo>
                    <a:pt x="255651" y="45348"/>
                  </a:lnTo>
                  <a:lnTo>
                    <a:pt x="256349" y="46221"/>
                  </a:lnTo>
                  <a:lnTo>
                    <a:pt x="256456" y="47168"/>
                  </a:lnTo>
                  <a:lnTo>
                    <a:pt x="257317" y="47954"/>
                  </a:lnTo>
                  <a:lnTo>
                    <a:pt x="258226" y="48148"/>
                  </a:lnTo>
                  <a:lnTo>
                    <a:pt x="259275" y="47863"/>
                  </a:lnTo>
                  <a:lnTo>
                    <a:pt x="260110" y="47153"/>
                  </a:lnTo>
                  <a:lnTo>
                    <a:pt x="261244" y="46760"/>
                  </a:lnTo>
                  <a:lnTo>
                    <a:pt x="261771" y="46878"/>
                  </a:lnTo>
                  <a:lnTo>
                    <a:pt x="262481" y="47615"/>
                  </a:lnTo>
                  <a:lnTo>
                    <a:pt x="262969" y="49145"/>
                  </a:lnTo>
                  <a:lnTo>
                    <a:pt x="264168" y="48427"/>
                  </a:lnTo>
                  <a:lnTo>
                    <a:pt x="265304" y="48292"/>
                  </a:lnTo>
                  <a:lnTo>
                    <a:pt x="268439" y="49494"/>
                  </a:lnTo>
                  <a:lnTo>
                    <a:pt x="269122" y="50380"/>
                  </a:lnTo>
                  <a:lnTo>
                    <a:pt x="269048" y="51213"/>
                  </a:lnTo>
                  <a:lnTo>
                    <a:pt x="269698" y="51967"/>
                  </a:lnTo>
                  <a:lnTo>
                    <a:pt x="269647" y="52996"/>
                  </a:lnTo>
                  <a:lnTo>
                    <a:pt x="269217" y="53572"/>
                  </a:lnTo>
                  <a:lnTo>
                    <a:pt x="268114" y="54072"/>
                  </a:lnTo>
                  <a:lnTo>
                    <a:pt x="266380" y="55744"/>
                  </a:lnTo>
                  <a:lnTo>
                    <a:pt x="266036" y="55779"/>
                  </a:lnTo>
                  <a:lnTo>
                    <a:pt x="265132" y="56580"/>
                  </a:lnTo>
                  <a:lnTo>
                    <a:pt x="265890" y="57109"/>
                  </a:lnTo>
                  <a:lnTo>
                    <a:pt x="268093" y="56639"/>
                  </a:lnTo>
                  <a:lnTo>
                    <a:pt x="268891" y="57232"/>
                  </a:lnTo>
                  <a:lnTo>
                    <a:pt x="269443" y="56940"/>
                  </a:lnTo>
                  <a:lnTo>
                    <a:pt x="271024" y="56773"/>
                  </a:lnTo>
                  <a:lnTo>
                    <a:pt x="275658" y="59977"/>
                  </a:lnTo>
                  <a:lnTo>
                    <a:pt x="276317" y="58652"/>
                  </a:lnTo>
                  <a:lnTo>
                    <a:pt x="276769" y="58725"/>
                  </a:lnTo>
                  <a:lnTo>
                    <a:pt x="277029" y="58483"/>
                  </a:lnTo>
                  <a:lnTo>
                    <a:pt x="278742" y="58632"/>
                  </a:lnTo>
                  <a:lnTo>
                    <a:pt x="281195" y="57804"/>
                  </a:lnTo>
                  <a:lnTo>
                    <a:pt x="281096" y="60716"/>
                  </a:lnTo>
                  <a:lnTo>
                    <a:pt x="282293" y="60403"/>
                  </a:lnTo>
                  <a:lnTo>
                    <a:pt x="282501" y="60045"/>
                  </a:lnTo>
                  <a:lnTo>
                    <a:pt x="284815" y="59743"/>
                  </a:lnTo>
                  <a:lnTo>
                    <a:pt x="284300" y="56529"/>
                  </a:lnTo>
                  <a:lnTo>
                    <a:pt x="285283" y="56039"/>
                  </a:lnTo>
                  <a:lnTo>
                    <a:pt x="282396" y="53536"/>
                  </a:lnTo>
                  <a:lnTo>
                    <a:pt x="281154" y="51470"/>
                  </a:lnTo>
                  <a:lnTo>
                    <a:pt x="281640" y="51150"/>
                  </a:lnTo>
                  <a:lnTo>
                    <a:pt x="283228" y="50767"/>
                  </a:lnTo>
                  <a:lnTo>
                    <a:pt x="285082" y="49623"/>
                  </a:lnTo>
                  <a:lnTo>
                    <a:pt x="286567" y="50358"/>
                  </a:lnTo>
                  <a:lnTo>
                    <a:pt x="286263" y="52529"/>
                  </a:lnTo>
                  <a:lnTo>
                    <a:pt x="286619" y="53213"/>
                  </a:lnTo>
                  <a:lnTo>
                    <a:pt x="288069" y="54264"/>
                  </a:lnTo>
                  <a:lnTo>
                    <a:pt x="289674" y="54880"/>
                  </a:lnTo>
                  <a:lnTo>
                    <a:pt x="290507" y="54958"/>
                  </a:lnTo>
                  <a:lnTo>
                    <a:pt x="290988" y="55614"/>
                  </a:lnTo>
                  <a:lnTo>
                    <a:pt x="291212" y="55272"/>
                  </a:lnTo>
                  <a:lnTo>
                    <a:pt x="291892" y="55384"/>
                  </a:lnTo>
                  <a:lnTo>
                    <a:pt x="292971" y="54716"/>
                  </a:lnTo>
                  <a:lnTo>
                    <a:pt x="293807" y="54876"/>
                  </a:lnTo>
                  <a:lnTo>
                    <a:pt x="294217" y="55737"/>
                  </a:lnTo>
                  <a:lnTo>
                    <a:pt x="295001" y="56588"/>
                  </a:lnTo>
                  <a:lnTo>
                    <a:pt x="297143" y="58651"/>
                  </a:lnTo>
                  <a:lnTo>
                    <a:pt x="298666" y="59779"/>
                  </a:lnTo>
                  <a:lnTo>
                    <a:pt x="299114" y="60726"/>
                  </a:lnTo>
                  <a:lnTo>
                    <a:pt x="299672" y="61015"/>
                  </a:lnTo>
                  <a:lnTo>
                    <a:pt x="299791" y="60552"/>
                  </a:lnTo>
                  <a:lnTo>
                    <a:pt x="301460" y="60922"/>
                  </a:lnTo>
                  <a:lnTo>
                    <a:pt x="301617" y="61533"/>
                  </a:lnTo>
                  <a:lnTo>
                    <a:pt x="300175" y="64370"/>
                  </a:lnTo>
                  <a:lnTo>
                    <a:pt x="299295" y="64470"/>
                  </a:lnTo>
                  <a:lnTo>
                    <a:pt x="296992" y="64022"/>
                  </a:lnTo>
                  <a:lnTo>
                    <a:pt x="293682" y="62634"/>
                  </a:lnTo>
                  <a:lnTo>
                    <a:pt x="292242" y="65859"/>
                  </a:lnTo>
                  <a:lnTo>
                    <a:pt x="292046" y="66749"/>
                  </a:lnTo>
                  <a:lnTo>
                    <a:pt x="291232" y="67113"/>
                  </a:lnTo>
                  <a:lnTo>
                    <a:pt x="290809" y="67964"/>
                  </a:lnTo>
                  <a:lnTo>
                    <a:pt x="289754" y="68459"/>
                  </a:lnTo>
                  <a:lnTo>
                    <a:pt x="289389" y="69429"/>
                  </a:lnTo>
                  <a:lnTo>
                    <a:pt x="289188" y="71388"/>
                  </a:lnTo>
                  <a:lnTo>
                    <a:pt x="289429" y="72356"/>
                  </a:lnTo>
                  <a:lnTo>
                    <a:pt x="289110" y="73422"/>
                  </a:lnTo>
                  <a:lnTo>
                    <a:pt x="288740" y="73734"/>
                  </a:lnTo>
                  <a:lnTo>
                    <a:pt x="288618" y="76320"/>
                  </a:lnTo>
                  <a:lnTo>
                    <a:pt x="288165" y="76780"/>
                  </a:lnTo>
                  <a:lnTo>
                    <a:pt x="287351" y="77075"/>
                  </a:lnTo>
                  <a:lnTo>
                    <a:pt x="286773" y="77011"/>
                  </a:lnTo>
                  <a:lnTo>
                    <a:pt x="286655" y="76635"/>
                  </a:lnTo>
                  <a:lnTo>
                    <a:pt x="286949" y="76335"/>
                  </a:lnTo>
                  <a:lnTo>
                    <a:pt x="286729" y="76274"/>
                  </a:lnTo>
                  <a:lnTo>
                    <a:pt x="286144" y="76464"/>
                  </a:lnTo>
                  <a:lnTo>
                    <a:pt x="286179" y="76295"/>
                  </a:lnTo>
                  <a:lnTo>
                    <a:pt x="284741" y="76201"/>
                  </a:lnTo>
                  <a:lnTo>
                    <a:pt x="283614" y="76640"/>
                  </a:lnTo>
                  <a:lnTo>
                    <a:pt x="283142" y="75526"/>
                  </a:lnTo>
                  <a:lnTo>
                    <a:pt x="282713" y="75244"/>
                  </a:lnTo>
                  <a:lnTo>
                    <a:pt x="282077" y="75308"/>
                  </a:lnTo>
                  <a:lnTo>
                    <a:pt x="281082" y="75904"/>
                  </a:lnTo>
                  <a:lnTo>
                    <a:pt x="280896" y="75571"/>
                  </a:lnTo>
                  <a:lnTo>
                    <a:pt x="281384" y="75415"/>
                  </a:lnTo>
                  <a:lnTo>
                    <a:pt x="281495" y="75162"/>
                  </a:lnTo>
                  <a:lnTo>
                    <a:pt x="280815" y="74847"/>
                  </a:lnTo>
                  <a:lnTo>
                    <a:pt x="280491" y="74842"/>
                  </a:lnTo>
                  <a:lnTo>
                    <a:pt x="279848" y="75636"/>
                  </a:lnTo>
                  <a:lnTo>
                    <a:pt x="279611" y="75485"/>
                  </a:lnTo>
                  <a:lnTo>
                    <a:pt x="279466" y="74299"/>
                  </a:lnTo>
                  <a:lnTo>
                    <a:pt x="278640" y="74626"/>
                  </a:lnTo>
                  <a:lnTo>
                    <a:pt x="277870" y="74438"/>
                  </a:lnTo>
                  <a:lnTo>
                    <a:pt x="276232" y="73893"/>
                  </a:lnTo>
                  <a:lnTo>
                    <a:pt x="274973" y="72961"/>
                  </a:lnTo>
                  <a:lnTo>
                    <a:pt x="273173" y="72531"/>
                  </a:lnTo>
                  <a:lnTo>
                    <a:pt x="272952" y="71638"/>
                  </a:lnTo>
                  <a:lnTo>
                    <a:pt x="271805" y="70666"/>
                  </a:lnTo>
                  <a:lnTo>
                    <a:pt x="271196" y="71232"/>
                  </a:lnTo>
                  <a:lnTo>
                    <a:pt x="270841" y="70666"/>
                  </a:lnTo>
                  <a:lnTo>
                    <a:pt x="269123" y="70914"/>
                  </a:lnTo>
                  <a:lnTo>
                    <a:pt x="269201" y="71393"/>
                  </a:lnTo>
                  <a:lnTo>
                    <a:pt x="268286" y="71363"/>
                  </a:lnTo>
                  <a:lnTo>
                    <a:pt x="267217" y="70953"/>
                  </a:lnTo>
                  <a:lnTo>
                    <a:pt x="266789" y="70383"/>
                  </a:lnTo>
                  <a:lnTo>
                    <a:pt x="266071" y="70381"/>
                  </a:lnTo>
                  <a:lnTo>
                    <a:pt x="265855" y="69957"/>
                  </a:lnTo>
                  <a:lnTo>
                    <a:pt x="264985" y="70573"/>
                  </a:lnTo>
                  <a:lnTo>
                    <a:pt x="264406" y="69670"/>
                  </a:lnTo>
                  <a:lnTo>
                    <a:pt x="263921" y="70386"/>
                  </a:lnTo>
                  <a:lnTo>
                    <a:pt x="263379" y="70129"/>
                  </a:lnTo>
                  <a:lnTo>
                    <a:pt x="262936" y="70205"/>
                  </a:lnTo>
                  <a:lnTo>
                    <a:pt x="263201" y="70792"/>
                  </a:lnTo>
                  <a:lnTo>
                    <a:pt x="262857" y="71141"/>
                  </a:lnTo>
                  <a:lnTo>
                    <a:pt x="262345" y="70914"/>
                  </a:lnTo>
                  <a:lnTo>
                    <a:pt x="259620" y="70701"/>
                  </a:lnTo>
                  <a:lnTo>
                    <a:pt x="259628" y="70462"/>
                  </a:lnTo>
                  <a:lnTo>
                    <a:pt x="258516" y="69462"/>
                  </a:lnTo>
                  <a:lnTo>
                    <a:pt x="258412" y="69724"/>
                  </a:lnTo>
                  <a:lnTo>
                    <a:pt x="258859" y="70914"/>
                  </a:lnTo>
                  <a:lnTo>
                    <a:pt x="257252" y="71328"/>
                  </a:lnTo>
                  <a:lnTo>
                    <a:pt x="255796" y="71389"/>
                  </a:lnTo>
                  <a:lnTo>
                    <a:pt x="254873" y="71956"/>
                  </a:lnTo>
                  <a:lnTo>
                    <a:pt x="254111" y="72116"/>
                  </a:lnTo>
                  <a:lnTo>
                    <a:pt x="253863" y="71032"/>
                  </a:lnTo>
                  <a:lnTo>
                    <a:pt x="253316" y="70841"/>
                  </a:lnTo>
                  <a:lnTo>
                    <a:pt x="252736" y="71049"/>
                  </a:lnTo>
                  <a:lnTo>
                    <a:pt x="252247" y="72375"/>
                  </a:lnTo>
                  <a:lnTo>
                    <a:pt x="251643" y="71784"/>
                  </a:lnTo>
                  <a:lnTo>
                    <a:pt x="251103" y="71883"/>
                  </a:lnTo>
                  <a:lnTo>
                    <a:pt x="250281" y="72825"/>
                  </a:lnTo>
                  <a:lnTo>
                    <a:pt x="249420" y="73233"/>
                  </a:lnTo>
                  <a:lnTo>
                    <a:pt x="249785" y="74479"/>
                  </a:lnTo>
                  <a:lnTo>
                    <a:pt x="249035" y="74714"/>
                  </a:lnTo>
                  <a:lnTo>
                    <a:pt x="248908" y="75008"/>
                  </a:lnTo>
                  <a:lnTo>
                    <a:pt x="248179" y="75328"/>
                  </a:lnTo>
                  <a:lnTo>
                    <a:pt x="246949" y="76462"/>
                  </a:lnTo>
                  <a:lnTo>
                    <a:pt x="246279" y="77794"/>
                  </a:lnTo>
                  <a:lnTo>
                    <a:pt x="242326" y="79800"/>
                  </a:lnTo>
                  <a:lnTo>
                    <a:pt x="242004" y="80214"/>
                  </a:lnTo>
                  <a:lnTo>
                    <a:pt x="240162" y="80481"/>
                  </a:lnTo>
                  <a:lnTo>
                    <a:pt x="238923" y="80248"/>
                  </a:lnTo>
                  <a:lnTo>
                    <a:pt x="239057" y="81359"/>
                  </a:lnTo>
                  <a:lnTo>
                    <a:pt x="238510" y="81775"/>
                  </a:lnTo>
                  <a:lnTo>
                    <a:pt x="237212" y="82157"/>
                  </a:lnTo>
                  <a:lnTo>
                    <a:pt x="236195" y="81913"/>
                  </a:lnTo>
                  <a:lnTo>
                    <a:pt x="235772" y="81561"/>
                  </a:lnTo>
                  <a:lnTo>
                    <a:pt x="234712" y="81805"/>
                  </a:lnTo>
                  <a:lnTo>
                    <a:pt x="234045" y="81358"/>
                  </a:lnTo>
                  <a:lnTo>
                    <a:pt x="233168" y="81838"/>
                  </a:lnTo>
                  <a:lnTo>
                    <a:pt x="232178" y="82408"/>
                  </a:lnTo>
                  <a:lnTo>
                    <a:pt x="231180" y="83581"/>
                  </a:lnTo>
                  <a:lnTo>
                    <a:pt x="230869" y="83270"/>
                  </a:lnTo>
                  <a:lnTo>
                    <a:pt x="230941" y="82603"/>
                  </a:lnTo>
                  <a:lnTo>
                    <a:pt x="231406" y="81553"/>
                  </a:lnTo>
                  <a:lnTo>
                    <a:pt x="230987" y="81250"/>
                  </a:lnTo>
                  <a:lnTo>
                    <a:pt x="229077" y="81948"/>
                  </a:lnTo>
                  <a:lnTo>
                    <a:pt x="227608" y="81569"/>
                  </a:lnTo>
                  <a:lnTo>
                    <a:pt x="226949" y="82884"/>
                  </a:lnTo>
                  <a:lnTo>
                    <a:pt x="225425" y="83287"/>
                  </a:lnTo>
                  <a:lnTo>
                    <a:pt x="225149" y="83624"/>
                  </a:lnTo>
                  <a:lnTo>
                    <a:pt x="225198" y="84537"/>
                  </a:lnTo>
                  <a:lnTo>
                    <a:pt x="224927" y="84718"/>
                  </a:lnTo>
                  <a:lnTo>
                    <a:pt x="222973" y="84329"/>
                  </a:lnTo>
                  <a:lnTo>
                    <a:pt x="221887" y="85601"/>
                  </a:lnTo>
                  <a:lnTo>
                    <a:pt x="221376" y="85845"/>
                  </a:lnTo>
                  <a:lnTo>
                    <a:pt x="219325" y="84671"/>
                  </a:lnTo>
                  <a:lnTo>
                    <a:pt x="218299" y="84820"/>
                  </a:lnTo>
                  <a:lnTo>
                    <a:pt x="217867" y="85143"/>
                  </a:lnTo>
                  <a:lnTo>
                    <a:pt x="217104" y="84268"/>
                  </a:lnTo>
                  <a:lnTo>
                    <a:pt x="213909" y="82927"/>
                  </a:lnTo>
                  <a:lnTo>
                    <a:pt x="213539" y="83042"/>
                  </a:lnTo>
                  <a:lnTo>
                    <a:pt x="212862" y="83989"/>
                  </a:lnTo>
                  <a:lnTo>
                    <a:pt x="210620" y="84983"/>
                  </a:lnTo>
                  <a:lnTo>
                    <a:pt x="210384" y="84536"/>
                  </a:lnTo>
                  <a:lnTo>
                    <a:pt x="210842" y="83471"/>
                  </a:lnTo>
                  <a:lnTo>
                    <a:pt x="210396" y="83455"/>
                  </a:lnTo>
                  <a:lnTo>
                    <a:pt x="209591" y="84128"/>
                  </a:lnTo>
                  <a:lnTo>
                    <a:pt x="208693" y="84323"/>
                  </a:lnTo>
                  <a:lnTo>
                    <a:pt x="208477" y="84819"/>
                  </a:lnTo>
                  <a:lnTo>
                    <a:pt x="207610" y="84893"/>
                  </a:lnTo>
                  <a:lnTo>
                    <a:pt x="207085" y="84793"/>
                  </a:lnTo>
                  <a:lnTo>
                    <a:pt x="205748" y="83769"/>
                  </a:lnTo>
                  <a:lnTo>
                    <a:pt x="205006" y="83468"/>
                  </a:lnTo>
                  <a:lnTo>
                    <a:pt x="204199" y="83713"/>
                  </a:lnTo>
                  <a:lnTo>
                    <a:pt x="202983" y="84954"/>
                  </a:lnTo>
                  <a:lnTo>
                    <a:pt x="199134" y="85319"/>
                  </a:lnTo>
                  <a:lnTo>
                    <a:pt x="195882" y="85303"/>
                  </a:lnTo>
                  <a:lnTo>
                    <a:pt x="195250" y="85782"/>
                  </a:lnTo>
                  <a:lnTo>
                    <a:pt x="194302" y="87346"/>
                  </a:lnTo>
                  <a:lnTo>
                    <a:pt x="192952" y="87672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pg39">
              <a:extLst>
                <a:ext uri="{FF2B5EF4-FFF2-40B4-BE49-F238E27FC236}">
                  <a16:creationId xmlns:a16="http://schemas.microsoft.com/office/drawing/2014/main" id="{F89F7871-8A2C-849B-9BCC-9007D7B624F5}"/>
                </a:ext>
              </a:extLst>
            </p:cNvPr>
            <p:cNvSpPr/>
            <p:nvPr/>
          </p:nvSpPr>
          <p:spPr>
            <a:xfrm>
              <a:off x="7545543" y="1978026"/>
              <a:ext cx="145774" cy="207014"/>
            </a:xfrm>
            <a:custGeom>
              <a:avLst/>
              <a:gdLst/>
              <a:ahLst/>
              <a:cxnLst/>
              <a:rect l="0" t="0" r="0" b="0"/>
              <a:pathLst>
                <a:path w="145774" h="207014">
                  <a:moveTo>
                    <a:pt x="75013" y="38750"/>
                  </a:moveTo>
                  <a:lnTo>
                    <a:pt x="102438" y="39735"/>
                  </a:lnTo>
                  <a:lnTo>
                    <a:pt x="127702" y="41036"/>
                  </a:lnTo>
                  <a:lnTo>
                    <a:pt x="128568" y="25298"/>
                  </a:lnTo>
                  <a:lnTo>
                    <a:pt x="128772" y="25370"/>
                  </a:lnTo>
                  <a:lnTo>
                    <a:pt x="132992" y="27145"/>
                  </a:lnTo>
                  <a:lnTo>
                    <a:pt x="134382" y="31944"/>
                  </a:lnTo>
                  <a:lnTo>
                    <a:pt x="139544" y="46896"/>
                  </a:lnTo>
                  <a:lnTo>
                    <a:pt x="139738" y="47637"/>
                  </a:lnTo>
                  <a:lnTo>
                    <a:pt x="140830" y="49027"/>
                  </a:lnTo>
                  <a:lnTo>
                    <a:pt x="139778" y="49067"/>
                  </a:lnTo>
                  <a:lnTo>
                    <a:pt x="139209" y="49338"/>
                  </a:lnTo>
                  <a:lnTo>
                    <a:pt x="138219" y="51213"/>
                  </a:lnTo>
                  <a:lnTo>
                    <a:pt x="137398" y="52033"/>
                  </a:lnTo>
                  <a:lnTo>
                    <a:pt x="137551" y="53317"/>
                  </a:lnTo>
                  <a:lnTo>
                    <a:pt x="136496" y="53508"/>
                  </a:lnTo>
                  <a:lnTo>
                    <a:pt x="135821" y="54061"/>
                  </a:lnTo>
                  <a:lnTo>
                    <a:pt x="135630" y="55087"/>
                  </a:lnTo>
                  <a:lnTo>
                    <a:pt x="135864" y="55422"/>
                  </a:lnTo>
                  <a:lnTo>
                    <a:pt x="136894" y="55411"/>
                  </a:lnTo>
                  <a:lnTo>
                    <a:pt x="136306" y="55575"/>
                  </a:lnTo>
                  <a:lnTo>
                    <a:pt x="136386" y="56405"/>
                  </a:lnTo>
                  <a:lnTo>
                    <a:pt x="135646" y="56375"/>
                  </a:lnTo>
                  <a:lnTo>
                    <a:pt x="134730" y="55793"/>
                  </a:lnTo>
                  <a:lnTo>
                    <a:pt x="132975" y="56182"/>
                  </a:lnTo>
                  <a:lnTo>
                    <a:pt x="132568" y="56883"/>
                  </a:lnTo>
                  <a:lnTo>
                    <a:pt x="132986" y="58528"/>
                  </a:lnTo>
                  <a:lnTo>
                    <a:pt x="130788" y="57713"/>
                  </a:lnTo>
                  <a:lnTo>
                    <a:pt x="130279" y="57724"/>
                  </a:lnTo>
                  <a:lnTo>
                    <a:pt x="130115" y="58262"/>
                  </a:lnTo>
                  <a:lnTo>
                    <a:pt x="130386" y="58866"/>
                  </a:lnTo>
                  <a:lnTo>
                    <a:pt x="130343" y="59929"/>
                  </a:lnTo>
                  <a:lnTo>
                    <a:pt x="130086" y="59841"/>
                  </a:lnTo>
                  <a:lnTo>
                    <a:pt x="129529" y="58840"/>
                  </a:lnTo>
                  <a:lnTo>
                    <a:pt x="129221" y="58819"/>
                  </a:lnTo>
                  <a:lnTo>
                    <a:pt x="128286" y="59680"/>
                  </a:lnTo>
                  <a:lnTo>
                    <a:pt x="127642" y="59264"/>
                  </a:lnTo>
                  <a:lnTo>
                    <a:pt x="127478" y="59360"/>
                  </a:lnTo>
                  <a:lnTo>
                    <a:pt x="126908" y="59920"/>
                  </a:lnTo>
                  <a:lnTo>
                    <a:pt x="126915" y="62027"/>
                  </a:lnTo>
                  <a:lnTo>
                    <a:pt x="126612" y="62113"/>
                  </a:lnTo>
                  <a:lnTo>
                    <a:pt x="126483" y="61422"/>
                  </a:lnTo>
                  <a:lnTo>
                    <a:pt x="125998" y="61230"/>
                  </a:lnTo>
                  <a:lnTo>
                    <a:pt x="125168" y="61965"/>
                  </a:lnTo>
                  <a:lnTo>
                    <a:pt x="124964" y="63695"/>
                  </a:lnTo>
                  <a:lnTo>
                    <a:pt x="125132" y="64971"/>
                  </a:lnTo>
                  <a:lnTo>
                    <a:pt x="125567" y="65596"/>
                  </a:lnTo>
                  <a:lnTo>
                    <a:pt x="132091" y="69126"/>
                  </a:lnTo>
                  <a:lnTo>
                    <a:pt x="136128" y="71895"/>
                  </a:lnTo>
                  <a:lnTo>
                    <a:pt x="141508" y="74215"/>
                  </a:lnTo>
                  <a:lnTo>
                    <a:pt x="141231" y="75037"/>
                  </a:lnTo>
                  <a:lnTo>
                    <a:pt x="143127" y="75551"/>
                  </a:lnTo>
                  <a:lnTo>
                    <a:pt x="143098" y="76651"/>
                  </a:lnTo>
                  <a:lnTo>
                    <a:pt x="142689" y="77971"/>
                  </a:lnTo>
                  <a:lnTo>
                    <a:pt x="140990" y="82061"/>
                  </a:lnTo>
                  <a:lnTo>
                    <a:pt x="141442" y="82352"/>
                  </a:lnTo>
                  <a:lnTo>
                    <a:pt x="141678" y="83299"/>
                  </a:lnTo>
                  <a:lnTo>
                    <a:pt x="142325" y="83500"/>
                  </a:lnTo>
                  <a:lnTo>
                    <a:pt x="142939" y="84294"/>
                  </a:lnTo>
                  <a:lnTo>
                    <a:pt x="142561" y="85568"/>
                  </a:lnTo>
                  <a:lnTo>
                    <a:pt x="143116" y="86353"/>
                  </a:lnTo>
                  <a:lnTo>
                    <a:pt x="143338" y="87308"/>
                  </a:lnTo>
                  <a:lnTo>
                    <a:pt x="144046" y="87480"/>
                  </a:lnTo>
                  <a:lnTo>
                    <a:pt x="144184" y="89738"/>
                  </a:lnTo>
                  <a:lnTo>
                    <a:pt x="143829" y="90392"/>
                  </a:lnTo>
                  <a:lnTo>
                    <a:pt x="143468" y="90560"/>
                  </a:lnTo>
                  <a:lnTo>
                    <a:pt x="144048" y="90974"/>
                  </a:lnTo>
                  <a:lnTo>
                    <a:pt x="145070" y="92551"/>
                  </a:lnTo>
                  <a:lnTo>
                    <a:pt x="145774" y="92901"/>
                  </a:lnTo>
                  <a:lnTo>
                    <a:pt x="145001" y="93415"/>
                  </a:lnTo>
                  <a:lnTo>
                    <a:pt x="143220" y="93891"/>
                  </a:lnTo>
                  <a:lnTo>
                    <a:pt x="138783" y="94525"/>
                  </a:lnTo>
                  <a:lnTo>
                    <a:pt x="137617" y="95050"/>
                  </a:lnTo>
                  <a:lnTo>
                    <a:pt x="136676" y="95900"/>
                  </a:lnTo>
                  <a:lnTo>
                    <a:pt x="135782" y="97786"/>
                  </a:lnTo>
                  <a:lnTo>
                    <a:pt x="132852" y="107191"/>
                  </a:lnTo>
                  <a:lnTo>
                    <a:pt x="131252" y="109716"/>
                  </a:lnTo>
                  <a:lnTo>
                    <a:pt x="130614" y="111237"/>
                  </a:lnTo>
                  <a:lnTo>
                    <a:pt x="130253" y="113108"/>
                  </a:lnTo>
                  <a:lnTo>
                    <a:pt x="128670" y="117470"/>
                  </a:lnTo>
                  <a:lnTo>
                    <a:pt x="128324" y="119827"/>
                  </a:lnTo>
                  <a:lnTo>
                    <a:pt x="128435" y="124443"/>
                  </a:lnTo>
                  <a:lnTo>
                    <a:pt x="128667" y="125941"/>
                  </a:lnTo>
                  <a:lnTo>
                    <a:pt x="121703" y="124795"/>
                  </a:lnTo>
                  <a:lnTo>
                    <a:pt x="119994" y="124844"/>
                  </a:lnTo>
                  <a:lnTo>
                    <a:pt x="119340" y="124288"/>
                  </a:lnTo>
                  <a:lnTo>
                    <a:pt x="117374" y="124147"/>
                  </a:lnTo>
                  <a:lnTo>
                    <a:pt x="107432" y="121867"/>
                  </a:lnTo>
                  <a:lnTo>
                    <a:pt x="107222" y="122604"/>
                  </a:lnTo>
                  <a:lnTo>
                    <a:pt x="108843" y="123086"/>
                  </a:lnTo>
                  <a:lnTo>
                    <a:pt x="108717" y="123820"/>
                  </a:lnTo>
                  <a:lnTo>
                    <a:pt x="107042" y="123617"/>
                  </a:lnTo>
                  <a:lnTo>
                    <a:pt x="103431" y="123742"/>
                  </a:lnTo>
                  <a:lnTo>
                    <a:pt x="103227" y="126079"/>
                  </a:lnTo>
                  <a:lnTo>
                    <a:pt x="102173" y="126115"/>
                  </a:lnTo>
                  <a:lnTo>
                    <a:pt x="102964" y="128643"/>
                  </a:lnTo>
                  <a:lnTo>
                    <a:pt x="103119" y="130788"/>
                  </a:lnTo>
                  <a:lnTo>
                    <a:pt x="102527" y="134658"/>
                  </a:lnTo>
                  <a:lnTo>
                    <a:pt x="102992" y="142531"/>
                  </a:lnTo>
                  <a:lnTo>
                    <a:pt x="100669" y="154535"/>
                  </a:lnTo>
                  <a:lnTo>
                    <a:pt x="94221" y="154212"/>
                  </a:lnTo>
                  <a:lnTo>
                    <a:pt x="89794" y="153169"/>
                  </a:lnTo>
                  <a:lnTo>
                    <a:pt x="87645" y="153008"/>
                  </a:lnTo>
                  <a:lnTo>
                    <a:pt x="82997" y="152036"/>
                  </a:lnTo>
                  <a:lnTo>
                    <a:pt x="78374" y="164197"/>
                  </a:lnTo>
                  <a:lnTo>
                    <a:pt x="77619" y="170705"/>
                  </a:lnTo>
                  <a:lnTo>
                    <a:pt x="75731" y="184070"/>
                  </a:lnTo>
                  <a:lnTo>
                    <a:pt x="73828" y="191585"/>
                  </a:lnTo>
                  <a:lnTo>
                    <a:pt x="64265" y="196218"/>
                  </a:lnTo>
                  <a:lnTo>
                    <a:pt x="58512" y="195149"/>
                  </a:lnTo>
                  <a:lnTo>
                    <a:pt x="53527" y="193791"/>
                  </a:lnTo>
                  <a:lnTo>
                    <a:pt x="52745" y="194670"/>
                  </a:lnTo>
                  <a:lnTo>
                    <a:pt x="52314" y="193689"/>
                  </a:lnTo>
                  <a:lnTo>
                    <a:pt x="49379" y="192908"/>
                  </a:lnTo>
                  <a:lnTo>
                    <a:pt x="48255" y="192338"/>
                  </a:lnTo>
                  <a:lnTo>
                    <a:pt x="47214" y="191123"/>
                  </a:lnTo>
                  <a:lnTo>
                    <a:pt x="45568" y="188237"/>
                  </a:lnTo>
                  <a:lnTo>
                    <a:pt x="42709" y="184896"/>
                  </a:lnTo>
                  <a:lnTo>
                    <a:pt x="42592" y="184173"/>
                  </a:lnTo>
                  <a:lnTo>
                    <a:pt x="43316" y="182557"/>
                  </a:lnTo>
                  <a:lnTo>
                    <a:pt x="43611" y="182446"/>
                  </a:lnTo>
                  <a:lnTo>
                    <a:pt x="44002" y="181194"/>
                  </a:lnTo>
                  <a:lnTo>
                    <a:pt x="43899" y="180659"/>
                  </a:lnTo>
                  <a:lnTo>
                    <a:pt x="43436" y="180145"/>
                  </a:lnTo>
                  <a:lnTo>
                    <a:pt x="42768" y="180415"/>
                  </a:lnTo>
                  <a:lnTo>
                    <a:pt x="42336" y="182037"/>
                  </a:lnTo>
                  <a:lnTo>
                    <a:pt x="41155" y="182056"/>
                  </a:lnTo>
                  <a:lnTo>
                    <a:pt x="41189" y="182498"/>
                  </a:lnTo>
                  <a:lnTo>
                    <a:pt x="39607" y="183893"/>
                  </a:lnTo>
                  <a:lnTo>
                    <a:pt x="38857" y="185157"/>
                  </a:lnTo>
                  <a:lnTo>
                    <a:pt x="38666" y="185103"/>
                  </a:lnTo>
                  <a:lnTo>
                    <a:pt x="38288" y="185652"/>
                  </a:lnTo>
                  <a:lnTo>
                    <a:pt x="38484" y="186357"/>
                  </a:lnTo>
                  <a:lnTo>
                    <a:pt x="39012" y="186730"/>
                  </a:lnTo>
                  <a:lnTo>
                    <a:pt x="38156" y="187249"/>
                  </a:lnTo>
                  <a:lnTo>
                    <a:pt x="36999" y="187185"/>
                  </a:lnTo>
                  <a:lnTo>
                    <a:pt x="35509" y="189880"/>
                  </a:lnTo>
                  <a:lnTo>
                    <a:pt x="35004" y="190340"/>
                  </a:lnTo>
                  <a:lnTo>
                    <a:pt x="33033" y="194836"/>
                  </a:lnTo>
                  <a:lnTo>
                    <a:pt x="32680" y="195176"/>
                  </a:lnTo>
                  <a:lnTo>
                    <a:pt x="32385" y="196193"/>
                  </a:lnTo>
                  <a:lnTo>
                    <a:pt x="30481" y="198838"/>
                  </a:lnTo>
                  <a:lnTo>
                    <a:pt x="30707" y="199009"/>
                  </a:lnTo>
                  <a:lnTo>
                    <a:pt x="26270" y="200912"/>
                  </a:lnTo>
                  <a:lnTo>
                    <a:pt x="18659" y="205989"/>
                  </a:lnTo>
                  <a:lnTo>
                    <a:pt x="16536" y="207014"/>
                  </a:lnTo>
                  <a:lnTo>
                    <a:pt x="15909" y="206970"/>
                  </a:lnTo>
                  <a:lnTo>
                    <a:pt x="11419" y="200093"/>
                  </a:lnTo>
                  <a:lnTo>
                    <a:pt x="10264" y="201332"/>
                  </a:lnTo>
                  <a:lnTo>
                    <a:pt x="6287" y="195347"/>
                  </a:lnTo>
                  <a:lnTo>
                    <a:pt x="0" y="187703"/>
                  </a:lnTo>
                  <a:lnTo>
                    <a:pt x="2212" y="185313"/>
                  </a:lnTo>
                  <a:lnTo>
                    <a:pt x="9594" y="178548"/>
                  </a:lnTo>
                  <a:lnTo>
                    <a:pt x="8426" y="177442"/>
                  </a:lnTo>
                  <a:lnTo>
                    <a:pt x="32902" y="156833"/>
                  </a:lnTo>
                  <a:lnTo>
                    <a:pt x="38820" y="161388"/>
                  </a:lnTo>
                  <a:lnTo>
                    <a:pt x="40991" y="156333"/>
                  </a:lnTo>
                  <a:lnTo>
                    <a:pt x="42345" y="151112"/>
                  </a:lnTo>
                  <a:lnTo>
                    <a:pt x="42798" y="148678"/>
                  </a:lnTo>
                  <a:lnTo>
                    <a:pt x="42582" y="144196"/>
                  </a:lnTo>
                  <a:lnTo>
                    <a:pt x="43254" y="133735"/>
                  </a:lnTo>
                  <a:lnTo>
                    <a:pt x="42952" y="130587"/>
                  </a:lnTo>
                  <a:lnTo>
                    <a:pt x="43607" y="125152"/>
                  </a:lnTo>
                  <a:lnTo>
                    <a:pt x="43787" y="121184"/>
                  </a:lnTo>
                  <a:lnTo>
                    <a:pt x="44177" y="119063"/>
                  </a:lnTo>
                  <a:lnTo>
                    <a:pt x="44334" y="115753"/>
                  </a:lnTo>
                  <a:lnTo>
                    <a:pt x="44284" y="110963"/>
                  </a:lnTo>
                  <a:lnTo>
                    <a:pt x="44602" y="104465"/>
                  </a:lnTo>
                  <a:lnTo>
                    <a:pt x="44460" y="103399"/>
                  </a:lnTo>
                  <a:lnTo>
                    <a:pt x="50796" y="102606"/>
                  </a:lnTo>
                  <a:lnTo>
                    <a:pt x="50961" y="102029"/>
                  </a:lnTo>
                  <a:lnTo>
                    <a:pt x="51189" y="101974"/>
                  </a:lnTo>
                  <a:lnTo>
                    <a:pt x="51566" y="100242"/>
                  </a:lnTo>
                  <a:lnTo>
                    <a:pt x="52193" y="95094"/>
                  </a:lnTo>
                  <a:lnTo>
                    <a:pt x="53518" y="90677"/>
                  </a:lnTo>
                  <a:lnTo>
                    <a:pt x="53105" y="89703"/>
                  </a:lnTo>
                  <a:lnTo>
                    <a:pt x="53434" y="88059"/>
                  </a:lnTo>
                  <a:lnTo>
                    <a:pt x="53996" y="85899"/>
                  </a:lnTo>
                  <a:lnTo>
                    <a:pt x="54513" y="86009"/>
                  </a:lnTo>
                  <a:lnTo>
                    <a:pt x="55475" y="82727"/>
                  </a:lnTo>
                  <a:lnTo>
                    <a:pt x="55296" y="82644"/>
                  </a:lnTo>
                  <a:lnTo>
                    <a:pt x="56206" y="78893"/>
                  </a:lnTo>
                  <a:lnTo>
                    <a:pt x="58676" y="79562"/>
                  </a:lnTo>
                  <a:lnTo>
                    <a:pt x="59260" y="77727"/>
                  </a:lnTo>
                  <a:lnTo>
                    <a:pt x="60516" y="78286"/>
                  </a:lnTo>
                  <a:lnTo>
                    <a:pt x="60467" y="78542"/>
                  </a:lnTo>
                  <a:lnTo>
                    <a:pt x="61764" y="78983"/>
                  </a:lnTo>
                  <a:lnTo>
                    <a:pt x="62090" y="78706"/>
                  </a:lnTo>
                  <a:lnTo>
                    <a:pt x="63545" y="78415"/>
                  </a:lnTo>
                  <a:lnTo>
                    <a:pt x="64799" y="78721"/>
                  </a:lnTo>
                  <a:lnTo>
                    <a:pt x="64907" y="78106"/>
                  </a:lnTo>
                  <a:lnTo>
                    <a:pt x="64435" y="75616"/>
                  </a:lnTo>
                  <a:lnTo>
                    <a:pt x="57922" y="73785"/>
                  </a:lnTo>
                  <a:lnTo>
                    <a:pt x="57969" y="73621"/>
                  </a:lnTo>
                  <a:lnTo>
                    <a:pt x="48573" y="70597"/>
                  </a:lnTo>
                  <a:lnTo>
                    <a:pt x="49044" y="69705"/>
                  </a:lnTo>
                  <a:lnTo>
                    <a:pt x="49514" y="70013"/>
                  </a:lnTo>
                  <a:lnTo>
                    <a:pt x="50116" y="68560"/>
                  </a:lnTo>
                  <a:lnTo>
                    <a:pt x="50277" y="66903"/>
                  </a:lnTo>
                  <a:lnTo>
                    <a:pt x="49590" y="65962"/>
                  </a:lnTo>
                  <a:lnTo>
                    <a:pt x="48351" y="66059"/>
                  </a:lnTo>
                  <a:lnTo>
                    <a:pt x="47667" y="62700"/>
                  </a:lnTo>
                  <a:lnTo>
                    <a:pt x="41457" y="60911"/>
                  </a:lnTo>
                  <a:lnTo>
                    <a:pt x="41481" y="60686"/>
                  </a:lnTo>
                  <a:lnTo>
                    <a:pt x="40873" y="60522"/>
                  </a:lnTo>
                  <a:lnTo>
                    <a:pt x="42648" y="54543"/>
                  </a:lnTo>
                  <a:lnTo>
                    <a:pt x="42893" y="47203"/>
                  </a:lnTo>
                  <a:lnTo>
                    <a:pt x="43501" y="43953"/>
                  </a:lnTo>
                  <a:lnTo>
                    <a:pt x="43727" y="43833"/>
                  </a:lnTo>
                  <a:lnTo>
                    <a:pt x="44407" y="42111"/>
                  </a:lnTo>
                  <a:lnTo>
                    <a:pt x="45058" y="42270"/>
                  </a:lnTo>
                  <a:lnTo>
                    <a:pt x="45881" y="40405"/>
                  </a:lnTo>
                  <a:lnTo>
                    <a:pt x="46411" y="40020"/>
                  </a:lnTo>
                  <a:lnTo>
                    <a:pt x="46504" y="39809"/>
                  </a:lnTo>
                  <a:lnTo>
                    <a:pt x="46203" y="39675"/>
                  </a:lnTo>
                  <a:lnTo>
                    <a:pt x="49545" y="32090"/>
                  </a:lnTo>
                  <a:lnTo>
                    <a:pt x="50111" y="32054"/>
                  </a:lnTo>
                  <a:lnTo>
                    <a:pt x="50876" y="32959"/>
                  </a:lnTo>
                  <a:lnTo>
                    <a:pt x="54621" y="34981"/>
                  </a:lnTo>
                  <a:lnTo>
                    <a:pt x="56165" y="36064"/>
                  </a:lnTo>
                  <a:lnTo>
                    <a:pt x="58444" y="30469"/>
                  </a:lnTo>
                  <a:lnTo>
                    <a:pt x="59875" y="21957"/>
                  </a:lnTo>
                  <a:lnTo>
                    <a:pt x="62200" y="22677"/>
                  </a:lnTo>
                  <a:lnTo>
                    <a:pt x="64990" y="23088"/>
                  </a:lnTo>
                  <a:lnTo>
                    <a:pt x="62904" y="20122"/>
                  </a:lnTo>
                  <a:lnTo>
                    <a:pt x="60316" y="17177"/>
                  </a:lnTo>
                  <a:lnTo>
                    <a:pt x="60361" y="16439"/>
                  </a:lnTo>
                  <a:lnTo>
                    <a:pt x="59992" y="15832"/>
                  </a:lnTo>
                  <a:lnTo>
                    <a:pt x="59009" y="15351"/>
                  </a:lnTo>
                  <a:lnTo>
                    <a:pt x="58883" y="16215"/>
                  </a:lnTo>
                  <a:lnTo>
                    <a:pt x="55347" y="15265"/>
                  </a:lnTo>
                  <a:lnTo>
                    <a:pt x="58260" y="11438"/>
                  </a:lnTo>
                  <a:lnTo>
                    <a:pt x="58184" y="10413"/>
                  </a:lnTo>
                  <a:lnTo>
                    <a:pt x="56460" y="7817"/>
                  </a:lnTo>
                  <a:lnTo>
                    <a:pt x="57319" y="7475"/>
                  </a:lnTo>
                  <a:lnTo>
                    <a:pt x="57125" y="6985"/>
                  </a:lnTo>
                  <a:lnTo>
                    <a:pt x="59969" y="5862"/>
                  </a:lnTo>
                  <a:lnTo>
                    <a:pt x="60884" y="5697"/>
                  </a:lnTo>
                  <a:lnTo>
                    <a:pt x="60900" y="5911"/>
                  </a:lnTo>
                  <a:lnTo>
                    <a:pt x="75647" y="0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pg40">
              <a:extLst>
                <a:ext uri="{FF2B5EF4-FFF2-40B4-BE49-F238E27FC236}">
                  <a16:creationId xmlns:a16="http://schemas.microsoft.com/office/drawing/2014/main" id="{F077C47F-B94D-2769-D804-5D0B8E126998}"/>
                </a:ext>
              </a:extLst>
            </p:cNvPr>
            <p:cNvSpPr/>
            <p:nvPr/>
          </p:nvSpPr>
          <p:spPr>
            <a:xfrm>
              <a:off x="5725035" y="1443711"/>
              <a:ext cx="597862" cy="468336"/>
            </a:xfrm>
            <a:custGeom>
              <a:avLst/>
              <a:gdLst/>
              <a:ahLst/>
              <a:cxnLst/>
              <a:rect l="0" t="0" r="0" b="0"/>
              <a:pathLst>
                <a:path w="597862" h="468336">
                  <a:moveTo>
                    <a:pt x="132400" y="423468"/>
                  </a:moveTo>
                  <a:lnTo>
                    <a:pt x="131718" y="422450"/>
                  </a:lnTo>
                  <a:lnTo>
                    <a:pt x="131574" y="421730"/>
                  </a:lnTo>
                  <a:lnTo>
                    <a:pt x="130777" y="421400"/>
                  </a:lnTo>
                  <a:lnTo>
                    <a:pt x="130628" y="420833"/>
                  </a:lnTo>
                  <a:lnTo>
                    <a:pt x="129319" y="420797"/>
                  </a:lnTo>
                  <a:lnTo>
                    <a:pt x="128434" y="420043"/>
                  </a:lnTo>
                  <a:lnTo>
                    <a:pt x="126614" y="419914"/>
                  </a:lnTo>
                  <a:lnTo>
                    <a:pt x="126073" y="419166"/>
                  </a:lnTo>
                  <a:lnTo>
                    <a:pt x="126049" y="418544"/>
                  </a:lnTo>
                  <a:lnTo>
                    <a:pt x="125466" y="418425"/>
                  </a:lnTo>
                  <a:lnTo>
                    <a:pt x="124482" y="418635"/>
                  </a:lnTo>
                  <a:lnTo>
                    <a:pt x="123636" y="418377"/>
                  </a:lnTo>
                  <a:lnTo>
                    <a:pt x="122036" y="418704"/>
                  </a:lnTo>
                  <a:lnTo>
                    <a:pt x="120445" y="417970"/>
                  </a:lnTo>
                  <a:lnTo>
                    <a:pt x="118709" y="418143"/>
                  </a:lnTo>
                  <a:lnTo>
                    <a:pt x="116383" y="416824"/>
                  </a:lnTo>
                  <a:lnTo>
                    <a:pt x="114295" y="414565"/>
                  </a:lnTo>
                  <a:lnTo>
                    <a:pt x="113620" y="412970"/>
                  </a:lnTo>
                  <a:lnTo>
                    <a:pt x="111726" y="411566"/>
                  </a:lnTo>
                  <a:lnTo>
                    <a:pt x="111256" y="410518"/>
                  </a:lnTo>
                  <a:lnTo>
                    <a:pt x="111202" y="409450"/>
                  </a:lnTo>
                  <a:lnTo>
                    <a:pt x="111198" y="408440"/>
                  </a:lnTo>
                  <a:lnTo>
                    <a:pt x="109941" y="406104"/>
                  </a:lnTo>
                  <a:lnTo>
                    <a:pt x="109405" y="405923"/>
                  </a:lnTo>
                  <a:lnTo>
                    <a:pt x="108204" y="406185"/>
                  </a:lnTo>
                  <a:lnTo>
                    <a:pt x="107307" y="406033"/>
                  </a:lnTo>
                  <a:lnTo>
                    <a:pt x="106295" y="404684"/>
                  </a:lnTo>
                  <a:lnTo>
                    <a:pt x="102603" y="403831"/>
                  </a:lnTo>
                  <a:lnTo>
                    <a:pt x="101276" y="403731"/>
                  </a:lnTo>
                  <a:lnTo>
                    <a:pt x="99869" y="402602"/>
                  </a:lnTo>
                  <a:lnTo>
                    <a:pt x="98456" y="401064"/>
                  </a:lnTo>
                  <a:lnTo>
                    <a:pt x="97678" y="401050"/>
                  </a:lnTo>
                  <a:lnTo>
                    <a:pt x="97140" y="401391"/>
                  </a:lnTo>
                  <a:lnTo>
                    <a:pt x="95803" y="400638"/>
                  </a:lnTo>
                  <a:lnTo>
                    <a:pt x="94803" y="400627"/>
                  </a:lnTo>
                  <a:lnTo>
                    <a:pt x="91771" y="397605"/>
                  </a:lnTo>
                  <a:lnTo>
                    <a:pt x="88171" y="395509"/>
                  </a:lnTo>
                  <a:lnTo>
                    <a:pt x="87894" y="394920"/>
                  </a:lnTo>
                  <a:lnTo>
                    <a:pt x="86260" y="393858"/>
                  </a:lnTo>
                  <a:lnTo>
                    <a:pt x="85518" y="393735"/>
                  </a:lnTo>
                  <a:lnTo>
                    <a:pt x="84140" y="394032"/>
                  </a:lnTo>
                  <a:lnTo>
                    <a:pt x="83033" y="393734"/>
                  </a:lnTo>
                  <a:lnTo>
                    <a:pt x="82333" y="393384"/>
                  </a:lnTo>
                  <a:lnTo>
                    <a:pt x="80802" y="391832"/>
                  </a:lnTo>
                  <a:lnTo>
                    <a:pt x="79883" y="391580"/>
                  </a:lnTo>
                  <a:lnTo>
                    <a:pt x="79347" y="391784"/>
                  </a:lnTo>
                  <a:lnTo>
                    <a:pt x="77960" y="391011"/>
                  </a:lnTo>
                  <a:lnTo>
                    <a:pt x="76110" y="390575"/>
                  </a:lnTo>
                  <a:lnTo>
                    <a:pt x="74671" y="389666"/>
                  </a:lnTo>
                  <a:lnTo>
                    <a:pt x="73225" y="390025"/>
                  </a:lnTo>
                  <a:lnTo>
                    <a:pt x="71111" y="389426"/>
                  </a:lnTo>
                  <a:lnTo>
                    <a:pt x="67103" y="389439"/>
                  </a:lnTo>
                  <a:lnTo>
                    <a:pt x="62774" y="388094"/>
                  </a:lnTo>
                  <a:lnTo>
                    <a:pt x="60412" y="388137"/>
                  </a:lnTo>
                  <a:lnTo>
                    <a:pt x="58456" y="388817"/>
                  </a:lnTo>
                  <a:lnTo>
                    <a:pt x="56274" y="388406"/>
                  </a:lnTo>
                  <a:lnTo>
                    <a:pt x="54259" y="387592"/>
                  </a:lnTo>
                  <a:lnTo>
                    <a:pt x="53379" y="386457"/>
                  </a:lnTo>
                  <a:lnTo>
                    <a:pt x="52439" y="385713"/>
                  </a:lnTo>
                  <a:lnTo>
                    <a:pt x="51244" y="383988"/>
                  </a:lnTo>
                  <a:lnTo>
                    <a:pt x="49727" y="383059"/>
                  </a:lnTo>
                  <a:lnTo>
                    <a:pt x="47464" y="382473"/>
                  </a:lnTo>
                  <a:lnTo>
                    <a:pt x="45969" y="382343"/>
                  </a:lnTo>
                  <a:lnTo>
                    <a:pt x="45207" y="381968"/>
                  </a:lnTo>
                  <a:lnTo>
                    <a:pt x="44699" y="381597"/>
                  </a:lnTo>
                  <a:lnTo>
                    <a:pt x="44315" y="380592"/>
                  </a:lnTo>
                  <a:lnTo>
                    <a:pt x="44658" y="377836"/>
                  </a:lnTo>
                  <a:lnTo>
                    <a:pt x="45413" y="377431"/>
                  </a:lnTo>
                  <a:lnTo>
                    <a:pt x="45846" y="376884"/>
                  </a:lnTo>
                  <a:lnTo>
                    <a:pt x="45021" y="375920"/>
                  </a:lnTo>
                  <a:lnTo>
                    <a:pt x="44852" y="375142"/>
                  </a:lnTo>
                  <a:lnTo>
                    <a:pt x="45196" y="372138"/>
                  </a:lnTo>
                  <a:lnTo>
                    <a:pt x="45112" y="370943"/>
                  </a:lnTo>
                  <a:lnTo>
                    <a:pt x="43579" y="368792"/>
                  </a:lnTo>
                  <a:lnTo>
                    <a:pt x="42089" y="365950"/>
                  </a:lnTo>
                  <a:lnTo>
                    <a:pt x="43389" y="363894"/>
                  </a:lnTo>
                  <a:lnTo>
                    <a:pt x="43639" y="363122"/>
                  </a:lnTo>
                  <a:lnTo>
                    <a:pt x="43262" y="361265"/>
                  </a:lnTo>
                  <a:lnTo>
                    <a:pt x="42857" y="360745"/>
                  </a:lnTo>
                  <a:lnTo>
                    <a:pt x="40435" y="359434"/>
                  </a:lnTo>
                  <a:lnTo>
                    <a:pt x="39814" y="359313"/>
                  </a:lnTo>
                  <a:lnTo>
                    <a:pt x="38556" y="359604"/>
                  </a:lnTo>
                  <a:lnTo>
                    <a:pt x="37843" y="359047"/>
                  </a:lnTo>
                  <a:lnTo>
                    <a:pt x="37035" y="357803"/>
                  </a:lnTo>
                  <a:lnTo>
                    <a:pt x="36459" y="356065"/>
                  </a:lnTo>
                  <a:lnTo>
                    <a:pt x="34945" y="354157"/>
                  </a:lnTo>
                  <a:lnTo>
                    <a:pt x="35101" y="352041"/>
                  </a:lnTo>
                  <a:lnTo>
                    <a:pt x="34896" y="351266"/>
                  </a:lnTo>
                  <a:lnTo>
                    <a:pt x="33389" y="350304"/>
                  </a:lnTo>
                  <a:lnTo>
                    <a:pt x="32863" y="349556"/>
                  </a:lnTo>
                  <a:lnTo>
                    <a:pt x="32212" y="347379"/>
                  </a:lnTo>
                  <a:lnTo>
                    <a:pt x="31839" y="346847"/>
                  </a:lnTo>
                  <a:lnTo>
                    <a:pt x="30995" y="346411"/>
                  </a:lnTo>
                  <a:lnTo>
                    <a:pt x="30018" y="345300"/>
                  </a:lnTo>
                  <a:lnTo>
                    <a:pt x="27987" y="343828"/>
                  </a:lnTo>
                  <a:lnTo>
                    <a:pt x="27272" y="340521"/>
                  </a:lnTo>
                  <a:lnTo>
                    <a:pt x="25447" y="339803"/>
                  </a:lnTo>
                  <a:lnTo>
                    <a:pt x="24065" y="337497"/>
                  </a:lnTo>
                  <a:lnTo>
                    <a:pt x="22564" y="335890"/>
                  </a:lnTo>
                  <a:lnTo>
                    <a:pt x="22513" y="334638"/>
                  </a:lnTo>
                  <a:lnTo>
                    <a:pt x="23581" y="332811"/>
                  </a:lnTo>
                  <a:lnTo>
                    <a:pt x="23675" y="332204"/>
                  </a:lnTo>
                  <a:lnTo>
                    <a:pt x="23101" y="331601"/>
                  </a:lnTo>
                  <a:lnTo>
                    <a:pt x="21903" y="331004"/>
                  </a:lnTo>
                  <a:lnTo>
                    <a:pt x="21608" y="330230"/>
                  </a:lnTo>
                  <a:lnTo>
                    <a:pt x="21712" y="329433"/>
                  </a:lnTo>
                  <a:lnTo>
                    <a:pt x="21526" y="328630"/>
                  </a:lnTo>
                  <a:lnTo>
                    <a:pt x="20115" y="327165"/>
                  </a:lnTo>
                  <a:lnTo>
                    <a:pt x="17042" y="325817"/>
                  </a:lnTo>
                  <a:lnTo>
                    <a:pt x="16553" y="325183"/>
                  </a:lnTo>
                  <a:lnTo>
                    <a:pt x="16683" y="324343"/>
                  </a:lnTo>
                  <a:lnTo>
                    <a:pt x="17684" y="322781"/>
                  </a:lnTo>
                  <a:lnTo>
                    <a:pt x="18001" y="321251"/>
                  </a:lnTo>
                  <a:lnTo>
                    <a:pt x="18981" y="319829"/>
                  </a:lnTo>
                  <a:lnTo>
                    <a:pt x="19146" y="319118"/>
                  </a:lnTo>
                  <a:lnTo>
                    <a:pt x="18995" y="318403"/>
                  </a:lnTo>
                  <a:lnTo>
                    <a:pt x="17852" y="317889"/>
                  </a:lnTo>
                  <a:lnTo>
                    <a:pt x="15586" y="317618"/>
                  </a:lnTo>
                  <a:lnTo>
                    <a:pt x="13853" y="317780"/>
                  </a:lnTo>
                  <a:lnTo>
                    <a:pt x="13271" y="317555"/>
                  </a:lnTo>
                  <a:lnTo>
                    <a:pt x="11649" y="316302"/>
                  </a:lnTo>
                  <a:lnTo>
                    <a:pt x="11051" y="315357"/>
                  </a:lnTo>
                  <a:lnTo>
                    <a:pt x="10583" y="315170"/>
                  </a:lnTo>
                  <a:lnTo>
                    <a:pt x="9802" y="315396"/>
                  </a:lnTo>
                  <a:lnTo>
                    <a:pt x="7983" y="314576"/>
                  </a:lnTo>
                  <a:lnTo>
                    <a:pt x="7330" y="313739"/>
                  </a:lnTo>
                  <a:lnTo>
                    <a:pt x="7197" y="312174"/>
                  </a:lnTo>
                  <a:lnTo>
                    <a:pt x="6845" y="311270"/>
                  </a:lnTo>
                  <a:lnTo>
                    <a:pt x="6250" y="311007"/>
                  </a:lnTo>
                  <a:lnTo>
                    <a:pt x="4790" y="311021"/>
                  </a:lnTo>
                  <a:lnTo>
                    <a:pt x="4190" y="310709"/>
                  </a:lnTo>
                  <a:lnTo>
                    <a:pt x="5007" y="309238"/>
                  </a:lnTo>
                  <a:lnTo>
                    <a:pt x="5034" y="308527"/>
                  </a:lnTo>
                  <a:lnTo>
                    <a:pt x="6104" y="309060"/>
                  </a:lnTo>
                  <a:lnTo>
                    <a:pt x="6765" y="307153"/>
                  </a:lnTo>
                  <a:lnTo>
                    <a:pt x="5289" y="306683"/>
                  </a:lnTo>
                  <a:lnTo>
                    <a:pt x="4406" y="305636"/>
                  </a:lnTo>
                  <a:lnTo>
                    <a:pt x="4486" y="305466"/>
                  </a:lnTo>
                  <a:lnTo>
                    <a:pt x="3893" y="305076"/>
                  </a:lnTo>
                  <a:lnTo>
                    <a:pt x="3330" y="302958"/>
                  </a:lnTo>
                  <a:lnTo>
                    <a:pt x="3620" y="302039"/>
                  </a:lnTo>
                  <a:lnTo>
                    <a:pt x="6113" y="299170"/>
                  </a:lnTo>
                  <a:lnTo>
                    <a:pt x="6287" y="297833"/>
                  </a:lnTo>
                  <a:lnTo>
                    <a:pt x="6667" y="297069"/>
                  </a:lnTo>
                  <a:lnTo>
                    <a:pt x="6452" y="295917"/>
                  </a:lnTo>
                  <a:lnTo>
                    <a:pt x="6783" y="294686"/>
                  </a:lnTo>
                  <a:lnTo>
                    <a:pt x="6364" y="293961"/>
                  </a:lnTo>
                  <a:lnTo>
                    <a:pt x="6173" y="292679"/>
                  </a:lnTo>
                  <a:lnTo>
                    <a:pt x="6340" y="290971"/>
                  </a:lnTo>
                  <a:lnTo>
                    <a:pt x="6182" y="288068"/>
                  </a:lnTo>
                  <a:lnTo>
                    <a:pt x="6385" y="286527"/>
                  </a:lnTo>
                  <a:lnTo>
                    <a:pt x="8296" y="282296"/>
                  </a:lnTo>
                  <a:lnTo>
                    <a:pt x="7655" y="282010"/>
                  </a:lnTo>
                  <a:lnTo>
                    <a:pt x="8228" y="280937"/>
                  </a:lnTo>
                  <a:lnTo>
                    <a:pt x="7227" y="280741"/>
                  </a:lnTo>
                  <a:lnTo>
                    <a:pt x="7359" y="280093"/>
                  </a:lnTo>
                  <a:lnTo>
                    <a:pt x="5358" y="279032"/>
                  </a:lnTo>
                  <a:lnTo>
                    <a:pt x="4867" y="278833"/>
                  </a:lnTo>
                  <a:lnTo>
                    <a:pt x="4596" y="279285"/>
                  </a:lnTo>
                  <a:lnTo>
                    <a:pt x="0" y="277564"/>
                  </a:lnTo>
                  <a:lnTo>
                    <a:pt x="6438" y="266283"/>
                  </a:lnTo>
                  <a:lnTo>
                    <a:pt x="6963" y="263761"/>
                  </a:lnTo>
                  <a:lnTo>
                    <a:pt x="6381" y="261476"/>
                  </a:lnTo>
                  <a:lnTo>
                    <a:pt x="5643" y="260303"/>
                  </a:lnTo>
                  <a:lnTo>
                    <a:pt x="4065" y="258722"/>
                  </a:lnTo>
                  <a:lnTo>
                    <a:pt x="1898" y="255353"/>
                  </a:lnTo>
                  <a:lnTo>
                    <a:pt x="1352" y="253254"/>
                  </a:lnTo>
                  <a:lnTo>
                    <a:pt x="1960" y="251173"/>
                  </a:lnTo>
                  <a:lnTo>
                    <a:pt x="3148" y="250015"/>
                  </a:lnTo>
                  <a:lnTo>
                    <a:pt x="4459" y="249384"/>
                  </a:lnTo>
                  <a:lnTo>
                    <a:pt x="8679" y="248737"/>
                  </a:lnTo>
                  <a:lnTo>
                    <a:pt x="11895" y="248941"/>
                  </a:lnTo>
                  <a:lnTo>
                    <a:pt x="14237" y="248331"/>
                  </a:lnTo>
                  <a:lnTo>
                    <a:pt x="15877" y="247285"/>
                  </a:lnTo>
                  <a:lnTo>
                    <a:pt x="17295" y="245200"/>
                  </a:lnTo>
                  <a:lnTo>
                    <a:pt x="17747" y="244159"/>
                  </a:lnTo>
                  <a:lnTo>
                    <a:pt x="17881" y="242379"/>
                  </a:lnTo>
                  <a:lnTo>
                    <a:pt x="17271" y="240844"/>
                  </a:lnTo>
                  <a:lnTo>
                    <a:pt x="16508" y="240058"/>
                  </a:lnTo>
                  <a:lnTo>
                    <a:pt x="15288" y="240112"/>
                  </a:lnTo>
                  <a:lnTo>
                    <a:pt x="12215" y="241496"/>
                  </a:lnTo>
                  <a:lnTo>
                    <a:pt x="6900" y="242880"/>
                  </a:lnTo>
                  <a:lnTo>
                    <a:pt x="6061" y="242333"/>
                  </a:lnTo>
                  <a:lnTo>
                    <a:pt x="5297" y="241228"/>
                  </a:lnTo>
                  <a:lnTo>
                    <a:pt x="4980" y="239994"/>
                  </a:lnTo>
                  <a:lnTo>
                    <a:pt x="5046" y="238181"/>
                  </a:lnTo>
                  <a:lnTo>
                    <a:pt x="5307" y="236477"/>
                  </a:lnTo>
                  <a:lnTo>
                    <a:pt x="6144" y="234304"/>
                  </a:lnTo>
                  <a:lnTo>
                    <a:pt x="9695" y="229259"/>
                  </a:lnTo>
                  <a:lnTo>
                    <a:pt x="11827" y="225413"/>
                  </a:lnTo>
                  <a:lnTo>
                    <a:pt x="13972" y="223019"/>
                  </a:lnTo>
                  <a:lnTo>
                    <a:pt x="14304" y="222150"/>
                  </a:lnTo>
                  <a:lnTo>
                    <a:pt x="15685" y="220515"/>
                  </a:lnTo>
                  <a:lnTo>
                    <a:pt x="18896" y="217768"/>
                  </a:lnTo>
                  <a:lnTo>
                    <a:pt x="20610" y="216642"/>
                  </a:lnTo>
                  <a:lnTo>
                    <a:pt x="21836" y="216204"/>
                  </a:lnTo>
                  <a:lnTo>
                    <a:pt x="25195" y="214293"/>
                  </a:lnTo>
                  <a:lnTo>
                    <a:pt x="27165" y="212879"/>
                  </a:lnTo>
                  <a:lnTo>
                    <a:pt x="32426" y="210156"/>
                  </a:lnTo>
                  <a:lnTo>
                    <a:pt x="39273" y="205731"/>
                  </a:lnTo>
                  <a:lnTo>
                    <a:pt x="41831" y="203843"/>
                  </a:lnTo>
                  <a:lnTo>
                    <a:pt x="42917" y="202400"/>
                  </a:lnTo>
                  <a:lnTo>
                    <a:pt x="43621" y="200876"/>
                  </a:lnTo>
                  <a:lnTo>
                    <a:pt x="43481" y="199000"/>
                  </a:lnTo>
                  <a:lnTo>
                    <a:pt x="42919" y="198030"/>
                  </a:lnTo>
                  <a:lnTo>
                    <a:pt x="39781" y="195540"/>
                  </a:lnTo>
                  <a:lnTo>
                    <a:pt x="37448" y="193091"/>
                  </a:lnTo>
                  <a:lnTo>
                    <a:pt x="32243" y="191255"/>
                  </a:lnTo>
                  <a:lnTo>
                    <a:pt x="26963" y="188168"/>
                  </a:lnTo>
                  <a:lnTo>
                    <a:pt x="24627" y="187137"/>
                  </a:lnTo>
                  <a:lnTo>
                    <a:pt x="23378" y="186978"/>
                  </a:lnTo>
                  <a:lnTo>
                    <a:pt x="17622" y="187440"/>
                  </a:lnTo>
                  <a:lnTo>
                    <a:pt x="16509" y="186997"/>
                  </a:lnTo>
                  <a:lnTo>
                    <a:pt x="15230" y="185922"/>
                  </a:lnTo>
                  <a:lnTo>
                    <a:pt x="14784" y="185186"/>
                  </a:lnTo>
                  <a:lnTo>
                    <a:pt x="14647" y="184334"/>
                  </a:lnTo>
                  <a:lnTo>
                    <a:pt x="15292" y="179528"/>
                  </a:lnTo>
                  <a:lnTo>
                    <a:pt x="16624" y="176956"/>
                  </a:lnTo>
                  <a:lnTo>
                    <a:pt x="22078" y="171283"/>
                  </a:lnTo>
                  <a:lnTo>
                    <a:pt x="24551" y="167884"/>
                  </a:lnTo>
                  <a:lnTo>
                    <a:pt x="25121" y="164635"/>
                  </a:lnTo>
                  <a:lnTo>
                    <a:pt x="25060" y="159906"/>
                  </a:lnTo>
                  <a:lnTo>
                    <a:pt x="24387" y="156069"/>
                  </a:lnTo>
                  <a:lnTo>
                    <a:pt x="23292" y="154199"/>
                  </a:lnTo>
                  <a:lnTo>
                    <a:pt x="20115" y="150454"/>
                  </a:lnTo>
                  <a:lnTo>
                    <a:pt x="15811" y="146318"/>
                  </a:lnTo>
                  <a:lnTo>
                    <a:pt x="14326" y="144475"/>
                  </a:lnTo>
                  <a:lnTo>
                    <a:pt x="13776" y="142949"/>
                  </a:lnTo>
                  <a:lnTo>
                    <a:pt x="13819" y="141648"/>
                  </a:lnTo>
                  <a:lnTo>
                    <a:pt x="16676" y="133541"/>
                  </a:lnTo>
                  <a:lnTo>
                    <a:pt x="18383" y="130874"/>
                  </a:lnTo>
                  <a:lnTo>
                    <a:pt x="21670" y="127756"/>
                  </a:lnTo>
                  <a:lnTo>
                    <a:pt x="22891" y="126288"/>
                  </a:lnTo>
                  <a:lnTo>
                    <a:pt x="24504" y="123393"/>
                  </a:lnTo>
                  <a:lnTo>
                    <a:pt x="28177" y="111678"/>
                  </a:lnTo>
                  <a:lnTo>
                    <a:pt x="29630" y="106182"/>
                  </a:lnTo>
                  <a:lnTo>
                    <a:pt x="30692" y="101348"/>
                  </a:lnTo>
                  <a:lnTo>
                    <a:pt x="30710" y="100105"/>
                  </a:lnTo>
                  <a:lnTo>
                    <a:pt x="30287" y="97952"/>
                  </a:lnTo>
                  <a:lnTo>
                    <a:pt x="28698" y="95178"/>
                  </a:lnTo>
                  <a:lnTo>
                    <a:pt x="25720" y="90027"/>
                  </a:lnTo>
                  <a:lnTo>
                    <a:pt x="25338" y="88867"/>
                  </a:lnTo>
                  <a:lnTo>
                    <a:pt x="25375" y="86747"/>
                  </a:lnTo>
                  <a:lnTo>
                    <a:pt x="25674" y="85593"/>
                  </a:lnTo>
                  <a:lnTo>
                    <a:pt x="28975" y="77814"/>
                  </a:lnTo>
                  <a:lnTo>
                    <a:pt x="29003" y="76404"/>
                  </a:lnTo>
                  <a:lnTo>
                    <a:pt x="28550" y="74506"/>
                  </a:lnTo>
                  <a:lnTo>
                    <a:pt x="26262" y="69374"/>
                  </a:lnTo>
                  <a:lnTo>
                    <a:pt x="26027" y="68017"/>
                  </a:lnTo>
                  <a:lnTo>
                    <a:pt x="26051" y="64821"/>
                  </a:lnTo>
                  <a:lnTo>
                    <a:pt x="26912" y="57989"/>
                  </a:lnTo>
                  <a:lnTo>
                    <a:pt x="27247" y="55822"/>
                  </a:lnTo>
                  <a:lnTo>
                    <a:pt x="28543" y="51844"/>
                  </a:lnTo>
                  <a:lnTo>
                    <a:pt x="31332" y="44909"/>
                  </a:lnTo>
                  <a:lnTo>
                    <a:pt x="32705" y="37841"/>
                  </a:lnTo>
                  <a:lnTo>
                    <a:pt x="34159" y="33733"/>
                  </a:lnTo>
                  <a:lnTo>
                    <a:pt x="34080" y="31248"/>
                  </a:lnTo>
                  <a:lnTo>
                    <a:pt x="35620" y="26169"/>
                  </a:lnTo>
                  <a:lnTo>
                    <a:pt x="36485" y="24695"/>
                  </a:lnTo>
                  <a:lnTo>
                    <a:pt x="37800" y="22919"/>
                  </a:lnTo>
                  <a:lnTo>
                    <a:pt x="39529" y="21201"/>
                  </a:lnTo>
                  <a:lnTo>
                    <a:pt x="43112" y="18450"/>
                  </a:lnTo>
                  <a:lnTo>
                    <a:pt x="47888" y="15414"/>
                  </a:lnTo>
                  <a:lnTo>
                    <a:pt x="53697" y="12568"/>
                  </a:lnTo>
                  <a:lnTo>
                    <a:pt x="62868" y="6400"/>
                  </a:lnTo>
                  <a:lnTo>
                    <a:pt x="64362" y="4952"/>
                  </a:lnTo>
                  <a:lnTo>
                    <a:pt x="66547" y="3362"/>
                  </a:lnTo>
                  <a:lnTo>
                    <a:pt x="68759" y="672"/>
                  </a:lnTo>
                  <a:lnTo>
                    <a:pt x="77531" y="0"/>
                  </a:lnTo>
                  <a:lnTo>
                    <a:pt x="81433" y="297"/>
                  </a:lnTo>
                  <a:lnTo>
                    <a:pt x="83161" y="736"/>
                  </a:lnTo>
                  <a:lnTo>
                    <a:pt x="86286" y="1529"/>
                  </a:lnTo>
                  <a:lnTo>
                    <a:pt x="89842" y="2997"/>
                  </a:lnTo>
                  <a:lnTo>
                    <a:pt x="95899" y="4546"/>
                  </a:lnTo>
                  <a:lnTo>
                    <a:pt x="98315" y="6794"/>
                  </a:lnTo>
                  <a:lnTo>
                    <a:pt x="103159" y="7970"/>
                  </a:lnTo>
                  <a:lnTo>
                    <a:pt x="105538" y="9331"/>
                  </a:lnTo>
                  <a:lnTo>
                    <a:pt x="110508" y="10185"/>
                  </a:lnTo>
                  <a:lnTo>
                    <a:pt x="111030" y="10538"/>
                  </a:lnTo>
                  <a:lnTo>
                    <a:pt x="114644" y="12969"/>
                  </a:lnTo>
                  <a:lnTo>
                    <a:pt x="117602" y="14382"/>
                  </a:lnTo>
                  <a:lnTo>
                    <a:pt x="120215" y="15284"/>
                  </a:lnTo>
                  <a:lnTo>
                    <a:pt x="120800" y="15677"/>
                  </a:lnTo>
                  <a:lnTo>
                    <a:pt x="123454" y="16189"/>
                  </a:lnTo>
                  <a:lnTo>
                    <a:pt x="135056" y="21759"/>
                  </a:lnTo>
                  <a:lnTo>
                    <a:pt x="139251" y="25090"/>
                  </a:lnTo>
                  <a:lnTo>
                    <a:pt x="143821" y="30437"/>
                  </a:lnTo>
                  <a:lnTo>
                    <a:pt x="146288" y="36461"/>
                  </a:lnTo>
                  <a:lnTo>
                    <a:pt x="148131" y="39725"/>
                  </a:lnTo>
                  <a:lnTo>
                    <a:pt x="152396" y="46350"/>
                  </a:lnTo>
                  <a:lnTo>
                    <a:pt x="156073" y="51009"/>
                  </a:lnTo>
                  <a:lnTo>
                    <a:pt x="159979" y="57544"/>
                  </a:lnTo>
                  <a:lnTo>
                    <a:pt x="165655" y="65632"/>
                  </a:lnTo>
                  <a:lnTo>
                    <a:pt x="169808" y="69137"/>
                  </a:lnTo>
                  <a:lnTo>
                    <a:pt x="175706" y="71517"/>
                  </a:lnTo>
                  <a:lnTo>
                    <a:pt x="178293" y="73473"/>
                  </a:lnTo>
                  <a:lnTo>
                    <a:pt x="180560" y="75325"/>
                  </a:lnTo>
                  <a:lnTo>
                    <a:pt x="183133" y="78482"/>
                  </a:lnTo>
                  <a:lnTo>
                    <a:pt x="185636" y="82274"/>
                  </a:lnTo>
                  <a:lnTo>
                    <a:pt x="188931" y="88172"/>
                  </a:lnTo>
                  <a:lnTo>
                    <a:pt x="190480" y="90027"/>
                  </a:lnTo>
                  <a:lnTo>
                    <a:pt x="194620" y="93252"/>
                  </a:lnTo>
                  <a:lnTo>
                    <a:pt x="197488" y="95025"/>
                  </a:lnTo>
                  <a:lnTo>
                    <a:pt x="200343" y="97635"/>
                  </a:lnTo>
                  <a:lnTo>
                    <a:pt x="202698" y="99718"/>
                  </a:lnTo>
                  <a:lnTo>
                    <a:pt x="210009" y="102000"/>
                  </a:lnTo>
                  <a:lnTo>
                    <a:pt x="213985" y="102709"/>
                  </a:lnTo>
                  <a:lnTo>
                    <a:pt x="219325" y="104025"/>
                  </a:lnTo>
                  <a:lnTo>
                    <a:pt x="220443" y="105836"/>
                  </a:lnTo>
                  <a:lnTo>
                    <a:pt x="218997" y="109935"/>
                  </a:lnTo>
                  <a:lnTo>
                    <a:pt x="227372" y="115889"/>
                  </a:lnTo>
                  <a:lnTo>
                    <a:pt x="231918" y="118847"/>
                  </a:lnTo>
                  <a:lnTo>
                    <a:pt x="234717" y="120281"/>
                  </a:lnTo>
                  <a:lnTo>
                    <a:pt x="240233" y="122813"/>
                  </a:lnTo>
                  <a:lnTo>
                    <a:pt x="244275" y="124339"/>
                  </a:lnTo>
                  <a:lnTo>
                    <a:pt x="248362" y="125332"/>
                  </a:lnTo>
                  <a:lnTo>
                    <a:pt x="251532" y="125589"/>
                  </a:lnTo>
                  <a:lnTo>
                    <a:pt x="254789" y="124557"/>
                  </a:lnTo>
                  <a:lnTo>
                    <a:pt x="262874" y="119703"/>
                  </a:lnTo>
                  <a:lnTo>
                    <a:pt x="266028" y="116656"/>
                  </a:lnTo>
                  <a:lnTo>
                    <a:pt x="267321" y="112523"/>
                  </a:lnTo>
                  <a:lnTo>
                    <a:pt x="267585" y="109883"/>
                  </a:lnTo>
                  <a:lnTo>
                    <a:pt x="266281" y="106727"/>
                  </a:lnTo>
                  <a:lnTo>
                    <a:pt x="267664" y="103561"/>
                  </a:lnTo>
                  <a:lnTo>
                    <a:pt x="272405" y="95496"/>
                  </a:lnTo>
                  <a:lnTo>
                    <a:pt x="276359" y="90878"/>
                  </a:lnTo>
                  <a:lnTo>
                    <a:pt x="284238" y="90551"/>
                  </a:lnTo>
                  <a:lnTo>
                    <a:pt x="287431" y="91455"/>
                  </a:lnTo>
                  <a:lnTo>
                    <a:pt x="290287" y="93610"/>
                  </a:lnTo>
                  <a:lnTo>
                    <a:pt x="302066" y="100824"/>
                  </a:lnTo>
                  <a:lnTo>
                    <a:pt x="305792" y="96274"/>
                  </a:lnTo>
                  <a:lnTo>
                    <a:pt x="308606" y="96520"/>
                  </a:lnTo>
                  <a:lnTo>
                    <a:pt x="313121" y="94924"/>
                  </a:lnTo>
                  <a:lnTo>
                    <a:pt x="319780" y="93553"/>
                  </a:lnTo>
                  <a:lnTo>
                    <a:pt x="325576" y="91724"/>
                  </a:lnTo>
                  <a:lnTo>
                    <a:pt x="333405" y="89139"/>
                  </a:lnTo>
                  <a:lnTo>
                    <a:pt x="342254" y="85426"/>
                  </a:lnTo>
                  <a:lnTo>
                    <a:pt x="357914" y="81851"/>
                  </a:lnTo>
                  <a:lnTo>
                    <a:pt x="372502" y="74815"/>
                  </a:lnTo>
                  <a:lnTo>
                    <a:pt x="375756" y="73911"/>
                  </a:lnTo>
                  <a:lnTo>
                    <a:pt x="382976" y="72830"/>
                  </a:lnTo>
                  <a:lnTo>
                    <a:pt x="393953" y="72465"/>
                  </a:lnTo>
                  <a:lnTo>
                    <a:pt x="396654" y="72120"/>
                  </a:lnTo>
                  <a:lnTo>
                    <a:pt x="398560" y="71492"/>
                  </a:lnTo>
                  <a:lnTo>
                    <a:pt x="400331" y="70431"/>
                  </a:lnTo>
                  <a:lnTo>
                    <a:pt x="406078" y="66119"/>
                  </a:lnTo>
                  <a:lnTo>
                    <a:pt x="408682" y="64488"/>
                  </a:lnTo>
                  <a:lnTo>
                    <a:pt x="409859" y="63659"/>
                  </a:lnTo>
                  <a:lnTo>
                    <a:pt x="410967" y="63430"/>
                  </a:lnTo>
                  <a:lnTo>
                    <a:pt x="413825" y="61200"/>
                  </a:lnTo>
                  <a:lnTo>
                    <a:pt x="414767" y="59009"/>
                  </a:lnTo>
                  <a:lnTo>
                    <a:pt x="415141" y="56293"/>
                  </a:lnTo>
                  <a:lnTo>
                    <a:pt x="416931" y="50861"/>
                  </a:lnTo>
                  <a:lnTo>
                    <a:pt x="419707" y="46029"/>
                  </a:lnTo>
                  <a:lnTo>
                    <a:pt x="423755" y="40314"/>
                  </a:lnTo>
                  <a:lnTo>
                    <a:pt x="425489" y="36214"/>
                  </a:lnTo>
                  <a:lnTo>
                    <a:pt x="426567" y="33468"/>
                  </a:lnTo>
                  <a:lnTo>
                    <a:pt x="424892" y="22239"/>
                  </a:lnTo>
                  <a:lnTo>
                    <a:pt x="424742" y="19114"/>
                  </a:lnTo>
                  <a:lnTo>
                    <a:pt x="425150" y="15443"/>
                  </a:lnTo>
                  <a:lnTo>
                    <a:pt x="425743" y="13678"/>
                  </a:lnTo>
                  <a:lnTo>
                    <a:pt x="426319" y="12938"/>
                  </a:lnTo>
                  <a:lnTo>
                    <a:pt x="427372" y="12132"/>
                  </a:lnTo>
                  <a:lnTo>
                    <a:pt x="429654" y="11172"/>
                  </a:lnTo>
                  <a:lnTo>
                    <a:pt x="435428" y="10678"/>
                  </a:lnTo>
                  <a:lnTo>
                    <a:pt x="440595" y="9559"/>
                  </a:lnTo>
                  <a:lnTo>
                    <a:pt x="442002" y="8736"/>
                  </a:lnTo>
                  <a:lnTo>
                    <a:pt x="444333" y="6194"/>
                  </a:lnTo>
                  <a:lnTo>
                    <a:pt x="448677" y="3673"/>
                  </a:lnTo>
                  <a:lnTo>
                    <a:pt x="450773" y="2054"/>
                  </a:lnTo>
                  <a:lnTo>
                    <a:pt x="451942" y="1824"/>
                  </a:lnTo>
                  <a:lnTo>
                    <a:pt x="453846" y="1900"/>
                  </a:lnTo>
                  <a:lnTo>
                    <a:pt x="455613" y="1569"/>
                  </a:lnTo>
                  <a:lnTo>
                    <a:pt x="457800" y="1956"/>
                  </a:lnTo>
                  <a:lnTo>
                    <a:pt x="459039" y="2730"/>
                  </a:lnTo>
                  <a:lnTo>
                    <a:pt x="459835" y="3771"/>
                  </a:lnTo>
                  <a:lnTo>
                    <a:pt x="461468" y="7111"/>
                  </a:lnTo>
                  <a:lnTo>
                    <a:pt x="462565" y="8302"/>
                  </a:lnTo>
                  <a:lnTo>
                    <a:pt x="463590" y="8915"/>
                  </a:lnTo>
                  <a:lnTo>
                    <a:pt x="464964" y="9130"/>
                  </a:lnTo>
                  <a:lnTo>
                    <a:pt x="467195" y="8811"/>
                  </a:lnTo>
                  <a:lnTo>
                    <a:pt x="468453" y="8296"/>
                  </a:lnTo>
                  <a:lnTo>
                    <a:pt x="470099" y="6954"/>
                  </a:lnTo>
                  <a:lnTo>
                    <a:pt x="470640" y="6259"/>
                  </a:lnTo>
                  <a:lnTo>
                    <a:pt x="471399" y="5418"/>
                  </a:lnTo>
                  <a:lnTo>
                    <a:pt x="473611" y="4206"/>
                  </a:lnTo>
                  <a:lnTo>
                    <a:pt x="476586" y="3385"/>
                  </a:lnTo>
                  <a:lnTo>
                    <a:pt x="481338" y="2636"/>
                  </a:lnTo>
                  <a:lnTo>
                    <a:pt x="484515" y="1290"/>
                  </a:lnTo>
                  <a:lnTo>
                    <a:pt x="486653" y="750"/>
                  </a:lnTo>
                  <a:lnTo>
                    <a:pt x="493405" y="1722"/>
                  </a:lnTo>
                  <a:lnTo>
                    <a:pt x="506895" y="2414"/>
                  </a:lnTo>
                  <a:lnTo>
                    <a:pt x="510147" y="3035"/>
                  </a:lnTo>
                  <a:lnTo>
                    <a:pt x="513119" y="4234"/>
                  </a:lnTo>
                  <a:lnTo>
                    <a:pt x="517479" y="8283"/>
                  </a:lnTo>
                  <a:lnTo>
                    <a:pt x="519045" y="10413"/>
                  </a:lnTo>
                  <a:lnTo>
                    <a:pt x="521515" y="15916"/>
                  </a:lnTo>
                  <a:lnTo>
                    <a:pt x="523695" y="19904"/>
                  </a:lnTo>
                  <a:lnTo>
                    <a:pt x="524313" y="21565"/>
                  </a:lnTo>
                  <a:lnTo>
                    <a:pt x="526835" y="25964"/>
                  </a:lnTo>
                  <a:lnTo>
                    <a:pt x="530211" y="34029"/>
                  </a:lnTo>
                  <a:lnTo>
                    <a:pt x="530805" y="36857"/>
                  </a:lnTo>
                  <a:lnTo>
                    <a:pt x="531530" y="38815"/>
                  </a:lnTo>
                  <a:lnTo>
                    <a:pt x="534613" y="44653"/>
                  </a:lnTo>
                  <a:lnTo>
                    <a:pt x="536476" y="46775"/>
                  </a:lnTo>
                  <a:lnTo>
                    <a:pt x="538079" y="48145"/>
                  </a:lnTo>
                  <a:lnTo>
                    <a:pt x="546421" y="51024"/>
                  </a:lnTo>
                  <a:lnTo>
                    <a:pt x="550631" y="53518"/>
                  </a:lnTo>
                  <a:lnTo>
                    <a:pt x="552185" y="54123"/>
                  </a:lnTo>
                  <a:lnTo>
                    <a:pt x="554188" y="55308"/>
                  </a:lnTo>
                  <a:lnTo>
                    <a:pt x="556385" y="55975"/>
                  </a:lnTo>
                  <a:lnTo>
                    <a:pt x="570705" y="58382"/>
                  </a:lnTo>
                  <a:lnTo>
                    <a:pt x="570778" y="60630"/>
                  </a:lnTo>
                  <a:lnTo>
                    <a:pt x="570098" y="60985"/>
                  </a:lnTo>
                  <a:lnTo>
                    <a:pt x="565827" y="60326"/>
                  </a:lnTo>
                  <a:lnTo>
                    <a:pt x="563764" y="60617"/>
                  </a:lnTo>
                  <a:lnTo>
                    <a:pt x="558140" y="59270"/>
                  </a:lnTo>
                  <a:lnTo>
                    <a:pt x="558023" y="59745"/>
                  </a:lnTo>
                  <a:lnTo>
                    <a:pt x="557507" y="59923"/>
                  </a:lnTo>
                  <a:lnTo>
                    <a:pt x="556824" y="60786"/>
                  </a:lnTo>
                  <a:lnTo>
                    <a:pt x="556776" y="61176"/>
                  </a:lnTo>
                  <a:lnTo>
                    <a:pt x="556978" y="61230"/>
                  </a:lnTo>
                  <a:lnTo>
                    <a:pt x="556639" y="62594"/>
                  </a:lnTo>
                  <a:lnTo>
                    <a:pt x="556890" y="62637"/>
                  </a:lnTo>
                  <a:lnTo>
                    <a:pt x="556889" y="63216"/>
                  </a:lnTo>
                  <a:lnTo>
                    <a:pt x="556810" y="64000"/>
                  </a:lnTo>
                  <a:lnTo>
                    <a:pt x="556542" y="64016"/>
                  </a:lnTo>
                  <a:lnTo>
                    <a:pt x="556660" y="64924"/>
                  </a:lnTo>
                  <a:lnTo>
                    <a:pt x="556345" y="66844"/>
                  </a:lnTo>
                  <a:lnTo>
                    <a:pt x="556650" y="67557"/>
                  </a:lnTo>
                  <a:lnTo>
                    <a:pt x="556199" y="68070"/>
                  </a:lnTo>
                  <a:lnTo>
                    <a:pt x="556415" y="68881"/>
                  </a:lnTo>
                  <a:lnTo>
                    <a:pt x="555644" y="69487"/>
                  </a:lnTo>
                  <a:lnTo>
                    <a:pt x="555530" y="70321"/>
                  </a:lnTo>
                  <a:lnTo>
                    <a:pt x="555992" y="72526"/>
                  </a:lnTo>
                  <a:lnTo>
                    <a:pt x="555846" y="72940"/>
                  </a:lnTo>
                  <a:lnTo>
                    <a:pt x="554038" y="71964"/>
                  </a:lnTo>
                  <a:lnTo>
                    <a:pt x="553655" y="72254"/>
                  </a:lnTo>
                  <a:lnTo>
                    <a:pt x="552387" y="72251"/>
                  </a:lnTo>
                  <a:lnTo>
                    <a:pt x="552034" y="72573"/>
                  </a:lnTo>
                  <a:lnTo>
                    <a:pt x="555224" y="73751"/>
                  </a:lnTo>
                  <a:lnTo>
                    <a:pt x="554720" y="74667"/>
                  </a:lnTo>
                  <a:lnTo>
                    <a:pt x="555117" y="76613"/>
                  </a:lnTo>
                  <a:lnTo>
                    <a:pt x="554292" y="77174"/>
                  </a:lnTo>
                  <a:lnTo>
                    <a:pt x="553541" y="77265"/>
                  </a:lnTo>
                  <a:lnTo>
                    <a:pt x="550542" y="76539"/>
                  </a:lnTo>
                  <a:lnTo>
                    <a:pt x="549044" y="75349"/>
                  </a:lnTo>
                  <a:lnTo>
                    <a:pt x="548930" y="75581"/>
                  </a:lnTo>
                  <a:lnTo>
                    <a:pt x="547171" y="76200"/>
                  </a:lnTo>
                  <a:lnTo>
                    <a:pt x="545463" y="76689"/>
                  </a:lnTo>
                  <a:lnTo>
                    <a:pt x="544784" y="76595"/>
                  </a:lnTo>
                  <a:lnTo>
                    <a:pt x="544126" y="76073"/>
                  </a:lnTo>
                  <a:lnTo>
                    <a:pt x="543911" y="74943"/>
                  </a:lnTo>
                  <a:lnTo>
                    <a:pt x="541889" y="74492"/>
                  </a:lnTo>
                  <a:lnTo>
                    <a:pt x="539665" y="73223"/>
                  </a:lnTo>
                  <a:lnTo>
                    <a:pt x="538740" y="73570"/>
                  </a:lnTo>
                  <a:lnTo>
                    <a:pt x="537885" y="73602"/>
                  </a:lnTo>
                  <a:lnTo>
                    <a:pt x="536992" y="73053"/>
                  </a:lnTo>
                  <a:lnTo>
                    <a:pt x="536850" y="74486"/>
                  </a:lnTo>
                  <a:lnTo>
                    <a:pt x="535956" y="74348"/>
                  </a:lnTo>
                  <a:lnTo>
                    <a:pt x="535521" y="74494"/>
                  </a:lnTo>
                  <a:lnTo>
                    <a:pt x="536057" y="75317"/>
                  </a:lnTo>
                  <a:lnTo>
                    <a:pt x="534931" y="75710"/>
                  </a:lnTo>
                  <a:lnTo>
                    <a:pt x="535126" y="75750"/>
                  </a:lnTo>
                  <a:lnTo>
                    <a:pt x="536565" y="79408"/>
                  </a:lnTo>
                  <a:lnTo>
                    <a:pt x="535254" y="79437"/>
                  </a:lnTo>
                  <a:lnTo>
                    <a:pt x="534086" y="79843"/>
                  </a:lnTo>
                  <a:lnTo>
                    <a:pt x="533980" y="81074"/>
                  </a:lnTo>
                  <a:lnTo>
                    <a:pt x="533612" y="81602"/>
                  </a:lnTo>
                  <a:lnTo>
                    <a:pt x="534083" y="81685"/>
                  </a:lnTo>
                  <a:lnTo>
                    <a:pt x="535448" y="82791"/>
                  </a:lnTo>
                  <a:lnTo>
                    <a:pt x="536989" y="82897"/>
                  </a:lnTo>
                  <a:lnTo>
                    <a:pt x="537715" y="83186"/>
                  </a:lnTo>
                  <a:lnTo>
                    <a:pt x="538970" y="84878"/>
                  </a:lnTo>
                  <a:lnTo>
                    <a:pt x="540668" y="86269"/>
                  </a:lnTo>
                  <a:lnTo>
                    <a:pt x="541542" y="87432"/>
                  </a:lnTo>
                  <a:lnTo>
                    <a:pt x="542304" y="87573"/>
                  </a:lnTo>
                  <a:lnTo>
                    <a:pt x="542950" y="88024"/>
                  </a:lnTo>
                  <a:lnTo>
                    <a:pt x="543503" y="88663"/>
                  </a:lnTo>
                  <a:lnTo>
                    <a:pt x="543204" y="89075"/>
                  </a:lnTo>
                  <a:lnTo>
                    <a:pt x="546363" y="89722"/>
                  </a:lnTo>
                  <a:lnTo>
                    <a:pt x="548193" y="90638"/>
                  </a:lnTo>
                  <a:lnTo>
                    <a:pt x="547626" y="91696"/>
                  </a:lnTo>
                  <a:lnTo>
                    <a:pt x="545747" y="92913"/>
                  </a:lnTo>
                  <a:lnTo>
                    <a:pt x="545565" y="94621"/>
                  </a:lnTo>
                  <a:lnTo>
                    <a:pt x="546617" y="95525"/>
                  </a:lnTo>
                  <a:lnTo>
                    <a:pt x="547306" y="97308"/>
                  </a:lnTo>
                  <a:lnTo>
                    <a:pt x="547898" y="97598"/>
                  </a:lnTo>
                  <a:lnTo>
                    <a:pt x="548252" y="97897"/>
                  </a:lnTo>
                  <a:lnTo>
                    <a:pt x="548265" y="98419"/>
                  </a:lnTo>
                  <a:lnTo>
                    <a:pt x="549001" y="99093"/>
                  </a:lnTo>
                  <a:lnTo>
                    <a:pt x="549224" y="101800"/>
                  </a:lnTo>
                  <a:lnTo>
                    <a:pt x="547406" y="103157"/>
                  </a:lnTo>
                  <a:lnTo>
                    <a:pt x="548193" y="105726"/>
                  </a:lnTo>
                  <a:lnTo>
                    <a:pt x="547399" y="106378"/>
                  </a:lnTo>
                  <a:lnTo>
                    <a:pt x="547300" y="108810"/>
                  </a:lnTo>
                  <a:lnTo>
                    <a:pt x="547066" y="109398"/>
                  </a:lnTo>
                  <a:lnTo>
                    <a:pt x="546003" y="110072"/>
                  </a:lnTo>
                  <a:lnTo>
                    <a:pt x="547574" y="111889"/>
                  </a:lnTo>
                  <a:lnTo>
                    <a:pt x="548061" y="113080"/>
                  </a:lnTo>
                  <a:lnTo>
                    <a:pt x="548066" y="114126"/>
                  </a:lnTo>
                  <a:lnTo>
                    <a:pt x="549029" y="115118"/>
                  </a:lnTo>
                  <a:lnTo>
                    <a:pt x="549425" y="115865"/>
                  </a:lnTo>
                  <a:lnTo>
                    <a:pt x="549013" y="116943"/>
                  </a:lnTo>
                  <a:lnTo>
                    <a:pt x="547927" y="117701"/>
                  </a:lnTo>
                  <a:lnTo>
                    <a:pt x="547822" y="118478"/>
                  </a:lnTo>
                  <a:lnTo>
                    <a:pt x="548191" y="120478"/>
                  </a:lnTo>
                  <a:lnTo>
                    <a:pt x="548059" y="121396"/>
                  </a:lnTo>
                  <a:lnTo>
                    <a:pt x="546429" y="121901"/>
                  </a:lnTo>
                  <a:lnTo>
                    <a:pt x="545198" y="121689"/>
                  </a:lnTo>
                  <a:lnTo>
                    <a:pt x="543437" y="122597"/>
                  </a:lnTo>
                  <a:lnTo>
                    <a:pt x="542256" y="122897"/>
                  </a:lnTo>
                  <a:lnTo>
                    <a:pt x="542436" y="123728"/>
                  </a:lnTo>
                  <a:lnTo>
                    <a:pt x="542283" y="124990"/>
                  </a:lnTo>
                  <a:lnTo>
                    <a:pt x="541265" y="125235"/>
                  </a:lnTo>
                  <a:lnTo>
                    <a:pt x="540917" y="124577"/>
                  </a:lnTo>
                  <a:lnTo>
                    <a:pt x="540769" y="123450"/>
                  </a:lnTo>
                  <a:lnTo>
                    <a:pt x="540781" y="125317"/>
                  </a:lnTo>
                  <a:lnTo>
                    <a:pt x="541486" y="126742"/>
                  </a:lnTo>
                  <a:lnTo>
                    <a:pt x="542323" y="127761"/>
                  </a:lnTo>
                  <a:lnTo>
                    <a:pt x="542587" y="129820"/>
                  </a:lnTo>
                  <a:lnTo>
                    <a:pt x="542317" y="130898"/>
                  </a:lnTo>
                  <a:lnTo>
                    <a:pt x="543127" y="131492"/>
                  </a:lnTo>
                  <a:lnTo>
                    <a:pt x="545016" y="131544"/>
                  </a:lnTo>
                  <a:lnTo>
                    <a:pt x="545000" y="131987"/>
                  </a:lnTo>
                  <a:lnTo>
                    <a:pt x="545863" y="132511"/>
                  </a:lnTo>
                  <a:lnTo>
                    <a:pt x="545641" y="132628"/>
                  </a:lnTo>
                  <a:lnTo>
                    <a:pt x="545843" y="133018"/>
                  </a:lnTo>
                  <a:lnTo>
                    <a:pt x="547010" y="133020"/>
                  </a:lnTo>
                  <a:lnTo>
                    <a:pt x="546822" y="133759"/>
                  </a:lnTo>
                  <a:lnTo>
                    <a:pt x="547383" y="133747"/>
                  </a:lnTo>
                  <a:lnTo>
                    <a:pt x="547609" y="133990"/>
                  </a:lnTo>
                  <a:lnTo>
                    <a:pt x="547578" y="134419"/>
                  </a:lnTo>
                  <a:lnTo>
                    <a:pt x="548173" y="134978"/>
                  </a:lnTo>
                  <a:lnTo>
                    <a:pt x="548367" y="134739"/>
                  </a:lnTo>
                  <a:lnTo>
                    <a:pt x="548860" y="135196"/>
                  </a:lnTo>
                  <a:lnTo>
                    <a:pt x="549015" y="134892"/>
                  </a:lnTo>
                  <a:lnTo>
                    <a:pt x="549504" y="135668"/>
                  </a:lnTo>
                  <a:lnTo>
                    <a:pt x="550584" y="135732"/>
                  </a:lnTo>
                  <a:lnTo>
                    <a:pt x="550662" y="136362"/>
                  </a:lnTo>
                  <a:lnTo>
                    <a:pt x="550891" y="136337"/>
                  </a:lnTo>
                  <a:lnTo>
                    <a:pt x="550957" y="136623"/>
                  </a:lnTo>
                  <a:lnTo>
                    <a:pt x="551363" y="136584"/>
                  </a:lnTo>
                  <a:lnTo>
                    <a:pt x="551775" y="136993"/>
                  </a:lnTo>
                  <a:lnTo>
                    <a:pt x="551928" y="137589"/>
                  </a:lnTo>
                  <a:lnTo>
                    <a:pt x="551618" y="137925"/>
                  </a:lnTo>
                  <a:lnTo>
                    <a:pt x="551747" y="138179"/>
                  </a:lnTo>
                  <a:lnTo>
                    <a:pt x="552657" y="138380"/>
                  </a:lnTo>
                  <a:lnTo>
                    <a:pt x="552808" y="138738"/>
                  </a:lnTo>
                  <a:lnTo>
                    <a:pt x="553501" y="138901"/>
                  </a:lnTo>
                  <a:lnTo>
                    <a:pt x="553828" y="139827"/>
                  </a:lnTo>
                  <a:lnTo>
                    <a:pt x="554588" y="140051"/>
                  </a:lnTo>
                  <a:lnTo>
                    <a:pt x="554262" y="140356"/>
                  </a:lnTo>
                  <a:lnTo>
                    <a:pt x="554814" y="140851"/>
                  </a:lnTo>
                  <a:lnTo>
                    <a:pt x="554688" y="141035"/>
                  </a:lnTo>
                  <a:lnTo>
                    <a:pt x="555127" y="141718"/>
                  </a:lnTo>
                  <a:lnTo>
                    <a:pt x="555411" y="141761"/>
                  </a:lnTo>
                  <a:lnTo>
                    <a:pt x="555243" y="143455"/>
                  </a:lnTo>
                  <a:lnTo>
                    <a:pt x="554832" y="144565"/>
                  </a:lnTo>
                  <a:lnTo>
                    <a:pt x="554503" y="144738"/>
                  </a:lnTo>
                  <a:lnTo>
                    <a:pt x="554224" y="146679"/>
                  </a:lnTo>
                  <a:lnTo>
                    <a:pt x="554632" y="146907"/>
                  </a:lnTo>
                  <a:lnTo>
                    <a:pt x="554951" y="147570"/>
                  </a:lnTo>
                  <a:lnTo>
                    <a:pt x="555148" y="147693"/>
                  </a:lnTo>
                  <a:lnTo>
                    <a:pt x="555360" y="147475"/>
                  </a:lnTo>
                  <a:lnTo>
                    <a:pt x="556283" y="148449"/>
                  </a:lnTo>
                  <a:lnTo>
                    <a:pt x="556082" y="148368"/>
                  </a:lnTo>
                  <a:lnTo>
                    <a:pt x="555302" y="149440"/>
                  </a:lnTo>
                  <a:lnTo>
                    <a:pt x="555177" y="150007"/>
                  </a:lnTo>
                  <a:lnTo>
                    <a:pt x="555587" y="150120"/>
                  </a:lnTo>
                  <a:lnTo>
                    <a:pt x="555282" y="150469"/>
                  </a:lnTo>
                  <a:lnTo>
                    <a:pt x="553398" y="152025"/>
                  </a:lnTo>
                  <a:lnTo>
                    <a:pt x="551544" y="153022"/>
                  </a:lnTo>
                  <a:lnTo>
                    <a:pt x="552955" y="158608"/>
                  </a:lnTo>
                  <a:lnTo>
                    <a:pt x="553956" y="168072"/>
                  </a:lnTo>
                  <a:lnTo>
                    <a:pt x="554288" y="169376"/>
                  </a:lnTo>
                  <a:lnTo>
                    <a:pt x="552881" y="169872"/>
                  </a:lnTo>
                  <a:lnTo>
                    <a:pt x="553251" y="170525"/>
                  </a:lnTo>
                  <a:lnTo>
                    <a:pt x="553053" y="171304"/>
                  </a:lnTo>
                  <a:lnTo>
                    <a:pt x="553279" y="172964"/>
                  </a:lnTo>
                  <a:lnTo>
                    <a:pt x="553777" y="172895"/>
                  </a:lnTo>
                  <a:lnTo>
                    <a:pt x="554216" y="177958"/>
                  </a:lnTo>
                  <a:lnTo>
                    <a:pt x="554965" y="177827"/>
                  </a:lnTo>
                  <a:lnTo>
                    <a:pt x="555811" y="182316"/>
                  </a:lnTo>
                  <a:lnTo>
                    <a:pt x="556350" y="182141"/>
                  </a:lnTo>
                  <a:lnTo>
                    <a:pt x="557365" y="184505"/>
                  </a:lnTo>
                  <a:lnTo>
                    <a:pt x="555927" y="184714"/>
                  </a:lnTo>
                  <a:lnTo>
                    <a:pt x="555650" y="185166"/>
                  </a:lnTo>
                  <a:lnTo>
                    <a:pt x="554699" y="185202"/>
                  </a:lnTo>
                  <a:lnTo>
                    <a:pt x="555052" y="186322"/>
                  </a:lnTo>
                  <a:lnTo>
                    <a:pt x="554573" y="186572"/>
                  </a:lnTo>
                  <a:lnTo>
                    <a:pt x="554813" y="187140"/>
                  </a:lnTo>
                  <a:lnTo>
                    <a:pt x="555436" y="186733"/>
                  </a:lnTo>
                  <a:lnTo>
                    <a:pt x="555693" y="187347"/>
                  </a:lnTo>
                  <a:lnTo>
                    <a:pt x="557550" y="187142"/>
                  </a:lnTo>
                  <a:lnTo>
                    <a:pt x="558790" y="187265"/>
                  </a:lnTo>
                  <a:lnTo>
                    <a:pt x="558292" y="188559"/>
                  </a:lnTo>
                  <a:lnTo>
                    <a:pt x="557526" y="188497"/>
                  </a:lnTo>
                  <a:lnTo>
                    <a:pt x="556767" y="191713"/>
                  </a:lnTo>
                  <a:lnTo>
                    <a:pt x="560652" y="193439"/>
                  </a:lnTo>
                  <a:lnTo>
                    <a:pt x="561994" y="191892"/>
                  </a:lnTo>
                  <a:lnTo>
                    <a:pt x="562717" y="191448"/>
                  </a:lnTo>
                  <a:lnTo>
                    <a:pt x="563556" y="189782"/>
                  </a:lnTo>
                  <a:lnTo>
                    <a:pt x="564993" y="187782"/>
                  </a:lnTo>
                  <a:lnTo>
                    <a:pt x="568435" y="184714"/>
                  </a:lnTo>
                  <a:lnTo>
                    <a:pt x="569959" y="183979"/>
                  </a:lnTo>
                  <a:lnTo>
                    <a:pt x="570170" y="184170"/>
                  </a:lnTo>
                  <a:lnTo>
                    <a:pt x="572333" y="183605"/>
                  </a:lnTo>
                  <a:lnTo>
                    <a:pt x="573345" y="183707"/>
                  </a:lnTo>
                  <a:lnTo>
                    <a:pt x="575457" y="184578"/>
                  </a:lnTo>
                  <a:lnTo>
                    <a:pt x="576804" y="185420"/>
                  </a:lnTo>
                  <a:lnTo>
                    <a:pt x="577705" y="185275"/>
                  </a:lnTo>
                  <a:lnTo>
                    <a:pt x="578351" y="184733"/>
                  </a:lnTo>
                  <a:lnTo>
                    <a:pt x="577864" y="182123"/>
                  </a:lnTo>
                  <a:lnTo>
                    <a:pt x="579930" y="180285"/>
                  </a:lnTo>
                  <a:lnTo>
                    <a:pt x="582143" y="179893"/>
                  </a:lnTo>
                  <a:lnTo>
                    <a:pt x="582928" y="180575"/>
                  </a:lnTo>
                  <a:lnTo>
                    <a:pt x="584121" y="182552"/>
                  </a:lnTo>
                  <a:lnTo>
                    <a:pt x="584495" y="184441"/>
                  </a:lnTo>
                  <a:lnTo>
                    <a:pt x="585511" y="185626"/>
                  </a:lnTo>
                  <a:lnTo>
                    <a:pt x="590235" y="185426"/>
                  </a:lnTo>
                  <a:lnTo>
                    <a:pt x="595659" y="183489"/>
                  </a:lnTo>
                  <a:lnTo>
                    <a:pt x="597212" y="182364"/>
                  </a:lnTo>
                  <a:lnTo>
                    <a:pt x="597423" y="183263"/>
                  </a:lnTo>
                  <a:lnTo>
                    <a:pt x="596552" y="183802"/>
                  </a:lnTo>
                  <a:lnTo>
                    <a:pt x="595845" y="184627"/>
                  </a:lnTo>
                  <a:lnTo>
                    <a:pt x="596866" y="185355"/>
                  </a:lnTo>
                  <a:lnTo>
                    <a:pt x="597819" y="186679"/>
                  </a:lnTo>
                  <a:lnTo>
                    <a:pt x="597454" y="187369"/>
                  </a:lnTo>
                  <a:lnTo>
                    <a:pt x="596405" y="188596"/>
                  </a:lnTo>
                  <a:lnTo>
                    <a:pt x="595589" y="187759"/>
                  </a:lnTo>
                  <a:lnTo>
                    <a:pt x="594615" y="187389"/>
                  </a:lnTo>
                  <a:lnTo>
                    <a:pt x="593360" y="189032"/>
                  </a:lnTo>
                  <a:lnTo>
                    <a:pt x="596511" y="192771"/>
                  </a:lnTo>
                  <a:lnTo>
                    <a:pt x="595692" y="193541"/>
                  </a:lnTo>
                  <a:lnTo>
                    <a:pt x="596288" y="194192"/>
                  </a:lnTo>
                  <a:lnTo>
                    <a:pt x="595340" y="195033"/>
                  </a:lnTo>
                  <a:lnTo>
                    <a:pt x="596051" y="195892"/>
                  </a:lnTo>
                  <a:lnTo>
                    <a:pt x="595787" y="196069"/>
                  </a:lnTo>
                  <a:lnTo>
                    <a:pt x="596097" y="196541"/>
                  </a:lnTo>
                  <a:lnTo>
                    <a:pt x="595435" y="196959"/>
                  </a:lnTo>
                  <a:lnTo>
                    <a:pt x="595407" y="197512"/>
                  </a:lnTo>
                  <a:lnTo>
                    <a:pt x="596328" y="198904"/>
                  </a:lnTo>
                  <a:lnTo>
                    <a:pt x="592907" y="201674"/>
                  </a:lnTo>
                  <a:lnTo>
                    <a:pt x="592645" y="203814"/>
                  </a:lnTo>
                  <a:lnTo>
                    <a:pt x="592698" y="204140"/>
                  </a:lnTo>
                  <a:lnTo>
                    <a:pt x="593132" y="204304"/>
                  </a:lnTo>
                  <a:lnTo>
                    <a:pt x="592977" y="205036"/>
                  </a:lnTo>
                  <a:lnTo>
                    <a:pt x="595047" y="205726"/>
                  </a:lnTo>
                  <a:lnTo>
                    <a:pt x="594015" y="206754"/>
                  </a:lnTo>
                  <a:lnTo>
                    <a:pt x="593918" y="207137"/>
                  </a:lnTo>
                  <a:lnTo>
                    <a:pt x="592563" y="206775"/>
                  </a:lnTo>
                  <a:lnTo>
                    <a:pt x="590462" y="207463"/>
                  </a:lnTo>
                  <a:lnTo>
                    <a:pt x="589241" y="210623"/>
                  </a:lnTo>
                  <a:lnTo>
                    <a:pt x="589627" y="210485"/>
                  </a:lnTo>
                  <a:lnTo>
                    <a:pt x="592582" y="210908"/>
                  </a:lnTo>
                  <a:lnTo>
                    <a:pt x="592744" y="211673"/>
                  </a:lnTo>
                  <a:lnTo>
                    <a:pt x="593824" y="212542"/>
                  </a:lnTo>
                  <a:lnTo>
                    <a:pt x="595343" y="212639"/>
                  </a:lnTo>
                  <a:lnTo>
                    <a:pt x="596267" y="213444"/>
                  </a:lnTo>
                  <a:lnTo>
                    <a:pt x="596577" y="214221"/>
                  </a:lnTo>
                  <a:lnTo>
                    <a:pt x="597236" y="214631"/>
                  </a:lnTo>
                  <a:lnTo>
                    <a:pt x="597351" y="215870"/>
                  </a:lnTo>
                  <a:lnTo>
                    <a:pt x="597862" y="216744"/>
                  </a:lnTo>
                  <a:lnTo>
                    <a:pt x="596984" y="217477"/>
                  </a:lnTo>
                  <a:lnTo>
                    <a:pt x="595507" y="217103"/>
                  </a:lnTo>
                  <a:lnTo>
                    <a:pt x="594285" y="217126"/>
                  </a:lnTo>
                  <a:lnTo>
                    <a:pt x="594388" y="218016"/>
                  </a:lnTo>
                  <a:lnTo>
                    <a:pt x="592784" y="218641"/>
                  </a:lnTo>
                  <a:lnTo>
                    <a:pt x="592092" y="218240"/>
                  </a:lnTo>
                  <a:lnTo>
                    <a:pt x="590364" y="219078"/>
                  </a:lnTo>
                  <a:lnTo>
                    <a:pt x="590069" y="219469"/>
                  </a:lnTo>
                  <a:lnTo>
                    <a:pt x="588527" y="220079"/>
                  </a:lnTo>
                  <a:lnTo>
                    <a:pt x="588475" y="218299"/>
                  </a:lnTo>
                  <a:lnTo>
                    <a:pt x="587197" y="218549"/>
                  </a:lnTo>
                  <a:lnTo>
                    <a:pt x="587455" y="219724"/>
                  </a:lnTo>
                  <a:lnTo>
                    <a:pt x="586837" y="220232"/>
                  </a:lnTo>
                  <a:lnTo>
                    <a:pt x="586942" y="220692"/>
                  </a:lnTo>
                  <a:lnTo>
                    <a:pt x="586761" y="220720"/>
                  </a:lnTo>
                  <a:lnTo>
                    <a:pt x="586981" y="221140"/>
                  </a:lnTo>
                  <a:lnTo>
                    <a:pt x="587395" y="221175"/>
                  </a:lnTo>
                  <a:lnTo>
                    <a:pt x="587970" y="221647"/>
                  </a:lnTo>
                  <a:lnTo>
                    <a:pt x="588317" y="222863"/>
                  </a:lnTo>
                  <a:lnTo>
                    <a:pt x="588833" y="223097"/>
                  </a:lnTo>
                  <a:lnTo>
                    <a:pt x="588978" y="223452"/>
                  </a:lnTo>
                  <a:lnTo>
                    <a:pt x="588550" y="223607"/>
                  </a:lnTo>
                  <a:lnTo>
                    <a:pt x="588439" y="224202"/>
                  </a:lnTo>
                  <a:lnTo>
                    <a:pt x="589056" y="224470"/>
                  </a:lnTo>
                  <a:lnTo>
                    <a:pt x="589103" y="224910"/>
                  </a:lnTo>
                  <a:lnTo>
                    <a:pt x="588856" y="224895"/>
                  </a:lnTo>
                  <a:lnTo>
                    <a:pt x="588857" y="225145"/>
                  </a:lnTo>
                  <a:lnTo>
                    <a:pt x="589120" y="225211"/>
                  </a:lnTo>
                  <a:lnTo>
                    <a:pt x="589069" y="225469"/>
                  </a:lnTo>
                  <a:lnTo>
                    <a:pt x="589323" y="225447"/>
                  </a:lnTo>
                  <a:lnTo>
                    <a:pt x="589167" y="225879"/>
                  </a:lnTo>
                  <a:lnTo>
                    <a:pt x="589625" y="226273"/>
                  </a:lnTo>
                  <a:lnTo>
                    <a:pt x="589550" y="226567"/>
                  </a:lnTo>
                  <a:lnTo>
                    <a:pt x="589033" y="226729"/>
                  </a:lnTo>
                  <a:lnTo>
                    <a:pt x="589026" y="227158"/>
                  </a:lnTo>
                  <a:lnTo>
                    <a:pt x="589420" y="227226"/>
                  </a:lnTo>
                  <a:lnTo>
                    <a:pt x="590708" y="228401"/>
                  </a:lnTo>
                  <a:lnTo>
                    <a:pt x="591009" y="228232"/>
                  </a:lnTo>
                  <a:lnTo>
                    <a:pt x="591198" y="228778"/>
                  </a:lnTo>
                  <a:lnTo>
                    <a:pt x="591772" y="229223"/>
                  </a:lnTo>
                  <a:lnTo>
                    <a:pt x="591796" y="229760"/>
                  </a:lnTo>
                  <a:lnTo>
                    <a:pt x="592368" y="230066"/>
                  </a:lnTo>
                  <a:lnTo>
                    <a:pt x="592838" y="230724"/>
                  </a:lnTo>
                  <a:lnTo>
                    <a:pt x="591063" y="233235"/>
                  </a:lnTo>
                  <a:lnTo>
                    <a:pt x="591248" y="234483"/>
                  </a:lnTo>
                  <a:lnTo>
                    <a:pt x="590896" y="235756"/>
                  </a:lnTo>
                  <a:lnTo>
                    <a:pt x="589976" y="237486"/>
                  </a:lnTo>
                  <a:lnTo>
                    <a:pt x="591878" y="238339"/>
                  </a:lnTo>
                  <a:lnTo>
                    <a:pt x="589228" y="239323"/>
                  </a:lnTo>
                  <a:lnTo>
                    <a:pt x="588558" y="240459"/>
                  </a:lnTo>
                  <a:lnTo>
                    <a:pt x="588658" y="245159"/>
                  </a:lnTo>
                  <a:lnTo>
                    <a:pt x="589018" y="246340"/>
                  </a:lnTo>
                  <a:lnTo>
                    <a:pt x="587941" y="246338"/>
                  </a:lnTo>
                  <a:lnTo>
                    <a:pt x="586550" y="246947"/>
                  </a:lnTo>
                  <a:lnTo>
                    <a:pt x="586764" y="249455"/>
                  </a:lnTo>
                  <a:lnTo>
                    <a:pt x="585305" y="249848"/>
                  </a:lnTo>
                  <a:lnTo>
                    <a:pt x="585369" y="251910"/>
                  </a:lnTo>
                  <a:lnTo>
                    <a:pt x="584602" y="252220"/>
                  </a:lnTo>
                  <a:lnTo>
                    <a:pt x="584623" y="252724"/>
                  </a:lnTo>
                  <a:lnTo>
                    <a:pt x="583926" y="254330"/>
                  </a:lnTo>
                  <a:lnTo>
                    <a:pt x="583898" y="254977"/>
                  </a:lnTo>
                  <a:lnTo>
                    <a:pt x="583563" y="255323"/>
                  </a:lnTo>
                  <a:lnTo>
                    <a:pt x="583150" y="255231"/>
                  </a:lnTo>
                  <a:lnTo>
                    <a:pt x="582661" y="252349"/>
                  </a:lnTo>
                  <a:lnTo>
                    <a:pt x="581766" y="252079"/>
                  </a:lnTo>
                  <a:lnTo>
                    <a:pt x="580541" y="252320"/>
                  </a:lnTo>
                  <a:lnTo>
                    <a:pt x="577918" y="253782"/>
                  </a:lnTo>
                  <a:lnTo>
                    <a:pt x="577773" y="253618"/>
                  </a:lnTo>
                  <a:lnTo>
                    <a:pt x="578146" y="252183"/>
                  </a:lnTo>
                  <a:lnTo>
                    <a:pt x="575530" y="252225"/>
                  </a:lnTo>
                  <a:lnTo>
                    <a:pt x="575929" y="253726"/>
                  </a:lnTo>
                  <a:lnTo>
                    <a:pt x="577178" y="255104"/>
                  </a:lnTo>
                  <a:lnTo>
                    <a:pt x="576553" y="255849"/>
                  </a:lnTo>
                  <a:lnTo>
                    <a:pt x="576348" y="255429"/>
                  </a:lnTo>
                  <a:lnTo>
                    <a:pt x="575684" y="255794"/>
                  </a:lnTo>
                  <a:lnTo>
                    <a:pt x="575221" y="255145"/>
                  </a:lnTo>
                  <a:lnTo>
                    <a:pt x="574816" y="255066"/>
                  </a:lnTo>
                  <a:lnTo>
                    <a:pt x="573297" y="255032"/>
                  </a:lnTo>
                  <a:lnTo>
                    <a:pt x="573260" y="255368"/>
                  </a:lnTo>
                  <a:lnTo>
                    <a:pt x="572063" y="255444"/>
                  </a:lnTo>
                  <a:lnTo>
                    <a:pt x="572141" y="255047"/>
                  </a:lnTo>
                  <a:lnTo>
                    <a:pt x="571171" y="254758"/>
                  </a:lnTo>
                  <a:lnTo>
                    <a:pt x="570633" y="255141"/>
                  </a:lnTo>
                  <a:lnTo>
                    <a:pt x="569860" y="255173"/>
                  </a:lnTo>
                  <a:lnTo>
                    <a:pt x="567715" y="254321"/>
                  </a:lnTo>
                  <a:lnTo>
                    <a:pt x="567038" y="254571"/>
                  </a:lnTo>
                  <a:lnTo>
                    <a:pt x="566242" y="254223"/>
                  </a:lnTo>
                  <a:lnTo>
                    <a:pt x="565719" y="254353"/>
                  </a:lnTo>
                  <a:lnTo>
                    <a:pt x="565688" y="253827"/>
                  </a:lnTo>
                  <a:lnTo>
                    <a:pt x="565901" y="253674"/>
                  </a:lnTo>
                  <a:lnTo>
                    <a:pt x="565611" y="253407"/>
                  </a:lnTo>
                  <a:lnTo>
                    <a:pt x="564778" y="254094"/>
                  </a:lnTo>
                  <a:lnTo>
                    <a:pt x="564085" y="254120"/>
                  </a:lnTo>
                  <a:lnTo>
                    <a:pt x="564014" y="254702"/>
                  </a:lnTo>
                  <a:lnTo>
                    <a:pt x="563160" y="254476"/>
                  </a:lnTo>
                  <a:lnTo>
                    <a:pt x="562981" y="255007"/>
                  </a:lnTo>
                  <a:lnTo>
                    <a:pt x="562550" y="254764"/>
                  </a:lnTo>
                  <a:lnTo>
                    <a:pt x="562235" y="255332"/>
                  </a:lnTo>
                  <a:lnTo>
                    <a:pt x="561255" y="254955"/>
                  </a:lnTo>
                  <a:lnTo>
                    <a:pt x="561294" y="255890"/>
                  </a:lnTo>
                  <a:lnTo>
                    <a:pt x="559233" y="256302"/>
                  </a:lnTo>
                  <a:lnTo>
                    <a:pt x="559886" y="257564"/>
                  </a:lnTo>
                  <a:lnTo>
                    <a:pt x="559236" y="257741"/>
                  </a:lnTo>
                  <a:lnTo>
                    <a:pt x="558443" y="257546"/>
                  </a:lnTo>
                  <a:lnTo>
                    <a:pt x="558903" y="257951"/>
                  </a:lnTo>
                  <a:lnTo>
                    <a:pt x="558525" y="258845"/>
                  </a:lnTo>
                  <a:lnTo>
                    <a:pt x="557970" y="259400"/>
                  </a:lnTo>
                  <a:lnTo>
                    <a:pt x="557948" y="259867"/>
                  </a:lnTo>
                  <a:lnTo>
                    <a:pt x="557466" y="259922"/>
                  </a:lnTo>
                  <a:lnTo>
                    <a:pt x="557276" y="259738"/>
                  </a:lnTo>
                  <a:lnTo>
                    <a:pt x="556702" y="259898"/>
                  </a:lnTo>
                  <a:lnTo>
                    <a:pt x="556622" y="260421"/>
                  </a:lnTo>
                  <a:lnTo>
                    <a:pt x="555301" y="259043"/>
                  </a:lnTo>
                  <a:lnTo>
                    <a:pt x="555191" y="259406"/>
                  </a:lnTo>
                  <a:lnTo>
                    <a:pt x="554936" y="259481"/>
                  </a:lnTo>
                  <a:lnTo>
                    <a:pt x="555109" y="259643"/>
                  </a:lnTo>
                  <a:lnTo>
                    <a:pt x="554533" y="260159"/>
                  </a:lnTo>
                  <a:lnTo>
                    <a:pt x="553920" y="259811"/>
                  </a:lnTo>
                  <a:lnTo>
                    <a:pt x="553038" y="259745"/>
                  </a:lnTo>
                  <a:lnTo>
                    <a:pt x="552831" y="259993"/>
                  </a:lnTo>
                  <a:lnTo>
                    <a:pt x="552607" y="259835"/>
                  </a:lnTo>
                  <a:lnTo>
                    <a:pt x="552404" y="260237"/>
                  </a:lnTo>
                  <a:lnTo>
                    <a:pt x="552779" y="260384"/>
                  </a:lnTo>
                  <a:lnTo>
                    <a:pt x="552294" y="260856"/>
                  </a:lnTo>
                  <a:lnTo>
                    <a:pt x="551775" y="260164"/>
                  </a:lnTo>
                  <a:lnTo>
                    <a:pt x="551206" y="260162"/>
                  </a:lnTo>
                  <a:lnTo>
                    <a:pt x="551374" y="260625"/>
                  </a:lnTo>
                  <a:lnTo>
                    <a:pt x="550945" y="260570"/>
                  </a:lnTo>
                  <a:lnTo>
                    <a:pt x="550654" y="260810"/>
                  </a:lnTo>
                  <a:lnTo>
                    <a:pt x="550320" y="260362"/>
                  </a:lnTo>
                  <a:lnTo>
                    <a:pt x="550030" y="260585"/>
                  </a:lnTo>
                  <a:lnTo>
                    <a:pt x="549833" y="261613"/>
                  </a:lnTo>
                  <a:lnTo>
                    <a:pt x="549110" y="261588"/>
                  </a:lnTo>
                  <a:lnTo>
                    <a:pt x="548632" y="261919"/>
                  </a:lnTo>
                  <a:lnTo>
                    <a:pt x="548429" y="262450"/>
                  </a:lnTo>
                  <a:lnTo>
                    <a:pt x="547526" y="262286"/>
                  </a:lnTo>
                  <a:lnTo>
                    <a:pt x="547234" y="262754"/>
                  </a:lnTo>
                  <a:lnTo>
                    <a:pt x="546481" y="262828"/>
                  </a:lnTo>
                  <a:lnTo>
                    <a:pt x="546647" y="263247"/>
                  </a:lnTo>
                  <a:lnTo>
                    <a:pt x="546115" y="263920"/>
                  </a:lnTo>
                  <a:lnTo>
                    <a:pt x="546547" y="264698"/>
                  </a:lnTo>
                  <a:lnTo>
                    <a:pt x="545780" y="266083"/>
                  </a:lnTo>
                  <a:lnTo>
                    <a:pt x="546637" y="266479"/>
                  </a:lnTo>
                  <a:lnTo>
                    <a:pt x="546476" y="266843"/>
                  </a:lnTo>
                  <a:lnTo>
                    <a:pt x="545530" y="267546"/>
                  </a:lnTo>
                  <a:lnTo>
                    <a:pt x="545539" y="268264"/>
                  </a:lnTo>
                  <a:lnTo>
                    <a:pt x="545797" y="268060"/>
                  </a:lnTo>
                  <a:lnTo>
                    <a:pt x="546056" y="269116"/>
                  </a:lnTo>
                  <a:lnTo>
                    <a:pt x="545312" y="269128"/>
                  </a:lnTo>
                  <a:lnTo>
                    <a:pt x="545603" y="269743"/>
                  </a:lnTo>
                  <a:lnTo>
                    <a:pt x="545526" y="269936"/>
                  </a:lnTo>
                  <a:lnTo>
                    <a:pt x="545204" y="269910"/>
                  </a:lnTo>
                  <a:lnTo>
                    <a:pt x="545254" y="270178"/>
                  </a:lnTo>
                  <a:lnTo>
                    <a:pt x="545723" y="270113"/>
                  </a:lnTo>
                  <a:lnTo>
                    <a:pt x="545940" y="270366"/>
                  </a:lnTo>
                  <a:lnTo>
                    <a:pt x="545939" y="270543"/>
                  </a:lnTo>
                  <a:lnTo>
                    <a:pt x="545301" y="270675"/>
                  </a:lnTo>
                  <a:lnTo>
                    <a:pt x="545297" y="271003"/>
                  </a:lnTo>
                  <a:lnTo>
                    <a:pt x="545908" y="271617"/>
                  </a:lnTo>
                  <a:lnTo>
                    <a:pt x="545906" y="272291"/>
                  </a:lnTo>
                  <a:lnTo>
                    <a:pt x="546239" y="272343"/>
                  </a:lnTo>
                  <a:lnTo>
                    <a:pt x="546118" y="272614"/>
                  </a:lnTo>
                  <a:lnTo>
                    <a:pt x="546677" y="272334"/>
                  </a:lnTo>
                  <a:lnTo>
                    <a:pt x="547054" y="272874"/>
                  </a:lnTo>
                  <a:lnTo>
                    <a:pt x="546420" y="273145"/>
                  </a:lnTo>
                  <a:lnTo>
                    <a:pt x="546719" y="273891"/>
                  </a:lnTo>
                  <a:lnTo>
                    <a:pt x="546580" y="274606"/>
                  </a:lnTo>
                  <a:lnTo>
                    <a:pt x="547372" y="274695"/>
                  </a:lnTo>
                  <a:lnTo>
                    <a:pt x="547434" y="275395"/>
                  </a:lnTo>
                  <a:lnTo>
                    <a:pt x="546950" y="276115"/>
                  </a:lnTo>
                  <a:lnTo>
                    <a:pt x="547258" y="276929"/>
                  </a:lnTo>
                  <a:lnTo>
                    <a:pt x="546555" y="278328"/>
                  </a:lnTo>
                  <a:lnTo>
                    <a:pt x="547053" y="279148"/>
                  </a:lnTo>
                  <a:lnTo>
                    <a:pt x="546698" y="279861"/>
                  </a:lnTo>
                  <a:lnTo>
                    <a:pt x="546920" y="280274"/>
                  </a:lnTo>
                  <a:lnTo>
                    <a:pt x="546691" y="280373"/>
                  </a:lnTo>
                  <a:lnTo>
                    <a:pt x="546652" y="281134"/>
                  </a:lnTo>
                  <a:lnTo>
                    <a:pt x="546929" y="282041"/>
                  </a:lnTo>
                  <a:lnTo>
                    <a:pt x="547141" y="282101"/>
                  </a:lnTo>
                  <a:lnTo>
                    <a:pt x="547072" y="282391"/>
                  </a:lnTo>
                  <a:lnTo>
                    <a:pt x="549027" y="284639"/>
                  </a:lnTo>
                  <a:lnTo>
                    <a:pt x="549512" y="284692"/>
                  </a:lnTo>
                  <a:lnTo>
                    <a:pt x="549472" y="284931"/>
                  </a:lnTo>
                  <a:lnTo>
                    <a:pt x="550203" y="284951"/>
                  </a:lnTo>
                  <a:lnTo>
                    <a:pt x="550848" y="285933"/>
                  </a:lnTo>
                  <a:lnTo>
                    <a:pt x="551294" y="285878"/>
                  </a:lnTo>
                  <a:lnTo>
                    <a:pt x="551940" y="286156"/>
                  </a:lnTo>
                  <a:lnTo>
                    <a:pt x="552800" y="287508"/>
                  </a:lnTo>
                  <a:lnTo>
                    <a:pt x="552800" y="288507"/>
                  </a:lnTo>
                  <a:lnTo>
                    <a:pt x="553085" y="288744"/>
                  </a:lnTo>
                  <a:lnTo>
                    <a:pt x="553156" y="289215"/>
                  </a:lnTo>
                  <a:lnTo>
                    <a:pt x="551942" y="290791"/>
                  </a:lnTo>
                  <a:lnTo>
                    <a:pt x="551886" y="291904"/>
                  </a:lnTo>
                  <a:lnTo>
                    <a:pt x="552156" y="292043"/>
                  </a:lnTo>
                  <a:lnTo>
                    <a:pt x="552640" y="294065"/>
                  </a:lnTo>
                  <a:lnTo>
                    <a:pt x="552329" y="294849"/>
                  </a:lnTo>
                  <a:lnTo>
                    <a:pt x="552647" y="295769"/>
                  </a:lnTo>
                  <a:lnTo>
                    <a:pt x="553226" y="296402"/>
                  </a:lnTo>
                  <a:lnTo>
                    <a:pt x="553122" y="297740"/>
                  </a:lnTo>
                  <a:lnTo>
                    <a:pt x="555401" y="300492"/>
                  </a:lnTo>
                  <a:lnTo>
                    <a:pt x="554644" y="300991"/>
                  </a:lnTo>
                  <a:lnTo>
                    <a:pt x="555433" y="302820"/>
                  </a:lnTo>
                  <a:lnTo>
                    <a:pt x="553153" y="303009"/>
                  </a:lnTo>
                  <a:lnTo>
                    <a:pt x="552145" y="303188"/>
                  </a:lnTo>
                  <a:lnTo>
                    <a:pt x="551622" y="302692"/>
                  </a:lnTo>
                  <a:lnTo>
                    <a:pt x="549820" y="301897"/>
                  </a:lnTo>
                  <a:lnTo>
                    <a:pt x="548216" y="301752"/>
                  </a:lnTo>
                  <a:lnTo>
                    <a:pt x="546436" y="302555"/>
                  </a:lnTo>
                  <a:lnTo>
                    <a:pt x="544759" y="300350"/>
                  </a:lnTo>
                  <a:lnTo>
                    <a:pt x="541002" y="303086"/>
                  </a:lnTo>
                  <a:lnTo>
                    <a:pt x="540003" y="303561"/>
                  </a:lnTo>
                  <a:lnTo>
                    <a:pt x="538661" y="299487"/>
                  </a:lnTo>
                  <a:lnTo>
                    <a:pt x="537801" y="299652"/>
                  </a:lnTo>
                  <a:lnTo>
                    <a:pt x="538076" y="300176"/>
                  </a:lnTo>
                  <a:lnTo>
                    <a:pt x="537633" y="300538"/>
                  </a:lnTo>
                  <a:lnTo>
                    <a:pt x="536052" y="300404"/>
                  </a:lnTo>
                  <a:lnTo>
                    <a:pt x="536172" y="303494"/>
                  </a:lnTo>
                  <a:lnTo>
                    <a:pt x="535335" y="303575"/>
                  </a:lnTo>
                  <a:lnTo>
                    <a:pt x="534343" y="304055"/>
                  </a:lnTo>
                  <a:lnTo>
                    <a:pt x="534214" y="304490"/>
                  </a:lnTo>
                  <a:lnTo>
                    <a:pt x="532595" y="302494"/>
                  </a:lnTo>
                  <a:lnTo>
                    <a:pt x="532696" y="301653"/>
                  </a:lnTo>
                  <a:lnTo>
                    <a:pt x="532948" y="301737"/>
                  </a:lnTo>
                  <a:lnTo>
                    <a:pt x="533246" y="300716"/>
                  </a:lnTo>
                  <a:lnTo>
                    <a:pt x="530813" y="300758"/>
                  </a:lnTo>
                  <a:lnTo>
                    <a:pt x="531244" y="302449"/>
                  </a:lnTo>
                  <a:lnTo>
                    <a:pt x="531878" y="303044"/>
                  </a:lnTo>
                  <a:lnTo>
                    <a:pt x="531755" y="303741"/>
                  </a:lnTo>
                  <a:lnTo>
                    <a:pt x="532013" y="304418"/>
                  </a:lnTo>
                  <a:lnTo>
                    <a:pt x="532343" y="305007"/>
                  </a:lnTo>
                  <a:lnTo>
                    <a:pt x="533466" y="305945"/>
                  </a:lnTo>
                  <a:lnTo>
                    <a:pt x="534760" y="308068"/>
                  </a:lnTo>
                  <a:lnTo>
                    <a:pt x="530782" y="309042"/>
                  </a:lnTo>
                  <a:lnTo>
                    <a:pt x="530847" y="308025"/>
                  </a:lnTo>
                  <a:lnTo>
                    <a:pt x="529360" y="308475"/>
                  </a:lnTo>
                  <a:lnTo>
                    <a:pt x="527729" y="308376"/>
                  </a:lnTo>
                  <a:lnTo>
                    <a:pt x="527775" y="306507"/>
                  </a:lnTo>
                  <a:lnTo>
                    <a:pt x="525073" y="305520"/>
                  </a:lnTo>
                  <a:lnTo>
                    <a:pt x="521958" y="306547"/>
                  </a:lnTo>
                  <a:lnTo>
                    <a:pt x="521546" y="306417"/>
                  </a:lnTo>
                  <a:lnTo>
                    <a:pt x="520935" y="305467"/>
                  </a:lnTo>
                  <a:lnTo>
                    <a:pt x="519085" y="305691"/>
                  </a:lnTo>
                  <a:lnTo>
                    <a:pt x="518563" y="305495"/>
                  </a:lnTo>
                  <a:lnTo>
                    <a:pt x="517256" y="305959"/>
                  </a:lnTo>
                  <a:lnTo>
                    <a:pt x="516819" y="306189"/>
                  </a:lnTo>
                  <a:lnTo>
                    <a:pt x="517747" y="307590"/>
                  </a:lnTo>
                  <a:lnTo>
                    <a:pt x="515661" y="308432"/>
                  </a:lnTo>
                  <a:lnTo>
                    <a:pt x="516131" y="311038"/>
                  </a:lnTo>
                  <a:lnTo>
                    <a:pt x="512275" y="311957"/>
                  </a:lnTo>
                  <a:lnTo>
                    <a:pt x="511265" y="313205"/>
                  </a:lnTo>
                  <a:lnTo>
                    <a:pt x="509875" y="314266"/>
                  </a:lnTo>
                  <a:lnTo>
                    <a:pt x="509669" y="313712"/>
                  </a:lnTo>
                  <a:lnTo>
                    <a:pt x="509305" y="313486"/>
                  </a:lnTo>
                  <a:lnTo>
                    <a:pt x="509299" y="312615"/>
                  </a:lnTo>
                  <a:lnTo>
                    <a:pt x="508152" y="312301"/>
                  </a:lnTo>
                  <a:lnTo>
                    <a:pt x="506019" y="312902"/>
                  </a:lnTo>
                  <a:lnTo>
                    <a:pt x="505695" y="310526"/>
                  </a:lnTo>
                  <a:lnTo>
                    <a:pt x="503595" y="310409"/>
                  </a:lnTo>
                  <a:lnTo>
                    <a:pt x="502725" y="310774"/>
                  </a:lnTo>
                  <a:lnTo>
                    <a:pt x="501792" y="311923"/>
                  </a:lnTo>
                  <a:lnTo>
                    <a:pt x="501284" y="312104"/>
                  </a:lnTo>
                  <a:lnTo>
                    <a:pt x="500599" y="313091"/>
                  </a:lnTo>
                  <a:lnTo>
                    <a:pt x="499238" y="313358"/>
                  </a:lnTo>
                  <a:lnTo>
                    <a:pt x="498914" y="314124"/>
                  </a:lnTo>
                  <a:lnTo>
                    <a:pt x="498167" y="314710"/>
                  </a:lnTo>
                  <a:lnTo>
                    <a:pt x="498787" y="315817"/>
                  </a:lnTo>
                  <a:lnTo>
                    <a:pt x="499332" y="318635"/>
                  </a:lnTo>
                  <a:lnTo>
                    <a:pt x="498083" y="318176"/>
                  </a:lnTo>
                  <a:lnTo>
                    <a:pt x="497985" y="317015"/>
                  </a:lnTo>
                  <a:lnTo>
                    <a:pt x="497404" y="316922"/>
                  </a:lnTo>
                  <a:lnTo>
                    <a:pt x="496827" y="317356"/>
                  </a:lnTo>
                  <a:lnTo>
                    <a:pt x="494092" y="317561"/>
                  </a:lnTo>
                  <a:lnTo>
                    <a:pt x="492119" y="316695"/>
                  </a:lnTo>
                  <a:lnTo>
                    <a:pt x="489809" y="317261"/>
                  </a:lnTo>
                  <a:lnTo>
                    <a:pt x="489332" y="317638"/>
                  </a:lnTo>
                  <a:lnTo>
                    <a:pt x="489366" y="320370"/>
                  </a:lnTo>
                  <a:lnTo>
                    <a:pt x="489885" y="321495"/>
                  </a:lnTo>
                  <a:lnTo>
                    <a:pt x="490382" y="323538"/>
                  </a:lnTo>
                  <a:lnTo>
                    <a:pt x="489328" y="323415"/>
                  </a:lnTo>
                  <a:lnTo>
                    <a:pt x="487912" y="323626"/>
                  </a:lnTo>
                  <a:lnTo>
                    <a:pt x="484689" y="321892"/>
                  </a:lnTo>
                  <a:lnTo>
                    <a:pt x="482620" y="320178"/>
                  </a:lnTo>
                  <a:lnTo>
                    <a:pt x="480922" y="319528"/>
                  </a:lnTo>
                  <a:lnTo>
                    <a:pt x="479472" y="319260"/>
                  </a:lnTo>
                  <a:lnTo>
                    <a:pt x="477449" y="319423"/>
                  </a:lnTo>
                  <a:lnTo>
                    <a:pt x="476207" y="320303"/>
                  </a:lnTo>
                  <a:lnTo>
                    <a:pt x="476724" y="321054"/>
                  </a:lnTo>
                  <a:lnTo>
                    <a:pt x="477400" y="323425"/>
                  </a:lnTo>
                  <a:lnTo>
                    <a:pt x="477056" y="324534"/>
                  </a:lnTo>
                  <a:lnTo>
                    <a:pt x="477551" y="325442"/>
                  </a:lnTo>
                  <a:lnTo>
                    <a:pt x="476965" y="326704"/>
                  </a:lnTo>
                  <a:lnTo>
                    <a:pt x="477576" y="327034"/>
                  </a:lnTo>
                  <a:lnTo>
                    <a:pt x="478576" y="328862"/>
                  </a:lnTo>
                  <a:lnTo>
                    <a:pt x="479935" y="330440"/>
                  </a:lnTo>
                  <a:lnTo>
                    <a:pt x="480407" y="330861"/>
                  </a:lnTo>
                  <a:lnTo>
                    <a:pt x="480969" y="333228"/>
                  </a:lnTo>
                  <a:lnTo>
                    <a:pt x="480319" y="337042"/>
                  </a:lnTo>
                  <a:lnTo>
                    <a:pt x="479832" y="337776"/>
                  </a:lnTo>
                  <a:lnTo>
                    <a:pt x="477990" y="337600"/>
                  </a:lnTo>
                  <a:lnTo>
                    <a:pt x="477486" y="337330"/>
                  </a:lnTo>
                  <a:lnTo>
                    <a:pt x="476568" y="337660"/>
                  </a:lnTo>
                  <a:lnTo>
                    <a:pt x="476125" y="338589"/>
                  </a:lnTo>
                  <a:lnTo>
                    <a:pt x="474581" y="339624"/>
                  </a:lnTo>
                  <a:lnTo>
                    <a:pt x="474606" y="340843"/>
                  </a:lnTo>
                  <a:lnTo>
                    <a:pt x="472261" y="341164"/>
                  </a:lnTo>
                  <a:lnTo>
                    <a:pt x="470995" y="341256"/>
                  </a:lnTo>
                  <a:lnTo>
                    <a:pt x="470675" y="340343"/>
                  </a:lnTo>
                  <a:lnTo>
                    <a:pt x="468856" y="340160"/>
                  </a:lnTo>
                  <a:lnTo>
                    <a:pt x="468409" y="339726"/>
                  </a:lnTo>
                  <a:lnTo>
                    <a:pt x="466460" y="339185"/>
                  </a:lnTo>
                  <a:lnTo>
                    <a:pt x="467012" y="338360"/>
                  </a:lnTo>
                  <a:lnTo>
                    <a:pt x="467037" y="337863"/>
                  </a:lnTo>
                  <a:lnTo>
                    <a:pt x="467910" y="336984"/>
                  </a:lnTo>
                  <a:lnTo>
                    <a:pt x="467081" y="335343"/>
                  </a:lnTo>
                  <a:lnTo>
                    <a:pt x="466801" y="334055"/>
                  </a:lnTo>
                  <a:lnTo>
                    <a:pt x="466859" y="330678"/>
                  </a:lnTo>
                  <a:lnTo>
                    <a:pt x="466624" y="330415"/>
                  </a:lnTo>
                  <a:lnTo>
                    <a:pt x="463695" y="330017"/>
                  </a:lnTo>
                  <a:lnTo>
                    <a:pt x="463574" y="329450"/>
                  </a:lnTo>
                  <a:lnTo>
                    <a:pt x="462814" y="329075"/>
                  </a:lnTo>
                  <a:lnTo>
                    <a:pt x="461355" y="327265"/>
                  </a:lnTo>
                  <a:lnTo>
                    <a:pt x="460545" y="326760"/>
                  </a:lnTo>
                  <a:lnTo>
                    <a:pt x="459127" y="326978"/>
                  </a:lnTo>
                  <a:lnTo>
                    <a:pt x="458995" y="327351"/>
                  </a:lnTo>
                  <a:lnTo>
                    <a:pt x="459560" y="329240"/>
                  </a:lnTo>
                  <a:lnTo>
                    <a:pt x="459885" y="331918"/>
                  </a:lnTo>
                  <a:lnTo>
                    <a:pt x="460307" y="332461"/>
                  </a:lnTo>
                  <a:lnTo>
                    <a:pt x="460382" y="333026"/>
                  </a:lnTo>
                  <a:lnTo>
                    <a:pt x="459436" y="335319"/>
                  </a:lnTo>
                  <a:lnTo>
                    <a:pt x="459054" y="334523"/>
                  </a:lnTo>
                  <a:lnTo>
                    <a:pt x="458220" y="333774"/>
                  </a:lnTo>
                  <a:lnTo>
                    <a:pt x="457538" y="333815"/>
                  </a:lnTo>
                  <a:lnTo>
                    <a:pt x="456903" y="334349"/>
                  </a:lnTo>
                  <a:lnTo>
                    <a:pt x="455904" y="333903"/>
                  </a:lnTo>
                  <a:lnTo>
                    <a:pt x="455212" y="334005"/>
                  </a:lnTo>
                  <a:lnTo>
                    <a:pt x="454678" y="334929"/>
                  </a:lnTo>
                  <a:lnTo>
                    <a:pt x="453764" y="335707"/>
                  </a:lnTo>
                  <a:lnTo>
                    <a:pt x="453576" y="335269"/>
                  </a:lnTo>
                  <a:lnTo>
                    <a:pt x="452492" y="335414"/>
                  </a:lnTo>
                  <a:lnTo>
                    <a:pt x="448105" y="333919"/>
                  </a:lnTo>
                  <a:lnTo>
                    <a:pt x="446848" y="333933"/>
                  </a:lnTo>
                  <a:lnTo>
                    <a:pt x="445381" y="332256"/>
                  </a:lnTo>
                  <a:lnTo>
                    <a:pt x="441298" y="333033"/>
                  </a:lnTo>
                  <a:lnTo>
                    <a:pt x="439856" y="334462"/>
                  </a:lnTo>
                  <a:lnTo>
                    <a:pt x="439107" y="334649"/>
                  </a:lnTo>
                  <a:lnTo>
                    <a:pt x="436374" y="334561"/>
                  </a:lnTo>
                  <a:lnTo>
                    <a:pt x="434914" y="334180"/>
                  </a:lnTo>
                  <a:lnTo>
                    <a:pt x="434960" y="334726"/>
                  </a:lnTo>
                  <a:lnTo>
                    <a:pt x="434460" y="335082"/>
                  </a:lnTo>
                  <a:lnTo>
                    <a:pt x="432185" y="336584"/>
                  </a:lnTo>
                  <a:lnTo>
                    <a:pt x="434459" y="338549"/>
                  </a:lnTo>
                  <a:lnTo>
                    <a:pt x="434829" y="339128"/>
                  </a:lnTo>
                  <a:lnTo>
                    <a:pt x="435030" y="340140"/>
                  </a:lnTo>
                  <a:lnTo>
                    <a:pt x="434479" y="340184"/>
                  </a:lnTo>
                  <a:lnTo>
                    <a:pt x="434306" y="339985"/>
                  </a:lnTo>
                  <a:lnTo>
                    <a:pt x="434358" y="341668"/>
                  </a:lnTo>
                  <a:lnTo>
                    <a:pt x="434506" y="342161"/>
                  </a:lnTo>
                  <a:lnTo>
                    <a:pt x="434230" y="342246"/>
                  </a:lnTo>
                  <a:lnTo>
                    <a:pt x="434825" y="342468"/>
                  </a:lnTo>
                  <a:lnTo>
                    <a:pt x="434948" y="342727"/>
                  </a:lnTo>
                  <a:lnTo>
                    <a:pt x="434370" y="343394"/>
                  </a:lnTo>
                  <a:lnTo>
                    <a:pt x="434405" y="343723"/>
                  </a:lnTo>
                  <a:lnTo>
                    <a:pt x="433689" y="344193"/>
                  </a:lnTo>
                  <a:lnTo>
                    <a:pt x="433113" y="344974"/>
                  </a:lnTo>
                  <a:lnTo>
                    <a:pt x="433422" y="345167"/>
                  </a:lnTo>
                  <a:lnTo>
                    <a:pt x="433245" y="345791"/>
                  </a:lnTo>
                  <a:lnTo>
                    <a:pt x="433620" y="346374"/>
                  </a:lnTo>
                  <a:lnTo>
                    <a:pt x="433642" y="347920"/>
                  </a:lnTo>
                  <a:lnTo>
                    <a:pt x="434714" y="348734"/>
                  </a:lnTo>
                  <a:lnTo>
                    <a:pt x="434558" y="349117"/>
                  </a:lnTo>
                  <a:lnTo>
                    <a:pt x="434898" y="350359"/>
                  </a:lnTo>
                  <a:lnTo>
                    <a:pt x="435462" y="350864"/>
                  </a:lnTo>
                  <a:lnTo>
                    <a:pt x="435415" y="351199"/>
                  </a:lnTo>
                  <a:lnTo>
                    <a:pt x="434749" y="351907"/>
                  </a:lnTo>
                  <a:lnTo>
                    <a:pt x="434994" y="352630"/>
                  </a:lnTo>
                  <a:lnTo>
                    <a:pt x="434827" y="353305"/>
                  </a:lnTo>
                  <a:lnTo>
                    <a:pt x="433586" y="353428"/>
                  </a:lnTo>
                  <a:lnTo>
                    <a:pt x="432864" y="353820"/>
                  </a:lnTo>
                  <a:lnTo>
                    <a:pt x="431905" y="353534"/>
                  </a:lnTo>
                  <a:lnTo>
                    <a:pt x="431080" y="352538"/>
                  </a:lnTo>
                  <a:lnTo>
                    <a:pt x="430211" y="352157"/>
                  </a:lnTo>
                  <a:lnTo>
                    <a:pt x="427120" y="351800"/>
                  </a:lnTo>
                  <a:lnTo>
                    <a:pt x="425255" y="351799"/>
                  </a:lnTo>
                  <a:lnTo>
                    <a:pt x="424685" y="352039"/>
                  </a:lnTo>
                  <a:lnTo>
                    <a:pt x="423789" y="351774"/>
                  </a:lnTo>
                  <a:lnTo>
                    <a:pt x="422801" y="351995"/>
                  </a:lnTo>
                  <a:lnTo>
                    <a:pt x="422258" y="352364"/>
                  </a:lnTo>
                  <a:lnTo>
                    <a:pt x="421566" y="354044"/>
                  </a:lnTo>
                  <a:lnTo>
                    <a:pt x="420795" y="354090"/>
                  </a:lnTo>
                  <a:lnTo>
                    <a:pt x="420682" y="354286"/>
                  </a:lnTo>
                  <a:lnTo>
                    <a:pt x="420448" y="353912"/>
                  </a:lnTo>
                  <a:lnTo>
                    <a:pt x="418384" y="352867"/>
                  </a:lnTo>
                  <a:lnTo>
                    <a:pt x="417250" y="351701"/>
                  </a:lnTo>
                  <a:lnTo>
                    <a:pt x="415878" y="351495"/>
                  </a:lnTo>
                  <a:lnTo>
                    <a:pt x="414822" y="351659"/>
                  </a:lnTo>
                  <a:lnTo>
                    <a:pt x="413401" y="355910"/>
                  </a:lnTo>
                  <a:lnTo>
                    <a:pt x="412173" y="355977"/>
                  </a:lnTo>
                  <a:lnTo>
                    <a:pt x="411413" y="356255"/>
                  </a:lnTo>
                  <a:lnTo>
                    <a:pt x="410433" y="355838"/>
                  </a:lnTo>
                  <a:lnTo>
                    <a:pt x="409564" y="355973"/>
                  </a:lnTo>
                  <a:lnTo>
                    <a:pt x="409230" y="356041"/>
                  </a:lnTo>
                  <a:lnTo>
                    <a:pt x="408616" y="356690"/>
                  </a:lnTo>
                  <a:lnTo>
                    <a:pt x="407835" y="358633"/>
                  </a:lnTo>
                  <a:lnTo>
                    <a:pt x="407583" y="360680"/>
                  </a:lnTo>
                  <a:lnTo>
                    <a:pt x="407725" y="360948"/>
                  </a:lnTo>
                  <a:lnTo>
                    <a:pt x="407614" y="361479"/>
                  </a:lnTo>
                  <a:lnTo>
                    <a:pt x="407188" y="361979"/>
                  </a:lnTo>
                  <a:lnTo>
                    <a:pt x="407048" y="363482"/>
                  </a:lnTo>
                  <a:lnTo>
                    <a:pt x="406799" y="363873"/>
                  </a:lnTo>
                  <a:lnTo>
                    <a:pt x="406380" y="363844"/>
                  </a:lnTo>
                  <a:lnTo>
                    <a:pt x="405779" y="364266"/>
                  </a:lnTo>
                  <a:lnTo>
                    <a:pt x="405162" y="364075"/>
                  </a:lnTo>
                  <a:lnTo>
                    <a:pt x="403219" y="365552"/>
                  </a:lnTo>
                  <a:lnTo>
                    <a:pt x="402790" y="366195"/>
                  </a:lnTo>
                  <a:lnTo>
                    <a:pt x="401747" y="366108"/>
                  </a:lnTo>
                  <a:lnTo>
                    <a:pt x="401494" y="366693"/>
                  </a:lnTo>
                  <a:lnTo>
                    <a:pt x="400613" y="366959"/>
                  </a:lnTo>
                  <a:lnTo>
                    <a:pt x="400510" y="367536"/>
                  </a:lnTo>
                  <a:lnTo>
                    <a:pt x="399609" y="368232"/>
                  </a:lnTo>
                  <a:lnTo>
                    <a:pt x="398617" y="368635"/>
                  </a:lnTo>
                  <a:lnTo>
                    <a:pt x="395942" y="371424"/>
                  </a:lnTo>
                  <a:lnTo>
                    <a:pt x="395104" y="371165"/>
                  </a:lnTo>
                  <a:lnTo>
                    <a:pt x="394237" y="371210"/>
                  </a:lnTo>
                  <a:lnTo>
                    <a:pt x="392270" y="372301"/>
                  </a:lnTo>
                  <a:lnTo>
                    <a:pt x="392092" y="373020"/>
                  </a:lnTo>
                  <a:lnTo>
                    <a:pt x="391540" y="373416"/>
                  </a:lnTo>
                  <a:lnTo>
                    <a:pt x="391178" y="374119"/>
                  </a:lnTo>
                  <a:lnTo>
                    <a:pt x="389725" y="374888"/>
                  </a:lnTo>
                  <a:lnTo>
                    <a:pt x="389347" y="375612"/>
                  </a:lnTo>
                  <a:lnTo>
                    <a:pt x="389291" y="376800"/>
                  </a:lnTo>
                  <a:lnTo>
                    <a:pt x="388712" y="377585"/>
                  </a:lnTo>
                  <a:lnTo>
                    <a:pt x="388948" y="380976"/>
                  </a:lnTo>
                  <a:lnTo>
                    <a:pt x="388685" y="381449"/>
                  </a:lnTo>
                  <a:lnTo>
                    <a:pt x="388663" y="382815"/>
                  </a:lnTo>
                  <a:lnTo>
                    <a:pt x="387927" y="383213"/>
                  </a:lnTo>
                  <a:lnTo>
                    <a:pt x="386606" y="384496"/>
                  </a:lnTo>
                  <a:lnTo>
                    <a:pt x="386100" y="384600"/>
                  </a:lnTo>
                  <a:lnTo>
                    <a:pt x="385227" y="384219"/>
                  </a:lnTo>
                  <a:lnTo>
                    <a:pt x="384145" y="384562"/>
                  </a:lnTo>
                  <a:lnTo>
                    <a:pt x="383071" y="384168"/>
                  </a:lnTo>
                  <a:lnTo>
                    <a:pt x="381852" y="384201"/>
                  </a:lnTo>
                  <a:lnTo>
                    <a:pt x="379206" y="385067"/>
                  </a:lnTo>
                  <a:lnTo>
                    <a:pt x="377680" y="384708"/>
                  </a:lnTo>
                  <a:lnTo>
                    <a:pt x="377291" y="385086"/>
                  </a:lnTo>
                  <a:lnTo>
                    <a:pt x="377653" y="385826"/>
                  </a:lnTo>
                  <a:lnTo>
                    <a:pt x="376700" y="385805"/>
                  </a:lnTo>
                  <a:lnTo>
                    <a:pt x="376639" y="385619"/>
                  </a:lnTo>
                  <a:lnTo>
                    <a:pt x="374928" y="386190"/>
                  </a:lnTo>
                  <a:lnTo>
                    <a:pt x="372752" y="386027"/>
                  </a:lnTo>
                  <a:lnTo>
                    <a:pt x="371888" y="386171"/>
                  </a:lnTo>
                  <a:lnTo>
                    <a:pt x="371069" y="385937"/>
                  </a:lnTo>
                  <a:lnTo>
                    <a:pt x="369615" y="386684"/>
                  </a:lnTo>
                  <a:lnTo>
                    <a:pt x="368848" y="388133"/>
                  </a:lnTo>
                  <a:lnTo>
                    <a:pt x="368049" y="388621"/>
                  </a:lnTo>
                  <a:lnTo>
                    <a:pt x="367221" y="388656"/>
                  </a:lnTo>
                  <a:lnTo>
                    <a:pt x="365178" y="388190"/>
                  </a:lnTo>
                  <a:lnTo>
                    <a:pt x="364461" y="388287"/>
                  </a:lnTo>
                  <a:lnTo>
                    <a:pt x="363975" y="388650"/>
                  </a:lnTo>
                  <a:lnTo>
                    <a:pt x="362578" y="388372"/>
                  </a:lnTo>
                  <a:lnTo>
                    <a:pt x="361595" y="388775"/>
                  </a:lnTo>
                  <a:lnTo>
                    <a:pt x="360658" y="389866"/>
                  </a:lnTo>
                  <a:lnTo>
                    <a:pt x="357574" y="390326"/>
                  </a:lnTo>
                  <a:lnTo>
                    <a:pt x="356751" y="391024"/>
                  </a:lnTo>
                  <a:lnTo>
                    <a:pt x="356109" y="391109"/>
                  </a:lnTo>
                  <a:lnTo>
                    <a:pt x="354905" y="390673"/>
                  </a:lnTo>
                  <a:lnTo>
                    <a:pt x="354343" y="391396"/>
                  </a:lnTo>
                  <a:lnTo>
                    <a:pt x="353102" y="391552"/>
                  </a:lnTo>
                  <a:lnTo>
                    <a:pt x="352458" y="391409"/>
                  </a:lnTo>
                  <a:lnTo>
                    <a:pt x="351135" y="392005"/>
                  </a:lnTo>
                  <a:lnTo>
                    <a:pt x="349667" y="391556"/>
                  </a:lnTo>
                  <a:lnTo>
                    <a:pt x="349229" y="391768"/>
                  </a:lnTo>
                  <a:lnTo>
                    <a:pt x="348538" y="392866"/>
                  </a:lnTo>
                  <a:lnTo>
                    <a:pt x="348596" y="394025"/>
                  </a:lnTo>
                  <a:lnTo>
                    <a:pt x="348362" y="394854"/>
                  </a:lnTo>
                  <a:lnTo>
                    <a:pt x="346778" y="395804"/>
                  </a:lnTo>
                  <a:lnTo>
                    <a:pt x="345719" y="398277"/>
                  </a:lnTo>
                  <a:lnTo>
                    <a:pt x="344604" y="399497"/>
                  </a:lnTo>
                  <a:lnTo>
                    <a:pt x="343402" y="400057"/>
                  </a:lnTo>
                  <a:lnTo>
                    <a:pt x="343073" y="399792"/>
                  </a:lnTo>
                  <a:lnTo>
                    <a:pt x="342775" y="398872"/>
                  </a:lnTo>
                  <a:lnTo>
                    <a:pt x="342461" y="398792"/>
                  </a:lnTo>
                  <a:lnTo>
                    <a:pt x="341827" y="399876"/>
                  </a:lnTo>
                  <a:lnTo>
                    <a:pt x="338580" y="400210"/>
                  </a:lnTo>
                  <a:lnTo>
                    <a:pt x="336544" y="401756"/>
                  </a:lnTo>
                  <a:lnTo>
                    <a:pt x="335605" y="401477"/>
                  </a:lnTo>
                  <a:lnTo>
                    <a:pt x="334688" y="400739"/>
                  </a:lnTo>
                  <a:lnTo>
                    <a:pt x="334338" y="399682"/>
                  </a:lnTo>
                  <a:lnTo>
                    <a:pt x="330777" y="398660"/>
                  </a:lnTo>
                  <a:lnTo>
                    <a:pt x="329697" y="398539"/>
                  </a:lnTo>
                  <a:lnTo>
                    <a:pt x="328576" y="399067"/>
                  </a:lnTo>
                  <a:lnTo>
                    <a:pt x="326485" y="399213"/>
                  </a:lnTo>
                  <a:lnTo>
                    <a:pt x="326505" y="399455"/>
                  </a:lnTo>
                  <a:lnTo>
                    <a:pt x="325948" y="399496"/>
                  </a:lnTo>
                  <a:lnTo>
                    <a:pt x="324879" y="398661"/>
                  </a:lnTo>
                  <a:lnTo>
                    <a:pt x="322902" y="398525"/>
                  </a:lnTo>
                  <a:lnTo>
                    <a:pt x="321284" y="398003"/>
                  </a:lnTo>
                  <a:lnTo>
                    <a:pt x="322348" y="401153"/>
                  </a:lnTo>
                  <a:lnTo>
                    <a:pt x="321122" y="404636"/>
                  </a:lnTo>
                  <a:lnTo>
                    <a:pt x="321076" y="406263"/>
                  </a:lnTo>
                  <a:lnTo>
                    <a:pt x="321549" y="407306"/>
                  </a:lnTo>
                  <a:lnTo>
                    <a:pt x="320790" y="408211"/>
                  </a:lnTo>
                  <a:lnTo>
                    <a:pt x="318936" y="403837"/>
                  </a:lnTo>
                  <a:lnTo>
                    <a:pt x="317989" y="402510"/>
                  </a:lnTo>
                  <a:lnTo>
                    <a:pt x="316943" y="403608"/>
                  </a:lnTo>
                  <a:lnTo>
                    <a:pt x="315856" y="403130"/>
                  </a:lnTo>
                  <a:lnTo>
                    <a:pt x="313156" y="402592"/>
                  </a:lnTo>
                  <a:lnTo>
                    <a:pt x="312223" y="404273"/>
                  </a:lnTo>
                  <a:lnTo>
                    <a:pt x="312008" y="404192"/>
                  </a:lnTo>
                  <a:lnTo>
                    <a:pt x="310986" y="403318"/>
                  </a:lnTo>
                  <a:lnTo>
                    <a:pt x="311257" y="402198"/>
                  </a:lnTo>
                  <a:lnTo>
                    <a:pt x="310952" y="400826"/>
                  </a:lnTo>
                  <a:lnTo>
                    <a:pt x="309116" y="400956"/>
                  </a:lnTo>
                  <a:lnTo>
                    <a:pt x="309102" y="400306"/>
                  </a:lnTo>
                  <a:lnTo>
                    <a:pt x="308059" y="398692"/>
                  </a:lnTo>
                  <a:lnTo>
                    <a:pt x="308029" y="398081"/>
                  </a:lnTo>
                  <a:lnTo>
                    <a:pt x="307012" y="397878"/>
                  </a:lnTo>
                  <a:lnTo>
                    <a:pt x="306341" y="396262"/>
                  </a:lnTo>
                  <a:lnTo>
                    <a:pt x="304960" y="395576"/>
                  </a:lnTo>
                  <a:lnTo>
                    <a:pt x="305794" y="394444"/>
                  </a:lnTo>
                  <a:lnTo>
                    <a:pt x="304609" y="393436"/>
                  </a:lnTo>
                  <a:lnTo>
                    <a:pt x="303909" y="392184"/>
                  </a:lnTo>
                  <a:lnTo>
                    <a:pt x="304570" y="391865"/>
                  </a:lnTo>
                  <a:lnTo>
                    <a:pt x="305312" y="391111"/>
                  </a:lnTo>
                  <a:lnTo>
                    <a:pt x="304454" y="390332"/>
                  </a:lnTo>
                  <a:lnTo>
                    <a:pt x="304826" y="389888"/>
                  </a:lnTo>
                  <a:lnTo>
                    <a:pt x="303872" y="388558"/>
                  </a:lnTo>
                  <a:lnTo>
                    <a:pt x="303776" y="386833"/>
                  </a:lnTo>
                  <a:lnTo>
                    <a:pt x="303995" y="385702"/>
                  </a:lnTo>
                  <a:lnTo>
                    <a:pt x="302612" y="385770"/>
                  </a:lnTo>
                  <a:lnTo>
                    <a:pt x="302599" y="384812"/>
                  </a:lnTo>
                  <a:lnTo>
                    <a:pt x="302065" y="384900"/>
                  </a:lnTo>
                  <a:lnTo>
                    <a:pt x="301261" y="384132"/>
                  </a:lnTo>
                  <a:lnTo>
                    <a:pt x="300567" y="380638"/>
                  </a:lnTo>
                  <a:lnTo>
                    <a:pt x="299558" y="378959"/>
                  </a:lnTo>
                  <a:lnTo>
                    <a:pt x="297963" y="377736"/>
                  </a:lnTo>
                  <a:lnTo>
                    <a:pt x="296576" y="377318"/>
                  </a:lnTo>
                  <a:lnTo>
                    <a:pt x="294671" y="378117"/>
                  </a:lnTo>
                  <a:lnTo>
                    <a:pt x="294150" y="377690"/>
                  </a:lnTo>
                  <a:lnTo>
                    <a:pt x="292775" y="378668"/>
                  </a:lnTo>
                  <a:lnTo>
                    <a:pt x="292559" y="378494"/>
                  </a:lnTo>
                  <a:lnTo>
                    <a:pt x="292347" y="378765"/>
                  </a:lnTo>
                  <a:lnTo>
                    <a:pt x="292206" y="378463"/>
                  </a:lnTo>
                  <a:lnTo>
                    <a:pt x="291993" y="378992"/>
                  </a:lnTo>
                  <a:lnTo>
                    <a:pt x="291020" y="378876"/>
                  </a:lnTo>
                  <a:lnTo>
                    <a:pt x="289905" y="379398"/>
                  </a:lnTo>
                  <a:lnTo>
                    <a:pt x="289655" y="379582"/>
                  </a:lnTo>
                  <a:lnTo>
                    <a:pt x="289757" y="380064"/>
                  </a:lnTo>
                  <a:lnTo>
                    <a:pt x="289245" y="380209"/>
                  </a:lnTo>
                  <a:lnTo>
                    <a:pt x="288925" y="379214"/>
                  </a:lnTo>
                  <a:lnTo>
                    <a:pt x="288015" y="378449"/>
                  </a:lnTo>
                  <a:lnTo>
                    <a:pt x="287697" y="378768"/>
                  </a:lnTo>
                  <a:lnTo>
                    <a:pt x="286675" y="378435"/>
                  </a:lnTo>
                  <a:lnTo>
                    <a:pt x="284307" y="378185"/>
                  </a:lnTo>
                  <a:lnTo>
                    <a:pt x="282063" y="375123"/>
                  </a:lnTo>
                  <a:lnTo>
                    <a:pt x="280277" y="375110"/>
                  </a:lnTo>
                  <a:lnTo>
                    <a:pt x="278726" y="372372"/>
                  </a:lnTo>
                  <a:lnTo>
                    <a:pt x="277376" y="372925"/>
                  </a:lnTo>
                  <a:lnTo>
                    <a:pt x="273762" y="373257"/>
                  </a:lnTo>
                  <a:lnTo>
                    <a:pt x="273628" y="374450"/>
                  </a:lnTo>
                  <a:lnTo>
                    <a:pt x="273211" y="375012"/>
                  </a:lnTo>
                  <a:lnTo>
                    <a:pt x="273114" y="377165"/>
                  </a:lnTo>
                  <a:lnTo>
                    <a:pt x="270866" y="378379"/>
                  </a:lnTo>
                  <a:lnTo>
                    <a:pt x="270415" y="378066"/>
                  </a:lnTo>
                  <a:lnTo>
                    <a:pt x="269549" y="378228"/>
                  </a:lnTo>
                  <a:lnTo>
                    <a:pt x="269504" y="378542"/>
                  </a:lnTo>
                  <a:lnTo>
                    <a:pt x="269054" y="378297"/>
                  </a:lnTo>
                  <a:lnTo>
                    <a:pt x="266428" y="378518"/>
                  </a:lnTo>
                  <a:lnTo>
                    <a:pt x="265708" y="378188"/>
                  </a:lnTo>
                  <a:lnTo>
                    <a:pt x="265556" y="377571"/>
                  </a:lnTo>
                  <a:lnTo>
                    <a:pt x="265134" y="378191"/>
                  </a:lnTo>
                  <a:lnTo>
                    <a:pt x="265386" y="378684"/>
                  </a:lnTo>
                  <a:lnTo>
                    <a:pt x="264659" y="379248"/>
                  </a:lnTo>
                  <a:lnTo>
                    <a:pt x="264638" y="379913"/>
                  </a:lnTo>
                  <a:lnTo>
                    <a:pt x="263588" y="380713"/>
                  </a:lnTo>
                  <a:lnTo>
                    <a:pt x="262517" y="380930"/>
                  </a:lnTo>
                  <a:lnTo>
                    <a:pt x="262598" y="381176"/>
                  </a:lnTo>
                  <a:lnTo>
                    <a:pt x="262106" y="382023"/>
                  </a:lnTo>
                  <a:lnTo>
                    <a:pt x="261251" y="382469"/>
                  </a:lnTo>
                  <a:lnTo>
                    <a:pt x="261095" y="383003"/>
                  </a:lnTo>
                  <a:lnTo>
                    <a:pt x="259425" y="384549"/>
                  </a:lnTo>
                  <a:lnTo>
                    <a:pt x="259271" y="387386"/>
                  </a:lnTo>
                  <a:lnTo>
                    <a:pt x="259581" y="389675"/>
                  </a:lnTo>
                  <a:lnTo>
                    <a:pt x="259332" y="390601"/>
                  </a:lnTo>
                  <a:lnTo>
                    <a:pt x="256596" y="389837"/>
                  </a:lnTo>
                  <a:lnTo>
                    <a:pt x="254791" y="389756"/>
                  </a:lnTo>
                  <a:lnTo>
                    <a:pt x="254433" y="388392"/>
                  </a:lnTo>
                  <a:lnTo>
                    <a:pt x="254160" y="388443"/>
                  </a:lnTo>
                  <a:lnTo>
                    <a:pt x="252185" y="389408"/>
                  </a:lnTo>
                  <a:lnTo>
                    <a:pt x="250431" y="388414"/>
                  </a:lnTo>
                  <a:lnTo>
                    <a:pt x="249537" y="388383"/>
                  </a:lnTo>
                  <a:lnTo>
                    <a:pt x="248939" y="388687"/>
                  </a:lnTo>
                  <a:lnTo>
                    <a:pt x="249324" y="389114"/>
                  </a:lnTo>
                  <a:lnTo>
                    <a:pt x="249105" y="390217"/>
                  </a:lnTo>
                  <a:lnTo>
                    <a:pt x="249714" y="391468"/>
                  </a:lnTo>
                  <a:lnTo>
                    <a:pt x="252337" y="392155"/>
                  </a:lnTo>
                  <a:lnTo>
                    <a:pt x="254349" y="393039"/>
                  </a:lnTo>
                  <a:lnTo>
                    <a:pt x="254814" y="393603"/>
                  </a:lnTo>
                  <a:lnTo>
                    <a:pt x="254532" y="394409"/>
                  </a:lnTo>
                  <a:lnTo>
                    <a:pt x="257177" y="396143"/>
                  </a:lnTo>
                  <a:lnTo>
                    <a:pt x="257695" y="396696"/>
                  </a:lnTo>
                  <a:lnTo>
                    <a:pt x="258439" y="398244"/>
                  </a:lnTo>
                  <a:lnTo>
                    <a:pt x="258555" y="399063"/>
                  </a:lnTo>
                  <a:lnTo>
                    <a:pt x="258338" y="399938"/>
                  </a:lnTo>
                  <a:lnTo>
                    <a:pt x="256720" y="403766"/>
                  </a:lnTo>
                  <a:lnTo>
                    <a:pt x="256769" y="403958"/>
                  </a:lnTo>
                  <a:lnTo>
                    <a:pt x="257580" y="404158"/>
                  </a:lnTo>
                  <a:lnTo>
                    <a:pt x="257528" y="404325"/>
                  </a:lnTo>
                  <a:lnTo>
                    <a:pt x="257205" y="404249"/>
                  </a:lnTo>
                  <a:lnTo>
                    <a:pt x="256736" y="404663"/>
                  </a:lnTo>
                  <a:lnTo>
                    <a:pt x="255775" y="406372"/>
                  </a:lnTo>
                  <a:lnTo>
                    <a:pt x="254467" y="407531"/>
                  </a:lnTo>
                  <a:lnTo>
                    <a:pt x="253436" y="408122"/>
                  </a:lnTo>
                  <a:lnTo>
                    <a:pt x="242894" y="411547"/>
                  </a:lnTo>
                  <a:lnTo>
                    <a:pt x="242038" y="412227"/>
                  </a:lnTo>
                  <a:lnTo>
                    <a:pt x="240394" y="414244"/>
                  </a:lnTo>
                  <a:lnTo>
                    <a:pt x="237292" y="415860"/>
                  </a:lnTo>
                  <a:lnTo>
                    <a:pt x="235445" y="416066"/>
                  </a:lnTo>
                  <a:lnTo>
                    <a:pt x="232941" y="415658"/>
                  </a:lnTo>
                  <a:lnTo>
                    <a:pt x="231928" y="415753"/>
                  </a:lnTo>
                  <a:lnTo>
                    <a:pt x="230889" y="416344"/>
                  </a:lnTo>
                  <a:lnTo>
                    <a:pt x="226737" y="419643"/>
                  </a:lnTo>
                  <a:lnTo>
                    <a:pt x="225747" y="419981"/>
                  </a:lnTo>
                  <a:lnTo>
                    <a:pt x="224398" y="419965"/>
                  </a:lnTo>
                  <a:lnTo>
                    <a:pt x="223899" y="420263"/>
                  </a:lnTo>
                  <a:lnTo>
                    <a:pt x="223280" y="422296"/>
                  </a:lnTo>
                  <a:lnTo>
                    <a:pt x="223177" y="423378"/>
                  </a:lnTo>
                  <a:lnTo>
                    <a:pt x="223246" y="426091"/>
                  </a:lnTo>
                  <a:lnTo>
                    <a:pt x="223529" y="427228"/>
                  </a:lnTo>
                  <a:lnTo>
                    <a:pt x="225539" y="428332"/>
                  </a:lnTo>
                  <a:lnTo>
                    <a:pt x="227872" y="428914"/>
                  </a:lnTo>
                  <a:lnTo>
                    <a:pt x="229490" y="429829"/>
                  </a:lnTo>
                  <a:lnTo>
                    <a:pt x="229941" y="430676"/>
                  </a:lnTo>
                  <a:lnTo>
                    <a:pt x="230822" y="431589"/>
                  </a:lnTo>
                  <a:lnTo>
                    <a:pt x="231657" y="431411"/>
                  </a:lnTo>
                  <a:lnTo>
                    <a:pt x="233438" y="432538"/>
                  </a:lnTo>
                  <a:lnTo>
                    <a:pt x="233891" y="433078"/>
                  </a:lnTo>
                  <a:lnTo>
                    <a:pt x="233009" y="433148"/>
                  </a:lnTo>
                  <a:lnTo>
                    <a:pt x="231666" y="434510"/>
                  </a:lnTo>
                  <a:lnTo>
                    <a:pt x="231112" y="434239"/>
                  </a:lnTo>
                  <a:lnTo>
                    <a:pt x="231108" y="434717"/>
                  </a:lnTo>
                  <a:lnTo>
                    <a:pt x="230301" y="435104"/>
                  </a:lnTo>
                  <a:lnTo>
                    <a:pt x="229901" y="435708"/>
                  </a:lnTo>
                  <a:lnTo>
                    <a:pt x="229898" y="436807"/>
                  </a:lnTo>
                  <a:lnTo>
                    <a:pt x="229290" y="436950"/>
                  </a:lnTo>
                  <a:lnTo>
                    <a:pt x="229075" y="438263"/>
                  </a:lnTo>
                  <a:lnTo>
                    <a:pt x="228602" y="438376"/>
                  </a:lnTo>
                  <a:lnTo>
                    <a:pt x="227977" y="439540"/>
                  </a:lnTo>
                  <a:lnTo>
                    <a:pt x="228470" y="440361"/>
                  </a:lnTo>
                  <a:lnTo>
                    <a:pt x="227977" y="440897"/>
                  </a:lnTo>
                  <a:lnTo>
                    <a:pt x="227900" y="441968"/>
                  </a:lnTo>
                  <a:lnTo>
                    <a:pt x="228586" y="442514"/>
                  </a:lnTo>
                  <a:lnTo>
                    <a:pt x="228630" y="443872"/>
                  </a:lnTo>
                  <a:lnTo>
                    <a:pt x="227208" y="445170"/>
                  </a:lnTo>
                  <a:lnTo>
                    <a:pt x="225153" y="448441"/>
                  </a:lnTo>
                  <a:lnTo>
                    <a:pt x="225341" y="449303"/>
                  </a:lnTo>
                  <a:lnTo>
                    <a:pt x="225240" y="450496"/>
                  </a:lnTo>
                  <a:lnTo>
                    <a:pt x="225560" y="450465"/>
                  </a:lnTo>
                  <a:lnTo>
                    <a:pt x="226494" y="452014"/>
                  </a:lnTo>
                  <a:lnTo>
                    <a:pt x="227400" y="453033"/>
                  </a:lnTo>
                  <a:lnTo>
                    <a:pt x="227634" y="453023"/>
                  </a:lnTo>
                  <a:lnTo>
                    <a:pt x="227689" y="453473"/>
                  </a:lnTo>
                  <a:lnTo>
                    <a:pt x="229409" y="452174"/>
                  </a:lnTo>
                  <a:lnTo>
                    <a:pt x="230909" y="452351"/>
                  </a:lnTo>
                  <a:lnTo>
                    <a:pt x="230763" y="453058"/>
                  </a:lnTo>
                  <a:lnTo>
                    <a:pt x="230311" y="453565"/>
                  </a:lnTo>
                  <a:lnTo>
                    <a:pt x="230253" y="454404"/>
                  </a:lnTo>
                  <a:lnTo>
                    <a:pt x="229419" y="455013"/>
                  </a:lnTo>
                  <a:lnTo>
                    <a:pt x="229492" y="455564"/>
                  </a:lnTo>
                  <a:lnTo>
                    <a:pt x="229129" y="456357"/>
                  </a:lnTo>
                  <a:lnTo>
                    <a:pt x="228460" y="457017"/>
                  </a:lnTo>
                  <a:lnTo>
                    <a:pt x="227866" y="457211"/>
                  </a:lnTo>
                  <a:lnTo>
                    <a:pt x="227420" y="457870"/>
                  </a:lnTo>
                  <a:lnTo>
                    <a:pt x="226900" y="459606"/>
                  </a:lnTo>
                  <a:lnTo>
                    <a:pt x="228498" y="464260"/>
                  </a:lnTo>
                  <a:lnTo>
                    <a:pt x="228519" y="464631"/>
                  </a:lnTo>
                  <a:lnTo>
                    <a:pt x="228006" y="465593"/>
                  </a:lnTo>
                  <a:lnTo>
                    <a:pt x="225675" y="466437"/>
                  </a:lnTo>
                  <a:lnTo>
                    <a:pt x="224522" y="467234"/>
                  </a:lnTo>
                  <a:lnTo>
                    <a:pt x="223841" y="467398"/>
                  </a:lnTo>
                  <a:lnTo>
                    <a:pt x="223500" y="467721"/>
                  </a:lnTo>
                  <a:lnTo>
                    <a:pt x="223367" y="468336"/>
                  </a:lnTo>
                  <a:lnTo>
                    <a:pt x="219794" y="467864"/>
                  </a:lnTo>
                  <a:lnTo>
                    <a:pt x="218203" y="467980"/>
                  </a:lnTo>
                  <a:lnTo>
                    <a:pt x="218302" y="466449"/>
                  </a:lnTo>
                  <a:lnTo>
                    <a:pt x="216957" y="465983"/>
                  </a:lnTo>
                  <a:lnTo>
                    <a:pt x="214262" y="466525"/>
                  </a:lnTo>
                  <a:lnTo>
                    <a:pt x="212370" y="467712"/>
                  </a:lnTo>
                  <a:lnTo>
                    <a:pt x="211159" y="466385"/>
                  </a:lnTo>
                  <a:lnTo>
                    <a:pt x="210932" y="465698"/>
                  </a:lnTo>
                  <a:lnTo>
                    <a:pt x="210427" y="465602"/>
                  </a:lnTo>
                  <a:lnTo>
                    <a:pt x="203913" y="465959"/>
                  </a:lnTo>
                  <a:lnTo>
                    <a:pt x="200826" y="465359"/>
                  </a:lnTo>
                  <a:lnTo>
                    <a:pt x="198010" y="465547"/>
                  </a:lnTo>
                  <a:lnTo>
                    <a:pt x="197551" y="465400"/>
                  </a:lnTo>
                  <a:lnTo>
                    <a:pt x="194751" y="466918"/>
                  </a:lnTo>
                  <a:lnTo>
                    <a:pt x="194521" y="466726"/>
                  </a:lnTo>
                  <a:lnTo>
                    <a:pt x="193537" y="466679"/>
                  </a:lnTo>
                  <a:lnTo>
                    <a:pt x="191907" y="467204"/>
                  </a:lnTo>
                  <a:lnTo>
                    <a:pt x="190728" y="466802"/>
                  </a:lnTo>
                  <a:lnTo>
                    <a:pt x="187715" y="466343"/>
                  </a:lnTo>
                  <a:lnTo>
                    <a:pt x="187419" y="465819"/>
                  </a:lnTo>
                  <a:lnTo>
                    <a:pt x="187017" y="465796"/>
                  </a:lnTo>
                  <a:lnTo>
                    <a:pt x="186030" y="465169"/>
                  </a:lnTo>
                  <a:lnTo>
                    <a:pt x="185209" y="464307"/>
                  </a:lnTo>
                  <a:lnTo>
                    <a:pt x="184769" y="463148"/>
                  </a:lnTo>
                  <a:lnTo>
                    <a:pt x="185028" y="462610"/>
                  </a:lnTo>
                  <a:lnTo>
                    <a:pt x="184438" y="461786"/>
                  </a:lnTo>
                  <a:lnTo>
                    <a:pt x="184649" y="461623"/>
                  </a:lnTo>
                  <a:lnTo>
                    <a:pt x="184377" y="461160"/>
                  </a:lnTo>
                  <a:lnTo>
                    <a:pt x="183950" y="460846"/>
                  </a:lnTo>
                  <a:lnTo>
                    <a:pt x="183875" y="460210"/>
                  </a:lnTo>
                  <a:lnTo>
                    <a:pt x="183568" y="459956"/>
                  </a:lnTo>
                  <a:lnTo>
                    <a:pt x="182798" y="459982"/>
                  </a:lnTo>
                  <a:lnTo>
                    <a:pt x="182401" y="459427"/>
                  </a:lnTo>
                  <a:lnTo>
                    <a:pt x="182163" y="459729"/>
                  </a:lnTo>
                  <a:lnTo>
                    <a:pt x="181797" y="459699"/>
                  </a:lnTo>
                  <a:lnTo>
                    <a:pt x="181777" y="459321"/>
                  </a:lnTo>
                  <a:lnTo>
                    <a:pt x="181550" y="459233"/>
                  </a:lnTo>
                  <a:lnTo>
                    <a:pt x="180781" y="459482"/>
                  </a:lnTo>
                  <a:lnTo>
                    <a:pt x="180600" y="459343"/>
                  </a:lnTo>
                  <a:lnTo>
                    <a:pt x="180340" y="459575"/>
                  </a:lnTo>
                  <a:lnTo>
                    <a:pt x="179985" y="458994"/>
                  </a:lnTo>
                  <a:lnTo>
                    <a:pt x="179650" y="459385"/>
                  </a:lnTo>
                  <a:lnTo>
                    <a:pt x="178517" y="458583"/>
                  </a:lnTo>
                  <a:lnTo>
                    <a:pt x="177460" y="458468"/>
                  </a:lnTo>
                  <a:lnTo>
                    <a:pt x="177165" y="458840"/>
                  </a:lnTo>
                  <a:lnTo>
                    <a:pt x="176670" y="459304"/>
                  </a:lnTo>
                  <a:lnTo>
                    <a:pt x="176473" y="458623"/>
                  </a:lnTo>
                  <a:lnTo>
                    <a:pt x="175861" y="458688"/>
                  </a:lnTo>
                  <a:lnTo>
                    <a:pt x="175532" y="458134"/>
                  </a:lnTo>
                  <a:lnTo>
                    <a:pt x="174974" y="458121"/>
                  </a:lnTo>
                  <a:lnTo>
                    <a:pt x="175112" y="458638"/>
                  </a:lnTo>
                  <a:lnTo>
                    <a:pt x="174941" y="458765"/>
                  </a:lnTo>
                  <a:lnTo>
                    <a:pt x="174452" y="458414"/>
                  </a:lnTo>
                  <a:lnTo>
                    <a:pt x="173066" y="458586"/>
                  </a:lnTo>
                  <a:lnTo>
                    <a:pt x="172706" y="458394"/>
                  </a:lnTo>
                  <a:lnTo>
                    <a:pt x="172717" y="458049"/>
                  </a:lnTo>
                  <a:lnTo>
                    <a:pt x="172247" y="458013"/>
                  </a:lnTo>
                  <a:lnTo>
                    <a:pt x="171817" y="457487"/>
                  </a:lnTo>
                  <a:lnTo>
                    <a:pt x="170206" y="457771"/>
                  </a:lnTo>
                  <a:lnTo>
                    <a:pt x="168194" y="457142"/>
                  </a:lnTo>
                  <a:lnTo>
                    <a:pt x="167328" y="456051"/>
                  </a:lnTo>
                  <a:lnTo>
                    <a:pt x="164288" y="453314"/>
                  </a:lnTo>
                  <a:lnTo>
                    <a:pt x="164348" y="453100"/>
                  </a:lnTo>
                  <a:lnTo>
                    <a:pt x="163046" y="452298"/>
                  </a:lnTo>
                  <a:lnTo>
                    <a:pt x="161319" y="449682"/>
                  </a:lnTo>
                  <a:lnTo>
                    <a:pt x="160616" y="447821"/>
                  </a:lnTo>
                  <a:lnTo>
                    <a:pt x="160055" y="447356"/>
                  </a:lnTo>
                  <a:lnTo>
                    <a:pt x="159113" y="447052"/>
                  </a:lnTo>
                  <a:lnTo>
                    <a:pt x="158472" y="446196"/>
                  </a:lnTo>
                  <a:lnTo>
                    <a:pt x="156923" y="445448"/>
                  </a:lnTo>
                  <a:lnTo>
                    <a:pt x="155486" y="444103"/>
                  </a:lnTo>
                  <a:lnTo>
                    <a:pt x="155079" y="443152"/>
                  </a:lnTo>
                  <a:lnTo>
                    <a:pt x="155140" y="442825"/>
                  </a:lnTo>
                  <a:lnTo>
                    <a:pt x="154205" y="441963"/>
                  </a:lnTo>
                  <a:lnTo>
                    <a:pt x="152896" y="441922"/>
                  </a:lnTo>
                  <a:lnTo>
                    <a:pt x="151333" y="441405"/>
                  </a:lnTo>
                  <a:lnTo>
                    <a:pt x="150966" y="441066"/>
                  </a:lnTo>
                  <a:lnTo>
                    <a:pt x="150408" y="439913"/>
                  </a:lnTo>
                  <a:lnTo>
                    <a:pt x="148715" y="437825"/>
                  </a:lnTo>
                  <a:lnTo>
                    <a:pt x="148550" y="437306"/>
                  </a:lnTo>
                  <a:lnTo>
                    <a:pt x="147334" y="436191"/>
                  </a:lnTo>
                  <a:lnTo>
                    <a:pt x="147746" y="435541"/>
                  </a:lnTo>
                  <a:lnTo>
                    <a:pt x="146653" y="434028"/>
                  </a:lnTo>
                  <a:lnTo>
                    <a:pt x="146202" y="432837"/>
                  </a:lnTo>
                  <a:lnTo>
                    <a:pt x="145372" y="432633"/>
                  </a:lnTo>
                  <a:lnTo>
                    <a:pt x="145785" y="431965"/>
                  </a:lnTo>
                  <a:lnTo>
                    <a:pt x="145366" y="431616"/>
                  </a:lnTo>
                  <a:lnTo>
                    <a:pt x="145126" y="431966"/>
                  </a:lnTo>
                  <a:lnTo>
                    <a:pt x="144828" y="431922"/>
                  </a:lnTo>
                  <a:lnTo>
                    <a:pt x="144502" y="431140"/>
                  </a:lnTo>
                  <a:lnTo>
                    <a:pt x="144789" y="430926"/>
                  </a:lnTo>
                  <a:lnTo>
                    <a:pt x="144857" y="430749"/>
                  </a:lnTo>
                  <a:lnTo>
                    <a:pt x="144591" y="430603"/>
                  </a:lnTo>
                  <a:lnTo>
                    <a:pt x="144926" y="430179"/>
                  </a:lnTo>
                  <a:lnTo>
                    <a:pt x="144133" y="429278"/>
                  </a:lnTo>
                  <a:lnTo>
                    <a:pt x="143903" y="428675"/>
                  </a:lnTo>
                  <a:lnTo>
                    <a:pt x="141685" y="428796"/>
                  </a:lnTo>
                  <a:lnTo>
                    <a:pt x="141407" y="428653"/>
                  </a:lnTo>
                  <a:lnTo>
                    <a:pt x="141326" y="428226"/>
                  </a:lnTo>
                  <a:lnTo>
                    <a:pt x="140851" y="428254"/>
                  </a:lnTo>
                  <a:lnTo>
                    <a:pt x="138573" y="427342"/>
                  </a:lnTo>
                  <a:lnTo>
                    <a:pt x="138201" y="426484"/>
                  </a:lnTo>
                  <a:lnTo>
                    <a:pt x="138319" y="426096"/>
                  </a:lnTo>
                  <a:lnTo>
                    <a:pt x="137518" y="425436"/>
                  </a:lnTo>
                  <a:lnTo>
                    <a:pt x="136209" y="423692"/>
                  </a:lnTo>
                  <a:lnTo>
                    <a:pt x="135102" y="423272"/>
                  </a:lnTo>
                  <a:lnTo>
                    <a:pt x="134488" y="423397"/>
                  </a:lnTo>
                  <a:lnTo>
                    <a:pt x="133772" y="424032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pg41">
              <a:extLst>
                <a:ext uri="{FF2B5EF4-FFF2-40B4-BE49-F238E27FC236}">
                  <a16:creationId xmlns:a16="http://schemas.microsoft.com/office/drawing/2014/main" id="{50E413E2-E015-916B-21C3-11C792EC4D58}"/>
                </a:ext>
              </a:extLst>
            </p:cNvPr>
            <p:cNvSpPr/>
            <p:nvPr/>
          </p:nvSpPr>
          <p:spPr>
            <a:xfrm>
              <a:off x="6004984" y="1848257"/>
              <a:ext cx="318436" cy="403670"/>
            </a:xfrm>
            <a:custGeom>
              <a:avLst/>
              <a:gdLst/>
              <a:ahLst/>
              <a:cxnLst/>
              <a:rect l="0" t="0" r="0" b="0"/>
              <a:pathLst>
                <a:path w="318436" h="403670">
                  <a:moveTo>
                    <a:pt x="9468" y="269473"/>
                  </a:moveTo>
                  <a:lnTo>
                    <a:pt x="7762" y="267892"/>
                  </a:lnTo>
                  <a:lnTo>
                    <a:pt x="3926" y="265980"/>
                  </a:lnTo>
                  <a:lnTo>
                    <a:pt x="2440" y="263282"/>
                  </a:lnTo>
                  <a:lnTo>
                    <a:pt x="2329" y="260458"/>
                  </a:lnTo>
                  <a:lnTo>
                    <a:pt x="1423" y="258229"/>
                  </a:lnTo>
                  <a:lnTo>
                    <a:pt x="683" y="257289"/>
                  </a:lnTo>
                  <a:lnTo>
                    <a:pt x="266" y="255682"/>
                  </a:lnTo>
                  <a:lnTo>
                    <a:pt x="1057" y="253134"/>
                  </a:lnTo>
                  <a:lnTo>
                    <a:pt x="566" y="251736"/>
                  </a:lnTo>
                  <a:lnTo>
                    <a:pt x="945" y="250627"/>
                  </a:lnTo>
                  <a:lnTo>
                    <a:pt x="2579" y="248656"/>
                  </a:lnTo>
                  <a:lnTo>
                    <a:pt x="4365" y="247101"/>
                  </a:lnTo>
                  <a:lnTo>
                    <a:pt x="5194" y="245088"/>
                  </a:lnTo>
                  <a:lnTo>
                    <a:pt x="7509" y="242291"/>
                  </a:lnTo>
                  <a:lnTo>
                    <a:pt x="8940" y="241982"/>
                  </a:lnTo>
                  <a:lnTo>
                    <a:pt x="10057" y="241077"/>
                  </a:lnTo>
                  <a:lnTo>
                    <a:pt x="14204" y="236399"/>
                  </a:lnTo>
                  <a:lnTo>
                    <a:pt x="13547" y="235335"/>
                  </a:lnTo>
                  <a:lnTo>
                    <a:pt x="12470" y="231583"/>
                  </a:lnTo>
                  <a:lnTo>
                    <a:pt x="12489" y="225549"/>
                  </a:lnTo>
                  <a:lnTo>
                    <a:pt x="13781" y="225618"/>
                  </a:lnTo>
                  <a:lnTo>
                    <a:pt x="14173" y="225334"/>
                  </a:lnTo>
                  <a:lnTo>
                    <a:pt x="15093" y="224217"/>
                  </a:lnTo>
                  <a:lnTo>
                    <a:pt x="16266" y="222191"/>
                  </a:lnTo>
                  <a:lnTo>
                    <a:pt x="15870" y="221193"/>
                  </a:lnTo>
                  <a:lnTo>
                    <a:pt x="15027" y="220046"/>
                  </a:lnTo>
                  <a:lnTo>
                    <a:pt x="14132" y="219453"/>
                  </a:lnTo>
                  <a:lnTo>
                    <a:pt x="12392" y="217733"/>
                  </a:lnTo>
                  <a:lnTo>
                    <a:pt x="8978" y="216735"/>
                  </a:lnTo>
                  <a:lnTo>
                    <a:pt x="3800" y="215860"/>
                  </a:lnTo>
                  <a:lnTo>
                    <a:pt x="2135" y="215094"/>
                  </a:lnTo>
                  <a:lnTo>
                    <a:pt x="1374" y="214463"/>
                  </a:lnTo>
                  <a:lnTo>
                    <a:pt x="1624" y="212963"/>
                  </a:lnTo>
                  <a:lnTo>
                    <a:pt x="1284" y="211253"/>
                  </a:lnTo>
                  <a:lnTo>
                    <a:pt x="236" y="209260"/>
                  </a:lnTo>
                  <a:lnTo>
                    <a:pt x="0" y="207346"/>
                  </a:lnTo>
                  <a:lnTo>
                    <a:pt x="970" y="206168"/>
                  </a:lnTo>
                  <a:lnTo>
                    <a:pt x="3259" y="204305"/>
                  </a:lnTo>
                  <a:lnTo>
                    <a:pt x="4809" y="201925"/>
                  </a:lnTo>
                  <a:lnTo>
                    <a:pt x="5435" y="201311"/>
                  </a:lnTo>
                  <a:lnTo>
                    <a:pt x="7373" y="200465"/>
                  </a:lnTo>
                  <a:lnTo>
                    <a:pt x="11314" y="197882"/>
                  </a:lnTo>
                  <a:lnTo>
                    <a:pt x="13238" y="195281"/>
                  </a:lnTo>
                  <a:lnTo>
                    <a:pt x="13771" y="193718"/>
                  </a:lnTo>
                  <a:lnTo>
                    <a:pt x="18029" y="192644"/>
                  </a:lnTo>
                  <a:lnTo>
                    <a:pt x="19824" y="192556"/>
                  </a:lnTo>
                  <a:lnTo>
                    <a:pt x="21486" y="191879"/>
                  </a:lnTo>
                  <a:lnTo>
                    <a:pt x="22655" y="190898"/>
                  </a:lnTo>
                  <a:lnTo>
                    <a:pt x="23884" y="188735"/>
                  </a:lnTo>
                  <a:lnTo>
                    <a:pt x="24661" y="188349"/>
                  </a:lnTo>
                  <a:lnTo>
                    <a:pt x="25515" y="187010"/>
                  </a:lnTo>
                  <a:lnTo>
                    <a:pt x="26179" y="186355"/>
                  </a:lnTo>
                  <a:lnTo>
                    <a:pt x="27597" y="185725"/>
                  </a:lnTo>
                  <a:lnTo>
                    <a:pt x="28996" y="185441"/>
                  </a:lnTo>
                  <a:lnTo>
                    <a:pt x="32268" y="184256"/>
                  </a:lnTo>
                  <a:lnTo>
                    <a:pt x="34426" y="184217"/>
                  </a:lnTo>
                  <a:lnTo>
                    <a:pt x="35400" y="183844"/>
                  </a:lnTo>
                  <a:lnTo>
                    <a:pt x="36046" y="184021"/>
                  </a:lnTo>
                  <a:lnTo>
                    <a:pt x="40069" y="182567"/>
                  </a:lnTo>
                  <a:lnTo>
                    <a:pt x="42818" y="182659"/>
                  </a:lnTo>
                  <a:lnTo>
                    <a:pt x="45293" y="182281"/>
                  </a:lnTo>
                  <a:lnTo>
                    <a:pt x="46495" y="181744"/>
                  </a:lnTo>
                  <a:lnTo>
                    <a:pt x="48275" y="180731"/>
                  </a:lnTo>
                  <a:lnTo>
                    <a:pt x="50977" y="178758"/>
                  </a:lnTo>
                  <a:lnTo>
                    <a:pt x="50968" y="178255"/>
                  </a:lnTo>
                  <a:lnTo>
                    <a:pt x="51797" y="176042"/>
                  </a:lnTo>
                  <a:lnTo>
                    <a:pt x="52275" y="175335"/>
                  </a:lnTo>
                  <a:lnTo>
                    <a:pt x="53968" y="173032"/>
                  </a:lnTo>
                  <a:lnTo>
                    <a:pt x="55748" y="172034"/>
                  </a:lnTo>
                  <a:lnTo>
                    <a:pt x="57509" y="169872"/>
                  </a:lnTo>
                  <a:lnTo>
                    <a:pt x="58422" y="169188"/>
                  </a:lnTo>
                  <a:lnTo>
                    <a:pt x="59184" y="165695"/>
                  </a:lnTo>
                  <a:lnTo>
                    <a:pt x="61584" y="164140"/>
                  </a:lnTo>
                  <a:lnTo>
                    <a:pt x="61454" y="162949"/>
                  </a:lnTo>
                  <a:lnTo>
                    <a:pt x="61675" y="161395"/>
                  </a:lnTo>
                  <a:lnTo>
                    <a:pt x="62808" y="160190"/>
                  </a:lnTo>
                  <a:lnTo>
                    <a:pt x="64580" y="160413"/>
                  </a:lnTo>
                  <a:lnTo>
                    <a:pt x="67926" y="159613"/>
                  </a:lnTo>
                  <a:lnTo>
                    <a:pt x="69796" y="158648"/>
                  </a:lnTo>
                  <a:lnTo>
                    <a:pt x="71628" y="158439"/>
                  </a:lnTo>
                  <a:lnTo>
                    <a:pt x="72760" y="158628"/>
                  </a:lnTo>
                  <a:lnTo>
                    <a:pt x="74769" y="158315"/>
                  </a:lnTo>
                  <a:lnTo>
                    <a:pt x="75585" y="157991"/>
                  </a:lnTo>
                  <a:lnTo>
                    <a:pt x="75733" y="157413"/>
                  </a:lnTo>
                  <a:lnTo>
                    <a:pt x="76749" y="156097"/>
                  </a:lnTo>
                  <a:lnTo>
                    <a:pt x="77740" y="155452"/>
                  </a:lnTo>
                  <a:lnTo>
                    <a:pt x="79270" y="155593"/>
                  </a:lnTo>
                  <a:lnTo>
                    <a:pt x="80294" y="156360"/>
                  </a:lnTo>
                  <a:lnTo>
                    <a:pt x="81265" y="156726"/>
                  </a:lnTo>
                  <a:lnTo>
                    <a:pt x="81952" y="156049"/>
                  </a:lnTo>
                  <a:lnTo>
                    <a:pt x="82689" y="154807"/>
                  </a:lnTo>
                  <a:lnTo>
                    <a:pt x="85831" y="152660"/>
                  </a:lnTo>
                  <a:lnTo>
                    <a:pt x="87132" y="150215"/>
                  </a:lnTo>
                  <a:lnTo>
                    <a:pt x="87925" y="149674"/>
                  </a:lnTo>
                  <a:lnTo>
                    <a:pt x="88418" y="148675"/>
                  </a:lnTo>
                  <a:lnTo>
                    <a:pt x="89761" y="148208"/>
                  </a:lnTo>
                  <a:lnTo>
                    <a:pt x="92180" y="146354"/>
                  </a:lnTo>
                  <a:lnTo>
                    <a:pt x="91931" y="145397"/>
                  </a:lnTo>
                  <a:lnTo>
                    <a:pt x="92088" y="143913"/>
                  </a:lnTo>
                  <a:lnTo>
                    <a:pt x="92399" y="143044"/>
                  </a:lnTo>
                  <a:lnTo>
                    <a:pt x="94043" y="142540"/>
                  </a:lnTo>
                  <a:lnTo>
                    <a:pt x="93631" y="141613"/>
                  </a:lnTo>
                  <a:lnTo>
                    <a:pt x="93771" y="140921"/>
                  </a:lnTo>
                  <a:lnTo>
                    <a:pt x="95399" y="140060"/>
                  </a:lnTo>
                  <a:lnTo>
                    <a:pt x="95753" y="139498"/>
                  </a:lnTo>
                  <a:lnTo>
                    <a:pt x="98246" y="140000"/>
                  </a:lnTo>
                  <a:lnTo>
                    <a:pt x="98248" y="139521"/>
                  </a:lnTo>
                  <a:lnTo>
                    <a:pt x="99567" y="137823"/>
                  </a:lnTo>
                  <a:lnTo>
                    <a:pt x="99850" y="137562"/>
                  </a:lnTo>
                  <a:lnTo>
                    <a:pt x="100567" y="137445"/>
                  </a:lnTo>
                  <a:lnTo>
                    <a:pt x="101086" y="136948"/>
                  </a:lnTo>
                  <a:lnTo>
                    <a:pt x="102547" y="133224"/>
                  </a:lnTo>
                  <a:lnTo>
                    <a:pt x="103392" y="132231"/>
                  </a:lnTo>
                  <a:lnTo>
                    <a:pt x="103377" y="131528"/>
                  </a:lnTo>
                  <a:lnTo>
                    <a:pt x="103914" y="130333"/>
                  </a:lnTo>
                  <a:lnTo>
                    <a:pt x="105588" y="129528"/>
                  </a:lnTo>
                  <a:lnTo>
                    <a:pt x="107668" y="129715"/>
                  </a:lnTo>
                  <a:lnTo>
                    <a:pt x="108423" y="129510"/>
                  </a:lnTo>
                  <a:lnTo>
                    <a:pt x="108973" y="129721"/>
                  </a:lnTo>
                  <a:lnTo>
                    <a:pt x="110699" y="129753"/>
                  </a:lnTo>
                  <a:lnTo>
                    <a:pt x="111137" y="130056"/>
                  </a:lnTo>
                  <a:lnTo>
                    <a:pt x="113132" y="129948"/>
                  </a:lnTo>
                  <a:lnTo>
                    <a:pt x="114037" y="130414"/>
                  </a:lnTo>
                  <a:lnTo>
                    <a:pt x="114653" y="129378"/>
                  </a:lnTo>
                  <a:lnTo>
                    <a:pt x="115623" y="128905"/>
                  </a:lnTo>
                  <a:lnTo>
                    <a:pt x="116255" y="128937"/>
                  </a:lnTo>
                  <a:lnTo>
                    <a:pt x="118231" y="128224"/>
                  </a:lnTo>
                  <a:lnTo>
                    <a:pt x="119095" y="127126"/>
                  </a:lnTo>
                  <a:lnTo>
                    <a:pt x="118256" y="126220"/>
                  </a:lnTo>
                  <a:lnTo>
                    <a:pt x="118154" y="124409"/>
                  </a:lnTo>
                  <a:lnTo>
                    <a:pt x="118546" y="122425"/>
                  </a:lnTo>
                  <a:lnTo>
                    <a:pt x="118551" y="120887"/>
                  </a:lnTo>
                  <a:lnTo>
                    <a:pt x="117045" y="119476"/>
                  </a:lnTo>
                  <a:lnTo>
                    <a:pt x="117172" y="118163"/>
                  </a:lnTo>
                  <a:lnTo>
                    <a:pt x="116717" y="117662"/>
                  </a:lnTo>
                  <a:lnTo>
                    <a:pt x="116505" y="116888"/>
                  </a:lnTo>
                  <a:lnTo>
                    <a:pt x="115957" y="117247"/>
                  </a:lnTo>
                  <a:lnTo>
                    <a:pt x="114960" y="117365"/>
                  </a:lnTo>
                  <a:lnTo>
                    <a:pt x="115530" y="116256"/>
                  </a:lnTo>
                  <a:lnTo>
                    <a:pt x="115127" y="115446"/>
                  </a:lnTo>
                  <a:lnTo>
                    <a:pt x="116049" y="114611"/>
                  </a:lnTo>
                  <a:lnTo>
                    <a:pt x="115980" y="113769"/>
                  </a:lnTo>
                  <a:lnTo>
                    <a:pt x="115411" y="112933"/>
                  </a:lnTo>
                  <a:lnTo>
                    <a:pt x="116523" y="112664"/>
                  </a:lnTo>
                  <a:lnTo>
                    <a:pt x="117151" y="111279"/>
                  </a:lnTo>
                  <a:lnTo>
                    <a:pt x="118384" y="109996"/>
                  </a:lnTo>
                  <a:lnTo>
                    <a:pt x="118905" y="109804"/>
                  </a:lnTo>
                  <a:lnTo>
                    <a:pt x="118923" y="109485"/>
                  </a:lnTo>
                  <a:lnTo>
                    <a:pt x="119438" y="108875"/>
                  </a:lnTo>
                  <a:lnTo>
                    <a:pt x="120666" y="108329"/>
                  </a:lnTo>
                  <a:lnTo>
                    <a:pt x="122043" y="108519"/>
                  </a:lnTo>
                  <a:lnTo>
                    <a:pt x="122484" y="108075"/>
                  </a:lnTo>
                  <a:lnTo>
                    <a:pt x="121453" y="106750"/>
                  </a:lnTo>
                  <a:lnTo>
                    <a:pt x="123228" y="105840"/>
                  </a:lnTo>
                  <a:lnTo>
                    <a:pt x="124029" y="104805"/>
                  </a:lnTo>
                  <a:lnTo>
                    <a:pt x="124576" y="105759"/>
                  </a:lnTo>
                  <a:lnTo>
                    <a:pt x="125625" y="105799"/>
                  </a:lnTo>
                  <a:lnTo>
                    <a:pt x="125794" y="106094"/>
                  </a:lnTo>
                  <a:lnTo>
                    <a:pt x="125669" y="106454"/>
                  </a:lnTo>
                  <a:lnTo>
                    <a:pt x="126016" y="108076"/>
                  </a:lnTo>
                  <a:lnTo>
                    <a:pt x="125889" y="108672"/>
                  </a:lnTo>
                  <a:lnTo>
                    <a:pt x="127560" y="111308"/>
                  </a:lnTo>
                  <a:lnTo>
                    <a:pt x="131104" y="111047"/>
                  </a:lnTo>
                  <a:lnTo>
                    <a:pt x="131176" y="109089"/>
                  </a:lnTo>
                  <a:lnTo>
                    <a:pt x="131521" y="107706"/>
                  </a:lnTo>
                  <a:lnTo>
                    <a:pt x="132400" y="106230"/>
                  </a:lnTo>
                  <a:lnTo>
                    <a:pt x="132556" y="105490"/>
                  </a:lnTo>
                  <a:lnTo>
                    <a:pt x="132208" y="103374"/>
                  </a:lnTo>
                  <a:lnTo>
                    <a:pt x="129822" y="101903"/>
                  </a:lnTo>
                  <a:lnTo>
                    <a:pt x="129482" y="100573"/>
                  </a:lnTo>
                  <a:lnTo>
                    <a:pt x="129787" y="96996"/>
                  </a:lnTo>
                  <a:lnTo>
                    <a:pt x="133094" y="93286"/>
                  </a:lnTo>
                  <a:lnTo>
                    <a:pt x="133378" y="91811"/>
                  </a:lnTo>
                  <a:lnTo>
                    <a:pt x="133170" y="91335"/>
                  </a:lnTo>
                  <a:lnTo>
                    <a:pt x="131785" y="90110"/>
                  </a:lnTo>
                  <a:lnTo>
                    <a:pt x="130712" y="88497"/>
                  </a:lnTo>
                  <a:lnTo>
                    <a:pt x="128871" y="87442"/>
                  </a:lnTo>
                  <a:lnTo>
                    <a:pt x="126962" y="86724"/>
                  </a:lnTo>
                  <a:lnTo>
                    <a:pt x="124201" y="86143"/>
                  </a:lnTo>
                  <a:lnTo>
                    <a:pt x="123581" y="85512"/>
                  </a:lnTo>
                  <a:lnTo>
                    <a:pt x="122644" y="82316"/>
                  </a:lnTo>
                  <a:lnTo>
                    <a:pt x="122600" y="81359"/>
                  </a:lnTo>
                  <a:lnTo>
                    <a:pt x="121973" y="80145"/>
                  </a:lnTo>
                  <a:lnTo>
                    <a:pt x="121870" y="79204"/>
                  </a:lnTo>
                  <a:lnTo>
                    <a:pt x="120860" y="77312"/>
                  </a:lnTo>
                  <a:lnTo>
                    <a:pt x="120003" y="73911"/>
                  </a:lnTo>
                  <a:lnTo>
                    <a:pt x="120064" y="72496"/>
                  </a:lnTo>
                  <a:lnTo>
                    <a:pt x="120710" y="71339"/>
                  </a:lnTo>
                  <a:lnTo>
                    <a:pt x="120694" y="66696"/>
                  </a:lnTo>
                  <a:lnTo>
                    <a:pt x="118076" y="59344"/>
                  </a:lnTo>
                  <a:lnTo>
                    <a:pt x="117469" y="56376"/>
                  </a:lnTo>
                  <a:lnTo>
                    <a:pt x="116572" y="54457"/>
                  </a:lnTo>
                  <a:lnTo>
                    <a:pt x="115086" y="52626"/>
                  </a:lnTo>
                  <a:lnTo>
                    <a:pt x="115827" y="52083"/>
                  </a:lnTo>
                  <a:lnTo>
                    <a:pt x="116580" y="52061"/>
                  </a:lnTo>
                  <a:lnTo>
                    <a:pt x="116518" y="51170"/>
                  </a:lnTo>
                  <a:lnTo>
                    <a:pt x="116988" y="50913"/>
                  </a:lnTo>
                  <a:lnTo>
                    <a:pt x="116845" y="50534"/>
                  </a:lnTo>
                  <a:lnTo>
                    <a:pt x="117283" y="49710"/>
                  </a:lnTo>
                  <a:lnTo>
                    <a:pt x="116318" y="48285"/>
                  </a:lnTo>
                  <a:lnTo>
                    <a:pt x="116184" y="47335"/>
                  </a:lnTo>
                  <a:lnTo>
                    <a:pt x="116782" y="46524"/>
                  </a:lnTo>
                  <a:lnTo>
                    <a:pt x="116867" y="45683"/>
                  </a:lnTo>
                  <a:lnTo>
                    <a:pt x="117161" y="45559"/>
                  </a:lnTo>
                  <a:lnTo>
                    <a:pt x="117443" y="44683"/>
                  </a:lnTo>
                  <a:lnTo>
                    <a:pt x="117442" y="44401"/>
                  </a:lnTo>
                  <a:lnTo>
                    <a:pt x="117009" y="44312"/>
                  </a:lnTo>
                  <a:lnTo>
                    <a:pt x="116852" y="43548"/>
                  </a:lnTo>
                  <a:lnTo>
                    <a:pt x="117044" y="42791"/>
                  </a:lnTo>
                  <a:lnTo>
                    <a:pt x="116282" y="42370"/>
                  </a:lnTo>
                  <a:lnTo>
                    <a:pt x="116155" y="41994"/>
                  </a:lnTo>
                  <a:lnTo>
                    <a:pt x="116207" y="40628"/>
                  </a:lnTo>
                  <a:lnTo>
                    <a:pt x="116933" y="39040"/>
                  </a:lnTo>
                  <a:lnTo>
                    <a:pt x="117540" y="38321"/>
                  </a:lnTo>
                  <a:lnTo>
                    <a:pt x="117956" y="36933"/>
                  </a:lnTo>
                  <a:lnTo>
                    <a:pt x="119161" y="35292"/>
                  </a:lnTo>
                  <a:lnTo>
                    <a:pt x="118882" y="33383"/>
                  </a:lnTo>
                  <a:lnTo>
                    <a:pt x="119046" y="32913"/>
                  </a:lnTo>
                  <a:lnTo>
                    <a:pt x="119888" y="32310"/>
                  </a:lnTo>
                  <a:lnTo>
                    <a:pt x="119917" y="31840"/>
                  </a:lnTo>
                  <a:lnTo>
                    <a:pt x="121041" y="29460"/>
                  </a:lnTo>
                  <a:lnTo>
                    <a:pt x="122751" y="28061"/>
                  </a:lnTo>
                  <a:lnTo>
                    <a:pt x="124389" y="27223"/>
                  </a:lnTo>
                  <a:lnTo>
                    <a:pt x="125089" y="26524"/>
                  </a:lnTo>
                  <a:lnTo>
                    <a:pt x="125455" y="20785"/>
                  </a:lnTo>
                  <a:lnTo>
                    <a:pt x="124944" y="19440"/>
                  </a:lnTo>
                  <a:lnTo>
                    <a:pt x="125373" y="18209"/>
                  </a:lnTo>
                  <a:lnTo>
                    <a:pt x="126723" y="17884"/>
                  </a:lnTo>
                  <a:lnTo>
                    <a:pt x="127672" y="16320"/>
                  </a:lnTo>
                  <a:lnTo>
                    <a:pt x="128303" y="15841"/>
                  </a:lnTo>
                  <a:lnTo>
                    <a:pt x="131556" y="15857"/>
                  </a:lnTo>
                  <a:lnTo>
                    <a:pt x="135405" y="15492"/>
                  </a:lnTo>
                  <a:lnTo>
                    <a:pt x="136620" y="14250"/>
                  </a:lnTo>
                  <a:lnTo>
                    <a:pt x="137427" y="14006"/>
                  </a:lnTo>
                  <a:lnTo>
                    <a:pt x="138169" y="14307"/>
                  </a:lnTo>
                  <a:lnTo>
                    <a:pt x="139506" y="15331"/>
                  </a:lnTo>
                  <a:lnTo>
                    <a:pt x="140032" y="15430"/>
                  </a:lnTo>
                  <a:lnTo>
                    <a:pt x="140899" y="15356"/>
                  </a:lnTo>
                  <a:lnTo>
                    <a:pt x="141114" y="14860"/>
                  </a:lnTo>
                  <a:lnTo>
                    <a:pt x="142013" y="14666"/>
                  </a:lnTo>
                  <a:lnTo>
                    <a:pt x="142817" y="13993"/>
                  </a:lnTo>
                  <a:lnTo>
                    <a:pt x="143264" y="14009"/>
                  </a:lnTo>
                  <a:lnTo>
                    <a:pt x="142805" y="15073"/>
                  </a:lnTo>
                  <a:lnTo>
                    <a:pt x="143041" y="15521"/>
                  </a:lnTo>
                  <a:lnTo>
                    <a:pt x="145284" y="14527"/>
                  </a:lnTo>
                  <a:lnTo>
                    <a:pt x="145960" y="13580"/>
                  </a:lnTo>
                  <a:lnTo>
                    <a:pt x="146330" y="13465"/>
                  </a:lnTo>
                  <a:lnTo>
                    <a:pt x="149526" y="14806"/>
                  </a:lnTo>
                  <a:lnTo>
                    <a:pt x="150288" y="15680"/>
                  </a:lnTo>
                  <a:lnTo>
                    <a:pt x="150721" y="15357"/>
                  </a:lnTo>
                  <a:lnTo>
                    <a:pt x="151746" y="15208"/>
                  </a:lnTo>
                  <a:lnTo>
                    <a:pt x="153797" y="16382"/>
                  </a:lnTo>
                  <a:lnTo>
                    <a:pt x="154308" y="16139"/>
                  </a:lnTo>
                  <a:lnTo>
                    <a:pt x="155394" y="14866"/>
                  </a:lnTo>
                  <a:lnTo>
                    <a:pt x="157348" y="15256"/>
                  </a:lnTo>
                  <a:lnTo>
                    <a:pt x="157620" y="15075"/>
                  </a:lnTo>
                  <a:lnTo>
                    <a:pt x="157570" y="14161"/>
                  </a:lnTo>
                  <a:lnTo>
                    <a:pt x="157847" y="13825"/>
                  </a:lnTo>
                  <a:lnTo>
                    <a:pt x="159370" y="13422"/>
                  </a:lnTo>
                  <a:lnTo>
                    <a:pt x="160029" y="12106"/>
                  </a:lnTo>
                  <a:lnTo>
                    <a:pt x="161498" y="12486"/>
                  </a:lnTo>
                  <a:lnTo>
                    <a:pt x="163408" y="11788"/>
                  </a:lnTo>
                  <a:lnTo>
                    <a:pt x="163827" y="12090"/>
                  </a:lnTo>
                  <a:lnTo>
                    <a:pt x="163362" y="13140"/>
                  </a:lnTo>
                  <a:lnTo>
                    <a:pt x="163291" y="13808"/>
                  </a:lnTo>
                  <a:lnTo>
                    <a:pt x="163601" y="14118"/>
                  </a:lnTo>
                  <a:lnTo>
                    <a:pt x="164599" y="12945"/>
                  </a:lnTo>
                  <a:lnTo>
                    <a:pt x="165590" y="12376"/>
                  </a:lnTo>
                  <a:lnTo>
                    <a:pt x="166466" y="11896"/>
                  </a:lnTo>
                  <a:lnTo>
                    <a:pt x="167133" y="12342"/>
                  </a:lnTo>
                  <a:lnTo>
                    <a:pt x="168193" y="12099"/>
                  </a:lnTo>
                  <a:lnTo>
                    <a:pt x="168616" y="12450"/>
                  </a:lnTo>
                  <a:lnTo>
                    <a:pt x="169634" y="12694"/>
                  </a:lnTo>
                  <a:lnTo>
                    <a:pt x="170932" y="12313"/>
                  </a:lnTo>
                  <a:lnTo>
                    <a:pt x="171478" y="11897"/>
                  </a:lnTo>
                  <a:lnTo>
                    <a:pt x="171344" y="10785"/>
                  </a:lnTo>
                  <a:lnTo>
                    <a:pt x="172583" y="11019"/>
                  </a:lnTo>
                  <a:lnTo>
                    <a:pt x="174425" y="10752"/>
                  </a:lnTo>
                  <a:lnTo>
                    <a:pt x="174747" y="10337"/>
                  </a:lnTo>
                  <a:lnTo>
                    <a:pt x="178700" y="8331"/>
                  </a:lnTo>
                  <a:lnTo>
                    <a:pt x="179370" y="6999"/>
                  </a:lnTo>
                  <a:lnTo>
                    <a:pt x="180601" y="5866"/>
                  </a:lnTo>
                  <a:lnTo>
                    <a:pt x="181329" y="5546"/>
                  </a:lnTo>
                  <a:lnTo>
                    <a:pt x="181456" y="5251"/>
                  </a:lnTo>
                  <a:lnTo>
                    <a:pt x="182206" y="5017"/>
                  </a:lnTo>
                  <a:lnTo>
                    <a:pt x="181841" y="3771"/>
                  </a:lnTo>
                  <a:lnTo>
                    <a:pt x="182703" y="3362"/>
                  </a:lnTo>
                  <a:lnTo>
                    <a:pt x="183525" y="2420"/>
                  </a:lnTo>
                  <a:lnTo>
                    <a:pt x="184065" y="2321"/>
                  </a:lnTo>
                  <a:lnTo>
                    <a:pt x="184668" y="2913"/>
                  </a:lnTo>
                  <a:lnTo>
                    <a:pt x="185157" y="1587"/>
                  </a:lnTo>
                  <a:lnTo>
                    <a:pt x="185737" y="1378"/>
                  </a:lnTo>
                  <a:lnTo>
                    <a:pt x="186284" y="1570"/>
                  </a:lnTo>
                  <a:lnTo>
                    <a:pt x="186532" y="2654"/>
                  </a:lnTo>
                  <a:lnTo>
                    <a:pt x="187294" y="2493"/>
                  </a:lnTo>
                  <a:lnTo>
                    <a:pt x="188218" y="1927"/>
                  </a:lnTo>
                  <a:lnTo>
                    <a:pt x="189673" y="1866"/>
                  </a:lnTo>
                  <a:lnTo>
                    <a:pt x="191280" y="1451"/>
                  </a:lnTo>
                  <a:lnTo>
                    <a:pt x="190834" y="261"/>
                  </a:lnTo>
                  <a:lnTo>
                    <a:pt x="190938" y="0"/>
                  </a:lnTo>
                  <a:lnTo>
                    <a:pt x="192050" y="1000"/>
                  </a:lnTo>
                  <a:lnTo>
                    <a:pt x="192041" y="1239"/>
                  </a:lnTo>
                  <a:lnTo>
                    <a:pt x="194767" y="1451"/>
                  </a:lnTo>
                  <a:lnTo>
                    <a:pt x="195278" y="1679"/>
                  </a:lnTo>
                  <a:lnTo>
                    <a:pt x="195622" y="1330"/>
                  </a:lnTo>
                  <a:lnTo>
                    <a:pt x="195358" y="742"/>
                  </a:lnTo>
                  <a:lnTo>
                    <a:pt x="195800" y="667"/>
                  </a:lnTo>
                  <a:lnTo>
                    <a:pt x="196343" y="923"/>
                  </a:lnTo>
                  <a:lnTo>
                    <a:pt x="196827" y="207"/>
                  </a:lnTo>
                  <a:lnTo>
                    <a:pt x="197406" y="1110"/>
                  </a:lnTo>
                  <a:lnTo>
                    <a:pt x="198276" y="494"/>
                  </a:lnTo>
                  <a:lnTo>
                    <a:pt x="198492" y="918"/>
                  </a:lnTo>
                  <a:lnTo>
                    <a:pt x="199210" y="921"/>
                  </a:lnTo>
                  <a:lnTo>
                    <a:pt x="199639" y="1490"/>
                  </a:lnTo>
                  <a:lnTo>
                    <a:pt x="200707" y="1901"/>
                  </a:lnTo>
                  <a:lnTo>
                    <a:pt x="201622" y="1931"/>
                  </a:lnTo>
                  <a:lnTo>
                    <a:pt x="201544" y="1452"/>
                  </a:lnTo>
                  <a:lnTo>
                    <a:pt x="203262" y="1203"/>
                  </a:lnTo>
                  <a:lnTo>
                    <a:pt x="203617" y="1769"/>
                  </a:lnTo>
                  <a:lnTo>
                    <a:pt x="204227" y="1203"/>
                  </a:lnTo>
                  <a:lnTo>
                    <a:pt x="205373" y="2176"/>
                  </a:lnTo>
                  <a:lnTo>
                    <a:pt x="205594" y="3068"/>
                  </a:lnTo>
                  <a:lnTo>
                    <a:pt x="207394" y="3498"/>
                  </a:lnTo>
                  <a:lnTo>
                    <a:pt x="208653" y="4431"/>
                  </a:lnTo>
                  <a:lnTo>
                    <a:pt x="210291" y="4976"/>
                  </a:lnTo>
                  <a:lnTo>
                    <a:pt x="211061" y="5164"/>
                  </a:lnTo>
                  <a:lnTo>
                    <a:pt x="211887" y="4836"/>
                  </a:lnTo>
                  <a:lnTo>
                    <a:pt x="212032" y="6023"/>
                  </a:lnTo>
                  <a:lnTo>
                    <a:pt x="212269" y="6174"/>
                  </a:lnTo>
                  <a:lnTo>
                    <a:pt x="212912" y="5380"/>
                  </a:lnTo>
                  <a:lnTo>
                    <a:pt x="213236" y="5385"/>
                  </a:lnTo>
                  <a:lnTo>
                    <a:pt x="213916" y="5699"/>
                  </a:lnTo>
                  <a:lnTo>
                    <a:pt x="213805" y="5952"/>
                  </a:lnTo>
                  <a:lnTo>
                    <a:pt x="213318" y="6108"/>
                  </a:lnTo>
                  <a:lnTo>
                    <a:pt x="213504" y="6442"/>
                  </a:lnTo>
                  <a:lnTo>
                    <a:pt x="214498" y="5845"/>
                  </a:lnTo>
                  <a:lnTo>
                    <a:pt x="215135" y="5782"/>
                  </a:lnTo>
                  <a:lnTo>
                    <a:pt x="215563" y="6063"/>
                  </a:lnTo>
                  <a:lnTo>
                    <a:pt x="216035" y="7178"/>
                  </a:lnTo>
                  <a:lnTo>
                    <a:pt x="217163" y="6738"/>
                  </a:lnTo>
                  <a:lnTo>
                    <a:pt x="218601" y="6832"/>
                  </a:lnTo>
                  <a:lnTo>
                    <a:pt x="218565" y="7001"/>
                  </a:lnTo>
                  <a:lnTo>
                    <a:pt x="219150" y="6811"/>
                  </a:lnTo>
                  <a:lnTo>
                    <a:pt x="219370" y="6872"/>
                  </a:lnTo>
                  <a:lnTo>
                    <a:pt x="219076" y="7173"/>
                  </a:lnTo>
                  <a:lnTo>
                    <a:pt x="219195" y="7548"/>
                  </a:lnTo>
                  <a:lnTo>
                    <a:pt x="219772" y="7612"/>
                  </a:lnTo>
                  <a:lnTo>
                    <a:pt x="220586" y="7317"/>
                  </a:lnTo>
                  <a:lnTo>
                    <a:pt x="221039" y="6857"/>
                  </a:lnTo>
                  <a:lnTo>
                    <a:pt x="221518" y="7267"/>
                  </a:lnTo>
                  <a:lnTo>
                    <a:pt x="221622" y="7916"/>
                  </a:lnTo>
                  <a:lnTo>
                    <a:pt x="222554" y="7864"/>
                  </a:lnTo>
                  <a:lnTo>
                    <a:pt x="223404" y="8867"/>
                  </a:lnTo>
                  <a:lnTo>
                    <a:pt x="223821" y="8913"/>
                  </a:lnTo>
                  <a:lnTo>
                    <a:pt x="225071" y="9894"/>
                  </a:lnTo>
                  <a:lnTo>
                    <a:pt x="226731" y="10614"/>
                  </a:lnTo>
                  <a:lnTo>
                    <a:pt x="227486" y="10383"/>
                  </a:lnTo>
                  <a:lnTo>
                    <a:pt x="229156" y="10373"/>
                  </a:lnTo>
                  <a:lnTo>
                    <a:pt x="229375" y="10184"/>
                  </a:lnTo>
                  <a:lnTo>
                    <a:pt x="230182" y="10648"/>
                  </a:lnTo>
                  <a:lnTo>
                    <a:pt x="230515" y="10679"/>
                  </a:lnTo>
                  <a:lnTo>
                    <a:pt x="230856" y="10394"/>
                  </a:lnTo>
                  <a:lnTo>
                    <a:pt x="233164" y="11002"/>
                  </a:lnTo>
                  <a:lnTo>
                    <a:pt x="235397" y="11271"/>
                  </a:lnTo>
                  <a:lnTo>
                    <a:pt x="236034" y="10569"/>
                  </a:lnTo>
                  <a:lnTo>
                    <a:pt x="237293" y="10562"/>
                  </a:lnTo>
                  <a:lnTo>
                    <a:pt x="237828" y="10054"/>
                  </a:lnTo>
                  <a:lnTo>
                    <a:pt x="238834" y="10361"/>
                  </a:lnTo>
                  <a:lnTo>
                    <a:pt x="239637" y="9802"/>
                  </a:lnTo>
                  <a:lnTo>
                    <a:pt x="240297" y="9686"/>
                  </a:lnTo>
                  <a:lnTo>
                    <a:pt x="241275" y="10153"/>
                  </a:lnTo>
                  <a:lnTo>
                    <a:pt x="242455" y="10001"/>
                  </a:lnTo>
                  <a:lnTo>
                    <a:pt x="242407" y="9591"/>
                  </a:lnTo>
                  <a:lnTo>
                    <a:pt x="243699" y="9424"/>
                  </a:lnTo>
                  <a:lnTo>
                    <a:pt x="245982" y="8228"/>
                  </a:lnTo>
                  <a:lnTo>
                    <a:pt x="246876" y="7466"/>
                  </a:lnTo>
                  <a:lnTo>
                    <a:pt x="247973" y="7501"/>
                  </a:lnTo>
                  <a:lnTo>
                    <a:pt x="248928" y="7195"/>
                  </a:lnTo>
                  <a:lnTo>
                    <a:pt x="250828" y="7947"/>
                  </a:lnTo>
                  <a:lnTo>
                    <a:pt x="252830" y="8068"/>
                  </a:lnTo>
                  <a:lnTo>
                    <a:pt x="254230" y="6838"/>
                  </a:lnTo>
                  <a:lnTo>
                    <a:pt x="255066" y="7978"/>
                  </a:lnTo>
                  <a:lnTo>
                    <a:pt x="255973" y="8175"/>
                  </a:lnTo>
                  <a:lnTo>
                    <a:pt x="256807" y="9436"/>
                  </a:lnTo>
                  <a:lnTo>
                    <a:pt x="257131" y="11242"/>
                  </a:lnTo>
                  <a:lnTo>
                    <a:pt x="257023" y="12374"/>
                  </a:lnTo>
                  <a:lnTo>
                    <a:pt x="256610" y="13608"/>
                  </a:lnTo>
                  <a:lnTo>
                    <a:pt x="255353" y="15104"/>
                  </a:lnTo>
                  <a:lnTo>
                    <a:pt x="254870" y="15523"/>
                  </a:lnTo>
                  <a:lnTo>
                    <a:pt x="253748" y="15557"/>
                  </a:lnTo>
                  <a:lnTo>
                    <a:pt x="252630" y="18335"/>
                  </a:lnTo>
                  <a:lnTo>
                    <a:pt x="252462" y="19714"/>
                  </a:lnTo>
                  <a:lnTo>
                    <a:pt x="253581" y="20031"/>
                  </a:lnTo>
                  <a:lnTo>
                    <a:pt x="254789" y="19976"/>
                  </a:lnTo>
                  <a:lnTo>
                    <a:pt x="255505" y="21399"/>
                  </a:lnTo>
                  <a:lnTo>
                    <a:pt x="252317" y="21510"/>
                  </a:lnTo>
                  <a:lnTo>
                    <a:pt x="250988" y="22022"/>
                  </a:lnTo>
                  <a:lnTo>
                    <a:pt x="250422" y="22868"/>
                  </a:lnTo>
                  <a:lnTo>
                    <a:pt x="248012" y="24534"/>
                  </a:lnTo>
                  <a:lnTo>
                    <a:pt x="247339" y="25603"/>
                  </a:lnTo>
                  <a:lnTo>
                    <a:pt x="247216" y="26588"/>
                  </a:lnTo>
                  <a:lnTo>
                    <a:pt x="246028" y="27407"/>
                  </a:lnTo>
                  <a:lnTo>
                    <a:pt x="247306" y="29493"/>
                  </a:lnTo>
                  <a:lnTo>
                    <a:pt x="249323" y="30639"/>
                  </a:lnTo>
                  <a:lnTo>
                    <a:pt x="250463" y="30988"/>
                  </a:lnTo>
                  <a:lnTo>
                    <a:pt x="251671" y="30664"/>
                  </a:lnTo>
                  <a:lnTo>
                    <a:pt x="253600" y="31206"/>
                  </a:lnTo>
                  <a:lnTo>
                    <a:pt x="254320" y="30766"/>
                  </a:lnTo>
                  <a:lnTo>
                    <a:pt x="255638" y="30474"/>
                  </a:lnTo>
                  <a:lnTo>
                    <a:pt x="257505" y="30689"/>
                  </a:lnTo>
                  <a:lnTo>
                    <a:pt x="258646" y="30438"/>
                  </a:lnTo>
                  <a:lnTo>
                    <a:pt x="259605" y="30521"/>
                  </a:lnTo>
                  <a:lnTo>
                    <a:pt x="260625" y="30217"/>
                  </a:lnTo>
                  <a:lnTo>
                    <a:pt x="260171" y="32932"/>
                  </a:lnTo>
                  <a:lnTo>
                    <a:pt x="260540" y="34160"/>
                  </a:lnTo>
                  <a:lnTo>
                    <a:pt x="259421" y="36381"/>
                  </a:lnTo>
                  <a:lnTo>
                    <a:pt x="258024" y="37506"/>
                  </a:lnTo>
                  <a:lnTo>
                    <a:pt x="258168" y="37863"/>
                  </a:lnTo>
                  <a:lnTo>
                    <a:pt x="257161" y="38823"/>
                  </a:lnTo>
                  <a:lnTo>
                    <a:pt x="256748" y="40049"/>
                  </a:lnTo>
                  <a:lnTo>
                    <a:pt x="256374" y="42695"/>
                  </a:lnTo>
                  <a:lnTo>
                    <a:pt x="255147" y="43173"/>
                  </a:lnTo>
                  <a:lnTo>
                    <a:pt x="254170" y="44259"/>
                  </a:lnTo>
                  <a:lnTo>
                    <a:pt x="253712" y="44234"/>
                  </a:lnTo>
                  <a:lnTo>
                    <a:pt x="252735" y="44735"/>
                  </a:lnTo>
                  <a:lnTo>
                    <a:pt x="252112" y="45434"/>
                  </a:lnTo>
                  <a:lnTo>
                    <a:pt x="251742" y="47064"/>
                  </a:lnTo>
                  <a:lnTo>
                    <a:pt x="251236" y="47462"/>
                  </a:lnTo>
                  <a:lnTo>
                    <a:pt x="251030" y="47950"/>
                  </a:lnTo>
                  <a:lnTo>
                    <a:pt x="251015" y="48182"/>
                  </a:lnTo>
                  <a:lnTo>
                    <a:pt x="252162" y="48752"/>
                  </a:lnTo>
                  <a:lnTo>
                    <a:pt x="252521" y="49206"/>
                  </a:lnTo>
                  <a:lnTo>
                    <a:pt x="252122" y="51290"/>
                  </a:lnTo>
                  <a:lnTo>
                    <a:pt x="252781" y="51684"/>
                  </a:lnTo>
                  <a:lnTo>
                    <a:pt x="251199" y="52527"/>
                  </a:lnTo>
                  <a:lnTo>
                    <a:pt x="250044" y="53786"/>
                  </a:lnTo>
                  <a:lnTo>
                    <a:pt x="249363" y="53908"/>
                  </a:lnTo>
                  <a:lnTo>
                    <a:pt x="249073" y="53712"/>
                  </a:lnTo>
                  <a:lnTo>
                    <a:pt x="248765" y="57350"/>
                  </a:lnTo>
                  <a:lnTo>
                    <a:pt x="247763" y="60341"/>
                  </a:lnTo>
                  <a:lnTo>
                    <a:pt x="248415" y="61730"/>
                  </a:lnTo>
                  <a:lnTo>
                    <a:pt x="247943" y="63501"/>
                  </a:lnTo>
                  <a:lnTo>
                    <a:pt x="248248" y="66551"/>
                  </a:lnTo>
                  <a:lnTo>
                    <a:pt x="247410" y="67701"/>
                  </a:lnTo>
                  <a:lnTo>
                    <a:pt x="247300" y="68456"/>
                  </a:lnTo>
                  <a:lnTo>
                    <a:pt x="246616" y="69206"/>
                  </a:lnTo>
                  <a:lnTo>
                    <a:pt x="246560" y="69583"/>
                  </a:lnTo>
                  <a:lnTo>
                    <a:pt x="247236" y="71287"/>
                  </a:lnTo>
                  <a:lnTo>
                    <a:pt x="247298" y="72362"/>
                  </a:lnTo>
                  <a:lnTo>
                    <a:pt x="246884" y="74030"/>
                  </a:lnTo>
                  <a:lnTo>
                    <a:pt x="247565" y="75595"/>
                  </a:lnTo>
                  <a:lnTo>
                    <a:pt x="247377" y="77482"/>
                  </a:lnTo>
                  <a:lnTo>
                    <a:pt x="247592" y="78808"/>
                  </a:lnTo>
                  <a:lnTo>
                    <a:pt x="247817" y="79714"/>
                  </a:lnTo>
                  <a:lnTo>
                    <a:pt x="248722" y="80675"/>
                  </a:lnTo>
                  <a:lnTo>
                    <a:pt x="248890" y="81181"/>
                  </a:lnTo>
                  <a:lnTo>
                    <a:pt x="249844" y="81234"/>
                  </a:lnTo>
                  <a:lnTo>
                    <a:pt x="252313" y="80217"/>
                  </a:lnTo>
                  <a:lnTo>
                    <a:pt x="253686" y="84871"/>
                  </a:lnTo>
                  <a:lnTo>
                    <a:pt x="255906" y="86223"/>
                  </a:lnTo>
                  <a:lnTo>
                    <a:pt x="256402" y="86168"/>
                  </a:lnTo>
                  <a:lnTo>
                    <a:pt x="257848" y="85541"/>
                  </a:lnTo>
                  <a:lnTo>
                    <a:pt x="257660" y="85148"/>
                  </a:lnTo>
                  <a:lnTo>
                    <a:pt x="257721" y="84041"/>
                  </a:lnTo>
                  <a:lnTo>
                    <a:pt x="258140" y="81682"/>
                  </a:lnTo>
                  <a:lnTo>
                    <a:pt x="258613" y="81174"/>
                  </a:lnTo>
                  <a:lnTo>
                    <a:pt x="259819" y="77291"/>
                  </a:lnTo>
                  <a:lnTo>
                    <a:pt x="260339" y="76543"/>
                  </a:lnTo>
                  <a:lnTo>
                    <a:pt x="261889" y="76009"/>
                  </a:lnTo>
                  <a:lnTo>
                    <a:pt x="264190" y="75817"/>
                  </a:lnTo>
                  <a:lnTo>
                    <a:pt x="264414" y="75723"/>
                  </a:lnTo>
                  <a:lnTo>
                    <a:pt x="264371" y="75275"/>
                  </a:lnTo>
                  <a:lnTo>
                    <a:pt x="265641" y="76024"/>
                  </a:lnTo>
                  <a:lnTo>
                    <a:pt x="267804" y="76634"/>
                  </a:lnTo>
                  <a:lnTo>
                    <a:pt x="269455" y="77574"/>
                  </a:lnTo>
                  <a:lnTo>
                    <a:pt x="271041" y="76810"/>
                  </a:lnTo>
                  <a:lnTo>
                    <a:pt x="270903" y="75102"/>
                  </a:lnTo>
                  <a:lnTo>
                    <a:pt x="271622" y="73882"/>
                  </a:lnTo>
                  <a:lnTo>
                    <a:pt x="272343" y="74068"/>
                  </a:lnTo>
                  <a:lnTo>
                    <a:pt x="273316" y="73875"/>
                  </a:lnTo>
                  <a:lnTo>
                    <a:pt x="274946" y="74774"/>
                  </a:lnTo>
                  <a:lnTo>
                    <a:pt x="276337" y="74384"/>
                  </a:lnTo>
                  <a:lnTo>
                    <a:pt x="277453" y="74372"/>
                  </a:lnTo>
                  <a:lnTo>
                    <a:pt x="278921" y="77310"/>
                  </a:lnTo>
                  <a:lnTo>
                    <a:pt x="280230" y="77680"/>
                  </a:lnTo>
                  <a:lnTo>
                    <a:pt x="281098" y="77556"/>
                  </a:lnTo>
                  <a:lnTo>
                    <a:pt x="281821" y="78079"/>
                  </a:lnTo>
                  <a:lnTo>
                    <a:pt x="282912" y="80165"/>
                  </a:lnTo>
                  <a:lnTo>
                    <a:pt x="283970" y="79358"/>
                  </a:lnTo>
                  <a:lnTo>
                    <a:pt x="284017" y="78095"/>
                  </a:lnTo>
                  <a:lnTo>
                    <a:pt x="284258" y="78184"/>
                  </a:lnTo>
                  <a:lnTo>
                    <a:pt x="285024" y="76908"/>
                  </a:lnTo>
                  <a:lnTo>
                    <a:pt x="285686" y="76650"/>
                  </a:lnTo>
                  <a:lnTo>
                    <a:pt x="286579" y="76942"/>
                  </a:lnTo>
                  <a:lnTo>
                    <a:pt x="286700" y="75605"/>
                  </a:lnTo>
                  <a:lnTo>
                    <a:pt x="286121" y="74688"/>
                  </a:lnTo>
                  <a:lnTo>
                    <a:pt x="285624" y="74349"/>
                  </a:lnTo>
                  <a:lnTo>
                    <a:pt x="286760" y="73664"/>
                  </a:lnTo>
                  <a:lnTo>
                    <a:pt x="287484" y="73504"/>
                  </a:lnTo>
                  <a:lnTo>
                    <a:pt x="288884" y="73871"/>
                  </a:lnTo>
                  <a:lnTo>
                    <a:pt x="290259" y="74678"/>
                  </a:lnTo>
                  <a:lnTo>
                    <a:pt x="290946" y="74325"/>
                  </a:lnTo>
                  <a:lnTo>
                    <a:pt x="292516" y="74155"/>
                  </a:lnTo>
                  <a:lnTo>
                    <a:pt x="293921" y="75453"/>
                  </a:lnTo>
                  <a:lnTo>
                    <a:pt x="294826" y="75821"/>
                  </a:lnTo>
                  <a:lnTo>
                    <a:pt x="295758" y="75810"/>
                  </a:lnTo>
                  <a:lnTo>
                    <a:pt x="296433" y="75478"/>
                  </a:lnTo>
                  <a:lnTo>
                    <a:pt x="297598" y="75331"/>
                  </a:lnTo>
                  <a:lnTo>
                    <a:pt x="299000" y="74239"/>
                  </a:lnTo>
                  <a:lnTo>
                    <a:pt x="300613" y="74284"/>
                  </a:lnTo>
                  <a:lnTo>
                    <a:pt x="301390" y="73569"/>
                  </a:lnTo>
                  <a:lnTo>
                    <a:pt x="301620" y="72636"/>
                  </a:lnTo>
                  <a:lnTo>
                    <a:pt x="302175" y="73146"/>
                  </a:lnTo>
                  <a:lnTo>
                    <a:pt x="302307" y="75631"/>
                  </a:lnTo>
                  <a:lnTo>
                    <a:pt x="303719" y="75986"/>
                  </a:lnTo>
                  <a:lnTo>
                    <a:pt x="303018" y="81203"/>
                  </a:lnTo>
                  <a:lnTo>
                    <a:pt x="304162" y="83597"/>
                  </a:lnTo>
                  <a:lnTo>
                    <a:pt x="304726" y="85366"/>
                  </a:lnTo>
                  <a:lnTo>
                    <a:pt x="304712" y="86776"/>
                  </a:lnTo>
                  <a:lnTo>
                    <a:pt x="307526" y="86716"/>
                  </a:lnTo>
                  <a:lnTo>
                    <a:pt x="308720" y="89137"/>
                  </a:lnTo>
                  <a:lnTo>
                    <a:pt x="308481" y="91563"/>
                  </a:lnTo>
                  <a:lnTo>
                    <a:pt x="309140" y="92295"/>
                  </a:lnTo>
                  <a:lnTo>
                    <a:pt x="311708" y="92978"/>
                  </a:lnTo>
                  <a:lnTo>
                    <a:pt x="313184" y="92662"/>
                  </a:lnTo>
                  <a:lnTo>
                    <a:pt x="313715" y="93313"/>
                  </a:lnTo>
                  <a:lnTo>
                    <a:pt x="313605" y="93938"/>
                  </a:lnTo>
                  <a:lnTo>
                    <a:pt x="314380" y="95364"/>
                  </a:lnTo>
                  <a:lnTo>
                    <a:pt x="314187" y="97354"/>
                  </a:lnTo>
                  <a:lnTo>
                    <a:pt x="314305" y="99312"/>
                  </a:lnTo>
                  <a:lnTo>
                    <a:pt x="314812" y="99197"/>
                  </a:lnTo>
                  <a:lnTo>
                    <a:pt x="316988" y="99669"/>
                  </a:lnTo>
                  <a:lnTo>
                    <a:pt x="318359" y="99585"/>
                  </a:lnTo>
                  <a:lnTo>
                    <a:pt x="318436" y="100120"/>
                  </a:lnTo>
                  <a:lnTo>
                    <a:pt x="317776" y="101250"/>
                  </a:lnTo>
                  <a:lnTo>
                    <a:pt x="316934" y="101850"/>
                  </a:lnTo>
                  <a:lnTo>
                    <a:pt x="316904" y="102573"/>
                  </a:lnTo>
                  <a:lnTo>
                    <a:pt x="316268" y="102834"/>
                  </a:lnTo>
                  <a:lnTo>
                    <a:pt x="315038" y="105079"/>
                  </a:lnTo>
                  <a:lnTo>
                    <a:pt x="314314" y="105772"/>
                  </a:lnTo>
                  <a:lnTo>
                    <a:pt x="313074" y="106498"/>
                  </a:lnTo>
                  <a:lnTo>
                    <a:pt x="312160" y="106723"/>
                  </a:lnTo>
                  <a:lnTo>
                    <a:pt x="311122" y="107440"/>
                  </a:lnTo>
                  <a:lnTo>
                    <a:pt x="310347" y="107521"/>
                  </a:lnTo>
                  <a:lnTo>
                    <a:pt x="311323" y="110320"/>
                  </a:lnTo>
                  <a:lnTo>
                    <a:pt x="309129" y="111304"/>
                  </a:lnTo>
                  <a:lnTo>
                    <a:pt x="308644" y="111149"/>
                  </a:lnTo>
                  <a:lnTo>
                    <a:pt x="307631" y="111437"/>
                  </a:lnTo>
                  <a:lnTo>
                    <a:pt x="305876" y="111380"/>
                  </a:lnTo>
                  <a:lnTo>
                    <a:pt x="303454" y="110435"/>
                  </a:lnTo>
                  <a:lnTo>
                    <a:pt x="303048" y="109419"/>
                  </a:lnTo>
                  <a:lnTo>
                    <a:pt x="302000" y="109454"/>
                  </a:lnTo>
                  <a:lnTo>
                    <a:pt x="300026" y="108401"/>
                  </a:lnTo>
                  <a:lnTo>
                    <a:pt x="298852" y="108276"/>
                  </a:lnTo>
                  <a:lnTo>
                    <a:pt x="298152" y="108676"/>
                  </a:lnTo>
                  <a:lnTo>
                    <a:pt x="297600" y="109579"/>
                  </a:lnTo>
                  <a:lnTo>
                    <a:pt x="295982" y="109672"/>
                  </a:lnTo>
                  <a:lnTo>
                    <a:pt x="294823" y="110015"/>
                  </a:lnTo>
                  <a:lnTo>
                    <a:pt x="293866" y="111042"/>
                  </a:lnTo>
                  <a:lnTo>
                    <a:pt x="291005" y="111670"/>
                  </a:lnTo>
                  <a:lnTo>
                    <a:pt x="289815" y="112626"/>
                  </a:lnTo>
                  <a:lnTo>
                    <a:pt x="287919" y="113191"/>
                  </a:lnTo>
                  <a:lnTo>
                    <a:pt x="286665" y="113900"/>
                  </a:lnTo>
                  <a:lnTo>
                    <a:pt x="284256" y="114092"/>
                  </a:lnTo>
                  <a:lnTo>
                    <a:pt x="281206" y="114945"/>
                  </a:lnTo>
                  <a:lnTo>
                    <a:pt x="280091" y="116448"/>
                  </a:lnTo>
                  <a:lnTo>
                    <a:pt x="279707" y="116533"/>
                  </a:lnTo>
                  <a:lnTo>
                    <a:pt x="279613" y="117068"/>
                  </a:lnTo>
                  <a:lnTo>
                    <a:pt x="276805" y="119271"/>
                  </a:lnTo>
                  <a:lnTo>
                    <a:pt x="275469" y="120043"/>
                  </a:lnTo>
                  <a:lnTo>
                    <a:pt x="273071" y="120727"/>
                  </a:lnTo>
                  <a:lnTo>
                    <a:pt x="274116" y="122573"/>
                  </a:lnTo>
                  <a:lnTo>
                    <a:pt x="274408" y="126020"/>
                  </a:lnTo>
                  <a:lnTo>
                    <a:pt x="274067" y="129492"/>
                  </a:lnTo>
                  <a:lnTo>
                    <a:pt x="272030" y="132158"/>
                  </a:lnTo>
                  <a:lnTo>
                    <a:pt x="272488" y="133643"/>
                  </a:lnTo>
                  <a:lnTo>
                    <a:pt x="271820" y="134351"/>
                  </a:lnTo>
                  <a:lnTo>
                    <a:pt x="272915" y="135717"/>
                  </a:lnTo>
                  <a:lnTo>
                    <a:pt x="273417" y="137390"/>
                  </a:lnTo>
                  <a:lnTo>
                    <a:pt x="273392" y="137995"/>
                  </a:lnTo>
                  <a:lnTo>
                    <a:pt x="272542" y="138725"/>
                  </a:lnTo>
                  <a:lnTo>
                    <a:pt x="272309" y="139456"/>
                  </a:lnTo>
                  <a:lnTo>
                    <a:pt x="273138" y="140833"/>
                  </a:lnTo>
                  <a:lnTo>
                    <a:pt x="271512" y="143048"/>
                  </a:lnTo>
                  <a:lnTo>
                    <a:pt x="270772" y="144684"/>
                  </a:lnTo>
                  <a:lnTo>
                    <a:pt x="268085" y="147873"/>
                  </a:lnTo>
                  <a:lnTo>
                    <a:pt x="267644" y="149030"/>
                  </a:lnTo>
                  <a:lnTo>
                    <a:pt x="265825" y="150648"/>
                  </a:lnTo>
                  <a:lnTo>
                    <a:pt x="261485" y="152717"/>
                  </a:lnTo>
                  <a:lnTo>
                    <a:pt x="259871" y="153955"/>
                  </a:lnTo>
                  <a:lnTo>
                    <a:pt x="258388" y="156616"/>
                  </a:lnTo>
                  <a:lnTo>
                    <a:pt x="256046" y="157214"/>
                  </a:lnTo>
                  <a:lnTo>
                    <a:pt x="254235" y="158283"/>
                  </a:lnTo>
                  <a:lnTo>
                    <a:pt x="253281" y="157971"/>
                  </a:lnTo>
                  <a:lnTo>
                    <a:pt x="253252" y="160186"/>
                  </a:lnTo>
                  <a:lnTo>
                    <a:pt x="251631" y="161107"/>
                  </a:lnTo>
                  <a:lnTo>
                    <a:pt x="251082" y="162393"/>
                  </a:lnTo>
                  <a:lnTo>
                    <a:pt x="250396" y="163263"/>
                  </a:lnTo>
                  <a:lnTo>
                    <a:pt x="249678" y="165901"/>
                  </a:lnTo>
                  <a:lnTo>
                    <a:pt x="249798" y="166514"/>
                  </a:lnTo>
                  <a:lnTo>
                    <a:pt x="250184" y="167000"/>
                  </a:lnTo>
                  <a:lnTo>
                    <a:pt x="250210" y="167639"/>
                  </a:lnTo>
                  <a:lnTo>
                    <a:pt x="248962" y="169393"/>
                  </a:lnTo>
                  <a:lnTo>
                    <a:pt x="248093" y="168278"/>
                  </a:lnTo>
                  <a:lnTo>
                    <a:pt x="247378" y="167832"/>
                  </a:lnTo>
                  <a:lnTo>
                    <a:pt x="246946" y="169062"/>
                  </a:lnTo>
                  <a:lnTo>
                    <a:pt x="246972" y="169835"/>
                  </a:lnTo>
                  <a:lnTo>
                    <a:pt x="245675" y="171826"/>
                  </a:lnTo>
                  <a:lnTo>
                    <a:pt x="245543" y="174012"/>
                  </a:lnTo>
                  <a:lnTo>
                    <a:pt x="245878" y="174640"/>
                  </a:lnTo>
                  <a:lnTo>
                    <a:pt x="245451" y="175267"/>
                  </a:lnTo>
                  <a:lnTo>
                    <a:pt x="243302" y="176214"/>
                  </a:lnTo>
                  <a:lnTo>
                    <a:pt x="241437" y="178615"/>
                  </a:lnTo>
                  <a:lnTo>
                    <a:pt x="240188" y="179321"/>
                  </a:lnTo>
                  <a:lnTo>
                    <a:pt x="239821" y="179773"/>
                  </a:lnTo>
                  <a:lnTo>
                    <a:pt x="239224" y="179899"/>
                  </a:lnTo>
                  <a:lnTo>
                    <a:pt x="237098" y="182432"/>
                  </a:lnTo>
                  <a:lnTo>
                    <a:pt x="237161" y="182918"/>
                  </a:lnTo>
                  <a:lnTo>
                    <a:pt x="238173" y="183762"/>
                  </a:lnTo>
                  <a:lnTo>
                    <a:pt x="238533" y="184443"/>
                  </a:lnTo>
                  <a:lnTo>
                    <a:pt x="237985" y="188355"/>
                  </a:lnTo>
                  <a:lnTo>
                    <a:pt x="240037" y="190618"/>
                  </a:lnTo>
                  <a:lnTo>
                    <a:pt x="239691" y="191645"/>
                  </a:lnTo>
                  <a:lnTo>
                    <a:pt x="240412" y="192198"/>
                  </a:lnTo>
                  <a:lnTo>
                    <a:pt x="241131" y="193741"/>
                  </a:lnTo>
                  <a:lnTo>
                    <a:pt x="240901" y="194820"/>
                  </a:lnTo>
                  <a:lnTo>
                    <a:pt x="240530" y="195034"/>
                  </a:lnTo>
                  <a:lnTo>
                    <a:pt x="240207" y="195652"/>
                  </a:lnTo>
                  <a:lnTo>
                    <a:pt x="240026" y="196844"/>
                  </a:lnTo>
                  <a:lnTo>
                    <a:pt x="239518" y="197384"/>
                  </a:lnTo>
                  <a:lnTo>
                    <a:pt x="239214" y="198442"/>
                  </a:lnTo>
                  <a:lnTo>
                    <a:pt x="239355" y="199748"/>
                  </a:lnTo>
                  <a:lnTo>
                    <a:pt x="241675" y="198689"/>
                  </a:lnTo>
                  <a:lnTo>
                    <a:pt x="242611" y="199132"/>
                  </a:lnTo>
                  <a:lnTo>
                    <a:pt x="244786" y="198934"/>
                  </a:lnTo>
                  <a:lnTo>
                    <a:pt x="245485" y="199143"/>
                  </a:lnTo>
                  <a:lnTo>
                    <a:pt x="246240" y="200262"/>
                  </a:lnTo>
                  <a:lnTo>
                    <a:pt x="246778" y="202553"/>
                  </a:lnTo>
                  <a:lnTo>
                    <a:pt x="246809" y="203362"/>
                  </a:lnTo>
                  <a:lnTo>
                    <a:pt x="246481" y="204104"/>
                  </a:lnTo>
                  <a:lnTo>
                    <a:pt x="247767" y="206254"/>
                  </a:lnTo>
                  <a:lnTo>
                    <a:pt x="249605" y="207453"/>
                  </a:lnTo>
                  <a:lnTo>
                    <a:pt x="251604" y="208057"/>
                  </a:lnTo>
                  <a:lnTo>
                    <a:pt x="252862" y="209369"/>
                  </a:lnTo>
                  <a:lnTo>
                    <a:pt x="253553" y="210707"/>
                  </a:lnTo>
                  <a:lnTo>
                    <a:pt x="254981" y="210111"/>
                  </a:lnTo>
                  <a:lnTo>
                    <a:pt x="255151" y="211673"/>
                  </a:lnTo>
                  <a:lnTo>
                    <a:pt x="254666" y="212200"/>
                  </a:lnTo>
                  <a:lnTo>
                    <a:pt x="255078" y="213867"/>
                  </a:lnTo>
                  <a:lnTo>
                    <a:pt x="254656" y="215816"/>
                  </a:lnTo>
                  <a:lnTo>
                    <a:pt x="255525" y="218455"/>
                  </a:lnTo>
                  <a:lnTo>
                    <a:pt x="255465" y="219177"/>
                  </a:lnTo>
                  <a:lnTo>
                    <a:pt x="254861" y="220133"/>
                  </a:lnTo>
                  <a:lnTo>
                    <a:pt x="254412" y="220272"/>
                  </a:lnTo>
                  <a:lnTo>
                    <a:pt x="254311" y="220561"/>
                  </a:lnTo>
                  <a:lnTo>
                    <a:pt x="253258" y="220742"/>
                  </a:lnTo>
                  <a:lnTo>
                    <a:pt x="252055" y="220424"/>
                  </a:lnTo>
                  <a:lnTo>
                    <a:pt x="250101" y="220510"/>
                  </a:lnTo>
                  <a:lnTo>
                    <a:pt x="249594" y="220910"/>
                  </a:lnTo>
                  <a:lnTo>
                    <a:pt x="248923" y="221045"/>
                  </a:lnTo>
                  <a:lnTo>
                    <a:pt x="247112" y="221071"/>
                  </a:lnTo>
                  <a:lnTo>
                    <a:pt x="247357" y="222439"/>
                  </a:lnTo>
                  <a:lnTo>
                    <a:pt x="247244" y="223013"/>
                  </a:lnTo>
                  <a:lnTo>
                    <a:pt x="246617" y="223911"/>
                  </a:lnTo>
                  <a:lnTo>
                    <a:pt x="244705" y="225652"/>
                  </a:lnTo>
                  <a:lnTo>
                    <a:pt x="242768" y="225228"/>
                  </a:lnTo>
                  <a:lnTo>
                    <a:pt x="241216" y="225373"/>
                  </a:lnTo>
                  <a:lnTo>
                    <a:pt x="239892" y="224625"/>
                  </a:lnTo>
                  <a:lnTo>
                    <a:pt x="238413" y="225040"/>
                  </a:lnTo>
                  <a:lnTo>
                    <a:pt x="237713" y="225719"/>
                  </a:lnTo>
                  <a:lnTo>
                    <a:pt x="236507" y="225860"/>
                  </a:lnTo>
                  <a:lnTo>
                    <a:pt x="235649" y="225644"/>
                  </a:lnTo>
                  <a:lnTo>
                    <a:pt x="235033" y="226101"/>
                  </a:lnTo>
                  <a:lnTo>
                    <a:pt x="234546" y="227416"/>
                  </a:lnTo>
                  <a:lnTo>
                    <a:pt x="234653" y="227825"/>
                  </a:lnTo>
                  <a:lnTo>
                    <a:pt x="235359" y="227743"/>
                  </a:lnTo>
                  <a:lnTo>
                    <a:pt x="235307" y="228808"/>
                  </a:lnTo>
                  <a:lnTo>
                    <a:pt x="235056" y="229376"/>
                  </a:lnTo>
                  <a:lnTo>
                    <a:pt x="234592" y="230139"/>
                  </a:lnTo>
                  <a:lnTo>
                    <a:pt x="233932" y="229694"/>
                  </a:lnTo>
                  <a:lnTo>
                    <a:pt x="232890" y="230438"/>
                  </a:lnTo>
                  <a:lnTo>
                    <a:pt x="232679" y="230016"/>
                  </a:lnTo>
                  <a:lnTo>
                    <a:pt x="231501" y="229204"/>
                  </a:lnTo>
                  <a:lnTo>
                    <a:pt x="229710" y="229301"/>
                  </a:lnTo>
                  <a:lnTo>
                    <a:pt x="228257" y="229711"/>
                  </a:lnTo>
                  <a:lnTo>
                    <a:pt x="227267" y="229662"/>
                  </a:lnTo>
                  <a:lnTo>
                    <a:pt x="226358" y="229058"/>
                  </a:lnTo>
                  <a:lnTo>
                    <a:pt x="224436" y="230740"/>
                  </a:lnTo>
                  <a:lnTo>
                    <a:pt x="224594" y="232549"/>
                  </a:lnTo>
                  <a:lnTo>
                    <a:pt x="224377" y="232842"/>
                  </a:lnTo>
                  <a:lnTo>
                    <a:pt x="220567" y="234271"/>
                  </a:lnTo>
                  <a:lnTo>
                    <a:pt x="218051" y="235669"/>
                  </a:lnTo>
                  <a:lnTo>
                    <a:pt x="215937" y="234935"/>
                  </a:lnTo>
                  <a:lnTo>
                    <a:pt x="214443" y="235385"/>
                  </a:lnTo>
                  <a:lnTo>
                    <a:pt x="212637" y="236502"/>
                  </a:lnTo>
                  <a:lnTo>
                    <a:pt x="212190" y="236507"/>
                  </a:lnTo>
                  <a:lnTo>
                    <a:pt x="210969" y="236989"/>
                  </a:lnTo>
                  <a:lnTo>
                    <a:pt x="210925" y="237307"/>
                  </a:lnTo>
                  <a:lnTo>
                    <a:pt x="211072" y="239867"/>
                  </a:lnTo>
                  <a:lnTo>
                    <a:pt x="211951" y="242659"/>
                  </a:lnTo>
                  <a:lnTo>
                    <a:pt x="211196" y="243207"/>
                  </a:lnTo>
                  <a:lnTo>
                    <a:pt x="210978" y="243638"/>
                  </a:lnTo>
                  <a:lnTo>
                    <a:pt x="211414" y="244883"/>
                  </a:lnTo>
                  <a:lnTo>
                    <a:pt x="212116" y="245795"/>
                  </a:lnTo>
                  <a:lnTo>
                    <a:pt x="212071" y="247129"/>
                  </a:lnTo>
                  <a:lnTo>
                    <a:pt x="211660" y="248170"/>
                  </a:lnTo>
                  <a:lnTo>
                    <a:pt x="212180" y="249477"/>
                  </a:lnTo>
                  <a:lnTo>
                    <a:pt x="212091" y="251683"/>
                  </a:lnTo>
                  <a:lnTo>
                    <a:pt x="210117" y="251417"/>
                  </a:lnTo>
                  <a:lnTo>
                    <a:pt x="209138" y="251796"/>
                  </a:lnTo>
                  <a:lnTo>
                    <a:pt x="208582" y="251763"/>
                  </a:lnTo>
                  <a:lnTo>
                    <a:pt x="208000" y="252343"/>
                  </a:lnTo>
                  <a:lnTo>
                    <a:pt x="207821" y="253333"/>
                  </a:lnTo>
                  <a:lnTo>
                    <a:pt x="207175" y="253784"/>
                  </a:lnTo>
                  <a:lnTo>
                    <a:pt x="207122" y="254600"/>
                  </a:lnTo>
                  <a:lnTo>
                    <a:pt x="206586" y="255471"/>
                  </a:lnTo>
                  <a:lnTo>
                    <a:pt x="206609" y="256959"/>
                  </a:lnTo>
                  <a:lnTo>
                    <a:pt x="207905" y="257205"/>
                  </a:lnTo>
                  <a:lnTo>
                    <a:pt x="208394" y="257529"/>
                  </a:lnTo>
                  <a:lnTo>
                    <a:pt x="207939" y="258351"/>
                  </a:lnTo>
                  <a:lnTo>
                    <a:pt x="208421" y="259767"/>
                  </a:lnTo>
                  <a:lnTo>
                    <a:pt x="207315" y="260341"/>
                  </a:lnTo>
                  <a:lnTo>
                    <a:pt x="206524" y="260312"/>
                  </a:lnTo>
                  <a:lnTo>
                    <a:pt x="205711" y="262340"/>
                  </a:lnTo>
                  <a:lnTo>
                    <a:pt x="200455" y="262524"/>
                  </a:lnTo>
                  <a:lnTo>
                    <a:pt x="199432" y="262261"/>
                  </a:lnTo>
                  <a:lnTo>
                    <a:pt x="198719" y="262818"/>
                  </a:lnTo>
                  <a:lnTo>
                    <a:pt x="198445" y="262714"/>
                  </a:lnTo>
                  <a:lnTo>
                    <a:pt x="197703" y="263083"/>
                  </a:lnTo>
                  <a:lnTo>
                    <a:pt x="197140" y="264276"/>
                  </a:lnTo>
                  <a:lnTo>
                    <a:pt x="195874" y="264138"/>
                  </a:lnTo>
                  <a:lnTo>
                    <a:pt x="193580" y="265021"/>
                  </a:lnTo>
                  <a:lnTo>
                    <a:pt x="191670" y="266281"/>
                  </a:lnTo>
                  <a:lnTo>
                    <a:pt x="189861" y="266630"/>
                  </a:lnTo>
                  <a:lnTo>
                    <a:pt x="189375" y="269384"/>
                  </a:lnTo>
                  <a:lnTo>
                    <a:pt x="188570" y="271873"/>
                  </a:lnTo>
                  <a:lnTo>
                    <a:pt x="191364" y="272318"/>
                  </a:lnTo>
                  <a:lnTo>
                    <a:pt x="192848" y="273181"/>
                  </a:lnTo>
                  <a:lnTo>
                    <a:pt x="192940" y="273461"/>
                  </a:lnTo>
                  <a:lnTo>
                    <a:pt x="196174" y="273083"/>
                  </a:lnTo>
                  <a:lnTo>
                    <a:pt x="196622" y="273779"/>
                  </a:lnTo>
                  <a:lnTo>
                    <a:pt x="195728" y="274605"/>
                  </a:lnTo>
                  <a:lnTo>
                    <a:pt x="195042" y="276932"/>
                  </a:lnTo>
                  <a:lnTo>
                    <a:pt x="196835" y="279590"/>
                  </a:lnTo>
                  <a:lnTo>
                    <a:pt x="184777" y="281349"/>
                  </a:lnTo>
                  <a:lnTo>
                    <a:pt x="183665" y="282172"/>
                  </a:lnTo>
                  <a:lnTo>
                    <a:pt x="180411" y="282385"/>
                  </a:lnTo>
                  <a:lnTo>
                    <a:pt x="178434" y="284395"/>
                  </a:lnTo>
                  <a:lnTo>
                    <a:pt x="174597" y="285294"/>
                  </a:lnTo>
                  <a:lnTo>
                    <a:pt x="172346" y="287236"/>
                  </a:lnTo>
                  <a:lnTo>
                    <a:pt x="170191" y="290902"/>
                  </a:lnTo>
                  <a:lnTo>
                    <a:pt x="168525" y="290509"/>
                  </a:lnTo>
                  <a:lnTo>
                    <a:pt x="165829" y="290358"/>
                  </a:lnTo>
                  <a:lnTo>
                    <a:pt x="156457" y="293374"/>
                  </a:lnTo>
                  <a:lnTo>
                    <a:pt x="151043" y="296684"/>
                  </a:lnTo>
                  <a:lnTo>
                    <a:pt x="149503" y="298384"/>
                  </a:lnTo>
                  <a:lnTo>
                    <a:pt x="145073" y="300862"/>
                  </a:lnTo>
                  <a:lnTo>
                    <a:pt x="145994" y="303272"/>
                  </a:lnTo>
                  <a:lnTo>
                    <a:pt x="146203" y="304398"/>
                  </a:lnTo>
                  <a:lnTo>
                    <a:pt x="146118" y="305730"/>
                  </a:lnTo>
                  <a:lnTo>
                    <a:pt x="147145" y="309840"/>
                  </a:lnTo>
                  <a:lnTo>
                    <a:pt x="148406" y="312090"/>
                  </a:lnTo>
                  <a:lnTo>
                    <a:pt x="149531" y="314944"/>
                  </a:lnTo>
                  <a:lnTo>
                    <a:pt x="152501" y="318834"/>
                  </a:lnTo>
                  <a:lnTo>
                    <a:pt x="153016" y="322925"/>
                  </a:lnTo>
                  <a:lnTo>
                    <a:pt x="153844" y="324963"/>
                  </a:lnTo>
                  <a:lnTo>
                    <a:pt x="154459" y="325806"/>
                  </a:lnTo>
                  <a:lnTo>
                    <a:pt x="155553" y="326452"/>
                  </a:lnTo>
                  <a:lnTo>
                    <a:pt x="156341" y="327927"/>
                  </a:lnTo>
                  <a:lnTo>
                    <a:pt x="162909" y="331567"/>
                  </a:lnTo>
                  <a:lnTo>
                    <a:pt x="164685" y="331106"/>
                  </a:lnTo>
                  <a:lnTo>
                    <a:pt x="170286" y="333472"/>
                  </a:lnTo>
                  <a:lnTo>
                    <a:pt x="173417" y="333030"/>
                  </a:lnTo>
                  <a:lnTo>
                    <a:pt x="177522" y="335690"/>
                  </a:lnTo>
                  <a:lnTo>
                    <a:pt x="178475" y="336970"/>
                  </a:lnTo>
                  <a:lnTo>
                    <a:pt x="172768" y="343229"/>
                  </a:lnTo>
                  <a:lnTo>
                    <a:pt x="170900" y="343782"/>
                  </a:lnTo>
                  <a:lnTo>
                    <a:pt x="166902" y="346194"/>
                  </a:lnTo>
                  <a:lnTo>
                    <a:pt x="163113" y="349653"/>
                  </a:lnTo>
                  <a:lnTo>
                    <a:pt x="162814" y="349700"/>
                  </a:lnTo>
                  <a:lnTo>
                    <a:pt x="163763" y="350571"/>
                  </a:lnTo>
                  <a:lnTo>
                    <a:pt x="164890" y="351025"/>
                  </a:lnTo>
                  <a:lnTo>
                    <a:pt x="164403" y="351177"/>
                  </a:lnTo>
                  <a:lnTo>
                    <a:pt x="164225" y="351642"/>
                  </a:lnTo>
                  <a:lnTo>
                    <a:pt x="162927" y="351947"/>
                  </a:lnTo>
                  <a:lnTo>
                    <a:pt x="159837" y="353568"/>
                  </a:lnTo>
                  <a:lnTo>
                    <a:pt x="159398" y="353151"/>
                  </a:lnTo>
                  <a:lnTo>
                    <a:pt x="155603" y="356223"/>
                  </a:lnTo>
                  <a:lnTo>
                    <a:pt x="151462" y="362123"/>
                  </a:lnTo>
                  <a:lnTo>
                    <a:pt x="151185" y="363644"/>
                  </a:lnTo>
                  <a:lnTo>
                    <a:pt x="150077" y="365822"/>
                  </a:lnTo>
                  <a:lnTo>
                    <a:pt x="150533" y="366612"/>
                  </a:lnTo>
                  <a:lnTo>
                    <a:pt x="150444" y="367466"/>
                  </a:lnTo>
                  <a:lnTo>
                    <a:pt x="149893" y="367998"/>
                  </a:lnTo>
                  <a:lnTo>
                    <a:pt x="151843" y="370924"/>
                  </a:lnTo>
                  <a:lnTo>
                    <a:pt x="153381" y="372680"/>
                  </a:lnTo>
                  <a:lnTo>
                    <a:pt x="154935" y="372357"/>
                  </a:lnTo>
                  <a:lnTo>
                    <a:pt x="155999" y="373024"/>
                  </a:lnTo>
                  <a:lnTo>
                    <a:pt x="157625" y="373274"/>
                  </a:lnTo>
                  <a:lnTo>
                    <a:pt x="158708" y="374683"/>
                  </a:lnTo>
                  <a:lnTo>
                    <a:pt x="159920" y="377707"/>
                  </a:lnTo>
                  <a:lnTo>
                    <a:pt x="161683" y="379299"/>
                  </a:lnTo>
                  <a:lnTo>
                    <a:pt x="155223" y="382975"/>
                  </a:lnTo>
                  <a:lnTo>
                    <a:pt x="152537" y="383770"/>
                  </a:lnTo>
                  <a:lnTo>
                    <a:pt x="150239" y="385716"/>
                  </a:lnTo>
                  <a:lnTo>
                    <a:pt x="142514" y="390050"/>
                  </a:lnTo>
                  <a:lnTo>
                    <a:pt x="140097" y="385870"/>
                  </a:lnTo>
                  <a:lnTo>
                    <a:pt x="136467" y="386018"/>
                  </a:lnTo>
                  <a:lnTo>
                    <a:pt x="132642" y="382330"/>
                  </a:lnTo>
                  <a:lnTo>
                    <a:pt x="132336" y="379669"/>
                  </a:lnTo>
                  <a:lnTo>
                    <a:pt x="134585" y="376093"/>
                  </a:lnTo>
                  <a:lnTo>
                    <a:pt x="134608" y="374703"/>
                  </a:lnTo>
                  <a:lnTo>
                    <a:pt x="122092" y="373996"/>
                  </a:lnTo>
                  <a:lnTo>
                    <a:pt x="119001" y="374222"/>
                  </a:lnTo>
                  <a:lnTo>
                    <a:pt x="109616" y="385626"/>
                  </a:lnTo>
                  <a:lnTo>
                    <a:pt x="103661" y="383387"/>
                  </a:lnTo>
                  <a:lnTo>
                    <a:pt x="98556" y="384292"/>
                  </a:lnTo>
                  <a:lnTo>
                    <a:pt x="98133" y="385543"/>
                  </a:lnTo>
                  <a:lnTo>
                    <a:pt x="96782" y="387459"/>
                  </a:lnTo>
                  <a:lnTo>
                    <a:pt x="93817" y="388482"/>
                  </a:lnTo>
                  <a:lnTo>
                    <a:pt x="90923" y="388878"/>
                  </a:lnTo>
                  <a:lnTo>
                    <a:pt x="86593" y="392618"/>
                  </a:lnTo>
                  <a:lnTo>
                    <a:pt x="85649" y="393783"/>
                  </a:lnTo>
                  <a:lnTo>
                    <a:pt x="75518" y="398643"/>
                  </a:lnTo>
                  <a:lnTo>
                    <a:pt x="75413" y="399140"/>
                  </a:lnTo>
                  <a:lnTo>
                    <a:pt x="74079" y="400134"/>
                  </a:lnTo>
                  <a:lnTo>
                    <a:pt x="68845" y="401424"/>
                  </a:lnTo>
                  <a:lnTo>
                    <a:pt x="64618" y="403670"/>
                  </a:lnTo>
                  <a:lnTo>
                    <a:pt x="58166" y="392996"/>
                  </a:lnTo>
                  <a:lnTo>
                    <a:pt x="54590" y="390011"/>
                  </a:lnTo>
                  <a:lnTo>
                    <a:pt x="46368" y="388183"/>
                  </a:lnTo>
                  <a:lnTo>
                    <a:pt x="35477" y="380165"/>
                  </a:lnTo>
                  <a:lnTo>
                    <a:pt x="30889" y="374685"/>
                  </a:lnTo>
                  <a:lnTo>
                    <a:pt x="30810" y="371944"/>
                  </a:lnTo>
                  <a:lnTo>
                    <a:pt x="33349" y="368638"/>
                  </a:lnTo>
                  <a:lnTo>
                    <a:pt x="33687" y="368940"/>
                  </a:lnTo>
                  <a:lnTo>
                    <a:pt x="35237" y="364495"/>
                  </a:lnTo>
                  <a:lnTo>
                    <a:pt x="36972" y="362387"/>
                  </a:lnTo>
                  <a:lnTo>
                    <a:pt x="36354" y="361548"/>
                  </a:lnTo>
                  <a:lnTo>
                    <a:pt x="37778" y="360043"/>
                  </a:lnTo>
                  <a:lnTo>
                    <a:pt x="41603" y="357047"/>
                  </a:lnTo>
                  <a:lnTo>
                    <a:pt x="38788" y="354060"/>
                  </a:lnTo>
                  <a:lnTo>
                    <a:pt x="38147" y="354483"/>
                  </a:lnTo>
                  <a:lnTo>
                    <a:pt x="35076" y="353467"/>
                  </a:lnTo>
                  <a:lnTo>
                    <a:pt x="30338" y="352507"/>
                  </a:lnTo>
                  <a:lnTo>
                    <a:pt x="27314" y="347653"/>
                  </a:lnTo>
                  <a:lnTo>
                    <a:pt x="20893" y="341350"/>
                  </a:lnTo>
                  <a:lnTo>
                    <a:pt x="18934" y="342211"/>
                  </a:lnTo>
                  <a:lnTo>
                    <a:pt x="18029" y="341660"/>
                  </a:lnTo>
                  <a:lnTo>
                    <a:pt x="16758" y="340082"/>
                  </a:lnTo>
                  <a:lnTo>
                    <a:pt x="15631" y="338338"/>
                  </a:lnTo>
                  <a:lnTo>
                    <a:pt x="14927" y="336097"/>
                  </a:lnTo>
                  <a:lnTo>
                    <a:pt x="15477" y="335796"/>
                  </a:lnTo>
                  <a:lnTo>
                    <a:pt x="15730" y="332385"/>
                  </a:lnTo>
                  <a:lnTo>
                    <a:pt x="14452" y="329377"/>
                  </a:lnTo>
                  <a:lnTo>
                    <a:pt x="11092" y="326111"/>
                  </a:lnTo>
                  <a:lnTo>
                    <a:pt x="11368" y="323637"/>
                  </a:lnTo>
                  <a:lnTo>
                    <a:pt x="9970" y="316164"/>
                  </a:lnTo>
                  <a:lnTo>
                    <a:pt x="7017" y="311583"/>
                  </a:lnTo>
                  <a:lnTo>
                    <a:pt x="3781" y="303633"/>
                  </a:lnTo>
                  <a:lnTo>
                    <a:pt x="3715" y="303468"/>
                  </a:lnTo>
                  <a:lnTo>
                    <a:pt x="7847" y="300170"/>
                  </a:lnTo>
                  <a:lnTo>
                    <a:pt x="9940" y="297995"/>
                  </a:lnTo>
                  <a:lnTo>
                    <a:pt x="12286" y="297040"/>
                  </a:lnTo>
                  <a:lnTo>
                    <a:pt x="17392" y="294423"/>
                  </a:lnTo>
                  <a:lnTo>
                    <a:pt x="18117" y="292419"/>
                  </a:lnTo>
                  <a:lnTo>
                    <a:pt x="20970" y="289966"/>
                  </a:lnTo>
                  <a:lnTo>
                    <a:pt x="24411" y="288771"/>
                  </a:lnTo>
                  <a:lnTo>
                    <a:pt x="23353" y="286145"/>
                  </a:lnTo>
                  <a:lnTo>
                    <a:pt x="23818" y="282720"/>
                  </a:lnTo>
                  <a:lnTo>
                    <a:pt x="24670" y="280842"/>
                  </a:lnTo>
                  <a:lnTo>
                    <a:pt x="22717" y="280648"/>
                  </a:lnTo>
                  <a:lnTo>
                    <a:pt x="17696" y="277858"/>
                  </a:lnTo>
                  <a:lnTo>
                    <a:pt x="13837" y="272347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pg42">
              <a:extLst>
                <a:ext uri="{FF2B5EF4-FFF2-40B4-BE49-F238E27FC236}">
                  <a16:creationId xmlns:a16="http://schemas.microsoft.com/office/drawing/2014/main" id="{E559FD08-AAE2-6394-65CD-732E8EA4EB5B}"/>
                </a:ext>
              </a:extLst>
            </p:cNvPr>
            <p:cNvSpPr/>
            <p:nvPr/>
          </p:nvSpPr>
          <p:spPr>
            <a:xfrm>
              <a:off x="7233264" y="1551565"/>
              <a:ext cx="739447" cy="425170"/>
            </a:xfrm>
            <a:custGeom>
              <a:avLst/>
              <a:gdLst/>
              <a:ahLst/>
              <a:cxnLst/>
              <a:rect l="0" t="0" r="0" b="0"/>
              <a:pathLst>
                <a:path w="739447" h="425170">
                  <a:moveTo>
                    <a:pt x="249175" y="384032"/>
                  </a:moveTo>
                  <a:lnTo>
                    <a:pt x="247285" y="382523"/>
                  </a:lnTo>
                  <a:lnTo>
                    <a:pt x="241762" y="382598"/>
                  </a:lnTo>
                  <a:lnTo>
                    <a:pt x="240593" y="383047"/>
                  </a:lnTo>
                  <a:lnTo>
                    <a:pt x="236703" y="386252"/>
                  </a:lnTo>
                  <a:lnTo>
                    <a:pt x="235048" y="387224"/>
                  </a:lnTo>
                  <a:lnTo>
                    <a:pt x="232863" y="387304"/>
                  </a:lnTo>
                  <a:lnTo>
                    <a:pt x="231011" y="386300"/>
                  </a:lnTo>
                  <a:lnTo>
                    <a:pt x="227708" y="386254"/>
                  </a:lnTo>
                  <a:lnTo>
                    <a:pt x="224686" y="386895"/>
                  </a:lnTo>
                  <a:lnTo>
                    <a:pt x="223419" y="386741"/>
                  </a:lnTo>
                  <a:lnTo>
                    <a:pt x="221752" y="387093"/>
                  </a:lnTo>
                  <a:lnTo>
                    <a:pt x="219020" y="387117"/>
                  </a:lnTo>
                  <a:lnTo>
                    <a:pt x="217289" y="387561"/>
                  </a:lnTo>
                  <a:lnTo>
                    <a:pt x="212609" y="387607"/>
                  </a:lnTo>
                  <a:lnTo>
                    <a:pt x="210451" y="388126"/>
                  </a:lnTo>
                  <a:lnTo>
                    <a:pt x="209134" y="388687"/>
                  </a:lnTo>
                  <a:lnTo>
                    <a:pt x="208119" y="389931"/>
                  </a:lnTo>
                  <a:lnTo>
                    <a:pt x="207304" y="390171"/>
                  </a:lnTo>
                  <a:lnTo>
                    <a:pt x="206744" y="390855"/>
                  </a:lnTo>
                  <a:lnTo>
                    <a:pt x="206427" y="390939"/>
                  </a:lnTo>
                  <a:lnTo>
                    <a:pt x="204380" y="389794"/>
                  </a:lnTo>
                  <a:lnTo>
                    <a:pt x="201528" y="389703"/>
                  </a:lnTo>
                  <a:lnTo>
                    <a:pt x="199788" y="387687"/>
                  </a:lnTo>
                  <a:lnTo>
                    <a:pt x="198882" y="387046"/>
                  </a:lnTo>
                  <a:lnTo>
                    <a:pt x="197621" y="388751"/>
                  </a:lnTo>
                  <a:lnTo>
                    <a:pt x="197317" y="390020"/>
                  </a:lnTo>
                  <a:lnTo>
                    <a:pt x="196856" y="390745"/>
                  </a:lnTo>
                  <a:lnTo>
                    <a:pt x="196184" y="390424"/>
                  </a:lnTo>
                  <a:lnTo>
                    <a:pt x="194816" y="390400"/>
                  </a:lnTo>
                  <a:lnTo>
                    <a:pt x="193441" y="391235"/>
                  </a:lnTo>
                  <a:lnTo>
                    <a:pt x="193188" y="391770"/>
                  </a:lnTo>
                  <a:lnTo>
                    <a:pt x="192264" y="392435"/>
                  </a:lnTo>
                  <a:lnTo>
                    <a:pt x="188416" y="392937"/>
                  </a:lnTo>
                  <a:lnTo>
                    <a:pt x="187733" y="393344"/>
                  </a:lnTo>
                  <a:lnTo>
                    <a:pt x="186714" y="393555"/>
                  </a:lnTo>
                  <a:lnTo>
                    <a:pt x="186345" y="394164"/>
                  </a:lnTo>
                  <a:lnTo>
                    <a:pt x="185568" y="394273"/>
                  </a:lnTo>
                  <a:lnTo>
                    <a:pt x="184701" y="394868"/>
                  </a:lnTo>
                  <a:lnTo>
                    <a:pt x="183104" y="395422"/>
                  </a:lnTo>
                  <a:lnTo>
                    <a:pt x="182672" y="396202"/>
                  </a:lnTo>
                  <a:lnTo>
                    <a:pt x="182201" y="396455"/>
                  </a:lnTo>
                  <a:lnTo>
                    <a:pt x="180514" y="396865"/>
                  </a:lnTo>
                  <a:lnTo>
                    <a:pt x="179347" y="397617"/>
                  </a:lnTo>
                  <a:lnTo>
                    <a:pt x="178193" y="397861"/>
                  </a:lnTo>
                  <a:lnTo>
                    <a:pt x="176646" y="400130"/>
                  </a:lnTo>
                  <a:lnTo>
                    <a:pt x="173672" y="400677"/>
                  </a:lnTo>
                  <a:lnTo>
                    <a:pt x="172886" y="400524"/>
                  </a:lnTo>
                  <a:lnTo>
                    <a:pt x="172248" y="399082"/>
                  </a:lnTo>
                  <a:lnTo>
                    <a:pt x="172205" y="398176"/>
                  </a:lnTo>
                  <a:lnTo>
                    <a:pt x="170686" y="399076"/>
                  </a:lnTo>
                  <a:lnTo>
                    <a:pt x="169186" y="398858"/>
                  </a:lnTo>
                  <a:lnTo>
                    <a:pt x="167857" y="398984"/>
                  </a:lnTo>
                  <a:lnTo>
                    <a:pt x="166904" y="398640"/>
                  </a:lnTo>
                  <a:lnTo>
                    <a:pt x="166060" y="398663"/>
                  </a:lnTo>
                  <a:lnTo>
                    <a:pt x="165131" y="398960"/>
                  </a:lnTo>
                  <a:lnTo>
                    <a:pt x="163308" y="400146"/>
                  </a:lnTo>
                  <a:lnTo>
                    <a:pt x="162505" y="400262"/>
                  </a:lnTo>
                  <a:lnTo>
                    <a:pt x="161918" y="400071"/>
                  </a:lnTo>
                  <a:lnTo>
                    <a:pt x="160632" y="400530"/>
                  </a:lnTo>
                  <a:lnTo>
                    <a:pt x="160554" y="399303"/>
                  </a:lnTo>
                  <a:lnTo>
                    <a:pt x="160814" y="398480"/>
                  </a:lnTo>
                  <a:lnTo>
                    <a:pt x="160648" y="396805"/>
                  </a:lnTo>
                  <a:lnTo>
                    <a:pt x="159574" y="395670"/>
                  </a:lnTo>
                  <a:lnTo>
                    <a:pt x="160492" y="394836"/>
                  </a:lnTo>
                  <a:lnTo>
                    <a:pt x="161542" y="393308"/>
                  </a:lnTo>
                  <a:lnTo>
                    <a:pt x="160587" y="392578"/>
                  </a:lnTo>
                  <a:lnTo>
                    <a:pt x="159917" y="390155"/>
                  </a:lnTo>
                  <a:lnTo>
                    <a:pt x="159602" y="389733"/>
                  </a:lnTo>
                  <a:lnTo>
                    <a:pt x="158795" y="389357"/>
                  </a:lnTo>
                  <a:lnTo>
                    <a:pt x="157669" y="387858"/>
                  </a:lnTo>
                  <a:lnTo>
                    <a:pt x="155855" y="386061"/>
                  </a:lnTo>
                  <a:lnTo>
                    <a:pt x="155293" y="384779"/>
                  </a:lnTo>
                  <a:lnTo>
                    <a:pt x="155248" y="383954"/>
                  </a:lnTo>
                  <a:lnTo>
                    <a:pt x="155723" y="382845"/>
                  </a:lnTo>
                  <a:lnTo>
                    <a:pt x="155626" y="382237"/>
                  </a:lnTo>
                  <a:lnTo>
                    <a:pt x="156463" y="380892"/>
                  </a:lnTo>
                  <a:lnTo>
                    <a:pt x="156402" y="379558"/>
                  </a:lnTo>
                  <a:lnTo>
                    <a:pt x="157716" y="378827"/>
                  </a:lnTo>
                  <a:lnTo>
                    <a:pt x="157787" y="377129"/>
                  </a:lnTo>
                  <a:lnTo>
                    <a:pt x="158425" y="375903"/>
                  </a:lnTo>
                  <a:lnTo>
                    <a:pt x="158482" y="374931"/>
                  </a:lnTo>
                  <a:lnTo>
                    <a:pt x="160119" y="372811"/>
                  </a:lnTo>
                  <a:lnTo>
                    <a:pt x="161532" y="371740"/>
                  </a:lnTo>
                  <a:lnTo>
                    <a:pt x="160652" y="370713"/>
                  </a:lnTo>
                  <a:lnTo>
                    <a:pt x="160261" y="370670"/>
                  </a:lnTo>
                  <a:lnTo>
                    <a:pt x="160752" y="369786"/>
                  </a:lnTo>
                  <a:lnTo>
                    <a:pt x="160077" y="369040"/>
                  </a:lnTo>
                  <a:lnTo>
                    <a:pt x="161910" y="367320"/>
                  </a:lnTo>
                  <a:lnTo>
                    <a:pt x="163268" y="366884"/>
                  </a:lnTo>
                  <a:lnTo>
                    <a:pt x="163156" y="365032"/>
                  </a:lnTo>
                  <a:lnTo>
                    <a:pt x="163399" y="364856"/>
                  </a:lnTo>
                  <a:lnTo>
                    <a:pt x="163491" y="363490"/>
                  </a:lnTo>
                  <a:lnTo>
                    <a:pt x="163553" y="362323"/>
                  </a:lnTo>
                  <a:lnTo>
                    <a:pt x="164195" y="360807"/>
                  </a:lnTo>
                  <a:lnTo>
                    <a:pt x="162301" y="360074"/>
                  </a:lnTo>
                  <a:lnTo>
                    <a:pt x="160616" y="358142"/>
                  </a:lnTo>
                  <a:lnTo>
                    <a:pt x="162603" y="352709"/>
                  </a:lnTo>
                  <a:lnTo>
                    <a:pt x="164689" y="350257"/>
                  </a:lnTo>
                  <a:lnTo>
                    <a:pt x="166330" y="349773"/>
                  </a:lnTo>
                  <a:lnTo>
                    <a:pt x="166776" y="349401"/>
                  </a:lnTo>
                  <a:lnTo>
                    <a:pt x="168855" y="346094"/>
                  </a:lnTo>
                  <a:lnTo>
                    <a:pt x="169736" y="345326"/>
                  </a:lnTo>
                  <a:lnTo>
                    <a:pt x="170577" y="344947"/>
                  </a:lnTo>
                  <a:lnTo>
                    <a:pt x="170609" y="344379"/>
                  </a:lnTo>
                  <a:lnTo>
                    <a:pt x="169868" y="343195"/>
                  </a:lnTo>
                  <a:lnTo>
                    <a:pt x="169123" y="342948"/>
                  </a:lnTo>
                  <a:lnTo>
                    <a:pt x="168068" y="341235"/>
                  </a:lnTo>
                  <a:lnTo>
                    <a:pt x="166621" y="340339"/>
                  </a:lnTo>
                  <a:lnTo>
                    <a:pt x="165622" y="340103"/>
                  </a:lnTo>
                  <a:lnTo>
                    <a:pt x="162824" y="338256"/>
                  </a:lnTo>
                  <a:lnTo>
                    <a:pt x="162466" y="339410"/>
                  </a:lnTo>
                  <a:lnTo>
                    <a:pt x="160946" y="341397"/>
                  </a:lnTo>
                  <a:lnTo>
                    <a:pt x="159904" y="341197"/>
                  </a:lnTo>
                  <a:lnTo>
                    <a:pt x="157546" y="341698"/>
                  </a:lnTo>
                  <a:lnTo>
                    <a:pt x="156570" y="341613"/>
                  </a:lnTo>
                  <a:lnTo>
                    <a:pt x="154773" y="342642"/>
                  </a:lnTo>
                  <a:lnTo>
                    <a:pt x="152849" y="342885"/>
                  </a:lnTo>
                  <a:lnTo>
                    <a:pt x="150017" y="342295"/>
                  </a:lnTo>
                  <a:lnTo>
                    <a:pt x="148778" y="342666"/>
                  </a:lnTo>
                  <a:lnTo>
                    <a:pt x="148064" y="343374"/>
                  </a:lnTo>
                  <a:lnTo>
                    <a:pt x="147667" y="344148"/>
                  </a:lnTo>
                  <a:lnTo>
                    <a:pt x="147538" y="345028"/>
                  </a:lnTo>
                  <a:lnTo>
                    <a:pt x="147859" y="346414"/>
                  </a:lnTo>
                  <a:lnTo>
                    <a:pt x="146385" y="350311"/>
                  </a:lnTo>
                  <a:lnTo>
                    <a:pt x="143964" y="352697"/>
                  </a:lnTo>
                  <a:lnTo>
                    <a:pt x="141082" y="351625"/>
                  </a:lnTo>
                  <a:lnTo>
                    <a:pt x="138835" y="349161"/>
                  </a:lnTo>
                  <a:lnTo>
                    <a:pt x="137779" y="348608"/>
                  </a:lnTo>
                  <a:lnTo>
                    <a:pt x="134058" y="347405"/>
                  </a:lnTo>
                  <a:lnTo>
                    <a:pt x="133150" y="346495"/>
                  </a:lnTo>
                  <a:lnTo>
                    <a:pt x="132885" y="345851"/>
                  </a:lnTo>
                  <a:lnTo>
                    <a:pt x="136309" y="342807"/>
                  </a:lnTo>
                  <a:lnTo>
                    <a:pt x="137645" y="340744"/>
                  </a:lnTo>
                  <a:lnTo>
                    <a:pt x="138282" y="338348"/>
                  </a:lnTo>
                  <a:lnTo>
                    <a:pt x="137748" y="337333"/>
                  </a:lnTo>
                  <a:lnTo>
                    <a:pt x="138085" y="336606"/>
                  </a:lnTo>
                  <a:lnTo>
                    <a:pt x="138304" y="335007"/>
                  </a:lnTo>
                  <a:lnTo>
                    <a:pt x="138697" y="334305"/>
                  </a:lnTo>
                  <a:lnTo>
                    <a:pt x="137499" y="331678"/>
                  </a:lnTo>
                  <a:lnTo>
                    <a:pt x="136237" y="329901"/>
                  </a:lnTo>
                  <a:lnTo>
                    <a:pt x="136187" y="329435"/>
                  </a:lnTo>
                  <a:lnTo>
                    <a:pt x="141993" y="331635"/>
                  </a:lnTo>
                  <a:lnTo>
                    <a:pt x="141837" y="330646"/>
                  </a:lnTo>
                  <a:lnTo>
                    <a:pt x="142044" y="329091"/>
                  </a:lnTo>
                  <a:lnTo>
                    <a:pt x="142989" y="327880"/>
                  </a:lnTo>
                  <a:lnTo>
                    <a:pt x="143793" y="327858"/>
                  </a:lnTo>
                  <a:lnTo>
                    <a:pt x="144214" y="327547"/>
                  </a:lnTo>
                  <a:lnTo>
                    <a:pt x="144335" y="325962"/>
                  </a:lnTo>
                  <a:lnTo>
                    <a:pt x="143985" y="324381"/>
                  </a:lnTo>
                  <a:lnTo>
                    <a:pt x="143343" y="323014"/>
                  </a:lnTo>
                  <a:lnTo>
                    <a:pt x="141142" y="323749"/>
                  </a:lnTo>
                  <a:lnTo>
                    <a:pt x="140829" y="324071"/>
                  </a:lnTo>
                  <a:lnTo>
                    <a:pt x="140563" y="325343"/>
                  </a:lnTo>
                  <a:lnTo>
                    <a:pt x="140176" y="325941"/>
                  </a:lnTo>
                  <a:lnTo>
                    <a:pt x="139072" y="326337"/>
                  </a:lnTo>
                  <a:lnTo>
                    <a:pt x="137657" y="326412"/>
                  </a:lnTo>
                  <a:lnTo>
                    <a:pt x="135615" y="327496"/>
                  </a:lnTo>
                  <a:lnTo>
                    <a:pt x="133123" y="329512"/>
                  </a:lnTo>
                  <a:lnTo>
                    <a:pt x="132943" y="331197"/>
                  </a:lnTo>
                  <a:lnTo>
                    <a:pt x="132748" y="331331"/>
                  </a:lnTo>
                  <a:lnTo>
                    <a:pt x="132882" y="331590"/>
                  </a:lnTo>
                  <a:lnTo>
                    <a:pt x="131263" y="331922"/>
                  </a:lnTo>
                  <a:lnTo>
                    <a:pt x="129727" y="331618"/>
                  </a:lnTo>
                  <a:lnTo>
                    <a:pt x="128395" y="331633"/>
                  </a:lnTo>
                  <a:lnTo>
                    <a:pt x="127550" y="331932"/>
                  </a:lnTo>
                  <a:lnTo>
                    <a:pt x="125962" y="331700"/>
                  </a:lnTo>
                  <a:lnTo>
                    <a:pt x="124860" y="332123"/>
                  </a:lnTo>
                  <a:lnTo>
                    <a:pt x="124598" y="332483"/>
                  </a:lnTo>
                  <a:lnTo>
                    <a:pt x="124198" y="334748"/>
                  </a:lnTo>
                  <a:lnTo>
                    <a:pt x="123502" y="336136"/>
                  </a:lnTo>
                  <a:lnTo>
                    <a:pt x="123213" y="338272"/>
                  </a:lnTo>
                  <a:lnTo>
                    <a:pt x="122081" y="339192"/>
                  </a:lnTo>
                  <a:lnTo>
                    <a:pt x="119576" y="340355"/>
                  </a:lnTo>
                  <a:lnTo>
                    <a:pt x="119585" y="339457"/>
                  </a:lnTo>
                  <a:lnTo>
                    <a:pt x="118693" y="337943"/>
                  </a:lnTo>
                  <a:lnTo>
                    <a:pt x="116460" y="337110"/>
                  </a:lnTo>
                  <a:lnTo>
                    <a:pt x="114691" y="337202"/>
                  </a:lnTo>
                  <a:lnTo>
                    <a:pt x="113053" y="336785"/>
                  </a:lnTo>
                  <a:lnTo>
                    <a:pt x="112727" y="336401"/>
                  </a:lnTo>
                  <a:lnTo>
                    <a:pt x="109763" y="336191"/>
                  </a:lnTo>
                  <a:lnTo>
                    <a:pt x="109001" y="337589"/>
                  </a:lnTo>
                  <a:lnTo>
                    <a:pt x="108153" y="337697"/>
                  </a:lnTo>
                  <a:lnTo>
                    <a:pt x="106958" y="338486"/>
                  </a:lnTo>
                  <a:lnTo>
                    <a:pt x="106158" y="339590"/>
                  </a:lnTo>
                  <a:lnTo>
                    <a:pt x="105839" y="340613"/>
                  </a:lnTo>
                  <a:lnTo>
                    <a:pt x="104469" y="343123"/>
                  </a:lnTo>
                  <a:lnTo>
                    <a:pt x="104520" y="344172"/>
                  </a:lnTo>
                  <a:lnTo>
                    <a:pt x="104938" y="345267"/>
                  </a:lnTo>
                  <a:lnTo>
                    <a:pt x="102924" y="345511"/>
                  </a:lnTo>
                  <a:lnTo>
                    <a:pt x="101227" y="346070"/>
                  </a:lnTo>
                  <a:lnTo>
                    <a:pt x="97687" y="347953"/>
                  </a:lnTo>
                  <a:lnTo>
                    <a:pt x="96629" y="348954"/>
                  </a:lnTo>
                  <a:lnTo>
                    <a:pt x="93356" y="349348"/>
                  </a:lnTo>
                  <a:lnTo>
                    <a:pt x="89894" y="349215"/>
                  </a:lnTo>
                  <a:lnTo>
                    <a:pt x="89688" y="348813"/>
                  </a:lnTo>
                  <a:lnTo>
                    <a:pt x="90553" y="348329"/>
                  </a:lnTo>
                  <a:lnTo>
                    <a:pt x="90449" y="346492"/>
                  </a:lnTo>
                  <a:lnTo>
                    <a:pt x="89224" y="346309"/>
                  </a:lnTo>
                  <a:lnTo>
                    <a:pt x="88578" y="346923"/>
                  </a:lnTo>
                  <a:lnTo>
                    <a:pt x="87144" y="343139"/>
                  </a:lnTo>
                  <a:lnTo>
                    <a:pt x="86771" y="343195"/>
                  </a:lnTo>
                  <a:lnTo>
                    <a:pt x="86265" y="342737"/>
                  </a:lnTo>
                  <a:lnTo>
                    <a:pt x="86947" y="342072"/>
                  </a:lnTo>
                  <a:lnTo>
                    <a:pt x="85979" y="340582"/>
                  </a:lnTo>
                  <a:lnTo>
                    <a:pt x="85483" y="339247"/>
                  </a:lnTo>
                  <a:lnTo>
                    <a:pt x="86364" y="339299"/>
                  </a:lnTo>
                  <a:lnTo>
                    <a:pt x="86759" y="339055"/>
                  </a:lnTo>
                  <a:lnTo>
                    <a:pt x="86957" y="338426"/>
                  </a:lnTo>
                  <a:lnTo>
                    <a:pt x="88623" y="336957"/>
                  </a:lnTo>
                  <a:lnTo>
                    <a:pt x="91080" y="335679"/>
                  </a:lnTo>
                  <a:lnTo>
                    <a:pt x="91219" y="335086"/>
                  </a:lnTo>
                  <a:lnTo>
                    <a:pt x="90694" y="333427"/>
                  </a:lnTo>
                  <a:lnTo>
                    <a:pt x="90940" y="331353"/>
                  </a:lnTo>
                  <a:lnTo>
                    <a:pt x="90595" y="330558"/>
                  </a:lnTo>
                  <a:lnTo>
                    <a:pt x="92731" y="326975"/>
                  </a:lnTo>
                  <a:lnTo>
                    <a:pt x="92868" y="325202"/>
                  </a:lnTo>
                  <a:lnTo>
                    <a:pt x="92478" y="324138"/>
                  </a:lnTo>
                  <a:lnTo>
                    <a:pt x="89235" y="321850"/>
                  </a:lnTo>
                  <a:lnTo>
                    <a:pt x="86628" y="317544"/>
                  </a:lnTo>
                  <a:lnTo>
                    <a:pt x="85485" y="317375"/>
                  </a:lnTo>
                  <a:lnTo>
                    <a:pt x="84260" y="316759"/>
                  </a:lnTo>
                  <a:lnTo>
                    <a:pt x="81885" y="315456"/>
                  </a:lnTo>
                  <a:lnTo>
                    <a:pt x="81524" y="314950"/>
                  </a:lnTo>
                  <a:lnTo>
                    <a:pt x="79990" y="316073"/>
                  </a:lnTo>
                  <a:lnTo>
                    <a:pt x="79260" y="317547"/>
                  </a:lnTo>
                  <a:lnTo>
                    <a:pt x="77427" y="318699"/>
                  </a:lnTo>
                  <a:lnTo>
                    <a:pt x="75397" y="318674"/>
                  </a:lnTo>
                  <a:lnTo>
                    <a:pt x="74249" y="318316"/>
                  </a:lnTo>
                  <a:lnTo>
                    <a:pt x="73325" y="318442"/>
                  </a:lnTo>
                  <a:lnTo>
                    <a:pt x="72312" y="318102"/>
                  </a:lnTo>
                  <a:lnTo>
                    <a:pt x="71116" y="316532"/>
                  </a:lnTo>
                  <a:lnTo>
                    <a:pt x="69879" y="315647"/>
                  </a:lnTo>
                  <a:lnTo>
                    <a:pt x="68571" y="315129"/>
                  </a:lnTo>
                  <a:lnTo>
                    <a:pt x="67353" y="314934"/>
                  </a:lnTo>
                  <a:lnTo>
                    <a:pt x="66342" y="313241"/>
                  </a:lnTo>
                  <a:lnTo>
                    <a:pt x="65750" y="310221"/>
                  </a:lnTo>
                  <a:lnTo>
                    <a:pt x="64751" y="308429"/>
                  </a:lnTo>
                  <a:lnTo>
                    <a:pt x="60833" y="305239"/>
                  </a:lnTo>
                  <a:lnTo>
                    <a:pt x="57415" y="303916"/>
                  </a:lnTo>
                  <a:lnTo>
                    <a:pt x="51382" y="309442"/>
                  </a:lnTo>
                  <a:lnTo>
                    <a:pt x="47808" y="309970"/>
                  </a:lnTo>
                  <a:lnTo>
                    <a:pt x="46353" y="309352"/>
                  </a:lnTo>
                  <a:lnTo>
                    <a:pt x="46022" y="309459"/>
                  </a:lnTo>
                  <a:lnTo>
                    <a:pt x="43713" y="308971"/>
                  </a:lnTo>
                  <a:lnTo>
                    <a:pt x="42518" y="309823"/>
                  </a:lnTo>
                  <a:lnTo>
                    <a:pt x="39944" y="310686"/>
                  </a:lnTo>
                  <a:lnTo>
                    <a:pt x="34826" y="311513"/>
                  </a:lnTo>
                  <a:lnTo>
                    <a:pt x="30382" y="309526"/>
                  </a:lnTo>
                  <a:lnTo>
                    <a:pt x="29332" y="307945"/>
                  </a:lnTo>
                  <a:lnTo>
                    <a:pt x="28455" y="307226"/>
                  </a:lnTo>
                  <a:lnTo>
                    <a:pt x="27518" y="305705"/>
                  </a:lnTo>
                  <a:lnTo>
                    <a:pt x="25155" y="304930"/>
                  </a:lnTo>
                  <a:lnTo>
                    <a:pt x="24703" y="304321"/>
                  </a:lnTo>
                  <a:lnTo>
                    <a:pt x="23991" y="303952"/>
                  </a:lnTo>
                  <a:lnTo>
                    <a:pt x="19506" y="302427"/>
                  </a:lnTo>
                  <a:lnTo>
                    <a:pt x="14807" y="299521"/>
                  </a:lnTo>
                  <a:lnTo>
                    <a:pt x="12203" y="298506"/>
                  </a:lnTo>
                  <a:lnTo>
                    <a:pt x="11259" y="297899"/>
                  </a:lnTo>
                  <a:lnTo>
                    <a:pt x="10516" y="297780"/>
                  </a:lnTo>
                  <a:lnTo>
                    <a:pt x="7737" y="298991"/>
                  </a:lnTo>
                  <a:lnTo>
                    <a:pt x="7175" y="297390"/>
                  </a:lnTo>
                  <a:lnTo>
                    <a:pt x="3464" y="293328"/>
                  </a:lnTo>
                  <a:lnTo>
                    <a:pt x="3930" y="290537"/>
                  </a:lnTo>
                  <a:lnTo>
                    <a:pt x="3304" y="287856"/>
                  </a:lnTo>
                  <a:lnTo>
                    <a:pt x="3231" y="286237"/>
                  </a:lnTo>
                  <a:lnTo>
                    <a:pt x="994" y="280212"/>
                  </a:lnTo>
                  <a:lnTo>
                    <a:pt x="1594" y="279714"/>
                  </a:lnTo>
                  <a:lnTo>
                    <a:pt x="4283" y="274751"/>
                  </a:lnTo>
                  <a:lnTo>
                    <a:pt x="5223" y="273637"/>
                  </a:lnTo>
                  <a:lnTo>
                    <a:pt x="6930" y="272824"/>
                  </a:lnTo>
                  <a:lnTo>
                    <a:pt x="8113" y="269677"/>
                  </a:lnTo>
                  <a:lnTo>
                    <a:pt x="6853" y="263706"/>
                  </a:lnTo>
                  <a:lnTo>
                    <a:pt x="6961" y="262874"/>
                  </a:lnTo>
                  <a:lnTo>
                    <a:pt x="6036" y="258519"/>
                  </a:lnTo>
                  <a:lnTo>
                    <a:pt x="5196" y="257737"/>
                  </a:lnTo>
                  <a:lnTo>
                    <a:pt x="3142" y="257023"/>
                  </a:lnTo>
                  <a:lnTo>
                    <a:pt x="2463" y="255806"/>
                  </a:lnTo>
                  <a:lnTo>
                    <a:pt x="2442" y="254081"/>
                  </a:lnTo>
                  <a:lnTo>
                    <a:pt x="1803" y="253590"/>
                  </a:lnTo>
                  <a:lnTo>
                    <a:pt x="2456" y="252050"/>
                  </a:lnTo>
                  <a:lnTo>
                    <a:pt x="75" y="248872"/>
                  </a:lnTo>
                  <a:lnTo>
                    <a:pt x="0" y="248242"/>
                  </a:lnTo>
                  <a:lnTo>
                    <a:pt x="1177" y="247068"/>
                  </a:lnTo>
                  <a:lnTo>
                    <a:pt x="1907" y="244526"/>
                  </a:lnTo>
                  <a:lnTo>
                    <a:pt x="1063" y="243781"/>
                  </a:lnTo>
                  <a:lnTo>
                    <a:pt x="1104" y="242845"/>
                  </a:lnTo>
                  <a:lnTo>
                    <a:pt x="408" y="241659"/>
                  </a:lnTo>
                  <a:lnTo>
                    <a:pt x="2142" y="240022"/>
                  </a:lnTo>
                  <a:lnTo>
                    <a:pt x="3203" y="240561"/>
                  </a:lnTo>
                  <a:lnTo>
                    <a:pt x="4526" y="238801"/>
                  </a:lnTo>
                  <a:lnTo>
                    <a:pt x="10683" y="234052"/>
                  </a:lnTo>
                  <a:lnTo>
                    <a:pt x="12378" y="235060"/>
                  </a:lnTo>
                  <a:lnTo>
                    <a:pt x="13660" y="236287"/>
                  </a:lnTo>
                  <a:lnTo>
                    <a:pt x="17586" y="235237"/>
                  </a:lnTo>
                  <a:lnTo>
                    <a:pt x="18230" y="234800"/>
                  </a:lnTo>
                  <a:lnTo>
                    <a:pt x="21061" y="236166"/>
                  </a:lnTo>
                  <a:lnTo>
                    <a:pt x="22053" y="237050"/>
                  </a:lnTo>
                  <a:lnTo>
                    <a:pt x="25227" y="236595"/>
                  </a:lnTo>
                  <a:lnTo>
                    <a:pt x="26877" y="239568"/>
                  </a:lnTo>
                  <a:lnTo>
                    <a:pt x="29345" y="240793"/>
                  </a:lnTo>
                  <a:lnTo>
                    <a:pt x="32374" y="240236"/>
                  </a:lnTo>
                  <a:lnTo>
                    <a:pt x="35380" y="238536"/>
                  </a:lnTo>
                  <a:lnTo>
                    <a:pt x="36523" y="238420"/>
                  </a:lnTo>
                  <a:lnTo>
                    <a:pt x="37956" y="239068"/>
                  </a:lnTo>
                  <a:lnTo>
                    <a:pt x="38228" y="240278"/>
                  </a:lnTo>
                  <a:lnTo>
                    <a:pt x="40679" y="241454"/>
                  </a:lnTo>
                  <a:lnTo>
                    <a:pt x="42011" y="242972"/>
                  </a:lnTo>
                  <a:lnTo>
                    <a:pt x="43493" y="244160"/>
                  </a:lnTo>
                  <a:lnTo>
                    <a:pt x="46982" y="245627"/>
                  </a:lnTo>
                  <a:lnTo>
                    <a:pt x="51722" y="244945"/>
                  </a:lnTo>
                  <a:lnTo>
                    <a:pt x="55175" y="245076"/>
                  </a:lnTo>
                  <a:lnTo>
                    <a:pt x="56233" y="244486"/>
                  </a:lnTo>
                  <a:lnTo>
                    <a:pt x="57019" y="244566"/>
                  </a:lnTo>
                  <a:lnTo>
                    <a:pt x="59197" y="243092"/>
                  </a:lnTo>
                  <a:lnTo>
                    <a:pt x="60366" y="243625"/>
                  </a:lnTo>
                  <a:lnTo>
                    <a:pt x="61327" y="243720"/>
                  </a:lnTo>
                  <a:lnTo>
                    <a:pt x="64830" y="242450"/>
                  </a:lnTo>
                  <a:lnTo>
                    <a:pt x="65697" y="242855"/>
                  </a:lnTo>
                  <a:lnTo>
                    <a:pt x="70301" y="241544"/>
                  </a:lnTo>
                  <a:lnTo>
                    <a:pt x="74568" y="241916"/>
                  </a:lnTo>
                  <a:lnTo>
                    <a:pt x="76149" y="241239"/>
                  </a:lnTo>
                  <a:lnTo>
                    <a:pt x="77075" y="240112"/>
                  </a:lnTo>
                  <a:lnTo>
                    <a:pt x="78387" y="239924"/>
                  </a:lnTo>
                  <a:lnTo>
                    <a:pt x="80852" y="238039"/>
                  </a:lnTo>
                  <a:lnTo>
                    <a:pt x="82576" y="237105"/>
                  </a:lnTo>
                  <a:lnTo>
                    <a:pt x="86878" y="235740"/>
                  </a:lnTo>
                  <a:lnTo>
                    <a:pt x="86333" y="234525"/>
                  </a:lnTo>
                  <a:lnTo>
                    <a:pt x="85475" y="231173"/>
                  </a:lnTo>
                  <a:lnTo>
                    <a:pt x="83484" y="231025"/>
                  </a:lnTo>
                  <a:lnTo>
                    <a:pt x="80954" y="230183"/>
                  </a:lnTo>
                  <a:lnTo>
                    <a:pt x="78439" y="228418"/>
                  </a:lnTo>
                  <a:lnTo>
                    <a:pt x="76298" y="227487"/>
                  </a:lnTo>
                  <a:lnTo>
                    <a:pt x="75255" y="225907"/>
                  </a:lnTo>
                  <a:lnTo>
                    <a:pt x="74952" y="224810"/>
                  </a:lnTo>
                  <a:lnTo>
                    <a:pt x="73638" y="222557"/>
                  </a:lnTo>
                  <a:lnTo>
                    <a:pt x="72312" y="219384"/>
                  </a:lnTo>
                  <a:lnTo>
                    <a:pt x="70755" y="220642"/>
                  </a:lnTo>
                  <a:lnTo>
                    <a:pt x="69524" y="220966"/>
                  </a:lnTo>
                  <a:lnTo>
                    <a:pt x="69357" y="220746"/>
                  </a:lnTo>
                  <a:lnTo>
                    <a:pt x="70335" y="218973"/>
                  </a:lnTo>
                  <a:lnTo>
                    <a:pt x="70320" y="217640"/>
                  </a:lnTo>
                  <a:lnTo>
                    <a:pt x="71305" y="213457"/>
                  </a:lnTo>
                  <a:lnTo>
                    <a:pt x="70903" y="212503"/>
                  </a:lnTo>
                  <a:lnTo>
                    <a:pt x="71487" y="211715"/>
                  </a:lnTo>
                  <a:lnTo>
                    <a:pt x="72195" y="208830"/>
                  </a:lnTo>
                  <a:lnTo>
                    <a:pt x="72998" y="207727"/>
                  </a:lnTo>
                  <a:lnTo>
                    <a:pt x="74088" y="205267"/>
                  </a:lnTo>
                  <a:lnTo>
                    <a:pt x="74859" y="204771"/>
                  </a:lnTo>
                  <a:lnTo>
                    <a:pt x="77016" y="204056"/>
                  </a:lnTo>
                  <a:lnTo>
                    <a:pt x="77504" y="203613"/>
                  </a:lnTo>
                  <a:lnTo>
                    <a:pt x="79123" y="203119"/>
                  </a:lnTo>
                  <a:lnTo>
                    <a:pt x="83469" y="200624"/>
                  </a:lnTo>
                  <a:lnTo>
                    <a:pt x="85127" y="199132"/>
                  </a:lnTo>
                  <a:lnTo>
                    <a:pt x="85550" y="197748"/>
                  </a:lnTo>
                  <a:lnTo>
                    <a:pt x="86733" y="196669"/>
                  </a:lnTo>
                  <a:lnTo>
                    <a:pt x="86958" y="195994"/>
                  </a:lnTo>
                  <a:lnTo>
                    <a:pt x="86718" y="195407"/>
                  </a:lnTo>
                  <a:lnTo>
                    <a:pt x="85213" y="195748"/>
                  </a:lnTo>
                  <a:lnTo>
                    <a:pt x="84890" y="194845"/>
                  </a:lnTo>
                  <a:lnTo>
                    <a:pt x="84367" y="194593"/>
                  </a:lnTo>
                  <a:lnTo>
                    <a:pt x="82112" y="194892"/>
                  </a:lnTo>
                  <a:lnTo>
                    <a:pt x="80557" y="195447"/>
                  </a:lnTo>
                  <a:lnTo>
                    <a:pt x="79698" y="195411"/>
                  </a:lnTo>
                  <a:lnTo>
                    <a:pt x="78407" y="194829"/>
                  </a:lnTo>
                  <a:lnTo>
                    <a:pt x="76846" y="193452"/>
                  </a:lnTo>
                  <a:lnTo>
                    <a:pt x="73788" y="192925"/>
                  </a:lnTo>
                  <a:lnTo>
                    <a:pt x="72972" y="192484"/>
                  </a:lnTo>
                  <a:lnTo>
                    <a:pt x="71772" y="191615"/>
                  </a:lnTo>
                  <a:lnTo>
                    <a:pt x="70768" y="191814"/>
                  </a:lnTo>
                  <a:lnTo>
                    <a:pt x="70999" y="188640"/>
                  </a:lnTo>
                  <a:lnTo>
                    <a:pt x="70644" y="187336"/>
                  </a:lnTo>
                  <a:lnTo>
                    <a:pt x="70803" y="185198"/>
                  </a:lnTo>
                  <a:lnTo>
                    <a:pt x="70546" y="185052"/>
                  </a:lnTo>
                  <a:lnTo>
                    <a:pt x="70336" y="183291"/>
                  </a:lnTo>
                  <a:lnTo>
                    <a:pt x="70571" y="182906"/>
                  </a:lnTo>
                  <a:lnTo>
                    <a:pt x="70184" y="181958"/>
                  </a:lnTo>
                  <a:lnTo>
                    <a:pt x="70148" y="180914"/>
                  </a:lnTo>
                  <a:lnTo>
                    <a:pt x="70559" y="179606"/>
                  </a:lnTo>
                  <a:lnTo>
                    <a:pt x="70290" y="178473"/>
                  </a:lnTo>
                  <a:lnTo>
                    <a:pt x="70376" y="177770"/>
                  </a:lnTo>
                  <a:lnTo>
                    <a:pt x="70138" y="177143"/>
                  </a:lnTo>
                  <a:lnTo>
                    <a:pt x="70344" y="176024"/>
                  </a:lnTo>
                  <a:lnTo>
                    <a:pt x="69820" y="174217"/>
                  </a:lnTo>
                  <a:lnTo>
                    <a:pt x="70153" y="165084"/>
                  </a:lnTo>
                  <a:lnTo>
                    <a:pt x="70782" y="163204"/>
                  </a:lnTo>
                  <a:lnTo>
                    <a:pt x="71015" y="162986"/>
                  </a:lnTo>
                  <a:lnTo>
                    <a:pt x="71320" y="163160"/>
                  </a:lnTo>
                  <a:lnTo>
                    <a:pt x="72372" y="160849"/>
                  </a:lnTo>
                  <a:lnTo>
                    <a:pt x="72702" y="160315"/>
                  </a:lnTo>
                  <a:lnTo>
                    <a:pt x="72971" y="160373"/>
                  </a:lnTo>
                  <a:lnTo>
                    <a:pt x="72868" y="160048"/>
                  </a:lnTo>
                  <a:lnTo>
                    <a:pt x="72088" y="159582"/>
                  </a:lnTo>
                  <a:lnTo>
                    <a:pt x="70498" y="159453"/>
                  </a:lnTo>
                  <a:lnTo>
                    <a:pt x="69373" y="158672"/>
                  </a:lnTo>
                  <a:lnTo>
                    <a:pt x="68474" y="158759"/>
                  </a:lnTo>
                  <a:lnTo>
                    <a:pt x="65891" y="158010"/>
                  </a:lnTo>
                  <a:lnTo>
                    <a:pt x="64645" y="156611"/>
                  </a:lnTo>
                  <a:lnTo>
                    <a:pt x="63203" y="154298"/>
                  </a:lnTo>
                  <a:lnTo>
                    <a:pt x="62089" y="153200"/>
                  </a:lnTo>
                  <a:lnTo>
                    <a:pt x="61240" y="153548"/>
                  </a:lnTo>
                  <a:lnTo>
                    <a:pt x="59632" y="151936"/>
                  </a:lnTo>
                  <a:lnTo>
                    <a:pt x="57568" y="149206"/>
                  </a:lnTo>
                  <a:lnTo>
                    <a:pt x="57080" y="148923"/>
                  </a:lnTo>
                  <a:lnTo>
                    <a:pt x="55135" y="148918"/>
                  </a:lnTo>
                  <a:lnTo>
                    <a:pt x="53166" y="146569"/>
                  </a:lnTo>
                  <a:lnTo>
                    <a:pt x="51871" y="146221"/>
                  </a:lnTo>
                  <a:lnTo>
                    <a:pt x="47885" y="147903"/>
                  </a:lnTo>
                  <a:lnTo>
                    <a:pt x="44702" y="148364"/>
                  </a:lnTo>
                  <a:lnTo>
                    <a:pt x="43499" y="148785"/>
                  </a:lnTo>
                  <a:lnTo>
                    <a:pt x="42330" y="150231"/>
                  </a:lnTo>
                  <a:lnTo>
                    <a:pt x="40809" y="151616"/>
                  </a:lnTo>
                  <a:lnTo>
                    <a:pt x="40725" y="152109"/>
                  </a:lnTo>
                  <a:lnTo>
                    <a:pt x="39021" y="154729"/>
                  </a:lnTo>
                  <a:lnTo>
                    <a:pt x="38730" y="155383"/>
                  </a:lnTo>
                  <a:lnTo>
                    <a:pt x="38798" y="155864"/>
                  </a:lnTo>
                  <a:lnTo>
                    <a:pt x="34510" y="156064"/>
                  </a:lnTo>
                  <a:lnTo>
                    <a:pt x="33561" y="155849"/>
                  </a:lnTo>
                  <a:lnTo>
                    <a:pt x="32777" y="155354"/>
                  </a:lnTo>
                  <a:lnTo>
                    <a:pt x="32088" y="154681"/>
                  </a:lnTo>
                  <a:lnTo>
                    <a:pt x="29625" y="153838"/>
                  </a:lnTo>
                  <a:lnTo>
                    <a:pt x="28022" y="153450"/>
                  </a:lnTo>
                  <a:lnTo>
                    <a:pt x="27051" y="153480"/>
                  </a:lnTo>
                  <a:lnTo>
                    <a:pt x="26537" y="151846"/>
                  </a:lnTo>
                  <a:lnTo>
                    <a:pt x="24815" y="150773"/>
                  </a:lnTo>
                  <a:lnTo>
                    <a:pt x="23883" y="149901"/>
                  </a:lnTo>
                  <a:lnTo>
                    <a:pt x="23313" y="149830"/>
                  </a:lnTo>
                  <a:lnTo>
                    <a:pt x="22171" y="150198"/>
                  </a:lnTo>
                  <a:lnTo>
                    <a:pt x="19768" y="150172"/>
                  </a:lnTo>
                  <a:lnTo>
                    <a:pt x="18751" y="148880"/>
                  </a:lnTo>
                  <a:lnTo>
                    <a:pt x="16883" y="148770"/>
                  </a:lnTo>
                  <a:lnTo>
                    <a:pt x="12741" y="149578"/>
                  </a:lnTo>
                  <a:lnTo>
                    <a:pt x="12747" y="149028"/>
                  </a:lnTo>
                  <a:lnTo>
                    <a:pt x="12428" y="148457"/>
                  </a:lnTo>
                  <a:lnTo>
                    <a:pt x="12559" y="147870"/>
                  </a:lnTo>
                  <a:lnTo>
                    <a:pt x="13067" y="147199"/>
                  </a:lnTo>
                  <a:lnTo>
                    <a:pt x="13379" y="147257"/>
                  </a:lnTo>
                  <a:lnTo>
                    <a:pt x="13791" y="146827"/>
                  </a:lnTo>
                  <a:lnTo>
                    <a:pt x="13755" y="145669"/>
                  </a:lnTo>
                  <a:lnTo>
                    <a:pt x="13494" y="145255"/>
                  </a:lnTo>
                  <a:lnTo>
                    <a:pt x="13951" y="142980"/>
                  </a:lnTo>
                  <a:lnTo>
                    <a:pt x="13271" y="142175"/>
                  </a:lnTo>
                  <a:lnTo>
                    <a:pt x="13306" y="141624"/>
                  </a:lnTo>
                  <a:lnTo>
                    <a:pt x="12692" y="141085"/>
                  </a:lnTo>
                  <a:lnTo>
                    <a:pt x="12619" y="140720"/>
                  </a:lnTo>
                  <a:lnTo>
                    <a:pt x="12155" y="140535"/>
                  </a:lnTo>
                  <a:lnTo>
                    <a:pt x="11622" y="139287"/>
                  </a:lnTo>
                  <a:lnTo>
                    <a:pt x="11320" y="138009"/>
                  </a:lnTo>
                  <a:lnTo>
                    <a:pt x="11478" y="137551"/>
                  </a:lnTo>
                  <a:lnTo>
                    <a:pt x="10605" y="135969"/>
                  </a:lnTo>
                  <a:lnTo>
                    <a:pt x="10875" y="134830"/>
                  </a:lnTo>
                  <a:lnTo>
                    <a:pt x="10745" y="134286"/>
                  </a:lnTo>
                  <a:lnTo>
                    <a:pt x="10102" y="133499"/>
                  </a:lnTo>
                  <a:lnTo>
                    <a:pt x="10254" y="132587"/>
                  </a:lnTo>
                  <a:lnTo>
                    <a:pt x="9921" y="131856"/>
                  </a:lnTo>
                  <a:lnTo>
                    <a:pt x="10331" y="130241"/>
                  </a:lnTo>
                  <a:lnTo>
                    <a:pt x="9884" y="129991"/>
                  </a:lnTo>
                  <a:lnTo>
                    <a:pt x="9763" y="129628"/>
                  </a:lnTo>
                  <a:lnTo>
                    <a:pt x="10149" y="128249"/>
                  </a:lnTo>
                  <a:lnTo>
                    <a:pt x="9882" y="126872"/>
                  </a:lnTo>
                  <a:lnTo>
                    <a:pt x="10227" y="126094"/>
                  </a:lnTo>
                  <a:lnTo>
                    <a:pt x="10041" y="124504"/>
                  </a:lnTo>
                  <a:lnTo>
                    <a:pt x="10371" y="123846"/>
                  </a:lnTo>
                  <a:lnTo>
                    <a:pt x="10168" y="123169"/>
                  </a:lnTo>
                  <a:lnTo>
                    <a:pt x="9308" y="122346"/>
                  </a:lnTo>
                  <a:lnTo>
                    <a:pt x="8706" y="122079"/>
                  </a:lnTo>
                  <a:lnTo>
                    <a:pt x="8666" y="121244"/>
                  </a:lnTo>
                  <a:lnTo>
                    <a:pt x="6890" y="119051"/>
                  </a:lnTo>
                  <a:lnTo>
                    <a:pt x="5548" y="114978"/>
                  </a:lnTo>
                  <a:lnTo>
                    <a:pt x="8660" y="115116"/>
                  </a:lnTo>
                  <a:lnTo>
                    <a:pt x="11821" y="113929"/>
                  </a:lnTo>
                  <a:lnTo>
                    <a:pt x="12956" y="113250"/>
                  </a:lnTo>
                  <a:lnTo>
                    <a:pt x="14269" y="113022"/>
                  </a:lnTo>
                  <a:lnTo>
                    <a:pt x="16159" y="111899"/>
                  </a:lnTo>
                  <a:lnTo>
                    <a:pt x="17471" y="111635"/>
                  </a:lnTo>
                  <a:lnTo>
                    <a:pt x="18753" y="110999"/>
                  </a:lnTo>
                  <a:lnTo>
                    <a:pt x="19827" y="110023"/>
                  </a:lnTo>
                  <a:lnTo>
                    <a:pt x="19523" y="109561"/>
                  </a:lnTo>
                  <a:lnTo>
                    <a:pt x="19618" y="109226"/>
                  </a:lnTo>
                  <a:lnTo>
                    <a:pt x="20564" y="107992"/>
                  </a:lnTo>
                  <a:lnTo>
                    <a:pt x="23036" y="107121"/>
                  </a:lnTo>
                  <a:lnTo>
                    <a:pt x="24324" y="107957"/>
                  </a:lnTo>
                  <a:lnTo>
                    <a:pt x="26004" y="107609"/>
                  </a:lnTo>
                  <a:lnTo>
                    <a:pt x="26955" y="107033"/>
                  </a:lnTo>
                  <a:lnTo>
                    <a:pt x="27887" y="106869"/>
                  </a:lnTo>
                  <a:lnTo>
                    <a:pt x="29721" y="106037"/>
                  </a:lnTo>
                  <a:lnTo>
                    <a:pt x="31800" y="105941"/>
                  </a:lnTo>
                  <a:lnTo>
                    <a:pt x="32689" y="105618"/>
                  </a:lnTo>
                  <a:lnTo>
                    <a:pt x="33692" y="104921"/>
                  </a:lnTo>
                  <a:lnTo>
                    <a:pt x="33449" y="104595"/>
                  </a:lnTo>
                  <a:lnTo>
                    <a:pt x="34731" y="103321"/>
                  </a:lnTo>
                  <a:lnTo>
                    <a:pt x="35193" y="102507"/>
                  </a:lnTo>
                  <a:lnTo>
                    <a:pt x="35212" y="102146"/>
                  </a:lnTo>
                  <a:lnTo>
                    <a:pt x="34822" y="102058"/>
                  </a:lnTo>
                  <a:lnTo>
                    <a:pt x="34811" y="101831"/>
                  </a:lnTo>
                  <a:lnTo>
                    <a:pt x="35340" y="100676"/>
                  </a:lnTo>
                  <a:lnTo>
                    <a:pt x="35909" y="100316"/>
                  </a:lnTo>
                  <a:lnTo>
                    <a:pt x="37451" y="99944"/>
                  </a:lnTo>
                  <a:lnTo>
                    <a:pt x="37618" y="99718"/>
                  </a:lnTo>
                  <a:lnTo>
                    <a:pt x="38447" y="99651"/>
                  </a:lnTo>
                  <a:lnTo>
                    <a:pt x="39314" y="98876"/>
                  </a:lnTo>
                  <a:lnTo>
                    <a:pt x="41817" y="98135"/>
                  </a:lnTo>
                  <a:lnTo>
                    <a:pt x="44837" y="96470"/>
                  </a:lnTo>
                  <a:lnTo>
                    <a:pt x="46008" y="94972"/>
                  </a:lnTo>
                  <a:lnTo>
                    <a:pt x="47828" y="93623"/>
                  </a:lnTo>
                  <a:lnTo>
                    <a:pt x="47691" y="93375"/>
                  </a:lnTo>
                  <a:lnTo>
                    <a:pt x="48173" y="92602"/>
                  </a:lnTo>
                  <a:lnTo>
                    <a:pt x="48631" y="92357"/>
                  </a:lnTo>
                  <a:lnTo>
                    <a:pt x="48756" y="91895"/>
                  </a:lnTo>
                  <a:lnTo>
                    <a:pt x="49315" y="91348"/>
                  </a:lnTo>
                  <a:lnTo>
                    <a:pt x="50606" y="91309"/>
                  </a:lnTo>
                  <a:lnTo>
                    <a:pt x="52289" y="90241"/>
                  </a:lnTo>
                  <a:lnTo>
                    <a:pt x="51708" y="81951"/>
                  </a:lnTo>
                  <a:lnTo>
                    <a:pt x="51420" y="81313"/>
                  </a:lnTo>
                  <a:lnTo>
                    <a:pt x="51610" y="80909"/>
                  </a:lnTo>
                  <a:lnTo>
                    <a:pt x="50003" y="78226"/>
                  </a:lnTo>
                  <a:lnTo>
                    <a:pt x="48632" y="77656"/>
                  </a:lnTo>
                  <a:lnTo>
                    <a:pt x="44784" y="75092"/>
                  </a:lnTo>
                  <a:lnTo>
                    <a:pt x="43985" y="74809"/>
                  </a:lnTo>
                  <a:lnTo>
                    <a:pt x="43410" y="74409"/>
                  </a:lnTo>
                  <a:lnTo>
                    <a:pt x="42669" y="72516"/>
                  </a:lnTo>
                  <a:lnTo>
                    <a:pt x="42467" y="70036"/>
                  </a:lnTo>
                  <a:lnTo>
                    <a:pt x="42655" y="67153"/>
                  </a:lnTo>
                  <a:lnTo>
                    <a:pt x="43402" y="64650"/>
                  </a:lnTo>
                  <a:lnTo>
                    <a:pt x="44130" y="64439"/>
                  </a:lnTo>
                  <a:lnTo>
                    <a:pt x="47930" y="65188"/>
                  </a:lnTo>
                  <a:lnTo>
                    <a:pt x="50166" y="64972"/>
                  </a:lnTo>
                  <a:lnTo>
                    <a:pt x="52036" y="65651"/>
                  </a:lnTo>
                  <a:lnTo>
                    <a:pt x="55056" y="65999"/>
                  </a:lnTo>
                  <a:lnTo>
                    <a:pt x="55882" y="65668"/>
                  </a:lnTo>
                  <a:lnTo>
                    <a:pt x="55896" y="64749"/>
                  </a:lnTo>
                  <a:lnTo>
                    <a:pt x="56167" y="64299"/>
                  </a:lnTo>
                  <a:lnTo>
                    <a:pt x="57949" y="64140"/>
                  </a:lnTo>
                  <a:lnTo>
                    <a:pt x="60977" y="63246"/>
                  </a:lnTo>
                  <a:lnTo>
                    <a:pt x="62019" y="62218"/>
                  </a:lnTo>
                  <a:lnTo>
                    <a:pt x="62522" y="61359"/>
                  </a:lnTo>
                  <a:lnTo>
                    <a:pt x="62741" y="60141"/>
                  </a:lnTo>
                  <a:lnTo>
                    <a:pt x="64080" y="57082"/>
                  </a:lnTo>
                  <a:lnTo>
                    <a:pt x="63994" y="55367"/>
                  </a:lnTo>
                  <a:lnTo>
                    <a:pt x="64350" y="53855"/>
                  </a:lnTo>
                  <a:lnTo>
                    <a:pt x="65329" y="53234"/>
                  </a:lnTo>
                  <a:lnTo>
                    <a:pt x="67117" y="50113"/>
                  </a:lnTo>
                  <a:lnTo>
                    <a:pt x="68576" y="50601"/>
                  </a:lnTo>
                  <a:lnTo>
                    <a:pt x="69286" y="50602"/>
                  </a:lnTo>
                  <a:lnTo>
                    <a:pt x="70033" y="50328"/>
                  </a:lnTo>
                  <a:lnTo>
                    <a:pt x="70459" y="49700"/>
                  </a:lnTo>
                  <a:lnTo>
                    <a:pt x="76573" y="46919"/>
                  </a:lnTo>
                  <a:lnTo>
                    <a:pt x="77693" y="46562"/>
                  </a:lnTo>
                  <a:lnTo>
                    <a:pt x="79436" y="46709"/>
                  </a:lnTo>
                  <a:lnTo>
                    <a:pt x="80648" y="46568"/>
                  </a:lnTo>
                  <a:lnTo>
                    <a:pt x="84421" y="44721"/>
                  </a:lnTo>
                  <a:lnTo>
                    <a:pt x="85000" y="43795"/>
                  </a:lnTo>
                  <a:lnTo>
                    <a:pt x="84208" y="41510"/>
                  </a:lnTo>
                  <a:lnTo>
                    <a:pt x="84976" y="40176"/>
                  </a:lnTo>
                  <a:lnTo>
                    <a:pt x="90676" y="37203"/>
                  </a:lnTo>
                  <a:lnTo>
                    <a:pt x="93317" y="35211"/>
                  </a:lnTo>
                  <a:lnTo>
                    <a:pt x="94159" y="34286"/>
                  </a:lnTo>
                  <a:lnTo>
                    <a:pt x="94276" y="33214"/>
                  </a:lnTo>
                  <a:lnTo>
                    <a:pt x="96153" y="30438"/>
                  </a:lnTo>
                  <a:lnTo>
                    <a:pt x="95215" y="29302"/>
                  </a:lnTo>
                  <a:lnTo>
                    <a:pt x="96382" y="28185"/>
                  </a:lnTo>
                  <a:lnTo>
                    <a:pt x="98323" y="26990"/>
                  </a:lnTo>
                  <a:lnTo>
                    <a:pt x="99269" y="25812"/>
                  </a:lnTo>
                  <a:lnTo>
                    <a:pt x="101027" y="24256"/>
                  </a:lnTo>
                  <a:lnTo>
                    <a:pt x="102522" y="23965"/>
                  </a:lnTo>
                  <a:lnTo>
                    <a:pt x="103167" y="23470"/>
                  </a:lnTo>
                  <a:lnTo>
                    <a:pt x="103860" y="22230"/>
                  </a:lnTo>
                  <a:lnTo>
                    <a:pt x="104593" y="20137"/>
                  </a:lnTo>
                  <a:lnTo>
                    <a:pt x="106167" y="18708"/>
                  </a:lnTo>
                  <a:lnTo>
                    <a:pt x="107872" y="17951"/>
                  </a:lnTo>
                  <a:lnTo>
                    <a:pt x="108154" y="18073"/>
                  </a:lnTo>
                  <a:lnTo>
                    <a:pt x="109379" y="17662"/>
                  </a:lnTo>
                  <a:lnTo>
                    <a:pt x="111778" y="15924"/>
                  </a:lnTo>
                  <a:lnTo>
                    <a:pt x="113756" y="12980"/>
                  </a:lnTo>
                  <a:lnTo>
                    <a:pt x="115777" y="11694"/>
                  </a:lnTo>
                  <a:lnTo>
                    <a:pt x="118048" y="11092"/>
                  </a:lnTo>
                  <a:lnTo>
                    <a:pt x="120393" y="7781"/>
                  </a:lnTo>
                  <a:lnTo>
                    <a:pt x="122845" y="6849"/>
                  </a:lnTo>
                  <a:lnTo>
                    <a:pt x="123393" y="6070"/>
                  </a:lnTo>
                  <a:lnTo>
                    <a:pt x="124893" y="5131"/>
                  </a:lnTo>
                  <a:lnTo>
                    <a:pt x="126156" y="4001"/>
                  </a:lnTo>
                  <a:lnTo>
                    <a:pt x="126362" y="2199"/>
                  </a:lnTo>
                  <a:lnTo>
                    <a:pt x="129587" y="0"/>
                  </a:lnTo>
                  <a:lnTo>
                    <a:pt x="129775" y="450"/>
                  </a:lnTo>
                  <a:lnTo>
                    <a:pt x="131028" y="1579"/>
                  </a:lnTo>
                  <a:lnTo>
                    <a:pt x="130684" y="2648"/>
                  </a:lnTo>
                  <a:lnTo>
                    <a:pt x="131008" y="3306"/>
                  </a:lnTo>
                  <a:lnTo>
                    <a:pt x="130911" y="4908"/>
                  </a:lnTo>
                  <a:lnTo>
                    <a:pt x="131067" y="5268"/>
                  </a:lnTo>
                  <a:lnTo>
                    <a:pt x="131390" y="5356"/>
                  </a:lnTo>
                  <a:lnTo>
                    <a:pt x="131338" y="5609"/>
                  </a:lnTo>
                  <a:lnTo>
                    <a:pt x="131756" y="5605"/>
                  </a:lnTo>
                  <a:lnTo>
                    <a:pt x="132091" y="5919"/>
                  </a:lnTo>
                  <a:lnTo>
                    <a:pt x="132090" y="6324"/>
                  </a:lnTo>
                  <a:lnTo>
                    <a:pt x="132830" y="6778"/>
                  </a:lnTo>
                  <a:lnTo>
                    <a:pt x="133331" y="8079"/>
                  </a:lnTo>
                  <a:lnTo>
                    <a:pt x="134352" y="9202"/>
                  </a:lnTo>
                  <a:lnTo>
                    <a:pt x="134998" y="9385"/>
                  </a:lnTo>
                  <a:lnTo>
                    <a:pt x="135282" y="9706"/>
                  </a:lnTo>
                  <a:lnTo>
                    <a:pt x="135795" y="9710"/>
                  </a:lnTo>
                  <a:lnTo>
                    <a:pt x="136276" y="10119"/>
                  </a:lnTo>
                  <a:lnTo>
                    <a:pt x="136648" y="9917"/>
                  </a:lnTo>
                  <a:lnTo>
                    <a:pt x="136644" y="10210"/>
                  </a:lnTo>
                  <a:lnTo>
                    <a:pt x="137851" y="11027"/>
                  </a:lnTo>
                  <a:lnTo>
                    <a:pt x="138719" y="11160"/>
                  </a:lnTo>
                  <a:lnTo>
                    <a:pt x="139268" y="10791"/>
                  </a:lnTo>
                  <a:lnTo>
                    <a:pt x="139853" y="11069"/>
                  </a:lnTo>
                  <a:lnTo>
                    <a:pt x="140023" y="10813"/>
                  </a:lnTo>
                  <a:lnTo>
                    <a:pt x="140264" y="10974"/>
                  </a:lnTo>
                  <a:lnTo>
                    <a:pt x="140993" y="10680"/>
                  </a:lnTo>
                  <a:lnTo>
                    <a:pt x="141770" y="10958"/>
                  </a:lnTo>
                  <a:lnTo>
                    <a:pt x="141992" y="10657"/>
                  </a:lnTo>
                  <a:lnTo>
                    <a:pt x="152389" y="12458"/>
                  </a:lnTo>
                  <a:lnTo>
                    <a:pt x="152898" y="12056"/>
                  </a:lnTo>
                  <a:lnTo>
                    <a:pt x="152930" y="11784"/>
                  </a:lnTo>
                  <a:lnTo>
                    <a:pt x="153434" y="11861"/>
                  </a:lnTo>
                  <a:lnTo>
                    <a:pt x="153609" y="11442"/>
                  </a:lnTo>
                  <a:lnTo>
                    <a:pt x="154235" y="11289"/>
                  </a:lnTo>
                  <a:lnTo>
                    <a:pt x="155740" y="11590"/>
                  </a:lnTo>
                  <a:lnTo>
                    <a:pt x="156436" y="11423"/>
                  </a:lnTo>
                  <a:lnTo>
                    <a:pt x="158815" y="9734"/>
                  </a:lnTo>
                  <a:lnTo>
                    <a:pt x="162081" y="7953"/>
                  </a:lnTo>
                  <a:lnTo>
                    <a:pt x="164808" y="7214"/>
                  </a:lnTo>
                  <a:lnTo>
                    <a:pt x="166007" y="6316"/>
                  </a:lnTo>
                  <a:lnTo>
                    <a:pt x="166613" y="6205"/>
                  </a:lnTo>
                  <a:lnTo>
                    <a:pt x="166959" y="5858"/>
                  </a:lnTo>
                  <a:lnTo>
                    <a:pt x="167878" y="5892"/>
                  </a:lnTo>
                  <a:lnTo>
                    <a:pt x="168153" y="5603"/>
                  </a:lnTo>
                  <a:lnTo>
                    <a:pt x="168929" y="6009"/>
                  </a:lnTo>
                  <a:lnTo>
                    <a:pt x="168989" y="6988"/>
                  </a:lnTo>
                  <a:lnTo>
                    <a:pt x="169465" y="7361"/>
                  </a:lnTo>
                  <a:lnTo>
                    <a:pt x="169529" y="7897"/>
                  </a:lnTo>
                  <a:lnTo>
                    <a:pt x="170361" y="8778"/>
                  </a:lnTo>
                  <a:lnTo>
                    <a:pt x="170426" y="9416"/>
                  </a:lnTo>
                  <a:lnTo>
                    <a:pt x="171611" y="10250"/>
                  </a:lnTo>
                  <a:lnTo>
                    <a:pt x="171443" y="10542"/>
                  </a:lnTo>
                  <a:lnTo>
                    <a:pt x="171860" y="10634"/>
                  </a:lnTo>
                  <a:lnTo>
                    <a:pt x="171622" y="11005"/>
                  </a:lnTo>
                  <a:lnTo>
                    <a:pt x="171751" y="11173"/>
                  </a:lnTo>
                  <a:lnTo>
                    <a:pt x="172338" y="11564"/>
                  </a:lnTo>
                  <a:lnTo>
                    <a:pt x="173059" y="11516"/>
                  </a:lnTo>
                  <a:lnTo>
                    <a:pt x="173413" y="12079"/>
                  </a:lnTo>
                  <a:lnTo>
                    <a:pt x="174089" y="12221"/>
                  </a:lnTo>
                  <a:lnTo>
                    <a:pt x="174199" y="12573"/>
                  </a:lnTo>
                  <a:lnTo>
                    <a:pt x="174328" y="12119"/>
                  </a:lnTo>
                  <a:lnTo>
                    <a:pt x="175093" y="12013"/>
                  </a:lnTo>
                  <a:lnTo>
                    <a:pt x="175264" y="11574"/>
                  </a:lnTo>
                  <a:lnTo>
                    <a:pt x="175926" y="11347"/>
                  </a:lnTo>
                  <a:lnTo>
                    <a:pt x="176031" y="10819"/>
                  </a:lnTo>
                  <a:lnTo>
                    <a:pt x="176763" y="10883"/>
                  </a:lnTo>
                  <a:lnTo>
                    <a:pt x="176970" y="10552"/>
                  </a:lnTo>
                  <a:lnTo>
                    <a:pt x="177367" y="10641"/>
                  </a:lnTo>
                  <a:lnTo>
                    <a:pt x="177686" y="10293"/>
                  </a:lnTo>
                  <a:lnTo>
                    <a:pt x="178414" y="10212"/>
                  </a:lnTo>
                  <a:lnTo>
                    <a:pt x="178498" y="9820"/>
                  </a:lnTo>
                  <a:lnTo>
                    <a:pt x="178696" y="9931"/>
                  </a:lnTo>
                  <a:lnTo>
                    <a:pt x="179530" y="9589"/>
                  </a:lnTo>
                  <a:lnTo>
                    <a:pt x="179840" y="9594"/>
                  </a:lnTo>
                  <a:lnTo>
                    <a:pt x="180157" y="10028"/>
                  </a:lnTo>
                  <a:lnTo>
                    <a:pt x="180409" y="9871"/>
                  </a:lnTo>
                  <a:lnTo>
                    <a:pt x="181490" y="10758"/>
                  </a:lnTo>
                  <a:lnTo>
                    <a:pt x="181688" y="10685"/>
                  </a:lnTo>
                  <a:lnTo>
                    <a:pt x="182995" y="11429"/>
                  </a:lnTo>
                  <a:lnTo>
                    <a:pt x="184993" y="10629"/>
                  </a:lnTo>
                  <a:lnTo>
                    <a:pt x="186938" y="10081"/>
                  </a:lnTo>
                  <a:lnTo>
                    <a:pt x="186918" y="10237"/>
                  </a:lnTo>
                  <a:lnTo>
                    <a:pt x="186115" y="16426"/>
                  </a:lnTo>
                  <a:lnTo>
                    <a:pt x="189721" y="18855"/>
                  </a:lnTo>
                  <a:lnTo>
                    <a:pt x="191344" y="20308"/>
                  </a:lnTo>
                  <a:lnTo>
                    <a:pt x="196901" y="19143"/>
                  </a:lnTo>
                  <a:lnTo>
                    <a:pt x="195518" y="24051"/>
                  </a:lnTo>
                  <a:lnTo>
                    <a:pt x="193747" y="24518"/>
                  </a:lnTo>
                  <a:lnTo>
                    <a:pt x="188114" y="26785"/>
                  </a:lnTo>
                  <a:lnTo>
                    <a:pt x="177746" y="34525"/>
                  </a:lnTo>
                  <a:lnTo>
                    <a:pt x="179542" y="44340"/>
                  </a:lnTo>
                  <a:lnTo>
                    <a:pt x="177959" y="50610"/>
                  </a:lnTo>
                  <a:lnTo>
                    <a:pt x="180833" y="54529"/>
                  </a:lnTo>
                  <a:lnTo>
                    <a:pt x="180759" y="55073"/>
                  </a:lnTo>
                  <a:lnTo>
                    <a:pt x="181297" y="55226"/>
                  </a:lnTo>
                  <a:lnTo>
                    <a:pt x="183391" y="55515"/>
                  </a:lnTo>
                  <a:lnTo>
                    <a:pt x="184907" y="56217"/>
                  </a:lnTo>
                  <a:lnTo>
                    <a:pt x="183955" y="57669"/>
                  </a:lnTo>
                  <a:lnTo>
                    <a:pt x="185294" y="58085"/>
                  </a:lnTo>
                  <a:lnTo>
                    <a:pt x="186980" y="57958"/>
                  </a:lnTo>
                  <a:lnTo>
                    <a:pt x="188100" y="58539"/>
                  </a:lnTo>
                  <a:lnTo>
                    <a:pt x="189934" y="58883"/>
                  </a:lnTo>
                  <a:lnTo>
                    <a:pt x="190567" y="59403"/>
                  </a:lnTo>
                  <a:lnTo>
                    <a:pt x="188082" y="62347"/>
                  </a:lnTo>
                  <a:lnTo>
                    <a:pt x="188169" y="63497"/>
                  </a:lnTo>
                  <a:lnTo>
                    <a:pt x="187923" y="64373"/>
                  </a:lnTo>
                  <a:lnTo>
                    <a:pt x="185384" y="67399"/>
                  </a:lnTo>
                  <a:lnTo>
                    <a:pt x="184964" y="68707"/>
                  </a:lnTo>
                  <a:lnTo>
                    <a:pt x="183486" y="69220"/>
                  </a:lnTo>
                  <a:lnTo>
                    <a:pt x="183501" y="69544"/>
                  </a:lnTo>
                  <a:lnTo>
                    <a:pt x="182606" y="71130"/>
                  </a:lnTo>
                  <a:lnTo>
                    <a:pt x="182694" y="71547"/>
                  </a:lnTo>
                  <a:lnTo>
                    <a:pt x="182031" y="71874"/>
                  </a:lnTo>
                  <a:lnTo>
                    <a:pt x="181974" y="72284"/>
                  </a:lnTo>
                  <a:lnTo>
                    <a:pt x="181001" y="73733"/>
                  </a:lnTo>
                  <a:lnTo>
                    <a:pt x="182622" y="77122"/>
                  </a:lnTo>
                  <a:lnTo>
                    <a:pt x="181889" y="78486"/>
                  </a:lnTo>
                  <a:lnTo>
                    <a:pt x="182077" y="79277"/>
                  </a:lnTo>
                  <a:lnTo>
                    <a:pt x="181761" y="80371"/>
                  </a:lnTo>
                  <a:lnTo>
                    <a:pt x="182207" y="81894"/>
                  </a:lnTo>
                  <a:lnTo>
                    <a:pt x="182144" y="82532"/>
                  </a:lnTo>
                  <a:lnTo>
                    <a:pt x="183220" y="83993"/>
                  </a:lnTo>
                  <a:lnTo>
                    <a:pt x="183033" y="84490"/>
                  </a:lnTo>
                  <a:lnTo>
                    <a:pt x="183544" y="84835"/>
                  </a:lnTo>
                  <a:lnTo>
                    <a:pt x="183923" y="85663"/>
                  </a:lnTo>
                  <a:lnTo>
                    <a:pt x="185193" y="87215"/>
                  </a:lnTo>
                  <a:lnTo>
                    <a:pt x="185124" y="87408"/>
                  </a:lnTo>
                  <a:lnTo>
                    <a:pt x="185948" y="88143"/>
                  </a:lnTo>
                  <a:lnTo>
                    <a:pt x="186030" y="89056"/>
                  </a:lnTo>
                  <a:lnTo>
                    <a:pt x="186878" y="90518"/>
                  </a:lnTo>
                  <a:lnTo>
                    <a:pt x="187312" y="94963"/>
                  </a:lnTo>
                  <a:lnTo>
                    <a:pt x="187699" y="95629"/>
                  </a:lnTo>
                  <a:lnTo>
                    <a:pt x="187637" y="96324"/>
                  </a:lnTo>
                  <a:lnTo>
                    <a:pt x="187953" y="97109"/>
                  </a:lnTo>
                  <a:lnTo>
                    <a:pt x="187679" y="97810"/>
                  </a:lnTo>
                  <a:lnTo>
                    <a:pt x="187914" y="98784"/>
                  </a:lnTo>
                  <a:lnTo>
                    <a:pt x="188269" y="98963"/>
                  </a:lnTo>
                  <a:lnTo>
                    <a:pt x="188878" y="98496"/>
                  </a:lnTo>
                  <a:lnTo>
                    <a:pt x="189754" y="98423"/>
                  </a:lnTo>
                  <a:lnTo>
                    <a:pt x="190422" y="97240"/>
                  </a:lnTo>
                  <a:lnTo>
                    <a:pt x="191267" y="96360"/>
                  </a:lnTo>
                  <a:lnTo>
                    <a:pt x="192572" y="95719"/>
                  </a:lnTo>
                  <a:lnTo>
                    <a:pt x="194897" y="93890"/>
                  </a:lnTo>
                  <a:lnTo>
                    <a:pt x="195484" y="92150"/>
                  </a:lnTo>
                  <a:lnTo>
                    <a:pt x="196427" y="90325"/>
                  </a:lnTo>
                  <a:lnTo>
                    <a:pt x="196485" y="89373"/>
                  </a:lnTo>
                  <a:lnTo>
                    <a:pt x="197433" y="88033"/>
                  </a:lnTo>
                  <a:lnTo>
                    <a:pt x="198370" y="87362"/>
                  </a:lnTo>
                  <a:lnTo>
                    <a:pt x="201682" y="85864"/>
                  </a:lnTo>
                  <a:lnTo>
                    <a:pt x="205079" y="85519"/>
                  </a:lnTo>
                  <a:lnTo>
                    <a:pt x="206688" y="86883"/>
                  </a:lnTo>
                  <a:lnTo>
                    <a:pt x="208172" y="87491"/>
                  </a:lnTo>
                  <a:lnTo>
                    <a:pt x="210090" y="87915"/>
                  </a:lnTo>
                  <a:lnTo>
                    <a:pt x="210638" y="88373"/>
                  </a:lnTo>
                  <a:lnTo>
                    <a:pt x="211180" y="88356"/>
                  </a:lnTo>
                  <a:lnTo>
                    <a:pt x="212129" y="89265"/>
                  </a:lnTo>
                  <a:lnTo>
                    <a:pt x="212118" y="89655"/>
                  </a:lnTo>
                  <a:lnTo>
                    <a:pt x="213374" y="91296"/>
                  </a:lnTo>
                  <a:lnTo>
                    <a:pt x="214495" y="91887"/>
                  </a:lnTo>
                  <a:lnTo>
                    <a:pt x="215221" y="91853"/>
                  </a:lnTo>
                  <a:lnTo>
                    <a:pt x="220048" y="88482"/>
                  </a:lnTo>
                  <a:lnTo>
                    <a:pt x="220722" y="88366"/>
                  </a:lnTo>
                  <a:lnTo>
                    <a:pt x="221648" y="87677"/>
                  </a:lnTo>
                  <a:lnTo>
                    <a:pt x="222781" y="88443"/>
                  </a:lnTo>
                  <a:lnTo>
                    <a:pt x="223123" y="88939"/>
                  </a:lnTo>
                  <a:lnTo>
                    <a:pt x="222988" y="91144"/>
                  </a:lnTo>
                  <a:lnTo>
                    <a:pt x="223301" y="92165"/>
                  </a:lnTo>
                  <a:lnTo>
                    <a:pt x="223054" y="94837"/>
                  </a:lnTo>
                  <a:lnTo>
                    <a:pt x="223551" y="96390"/>
                  </a:lnTo>
                  <a:lnTo>
                    <a:pt x="223144" y="98682"/>
                  </a:lnTo>
                  <a:lnTo>
                    <a:pt x="223471" y="100487"/>
                  </a:lnTo>
                  <a:lnTo>
                    <a:pt x="224251" y="102088"/>
                  </a:lnTo>
                  <a:lnTo>
                    <a:pt x="223942" y="104473"/>
                  </a:lnTo>
                  <a:lnTo>
                    <a:pt x="224218" y="106609"/>
                  </a:lnTo>
                  <a:lnTo>
                    <a:pt x="225674" y="108166"/>
                  </a:lnTo>
                  <a:lnTo>
                    <a:pt x="227538" y="113490"/>
                  </a:lnTo>
                  <a:lnTo>
                    <a:pt x="228415" y="112713"/>
                  </a:lnTo>
                  <a:lnTo>
                    <a:pt x="229932" y="112065"/>
                  </a:lnTo>
                  <a:lnTo>
                    <a:pt x="234041" y="111982"/>
                  </a:lnTo>
                  <a:lnTo>
                    <a:pt x="235709" y="111359"/>
                  </a:lnTo>
                  <a:lnTo>
                    <a:pt x="236045" y="111006"/>
                  </a:lnTo>
                  <a:lnTo>
                    <a:pt x="237158" y="111003"/>
                  </a:lnTo>
                  <a:lnTo>
                    <a:pt x="238500" y="110635"/>
                  </a:lnTo>
                  <a:lnTo>
                    <a:pt x="239799" y="110897"/>
                  </a:lnTo>
                  <a:lnTo>
                    <a:pt x="240884" y="111826"/>
                  </a:lnTo>
                  <a:lnTo>
                    <a:pt x="241296" y="112522"/>
                  </a:lnTo>
                  <a:lnTo>
                    <a:pt x="241306" y="114487"/>
                  </a:lnTo>
                  <a:lnTo>
                    <a:pt x="241603" y="115556"/>
                  </a:lnTo>
                  <a:lnTo>
                    <a:pt x="241970" y="116004"/>
                  </a:lnTo>
                  <a:lnTo>
                    <a:pt x="241209" y="116302"/>
                  </a:lnTo>
                  <a:lnTo>
                    <a:pt x="240124" y="119062"/>
                  </a:lnTo>
                  <a:lnTo>
                    <a:pt x="239231" y="120119"/>
                  </a:lnTo>
                  <a:lnTo>
                    <a:pt x="239589" y="121804"/>
                  </a:lnTo>
                  <a:lnTo>
                    <a:pt x="240024" y="122449"/>
                  </a:lnTo>
                  <a:lnTo>
                    <a:pt x="241275" y="123191"/>
                  </a:lnTo>
                  <a:lnTo>
                    <a:pt x="245169" y="125354"/>
                  </a:lnTo>
                  <a:lnTo>
                    <a:pt x="247210" y="126002"/>
                  </a:lnTo>
                  <a:lnTo>
                    <a:pt x="248574" y="126862"/>
                  </a:lnTo>
                  <a:lnTo>
                    <a:pt x="249306" y="127357"/>
                  </a:lnTo>
                  <a:lnTo>
                    <a:pt x="251066" y="129434"/>
                  </a:lnTo>
                  <a:lnTo>
                    <a:pt x="250822" y="128882"/>
                  </a:lnTo>
                  <a:lnTo>
                    <a:pt x="250895" y="127689"/>
                  </a:lnTo>
                  <a:lnTo>
                    <a:pt x="251480" y="126814"/>
                  </a:lnTo>
                  <a:lnTo>
                    <a:pt x="252162" y="124059"/>
                  </a:lnTo>
                  <a:lnTo>
                    <a:pt x="252734" y="123485"/>
                  </a:lnTo>
                  <a:lnTo>
                    <a:pt x="252598" y="122958"/>
                  </a:lnTo>
                  <a:lnTo>
                    <a:pt x="252186" y="122591"/>
                  </a:lnTo>
                  <a:lnTo>
                    <a:pt x="252325" y="121587"/>
                  </a:lnTo>
                  <a:lnTo>
                    <a:pt x="254229" y="120703"/>
                  </a:lnTo>
                  <a:lnTo>
                    <a:pt x="254295" y="119949"/>
                  </a:lnTo>
                  <a:lnTo>
                    <a:pt x="254849" y="118895"/>
                  </a:lnTo>
                  <a:lnTo>
                    <a:pt x="255897" y="117079"/>
                  </a:lnTo>
                  <a:lnTo>
                    <a:pt x="256455" y="116710"/>
                  </a:lnTo>
                  <a:lnTo>
                    <a:pt x="257001" y="115788"/>
                  </a:lnTo>
                  <a:lnTo>
                    <a:pt x="256795" y="114850"/>
                  </a:lnTo>
                  <a:lnTo>
                    <a:pt x="258559" y="114112"/>
                  </a:lnTo>
                  <a:lnTo>
                    <a:pt x="258672" y="113293"/>
                  </a:lnTo>
                  <a:lnTo>
                    <a:pt x="259171" y="112211"/>
                  </a:lnTo>
                  <a:lnTo>
                    <a:pt x="259027" y="112006"/>
                  </a:lnTo>
                  <a:lnTo>
                    <a:pt x="258214" y="111897"/>
                  </a:lnTo>
                  <a:lnTo>
                    <a:pt x="257831" y="110341"/>
                  </a:lnTo>
                  <a:lnTo>
                    <a:pt x="259645" y="108138"/>
                  </a:lnTo>
                  <a:lnTo>
                    <a:pt x="261182" y="108247"/>
                  </a:lnTo>
                  <a:lnTo>
                    <a:pt x="263243" y="108795"/>
                  </a:lnTo>
                  <a:lnTo>
                    <a:pt x="265079" y="109926"/>
                  </a:lnTo>
                  <a:lnTo>
                    <a:pt x="266738" y="109829"/>
                  </a:lnTo>
                  <a:lnTo>
                    <a:pt x="267614" y="110123"/>
                  </a:lnTo>
                  <a:lnTo>
                    <a:pt x="269527" y="109933"/>
                  </a:lnTo>
                  <a:lnTo>
                    <a:pt x="271061" y="110099"/>
                  </a:lnTo>
                  <a:lnTo>
                    <a:pt x="271922" y="108842"/>
                  </a:lnTo>
                  <a:lnTo>
                    <a:pt x="272935" y="108320"/>
                  </a:lnTo>
                  <a:lnTo>
                    <a:pt x="276435" y="105066"/>
                  </a:lnTo>
                  <a:lnTo>
                    <a:pt x="276258" y="106104"/>
                  </a:lnTo>
                  <a:lnTo>
                    <a:pt x="274700" y="109108"/>
                  </a:lnTo>
                  <a:lnTo>
                    <a:pt x="274565" y="110257"/>
                  </a:lnTo>
                  <a:lnTo>
                    <a:pt x="275038" y="110647"/>
                  </a:lnTo>
                  <a:lnTo>
                    <a:pt x="275174" y="110217"/>
                  </a:lnTo>
                  <a:lnTo>
                    <a:pt x="277440" y="108427"/>
                  </a:lnTo>
                  <a:lnTo>
                    <a:pt x="278012" y="107671"/>
                  </a:lnTo>
                  <a:lnTo>
                    <a:pt x="278674" y="106209"/>
                  </a:lnTo>
                  <a:lnTo>
                    <a:pt x="278449" y="106170"/>
                  </a:lnTo>
                  <a:lnTo>
                    <a:pt x="278959" y="105091"/>
                  </a:lnTo>
                  <a:lnTo>
                    <a:pt x="279175" y="103882"/>
                  </a:lnTo>
                  <a:lnTo>
                    <a:pt x="279769" y="102804"/>
                  </a:lnTo>
                  <a:lnTo>
                    <a:pt x="281403" y="101962"/>
                  </a:lnTo>
                  <a:lnTo>
                    <a:pt x="283927" y="101651"/>
                  </a:lnTo>
                  <a:lnTo>
                    <a:pt x="284388" y="104533"/>
                  </a:lnTo>
                  <a:lnTo>
                    <a:pt x="288704" y="107419"/>
                  </a:lnTo>
                  <a:lnTo>
                    <a:pt x="289985" y="109534"/>
                  </a:lnTo>
                  <a:lnTo>
                    <a:pt x="292218" y="112368"/>
                  </a:lnTo>
                  <a:lnTo>
                    <a:pt x="293610" y="113998"/>
                  </a:lnTo>
                  <a:lnTo>
                    <a:pt x="295770" y="115901"/>
                  </a:lnTo>
                  <a:lnTo>
                    <a:pt x="298158" y="116477"/>
                  </a:lnTo>
                  <a:lnTo>
                    <a:pt x="300706" y="117990"/>
                  </a:lnTo>
                  <a:lnTo>
                    <a:pt x="302532" y="118586"/>
                  </a:lnTo>
                  <a:lnTo>
                    <a:pt x="302787" y="118879"/>
                  </a:lnTo>
                  <a:lnTo>
                    <a:pt x="302408" y="120992"/>
                  </a:lnTo>
                  <a:lnTo>
                    <a:pt x="304244" y="121291"/>
                  </a:lnTo>
                  <a:lnTo>
                    <a:pt x="305557" y="121878"/>
                  </a:lnTo>
                  <a:lnTo>
                    <a:pt x="308065" y="122429"/>
                  </a:lnTo>
                  <a:lnTo>
                    <a:pt x="308319" y="122692"/>
                  </a:lnTo>
                  <a:lnTo>
                    <a:pt x="308853" y="122779"/>
                  </a:lnTo>
                  <a:lnTo>
                    <a:pt x="308789" y="122625"/>
                  </a:lnTo>
                  <a:lnTo>
                    <a:pt x="309008" y="122572"/>
                  </a:lnTo>
                  <a:lnTo>
                    <a:pt x="309459" y="122945"/>
                  </a:lnTo>
                  <a:lnTo>
                    <a:pt x="310125" y="122789"/>
                  </a:lnTo>
                  <a:lnTo>
                    <a:pt x="309903" y="123348"/>
                  </a:lnTo>
                  <a:lnTo>
                    <a:pt x="310324" y="124831"/>
                  </a:lnTo>
                  <a:lnTo>
                    <a:pt x="309438" y="128416"/>
                  </a:lnTo>
                  <a:lnTo>
                    <a:pt x="308664" y="129645"/>
                  </a:lnTo>
                  <a:lnTo>
                    <a:pt x="306627" y="130977"/>
                  </a:lnTo>
                  <a:lnTo>
                    <a:pt x="305821" y="131973"/>
                  </a:lnTo>
                  <a:lnTo>
                    <a:pt x="305647" y="132618"/>
                  </a:lnTo>
                  <a:lnTo>
                    <a:pt x="305887" y="133885"/>
                  </a:lnTo>
                  <a:lnTo>
                    <a:pt x="306522" y="135174"/>
                  </a:lnTo>
                  <a:lnTo>
                    <a:pt x="308540" y="137044"/>
                  </a:lnTo>
                  <a:lnTo>
                    <a:pt x="309112" y="138625"/>
                  </a:lnTo>
                  <a:lnTo>
                    <a:pt x="308998" y="139289"/>
                  </a:lnTo>
                  <a:lnTo>
                    <a:pt x="310409" y="141960"/>
                  </a:lnTo>
                  <a:lnTo>
                    <a:pt x="310727" y="144255"/>
                  </a:lnTo>
                  <a:lnTo>
                    <a:pt x="310637" y="146735"/>
                  </a:lnTo>
                  <a:lnTo>
                    <a:pt x="310998" y="147876"/>
                  </a:lnTo>
                  <a:lnTo>
                    <a:pt x="310654" y="148815"/>
                  </a:lnTo>
                  <a:lnTo>
                    <a:pt x="311766" y="149041"/>
                  </a:lnTo>
                  <a:lnTo>
                    <a:pt x="312908" y="149736"/>
                  </a:lnTo>
                  <a:lnTo>
                    <a:pt x="315649" y="150430"/>
                  </a:lnTo>
                  <a:lnTo>
                    <a:pt x="319473" y="152466"/>
                  </a:lnTo>
                  <a:lnTo>
                    <a:pt x="324627" y="152859"/>
                  </a:lnTo>
                  <a:lnTo>
                    <a:pt x="325339" y="153730"/>
                  </a:lnTo>
                  <a:lnTo>
                    <a:pt x="326202" y="154338"/>
                  </a:lnTo>
                  <a:lnTo>
                    <a:pt x="327363" y="154716"/>
                  </a:lnTo>
                  <a:lnTo>
                    <a:pt x="330142" y="154615"/>
                  </a:lnTo>
                  <a:lnTo>
                    <a:pt x="331189" y="154827"/>
                  </a:lnTo>
                  <a:lnTo>
                    <a:pt x="332085" y="155404"/>
                  </a:lnTo>
                  <a:lnTo>
                    <a:pt x="332297" y="156072"/>
                  </a:lnTo>
                  <a:lnTo>
                    <a:pt x="341726" y="161132"/>
                  </a:lnTo>
                  <a:lnTo>
                    <a:pt x="343689" y="162456"/>
                  </a:lnTo>
                  <a:lnTo>
                    <a:pt x="344347" y="162290"/>
                  </a:lnTo>
                  <a:lnTo>
                    <a:pt x="345644" y="161375"/>
                  </a:lnTo>
                  <a:lnTo>
                    <a:pt x="346190" y="161401"/>
                  </a:lnTo>
                  <a:lnTo>
                    <a:pt x="346762" y="161129"/>
                  </a:lnTo>
                  <a:lnTo>
                    <a:pt x="348266" y="161341"/>
                  </a:lnTo>
                  <a:lnTo>
                    <a:pt x="351945" y="161127"/>
                  </a:lnTo>
                  <a:lnTo>
                    <a:pt x="354223" y="161299"/>
                  </a:lnTo>
                  <a:lnTo>
                    <a:pt x="359988" y="163096"/>
                  </a:lnTo>
                  <a:lnTo>
                    <a:pt x="361503" y="164092"/>
                  </a:lnTo>
                  <a:lnTo>
                    <a:pt x="363224" y="164743"/>
                  </a:lnTo>
                  <a:lnTo>
                    <a:pt x="363639" y="165534"/>
                  </a:lnTo>
                  <a:lnTo>
                    <a:pt x="365254" y="166152"/>
                  </a:lnTo>
                  <a:lnTo>
                    <a:pt x="368195" y="168368"/>
                  </a:lnTo>
                  <a:lnTo>
                    <a:pt x="368741" y="168283"/>
                  </a:lnTo>
                  <a:lnTo>
                    <a:pt x="372713" y="172954"/>
                  </a:lnTo>
                  <a:lnTo>
                    <a:pt x="375738" y="174964"/>
                  </a:lnTo>
                  <a:lnTo>
                    <a:pt x="376638" y="176789"/>
                  </a:lnTo>
                  <a:lnTo>
                    <a:pt x="378508" y="179039"/>
                  </a:lnTo>
                  <a:lnTo>
                    <a:pt x="382676" y="182129"/>
                  </a:lnTo>
                  <a:lnTo>
                    <a:pt x="384141" y="180867"/>
                  </a:lnTo>
                  <a:lnTo>
                    <a:pt x="384489" y="180262"/>
                  </a:lnTo>
                  <a:lnTo>
                    <a:pt x="384276" y="178920"/>
                  </a:lnTo>
                  <a:lnTo>
                    <a:pt x="385460" y="176808"/>
                  </a:lnTo>
                  <a:lnTo>
                    <a:pt x="386132" y="173817"/>
                  </a:lnTo>
                  <a:lnTo>
                    <a:pt x="385386" y="172477"/>
                  </a:lnTo>
                  <a:lnTo>
                    <a:pt x="385353" y="171415"/>
                  </a:lnTo>
                  <a:lnTo>
                    <a:pt x="385904" y="170447"/>
                  </a:lnTo>
                  <a:lnTo>
                    <a:pt x="388815" y="167600"/>
                  </a:lnTo>
                  <a:lnTo>
                    <a:pt x="389311" y="167245"/>
                  </a:lnTo>
                  <a:lnTo>
                    <a:pt x="390761" y="166991"/>
                  </a:lnTo>
                  <a:lnTo>
                    <a:pt x="390842" y="166169"/>
                  </a:lnTo>
                  <a:lnTo>
                    <a:pt x="389797" y="164853"/>
                  </a:lnTo>
                  <a:lnTo>
                    <a:pt x="391623" y="163886"/>
                  </a:lnTo>
                  <a:lnTo>
                    <a:pt x="395358" y="162896"/>
                  </a:lnTo>
                  <a:lnTo>
                    <a:pt x="396391" y="163133"/>
                  </a:lnTo>
                  <a:lnTo>
                    <a:pt x="397286" y="164166"/>
                  </a:lnTo>
                  <a:lnTo>
                    <a:pt x="398101" y="164596"/>
                  </a:lnTo>
                  <a:lnTo>
                    <a:pt x="401885" y="165724"/>
                  </a:lnTo>
                  <a:lnTo>
                    <a:pt x="401858" y="165337"/>
                  </a:lnTo>
                  <a:lnTo>
                    <a:pt x="402606" y="163678"/>
                  </a:lnTo>
                  <a:lnTo>
                    <a:pt x="403638" y="162943"/>
                  </a:lnTo>
                  <a:lnTo>
                    <a:pt x="403895" y="162976"/>
                  </a:lnTo>
                  <a:lnTo>
                    <a:pt x="406635" y="158560"/>
                  </a:lnTo>
                  <a:lnTo>
                    <a:pt x="409005" y="160198"/>
                  </a:lnTo>
                  <a:lnTo>
                    <a:pt x="412001" y="161356"/>
                  </a:lnTo>
                  <a:lnTo>
                    <a:pt x="414139" y="162501"/>
                  </a:lnTo>
                  <a:lnTo>
                    <a:pt x="417023" y="162701"/>
                  </a:lnTo>
                  <a:lnTo>
                    <a:pt x="418472" y="163173"/>
                  </a:lnTo>
                  <a:lnTo>
                    <a:pt x="420253" y="164755"/>
                  </a:lnTo>
                  <a:lnTo>
                    <a:pt x="423399" y="166455"/>
                  </a:lnTo>
                  <a:lnTo>
                    <a:pt x="426585" y="162449"/>
                  </a:lnTo>
                  <a:lnTo>
                    <a:pt x="429724" y="164459"/>
                  </a:lnTo>
                  <a:lnTo>
                    <a:pt x="432371" y="165837"/>
                  </a:lnTo>
                  <a:lnTo>
                    <a:pt x="435091" y="166890"/>
                  </a:lnTo>
                  <a:lnTo>
                    <a:pt x="436686" y="167982"/>
                  </a:lnTo>
                  <a:lnTo>
                    <a:pt x="436902" y="168376"/>
                  </a:lnTo>
                  <a:lnTo>
                    <a:pt x="441298" y="171902"/>
                  </a:lnTo>
                  <a:lnTo>
                    <a:pt x="444308" y="173841"/>
                  </a:lnTo>
                  <a:lnTo>
                    <a:pt x="445788" y="172050"/>
                  </a:lnTo>
                  <a:lnTo>
                    <a:pt x="447637" y="171516"/>
                  </a:lnTo>
                  <a:lnTo>
                    <a:pt x="452789" y="166043"/>
                  </a:lnTo>
                  <a:lnTo>
                    <a:pt x="454030" y="165670"/>
                  </a:lnTo>
                  <a:lnTo>
                    <a:pt x="456347" y="165612"/>
                  </a:lnTo>
                  <a:lnTo>
                    <a:pt x="456980" y="165099"/>
                  </a:lnTo>
                  <a:lnTo>
                    <a:pt x="457010" y="163680"/>
                  </a:lnTo>
                  <a:lnTo>
                    <a:pt x="455184" y="161323"/>
                  </a:lnTo>
                  <a:lnTo>
                    <a:pt x="455138" y="159111"/>
                  </a:lnTo>
                  <a:lnTo>
                    <a:pt x="456444" y="157362"/>
                  </a:lnTo>
                  <a:lnTo>
                    <a:pt x="457893" y="156387"/>
                  </a:lnTo>
                  <a:lnTo>
                    <a:pt x="458510" y="156315"/>
                  </a:lnTo>
                  <a:lnTo>
                    <a:pt x="458273" y="154262"/>
                  </a:lnTo>
                  <a:lnTo>
                    <a:pt x="459380" y="153050"/>
                  </a:lnTo>
                  <a:lnTo>
                    <a:pt x="459806" y="150965"/>
                  </a:lnTo>
                  <a:lnTo>
                    <a:pt x="460687" y="150081"/>
                  </a:lnTo>
                  <a:lnTo>
                    <a:pt x="461747" y="149727"/>
                  </a:lnTo>
                  <a:lnTo>
                    <a:pt x="462274" y="149873"/>
                  </a:lnTo>
                  <a:lnTo>
                    <a:pt x="463342" y="150763"/>
                  </a:lnTo>
                  <a:lnTo>
                    <a:pt x="463614" y="151584"/>
                  </a:lnTo>
                  <a:lnTo>
                    <a:pt x="465842" y="152769"/>
                  </a:lnTo>
                  <a:lnTo>
                    <a:pt x="465078" y="155157"/>
                  </a:lnTo>
                  <a:lnTo>
                    <a:pt x="469207" y="156160"/>
                  </a:lnTo>
                  <a:lnTo>
                    <a:pt x="469781" y="154919"/>
                  </a:lnTo>
                  <a:lnTo>
                    <a:pt x="470967" y="155177"/>
                  </a:lnTo>
                  <a:lnTo>
                    <a:pt x="470875" y="156202"/>
                  </a:lnTo>
                  <a:lnTo>
                    <a:pt x="474319" y="156806"/>
                  </a:lnTo>
                  <a:lnTo>
                    <a:pt x="474704" y="158270"/>
                  </a:lnTo>
                  <a:lnTo>
                    <a:pt x="474253" y="159224"/>
                  </a:lnTo>
                  <a:lnTo>
                    <a:pt x="479142" y="161950"/>
                  </a:lnTo>
                  <a:lnTo>
                    <a:pt x="478783" y="162641"/>
                  </a:lnTo>
                  <a:lnTo>
                    <a:pt x="485076" y="165793"/>
                  </a:lnTo>
                  <a:lnTo>
                    <a:pt x="485118" y="166489"/>
                  </a:lnTo>
                  <a:lnTo>
                    <a:pt x="485327" y="166619"/>
                  </a:lnTo>
                  <a:lnTo>
                    <a:pt x="488362" y="168076"/>
                  </a:lnTo>
                  <a:lnTo>
                    <a:pt x="495945" y="170465"/>
                  </a:lnTo>
                  <a:lnTo>
                    <a:pt x="495880" y="171507"/>
                  </a:lnTo>
                  <a:lnTo>
                    <a:pt x="497572" y="170987"/>
                  </a:lnTo>
                  <a:lnTo>
                    <a:pt x="498756" y="170939"/>
                  </a:lnTo>
                  <a:lnTo>
                    <a:pt x="498464" y="171976"/>
                  </a:lnTo>
                  <a:lnTo>
                    <a:pt x="501890" y="173136"/>
                  </a:lnTo>
                  <a:lnTo>
                    <a:pt x="508762" y="176013"/>
                  </a:lnTo>
                  <a:lnTo>
                    <a:pt x="508938" y="175944"/>
                  </a:lnTo>
                  <a:lnTo>
                    <a:pt x="508953" y="175300"/>
                  </a:lnTo>
                  <a:lnTo>
                    <a:pt x="511761" y="176843"/>
                  </a:lnTo>
                  <a:lnTo>
                    <a:pt x="514281" y="178706"/>
                  </a:lnTo>
                  <a:lnTo>
                    <a:pt x="514322" y="178521"/>
                  </a:lnTo>
                  <a:lnTo>
                    <a:pt x="519974" y="181240"/>
                  </a:lnTo>
                  <a:lnTo>
                    <a:pt x="518795" y="182966"/>
                  </a:lnTo>
                  <a:lnTo>
                    <a:pt x="518329" y="183437"/>
                  </a:lnTo>
                  <a:lnTo>
                    <a:pt x="518172" y="183261"/>
                  </a:lnTo>
                  <a:lnTo>
                    <a:pt x="515617" y="187898"/>
                  </a:lnTo>
                  <a:lnTo>
                    <a:pt x="518180" y="188954"/>
                  </a:lnTo>
                  <a:lnTo>
                    <a:pt x="518379" y="189252"/>
                  </a:lnTo>
                  <a:lnTo>
                    <a:pt x="520030" y="186423"/>
                  </a:lnTo>
                  <a:lnTo>
                    <a:pt x="522547" y="187584"/>
                  </a:lnTo>
                  <a:lnTo>
                    <a:pt x="531221" y="195789"/>
                  </a:lnTo>
                  <a:lnTo>
                    <a:pt x="531248" y="196123"/>
                  </a:lnTo>
                  <a:lnTo>
                    <a:pt x="531457" y="195924"/>
                  </a:lnTo>
                  <a:lnTo>
                    <a:pt x="535309" y="199061"/>
                  </a:lnTo>
                  <a:lnTo>
                    <a:pt x="541132" y="202897"/>
                  </a:lnTo>
                  <a:lnTo>
                    <a:pt x="541124" y="203740"/>
                  </a:lnTo>
                  <a:lnTo>
                    <a:pt x="541384" y="204040"/>
                  </a:lnTo>
                  <a:lnTo>
                    <a:pt x="550779" y="207867"/>
                  </a:lnTo>
                  <a:lnTo>
                    <a:pt x="559243" y="210640"/>
                  </a:lnTo>
                  <a:lnTo>
                    <a:pt x="576264" y="205655"/>
                  </a:lnTo>
                  <a:lnTo>
                    <a:pt x="577613" y="210817"/>
                  </a:lnTo>
                  <a:lnTo>
                    <a:pt x="577762" y="210789"/>
                  </a:lnTo>
                  <a:lnTo>
                    <a:pt x="578522" y="212442"/>
                  </a:lnTo>
                  <a:lnTo>
                    <a:pt x="580830" y="212875"/>
                  </a:lnTo>
                  <a:lnTo>
                    <a:pt x="592281" y="215211"/>
                  </a:lnTo>
                  <a:lnTo>
                    <a:pt x="608859" y="221071"/>
                  </a:lnTo>
                  <a:lnTo>
                    <a:pt x="614631" y="226975"/>
                  </a:lnTo>
                  <a:lnTo>
                    <a:pt x="621685" y="232643"/>
                  </a:lnTo>
                  <a:lnTo>
                    <a:pt x="630853" y="232767"/>
                  </a:lnTo>
                  <a:lnTo>
                    <a:pt x="631245" y="232281"/>
                  </a:lnTo>
                  <a:lnTo>
                    <a:pt x="630852" y="231961"/>
                  </a:lnTo>
                  <a:lnTo>
                    <a:pt x="631901" y="229372"/>
                  </a:lnTo>
                  <a:lnTo>
                    <a:pt x="633761" y="228208"/>
                  </a:lnTo>
                  <a:lnTo>
                    <a:pt x="636622" y="225900"/>
                  </a:lnTo>
                  <a:lnTo>
                    <a:pt x="636952" y="224155"/>
                  </a:lnTo>
                  <a:lnTo>
                    <a:pt x="637473" y="223367"/>
                  </a:lnTo>
                  <a:lnTo>
                    <a:pt x="636074" y="222433"/>
                  </a:lnTo>
                  <a:lnTo>
                    <a:pt x="636740" y="221041"/>
                  </a:lnTo>
                  <a:lnTo>
                    <a:pt x="637576" y="219996"/>
                  </a:lnTo>
                  <a:lnTo>
                    <a:pt x="638369" y="218135"/>
                  </a:lnTo>
                  <a:lnTo>
                    <a:pt x="639937" y="216229"/>
                  </a:lnTo>
                  <a:lnTo>
                    <a:pt x="640904" y="215606"/>
                  </a:lnTo>
                  <a:lnTo>
                    <a:pt x="641023" y="214761"/>
                  </a:lnTo>
                  <a:lnTo>
                    <a:pt x="642421" y="213674"/>
                  </a:lnTo>
                  <a:lnTo>
                    <a:pt x="642163" y="213461"/>
                  </a:lnTo>
                  <a:lnTo>
                    <a:pt x="643288" y="212099"/>
                  </a:lnTo>
                  <a:lnTo>
                    <a:pt x="643842" y="212465"/>
                  </a:lnTo>
                  <a:lnTo>
                    <a:pt x="644786" y="211607"/>
                  </a:lnTo>
                  <a:lnTo>
                    <a:pt x="644036" y="211091"/>
                  </a:lnTo>
                  <a:lnTo>
                    <a:pt x="644729" y="209961"/>
                  </a:lnTo>
                  <a:lnTo>
                    <a:pt x="645707" y="208974"/>
                  </a:lnTo>
                  <a:lnTo>
                    <a:pt x="646882" y="206144"/>
                  </a:lnTo>
                  <a:lnTo>
                    <a:pt x="647396" y="205413"/>
                  </a:lnTo>
                  <a:lnTo>
                    <a:pt x="651093" y="201640"/>
                  </a:lnTo>
                  <a:lnTo>
                    <a:pt x="651649" y="202208"/>
                  </a:lnTo>
                  <a:lnTo>
                    <a:pt x="651361" y="202485"/>
                  </a:lnTo>
                  <a:lnTo>
                    <a:pt x="653299" y="203842"/>
                  </a:lnTo>
                  <a:lnTo>
                    <a:pt x="657199" y="199727"/>
                  </a:lnTo>
                  <a:lnTo>
                    <a:pt x="658263" y="198120"/>
                  </a:lnTo>
                  <a:lnTo>
                    <a:pt x="659506" y="195475"/>
                  </a:lnTo>
                  <a:lnTo>
                    <a:pt x="661397" y="196837"/>
                  </a:lnTo>
                  <a:lnTo>
                    <a:pt x="662571" y="192531"/>
                  </a:lnTo>
                  <a:lnTo>
                    <a:pt x="664340" y="189662"/>
                  </a:lnTo>
                  <a:lnTo>
                    <a:pt x="663174" y="188823"/>
                  </a:lnTo>
                  <a:lnTo>
                    <a:pt x="664526" y="186659"/>
                  </a:lnTo>
                  <a:lnTo>
                    <a:pt x="663865" y="186183"/>
                  </a:lnTo>
                  <a:lnTo>
                    <a:pt x="665637" y="183356"/>
                  </a:lnTo>
                  <a:lnTo>
                    <a:pt x="667019" y="184343"/>
                  </a:lnTo>
                  <a:lnTo>
                    <a:pt x="668020" y="182358"/>
                  </a:lnTo>
                  <a:lnTo>
                    <a:pt x="667029" y="181224"/>
                  </a:lnTo>
                  <a:lnTo>
                    <a:pt x="667971" y="179552"/>
                  </a:lnTo>
                  <a:lnTo>
                    <a:pt x="667688" y="179497"/>
                  </a:lnTo>
                  <a:lnTo>
                    <a:pt x="667890" y="178759"/>
                  </a:lnTo>
                  <a:lnTo>
                    <a:pt x="668573" y="177842"/>
                  </a:lnTo>
                  <a:lnTo>
                    <a:pt x="669078" y="178171"/>
                  </a:lnTo>
                  <a:lnTo>
                    <a:pt x="669971" y="178045"/>
                  </a:lnTo>
                  <a:lnTo>
                    <a:pt x="670471" y="178334"/>
                  </a:lnTo>
                  <a:lnTo>
                    <a:pt x="672844" y="177307"/>
                  </a:lnTo>
                  <a:lnTo>
                    <a:pt x="674675" y="174702"/>
                  </a:lnTo>
                  <a:lnTo>
                    <a:pt x="674376" y="174033"/>
                  </a:lnTo>
                  <a:lnTo>
                    <a:pt x="674697" y="173669"/>
                  </a:lnTo>
                  <a:lnTo>
                    <a:pt x="675610" y="173957"/>
                  </a:lnTo>
                  <a:lnTo>
                    <a:pt x="675624" y="174603"/>
                  </a:lnTo>
                  <a:lnTo>
                    <a:pt x="675946" y="174402"/>
                  </a:lnTo>
                  <a:lnTo>
                    <a:pt x="676146" y="173774"/>
                  </a:lnTo>
                  <a:lnTo>
                    <a:pt x="675931" y="173399"/>
                  </a:lnTo>
                  <a:lnTo>
                    <a:pt x="676052" y="172951"/>
                  </a:lnTo>
                  <a:lnTo>
                    <a:pt x="676726" y="173213"/>
                  </a:lnTo>
                  <a:lnTo>
                    <a:pt x="677069" y="172891"/>
                  </a:lnTo>
                  <a:lnTo>
                    <a:pt x="676211" y="172345"/>
                  </a:lnTo>
                  <a:lnTo>
                    <a:pt x="676244" y="171822"/>
                  </a:lnTo>
                  <a:lnTo>
                    <a:pt x="676726" y="171308"/>
                  </a:lnTo>
                  <a:lnTo>
                    <a:pt x="677453" y="171850"/>
                  </a:lnTo>
                  <a:lnTo>
                    <a:pt x="678529" y="171705"/>
                  </a:lnTo>
                  <a:lnTo>
                    <a:pt x="678981" y="171356"/>
                  </a:lnTo>
                  <a:lnTo>
                    <a:pt x="684564" y="175534"/>
                  </a:lnTo>
                  <a:lnTo>
                    <a:pt x="691293" y="181711"/>
                  </a:lnTo>
                  <a:lnTo>
                    <a:pt x="705002" y="191995"/>
                  </a:lnTo>
                  <a:lnTo>
                    <a:pt x="715096" y="201249"/>
                  </a:lnTo>
                  <a:lnTo>
                    <a:pt x="720973" y="206929"/>
                  </a:lnTo>
                  <a:lnTo>
                    <a:pt x="720852" y="207176"/>
                  </a:lnTo>
                  <a:lnTo>
                    <a:pt x="721056" y="207353"/>
                  </a:lnTo>
                  <a:lnTo>
                    <a:pt x="729336" y="212728"/>
                  </a:lnTo>
                  <a:lnTo>
                    <a:pt x="739192" y="218508"/>
                  </a:lnTo>
                  <a:lnTo>
                    <a:pt x="739399" y="218652"/>
                  </a:lnTo>
                  <a:lnTo>
                    <a:pt x="739071" y="218841"/>
                  </a:lnTo>
                  <a:lnTo>
                    <a:pt x="738301" y="218796"/>
                  </a:lnTo>
                  <a:lnTo>
                    <a:pt x="737384" y="219620"/>
                  </a:lnTo>
                  <a:lnTo>
                    <a:pt x="737367" y="219886"/>
                  </a:lnTo>
                  <a:lnTo>
                    <a:pt x="737580" y="220302"/>
                  </a:lnTo>
                  <a:lnTo>
                    <a:pt x="739447" y="220543"/>
                  </a:lnTo>
                  <a:lnTo>
                    <a:pt x="739223" y="221069"/>
                  </a:lnTo>
                  <a:lnTo>
                    <a:pt x="737830" y="222675"/>
                  </a:lnTo>
                  <a:lnTo>
                    <a:pt x="735563" y="224272"/>
                  </a:lnTo>
                  <a:lnTo>
                    <a:pt x="735463" y="224933"/>
                  </a:lnTo>
                  <a:lnTo>
                    <a:pt x="735871" y="225546"/>
                  </a:lnTo>
                  <a:lnTo>
                    <a:pt x="736891" y="225938"/>
                  </a:lnTo>
                  <a:lnTo>
                    <a:pt x="737289" y="226443"/>
                  </a:lnTo>
                  <a:lnTo>
                    <a:pt x="733328" y="228023"/>
                  </a:lnTo>
                  <a:lnTo>
                    <a:pt x="732337" y="227784"/>
                  </a:lnTo>
                  <a:lnTo>
                    <a:pt x="731917" y="228030"/>
                  </a:lnTo>
                  <a:lnTo>
                    <a:pt x="732123" y="229044"/>
                  </a:lnTo>
                  <a:lnTo>
                    <a:pt x="731774" y="229645"/>
                  </a:lnTo>
                  <a:lnTo>
                    <a:pt x="731840" y="229955"/>
                  </a:lnTo>
                  <a:lnTo>
                    <a:pt x="732858" y="230226"/>
                  </a:lnTo>
                  <a:lnTo>
                    <a:pt x="733161" y="230752"/>
                  </a:lnTo>
                  <a:lnTo>
                    <a:pt x="732834" y="231421"/>
                  </a:lnTo>
                  <a:lnTo>
                    <a:pt x="731803" y="230989"/>
                  </a:lnTo>
                  <a:lnTo>
                    <a:pt x="731516" y="231134"/>
                  </a:lnTo>
                  <a:lnTo>
                    <a:pt x="731340" y="232191"/>
                  </a:lnTo>
                  <a:lnTo>
                    <a:pt x="731740" y="232481"/>
                  </a:lnTo>
                  <a:lnTo>
                    <a:pt x="732043" y="232047"/>
                  </a:lnTo>
                  <a:lnTo>
                    <a:pt x="733095" y="231714"/>
                  </a:lnTo>
                  <a:lnTo>
                    <a:pt x="733395" y="232563"/>
                  </a:lnTo>
                  <a:lnTo>
                    <a:pt x="733027" y="233346"/>
                  </a:lnTo>
                  <a:lnTo>
                    <a:pt x="732540" y="233407"/>
                  </a:lnTo>
                  <a:lnTo>
                    <a:pt x="732009" y="233910"/>
                  </a:lnTo>
                  <a:lnTo>
                    <a:pt x="732238" y="234661"/>
                  </a:lnTo>
                  <a:lnTo>
                    <a:pt x="732738" y="234865"/>
                  </a:lnTo>
                  <a:lnTo>
                    <a:pt x="733101" y="233886"/>
                  </a:lnTo>
                  <a:lnTo>
                    <a:pt x="733370" y="234208"/>
                  </a:lnTo>
                  <a:lnTo>
                    <a:pt x="733868" y="234098"/>
                  </a:lnTo>
                  <a:lnTo>
                    <a:pt x="734462" y="234328"/>
                  </a:lnTo>
                  <a:lnTo>
                    <a:pt x="734709" y="234597"/>
                  </a:lnTo>
                  <a:lnTo>
                    <a:pt x="734530" y="235182"/>
                  </a:lnTo>
                  <a:lnTo>
                    <a:pt x="734953" y="235830"/>
                  </a:lnTo>
                  <a:lnTo>
                    <a:pt x="734017" y="236039"/>
                  </a:lnTo>
                  <a:lnTo>
                    <a:pt x="733907" y="236873"/>
                  </a:lnTo>
                  <a:lnTo>
                    <a:pt x="734125" y="237122"/>
                  </a:lnTo>
                  <a:lnTo>
                    <a:pt x="734603" y="236843"/>
                  </a:lnTo>
                  <a:lnTo>
                    <a:pt x="734619" y="236448"/>
                  </a:lnTo>
                  <a:lnTo>
                    <a:pt x="735243" y="236482"/>
                  </a:lnTo>
                  <a:lnTo>
                    <a:pt x="735647" y="236714"/>
                  </a:lnTo>
                  <a:lnTo>
                    <a:pt x="735765" y="237219"/>
                  </a:lnTo>
                  <a:lnTo>
                    <a:pt x="735588" y="237916"/>
                  </a:lnTo>
                  <a:lnTo>
                    <a:pt x="734552" y="239236"/>
                  </a:lnTo>
                  <a:lnTo>
                    <a:pt x="734040" y="240316"/>
                  </a:lnTo>
                  <a:lnTo>
                    <a:pt x="734821" y="240735"/>
                  </a:lnTo>
                  <a:lnTo>
                    <a:pt x="735086" y="239539"/>
                  </a:lnTo>
                  <a:lnTo>
                    <a:pt x="735579" y="239302"/>
                  </a:lnTo>
                  <a:lnTo>
                    <a:pt x="736448" y="240043"/>
                  </a:lnTo>
                  <a:lnTo>
                    <a:pt x="736934" y="241027"/>
                  </a:lnTo>
                  <a:lnTo>
                    <a:pt x="736677" y="241314"/>
                  </a:lnTo>
                  <a:lnTo>
                    <a:pt x="735990" y="241045"/>
                  </a:lnTo>
                  <a:lnTo>
                    <a:pt x="735486" y="241157"/>
                  </a:lnTo>
                  <a:lnTo>
                    <a:pt x="735365" y="241577"/>
                  </a:lnTo>
                  <a:lnTo>
                    <a:pt x="735702" y="242381"/>
                  </a:lnTo>
                  <a:lnTo>
                    <a:pt x="734927" y="243301"/>
                  </a:lnTo>
                  <a:lnTo>
                    <a:pt x="734508" y="244483"/>
                  </a:lnTo>
                  <a:lnTo>
                    <a:pt x="733466" y="245533"/>
                  </a:lnTo>
                  <a:lnTo>
                    <a:pt x="731483" y="246073"/>
                  </a:lnTo>
                  <a:lnTo>
                    <a:pt x="730807" y="245433"/>
                  </a:lnTo>
                  <a:lnTo>
                    <a:pt x="730340" y="245606"/>
                  </a:lnTo>
                  <a:lnTo>
                    <a:pt x="729879" y="246464"/>
                  </a:lnTo>
                  <a:lnTo>
                    <a:pt x="730774" y="247026"/>
                  </a:lnTo>
                  <a:lnTo>
                    <a:pt x="726268" y="251090"/>
                  </a:lnTo>
                  <a:lnTo>
                    <a:pt x="725455" y="252566"/>
                  </a:lnTo>
                  <a:lnTo>
                    <a:pt x="725256" y="252257"/>
                  </a:lnTo>
                  <a:lnTo>
                    <a:pt x="721192" y="261147"/>
                  </a:lnTo>
                  <a:lnTo>
                    <a:pt x="720990" y="262777"/>
                  </a:lnTo>
                  <a:lnTo>
                    <a:pt x="720703" y="264557"/>
                  </a:lnTo>
                  <a:lnTo>
                    <a:pt x="720146" y="265761"/>
                  </a:lnTo>
                  <a:lnTo>
                    <a:pt x="719795" y="267993"/>
                  </a:lnTo>
                  <a:lnTo>
                    <a:pt x="718917" y="270721"/>
                  </a:lnTo>
                  <a:lnTo>
                    <a:pt x="718297" y="271391"/>
                  </a:lnTo>
                  <a:lnTo>
                    <a:pt x="718345" y="273377"/>
                  </a:lnTo>
                  <a:lnTo>
                    <a:pt x="718072" y="273401"/>
                  </a:lnTo>
                  <a:lnTo>
                    <a:pt x="717977" y="274228"/>
                  </a:lnTo>
                  <a:lnTo>
                    <a:pt x="716932" y="274132"/>
                  </a:lnTo>
                  <a:lnTo>
                    <a:pt x="717010" y="275516"/>
                  </a:lnTo>
                  <a:lnTo>
                    <a:pt x="716495" y="276394"/>
                  </a:lnTo>
                  <a:lnTo>
                    <a:pt x="715204" y="277572"/>
                  </a:lnTo>
                  <a:lnTo>
                    <a:pt x="715102" y="278152"/>
                  </a:lnTo>
                  <a:lnTo>
                    <a:pt x="715413" y="279283"/>
                  </a:lnTo>
                  <a:lnTo>
                    <a:pt x="716749" y="279961"/>
                  </a:lnTo>
                  <a:lnTo>
                    <a:pt x="718045" y="281759"/>
                  </a:lnTo>
                  <a:lnTo>
                    <a:pt x="720299" y="281142"/>
                  </a:lnTo>
                  <a:lnTo>
                    <a:pt x="720583" y="283728"/>
                  </a:lnTo>
                  <a:lnTo>
                    <a:pt x="720036" y="284739"/>
                  </a:lnTo>
                  <a:lnTo>
                    <a:pt x="717719" y="286045"/>
                  </a:lnTo>
                  <a:lnTo>
                    <a:pt x="716080" y="286613"/>
                  </a:lnTo>
                  <a:lnTo>
                    <a:pt x="713476" y="287966"/>
                  </a:lnTo>
                  <a:lnTo>
                    <a:pt x="712164" y="288983"/>
                  </a:lnTo>
                  <a:lnTo>
                    <a:pt x="708470" y="291816"/>
                  </a:lnTo>
                  <a:lnTo>
                    <a:pt x="705159" y="294627"/>
                  </a:lnTo>
                  <a:lnTo>
                    <a:pt x="704049" y="295850"/>
                  </a:lnTo>
                  <a:lnTo>
                    <a:pt x="702087" y="297115"/>
                  </a:lnTo>
                  <a:lnTo>
                    <a:pt x="700227" y="298866"/>
                  </a:lnTo>
                  <a:lnTo>
                    <a:pt x="698302" y="299894"/>
                  </a:lnTo>
                  <a:lnTo>
                    <a:pt x="696092" y="301290"/>
                  </a:lnTo>
                  <a:lnTo>
                    <a:pt x="695474" y="301255"/>
                  </a:lnTo>
                  <a:lnTo>
                    <a:pt x="694543" y="300825"/>
                  </a:lnTo>
                  <a:lnTo>
                    <a:pt x="692613" y="300602"/>
                  </a:lnTo>
                  <a:lnTo>
                    <a:pt x="692742" y="299656"/>
                  </a:lnTo>
                  <a:lnTo>
                    <a:pt x="692423" y="299992"/>
                  </a:lnTo>
                  <a:lnTo>
                    <a:pt x="692079" y="299963"/>
                  </a:lnTo>
                  <a:lnTo>
                    <a:pt x="691814" y="300358"/>
                  </a:lnTo>
                  <a:lnTo>
                    <a:pt x="691812" y="300647"/>
                  </a:lnTo>
                  <a:lnTo>
                    <a:pt x="692991" y="301421"/>
                  </a:lnTo>
                  <a:lnTo>
                    <a:pt x="693099" y="301962"/>
                  </a:lnTo>
                  <a:lnTo>
                    <a:pt x="692691" y="303499"/>
                  </a:lnTo>
                  <a:lnTo>
                    <a:pt x="691872" y="302783"/>
                  </a:lnTo>
                  <a:lnTo>
                    <a:pt x="690085" y="303241"/>
                  </a:lnTo>
                  <a:lnTo>
                    <a:pt x="691361" y="304274"/>
                  </a:lnTo>
                  <a:lnTo>
                    <a:pt x="690021" y="304121"/>
                  </a:lnTo>
                  <a:lnTo>
                    <a:pt x="689552" y="303670"/>
                  </a:lnTo>
                  <a:lnTo>
                    <a:pt x="688910" y="304190"/>
                  </a:lnTo>
                  <a:lnTo>
                    <a:pt x="689224" y="304811"/>
                  </a:lnTo>
                  <a:lnTo>
                    <a:pt x="690170" y="304829"/>
                  </a:lnTo>
                  <a:lnTo>
                    <a:pt x="690442" y="305072"/>
                  </a:lnTo>
                  <a:lnTo>
                    <a:pt x="689942" y="305917"/>
                  </a:lnTo>
                  <a:lnTo>
                    <a:pt x="689011" y="306168"/>
                  </a:lnTo>
                  <a:lnTo>
                    <a:pt x="688360" y="306040"/>
                  </a:lnTo>
                  <a:lnTo>
                    <a:pt x="687727" y="304830"/>
                  </a:lnTo>
                  <a:lnTo>
                    <a:pt x="686876" y="305415"/>
                  </a:lnTo>
                  <a:lnTo>
                    <a:pt x="686452" y="305162"/>
                  </a:lnTo>
                  <a:lnTo>
                    <a:pt x="684874" y="305696"/>
                  </a:lnTo>
                  <a:lnTo>
                    <a:pt x="684714" y="305434"/>
                  </a:lnTo>
                  <a:lnTo>
                    <a:pt x="683790" y="306348"/>
                  </a:lnTo>
                  <a:lnTo>
                    <a:pt x="682953" y="306674"/>
                  </a:lnTo>
                  <a:lnTo>
                    <a:pt x="684415" y="308366"/>
                  </a:lnTo>
                  <a:lnTo>
                    <a:pt x="684200" y="308705"/>
                  </a:lnTo>
                  <a:lnTo>
                    <a:pt x="683514" y="308312"/>
                  </a:lnTo>
                  <a:lnTo>
                    <a:pt x="682540" y="308144"/>
                  </a:lnTo>
                  <a:lnTo>
                    <a:pt x="682341" y="307228"/>
                  </a:lnTo>
                  <a:lnTo>
                    <a:pt x="682608" y="306278"/>
                  </a:lnTo>
                  <a:lnTo>
                    <a:pt x="681933" y="305270"/>
                  </a:lnTo>
                  <a:lnTo>
                    <a:pt x="681551" y="305389"/>
                  </a:lnTo>
                  <a:lnTo>
                    <a:pt x="681592" y="306884"/>
                  </a:lnTo>
                  <a:lnTo>
                    <a:pt x="681334" y="306698"/>
                  </a:lnTo>
                  <a:lnTo>
                    <a:pt x="681240" y="305904"/>
                  </a:lnTo>
                  <a:lnTo>
                    <a:pt x="679917" y="306295"/>
                  </a:lnTo>
                  <a:lnTo>
                    <a:pt x="679551" y="305504"/>
                  </a:lnTo>
                  <a:lnTo>
                    <a:pt x="679250" y="305509"/>
                  </a:lnTo>
                  <a:lnTo>
                    <a:pt x="678623" y="306004"/>
                  </a:lnTo>
                  <a:lnTo>
                    <a:pt x="678328" y="305973"/>
                  </a:lnTo>
                  <a:lnTo>
                    <a:pt x="678252" y="304008"/>
                  </a:lnTo>
                  <a:lnTo>
                    <a:pt x="677273" y="304380"/>
                  </a:lnTo>
                  <a:lnTo>
                    <a:pt x="676316" y="304203"/>
                  </a:lnTo>
                  <a:lnTo>
                    <a:pt x="675577" y="304917"/>
                  </a:lnTo>
                  <a:lnTo>
                    <a:pt x="673460" y="303884"/>
                  </a:lnTo>
                  <a:lnTo>
                    <a:pt x="670064" y="304228"/>
                  </a:lnTo>
                  <a:lnTo>
                    <a:pt x="669284" y="304074"/>
                  </a:lnTo>
                  <a:lnTo>
                    <a:pt x="668620" y="303467"/>
                  </a:lnTo>
                  <a:lnTo>
                    <a:pt x="668267" y="302714"/>
                  </a:lnTo>
                  <a:lnTo>
                    <a:pt x="667117" y="302107"/>
                  </a:lnTo>
                  <a:lnTo>
                    <a:pt x="664498" y="302782"/>
                  </a:lnTo>
                  <a:lnTo>
                    <a:pt x="663296" y="303481"/>
                  </a:lnTo>
                  <a:lnTo>
                    <a:pt x="662583" y="304782"/>
                  </a:lnTo>
                  <a:lnTo>
                    <a:pt x="662654" y="306701"/>
                  </a:lnTo>
                  <a:lnTo>
                    <a:pt x="662055" y="307889"/>
                  </a:lnTo>
                  <a:lnTo>
                    <a:pt x="660515" y="309498"/>
                  </a:lnTo>
                  <a:lnTo>
                    <a:pt x="656661" y="311474"/>
                  </a:lnTo>
                  <a:lnTo>
                    <a:pt x="653704" y="309981"/>
                  </a:lnTo>
                  <a:lnTo>
                    <a:pt x="652143" y="310495"/>
                  </a:lnTo>
                  <a:lnTo>
                    <a:pt x="650422" y="311688"/>
                  </a:lnTo>
                  <a:lnTo>
                    <a:pt x="649238" y="311639"/>
                  </a:lnTo>
                  <a:lnTo>
                    <a:pt x="647248" y="312170"/>
                  </a:lnTo>
                  <a:lnTo>
                    <a:pt x="646530" y="311779"/>
                  </a:lnTo>
                  <a:lnTo>
                    <a:pt x="645718" y="310871"/>
                  </a:lnTo>
                  <a:lnTo>
                    <a:pt x="644632" y="309014"/>
                  </a:lnTo>
                  <a:lnTo>
                    <a:pt x="643120" y="308036"/>
                  </a:lnTo>
                  <a:lnTo>
                    <a:pt x="642168" y="308362"/>
                  </a:lnTo>
                  <a:lnTo>
                    <a:pt x="639688" y="310609"/>
                  </a:lnTo>
                  <a:lnTo>
                    <a:pt x="632803" y="315113"/>
                  </a:lnTo>
                  <a:lnTo>
                    <a:pt x="630839" y="317071"/>
                  </a:lnTo>
                  <a:lnTo>
                    <a:pt x="629923" y="317475"/>
                  </a:lnTo>
                  <a:lnTo>
                    <a:pt x="628183" y="317530"/>
                  </a:lnTo>
                  <a:lnTo>
                    <a:pt x="626105" y="317751"/>
                  </a:lnTo>
                  <a:lnTo>
                    <a:pt x="623661" y="318710"/>
                  </a:lnTo>
                  <a:lnTo>
                    <a:pt x="622526" y="320756"/>
                  </a:lnTo>
                  <a:lnTo>
                    <a:pt x="622162" y="323837"/>
                  </a:lnTo>
                  <a:lnTo>
                    <a:pt x="620694" y="325610"/>
                  </a:lnTo>
                  <a:lnTo>
                    <a:pt x="619684" y="326192"/>
                  </a:lnTo>
                  <a:lnTo>
                    <a:pt x="618815" y="326398"/>
                  </a:lnTo>
                  <a:lnTo>
                    <a:pt x="617207" y="326379"/>
                  </a:lnTo>
                  <a:lnTo>
                    <a:pt x="616362" y="326599"/>
                  </a:lnTo>
                  <a:lnTo>
                    <a:pt x="615623" y="326935"/>
                  </a:lnTo>
                  <a:lnTo>
                    <a:pt x="614949" y="328009"/>
                  </a:lnTo>
                  <a:lnTo>
                    <a:pt x="612320" y="328849"/>
                  </a:lnTo>
                  <a:lnTo>
                    <a:pt x="610349" y="331467"/>
                  </a:lnTo>
                  <a:lnTo>
                    <a:pt x="609530" y="333777"/>
                  </a:lnTo>
                  <a:lnTo>
                    <a:pt x="606669" y="338518"/>
                  </a:lnTo>
                  <a:lnTo>
                    <a:pt x="605391" y="340009"/>
                  </a:lnTo>
                  <a:lnTo>
                    <a:pt x="603539" y="340795"/>
                  </a:lnTo>
                  <a:lnTo>
                    <a:pt x="602057" y="341756"/>
                  </a:lnTo>
                  <a:lnTo>
                    <a:pt x="601512" y="343173"/>
                  </a:lnTo>
                  <a:lnTo>
                    <a:pt x="601845" y="345453"/>
                  </a:lnTo>
                  <a:lnTo>
                    <a:pt x="602619" y="347272"/>
                  </a:lnTo>
                  <a:lnTo>
                    <a:pt x="602404" y="348179"/>
                  </a:lnTo>
                  <a:lnTo>
                    <a:pt x="600863" y="348829"/>
                  </a:lnTo>
                  <a:lnTo>
                    <a:pt x="599463" y="350168"/>
                  </a:lnTo>
                  <a:lnTo>
                    <a:pt x="599217" y="350833"/>
                  </a:lnTo>
                  <a:lnTo>
                    <a:pt x="597445" y="351906"/>
                  </a:lnTo>
                  <a:lnTo>
                    <a:pt x="597250" y="351761"/>
                  </a:lnTo>
                  <a:lnTo>
                    <a:pt x="596894" y="352125"/>
                  </a:lnTo>
                  <a:lnTo>
                    <a:pt x="596485" y="351926"/>
                  </a:lnTo>
                  <a:lnTo>
                    <a:pt x="596260" y="352191"/>
                  </a:lnTo>
                  <a:lnTo>
                    <a:pt x="595161" y="351679"/>
                  </a:lnTo>
                  <a:lnTo>
                    <a:pt x="594412" y="352051"/>
                  </a:lnTo>
                  <a:lnTo>
                    <a:pt x="594140" y="352443"/>
                  </a:lnTo>
                  <a:lnTo>
                    <a:pt x="594938" y="354324"/>
                  </a:lnTo>
                  <a:lnTo>
                    <a:pt x="595905" y="355642"/>
                  </a:lnTo>
                  <a:lnTo>
                    <a:pt x="596501" y="355621"/>
                  </a:lnTo>
                  <a:lnTo>
                    <a:pt x="597212" y="354683"/>
                  </a:lnTo>
                  <a:lnTo>
                    <a:pt x="598920" y="354272"/>
                  </a:lnTo>
                  <a:lnTo>
                    <a:pt x="599858" y="354530"/>
                  </a:lnTo>
                  <a:lnTo>
                    <a:pt x="599581" y="355801"/>
                  </a:lnTo>
                  <a:lnTo>
                    <a:pt x="597947" y="357749"/>
                  </a:lnTo>
                  <a:lnTo>
                    <a:pt x="597432" y="359587"/>
                  </a:lnTo>
                  <a:lnTo>
                    <a:pt x="596719" y="360372"/>
                  </a:lnTo>
                  <a:lnTo>
                    <a:pt x="595140" y="363621"/>
                  </a:lnTo>
                  <a:lnTo>
                    <a:pt x="596585" y="364973"/>
                  </a:lnTo>
                  <a:lnTo>
                    <a:pt x="597670" y="364579"/>
                  </a:lnTo>
                  <a:lnTo>
                    <a:pt x="598306" y="364758"/>
                  </a:lnTo>
                  <a:lnTo>
                    <a:pt x="598034" y="366999"/>
                  </a:lnTo>
                  <a:lnTo>
                    <a:pt x="598171" y="367676"/>
                  </a:lnTo>
                  <a:lnTo>
                    <a:pt x="598667" y="368421"/>
                  </a:lnTo>
                  <a:lnTo>
                    <a:pt x="598706" y="370106"/>
                  </a:lnTo>
                  <a:lnTo>
                    <a:pt x="597048" y="372841"/>
                  </a:lnTo>
                  <a:lnTo>
                    <a:pt x="597286" y="374730"/>
                  </a:lnTo>
                  <a:lnTo>
                    <a:pt x="597091" y="375922"/>
                  </a:lnTo>
                  <a:lnTo>
                    <a:pt x="594983" y="378456"/>
                  </a:lnTo>
                  <a:lnTo>
                    <a:pt x="596241" y="380570"/>
                  </a:lnTo>
                  <a:lnTo>
                    <a:pt x="596316" y="381009"/>
                  </a:lnTo>
                  <a:lnTo>
                    <a:pt x="595823" y="382278"/>
                  </a:lnTo>
                  <a:lnTo>
                    <a:pt x="594644" y="383128"/>
                  </a:lnTo>
                  <a:lnTo>
                    <a:pt x="593833" y="382827"/>
                  </a:lnTo>
                  <a:lnTo>
                    <a:pt x="592572" y="380407"/>
                  </a:lnTo>
                  <a:lnTo>
                    <a:pt x="590848" y="380340"/>
                  </a:lnTo>
                  <a:lnTo>
                    <a:pt x="588703" y="381548"/>
                  </a:lnTo>
                  <a:lnTo>
                    <a:pt x="588703" y="382055"/>
                  </a:lnTo>
                  <a:lnTo>
                    <a:pt x="585424" y="384680"/>
                  </a:lnTo>
                  <a:lnTo>
                    <a:pt x="585147" y="385275"/>
                  </a:lnTo>
                  <a:lnTo>
                    <a:pt x="585194" y="385749"/>
                  </a:lnTo>
                  <a:lnTo>
                    <a:pt x="592399" y="388618"/>
                  </a:lnTo>
                  <a:lnTo>
                    <a:pt x="590934" y="391247"/>
                  </a:lnTo>
                  <a:lnTo>
                    <a:pt x="584178" y="398594"/>
                  </a:lnTo>
                  <a:lnTo>
                    <a:pt x="588980" y="403070"/>
                  </a:lnTo>
                  <a:lnTo>
                    <a:pt x="587927" y="403488"/>
                  </a:lnTo>
                  <a:lnTo>
                    <a:pt x="585105" y="404064"/>
                  </a:lnTo>
                  <a:lnTo>
                    <a:pt x="580886" y="409354"/>
                  </a:lnTo>
                  <a:lnTo>
                    <a:pt x="578695" y="411010"/>
                  </a:lnTo>
                  <a:lnTo>
                    <a:pt x="576314" y="412246"/>
                  </a:lnTo>
                  <a:lnTo>
                    <a:pt x="563784" y="403793"/>
                  </a:lnTo>
                  <a:lnTo>
                    <a:pt x="567432" y="398945"/>
                  </a:lnTo>
                  <a:lnTo>
                    <a:pt x="566713" y="396615"/>
                  </a:lnTo>
                  <a:lnTo>
                    <a:pt x="566045" y="396202"/>
                  </a:lnTo>
                  <a:lnTo>
                    <a:pt x="565637" y="396123"/>
                  </a:lnTo>
                  <a:lnTo>
                    <a:pt x="564646" y="396630"/>
                  </a:lnTo>
                  <a:lnTo>
                    <a:pt x="563778" y="396162"/>
                  </a:lnTo>
                  <a:lnTo>
                    <a:pt x="563882" y="396963"/>
                  </a:lnTo>
                  <a:lnTo>
                    <a:pt x="563549" y="398414"/>
                  </a:lnTo>
                  <a:lnTo>
                    <a:pt x="563090" y="398900"/>
                  </a:lnTo>
                  <a:lnTo>
                    <a:pt x="561968" y="398889"/>
                  </a:lnTo>
                  <a:lnTo>
                    <a:pt x="561467" y="397924"/>
                  </a:lnTo>
                  <a:lnTo>
                    <a:pt x="560273" y="398304"/>
                  </a:lnTo>
                  <a:lnTo>
                    <a:pt x="559935" y="399309"/>
                  </a:lnTo>
                  <a:lnTo>
                    <a:pt x="559236" y="399851"/>
                  </a:lnTo>
                  <a:lnTo>
                    <a:pt x="560109" y="400818"/>
                  </a:lnTo>
                  <a:lnTo>
                    <a:pt x="559968" y="401367"/>
                  </a:lnTo>
                  <a:lnTo>
                    <a:pt x="558820" y="401458"/>
                  </a:lnTo>
                  <a:lnTo>
                    <a:pt x="558949" y="402059"/>
                  </a:lnTo>
                  <a:lnTo>
                    <a:pt x="558625" y="402612"/>
                  </a:lnTo>
                  <a:lnTo>
                    <a:pt x="557494" y="402542"/>
                  </a:lnTo>
                  <a:lnTo>
                    <a:pt x="557566" y="399677"/>
                  </a:lnTo>
                  <a:lnTo>
                    <a:pt x="559358" y="394631"/>
                  </a:lnTo>
                  <a:lnTo>
                    <a:pt x="560520" y="392865"/>
                  </a:lnTo>
                  <a:lnTo>
                    <a:pt x="563095" y="390896"/>
                  </a:lnTo>
                  <a:lnTo>
                    <a:pt x="561874" y="387213"/>
                  </a:lnTo>
                  <a:lnTo>
                    <a:pt x="561884" y="386374"/>
                  </a:lnTo>
                  <a:lnTo>
                    <a:pt x="563677" y="386375"/>
                  </a:lnTo>
                  <a:lnTo>
                    <a:pt x="564092" y="385809"/>
                  </a:lnTo>
                  <a:lnTo>
                    <a:pt x="558867" y="379428"/>
                  </a:lnTo>
                  <a:lnTo>
                    <a:pt x="551131" y="370234"/>
                  </a:lnTo>
                  <a:lnTo>
                    <a:pt x="549739" y="371534"/>
                  </a:lnTo>
                  <a:lnTo>
                    <a:pt x="546861" y="375449"/>
                  </a:lnTo>
                  <a:lnTo>
                    <a:pt x="542797" y="380205"/>
                  </a:lnTo>
                  <a:lnTo>
                    <a:pt x="538935" y="385777"/>
                  </a:lnTo>
                  <a:lnTo>
                    <a:pt x="536982" y="388201"/>
                  </a:lnTo>
                  <a:lnTo>
                    <a:pt x="531258" y="398004"/>
                  </a:lnTo>
                  <a:lnTo>
                    <a:pt x="521673" y="389641"/>
                  </a:lnTo>
                  <a:lnTo>
                    <a:pt x="521628" y="389275"/>
                  </a:lnTo>
                  <a:lnTo>
                    <a:pt x="520425" y="388891"/>
                  </a:lnTo>
                  <a:lnTo>
                    <a:pt x="520335" y="388563"/>
                  </a:lnTo>
                  <a:lnTo>
                    <a:pt x="521185" y="387858"/>
                  </a:lnTo>
                  <a:lnTo>
                    <a:pt x="521858" y="386744"/>
                  </a:lnTo>
                  <a:lnTo>
                    <a:pt x="519758" y="385724"/>
                  </a:lnTo>
                  <a:lnTo>
                    <a:pt x="519344" y="384916"/>
                  </a:lnTo>
                  <a:lnTo>
                    <a:pt x="517676" y="386826"/>
                  </a:lnTo>
                  <a:lnTo>
                    <a:pt x="513124" y="383390"/>
                  </a:lnTo>
                  <a:lnTo>
                    <a:pt x="512688" y="384043"/>
                  </a:lnTo>
                  <a:lnTo>
                    <a:pt x="506910" y="379099"/>
                  </a:lnTo>
                  <a:lnTo>
                    <a:pt x="506756" y="379317"/>
                  </a:lnTo>
                  <a:lnTo>
                    <a:pt x="458813" y="361291"/>
                  </a:lnTo>
                  <a:lnTo>
                    <a:pt x="459834" y="360759"/>
                  </a:lnTo>
                  <a:lnTo>
                    <a:pt x="452220" y="356313"/>
                  </a:lnTo>
                  <a:lnTo>
                    <a:pt x="448953" y="355084"/>
                  </a:lnTo>
                  <a:lnTo>
                    <a:pt x="448895" y="355391"/>
                  </a:lnTo>
                  <a:lnTo>
                    <a:pt x="447274" y="355941"/>
                  </a:lnTo>
                  <a:lnTo>
                    <a:pt x="446736" y="354928"/>
                  </a:lnTo>
                  <a:lnTo>
                    <a:pt x="446968" y="355655"/>
                  </a:lnTo>
                  <a:lnTo>
                    <a:pt x="445734" y="356567"/>
                  </a:lnTo>
                  <a:lnTo>
                    <a:pt x="445284" y="357476"/>
                  </a:lnTo>
                  <a:lnTo>
                    <a:pt x="444629" y="357627"/>
                  </a:lnTo>
                  <a:lnTo>
                    <a:pt x="440875" y="356949"/>
                  </a:lnTo>
                  <a:lnTo>
                    <a:pt x="440195" y="357780"/>
                  </a:lnTo>
                  <a:lnTo>
                    <a:pt x="439794" y="357861"/>
                  </a:lnTo>
                  <a:lnTo>
                    <a:pt x="439351" y="358666"/>
                  </a:lnTo>
                  <a:lnTo>
                    <a:pt x="438338" y="358864"/>
                  </a:lnTo>
                  <a:lnTo>
                    <a:pt x="437517" y="359868"/>
                  </a:lnTo>
                  <a:lnTo>
                    <a:pt x="433370" y="355761"/>
                  </a:lnTo>
                  <a:lnTo>
                    <a:pt x="432173" y="354943"/>
                  </a:lnTo>
                  <a:lnTo>
                    <a:pt x="431530" y="354901"/>
                  </a:lnTo>
                  <a:lnTo>
                    <a:pt x="429994" y="355225"/>
                  </a:lnTo>
                  <a:lnTo>
                    <a:pt x="426403" y="356695"/>
                  </a:lnTo>
                  <a:lnTo>
                    <a:pt x="421512" y="357831"/>
                  </a:lnTo>
                  <a:lnTo>
                    <a:pt x="420583" y="357736"/>
                  </a:lnTo>
                  <a:lnTo>
                    <a:pt x="418019" y="356850"/>
                  </a:lnTo>
                  <a:lnTo>
                    <a:pt x="416401" y="358116"/>
                  </a:lnTo>
                  <a:lnTo>
                    <a:pt x="413855" y="357781"/>
                  </a:lnTo>
                  <a:lnTo>
                    <a:pt x="412870" y="358640"/>
                  </a:lnTo>
                  <a:lnTo>
                    <a:pt x="412262" y="359984"/>
                  </a:lnTo>
                  <a:lnTo>
                    <a:pt x="411631" y="360501"/>
                  </a:lnTo>
                  <a:lnTo>
                    <a:pt x="410050" y="361481"/>
                  </a:lnTo>
                  <a:lnTo>
                    <a:pt x="407235" y="362678"/>
                  </a:lnTo>
                  <a:lnTo>
                    <a:pt x="406777" y="362295"/>
                  </a:lnTo>
                  <a:lnTo>
                    <a:pt x="404988" y="361714"/>
                  </a:lnTo>
                  <a:lnTo>
                    <a:pt x="404157" y="361025"/>
                  </a:lnTo>
                  <a:lnTo>
                    <a:pt x="402375" y="360622"/>
                  </a:lnTo>
                  <a:lnTo>
                    <a:pt x="400781" y="360414"/>
                  </a:lnTo>
                  <a:lnTo>
                    <a:pt x="398065" y="360564"/>
                  </a:lnTo>
                  <a:lnTo>
                    <a:pt x="396355" y="360381"/>
                  </a:lnTo>
                  <a:lnTo>
                    <a:pt x="395962" y="359474"/>
                  </a:lnTo>
                  <a:lnTo>
                    <a:pt x="396551" y="357800"/>
                  </a:lnTo>
                  <a:lnTo>
                    <a:pt x="398019" y="356633"/>
                  </a:lnTo>
                  <a:lnTo>
                    <a:pt x="398671" y="355362"/>
                  </a:lnTo>
                  <a:lnTo>
                    <a:pt x="399807" y="354916"/>
                  </a:lnTo>
                  <a:lnTo>
                    <a:pt x="396844" y="352921"/>
                  </a:lnTo>
                  <a:lnTo>
                    <a:pt x="393577" y="350367"/>
                  </a:lnTo>
                  <a:lnTo>
                    <a:pt x="391367" y="349629"/>
                  </a:lnTo>
                  <a:lnTo>
                    <a:pt x="391280" y="350287"/>
                  </a:lnTo>
                  <a:lnTo>
                    <a:pt x="391851" y="350137"/>
                  </a:lnTo>
                  <a:lnTo>
                    <a:pt x="392643" y="350284"/>
                  </a:lnTo>
                  <a:lnTo>
                    <a:pt x="392533" y="353390"/>
                  </a:lnTo>
                  <a:lnTo>
                    <a:pt x="392071" y="353395"/>
                  </a:lnTo>
                  <a:lnTo>
                    <a:pt x="392051" y="356431"/>
                  </a:lnTo>
                  <a:lnTo>
                    <a:pt x="391446" y="356271"/>
                  </a:lnTo>
                  <a:lnTo>
                    <a:pt x="389765" y="356390"/>
                  </a:lnTo>
                  <a:lnTo>
                    <a:pt x="388411" y="355955"/>
                  </a:lnTo>
                  <a:lnTo>
                    <a:pt x="388605" y="355083"/>
                  </a:lnTo>
                  <a:lnTo>
                    <a:pt x="387179" y="354669"/>
                  </a:lnTo>
                  <a:lnTo>
                    <a:pt x="386481" y="357451"/>
                  </a:lnTo>
                  <a:lnTo>
                    <a:pt x="384453" y="357267"/>
                  </a:lnTo>
                  <a:lnTo>
                    <a:pt x="383479" y="359700"/>
                  </a:lnTo>
                  <a:lnTo>
                    <a:pt x="385156" y="361447"/>
                  </a:lnTo>
                  <a:lnTo>
                    <a:pt x="386047" y="362876"/>
                  </a:lnTo>
                  <a:lnTo>
                    <a:pt x="387109" y="363519"/>
                  </a:lnTo>
                  <a:lnTo>
                    <a:pt x="387972" y="365785"/>
                  </a:lnTo>
                  <a:lnTo>
                    <a:pt x="389097" y="366582"/>
                  </a:lnTo>
                  <a:lnTo>
                    <a:pt x="386277" y="367120"/>
                  </a:lnTo>
                  <a:lnTo>
                    <a:pt x="385273" y="367574"/>
                  </a:lnTo>
                  <a:lnTo>
                    <a:pt x="384179" y="368514"/>
                  </a:lnTo>
                  <a:lnTo>
                    <a:pt x="383462" y="369874"/>
                  </a:lnTo>
                  <a:lnTo>
                    <a:pt x="383248" y="370546"/>
                  </a:lnTo>
                  <a:lnTo>
                    <a:pt x="383324" y="373388"/>
                  </a:lnTo>
                  <a:lnTo>
                    <a:pt x="382893" y="376008"/>
                  </a:lnTo>
                  <a:lnTo>
                    <a:pt x="382774" y="379199"/>
                  </a:lnTo>
                  <a:lnTo>
                    <a:pt x="382483" y="380580"/>
                  </a:lnTo>
                  <a:lnTo>
                    <a:pt x="381433" y="382110"/>
                  </a:lnTo>
                  <a:lnTo>
                    <a:pt x="381350" y="384761"/>
                  </a:lnTo>
                  <a:lnTo>
                    <a:pt x="378518" y="384542"/>
                  </a:lnTo>
                  <a:lnTo>
                    <a:pt x="375766" y="384962"/>
                  </a:lnTo>
                  <a:lnTo>
                    <a:pt x="372509" y="384712"/>
                  </a:lnTo>
                  <a:lnTo>
                    <a:pt x="373058" y="382116"/>
                  </a:lnTo>
                  <a:lnTo>
                    <a:pt x="368748" y="381256"/>
                  </a:lnTo>
                  <a:lnTo>
                    <a:pt x="369020" y="380170"/>
                  </a:lnTo>
                  <a:lnTo>
                    <a:pt x="364964" y="378744"/>
                  </a:lnTo>
                  <a:lnTo>
                    <a:pt x="365365" y="376425"/>
                  </a:lnTo>
                  <a:lnTo>
                    <a:pt x="364791" y="373415"/>
                  </a:lnTo>
                  <a:lnTo>
                    <a:pt x="364073" y="373431"/>
                  </a:lnTo>
                  <a:lnTo>
                    <a:pt x="363471" y="372299"/>
                  </a:lnTo>
                  <a:lnTo>
                    <a:pt x="360042" y="372226"/>
                  </a:lnTo>
                  <a:lnTo>
                    <a:pt x="356524" y="372683"/>
                  </a:lnTo>
                  <a:lnTo>
                    <a:pt x="354536" y="371255"/>
                  </a:lnTo>
                  <a:lnTo>
                    <a:pt x="353826" y="371390"/>
                  </a:lnTo>
                  <a:lnTo>
                    <a:pt x="353276" y="371843"/>
                  </a:lnTo>
                  <a:lnTo>
                    <a:pt x="351467" y="374475"/>
                  </a:lnTo>
                  <a:lnTo>
                    <a:pt x="351182" y="374265"/>
                  </a:lnTo>
                  <a:lnTo>
                    <a:pt x="350345" y="374546"/>
                  </a:lnTo>
                  <a:lnTo>
                    <a:pt x="349419" y="375905"/>
                  </a:lnTo>
                  <a:lnTo>
                    <a:pt x="347704" y="376671"/>
                  </a:lnTo>
                  <a:lnTo>
                    <a:pt x="346907" y="376623"/>
                  </a:lnTo>
                  <a:lnTo>
                    <a:pt x="346484" y="377347"/>
                  </a:lnTo>
                  <a:lnTo>
                    <a:pt x="345243" y="378054"/>
                  </a:lnTo>
                  <a:lnTo>
                    <a:pt x="343777" y="378526"/>
                  </a:lnTo>
                  <a:lnTo>
                    <a:pt x="343005" y="378722"/>
                  </a:lnTo>
                  <a:lnTo>
                    <a:pt x="342198" y="377847"/>
                  </a:lnTo>
                  <a:lnTo>
                    <a:pt x="341641" y="378294"/>
                  </a:lnTo>
                  <a:lnTo>
                    <a:pt x="340485" y="378522"/>
                  </a:lnTo>
                  <a:lnTo>
                    <a:pt x="340375" y="379213"/>
                  </a:lnTo>
                  <a:lnTo>
                    <a:pt x="339836" y="379540"/>
                  </a:lnTo>
                  <a:lnTo>
                    <a:pt x="339604" y="380454"/>
                  </a:lnTo>
                  <a:lnTo>
                    <a:pt x="338082" y="382578"/>
                  </a:lnTo>
                  <a:lnTo>
                    <a:pt x="335921" y="384567"/>
                  </a:lnTo>
                  <a:lnTo>
                    <a:pt x="335840" y="387102"/>
                  </a:lnTo>
                  <a:lnTo>
                    <a:pt x="336204" y="388904"/>
                  </a:lnTo>
                  <a:lnTo>
                    <a:pt x="334078" y="390973"/>
                  </a:lnTo>
                  <a:lnTo>
                    <a:pt x="332330" y="391520"/>
                  </a:lnTo>
                  <a:lnTo>
                    <a:pt x="330853" y="391651"/>
                  </a:lnTo>
                  <a:lnTo>
                    <a:pt x="327902" y="391288"/>
                  </a:lnTo>
                  <a:lnTo>
                    <a:pt x="327025" y="392073"/>
                  </a:lnTo>
                  <a:lnTo>
                    <a:pt x="326820" y="392009"/>
                  </a:lnTo>
                  <a:lnTo>
                    <a:pt x="327308" y="394192"/>
                  </a:lnTo>
                  <a:lnTo>
                    <a:pt x="325279" y="394603"/>
                  </a:lnTo>
                  <a:lnTo>
                    <a:pt x="321929" y="394343"/>
                  </a:lnTo>
                  <a:lnTo>
                    <a:pt x="320156" y="394526"/>
                  </a:lnTo>
                  <a:lnTo>
                    <a:pt x="316062" y="396969"/>
                  </a:lnTo>
                  <a:lnTo>
                    <a:pt x="315036" y="397844"/>
                  </a:lnTo>
                  <a:lnTo>
                    <a:pt x="313785" y="399551"/>
                  </a:lnTo>
                  <a:lnTo>
                    <a:pt x="312707" y="401770"/>
                  </a:lnTo>
                  <a:lnTo>
                    <a:pt x="311640" y="403269"/>
                  </a:lnTo>
                  <a:lnTo>
                    <a:pt x="308053" y="408618"/>
                  </a:lnTo>
                  <a:lnTo>
                    <a:pt x="307775" y="409349"/>
                  </a:lnTo>
                  <a:lnTo>
                    <a:pt x="307303" y="410164"/>
                  </a:lnTo>
                  <a:lnTo>
                    <a:pt x="306488" y="410335"/>
                  </a:lnTo>
                  <a:lnTo>
                    <a:pt x="304536" y="410053"/>
                  </a:lnTo>
                  <a:lnTo>
                    <a:pt x="298929" y="408259"/>
                  </a:lnTo>
                  <a:lnTo>
                    <a:pt x="296888" y="408117"/>
                  </a:lnTo>
                  <a:lnTo>
                    <a:pt x="292797" y="406582"/>
                  </a:lnTo>
                  <a:lnTo>
                    <a:pt x="287455" y="405993"/>
                  </a:lnTo>
                  <a:lnTo>
                    <a:pt x="286856" y="406203"/>
                  </a:lnTo>
                  <a:lnTo>
                    <a:pt x="281941" y="406153"/>
                  </a:lnTo>
                  <a:lnTo>
                    <a:pt x="276106" y="405000"/>
                  </a:lnTo>
                  <a:lnTo>
                    <a:pt x="275562" y="405669"/>
                  </a:lnTo>
                  <a:lnTo>
                    <a:pt x="266456" y="407493"/>
                  </a:lnTo>
                  <a:lnTo>
                    <a:pt x="263417" y="408549"/>
                  </a:lnTo>
                  <a:lnTo>
                    <a:pt x="264208" y="412853"/>
                  </a:lnTo>
                  <a:lnTo>
                    <a:pt x="269483" y="416092"/>
                  </a:lnTo>
                  <a:lnTo>
                    <a:pt x="273448" y="416695"/>
                  </a:lnTo>
                  <a:lnTo>
                    <a:pt x="273368" y="416073"/>
                  </a:lnTo>
                  <a:lnTo>
                    <a:pt x="274551" y="416439"/>
                  </a:lnTo>
                  <a:lnTo>
                    <a:pt x="277002" y="418716"/>
                  </a:lnTo>
                  <a:lnTo>
                    <a:pt x="277601" y="420342"/>
                  </a:lnTo>
                  <a:lnTo>
                    <a:pt x="278495" y="419733"/>
                  </a:lnTo>
                  <a:lnTo>
                    <a:pt x="279584" y="421300"/>
                  </a:lnTo>
                  <a:lnTo>
                    <a:pt x="277606" y="422246"/>
                  </a:lnTo>
                  <a:lnTo>
                    <a:pt x="277480" y="421917"/>
                  </a:lnTo>
                  <a:lnTo>
                    <a:pt x="275576" y="421823"/>
                  </a:lnTo>
                  <a:lnTo>
                    <a:pt x="275382" y="421898"/>
                  </a:lnTo>
                  <a:lnTo>
                    <a:pt x="275328" y="422902"/>
                  </a:lnTo>
                  <a:lnTo>
                    <a:pt x="274264" y="422876"/>
                  </a:lnTo>
                  <a:lnTo>
                    <a:pt x="273601" y="420479"/>
                  </a:lnTo>
                  <a:lnTo>
                    <a:pt x="272547" y="420643"/>
                  </a:lnTo>
                  <a:lnTo>
                    <a:pt x="272666" y="421965"/>
                  </a:lnTo>
                  <a:lnTo>
                    <a:pt x="271641" y="422644"/>
                  </a:lnTo>
                  <a:lnTo>
                    <a:pt x="270990" y="422381"/>
                  </a:lnTo>
                  <a:lnTo>
                    <a:pt x="271183" y="423064"/>
                  </a:lnTo>
                  <a:lnTo>
                    <a:pt x="270756" y="423588"/>
                  </a:lnTo>
                  <a:lnTo>
                    <a:pt x="270929" y="424659"/>
                  </a:lnTo>
                  <a:lnTo>
                    <a:pt x="270596" y="424912"/>
                  </a:lnTo>
                  <a:lnTo>
                    <a:pt x="269442" y="425170"/>
                  </a:lnTo>
                  <a:lnTo>
                    <a:pt x="268695" y="425033"/>
                  </a:lnTo>
                  <a:lnTo>
                    <a:pt x="268662" y="424586"/>
                  </a:lnTo>
                  <a:lnTo>
                    <a:pt x="269062" y="423900"/>
                  </a:lnTo>
                  <a:lnTo>
                    <a:pt x="267430" y="423779"/>
                  </a:lnTo>
                  <a:lnTo>
                    <a:pt x="268009" y="421064"/>
                  </a:lnTo>
                  <a:lnTo>
                    <a:pt x="267575" y="420912"/>
                  </a:lnTo>
                  <a:lnTo>
                    <a:pt x="266488" y="416935"/>
                  </a:lnTo>
                  <a:lnTo>
                    <a:pt x="265671" y="415894"/>
                  </a:lnTo>
                  <a:lnTo>
                    <a:pt x="264959" y="415602"/>
                  </a:lnTo>
                  <a:lnTo>
                    <a:pt x="263655" y="415617"/>
                  </a:lnTo>
                  <a:lnTo>
                    <a:pt x="262386" y="414303"/>
                  </a:lnTo>
                  <a:lnTo>
                    <a:pt x="259236" y="411939"/>
                  </a:lnTo>
                  <a:lnTo>
                    <a:pt x="255862" y="412271"/>
                  </a:lnTo>
                  <a:lnTo>
                    <a:pt x="254350" y="413261"/>
                  </a:lnTo>
                  <a:lnTo>
                    <a:pt x="251615" y="411284"/>
                  </a:lnTo>
                  <a:lnTo>
                    <a:pt x="249416" y="410309"/>
                  </a:lnTo>
                  <a:lnTo>
                    <a:pt x="247778" y="410390"/>
                  </a:lnTo>
                  <a:lnTo>
                    <a:pt x="246362" y="409569"/>
                  </a:lnTo>
                  <a:lnTo>
                    <a:pt x="244962" y="409540"/>
                  </a:lnTo>
                  <a:lnTo>
                    <a:pt x="240170" y="410331"/>
                  </a:lnTo>
                  <a:lnTo>
                    <a:pt x="240066" y="405766"/>
                  </a:lnTo>
                  <a:lnTo>
                    <a:pt x="243080" y="404402"/>
                  </a:lnTo>
                  <a:lnTo>
                    <a:pt x="242507" y="401444"/>
                  </a:lnTo>
                  <a:lnTo>
                    <a:pt x="242763" y="400962"/>
                  </a:lnTo>
                  <a:lnTo>
                    <a:pt x="245215" y="399200"/>
                  </a:lnTo>
                  <a:lnTo>
                    <a:pt x="245168" y="398362"/>
                  </a:lnTo>
                  <a:lnTo>
                    <a:pt x="246021" y="398214"/>
                  </a:lnTo>
                  <a:lnTo>
                    <a:pt x="245194" y="397372"/>
                  </a:lnTo>
                  <a:lnTo>
                    <a:pt x="244752" y="395844"/>
                  </a:lnTo>
                  <a:lnTo>
                    <a:pt x="243835" y="395134"/>
                  </a:lnTo>
                  <a:lnTo>
                    <a:pt x="243210" y="394124"/>
                  </a:lnTo>
                  <a:lnTo>
                    <a:pt x="239633" y="392559"/>
                  </a:lnTo>
                  <a:lnTo>
                    <a:pt x="239678" y="391222"/>
                  </a:lnTo>
                  <a:lnTo>
                    <a:pt x="237135" y="391130"/>
                  </a:lnTo>
                  <a:lnTo>
                    <a:pt x="238021" y="390458"/>
                  </a:lnTo>
                  <a:lnTo>
                    <a:pt x="238854" y="388922"/>
                  </a:lnTo>
                  <a:lnTo>
                    <a:pt x="239153" y="387312"/>
                  </a:lnTo>
                  <a:lnTo>
                    <a:pt x="240419" y="387790"/>
                  </a:lnTo>
                  <a:lnTo>
                    <a:pt x="241658" y="388644"/>
                  </a:lnTo>
                  <a:lnTo>
                    <a:pt x="242020" y="388255"/>
                  </a:lnTo>
                  <a:lnTo>
                    <a:pt x="241895" y="388077"/>
                  </a:lnTo>
                  <a:lnTo>
                    <a:pt x="245367" y="386905"/>
                  </a:lnTo>
                  <a:lnTo>
                    <a:pt x="245757" y="387786"/>
                  </a:lnTo>
                  <a:lnTo>
                    <a:pt x="246276" y="387550"/>
                  </a:lnTo>
                  <a:lnTo>
                    <a:pt x="248098" y="388049"/>
                  </a:lnTo>
                  <a:lnTo>
                    <a:pt x="249490" y="387758"/>
                  </a:lnTo>
                  <a:lnTo>
                    <a:pt x="250288" y="385845"/>
                  </a:lnTo>
                  <a:lnTo>
                    <a:pt x="249526" y="384899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pg43">
              <a:extLst>
                <a:ext uri="{FF2B5EF4-FFF2-40B4-BE49-F238E27FC236}">
                  <a16:creationId xmlns:a16="http://schemas.microsoft.com/office/drawing/2014/main" id="{7007EC73-E428-AB73-20BE-8F37FA8B0055}"/>
                </a:ext>
              </a:extLst>
            </p:cNvPr>
            <p:cNvSpPr/>
            <p:nvPr/>
          </p:nvSpPr>
          <p:spPr>
            <a:xfrm>
              <a:off x="7769064" y="1461857"/>
              <a:ext cx="735231" cy="478082"/>
            </a:xfrm>
            <a:custGeom>
              <a:avLst/>
              <a:gdLst/>
              <a:ahLst/>
              <a:cxnLst/>
              <a:rect l="0" t="0" r="0" b="0"/>
              <a:pathLst>
                <a:path w="735231" h="478082">
                  <a:moveTo>
                    <a:pt x="106364" y="303168"/>
                  </a:moveTo>
                  <a:lnTo>
                    <a:pt x="106621" y="303382"/>
                  </a:lnTo>
                  <a:lnTo>
                    <a:pt x="105223" y="304469"/>
                  </a:lnTo>
                  <a:lnTo>
                    <a:pt x="105105" y="305314"/>
                  </a:lnTo>
                  <a:lnTo>
                    <a:pt x="104138" y="305937"/>
                  </a:lnTo>
                  <a:lnTo>
                    <a:pt x="102570" y="307842"/>
                  </a:lnTo>
                  <a:lnTo>
                    <a:pt x="101776" y="309703"/>
                  </a:lnTo>
                  <a:lnTo>
                    <a:pt x="100940" y="310749"/>
                  </a:lnTo>
                  <a:lnTo>
                    <a:pt x="100275" y="312141"/>
                  </a:lnTo>
                  <a:lnTo>
                    <a:pt x="101674" y="313075"/>
                  </a:lnTo>
                  <a:lnTo>
                    <a:pt x="101153" y="313863"/>
                  </a:lnTo>
                  <a:lnTo>
                    <a:pt x="100823" y="315608"/>
                  </a:lnTo>
                  <a:lnTo>
                    <a:pt x="97962" y="317915"/>
                  </a:lnTo>
                  <a:lnTo>
                    <a:pt x="96101" y="319080"/>
                  </a:lnTo>
                  <a:lnTo>
                    <a:pt x="95053" y="321669"/>
                  </a:lnTo>
                  <a:lnTo>
                    <a:pt x="95445" y="321989"/>
                  </a:lnTo>
                  <a:lnTo>
                    <a:pt x="95053" y="322475"/>
                  </a:lnTo>
                  <a:lnTo>
                    <a:pt x="85886" y="322351"/>
                  </a:lnTo>
                  <a:lnTo>
                    <a:pt x="78832" y="316683"/>
                  </a:lnTo>
                  <a:lnTo>
                    <a:pt x="73059" y="310779"/>
                  </a:lnTo>
                  <a:lnTo>
                    <a:pt x="56481" y="304919"/>
                  </a:lnTo>
                  <a:lnTo>
                    <a:pt x="45031" y="302583"/>
                  </a:lnTo>
                  <a:lnTo>
                    <a:pt x="42722" y="302150"/>
                  </a:lnTo>
                  <a:lnTo>
                    <a:pt x="41962" y="300497"/>
                  </a:lnTo>
                  <a:lnTo>
                    <a:pt x="41813" y="300525"/>
                  </a:lnTo>
                  <a:lnTo>
                    <a:pt x="40465" y="295363"/>
                  </a:lnTo>
                  <a:lnTo>
                    <a:pt x="41447" y="289247"/>
                  </a:lnTo>
                  <a:lnTo>
                    <a:pt x="46300" y="275841"/>
                  </a:lnTo>
                  <a:lnTo>
                    <a:pt x="47972" y="267338"/>
                  </a:lnTo>
                  <a:lnTo>
                    <a:pt x="47346" y="261448"/>
                  </a:lnTo>
                  <a:lnTo>
                    <a:pt x="48244" y="257910"/>
                  </a:lnTo>
                  <a:lnTo>
                    <a:pt x="46515" y="256026"/>
                  </a:lnTo>
                  <a:lnTo>
                    <a:pt x="45454" y="253225"/>
                  </a:lnTo>
                  <a:lnTo>
                    <a:pt x="45646" y="253130"/>
                  </a:lnTo>
                  <a:lnTo>
                    <a:pt x="44818" y="250639"/>
                  </a:lnTo>
                  <a:lnTo>
                    <a:pt x="45169" y="249937"/>
                  </a:lnTo>
                  <a:lnTo>
                    <a:pt x="46682" y="249701"/>
                  </a:lnTo>
                  <a:lnTo>
                    <a:pt x="47195" y="249207"/>
                  </a:lnTo>
                  <a:lnTo>
                    <a:pt x="47136" y="247679"/>
                  </a:lnTo>
                  <a:lnTo>
                    <a:pt x="46502" y="246775"/>
                  </a:lnTo>
                  <a:lnTo>
                    <a:pt x="45220" y="245758"/>
                  </a:lnTo>
                  <a:lnTo>
                    <a:pt x="42481" y="244738"/>
                  </a:lnTo>
                  <a:lnTo>
                    <a:pt x="43008" y="242589"/>
                  </a:lnTo>
                  <a:lnTo>
                    <a:pt x="46261" y="243394"/>
                  </a:lnTo>
                  <a:lnTo>
                    <a:pt x="46511" y="242825"/>
                  </a:lnTo>
                  <a:lnTo>
                    <a:pt x="46616" y="239801"/>
                  </a:lnTo>
                  <a:lnTo>
                    <a:pt x="46516" y="235987"/>
                  </a:lnTo>
                  <a:lnTo>
                    <a:pt x="47306" y="229599"/>
                  </a:lnTo>
                  <a:lnTo>
                    <a:pt x="47296" y="225885"/>
                  </a:lnTo>
                  <a:lnTo>
                    <a:pt x="39321" y="223507"/>
                  </a:lnTo>
                  <a:lnTo>
                    <a:pt x="39265" y="223669"/>
                  </a:lnTo>
                  <a:lnTo>
                    <a:pt x="33753" y="221453"/>
                  </a:lnTo>
                  <a:lnTo>
                    <a:pt x="32026" y="220505"/>
                  </a:lnTo>
                  <a:lnTo>
                    <a:pt x="33471" y="217616"/>
                  </a:lnTo>
                  <a:lnTo>
                    <a:pt x="34075" y="214942"/>
                  </a:lnTo>
                  <a:lnTo>
                    <a:pt x="33653" y="208715"/>
                  </a:lnTo>
                  <a:lnTo>
                    <a:pt x="33667" y="204103"/>
                  </a:lnTo>
                  <a:lnTo>
                    <a:pt x="32088" y="200087"/>
                  </a:lnTo>
                  <a:lnTo>
                    <a:pt x="32269" y="199938"/>
                  </a:lnTo>
                  <a:lnTo>
                    <a:pt x="27496" y="189055"/>
                  </a:lnTo>
                  <a:lnTo>
                    <a:pt x="32412" y="186883"/>
                  </a:lnTo>
                  <a:lnTo>
                    <a:pt x="28511" y="178051"/>
                  </a:lnTo>
                  <a:lnTo>
                    <a:pt x="27516" y="178160"/>
                  </a:lnTo>
                  <a:lnTo>
                    <a:pt x="31527" y="173103"/>
                  </a:lnTo>
                  <a:lnTo>
                    <a:pt x="35633" y="170418"/>
                  </a:lnTo>
                  <a:lnTo>
                    <a:pt x="39132" y="167761"/>
                  </a:lnTo>
                  <a:lnTo>
                    <a:pt x="42977" y="163889"/>
                  </a:lnTo>
                  <a:lnTo>
                    <a:pt x="43210" y="162741"/>
                  </a:lnTo>
                  <a:lnTo>
                    <a:pt x="42259" y="161600"/>
                  </a:lnTo>
                  <a:lnTo>
                    <a:pt x="42809" y="160271"/>
                  </a:lnTo>
                  <a:lnTo>
                    <a:pt x="28433" y="155410"/>
                  </a:lnTo>
                  <a:lnTo>
                    <a:pt x="27643" y="155059"/>
                  </a:lnTo>
                  <a:lnTo>
                    <a:pt x="23542" y="155137"/>
                  </a:lnTo>
                  <a:lnTo>
                    <a:pt x="19032" y="154380"/>
                  </a:lnTo>
                  <a:lnTo>
                    <a:pt x="0" y="148426"/>
                  </a:lnTo>
                  <a:lnTo>
                    <a:pt x="5000" y="131637"/>
                  </a:lnTo>
                  <a:lnTo>
                    <a:pt x="8369" y="132914"/>
                  </a:lnTo>
                  <a:lnTo>
                    <a:pt x="9660" y="129186"/>
                  </a:lnTo>
                  <a:lnTo>
                    <a:pt x="6710" y="128342"/>
                  </a:lnTo>
                  <a:lnTo>
                    <a:pt x="8824" y="121041"/>
                  </a:lnTo>
                  <a:lnTo>
                    <a:pt x="10551" y="114048"/>
                  </a:lnTo>
                  <a:lnTo>
                    <a:pt x="10328" y="113933"/>
                  </a:lnTo>
                  <a:lnTo>
                    <a:pt x="12194" y="106653"/>
                  </a:lnTo>
                  <a:lnTo>
                    <a:pt x="14668" y="107297"/>
                  </a:lnTo>
                  <a:lnTo>
                    <a:pt x="15120" y="107570"/>
                  </a:lnTo>
                  <a:lnTo>
                    <a:pt x="15093" y="107928"/>
                  </a:lnTo>
                  <a:lnTo>
                    <a:pt x="20176" y="108869"/>
                  </a:lnTo>
                  <a:lnTo>
                    <a:pt x="27769" y="110839"/>
                  </a:lnTo>
                  <a:lnTo>
                    <a:pt x="30237" y="111327"/>
                  </a:lnTo>
                  <a:lnTo>
                    <a:pt x="30012" y="113001"/>
                  </a:lnTo>
                  <a:lnTo>
                    <a:pt x="31800" y="113587"/>
                  </a:lnTo>
                  <a:lnTo>
                    <a:pt x="32478" y="114053"/>
                  </a:lnTo>
                  <a:lnTo>
                    <a:pt x="33862" y="117669"/>
                  </a:lnTo>
                  <a:lnTo>
                    <a:pt x="38655" y="116939"/>
                  </a:lnTo>
                  <a:lnTo>
                    <a:pt x="37334" y="113626"/>
                  </a:lnTo>
                  <a:lnTo>
                    <a:pt x="46657" y="112822"/>
                  </a:lnTo>
                  <a:lnTo>
                    <a:pt x="48290" y="110876"/>
                  </a:lnTo>
                  <a:lnTo>
                    <a:pt x="48729" y="109669"/>
                  </a:lnTo>
                  <a:lnTo>
                    <a:pt x="49067" y="108860"/>
                  </a:lnTo>
                  <a:lnTo>
                    <a:pt x="51898" y="110193"/>
                  </a:lnTo>
                  <a:lnTo>
                    <a:pt x="54530" y="111070"/>
                  </a:lnTo>
                  <a:lnTo>
                    <a:pt x="58239" y="111939"/>
                  </a:lnTo>
                  <a:lnTo>
                    <a:pt x="62224" y="112548"/>
                  </a:lnTo>
                  <a:lnTo>
                    <a:pt x="64265" y="113236"/>
                  </a:lnTo>
                  <a:lnTo>
                    <a:pt x="61053" y="105759"/>
                  </a:lnTo>
                  <a:lnTo>
                    <a:pt x="60617" y="101611"/>
                  </a:lnTo>
                  <a:lnTo>
                    <a:pt x="60473" y="97301"/>
                  </a:lnTo>
                  <a:lnTo>
                    <a:pt x="60249" y="95743"/>
                  </a:lnTo>
                  <a:lnTo>
                    <a:pt x="59893" y="95961"/>
                  </a:lnTo>
                  <a:lnTo>
                    <a:pt x="59560" y="95669"/>
                  </a:lnTo>
                  <a:lnTo>
                    <a:pt x="59720" y="94938"/>
                  </a:lnTo>
                  <a:lnTo>
                    <a:pt x="59046" y="94884"/>
                  </a:lnTo>
                  <a:lnTo>
                    <a:pt x="59013" y="94718"/>
                  </a:lnTo>
                  <a:lnTo>
                    <a:pt x="58989" y="84924"/>
                  </a:lnTo>
                  <a:lnTo>
                    <a:pt x="73734" y="83303"/>
                  </a:lnTo>
                  <a:lnTo>
                    <a:pt x="77941" y="82886"/>
                  </a:lnTo>
                  <a:lnTo>
                    <a:pt x="81282" y="82071"/>
                  </a:lnTo>
                  <a:lnTo>
                    <a:pt x="83516" y="80579"/>
                  </a:lnTo>
                  <a:lnTo>
                    <a:pt x="85637" y="78274"/>
                  </a:lnTo>
                  <a:lnTo>
                    <a:pt x="86061" y="78182"/>
                  </a:lnTo>
                  <a:lnTo>
                    <a:pt x="88302" y="75940"/>
                  </a:lnTo>
                  <a:lnTo>
                    <a:pt x="89253" y="75721"/>
                  </a:lnTo>
                  <a:lnTo>
                    <a:pt x="94119" y="70183"/>
                  </a:lnTo>
                  <a:lnTo>
                    <a:pt x="93438" y="69770"/>
                  </a:lnTo>
                  <a:lnTo>
                    <a:pt x="93633" y="69473"/>
                  </a:lnTo>
                  <a:lnTo>
                    <a:pt x="104669" y="57231"/>
                  </a:lnTo>
                  <a:lnTo>
                    <a:pt x="105344" y="55620"/>
                  </a:lnTo>
                  <a:lnTo>
                    <a:pt x="105646" y="54034"/>
                  </a:lnTo>
                  <a:lnTo>
                    <a:pt x="105080" y="51969"/>
                  </a:lnTo>
                  <a:lnTo>
                    <a:pt x="105393" y="52955"/>
                  </a:lnTo>
                  <a:lnTo>
                    <a:pt x="107803" y="53957"/>
                  </a:lnTo>
                  <a:lnTo>
                    <a:pt x="107643" y="53276"/>
                  </a:lnTo>
                  <a:lnTo>
                    <a:pt x="116315" y="55112"/>
                  </a:lnTo>
                  <a:lnTo>
                    <a:pt x="119049" y="51965"/>
                  </a:lnTo>
                  <a:lnTo>
                    <a:pt x="120669" y="49965"/>
                  </a:lnTo>
                  <a:lnTo>
                    <a:pt x="121705" y="49112"/>
                  </a:lnTo>
                  <a:lnTo>
                    <a:pt x="124769" y="51363"/>
                  </a:lnTo>
                  <a:lnTo>
                    <a:pt x="126662" y="52394"/>
                  </a:lnTo>
                  <a:lnTo>
                    <a:pt x="127174" y="53034"/>
                  </a:lnTo>
                  <a:lnTo>
                    <a:pt x="143307" y="48052"/>
                  </a:lnTo>
                  <a:lnTo>
                    <a:pt x="146289" y="48696"/>
                  </a:lnTo>
                  <a:lnTo>
                    <a:pt x="152509" y="52236"/>
                  </a:lnTo>
                  <a:lnTo>
                    <a:pt x="156153" y="54582"/>
                  </a:lnTo>
                  <a:lnTo>
                    <a:pt x="172292" y="69562"/>
                  </a:lnTo>
                  <a:lnTo>
                    <a:pt x="175522" y="71614"/>
                  </a:lnTo>
                  <a:lnTo>
                    <a:pt x="180224" y="73284"/>
                  </a:lnTo>
                  <a:lnTo>
                    <a:pt x="193273" y="76769"/>
                  </a:lnTo>
                  <a:lnTo>
                    <a:pt x="210967" y="82946"/>
                  </a:lnTo>
                  <a:lnTo>
                    <a:pt x="211309" y="80054"/>
                  </a:lnTo>
                  <a:lnTo>
                    <a:pt x="211376" y="68275"/>
                  </a:lnTo>
                  <a:lnTo>
                    <a:pt x="213086" y="69046"/>
                  </a:lnTo>
                  <a:lnTo>
                    <a:pt x="216732" y="69393"/>
                  </a:lnTo>
                  <a:lnTo>
                    <a:pt x="220447" y="68796"/>
                  </a:lnTo>
                  <a:lnTo>
                    <a:pt x="224437" y="67293"/>
                  </a:lnTo>
                  <a:lnTo>
                    <a:pt x="237791" y="74074"/>
                  </a:lnTo>
                  <a:lnTo>
                    <a:pt x="250902" y="82099"/>
                  </a:lnTo>
                  <a:lnTo>
                    <a:pt x="264217" y="83753"/>
                  </a:lnTo>
                  <a:lnTo>
                    <a:pt x="278465" y="86684"/>
                  </a:lnTo>
                  <a:lnTo>
                    <a:pt x="278475" y="86926"/>
                  </a:lnTo>
                  <a:lnTo>
                    <a:pt x="282635" y="87815"/>
                  </a:lnTo>
                  <a:lnTo>
                    <a:pt x="287782" y="89393"/>
                  </a:lnTo>
                  <a:lnTo>
                    <a:pt x="288546" y="93389"/>
                  </a:lnTo>
                  <a:lnTo>
                    <a:pt x="294397" y="94926"/>
                  </a:lnTo>
                  <a:lnTo>
                    <a:pt x="295279" y="107091"/>
                  </a:lnTo>
                  <a:lnTo>
                    <a:pt x="299850" y="99118"/>
                  </a:lnTo>
                  <a:lnTo>
                    <a:pt x="310711" y="100444"/>
                  </a:lnTo>
                  <a:lnTo>
                    <a:pt x="313274" y="108193"/>
                  </a:lnTo>
                  <a:lnTo>
                    <a:pt x="327926" y="106198"/>
                  </a:lnTo>
                  <a:lnTo>
                    <a:pt x="337807" y="104849"/>
                  </a:lnTo>
                  <a:lnTo>
                    <a:pt x="349428" y="100685"/>
                  </a:lnTo>
                  <a:lnTo>
                    <a:pt x="370598" y="95669"/>
                  </a:lnTo>
                  <a:lnTo>
                    <a:pt x="377924" y="87932"/>
                  </a:lnTo>
                  <a:lnTo>
                    <a:pt x="388701" y="82770"/>
                  </a:lnTo>
                  <a:lnTo>
                    <a:pt x="389562" y="82138"/>
                  </a:lnTo>
                  <a:lnTo>
                    <a:pt x="390352" y="82698"/>
                  </a:lnTo>
                  <a:lnTo>
                    <a:pt x="393785" y="83270"/>
                  </a:lnTo>
                  <a:lnTo>
                    <a:pt x="396038" y="84504"/>
                  </a:lnTo>
                  <a:lnTo>
                    <a:pt x="399623" y="91682"/>
                  </a:lnTo>
                  <a:lnTo>
                    <a:pt x="403286" y="99360"/>
                  </a:lnTo>
                  <a:lnTo>
                    <a:pt x="416911" y="104911"/>
                  </a:lnTo>
                  <a:lnTo>
                    <a:pt x="428440" y="104874"/>
                  </a:lnTo>
                  <a:lnTo>
                    <a:pt x="438519" y="105124"/>
                  </a:lnTo>
                  <a:lnTo>
                    <a:pt x="445963" y="95200"/>
                  </a:lnTo>
                  <a:lnTo>
                    <a:pt x="451896" y="92767"/>
                  </a:lnTo>
                  <a:lnTo>
                    <a:pt x="454330" y="92059"/>
                  </a:lnTo>
                  <a:lnTo>
                    <a:pt x="455449" y="91966"/>
                  </a:lnTo>
                  <a:lnTo>
                    <a:pt x="456676" y="91008"/>
                  </a:lnTo>
                  <a:lnTo>
                    <a:pt x="458111" y="90697"/>
                  </a:lnTo>
                  <a:lnTo>
                    <a:pt x="460356" y="90800"/>
                  </a:lnTo>
                  <a:lnTo>
                    <a:pt x="463111" y="89908"/>
                  </a:lnTo>
                  <a:lnTo>
                    <a:pt x="466150" y="89555"/>
                  </a:lnTo>
                  <a:lnTo>
                    <a:pt x="476150" y="97606"/>
                  </a:lnTo>
                  <a:lnTo>
                    <a:pt x="503014" y="87352"/>
                  </a:lnTo>
                  <a:lnTo>
                    <a:pt x="502003" y="83951"/>
                  </a:lnTo>
                  <a:lnTo>
                    <a:pt x="499986" y="81340"/>
                  </a:lnTo>
                  <a:lnTo>
                    <a:pt x="500025" y="79866"/>
                  </a:lnTo>
                  <a:lnTo>
                    <a:pt x="503592" y="79674"/>
                  </a:lnTo>
                  <a:lnTo>
                    <a:pt x="503554" y="78121"/>
                  </a:lnTo>
                  <a:lnTo>
                    <a:pt x="503537" y="77528"/>
                  </a:lnTo>
                  <a:lnTo>
                    <a:pt x="502403" y="74474"/>
                  </a:lnTo>
                  <a:lnTo>
                    <a:pt x="499473" y="61164"/>
                  </a:lnTo>
                  <a:lnTo>
                    <a:pt x="503966" y="54336"/>
                  </a:lnTo>
                  <a:lnTo>
                    <a:pt x="504337" y="53058"/>
                  </a:lnTo>
                  <a:lnTo>
                    <a:pt x="506091" y="50586"/>
                  </a:lnTo>
                  <a:lnTo>
                    <a:pt x="506942" y="50164"/>
                  </a:lnTo>
                  <a:lnTo>
                    <a:pt x="511484" y="50036"/>
                  </a:lnTo>
                  <a:lnTo>
                    <a:pt x="512349" y="50203"/>
                  </a:lnTo>
                  <a:lnTo>
                    <a:pt x="514072" y="51467"/>
                  </a:lnTo>
                  <a:lnTo>
                    <a:pt x="515457" y="52068"/>
                  </a:lnTo>
                  <a:lnTo>
                    <a:pt x="516883" y="51693"/>
                  </a:lnTo>
                  <a:lnTo>
                    <a:pt x="519794" y="49589"/>
                  </a:lnTo>
                  <a:lnTo>
                    <a:pt x="520427" y="48908"/>
                  </a:lnTo>
                  <a:lnTo>
                    <a:pt x="521367" y="48423"/>
                  </a:lnTo>
                  <a:lnTo>
                    <a:pt x="523936" y="48321"/>
                  </a:lnTo>
                  <a:lnTo>
                    <a:pt x="525450" y="49059"/>
                  </a:lnTo>
                  <a:lnTo>
                    <a:pt x="526512" y="50640"/>
                  </a:lnTo>
                  <a:lnTo>
                    <a:pt x="527389" y="59117"/>
                  </a:lnTo>
                  <a:lnTo>
                    <a:pt x="527194" y="59752"/>
                  </a:lnTo>
                  <a:lnTo>
                    <a:pt x="530852" y="61736"/>
                  </a:lnTo>
                  <a:lnTo>
                    <a:pt x="533744" y="62448"/>
                  </a:lnTo>
                  <a:lnTo>
                    <a:pt x="535500" y="62611"/>
                  </a:lnTo>
                  <a:lnTo>
                    <a:pt x="538597" y="59148"/>
                  </a:lnTo>
                  <a:lnTo>
                    <a:pt x="538977" y="57228"/>
                  </a:lnTo>
                  <a:lnTo>
                    <a:pt x="539980" y="56155"/>
                  </a:lnTo>
                  <a:lnTo>
                    <a:pt x="540417" y="53821"/>
                  </a:lnTo>
                  <a:lnTo>
                    <a:pt x="541025" y="52488"/>
                  </a:lnTo>
                  <a:lnTo>
                    <a:pt x="542305" y="51994"/>
                  </a:lnTo>
                  <a:lnTo>
                    <a:pt x="543906" y="52133"/>
                  </a:lnTo>
                  <a:lnTo>
                    <a:pt x="555136" y="58349"/>
                  </a:lnTo>
                  <a:lnTo>
                    <a:pt x="572971" y="36425"/>
                  </a:lnTo>
                  <a:lnTo>
                    <a:pt x="573872" y="34738"/>
                  </a:lnTo>
                  <a:lnTo>
                    <a:pt x="582566" y="35239"/>
                  </a:lnTo>
                  <a:lnTo>
                    <a:pt x="586385" y="31424"/>
                  </a:lnTo>
                  <a:lnTo>
                    <a:pt x="583066" y="30719"/>
                  </a:lnTo>
                  <a:lnTo>
                    <a:pt x="581350" y="28731"/>
                  </a:lnTo>
                  <a:lnTo>
                    <a:pt x="580461" y="25952"/>
                  </a:lnTo>
                  <a:lnTo>
                    <a:pt x="581900" y="19948"/>
                  </a:lnTo>
                  <a:lnTo>
                    <a:pt x="584735" y="12051"/>
                  </a:lnTo>
                  <a:lnTo>
                    <a:pt x="586062" y="9870"/>
                  </a:lnTo>
                  <a:lnTo>
                    <a:pt x="588162" y="4781"/>
                  </a:lnTo>
                  <a:lnTo>
                    <a:pt x="591252" y="1972"/>
                  </a:lnTo>
                  <a:lnTo>
                    <a:pt x="593595" y="1043"/>
                  </a:lnTo>
                  <a:lnTo>
                    <a:pt x="598027" y="124"/>
                  </a:lnTo>
                  <a:lnTo>
                    <a:pt x="599651" y="0"/>
                  </a:lnTo>
                  <a:lnTo>
                    <a:pt x="603983" y="263"/>
                  </a:lnTo>
                  <a:lnTo>
                    <a:pt x="607290" y="1083"/>
                  </a:lnTo>
                  <a:lnTo>
                    <a:pt x="609086" y="1907"/>
                  </a:lnTo>
                  <a:lnTo>
                    <a:pt x="610929" y="3171"/>
                  </a:lnTo>
                  <a:lnTo>
                    <a:pt x="612375" y="4495"/>
                  </a:lnTo>
                  <a:lnTo>
                    <a:pt x="613075" y="5562"/>
                  </a:lnTo>
                  <a:lnTo>
                    <a:pt x="613733" y="7623"/>
                  </a:lnTo>
                  <a:lnTo>
                    <a:pt x="617615" y="11614"/>
                  </a:lnTo>
                  <a:lnTo>
                    <a:pt x="624918" y="6263"/>
                  </a:lnTo>
                  <a:lnTo>
                    <a:pt x="631655" y="5687"/>
                  </a:lnTo>
                  <a:lnTo>
                    <a:pt x="631760" y="4906"/>
                  </a:lnTo>
                  <a:lnTo>
                    <a:pt x="633156" y="5342"/>
                  </a:lnTo>
                  <a:lnTo>
                    <a:pt x="633311" y="6113"/>
                  </a:lnTo>
                  <a:lnTo>
                    <a:pt x="639900" y="9897"/>
                  </a:lnTo>
                  <a:lnTo>
                    <a:pt x="641923" y="11298"/>
                  </a:lnTo>
                  <a:lnTo>
                    <a:pt x="652113" y="21139"/>
                  </a:lnTo>
                  <a:lnTo>
                    <a:pt x="655459" y="23684"/>
                  </a:lnTo>
                  <a:lnTo>
                    <a:pt x="659055" y="25849"/>
                  </a:lnTo>
                  <a:lnTo>
                    <a:pt x="672156" y="32831"/>
                  </a:lnTo>
                  <a:lnTo>
                    <a:pt x="673964" y="34055"/>
                  </a:lnTo>
                  <a:lnTo>
                    <a:pt x="678945" y="39610"/>
                  </a:lnTo>
                  <a:lnTo>
                    <a:pt x="682678" y="45754"/>
                  </a:lnTo>
                  <a:lnTo>
                    <a:pt x="684740" y="48320"/>
                  </a:lnTo>
                  <a:lnTo>
                    <a:pt x="688178" y="51118"/>
                  </a:lnTo>
                  <a:lnTo>
                    <a:pt x="692197" y="53014"/>
                  </a:lnTo>
                  <a:lnTo>
                    <a:pt x="694600" y="53632"/>
                  </a:lnTo>
                  <a:lnTo>
                    <a:pt x="697062" y="53921"/>
                  </a:lnTo>
                  <a:lnTo>
                    <a:pt x="699537" y="53875"/>
                  </a:lnTo>
                  <a:lnTo>
                    <a:pt x="701975" y="53498"/>
                  </a:lnTo>
                  <a:lnTo>
                    <a:pt x="704205" y="52848"/>
                  </a:lnTo>
                  <a:lnTo>
                    <a:pt x="718816" y="47272"/>
                  </a:lnTo>
                  <a:lnTo>
                    <a:pt x="721364" y="46480"/>
                  </a:lnTo>
                  <a:lnTo>
                    <a:pt x="721694" y="49622"/>
                  </a:lnTo>
                  <a:lnTo>
                    <a:pt x="723193" y="49964"/>
                  </a:lnTo>
                  <a:lnTo>
                    <a:pt x="723952" y="50387"/>
                  </a:lnTo>
                  <a:lnTo>
                    <a:pt x="724092" y="50935"/>
                  </a:lnTo>
                  <a:lnTo>
                    <a:pt x="723920" y="51781"/>
                  </a:lnTo>
                  <a:lnTo>
                    <a:pt x="724777" y="52349"/>
                  </a:lnTo>
                  <a:lnTo>
                    <a:pt x="726106" y="55068"/>
                  </a:lnTo>
                  <a:lnTo>
                    <a:pt x="726592" y="57110"/>
                  </a:lnTo>
                  <a:lnTo>
                    <a:pt x="726673" y="58571"/>
                  </a:lnTo>
                  <a:lnTo>
                    <a:pt x="725108" y="59029"/>
                  </a:lnTo>
                  <a:lnTo>
                    <a:pt x="726638" y="62593"/>
                  </a:lnTo>
                  <a:lnTo>
                    <a:pt x="727188" y="62629"/>
                  </a:lnTo>
                  <a:lnTo>
                    <a:pt x="727389" y="64037"/>
                  </a:lnTo>
                  <a:lnTo>
                    <a:pt x="728039" y="65223"/>
                  </a:lnTo>
                  <a:lnTo>
                    <a:pt x="731350" y="68926"/>
                  </a:lnTo>
                  <a:lnTo>
                    <a:pt x="729822" y="69959"/>
                  </a:lnTo>
                  <a:lnTo>
                    <a:pt x="730102" y="70939"/>
                  </a:lnTo>
                  <a:lnTo>
                    <a:pt x="731038" y="71138"/>
                  </a:lnTo>
                  <a:lnTo>
                    <a:pt x="732203" y="70708"/>
                  </a:lnTo>
                  <a:lnTo>
                    <a:pt x="733687" y="71854"/>
                  </a:lnTo>
                  <a:lnTo>
                    <a:pt x="733984" y="72451"/>
                  </a:lnTo>
                  <a:lnTo>
                    <a:pt x="733310" y="73161"/>
                  </a:lnTo>
                  <a:lnTo>
                    <a:pt x="733285" y="73610"/>
                  </a:lnTo>
                  <a:lnTo>
                    <a:pt x="734019" y="74329"/>
                  </a:lnTo>
                  <a:lnTo>
                    <a:pt x="733908" y="75235"/>
                  </a:lnTo>
                  <a:lnTo>
                    <a:pt x="735231" y="77053"/>
                  </a:lnTo>
                  <a:lnTo>
                    <a:pt x="735086" y="77537"/>
                  </a:lnTo>
                  <a:lnTo>
                    <a:pt x="734349" y="78025"/>
                  </a:lnTo>
                  <a:lnTo>
                    <a:pt x="733088" y="77821"/>
                  </a:lnTo>
                  <a:lnTo>
                    <a:pt x="731331" y="78637"/>
                  </a:lnTo>
                  <a:lnTo>
                    <a:pt x="729296" y="78311"/>
                  </a:lnTo>
                  <a:lnTo>
                    <a:pt x="728421" y="78783"/>
                  </a:lnTo>
                  <a:lnTo>
                    <a:pt x="728243" y="79126"/>
                  </a:lnTo>
                  <a:lnTo>
                    <a:pt x="728548" y="80616"/>
                  </a:lnTo>
                  <a:lnTo>
                    <a:pt x="728999" y="81540"/>
                  </a:lnTo>
                  <a:lnTo>
                    <a:pt x="729899" y="82426"/>
                  </a:lnTo>
                  <a:lnTo>
                    <a:pt x="730276" y="82390"/>
                  </a:lnTo>
                  <a:lnTo>
                    <a:pt x="731151" y="83105"/>
                  </a:lnTo>
                  <a:lnTo>
                    <a:pt x="733420" y="85790"/>
                  </a:lnTo>
                  <a:lnTo>
                    <a:pt x="729590" y="92626"/>
                  </a:lnTo>
                  <a:lnTo>
                    <a:pt x="728818" y="94660"/>
                  </a:lnTo>
                  <a:lnTo>
                    <a:pt x="730623" y="97541"/>
                  </a:lnTo>
                  <a:lnTo>
                    <a:pt x="731100" y="99985"/>
                  </a:lnTo>
                  <a:lnTo>
                    <a:pt x="721630" y="104147"/>
                  </a:lnTo>
                  <a:lnTo>
                    <a:pt x="717299" y="107960"/>
                  </a:lnTo>
                  <a:lnTo>
                    <a:pt x="713641" y="109737"/>
                  </a:lnTo>
                  <a:lnTo>
                    <a:pt x="712726" y="109853"/>
                  </a:lnTo>
                  <a:lnTo>
                    <a:pt x="710208" y="110834"/>
                  </a:lnTo>
                  <a:lnTo>
                    <a:pt x="709389" y="111624"/>
                  </a:lnTo>
                  <a:lnTo>
                    <a:pt x="709062" y="112481"/>
                  </a:lnTo>
                  <a:lnTo>
                    <a:pt x="707799" y="114071"/>
                  </a:lnTo>
                  <a:lnTo>
                    <a:pt x="707726" y="115865"/>
                  </a:lnTo>
                  <a:lnTo>
                    <a:pt x="707290" y="117501"/>
                  </a:lnTo>
                  <a:lnTo>
                    <a:pt x="707468" y="118741"/>
                  </a:lnTo>
                  <a:lnTo>
                    <a:pt x="706965" y="121641"/>
                  </a:lnTo>
                  <a:lnTo>
                    <a:pt x="706654" y="126447"/>
                  </a:lnTo>
                  <a:lnTo>
                    <a:pt x="705866" y="129540"/>
                  </a:lnTo>
                  <a:lnTo>
                    <a:pt x="704447" y="133000"/>
                  </a:lnTo>
                  <a:lnTo>
                    <a:pt x="703358" y="141896"/>
                  </a:lnTo>
                  <a:lnTo>
                    <a:pt x="693342" y="138998"/>
                  </a:lnTo>
                  <a:lnTo>
                    <a:pt x="690660" y="137931"/>
                  </a:lnTo>
                  <a:lnTo>
                    <a:pt x="680213" y="134846"/>
                  </a:lnTo>
                  <a:lnTo>
                    <a:pt x="672150" y="131986"/>
                  </a:lnTo>
                  <a:lnTo>
                    <a:pt x="667175" y="130270"/>
                  </a:lnTo>
                  <a:lnTo>
                    <a:pt x="672671" y="127048"/>
                  </a:lnTo>
                  <a:lnTo>
                    <a:pt x="679207" y="125600"/>
                  </a:lnTo>
                  <a:lnTo>
                    <a:pt x="684309" y="122927"/>
                  </a:lnTo>
                  <a:lnTo>
                    <a:pt x="691117" y="120084"/>
                  </a:lnTo>
                  <a:lnTo>
                    <a:pt x="693697" y="118324"/>
                  </a:lnTo>
                  <a:lnTo>
                    <a:pt x="694484" y="117237"/>
                  </a:lnTo>
                  <a:lnTo>
                    <a:pt x="690818" y="115457"/>
                  </a:lnTo>
                  <a:lnTo>
                    <a:pt x="689596" y="114572"/>
                  </a:lnTo>
                  <a:lnTo>
                    <a:pt x="688263" y="113336"/>
                  </a:lnTo>
                  <a:lnTo>
                    <a:pt x="688848" y="112661"/>
                  </a:lnTo>
                  <a:lnTo>
                    <a:pt x="688090" y="111646"/>
                  </a:lnTo>
                  <a:lnTo>
                    <a:pt x="685305" y="109419"/>
                  </a:lnTo>
                  <a:lnTo>
                    <a:pt x="684920" y="108872"/>
                  </a:lnTo>
                  <a:lnTo>
                    <a:pt x="682020" y="110484"/>
                  </a:lnTo>
                  <a:lnTo>
                    <a:pt x="680025" y="111322"/>
                  </a:lnTo>
                  <a:lnTo>
                    <a:pt x="679077" y="111537"/>
                  </a:lnTo>
                  <a:lnTo>
                    <a:pt x="676963" y="111513"/>
                  </a:lnTo>
                  <a:lnTo>
                    <a:pt x="676444" y="111843"/>
                  </a:lnTo>
                  <a:lnTo>
                    <a:pt x="673827" y="114118"/>
                  </a:lnTo>
                  <a:lnTo>
                    <a:pt x="672541" y="116268"/>
                  </a:lnTo>
                  <a:lnTo>
                    <a:pt x="670841" y="117433"/>
                  </a:lnTo>
                  <a:lnTo>
                    <a:pt x="669255" y="120022"/>
                  </a:lnTo>
                  <a:lnTo>
                    <a:pt x="668700" y="120584"/>
                  </a:lnTo>
                  <a:lnTo>
                    <a:pt x="666900" y="117541"/>
                  </a:lnTo>
                  <a:lnTo>
                    <a:pt x="665265" y="115314"/>
                  </a:lnTo>
                  <a:lnTo>
                    <a:pt x="664347" y="113526"/>
                  </a:lnTo>
                  <a:lnTo>
                    <a:pt x="663250" y="109981"/>
                  </a:lnTo>
                  <a:lnTo>
                    <a:pt x="662136" y="107697"/>
                  </a:lnTo>
                  <a:lnTo>
                    <a:pt x="661839" y="105710"/>
                  </a:lnTo>
                  <a:lnTo>
                    <a:pt x="660962" y="104496"/>
                  </a:lnTo>
                  <a:lnTo>
                    <a:pt x="660735" y="104352"/>
                  </a:lnTo>
                  <a:lnTo>
                    <a:pt x="659114" y="104988"/>
                  </a:lnTo>
                  <a:lnTo>
                    <a:pt x="657673" y="104874"/>
                  </a:lnTo>
                  <a:lnTo>
                    <a:pt x="649670" y="101891"/>
                  </a:lnTo>
                  <a:lnTo>
                    <a:pt x="648769" y="101377"/>
                  </a:lnTo>
                  <a:lnTo>
                    <a:pt x="647697" y="100435"/>
                  </a:lnTo>
                  <a:lnTo>
                    <a:pt x="647081" y="101667"/>
                  </a:lnTo>
                  <a:lnTo>
                    <a:pt x="647134" y="102727"/>
                  </a:lnTo>
                  <a:lnTo>
                    <a:pt x="647643" y="104473"/>
                  </a:lnTo>
                  <a:lnTo>
                    <a:pt x="647619" y="107068"/>
                  </a:lnTo>
                  <a:lnTo>
                    <a:pt x="647938" y="108054"/>
                  </a:lnTo>
                  <a:lnTo>
                    <a:pt x="647381" y="109341"/>
                  </a:lnTo>
                  <a:lnTo>
                    <a:pt x="644334" y="112565"/>
                  </a:lnTo>
                  <a:lnTo>
                    <a:pt x="644112" y="112707"/>
                  </a:lnTo>
                  <a:lnTo>
                    <a:pt x="643651" y="112370"/>
                  </a:lnTo>
                  <a:lnTo>
                    <a:pt x="640874" y="113967"/>
                  </a:lnTo>
                  <a:lnTo>
                    <a:pt x="638096" y="110569"/>
                  </a:lnTo>
                  <a:lnTo>
                    <a:pt x="637484" y="111155"/>
                  </a:lnTo>
                  <a:lnTo>
                    <a:pt x="635714" y="115043"/>
                  </a:lnTo>
                  <a:lnTo>
                    <a:pt x="633145" y="119342"/>
                  </a:lnTo>
                  <a:lnTo>
                    <a:pt x="631647" y="124867"/>
                  </a:lnTo>
                  <a:lnTo>
                    <a:pt x="630887" y="126373"/>
                  </a:lnTo>
                  <a:lnTo>
                    <a:pt x="634358" y="127670"/>
                  </a:lnTo>
                  <a:lnTo>
                    <a:pt x="634326" y="127815"/>
                  </a:lnTo>
                  <a:lnTo>
                    <a:pt x="637812" y="127473"/>
                  </a:lnTo>
                  <a:lnTo>
                    <a:pt x="638884" y="127574"/>
                  </a:lnTo>
                  <a:lnTo>
                    <a:pt x="639223" y="127814"/>
                  </a:lnTo>
                  <a:lnTo>
                    <a:pt x="640700" y="127733"/>
                  </a:lnTo>
                  <a:lnTo>
                    <a:pt x="644995" y="130563"/>
                  </a:lnTo>
                  <a:lnTo>
                    <a:pt x="646606" y="132442"/>
                  </a:lnTo>
                  <a:lnTo>
                    <a:pt x="650355" y="135605"/>
                  </a:lnTo>
                  <a:lnTo>
                    <a:pt x="651490" y="136266"/>
                  </a:lnTo>
                  <a:lnTo>
                    <a:pt x="651620" y="136562"/>
                  </a:lnTo>
                  <a:lnTo>
                    <a:pt x="655133" y="137989"/>
                  </a:lnTo>
                  <a:lnTo>
                    <a:pt x="656870" y="138968"/>
                  </a:lnTo>
                  <a:lnTo>
                    <a:pt x="662741" y="143538"/>
                  </a:lnTo>
                  <a:lnTo>
                    <a:pt x="663791" y="144047"/>
                  </a:lnTo>
                  <a:lnTo>
                    <a:pt x="667092" y="146094"/>
                  </a:lnTo>
                  <a:lnTo>
                    <a:pt x="670570" y="147829"/>
                  </a:lnTo>
                  <a:lnTo>
                    <a:pt x="674277" y="150946"/>
                  </a:lnTo>
                  <a:lnTo>
                    <a:pt x="675468" y="151125"/>
                  </a:lnTo>
                  <a:lnTo>
                    <a:pt x="683942" y="159119"/>
                  </a:lnTo>
                  <a:lnTo>
                    <a:pt x="683226" y="159996"/>
                  </a:lnTo>
                  <a:lnTo>
                    <a:pt x="682528" y="160910"/>
                  </a:lnTo>
                  <a:lnTo>
                    <a:pt x="680423" y="165141"/>
                  </a:lnTo>
                  <a:lnTo>
                    <a:pt x="677694" y="172311"/>
                  </a:lnTo>
                  <a:lnTo>
                    <a:pt x="676542" y="174598"/>
                  </a:lnTo>
                  <a:lnTo>
                    <a:pt x="667344" y="187540"/>
                  </a:lnTo>
                  <a:lnTo>
                    <a:pt x="664122" y="194554"/>
                  </a:lnTo>
                  <a:lnTo>
                    <a:pt x="663738" y="197211"/>
                  </a:lnTo>
                  <a:lnTo>
                    <a:pt x="662256" y="200644"/>
                  </a:lnTo>
                  <a:lnTo>
                    <a:pt x="661339" y="205641"/>
                  </a:lnTo>
                  <a:lnTo>
                    <a:pt x="660626" y="209016"/>
                  </a:lnTo>
                  <a:lnTo>
                    <a:pt x="658766" y="215699"/>
                  </a:lnTo>
                  <a:lnTo>
                    <a:pt x="656399" y="227147"/>
                  </a:lnTo>
                  <a:lnTo>
                    <a:pt x="654907" y="232200"/>
                  </a:lnTo>
                  <a:lnTo>
                    <a:pt x="654725" y="232158"/>
                  </a:lnTo>
                  <a:lnTo>
                    <a:pt x="653134" y="235148"/>
                  </a:lnTo>
                  <a:lnTo>
                    <a:pt x="651813" y="237112"/>
                  </a:lnTo>
                  <a:lnTo>
                    <a:pt x="651011" y="236757"/>
                  </a:lnTo>
                  <a:lnTo>
                    <a:pt x="650574" y="238322"/>
                  </a:lnTo>
                  <a:lnTo>
                    <a:pt x="647549" y="241286"/>
                  </a:lnTo>
                  <a:lnTo>
                    <a:pt x="642453" y="239536"/>
                  </a:lnTo>
                  <a:lnTo>
                    <a:pt x="642918" y="241170"/>
                  </a:lnTo>
                  <a:lnTo>
                    <a:pt x="641158" y="241386"/>
                  </a:lnTo>
                  <a:lnTo>
                    <a:pt x="640441" y="239101"/>
                  </a:lnTo>
                  <a:lnTo>
                    <a:pt x="639909" y="236360"/>
                  </a:lnTo>
                  <a:lnTo>
                    <a:pt x="636413" y="237456"/>
                  </a:lnTo>
                  <a:lnTo>
                    <a:pt x="637705" y="236064"/>
                  </a:lnTo>
                  <a:lnTo>
                    <a:pt x="637576" y="235605"/>
                  </a:lnTo>
                  <a:lnTo>
                    <a:pt x="636299" y="234533"/>
                  </a:lnTo>
                  <a:lnTo>
                    <a:pt x="635828" y="233122"/>
                  </a:lnTo>
                  <a:lnTo>
                    <a:pt x="636019" y="229604"/>
                  </a:lnTo>
                  <a:lnTo>
                    <a:pt x="636271" y="228946"/>
                  </a:lnTo>
                  <a:lnTo>
                    <a:pt x="637337" y="227750"/>
                  </a:lnTo>
                  <a:lnTo>
                    <a:pt x="637403" y="226376"/>
                  </a:lnTo>
                  <a:lnTo>
                    <a:pt x="638417" y="224614"/>
                  </a:lnTo>
                  <a:lnTo>
                    <a:pt x="638758" y="221560"/>
                  </a:lnTo>
                  <a:lnTo>
                    <a:pt x="638939" y="221266"/>
                  </a:lnTo>
                  <a:lnTo>
                    <a:pt x="639560" y="221346"/>
                  </a:lnTo>
                  <a:lnTo>
                    <a:pt x="639565" y="223143"/>
                  </a:lnTo>
                  <a:lnTo>
                    <a:pt x="641062" y="224264"/>
                  </a:lnTo>
                  <a:lnTo>
                    <a:pt x="641333" y="224264"/>
                  </a:lnTo>
                  <a:lnTo>
                    <a:pt x="642023" y="223456"/>
                  </a:lnTo>
                  <a:lnTo>
                    <a:pt x="642205" y="222756"/>
                  </a:lnTo>
                  <a:lnTo>
                    <a:pt x="640904" y="220356"/>
                  </a:lnTo>
                  <a:lnTo>
                    <a:pt x="638945" y="217778"/>
                  </a:lnTo>
                  <a:lnTo>
                    <a:pt x="638814" y="216535"/>
                  </a:lnTo>
                  <a:lnTo>
                    <a:pt x="638086" y="215761"/>
                  </a:lnTo>
                  <a:lnTo>
                    <a:pt x="635556" y="214019"/>
                  </a:lnTo>
                  <a:lnTo>
                    <a:pt x="634212" y="213635"/>
                  </a:lnTo>
                  <a:lnTo>
                    <a:pt x="633192" y="214175"/>
                  </a:lnTo>
                  <a:lnTo>
                    <a:pt x="632656" y="214198"/>
                  </a:lnTo>
                  <a:lnTo>
                    <a:pt x="629668" y="213314"/>
                  </a:lnTo>
                  <a:lnTo>
                    <a:pt x="627218" y="212187"/>
                  </a:lnTo>
                  <a:lnTo>
                    <a:pt x="627324" y="211369"/>
                  </a:lnTo>
                  <a:lnTo>
                    <a:pt x="627021" y="210743"/>
                  </a:lnTo>
                  <a:lnTo>
                    <a:pt x="623985" y="209957"/>
                  </a:lnTo>
                  <a:lnTo>
                    <a:pt x="620755" y="207802"/>
                  </a:lnTo>
                  <a:lnTo>
                    <a:pt x="619371" y="207342"/>
                  </a:lnTo>
                  <a:lnTo>
                    <a:pt x="617492" y="206304"/>
                  </a:lnTo>
                  <a:lnTo>
                    <a:pt x="615539" y="205771"/>
                  </a:lnTo>
                  <a:lnTo>
                    <a:pt x="613844" y="204872"/>
                  </a:lnTo>
                  <a:lnTo>
                    <a:pt x="612578" y="204877"/>
                  </a:lnTo>
                  <a:lnTo>
                    <a:pt x="611757" y="205343"/>
                  </a:lnTo>
                  <a:lnTo>
                    <a:pt x="609721" y="205748"/>
                  </a:lnTo>
                  <a:lnTo>
                    <a:pt x="609058" y="205000"/>
                  </a:lnTo>
                  <a:lnTo>
                    <a:pt x="608293" y="204651"/>
                  </a:lnTo>
                  <a:lnTo>
                    <a:pt x="606773" y="204539"/>
                  </a:lnTo>
                  <a:lnTo>
                    <a:pt x="605401" y="204859"/>
                  </a:lnTo>
                  <a:lnTo>
                    <a:pt x="601689" y="204204"/>
                  </a:lnTo>
                  <a:lnTo>
                    <a:pt x="600462" y="203493"/>
                  </a:lnTo>
                  <a:lnTo>
                    <a:pt x="599375" y="203533"/>
                  </a:lnTo>
                  <a:lnTo>
                    <a:pt x="597303" y="204106"/>
                  </a:lnTo>
                  <a:lnTo>
                    <a:pt x="596011" y="203795"/>
                  </a:lnTo>
                  <a:lnTo>
                    <a:pt x="595503" y="203310"/>
                  </a:lnTo>
                  <a:lnTo>
                    <a:pt x="593609" y="203297"/>
                  </a:lnTo>
                  <a:lnTo>
                    <a:pt x="592319" y="202209"/>
                  </a:lnTo>
                  <a:lnTo>
                    <a:pt x="591523" y="201127"/>
                  </a:lnTo>
                  <a:lnTo>
                    <a:pt x="590416" y="200662"/>
                  </a:lnTo>
                  <a:lnTo>
                    <a:pt x="585843" y="201254"/>
                  </a:lnTo>
                  <a:lnTo>
                    <a:pt x="585388" y="201032"/>
                  </a:lnTo>
                  <a:lnTo>
                    <a:pt x="585007" y="200062"/>
                  </a:lnTo>
                  <a:lnTo>
                    <a:pt x="584213" y="200873"/>
                  </a:lnTo>
                  <a:lnTo>
                    <a:pt x="582928" y="200929"/>
                  </a:lnTo>
                  <a:lnTo>
                    <a:pt x="581812" y="200274"/>
                  </a:lnTo>
                  <a:lnTo>
                    <a:pt x="581674" y="199202"/>
                  </a:lnTo>
                  <a:lnTo>
                    <a:pt x="580672" y="198143"/>
                  </a:lnTo>
                  <a:lnTo>
                    <a:pt x="577154" y="192408"/>
                  </a:lnTo>
                  <a:lnTo>
                    <a:pt x="576976" y="191700"/>
                  </a:lnTo>
                  <a:lnTo>
                    <a:pt x="577257" y="190530"/>
                  </a:lnTo>
                  <a:lnTo>
                    <a:pt x="579323" y="187100"/>
                  </a:lnTo>
                  <a:lnTo>
                    <a:pt x="581235" y="182854"/>
                  </a:lnTo>
                  <a:lnTo>
                    <a:pt x="581676" y="180734"/>
                  </a:lnTo>
                  <a:lnTo>
                    <a:pt x="581534" y="179538"/>
                  </a:lnTo>
                  <a:lnTo>
                    <a:pt x="580299" y="179160"/>
                  </a:lnTo>
                  <a:lnTo>
                    <a:pt x="579703" y="178632"/>
                  </a:lnTo>
                  <a:lnTo>
                    <a:pt x="579456" y="178048"/>
                  </a:lnTo>
                  <a:lnTo>
                    <a:pt x="580094" y="177649"/>
                  </a:lnTo>
                  <a:lnTo>
                    <a:pt x="579958" y="176849"/>
                  </a:lnTo>
                  <a:lnTo>
                    <a:pt x="578800" y="175274"/>
                  </a:lnTo>
                  <a:lnTo>
                    <a:pt x="577774" y="174307"/>
                  </a:lnTo>
                  <a:lnTo>
                    <a:pt x="575851" y="173668"/>
                  </a:lnTo>
                  <a:lnTo>
                    <a:pt x="574577" y="173548"/>
                  </a:lnTo>
                  <a:lnTo>
                    <a:pt x="572748" y="172138"/>
                  </a:lnTo>
                  <a:lnTo>
                    <a:pt x="568374" y="171219"/>
                  </a:lnTo>
                  <a:lnTo>
                    <a:pt x="566114" y="169918"/>
                  </a:lnTo>
                  <a:lnTo>
                    <a:pt x="564302" y="169531"/>
                  </a:lnTo>
                  <a:lnTo>
                    <a:pt x="561485" y="169085"/>
                  </a:lnTo>
                  <a:lnTo>
                    <a:pt x="559624" y="169125"/>
                  </a:lnTo>
                  <a:lnTo>
                    <a:pt x="558118" y="168607"/>
                  </a:lnTo>
                  <a:lnTo>
                    <a:pt x="558579" y="166974"/>
                  </a:lnTo>
                  <a:lnTo>
                    <a:pt x="557621" y="165323"/>
                  </a:lnTo>
                  <a:lnTo>
                    <a:pt x="556431" y="164748"/>
                  </a:lnTo>
                  <a:lnTo>
                    <a:pt x="555806" y="164638"/>
                  </a:lnTo>
                  <a:lnTo>
                    <a:pt x="555554" y="164849"/>
                  </a:lnTo>
                  <a:lnTo>
                    <a:pt x="556213" y="166807"/>
                  </a:lnTo>
                  <a:lnTo>
                    <a:pt x="555389" y="167527"/>
                  </a:lnTo>
                  <a:lnTo>
                    <a:pt x="554132" y="167003"/>
                  </a:lnTo>
                  <a:lnTo>
                    <a:pt x="553251" y="165551"/>
                  </a:lnTo>
                  <a:lnTo>
                    <a:pt x="549071" y="164456"/>
                  </a:lnTo>
                  <a:lnTo>
                    <a:pt x="550385" y="165106"/>
                  </a:lnTo>
                  <a:lnTo>
                    <a:pt x="548853" y="164477"/>
                  </a:lnTo>
                  <a:lnTo>
                    <a:pt x="547238" y="166299"/>
                  </a:lnTo>
                  <a:lnTo>
                    <a:pt x="546941" y="167339"/>
                  </a:lnTo>
                  <a:lnTo>
                    <a:pt x="547386" y="169072"/>
                  </a:lnTo>
                  <a:lnTo>
                    <a:pt x="546661" y="170471"/>
                  </a:lnTo>
                  <a:lnTo>
                    <a:pt x="546031" y="170876"/>
                  </a:lnTo>
                  <a:lnTo>
                    <a:pt x="546148" y="171104"/>
                  </a:lnTo>
                  <a:lnTo>
                    <a:pt x="545399" y="172773"/>
                  </a:lnTo>
                  <a:lnTo>
                    <a:pt x="545151" y="172632"/>
                  </a:lnTo>
                  <a:lnTo>
                    <a:pt x="544712" y="171456"/>
                  </a:lnTo>
                  <a:lnTo>
                    <a:pt x="544293" y="171515"/>
                  </a:lnTo>
                  <a:lnTo>
                    <a:pt x="543532" y="171801"/>
                  </a:lnTo>
                  <a:lnTo>
                    <a:pt x="542961" y="172938"/>
                  </a:lnTo>
                  <a:lnTo>
                    <a:pt x="542057" y="173602"/>
                  </a:lnTo>
                  <a:lnTo>
                    <a:pt x="541717" y="174716"/>
                  </a:lnTo>
                  <a:lnTo>
                    <a:pt x="540899" y="175069"/>
                  </a:lnTo>
                  <a:lnTo>
                    <a:pt x="539058" y="174954"/>
                  </a:lnTo>
                  <a:lnTo>
                    <a:pt x="538357" y="174588"/>
                  </a:lnTo>
                  <a:lnTo>
                    <a:pt x="538903" y="173149"/>
                  </a:lnTo>
                  <a:lnTo>
                    <a:pt x="537510" y="173806"/>
                  </a:lnTo>
                  <a:lnTo>
                    <a:pt x="537079" y="173403"/>
                  </a:lnTo>
                  <a:lnTo>
                    <a:pt x="537661" y="171976"/>
                  </a:lnTo>
                  <a:lnTo>
                    <a:pt x="537357" y="171489"/>
                  </a:lnTo>
                  <a:lnTo>
                    <a:pt x="536977" y="171361"/>
                  </a:lnTo>
                  <a:lnTo>
                    <a:pt x="534578" y="171661"/>
                  </a:lnTo>
                  <a:lnTo>
                    <a:pt x="533631" y="170839"/>
                  </a:lnTo>
                  <a:lnTo>
                    <a:pt x="532248" y="169026"/>
                  </a:lnTo>
                  <a:lnTo>
                    <a:pt x="531778" y="168934"/>
                  </a:lnTo>
                  <a:lnTo>
                    <a:pt x="530968" y="169588"/>
                  </a:lnTo>
                  <a:lnTo>
                    <a:pt x="530659" y="170860"/>
                  </a:lnTo>
                  <a:lnTo>
                    <a:pt x="530295" y="171255"/>
                  </a:lnTo>
                  <a:lnTo>
                    <a:pt x="530603" y="172452"/>
                  </a:lnTo>
                  <a:lnTo>
                    <a:pt x="530465" y="173234"/>
                  </a:lnTo>
                  <a:lnTo>
                    <a:pt x="530215" y="173623"/>
                  </a:lnTo>
                  <a:lnTo>
                    <a:pt x="529615" y="173837"/>
                  </a:lnTo>
                  <a:lnTo>
                    <a:pt x="529243" y="173418"/>
                  </a:lnTo>
                  <a:lnTo>
                    <a:pt x="529876" y="171852"/>
                  </a:lnTo>
                  <a:lnTo>
                    <a:pt x="529760" y="171165"/>
                  </a:lnTo>
                  <a:lnTo>
                    <a:pt x="528900" y="170909"/>
                  </a:lnTo>
                  <a:lnTo>
                    <a:pt x="527894" y="171343"/>
                  </a:lnTo>
                  <a:lnTo>
                    <a:pt x="527524" y="172218"/>
                  </a:lnTo>
                  <a:lnTo>
                    <a:pt x="528225" y="173055"/>
                  </a:lnTo>
                  <a:lnTo>
                    <a:pt x="527750" y="174111"/>
                  </a:lnTo>
                  <a:lnTo>
                    <a:pt x="527823" y="175499"/>
                  </a:lnTo>
                  <a:lnTo>
                    <a:pt x="527118" y="176656"/>
                  </a:lnTo>
                  <a:lnTo>
                    <a:pt x="525554" y="177854"/>
                  </a:lnTo>
                  <a:lnTo>
                    <a:pt x="525257" y="179632"/>
                  </a:lnTo>
                  <a:lnTo>
                    <a:pt x="524798" y="179960"/>
                  </a:lnTo>
                  <a:lnTo>
                    <a:pt x="524314" y="179715"/>
                  </a:lnTo>
                  <a:lnTo>
                    <a:pt x="522896" y="179864"/>
                  </a:lnTo>
                  <a:lnTo>
                    <a:pt x="521871" y="181169"/>
                  </a:lnTo>
                  <a:lnTo>
                    <a:pt x="522288" y="182825"/>
                  </a:lnTo>
                  <a:lnTo>
                    <a:pt x="522091" y="183222"/>
                  </a:lnTo>
                  <a:lnTo>
                    <a:pt x="520177" y="182061"/>
                  </a:lnTo>
                  <a:lnTo>
                    <a:pt x="519732" y="182129"/>
                  </a:lnTo>
                  <a:lnTo>
                    <a:pt x="519440" y="182322"/>
                  </a:lnTo>
                  <a:lnTo>
                    <a:pt x="520101" y="183143"/>
                  </a:lnTo>
                  <a:lnTo>
                    <a:pt x="519971" y="183795"/>
                  </a:lnTo>
                  <a:lnTo>
                    <a:pt x="519260" y="183367"/>
                  </a:lnTo>
                  <a:lnTo>
                    <a:pt x="517990" y="183901"/>
                  </a:lnTo>
                  <a:lnTo>
                    <a:pt x="518220" y="184416"/>
                  </a:lnTo>
                  <a:lnTo>
                    <a:pt x="519143" y="184871"/>
                  </a:lnTo>
                  <a:lnTo>
                    <a:pt x="519480" y="186051"/>
                  </a:lnTo>
                  <a:lnTo>
                    <a:pt x="518975" y="186071"/>
                  </a:lnTo>
                  <a:lnTo>
                    <a:pt x="517850" y="185603"/>
                  </a:lnTo>
                  <a:lnTo>
                    <a:pt x="517490" y="185873"/>
                  </a:lnTo>
                  <a:lnTo>
                    <a:pt x="517468" y="186492"/>
                  </a:lnTo>
                  <a:lnTo>
                    <a:pt x="517814" y="186957"/>
                  </a:lnTo>
                  <a:lnTo>
                    <a:pt x="518805" y="186897"/>
                  </a:lnTo>
                  <a:lnTo>
                    <a:pt x="519651" y="187274"/>
                  </a:lnTo>
                  <a:lnTo>
                    <a:pt x="519499" y="188862"/>
                  </a:lnTo>
                  <a:lnTo>
                    <a:pt x="517626" y="187189"/>
                  </a:lnTo>
                  <a:lnTo>
                    <a:pt x="516580" y="187340"/>
                  </a:lnTo>
                  <a:lnTo>
                    <a:pt x="515485" y="187929"/>
                  </a:lnTo>
                  <a:lnTo>
                    <a:pt x="515293" y="190471"/>
                  </a:lnTo>
                  <a:lnTo>
                    <a:pt x="515520" y="190685"/>
                  </a:lnTo>
                  <a:lnTo>
                    <a:pt x="516990" y="190609"/>
                  </a:lnTo>
                  <a:lnTo>
                    <a:pt x="517301" y="190890"/>
                  </a:lnTo>
                  <a:lnTo>
                    <a:pt x="517271" y="192402"/>
                  </a:lnTo>
                  <a:lnTo>
                    <a:pt x="516838" y="193236"/>
                  </a:lnTo>
                  <a:lnTo>
                    <a:pt x="516738" y="194468"/>
                  </a:lnTo>
                  <a:lnTo>
                    <a:pt x="516062" y="195032"/>
                  </a:lnTo>
                  <a:lnTo>
                    <a:pt x="515185" y="194641"/>
                  </a:lnTo>
                  <a:lnTo>
                    <a:pt x="513982" y="194474"/>
                  </a:lnTo>
                  <a:lnTo>
                    <a:pt x="513546" y="194944"/>
                  </a:lnTo>
                  <a:lnTo>
                    <a:pt x="514648" y="196886"/>
                  </a:lnTo>
                  <a:lnTo>
                    <a:pt x="514683" y="197618"/>
                  </a:lnTo>
                  <a:lnTo>
                    <a:pt x="513712" y="197888"/>
                  </a:lnTo>
                  <a:lnTo>
                    <a:pt x="512950" y="197587"/>
                  </a:lnTo>
                  <a:lnTo>
                    <a:pt x="512540" y="196053"/>
                  </a:lnTo>
                  <a:lnTo>
                    <a:pt x="511889" y="195293"/>
                  </a:lnTo>
                  <a:lnTo>
                    <a:pt x="511328" y="195185"/>
                  </a:lnTo>
                  <a:lnTo>
                    <a:pt x="509849" y="195951"/>
                  </a:lnTo>
                  <a:lnTo>
                    <a:pt x="508234" y="193993"/>
                  </a:lnTo>
                  <a:lnTo>
                    <a:pt x="506715" y="194107"/>
                  </a:lnTo>
                  <a:lnTo>
                    <a:pt x="505331" y="194816"/>
                  </a:lnTo>
                  <a:lnTo>
                    <a:pt x="504251" y="195901"/>
                  </a:lnTo>
                  <a:lnTo>
                    <a:pt x="503563" y="196965"/>
                  </a:lnTo>
                  <a:lnTo>
                    <a:pt x="502332" y="197894"/>
                  </a:lnTo>
                  <a:lnTo>
                    <a:pt x="502147" y="198842"/>
                  </a:lnTo>
                  <a:lnTo>
                    <a:pt x="503719" y="198278"/>
                  </a:lnTo>
                  <a:lnTo>
                    <a:pt x="504340" y="198585"/>
                  </a:lnTo>
                  <a:lnTo>
                    <a:pt x="504490" y="198944"/>
                  </a:lnTo>
                  <a:lnTo>
                    <a:pt x="503830" y="200203"/>
                  </a:lnTo>
                  <a:lnTo>
                    <a:pt x="502982" y="200763"/>
                  </a:lnTo>
                  <a:lnTo>
                    <a:pt x="502874" y="201787"/>
                  </a:lnTo>
                  <a:lnTo>
                    <a:pt x="502053" y="202270"/>
                  </a:lnTo>
                  <a:lnTo>
                    <a:pt x="501291" y="203790"/>
                  </a:lnTo>
                  <a:lnTo>
                    <a:pt x="501267" y="204127"/>
                  </a:lnTo>
                  <a:lnTo>
                    <a:pt x="501531" y="204232"/>
                  </a:lnTo>
                  <a:lnTo>
                    <a:pt x="502293" y="203969"/>
                  </a:lnTo>
                  <a:lnTo>
                    <a:pt x="502684" y="204198"/>
                  </a:lnTo>
                  <a:lnTo>
                    <a:pt x="502836" y="205056"/>
                  </a:lnTo>
                  <a:lnTo>
                    <a:pt x="500600" y="205703"/>
                  </a:lnTo>
                  <a:lnTo>
                    <a:pt x="500484" y="206192"/>
                  </a:lnTo>
                  <a:lnTo>
                    <a:pt x="500811" y="206903"/>
                  </a:lnTo>
                  <a:lnTo>
                    <a:pt x="501145" y="206451"/>
                  </a:lnTo>
                  <a:lnTo>
                    <a:pt x="501777" y="206475"/>
                  </a:lnTo>
                  <a:lnTo>
                    <a:pt x="503131" y="206983"/>
                  </a:lnTo>
                  <a:lnTo>
                    <a:pt x="503277" y="207394"/>
                  </a:lnTo>
                  <a:lnTo>
                    <a:pt x="502082" y="208435"/>
                  </a:lnTo>
                  <a:lnTo>
                    <a:pt x="500577" y="207747"/>
                  </a:lnTo>
                  <a:lnTo>
                    <a:pt x="499585" y="207817"/>
                  </a:lnTo>
                  <a:lnTo>
                    <a:pt x="499487" y="208469"/>
                  </a:lnTo>
                  <a:lnTo>
                    <a:pt x="500934" y="208745"/>
                  </a:lnTo>
                  <a:lnTo>
                    <a:pt x="501554" y="209201"/>
                  </a:lnTo>
                  <a:lnTo>
                    <a:pt x="501368" y="209514"/>
                  </a:lnTo>
                  <a:lnTo>
                    <a:pt x="499689" y="209814"/>
                  </a:lnTo>
                  <a:lnTo>
                    <a:pt x="499123" y="210244"/>
                  </a:lnTo>
                  <a:lnTo>
                    <a:pt x="499231" y="210775"/>
                  </a:lnTo>
                  <a:lnTo>
                    <a:pt x="499940" y="210427"/>
                  </a:lnTo>
                  <a:lnTo>
                    <a:pt x="500420" y="210476"/>
                  </a:lnTo>
                  <a:lnTo>
                    <a:pt x="500727" y="211710"/>
                  </a:lnTo>
                  <a:lnTo>
                    <a:pt x="500394" y="212162"/>
                  </a:lnTo>
                  <a:lnTo>
                    <a:pt x="499507" y="212435"/>
                  </a:lnTo>
                  <a:lnTo>
                    <a:pt x="499433" y="213491"/>
                  </a:lnTo>
                  <a:lnTo>
                    <a:pt x="498828" y="214753"/>
                  </a:lnTo>
                  <a:lnTo>
                    <a:pt x="498035" y="215146"/>
                  </a:lnTo>
                  <a:lnTo>
                    <a:pt x="497689" y="214884"/>
                  </a:lnTo>
                  <a:lnTo>
                    <a:pt x="497681" y="214457"/>
                  </a:lnTo>
                  <a:lnTo>
                    <a:pt x="498280" y="213446"/>
                  </a:lnTo>
                  <a:lnTo>
                    <a:pt x="498245" y="212603"/>
                  </a:lnTo>
                  <a:lnTo>
                    <a:pt x="497835" y="212572"/>
                  </a:lnTo>
                  <a:lnTo>
                    <a:pt x="493077" y="214363"/>
                  </a:lnTo>
                  <a:lnTo>
                    <a:pt x="493302" y="215323"/>
                  </a:lnTo>
                  <a:lnTo>
                    <a:pt x="493138" y="215431"/>
                  </a:lnTo>
                  <a:lnTo>
                    <a:pt x="492694" y="215074"/>
                  </a:lnTo>
                  <a:lnTo>
                    <a:pt x="492289" y="215065"/>
                  </a:lnTo>
                  <a:lnTo>
                    <a:pt x="491386" y="216091"/>
                  </a:lnTo>
                  <a:lnTo>
                    <a:pt x="491024" y="216990"/>
                  </a:lnTo>
                  <a:lnTo>
                    <a:pt x="490912" y="218903"/>
                  </a:lnTo>
                  <a:lnTo>
                    <a:pt x="490680" y="219183"/>
                  </a:lnTo>
                  <a:lnTo>
                    <a:pt x="490366" y="219218"/>
                  </a:lnTo>
                  <a:lnTo>
                    <a:pt x="489639" y="218541"/>
                  </a:lnTo>
                  <a:lnTo>
                    <a:pt x="488698" y="218730"/>
                  </a:lnTo>
                  <a:lnTo>
                    <a:pt x="488691" y="219010"/>
                  </a:lnTo>
                  <a:lnTo>
                    <a:pt x="489283" y="219595"/>
                  </a:lnTo>
                  <a:lnTo>
                    <a:pt x="489335" y="220386"/>
                  </a:lnTo>
                  <a:lnTo>
                    <a:pt x="487288" y="221362"/>
                  </a:lnTo>
                  <a:lnTo>
                    <a:pt x="486994" y="221981"/>
                  </a:lnTo>
                  <a:lnTo>
                    <a:pt x="487125" y="222215"/>
                  </a:lnTo>
                  <a:lnTo>
                    <a:pt x="488174" y="222558"/>
                  </a:lnTo>
                  <a:lnTo>
                    <a:pt x="488231" y="222874"/>
                  </a:lnTo>
                  <a:lnTo>
                    <a:pt x="488036" y="223127"/>
                  </a:lnTo>
                  <a:lnTo>
                    <a:pt x="486537" y="223603"/>
                  </a:lnTo>
                  <a:lnTo>
                    <a:pt x="486279" y="224165"/>
                  </a:lnTo>
                  <a:lnTo>
                    <a:pt x="486321" y="224964"/>
                  </a:lnTo>
                  <a:lnTo>
                    <a:pt x="486726" y="225161"/>
                  </a:lnTo>
                  <a:lnTo>
                    <a:pt x="487307" y="224493"/>
                  </a:lnTo>
                  <a:lnTo>
                    <a:pt x="487481" y="223822"/>
                  </a:lnTo>
                  <a:lnTo>
                    <a:pt x="487866" y="223796"/>
                  </a:lnTo>
                  <a:lnTo>
                    <a:pt x="488330" y="224579"/>
                  </a:lnTo>
                  <a:lnTo>
                    <a:pt x="488880" y="225014"/>
                  </a:lnTo>
                  <a:lnTo>
                    <a:pt x="489609" y="223374"/>
                  </a:lnTo>
                  <a:lnTo>
                    <a:pt x="489988" y="223139"/>
                  </a:lnTo>
                  <a:lnTo>
                    <a:pt x="490438" y="223527"/>
                  </a:lnTo>
                  <a:lnTo>
                    <a:pt x="490224" y="224830"/>
                  </a:lnTo>
                  <a:lnTo>
                    <a:pt x="490615" y="225520"/>
                  </a:lnTo>
                  <a:lnTo>
                    <a:pt x="490952" y="225285"/>
                  </a:lnTo>
                  <a:lnTo>
                    <a:pt x="490690" y="224242"/>
                  </a:lnTo>
                  <a:lnTo>
                    <a:pt x="491785" y="223873"/>
                  </a:lnTo>
                  <a:lnTo>
                    <a:pt x="492729" y="225019"/>
                  </a:lnTo>
                  <a:lnTo>
                    <a:pt x="495146" y="225750"/>
                  </a:lnTo>
                  <a:lnTo>
                    <a:pt x="495202" y="226193"/>
                  </a:lnTo>
                  <a:lnTo>
                    <a:pt x="494448" y="226292"/>
                  </a:lnTo>
                  <a:lnTo>
                    <a:pt x="494280" y="227250"/>
                  </a:lnTo>
                  <a:lnTo>
                    <a:pt x="494992" y="227968"/>
                  </a:lnTo>
                  <a:lnTo>
                    <a:pt x="495120" y="229075"/>
                  </a:lnTo>
                  <a:lnTo>
                    <a:pt x="494166" y="230148"/>
                  </a:lnTo>
                  <a:lnTo>
                    <a:pt x="494325" y="230432"/>
                  </a:lnTo>
                  <a:lnTo>
                    <a:pt x="495092" y="230548"/>
                  </a:lnTo>
                  <a:lnTo>
                    <a:pt x="495497" y="232701"/>
                  </a:lnTo>
                  <a:lnTo>
                    <a:pt x="496393" y="233057"/>
                  </a:lnTo>
                  <a:lnTo>
                    <a:pt x="496539" y="233317"/>
                  </a:lnTo>
                  <a:lnTo>
                    <a:pt x="496045" y="234189"/>
                  </a:lnTo>
                  <a:lnTo>
                    <a:pt x="495260" y="234952"/>
                  </a:lnTo>
                  <a:lnTo>
                    <a:pt x="492911" y="236153"/>
                  </a:lnTo>
                  <a:lnTo>
                    <a:pt x="492220" y="236740"/>
                  </a:lnTo>
                  <a:lnTo>
                    <a:pt x="491622" y="236895"/>
                  </a:lnTo>
                  <a:lnTo>
                    <a:pt x="490971" y="237790"/>
                  </a:lnTo>
                  <a:lnTo>
                    <a:pt x="489278" y="238399"/>
                  </a:lnTo>
                  <a:lnTo>
                    <a:pt x="487980" y="239775"/>
                  </a:lnTo>
                  <a:lnTo>
                    <a:pt x="487548" y="239744"/>
                  </a:lnTo>
                  <a:lnTo>
                    <a:pt x="486998" y="238898"/>
                  </a:lnTo>
                  <a:lnTo>
                    <a:pt x="486684" y="238998"/>
                  </a:lnTo>
                  <a:lnTo>
                    <a:pt x="486346" y="239624"/>
                  </a:lnTo>
                  <a:lnTo>
                    <a:pt x="486458" y="240452"/>
                  </a:lnTo>
                  <a:lnTo>
                    <a:pt x="485944" y="240963"/>
                  </a:lnTo>
                  <a:lnTo>
                    <a:pt x="485554" y="240829"/>
                  </a:lnTo>
                  <a:lnTo>
                    <a:pt x="485136" y="240049"/>
                  </a:lnTo>
                  <a:lnTo>
                    <a:pt x="484106" y="240264"/>
                  </a:lnTo>
                  <a:lnTo>
                    <a:pt x="483218" y="239779"/>
                  </a:lnTo>
                  <a:lnTo>
                    <a:pt x="482531" y="239387"/>
                  </a:lnTo>
                  <a:lnTo>
                    <a:pt x="481943" y="239550"/>
                  </a:lnTo>
                  <a:lnTo>
                    <a:pt x="481986" y="240037"/>
                  </a:lnTo>
                  <a:lnTo>
                    <a:pt x="482560" y="240451"/>
                  </a:lnTo>
                  <a:lnTo>
                    <a:pt x="483022" y="241334"/>
                  </a:lnTo>
                  <a:lnTo>
                    <a:pt x="482379" y="241296"/>
                  </a:lnTo>
                  <a:lnTo>
                    <a:pt x="481299" y="240620"/>
                  </a:lnTo>
                  <a:lnTo>
                    <a:pt x="480652" y="240864"/>
                  </a:lnTo>
                  <a:lnTo>
                    <a:pt x="479194" y="240820"/>
                  </a:lnTo>
                  <a:lnTo>
                    <a:pt x="479021" y="240627"/>
                  </a:lnTo>
                  <a:lnTo>
                    <a:pt x="479603" y="239020"/>
                  </a:lnTo>
                  <a:lnTo>
                    <a:pt x="479318" y="238659"/>
                  </a:lnTo>
                  <a:lnTo>
                    <a:pt x="479033" y="238727"/>
                  </a:lnTo>
                  <a:lnTo>
                    <a:pt x="478295" y="239842"/>
                  </a:lnTo>
                  <a:lnTo>
                    <a:pt x="477782" y="238651"/>
                  </a:lnTo>
                  <a:lnTo>
                    <a:pt x="476839" y="238444"/>
                  </a:lnTo>
                  <a:lnTo>
                    <a:pt x="476591" y="238772"/>
                  </a:lnTo>
                  <a:lnTo>
                    <a:pt x="476523" y="239591"/>
                  </a:lnTo>
                  <a:lnTo>
                    <a:pt x="476118" y="239767"/>
                  </a:lnTo>
                  <a:lnTo>
                    <a:pt x="475932" y="238576"/>
                  </a:lnTo>
                  <a:lnTo>
                    <a:pt x="475520" y="238515"/>
                  </a:lnTo>
                  <a:lnTo>
                    <a:pt x="474525" y="239222"/>
                  </a:lnTo>
                  <a:lnTo>
                    <a:pt x="474095" y="239177"/>
                  </a:lnTo>
                  <a:lnTo>
                    <a:pt x="473704" y="238270"/>
                  </a:lnTo>
                  <a:lnTo>
                    <a:pt x="473252" y="238018"/>
                  </a:lnTo>
                  <a:lnTo>
                    <a:pt x="472508" y="238106"/>
                  </a:lnTo>
                  <a:lnTo>
                    <a:pt x="471903" y="239047"/>
                  </a:lnTo>
                  <a:lnTo>
                    <a:pt x="471278" y="240568"/>
                  </a:lnTo>
                  <a:lnTo>
                    <a:pt x="471233" y="241618"/>
                  </a:lnTo>
                  <a:lnTo>
                    <a:pt x="471017" y="241766"/>
                  </a:lnTo>
                  <a:lnTo>
                    <a:pt x="469398" y="241879"/>
                  </a:lnTo>
                  <a:lnTo>
                    <a:pt x="467749" y="240425"/>
                  </a:lnTo>
                  <a:lnTo>
                    <a:pt x="466171" y="239690"/>
                  </a:lnTo>
                  <a:lnTo>
                    <a:pt x="465693" y="240053"/>
                  </a:lnTo>
                  <a:lnTo>
                    <a:pt x="466929" y="241791"/>
                  </a:lnTo>
                  <a:lnTo>
                    <a:pt x="466971" y="242089"/>
                  </a:lnTo>
                  <a:lnTo>
                    <a:pt x="466680" y="242395"/>
                  </a:lnTo>
                  <a:lnTo>
                    <a:pt x="464790" y="240779"/>
                  </a:lnTo>
                  <a:lnTo>
                    <a:pt x="464122" y="240921"/>
                  </a:lnTo>
                  <a:lnTo>
                    <a:pt x="463627" y="241317"/>
                  </a:lnTo>
                  <a:lnTo>
                    <a:pt x="463526" y="242044"/>
                  </a:lnTo>
                  <a:lnTo>
                    <a:pt x="462700" y="241455"/>
                  </a:lnTo>
                  <a:lnTo>
                    <a:pt x="462170" y="241693"/>
                  </a:lnTo>
                  <a:lnTo>
                    <a:pt x="461768" y="242859"/>
                  </a:lnTo>
                  <a:lnTo>
                    <a:pt x="461429" y="243156"/>
                  </a:lnTo>
                  <a:lnTo>
                    <a:pt x="461048" y="243001"/>
                  </a:lnTo>
                  <a:lnTo>
                    <a:pt x="461375" y="241720"/>
                  </a:lnTo>
                  <a:lnTo>
                    <a:pt x="461166" y="241566"/>
                  </a:lnTo>
                  <a:lnTo>
                    <a:pt x="460063" y="241706"/>
                  </a:lnTo>
                  <a:lnTo>
                    <a:pt x="459155" y="241258"/>
                  </a:lnTo>
                  <a:lnTo>
                    <a:pt x="458603" y="241405"/>
                  </a:lnTo>
                  <a:lnTo>
                    <a:pt x="458026" y="241834"/>
                  </a:lnTo>
                  <a:lnTo>
                    <a:pt x="458603" y="243541"/>
                  </a:lnTo>
                  <a:lnTo>
                    <a:pt x="458322" y="243947"/>
                  </a:lnTo>
                  <a:lnTo>
                    <a:pt x="457255" y="243565"/>
                  </a:lnTo>
                  <a:lnTo>
                    <a:pt x="456504" y="242847"/>
                  </a:lnTo>
                  <a:lnTo>
                    <a:pt x="456608" y="242408"/>
                  </a:lnTo>
                  <a:lnTo>
                    <a:pt x="456180" y="241356"/>
                  </a:lnTo>
                  <a:lnTo>
                    <a:pt x="454798" y="242108"/>
                  </a:lnTo>
                  <a:lnTo>
                    <a:pt x="454399" y="242841"/>
                  </a:lnTo>
                  <a:lnTo>
                    <a:pt x="454494" y="246997"/>
                  </a:lnTo>
                  <a:lnTo>
                    <a:pt x="454138" y="247577"/>
                  </a:lnTo>
                  <a:lnTo>
                    <a:pt x="452297" y="248717"/>
                  </a:lnTo>
                  <a:lnTo>
                    <a:pt x="452041" y="249487"/>
                  </a:lnTo>
                  <a:lnTo>
                    <a:pt x="452142" y="249997"/>
                  </a:lnTo>
                  <a:lnTo>
                    <a:pt x="451432" y="250316"/>
                  </a:lnTo>
                  <a:lnTo>
                    <a:pt x="450769" y="251091"/>
                  </a:lnTo>
                  <a:lnTo>
                    <a:pt x="449596" y="251371"/>
                  </a:lnTo>
                  <a:lnTo>
                    <a:pt x="448216" y="252326"/>
                  </a:lnTo>
                  <a:lnTo>
                    <a:pt x="443563" y="253675"/>
                  </a:lnTo>
                  <a:lnTo>
                    <a:pt x="443023" y="254757"/>
                  </a:lnTo>
                  <a:lnTo>
                    <a:pt x="442533" y="255094"/>
                  </a:lnTo>
                  <a:lnTo>
                    <a:pt x="441274" y="254646"/>
                  </a:lnTo>
                  <a:lnTo>
                    <a:pt x="441140" y="253404"/>
                  </a:lnTo>
                  <a:lnTo>
                    <a:pt x="440461" y="252388"/>
                  </a:lnTo>
                  <a:lnTo>
                    <a:pt x="437786" y="251415"/>
                  </a:lnTo>
                  <a:lnTo>
                    <a:pt x="437764" y="252737"/>
                  </a:lnTo>
                  <a:lnTo>
                    <a:pt x="436951" y="253902"/>
                  </a:lnTo>
                  <a:lnTo>
                    <a:pt x="434493" y="254989"/>
                  </a:lnTo>
                  <a:lnTo>
                    <a:pt x="433182" y="256122"/>
                  </a:lnTo>
                  <a:lnTo>
                    <a:pt x="431664" y="257020"/>
                  </a:lnTo>
                  <a:lnTo>
                    <a:pt x="429908" y="256718"/>
                  </a:lnTo>
                  <a:lnTo>
                    <a:pt x="429786" y="256433"/>
                  </a:lnTo>
                  <a:lnTo>
                    <a:pt x="429164" y="256617"/>
                  </a:lnTo>
                  <a:lnTo>
                    <a:pt x="428311" y="257321"/>
                  </a:lnTo>
                  <a:lnTo>
                    <a:pt x="426853" y="260269"/>
                  </a:lnTo>
                  <a:lnTo>
                    <a:pt x="426606" y="260313"/>
                  </a:lnTo>
                  <a:lnTo>
                    <a:pt x="426212" y="259893"/>
                  </a:lnTo>
                  <a:lnTo>
                    <a:pt x="423865" y="260454"/>
                  </a:lnTo>
                  <a:lnTo>
                    <a:pt x="422921" y="260901"/>
                  </a:lnTo>
                  <a:lnTo>
                    <a:pt x="422015" y="261657"/>
                  </a:lnTo>
                  <a:lnTo>
                    <a:pt x="420941" y="263195"/>
                  </a:lnTo>
                  <a:lnTo>
                    <a:pt x="419708" y="263426"/>
                  </a:lnTo>
                  <a:lnTo>
                    <a:pt x="420471" y="263942"/>
                  </a:lnTo>
                  <a:lnTo>
                    <a:pt x="420040" y="264369"/>
                  </a:lnTo>
                  <a:lnTo>
                    <a:pt x="419387" y="264324"/>
                  </a:lnTo>
                  <a:lnTo>
                    <a:pt x="418646" y="263888"/>
                  </a:lnTo>
                  <a:lnTo>
                    <a:pt x="418069" y="264255"/>
                  </a:lnTo>
                  <a:lnTo>
                    <a:pt x="418418" y="265094"/>
                  </a:lnTo>
                  <a:lnTo>
                    <a:pt x="418373" y="265558"/>
                  </a:lnTo>
                  <a:lnTo>
                    <a:pt x="417664" y="266037"/>
                  </a:lnTo>
                  <a:lnTo>
                    <a:pt x="416956" y="266294"/>
                  </a:lnTo>
                  <a:lnTo>
                    <a:pt x="416570" y="265901"/>
                  </a:lnTo>
                  <a:lnTo>
                    <a:pt x="417026" y="264903"/>
                  </a:lnTo>
                  <a:lnTo>
                    <a:pt x="415888" y="264079"/>
                  </a:lnTo>
                  <a:lnTo>
                    <a:pt x="415390" y="264611"/>
                  </a:lnTo>
                  <a:lnTo>
                    <a:pt x="416057" y="265863"/>
                  </a:lnTo>
                  <a:lnTo>
                    <a:pt x="415298" y="267031"/>
                  </a:lnTo>
                  <a:lnTo>
                    <a:pt x="414761" y="267437"/>
                  </a:lnTo>
                  <a:lnTo>
                    <a:pt x="414297" y="267179"/>
                  </a:lnTo>
                  <a:lnTo>
                    <a:pt x="414457" y="266761"/>
                  </a:lnTo>
                  <a:lnTo>
                    <a:pt x="414316" y="266368"/>
                  </a:lnTo>
                  <a:lnTo>
                    <a:pt x="413871" y="266714"/>
                  </a:lnTo>
                  <a:lnTo>
                    <a:pt x="413307" y="266407"/>
                  </a:lnTo>
                  <a:lnTo>
                    <a:pt x="413107" y="266597"/>
                  </a:lnTo>
                  <a:lnTo>
                    <a:pt x="413198" y="267719"/>
                  </a:lnTo>
                  <a:lnTo>
                    <a:pt x="412583" y="267912"/>
                  </a:lnTo>
                  <a:lnTo>
                    <a:pt x="412271" y="267706"/>
                  </a:lnTo>
                  <a:lnTo>
                    <a:pt x="411373" y="268124"/>
                  </a:lnTo>
                  <a:lnTo>
                    <a:pt x="410258" y="267904"/>
                  </a:lnTo>
                  <a:lnTo>
                    <a:pt x="409543" y="266832"/>
                  </a:lnTo>
                  <a:lnTo>
                    <a:pt x="409131" y="266633"/>
                  </a:lnTo>
                  <a:lnTo>
                    <a:pt x="409028" y="266983"/>
                  </a:lnTo>
                  <a:lnTo>
                    <a:pt x="409366" y="267243"/>
                  </a:lnTo>
                  <a:lnTo>
                    <a:pt x="408723" y="267814"/>
                  </a:lnTo>
                  <a:lnTo>
                    <a:pt x="408701" y="268173"/>
                  </a:lnTo>
                  <a:lnTo>
                    <a:pt x="409522" y="268251"/>
                  </a:lnTo>
                  <a:lnTo>
                    <a:pt x="409667" y="268648"/>
                  </a:lnTo>
                  <a:lnTo>
                    <a:pt x="408903" y="269489"/>
                  </a:lnTo>
                  <a:lnTo>
                    <a:pt x="408648" y="270298"/>
                  </a:lnTo>
                  <a:lnTo>
                    <a:pt x="407890" y="270585"/>
                  </a:lnTo>
                  <a:lnTo>
                    <a:pt x="407650" y="270277"/>
                  </a:lnTo>
                  <a:lnTo>
                    <a:pt x="408091" y="269763"/>
                  </a:lnTo>
                  <a:lnTo>
                    <a:pt x="408270" y="268779"/>
                  </a:lnTo>
                  <a:lnTo>
                    <a:pt x="407153" y="269513"/>
                  </a:lnTo>
                  <a:lnTo>
                    <a:pt x="405961" y="269902"/>
                  </a:lnTo>
                  <a:lnTo>
                    <a:pt x="404734" y="269093"/>
                  </a:lnTo>
                  <a:lnTo>
                    <a:pt x="405191" y="267212"/>
                  </a:lnTo>
                  <a:lnTo>
                    <a:pt x="403785" y="267068"/>
                  </a:lnTo>
                  <a:lnTo>
                    <a:pt x="402404" y="267400"/>
                  </a:lnTo>
                  <a:lnTo>
                    <a:pt x="402278" y="267712"/>
                  </a:lnTo>
                  <a:lnTo>
                    <a:pt x="403097" y="267769"/>
                  </a:lnTo>
                  <a:lnTo>
                    <a:pt x="402935" y="268123"/>
                  </a:lnTo>
                  <a:lnTo>
                    <a:pt x="402511" y="268169"/>
                  </a:lnTo>
                  <a:lnTo>
                    <a:pt x="402614" y="268872"/>
                  </a:lnTo>
                  <a:lnTo>
                    <a:pt x="402343" y="269047"/>
                  </a:lnTo>
                  <a:lnTo>
                    <a:pt x="401096" y="268613"/>
                  </a:lnTo>
                  <a:lnTo>
                    <a:pt x="400734" y="268107"/>
                  </a:lnTo>
                  <a:lnTo>
                    <a:pt x="401645" y="267064"/>
                  </a:lnTo>
                  <a:lnTo>
                    <a:pt x="401786" y="266536"/>
                  </a:lnTo>
                  <a:lnTo>
                    <a:pt x="399550" y="265953"/>
                  </a:lnTo>
                  <a:lnTo>
                    <a:pt x="398941" y="266222"/>
                  </a:lnTo>
                  <a:lnTo>
                    <a:pt x="400035" y="267704"/>
                  </a:lnTo>
                  <a:lnTo>
                    <a:pt x="400164" y="268014"/>
                  </a:lnTo>
                  <a:lnTo>
                    <a:pt x="400000" y="268404"/>
                  </a:lnTo>
                  <a:lnTo>
                    <a:pt x="399190" y="267912"/>
                  </a:lnTo>
                  <a:lnTo>
                    <a:pt x="398703" y="266982"/>
                  </a:lnTo>
                  <a:lnTo>
                    <a:pt x="398315" y="266752"/>
                  </a:lnTo>
                  <a:lnTo>
                    <a:pt x="399244" y="265929"/>
                  </a:lnTo>
                  <a:lnTo>
                    <a:pt x="398164" y="266882"/>
                  </a:lnTo>
                  <a:lnTo>
                    <a:pt x="396053" y="269111"/>
                  </a:lnTo>
                  <a:lnTo>
                    <a:pt x="395243" y="269015"/>
                  </a:lnTo>
                  <a:lnTo>
                    <a:pt x="393018" y="267758"/>
                  </a:lnTo>
                  <a:lnTo>
                    <a:pt x="390803" y="267647"/>
                  </a:lnTo>
                  <a:lnTo>
                    <a:pt x="390756" y="268490"/>
                  </a:lnTo>
                  <a:lnTo>
                    <a:pt x="391379" y="268984"/>
                  </a:lnTo>
                  <a:lnTo>
                    <a:pt x="392565" y="268154"/>
                  </a:lnTo>
                  <a:lnTo>
                    <a:pt x="393058" y="268096"/>
                  </a:lnTo>
                  <a:lnTo>
                    <a:pt x="393503" y="268421"/>
                  </a:lnTo>
                  <a:lnTo>
                    <a:pt x="393078" y="269372"/>
                  </a:lnTo>
                  <a:lnTo>
                    <a:pt x="391291" y="270185"/>
                  </a:lnTo>
                  <a:lnTo>
                    <a:pt x="391126" y="270513"/>
                  </a:lnTo>
                  <a:lnTo>
                    <a:pt x="391579" y="270733"/>
                  </a:lnTo>
                  <a:lnTo>
                    <a:pt x="391305" y="271602"/>
                  </a:lnTo>
                  <a:lnTo>
                    <a:pt x="391389" y="272048"/>
                  </a:lnTo>
                  <a:lnTo>
                    <a:pt x="392916" y="272245"/>
                  </a:lnTo>
                  <a:lnTo>
                    <a:pt x="393052" y="272804"/>
                  </a:lnTo>
                  <a:lnTo>
                    <a:pt x="392001" y="273465"/>
                  </a:lnTo>
                  <a:lnTo>
                    <a:pt x="389689" y="272762"/>
                  </a:lnTo>
                  <a:lnTo>
                    <a:pt x="389428" y="273034"/>
                  </a:lnTo>
                  <a:lnTo>
                    <a:pt x="389502" y="273299"/>
                  </a:lnTo>
                  <a:lnTo>
                    <a:pt x="390424" y="273345"/>
                  </a:lnTo>
                  <a:lnTo>
                    <a:pt x="390608" y="273735"/>
                  </a:lnTo>
                  <a:lnTo>
                    <a:pt x="389294" y="274416"/>
                  </a:lnTo>
                  <a:lnTo>
                    <a:pt x="389134" y="274913"/>
                  </a:lnTo>
                  <a:lnTo>
                    <a:pt x="388579" y="275010"/>
                  </a:lnTo>
                  <a:lnTo>
                    <a:pt x="387607" y="275070"/>
                  </a:lnTo>
                  <a:lnTo>
                    <a:pt x="385432" y="272717"/>
                  </a:lnTo>
                  <a:lnTo>
                    <a:pt x="384419" y="272547"/>
                  </a:lnTo>
                  <a:lnTo>
                    <a:pt x="383412" y="273351"/>
                  </a:lnTo>
                  <a:lnTo>
                    <a:pt x="383300" y="273807"/>
                  </a:lnTo>
                  <a:lnTo>
                    <a:pt x="381587" y="273882"/>
                  </a:lnTo>
                  <a:lnTo>
                    <a:pt x="381292" y="275346"/>
                  </a:lnTo>
                  <a:lnTo>
                    <a:pt x="380789" y="275846"/>
                  </a:lnTo>
                  <a:lnTo>
                    <a:pt x="379092" y="276106"/>
                  </a:lnTo>
                  <a:lnTo>
                    <a:pt x="378708" y="275883"/>
                  </a:lnTo>
                  <a:lnTo>
                    <a:pt x="378853" y="275225"/>
                  </a:lnTo>
                  <a:lnTo>
                    <a:pt x="378693" y="275117"/>
                  </a:lnTo>
                  <a:lnTo>
                    <a:pt x="377367" y="275023"/>
                  </a:lnTo>
                  <a:lnTo>
                    <a:pt x="376690" y="274640"/>
                  </a:lnTo>
                  <a:lnTo>
                    <a:pt x="376137" y="274842"/>
                  </a:lnTo>
                  <a:lnTo>
                    <a:pt x="375593" y="274702"/>
                  </a:lnTo>
                  <a:lnTo>
                    <a:pt x="370021" y="272574"/>
                  </a:lnTo>
                  <a:lnTo>
                    <a:pt x="369416" y="272077"/>
                  </a:lnTo>
                  <a:lnTo>
                    <a:pt x="366974" y="272067"/>
                  </a:lnTo>
                  <a:lnTo>
                    <a:pt x="366273" y="271400"/>
                  </a:lnTo>
                  <a:lnTo>
                    <a:pt x="365401" y="271222"/>
                  </a:lnTo>
                  <a:lnTo>
                    <a:pt x="365636" y="272723"/>
                  </a:lnTo>
                  <a:lnTo>
                    <a:pt x="365459" y="272823"/>
                  </a:lnTo>
                  <a:lnTo>
                    <a:pt x="364947" y="272336"/>
                  </a:lnTo>
                  <a:lnTo>
                    <a:pt x="364311" y="271119"/>
                  </a:lnTo>
                  <a:lnTo>
                    <a:pt x="363747" y="271236"/>
                  </a:lnTo>
                  <a:lnTo>
                    <a:pt x="364097" y="271721"/>
                  </a:lnTo>
                  <a:lnTo>
                    <a:pt x="363907" y="272094"/>
                  </a:lnTo>
                  <a:lnTo>
                    <a:pt x="363410" y="271901"/>
                  </a:lnTo>
                  <a:lnTo>
                    <a:pt x="363215" y="271346"/>
                  </a:lnTo>
                  <a:lnTo>
                    <a:pt x="360293" y="272048"/>
                  </a:lnTo>
                  <a:lnTo>
                    <a:pt x="360072" y="272249"/>
                  </a:lnTo>
                  <a:lnTo>
                    <a:pt x="360673" y="272716"/>
                  </a:lnTo>
                  <a:lnTo>
                    <a:pt x="359476" y="272915"/>
                  </a:lnTo>
                  <a:lnTo>
                    <a:pt x="359192" y="273842"/>
                  </a:lnTo>
                  <a:lnTo>
                    <a:pt x="359477" y="274028"/>
                  </a:lnTo>
                  <a:lnTo>
                    <a:pt x="360133" y="273600"/>
                  </a:lnTo>
                  <a:lnTo>
                    <a:pt x="360291" y="274147"/>
                  </a:lnTo>
                  <a:lnTo>
                    <a:pt x="360694" y="274402"/>
                  </a:lnTo>
                  <a:lnTo>
                    <a:pt x="359496" y="274897"/>
                  </a:lnTo>
                  <a:lnTo>
                    <a:pt x="359027" y="274859"/>
                  </a:lnTo>
                  <a:lnTo>
                    <a:pt x="358556" y="274324"/>
                  </a:lnTo>
                  <a:lnTo>
                    <a:pt x="357508" y="275286"/>
                  </a:lnTo>
                  <a:lnTo>
                    <a:pt x="357611" y="275887"/>
                  </a:lnTo>
                  <a:lnTo>
                    <a:pt x="356815" y="276311"/>
                  </a:lnTo>
                  <a:lnTo>
                    <a:pt x="356037" y="275471"/>
                  </a:lnTo>
                  <a:lnTo>
                    <a:pt x="356141" y="274433"/>
                  </a:lnTo>
                  <a:lnTo>
                    <a:pt x="355337" y="272595"/>
                  </a:lnTo>
                  <a:lnTo>
                    <a:pt x="353964" y="272208"/>
                  </a:lnTo>
                  <a:lnTo>
                    <a:pt x="353985" y="272841"/>
                  </a:lnTo>
                  <a:lnTo>
                    <a:pt x="353379" y="273327"/>
                  </a:lnTo>
                  <a:lnTo>
                    <a:pt x="353137" y="274390"/>
                  </a:lnTo>
                  <a:lnTo>
                    <a:pt x="353941" y="274344"/>
                  </a:lnTo>
                  <a:lnTo>
                    <a:pt x="354019" y="274717"/>
                  </a:lnTo>
                  <a:lnTo>
                    <a:pt x="353631" y="275903"/>
                  </a:lnTo>
                  <a:lnTo>
                    <a:pt x="352525" y="275874"/>
                  </a:lnTo>
                  <a:lnTo>
                    <a:pt x="352828" y="277028"/>
                  </a:lnTo>
                  <a:lnTo>
                    <a:pt x="352923" y="280304"/>
                  </a:lnTo>
                  <a:lnTo>
                    <a:pt x="352901" y="282212"/>
                  </a:lnTo>
                  <a:lnTo>
                    <a:pt x="352469" y="284274"/>
                  </a:lnTo>
                  <a:lnTo>
                    <a:pt x="352932" y="293992"/>
                  </a:lnTo>
                  <a:lnTo>
                    <a:pt x="353491" y="299050"/>
                  </a:lnTo>
                  <a:lnTo>
                    <a:pt x="354315" y="311369"/>
                  </a:lnTo>
                  <a:lnTo>
                    <a:pt x="353695" y="311142"/>
                  </a:lnTo>
                  <a:lnTo>
                    <a:pt x="351966" y="311363"/>
                  </a:lnTo>
                  <a:lnTo>
                    <a:pt x="348697" y="310965"/>
                  </a:lnTo>
                  <a:lnTo>
                    <a:pt x="348169" y="314421"/>
                  </a:lnTo>
                  <a:lnTo>
                    <a:pt x="348571" y="316229"/>
                  </a:lnTo>
                  <a:lnTo>
                    <a:pt x="348531" y="320075"/>
                  </a:lnTo>
                  <a:lnTo>
                    <a:pt x="348848" y="321432"/>
                  </a:lnTo>
                  <a:lnTo>
                    <a:pt x="349662" y="322834"/>
                  </a:lnTo>
                  <a:lnTo>
                    <a:pt x="349989" y="322782"/>
                  </a:lnTo>
                  <a:lnTo>
                    <a:pt x="349975" y="323225"/>
                  </a:lnTo>
                  <a:lnTo>
                    <a:pt x="350384" y="323090"/>
                  </a:lnTo>
                  <a:lnTo>
                    <a:pt x="350306" y="323888"/>
                  </a:lnTo>
                  <a:lnTo>
                    <a:pt x="350715" y="323862"/>
                  </a:lnTo>
                  <a:lnTo>
                    <a:pt x="351167" y="324715"/>
                  </a:lnTo>
                  <a:lnTo>
                    <a:pt x="351543" y="324371"/>
                  </a:lnTo>
                  <a:lnTo>
                    <a:pt x="351671" y="325025"/>
                  </a:lnTo>
                  <a:lnTo>
                    <a:pt x="351902" y="324951"/>
                  </a:lnTo>
                  <a:lnTo>
                    <a:pt x="352116" y="325409"/>
                  </a:lnTo>
                  <a:lnTo>
                    <a:pt x="352809" y="325740"/>
                  </a:lnTo>
                  <a:lnTo>
                    <a:pt x="352633" y="325977"/>
                  </a:lnTo>
                  <a:lnTo>
                    <a:pt x="352785" y="326225"/>
                  </a:lnTo>
                  <a:lnTo>
                    <a:pt x="352579" y="326289"/>
                  </a:lnTo>
                  <a:lnTo>
                    <a:pt x="352908" y="326533"/>
                  </a:lnTo>
                  <a:lnTo>
                    <a:pt x="353029" y="326380"/>
                  </a:lnTo>
                  <a:lnTo>
                    <a:pt x="353015" y="326950"/>
                  </a:lnTo>
                  <a:lnTo>
                    <a:pt x="353384" y="327194"/>
                  </a:lnTo>
                  <a:lnTo>
                    <a:pt x="353121" y="327330"/>
                  </a:lnTo>
                  <a:lnTo>
                    <a:pt x="353460" y="328239"/>
                  </a:lnTo>
                  <a:lnTo>
                    <a:pt x="353930" y="328337"/>
                  </a:lnTo>
                  <a:lnTo>
                    <a:pt x="354059" y="328927"/>
                  </a:lnTo>
                  <a:lnTo>
                    <a:pt x="353773" y="329289"/>
                  </a:lnTo>
                  <a:lnTo>
                    <a:pt x="354169" y="329599"/>
                  </a:lnTo>
                  <a:lnTo>
                    <a:pt x="354164" y="330196"/>
                  </a:lnTo>
                  <a:lnTo>
                    <a:pt x="354507" y="330845"/>
                  </a:lnTo>
                  <a:lnTo>
                    <a:pt x="354409" y="332117"/>
                  </a:lnTo>
                  <a:lnTo>
                    <a:pt x="355078" y="332557"/>
                  </a:lnTo>
                  <a:lnTo>
                    <a:pt x="355025" y="332971"/>
                  </a:lnTo>
                  <a:lnTo>
                    <a:pt x="354832" y="332989"/>
                  </a:lnTo>
                  <a:lnTo>
                    <a:pt x="355007" y="333422"/>
                  </a:lnTo>
                  <a:lnTo>
                    <a:pt x="354930" y="333565"/>
                  </a:lnTo>
                  <a:lnTo>
                    <a:pt x="355420" y="333925"/>
                  </a:lnTo>
                  <a:lnTo>
                    <a:pt x="355508" y="334638"/>
                  </a:lnTo>
                  <a:lnTo>
                    <a:pt x="355856" y="334958"/>
                  </a:lnTo>
                  <a:lnTo>
                    <a:pt x="355637" y="335136"/>
                  </a:lnTo>
                  <a:lnTo>
                    <a:pt x="355707" y="335473"/>
                  </a:lnTo>
                  <a:lnTo>
                    <a:pt x="356126" y="335303"/>
                  </a:lnTo>
                  <a:lnTo>
                    <a:pt x="356474" y="335528"/>
                  </a:lnTo>
                  <a:lnTo>
                    <a:pt x="356021" y="335816"/>
                  </a:lnTo>
                  <a:lnTo>
                    <a:pt x="356189" y="336053"/>
                  </a:lnTo>
                  <a:lnTo>
                    <a:pt x="355679" y="336666"/>
                  </a:lnTo>
                  <a:lnTo>
                    <a:pt x="355737" y="336983"/>
                  </a:lnTo>
                  <a:lnTo>
                    <a:pt x="354975" y="337311"/>
                  </a:lnTo>
                  <a:lnTo>
                    <a:pt x="354287" y="337249"/>
                  </a:lnTo>
                  <a:lnTo>
                    <a:pt x="353268" y="338029"/>
                  </a:lnTo>
                  <a:lnTo>
                    <a:pt x="353122" y="338614"/>
                  </a:lnTo>
                  <a:lnTo>
                    <a:pt x="353363" y="338868"/>
                  </a:lnTo>
                  <a:lnTo>
                    <a:pt x="353425" y="339966"/>
                  </a:lnTo>
                  <a:lnTo>
                    <a:pt x="353199" y="340257"/>
                  </a:lnTo>
                  <a:lnTo>
                    <a:pt x="353253" y="341130"/>
                  </a:lnTo>
                  <a:lnTo>
                    <a:pt x="352878" y="341454"/>
                  </a:lnTo>
                  <a:lnTo>
                    <a:pt x="353079" y="341585"/>
                  </a:lnTo>
                  <a:lnTo>
                    <a:pt x="352958" y="341809"/>
                  </a:lnTo>
                  <a:lnTo>
                    <a:pt x="353289" y="341962"/>
                  </a:lnTo>
                  <a:lnTo>
                    <a:pt x="353131" y="342273"/>
                  </a:lnTo>
                  <a:lnTo>
                    <a:pt x="353397" y="342721"/>
                  </a:lnTo>
                  <a:lnTo>
                    <a:pt x="353220" y="343200"/>
                  </a:lnTo>
                  <a:lnTo>
                    <a:pt x="353521" y="343277"/>
                  </a:lnTo>
                  <a:lnTo>
                    <a:pt x="353915" y="344416"/>
                  </a:lnTo>
                  <a:lnTo>
                    <a:pt x="353529" y="344700"/>
                  </a:lnTo>
                  <a:lnTo>
                    <a:pt x="353513" y="345421"/>
                  </a:lnTo>
                  <a:lnTo>
                    <a:pt x="352777" y="345869"/>
                  </a:lnTo>
                  <a:lnTo>
                    <a:pt x="352285" y="345808"/>
                  </a:lnTo>
                  <a:lnTo>
                    <a:pt x="351960" y="346666"/>
                  </a:lnTo>
                  <a:lnTo>
                    <a:pt x="351059" y="346861"/>
                  </a:lnTo>
                  <a:lnTo>
                    <a:pt x="350541" y="347433"/>
                  </a:lnTo>
                  <a:lnTo>
                    <a:pt x="350244" y="347157"/>
                  </a:lnTo>
                  <a:lnTo>
                    <a:pt x="349575" y="347435"/>
                  </a:lnTo>
                  <a:lnTo>
                    <a:pt x="348932" y="348909"/>
                  </a:lnTo>
                  <a:lnTo>
                    <a:pt x="348643" y="348953"/>
                  </a:lnTo>
                  <a:lnTo>
                    <a:pt x="348571" y="348765"/>
                  </a:lnTo>
                  <a:lnTo>
                    <a:pt x="348080" y="349096"/>
                  </a:lnTo>
                  <a:lnTo>
                    <a:pt x="346869" y="349100"/>
                  </a:lnTo>
                  <a:lnTo>
                    <a:pt x="346800" y="348868"/>
                  </a:lnTo>
                  <a:lnTo>
                    <a:pt x="346306" y="348714"/>
                  </a:lnTo>
                  <a:lnTo>
                    <a:pt x="345959" y="348928"/>
                  </a:lnTo>
                  <a:lnTo>
                    <a:pt x="344970" y="348779"/>
                  </a:lnTo>
                  <a:lnTo>
                    <a:pt x="344666" y="349472"/>
                  </a:lnTo>
                  <a:lnTo>
                    <a:pt x="343963" y="349608"/>
                  </a:lnTo>
                  <a:lnTo>
                    <a:pt x="343888" y="349871"/>
                  </a:lnTo>
                  <a:lnTo>
                    <a:pt x="342759" y="349868"/>
                  </a:lnTo>
                  <a:lnTo>
                    <a:pt x="342612" y="350254"/>
                  </a:lnTo>
                  <a:lnTo>
                    <a:pt x="342315" y="350350"/>
                  </a:lnTo>
                  <a:lnTo>
                    <a:pt x="342422" y="350959"/>
                  </a:lnTo>
                  <a:lnTo>
                    <a:pt x="341962" y="351209"/>
                  </a:lnTo>
                  <a:lnTo>
                    <a:pt x="341896" y="351744"/>
                  </a:lnTo>
                  <a:lnTo>
                    <a:pt x="341476" y="352068"/>
                  </a:lnTo>
                  <a:lnTo>
                    <a:pt x="341273" y="352589"/>
                  </a:lnTo>
                  <a:lnTo>
                    <a:pt x="341405" y="353291"/>
                  </a:lnTo>
                  <a:lnTo>
                    <a:pt x="341177" y="353608"/>
                  </a:lnTo>
                  <a:lnTo>
                    <a:pt x="339781" y="354326"/>
                  </a:lnTo>
                  <a:lnTo>
                    <a:pt x="338196" y="354606"/>
                  </a:lnTo>
                  <a:lnTo>
                    <a:pt x="337658" y="355107"/>
                  </a:lnTo>
                  <a:lnTo>
                    <a:pt x="336573" y="355347"/>
                  </a:lnTo>
                  <a:lnTo>
                    <a:pt x="336057" y="355954"/>
                  </a:lnTo>
                  <a:lnTo>
                    <a:pt x="335122" y="356530"/>
                  </a:lnTo>
                  <a:lnTo>
                    <a:pt x="334133" y="356746"/>
                  </a:lnTo>
                  <a:lnTo>
                    <a:pt x="325830" y="356012"/>
                  </a:lnTo>
                  <a:lnTo>
                    <a:pt x="321213" y="358044"/>
                  </a:lnTo>
                  <a:lnTo>
                    <a:pt x="319667" y="360242"/>
                  </a:lnTo>
                  <a:lnTo>
                    <a:pt x="317797" y="361631"/>
                  </a:lnTo>
                  <a:lnTo>
                    <a:pt x="317281" y="361980"/>
                  </a:lnTo>
                  <a:lnTo>
                    <a:pt x="313657" y="357428"/>
                  </a:lnTo>
                  <a:lnTo>
                    <a:pt x="311210" y="355406"/>
                  </a:lnTo>
                  <a:lnTo>
                    <a:pt x="309329" y="357262"/>
                  </a:lnTo>
                  <a:lnTo>
                    <a:pt x="307676" y="359373"/>
                  </a:lnTo>
                  <a:lnTo>
                    <a:pt x="305106" y="360936"/>
                  </a:lnTo>
                  <a:lnTo>
                    <a:pt x="304176" y="363396"/>
                  </a:lnTo>
                  <a:lnTo>
                    <a:pt x="303437" y="364374"/>
                  </a:lnTo>
                  <a:lnTo>
                    <a:pt x="303348" y="365990"/>
                  </a:lnTo>
                  <a:lnTo>
                    <a:pt x="303933" y="368012"/>
                  </a:lnTo>
                  <a:lnTo>
                    <a:pt x="303862" y="370015"/>
                  </a:lnTo>
                  <a:lnTo>
                    <a:pt x="304535" y="372445"/>
                  </a:lnTo>
                  <a:lnTo>
                    <a:pt x="304765" y="374037"/>
                  </a:lnTo>
                  <a:lnTo>
                    <a:pt x="304600" y="374689"/>
                  </a:lnTo>
                  <a:lnTo>
                    <a:pt x="300937" y="376444"/>
                  </a:lnTo>
                  <a:lnTo>
                    <a:pt x="299267" y="376944"/>
                  </a:lnTo>
                  <a:lnTo>
                    <a:pt x="296720" y="377276"/>
                  </a:lnTo>
                  <a:lnTo>
                    <a:pt x="294546" y="379213"/>
                  </a:lnTo>
                  <a:lnTo>
                    <a:pt x="291470" y="380445"/>
                  </a:lnTo>
                  <a:lnTo>
                    <a:pt x="286081" y="380463"/>
                  </a:lnTo>
                  <a:lnTo>
                    <a:pt x="285086" y="380827"/>
                  </a:lnTo>
                  <a:lnTo>
                    <a:pt x="284244" y="381664"/>
                  </a:lnTo>
                  <a:lnTo>
                    <a:pt x="282389" y="388640"/>
                  </a:lnTo>
                  <a:lnTo>
                    <a:pt x="282054" y="390773"/>
                  </a:lnTo>
                  <a:lnTo>
                    <a:pt x="282849" y="393903"/>
                  </a:lnTo>
                  <a:lnTo>
                    <a:pt x="282461" y="396155"/>
                  </a:lnTo>
                  <a:lnTo>
                    <a:pt x="283867" y="400081"/>
                  </a:lnTo>
                  <a:lnTo>
                    <a:pt x="284096" y="400684"/>
                  </a:lnTo>
                  <a:lnTo>
                    <a:pt x="284275" y="402127"/>
                  </a:lnTo>
                  <a:lnTo>
                    <a:pt x="285034" y="404506"/>
                  </a:lnTo>
                  <a:lnTo>
                    <a:pt x="284651" y="406926"/>
                  </a:lnTo>
                  <a:lnTo>
                    <a:pt x="280734" y="410395"/>
                  </a:lnTo>
                  <a:lnTo>
                    <a:pt x="278481" y="411708"/>
                  </a:lnTo>
                  <a:lnTo>
                    <a:pt x="276788" y="412126"/>
                  </a:lnTo>
                  <a:lnTo>
                    <a:pt x="271742" y="419453"/>
                  </a:lnTo>
                  <a:lnTo>
                    <a:pt x="270996" y="420993"/>
                  </a:lnTo>
                  <a:lnTo>
                    <a:pt x="268424" y="423132"/>
                  </a:lnTo>
                  <a:lnTo>
                    <a:pt x="266291" y="425914"/>
                  </a:lnTo>
                  <a:lnTo>
                    <a:pt x="264902" y="428645"/>
                  </a:lnTo>
                  <a:lnTo>
                    <a:pt x="264112" y="429712"/>
                  </a:lnTo>
                  <a:lnTo>
                    <a:pt x="262580" y="431002"/>
                  </a:lnTo>
                  <a:lnTo>
                    <a:pt x="261047" y="434182"/>
                  </a:lnTo>
                  <a:lnTo>
                    <a:pt x="260153" y="435169"/>
                  </a:lnTo>
                  <a:lnTo>
                    <a:pt x="259627" y="436345"/>
                  </a:lnTo>
                  <a:lnTo>
                    <a:pt x="257024" y="440040"/>
                  </a:lnTo>
                  <a:lnTo>
                    <a:pt x="254205" y="443331"/>
                  </a:lnTo>
                  <a:lnTo>
                    <a:pt x="252895" y="446257"/>
                  </a:lnTo>
                  <a:lnTo>
                    <a:pt x="249976" y="447886"/>
                  </a:lnTo>
                  <a:lnTo>
                    <a:pt x="248987" y="449085"/>
                  </a:lnTo>
                  <a:lnTo>
                    <a:pt x="246096" y="451124"/>
                  </a:lnTo>
                  <a:lnTo>
                    <a:pt x="244664" y="451877"/>
                  </a:lnTo>
                  <a:lnTo>
                    <a:pt x="242174" y="452649"/>
                  </a:lnTo>
                  <a:lnTo>
                    <a:pt x="241133" y="453783"/>
                  </a:lnTo>
                  <a:lnTo>
                    <a:pt x="240457" y="455312"/>
                  </a:lnTo>
                  <a:lnTo>
                    <a:pt x="239766" y="458850"/>
                  </a:lnTo>
                  <a:lnTo>
                    <a:pt x="238434" y="462182"/>
                  </a:lnTo>
                  <a:lnTo>
                    <a:pt x="236182" y="465122"/>
                  </a:lnTo>
                  <a:lnTo>
                    <a:pt x="234922" y="469203"/>
                  </a:lnTo>
                  <a:lnTo>
                    <a:pt x="232630" y="473173"/>
                  </a:lnTo>
                  <a:lnTo>
                    <a:pt x="231827" y="474099"/>
                  </a:lnTo>
                  <a:lnTo>
                    <a:pt x="230958" y="475176"/>
                  </a:lnTo>
                  <a:lnTo>
                    <a:pt x="229157" y="476569"/>
                  </a:lnTo>
                  <a:lnTo>
                    <a:pt x="226933" y="477133"/>
                  </a:lnTo>
                  <a:lnTo>
                    <a:pt x="225289" y="478082"/>
                  </a:lnTo>
                  <a:lnTo>
                    <a:pt x="223921" y="474552"/>
                  </a:lnTo>
                  <a:lnTo>
                    <a:pt x="224285" y="472598"/>
                  </a:lnTo>
                  <a:lnTo>
                    <a:pt x="224247" y="470634"/>
                  </a:lnTo>
                  <a:lnTo>
                    <a:pt x="224682" y="469753"/>
                  </a:lnTo>
                  <a:lnTo>
                    <a:pt x="223462" y="467153"/>
                  </a:lnTo>
                  <a:lnTo>
                    <a:pt x="223420" y="466591"/>
                  </a:lnTo>
                  <a:lnTo>
                    <a:pt x="222345" y="465804"/>
                  </a:lnTo>
                  <a:lnTo>
                    <a:pt x="221608" y="464806"/>
                  </a:lnTo>
                  <a:lnTo>
                    <a:pt x="221220" y="463810"/>
                  </a:lnTo>
                  <a:lnTo>
                    <a:pt x="217897" y="460315"/>
                  </a:lnTo>
                  <a:lnTo>
                    <a:pt x="217341" y="459364"/>
                  </a:lnTo>
                  <a:lnTo>
                    <a:pt x="215479" y="457593"/>
                  </a:lnTo>
                  <a:lnTo>
                    <a:pt x="215162" y="457434"/>
                  </a:lnTo>
                  <a:lnTo>
                    <a:pt x="211648" y="457438"/>
                  </a:lnTo>
                  <a:lnTo>
                    <a:pt x="210432" y="457097"/>
                  </a:lnTo>
                  <a:lnTo>
                    <a:pt x="205479" y="453567"/>
                  </a:lnTo>
                  <a:lnTo>
                    <a:pt x="205017" y="452864"/>
                  </a:lnTo>
                  <a:lnTo>
                    <a:pt x="202504" y="446441"/>
                  </a:lnTo>
                  <a:lnTo>
                    <a:pt x="200937" y="441145"/>
                  </a:lnTo>
                  <a:lnTo>
                    <a:pt x="201206" y="439083"/>
                  </a:lnTo>
                  <a:lnTo>
                    <a:pt x="201023" y="438688"/>
                  </a:lnTo>
                  <a:lnTo>
                    <a:pt x="200814" y="438514"/>
                  </a:lnTo>
                  <a:lnTo>
                    <a:pt x="199842" y="439400"/>
                  </a:lnTo>
                  <a:lnTo>
                    <a:pt x="193871" y="434464"/>
                  </a:lnTo>
                  <a:lnTo>
                    <a:pt x="193522" y="432573"/>
                  </a:lnTo>
                  <a:lnTo>
                    <a:pt x="191156" y="430937"/>
                  </a:lnTo>
                  <a:lnTo>
                    <a:pt x="190614" y="429835"/>
                  </a:lnTo>
                  <a:lnTo>
                    <a:pt x="189451" y="428716"/>
                  </a:lnTo>
                  <a:lnTo>
                    <a:pt x="188828" y="427517"/>
                  </a:lnTo>
                  <a:lnTo>
                    <a:pt x="187913" y="426541"/>
                  </a:lnTo>
                  <a:lnTo>
                    <a:pt x="187528" y="425123"/>
                  </a:lnTo>
                  <a:lnTo>
                    <a:pt x="186607" y="423705"/>
                  </a:lnTo>
                  <a:lnTo>
                    <a:pt x="181730" y="419384"/>
                  </a:lnTo>
                  <a:lnTo>
                    <a:pt x="181139" y="418339"/>
                  </a:lnTo>
                  <a:lnTo>
                    <a:pt x="179442" y="417459"/>
                  </a:lnTo>
                  <a:lnTo>
                    <a:pt x="178683" y="414808"/>
                  </a:lnTo>
                  <a:lnTo>
                    <a:pt x="176862" y="412127"/>
                  </a:lnTo>
                  <a:lnTo>
                    <a:pt x="176064" y="411386"/>
                  </a:lnTo>
                  <a:lnTo>
                    <a:pt x="174038" y="410127"/>
                  </a:lnTo>
                  <a:lnTo>
                    <a:pt x="172919" y="408088"/>
                  </a:lnTo>
                  <a:lnTo>
                    <a:pt x="171621" y="407498"/>
                  </a:lnTo>
                  <a:lnTo>
                    <a:pt x="169952" y="404317"/>
                  </a:lnTo>
                  <a:lnTo>
                    <a:pt x="168690" y="403925"/>
                  </a:lnTo>
                  <a:lnTo>
                    <a:pt x="168197" y="403533"/>
                  </a:lnTo>
                  <a:lnTo>
                    <a:pt x="166740" y="400022"/>
                  </a:lnTo>
                  <a:lnTo>
                    <a:pt x="166688" y="397846"/>
                  </a:lnTo>
                  <a:lnTo>
                    <a:pt x="165652" y="396528"/>
                  </a:lnTo>
                  <a:lnTo>
                    <a:pt x="165234" y="393864"/>
                  </a:lnTo>
                  <a:lnTo>
                    <a:pt x="162503" y="389602"/>
                  </a:lnTo>
                  <a:lnTo>
                    <a:pt x="164428" y="388574"/>
                  </a:lnTo>
                  <a:lnTo>
                    <a:pt x="166287" y="386823"/>
                  </a:lnTo>
                  <a:lnTo>
                    <a:pt x="168250" y="385558"/>
                  </a:lnTo>
                  <a:lnTo>
                    <a:pt x="169360" y="384335"/>
                  </a:lnTo>
                  <a:lnTo>
                    <a:pt x="172671" y="381523"/>
                  </a:lnTo>
                  <a:lnTo>
                    <a:pt x="176364" y="378691"/>
                  </a:lnTo>
                  <a:lnTo>
                    <a:pt x="177676" y="377674"/>
                  </a:lnTo>
                  <a:lnTo>
                    <a:pt x="180280" y="376320"/>
                  </a:lnTo>
                  <a:lnTo>
                    <a:pt x="181920" y="375753"/>
                  </a:lnTo>
                  <a:lnTo>
                    <a:pt x="184237" y="374446"/>
                  </a:lnTo>
                  <a:lnTo>
                    <a:pt x="184783" y="373436"/>
                  </a:lnTo>
                  <a:lnTo>
                    <a:pt x="184499" y="370849"/>
                  </a:lnTo>
                  <a:lnTo>
                    <a:pt x="182246" y="371467"/>
                  </a:lnTo>
                  <a:lnTo>
                    <a:pt x="180949" y="369669"/>
                  </a:lnTo>
                  <a:lnTo>
                    <a:pt x="179614" y="368990"/>
                  </a:lnTo>
                  <a:lnTo>
                    <a:pt x="179302" y="367860"/>
                  </a:lnTo>
                  <a:lnTo>
                    <a:pt x="179404" y="367280"/>
                  </a:lnTo>
                  <a:lnTo>
                    <a:pt x="180695" y="366102"/>
                  </a:lnTo>
                  <a:lnTo>
                    <a:pt x="181210" y="365224"/>
                  </a:lnTo>
                  <a:lnTo>
                    <a:pt x="181133" y="363840"/>
                  </a:lnTo>
                  <a:lnTo>
                    <a:pt x="182177" y="363936"/>
                  </a:lnTo>
                  <a:lnTo>
                    <a:pt x="182273" y="363109"/>
                  </a:lnTo>
                  <a:lnTo>
                    <a:pt x="182545" y="363084"/>
                  </a:lnTo>
                  <a:lnTo>
                    <a:pt x="182497" y="361099"/>
                  </a:lnTo>
                  <a:lnTo>
                    <a:pt x="183117" y="360429"/>
                  </a:lnTo>
                  <a:lnTo>
                    <a:pt x="183996" y="357700"/>
                  </a:lnTo>
                  <a:lnTo>
                    <a:pt x="184346" y="355469"/>
                  </a:lnTo>
                  <a:lnTo>
                    <a:pt x="184903" y="354264"/>
                  </a:lnTo>
                  <a:lnTo>
                    <a:pt x="185191" y="352484"/>
                  </a:lnTo>
                  <a:lnTo>
                    <a:pt x="185392" y="350855"/>
                  </a:lnTo>
                  <a:lnTo>
                    <a:pt x="189457" y="341965"/>
                  </a:lnTo>
                  <a:lnTo>
                    <a:pt x="189655" y="342274"/>
                  </a:lnTo>
                  <a:lnTo>
                    <a:pt x="190468" y="340798"/>
                  </a:lnTo>
                  <a:lnTo>
                    <a:pt x="194975" y="336734"/>
                  </a:lnTo>
                  <a:lnTo>
                    <a:pt x="194079" y="336172"/>
                  </a:lnTo>
                  <a:lnTo>
                    <a:pt x="194540" y="335314"/>
                  </a:lnTo>
                  <a:lnTo>
                    <a:pt x="195007" y="335141"/>
                  </a:lnTo>
                  <a:lnTo>
                    <a:pt x="195684" y="335781"/>
                  </a:lnTo>
                  <a:lnTo>
                    <a:pt x="197666" y="335241"/>
                  </a:lnTo>
                  <a:lnTo>
                    <a:pt x="198709" y="334191"/>
                  </a:lnTo>
                  <a:lnTo>
                    <a:pt x="199128" y="333009"/>
                  </a:lnTo>
                  <a:lnTo>
                    <a:pt x="199903" y="332089"/>
                  </a:lnTo>
                  <a:lnTo>
                    <a:pt x="199565" y="331285"/>
                  </a:lnTo>
                  <a:lnTo>
                    <a:pt x="199687" y="330865"/>
                  </a:lnTo>
                  <a:lnTo>
                    <a:pt x="200190" y="330753"/>
                  </a:lnTo>
                  <a:lnTo>
                    <a:pt x="200878" y="331022"/>
                  </a:lnTo>
                  <a:lnTo>
                    <a:pt x="201135" y="330735"/>
                  </a:lnTo>
                  <a:lnTo>
                    <a:pt x="200648" y="329751"/>
                  </a:lnTo>
                  <a:lnTo>
                    <a:pt x="199780" y="329010"/>
                  </a:lnTo>
                  <a:lnTo>
                    <a:pt x="199287" y="329246"/>
                  </a:lnTo>
                  <a:lnTo>
                    <a:pt x="199021" y="330443"/>
                  </a:lnTo>
                  <a:lnTo>
                    <a:pt x="198241" y="330024"/>
                  </a:lnTo>
                  <a:lnTo>
                    <a:pt x="198752" y="328944"/>
                  </a:lnTo>
                  <a:lnTo>
                    <a:pt x="199788" y="327624"/>
                  </a:lnTo>
                  <a:lnTo>
                    <a:pt x="199966" y="326927"/>
                  </a:lnTo>
                  <a:lnTo>
                    <a:pt x="199847" y="326421"/>
                  </a:lnTo>
                  <a:lnTo>
                    <a:pt x="199443" y="326190"/>
                  </a:lnTo>
                  <a:lnTo>
                    <a:pt x="198819" y="326156"/>
                  </a:lnTo>
                  <a:lnTo>
                    <a:pt x="198803" y="326551"/>
                  </a:lnTo>
                  <a:lnTo>
                    <a:pt x="198325" y="326830"/>
                  </a:lnTo>
                  <a:lnTo>
                    <a:pt x="198107" y="326581"/>
                  </a:lnTo>
                  <a:lnTo>
                    <a:pt x="198217" y="325747"/>
                  </a:lnTo>
                  <a:lnTo>
                    <a:pt x="199153" y="325538"/>
                  </a:lnTo>
                  <a:lnTo>
                    <a:pt x="198730" y="324890"/>
                  </a:lnTo>
                  <a:lnTo>
                    <a:pt x="198910" y="324305"/>
                  </a:lnTo>
                  <a:lnTo>
                    <a:pt x="198662" y="324036"/>
                  </a:lnTo>
                  <a:lnTo>
                    <a:pt x="198069" y="323806"/>
                  </a:lnTo>
                  <a:lnTo>
                    <a:pt x="197570" y="323916"/>
                  </a:lnTo>
                  <a:lnTo>
                    <a:pt x="197302" y="323594"/>
                  </a:lnTo>
                  <a:lnTo>
                    <a:pt x="196938" y="324573"/>
                  </a:lnTo>
                  <a:lnTo>
                    <a:pt x="196438" y="324369"/>
                  </a:lnTo>
                  <a:lnTo>
                    <a:pt x="196210" y="323618"/>
                  </a:lnTo>
                  <a:lnTo>
                    <a:pt x="196740" y="323115"/>
                  </a:lnTo>
                  <a:lnTo>
                    <a:pt x="197227" y="323053"/>
                  </a:lnTo>
                  <a:lnTo>
                    <a:pt x="197595" y="322271"/>
                  </a:lnTo>
                  <a:lnTo>
                    <a:pt x="197296" y="321422"/>
                  </a:lnTo>
                  <a:lnTo>
                    <a:pt x="196243" y="321755"/>
                  </a:lnTo>
                  <a:lnTo>
                    <a:pt x="195940" y="322189"/>
                  </a:lnTo>
                  <a:lnTo>
                    <a:pt x="195540" y="321899"/>
                  </a:lnTo>
                  <a:lnTo>
                    <a:pt x="195716" y="320842"/>
                  </a:lnTo>
                  <a:lnTo>
                    <a:pt x="196003" y="320696"/>
                  </a:lnTo>
                  <a:lnTo>
                    <a:pt x="197034" y="321129"/>
                  </a:lnTo>
                  <a:lnTo>
                    <a:pt x="197361" y="320459"/>
                  </a:lnTo>
                  <a:lnTo>
                    <a:pt x="197058" y="319934"/>
                  </a:lnTo>
                  <a:lnTo>
                    <a:pt x="196041" y="319663"/>
                  </a:lnTo>
                  <a:lnTo>
                    <a:pt x="195974" y="319353"/>
                  </a:lnTo>
                  <a:lnTo>
                    <a:pt x="196324" y="318752"/>
                  </a:lnTo>
                  <a:lnTo>
                    <a:pt x="196117" y="317738"/>
                  </a:lnTo>
                  <a:lnTo>
                    <a:pt x="196538" y="317492"/>
                  </a:lnTo>
                  <a:lnTo>
                    <a:pt x="197528" y="317731"/>
                  </a:lnTo>
                  <a:lnTo>
                    <a:pt x="201489" y="316150"/>
                  </a:lnTo>
                  <a:lnTo>
                    <a:pt x="201091" y="315646"/>
                  </a:lnTo>
                  <a:lnTo>
                    <a:pt x="200071" y="315254"/>
                  </a:lnTo>
                  <a:lnTo>
                    <a:pt x="199664" y="314641"/>
                  </a:lnTo>
                  <a:lnTo>
                    <a:pt x="199764" y="313980"/>
                  </a:lnTo>
                  <a:lnTo>
                    <a:pt x="202031" y="312383"/>
                  </a:lnTo>
                  <a:lnTo>
                    <a:pt x="203423" y="310777"/>
                  </a:lnTo>
                  <a:lnTo>
                    <a:pt x="203647" y="310251"/>
                  </a:lnTo>
                  <a:lnTo>
                    <a:pt x="201780" y="310010"/>
                  </a:lnTo>
                  <a:lnTo>
                    <a:pt x="201567" y="309594"/>
                  </a:lnTo>
                  <a:lnTo>
                    <a:pt x="201584" y="309328"/>
                  </a:lnTo>
                  <a:lnTo>
                    <a:pt x="202502" y="308503"/>
                  </a:lnTo>
                  <a:lnTo>
                    <a:pt x="203271" y="308549"/>
                  </a:lnTo>
                  <a:lnTo>
                    <a:pt x="203599" y="308360"/>
                  </a:lnTo>
                  <a:lnTo>
                    <a:pt x="203393" y="308216"/>
                  </a:lnTo>
                  <a:lnTo>
                    <a:pt x="193536" y="302435"/>
                  </a:lnTo>
                  <a:lnTo>
                    <a:pt x="185257" y="297061"/>
                  </a:lnTo>
                  <a:lnTo>
                    <a:pt x="185052" y="296884"/>
                  </a:lnTo>
                  <a:lnTo>
                    <a:pt x="185174" y="296637"/>
                  </a:lnTo>
                  <a:lnTo>
                    <a:pt x="179296" y="290957"/>
                  </a:lnTo>
                  <a:lnTo>
                    <a:pt x="169202" y="281703"/>
                  </a:lnTo>
                  <a:lnTo>
                    <a:pt x="155493" y="271419"/>
                  </a:lnTo>
                  <a:lnTo>
                    <a:pt x="148764" y="265242"/>
                  </a:lnTo>
                  <a:lnTo>
                    <a:pt x="143181" y="261063"/>
                  </a:lnTo>
                  <a:lnTo>
                    <a:pt x="142730" y="261412"/>
                  </a:lnTo>
                  <a:lnTo>
                    <a:pt x="141653" y="261558"/>
                  </a:lnTo>
                  <a:lnTo>
                    <a:pt x="140926" y="261016"/>
                  </a:lnTo>
                  <a:lnTo>
                    <a:pt x="140444" y="261529"/>
                  </a:lnTo>
                  <a:lnTo>
                    <a:pt x="140412" y="262052"/>
                  </a:lnTo>
                  <a:lnTo>
                    <a:pt x="141269" y="262599"/>
                  </a:lnTo>
                  <a:lnTo>
                    <a:pt x="140926" y="262921"/>
                  </a:lnTo>
                  <a:lnTo>
                    <a:pt x="140252" y="262658"/>
                  </a:lnTo>
                  <a:lnTo>
                    <a:pt x="140132" y="263107"/>
                  </a:lnTo>
                  <a:lnTo>
                    <a:pt x="140346" y="263482"/>
                  </a:lnTo>
                  <a:lnTo>
                    <a:pt x="140147" y="264110"/>
                  </a:lnTo>
                  <a:lnTo>
                    <a:pt x="139824" y="264311"/>
                  </a:lnTo>
                  <a:lnTo>
                    <a:pt x="139811" y="263665"/>
                  </a:lnTo>
                  <a:lnTo>
                    <a:pt x="138897" y="263377"/>
                  </a:lnTo>
                  <a:lnTo>
                    <a:pt x="138577" y="263741"/>
                  </a:lnTo>
                  <a:lnTo>
                    <a:pt x="138876" y="264410"/>
                  </a:lnTo>
                  <a:lnTo>
                    <a:pt x="137045" y="267015"/>
                  </a:lnTo>
                  <a:lnTo>
                    <a:pt x="134671" y="268042"/>
                  </a:lnTo>
                  <a:lnTo>
                    <a:pt x="134172" y="267753"/>
                  </a:lnTo>
                  <a:lnTo>
                    <a:pt x="133279" y="267879"/>
                  </a:lnTo>
                  <a:lnTo>
                    <a:pt x="132773" y="267550"/>
                  </a:lnTo>
                  <a:lnTo>
                    <a:pt x="132090" y="268467"/>
                  </a:lnTo>
                  <a:lnTo>
                    <a:pt x="131889" y="269205"/>
                  </a:lnTo>
                  <a:lnTo>
                    <a:pt x="132172" y="269260"/>
                  </a:lnTo>
                  <a:lnTo>
                    <a:pt x="131229" y="270932"/>
                  </a:lnTo>
                  <a:lnTo>
                    <a:pt x="132221" y="272066"/>
                  </a:lnTo>
                  <a:lnTo>
                    <a:pt x="131220" y="274051"/>
                  </a:lnTo>
                  <a:lnTo>
                    <a:pt x="129837" y="273064"/>
                  </a:lnTo>
                  <a:lnTo>
                    <a:pt x="128065" y="275891"/>
                  </a:lnTo>
                  <a:lnTo>
                    <a:pt x="128727" y="276367"/>
                  </a:lnTo>
                  <a:lnTo>
                    <a:pt x="127375" y="278530"/>
                  </a:lnTo>
                  <a:lnTo>
                    <a:pt x="128541" y="279369"/>
                  </a:lnTo>
                  <a:lnTo>
                    <a:pt x="126771" y="282239"/>
                  </a:lnTo>
                  <a:lnTo>
                    <a:pt x="125598" y="286545"/>
                  </a:lnTo>
                  <a:lnTo>
                    <a:pt x="123706" y="285183"/>
                  </a:lnTo>
                  <a:lnTo>
                    <a:pt x="122463" y="287828"/>
                  </a:lnTo>
                  <a:lnTo>
                    <a:pt x="121400" y="289434"/>
                  </a:lnTo>
                  <a:lnTo>
                    <a:pt x="117499" y="293550"/>
                  </a:lnTo>
                  <a:lnTo>
                    <a:pt x="115562" y="292193"/>
                  </a:lnTo>
                  <a:lnTo>
                    <a:pt x="115849" y="291915"/>
                  </a:lnTo>
                  <a:lnTo>
                    <a:pt x="115293" y="291348"/>
                  </a:lnTo>
                  <a:lnTo>
                    <a:pt x="111596" y="295120"/>
                  </a:lnTo>
                  <a:lnTo>
                    <a:pt x="111082" y="295852"/>
                  </a:lnTo>
                  <a:lnTo>
                    <a:pt x="109908" y="298682"/>
                  </a:lnTo>
                  <a:lnTo>
                    <a:pt x="108930" y="299669"/>
                  </a:lnTo>
                  <a:lnTo>
                    <a:pt x="108236" y="300799"/>
                  </a:lnTo>
                  <a:lnTo>
                    <a:pt x="108986" y="301315"/>
                  </a:lnTo>
                  <a:lnTo>
                    <a:pt x="108042" y="302173"/>
                  </a:lnTo>
                  <a:lnTo>
                    <a:pt x="107489" y="30180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pg44">
              <a:extLst>
                <a:ext uri="{FF2B5EF4-FFF2-40B4-BE49-F238E27FC236}">
                  <a16:creationId xmlns:a16="http://schemas.microsoft.com/office/drawing/2014/main" id="{CCA07515-F5A0-E4EA-ECB3-82D79591882F}"/>
                </a:ext>
              </a:extLst>
            </p:cNvPr>
            <p:cNvSpPr/>
            <p:nvPr/>
          </p:nvSpPr>
          <p:spPr>
            <a:xfrm>
              <a:off x="7891549" y="720284"/>
              <a:ext cx="511352" cy="849766"/>
            </a:xfrm>
            <a:custGeom>
              <a:avLst/>
              <a:gdLst/>
              <a:ahLst/>
              <a:cxnLst/>
              <a:rect l="0" t="0" r="0" b="0"/>
              <a:pathLst>
                <a:path w="511352" h="849766">
                  <a:moveTo>
                    <a:pt x="128416" y="823672"/>
                  </a:moveTo>
                  <a:lnTo>
                    <a:pt x="115305" y="815647"/>
                  </a:lnTo>
                  <a:lnTo>
                    <a:pt x="101951" y="808866"/>
                  </a:lnTo>
                  <a:lnTo>
                    <a:pt x="97961" y="810369"/>
                  </a:lnTo>
                  <a:lnTo>
                    <a:pt x="94246" y="810966"/>
                  </a:lnTo>
                  <a:lnTo>
                    <a:pt x="90600" y="810619"/>
                  </a:lnTo>
                  <a:lnTo>
                    <a:pt x="88891" y="809848"/>
                  </a:lnTo>
                  <a:lnTo>
                    <a:pt x="88926" y="798904"/>
                  </a:lnTo>
                  <a:lnTo>
                    <a:pt x="87215" y="795876"/>
                  </a:lnTo>
                  <a:lnTo>
                    <a:pt x="86004" y="794550"/>
                  </a:lnTo>
                  <a:lnTo>
                    <a:pt x="84956" y="793975"/>
                  </a:lnTo>
                  <a:lnTo>
                    <a:pt x="84945" y="793181"/>
                  </a:lnTo>
                  <a:lnTo>
                    <a:pt x="84270" y="792974"/>
                  </a:lnTo>
                  <a:lnTo>
                    <a:pt x="85664" y="791031"/>
                  </a:lnTo>
                  <a:lnTo>
                    <a:pt x="86362" y="789593"/>
                  </a:lnTo>
                  <a:lnTo>
                    <a:pt x="87274" y="786895"/>
                  </a:lnTo>
                  <a:lnTo>
                    <a:pt x="87268" y="786357"/>
                  </a:lnTo>
                  <a:lnTo>
                    <a:pt x="86647" y="783949"/>
                  </a:lnTo>
                  <a:lnTo>
                    <a:pt x="85793" y="782340"/>
                  </a:lnTo>
                  <a:lnTo>
                    <a:pt x="83473" y="780256"/>
                  </a:lnTo>
                  <a:lnTo>
                    <a:pt x="81344" y="779501"/>
                  </a:lnTo>
                  <a:lnTo>
                    <a:pt x="80687" y="779480"/>
                  </a:lnTo>
                  <a:lnTo>
                    <a:pt x="79988" y="779962"/>
                  </a:lnTo>
                  <a:lnTo>
                    <a:pt x="78227" y="779809"/>
                  </a:lnTo>
                  <a:lnTo>
                    <a:pt x="73587" y="782573"/>
                  </a:lnTo>
                  <a:lnTo>
                    <a:pt x="72387" y="784643"/>
                  </a:lnTo>
                  <a:lnTo>
                    <a:pt x="71513" y="785248"/>
                  </a:lnTo>
                  <a:lnTo>
                    <a:pt x="69679" y="782958"/>
                  </a:lnTo>
                  <a:lnTo>
                    <a:pt x="68959" y="781445"/>
                  </a:lnTo>
                  <a:lnTo>
                    <a:pt x="67279" y="779484"/>
                  </a:lnTo>
                  <a:lnTo>
                    <a:pt x="65723" y="779001"/>
                  </a:lnTo>
                  <a:lnTo>
                    <a:pt x="64913" y="779016"/>
                  </a:lnTo>
                  <a:lnTo>
                    <a:pt x="63404" y="779552"/>
                  </a:lnTo>
                  <a:lnTo>
                    <a:pt x="63206" y="780346"/>
                  </a:lnTo>
                  <a:lnTo>
                    <a:pt x="65766" y="783351"/>
                  </a:lnTo>
                  <a:lnTo>
                    <a:pt x="64648" y="782915"/>
                  </a:lnTo>
                  <a:lnTo>
                    <a:pt x="62307" y="782939"/>
                  </a:lnTo>
                  <a:lnTo>
                    <a:pt x="60291" y="780374"/>
                  </a:lnTo>
                  <a:lnTo>
                    <a:pt x="58801" y="779268"/>
                  </a:lnTo>
                  <a:lnTo>
                    <a:pt x="58655" y="778974"/>
                  </a:lnTo>
                  <a:lnTo>
                    <a:pt x="59040" y="776742"/>
                  </a:lnTo>
                  <a:lnTo>
                    <a:pt x="58349" y="775875"/>
                  </a:lnTo>
                  <a:lnTo>
                    <a:pt x="56975" y="775193"/>
                  </a:lnTo>
                  <a:lnTo>
                    <a:pt x="56485" y="772956"/>
                  </a:lnTo>
                  <a:lnTo>
                    <a:pt x="55776" y="770621"/>
                  </a:lnTo>
                  <a:lnTo>
                    <a:pt x="55164" y="769452"/>
                  </a:lnTo>
                  <a:lnTo>
                    <a:pt x="54876" y="768029"/>
                  </a:lnTo>
                  <a:lnTo>
                    <a:pt x="55887" y="768464"/>
                  </a:lnTo>
                  <a:lnTo>
                    <a:pt x="58743" y="768053"/>
                  </a:lnTo>
                  <a:lnTo>
                    <a:pt x="59117" y="767704"/>
                  </a:lnTo>
                  <a:lnTo>
                    <a:pt x="59362" y="765585"/>
                  </a:lnTo>
                  <a:lnTo>
                    <a:pt x="58233" y="762954"/>
                  </a:lnTo>
                  <a:lnTo>
                    <a:pt x="57743" y="760613"/>
                  </a:lnTo>
                  <a:lnTo>
                    <a:pt x="57862" y="759764"/>
                  </a:lnTo>
                  <a:lnTo>
                    <a:pt x="57498" y="759295"/>
                  </a:lnTo>
                  <a:lnTo>
                    <a:pt x="55759" y="758158"/>
                  </a:lnTo>
                  <a:lnTo>
                    <a:pt x="54220" y="758383"/>
                  </a:lnTo>
                  <a:lnTo>
                    <a:pt x="53522" y="758137"/>
                  </a:lnTo>
                  <a:lnTo>
                    <a:pt x="53159" y="758462"/>
                  </a:lnTo>
                  <a:lnTo>
                    <a:pt x="53057" y="759102"/>
                  </a:lnTo>
                  <a:lnTo>
                    <a:pt x="52362" y="759750"/>
                  </a:lnTo>
                  <a:lnTo>
                    <a:pt x="49242" y="759811"/>
                  </a:lnTo>
                  <a:lnTo>
                    <a:pt x="48586" y="760430"/>
                  </a:lnTo>
                  <a:lnTo>
                    <a:pt x="48525" y="761231"/>
                  </a:lnTo>
                  <a:lnTo>
                    <a:pt x="49320" y="762200"/>
                  </a:lnTo>
                  <a:lnTo>
                    <a:pt x="51628" y="762754"/>
                  </a:lnTo>
                  <a:lnTo>
                    <a:pt x="52786" y="766168"/>
                  </a:lnTo>
                  <a:lnTo>
                    <a:pt x="51133" y="765589"/>
                  </a:lnTo>
                  <a:lnTo>
                    <a:pt x="49102" y="765243"/>
                  </a:lnTo>
                  <a:lnTo>
                    <a:pt x="48694" y="765396"/>
                  </a:lnTo>
                  <a:lnTo>
                    <a:pt x="47811" y="766402"/>
                  </a:lnTo>
                  <a:lnTo>
                    <a:pt x="47268" y="766599"/>
                  </a:lnTo>
                  <a:lnTo>
                    <a:pt x="44184" y="765569"/>
                  </a:lnTo>
                  <a:lnTo>
                    <a:pt x="43785" y="763749"/>
                  </a:lnTo>
                  <a:lnTo>
                    <a:pt x="47120" y="764711"/>
                  </a:lnTo>
                  <a:lnTo>
                    <a:pt x="48548" y="764899"/>
                  </a:lnTo>
                  <a:lnTo>
                    <a:pt x="46677" y="763398"/>
                  </a:lnTo>
                  <a:lnTo>
                    <a:pt x="43521" y="759844"/>
                  </a:lnTo>
                  <a:lnTo>
                    <a:pt x="43512" y="759098"/>
                  </a:lnTo>
                  <a:lnTo>
                    <a:pt x="44659" y="751140"/>
                  </a:lnTo>
                  <a:lnTo>
                    <a:pt x="45947" y="752199"/>
                  </a:lnTo>
                  <a:lnTo>
                    <a:pt x="48454" y="753719"/>
                  </a:lnTo>
                  <a:lnTo>
                    <a:pt x="49085" y="751662"/>
                  </a:lnTo>
                  <a:lnTo>
                    <a:pt x="48355" y="750780"/>
                  </a:lnTo>
                  <a:lnTo>
                    <a:pt x="44912" y="749759"/>
                  </a:lnTo>
                  <a:lnTo>
                    <a:pt x="45390" y="744512"/>
                  </a:lnTo>
                  <a:lnTo>
                    <a:pt x="46370" y="741027"/>
                  </a:lnTo>
                  <a:lnTo>
                    <a:pt x="48403" y="736808"/>
                  </a:lnTo>
                  <a:lnTo>
                    <a:pt x="47863" y="735081"/>
                  </a:lnTo>
                  <a:lnTo>
                    <a:pt x="46133" y="731693"/>
                  </a:lnTo>
                  <a:lnTo>
                    <a:pt x="44896" y="727892"/>
                  </a:lnTo>
                  <a:lnTo>
                    <a:pt x="41982" y="722762"/>
                  </a:lnTo>
                  <a:lnTo>
                    <a:pt x="42337" y="722153"/>
                  </a:lnTo>
                  <a:lnTo>
                    <a:pt x="43586" y="715879"/>
                  </a:lnTo>
                  <a:lnTo>
                    <a:pt x="45638" y="712227"/>
                  </a:lnTo>
                  <a:lnTo>
                    <a:pt x="49002" y="704696"/>
                  </a:lnTo>
                  <a:lnTo>
                    <a:pt x="50229" y="701166"/>
                  </a:lnTo>
                  <a:lnTo>
                    <a:pt x="51256" y="697293"/>
                  </a:lnTo>
                  <a:lnTo>
                    <a:pt x="51729" y="693301"/>
                  </a:lnTo>
                  <a:lnTo>
                    <a:pt x="51711" y="691221"/>
                  </a:lnTo>
                  <a:lnTo>
                    <a:pt x="51419" y="689445"/>
                  </a:lnTo>
                  <a:lnTo>
                    <a:pt x="51752" y="685901"/>
                  </a:lnTo>
                  <a:lnTo>
                    <a:pt x="54361" y="671000"/>
                  </a:lnTo>
                  <a:lnTo>
                    <a:pt x="56922" y="660847"/>
                  </a:lnTo>
                  <a:lnTo>
                    <a:pt x="51647" y="659027"/>
                  </a:lnTo>
                  <a:lnTo>
                    <a:pt x="51866" y="655182"/>
                  </a:lnTo>
                  <a:lnTo>
                    <a:pt x="42540" y="655340"/>
                  </a:lnTo>
                  <a:lnTo>
                    <a:pt x="42945" y="651830"/>
                  </a:lnTo>
                  <a:lnTo>
                    <a:pt x="44045" y="647457"/>
                  </a:lnTo>
                  <a:lnTo>
                    <a:pt x="45241" y="636687"/>
                  </a:lnTo>
                  <a:lnTo>
                    <a:pt x="46954" y="630248"/>
                  </a:lnTo>
                  <a:lnTo>
                    <a:pt x="49238" y="623012"/>
                  </a:lnTo>
                  <a:lnTo>
                    <a:pt x="40277" y="621407"/>
                  </a:lnTo>
                  <a:lnTo>
                    <a:pt x="37389" y="622295"/>
                  </a:lnTo>
                  <a:lnTo>
                    <a:pt x="34470" y="623783"/>
                  </a:lnTo>
                  <a:lnTo>
                    <a:pt x="34089" y="625063"/>
                  </a:lnTo>
                  <a:lnTo>
                    <a:pt x="28594" y="623991"/>
                  </a:lnTo>
                  <a:lnTo>
                    <a:pt x="25419" y="623138"/>
                  </a:lnTo>
                  <a:lnTo>
                    <a:pt x="22441" y="621944"/>
                  </a:lnTo>
                  <a:lnTo>
                    <a:pt x="21411" y="621627"/>
                  </a:lnTo>
                  <a:lnTo>
                    <a:pt x="19508" y="617898"/>
                  </a:lnTo>
                  <a:lnTo>
                    <a:pt x="12757" y="616818"/>
                  </a:lnTo>
                  <a:lnTo>
                    <a:pt x="13894" y="611704"/>
                  </a:lnTo>
                  <a:lnTo>
                    <a:pt x="13306" y="611609"/>
                  </a:lnTo>
                  <a:lnTo>
                    <a:pt x="8648" y="608608"/>
                  </a:lnTo>
                  <a:lnTo>
                    <a:pt x="5855" y="607941"/>
                  </a:lnTo>
                  <a:lnTo>
                    <a:pt x="7872" y="601993"/>
                  </a:lnTo>
                  <a:lnTo>
                    <a:pt x="9601" y="598356"/>
                  </a:lnTo>
                  <a:lnTo>
                    <a:pt x="10549" y="596462"/>
                  </a:lnTo>
                  <a:lnTo>
                    <a:pt x="11852" y="595489"/>
                  </a:lnTo>
                  <a:lnTo>
                    <a:pt x="13776" y="588646"/>
                  </a:lnTo>
                  <a:lnTo>
                    <a:pt x="11579" y="587436"/>
                  </a:lnTo>
                  <a:lnTo>
                    <a:pt x="11888" y="586111"/>
                  </a:lnTo>
                  <a:lnTo>
                    <a:pt x="6029" y="584314"/>
                  </a:lnTo>
                  <a:lnTo>
                    <a:pt x="2221" y="582267"/>
                  </a:lnTo>
                  <a:lnTo>
                    <a:pt x="0" y="581537"/>
                  </a:lnTo>
                  <a:lnTo>
                    <a:pt x="5244" y="559768"/>
                  </a:lnTo>
                  <a:lnTo>
                    <a:pt x="6046" y="559844"/>
                  </a:lnTo>
                  <a:lnTo>
                    <a:pt x="10250" y="544721"/>
                  </a:lnTo>
                  <a:lnTo>
                    <a:pt x="16210" y="532643"/>
                  </a:lnTo>
                  <a:lnTo>
                    <a:pt x="19327" y="527834"/>
                  </a:lnTo>
                  <a:lnTo>
                    <a:pt x="21661" y="523546"/>
                  </a:lnTo>
                  <a:lnTo>
                    <a:pt x="21845" y="522849"/>
                  </a:lnTo>
                  <a:lnTo>
                    <a:pt x="22414" y="519929"/>
                  </a:lnTo>
                  <a:lnTo>
                    <a:pt x="31957" y="520766"/>
                  </a:lnTo>
                  <a:lnTo>
                    <a:pt x="43244" y="524237"/>
                  </a:lnTo>
                  <a:lnTo>
                    <a:pt x="45069" y="517931"/>
                  </a:lnTo>
                  <a:lnTo>
                    <a:pt x="46867" y="513413"/>
                  </a:lnTo>
                  <a:lnTo>
                    <a:pt x="53131" y="515336"/>
                  </a:lnTo>
                  <a:lnTo>
                    <a:pt x="57054" y="516280"/>
                  </a:lnTo>
                  <a:lnTo>
                    <a:pt x="64833" y="518898"/>
                  </a:lnTo>
                  <a:lnTo>
                    <a:pt x="64764" y="519481"/>
                  </a:lnTo>
                  <a:lnTo>
                    <a:pt x="70601" y="521395"/>
                  </a:lnTo>
                  <a:lnTo>
                    <a:pt x="75227" y="523351"/>
                  </a:lnTo>
                  <a:lnTo>
                    <a:pt x="75125" y="524073"/>
                  </a:lnTo>
                  <a:lnTo>
                    <a:pt x="78208" y="525363"/>
                  </a:lnTo>
                  <a:lnTo>
                    <a:pt x="82830" y="527741"/>
                  </a:lnTo>
                  <a:lnTo>
                    <a:pt x="93878" y="532035"/>
                  </a:lnTo>
                  <a:lnTo>
                    <a:pt x="94425" y="533693"/>
                  </a:lnTo>
                  <a:lnTo>
                    <a:pt x="94409" y="534953"/>
                  </a:lnTo>
                  <a:lnTo>
                    <a:pt x="99486" y="536543"/>
                  </a:lnTo>
                  <a:lnTo>
                    <a:pt x="105127" y="538920"/>
                  </a:lnTo>
                  <a:lnTo>
                    <a:pt x="105504" y="538731"/>
                  </a:lnTo>
                  <a:lnTo>
                    <a:pt x="112884" y="529977"/>
                  </a:lnTo>
                  <a:lnTo>
                    <a:pt x="115107" y="528045"/>
                  </a:lnTo>
                  <a:lnTo>
                    <a:pt x="119987" y="536149"/>
                  </a:lnTo>
                  <a:lnTo>
                    <a:pt x="124631" y="533104"/>
                  </a:lnTo>
                  <a:lnTo>
                    <a:pt x="126952" y="530825"/>
                  </a:lnTo>
                  <a:lnTo>
                    <a:pt x="134758" y="526330"/>
                  </a:lnTo>
                  <a:lnTo>
                    <a:pt x="138640" y="523414"/>
                  </a:lnTo>
                  <a:lnTo>
                    <a:pt x="142369" y="521759"/>
                  </a:lnTo>
                  <a:lnTo>
                    <a:pt x="147521" y="518860"/>
                  </a:lnTo>
                  <a:lnTo>
                    <a:pt x="149596" y="517926"/>
                  </a:lnTo>
                  <a:lnTo>
                    <a:pt x="153612" y="515703"/>
                  </a:lnTo>
                  <a:lnTo>
                    <a:pt x="155339" y="514304"/>
                  </a:lnTo>
                  <a:lnTo>
                    <a:pt x="158459" y="511681"/>
                  </a:lnTo>
                  <a:lnTo>
                    <a:pt x="160116" y="508946"/>
                  </a:lnTo>
                  <a:lnTo>
                    <a:pt x="161302" y="507649"/>
                  </a:lnTo>
                  <a:lnTo>
                    <a:pt x="161853" y="506737"/>
                  </a:lnTo>
                  <a:lnTo>
                    <a:pt x="164936" y="498760"/>
                  </a:lnTo>
                  <a:lnTo>
                    <a:pt x="160593" y="497229"/>
                  </a:lnTo>
                  <a:lnTo>
                    <a:pt x="155005" y="494678"/>
                  </a:lnTo>
                  <a:lnTo>
                    <a:pt x="149012" y="493455"/>
                  </a:lnTo>
                  <a:lnTo>
                    <a:pt x="137706" y="488453"/>
                  </a:lnTo>
                  <a:lnTo>
                    <a:pt x="141451" y="480075"/>
                  </a:lnTo>
                  <a:lnTo>
                    <a:pt x="143852" y="472562"/>
                  </a:lnTo>
                  <a:lnTo>
                    <a:pt x="127728" y="468647"/>
                  </a:lnTo>
                  <a:lnTo>
                    <a:pt x="127303" y="463600"/>
                  </a:lnTo>
                  <a:lnTo>
                    <a:pt x="129479" y="462226"/>
                  </a:lnTo>
                  <a:lnTo>
                    <a:pt x="129463" y="459132"/>
                  </a:lnTo>
                  <a:lnTo>
                    <a:pt x="127614" y="458212"/>
                  </a:lnTo>
                  <a:lnTo>
                    <a:pt x="125054" y="456478"/>
                  </a:lnTo>
                  <a:lnTo>
                    <a:pt x="125218" y="456137"/>
                  </a:lnTo>
                  <a:lnTo>
                    <a:pt x="124413" y="455334"/>
                  </a:lnTo>
                  <a:lnTo>
                    <a:pt x="120865" y="452614"/>
                  </a:lnTo>
                  <a:lnTo>
                    <a:pt x="120073" y="451772"/>
                  </a:lnTo>
                  <a:lnTo>
                    <a:pt x="119872" y="450604"/>
                  </a:lnTo>
                  <a:lnTo>
                    <a:pt x="117778" y="447227"/>
                  </a:lnTo>
                  <a:lnTo>
                    <a:pt x="114518" y="444866"/>
                  </a:lnTo>
                  <a:lnTo>
                    <a:pt x="113411" y="443434"/>
                  </a:lnTo>
                  <a:lnTo>
                    <a:pt x="111334" y="441508"/>
                  </a:lnTo>
                  <a:lnTo>
                    <a:pt x="111063" y="441568"/>
                  </a:lnTo>
                  <a:lnTo>
                    <a:pt x="111827" y="438172"/>
                  </a:lnTo>
                  <a:lnTo>
                    <a:pt x="105992" y="436913"/>
                  </a:lnTo>
                  <a:lnTo>
                    <a:pt x="104196" y="438295"/>
                  </a:lnTo>
                  <a:lnTo>
                    <a:pt x="99741" y="437079"/>
                  </a:lnTo>
                  <a:lnTo>
                    <a:pt x="95713" y="436488"/>
                  </a:lnTo>
                  <a:lnTo>
                    <a:pt x="95095" y="436222"/>
                  </a:lnTo>
                  <a:lnTo>
                    <a:pt x="95459" y="435531"/>
                  </a:lnTo>
                  <a:lnTo>
                    <a:pt x="95651" y="435686"/>
                  </a:lnTo>
                  <a:lnTo>
                    <a:pt x="95799" y="434840"/>
                  </a:lnTo>
                  <a:lnTo>
                    <a:pt x="95565" y="433008"/>
                  </a:lnTo>
                  <a:lnTo>
                    <a:pt x="95023" y="431109"/>
                  </a:lnTo>
                  <a:lnTo>
                    <a:pt x="94862" y="428620"/>
                  </a:lnTo>
                  <a:lnTo>
                    <a:pt x="94140" y="426726"/>
                  </a:lnTo>
                  <a:lnTo>
                    <a:pt x="94732" y="423588"/>
                  </a:lnTo>
                  <a:lnTo>
                    <a:pt x="94089" y="421785"/>
                  </a:lnTo>
                  <a:lnTo>
                    <a:pt x="93907" y="419993"/>
                  </a:lnTo>
                  <a:lnTo>
                    <a:pt x="93451" y="419029"/>
                  </a:lnTo>
                  <a:lnTo>
                    <a:pt x="93639" y="418142"/>
                  </a:lnTo>
                  <a:lnTo>
                    <a:pt x="91392" y="417006"/>
                  </a:lnTo>
                  <a:lnTo>
                    <a:pt x="89425" y="416571"/>
                  </a:lnTo>
                  <a:lnTo>
                    <a:pt x="85251" y="415102"/>
                  </a:lnTo>
                  <a:lnTo>
                    <a:pt x="84276" y="414309"/>
                  </a:lnTo>
                  <a:lnTo>
                    <a:pt x="80369" y="410056"/>
                  </a:lnTo>
                  <a:lnTo>
                    <a:pt x="78731" y="407056"/>
                  </a:lnTo>
                  <a:lnTo>
                    <a:pt x="77893" y="404859"/>
                  </a:lnTo>
                  <a:lnTo>
                    <a:pt x="78646" y="402702"/>
                  </a:lnTo>
                  <a:lnTo>
                    <a:pt x="76777" y="396739"/>
                  </a:lnTo>
                  <a:lnTo>
                    <a:pt x="72249" y="391601"/>
                  </a:lnTo>
                  <a:lnTo>
                    <a:pt x="69730" y="387368"/>
                  </a:lnTo>
                  <a:lnTo>
                    <a:pt x="67545" y="382518"/>
                  </a:lnTo>
                  <a:lnTo>
                    <a:pt x="65871" y="380970"/>
                  </a:lnTo>
                  <a:lnTo>
                    <a:pt x="63417" y="379392"/>
                  </a:lnTo>
                  <a:lnTo>
                    <a:pt x="66068" y="378968"/>
                  </a:lnTo>
                  <a:lnTo>
                    <a:pt x="70816" y="379230"/>
                  </a:lnTo>
                  <a:lnTo>
                    <a:pt x="71258" y="377181"/>
                  </a:lnTo>
                  <a:lnTo>
                    <a:pt x="72129" y="375297"/>
                  </a:lnTo>
                  <a:lnTo>
                    <a:pt x="75118" y="372061"/>
                  </a:lnTo>
                  <a:lnTo>
                    <a:pt x="74580" y="371069"/>
                  </a:lnTo>
                  <a:lnTo>
                    <a:pt x="74115" y="368114"/>
                  </a:lnTo>
                  <a:lnTo>
                    <a:pt x="71192" y="360585"/>
                  </a:lnTo>
                  <a:lnTo>
                    <a:pt x="70086" y="358839"/>
                  </a:lnTo>
                  <a:lnTo>
                    <a:pt x="68714" y="359361"/>
                  </a:lnTo>
                  <a:lnTo>
                    <a:pt x="68441" y="362467"/>
                  </a:lnTo>
                  <a:lnTo>
                    <a:pt x="67803" y="363384"/>
                  </a:lnTo>
                  <a:lnTo>
                    <a:pt x="66138" y="364137"/>
                  </a:lnTo>
                  <a:lnTo>
                    <a:pt x="62925" y="364687"/>
                  </a:lnTo>
                  <a:lnTo>
                    <a:pt x="59258" y="364198"/>
                  </a:lnTo>
                  <a:lnTo>
                    <a:pt x="58537" y="363248"/>
                  </a:lnTo>
                  <a:lnTo>
                    <a:pt x="56792" y="362507"/>
                  </a:lnTo>
                  <a:lnTo>
                    <a:pt x="55320" y="361438"/>
                  </a:lnTo>
                  <a:lnTo>
                    <a:pt x="54576" y="361185"/>
                  </a:lnTo>
                  <a:lnTo>
                    <a:pt x="53868" y="360487"/>
                  </a:lnTo>
                  <a:lnTo>
                    <a:pt x="52460" y="360171"/>
                  </a:lnTo>
                  <a:lnTo>
                    <a:pt x="50273" y="358611"/>
                  </a:lnTo>
                  <a:lnTo>
                    <a:pt x="48375" y="357273"/>
                  </a:lnTo>
                  <a:lnTo>
                    <a:pt x="48118" y="351801"/>
                  </a:lnTo>
                  <a:lnTo>
                    <a:pt x="48936" y="350102"/>
                  </a:lnTo>
                  <a:lnTo>
                    <a:pt x="48097" y="349722"/>
                  </a:lnTo>
                  <a:lnTo>
                    <a:pt x="47001" y="345086"/>
                  </a:lnTo>
                  <a:lnTo>
                    <a:pt x="48077" y="341857"/>
                  </a:lnTo>
                  <a:lnTo>
                    <a:pt x="48247" y="338832"/>
                  </a:lnTo>
                  <a:lnTo>
                    <a:pt x="49419" y="337821"/>
                  </a:lnTo>
                  <a:lnTo>
                    <a:pt x="48137" y="335973"/>
                  </a:lnTo>
                  <a:lnTo>
                    <a:pt x="46916" y="333209"/>
                  </a:lnTo>
                  <a:lnTo>
                    <a:pt x="44496" y="325638"/>
                  </a:lnTo>
                  <a:lnTo>
                    <a:pt x="44213" y="323933"/>
                  </a:lnTo>
                  <a:lnTo>
                    <a:pt x="43817" y="323953"/>
                  </a:lnTo>
                  <a:lnTo>
                    <a:pt x="43635" y="322288"/>
                  </a:lnTo>
                  <a:lnTo>
                    <a:pt x="43806" y="318468"/>
                  </a:lnTo>
                  <a:lnTo>
                    <a:pt x="43018" y="318552"/>
                  </a:lnTo>
                  <a:lnTo>
                    <a:pt x="42473" y="315946"/>
                  </a:lnTo>
                  <a:lnTo>
                    <a:pt x="42380" y="315733"/>
                  </a:lnTo>
                  <a:lnTo>
                    <a:pt x="41670" y="315860"/>
                  </a:lnTo>
                  <a:lnTo>
                    <a:pt x="41223" y="313742"/>
                  </a:lnTo>
                  <a:lnTo>
                    <a:pt x="40448" y="312027"/>
                  </a:lnTo>
                  <a:lnTo>
                    <a:pt x="37957" y="312291"/>
                  </a:lnTo>
                  <a:lnTo>
                    <a:pt x="37743" y="309808"/>
                  </a:lnTo>
                  <a:lnTo>
                    <a:pt x="33511" y="308406"/>
                  </a:lnTo>
                  <a:lnTo>
                    <a:pt x="35168" y="301952"/>
                  </a:lnTo>
                  <a:lnTo>
                    <a:pt x="36696" y="302495"/>
                  </a:lnTo>
                  <a:lnTo>
                    <a:pt x="37665" y="300465"/>
                  </a:lnTo>
                  <a:lnTo>
                    <a:pt x="43048" y="302966"/>
                  </a:lnTo>
                  <a:lnTo>
                    <a:pt x="44736" y="303126"/>
                  </a:lnTo>
                  <a:lnTo>
                    <a:pt x="45366" y="300367"/>
                  </a:lnTo>
                  <a:lnTo>
                    <a:pt x="46295" y="297860"/>
                  </a:lnTo>
                  <a:lnTo>
                    <a:pt x="50180" y="298730"/>
                  </a:lnTo>
                  <a:lnTo>
                    <a:pt x="52018" y="295222"/>
                  </a:lnTo>
                  <a:lnTo>
                    <a:pt x="54174" y="296134"/>
                  </a:lnTo>
                  <a:lnTo>
                    <a:pt x="54973" y="294474"/>
                  </a:lnTo>
                  <a:lnTo>
                    <a:pt x="56034" y="295562"/>
                  </a:lnTo>
                  <a:lnTo>
                    <a:pt x="56677" y="293518"/>
                  </a:lnTo>
                  <a:lnTo>
                    <a:pt x="59072" y="294425"/>
                  </a:lnTo>
                  <a:lnTo>
                    <a:pt x="59576" y="293053"/>
                  </a:lnTo>
                  <a:lnTo>
                    <a:pt x="62242" y="293958"/>
                  </a:lnTo>
                  <a:lnTo>
                    <a:pt x="62970" y="290863"/>
                  </a:lnTo>
                  <a:lnTo>
                    <a:pt x="66043" y="291921"/>
                  </a:lnTo>
                  <a:lnTo>
                    <a:pt x="68377" y="291858"/>
                  </a:lnTo>
                  <a:lnTo>
                    <a:pt x="73854" y="293434"/>
                  </a:lnTo>
                  <a:lnTo>
                    <a:pt x="76258" y="293846"/>
                  </a:lnTo>
                  <a:lnTo>
                    <a:pt x="80268" y="293161"/>
                  </a:lnTo>
                  <a:lnTo>
                    <a:pt x="83159" y="292341"/>
                  </a:lnTo>
                  <a:lnTo>
                    <a:pt x="84272" y="291687"/>
                  </a:lnTo>
                  <a:lnTo>
                    <a:pt x="85022" y="290248"/>
                  </a:lnTo>
                  <a:lnTo>
                    <a:pt x="91398" y="294768"/>
                  </a:lnTo>
                  <a:lnTo>
                    <a:pt x="94748" y="296057"/>
                  </a:lnTo>
                  <a:lnTo>
                    <a:pt x="94600" y="297581"/>
                  </a:lnTo>
                  <a:lnTo>
                    <a:pt x="98799" y="299764"/>
                  </a:lnTo>
                  <a:lnTo>
                    <a:pt x="100465" y="295287"/>
                  </a:lnTo>
                  <a:lnTo>
                    <a:pt x="101464" y="291916"/>
                  </a:lnTo>
                  <a:lnTo>
                    <a:pt x="101294" y="291846"/>
                  </a:lnTo>
                  <a:lnTo>
                    <a:pt x="104847" y="284345"/>
                  </a:lnTo>
                  <a:lnTo>
                    <a:pt x="105990" y="284561"/>
                  </a:lnTo>
                  <a:lnTo>
                    <a:pt x="108499" y="285914"/>
                  </a:lnTo>
                  <a:lnTo>
                    <a:pt x="113299" y="286872"/>
                  </a:lnTo>
                  <a:lnTo>
                    <a:pt x="116230" y="288468"/>
                  </a:lnTo>
                  <a:lnTo>
                    <a:pt x="119638" y="289738"/>
                  </a:lnTo>
                  <a:lnTo>
                    <a:pt x="121025" y="290604"/>
                  </a:lnTo>
                  <a:lnTo>
                    <a:pt x="126209" y="296155"/>
                  </a:lnTo>
                  <a:lnTo>
                    <a:pt x="128821" y="297111"/>
                  </a:lnTo>
                  <a:lnTo>
                    <a:pt x="131138" y="298392"/>
                  </a:lnTo>
                  <a:lnTo>
                    <a:pt x="135960" y="292134"/>
                  </a:lnTo>
                  <a:lnTo>
                    <a:pt x="136795" y="290439"/>
                  </a:lnTo>
                  <a:lnTo>
                    <a:pt x="137624" y="290766"/>
                  </a:lnTo>
                  <a:lnTo>
                    <a:pt x="139759" y="286480"/>
                  </a:lnTo>
                  <a:lnTo>
                    <a:pt x="141329" y="284428"/>
                  </a:lnTo>
                  <a:lnTo>
                    <a:pt x="143206" y="280757"/>
                  </a:lnTo>
                  <a:lnTo>
                    <a:pt x="145572" y="277436"/>
                  </a:lnTo>
                  <a:lnTo>
                    <a:pt x="146750" y="276104"/>
                  </a:lnTo>
                  <a:lnTo>
                    <a:pt x="147086" y="276441"/>
                  </a:lnTo>
                  <a:lnTo>
                    <a:pt x="151269" y="272917"/>
                  </a:lnTo>
                  <a:lnTo>
                    <a:pt x="149568" y="271520"/>
                  </a:lnTo>
                  <a:lnTo>
                    <a:pt x="147449" y="268869"/>
                  </a:lnTo>
                  <a:lnTo>
                    <a:pt x="144928" y="266724"/>
                  </a:lnTo>
                  <a:lnTo>
                    <a:pt x="141009" y="264567"/>
                  </a:lnTo>
                  <a:lnTo>
                    <a:pt x="139505" y="263907"/>
                  </a:lnTo>
                  <a:lnTo>
                    <a:pt x="137595" y="263560"/>
                  </a:lnTo>
                  <a:lnTo>
                    <a:pt x="133832" y="264566"/>
                  </a:lnTo>
                  <a:lnTo>
                    <a:pt x="128326" y="261182"/>
                  </a:lnTo>
                  <a:lnTo>
                    <a:pt x="123418" y="259659"/>
                  </a:lnTo>
                  <a:lnTo>
                    <a:pt x="124198" y="257633"/>
                  </a:lnTo>
                  <a:lnTo>
                    <a:pt x="124511" y="256019"/>
                  </a:lnTo>
                  <a:lnTo>
                    <a:pt x="124570" y="252282"/>
                  </a:lnTo>
                  <a:lnTo>
                    <a:pt x="124441" y="251777"/>
                  </a:lnTo>
                  <a:lnTo>
                    <a:pt x="123257" y="250073"/>
                  </a:lnTo>
                  <a:lnTo>
                    <a:pt x="123174" y="249901"/>
                  </a:lnTo>
                  <a:lnTo>
                    <a:pt x="125778" y="248612"/>
                  </a:lnTo>
                  <a:lnTo>
                    <a:pt x="127216" y="245897"/>
                  </a:lnTo>
                  <a:lnTo>
                    <a:pt x="126253" y="245039"/>
                  </a:lnTo>
                  <a:lnTo>
                    <a:pt x="126100" y="244387"/>
                  </a:lnTo>
                  <a:lnTo>
                    <a:pt x="127117" y="239377"/>
                  </a:lnTo>
                  <a:lnTo>
                    <a:pt x="128547" y="237159"/>
                  </a:lnTo>
                  <a:lnTo>
                    <a:pt x="129165" y="236610"/>
                  </a:lnTo>
                  <a:lnTo>
                    <a:pt x="131153" y="235980"/>
                  </a:lnTo>
                  <a:lnTo>
                    <a:pt x="131944" y="235490"/>
                  </a:lnTo>
                  <a:lnTo>
                    <a:pt x="132529" y="234242"/>
                  </a:lnTo>
                  <a:lnTo>
                    <a:pt x="132827" y="232502"/>
                  </a:lnTo>
                  <a:lnTo>
                    <a:pt x="133476" y="230598"/>
                  </a:lnTo>
                  <a:lnTo>
                    <a:pt x="133790" y="228487"/>
                  </a:lnTo>
                  <a:lnTo>
                    <a:pt x="136968" y="229377"/>
                  </a:lnTo>
                  <a:lnTo>
                    <a:pt x="137582" y="228106"/>
                  </a:lnTo>
                  <a:lnTo>
                    <a:pt x="140738" y="228673"/>
                  </a:lnTo>
                  <a:lnTo>
                    <a:pt x="142200" y="229192"/>
                  </a:lnTo>
                  <a:lnTo>
                    <a:pt x="142825" y="227356"/>
                  </a:lnTo>
                  <a:lnTo>
                    <a:pt x="143196" y="227659"/>
                  </a:lnTo>
                  <a:lnTo>
                    <a:pt x="146265" y="228565"/>
                  </a:lnTo>
                  <a:lnTo>
                    <a:pt x="146266" y="226097"/>
                  </a:lnTo>
                  <a:lnTo>
                    <a:pt x="147858" y="223376"/>
                  </a:lnTo>
                  <a:lnTo>
                    <a:pt x="152928" y="216186"/>
                  </a:lnTo>
                  <a:lnTo>
                    <a:pt x="153575" y="213777"/>
                  </a:lnTo>
                  <a:lnTo>
                    <a:pt x="154340" y="208565"/>
                  </a:lnTo>
                  <a:lnTo>
                    <a:pt x="154926" y="207660"/>
                  </a:lnTo>
                  <a:lnTo>
                    <a:pt x="156350" y="206280"/>
                  </a:lnTo>
                  <a:lnTo>
                    <a:pt x="158603" y="204769"/>
                  </a:lnTo>
                  <a:lnTo>
                    <a:pt x="164434" y="202774"/>
                  </a:lnTo>
                  <a:lnTo>
                    <a:pt x="166201" y="201263"/>
                  </a:lnTo>
                  <a:lnTo>
                    <a:pt x="167297" y="201037"/>
                  </a:lnTo>
                  <a:lnTo>
                    <a:pt x="170284" y="197537"/>
                  </a:lnTo>
                  <a:lnTo>
                    <a:pt x="173356" y="196124"/>
                  </a:lnTo>
                  <a:lnTo>
                    <a:pt x="178299" y="192086"/>
                  </a:lnTo>
                  <a:lnTo>
                    <a:pt x="180846" y="190371"/>
                  </a:lnTo>
                  <a:lnTo>
                    <a:pt x="183574" y="190165"/>
                  </a:lnTo>
                  <a:lnTo>
                    <a:pt x="187555" y="191515"/>
                  </a:lnTo>
                  <a:lnTo>
                    <a:pt x="190772" y="192214"/>
                  </a:lnTo>
                  <a:lnTo>
                    <a:pt x="193382" y="192299"/>
                  </a:lnTo>
                  <a:lnTo>
                    <a:pt x="194691" y="192004"/>
                  </a:lnTo>
                  <a:lnTo>
                    <a:pt x="192082" y="189476"/>
                  </a:lnTo>
                  <a:lnTo>
                    <a:pt x="189363" y="184795"/>
                  </a:lnTo>
                  <a:lnTo>
                    <a:pt x="188391" y="182655"/>
                  </a:lnTo>
                  <a:lnTo>
                    <a:pt x="187024" y="179159"/>
                  </a:lnTo>
                  <a:lnTo>
                    <a:pt x="186771" y="176613"/>
                  </a:lnTo>
                  <a:lnTo>
                    <a:pt x="186774" y="173079"/>
                  </a:lnTo>
                  <a:lnTo>
                    <a:pt x="185540" y="170617"/>
                  </a:lnTo>
                  <a:lnTo>
                    <a:pt x="183829" y="168045"/>
                  </a:lnTo>
                  <a:lnTo>
                    <a:pt x="183449" y="166042"/>
                  </a:lnTo>
                  <a:lnTo>
                    <a:pt x="177469" y="154598"/>
                  </a:lnTo>
                  <a:lnTo>
                    <a:pt x="176969" y="153114"/>
                  </a:lnTo>
                  <a:lnTo>
                    <a:pt x="176750" y="151119"/>
                  </a:lnTo>
                  <a:lnTo>
                    <a:pt x="174363" y="150125"/>
                  </a:lnTo>
                  <a:lnTo>
                    <a:pt x="172183" y="148183"/>
                  </a:lnTo>
                  <a:lnTo>
                    <a:pt x="170939" y="146122"/>
                  </a:lnTo>
                  <a:lnTo>
                    <a:pt x="169821" y="143574"/>
                  </a:lnTo>
                  <a:lnTo>
                    <a:pt x="172289" y="141619"/>
                  </a:lnTo>
                  <a:lnTo>
                    <a:pt x="173061" y="140688"/>
                  </a:lnTo>
                  <a:lnTo>
                    <a:pt x="172897" y="136917"/>
                  </a:lnTo>
                  <a:lnTo>
                    <a:pt x="171545" y="135217"/>
                  </a:lnTo>
                  <a:lnTo>
                    <a:pt x="172245" y="134596"/>
                  </a:lnTo>
                  <a:lnTo>
                    <a:pt x="171038" y="133226"/>
                  </a:lnTo>
                  <a:lnTo>
                    <a:pt x="171505" y="132902"/>
                  </a:lnTo>
                  <a:lnTo>
                    <a:pt x="171124" y="132438"/>
                  </a:lnTo>
                  <a:lnTo>
                    <a:pt x="171817" y="132009"/>
                  </a:lnTo>
                  <a:lnTo>
                    <a:pt x="171044" y="131041"/>
                  </a:lnTo>
                  <a:lnTo>
                    <a:pt x="172561" y="129833"/>
                  </a:lnTo>
                  <a:lnTo>
                    <a:pt x="169094" y="125736"/>
                  </a:lnTo>
                  <a:lnTo>
                    <a:pt x="172812" y="121308"/>
                  </a:lnTo>
                  <a:lnTo>
                    <a:pt x="175327" y="118267"/>
                  </a:lnTo>
                  <a:lnTo>
                    <a:pt x="182160" y="111442"/>
                  </a:lnTo>
                  <a:lnTo>
                    <a:pt x="180972" y="109914"/>
                  </a:lnTo>
                  <a:lnTo>
                    <a:pt x="181125" y="109816"/>
                  </a:lnTo>
                  <a:lnTo>
                    <a:pt x="180594" y="108558"/>
                  </a:lnTo>
                  <a:lnTo>
                    <a:pt x="182775" y="107075"/>
                  </a:lnTo>
                  <a:lnTo>
                    <a:pt x="186806" y="103619"/>
                  </a:lnTo>
                  <a:lnTo>
                    <a:pt x="190900" y="101573"/>
                  </a:lnTo>
                  <a:lnTo>
                    <a:pt x="193251" y="100819"/>
                  </a:lnTo>
                  <a:lnTo>
                    <a:pt x="192666" y="96687"/>
                  </a:lnTo>
                  <a:lnTo>
                    <a:pt x="192983" y="96574"/>
                  </a:lnTo>
                  <a:lnTo>
                    <a:pt x="191385" y="90264"/>
                  </a:lnTo>
                  <a:lnTo>
                    <a:pt x="190565" y="84161"/>
                  </a:lnTo>
                  <a:lnTo>
                    <a:pt x="190494" y="82013"/>
                  </a:lnTo>
                  <a:lnTo>
                    <a:pt x="189611" y="77050"/>
                  </a:lnTo>
                  <a:lnTo>
                    <a:pt x="188573" y="77204"/>
                  </a:lnTo>
                  <a:lnTo>
                    <a:pt x="188063" y="74156"/>
                  </a:lnTo>
                  <a:lnTo>
                    <a:pt x="187576" y="74177"/>
                  </a:lnTo>
                  <a:lnTo>
                    <a:pt x="185701" y="62248"/>
                  </a:lnTo>
                  <a:lnTo>
                    <a:pt x="184726" y="62661"/>
                  </a:lnTo>
                  <a:lnTo>
                    <a:pt x="180982" y="54873"/>
                  </a:lnTo>
                  <a:lnTo>
                    <a:pt x="177975" y="54134"/>
                  </a:lnTo>
                  <a:lnTo>
                    <a:pt x="177883" y="53791"/>
                  </a:lnTo>
                  <a:lnTo>
                    <a:pt x="178801" y="50657"/>
                  </a:lnTo>
                  <a:lnTo>
                    <a:pt x="174812" y="48619"/>
                  </a:lnTo>
                  <a:lnTo>
                    <a:pt x="171390" y="46176"/>
                  </a:lnTo>
                  <a:lnTo>
                    <a:pt x="169047" y="43897"/>
                  </a:lnTo>
                  <a:lnTo>
                    <a:pt x="166269" y="39863"/>
                  </a:lnTo>
                  <a:lnTo>
                    <a:pt x="161759" y="35629"/>
                  </a:lnTo>
                  <a:lnTo>
                    <a:pt x="162646" y="33657"/>
                  </a:lnTo>
                  <a:lnTo>
                    <a:pt x="170663" y="36839"/>
                  </a:lnTo>
                  <a:lnTo>
                    <a:pt x="178186" y="40134"/>
                  </a:lnTo>
                  <a:lnTo>
                    <a:pt x="182910" y="41666"/>
                  </a:lnTo>
                  <a:lnTo>
                    <a:pt x="183210" y="41473"/>
                  </a:lnTo>
                  <a:lnTo>
                    <a:pt x="187435" y="42557"/>
                  </a:lnTo>
                  <a:lnTo>
                    <a:pt x="192206" y="45036"/>
                  </a:lnTo>
                  <a:lnTo>
                    <a:pt x="197374" y="47148"/>
                  </a:lnTo>
                  <a:lnTo>
                    <a:pt x="193563" y="55715"/>
                  </a:lnTo>
                  <a:lnTo>
                    <a:pt x="200940" y="62679"/>
                  </a:lnTo>
                  <a:lnTo>
                    <a:pt x="210343" y="67482"/>
                  </a:lnTo>
                  <a:lnTo>
                    <a:pt x="214097" y="70222"/>
                  </a:lnTo>
                  <a:lnTo>
                    <a:pt x="214339" y="70732"/>
                  </a:lnTo>
                  <a:lnTo>
                    <a:pt x="217519" y="68972"/>
                  </a:lnTo>
                  <a:lnTo>
                    <a:pt x="219113" y="66602"/>
                  </a:lnTo>
                  <a:lnTo>
                    <a:pt x="219865" y="66718"/>
                  </a:lnTo>
                  <a:lnTo>
                    <a:pt x="219813" y="66273"/>
                  </a:lnTo>
                  <a:lnTo>
                    <a:pt x="221337" y="65218"/>
                  </a:lnTo>
                  <a:lnTo>
                    <a:pt x="223718" y="64569"/>
                  </a:lnTo>
                  <a:lnTo>
                    <a:pt x="225862" y="64335"/>
                  </a:lnTo>
                  <a:lnTo>
                    <a:pt x="224134" y="63898"/>
                  </a:lnTo>
                  <a:lnTo>
                    <a:pt x="222849" y="63143"/>
                  </a:lnTo>
                  <a:lnTo>
                    <a:pt x="220433" y="60600"/>
                  </a:lnTo>
                  <a:lnTo>
                    <a:pt x="217667" y="59614"/>
                  </a:lnTo>
                  <a:lnTo>
                    <a:pt x="216592" y="58228"/>
                  </a:lnTo>
                  <a:lnTo>
                    <a:pt x="216147" y="56541"/>
                  </a:lnTo>
                  <a:lnTo>
                    <a:pt x="216181" y="55478"/>
                  </a:lnTo>
                  <a:lnTo>
                    <a:pt x="217934" y="50857"/>
                  </a:lnTo>
                  <a:lnTo>
                    <a:pt x="217778" y="48081"/>
                  </a:lnTo>
                  <a:lnTo>
                    <a:pt x="217980" y="46810"/>
                  </a:lnTo>
                  <a:lnTo>
                    <a:pt x="218384" y="46927"/>
                  </a:lnTo>
                  <a:lnTo>
                    <a:pt x="219159" y="46531"/>
                  </a:lnTo>
                  <a:lnTo>
                    <a:pt x="219988" y="46715"/>
                  </a:lnTo>
                  <a:lnTo>
                    <a:pt x="220732" y="46208"/>
                  </a:lnTo>
                  <a:lnTo>
                    <a:pt x="220048" y="45049"/>
                  </a:lnTo>
                  <a:lnTo>
                    <a:pt x="219221" y="44457"/>
                  </a:lnTo>
                  <a:lnTo>
                    <a:pt x="218950" y="44479"/>
                  </a:lnTo>
                  <a:lnTo>
                    <a:pt x="218969" y="44094"/>
                  </a:lnTo>
                  <a:lnTo>
                    <a:pt x="218314" y="43747"/>
                  </a:lnTo>
                  <a:lnTo>
                    <a:pt x="218543" y="42451"/>
                  </a:lnTo>
                  <a:lnTo>
                    <a:pt x="219153" y="41139"/>
                  </a:lnTo>
                  <a:lnTo>
                    <a:pt x="219125" y="39553"/>
                  </a:lnTo>
                  <a:lnTo>
                    <a:pt x="219354" y="38446"/>
                  </a:lnTo>
                  <a:lnTo>
                    <a:pt x="220176" y="37684"/>
                  </a:lnTo>
                  <a:lnTo>
                    <a:pt x="221535" y="37182"/>
                  </a:lnTo>
                  <a:lnTo>
                    <a:pt x="222006" y="36181"/>
                  </a:lnTo>
                  <a:lnTo>
                    <a:pt x="234736" y="37712"/>
                  </a:lnTo>
                  <a:lnTo>
                    <a:pt x="239963" y="37510"/>
                  </a:lnTo>
                  <a:lnTo>
                    <a:pt x="247435" y="37944"/>
                  </a:lnTo>
                  <a:lnTo>
                    <a:pt x="249898" y="37599"/>
                  </a:lnTo>
                  <a:lnTo>
                    <a:pt x="252540" y="35841"/>
                  </a:lnTo>
                  <a:lnTo>
                    <a:pt x="253186" y="35683"/>
                  </a:lnTo>
                  <a:lnTo>
                    <a:pt x="253503" y="34780"/>
                  </a:lnTo>
                  <a:lnTo>
                    <a:pt x="253830" y="34942"/>
                  </a:lnTo>
                  <a:lnTo>
                    <a:pt x="254087" y="34071"/>
                  </a:lnTo>
                  <a:lnTo>
                    <a:pt x="255526" y="32241"/>
                  </a:lnTo>
                  <a:lnTo>
                    <a:pt x="259123" y="28681"/>
                  </a:lnTo>
                  <a:lnTo>
                    <a:pt x="268901" y="21530"/>
                  </a:lnTo>
                  <a:lnTo>
                    <a:pt x="270629" y="23049"/>
                  </a:lnTo>
                  <a:lnTo>
                    <a:pt x="271915" y="24661"/>
                  </a:lnTo>
                  <a:lnTo>
                    <a:pt x="274010" y="28063"/>
                  </a:lnTo>
                  <a:lnTo>
                    <a:pt x="274426" y="28696"/>
                  </a:lnTo>
                  <a:lnTo>
                    <a:pt x="275427" y="29313"/>
                  </a:lnTo>
                  <a:lnTo>
                    <a:pt x="276080" y="31178"/>
                  </a:lnTo>
                  <a:lnTo>
                    <a:pt x="286586" y="32248"/>
                  </a:lnTo>
                  <a:lnTo>
                    <a:pt x="286680" y="32438"/>
                  </a:lnTo>
                  <a:lnTo>
                    <a:pt x="287628" y="31604"/>
                  </a:lnTo>
                  <a:lnTo>
                    <a:pt x="290135" y="32970"/>
                  </a:lnTo>
                  <a:lnTo>
                    <a:pt x="292563" y="33891"/>
                  </a:lnTo>
                  <a:lnTo>
                    <a:pt x="294857" y="35646"/>
                  </a:lnTo>
                  <a:lnTo>
                    <a:pt x="296177" y="36996"/>
                  </a:lnTo>
                  <a:lnTo>
                    <a:pt x="296383" y="38564"/>
                  </a:lnTo>
                  <a:lnTo>
                    <a:pt x="294734" y="41764"/>
                  </a:lnTo>
                  <a:lnTo>
                    <a:pt x="294619" y="44668"/>
                  </a:lnTo>
                  <a:lnTo>
                    <a:pt x="293742" y="45918"/>
                  </a:lnTo>
                  <a:lnTo>
                    <a:pt x="297261" y="47291"/>
                  </a:lnTo>
                  <a:lnTo>
                    <a:pt x="299356" y="48669"/>
                  </a:lnTo>
                  <a:lnTo>
                    <a:pt x="302339" y="49521"/>
                  </a:lnTo>
                  <a:lnTo>
                    <a:pt x="303986" y="50497"/>
                  </a:lnTo>
                  <a:lnTo>
                    <a:pt x="306588" y="52813"/>
                  </a:lnTo>
                  <a:lnTo>
                    <a:pt x="307687" y="53524"/>
                  </a:lnTo>
                  <a:lnTo>
                    <a:pt x="308249" y="52013"/>
                  </a:lnTo>
                  <a:lnTo>
                    <a:pt x="308486" y="50340"/>
                  </a:lnTo>
                  <a:lnTo>
                    <a:pt x="309001" y="50486"/>
                  </a:lnTo>
                  <a:lnTo>
                    <a:pt x="308857" y="51510"/>
                  </a:lnTo>
                  <a:lnTo>
                    <a:pt x="310893" y="51339"/>
                  </a:lnTo>
                  <a:lnTo>
                    <a:pt x="315721" y="50279"/>
                  </a:lnTo>
                  <a:lnTo>
                    <a:pt x="318161" y="50706"/>
                  </a:lnTo>
                  <a:lnTo>
                    <a:pt x="340562" y="62698"/>
                  </a:lnTo>
                  <a:lnTo>
                    <a:pt x="341279" y="62815"/>
                  </a:lnTo>
                  <a:lnTo>
                    <a:pt x="346207" y="60409"/>
                  </a:lnTo>
                  <a:lnTo>
                    <a:pt x="352970" y="58722"/>
                  </a:lnTo>
                  <a:lnTo>
                    <a:pt x="353858" y="56944"/>
                  </a:lnTo>
                  <a:lnTo>
                    <a:pt x="350020" y="55186"/>
                  </a:lnTo>
                  <a:lnTo>
                    <a:pt x="348299" y="54055"/>
                  </a:lnTo>
                  <a:lnTo>
                    <a:pt x="348393" y="50734"/>
                  </a:lnTo>
                  <a:lnTo>
                    <a:pt x="348088" y="50192"/>
                  </a:lnTo>
                  <a:lnTo>
                    <a:pt x="348205" y="47209"/>
                  </a:lnTo>
                  <a:lnTo>
                    <a:pt x="348608" y="46090"/>
                  </a:lnTo>
                  <a:lnTo>
                    <a:pt x="350690" y="47709"/>
                  </a:lnTo>
                  <a:lnTo>
                    <a:pt x="350598" y="48068"/>
                  </a:lnTo>
                  <a:lnTo>
                    <a:pt x="353393" y="49148"/>
                  </a:lnTo>
                  <a:lnTo>
                    <a:pt x="354322" y="47047"/>
                  </a:lnTo>
                  <a:lnTo>
                    <a:pt x="350249" y="44336"/>
                  </a:lnTo>
                  <a:lnTo>
                    <a:pt x="340885" y="36657"/>
                  </a:lnTo>
                  <a:lnTo>
                    <a:pt x="344134" y="33114"/>
                  </a:lnTo>
                  <a:lnTo>
                    <a:pt x="349017" y="27137"/>
                  </a:lnTo>
                  <a:lnTo>
                    <a:pt x="353358" y="19380"/>
                  </a:lnTo>
                  <a:lnTo>
                    <a:pt x="360644" y="21092"/>
                  </a:lnTo>
                  <a:lnTo>
                    <a:pt x="376429" y="26341"/>
                  </a:lnTo>
                  <a:lnTo>
                    <a:pt x="386797" y="30154"/>
                  </a:lnTo>
                  <a:lnTo>
                    <a:pt x="390772" y="30756"/>
                  </a:lnTo>
                  <a:lnTo>
                    <a:pt x="399875" y="30940"/>
                  </a:lnTo>
                  <a:lnTo>
                    <a:pt x="403794" y="31301"/>
                  </a:lnTo>
                  <a:lnTo>
                    <a:pt x="403349" y="25529"/>
                  </a:lnTo>
                  <a:lnTo>
                    <a:pt x="403910" y="23482"/>
                  </a:lnTo>
                  <a:lnTo>
                    <a:pt x="403466" y="18898"/>
                  </a:lnTo>
                  <a:lnTo>
                    <a:pt x="403684" y="14341"/>
                  </a:lnTo>
                  <a:lnTo>
                    <a:pt x="403982" y="12588"/>
                  </a:lnTo>
                  <a:lnTo>
                    <a:pt x="403241" y="10513"/>
                  </a:lnTo>
                  <a:lnTo>
                    <a:pt x="401027" y="9360"/>
                  </a:lnTo>
                  <a:lnTo>
                    <a:pt x="399843" y="6967"/>
                  </a:lnTo>
                  <a:lnTo>
                    <a:pt x="400024" y="6765"/>
                  </a:lnTo>
                  <a:lnTo>
                    <a:pt x="409164" y="4187"/>
                  </a:lnTo>
                  <a:lnTo>
                    <a:pt x="410309" y="1564"/>
                  </a:lnTo>
                  <a:lnTo>
                    <a:pt x="411356" y="0"/>
                  </a:lnTo>
                  <a:lnTo>
                    <a:pt x="413962" y="1279"/>
                  </a:lnTo>
                  <a:lnTo>
                    <a:pt x="417173" y="2002"/>
                  </a:lnTo>
                  <a:lnTo>
                    <a:pt x="418673" y="3161"/>
                  </a:lnTo>
                  <a:lnTo>
                    <a:pt x="419627" y="5197"/>
                  </a:lnTo>
                  <a:lnTo>
                    <a:pt x="420250" y="8992"/>
                  </a:lnTo>
                  <a:lnTo>
                    <a:pt x="422295" y="8830"/>
                  </a:lnTo>
                  <a:lnTo>
                    <a:pt x="421517" y="7248"/>
                  </a:lnTo>
                  <a:lnTo>
                    <a:pt x="421586" y="6487"/>
                  </a:lnTo>
                  <a:lnTo>
                    <a:pt x="422217" y="5537"/>
                  </a:lnTo>
                  <a:lnTo>
                    <a:pt x="423307" y="4956"/>
                  </a:lnTo>
                  <a:lnTo>
                    <a:pt x="423643" y="5038"/>
                  </a:lnTo>
                  <a:lnTo>
                    <a:pt x="423864" y="5436"/>
                  </a:lnTo>
                  <a:lnTo>
                    <a:pt x="422771" y="7212"/>
                  </a:lnTo>
                  <a:lnTo>
                    <a:pt x="422697" y="7656"/>
                  </a:lnTo>
                  <a:lnTo>
                    <a:pt x="423147" y="8370"/>
                  </a:lnTo>
                  <a:lnTo>
                    <a:pt x="423130" y="9168"/>
                  </a:lnTo>
                  <a:lnTo>
                    <a:pt x="424291" y="9606"/>
                  </a:lnTo>
                  <a:lnTo>
                    <a:pt x="424936" y="9608"/>
                  </a:lnTo>
                  <a:lnTo>
                    <a:pt x="425528" y="9325"/>
                  </a:lnTo>
                  <a:lnTo>
                    <a:pt x="425784" y="8828"/>
                  </a:lnTo>
                  <a:lnTo>
                    <a:pt x="425745" y="9918"/>
                  </a:lnTo>
                  <a:lnTo>
                    <a:pt x="425303" y="11109"/>
                  </a:lnTo>
                  <a:lnTo>
                    <a:pt x="423141" y="13705"/>
                  </a:lnTo>
                  <a:lnTo>
                    <a:pt x="422839" y="14447"/>
                  </a:lnTo>
                  <a:lnTo>
                    <a:pt x="422788" y="14977"/>
                  </a:lnTo>
                  <a:lnTo>
                    <a:pt x="423366" y="16432"/>
                  </a:lnTo>
                  <a:lnTo>
                    <a:pt x="423316" y="17707"/>
                  </a:lnTo>
                  <a:lnTo>
                    <a:pt x="423745" y="19085"/>
                  </a:lnTo>
                  <a:lnTo>
                    <a:pt x="423591" y="19924"/>
                  </a:lnTo>
                  <a:lnTo>
                    <a:pt x="422955" y="20412"/>
                  </a:lnTo>
                  <a:lnTo>
                    <a:pt x="420942" y="20992"/>
                  </a:lnTo>
                  <a:lnTo>
                    <a:pt x="420567" y="21515"/>
                  </a:lnTo>
                  <a:lnTo>
                    <a:pt x="420659" y="22336"/>
                  </a:lnTo>
                  <a:lnTo>
                    <a:pt x="421914" y="23992"/>
                  </a:lnTo>
                  <a:lnTo>
                    <a:pt x="421900" y="24832"/>
                  </a:lnTo>
                  <a:lnTo>
                    <a:pt x="421381" y="25340"/>
                  </a:lnTo>
                  <a:lnTo>
                    <a:pt x="418785" y="25922"/>
                  </a:lnTo>
                  <a:lnTo>
                    <a:pt x="418090" y="26652"/>
                  </a:lnTo>
                  <a:lnTo>
                    <a:pt x="416770" y="28895"/>
                  </a:lnTo>
                  <a:lnTo>
                    <a:pt x="416713" y="30344"/>
                  </a:lnTo>
                  <a:lnTo>
                    <a:pt x="418251" y="32889"/>
                  </a:lnTo>
                  <a:lnTo>
                    <a:pt x="418088" y="33412"/>
                  </a:lnTo>
                  <a:lnTo>
                    <a:pt x="416828" y="34497"/>
                  </a:lnTo>
                  <a:lnTo>
                    <a:pt x="416743" y="35013"/>
                  </a:lnTo>
                  <a:lnTo>
                    <a:pt x="416948" y="35586"/>
                  </a:lnTo>
                  <a:lnTo>
                    <a:pt x="417512" y="36153"/>
                  </a:lnTo>
                  <a:lnTo>
                    <a:pt x="419839" y="36435"/>
                  </a:lnTo>
                  <a:lnTo>
                    <a:pt x="422099" y="38292"/>
                  </a:lnTo>
                  <a:lnTo>
                    <a:pt x="424466" y="38982"/>
                  </a:lnTo>
                  <a:lnTo>
                    <a:pt x="426490" y="40264"/>
                  </a:lnTo>
                  <a:lnTo>
                    <a:pt x="427292" y="40312"/>
                  </a:lnTo>
                  <a:lnTo>
                    <a:pt x="429266" y="39755"/>
                  </a:lnTo>
                  <a:lnTo>
                    <a:pt x="433874" y="39720"/>
                  </a:lnTo>
                  <a:lnTo>
                    <a:pt x="437975" y="41049"/>
                  </a:lnTo>
                  <a:lnTo>
                    <a:pt x="438984" y="41642"/>
                  </a:lnTo>
                  <a:lnTo>
                    <a:pt x="439596" y="42438"/>
                  </a:lnTo>
                  <a:lnTo>
                    <a:pt x="439825" y="43716"/>
                  </a:lnTo>
                  <a:lnTo>
                    <a:pt x="439197" y="45581"/>
                  </a:lnTo>
                  <a:lnTo>
                    <a:pt x="439096" y="47110"/>
                  </a:lnTo>
                  <a:lnTo>
                    <a:pt x="439843" y="49320"/>
                  </a:lnTo>
                  <a:lnTo>
                    <a:pt x="441741" y="52255"/>
                  </a:lnTo>
                  <a:lnTo>
                    <a:pt x="442292" y="53776"/>
                  </a:lnTo>
                  <a:lnTo>
                    <a:pt x="442557" y="57018"/>
                  </a:lnTo>
                  <a:lnTo>
                    <a:pt x="442416" y="60276"/>
                  </a:lnTo>
                  <a:lnTo>
                    <a:pt x="441533" y="62376"/>
                  </a:lnTo>
                  <a:lnTo>
                    <a:pt x="439874" y="64434"/>
                  </a:lnTo>
                  <a:lnTo>
                    <a:pt x="437948" y="65645"/>
                  </a:lnTo>
                  <a:lnTo>
                    <a:pt x="435265" y="66679"/>
                  </a:lnTo>
                  <a:lnTo>
                    <a:pt x="434673" y="67137"/>
                  </a:lnTo>
                  <a:lnTo>
                    <a:pt x="434178" y="68009"/>
                  </a:lnTo>
                  <a:lnTo>
                    <a:pt x="434050" y="69296"/>
                  </a:lnTo>
                  <a:lnTo>
                    <a:pt x="434241" y="71327"/>
                  </a:lnTo>
                  <a:lnTo>
                    <a:pt x="436792" y="78098"/>
                  </a:lnTo>
                  <a:lnTo>
                    <a:pt x="438570" y="87170"/>
                  </a:lnTo>
                  <a:lnTo>
                    <a:pt x="441109" y="96044"/>
                  </a:lnTo>
                  <a:lnTo>
                    <a:pt x="441259" y="98850"/>
                  </a:lnTo>
                  <a:lnTo>
                    <a:pt x="441056" y="100810"/>
                  </a:lnTo>
                  <a:lnTo>
                    <a:pt x="440512" y="103095"/>
                  </a:lnTo>
                  <a:lnTo>
                    <a:pt x="438304" y="109374"/>
                  </a:lnTo>
                  <a:lnTo>
                    <a:pt x="438036" y="111169"/>
                  </a:lnTo>
                  <a:lnTo>
                    <a:pt x="438065" y="112870"/>
                  </a:lnTo>
                  <a:lnTo>
                    <a:pt x="438561" y="116441"/>
                  </a:lnTo>
                  <a:lnTo>
                    <a:pt x="440218" y="121449"/>
                  </a:lnTo>
                  <a:lnTo>
                    <a:pt x="441829" y="124996"/>
                  </a:lnTo>
                  <a:lnTo>
                    <a:pt x="444037" y="128254"/>
                  </a:lnTo>
                  <a:lnTo>
                    <a:pt x="447463" y="131005"/>
                  </a:lnTo>
                  <a:lnTo>
                    <a:pt x="448331" y="132234"/>
                  </a:lnTo>
                  <a:lnTo>
                    <a:pt x="448747" y="133367"/>
                  </a:lnTo>
                  <a:lnTo>
                    <a:pt x="448990" y="135390"/>
                  </a:lnTo>
                  <a:lnTo>
                    <a:pt x="448927" y="137195"/>
                  </a:lnTo>
                  <a:lnTo>
                    <a:pt x="448578" y="138808"/>
                  </a:lnTo>
                  <a:lnTo>
                    <a:pt x="446989" y="143196"/>
                  </a:lnTo>
                  <a:lnTo>
                    <a:pt x="446941" y="144496"/>
                  </a:lnTo>
                  <a:lnTo>
                    <a:pt x="447174" y="145358"/>
                  </a:lnTo>
                  <a:lnTo>
                    <a:pt x="448025" y="146583"/>
                  </a:lnTo>
                  <a:lnTo>
                    <a:pt x="449952" y="148410"/>
                  </a:lnTo>
                  <a:lnTo>
                    <a:pt x="451216" y="150599"/>
                  </a:lnTo>
                  <a:lnTo>
                    <a:pt x="452892" y="152446"/>
                  </a:lnTo>
                  <a:lnTo>
                    <a:pt x="454574" y="153532"/>
                  </a:lnTo>
                  <a:lnTo>
                    <a:pt x="457503" y="154561"/>
                  </a:lnTo>
                  <a:lnTo>
                    <a:pt x="458543" y="155475"/>
                  </a:lnTo>
                  <a:lnTo>
                    <a:pt x="459111" y="156309"/>
                  </a:lnTo>
                  <a:lnTo>
                    <a:pt x="459623" y="157754"/>
                  </a:lnTo>
                  <a:lnTo>
                    <a:pt x="459662" y="159757"/>
                  </a:lnTo>
                  <a:lnTo>
                    <a:pt x="459120" y="161815"/>
                  </a:lnTo>
                  <a:lnTo>
                    <a:pt x="456621" y="167552"/>
                  </a:lnTo>
                  <a:lnTo>
                    <a:pt x="456135" y="169501"/>
                  </a:lnTo>
                  <a:lnTo>
                    <a:pt x="455661" y="173147"/>
                  </a:lnTo>
                  <a:lnTo>
                    <a:pt x="455104" y="174893"/>
                  </a:lnTo>
                  <a:lnTo>
                    <a:pt x="454394" y="175801"/>
                  </a:lnTo>
                  <a:lnTo>
                    <a:pt x="451703" y="177883"/>
                  </a:lnTo>
                  <a:lnTo>
                    <a:pt x="448685" y="181066"/>
                  </a:lnTo>
                  <a:lnTo>
                    <a:pt x="447743" y="182654"/>
                  </a:lnTo>
                  <a:lnTo>
                    <a:pt x="446656" y="185431"/>
                  </a:lnTo>
                  <a:lnTo>
                    <a:pt x="446497" y="186787"/>
                  </a:lnTo>
                  <a:lnTo>
                    <a:pt x="446884" y="188199"/>
                  </a:lnTo>
                  <a:lnTo>
                    <a:pt x="447886" y="189480"/>
                  </a:lnTo>
                  <a:lnTo>
                    <a:pt x="449820" y="191078"/>
                  </a:lnTo>
                  <a:lnTo>
                    <a:pt x="450524" y="191982"/>
                  </a:lnTo>
                  <a:lnTo>
                    <a:pt x="450643" y="192856"/>
                  </a:lnTo>
                  <a:lnTo>
                    <a:pt x="449954" y="194186"/>
                  </a:lnTo>
                  <a:lnTo>
                    <a:pt x="448579" y="195355"/>
                  </a:lnTo>
                  <a:lnTo>
                    <a:pt x="447268" y="195757"/>
                  </a:lnTo>
                  <a:lnTo>
                    <a:pt x="445831" y="195752"/>
                  </a:lnTo>
                  <a:lnTo>
                    <a:pt x="442678" y="194908"/>
                  </a:lnTo>
                  <a:lnTo>
                    <a:pt x="441687" y="194905"/>
                  </a:lnTo>
                  <a:lnTo>
                    <a:pt x="436403" y="196758"/>
                  </a:lnTo>
                  <a:lnTo>
                    <a:pt x="431266" y="197113"/>
                  </a:lnTo>
                  <a:lnTo>
                    <a:pt x="427642" y="197368"/>
                  </a:lnTo>
                  <a:lnTo>
                    <a:pt x="426675" y="197865"/>
                  </a:lnTo>
                  <a:lnTo>
                    <a:pt x="425714" y="199043"/>
                  </a:lnTo>
                  <a:lnTo>
                    <a:pt x="425389" y="200456"/>
                  </a:lnTo>
                  <a:lnTo>
                    <a:pt x="425649" y="201786"/>
                  </a:lnTo>
                  <a:lnTo>
                    <a:pt x="426152" y="202818"/>
                  </a:lnTo>
                  <a:lnTo>
                    <a:pt x="427508" y="204543"/>
                  </a:lnTo>
                  <a:lnTo>
                    <a:pt x="428423" y="205818"/>
                  </a:lnTo>
                  <a:lnTo>
                    <a:pt x="428761" y="206896"/>
                  </a:lnTo>
                  <a:lnTo>
                    <a:pt x="428395" y="208226"/>
                  </a:lnTo>
                  <a:lnTo>
                    <a:pt x="427565" y="209128"/>
                  </a:lnTo>
                  <a:lnTo>
                    <a:pt x="426636" y="209589"/>
                  </a:lnTo>
                  <a:lnTo>
                    <a:pt x="425855" y="209687"/>
                  </a:lnTo>
                  <a:lnTo>
                    <a:pt x="422004" y="209174"/>
                  </a:lnTo>
                  <a:lnTo>
                    <a:pt x="421112" y="209463"/>
                  </a:lnTo>
                  <a:lnTo>
                    <a:pt x="420312" y="210116"/>
                  </a:lnTo>
                  <a:lnTo>
                    <a:pt x="419640" y="211423"/>
                  </a:lnTo>
                  <a:lnTo>
                    <a:pt x="419087" y="213694"/>
                  </a:lnTo>
                  <a:lnTo>
                    <a:pt x="419214" y="216717"/>
                  </a:lnTo>
                  <a:lnTo>
                    <a:pt x="419355" y="219367"/>
                  </a:lnTo>
                  <a:lnTo>
                    <a:pt x="420956" y="224538"/>
                  </a:lnTo>
                  <a:lnTo>
                    <a:pt x="420960" y="225796"/>
                  </a:lnTo>
                  <a:lnTo>
                    <a:pt x="420594" y="227623"/>
                  </a:lnTo>
                  <a:lnTo>
                    <a:pt x="420715" y="228901"/>
                  </a:lnTo>
                  <a:lnTo>
                    <a:pt x="421429" y="230272"/>
                  </a:lnTo>
                  <a:lnTo>
                    <a:pt x="423364" y="232246"/>
                  </a:lnTo>
                  <a:lnTo>
                    <a:pt x="424370" y="233686"/>
                  </a:lnTo>
                  <a:lnTo>
                    <a:pt x="424743" y="235406"/>
                  </a:lnTo>
                  <a:lnTo>
                    <a:pt x="424259" y="236995"/>
                  </a:lnTo>
                  <a:lnTo>
                    <a:pt x="422985" y="238187"/>
                  </a:lnTo>
                  <a:lnTo>
                    <a:pt x="421227" y="238899"/>
                  </a:lnTo>
                  <a:lnTo>
                    <a:pt x="419727" y="238928"/>
                  </a:lnTo>
                  <a:lnTo>
                    <a:pt x="418370" y="238579"/>
                  </a:lnTo>
                  <a:lnTo>
                    <a:pt x="416602" y="237743"/>
                  </a:lnTo>
                  <a:lnTo>
                    <a:pt x="415723" y="236942"/>
                  </a:lnTo>
                  <a:lnTo>
                    <a:pt x="413766" y="233530"/>
                  </a:lnTo>
                  <a:lnTo>
                    <a:pt x="413117" y="233104"/>
                  </a:lnTo>
                  <a:lnTo>
                    <a:pt x="412060" y="232838"/>
                  </a:lnTo>
                  <a:lnTo>
                    <a:pt x="409366" y="232896"/>
                  </a:lnTo>
                  <a:lnTo>
                    <a:pt x="406804" y="233399"/>
                  </a:lnTo>
                  <a:lnTo>
                    <a:pt x="404921" y="234107"/>
                  </a:lnTo>
                  <a:lnTo>
                    <a:pt x="403249" y="235205"/>
                  </a:lnTo>
                  <a:lnTo>
                    <a:pt x="396577" y="242709"/>
                  </a:lnTo>
                  <a:lnTo>
                    <a:pt x="396084" y="243845"/>
                  </a:lnTo>
                  <a:lnTo>
                    <a:pt x="396134" y="245188"/>
                  </a:lnTo>
                  <a:lnTo>
                    <a:pt x="396844" y="246622"/>
                  </a:lnTo>
                  <a:lnTo>
                    <a:pt x="397962" y="247663"/>
                  </a:lnTo>
                  <a:lnTo>
                    <a:pt x="401880" y="250244"/>
                  </a:lnTo>
                  <a:lnTo>
                    <a:pt x="402765" y="251448"/>
                  </a:lnTo>
                  <a:lnTo>
                    <a:pt x="403057" y="252605"/>
                  </a:lnTo>
                  <a:lnTo>
                    <a:pt x="402805" y="254733"/>
                  </a:lnTo>
                  <a:lnTo>
                    <a:pt x="401862" y="256749"/>
                  </a:lnTo>
                  <a:lnTo>
                    <a:pt x="400631" y="258072"/>
                  </a:lnTo>
                  <a:lnTo>
                    <a:pt x="398107" y="259706"/>
                  </a:lnTo>
                  <a:lnTo>
                    <a:pt x="397312" y="260969"/>
                  </a:lnTo>
                  <a:lnTo>
                    <a:pt x="396943" y="262913"/>
                  </a:lnTo>
                  <a:lnTo>
                    <a:pt x="397011" y="264812"/>
                  </a:lnTo>
                  <a:lnTo>
                    <a:pt x="397469" y="267301"/>
                  </a:lnTo>
                  <a:lnTo>
                    <a:pt x="397176" y="268611"/>
                  </a:lnTo>
                  <a:lnTo>
                    <a:pt x="396066" y="269605"/>
                  </a:lnTo>
                  <a:lnTo>
                    <a:pt x="394342" y="269849"/>
                  </a:lnTo>
                  <a:lnTo>
                    <a:pt x="392780" y="269259"/>
                  </a:lnTo>
                  <a:lnTo>
                    <a:pt x="389401" y="266750"/>
                  </a:lnTo>
                  <a:lnTo>
                    <a:pt x="388475" y="266632"/>
                  </a:lnTo>
                  <a:lnTo>
                    <a:pt x="387318" y="267283"/>
                  </a:lnTo>
                  <a:lnTo>
                    <a:pt x="386537" y="268615"/>
                  </a:lnTo>
                  <a:lnTo>
                    <a:pt x="385404" y="271777"/>
                  </a:lnTo>
                  <a:lnTo>
                    <a:pt x="383134" y="275703"/>
                  </a:lnTo>
                  <a:lnTo>
                    <a:pt x="382084" y="280678"/>
                  </a:lnTo>
                  <a:lnTo>
                    <a:pt x="380772" y="283514"/>
                  </a:lnTo>
                  <a:lnTo>
                    <a:pt x="379633" y="284682"/>
                  </a:lnTo>
                  <a:lnTo>
                    <a:pt x="378367" y="285294"/>
                  </a:lnTo>
                  <a:lnTo>
                    <a:pt x="373549" y="285925"/>
                  </a:lnTo>
                  <a:lnTo>
                    <a:pt x="371697" y="286837"/>
                  </a:lnTo>
                  <a:lnTo>
                    <a:pt x="370698" y="288123"/>
                  </a:lnTo>
                  <a:lnTo>
                    <a:pt x="369872" y="291251"/>
                  </a:lnTo>
                  <a:lnTo>
                    <a:pt x="369090" y="293070"/>
                  </a:lnTo>
                  <a:lnTo>
                    <a:pt x="367717" y="295000"/>
                  </a:lnTo>
                  <a:lnTo>
                    <a:pt x="366207" y="297045"/>
                  </a:lnTo>
                  <a:lnTo>
                    <a:pt x="366158" y="298363"/>
                  </a:lnTo>
                  <a:lnTo>
                    <a:pt x="366498" y="299270"/>
                  </a:lnTo>
                  <a:lnTo>
                    <a:pt x="367121" y="299932"/>
                  </a:lnTo>
                  <a:lnTo>
                    <a:pt x="369782" y="301322"/>
                  </a:lnTo>
                  <a:lnTo>
                    <a:pt x="370917" y="302343"/>
                  </a:lnTo>
                  <a:lnTo>
                    <a:pt x="371472" y="304216"/>
                  </a:lnTo>
                  <a:lnTo>
                    <a:pt x="370814" y="306423"/>
                  </a:lnTo>
                  <a:lnTo>
                    <a:pt x="369267" y="308415"/>
                  </a:lnTo>
                  <a:lnTo>
                    <a:pt x="366527" y="310037"/>
                  </a:lnTo>
                  <a:lnTo>
                    <a:pt x="365086" y="310236"/>
                  </a:lnTo>
                  <a:lnTo>
                    <a:pt x="360746" y="310081"/>
                  </a:lnTo>
                  <a:lnTo>
                    <a:pt x="359222" y="310616"/>
                  </a:lnTo>
                  <a:lnTo>
                    <a:pt x="357669" y="312238"/>
                  </a:lnTo>
                  <a:lnTo>
                    <a:pt x="356623" y="314777"/>
                  </a:lnTo>
                  <a:lnTo>
                    <a:pt x="356443" y="316150"/>
                  </a:lnTo>
                  <a:lnTo>
                    <a:pt x="356639" y="317178"/>
                  </a:lnTo>
                  <a:lnTo>
                    <a:pt x="357966" y="319606"/>
                  </a:lnTo>
                  <a:lnTo>
                    <a:pt x="358198" y="320448"/>
                  </a:lnTo>
                  <a:lnTo>
                    <a:pt x="358276" y="324246"/>
                  </a:lnTo>
                  <a:lnTo>
                    <a:pt x="358909" y="330354"/>
                  </a:lnTo>
                  <a:lnTo>
                    <a:pt x="359715" y="336175"/>
                  </a:lnTo>
                  <a:lnTo>
                    <a:pt x="361395" y="340370"/>
                  </a:lnTo>
                  <a:lnTo>
                    <a:pt x="363077" y="343819"/>
                  </a:lnTo>
                  <a:lnTo>
                    <a:pt x="365309" y="348490"/>
                  </a:lnTo>
                  <a:lnTo>
                    <a:pt x="368062" y="353347"/>
                  </a:lnTo>
                  <a:lnTo>
                    <a:pt x="369557" y="355157"/>
                  </a:lnTo>
                  <a:lnTo>
                    <a:pt x="372410" y="357453"/>
                  </a:lnTo>
                  <a:lnTo>
                    <a:pt x="373110" y="358461"/>
                  </a:lnTo>
                  <a:lnTo>
                    <a:pt x="373466" y="359860"/>
                  </a:lnTo>
                  <a:lnTo>
                    <a:pt x="373067" y="361834"/>
                  </a:lnTo>
                  <a:lnTo>
                    <a:pt x="371622" y="363664"/>
                  </a:lnTo>
                  <a:lnTo>
                    <a:pt x="365323" y="368346"/>
                  </a:lnTo>
                  <a:lnTo>
                    <a:pt x="362831" y="370749"/>
                  </a:lnTo>
                  <a:lnTo>
                    <a:pt x="361013" y="373537"/>
                  </a:lnTo>
                  <a:lnTo>
                    <a:pt x="360283" y="375779"/>
                  </a:lnTo>
                  <a:lnTo>
                    <a:pt x="360163" y="378997"/>
                  </a:lnTo>
                  <a:lnTo>
                    <a:pt x="361007" y="382710"/>
                  </a:lnTo>
                  <a:lnTo>
                    <a:pt x="362306" y="386046"/>
                  </a:lnTo>
                  <a:lnTo>
                    <a:pt x="366137" y="393276"/>
                  </a:lnTo>
                  <a:lnTo>
                    <a:pt x="366920" y="396738"/>
                  </a:lnTo>
                  <a:lnTo>
                    <a:pt x="366769" y="399341"/>
                  </a:lnTo>
                  <a:lnTo>
                    <a:pt x="365460" y="401851"/>
                  </a:lnTo>
                  <a:lnTo>
                    <a:pt x="362284" y="405260"/>
                  </a:lnTo>
                  <a:lnTo>
                    <a:pt x="361642" y="406937"/>
                  </a:lnTo>
                  <a:lnTo>
                    <a:pt x="361642" y="410489"/>
                  </a:lnTo>
                  <a:lnTo>
                    <a:pt x="362542" y="416388"/>
                  </a:lnTo>
                  <a:lnTo>
                    <a:pt x="362327" y="417902"/>
                  </a:lnTo>
                  <a:lnTo>
                    <a:pt x="361782" y="418963"/>
                  </a:lnTo>
                  <a:lnTo>
                    <a:pt x="360176" y="420102"/>
                  </a:lnTo>
                  <a:lnTo>
                    <a:pt x="357219" y="420818"/>
                  </a:lnTo>
                  <a:lnTo>
                    <a:pt x="356061" y="420852"/>
                  </a:lnTo>
                  <a:lnTo>
                    <a:pt x="354635" y="420423"/>
                  </a:lnTo>
                  <a:lnTo>
                    <a:pt x="352338" y="418820"/>
                  </a:lnTo>
                  <a:lnTo>
                    <a:pt x="350568" y="417980"/>
                  </a:lnTo>
                  <a:lnTo>
                    <a:pt x="348447" y="417829"/>
                  </a:lnTo>
                  <a:lnTo>
                    <a:pt x="346875" y="418251"/>
                  </a:lnTo>
                  <a:lnTo>
                    <a:pt x="345722" y="418965"/>
                  </a:lnTo>
                  <a:lnTo>
                    <a:pt x="344762" y="420265"/>
                  </a:lnTo>
                  <a:lnTo>
                    <a:pt x="344168" y="422038"/>
                  </a:lnTo>
                  <a:lnTo>
                    <a:pt x="344153" y="423905"/>
                  </a:lnTo>
                  <a:lnTo>
                    <a:pt x="344839" y="425700"/>
                  </a:lnTo>
                  <a:lnTo>
                    <a:pt x="348762" y="431601"/>
                  </a:lnTo>
                  <a:lnTo>
                    <a:pt x="351727" y="434522"/>
                  </a:lnTo>
                  <a:lnTo>
                    <a:pt x="352923" y="436386"/>
                  </a:lnTo>
                  <a:lnTo>
                    <a:pt x="353313" y="437722"/>
                  </a:lnTo>
                  <a:lnTo>
                    <a:pt x="353403" y="439675"/>
                  </a:lnTo>
                  <a:lnTo>
                    <a:pt x="353098" y="441391"/>
                  </a:lnTo>
                  <a:lnTo>
                    <a:pt x="351630" y="446186"/>
                  </a:lnTo>
                  <a:lnTo>
                    <a:pt x="351595" y="448333"/>
                  </a:lnTo>
                  <a:lnTo>
                    <a:pt x="353168" y="452695"/>
                  </a:lnTo>
                  <a:lnTo>
                    <a:pt x="355085" y="455351"/>
                  </a:lnTo>
                  <a:lnTo>
                    <a:pt x="356035" y="457061"/>
                  </a:lnTo>
                  <a:lnTo>
                    <a:pt x="356404" y="458637"/>
                  </a:lnTo>
                  <a:lnTo>
                    <a:pt x="355601" y="463678"/>
                  </a:lnTo>
                  <a:lnTo>
                    <a:pt x="355834" y="466433"/>
                  </a:lnTo>
                  <a:lnTo>
                    <a:pt x="356750" y="469163"/>
                  </a:lnTo>
                  <a:lnTo>
                    <a:pt x="357741" y="470553"/>
                  </a:lnTo>
                  <a:lnTo>
                    <a:pt x="358676" y="471379"/>
                  </a:lnTo>
                  <a:lnTo>
                    <a:pt x="361574" y="473134"/>
                  </a:lnTo>
                  <a:lnTo>
                    <a:pt x="363122" y="473754"/>
                  </a:lnTo>
                  <a:lnTo>
                    <a:pt x="365034" y="474186"/>
                  </a:lnTo>
                  <a:lnTo>
                    <a:pt x="367022" y="474338"/>
                  </a:lnTo>
                  <a:lnTo>
                    <a:pt x="369421" y="474040"/>
                  </a:lnTo>
                  <a:lnTo>
                    <a:pt x="373096" y="472060"/>
                  </a:lnTo>
                  <a:lnTo>
                    <a:pt x="374601" y="471675"/>
                  </a:lnTo>
                  <a:lnTo>
                    <a:pt x="376193" y="471806"/>
                  </a:lnTo>
                  <a:lnTo>
                    <a:pt x="379890" y="473309"/>
                  </a:lnTo>
                  <a:lnTo>
                    <a:pt x="382009" y="473605"/>
                  </a:lnTo>
                  <a:lnTo>
                    <a:pt x="384176" y="473135"/>
                  </a:lnTo>
                  <a:lnTo>
                    <a:pt x="386747" y="471660"/>
                  </a:lnTo>
                  <a:lnTo>
                    <a:pt x="387960" y="471641"/>
                  </a:lnTo>
                  <a:lnTo>
                    <a:pt x="388946" y="472042"/>
                  </a:lnTo>
                  <a:lnTo>
                    <a:pt x="389577" y="472557"/>
                  </a:lnTo>
                  <a:lnTo>
                    <a:pt x="390589" y="474045"/>
                  </a:lnTo>
                  <a:lnTo>
                    <a:pt x="391083" y="475370"/>
                  </a:lnTo>
                  <a:lnTo>
                    <a:pt x="391120" y="476528"/>
                  </a:lnTo>
                  <a:lnTo>
                    <a:pt x="390734" y="477771"/>
                  </a:lnTo>
                  <a:lnTo>
                    <a:pt x="390235" y="478552"/>
                  </a:lnTo>
                  <a:lnTo>
                    <a:pt x="386930" y="481300"/>
                  </a:lnTo>
                  <a:lnTo>
                    <a:pt x="385725" y="482821"/>
                  </a:lnTo>
                  <a:lnTo>
                    <a:pt x="385308" y="484133"/>
                  </a:lnTo>
                  <a:lnTo>
                    <a:pt x="385281" y="485143"/>
                  </a:lnTo>
                  <a:lnTo>
                    <a:pt x="385631" y="486375"/>
                  </a:lnTo>
                  <a:lnTo>
                    <a:pt x="386198" y="487378"/>
                  </a:lnTo>
                  <a:lnTo>
                    <a:pt x="387836" y="489129"/>
                  </a:lnTo>
                  <a:lnTo>
                    <a:pt x="389144" y="490107"/>
                  </a:lnTo>
                  <a:lnTo>
                    <a:pt x="390381" y="490697"/>
                  </a:lnTo>
                  <a:lnTo>
                    <a:pt x="391695" y="491011"/>
                  </a:lnTo>
                  <a:lnTo>
                    <a:pt x="396422" y="491335"/>
                  </a:lnTo>
                  <a:lnTo>
                    <a:pt x="399703" y="492367"/>
                  </a:lnTo>
                  <a:lnTo>
                    <a:pt x="402605" y="494241"/>
                  </a:lnTo>
                  <a:lnTo>
                    <a:pt x="405795" y="497199"/>
                  </a:lnTo>
                  <a:lnTo>
                    <a:pt x="406789" y="497785"/>
                  </a:lnTo>
                  <a:lnTo>
                    <a:pt x="407961" y="498100"/>
                  </a:lnTo>
                  <a:lnTo>
                    <a:pt x="411271" y="498025"/>
                  </a:lnTo>
                  <a:lnTo>
                    <a:pt x="412489" y="498345"/>
                  </a:lnTo>
                  <a:lnTo>
                    <a:pt x="413523" y="499049"/>
                  </a:lnTo>
                  <a:lnTo>
                    <a:pt x="415392" y="501159"/>
                  </a:lnTo>
                  <a:lnTo>
                    <a:pt x="416996" y="502232"/>
                  </a:lnTo>
                  <a:lnTo>
                    <a:pt x="420563" y="503870"/>
                  </a:lnTo>
                  <a:lnTo>
                    <a:pt x="426819" y="505346"/>
                  </a:lnTo>
                  <a:lnTo>
                    <a:pt x="427719" y="506004"/>
                  </a:lnTo>
                  <a:lnTo>
                    <a:pt x="428443" y="507363"/>
                  </a:lnTo>
                  <a:lnTo>
                    <a:pt x="428591" y="509230"/>
                  </a:lnTo>
                  <a:lnTo>
                    <a:pt x="428157" y="511151"/>
                  </a:lnTo>
                  <a:lnTo>
                    <a:pt x="426227" y="514019"/>
                  </a:lnTo>
                  <a:lnTo>
                    <a:pt x="424247" y="517851"/>
                  </a:lnTo>
                  <a:lnTo>
                    <a:pt x="422744" y="519402"/>
                  </a:lnTo>
                  <a:lnTo>
                    <a:pt x="418541" y="521815"/>
                  </a:lnTo>
                  <a:lnTo>
                    <a:pt x="417021" y="523061"/>
                  </a:lnTo>
                  <a:lnTo>
                    <a:pt x="415198" y="525590"/>
                  </a:lnTo>
                  <a:lnTo>
                    <a:pt x="414162" y="528727"/>
                  </a:lnTo>
                  <a:lnTo>
                    <a:pt x="413988" y="530405"/>
                  </a:lnTo>
                  <a:lnTo>
                    <a:pt x="414327" y="532635"/>
                  </a:lnTo>
                  <a:lnTo>
                    <a:pt x="415172" y="534569"/>
                  </a:lnTo>
                  <a:lnTo>
                    <a:pt x="417711" y="538330"/>
                  </a:lnTo>
                  <a:lnTo>
                    <a:pt x="418680" y="540479"/>
                  </a:lnTo>
                  <a:lnTo>
                    <a:pt x="419511" y="543115"/>
                  </a:lnTo>
                  <a:lnTo>
                    <a:pt x="420514" y="549145"/>
                  </a:lnTo>
                  <a:lnTo>
                    <a:pt x="421495" y="551311"/>
                  </a:lnTo>
                  <a:lnTo>
                    <a:pt x="422831" y="552887"/>
                  </a:lnTo>
                  <a:lnTo>
                    <a:pt x="425554" y="555043"/>
                  </a:lnTo>
                  <a:lnTo>
                    <a:pt x="426833" y="556631"/>
                  </a:lnTo>
                  <a:lnTo>
                    <a:pt x="427607" y="558431"/>
                  </a:lnTo>
                  <a:lnTo>
                    <a:pt x="428179" y="562693"/>
                  </a:lnTo>
                  <a:lnTo>
                    <a:pt x="429035" y="565244"/>
                  </a:lnTo>
                  <a:lnTo>
                    <a:pt x="430645" y="567850"/>
                  </a:lnTo>
                  <a:lnTo>
                    <a:pt x="434559" y="572612"/>
                  </a:lnTo>
                  <a:lnTo>
                    <a:pt x="436818" y="576788"/>
                  </a:lnTo>
                  <a:lnTo>
                    <a:pt x="437836" y="577955"/>
                  </a:lnTo>
                  <a:lnTo>
                    <a:pt x="440989" y="580055"/>
                  </a:lnTo>
                  <a:lnTo>
                    <a:pt x="442570" y="581745"/>
                  </a:lnTo>
                  <a:lnTo>
                    <a:pt x="443181" y="582887"/>
                  </a:lnTo>
                  <a:lnTo>
                    <a:pt x="443710" y="584745"/>
                  </a:lnTo>
                  <a:lnTo>
                    <a:pt x="443538" y="588174"/>
                  </a:lnTo>
                  <a:lnTo>
                    <a:pt x="444039" y="589018"/>
                  </a:lnTo>
                  <a:lnTo>
                    <a:pt x="445005" y="589972"/>
                  </a:lnTo>
                  <a:lnTo>
                    <a:pt x="447617" y="591605"/>
                  </a:lnTo>
                  <a:lnTo>
                    <a:pt x="450207" y="592280"/>
                  </a:lnTo>
                  <a:lnTo>
                    <a:pt x="455744" y="592639"/>
                  </a:lnTo>
                  <a:lnTo>
                    <a:pt x="460712" y="592018"/>
                  </a:lnTo>
                  <a:lnTo>
                    <a:pt x="464919" y="592472"/>
                  </a:lnTo>
                  <a:lnTo>
                    <a:pt x="469149" y="592183"/>
                  </a:lnTo>
                  <a:lnTo>
                    <a:pt x="471012" y="592506"/>
                  </a:lnTo>
                  <a:lnTo>
                    <a:pt x="472830" y="593362"/>
                  </a:lnTo>
                  <a:lnTo>
                    <a:pt x="474595" y="594771"/>
                  </a:lnTo>
                  <a:lnTo>
                    <a:pt x="477167" y="598523"/>
                  </a:lnTo>
                  <a:lnTo>
                    <a:pt x="478227" y="599648"/>
                  </a:lnTo>
                  <a:lnTo>
                    <a:pt x="479616" y="600486"/>
                  </a:lnTo>
                  <a:lnTo>
                    <a:pt x="482310" y="601439"/>
                  </a:lnTo>
                  <a:lnTo>
                    <a:pt x="483678" y="602593"/>
                  </a:lnTo>
                  <a:lnTo>
                    <a:pt x="484014" y="603849"/>
                  </a:lnTo>
                  <a:lnTo>
                    <a:pt x="483444" y="605534"/>
                  </a:lnTo>
                  <a:lnTo>
                    <a:pt x="482133" y="608043"/>
                  </a:lnTo>
                  <a:lnTo>
                    <a:pt x="478883" y="612582"/>
                  </a:lnTo>
                  <a:lnTo>
                    <a:pt x="478238" y="614240"/>
                  </a:lnTo>
                  <a:lnTo>
                    <a:pt x="476816" y="621321"/>
                  </a:lnTo>
                  <a:lnTo>
                    <a:pt x="477049" y="626848"/>
                  </a:lnTo>
                  <a:lnTo>
                    <a:pt x="475944" y="631306"/>
                  </a:lnTo>
                  <a:lnTo>
                    <a:pt x="475823" y="634628"/>
                  </a:lnTo>
                  <a:lnTo>
                    <a:pt x="474350" y="638259"/>
                  </a:lnTo>
                  <a:lnTo>
                    <a:pt x="474070" y="646965"/>
                  </a:lnTo>
                  <a:lnTo>
                    <a:pt x="474940" y="649857"/>
                  </a:lnTo>
                  <a:lnTo>
                    <a:pt x="476828" y="652859"/>
                  </a:lnTo>
                  <a:lnTo>
                    <a:pt x="478992" y="654992"/>
                  </a:lnTo>
                  <a:lnTo>
                    <a:pt x="482484" y="657468"/>
                  </a:lnTo>
                  <a:lnTo>
                    <a:pt x="485032" y="659661"/>
                  </a:lnTo>
                  <a:lnTo>
                    <a:pt x="486950" y="661781"/>
                  </a:lnTo>
                  <a:lnTo>
                    <a:pt x="489056" y="664753"/>
                  </a:lnTo>
                  <a:lnTo>
                    <a:pt x="490847" y="668034"/>
                  </a:lnTo>
                  <a:lnTo>
                    <a:pt x="491857" y="670572"/>
                  </a:lnTo>
                  <a:lnTo>
                    <a:pt x="492341" y="672616"/>
                  </a:lnTo>
                  <a:lnTo>
                    <a:pt x="492444" y="675858"/>
                  </a:lnTo>
                  <a:lnTo>
                    <a:pt x="492428" y="679228"/>
                  </a:lnTo>
                  <a:lnTo>
                    <a:pt x="493120" y="682059"/>
                  </a:lnTo>
                  <a:lnTo>
                    <a:pt x="493880" y="683660"/>
                  </a:lnTo>
                  <a:lnTo>
                    <a:pt x="496292" y="687221"/>
                  </a:lnTo>
                  <a:lnTo>
                    <a:pt x="498603" y="694995"/>
                  </a:lnTo>
                  <a:lnTo>
                    <a:pt x="499482" y="696926"/>
                  </a:lnTo>
                  <a:lnTo>
                    <a:pt x="501777" y="700552"/>
                  </a:lnTo>
                  <a:lnTo>
                    <a:pt x="504378" y="709840"/>
                  </a:lnTo>
                  <a:lnTo>
                    <a:pt x="505514" y="712017"/>
                  </a:lnTo>
                  <a:lnTo>
                    <a:pt x="508560" y="716675"/>
                  </a:lnTo>
                  <a:lnTo>
                    <a:pt x="509743" y="719761"/>
                  </a:lnTo>
                  <a:lnTo>
                    <a:pt x="510122" y="725585"/>
                  </a:lnTo>
                  <a:lnTo>
                    <a:pt x="511068" y="729204"/>
                  </a:lnTo>
                  <a:lnTo>
                    <a:pt x="511352" y="731458"/>
                  </a:lnTo>
                  <a:lnTo>
                    <a:pt x="511066" y="733688"/>
                  </a:lnTo>
                  <a:lnTo>
                    <a:pt x="509975" y="737488"/>
                  </a:lnTo>
                  <a:lnTo>
                    <a:pt x="509683" y="740062"/>
                  </a:lnTo>
                  <a:lnTo>
                    <a:pt x="509816" y="742734"/>
                  </a:lnTo>
                  <a:lnTo>
                    <a:pt x="510670" y="746915"/>
                  </a:lnTo>
                  <a:lnTo>
                    <a:pt x="509274" y="746478"/>
                  </a:lnTo>
                  <a:lnTo>
                    <a:pt x="509169" y="747259"/>
                  </a:lnTo>
                  <a:lnTo>
                    <a:pt x="502433" y="747835"/>
                  </a:lnTo>
                  <a:lnTo>
                    <a:pt x="495129" y="753187"/>
                  </a:lnTo>
                  <a:lnTo>
                    <a:pt x="491247" y="749196"/>
                  </a:lnTo>
                  <a:lnTo>
                    <a:pt x="490589" y="747135"/>
                  </a:lnTo>
                  <a:lnTo>
                    <a:pt x="489889" y="746067"/>
                  </a:lnTo>
                  <a:lnTo>
                    <a:pt x="488443" y="744743"/>
                  </a:lnTo>
                  <a:lnTo>
                    <a:pt x="486601" y="743479"/>
                  </a:lnTo>
                  <a:lnTo>
                    <a:pt x="484804" y="742655"/>
                  </a:lnTo>
                  <a:lnTo>
                    <a:pt x="481497" y="741836"/>
                  </a:lnTo>
                  <a:lnTo>
                    <a:pt x="477165" y="741572"/>
                  </a:lnTo>
                  <a:lnTo>
                    <a:pt x="475541" y="741697"/>
                  </a:lnTo>
                  <a:lnTo>
                    <a:pt x="471109" y="742615"/>
                  </a:lnTo>
                  <a:lnTo>
                    <a:pt x="468766" y="743544"/>
                  </a:lnTo>
                  <a:lnTo>
                    <a:pt x="465676" y="746353"/>
                  </a:lnTo>
                  <a:lnTo>
                    <a:pt x="463577" y="751443"/>
                  </a:lnTo>
                  <a:lnTo>
                    <a:pt x="462249" y="753623"/>
                  </a:lnTo>
                  <a:lnTo>
                    <a:pt x="459414" y="761520"/>
                  </a:lnTo>
                  <a:lnTo>
                    <a:pt x="457975" y="767524"/>
                  </a:lnTo>
                  <a:lnTo>
                    <a:pt x="458864" y="770303"/>
                  </a:lnTo>
                  <a:lnTo>
                    <a:pt x="460580" y="772291"/>
                  </a:lnTo>
                  <a:lnTo>
                    <a:pt x="463899" y="772997"/>
                  </a:lnTo>
                  <a:lnTo>
                    <a:pt x="460080" y="776812"/>
                  </a:lnTo>
                  <a:lnTo>
                    <a:pt x="451386" y="776311"/>
                  </a:lnTo>
                  <a:lnTo>
                    <a:pt x="450485" y="777998"/>
                  </a:lnTo>
                  <a:lnTo>
                    <a:pt x="432651" y="799922"/>
                  </a:lnTo>
                  <a:lnTo>
                    <a:pt x="421420" y="793705"/>
                  </a:lnTo>
                  <a:lnTo>
                    <a:pt x="419819" y="793566"/>
                  </a:lnTo>
                  <a:lnTo>
                    <a:pt x="418539" y="794061"/>
                  </a:lnTo>
                  <a:lnTo>
                    <a:pt x="417931" y="795394"/>
                  </a:lnTo>
                  <a:lnTo>
                    <a:pt x="417494" y="797728"/>
                  </a:lnTo>
                  <a:lnTo>
                    <a:pt x="416491" y="798800"/>
                  </a:lnTo>
                  <a:lnTo>
                    <a:pt x="416111" y="800721"/>
                  </a:lnTo>
                  <a:lnTo>
                    <a:pt x="413014" y="804183"/>
                  </a:lnTo>
                  <a:lnTo>
                    <a:pt x="411258" y="804021"/>
                  </a:lnTo>
                  <a:lnTo>
                    <a:pt x="408366" y="803309"/>
                  </a:lnTo>
                  <a:lnTo>
                    <a:pt x="404708" y="801324"/>
                  </a:lnTo>
                  <a:lnTo>
                    <a:pt x="404903" y="800690"/>
                  </a:lnTo>
                  <a:lnTo>
                    <a:pt x="404026" y="792213"/>
                  </a:lnTo>
                  <a:lnTo>
                    <a:pt x="402964" y="790631"/>
                  </a:lnTo>
                  <a:lnTo>
                    <a:pt x="401451" y="789894"/>
                  </a:lnTo>
                  <a:lnTo>
                    <a:pt x="398881" y="789995"/>
                  </a:lnTo>
                  <a:lnTo>
                    <a:pt x="397941" y="790481"/>
                  </a:lnTo>
                  <a:lnTo>
                    <a:pt x="397308" y="791161"/>
                  </a:lnTo>
                  <a:lnTo>
                    <a:pt x="394397" y="793266"/>
                  </a:lnTo>
                  <a:lnTo>
                    <a:pt x="392971" y="793640"/>
                  </a:lnTo>
                  <a:lnTo>
                    <a:pt x="391586" y="793040"/>
                  </a:lnTo>
                  <a:lnTo>
                    <a:pt x="389863" y="791776"/>
                  </a:lnTo>
                  <a:lnTo>
                    <a:pt x="388999" y="791609"/>
                  </a:lnTo>
                  <a:lnTo>
                    <a:pt x="384456" y="791736"/>
                  </a:lnTo>
                  <a:lnTo>
                    <a:pt x="383605" y="792159"/>
                  </a:lnTo>
                  <a:lnTo>
                    <a:pt x="381852" y="794630"/>
                  </a:lnTo>
                  <a:lnTo>
                    <a:pt x="381480" y="795908"/>
                  </a:lnTo>
                  <a:lnTo>
                    <a:pt x="376987" y="802736"/>
                  </a:lnTo>
                  <a:lnTo>
                    <a:pt x="379917" y="816046"/>
                  </a:lnTo>
                  <a:lnTo>
                    <a:pt x="381051" y="819101"/>
                  </a:lnTo>
                  <a:lnTo>
                    <a:pt x="381068" y="819694"/>
                  </a:lnTo>
                  <a:lnTo>
                    <a:pt x="381106" y="821247"/>
                  </a:lnTo>
                  <a:lnTo>
                    <a:pt x="377539" y="821439"/>
                  </a:lnTo>
                  <a:lnTo>
                    <a:pt x="377501" y="822912"/>
                  </a:lnTo>
                  <a:lnTo>
                    <a:pt x="379518" y="825523"/>
                  </a:lnTo>
                  <a:lnTo>
                    <a:pt x="380528" y="828924"/>
                  </a:lnTo>
                  <a:lnTo>
                    <a:pt x="353664" y="839178"/>
                  </a:lnTo>
                  <a:lnTo>
                    <a:pt x="343664" y="831128"/>
                  </a:lnTo>
                  <a:lnTo>
                    <a:pt x="340625" y="831481"/>
                  </a:lnTo>
                  <a:lnTo>
                    <a:pt x="337871" y="832373"/>
                  </a:lnTo>
                  <a:lnTo>
                    <a:pt x="335625" y="832270"/>
                  </a:lnTo>
                  <a:lnTo>
                    <a:pt x="334190" y="832581"/>
                  </a:lnTo>
                  <a:lnTo>
                    <a:pt x="332963" y="833538"/>
                  </a:lnTo>
                  <a:lnTo>
                    <a:pt x="331844" y="833631"/>
                  </a:lnTo>
                  <a:lnTo>
                    <a:pt x="329410" y="834339"/>
                  </a:lnTo>
                  <a:lnTo>
                    <a:pt x="323477" y="836773"/>
                  </a:lnTo>
                  <a:lnTo>
                    <a:pt x="316033" y="846697"/>
                  </a:lnTo>
                  <a:lnTo>
                    <a:pt x="305954" y="846446"/>
                  </a:lnTo>
                  <a:lnTo>
                    <a:pt x="294426" y="846484"/>
                  </a:lnTo>
                  <a:lnTo>
                    <a:pt x="280801" y="840933"/>
                  </a:lnTo>
                  <a:lnTo>
                    <a:pt x="277137" y="833254"/>
                  </a:lnTo>
                  <a:lnTo>
                    <a:pt x="273552" y="826076"/>
                  </a:lnTo>
                  <a:lnTo>
                    <a:pt x="271299" y="824842"/>
                  </a:lnTo>
                  <a:lnTo>
                    <a:pt x="267866" y="824270"/>
                  </a:lnTo>
                  <a:lnTo>
                    <a:pt x="267077" y="823711"/>
                  </a:lnTo>
                  <a:lnTo>
                    <a:pt x="266215" y="824342"/>
                  </a:lnTo>
                  <a:lnTo>
                    <a:pt x="255438" y="829505"/>
                  </a:lnTo>
                  <a:lnTo>
                    <a:pt x="248112" y="837242"/>
                  </a:lnTo>
                  <a:lnTo>
                    <a:pt x="226943" y="842257"/>
                  </a:lnTo>
                  <a:lnTo>
                    <a:pt x="215321" y="846422"/>
                  </a:lnTo>
                  <a:lnTo>
                    <a:pt x="205440" y="847771"/>
                  </a:lnTo>
                  <a:lnTo>
                    <a:pt x="190788" y="849766"/>
                  </a:lnTo>
                  <a:lnTo>
                    <a:pt x="188225" y="842016"/>
                  </a:lnTo>
                  <a:lnTo>
                    <a:pt x="177365" y="840690"/>
                  </a:lnTo>
                  <a:lnTo>
                    <a:pt x="172794" y="848663"/>
                  </a:lnTo>
                  <a:lnTo>
                    <a:pt x="171911" y="836498"/>
                  </a:lnTo>
                  <a:lnTo>
                    <a:pt x="166060" y="834961"/>
                  </a:lnTo>
                  <a:lnTo>
                    <a:pt x="165297" y="830966"/>
                  </a:lnTo>
                  <a:lnTo>
                    <a:pt x="160150" y="829388"/>
                  </a:lnTo>
                  <a:lnTo>
                    <a:pt x="155990" y="828499"/>
                  </a:lnTo>
                  <a:lnTo>
                    <a:pt x="155979" y="828256"/>
                  </a:lnTo>
                  <a:lnTo>
                    <a:pt x="141731" y="825326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pg45">
              <a:extLst>
                <a:ext uri="{FF2B5EF4-FFF2-40B4-BE49-F238E27FC236}">
                  <a16:creationId xmlns:a16="http://schemas.microsoft.com/office/drawing/2014/main" id="{6C39C4A9-6A4C-C548-15F9-1E52F4F51CC4}"/>
                </a:ext>
              </a:extLst>
            </p:cNvPr>
            <p:cNvSpPr/>
            <p:nvPr/>
          </p:nvSpPr>
          <p:spPr>
            <a:xfrm>
              <a:off x="5963620" y="191080"/>
              <a:ext cx="513128" cy="750946"/>
            </a:xfrm>
            <a:custGeom>
              <a:avLst/>
              <a:gdLst/>
              <a:ahLst/>
              <a:cxnLst/>
              <a:rect l="0" t="0" r="0" b="0"/>
              <a:pathLst>
                <a:path w="513128" h="750946">
                  <a:moveTo>
                    <a:pt x="222444" y="635150"/>
                  </a:moveTo>
                  <a:lnTo>
                    <a:pt x="221065" y="634009"/>
                  </a:lnTo>
                  <a:lnTo>
                    <a:pt x="220299" y="633668"/>
                  </a:lnTo>
                  <a:lnTo>
                    <a:pt x="218520" y="633812"/>
                  </a:lnTo>
                  <a:lnTo>
                    <a:pt x="217043" y="633542"/>
                  </a:lnTo>
                  <a:lnTo>
                    <a:pt x="215037" y="633646"/>
                  </a:lnTo>
                  <a:lnTo>
                    <a:pt x="213101" y="634461"/>
                  </a:lnTo>
                  <a:lnTo>
                    <a:pt x="210857" y="633980"/>
                  </a:lnTo>
                  <a:lnTo>
                    <a:pt x="209605" y="633339"/>
                  </a:lnTo>
                  <a:lnTo>
                    <a:pt x="207419" y="633877"/>
                  </a:lnTo>
                  <a:lnTo>
                    <a:pt x="204077" y="633079"/>
                  </a:lnTo>
                  <a:lnTo>
                    <a:pt x="203074" y="633259"/>
                  </a:lnTo>
                  <a:lnTo>
                    <a:pt x="202960" y="634116"/>
                  </a:lnTo>
                  <a:lnTo>
                    <a:pt x="203927" y="634294"/>
                  </a:lnTo>
                  <a:lnTo>
                    <a:pt x="204024" y="635691"/>
                  </a:lnTo>
                  <a:lnTo>
                    <a:pt x="204755" y="636706"/>
                  </a:lnTo>
                  <a:lnTo>
                    <a:pt x="204924" y="637946"/>
                  </a:lnTo>
                  <a:lnTo>
                    <a:pt x="205477" y="639025"/>
                  </a:lnTo>
                  <a:lnTo>
                    <a:pt x="204234" y="639212"/>
                  </a:lnTo>
                  <a:lnTo>
                    <a:pt x="204123" y="640156"/>
                  </a:lnTo>
                  <a:lnTo>
                    <a:pt x="202297" y="640098"/>
                  </a:lnTo>
                  <a:lnTo>
                    <a:pt x="201467" y="640677"/>
                  </a:lnTo>
                  <a:lnTo>
                    <a:pt x="201307" y="641207"/>
                  </a:lnTo>
                  <a:lnTo>
                    <a:pt x="201514" y="643109"/>
                  </a:lnTo>
                  <a:lnTo>
                    <a:pt x="200965" y="643019"/>
                  </a:lnTo>
                  <a:lnTo>
                    <a:pt x="200906" y="642510"/>
                  </a:lnTo>
                  <a:lnTo>
                    <a:pt x="200070" y="642115"/>
                  </a:lnTo>
                  <a:lnTo>
                    <a:pt x="199232" y="641293"/>
                  </a:lnTo>
                  <a:lnTo>
                    <a:pt x="199357" y="640745"/>
                  </a:lnTo>
                  <a:lnTo>
                    <a:pt x="197602" y="640427"/>
                  </a:lnTo>
                  <a:lnTo>
                    <a:pt x="195764" y="640537"/>
                  </a:lnTo>
                  <a:lnTo>
                    <a:pt x="193665" y="639333"/>
                  </a:lnTo>
                  <a:lnTo>
                    <a:pt x="192958" y="639717"/>
                  </a:lnTo>
                  <a:lnTo>
                    <a:pt x="192721" y="639301"/>
                  </a:lnTo>
                  <a:lnTo>
                    <a:pt x="192068" y="640161"/>
                  </a:lnTo>
                  <a:lnTo>
                    <a:pt x="190593" y="640866"/>
                  </a:lnTo>
                  <a:lnTo>
                    <a:pt x="189386" y="641862"/>
                  </a:lnTo>
                  <a:lnTo>
                    <a:pt x="188953" y="642660"/>
                  </a:lnTo>
                  <a:lnTo>
                    <a:pt x="188414" y="642804"/>
                  </a:lnTo>
                  <a:lnTo>
                    <a:pt x="187213" y="644189"/>
                  </a:lnTo>
                  <a:lnTo>
                    <a:pt x="187052" y="644866"/>
                  </a:lnTo>
                  <a:lnTo>
                    <a:pt x="186179" y="644798"/>
                  </a:lnTo>
                  <a:lnTo>
                    <a:pt x="185501" y="645067"/>
                  </a:lnTo>
                  <a:lnTo>
                    <a:pt x="184953" y="645883"/>
                  </a:lnTo>
                  <a:lnTo>
                    <a:pt x="185092" y="646154"/>
                  </a:lnTo>
                  <a:lnTo>
                    <a:pt x="184801" y="646373"/>
                  </a:lnTo>
                  <a:lnTo>
                    <a:pt x="184883" y="646928"/>
                  </a:lnTo>
                  <a:lnTo>
                    <a:pt x="184373" y="647411"/>
                  </a:lnTo>
                  <a:lnTo>
                    <a:pt x="184233" y="648001"/>
                  </a:lnTo>
                  <a:lnTo>
                    <a:pt x="184453" y="648642"/>
                  </a:lnTo>
                  <a:lnTo>
                    <a:pt x="184268" y="648961"/>
                  </a:lnTo>
                  <a:lnTo>
                    <a:pt x="184408" y="649270"/>
                  </a:lnTo>
                  <a:lnTo>
                    <a:pt x="184181" y="649466"/>
                  </a:lnTo>
                  <a:lnTo>
                    <a:pt x="183432" y="649589"/>
                  </a:lnTo>
                  <a:lnTo>
                    <a:pt x="183040" y="649333"/>
                  </a:lnTo>
                  <a:lnTo>
                    <a:pt x="182357" y="649942"/>
                  </a:lnTo>
                  <a:lnTo>
                    <a:pt x="181793" y="649969"/>
                  </a:lnTo>
                  <a:lnTo>
                    <a:pt x="181636" y="649672"/>
                  </a:lnTo>
                  <a:lnTo>
                    <a:pt x="181510" y="649913"/>
                  </a:lnTo>
                  <a:lnTo>
                    <a:pt x="180454" y="649973"/>
                  </a:lnTo>
                  <a:lnTo>
                    <a:pt x="180216" y="650294"/>
                  </a:lnTo>
                  <a:lnTo>
                    <a:pt x="180544" y="650418"/>
                  </a:lnTo>
                  <a:lnTo>
                    <a:pt x="179803" y="650708"/>
                  </a:lnTo>
                  <a:lnTo>
                    <a:pt x="179516" y="651058"/>
                  </a:lnTo>
                  <a:lnTo>
                    <a:pt x="178681" y="650945"/>
                  </a:lnTo>
                  <a:lnTo>
                    <a:pt x="177377" y="651917"/>
                  </a:lnTo>
                  <a:lnTo>
                    <a:pt x="176915" y="651803"/>
                  </a:lnTo>
                  <a:lnTo>
                    <a:pt x="176909" y="652139"/>
                  </a:lnTo>
                  <a:lnTo>
                    <a:pt x="176138" y="652856"/>
                  </a:lnTo>
                  <a:lnTo>
                    <a:pt x="176169" y="653268"/>
                  </a:lnTo>
                  <a:lnTo>
                    <a:pt x="175688" y="653814"/>
                  </a:lnTo>
                  <a:lnTo>
                    <a:pt x="175819" y="654061"/>
                  </a:lnTo>
                  <a:lnTo>
                    <a:pt x="175633" y="654766"/>
                  </a:lnTo>
                  <a:lnTo>
                    <a:pt x="175158" y="655515"/>
                  </a:lnTo>
                  <a:lnTo>
                    <a:pt x="175039" y="658605"/>
                  </a:lnTo>
                  <a:lnTo>
                    <a:pt x="174027" y="661621"/>
                  </a:lnTo>
                  <a:lnTo>
                    <a:pt x="173906" y="663492"/>
                  </a:lnTo>
                  <a:lnTo>
                    <a:pt x="173014" y="665793"/>
                  </a:lnTo>
                  <a:lnTo>
                    <a:pt x="172330" y="666786"/>
                  </a:lnTo>
                  <a:lnTo>
                    <a:pt x="172218" y="668147"/>
                  </a:lnTo>
                  <a:lnTo>
                    <a:pt x="171288" y="667885"/>
                  </a:lnTo>
                  <a:lnTo>
                    <a:pt x="171153" y="667500"/>
                  </a:lnTo>
                  <a:lnTo>
                    <a:pt x="169330" y="666788"/>
                  </a:lnTo>
                  <a:lnTo>
                    <a:pt x="168667" y="665864"/>
                  </a:lnTo>
                  <a:lnTo>
                    <a:pt x="167704" y="665536"/>
                  </a:lnTo>
                  <a:lnTo>
                    <a:pt x="167464" y="665072"/>
                  </a:lnTo>
                  <a:lnTo>
                    <a:pt x="167178" y="665243"/>
                  </a:lnTo>
                  <a:lnTo>
                    <a:pt x="166785" y="664798"/>
                  </a:lnTo>
                  <a:lnTo>
                    <a:pt x="166946" y="664426"/>
                  </a:lnTo>
                  <a:lnTo>
                    <a:pt x="166431" y="664512"/>
                  </a:lnTo>
                  <a:lnTo>
                    <a:pt x="166055" y="663801"/>
                  </a:lnTo>
                  <a:lnTo>
                    <a:pt x="166139" y="663510"/>
                  </a:lnTo>
                  <a:lnTo>
                    <a:pt x="165560" y="663013"/>
                  </a:lnTo>
                  <a:lnTo>
                    <a:pt x="164704" y="661581"/>
                  </a:lnTo>
                  <a:lnTo>
                    <a:pt x="163298" y="660777"/>
                  </a:lnTo>
                  <a:lnTo>
                    <a:pt x="162450" y="659844"/>
                  </a:lnTo>
                  <a:lnTo>
                    <a:pt x="161394" y="664798"/>
                  </a:lnTo>
                  <a:lnTo>
                    <a:pt x="160768" y="666226"/>
                  </a:lnTo>
                  <a:lnTo>
                    <a:pt x="158436" y="665365"/>
                  </a:lnTo>
                  <a:lnTo>
                    <a:pt x="157209" y="664344"/>
                  </a:lnTo>
                  <a:lnTo>
                    <a:pt x="152918" y="663078"/>
                  </a:lnTo>
                  <a:lnTo>
                    <a:pt x="151896" y="662995"/>
                  </a:lnTo>
                  <a:lnTo>
                    <a:pt x="150414" y="666014"/>
                  </a:lnTo>
                  <a:lnTo>
                    <a:pt x="150340" y="667839"/>
                  </a:lnTo>
                  <a:lnTo>
                    <a:pt x="150558" y="668488"/>
                  </a:lnTo>
                  <a:lnTo>
                    <a:pt x="151106" y="668866"/>
                  </a:lnTo>
                  <a:lnTo>
                    <a:pt x="150757" y="669745"/>
                  </a:lnTo>
                  <a:lnTo>
                    <a:pt x="148698" y="672508"/>
                  </a:lnTo>
                  <a:lnTo>
                    <a:pt x="147913" y="672761"/>
                  </a:lnTo>
                  <a:lnTo>
                    <a:pt x="148168" y="674488"/>
                  </a:lnTo>
                  <a:lnTo>
                    <a:pt x="147500" y="679509"/>
                  </a:lnTo>
                  <a:lnTo>
                    <a:pt x="147282" y="679852"/>
                  </a:lnTo>
                  <a:lnTo>
                    <a:pt x="147296" y="681381"/>
                  </a:lnTo>
                  <a:lnTo>
                    <a:pt x="145305" y="680938"/>
                  </a:lnTo>
                  <a:lnTo>
                    <a:pt x="144124" y="679711"/>
                  </a:lnTo>
                  <a:lnTo>
                    <a:pt x="142767" y="678866"/>
                  </a:lnTo>
                  <a:lnTo>
                    <a:pt x="141798" y="678703"/>
                  </a:lnTo>
                  <a:lnTo>
                    <a:pt x="137637" y="676849"/>
                  </a:lnTo>
                  <a:lnTo>
                    <a:pt x="136379" y="676552"/>
                  </a:lnTo>
                  <a:lnTo>
                    <a:pt x="135566" y="678009"/>
                  </a:lnTo>
                  <a:lnTo>
                    <a:pt x="134895" y="676724"/>
                  </a:lnTo>
                  <a:lnTo>
                    <a:pt x="133887" y="675567"/>
                  </a:lnTo>
                  <a:lnTo>
                    <a:pt x="132923" y="674814"/>
                  </a:lnTo>
                  <a:lnTo>
                    <a:pt x="131445" y="674119"/>
                  </a:lnTo>
                  <a:lnTo>
                    <a:pt x="130740" y="673404"/>
                  </a:lnTo>
                  <a:lnTo>
                    <a:pt x="130712" y="672741"/>
                  </a:lnTo>
                  <a:lnTo>
                    <a:pt x="129939" y="672127"/>
                  </a:lnTo>
                  <a:lnTo>
                    <a:pt x="129493" y="672282"/>
                  </a:lnTo>
                  <a:lnTo>
                    <a:pt x="128962" y="672124"/>
                  </a:lnTo>
                  <a:lnTo>
                    <a:pt x="127959" y="672457"/>
                  </a:lnTo>
                  <a:lnTo>
                    <a:pt x="127589" y="673619"/>
                  </a:lnTo>
                  <a:lnTo>
                    <a:pt x="126010" y="674868"/>
                  </a:lnTo>
                  <a:lnTo>
                    <a:pt x="126186" y="675023"/>
                  </a:lnTo>
                  <a:lnTo>
                    <a:pt x="125809" y="675428"/>
                  </a:lnTo>
                  <a:lnTo>
                    <a:pt x="125813" y="676052"/>
                  </a:lnTo>
                  <a:lnTo>
                    <a:pt x="124850" y="677793"/>
                  </a:lnTo>
                  <a:lnTo>
                    <a:pt x="123845" y="678098"/>
                  </a:lnTo>
                  <a:lnTo>
                    <a:pt x="120834" y="680346"/>
                  </a:lnTo>
                  <a:lnTo>
                    <a:pt x="119942" y="680677"/>
                  </a:lnTo>
                  <a:lnTo>
                    <a:pt x="119088" y="680002"/>
                  </a:lnTo>
                  <a:lnTo>
                    <a:pt x="118317" y="679934"/>
                  </a:lnTo>
                  <a:lnTo>
                    <a:pt x="117968" y="680298"/>
                  </a:lnTo>
                  <a:lnTo>
                    <a:pt x="116892" y="680405"/>
                  </a:lnTo>
                  <a:lnTo>
                    <a:pt x="116582" y="680798"/>
                  </a:lnTo>
                  <a:lnTo>
                    <a:pt x="115942" y="680416"/>
                  </a:lnTo>
                  <a:lnTo>
                    <a:pt x="115067" y="680377"/>
                  </a:lnTo>
                  <a:lnTo>
                    <a:pt x="113392" y="684866"/>
                  </a:lnTo>
                  <a:lnTo>
                    <a:pt x="112963" y="684258"/>
                  </a:lnTo>
                  <a:lnTo>
                    <a:pt x="113177" y="685997"/>
                  </a:lnTo>
                  <a:lnTo>
                    <a:pt x="112973" y="687110"/>
                  </a:lnTo>
                  <a:lnTo>
                    <a:pt x="111087" y="685183"/>
                  </a:lnTo>
                  <a:lnTo>
                    <a:pt x="109551" y="684454"/>
                  </a:lnTo>
                  <a:lnTo>
                    <a:pt x="106024" y="683543"/>
                  </a:lnTo>
                  <a:lnTo>
                    <a:pt x="102740" y="687269"/>
                  </a:lnTo>
                  <a:lnTo>
                    <a:pt x="101399" y="690133"/>
                  </a:lnTo>
                  <a:lnTo>
                    <a:pt x="102420" y="690806"/>
                  </a:lnTo>
                  <a:lnTo>
                    <a:pt x="103677" y="691063"/>
                  </a:lnTo>
                  <a:lnTo>
                    <a:pt x="109304" y="693106"/>
                  </a:lnTo>
                  <a:lnTo>
                    <a:pt x="110407" y="697304"/>
                  </a:lnTo>
                  <a:lnTo>
                    <a:pt x="108073" y="699024"/>
                  </a:lnTo>
                  <a:lnTo>
                    <a:pt x="106428" y="705021"/>
                  </a:lnTo>
                  <a:lnTo>
                    <a:pt x="105459" y="705527"/>
                  </a:lnTo>
                  <a:lnTo>
                    <a:pt x="101056" y="705476"/>
                  </a:lnTo>
                  <a:lnTo>
                    <a:pt x="99637" y="706179"/>
                  </a:lnTo>
                  <a:lnTo>
                    <a:pt x="99553" y="706854"/>
                  </a:lnTo>
                  <a:lnTo>
                    <a:pt x="100213" y="707392"/>
                  </a:lnTo>
                  <a:lnTo>
                    <a:pt x="102156" y="707120"/>
                  </a:lnTo>
                  <a:lnTo>
                    <a:pt x="103047" y="707212"/>
                  </a:lnTo>
                  <a:lnTo>
                    <a:pt x="104685" y="708465"/>
                  </a:lnTo>
                  <a:lnTo>
                    <a:pt x="107710" y="711584"/>
                  </a:lnTo>
                  <a:lnTo>
                    <a:pt x="108691" y="712145"/>
                  </a:lnTo>
                  <a:lnTo>
                    <a:pt x="109571" y="712314"/>
                  </a:lnTo>
                  <a:lnTo>
                    <a:pt x="109754" y="712960"/>
                  </a:lnTo>
                  <a:lnTo>
                    <a:pt x="110595" y="712304"/>
                  </a:lnTo>
                  <a:lnTo>
                    <a:pt x="112563" y="709829"/>
                  </a:lnTo>
                  <a:lnTo>
                    <a:pt x="112841" y="708677"/>
                  </a:lnTo>
                  <a:lnTo>
                    <a:pt x="116519" y="710194"/>
                  </a:lnTo>
                  <a:lnTo>
                    <a:pt x="117114" y="711490"/>
                  </a:lnTo>
                  <a:lnTo>
                    <a:pt x="116686" y="713864"/>
                  </a:lnTo>
                  <a:lnTo>
                    <a:pt x="116416" y="714367"/>
                  </a:lnTo>
                  <a:lnTo>
                    <a:pt x="114482" y="716079"/>
                  </a:lnTo>
                  <a:lnTo>
                    <a:pt x="115424" y="717446"/>
                  </a:lnTo>
                  <a:lnTo>
                    <a:pt x="117168" y="717982"/>
                  </a:lnTo>
                  <a:lnTo>
                    <a:pt x="119712" y="719976"/>
                  </a:lnTo>
                  <a:lnTo>
                    <a:pt x="119037" y="721514"/>
                  </a:lnTo>
                  <a:lnTo>
                    <a:pt x="120513" y="723101"/>
                  </a:lnTo>
                  <a:lnTo>
                    <a:pt x="121762" y="723798"/>
                  </a:lnTo>
                  <a:lnTo>
                    <a:pt x="122231" y="724373"/>
                  </a:lnTo>
                  <a:lnTo>
                    <a:pt x="123664" y="724975"/>
                  </a:lnTo>
                  <a:lnTo>
                    <a:pt x="125330" y="726039"/>
                  </a:lnTo>
                  <a:lnTo>
                    <a:pt x="126258" y="727564"/>
                  </a:lnTo>
                  <a:lnTo>
                    <a:pt x="126844" y="727969"/>
                  </a:lnTo>
                  <a:lnTo>
                    <a:pt x="127536" y="729676"/>
                  </a:lnTo>
                  <a:lnTo>
                    <a:pt x="128639" y="730970"/>
                  </a:lnTo>
                  <a:lnTo>
                    <a:pt x="129889" y="731664"/>
                  </a:lnTo>
                  <a:lnTo>
                    <a:pt x="130284" y="731636"/>
                  </a:lnTo>
                  <a:lnTo>
                    <a:pt x="131070" y="732252"/>
                  </a:lnTo>
                  <a:lnTo>
                    <a:pt x="129478" y="733611"/>
                  </a:lnTo>
                  <a:lnTo>
                    <a:pt x="129185" y="734550"/>
                  </a:lnTo>
                  <a:lnTo>
                    <a:pt x="129187" y="735996"/>
                  </a:lnTo>
                  <a:lnTo>
                    <a:pt x="129569" y="736793"/>
                  </a:lnTo>
                  <a:lnTo>
                    <a:pt x="130944" y="738227"/>
                  </a:lnTo>
                  <a:lnTo>
                    <a:pt x="129614" y="740277"/>
                  </a:lnTo>
                  <a:lnTo>
                    <a:pt x="127661" y="741638"/>
                  </a:lnTo>
                  <a:lnTo>
                    <a:pt x="127180" y="742566"/>
                  </a:lnTo>
                  <a:lnTo>
                    <a:pt x="127351" y="743668"/>
                  </a:lnTo>
                  <a:lnTo>
                    <a:pt x="128648" y="744454"/>
                  </a:lnTo>
                  <a:lnTo>
                    <a:pt x="128276" y="745933"/>
                  </a:lnTo>
                  <a:lnTo>
                    <a:pt x="127242" y="745161"/>
                  </a:lnTo>
                  <a:lnTo>
                    <a:pt x="126145" y="743387"/>
                  </a:lnTo>
                  <a:lnTo>
                    <a:pt x="124785" y="742457"/>
                  </a:lnTo>
                  <a:lnTo>
                    <a:pt x="123295" y="742732"/>
                  </a:lnTo>
                  <a:lnTo>
                    <a:pt x="122484" y="742186"/>
                  </a:lnTo>
                  <a:lnTo>
                    <a:pt x="122113" y="742174"/>
                  </a:lnTo>
                  <a:lnTo>
                    <a:pt x="121724" y="741740"/>
                  </a:lnTo>
                  <a:lnTo>
                    <a:pt x="121222" y="741742"/>
                  </a:lnTo>
                  <a:lnTo>
                    <a:pt x="120910" y="742278"/>
                  </a:lnTo>
                  <a:lnTo>
                    <a:pt x="118922" y="743021"/>
                  </a:lnTo>
                  <a:lnTo>
                    <a:pt x="117531" y="742813"/>
                  </a:lnTo>
                  <a:lnTo>
                    <a:pt x="116653" y="743046"/>
                  </a:lnTo>
                  <a:lnTo>
                    <a:pt x="113853" y="741903"/>
                  </a:lnTo>
                  <a:lnTo>
                    <a:pt x="111312" y="741252"/>
                  </a:lnTo>
                  <a:lnTo>
                    <a:pt x="110370" y="739273"/>
                  </a:lnTo>
                  <a:lnTo>
                    <a:pt x="109582" y="738702"/>
                  </a:lnTo>
                  <a:lnTo>
                    <a:pt x="108765" y="738499"/>
                  </a:lnTo>
                  <a:lnTo>
                    <a:pt x="108539" y="737843"/>
                  </a:lnTo>
                  <a:lnTo>
                    <a:pt x="108044" y="737525"/>
                  </a:lnTo>
                  <a:lnTo>
                    <a:pt x="106471" y="738238"/>
                  </a:lnTo>
                  <a:lnTo>
                    <a:pt x="105927" y="738242"/>
                  </a:lnTo>
                  <a:lnTo>
                    <a:pt x="105459" y="737971"/>
                  </a:lnTo>
                  <a:lnTo>
                    <a:pt x="104618" y="738117"/>
                  </a:lnTo>
                  <a:lnTo>
                    <a:pt x="103986" y="739011"/>
                  </a:lnTo>
                  <a:lnTo>
                    <a:pt x="103224" y="739368"/>
                  </a:lnTo>
                  <a:lnTo>
                    <a:pt x="101834" y="738199"/>
                  </a:lnTo>
                  <a:lnTo>
                    <a:pt x="101084" y="737876"/>
                  </a:lnTo>
                  <a:lnTo>
                    <a:pt x="100979" y="737455"/>
                  </a:lnTo>
                  <a:lnTo>
                    <a:pt x="100074" y="736564"/>
                  </a:lnTo>
                  <a:lnTo>
                    <a:pt x="98635" y="736116"/>
                  </a:lnTo>
                  <a:lnTo>
                    <a:pt x="96538" y="736644"/>
                  </a:lnTo>
                  <a:lnTo>
                    <a:pt x="93231" y="738174"/>
                  </a:lnTo>
                  <a:lnTo>
                    <a:pt x="91703" y="741107"/>
                  </a:lnTo>
                  <a:lnTo>
                    <a:pt x="90506" y="742486"/>
                  </a:lnTo>
                  <a:lnTo>
                    <a:pt x="90126" y="743579"/>
                  </a:lnTo>
                  <a:lnTo>
                    <a:pt x="89242" y="744044"/>
                  </a:lnTo>
                  <a:lnTo>
                    <a:pt x="88903" y="743877"/>
                  </a:lnTo>
                  <a:lnTo>
                    <a:pt x="88313" y="744058"/>
                  </a:lnTo>
                  <a:lnTo>
                    <a:pt x="87771" y="743653"/>
                  </a:lnTo>
                  <a:lnTo>
                    <a:pt x="86687" y="743346"/>
                  </a:lnTo>
                  <a:lnTo>
                    <a:pt x="85100" y="742268"/>
                  </a:lnTo>
                  <a:lnTo>
                    <a:pt x="84028" y="742317"/>
                  </a:lnTo>
                  <a:lnTo>
                    <a:pt x="83407" y="742031"/>
                  </a:lnTo>
                  <a:lnTo>
                    <a:pt x="83103" y="741329"/>
                  </a:lnTo>
                  <a:lnTo>
                    <a:pt x="82784" y="741103"/>
                  </a:lnTo>
                  <a:lnTo>
                    <a:pt x="82595" y="741218"/>
                  </a:lnTo>
                  <a:lnTo>
                    <a:pt x="82545" y="740734"/>
                  </a:lnTo>
                  <a:lnTo>
                    <a:pt x="82110" y="740666"/>
                  </a:lnTo>
                  <a:lnTo>
                    <a:pt x="81806" y="740121"/>
                  </a:lnTo>
                  <a:lnTo>
                    <a:pt x="81254" y="739753"/>
                  </a:lnTo>
                  <a:lnTo>
                    <a:pt x="81410" y="739194"/>
                  </a:lnTo>
                  <a:lnTo>
                    <a:pt x="81131" y="739226"/>
                  </a:lnTo>
                  <a:lnTo>
                    <a:pt x="81161" y="738703"/>
                  </a:lnTo>
                  <a:lnTo>
                    <a:pt x="80562" y="738014"/>
                  </a:lnTo>
                  <a:lnTo>
                    <a:pt x="80921" y="737671"/>
                  </a:lnTo>
                  <a:lnTo>
                    <a:pt x="80551" y="737128"/>
                  </a:lnTo>
                  <a:lnTo>
                    <a:pt x="80736" y="736790"/>
                  </a:lnTo>
                  <a:lnTo>
                    <a:pt x="79742" y="735856"/>
                  </a:lnTo>
                  <a:lnTo>
                    <a:pt x="79817" y="734769"/>
                  </a:lnTo>
                  <a:lnTo>
                    <a:pt x="79419" y="734730"/>
                  </a:lnTo>
                  <a:lnTo>
                    <a:pt x="78701" y="734209"/>
                  </a:lnTo>
                  <a:lnTo>
                    <a:pt x="78931" y="733910"/>
                  </a:lnTo>
                  <a:lnTo>
                    <a:pt x="78508" y="733420"/>
                  </a:lnTo>
                  <a:lnTo>
                    <a:pt x="78570" y="732794"/>
                  </a:lnTo>
                  <a:lnTo>
                    <a:pt x="77922" y="732282"/>
                  </a:lnTo>
                  <a:lnTo>
                    <a:pt x="77367" y="732255"/>
                  </a:lnTo>
                  <a:lnTo>
                    <a:pt x="77459" y="731694"/>
                  </a:lnTo>
                  <a:lnTo>
                    <a:pt x="77150" y="730864"/>
                  </a:lnTo>
                  <a:lnTo>
                    <a:pt x="75954" y="730703"/>
                  </a:lnTo>
                  <a:lnTo>
                    <a:pt x="75683" y="730951"/>
                  </a:lnTo>
                  <a:lnTo>
                    <a:pt x="74095" y="731209"/>
                  </a:lnTo>
                  <a:lnTo>
                    <a:pt x="71933" y="730868"/>
                  </a:lnTo>
                  <a:lnTo>
                    <a:pt x="70452" y="731098"/>
                  </a:lnTo>
                  <a:lnTo>
                    <a:pt x="69808" y="731449"/>
                  </a:lnTo>
                  <a:lnTo>
                    <a:pt x="68939" y="731270"/>
                  </a:lnTo>
                  <a:lnTo>
                    <a:pt x="68615" y="731687"/>
                  </a:lnTo>
                  <a:lnTo>
                    <a:pt x="68081" y="731625"/>
                  </a:lnTo>
                  <a:lnTo>
                    <a:pt x="68010" y="732255"/>
                  </a:lnTo>
                  <a:lnTo>
                    <a:pt x="67365" y="732922"/>
                  </a:lnTo>
                  <a:lnTo>
                    <a:pt x="65272" y="732770"/>
                  </a:lnTo>
                  <a:lnTo>
                    <a:pt x="64511" y="732516"/>
                  </a:lnTo>
                  <a:lnTo>
                    <a:pt x="63169" y="732908"/>
                  </a:lnTo>
                  <a:lnTo>
                    <a:pt x="62191" y="735509"/>
                  </a:lnTo>
                  <a:lnTo>
                    <a:pt x="61104" y="737555"/>
                  </a:lnTo>
                  <a:lnTo>
                    <a:pt x="59701" y="738691"/>
                  </a:lnTo>
                  <a:lnTo>
                    <a:pt x="59414" y="739238"/>
                  </a:lnTo>
                  <a:lnTo>
                    <a:pt x="58509" y="739782"/>
                  </a:lnTo>
                  <a:lnTo>
                    <a:pt x="57466" y="739512"/>
                  </a:lnTo>
                  <a:lnTo>
                    <a:pt x="56623" y="739825"/>
                  </a:lnTo>
                  <a:lnTo>
                    <a:pt x="56456" y="740655"/>
                  </a:lnTo>
                  <a:lnTo>
                    <a:pt x="56702" y="740771"/>
                  </a:lnTo>
                  <a:lnTo>
                    <a:pt x="56870" y="742202"/>
                  </a:lnTo>
                  <a:lnTo>
                    <a:pt x="56235" y="742929"/>
                  </a:lnTo>
                  <a:lnTo>
                    <a:pt x="56628" y="743238"/>
                  </a:lnTo>
                  <a:lnTo>
                    <a:pt x="56649" y="743971"/>
                  </a:lnTo>
                  <a:lnTo>
                    <a:pt x="57366" y="744373"/>
                  </a:lnTo>
                  <a:lnTo>
                    <a:pt x="56844" y="745116"/>
                  </a:lnTo>
                  <a:lnTo>
                    <a:pt x="57499" y="746235"/>
                  </a:lnTo>
                  <a:lnTo>
                    <a:pt x="57301" y="746980"/>
                  </a:lnTo>
                  <a:lnTo>
                    <a:pt x="57830" y="747262"/>
                  </a:lnTo>
                  <a:lnTo>
                    <a:pt x="57162" y="748303"/>
                  </a:lnTo>
                  <a:lnTo>
                    <a:pt x="57398" y="748440"/>
                  </a:lnTo>
                  <a:lnTo>
                    <a:pt x="57331" y="748650"/>
                  </a:lnTo>
                  <a:lnTo>
                    <a:pt x="56583" y="749342"/>
                  </a:lnTo>
                  <a:lnTo>
                    <a:pt x="56765" y="749718"/>
                  </a:lnTo>
                  <a:lnTo>
                    <a:pt x="55822" y="750092"/>
                  </a:lnTo>
                  <a:lnTo>
                    <a:pt x="55574" y="749730"/>
                  </a:lnTo>
                  <a:lnTo>
                    <a:pt x="55178" y="749933"/>
                  </a:lnTo>
                  <a:lnTo>
                    <a:pt x="55172" y="750413"/>
                  </a:lnTo>
                  <a:lnTo>
                    <a:pt x="54688" y="750946"/>
                  </a:lnTo>
                  <a:lnTo>
                    <a:pt x="54150" y="750923"/>
                  </a:lnTo>
                  <a:lnTo>
                    <a:pt x="53977" y="750425"/>
                  </a:lnTo>
                  <a:lnTo>
                    <a:pt x="52726" y="750857"/>
                  </a:lnTo>
                  <a:lnTo>
                    <a:pt x="52618" y="750163"/>
                  </a:lnTo>
                  <a:lnTo>
                    <a:pt x="51882" y="750349"/>
                  </a:lnTo>
                  <a:lnTo>
                    <a:pt x="51185" y="749643"/>
                  </a:lnTo>
                  <a:lnTo>
                    <a:pt x="50644" y="750030"/>
                  </a:lnTo>
                  <a:lnTo>
                    <a:pt x="50265" y="749749"/>
                  </a:lnTo>
                  <a:lnTo>
                    <a:pt x="49789" y="749806"/>
                  </a:lnTo>
                  <a:lnTo>
                    <a:pt x="49386" y="748931"/>
                  </a:lnTo>
                  <a:lnTo>
                    <a:pt x="49567" y="749023"/>
                  </a:lnTo>
                  <a:lnTo>
                    <a:pt x="50215" y="748055"/>
                  </a:lnTo>
                  <a:lnTo>
                    <a:pt x="49989" y="747831"/>
                  </a:lnTo>
                  <a:lnTo>
                    <a:pt x="50126" y="746615"/>
                  </a:lnTo>
                  <a:lnTo>
                    <a:pt x="50864" y="745981"/>
                  </a:lnTo>
                  <a:lnTo>
                    <a:pt x="51060" y="744868"/>
                  </a:lnTo>
                  <a:lnTo>
                    <a:pt x="50911" y="744502"/>
                  </a:lnTo>
                  <a:lnTo>
                    <a:pt x="51290" y="743502"/>
                  </a:lnTo>
                  <a:lnTo>
                    <a:pt x="51046" y="742810"/>
                  </a:lnTo>
                  <a:lnTo>
                    <a:pt x="48206" y="739988"/>
                  </a:lnTo>
                  <a:lnTo>
                    <a:pt x="47292" y="739938"/>
                  </a:lnTo>
                  <a:lnTo>
                    <a:pt x="47044" y="739586"/>
                  </a:lnTo>
                  <a:lnTo>
                    <a:pt x="46175" y="739193"/>
                  </a:lnTo>
                  <a:lnTo>
                    <a:pt x="46056" y="738581"/>
                  </a:lnTo>
                  <a:lnTo>
                    <a:pt x="45151" y="738403"/>
                  </a:lnTo>
                  <a:lnTo>
                    <a:pt x="44245" y="737775"/>
                  </a:lnTo>
                  <a:lnTo>
                    <a:pt x="44050" y="736141"/>
                  </a:lnTo>
                  <a:lnTo>
                    <a:pt x="43173" y="734636"/>
                  </a:lnTo>
                  <a:lnTo>
                    <a:pt x="38701" y="734624"/>
                  </a:lnTo>
                  <a:lnTo>
                    <a:pt x="38141" y="734968"/>
                  </a:lnTo>
                  <a:lnTo>
                    <a:pt x="37663" y="734378"/>
                  </a:lnTo>
                  <a:lnTo>
                    <a:pt x="36668" y="734287"/>
                  </a:lnTo>
                  <a:lnTo>
                    <a:pt x="35785" y="731604"/>
                  </a:lnTo>
                  <a:lnTo>
                    <a:pt x="35292" y="730886"/>
                  </a:lnTo>
                  <a:lnTo>
                    <a:pt x="33770" y="729694"/>
                  </a:lnTo>
                  <a:lnTo>
                    <a:pt x="33333" y="728853"/>
                  </a:lnTo>
                  <a:lnTo>
                    <a:pt x="33257" y="726676"/>
                  </a:lnTo>
                  <a:lnTo>
                    <a:pt x="32784" y="725380"/>
                  </a:lnTo>
                  <a:lnTo>
                    <a:pt x="33285" y="724132"/>
                  </a:lnTo>
                  <a:lnTo>
                    <a:pt x="33178" y="723310"/>
                  </a:lnTo>
                  <a:lnTo>
                    <a:pt x="33423" y="723015"/>
                  </a:lnTo>
                  <a:lnTo>
                    <a:pt x="33109" y="722177"/>
                  </a:lnTo>
                  <a:lnTo>
                    <a:pt x="31575" y="720441"/>
                  </a:lnTo>
                  <a:lnTo>
                    <a:pt x="30324" y="719802"/>
                  </a:lnTo>
                  <a:lnTo>
                    <a:pt x="28986" y="718200"/>
                  </a:lnTo>
                  <a:lnTo>
                    <a:pt x="28663" y="718275"/>
                  </a:lnTo>
                  <a:lnTo>
                    <a:pt x="28645" y="717530"/>
                  </a:lnTo>
                  <a:lnTo>
                    <a:pt x="28320" y="717282"/>
                  </a:lnTo>
                  <a:lnTo>
                    <a:pt x="28256" y="716713"/>
                  </a:lnTo>
                  <a:lnTo>
                    <a:pt x="27693" y="716419"/>
                  </a:lnTo>
                  <a:lnTo>
                    <a:pt x="26944" y="715297"/>
                  </a:lnTo>
                  <a:lnTo>
                    <a:pt x="27047" y="714830"/>
                  </a:lnTo>
                  <a:lnTo>
                    <a:pt x="26751" y="714712"/>
                  </a:lnTo>
                  <a:lnTo>
                    <a:pt x="26634" y="713731"/>
                  </a:lnTo>
                  <a:lnTo>
                    <a:pt x="26101" y="713551"/>
                  </a:lnTo>
                  <a:lnTo>
                    <a:pt x="26063" y="713066"/>
                  </a:lnTo>
                  <a:lnTo>
                    <a:pt x="24421" y="710809"/>
                  </a:lnTo>
                  <a:lnTo>
                    <a:pt x="24544" y="710272"/>
                  </a:lnTo>
                  <a:lnTo>
                    <a:pt x="24068" y="709282"/>
                  </a:lnTo>
                  <a:lnTo>
                    <a:pt x="22875" y="708229"/>
                  </a:lnTo>
                  <a:lnTo>
                    <a:pt x="22493" y="708160"/>
                  </a:lnTo>
                  <a:lnTo>
                    <a:pt x="21981" y="708414"/>
                  </a:lnTo>
                  <a:lnTo>
                    <a:pt x="21482" y="708154"/>
                  </a:lnTo>
                  <a:lnTo>
                    <a:pt x="20960" y="707391"/>
                  </a:lnTo>
                  <a:lnTo>
                    <a:pt x="20261" y="707333"/>
                  </a:lnTo>
                  <a:lnTo>
                    <a:pt x="19992" y="707022"/>
                  </a:lnTo>
                  <a:lnTo>
                    <a:pt x="19220" y="706830"/>
                  </a:lnTo>
                  <a:lnTo>
                    <a:pt x="18970" y="706466"/>
                  </a:lnTo>
                  <a:lnTo>
                    <a:pt x="17297" y="706088"/>
                  </a:lnTo>
                  <a:lnTo>
                    <a:pt x="15973" y="706600"/>
                  </a:lnTo>
                  <a:lnTo>
                    <a:pt x="15774" y="706882"/>
                  </a:lnTo>
                  <a:lnTo>
                    <a:pt x="14974" y="706971"/>
                  </a:lnTo>
                  <a:lnTo>
                    <a:pt x="13745" y="707509"/>
                  </a:lnTo>
                  <a:lnTo>
                    <a:pt x="12367" y="706610"/>
                  </a:lnTo>
                  <a:lnTo>
                    <a:pt x="3408" y="706017"/>
                  </a:lnTo>
                  <a:lnTo>
                    <a:pt x="1560" y="705621"/>
                  </a:lnTo>
                  <a:lnTo>
                    <a:pt x="0" y="703976"/>
                  </a:lnTo>
                  <a:lnTo>
                    <a:pt x="255" y="703256"/>
                  </a:lnTo>
                  <a:lnTo>
                    <a:pt x="676" y="703134"/>
                  </a:lnTo>
                  <a:lnTo>
                    <a:pt x="785" y="702845"/>
                  </a:lnTo>
                  <a:lnTo>
                    <a:pt x="615" y="700999"/>
                  </a:lnTo>
                  <a:lnTo>
                    <a:pt x="751" y="699723"/>
                  </a:lnTo>
                  <a:lnTo>
                    <a:pt x="1136" y="700050"/>
                  </a:lnTo>
                  <a:lnTo>
                    <a:pt x="1471" y="700020"/>
                  </a:lnTo>
                  <a:lnTo>
                    <a:pt x="2497" y="698324"/>
                  </a:lnTo>
                  <a:lnTo>
                    <a:pt x="3161" y="698002"/>
                  </a:lnTo>
                  <a:lnTo>
                    <a:pt x="4097" y="697999"/>
                  </a:lnTo>
                  <a:lnTo>
                    <a:pt x="4957" y="698513"/>
                  </a:lnTo>
                  <a:lnTo>
                    <a:pt x="6552" y="698978"/>
                  </a:lnTo>
                  <a:lnTo>
                    <a:pt x="8014" y="700212"/>
                  </a:lnTo>
                  <a:lnTo>
                    <a:pt x="9948" y="701308"/>
                  </a:lnTo>
                  <a:lnTo>
                    <a:pt x="10385" y="701823"/>
                  </a:lnTo>
                  <a:lnTo>
                    <a:pt x="11611" y="702214"/>
                  </a:lnTo>
                  <a:lnTo>
                    <a:pt x="11908" y="702050"/>
                  </a:lnTo>
                  <a:lnTo>
                    <a:pt x="12110" y="700366"/>
                  </a:lnTo>
                  <a:lnTo>
                    <a:pt x="13681" y="700006"/>
                  </a:lnTo>
                  <a:lnTo>
                    <a:pt x="15167" y="698903"/>
                  </a:lnTo>
                  <a:lnTo>
                    <a:pt x="16603" y="698386"/>
                  </a:lnTo>
                  <a:lnTo>
                    <a:pt x="17316" y="696272"/>
                  </a:lnTo>
                  <a:lnTo>
                    <a:pt x="18325" y="694940"/>
                  </a:lnTo>
                  <a:lnTo>
                    <a:pt x="18223" y="693353"/>
                  </a:lnTo>
                  <a:lnTo>
                    <a:pt x="17852" y="692326"/>
                  </a:lnTo>
                  <a:lnTo>
                    <a:pt x="16778" y="691062"/>
                  </a:lnTo>
                  <a:lnTo>
                    <a:pt x="16400" y="688748"/>
                  </a:lnTo>
                  <a:lnTo>
                    <a:pt x="16651" y="688065"/>
                  </a:lnTo>
                  <a:lnTo>
                    <a:pt x="18117" y="686259"/>
                  </a:lnTo>
                  <a:lnTo>
                    <a:pt x="18522" y="684656"/>
                  </a:lnTo>
                  <a:lnTo>
                    <a:pt x="19093" y="684339"/>
                  </a:lnTo>
                  <a:lnTo>
                    <a:pt x="20224" y="684350"/>
                  </a:lnTo>
                  <a:lnTo>
                    <a:pt x="21059" y="683836"/>
                  </a:lnTo>
                  <a:lnTo>
                    <a:pt x="22186" y="683723"/>
                  </a:lnTo>
                  <a:lnTo>
                    <a:pt x="22376" y="683142"/>
                  </a:lnTo>
                  <a:lnTo>
                    <a:pt x="21725" y="680719"/>
                  </a:lnTo>
                  <a:lnTo>
                    <a:pt x="21915" y="679740"/>
                  </a:lnTo>
                  <a:lnTo>
                    <a:pt x="22271" y="679277"/>
                  </a:lnTo>
                  <a:lnTo>
                    <a:pt x="23615" y="678796"/>
                  </a:lnTo>
                  <a:lnTo>
                    <a:pt x="24734" y="678027"/>
                  </a:lnTo>
                  <a:lnTo>
                    <a:pt x="29166" y="673073"/>
                  </a:lnTo>
                  <a:lnTo>
                    <a:pt x="30033" y="673280"/>
                  </a:lnTo>
                  <a:lnTo>
                    <a:pt x="31239" y="672175"/>
                  </a:lnTo>
                  <a:lnTo>
                    <a:pt x="31998" y="670445"/>
                  </a:lnTo>
                  <a:lnTo>
                    <a:pt x="24154" y="646641"/>
                  </a:lnTo>
                  <a:lnTo>
                    <a:pt x="32011" y="613237"/>
                  </a:lnTo>
                  <a:lnTo>
                    <a:pt x="31866" y="612973"/>
                  </a:lnTo>
                  <a:lnTo>
                    <a:pt x="31347" y="613023"/>
                  </a:lnTo>
                  <a:lnTo>
                    <a:pt x="29786" y="612459"/>
                  </a:lnTo>
                  <a:lnTo>
                    <a:pt x="29774" y="611941"/>
                  </a:lnTo>
                  <a:lnTo>
                    <a:pt x="29489" y="611829"/>
                  </a:lnTo>
                  <a:lnTo>
                    <a:pt x="29553" y="611437"/>
                  </a:lnTo>
                  <a:lnTo>
                    <a:pt x="28887" y="610424"/>
                  </a:lnTo>
                  <a:lnTo>
                    <a:pt x="29168" y="609733"/>
                  </a:lnTo>
                  <a:lnTo>
                    <a:pt x="28741" y="609268"/>
                  </a:lnTo>
                  <a:lnTo>
                    <a:pt x="28953" y="608966"/>
                  </a:lnTo>
                  <a:lnTo>
                    <a:pt x="28792" y="608871"/>
                  </a:lnTo>
                  <a:lnTo>
                    <a:pt x="29601" y="608406"/>
                  </a:lnTo>
                  <a:lnTo>
                    <a:pt x="29818" y="607665"/>
                  </a:lnTo>
                  <a:lnTo>
                    <a:pt x="29680" y="606474"/>
                  </a:lnTo>
                  <a:lnTo>
                    <a:pt x="29256" y="606090"/>
                  </a:lnTo>
                  <a:lnTo>
                    <a:pt x="28672" y="606292"/>
                  </a:lnTo>
                  <a:lnTo>
                    <a:pt x="28405" y="605621"/>
                  </a:lnTo>
                  <a:lnTo>
                    <a:pt x="28102" y="605579"/>
                  </a:lnTo>
                  <a:lnTo>
                    <a:pt x="27810" y="604600"/>
                  </a:lnTo>
                  <a:lnTo>
                    <a:pt x="28190" y="604450"/>
                  </a:lnTo>
                  <a:lnTo>
                    <a:pt x="28141" y="604041"/>
                  </a:lnTo>
                  <a:lnTo>
                    <a:pt x="28347" y="603797"/>
                  </a:lnTo>
                  <a:lnTo>
                    <a:pt x="28113" y="602855"/>
                  </a:lnTo>
                  <a:lnTo>
                    <a:pt x="27627" y="602716"/>
                  </a:lnTo>
                  <a:lnTo>
                    <a:pt x="27461" y="601625"/>
                  </a:lnTo>
                  <a:lnTo>
                    <a:pt x="27575" y="599390"/>
                  </a:lnTo>
                  <a:lnTo>
                    <a:pt x="28181" y="599047"/>
                  </a:lnTo>
                  <a:lnTo>
                    <a:pt x="28163" y="598731"/>
                  </a:lnTo>
                  <a:lnTo>
                    <a:pt x="27728" y="598551"/>
                  </a:lnTo>
                  <a:lnTo>
                    <a:pt x="27601" y="598239"/>
                  </a:lnTo>
                  <a:lnTo>
                    <a:pt x="28247" y="597036"/>
                  </a:lnTo>
                  <a:lnTo>
                    <a:pt x="28158" y="596784"/>
                  </a:lnTo>
                  <a:lnTo>
                    <a:pt x="27777" y="596742"/>
                  </a:lnTo>
                  <a:lnTo>
                    <a:pt x="27928" y="596181"/>
                  </a:lnTo>
                  <a:lnTo>
                    <a:pt x="27516" y="596038"/>
                  </a:lnTo>
                  <a:lnTo>
                    <a:pt x="27238" y="595531"/>
                  </a:lnTo>
                  <a:lnTo>
                    <a:pt x="25743" y="595702"/>
                  </a:lnTo>
                  <a:lnTo>
                    <a:pt x="24709" y="595386"/>
                  </a:lnTo>
                  <a:lnTo>
                    <a:pt x="24228" y="595533"/>
                  </a:lnTo>
                  <a:lnTo>
                    <a:pt x="24050" y="595995"/>
                  </a:lnTo>
                  <a:lnTo>
                    <a:pt x="23206" y="596087"/>
                  </a:lnTo>
                  <a:lnTo>
                    <a:pt x="22806" y="595787"/>
                  </a:lnTo>
                  <a:lnTo>
                    <a:pt x="22610" y="595926"/>
                  </a:lnTo>
                  <a:lnTo>
                    <a:pt x="22214" y="595748"/>
                  </a:lnTo>
                  <a:lnTo>
                    <a:pt x="21392" y="594814"/>
                  </a:lnTo>
                  <a:lnTo>
                    <a:pt x="27154" y="569298"/>
                  </a:lnTo>
                  <a:lnTo>
                    <a:pt x="28434" y="565367"/>
                  </a:lnTo>
                  <a:lnTo>
                    <a:pt x="29275" y="563690"/>
                  </a:lnTo>
                  <a:lnTo>
                    <a:pt x="30807" y="559121"/>
                  </a:lnTo>
                  <a:lnTo>
                    <a:pt x="31388" y="558103"/>
                  </a:lnTo>
                  <a:lnTo>
                    <a:pt x="32359" y="553934"/>
                  </a:lnTo>
                  <a:lnTo>
                    <a:pt x="33215" y="553709"/>
                  </a:lnTo>
                  <a:lnTo>
                    <a:pt x="33462" y="553224"/>
                  </a:lnTo>
                  <a:lnTo>
                    <a:pt x="34149" y="552831"/>
                  </a:lnTo>
                  <a:lnTo>
                    <a:pt x="34853" y="550568"/>
                  </a:lnTo>
                  <a:lnTo>
                    <a:pt x="36021" y="549075"/>
                  </a:lnTo>
                  <a:lnTo>
                    <a:pt x="36110" y="548109"/>
                  </a:lnTo>
                  <a:lnTo>
                    <a:pt x="35402" y="547072"/>
                  </a:lnTo>
                  <a:lnTo>
                    <a:pt x="35549" y="545586"/>
                  </a:lnTo>
                  <a:lnTo>
                    <a:pt x="34679" y="542353"/>
                  </a:lnTo>
                  <a:lnTo>
                    <a:pt x="34817" y="538755"/>
                  </a:lnTo>
                  <a:lnTo>
                    <a:pt x="35732" y="535811"/>
                  </a:lnTo>
                  <a:lnTo>
                    <a:pt x="36628" y="533664"/>
                  </a:lnTo>
                  <a:lnTo>
                    <a:pt x="39908" y="529886"/>
                  </a:lnTo>
                  <a:lnTo>
                    <a:pt x="40526" y="527275"/>
                  </a:lnTo>
                  <a:lnTo>
                    <a:pt x="41631" y="524890"/>
                  </a:lnTo>
                  <a:lnTo>
                    <a:pt x="42328" y="524350"/>
                  </a:lnTo>
                  <a:lnTo>
                    <a:pt x="42516" y="521730"/>
                  </a:lnTo>
                  <a:lnTo>
                    <a:pt x="44269" y="518619"/>
                  </a:lnTo>
                  <a:lnTo>
                    <a:pt x="44427" y="517944"/>
                  </a:lnTo>
                  <a:lnTo>
                    <a:pt x="45489" y="516786"/>
                  </a:lnTo>
                  <a:lnTo>
                    <a:pt x="48678" y="514403"/>
                  </a:lnTo>
                  <a:lnTo>
                    <a:pt x="49863" y="512917"/>
                  </a:lnTo>
                  <a:lnTo>
                    <a:pt x="52622" y="511914"/>
                  </a:lnTo>
                  <a:lnTo>
                    <a:pt x="54989" y="510736"/>
                  </a:lnTo>
                  <a:lnTo>
                    <a:pt x="58270" y="509638"/>
                  </a:lnTo>
                  <a:lnTo>
                    <a:pt x="60196" y="510456"/>
                  </a:lnTo>
                  <a:lnTo>
                    <a:pt x="61287" y="509914"/>
                  </a:lnTo>
                  <a:lnTo>
                    <a:pt x="62167" y="509764"/>
                  </a:lnTo>
                  <a:lnTo>
                    <a:pt x="63706" y="509960"/>
                  </a:lnTo>
                  <a:lnTo>
                    <a:pt x="65219" y="509548"/>
                  </a:lnTo>
                  <a:lnTo>
                    <a:pt x="65502" y="508977"/>
                  </a:lnTo>
                  <a:lnTo>
                    <a:pt x="65395" y="508742"/>
                  </a:lnTo>
                  <a:lnTo>
                    <a:pt x="65889" y="508486"/>
                  </a:lnTo>
                  <a:lnTo>
                    <a:pt x="66028" y="507761"/>
                  </a:lnTo>
                  <a:lnTo>
                    <a:pt x="65808" y="507580"/>
                  </a:lnTo>
                  <a:lnTo>
                    <a:pt x="66075" y="507317"/>
                  </a:lnTo>
                  <a:lnTo>
                    <a:pt x="66098" y="506597"/>
                  </a:lnTo>
                  <a:lnTo>
                    <a:pt x="66338" y="506436"/>
                  </a:lnTo>
                  <a:lnTo>
                    <a:pt x="66349" y="505849"/>
                  </a:lnTo>
                  <a:lnTo>
                    <a:pt x="66069" y="505477"/>
                  </a:lnTo>
                  <a:lnTo>
                    <a:pt x="66517" y="504820"/>
                  </a:lnTo>
                  <a:lnTo>
                    <a:pt x="66253" y="504486"/>
                  </a:lnTo>
                  <a:lnTo>
                    <a:pt x="66517" y="504199"/>
                  </a:lnTo>
                  <a:lnTo>
                    <a:pt x="66225" y="503569"/>
                  </a:lnTo>
                  <a:lnTo>
                    <a:pt x="66193" y="502386"/>
                  </a:lnTo>
                  <a:lnTo>
                    <a:pt x="66622" y="501513"/>
                  </a:lnTo>
                  <a:lnTo>
                    <a:pt x="66691" y="500502"/>
                  </a:lnTo>
                  <a:lnTo>
                    <a:pt x="66508" y="500244"/>
                  </a:lnTo>
                  <a:lnTo>
                    <a:pt x="66721" y="499877"/>
                  </a:lnTo>
                  <a:lnTo>
                    <a:pt x="70629" y="498845"/>
                  </a:lnTo>
                  <a:lnTo>
                    <a:pt x="71257" y="498401"/>
                  </a:lnTo>
                  <a:lnTo>
                    <a:pt x="72183" y="498257"/>
                  </a:lnTo>
                  <a:lnTo>
                    <a:pt x="73893" y="498405"/>
                  </a:lnTo>
                  <a:lnTo>
                    <a:pt x="76197" y="498128"/>
                  </a:lnTo>
                  <a:lnTo>
                    <a:pt x="79613" y="497217"/>
                  </a:lnTo>
                  <a:lnTo>
                    <a:pt x="82957" y="496739"/>
                  </a:lnTo>
                  <a:lnTo>
                    <a:pt x="84519" y="495878"/>
                  </a:lnTo>
                  <a:lnTo>
                    <a:pt x="85322" y="495108"/>
                  </a:lnTo>
                  <a:lnTo>
                    <a:pt x="85924" y="493604"/>
                  </a:lnTo>
                  <a:lnTo>
                    <a:pt x="86536" y="493113"/>
                  </a:lnTo>
                  <a:lnTo>
                    <a:pt x="88886" y="491963"/>
                  </a:lnTo>
                  <a:lnTo>
                    <a:pt x="91116" y="490544"/>
                  </a:lnTo>
                  <a:lnTo>
                    <a:pt x="92723" y="488522"/>
                  </a:lnTo>
                  <a:lnTo>
                    <a:pt x="94653" y="487199"/>
                  </a:lnTo>
                  <a:lnTo>
                    <a:pt x="96436" y="485015"/>
                  </a:lnTo>
                  <a:lnTo>
                    <a:pt x="97181" y="483231"/>
                  </a:lnTo>
                  <a:lnTo>
                    <a:pt x="97314" y="482302"/>
                  </a:lnTo>
                  <a:lnTo>
                    <a:pt x="98238" y="481026"/>
                  </a:lnTo>
                  <a:lnTo>
                    <a:pt x="97661" y="480012"/>
                  </a:lnTo>
                  <a:lnTo>
                    <a:pt x="97853" y="478788"/>
                  </a:lnTo>
                  <a:lnTo>
                    <a:pt x="98555" y="478710"/>
                  </a:lnTo>
                  <a:lnTo>
                    <a:pt x="101671" y="476463"/>
                  </a:lnTo>
                  <a:lnTo>
                    <a:pt x="102331" y="474611"/>
                  </a:lnTo>
                  <a:lnTo>
                    <a:pt x="104105" y="472354"/>
                  </a:lnTo>
                  <a:lnTo>
                    <a:pt x="103821" y="471833"/>
                  </a:lnTo>
                  <a:lnTo>
                    <a:pt x="104150" y="469753"/>
                  </a:lnTo>
                  <a:lnTo>
                    <a:pt x="104056" y="469157"/>
                  </a:lnTo>
                  <a:lnTo>
                    <a:pt x="104558" y="467593"/>
                  </a:lnTo>
                  <a:lnTo>
                    <a:pt x="105348" y="466604"/>
                  </a:lnTo>
                  <a:lnTo>
                    <a:pt x="105681" y="466335"/>
                  </a:lnTo>
                  <a:lnTo>
                    <a:pt x="108302" y="465777"/>
                  </a:lnTo>
                  <a:lnTo>
                    <a:pt x="109241" y="464857"/>
                  </a:lnTo>
                  <a:lnTo>
                    <a:pt x="111196" y="462125"/>
                  </a:lnTo>
                  <a:lnTo>
                    <a:pt x="112344" y="461484"/>
                  </a:lnTo>
                  <a:lnTo>
                    <a:pt x="113014" y="463493"/>
                  </a:lnTo>
                  <a:lnTo>
                    <a:pt x="114684" y="462367"/>
                  </a:lnTo>
                  <a:lnTo>
                    <a:pt x="115906" y="462015"/>
                  </a:lnTo>
                  <a:lnTo>
                    <a:pt x="118096" y="460098"/>
                  </a:lnTo>
                  <a:lnTo>
                    <a:pt x="119688" y="459878"/>
                  </a:lnTo>
                  <a:lnTo>
                    <a:pt x="117659" y="455531"/>
                  </a:lnTo>
                  <a:lnTo>
                    <a:pt x="116420" y="451868"/>
                  </a:lnTo>
                  <a:lnTo>
                    <a:pt x="115206" y="449549"/>
                  </a:lnTo>
                  <a:lnTo>
                    <a:pt x="115042" y="448814"/>
                  </a:lnTo>
                  <a:lnTo>
                    <a:pt x="113546" y="446284"/>
                  </a:lnTo>
                  <a:lnTo>
                    <a:pt x="112357" y="440766"/>
                  </a:lnTo>
                  <a:lnTo>
                    <a:pt x="111446" y="439754"/>
                  </a:lnTo>
                  <a:lnTo>
                    <a:pt x="111258" y="438577"/>
                  </a:lnTo>
                  <a:lnTo>
                    <a:pt x="111512" y="437162"/>
                  </a:lnTo>
                  <a:lnTo>
                    <a:pt x="111993" y="436595"/>
                  </a:lnTo>
                  <a:lnTo>
                    <a:pt x="111882" y="435362"/>
                  </a:lnTo>
                  <a:lnTo>
                    <a:pt x="112445" y="433291"/>
                  </a:lnTo>
                  <a:lnTo>
                    <a:pt x="113546" y="431946"/>
                  </a:lnTo>
                  <a:lnTo>
                    <a:pt x="114591" y="431814"/>
                  </a:lnTo>
                  <a:lnTo>
                    <a:pt x="113786" y="430097"/>
                  </a:lnTo>
                  <a:lnTo>
                    <a:pt x="115696" y="429140"/>
                  </a:lnTo>
                  <a:lnTo>
                    <a:pt x="115598" y="428675"/>
                  </a:lnTo>
                  <a:lnTo>
                    <a:pt x="116038" y="426871"/>
                  </a:lnTo>
                  <a:lnTo>
                    <a:pt x="117485" y="423829"/>
                  </a:lnTo>
                  <a:lnTo>
                    <a:pt x="118114" y="421974"/>
                  </a:lnTo>
                  <a:lnTo>
                    <a:pt x="119282" y="421929"/>
                  </a:lnTo>
                  <a:lnTo>
                    <a:pt x="120755" y="419652"/>
                  </a:lnTo>
                  <a:lnTo>
                    <a:pt x="122231" y="416362"/>
                  </a:lnTo>
                  <a:lnTo>
                    <a:pt x="122485" y="414748"/>
                  </a:lnTo>
                  <a:lnTo>
                    <a:pt x="122209" y="413439"/>
                  </a:lnTo>
                  <a:lnTo>
                    <a:pt x="122982" y="411932"/>
                  </a:lnTo>
                  <a:lnTo>
                    <a:pt x="122981" y="411047"/>
                  </a:lnTo>
                  <a:lnTo>
                    <a:pt x="121930" y="409596"/>
                  </a:lnTo>
                  <a:lnTo>
                    <a:pt x="121460" y="406678"/>
                  </a:lnTo>
                  <a:lnTo>
                    <a:pt x="120177" y="405508"/>
                  </a:lnTo>
                  <a:lnTo>
                    <a:pt x="120044" y="404859"/>
                  </a:lnTo>
                  <a:lnTo>
                    <a:pt x="116610" y="399810"/>
                  </a:lnTo>
                  <a:lnTo>
                    <a:pt x="118402" y="398526"/>
                  </a:lnTo>
                  <a:lnTo>
                    <a:pt x="120330" y="396196"/>
                  </a:lnTo>
                  <a:lnTo>
                    <a:pt x="119157" y="395350"/>
                  </a:lnTo>
                  <a:lnTo>
                    <a:pt x="119069" y="394436"/>
                  </a:lnTo>
                  <a:lnTo>
                    <a:pt x="119357" y="393051"/>
                  </a:lnTo>
                  <a:lnTo>
                    <a:pt x="118699" y="391973"/>
                  </a:lnTo>
                  <a:lnTo>
                    <a:pt x="118986" y="391587"/>
                  </a:lnTo>
                  <a:lnTo>
                    <a:pt x="118556" y="390673"/>
                  </a:lnTo>
                  <a:lnTo>
                    <a:pt x="118892" y="388514"/>
                  </a:lnTo>
                  <a:lnTo>
                    <a:pt x="120027" y="387634"/>
                  </a:lnTo>
                  <a:lnTo>
                    <a:pt x="120721" y="388616"/>
                  </a:lnTo>
                  <a:lnTo>
                    <a:pt x="122274" y="387218"/>
                  </a:lnTo>
                  <a:lnTo>
                    <a:pt x="123044" y="386209"/>
                  </a:lnTo>
                  <a:lnTo>
                    <a:pt x="123581" y="385933"/>
                  </a:lnTo>
                  <a:lnTo>
                    <a:pt x="130938" y="384370"/>
                  </a:lnTo>
                  <a:lnTo>
                    <a:pt x="132070" y="382571"/>
                  </a:lnTo>
                  <a:lnTo>
                    <a:pt x="133382" y="381449"/>
                  </a:lnTo>
                  <a:lnTo>
                    <a:pt x="135629" y="380257"/>
                  </a:lnTo>
                  <a:lnTo>
                    <a:pt x="136444" y="380156"/>
                  </a:lnTo>
                  <a:lnTo>
                    <a:pt x="137051" y="381767"/>
                  </a:lnTo>
                  <a:lnTo>
                    <a:pt x="138171" y="382939"/>
                  </a:lnTo>
                  <a:lnTo>
                    <a:pt x="138332" y="384003"/>
                  </a:lnTo>
                  <a:lnTo>
                    <a:pt x="139773" y="385321"/>
                  </a:lnTo>
                  <a:lnTo>
                    <a:pt x="139866" y="385179"/>
                  </a:lnTo>
                  <a:lnTo>
                    <a:pt x="140490" y="385419"/>
                  </a:lnTo>
                  <a:lnTo>
                    <a:pt x="142254" y="384708"/>
                  </a:lnTo>
                  <a:lnTo>
                    <a:pt x="144283" y="384219"/>
                  </a:lnTo>
                  <a:lnTo>
                    <a:pt x="144916" y="384473"/>
                  </a:lnTo>
                  <a:lnTo>
                    <a:pt x="146144" y="383569"/>
                  </a:lnTo>
                  <a:lnTo>
                    <a:pt x="146350" y="382790"/>
                  </a:lnTo>
                  <a:lnTo>
                    <a:pt x="148990" y="382967"/>
                  </a:lnTo>
                  <a:lnTo>
                    <a:pt x="151633" y="381937"/>
                  </a:lnTo>
                  <a:lnTo>
                    <a:pt x="152000" y="382753"/>
                  </a:lnTo>
                  <a:lnTo>
                    <a:pt x="152777" y="382316"/>
                  </a:lnTo>
                  <a:lnTo>
                    <a:pt x="152625" y="380728"/>
                  </a:lnTo>
                  <a:lnTo>
                    <a:pt x="153338" y="379955"/>
                  </a:lnTo>
                  <a:lnTo>
                    <a:pt x="154296" y="379623"/>
                  </a:lnTo>
                  <a:lnTo>
                    <a:pt x="155103" y="380271"/>
                  </a:lnTo>
                  <a:lnTo>
                    <a:pt x="155434" y="381181"/>
                  </a:lnTo>
                  <a:lnTo>
                    <a:pt x="155988" y="381260"/>
                  </a:lnTo>
                  <a:lnTo>
                    <a:pt x="156413" y="382109"/>
                  </a:lnTo>
                  <a:lnTo>
                    <a:pt x="157340" y="385884"/>
                  </a:lnTo>
                  <a:lnTo>
                    <a:pt x="157690" y="385829"/>
                  </a:lnTo>
                  <a:lnTo>
                    <a:pt x="158039" y="386734"/>
                  </a:lnTo>
                  <a:lnTo>
                    <a:pt x="158638" y="386309"/>
                  </a:lnTo>
                  <a:lnTo>
                    <a:pt x="158537" y="386057"/>
                  </a:lnTo>
                  <a:lnTo>
                    <a:pt x="159131" y="385891"/>
                  </a:lnTo>
                  <a:lnTo>
                    <a:pt x="158861" y="384727"/>
                  </a:lnTo>
                  <a:lnTo>
                    <a:pt x="161073" y="385161"/>
                  </a:lnTo>
                  <a:lnTo>
                    <a:pt x="161119" y="386155"/>
                  </a:lnTo>
                  <a:lnTo>
                    <a:pt x="161990" y="386373"/>
                  </a:lnTo>
                  <a:lnTo>
                    <a:pt x="161959" y="387061"/>
                  </a:lnTo>
                  <a:lnTo>
                    <a:pt x="162393" y="386969"/>
                  </a:lnTo>
                  <a:lnTo>
                    <a:pt x="162715" y="388373"/>
                  </a:lnTo>
                  <a:lnTo>
                    <a:pt x="163163" y="388265"/>
                  </a:lnTo>
                  <a:lnTo>
                    <a:pt x="163530" y="390032"/>
                  </a:lnTo>
                  <a:lnTo>
                    <a:pt x="164756" y="389932"/>
                  </a:lnTo>
                  <a:lnTo>
                    <a:pt x="166236" y="390322"/>
                  </a:lnTo>
                  <a:lnTo>
                    <a:pt x="167319" y="390345"/>
                  </a:lnTo>
                  <a:lnTo>
                    <a:pt x="167674" y="391075"/>
                  </a:lnTo>
                  <a:lnTo>
                    <a:pt x="168722" y="391215"/>
                  </a:lnTo>
                  <a:lnTo>
                    <a:pt x="169900" y="392331"/>
                  </a:lnTo>
                  <a:lnTo>
                    <a:pt x="171566" y="391996"/>
                  </a:lnTo>
                  <a:lnTo>
                    <a:pt x="170422" y="390055"/>
                  </a:lnTo>
                  <a:lnTo>
                    <a:pt x="175164" y="390136"/>
                  </a:lnTo>
                  <a:lnTo>
                    <a:pt x="176173" y="389802"/>
                  </a:lnTo>
                  <a:lnTo>
                    <a:pt x="177299" y="388455"/>
                  </a:lnTo>
                  <a:lnTo>
                    <a:pt x="179626" y="386339"/>
                  </a:lnTo>
                  <a:lnTo>
                    <a:pt x="179849" y="385625"/>
                  </a:lnTo>
                  <a:lnTo>
                    <a:pt x="180180" y="385622"/>
                  </a:lnTo>
                  <a:lnTo>
                    <a:pt x="180895" y="385051"/>
                  </a:lnTo>
                  <a:lnTo>
                    <a:pt x="180442" y="384477"/>
                  </a:lnTo>
                  <a:lnTo>
                    <a:pt x="181399" y="383732"/>
                  </a:lnTo>
                  <a:lnTo>
                    <a:pt x="182571" y="383704"/>
                  </a:lnTo>
                  <a:lnTo>
                    <a:pt x="183602" y="384665"/>
                  </a:lnTo>
                  <a:lnTo>
                    <a:pt x="184305" y="384858"/>
                  </a:lnTo>
                  <a:lnTo>
                    <a:pt x="185524" y="384036"/>
                  </a:lnTo>
                  <a:lnTo>
                    <a:pt x="185880" y="384541"/>
                  </a:lnTo>
                  <a:lnTo>
                    <a:pt x="186340" y="384727"/>
                  </a:lnTo>
                  <a:lnTo>
                    <a:pt x="187589" y="384319"/>
                  </a:lnTo>
                  <a:lnTo>
                    <a:pt x="190737" y="384348"/>
                  </a:lnTo>
                  <a:lnTo>
                    <a:pt x="191689" y="384814"/>
                  </a:lnTo>
                  <a:lnTo>
                    <a:pt x="193830" y="384753"/>
                  </a:lnTo>
                  <a:lnTo>
                    <a:pt x="195102" y="384957"/>
                  </a:lnTo>
                  <a:lnTo>
                    <a:pt x="196457" y="386796"/>
                  </a:lnTo>
                  <a:lnTo>
                    <a:pt x="198694" y="388278"/>
                  </a:lnTo>
                  <a:lnTo>
                    <a:pt x="199214" y="388912"/>
                  </a:lnTo>
                  <a:lnTo>
                    <a:pt x="200174" y="390421"/>
                  </a:lnTo>
                  <a:lnTo>
                    <a:pt x="200531" y="391402"/>
                  </a:lnTo>
                  <a:lnTo>
                    <a:pt x="199440" y="392293"/>
                  </a:lnTo>
                  <a:lnTo>
                    <a:pt x="199299" y="393467"/>
                  </a:lnTo>
                  <a:lnTo>
                    <a:pt x="198642" y="394989"/>
                  </a:lnTo>
                  <a:lnTo>
                    <a:pt x="198988" y="397934"/>
                  </a:lnTo>
                  <a:lnTo>
                    <a:pt x="201346" y="398390"/>
                  </a:lnTo>
                  <a:lnTo>
                    <a:pt x="201783" y="399492"/>
                  </a:lnTo>
                  <a:lnTo>
                    <a:pt x="201571" y="399687"/>
                  </a:lnTo>
                  <a:lnTo>
                    <a:pt x="202558" y="400750"/>
                  </a:lnTo>
                  <a:lnTo>
                    <a:pt x="205186" y="398814"/>
                  </a:lnTo>
                  <a:lnTo>
                    <a:pt x="205540" y="398836"/>
                  </a:lnTo>
                  <a:lnTo>
                    <a:pt x="206636" y="398187"/>
                  </a:lnTo>
                  <a:lnTo>
                    <a:pt x="207603" y="396971"/>
                  </a:lnTo>
                  <a:lnTo>
                    <a:pt x="209065" y="396915"/>
                  </a:lnTo>
                  <a:lnTo>
                    <a:pt x="211171" y="397071"/>
                  </a:lnTo>
                  <a:lnTo>
                    <a:pt x="214249" y="398396"/>
                  </a:lnTo>
                  <a:lnTo>
                    <a:pt x="217465" y="401892"/>
                  </a:lnTo>
                  <a:lnTo>
                    <a:pt x="218384" y="402387"/>
                  </a:lnTo>
                  <a:lnTo>
                    <a:pt x="221676" y="405256"/>
                  </a:lnTo>
                  <a:lnTo>
                    <a:pt x="222663" y="404994"/>
                  </a:lnTo>
                  <a:lnTo>
                    <a:pt x="227589" y="405056"/>
                  </a:lnTo>
                  <a:lnTo>
                    <a:pt x="229335" y="403997"/>
                  </a:lnTo>
                  <a:lnTo>
                    <a:pt x="230882" y="403495"/>
                  </a:lnTo>
                  <a:lnTo>
                    <a:pt x="232234" y="402545"/>
                  </a:lnTo>
                  <a:lnTo>
                    <a:pt x="232905" y="401080"/>
                  </a:lnTo>
                  <a:lnTo>
                    <a:pt x="233672" y="400494"/>
                  </a:lnTo>
                  <a:lnTo>
                    <a:pt x="233857" y="400786"/>
                  </a:lnTo>
                  <a:lnTo>
                    <a:pt x="233496" y="401227"/>
                  </a:lnTo>
                  <a:lnTo>
                    <a:pt x="233923" y="401421"/>
                  </a:lnTo>
                  <a:lnTo>
                    <a:pt x="235098" y="402684"/>
                  </a:lnTo>
                  <a:lnTo>
                    <a:pt x="236627" y="402443"/>
                  </a:lnTo>
                  <a:lnTo>
                    <a:pt x="239499" y="403969"/>
                  </a:lnTo>
                  <a:lnTo>
                    <a:pt x="240319" y="403581"/>
                  </a:lnTo>
                  <a:lnTo>
                    <a:pt x="241288" y="404031"/>
                  </a:lnTo>
                  <a:lnTo>
                    <a:pt x="243463" y="404277"/>
                  </a:lnTo>
                  <a:lnTo>
                    <a:pt x="243950" y="404593"/>
                  </a:lnTo>
                  <a:lnTo>
                    <a:pt x="243822" y="405145"/>
                  </a:lnTo>
                  <a:lnTo>
                    <a:pt x="245973" y="405652"/>
                  </a:lnTo>
                  <a:lnTo>
                    <a:pt x="247526" y="405829"/>
                  </a:lnTo>
                  <a:lnTo>
                    <a:pt x="248660" y="405405"/>
                  </a:lnTo>
                  <a:lnTo>
                    <a:pt x="251622" y="409881"/>
                  </a:lnTo>
                  <a:lnTo>
                    <a:pt x="254761" y="412196"/>
                  </a:lnTo>
                  <a:lnTo>
                    <a:pt x="257453" y="413586"/>
                  </a:lnTo>
                  <a:lnTo>
                    <a:pt x="258727" y="413729"/>
                  </a:lnTo>
                  <a:lnTo>
                    <a:pt x="261186" y="413584"/>
                  </a:lnTo>
                  <a:lnTo>
                    <a:pt x="263489" y="412794"/>
                  </a:lnTo>
                  <a:lnTo>
                    <a:pt x="264688" y="412019"/>
                  </a:lnTo>
                  <a:lnTo>
                    <a:pt x="265885" y="410860"/>
                  </a:lnTo>
                  <a:lnTo>
                    <a:pt x="268311" y="414206"/>
                  </a:lnTo>
                  <a:lnTo>
                    <a:pt x="270209" y="412604"/>
                  </a:lnTo>
                  <a:lnTo>
                    <a:pt x="271233" y="414568"/>
                  </a:lnTo>
                  <a:lnTo>
                    <a:pt x="274038" y="418346"/>
                  </a:lnTo>
                  <a:lnTo>
                    <a:pt x="275714" y="417146"/>
                  </a:lnTo>
                  <a:lnTo>
                    <a:pt x="275816" y="416518"/>
                  </a:lnTo>
                  <a:lnTo>
                    <a:pt x="276651" y="416011"/>
                  </a:lnTo>
                  <a:lnTo>
                    <a:pt x="276969" y="414880"/>
                  </a:lnTo>
                  <a:lnTo>
                    <a:pt x="278091" y="414517"/>
                  </a:lnTo>
                  <a:lnTo>
                    <a:pt x="278689" y="413433"/>
                  </a:lnTo>
                  <a:lnTo>
                    <a:pt x="278870" y="411846"/>
                  </a:lnTo>
                  <a:lnTo>
                    <a:pt x="279104" y="411541"/>
                  </a:lnTo>
                  <a:lnTo>
                    <a:pt x="282213" y="410123"/>
                  </a:lnTo>
                  <a:lnTo>
                    <a:pt x="283615" y="410132"/>
                  </a:lnTo>
                  <a:lnTo>
                    <a:pt x="284197" y="409313"/>
                  </a:lnTo>
                  <a:lnTo>
                    <a:pt x="285271" y="408746"/>
                  </a:lnTo>
                  <a:lnTo>
                    <a:pt x="285700" y="408181"/>
                  </a:lnTo>
                  <a:lnTo>
                    <a:pt x="286621" y="408665"/>
                  </a:lnTo>
                  <a:lnTo>
                    <a:pt x="287288" y="407405"/>
                  </a:lnTo>
                  <a:lnTo>
                    <a:pt x="286366" y="406920"/>
                  </a:lnTo>
                  <a:lnTo>
                    <a:pt x="286399" y="406711"/>
                  </a:lnTo>
                  <a:lnTo>
                    <a:pt x="287536" y="405474"/>
                  </a:lnTo>
                  <a:lnTo>
                    <a:pt x="287989" y="405714"/>
                  </a:lnTo>
                  <a:lnTo>
                    <a:pt x="288264" y="405183"/>
                  </a:lnTo>
                  <a:lnTo>
                    <a:pt x="287935" y="405000"/>
                  </a:lnTo>
                  <a:lnTo>
                    <a:pt x="288830" y="403593"/>
                  </a:lnTo>
                  <a:lnTo>
                    <a:pt x="289178" y="403434"/>
                  </a:lnTo>
                  <a:lnTo>
                    <a:pt x="289611" y="403597"/>
                  </a:lnTo>
                  <a:lnTo>
                    <a:pt x="290338" y="402978"/>
                  </a:lnTo>
                  <a:lnTo>
                    <a:pt x="292987" y="401787"/>
                  </a:lnTo>
                  <a:lnTo>
                    <a:pt x="293336" y="401205"/>
                  </a:lnTo>
                  <a:lnTo>
                    <a:pt x="294430" y="400840"/>
                  </a:lnTo>
                  <a:lnTo>
                    <a:pt x="294626" y="400563"/>
                  </a:lnTo>
                  <a:lnTo>
                    <a:pt x="294541" y="400219"/>
                  </a:lnTo>
                  <a:lnTo>
                    <a:pt x="295223" y="399520"/>
                  </a:lnTo>
                  <a:lnTo>
                    <a:pt x="296107" y="397682"/>
                  </a:lnTo>
                  <a:lnTo>
                    <a:pt x="296901" y="397156"/>
                  </a:lnTo>
                  <a:lnTo>
                    <a:pt x="297789" y="396110"/>
                  </a:lnTo>
                  <a:lnTo>
                    <a:pt x="298462" y="395308"/>
                  </a:lnTo>
                  <a:lnTo>
                    <a:pt x="298277" y="395165"/>
                  </a:lnTo>
                  <a:lnTo>
                    <a:pt x="299760" y="390473"/>
                  </a:lnTo>
                  <a:lnTo>
                    <a:pt x="296793" y="388698"/>
                  </a:lnTo>
                  <a:lnTo>
                    <a:pt x="298904" y="384333"/>
                  </a:lnTo>
                  <a:lnTo>
                    <a:pt x="297759" y="382945"/>
                  </a:lnTo>
                  <a:lnTo>
                    <a:pt x="293474" y="379037"/>
                  </a:lnTo>
                  <a:lnTo>
                    <a:pt x="291990" y="378000"/>
                  </a:lnTo>
                  <a:lnTo>
                    <a:pt x="286361" y="375315"/>
                  </a:lnTo>
                  <a:lnTo>
                    <a:pt x="277700" y="372276"/>
                  </a:lnTo>
                  <a:lnTo>
                    <a:pt x="277537" y="372946"/>
                  </a:lnTo>
                  <a:lnTo>
                    <a:pt x="276292" y="371556"/>
                  </a:lnTo>
                  <a:lnTo>
                    <a:pt x="274475" y="371288"/>
                  </a:lnTo>
                  <a:lnTo>
                    <a:pt x="274367" y="371046"/>
                  </a:lnTo>
                  <a:lnTo>
                    <a:pt x="273857" y="371128"/>
                  </a:lnTo>
                  <a:lnTo>
                    <a:pt x="273885" y="370807"/>
                  </a:lnTo>
                  <a:lnTo>
                    <a:pt x="272617" y="369654"/>
                  </a:lnTo>
                  <a:lnTo>
                    <a:pt x="270490" y="368405"/>
                  </a:lnTo>
                  <a:lnTo>
                    <a:pt x="270329" y="368051"/>
                  </a:lnTo>
                  <a:lnTo>
                    <a:pt x="270702" y="368135"/>
                  </a:lnTo>
                  <a:lnTo>
                    <a:pt x="270735" y="367914"/>
                  </a:lnTo>
                  <a:lnTo>
                    <a:pt x="270512" y="367938"/>
                  </a:lnTo>
                  <a:lnTo>
                    <a:pt x="270778" y="367316"/>
                  </a:lnTo>
                  <a:lnTo>
                    <a:pt x="271101" y="367354"/>
                  </a:lnTo>
                  <a:lnTo>
                    <a:pt x="270988" y="367140"/>
                  </a:lnTo>
                  <a:lnTo>
                    <a:pt x="271176" y="366985"/>
                  </a:lnTo>
                  <a:lnTo>
                    <a:pt x="271305" y="367291"/>
                  </a:lnTo>
                  <a:lnTo>
                    <a:pt x="271503" y="366900"/>
                  </a:lnTo>
                  <a:lnTo>
                    <a:pt x="272146" y="366811"/>
                  </a:lnTo>
                  <a:lnTo>
                    <a:pt x="271767" y="366062"/>
                  </a:lnTo>
                  <a:lnTo>
                    <a:pt x="271930" y="365559"/>
                  </a:lnTo>
                  <a:lnTo>
                    <a:pt x="272298" y="365383"/>
                  </a:lnTo>
                  <a:lnTo>
                    <a:pt x="272069" y="365298"/>
                  </a:lnTo>
                  <a:lnTo>
                    <a:pt x="272089" y="364622"/>
                  </a:lnTo>
                  <a:lnTo>
                    <a:pt x="272179" y="364436"/>
                  </a:lnTo>
                  <a:lnTo>
                    <a:pt x="272310" y="364665"/>
                  </a:lnTo>
                  <a:lnTo>
                    <a:pt x="272524" y="364576"/>
                  </a:lnTo>
                  <a:lnTo>
                    <a:pt x="272325" y="364370"/>
                  </a:lnTo>
                  <a:lnTo>
                    <a:pt x="272729" y="363281"/>
                  </a:lnTo>
                  <a:lnTo>
                    <a:pt x="271469" y="361816"/>
                  </a:lnTo>
                  <a:lnTo>
                    <a:pt x="270310" y="361290"/>
                  </a:lnTo>
                  <a:lnTo>
                    <a:pt x="270267" y="360902"/>
                  </a:lnTo>
                  <a:lnTo>
                    <a:pt x="270535" y="360734"/>
                  </a:lnTo>
                  <a:lnTo>
                    <a:pt x="270243" y="359581"/>
                  </a:lnTo>
                  <a:lnTo>
                    <a:pt x="270085" y="359610"/>
                  </a:lnTo>
                  <a:lnTo>
                    <a:pt x="270313" y="358962"/>
                  </a:lnTo>
                  <a:lnTo>
                    <a:pt x="270176" y="358700"/>
                  </a:lnTo>
                  <a:lnTo>
                    <a:pt x="270606" y="358032"/>
                  </a:lnTo>
                  <a:lnTo>
                    <a:pt x="270467" y="357760"/>
                  </a:lnTo>
                  <a:lnTo>
                    <a:pt x="270723" y="357085"/>
                  </a:lnTo>
                  <a:lnTo>
                    <a:pt x="271338" y="356514"/>
                  </a:lnTo>
                  <a:lnTo>
                    <a:pt x="272093" y="354115"/>
                  </a:lnTo>
                  <a:lnTo>
                    <a:pt x="272901" y="353118"/>
                  </a:lnTo>
                  <a:lnTo>
                    <a:pt x="273519" y="352725"/>
                  </a:lnTo>
                  <a:lnTo>
                    <a:pt x="274250" y="352627"/>
                  </a:lnTo>
                  <a:lnTo>
                    <a:pt x="274291" y="352366"/>
                  </a:lnTo>
                  <a:lnTo>
                    <a:pt x="273829" y="352030"/>
                  </a:lnTo>
                  <a:lnTo>
                    <a:pt x="273744" y="350951"/>
                  </a:lnTo>
                  <a:lnTo>
                    <a:pt x="273054" y="351006"/>
                  </a:lnTo>
                  <a:lnTo>
                    <a:pt x="273369" y="350102"/>
                  </a:lnTo>
                  <a:lnTo>
                    <a:pt x="272278" y="349923"/>
                  </a:lnTo>
                  <a:lnTo>
                    <a:pt x="272094" y="349618"/>
                  </a:lnTo>
                  <a:lnTo>
                    <a:pt x="277451" y="344473"/>
                  </a:lnTo>
                  <a:lnTo>
                    <a:pt x="276237" y="343271"/>
                  </a:lnTo>
                  <a:lnTo>
                    <a:pt x="275585" y="341837"/>
                  </a:lnTo>
                  <a:lnTo>
                    <a:pt x="274904" y="339486"/>
                  </a:lnTo>
                  <a:lnTo>
                    <a:pt x="273989" y="334780"/>
                  </a:lnTo>
                  <a:lnTo>
                    <a:pt x="273958" y="333165"/>
                  </a:lnTo>
                  <a:lnTo>
                    <a:pt x="274722" y="329588"/>
                  </a:lnTo>
                  <a:lnTo>
                    <a:pt x="277456" y="323866"/>
                  </a:lnTo>
                  <a:lnTo>
                    <a:pt x="281930" y="319776"/>
                  </a:lnTo>
                  <a:lnTo>
                    <a:pt x="284457" y="316515"/>
                  </a:lnTo>
                  <a:lnTo>
                    <a:pt x="284241" y="316213"/>
                  </a:lnTo>
                  <a:lnTo>
                    <a:pt x="286487" y="313488"/>
                  </a:lnTo>
                  <a:lnTo>
                    <a:pt x="286273" y="313561"/>
                  </a:lnTo>
                  <a:lnTo>
                    <a:pt x="285786" y="312414"/>
                  </a:lnTo>
                  <a:lnTo>
                    <a:pt x="285639" y="312521"/>
                  </a:lnTo>
                  <a:lnTo>
                    <a:pt x="285189" y="312101"/>
                  </a:lnTo>
                  <a:lnTo>
                    <a:pt x="285074" y="306516"/>
                  </a:lnTo>
                  <a:lnTo>
                    <a:pt x="283865" y="302202"/>
                  </a:lnTo>
                  <a:lnTo>
                    <a:pt x="284659" y="296976"/>
                  </a:lnTo>
                  <a:lnTo>
                    <a:pt x="284511" y="293046"/>
                  </a:lnTo>
                  <a:lnTo>
                    <a:pt x="284982" y="292148"/>
                  </a:lnTo>
                  <a:lnTo>
                    <a:pt x="288226" y="288964"/>
                  </a:lnTo>
                  <a:lnTo>
                    <a:pt x="288312" y="284264"/>
                  </a:lnTo>
                  <a:lnTo>
                    <a:pt x="301375" y="283795"/>
                  </a:lnTo>
                  <a:lnTo>
                    <a:pt x="301177" y="278039"/>
                  </a:lnTo>
                  <a:lnTo>
                    <a:pt x="299916" y="277521"/>
                  </a:lnTo>
                  <a:lnTo>
                    <a:pt x="298552" y="276354"/>
                  </a:lnTo>
                  <a:lnTo>
                    <a:pt x="296426" y="272299"/>
                  </a:lnTo>
                  <a:lnTo>
                    <a:pt x="294923" y="271296"/>
                  </a:lnTo>
                  <a:lnTo>
                    <a:pt x="294472" y="270758"/>
                  </a:lnTo>
                  <a:lnTo>
                    <a:pt x="294340" y="270128"/>
                  </a:lnTo>
                  <a:lnTo>
                    <a:pt x="294568" y="269282"/>
                  </a:lnTo>
                  <a:lnTo>
                    <a:pt x="293792" y="268154"/>
                  </a:lnTo>
                  <a:lnTo>
                    <a:pt x="293892" y="266896"/>
                  </a:lnTo>
                  <a:lnTo>
                    <a:pt x="289311" y="267071"/>
                  </a:lnTo>
                  <a:lnTo>
                    <a:pt x="290095" y="264041"/>
                  </a:lnTo>
                  <a:lnTo>
                    <a:pt x="289190" y="261562"/>
                  </a:lnTo>
                  <a:lnTo>
                    <a:pt x="288942" y="259539"/>
                  </a:lnTo>
                  <a:lnTo>
                    <a:pt x="288127" y="258541"/>
                  </a:lnTo>
                  <a:lnTo>
                    <a:pt x="288589" y="256645"/>
                  </a:lnTo>
                  <a:lnTo>
                    <a:pt x="287996" y="255902"/>
                  </a:lnTo>
                  <a:lnTo>
                    <a:pt x="287912" y="255209"/>
                  </a:lnTo>
                  <a:lnTo>
                    <a:pt x="288407" y="253802"/>
                  </a:lnTo>
                  <a:lnTo>
                    <a:pt x="288400" y="250897"/>
                  </a:lnTo>
                  <a:lnTo>
                    <a:pt x="288888" y="249656"/>
                  </a:lnTo>
                  <a:lnTo>
                    <a:pt x="288146" y="232803"/>
                  </a:lnTo>
                  <a:lnTo>
                    <a:pt x="299548" y="232415"/>
                  </a:lnTo>
                  <a:lnTo>
                    <a:pt x="298625" y="206671"/>
                  </a:lnTo>
                  <a:lnTo>
                    <a:pt x="304331" y="206454"/>
                  </a:lnTo>
                  <a:lnTo>
                    <a:pt x="304098" y="200524"/>
                  </a:lnTo>
                  <a:lnTo>
                    <a:pt x="303077" y="199754"/>
                  </a:lnTo>
                  <a:lnTo>
                    <a:pt x="302781" y="199665"/>
                  </a:lnTo>
                  <a:lnTo>
                    <a:pt x="302437" y="199114"/>
                  </a:lnTo>
                  <a:lnTo>
                    <a:pt x="304578" y="197443"/>
                  </a:lnTo>
                  <a:lnTo>
                    <a:pt x="304954" y="197008"/>
                  </a:lnTo>
                  <a:lnTo>
                    <a:pt x="304863" y="196496"/>
                  </a:lnTo>
                  <a:lnTo>
                    <a:pt x="306885" y="196397"/>
                  </a:lnTo>
                  <a:lnTo>
                    <a:pt x="306922" y="194721"/>
                  </a:lnTo>
                  <a:lnTo>
                    <a:pt x="307871" y="189625"/>
                  </a:lnTo>
                  <a:lnTo>
                    <a:pt x="308091" y="185675"/>
                  </a:lnTo>
                  <a:lnTo>
                    <a:pt x="307554" y="182625"/>
                  </a:lnTo>
                  <a:lnTo>
                    <a:pt x="305145" y="176618"/>
                  </a:lnTo>
                  <a:lnTo>
                    <a:pt x="304648" y="166936"/>
                  </a:lnTo>
                  <a:lnTo>
                    <a:pt x="304140" y="165906"/>
                  </a:lnTo>
                  <a:lnTo>
                    <a:pt x="300256" y="161299"/>
                  </a:lnTo>
                  <a:lnTo>
                    <a:pt x="297955" y="155641"/>
                  </a:lnTo>
                  <a:lnTo>
                    <a:pt x="299008" y="153415"/>
                  </a:lnTo>
                  <a:lnTo>
                    <a:pt x="295043" y="150361"/>
                  </a:lnTo>
                  <a:lnTo>
                    <a:pt x="293122" y="148654"/>
                  </a:lnTo>
                  <a:lnTo>
                    <a:pt x="292728" y="147864"/>
                  </a:lnTo>
                  <a:lnTo>
                    <a:pt x="293043" y="142671"/>
                  </a:lnTo>
                  <a:lnTo>
                    <a:pt x="295015" y="142206"/>
                  </a:lnTo>
                  <a:lnTo>
                    <a:pt x="297472" y="140709"/>
                  </a:lnTo>
                  <a:lnTo>
                    <a:pt x="298468" y="138060"/>
                  </a:lnTo>
                  <a:lnTo>
                    <a:pt x="300312" y="135171"/>
                  </a:lnTo>
                  <a:lnTo>
                    <a:pt x="299592" y="132594"/>
                  </a:lnTo>
                  <a:lnTo>
                    <a:pt x="298980" y="131474"/>
                  </a:lnTo>
                  <a:lnTo>
                    <a:pt x="298835" y="129572"/>
                  </a:lnTo>
                  <a:lnTo>
                    <a:pt x="296959" y="128432"/>
                  </a:lnTo>
                  <a:lnTo>
                    <a:pt x="296838" y="128165"/>
                  </a:lnTo>
                  <a:lnTo>
                    <a:pt x="298163" y="126309"/>
                  </a:lnTo>
                  <a:lnTo>
                    <a:pt x="293836" y="122591"/>
                  </a:lnTo>
                  <a:lnTo>
                    <a:pt x="292629" y="117773"/>
                  </a:lnTo>
                  <a:lnTo>
                    <a:pt x="292137" y="114491"/>
                  </a:lnTo>
                  <a:lnTo>
                    <a:pt x="289146" y="103775"/>
                  </a:lnTo>
                  <a:lnTo>
                    <a:pt x="290211" y="100060"/>
                  </a:lnTo>
                  <a:lnTo>
                    <a:pt x="290375" y="96265"/>
                  </a:lnTo>
                  <a:lnTo>
                    <a:pt x="289888" y="91843"/>
                  </a:lnTo>
                  <a:lnTo>
                    <a:pt x="288327" y="79668"/>
                  </a:lnTo>
                  <a:lnTo>
                    <a:pt x="290638" y="74128"/>
                  </a:lnTo>
                  <a:lnTo>
                    <a:pt x="290187" y="71232"/>
                  </a:lnTo>
                  <a:lnTo>
                    <a:pt x="290569" y="67042"/>
                  </a:lnTo>
                  <a:lnTo>
                    <a:pt x="290361" y="66482"/>
                  </a:lnTo>
                  <a:lnTo>
                    <a:pt x="290337" y="64627"/>
                  </a:lnTo>
                  <a:lnTo>
                    <a:pt x="291140" y="65261"/>
                  </a:lnTo>
                  <a:lnTo>
                    <a:pt x="292153" y="67210"/>
                  </a:lnTo>
                  <a:lnTo>
                    <a:pt x="293074" y="68281"/>
                  </a:lnTo>
                  <a:lnTo>
                    <a:pt x="292584" y="65935"/>
                  </a:lnTo>
                  <a:lnTo>
                    <a:pt x="292900" y="66190"/>
                  </a:lnTo>
                  <a:lnTo>
                    <a:pt x="292696" y="65715"/>
                  </a:lnTo>
                  <a:lnTo>
                    <a:pt x="292349" y="65581"/>
                  </a:lnTo>
                  <a:lnTo>
                    <a:pt x="292227" y="64896"/>
                  </a:lnTo>
                  <a:lnTo>
                    <a:pt x="292702" y="65213"/>
                  </a:lnTo>
                  <a:lnTo>
                    <a:pt x="292752" y="64644"/>
                  </a:lnTo>
                  <a:lnTo>
                    <a:pt x="293175" y="64357"/>
                  </a:lnTo>
                  <a:lnTo>
                    <a:pt x="292482" y="63973"/>
                  </a:lnTo>
                  <a:lnTo>
                    <a:pt x="292444" y="63696"/>
                  </a:lnTo>
                  <a:lnTo>
                    <a:pt x="293280" y="62346"/>
                  </a:lnTo>
                  <a:lnTo>
                    <a:pt x="293313" y="61922"/>
                  </a:lnTo>
                  <a:lnTo>
                    <a:pt x="293844" y="61706"/>
                  </a:lnTo>
                  <a:lnTo>
                    <a:pt x="294171" y="61118"/>
                  </a:lnTo>
                  <a:lnTo>
                    <a:pt x="294151" y="59914"/>
                  </a:lnTo>
                  <a:lnTo>
                    <a:pt x="294544" y="58603"/>
                  </a:lnTo>
                  <a:lnTo>
                    <a:pt x="295223" y="58816"/>
                  </a:lnTo>
                  <a:lnTo>
                    <a:pt x="295568" y="58657"/>
                  </a:lnTo>
                  <a:lnTo>
                    <a:pt x="295114" y="57943"/>
                  </a:lnTo>
                  <a:lnTo>
                    <a:pt x="295848" y="57234"/>
                  </a:lnTo>
                  <a:lnTo>
                    <a:pt x="296510" y="54733"/>
                  </a:lnTo>
                  <a:lnTo>
                    <a:pt x="298213" y="53124"/>
                  </a:lnTo>
                  <a:lnTo>
                    <a:pt x="299825" y="52303"/>
                  </a:lnTo>
                  <a:lnTo>
                    <a:pt x="303859" y="52265"/>
                  </a:lnTo>
                  <a:lnTo>
                    <a:pt x="303325" y="52067"/>
                  </a:lnTo>
                  <a:lnTo>
                    <a:pt x="303205" y="51690"/>
                  </a:lnTo>
                  <a:lnTo>
                    <a:pt x="303367" y="50507"/>
                  </a:lnTo>
                  <a:lnTo>
                    <a:pt x="303544" y="50332"/>
                  </a:lnTo>
                  <a:lnTo>
                    <a:pt x="304291" y="50660"/>
                  </a:lnTo>
                  <a:lnTo>
                    <a:pt x="304668" y="50585"/>
                  </a:lnTo>
                  <a:lnTo>
                    <a:pt x="305347" y="50042"/>
                  </a:lnTo>
                  <a:lnTo>
                    <a:pt x="306399" y="49750"/>
                  </a:lnTo>
                  <a:lnTo>
                    <a:pt x="307414" y="48956"/>
                  </a:lnTo>
                  <a:lnTo>
                    <a:pt x="308761" y="45986"/>
                  </a:lnTo>
                  <a:lnTo>
                    <a:pt x="309085" y="46143"/>
                  </a:lnTo>
                  <a:lnTo>
                    <a:pt x="310235" y="45898"/>
                  </a:lnTo>
                  <a:lnTo>
                    <a:pt x="309647" y="45337"/>
                  </a:lnTo>
                  <a:lnTo>
                    <a:pt x="308249" y="45069"/>
                  </a:lnTo>
                  <a:lnTo>
                    <a:pt x="307307" y="43915"/>
                  </a:lnTo>
                  <a:lnTo>
                    <a:pt x="307968" y="43194"/>
                  </a:lnTo>
                  <a:lnTo>
                    <a:pt x="307790" y="41879"/>
                  </a:lnTo>
                  <a:lnTo>
                    <a:pt x="308367" y="41186"/>
                  </a:lnTo>
                  <a:lnTo>
                    <a:pt x="308747" y="41110"/>
                  </a:lnTo>
                  <a:lnTo>
                    <a:pt x="308535" y="40434"/>
                  </a:lnTo>
                  <a:lnTo>
                    <a:pt x="308757" y="39969"/>
                  </a:lnTo>
                  <a:lnTo>
                    <a:pt x="308769" y="37730"/>
                  </a:lnTo>
                  <a:lnTo>
                    <a:pt x="309606" y="35253"/>
                  </a:lnTo>
                  <a:lnTo>
                    <a:pt x="310336" y="33781"/>
                  </a:lnTo>
                  <a:lnTo>
                    <a:pt x="311105" y="33092"/>
                  </a:lnTo>
                  <a:lnTo>
                    <a:pt x="311336" y="32339"/>
                  </a:lnTo>
                  <a:lnTo>
                    <a:pt x="312681" y="31817"/>
                  </a:lnTo>
                  <a:lnTo>
                    <a:pt x="311717" y="31690"/>
                  </a:lnTo>
                  <a:lnTo>
                    <a:pt x="312416" y="30014"/>
                  </a:lnTo>
                  <a:lnTo>
                    <a:pt x="312479" y="28999"/>
                  </a:lnTo>
                  <a:lnTo>
                    <a:pt x="312983" y="28360"/>
                  </a:lnTo>
                  <a:lnTo>
                    <a:pt x="312939" y="27152"/>
                  </a:lnTo>
                  <a:lnTo>
                    <a:pt x="312849" y="26926"/>
                  </a:lnTo>
                  <a:lnTo>
                    <a:pt x="312510" y="27163"/>
                  </a:lnTo>
                  <a:lnTo>
                    <a:pt x="312030" y="26402"/>
                  </a:lnTo>
                  <a:lnTo>
                    <a:pt x="310905" y="25544"/>
                  </a:lnTo>
                  <a:lnTo>
                    <a:pt x="310199" y="25596"/>
                  </a:lnTo>
                  <a:lnTo>
                    <a:pt x="309651" y="26226"/>
                  </a:lnTo>
                  <a:lnTo>
                    <a:pt x="309445" y="26203"/>
                  </a:lnTo>
                  <a:lnTo>
                    <a:pt x="308865" y="25640"/>
                  </a:lnTo>
                  <a:lnTo>
                    <a:pt x="308132" y="25498"/>
                  </a:lnTo>
                  <a:lnTo>
                    <a:pt x="307341" y="24783"/>
                  </a:lnTo>
                  <a:lnTo>
                    <a:pt x="306827" y="24688"/>
                  </a:lnTo>
                  <a:lnTo>
                    <a:pt x="303446" y="20619"/>
                  </a:lnTo>
                  <a:lnTo>
                    <a:pt x="302778" y="18390"/>
                  </a:lnTo>
                  <a:lnTo>
                    <a:pt x="301918" y="17957"/>
                  </a:lnTo>
                  <a:lnTo>
                    <a:pt x="304930" y="15158"/>
                  </a:lnTo>
                  <a:lnTo>
                    <a:pt x="305548" y="13400"/>
                  </a:lnTo>
                  <a:lnTo>
                    <a:pt x="306025" y="12929"/>
                  </a:lnTo>
                  <a:lnTo>
                    <a:pt x="305993" y="11932"/>
                  </a:lnTo>
                  <a:lnTo>
                    <a:pt x="306544" y="10047"/>
                  </a:lnTo>
                  <a:lnTo>
                    <a:pt x="307460" y="9203"/>
                  </a:lnTo>
                  <a:lnTo>
                    <a:pt x="309126" y="10788"/>
                  </a:lnTo>
                  <a:lnTo>
                    <a:pt x="310027" y="11094"/>
                  </a:lnTo>
                  <a:lnTo>
                    <a:pt x="311222" y="12003"/>
                  </a:lnTo>
                  <a:lnTo>
                    <a:pt x="311441" y="11887"/>
                  </a:lnTo>
                  <a:lnTo>
                    <a:pt x="312113" y="13049"/>
                  </a:lnTo>
                  <a:lnTo>
                    <a:pt x="314193" y="12670"/>
                  </a:lnTo>
                  <a:lnTo>
                    <a:pt x="314444" y="13064"/>
                  </a:lnTo>
                  <a:lnTo>
                    <a:pt x="314119" y="13912"/>
                  </a:lnTo>
                  <a:lnTo>
                    <a:pt x="314478" y="14533"/>
                  </a:lnTo>
                  <a:lnTo>
                    <a:pt x="315013" y="14757"/>
                  </a:lnTo>
                  <a:lnTo>
                    <a:pt x="316224" y="13707"/>
                  </a:lnTo>
                  <a:lnTo>
                    <a:pt x="316033" y="13522"/>
                  </a:lnTo>
                  <a:lnTo>
                    <a:pt x="316277" y="13255"/>
                  </a:lnTo>
                  <a:lnTo>
                    <a:pt x="316938" y="12869"/>
                  </a:lnTo>
                  <a:lnTo>
                    <a:pt x="320458" y="11582"/>
                  </a:lnTo>
                  <a:lnTo>
                    <a:pt x="321251" y="11537"/>
                  </a:lnTo>
                  <a:lnTo>
                    <a:pt x="322106" y="10631"/>
                  </a:lnTo>
                  <a:lnTo>
                    <a:pt x="323723" y="10019"/>
                  </a:lnTo>
                  <a:lnTo>
                    <a:pt x="325012" y="8346"/>
                  </a:lnTo>
                  <a:lnTo>
                    <a:pt x="325277" y="7598"/>
                  </a:lnTo>
                  <a:lnTo>
                    <a:pt x="325361" y="6149"/>
                  </a:lnTo>
                  <a:lnTo>
                    <a:pt x="326180" y="5252"/>
                  </a:lnTo>
                  <a:lnTo>
                    <a:pt x="326385" y="4601"/>
                  </a:lnTo>
                  <a:lnTo>
                    <a:pt x="327811" y="3359"/>
                  </a:lnTo>
                  <a:lnTo>
                    <a:pt x="329013" y="4018"/>
                  </a:lnTo>
                  <a:lnTo>
                    <a:pt x="330469" y="2800"/>
                  </a:lnTo>
                  <a:lnTo>
                    <a:pt x="331803" y="1016"/>
                  </a:lnTo>
                  <a:lnTo>
                    <a:pt x="333101" y="0"/>
                  </a:lnTo>
                  <a:lnTo>
                    <a:pt x="333576" y="11"/>
                  </a:lnTo>
                  <a:lnTo>
                    <a:pt x="333838" y="272"/>
                  </a:lnTo>
                  <a:lnTo>
                    <a:pt x="334242" y="71"/>
                  </a:lnTo>
                  <a:lnTo>
                    <a:pt x="335115" y="728"/>
                  </a:lnTo>
                  <a:lnTo>
                    <a:pt x="335795" y="1601"/>
                  </a:lnTo>
                  <a:lnTo>
                    <a:pt x="337496" y="1947"/>
                  </a:lnTo>
                  <a:lnTo>
                    <a:pt x="337694" y="2356"/>
                  </a:lnTo>
                  <a:lnTo>
                    <a:pt x="338352" y="2702"/>
                  </a:lnTo>
                  <a:lnTo>
                    <a:pt x="338946" y="3784"/>
                  </a:lnTo>
                  <a:lnTo>
                    <a:pt x="339142" y="3786"/>
                  </a:lnTo>
                  <a:lnTo>
                    <a:pt x="339389" y="4380"/>
                  </a:lnTo>
                  <a:lnTo>
                    <a:pt x="339971" y="4935"/>
                  </a:lnTo>
                  <a:lnTo>
                    <a:pt x="340168" y="5650"/>
                  </a:lnTo>
                  <a:lnTo>
                    <a:pt x="340697" y="5923"/>
                  </a:lnTo>
                  <a:lnTo>
                    <a:pt x="340510" y="6653"/>
                  </a:lnTo>
                  <a:lnTo>
                    <a:pt x="341276" y="7722"/>
                  </a:lnTo>
                  <a:lnTo>
                    <a:pt x="344076" y="7857"/>
                  </a:lnTo>
                  <a:lnTo>
                    <a:pt x="344951" y="8240"/>
                  </a:lnTo>
                  <a:lnTo>
                    <a:pt x="346959" y="10049"/>
                  </a:lnTo>
                  <a:lnTo>
                    <a:pt x="347364" y="10086"/>
                  </a:lnTo>
                  <a:lnTo>
                    <a:pt x="347855" y="10618"/>
                  </a:lnTo>
                  <a:lnTo>
                    <a:pt x="348031" y="11417"/>
                  </a:lnTo>
                  <a:lnTo>
                    <a:pt x="348447" y="11109"/>
                  </a:lnTo>
                  <a:lnTo>
                    <a:pt x="348599" y="11323"/>
                  </a:lnTo>
                  <a:lnTo>
                    <a:pt x="350122" y="11531"/>
                  </a:lnTo>
                  <a:lnTo>
                    <a:pt x="350526" y="11976"/>
                  </a:lnTo>
                  <a:lnTo>
                    <a:pt x="351165" y="12054"/>
                  </a:lnTo>
                  <a:lnTo>
                    <a:pt x="351341" y="12390"/>
                  </a:lnTo>
                  <a:lnTo>
                    <a:pt x="351139" y="12669"/>
                  </a:lnTo>
                  <a:lnTo>
                    <a:pt x="352306" y="13471"/>
                  </a:lnTo>
                  <a:lnTo>
                    <a:pt x="352541" y="13206"/>
                  </a:lnTo>
                  <a:lnTo>
                    <a:pt x="352747" y="13537"/>
                  </a:lnTo>
                  <a:lnTo>
                    <a:pt x="353428" y="13427"/>
                  </a:lnTo>
                  <a:lnTo>
                    <a:pt x="353663" y="13721"/>
                  </a:lnTo>
                  <a:lnTo>
                    <a:pt x="354874" y="13885"/>
                  </a:lnTo>
                  <a:lnTo>
                    <a:pt x="354872" y="13651"/>
                  </a:lnTo>
                  <a:lnTo>
                    <a:pt x="355148" y="13729"/>
                  </a:lnTo>
                  <a:lnTo>
                    <a:pt x="356857" y="12742"/>
                  </a:lnTo>
                  <a:lnTo>
                    <a:pt x="357383" y="12982"/>
                  </a:lnTo>
                  <a:lnTo>
                    <a:pt x="357415" y="12498"/>
                  </a:lnTo>
                  <a:lnTo>
                    <a:pt x="358208" y="12246"/>
                  </a:lnTo>
                  <a:lnTo>
                    <a:pt x="358793" y="12492"/>
                  </a:lnTo>
                  <a:lnTo>
                    <a:pt x="359418" y="12344"/>
                  </a:lnTo>
                  <a:lnTo>
                    <a:pt x="360092" y="11578"/>
                  </a:lnTo>
                  <a:lnTo>
                    <a:pt x="360091" y="10994"/>
                  </a:lnTo>
                  <a:lnTo>
                    <a:pt x="361787" y="10339"/>
                  </a:lnTo>
                  <a:lnTo>
                    <a:pt x="362127" y="9711"/>
                  </a:lnTo>
                  <a:lnTo>
                    <a:pt x="362525" y="9510"/>
                  </a:lnTo>
                  <a:lnTo>
                    <a:pt x="363747" y="9256"/>
                  </a:lnTo>
                  <a:lnTo>
                    <a:pt x="365222" y="8313"/>
                  </a:lnTo>
                  <a:lnTo>
                    <a:pt x="365847" y="8245"/>
                  </a:lnTo>
                  <a:lnTo>
                    <a:pt x="366590" y="7602"/>
                  </a:lnTo>
                  <a:lnTo>
                    <a:pt x="367757" y="7825"/>
                  </a:lnTo>
                  <a:lnTo>
                    <a:pt x="368393" y="7144"/>
                  </a:lnTo>
                  <a:lnTo>
                    <a:pt x="368767" y="7073"/>
                  </a:lnTo>
                  <a:lnTo>
                    <a:pt x="369902" y="6949"/>
                  </a:lnTo>
                  <a:lnTo>
                    <a:pt x="370312" y="7326"/>
                  </a:lnTo>
                  <a:lnTo>
                    <a:pt x="370665" y="7007"/>
                  </a:lnTo>
                  <a:lnTo>
                    <a:pt x="371382" y="7344"/>
                  </a:lnTo>
                  <a:lnTo>
                    <a:pt x="372841" y="7094"/>
                  </a:lnTo>
                  <a:lnTo>
                    <a:pt x="374664" y="8413"/>
                  </a:lnTo>
                  <a:lnTo>
                    <a:pt x="377401" y="8537"/>
                  </a:lnTo>
                  <a:lnTo>
                    <a:pt x="380123" y="8995"/>
                  </a:lnTo>
                  <a:lnTo>
                    <a:pt x="379037" y="12337"/>
                  </a:lnTo>
                  <a:lnTo>
                    <a:pt x="380985" y="16234"/>
                  </a:lnTo>
                  <a:lnTo>
                    <a:pt x="381944" y="17606"/>
                  </a:lnTo>
                  <a:lnTo>
                    <a:pt x="382346" y="21622"/>
                  </a:lnTo>
                  <a:lnTo>
                    <a:pt x="381456" y="23290"/>
                  </a:lnTo>
                  <a:lnTo>
                    <a:pt x="380787" y="23892"/>
                  </a:lnTo>
                  <a:lnTo>
                    <a:pt x="380682" y="24538"/>
                  </a:lnTo>
                  <a:lnTo>
                    <a:pt x="379962" y="24134"/>
                  </a:lnTo>
                  <a:lnTo>
                    <a:pt x="379414" y="24775"/>
                  </a:lnTo>
                  <a:lnTo>
                    <a:pt x="379297" y="27716"/>
                  </a:lnTo>
                  <a:lnTo>
                    <a:pt x="379722" y="29498"/>
                  </a:lnTo>
                  <a:lnTo>
                    <a:pt x="379227" y="30135"/>
                  </a:lnTo>
                  <a:lnTo>
                    <a:pt x="379193" y="30709"/>
                  </a:lnTo>
                  <a:lnTo>
                    <a:pt x="379594" y="32027"/>
                  </a:lnTo>
                  <a:lnTo>
                    <a:pt x="380030" y="32257"/>
                  </a:lnTo>
                  <a:lnTo>
                    <a:pt x="382068" y="32363"/>
                  </a:lnTo>
                  <a:lnTo>
                    <a:pt x="390683" y="34324"/>
                  </a:lnTo>
                  <a:lnTo>
                    <a:pt x="397235" y="34657"/>
                  </a:lnTo>
                  <a:lnTo>
                    <a:pt x="401587" y="34401"/>
                  </a:lnTo>
                  <a:lnTo>
                    <a:pt x="405211" y="35344"/>
                  </a:lnTo>
                  <a:lnTo>
                    <a:pt x="408535" y="35809"/>
                  </a:lnTo>
                  <a:lnTo>
                    <a:pt x="416847" y="38904"/>
                  </a:lnTo>
                  <a:lnTo>
                    <a:pt x="419668" y="40496"/>
                  </a:lnTo>
                  <a:lnTo>
                    <a:pt x="420710" y="38538"/>
                  </a:lnTo>
                  <a:lnTo>
                    <a:pt x="422168" y="37004"/>
                  </a:lnTo>
                  <a:lnTo>
                    <a:pt x="422793" y="36660"/>
                  </a:lnTo>
                  <a:lnTo>
                    <a:pt x="424453" y="32492"/>
                  </a:lnTo>
                  <a:lnTo>
                    <a:pt x="425319" y="31962"/>
                  </a:lnTo>
                  <a:lnTo>
                    <a:pt x="427628" y="31316"/>
                  </a:lnTo>
                  <a:lnTo>
                    <a:pt x="430219" y="31342"/>
                  </a:lnTo>
                  <a:lnTo>
                    <a:pt x="432663" y="31702"/>
                  </a:lnTo>
                  <a:lnTo>
                    <a:pt x="434636" y="32734"/>
                  </a:lnTo>
                  <a:lnTo>
                    <a:pt x="437777" y="33599"/>
                  </a:lnTo>
                  <a:lnTo>
                    <a:pt x="438007" y="33905"/>
                  </a:lnTo>
                  <a:lnTo>
                    <a:pt x="439774" y="34617"/>
                  </a:lnTo>
                  <a:lnTo>
                    <a:pt x="442018" y="31949"/>
                  </a:lnTo>
                  <a:lnTo>
                    <a:pt x="443620" y="31831"/>
                  </a:lnTo>
                  <a:lnTo>
                    <a:pt x="444300" y="32550"/>
                  </a:lnTo>
                  <a:lnTo>
                    <a:pt x="445322" y="32436"/>
                  </a:lnTo>
                  <a:lnTo>
                    <a:pt x="445820" y="33074"/>
                  </a:lnTo>
                  <a:lnTo>
                    <a:pt x="447209" y="34042"/>
                  </a:lnTo>
                  <a:lnTo>
                    <a:pt x="448365" y="33654"/>
                  </a:lnTo>
                  <a:lnTo>
                    <a:pt x="450689" y="30736"/>
                  </a:lnTo>
                  <a:lnTo>
                    <a:pt x="450987" y="28885"/>
                  </a:lnTo>
                  <a:lnTo>
                    <a:pt x="452495" y="30113"/>
                  </a:lnTo>
                  <a:lnTo>
                    <a:pt x="455316" y="33633"/>
                  </a:lnTo>
                  <a:lnTo>
                    <a:pt x="456499" y="33454"/>
                  </a:lnTo>
                  <a:lnTo>
                    <a:pt x="459930" y="34305"/>
                  </a:lnTo>
                  <a:lnTo>
                    <a:pt x="461434" y="34357"/>
                  </a:lnTo>
                  <a:lnTo>
                    <a:pt x="462437" y="35311"/>
                  </a:lnTo>
                  <a:lnTo>
                    <a:pt x="464403" y="35797"/>
                  </a:lnTo>
                  <a:lnTo>
                    <a:pt x="464396" y="35542"/>
                  </a:lnTo>
                  <a:lnTo>
                    <a:pt x="465549" y="35742"/>
                  </a:lnTo>
                  <a:lnTo>
                    <a:pt x="467735" y="36467"/>
                  </a:lnTo>
                  <a:lnTo>
                    <a:pt x="469505" y="37271"/>
                  </a:lnTo>
                  <a:lnTo>
                    <a:pt x="469392" y="37526"/>
                  </a:lnTo>
                  <a:lnTo>
                    <a:pt x="470258" y="37605"/>
                  </a:lnTo>
                  <a:lnTo>
                    <a:pt x="475831" y="40075"/>
                  </a:lnTo>
                  <a:lnTo>
                    <a:pt x="476339" y="41563"/>
                  </a:lnTo>
                  <a:lnTo>
                    <a:pt x="476877" y="42392"/>
                  </a:lnTo>
                  <a:lnTo>
                    <a:pt x="477316" y="44223"/>
                  </a:lnTo>
                  <a:lnTo>
                    <a:pt x="477933" y="44486"/>
                  </a:lnTo>
                  <a:lnTo>
                    <a:pt x="478426" y="45381"/>
                  </a:lnTo>
                  <a:lnTo>
                    <a:pt x="478150" y="45957"/>
                  </a:lnTo>
                  <a:lnTo>
                    <a:pt x="478351" y="46337"/>
                  </a:lnTo>
                  <a:lnTo>
                    <a:pt x="477901" y="48375"/>
                  </a:lnTo>
                  <a:lnTo>
                    <a:pt x="478278" y="49634"/>
                  </a:lnTo>
                  <a:lnTo>
                    <a:pt x="477463" y="50046"/>
                  </a:lnTo>
                  <a:lnTo>
                    <a:pt x="477361" y="50851"/>
                  </a:lnTo>
                  <a:lnTo>
                    <a:pt x="477454" y="53482"/>
                  </a:lnTo>
                  <a:lnTo>
                    <a:pt x="477196" y="53953"/>
                  </a:lnTo>
                  <a:lnTo>
                    <a:pt x="476339" y="54535"/>
                  </a:lnTo>
                  <a:lnTo>
                    <a:pt x="475466" y="54581"/>
                  </a:lnTo>
                  <a:lnTo>
                    <a:pt x="475101" y="54148"/>
                  </a:lnTo>
                  <a:lnTo>
                    <a:pt x="473798" y="53977"/>
                  </a:lnTo>
                  <a:lnTo>
                    <a:pt x="472557" y="54249"/>
                  </a:lnTo>
                  <a:lnTo>
                    <a:pt x="472259" y="55389"/>
                  </a:lnTo>
                  <a:lnTo>
                    <a:pt x="471193" y="56690"/>
                  </a:lnTo>
                  <a:lnTo>
                    <a:pt x="470872" y="57476"/>
                  </a:lnTo>
                  <a:lnTo>
                    <a:pt x="471124" y="58655"/>
                  </a:lnTo>
                  <a:lnTo>
                    <a:pt x="470867" y="59811"/>
                  </a:lnTo>
                  <a:lnTo>
                    <a:pt x="471030" y="60184"/>
                  </a:lnTo>
                  <a:lnTo>
                    <a:pt x="471570" y="60293"/>
                  </a:lnTo>
                  <a:lnTo>
                    <a:pt x="471986" y="61788"/>
                  </a:lnTo>
                  <a:lnTo>
                    <a:pt x="472611" y="62177"/>
                  </a:lnTo>
                  <a:lnTo>
                    <a:pt x="473141" y="62993"/>
                  </a:lnTo>
                  <a:lnTo>
                    <a:pt x="477375" y="63721"/>
                  </a:lnTo>
                  <a:lnTo>
                    <a:pt x="479453" y="64426"/>
                  </a:lnTo>
                  <a:lnTo>
                    <a:pt x="481513" y="64366"/>
                  </a:lnTo>
                  <a:lnTo>
                    <a:pt x="482441" y="64684"/>
                  </a:lnTo>
                  <a:lnTo>
                    <a:pt x="483289" y="66324"/>
                  </a:lnTo>
                  <a:lnTo>
                    <a:pt x="483677" y="68114"/>
                  </a:lnTo>
                  <a:lnTo>
                    <a:pt x="479955" y="73658"/>
                  </a:lnTo>
                  <a:lnTo>
                    <a:pt x="482805" y="75160"/>
                  </a:lnTo>
                  <a:lnTo>
                    <a:pt x="484679" y="75626"/>
                  </a:lnTo>
                  <a:lnTo>
                    <a:pt x="485406" y="76107"/>
                  </a:lnTo>
                  <a:lnTo>
                    <a:pt x="486431" y="76977"/>
                  </a:lnTo>
                  <a:lnTo>
                    <a:pt x="487060" y="78797"/>
                  </a:lnTo>
                  <a:lnTo>
                    <a:pt x="487560" y="79519"/>
                  </a:lnTo>
                  <a:lnTo>
                    <a:pt x="489539" y="81584"/>
                  </a:lnTo>
                  <a:lnTo>
                    <a:pt x="489813" y="85866"/>
                  </a:lnTo>
                  <a:lnTo>
                    <a:pt x="490717" y="87212"/>
                  </a:lnTo>
                  <a:lnTo>
                    <a:pt x="491119" y="89049"/>
                  </a:lnTo>
                  <a:lnTo>
                    <a:pt x="491026" y="90334"/>
                  </a:lnTo>
                  <a:lnTo>
                    <a:pt x="490466" y="91957"/>
                  </a:lnTo>
                  <a:lnTo>
                    <a:pt x="488204" y="94958"/>
                  </a:lnTo>
                  <a:lnTo>
                    <a:pt x="486445" y="95516"/>
                  </a:lnTo>
                  <a:lnTo>
                    <a:pt x="485795" y="95321"/>
                  </a:lnTo>
                  <a:lnTo>
                    <a:pt x="483610" y="97040"/>
                  </a:lnTo>
                  <a:lnTo>
                    <a:pt x="483662" y="99146"/>
                  </a:lnTo>
                  <a:lnTo>
                    <a:pt x="482871" y="100775"/>
                  </a:lnTo>
                  <a:lnTo>
                    <a:pt x="483037" y="103832"/>
                  </a:lnTo>
                  <a:lnTo>
                    <a:pt x="481361" y="106114"/>
                  </a:lnTo>
                  <a:lnTo>
                    <a:pt x="481112" y="106924"/>
                  </a:lnTo>
                  <a:lnTo>
                    <a:pt x="480473" y="107751"/>
                  </a:lnTo>
                  <a:lnTo>
                    <a:pt x="478832" y="109238"/>
                  </a:lnTo>
                  <a:lnTo>
                    <a:pt x="476652" y="115001"/>
                  </a:lnTo>
                  <a:lnTo>
                    <a:pt x="480614" y="116617"/>
                  </a:lnTo>
                  <a:lnTo>
                    <a:pt x="482232" y="119398"/>
                  </a:lnTo>
                  <a:lnTo>
                    <a:pt x="481905" y="121946"/>
                  </a:lnTo>
                  <a:lnTo>
                    <a:pt x="481302" y="122120"/>
                  </a:lnTo>
                  <a:lnTo>
                    <a:pt x="481289" y="122481"/>
                  </a:lnTo>
                  <a:lnTo>
                    <a:pt x="480894" y="122949"/>
                  </a:lnTo>
                  <a:lnTo>
                    <a:pt x="486402" y="123823"/>
                  </a:lnTo>
                  <a:lnTo>
                    <a:pt x="487131" y="124176"/>
                  </a:lnTo>
                  <a:lnTo>
                    <a:pt x="487378" y="124418"/>
                  </a:lnTo>
                  <a:lnTo>
                    <a:pt x="487574" y="125423"/>
                  </a:lnTo>
                  <a:lnTo>
                    <a:pt x="488454" y="126149"/>
                  </a:lnTo>
                  <a:lnTo>
                    <a:pt x="488744" y="128016"/>
                  </a:lnTo>
                  <a:lnTo>
                    <a:pt x="490050" y="131799"/>
                  </a:lnTo>
                  <a:lnTo>
                    <a:pt x="490714" y="132629"/>
                  </a:lnTo>
                  <a:lnTo>
                    <a:pt x="490251" y="133471"/>
                  </a:lnTo>
                  <a:lnTo>
                    <a:pt x="490557" y="134813"/>
                  </a:lnTo>
                  <a:lnTo>
                    <a:pt x="491277" y="135707"/>
                  </a:lnTo>
                  <a:lnTo>
                    <a:pt x="492618" y="135975"/>
                  </a:lnTo>
                  <a:lnTo>
                    <a:pt x="493989" y="136756"/>
                  </a:lnTo>
                  <a:lnTo>
                    <a:pt x="494419" y="138733"/>
                  </a:lnTo>
                  <a:lnTo>
                    <a:pt x="495443" y="139523"/>
                  </a:lnTo>
                  <a:lnTo>
                    <a:pt x="495920" y="140265"/>
                  </a:lnTo>
                  <a:lnTo>
                    <a:pt x="499917" y="143328"/>
                  </a:lnTo>
                  <a:lnTo>
                    <a:pt x="501036" y="144531"/>
                  </a:lnTo>
                  <a:lnTo>
                    <a:pt x="503001" y="145205"/>
                  </a:lnTo>
                  <a:lnTo>
                    <a:pt x="504587" y="146219"/>
                  </a:lnTo>
                  <a:lnTo>
                    <a:pt x="504885" y="146541"/>
                  </a:lnTo>
                  <a:lnTo>
                    <a:pt x="505519" y="148332"/>
                  </a:lnTo>
                  <a:lnTo>
                    <a:pt x="506610" y="149496"/>
                  </a:lnTo>
                  <a:lnTo>
                    <a:pt x="507778" y="150013"/>
                  </a:lnTo>
                  <a:lnTo>
                    <a:pt x="509474" y="150044"/>
                  </a:lnTo>
                  <a:lnTo>
                    <a:pt x="510602" y="151371"/>
                  </a:lnTo>
                  <a:lnTo>
                    <a:pt x="508429" y="152609"/>
                  </a:lnTo>
                  <a:lnTo>
                    <a:pt x="505992" y="155615"/>
                  </a:lnTo>
                  <a:lnTo>
                    <a:pt x="504839" y="157462"/>
                  </a:lnTo>
                  <a:lnTo>
                    <a:pt x="504664" y="157368"/>
                  </a:lnTo>
                  <a:lnTo>
                    <a:pt x="504991" y="161583"/>
                  </a:lnTo>
                  <a:lnTo>
                    <a:pt x="506387" y="168216"/>
                  </a:lnTo>
                  <a:lnTo>
                    <a:pt x="506055" y="170067"/>
                  </a:lnTo>
                  <a:lnTo>
                    <a:pt x="505425" y="173126"/>
                  </a:lnTo>
                  <a:lnTo>
                    <a:pt x="505987" y="179130"/>
                  </a:lnTo>
                  <a:lnTo>
                    <a:pt x="505746" y="179981"/>
                  </a:lnTo>
                  <a:lnTo>
                    <a:pt x="505666" y="181081"/>
                  </a:lnTo>
                  <a:lnTo>
                    <a:pt x="504840" y="180649"/>
                  </a:lnTo>
                  <a:lnTo>
                    <a:pt x="505057" y="181939"/>
                  </a:lnTo>
                  <a:lnTo>
                    <a:pt x="504052" y="184309"/>
                  </a:lnTo>
                  <a:lnTo>
                    <a:pt x="504433" y="185980"/>
                  </a:lnTo>
                  <a:lnTo>
                    <a:pt x="507105" y="186726"/>
                  </a:lnTo>
                  <a:lnTo>
                    <a:pt x="507853" y="186684"/>
                  </a:lnTo>
                  <a:lnTo>
                    <a:pt x="508938" y="187736"/>
                  </a:lnTo>
                  <a:lnTo>
                    <a:pt x="507400" y="188407"/>
                  </a:lnTo>
                  <a:lnTo>
                    <a:pt x="505707" y="190896"/>
                  </a:lnTo>
                  <a:lnTo>
                    <a:pt x="504445" y="191643"/>
                  </a:lnTo>
                  <a:lnTo>
                    <a:pt x="503578" y="192593"/>
                  </a:lnTo>
                  <a:lnTo>
                    <a:pt x="503306" y="193238"/>
                  </a:lnTo>
                  <a:lnTo>
                    <a:pt x="505196" y="194881"/>
                  </a:lnTo>
                  <a:lnTo>
                    <a:pt x="508860" y="196263"/>
                  </a:lnTo>
                  <a:lnTo>
                    <a:pt x="508054" y="198604"/>
                  </a:lnTo>
                  <a:lnTo>
                    <a:pt x="506785" y="197946"/>
                  </a:lnTo>
                  <a:lnTo>
                    <a:pt x="505403" y="200478"/>
                  </a:lnTo>
                  <a:lnTo>
                    <a:pt x="503879" y="201080"/>
                  </a:lnTo>
                  <a:lnTo>
                    <a:pt x="504462" y="201696"/>
                  </a:lnTo>
                  <a:lnTo>
                    <a:pt x="506305" y="202258"/>
                  </a:lnTo>
                  <a:lnTo>
                    <a:pt x="506129" y="203501"/>
                  </a:lnTo>
                  <a:lnTo>
                    <a:pt x="508501" y="203684"/>
                  </a:lnTo>
                  <a:lnTo>
                    <a:pt x="507924" y="204920"/>
                  </a:lnTo>
                  <a:lnTo>
                    <a:pt x="507509" y="206625"/>
                  </a:lnTo>
                  <a:lnTo>
                    <a:pt x="506107" y="206735"/>
                  </a:lnTo>
                  <a:lnTo>
                    <a:pt x="504707" y="206282"/>
                  </a:lnTo>
                  <a:lnTo>
                    <a:pt x="504725" y="207474"/>
                  </a:lnTo>
                  <a:lnTo>
                    <a:pt x="507776" y="209868"/>
                  </a:lnTo>
                  <a:lnTo>
                    <a:pt x="508897" y="208842"/>
                  </a:lnTo>
                  <a:lnTo>
                    <a:pt x="510553" y="209181"/>
                  </a:lnTo>
                  <a:lnTo>
                    <a:pt x="512426" y="210050"/>
                  </a:lnTo>
                  <a:lnTo>
                    <a:pt x="512032" y="213521"/>
                  </a:lnTo>
                  <a:lnTo>
                    <a:pt x="512103" y="214594"/>
                  </a:lnTo>
                  <a:lnTo>
                    <a:pt x="513128" y="217618"/>
                  </a:lnTo>
                  <a:lnTo>
                    <a:pt x="513070" y="220149"/>
                  </a:lnTo>
                  <a:lnTo>
                    <a:pt x="511314" y="221060"/>
                  </a:lnTo>
                  <a:lnTo>
                    <a:pt x="507471" y="221053"/>
                  </a:lnTo>
                  <a:lnTo>
                    <a:pt x="503849" y="219955"/>
                  </a:lnTo>
                  <a:lnTo>
                    <a:pt x="502679" y="219144"/>
                  </a:lnTo>
                  <a:lnTo>
                    <a:pt x="501312" y="217469"/>
                  </a:lnTo>
                  <a:lnTo>
                    <a:pt x="499487" y="215965"/>
                  </a:lnTo>
                  <a:lnTo>
                    <a:pt x="498740" y="215661"/>
                  </a:lnTo>
                  <a:lnTo>
                    <a:pt x="497959" y="215998"/>
                  </a:lnTo>
                  <a:lnTo>
                    <a:pt x="495918" y="217880"/>
                  </a:lnTo>
                  <a:lnTo>
                    <a:pt x="493288" y="221715"/>
                  </a:lnTo>
                  <a:lnTo>
                    <a:pt x="490936" y="223396"/>
                  </a:lnTo>
                  <a:lnTo>
                    <a:pt x="488255" y="224301"/>
                  </a:lnTo>
                  <a:lnTo>
                    <a:pt x="486966" y="225231"/>
                  </a:lnTo>
                  <a:lnTo>
                    <a:pt x="486427" y="226303"/>
                  </a:lnTo>
                  <a:lnTo>
                    <a:pt x="486388" y="226951"/>
                  </a:lnTo>
                  <a:lnTo>
                    <a:pt x="487112" y="233023"/>
                  </a:lnTo>
                  <a:lnTo>
                    <a:pt x="489302" y="233765"/>
                  </a:lnTo>
                  <a:lnTo>
                    <a:pt x="490026" y="234251"/>
                  </a:lnTo>
                  <a:lnTo>
                    <a:pt x="491524" y="236201"/>
                  </a:lnTo>
                  <a:lnTo>
                    <a:pt x="493396" y="237694"/>
                  </a:lnTo>
                  <a:lnTo>
                    <a:pt x="494341" y="239639"/>
                  </a:lnTo>
                  <a:lnTo>
                    <a:pt x="495347" y="243835"/>
                  </a:lnTo>
                  <a:lnTo>
                    <a:pt x="495953" y="244824"/>
                  </a:lnTo>
                  <a:lnTo>
                    <a:pt x="497100" y="245287"/>
                  </a:lnTo>
                  <a:lnTo>
                    <a:pt x="497685" y="245776"/>
                  </a:lnTo>
                  <a:lnTo>
                    <a:pt x="498644" y="248380"/>
                  </a:lnTo>
                  <a:lnTo>
                    <a:pt x="498172" y="251480"/>
                  </a:lnTo>
                  <a:lnTo>
                    <a:pt x="497603" y="252961"/>
                  </a:lnTo>
                  <a:lnTo>
                    <a:pt x="497491" y="254894"/>
                  </a:lnTo>
                  <a:lnTo>
                    <a:pt x="497168" y="255790"/>
                  </a:lnTo>
                  <a:lnTo>
                    <a:pt x="493430" y="258161"/>
                  </a:lnTo>
                  <a:lnTo>
                    <a:pt x="488744" y="259008"/>
                  </a:lnTo>
                  <a:lnTo>
                    <a:pt x="486789" y="258769"/>
                  </a:lnTo>
                  <a:lnTo>
                    <a:pt x="482923" y="257694"/>
                  </a:lnTo>
                  <a:lnTo>
                    <a:pt x="480786" y="256499"/>
                  </a:lnTo>
                  <a:lnTo>
                    <a:pt x="479704" y="258627"/>
                  </a:lnTo>
                  <a:lnTo>
                    <a:pt x="478754" y="257118"/>
                  </a:lnTo>
                  <a:lnTo>
                    <a:pt x="478484" y="257410"/>
                  </a:lnTo>
                  <a:lnTo>
                    <a:pt x="477740" y="258556"/>
                  </a:lnTo>
                  <a:lnTo>
                    <a:pt x="477903" y="259049"/>
                  </a:lnTo>
                  <a:lnTo>
                    <a:pt x="477665" y="260291"/>
                  </a:lnTo>
                  <a:lnTo>
                    <a:pt x="476523" y="259825"/>
                  </a:lnTo>
                  <a:lnTo>
                    <a:pt x="476054" y="259166"/>
                  </a:lnTo>
                  <a:lnTo>
                    <a:pt x="475095" y="262264"/>
                  </a:lnTo>
                  <a:lnTo>
                    <a:pt x="476874" y="261852"/>
                  </a:lnTo>
                  <a:lnTo>
                    <a:pt x="477839" y="263122"/>
                  </a:lnTo>
                  <a:lnTo>
                    <a:pt x="477204" y="264213"/>
                  </a:lnTo>
                  <a:lnTo>
                    <a:pt x="477099" y="264877"/>
                  </a:lnTo>
                  <a:lnTo>
                    <a:pt x="478105" y="267287"/>
                  </a:lnTo>
                  <a:lnTo>
                    <a:pt x="476847" y="267735"/>
                  </a:lnTo>
                  <a:lnTo>
                    <a:pt x="476860" y="267894"/>
                  </a:lnTo>
                  <a:lnTo>
                    <a:pt x="476844" y="269324"/>
                  </a:lnTo>
                  <a:lnTo>
                    <a:pt x="475712" y="273568"/>
                  </a:lnTo>
                  <a:lnTo>
                    <a:pt x="475314" y="274322"/>
                  </a:lnTo>
                  <a:lnTo>
                    <a:pt x="474715" y="272857"/>
                  </a:lnTo>
                  <a:lnTo>
                    <a:pt x="474553" y="272654"/>
                  </a:lnTo>
                  <a:lnTo>
                    <a:pt x="474144" y="272675"/>
                  </a:lnTo>
                  <a:lnTo>
                    <a:pt x="473385" y="273205"/>
                  </a:lnTo>
                  <a:lnTo>
                    <a:pt x="471910" y="276691"/>
                  </a:lnTo>
                  <a:lnTo>
                    <a:pt x="472058" y="277461"/>
                  </a:lnTo>
                  <a:lnTo>
                    <a:pt x="473093" y="277604"/>
                  </a:lnTo>
                  <a:lnTo>
                    <a:pt x="475212" y="275700"/>
                  </a:lnTo>
                  <a:lnTo>
                    <a:pt x="475980" y="275870"/>
                  </a:lnTo>
                  <a:lnTo>
                    <a:pt x="477056" y="277590"/>
                  </a:lnTo>
                  <a:lnTo>
                    <a:pt x="477223" y="279423"/>
                  </a:lnTo>
                  <a:lnTo>
                    <a:pt x="476098" y="280161"/>
                  </a:lnTo>
                  <a:lnTo>
                    <a:pt x="475448" y="279411"/>
                  </a:lnTo>
                  <a:lnTo>
                    <a:pt x="474323" y="279173"/>
                  </a:lnTo>
                  <a:lnTo>
                    <a:pt x="473094" y="280261"/>
                  </a:lnTo>
                  <a:lnTo>
                    <a:pt x="471947" y="280845"/>
                  </a:lnTo>
                  <a:lnTo>
                    <a:pt x="472272" y="281806"/>
                  </a:lnTo>
                  <a:lnTo>
                    <a:pt x="472098" y="282942"/>
                  </a:lnTo>
                  <a:lnTo>
                    <a:pt x="470928" y="284287"/>
                  </a:lnTo>
                  <a:lnTo>
                    <a:pt x="470296" y="285928"/>
                  </a:lnTo>
                  <a:lnTo>
                    <a:pt x="471733" y="285964"/>
                  </a:lnTo>
                  <a:lnTo>
                    <a:pt x="472354" y="285525"/>
                  </a:lnTo>
                  <a:lnTo>
                    <a:pt x="474146" y="285514"/>
                  </a:lnTo>
                  <a:lnTo>
                    <a:pt x="474253" y="285241"/>
                  </a:lnTo>
                  <a:lnTo>
                    <a:pt x="474425" y="285383"/>
                  </a:lnTo>
                  <a:lnTo>
                    <a:pt x="475791" y="285155"/>
                  </a:lnTo>
                  <a:lnTo>
                    <a:pt x="476688" y="285634"/>
                  </a:lnTo>
                  <a:lnTo>
                    <a:pt x="477655" y="286560"/>
                  </a:lnTo>
                  <a:lnTo>
                    <a:pt x="478855" y="289036"/>
                  </a:lnTo>
                  <a:lnTo>
                    <a:pt x="479426" y="289734"/>
                  </a:lnTo>
                  <a:lnTo>
                    <a:pt x="480199" y="290389"/>
                  </a:lnTo>
                  <a:lnTo>
                    <a:pt x="482730" y="291490"/>
                  </a:lnTo>
                  <a:lnTo>
                    <a:pt x="481992" y="294081"/>
                  </a:lnTo>
                  <a:lnTo>
                    <a:pt x="482338" y="295400"/>
                  </a:lnTo>
                  <a:lnTo>
                    <a:pt x="481975" y="300073"/>
                  </a:lnTo>
                  <a:lnTo>
                    <a:pt x="482997" y="302229"/>
                  </a:lnTo>
                  <a:lnTo>
                    <a:pt x="482048" y="304211"/>
                  </a:lnTo>
                  <a:lnTo>
                    <a:pt x="480467" y="305457"/>
                  </a:lnTo>
                  <a:lnTo>
                    <a:pt x="480054" y="305872"/>
                  </a:lnTo>
                  <a:lnTo>
                    <a:pt x="482101" y="306664"/>
                  </a:lnTo>
                  <a:lnTo>
                    <a:pt x="484472" y="308899"/>
                  </a:lnTo>
                  <a:lnTo>
                    <a:pt x="486211" y="310007"/>
                  </a:lnTo>
                  <a:lnTo>
                    <a:pt x="487469" y="310637"/>
                  </a:lnTo>
                  <a:lnTo>
                    <a:pt x="488637" y="310533"/>
                  </a:lnTo>
                  <a:lnTo>
                    <a:pt x="489713" y="310730"/>
                  </a:lnTo>
                  <a:lnTo>
                    <a:pt x="490350" y="311123"/>
                  </a:lnTo>
                  <a:lnTo>
                    <a:pt x="491358" y="310962"/>
                  </a:lnTo>
                  <a:lnTo>
                    <a:pt x="492915" y="313401"/>
                  </a:lnTo>
                  <a:lnTo>
                    <a:pt x="494575" y="315089"/>
                  </a:lnTo>
                  <a:lnTo>
                    <a:pt x="494497" y="315776"/>
                  </a:lnTo>
                  <a:lnTo>
                    <a:pt x="493659" y="316709"/>
                  </a:lnTo>
                  <a:lnTo>
                    <a:pt x="493141" y="317863"/>
                  </a:lnTo>
                  <a:lnTo>
                    <a:pt x="493289" y="319022"/>
                  </a:lnTo>
                  <a:lnTo>
                    <a:pt x="494845" y="323835"/>
                  </a:lnTo>
                  <a:lnTo>
                    <a:pt x="495726" y="323774"/>
                  </a:lnTo>
                  <a:lnTo>
                    <a:pt x="497001" y="322698"/>
                  </a:lnTo>
                  <a:lnTo>
                    <a:pt x="497001" y="327065"/>
                  </a:lnTo>
                  <a:lnTo>
                    <a:pt x="494114" y="327563"/>
                  </a:lnTo>
                  <a:lnTo>
                    <a:pt x="491289" y="328890"/>
                  </a:lnTo>
                  <a:lnTo>
                    <a:pt x="489085" y="329520"/>
                  </a:lnTo>
                  <a:lnTo>
                    <a:pt x="485323" y="329883"/>
                  </a:lnTo>
                  <a:lnTo>
                    <a:pt x="484596" y="330729"/>
                  </a:lnTo>
                  <a:lnTo>
                    <a:pt x="485124" y="335970"/>
                  </a:lnTo>
                  <a:lnTo>
                    <a:pt x="484636" y="339737"/>
                  </a:lnTo>
                  <a:lnTo>
                    <a:pt x="483595" y="341913"/>
                  </a:lnTo>
                  <a:lnTo>
                    <a:pt x="482652" y="345105"/>
                  </a:lnTo>
                  <a:lnTo>
                    <a:pt x="482548" y="346456"/>
                  </a:lnTo>
                  <a:lnTo>
                    <a:pt x="483583" y="346345"/>
                  </a:lnTo>
                  <a:lnTo>
                    <a:pt x="483667" y="347007"/>
                  </a:lnTo>
                  <a:lnTo>
                    <a:pt x="482758" y="351167"/>
                  </a:lnTo>
                  <a:lnTo>
                    <a:pt x="480821" y="352845"/>
                  </a:lnTo>
                  <a:lnTo>
                    <a:pt x="479530" y="351541"/>
                  </a:lnTo>
                  <a:lnTo>
                    <a:pt x="477806" y="350733"/>
                  </a:lnTo>
                  <a:lnTo>
                    <a:pt x="476445" y="349611"/>
                  </a:lnTo>
                  <a:lnTo>
                    <a:pt x="474041" y="346725"/>
                  </a:lnTo>
                  <a:lnTo>
                    <a:pt x="473503" y="346779"/>
                  </a:lnTo>
                  <a:lnTo>
                    <a:pt x="473129" y="348240"/>
                  </a:lnTo>
                  <a:lnTo>
                    <a:pt x="472412" y="348760"/>
                  </a:lnTo>
                  <a:lnTo>
                    <a:pt x="471009" y="349174"/>
                  </a:lnTo>
                  <a:lnTo>
                    <a:pt x="468862" y="350808"/>
                  </a:lnTo>
                  <a:lnTo>
                    <a:pt x="466935" y="351872"/>
                  </a:lnTo>
                  <a:lnTo>
                    <a:pt x="465810" y="353918"/>
                  </a:lnTo>
                  <a:lnTo>
                    <a:pt x="464986" y="354026"/>
                  </a:lnTo>
                  <a:lnTo>
                    <a:pt x="464143" y="355354"/>
                  </a:lnTo>
                  <a:lnTo>
                    <a:pt x="462100" y="356133"/>
                  </a:lnTo>
                  <a:lnTo>
                    <a:pt x="460699" y="356375"/>
                  </a:lnTo>
                  <a:lnTo>
                    <a:pt x="458489" y="357357"/>
                  </a:lnTo>
                  <a:lnTo>
                    <a:pt x="456971" y="357082"/>
                  </a:lnTo>
                  <a:lnTo>
                    <a:pt x="455817" y="357274"/>
                  </a:lnTo>
                  <a:lnTo>
                    <a:pt x="455269" y="357785"/>
                  </a:lnTo>
                  <a:lnTo>
                    <a:pt x="454960" y="358792"/>
                  </a:lnTo>
                  <a:lnTo>
                    <a:pt x="454565" y="358681"/>
                  </a:lnTo>
                  <a:lnTo>
                    <a:pt x="453927" y="359285"/>
                  </a:lnTo>
                  <a:lnTo>
                    <a:pt x="454595" y="360207"/>
                  </a:lnTo>
                  <a:lnTo>
                    <a:pt x="454986" y="360260"/>
                  </a:lnTo>
                  <a:lnTo>
                    <a:pt x="455872" y="361017"/>
                  </a:lnTo>
                  <a:lnTo>
                    <a:pt x="456107" y="362168"/>
                  </a:lnTo>
                  <a:lnTo>
                    <a:pt x="456890" y="363510"/>
                  </a:lnTo>
                  <a:lnTo>
                    <a:pt x="456582" y="363570"/>
                  </a:lnTo>
                  <a:lnTo>
                    <a:pt x="456796" y="363952"/>
                  </a:lnTo>
                  <a:lnTo>
                    <a:pt x="456449" y="364351"/>
                  </a:lnTo>
                  <a:lnTo>
                    <a:pt x="456755" y="364660"/>
                  </a:lnTo>
                  <a:lnTo>
                    <a:pt x="456812" y="365137"/>
                  </a:lnTo>
                  <a:lnTo>
                    <a:pt x="456579" y="365449"/>
                  </a:lnTo>
                  <a:lnTo>
                    <a:pt x="456817" y="365594"/>
                  </a:lnTo>
                  <a:lnTo>
                    <a:pt x="456589" y="365961"/>
                  </a:lnTo>
                  <a:lnTo>
                    <a:pt x="456783" y="365910"/>
                  </a:lnTo>
                  <a:lnTo>
                    <a:pt x="456752" y="366119"/>
                  </a:lnTo>
                  <a:lnTo>
                    <a:pt x="456498" y="366226"/>
                  </a:lnTo>
                  <a:lnTo>
                    <a:pt x="456790" y="366399"/>
                  </a:lnTo>
                  <a:lnTo>
                    <a:pt x="456511" y="366577"/>
                  </a:lnTo>
                  <a:lnTo>
                    <a:pt x="456820" y="366450"/>
                  </a:lnTo>
                  <a:lnTo>
                    <a:pt x="456928" y="366623"/>
                  </a:lnTo>
                  <a:lnTo>
                    <a:pt x="456701" y="366769"/>
                  </a:lnTo>
                  <a:lnTo>
                    <a:pt x="456915" y="367277"/>
                  </a:lnTo>
                  <a:lnTo>
                    <a:pt x="456115" y="367568"/>
                  </a:lnTo>
                  <a:lnTo>
                    <a:pt x="455782" y="367332"/>
                  </a:lnTo>
                  <a:lnTo>
                    <a:pt x="455384" y="368107"/>
                  </a:lnTo>
                  <a:lnTo>
                    <a:pt x="455046" y="369224"/>
                  </a:lnTo>
                  <a:lnTo>
                    <a:pt x="455097" y="370847"/>
                  </a:lnTo>
                  <a:lnTo>
                    <a:pt x="454811" y="372721"/>
                  </a:lnTo>
                  <a:lnTo>
                    <a:pt x="453344" y="375529"/>
                  </a:lnTo>
                  <a:lnTo>
                    <a:pt x="453139" y="376599"/>
                  </a:lnTo>
                  <a:lnTo>
                    <a:pt x="453333" y="376828"/>
                  </a:lnTo>
                  <a:lnTo>
                    <a:pt x="452820" y="376728"/>
                  </a:lnTo>
                  <a:lnTo>
                    <a:pt x="452917" y="377292"/>
                  </a:lnTo>
                  <a:lnTo>
                    <a:pt x="453100" y="377194"/>
                  </a:lnTo>
                  <a:lnTo>
                    <a:pt x="453207" y="377563"/>
                  </a:lnTo>
                  <a:lnTo>
                    <a:pt x="452603" y="378282"/>
                  </a:lnTo>
                  <a:lnTo>
                    <a:pt x="452888" y="378523"/>
                  </a:lnTo>
                  <a:lnTo>
                    <a:pt x="452757" y="378944"/>
                  </a:lnTo>
                  <a:lnTo>
                    <a:pt x="452986" y="379052"/>
                  </a:lnTo>
                  <a:lnTo>
                    <a:pt x="453457" y="379334"/>
                  </a:lnTo>
                  <a:lnTo>
                    <a:pt x="455344" y="379670"/>
                  </a:lnTo>
                  <a:lnTo>
                    <a:pt x="456927" y="381662"/>
                  </a:lnTo>
                  <a:lnTo>
                    <a:pt x="457510" y="383440"/>
                  </a:lnTo>
                  <a:lnTo>
                    <a:pt x="457824" y="386230"/>
                  </a:lnTo>
                  <a:lnTo>
                    <a:pt x="460438" y="391784"/>
                  </a:lnTo>
                  <a:lnTo>
                    <a:pt x="457861" y="394676"/>
                  </a:lnTo>
                  <a:lnTo>
                    <a:pt x="457053" y="394991"/>
                  </a:lnTo>
                  <a:lnTo>
                    <a:pt x="453501" y="397455"/>
                  </a:lnTo>
                  <a:lnTo>
                    <a:pt x="448812" y="402057"/>
                  </a:lnTo>
                  <a:lnTo>
                    <a:pt x="445923" y="404108"/>
                  </a:lnTo>
                  <a:lnTo>
                    <a:pt x="445178" y="405762"/>
                  </a:lnTo>
                  <a:lnTo>
                    <a:pt x="443513" y="407423"/>
                  </a:lnTo>
                  <a:lnTo>
                    <a:pt x="443373" y="412275"/>
                  </a:lnTo>
                  <a:lnTo>
                    <a:pt x="446847" y="413499"/>
                  </a:lnTo>
                  <a:lnTo>
                    <a:pt x="449542" y="413931"/>
                  </a:lnTo>
                  <a:lnTo>
                    <a:pt x="451991" y="417685"/>
                  </a:lnTo>
                  <a:lnTo>
                    <a:pt x="457049" y="420064"/>
                  </a:lnTo>
                  <a:lnTo>
                    <a:pt x="457660" y="421054"/>
                  </a:lnTo>
                  <a:lnTo>
                    <a:pt x="458769" y="422175"/>
                  </a:lnTo>
                  <a:lnTo>
                    <a:pt x="461777" y="424424"/>
                  </a:lnTo>
                  <a:lnTo>
                    <a:pt x="462212" y="425731"/>
                  </a:lnTo>
                  <a:lnTo>
                    <a:pt x="462385" y="427871"/>
                  </a:lnTo>
                  <a:lnTo>
                    <a:pt x="462360" y="428420"/>
                  </a:lnTo>
                  <a:lnTo>
                    <a:pt x="467779" y="427618"/>
                  </a:lnTo>
                  <a:lnTo>
                    <a:pt x="470076" y="427644"/>
                  </a:lnTo>
                  <a:lnTo>
                    <a:pt x="469984" y="428416"/>
                  </a:lnTo>
                  <a:lnTo>
                    <a:pt x="471119" y="429407"/>
                  </a:lnTo>
                  <a:lnTo>
                    <a:pt x="472209" y="429860"/>
                  </a:lnTo>
                  <a:lnTo>
                    <a:pt x="472449" y="429113"/>
                  </a:lnTo>
                  <a:lnTo>
                    <a:pt x="472922" y="429276"/>
                  </a:lnTo>
                  <a:lnTo>
                    <a:pt x="472963" y="430954"/>
                  </a:lnTo>
                  <a:lnTo>
                    <a:pt x="472743" y="431758"/>
                  </a:lnTo>
                  <a:lnTo>
                    <a:pt x="471804" y="432877"/>
                  </a:lnTo>
                  <a:lnTo>
                    <a:pt x="472009" y="434378"/>
                  </a:lnTo>
                  <a:lnTo>
                    <a:pt x="472375" y="434649"/>
                  </a:lnTo>
                  <a:lnTo>
                    <a:pt x="472702" y="437124"/>
                  </a:lnTo>
                  <a:lnTo>
                    <a:pt x="473401" y="439428"/>
                  </a:lnTo>
                  <a:lnTo>
                    <a:pt x="473007" y="440223"/>
                  </a:lnTo>
                  <a:lnTo>
                    <a:pt x="473952" y="440226"/>
                  </a:lnTo>
                  <a:lnTo>
                    <a:pt x="473964" y="442614"/>
                  </a:lnTo>
                  <a:lnTo>
                    <a:pt x="473595" y="444503"/>
                  </a:lnTo>
                  <a:lnTo>
                    <a:pt x="472521" y="444544"/>
                  </a:lnTo>
                  <a:lnTo>
                    <a:pt x="473509" y="446072"/>
                  </a:lnTo>
                  <a:lnTo>
                    <a:pt x="473235" y="447499"/>
                  </a:lnTo>
                  <a:lnTo>
                    <a:pt x="473339" y="449122"/>
                  </a:lnTo>
                  <a:lnTo>
                    <a:pt x="474152" y="449517"/>
                  </a:lnTo>
                  <a:lnTo>
                    <a:pt x="473290" y="450664"/>
                  </a:lnTo>
                  <a:lnTo>
                    <a:pt x="472834" y="453500"/>
                  </a:lnTo>
                  <a:lnTo>
                    <a:pt x="471952" y="455144"/>
                  </a:lnTo>
                  <a:lnTo>
                    <a:pt x="473665" y="456470"/>
                  </a:lnTo>
                  <a:lnTo>
                    <a:pt x="473364" y="457073"/>
                  </a:lnTo>
                  <a:lnTo>
                    <a:pt x="475111" y="457555"/>
                  </a:lnTo>
                  <a:lnTo>
                    <a:pt x="476117" y="459667"/>
                  </a:lnTo>
                  <a:lnTo>
                    <a:pt x="474303" y="461070"/>
                  </a:lnTo>
                  <a:lnTo>
                    <a:pt x="473680" y="462162"/>
                  </a:lnTo>
                  <a:lnTo>
                    <a:pt x="472633" y="462173"/>
                  </a:lnTo>
                  <a:lnTo>
                    <a:pt x="471844" y="463214"/>
                  </a:lnTo>
                  <a:lnTo>
                    <a:pt x="471932" y="465688"/>
                  </a:lnTo>
                  <a:lnTo>
                    <a:pt x="474410" y="465609"/>
                  </a:lnTo>
                  <a:lnTo>
                    <a:pt x="473554" y="466689"/>
                  </a:lnTo>
                  <a:lnTo>
                    <a:pt x="474468" y="466799"/>
                  </a:lnTo>
                  <a:lnTo>
                    <a:pt x="478493" y="466124"/>
                  </a:lnTo>
                  <a:lnTo>
                    <a:pt x="483330" y="466217"/>
                  </a:lnTo>
                  <a:lnTo>
                    <a:pt x="485336" y="469082"/>
                  </a:lnTo>
                  <a:lnTo>
                    <a:pt x="487249" y="471002"/>
                  </a:lnTo>
                  <a:lnTo>
                    <a:pt x="486296" y="474379"/>
                  </a:lnTo>
                  <a:lnTo>
                    <a:pt x="485689" y="475758"/>
                  </a:lnTo>
                  <a:lnTo>
                    <a:pt x="485265" y="476187"/>
                  </a:lnTo>
                  <a:lnTo>
                    <a:pt x="484145" y="475999"/>
                  </a:lnTo>
                  <a:lnTo>
                    <a:pt x="483714" y="476226"/>
                  </a:lnTo>
                  <a:lnTo>
                    <a:pt x="482406" y="476177"/>
                  </a:lnTo>
                  <a:lnTo>
                    <a:pt x="482257" y="476307"/>
                  </a:lnTo>
                  <a:lnTo>
                    <a:pt x="482449" y="476689"/>
                  </a:lnTo>
                  <a:lnTo>
                    <a:pt x="481513" y="477248"/>
                  </a:lnTo>
                  <a:lnTo>
                    <a:pt x="480475" y="477762"/>
                  </a:lnTo>
                  <a:lnTo>
                    <a:pt x="478557" y="478151"/>
                  </a:lnTo>
                  <a:lnTo>
                    <a:pt x="477890" y="477146"/>
                  </a:lnTo>
                  <a:lnTo>
                    <a:pt x="476189" y="476716"/>
                  </a:lnTo>
                  <a:lnTo>
                    <a:pt x="478565" y="480345"/>
                  </a:lnTo>
                  <a:lnTo>
                    <a:pt x="479557" y="482550"/>
                  </a:lnTo>
                  <a:lnTo>
                    <a:pt x="480178" y="482227"/>
                  </a:lnTo>
                  <a:lnTo>
                    <a:pt x="480545" y="482473"/>
                  </a:lnTo>
                  <a:lnTo>
                    <a:pt x="481388" y="481933"/>
                  </a:lnTo>
                  <a:lnTo>
                    <a:pt x="481168" y="482612"/>
                  </a:lnTo>
                  <a:lnTo>
                    <a:pt x="481906" y="482706"/>
                  </a:lnTo>
                  <a:lnTo>
                    <a:pt x="481621" y="484527"/>
                  </a:lnTo>
                  <a:lnTo>
                    <a:pt x="481807" y="484929"/>
                  </a:lnTo>
                  <a:lnTo>
                    <a:pt x="481289" y="485907"/>
                  </a:lnTo>
                  <a:lnTo>
                    <a:pt x="481411" y="486660"/>
                  </a:lnTo>
                  <a:lnTo>
                    <a:pt x="481137" y="487274"/>
                  </a:lnTo>
                  <a:lnTo>
                    <a:pt x="481314" y="487548"/>
                  </a:lnTo>
                  <a:lnTo>
                    <a:pt x="480760" y="487927"/>
                  </a:lnTo>
                  <a:lnTo>
                    <a:pt x="480824" y="488594"/>
                  </a:lnTo>
                  <a:lnTo>
                    <a:pt x="480455" y="489306"/>
                  </a:lnTo>
                  <a:lnTo>
                    <a:pt x="480641" y="490389"/>
                  </a:lnTo>
                  <a:lnTo>
                    <a:pt x="480536" y="491362"/>
                  </a:lnTo>
                  <a:lnTo>
                    <a:pt x="480226" y="491440"/>
                  </a:lnTo>
                  <a:lnTo>
                    <a:pt x="480289" y="492078"/>
                  </a:lnTo>
                  <a:lnTo>
                    <a:pt x="480016" y="492407"/>
                  </a:lnTo>
                  <a:lnTo>
                    <a:pt x="480309" y="492876"/>
                  </a:lnTo>
                  <a:lnTo>
                    <a:pt x="480055" y="493022"/>
                  </a:lnTo>
                  <a:lnTo>
                    <a:pt x="480283" y="493185"/>
                  </a:lnTo>
                  <a:lnTo>
                    <a:pt x="479819" y="493348"/>
                  </a:lnTo>
                  <a:lnTo>
                    <a:pt x="479965" y="493615"/>
                  </a:lnTo>
                  <a:lnTo>
                    <a:pt x="479531" y="494362"/>
                  </a:lnTo>
                  <a:lnTo>
                    <a:pt x="480054" y="495405"/>
                  </a:lnTo>
                  <a:lnTo>
                    <a:pt x="479935" y="496020"/>
                  </a:lnTo>
                  <a:lnTo>
                    <a:pt x="480294" y="496430"/>
                  </a:lnTo>
                  <a:lnTo>
                    <a:pt x="479655" y="497147"/>
                  </a:lnTo>
                  <a:lnTo>
                    <a:pt x="479327" y="497009"/>
                  </a:lnTo>
                  <a:lnTo>
                    <a:pt x="478442" y="497802"/>
                  </a:lnTo>
                  <a:lnTo>
                    <a:pt x="478751" y="497950"/>
                  </a:lnTo>
                  <a:lnTo>
                    <a:pt x="478404" y="497991"/>
                  </a:lnTo>
                  <a:lnTo>
                    <a:pt x="478176" y="498538"/>
                  </a:lnTo>
                  <a:lnTo>
                    <a:pt x="478550" y="499359"/>
                  </a:lnTo>
                  <a:lnTo>
                    <a:pt x="478240" y="499446"/>
                  </a:lnTo>
                  <a:lnTo>
                    <a:pt x="478213" y="499809"/>
                  </a:lnTo>
                  <a:lnTo>
                    <a:pt x="478442" y="499853"/>
                  </a:lnTo>
                  <a:lnTo>
                    <a:pt x="478065" y="500078"/>
                  </a:lnTo>
                  <a:lnTo>
                    <a:pt x="478225" y="500728"/>
                  </a:lnTo>
                  <a:lnTo>
                    <a:pt x="478459" y="500863"/>
                  </a:lnTo>
                  <a:lnTo>
                    <a:pt x="478120" y="501182"/>
                  </a:lnTo>
                  <a:lnTo>
                    <a:pt x="478483" y="501335"/>
                  </a:lnTo>
                  <a:lnTo>
                    <a:pt x="477909" y="502270"/>
                  </a:lnTo>
                  <a:lnTo>
                    <a:pt x="477754" y="503618"/>
                  </a:lnTo>
                  <a:lnTo>
                    <a:pt x="478025" y="503639"/>
                  </a:lnTo>
                  <a:lnTo>
                    <a:pt x="478027" y="503863"/>
                  </a:lnTo>
                  <a:lnTo>
                    <a:pt x="477828" y="504457"/>
                  </a:lnTo>
                  <a:lnTo>
                    <a:pt x="477210" y="504864"/>
                  </a:lnTo>
                  <a:lnTo>
                    <a:pt x="477905" y="505830"/>
                  </a:lnTo>
                  <a:lnTo>
                    <a:pt x="477361" y="506362"/>
                  </a:lnTo>
                  <a:lnTo>
                    <a:pt x="477284" y="507048"/>
                  </a:lnTo>
                  <a:lnTo>
                    <a:pt x="476416" y="507855"/>
                  </a:lnTo>
                  <a:lnTo>
                    <a:pt x="476428" y="508473"/>
                  </a:lnTo>
                  <a:lnTo>
                    <a:pt x="476735" y="509076"/>
                  </a:lnTo>
                  <a:lnTo>
                    <a:pt x="476401" y="509382"/>
                  </a:lnTo>
                  <a:lnTo>
                    <a:pt x="476601" y="510029"/>
                  </a:lnTo>
                  <a:lnTo>
                    <a:pt x="476416" y="509829"/>
                  </a:lnTo>
                  <a:lnTo>
                    <a:pt x="476309" y="510216"/>
                  </a:lnTo>
                  <a:lnTo>
                    <a:pt x="476532" y="510259"/>
                  </a:lnTo>
                  <a:lnTo>
                    <a:pt x="476313" y="510667"/>
                  </a:lnTo>
                  <a:lnTo>
                    <a:pt x="476581" y="511423"/>
                  </a:lnTo>
                  <a:lnTo>
                    <a:pt x="476035" y="511704"/>
                  </a:lnTo>
                  <a:lnTo>
                    <a:pt x="476342" y="511994"/>
                  </a:lnTo>
                  <a:lnTo>
                    <a:pt x="476114" y="511999"/>
                  </a:lnTo>
                  <a:lnTo>
                    <a:pt x="476031" y="512840"/>
                  </a:lnTo>
                  <a:lnTo>
                    <a:pt x="475775" y="512979"/>
                  </a:lnTo>
                  <a:lnTo>
                    <a:pt x="475615" y="513762"/>
                  </a:lnTo>
                  <a:lnTo>
                    <a:pt x="475226" y="514078"/>
                  </a:lnTo>
                  <a:lnTo>
                    <a:pt x="474838" y="513880"/>
                  </a:lnTo>
                  <a:lnTo>
                    <a:pt x="474565" y="514312"/>
                  </a:lnTo>
                  <a:lnTo>
                    <a:pt x="474148" y="516453"/>
                  </a:lnTo>
                  <a:lnTo>
                    <a:pt x="474332" y="517069"/>
                  </a:lnTo>
                  <a:lnTo>
                    <a:pt x="474084" y="517574"/>
                  </a:lnTo>
                  <a:lnTo>
                    <a:pt x="474327" y="517667"/>
                  </a:lnTo>
                  <a:lnTo>
                    <a:pt x="473917" y="517793"/>
                  </a:lnTo>
                  <a:lnTo>
                    <a:pt x="474005" y="518309"/>
                  </a:lnTo>
                  <a:lnTo>
                    <a:pt x="473699" y="519103"/>
                  </a:lnTo>
                  <a:lnTo>
                    <a:pt x="473358" y="519085"/>
                  </a:lnTo>
                  <a:lnTo>
                    <a:pt x="473167" y="520909"/>
                  </a:lnTo>
                  <a:lnTo>
                    <a:pt x="471495" y="523627"/>
                  </a:lnTo>
                  <a:lnTo>
                    <a:pt x="469608" y="524300"/>
                  </a:lnTo>
                  <a:lnTo>
                    <a:pt x="469220" y="524745"/>
                  </a:lnTo>
                  <a:lnTo>
                    <a:pt x="468483" y="524128"/>
                  </a:lnTo>
                  <a:lnTo>
                    <a:pt x="464331" y="522975"/>
                  </a:lnTo>
                  <a:lnTo>
                    <a:pt x="463130" y="520432"/>
                  </a:lnTo>
                  <a:lnTo>
                    <a:pt x="462255" y="517651"/>
                  </a:lnTo>
                  <a:lnTo>
                    <a:pt x="461044" y="515730"/>
                  </a:lnTo>
                  <a:lnTo>
                    <a:pt x="458800" y="514962"/>
                  </a:lnTo>
                  <a:lnTo>
                    <a:pt x="458688" y="513490"/>
                  </a:lnTo>
                  <a:lnTo>
                    <a:pt x="458857" y="513188"/>
                  </a:lnTo>
                  <a:lnTo>
                    <a:pt x="458447" y="512800"/>
                  </a:lnTo>
                  <a:lnTo>
                    <a:pt x="458562" y="510965"/>
                  </a:lnTo>
                  <a:lnTo>
                    <a:pt x="456400" y="505109"/>
                  </a:lnTo>
                  <a:lnTo>
                    <a:pt x="456879" y="504362"/>
                  </a:lnTo>
                  <a:lnTo>
                    <a:pt x="456642" y="502970"/>
                  </a:lnTo>
                  <a:lnTo>
                    <a:pt x="454483" y="501017"/>
                  </a:lnTo>
                  <a:lnTo>
                    <a:pt x="453809" y="500100"/>
                  </a:lnTo>
                  <a:lnTo>
                    <a:pt x="453449" y="499998"/>
                  </a:lnTo>
                  <a:lnTo>
                    <a:pt x="453584" y="499674"/>
                  </a:lnTo>
                  <a:lnTo>
                    <a:pt x="453179" y="498334"/>
                  </a:lnTo>
                  <a:lnTo>
                    <a:pt x="453701" y="496866"/>
                  </a:lnTo>
                  <a:lnTo>
                    <a:pt x="453507" y="495979"/>
                  </a:lnTo>
                  <a:lnTo>
                    <a:pt x="453946" y="495499"/>
                  </a:lnTo>
                  <a:lnTo>
                    <a:pt x="453775" y="495319"/>
                  </a:lnTo>
                  <a:lnTo>
                    <a:pt x="453887" y="494305"/>
                  </a:lnTo>
                  <a:lnTo>
                    <a:pt x="454277" y="493990"/>
                  </a:lnTo>
                  <a:lnTo>
                    <a:pt x="454946" y="494078"/>
                  </a:lnTo>
                  <a:lnTo>
                    <a:pt x="455128" y="494345"/>
                  </a:lnTo>
                  <a:lnTo>
                    <a:pt x="455473" y="494134"/>
                  </a:lnTo>
                  <a:lnTo>
                    <a:pt x="456181" y="492802"/>
                  </a:lnTo>
                  <a:lnTo>
                    <a:pt x="456465" y="492688"/>
                  </a:lnTo>
                  <a:lnTo>
                    <a:pt x="455898" y="491955"/>
                  </a:lnTo>
                  <a:lnTo>
                    <a:pt x="456114" y="491758"/>
                  </a:lnTo>
                  <a:lnTo>
                    <a:pt x="455222" y="491200"/>
                  </a:lnTo>
                  <a:lnTo>
                    <a:pt x="455256" y="490964"/>
                  </a:lnTo>
                  <a:lnTo>
                    <a:pt x="454665" y="490850"/>
                  </a:lnTo>
                  <a:lnTo>
                    <a:pt x="454636" y="490398"/>
                  </a:lnTo>
                  <a:lnTo>
                    <a:pt x="454171" y="490223"/>
                  </a:lnTo>
                  <a:lnTo>
                    <a:pt x="453776" y="488900"/>
                  </a:lnTo>
                  <a:lnTo>
                    <a:pt x="452803" y="488354"/>
                  </a:lnTo>
                  <a:lnTo>
                    <a:pt x="453054" y="487572"/>
                  </a:lnTo>
                  <a:lnTo>
                    <a:pt x="450230" y="486879"/>
                  </a:lnTo>
                  <a:lnTo>
                    <a:pt x="448177" y="486052"/>
                  </a:lnTo>
                  <a:lnTo>
                    <a:pt x="447984" y="486657"/>
                  </a:lnTo>
                  <a:lnTo>
                    <a:pt x="446339" y="486238"/>
                  </a:lnTo>
                  <a:lnTo>
                    <a:pt x="443970" y="486745"/>
                  </a:lnTo>
                  <a:lnTo>
                    <a:pt x="442790" y="486738"/>
                  </a:lnTo>
                  <a:lnTo>
                    <a:pt x="442094" y="487124"/>
                  </a:lnTo>
                  <a:lnTo>
                    <a:pt x="441214" y="487230"/>
                  </a:lnTo>
                  <a:lnTo>
                    <a:pt x="440484" y="488125"/>
                  </a:lnTo>
                  <a:lnTo>
                    <a:pt x="439998" y="487907"/>
                  </a:lnTo>
                  <a:lnTo>
                    <a:pt x="439914" y="487530"/>
                  </a:lnTo>
                  <a:lnTo>
                    <a:pt x="436463" y="487684"/>
                  </a:lnTo>
                  <a:lnTo>
                    <a:pt x="436994" y="492653"/>
                  </a:lnTo>
                  <a:lnTo>
                    <a:pt x="435514" y="492577"/>
                  </a:lnTo>
                  <a:lnTo>
                    <a:pt x="435600" y="493362"/>
                  </a:lnTo>
                  <a:lnTo>
                    <a:pt x="434089" y="492682"/>
                  </a:lnTo>
                  <a:lnTo>
                    <a:pt x="433814" y="492220"/>
                  </a:lnTo>
                  <a:lnTo>
                    <a:pt x="432603" y="492249"/>
                  </a:lnTo>
                  <a:lnTo>
                    <a:pt x="431883" y="491798"/>
                  </a:lnTo>
                  <a:lnTo>
                    <a:pt x="431533" y="491998"/>
                  </a:lnTo>
                  <a:lnTo>
                    <a:pt x="431237" y="491669"/>
                  </a:lnTo>
                  <a:lnTo>
                    <a:pt x="431023" y="491863"/>
                  </a:lnTo>
                  <a:lnTo>
                    <a:pt x="429026" y="491642"/>
                  </a:lnTo>
                  <a:lnTo>
                    <a:pt x="428117" y="491045"/>
                  </a:lnTo>
                  <a:lnTo>
                    <a:pt x="427938" y="491749"/>
                  </a:lnTo>
                  <a:lnTo>
                    <a:pt x="427035" y="495400"/>
                  </a:lnTo>
                  <a:lnTo>
                    <a:pt x="428155" y="496183"/>
                  </a:lnTo>
                  <a:lnTo>
                    <a:pt x="427878" y="496696"/>
                  </a:lnTo>
                  <a:lnTo>
                    <a:pt x="429476" y="498890"/>
                  </a:lnTo>
                  <a:lnTo>
                    <a:pt x="430935" y="498234"/>
                  </a:lnTo>
                  <a:lnTo>
                    <a:pt x="431562" y="498387"/>
                  </a:lnTo>
                  <a:lnTo>
                    <a:pt x="432199" y="500003"/>
                  </a:lnTo>
                  <a:lnTo>
                    <a:pt x="433515" y="501370"/>
                  </a:lnTo>
                  <a:lnTo>
                    <a:pt x="431149" y="501221"/>
                  </a:lnTo>
                  <a:lnTo>
                    <a:pt x="431547" y="502075"/>
                  </a:lnTo>
                  <a:lnTo>
                    <a:pt x="432010" y="502375"/>
                  </a:lnTo>
                  <a:lnTo>
                    <a:pt x="431626" y="502552"/>
                  </a:lnTo>
                  <a:lnTo>
                    <a:pt x="432118" y="503076"/>
                  </a:lnTo>
                  <a:lnTo>
                    <a:pt x="431937" y="503430"/>
                  </a:lnTo>
                  <a:lnTo>
                    <a:pt x="432654" y="503860"/>
                  </a:lnTo>
                  <a:lnTo>
                    <a:pt x="433140" y="503716"/>
                  </a:lnTo>
                  <a:lnTo>
                    <a:pt x="434569" y="504315"/>
                  </a:lnTo>
                  <a:lnTo>
                    <a:pt x="435075" y="504060"/>
                  </a:lnTo>
                  <a:lnTo>
                    <a:pt x="434898" y="503484"/>
                  </a:lnTo>
                  <a:lnTo>
                    <a:pt x="435705" y="503676"/>
                  </a:lnTo>
                  <a:lnTo>
                    <a:pt x="436377" y="503490"/>
                  </a:lnTo>
                  <a:lnTo>
                    <a:pt x="436641" y="503856"/>
                  </a:lnTo>
                  <a:lnTo>
                    <a:pt x="437146" y="503934"/>
                  </a:lnTo>
                  <a:lnTo>
                    <a:pt x="436736" y="505083"/>
                  </a:lnTo>
                  <a:lnTo>
                    <a:pt x="437398" y="507302"/>
                  </a:lnTo>
                  <a:lnTo>
                    <a:pt x="440059" y="510799"/>
                  </a:lnTo>
                  <a:lnTo>
                    <a:pt x="441119" y="512777"/>
                  </a:lnTo>
                  <a:lnTo>
                    <a:pt x="441044" y="514727"/>
                  </a:lnTo>
                  <a:lnTo>
                    <a:pt x="440116" y="516992"/>
                  </a:lnTo>
                  <a:lnTo>
                    <a:pt x="440037" y="519110"/>
                  </a:lnTo>
                  <a:lnTo>
                    <a:pt x="441453" y="521799"/>
                  </a:lnTo>
                  <a:lnTo>
                    <a:pt x="442082" y="523679"/>
                  </a:lnTo>
                  <a:lnTo>
                    <a:pt x="441893" y="524238"/>
                  </a:lnTo>
                  <a:lnTo>
                    <a:pt x="436852" y="523054"/>
                  </a:lnTo>
                  <a:lnTo>
                    <a:pt x="435965" y="523185"/>
                  </a:lnTo>
                  <a:lnTo>
                    <a:pt x="434686" y="522956"/>
                  </a:lnTo>
                  <a:lnTo>
                    <a:pt x="433312" y="521621"/>
                  </a:lnTo>
                  <a:lnTo>
                    <a:pt x="432901" y="520909"/>
                  </a:lnTo>
                  <a:lnTo>
                    <a:pt x="431590" y="520856"/>
                  </a:lnTo>
                  <a:lnTo>
                    <a:pt x="428690" y="516600"/>
                  </a:lnTo>
                  <a:lnTo>
                    <a:pt x="428084" y="517229"/>
                  </a:lnTo>
                  <a:lnTo>
                    <a:pt x="425744" y="517674"/>
                  </a:lnTo>
                  <a:lnTo>
                    <a:pt x="420455" y="517364"/>
                  </a:lnTo>
                  <a:lnTo>
                    <a:pt x="419864" y="517006"/>
                  </a:lnTo>
                  <a:lnTo>
                    <a:pt x="415363" y="514182"/>
                  </a:lnTo>
                  <a:lnTo>
                    <a:pt x="412838" y="511920"/>
                  </a:lnTo>
                  <a:lnTo>
                    <a:pt x="410668" y="511685"/>
                  </a:lnTo>
                  <a:lnTo>
                    <a:pt x="409827" y="510661"/>
                  </a:lnTo>
                  <a:lnTo>
                    <a:pt x="409319" y="509501"/>
                  </a:lnTo>
                  <a:lnTo>
                    <a:pt x="407989" y="507519"/>
                  </a:lnTo>
                  <a:lnTo>
                    <a:pt x="407943" y="506538"/>
                  </a:lnTo>
                  <a:lnTo>
                    <a:pt x="407367" y="506613"/>
                  </a:lnTo>
                  <a:lnTo>
                    <a:pt x="406483" y="505596"/>
                  </a:lnTo>
                  <a:lnTo>
                    <a:pt x="406155" y="505375"/>
                  </a:lnTo>
                  <a:lnTo>
                    <a:pt x="406030" y="505581"/>
                  </a:lnTo>
                  <a:lnTo>
                    <a:pt x="405374" y="505530"/>
                  </a:lnTo>
                  <a:lnTo>
                    <a:pt x="405252" y="505113"/>
                  </a:lnTo>
                  <a:lnTo>
                    <a:pt x="404455" y="505490"/>
                  </a:lnTo>
                  <a:lnTo>
                    <a:pt x="403347" y="505584"/>
                  </a:lnTo>
                  <a:lnTo>
                    <a:pt x="403321" y="506237"/>
                  </a:lnTo>
                  <a:lnTo>
                    <a:pt x="402249" y="507004"/>
                  </a:lnTo>
                  <a:lnTo>
                    <a:pt x="401721" y="506801"/>
                  </a:lnTo>
                  <a:lnTo>
                    <a:pt x="401467" y="507163"/>
                  </a:lnTo>
                  <a:lnTo>
                    <a:pt x="400940" y="507067"/>
                  </a:lnTo>
                  <a:lnTo>
                    <a:pt x="400611" y="507516"/>
                  </a:lnTo>
                  <a:lnTo>
                    <a:pt x="399605" y="507777"/>
                  </a:lnTo>
                  <a:lnTo>
                    <a:pt x="399331" y="508276"/>
                  </a:lnTo>
                  <a:lnTo>
                    <a:pt x="398987" y="508299"/>
                  </a:lnTo>
                  <a:lnTo>
                    <a:pt x="399287" y="508569"/>
                  </a:lnTo>
                  <a:lnTo>
                    <a:pt x="398796" y="509201"/>
                  </a:lnTo>
                  <a:lnTo>
                    <a:pt x="398962" y="509573"/>
                  </a:lnTo>
                  <a:lnTo>
                    <a:pt x="398801" y="509610"/>
                  </a:lnTo>
                  <a:lnTo>
                    <a:pt x="398700" y="510442"/>
                  </a:lnTo>
                  <a:lnTo>
                    <a:pt x="398486" y="510542"/>
                  </a:lnTo>
                  <a:lnTo>
                    <a:pt x="398514" y="511118"/>
                  </a:lnTo>
                  <a:lnTo>
                    <a:pt x="398024" y="511511"/>
                  </a:lnTo>
                  <a:lnTo>
                    <a:pt x="397382" y="512702"/>
                  </a:lnTo>
                  <a:lnTo>
                    <a:pt x="397076" y="512987"/>
                  </a:lnTo>
                  <a:lnTo>
                    <a:pt x="396486" y="513082"/>
                  </a:lnTo>
                  <a:lnTo>
                    <a:pt x="396560" y="513312"/>
                  </a:lnTo>
                  <a:lnTo>
                    <a:pt x="396290" y="513553"/>
                  </a:lnTo>
                  <a:lnTo>
                    <a:pt x="395636" y="514109"/>
                  </a:lnTo>
                  <a:lnTo>
                    <a:pt x="395629" y="514517"/>
                  </a:lnTo>
                  <a:lnTo>
                    <a:pt x="393978" y="514993"/>
                  </a:lnTo>
                  <a:lnTo>
                    <a:pt x="393615" y="515358"/>
                  </a:lnTo>
                  <a:lnTo>
                    <a:pt x="391470" y="515324"/>
                  </a:lnTo>
                  <a:lnTo>
                    <a:pt x="390635" y="515072"/>
                  </a:lnTo>
                  <a:lnTo>
                    <a:pt x="389079" y="515226"/>
                  </a:lnTo>
                  <a:lnTo>
                    <a:pt x="386512" y="514518"/>
                  </a:lnTo>
                  <a:lnTo>
                    <a:pt x="385672" y="514733"/>
                  </a:lnTo>
                  <a:lnTo>
                    <a:pt x="385306" y="514294"/>
                  </a:lnTo>
                  <a:lnTo>
                    <a:pt x="383123" y="514127"/>
                  </a:lnTo>
                  <a:lnTo>
                    <a:pt x="382384" y="512509"/>
                  </a:lnTo>
                  <a:lnTo>
                    <a:pt x="379942" y="508634"/>
                  </a:lnTo>
                  <a:lnTo>
                    <a:pt x="379754" y="508725"/>
                  </a:lnTo>
                  <a:lnTo>
                    <a:pt x="378377" y="505232"/>
                  </a:lnTo>
                  <a:lnTo>
                    <a:pt x="374466" y="505755"/>
                  </a:lnTo>
                  <a:lnTo>
                    <a:pt x="371578" y="505434"/>
                  </a:lnTo>
                  <a:lnTo>
                    <a:pt x="368036" y="504101"/>
                  </a:lnTo>
                  <a:lnTo>
                    <a:pt x="366521" y="503285"/>
                  </a:lnTo>
                  <a:lnTo>
                    <a:pt x="365802" y="503234"/>
                  </a:lnTo>
                  <a:lnTo>
                    <a:pt x="364139" y="502067"/>
                  </a:lnTo>
                  <a:lnTo>
                    <a:pt x="363771" y="501971"/>
                  </a:lnTo>
                  <a:lnTo>
                    <a:pt x="363335" y="502223"/>
                  </a:lnTo>
                  <a:lnTo>
                    <a:pt x="363201" y="501996"/>
                  </a:lnTo>
                  <a:lnTo>
                    <a:pt x="362871" y="502194"/>
                  </a:lnTo>
                  <a:lnTo>
                    <a:pt x="362521" y="501863"/>
                  </a:lnTo>
                  <a:lnTo>
                    <a:pt x="362013" y="501855"/>
                  </a:lnTo>
                  <a:lnTo>
                    <a:pt x="361634" y="501435"/>
                  </a:lnTo>
                  <a:lnTo>
                    <a:pt x="359081" y="501197"/>
                  </a:lnTo>
                  <a:lnTo>
                    <a:pt x="358230" y="500989"/>
                  </a:lnTo>
                  <a:lnTo>
                    <a:pt x="357578" y="500513"/>
                  </a:lnTo>
                  <a:lnTo>
                    <a:pt x="356820" y="502110"/>
                  </a:lnTo>
                  <a:lnTo>
                    <a:pt x="355554" y="503968"/>
                  </a:lnTo>
                  <a:lnTo>
                    <a:pt x="353333" y="502430"/>
                  </a:lnTo>
                  <a:lnTo>
                    <a:pt x="352048" y="502156"/>
                  </a:lnTo>
                  <a:lnTo>
                    <a:pt x="351385" y="503585"/>
                  </a:lnTo>
                  <a:lnTo>
                    <a:pt x="348241" y="502997"/>
                  </a:lnTo>
                  <a:lnTo>
                    <a:pt x="347221" y="502274"/>
                  </a:lnTo>
                  <a:lnTo>
                    <a:pt x="345901" y="501839"/>
                  </a:lnTo>
                  <a:lnTo>
                    <a:pt x="346231" y="503189"/>
                  </a:lnTo>
                  <a:lnTo>
                    <a:pt x="347597" y="506026"/>
                  </a:lnTo>
                  <a:lnTo>
                    <a:pt x="347621" y="506983"/>
                  </a:lnTo>
                  <a:lnTo>
                    <a:pt x="346354" y="506997"/>
                  </a:lnTo>
                  <a:lnTo>
                    <a:pt x="345599" y="506164"/>
                  </a:lnTo>
                  <a:lnTo>
                    <a:pt x="344557" y="505622"/>
                  </a:lnTo>
                  <a:lnTo>
                    <a:pt x="342159" y="505677"/>
                  </a:lnTo>
                  <a:lnTo>
                    <a:pt x="342368" y="508089"/>
                  </a:lnTo>
                  <a:lnTo>
                    <a:pt x="339940" y="508731"/>
                  </a:lnTo>
                  <a:lnTo>
                    <a:pt x="334294" y="508770"/>
                  </a:lnTo>
                  <a:lnTo>
                    <a:pt x="325931" y="507924"/>
                  </a:lnTo>
                  <a:lnTo>
                    <a:pt x="321638" y="507990"/>
                  </a:lnTo>
                  <a:lnTo>
                    <a:pt x="320885" y="506194"/>
                  </a:lnTo>
                  <a:lnTo>
                    <a:pt x="319322" y="505968"/>
                  </a:lnTo>
                  <a:lnTo>
                    <a:pt x="317154" y="504573"/>
                  </a:lnTo>
                  <a:lnTo>
                    <a:pt x="315860" y="504257"/>
                  </a:lnTo>
                  <a:lnTo>
                    <a:pt x="314546" y="503051"/>
                  </a:lnTo>
                  <a:lnTo>
                    <a:pt x="314013" y="503545"/>
                  </a:lnTo>
                  <a:lnTo>
                    <a:pt x="313799" y="504920"/>
                  </a:lnTo>
                  <a:lnTo>
                    <a:pt x="315385" y="505662"/>
                  </a:lnTo>
                  <a:lnTo>
                    <a:pt x="317019" y="507490"/>
                  </a:lnTo>
                  <a:lnTo>
                    <a:pt x="316630" y="507734"/>
                  </a:lnTo>
                  <a:lnTo>
                    <a:pt x="317549" y="508316"/>
                  </a:lnTo>
                  <a:lnTo>
                    <a:pt x="318034" y="509969"/>
                  </a:lnTo>
                  <a:lnTo>
                    <a:pt x="317533" y="510497"/>
                  </a:lnTo>
                  <a:lnTo>
                    <a:pt x="317945" y="513408"/>
                  </a:lnTo>
                  <a:lnTo>
                    <a:pt x="318327" y="513996"/>
                  </a:lnTo>
                  <a:lnTo>
                    <a:pt x="318253" y="514874"/>
                  </a:lnTo>
                  <a:lnTo>
                    <a:pt x="318719" y="515596"/>
                  </a:lnTo>
                  <a:lnTo>
                    <a:pt x="317784" y="517430"/>
                  </a:lnTo>
                  <a:lnTo>
                    <a:pt x="316557" y="517702"/>
                  </a:lnTo>
                  <a:lnTo>
                    <a:pt x="315495" y="517492"/>
                  </a:lnTo>
                  <a:lnTo>
                    <a:pt x="309354" y="517905"/>
                  </a:lnTo>
                  <a:lnTo>
                    <a:pt x="309094" y="517400"/>
                  </a:lnTo>
                  <a:lnTo>
                    <a:pt x="309109" y="516137"/>
                  </a:lnTo>
                  <a:lnTo>
                    <a:pt x="309895" y="515168"/>
                  </a:lnTo>
                  <a:lnTo>
                    <a:pt x="308091" y="514825"/>
                  </a:lnTo>
                  <a:lnTo>
                    <a:pt x="307283" y="516062"/>
                  </a:lnTo>
                  <a:lnTo>
                    <a:pt x="304231" y="515704"/>
                  </a:lnTo>
                  <a:lnTo>
                    <a:pt x="302861" y="514971"/>
                  </a:lnTo>
                  <a:lnTo>
                    <a:pt x="300695" y="514292"/>
                  </a:lnTo>
                  <a:lnTo>
                    <a:pt x="299464" y="514829"/>
                  </a:lnTo>
                  <a:lnTo>
                    <a:pt x="299311" y="517153"/>
                  </a:lnTo>
                  <a:lnTo>
                    <a:pt x="300901" y="517255"/>
                  </a:lnTo>
                  <a:lnTo>
                    <a:pt x="301595" y="517567"/>
                  </a:lnTo>
                  <a:lnTo>
                    <a:pt x="302627" y="518746"/>
                  </a:lnTo>
                  <a:lnTo>
                    <a:pt x="303722" y="520766"/>
                  </a:lnTo>
                  <a:lnTo>
                    <a:pt x="304968" y="523694"/>
                  </a:lnTo>
                  <a:lnTo>
                    <a:pt x="308030" y="526972"/>
                  </a:lnTo>
                  <a:lnTo>
                    <a:pt x="311136" y="532581"/>
                  </a:lnTo>
                  <a:lnTo>
                    <a:pt x="311561" y="535031"/>
                  </a:lnTo>
                  <a:lnTo>
                    <a:pt x="311188" y="535358"/>
                  </a:lnTo>
                  <a:lnTo>
                    <a:pt x="311268" y="535807"/>
                  </a:lnTo>
                  <a:lnTo>
                    <a:pt x="310314" y="537698"/>
                  </a:lnTo>
                  <a:lnTo>
                    <a:pt x="310128" y="538692"/>
                  </a:lnTo>
                  <a:lnTo>
                    <a:pt x="310313" y="539908"/>
                  </a:lnTo>
                  <a:lnTo>
                    <a:pt x="310775" y="540989"/>
                  </a:lnTo>
                  <a:lnTo>
                    <a:pt x="311312" y="545368"/>
                  </a:lnTo>
                  <a:lnTo>
                    <a:pt x="309580" y="546170"/>
                  </a:lnTo>
                  <a:lnTo>
                    <a:pt x="305161" y="547069"/>
                  </a:lnTo>
                  <a:lnTo>
                    <a:pt x="301267" y="548589"/>
                  </a:lnTo>
                  <a:lnTo>
                    <a:pt x="300660" y="548631"/>
                  </a:lnTo>
                  <a:lnTo>
                    <a:pt x="300402" y="548396"/>
                  </a:lnTo>
                  <a:lnTo>
                    <a:pt x="298754" y="549380"/>
                  </a:lnTo>
                  <a:lnTo>
                    <a:pt x="298912" y="549968"/>
                  </a:lnTo>
                  <a:lnTo>
                    <a:pt x="300183" y="550967"/>
                  </a:lnTo>
                  <a:lnTo>
                    <a:pt x="301022" y="552704"/>
                  </a:lnTo>
                  <a:lnTo>
                    <a:pt x="302721" y="554519"/>
                  </a:lnTo>
                  <a:lnTo>
                    <a:pt x="304027" y="554951"/>
                  </a:lnTo>
                  <a:lnTo>
                    <a:pt x="304002" y="556329"/>
                  </a:lnTo>
                  <a:lnTo>
                    <a:pt x="303665" y="557072"/>
                  </a:lnTo>
                  <a:lnTo>
                    <a:pt x="303792" y="557816"/>
                  </a:lnTo>
                  <a:lnTo>
                    <a:pt x="303505" y="558919"/>
                  </a:lnTo>
                  <a:lnTo>
                    <a:pt x="306272" y="558733"/>
                  </a:lnTo>
                  <a:lnTo>
                    <a:pt x="309900" y="559272"/>
                  </a:lnTo>
                  <a:lnTo>
                    <a:pt x="312015" y="564566"/>
                  </a:lnTo>
                  <a:lnTo>
                    <a:pt x="314215" y="564300"/>
                  </a:lnTo>
                  <a:lnTo>
                    <a:pt x="315710" y="564334"/>
                  </a:lnTo>
                  <a:lnTo>
                    <a:pt x="316936" y="564632"/>
                  </a:lnTo>
                  <a:lnTo>
                    <a:pt x="318680" y="565655"/>
                  </a:lnTo>
                  <a:lnTo>
                    <a:pt x="319702" y="567060"/>
                  </a:lnTo>
                  <a:lnTo>
                    <a:pt x="320800" y="567377"/>
                  </a:lnTo>
                  <a:lnTo>
                    <a:pt x="321276" y="567284"/>
                  </a:lnTo>
                  <a:lnTo>
                    <a:pt x="322578" y="569420"/>
                  </a:lnTo>
                  <a:lnTo>
                    <a:pt x="322663" y="570652"/>
                  </a:lnTo>
                  <a:lnTo>
                    <a:pt x="323153" y="571519"/>
                  </a:lnTo>
                  <a:lnTo>
                    <a:pt x="323557" y="571536"/>
                  </a:lnTo>
                  <a:lnTo>
                    <a:pt x="323882" y="572437"/>
                  </a:lnTo>
                  <a:lnTo>
                    <a:pt x="323310" y="573265"/>
                  </a:lnTo>
                  <a:lnTo>
                    <a:pt x="322755" y="575744"/>
                  </a:lnTo>
                  <a:lnTo>
                    <a:pt x="322570" y="575911"/>
                  </a:lnTo>
                  <a:lnTo>
                    <a:pt x="322124" y="575820"/>
                  </a:lnTo>
                  <a:lnTo>
                    <a:pt x="321825" y="577203"/>
                  </a:lnTo>
                  <a:lnTo>
                    <a:pt x="325402" y="578964"/>
                  </a:lnTo>
                  <a:lnTo>
                    <a:pt x="327253" y="581708"/>
                  </a:lnTo>
                  <a:lnTo>
                    <a:pt x="329851" y="584934"/>
                  </a:lnTo>
                  <a:lnTo>
                    <a:pt x="332138" y="585465"/>
                  </a:lnTo>
                  <a:lnTo>
                    <a:pt x="334681" y="585734"/>
                  </a:lnTo>
                  <a:lnTo>
                    <a:pt x="337701" y="585368"/>
                  </a:lnTo>
                  <a:lnTo>
                    <a:pt x="338157" y="585069"/>
                  </a:lnTo>
                  <a:lnTo>
                    <a:pt x="338730" y="585161"/>
                  </a:lnTo>
                  <a:lnTo>
                    <a:pt x="340481" y="586690"/>
                  </a:lnTo>
                  <a:lnTo>
                    <a:pt x="340460" y="586945"/>
                  </a:lnTo>
                  <a:lnTo>
                    <a:pt x="340902" y="587237"/>
                  </a:lnTo>
                  <a:lnTo>
                    <a:pt x="341312" y="588616"/>
                  </a:lnTo>
                  <a:lnTo>
                    <a:pt x="342276" y="589446"/>
                  </a:lnTo>
                  <a:lnTo>
                    <a:pt x="342352" y="590029"/>
                  </a:lnTo>
                  <a:lnTo>
                    <a:pt x="342138" y="590105"/>
                  </a:lnTo>
                  <a:lnTo>
                    <a:pt x="342096" y="590471"/>
                  </a:lnTo>
                  <a:lnTo>
                    <a:pt x="342383" y="590225"/>
                  </a:lnTo>
                  <a:lnTo>
                    <a:pt x="342211" y="590433"/>
                  </a:lnTo>
                  <a:lnTo>
                    <a:pt x="342516" y="590515"/>
                  </a:lnTo>
                  <a:lnTo>
                    <a:pt x="342557" y="591287"/>
                  </a:lnTo>
                  <a:lnTo>
                    <a:pt x="342906" y="591266"/>
                  </a:lnTo>
                  <a:lnTo>
                    <a:pt x="343206" y="591556"/>
                  </a:lnTo>
                  <a:lnTo>
                    <a:pt x="343118" y="593161"/>
                  </a:lnTo>
                  <a:lnTo>
                    <a:pt x="343367" y="593684"/>
                  </a:lnTo>
                  <a:lnTo>
                    <a:pt x="343663" y="593658"/>
                  </a:lnTo>
                  <a:lnTo>
                    <a:pt x="343662" y="593973"/>
                  </a:lnTo>
                  <a:lnTo>
                    <a:pt x="342105" y="594917"/>
                  </a:lnTo>
                  <a:lnTo>
                    <a:pt x="339802" y="594329"/>
                  </a:lnTo>
                  <a:lnTo>
                    <a:pt x="335976" y="595422"/>
                  </a:lnTo>
                  <a:lnTo>
                    <a:pt x="335462" y="595668"/>
                  </a:lnTo>
                  <a:lnTo>
                    <a:pt x="333963" y="597472"/>
                  </a:lnTo>
                  <a:lnTo>
                    <a:pt x="333778" y="598400"/>
                  </a:lnTo>
                  <a:lnTo>
                    <a:pt x="334301" y="599494"/>
                  </a:lnTo>
                  <a:lnTo>
                    <a:pt x="333855" y="600019"/>
                  </a:lnTo>
                  <a:lnTo>
                    <a:pt x="333866" y="601116"/>
                  </a:lnTo>
                  <a:lnTo>
                    <a:pt x="333562" y="601745"/>
                  </a:lnTo>
                  <a:lnTo>
                    <a:pt x="334274" y="602605"/>
                  </a:lnTo>
                  <a:lnTo>
                    <a:pt x="334304" y="602982"/>
                  </a:lnTo>
                  <a:lnTo>
                    <a:pt x="333512" y="604695"/>
                  </a:lnTo>
                  <a:lnTo>
                    <a:pt x="333257" y="606977"/>
                  </a:lnTo>
                  <a:lnTo>
                    <a:pt x="332634" y="607548"/>
                  </a:lnTo>
                  <a:lnTo>
                    <a:pt x="332444" y="607915"/>
                  </a:lnTo>
                  <a:lnTo>
                    <a:pt x="332567" y="608886"/>
                  </a:lnTo>
                  <a:lnTo>
                    <a:pt x="331997" y="611391"/>
                  </a:lnTo>
                  <a:lnTo>
                    <a:pt x="331302" y="612752"/>
                  </a:lnTo>
                  <a:lnTo>
                    <a:pt x="330449" y="613515"/>
                  </a:lnTo>
                  <a:lnTo>
                    <a:pt x="329035" y="615790"/>
                  </a:lnTo>
                  <a:lnTo>
                    <a:pt x="328633" y="617273"/>
                  </a:lnTo>
                  <a:lnTo>
                    <a:pt x="328817" y="617670"/>
                  </a:lnTo>
                  <a:lnTo>
                    <a:pt x="330410" y="618137"/>
                  </a:lnTo>
                  <a:lnTo>
                    <a:pt x="330917" y="619299"/>
                  </a:lnTo>
                  <a:lnTo>
                    <a:pt x="330925" y="620534"/>
                  </a:lnTo>
                  <a:lnTo>
                    <a:pt x="330234" y="621724"/>
                  </a:lnTo>
                  <a:lnTo>
                    <a:pt x="330688" y="622476"/>
                  </a:lnTo>
                  <a:lnTo>
                    <a:pt x="331210" y="625066"/>
                  </a:lnTo>
                  <a:lnTo>
                    <a:pt x="330664" y="625220"/>
                  </a:lnTo>
                  <a:lnTo>
                    <a:pt x="328767" y="627973"/>
                  </a:lnTo>
                  <a:lnTo>
                    <a:pt x="327370" y="627915"/>
                  </a:lnTo>
                  <a:lnTo>
                    <a:pt x="326318" y="627415"/>
                  </a:lnTo>
                  <a:lnTo>
                    <a:pt x="325691" y="626770"/>
                  </a:lnTo>
                  <a:lnTo>
                    <a:pt x="325276" y="626767"/>
                  </a:lnTo>
                  <a:lnTo>
                    <a:pt x="323783" y="626692"/>
                  </a:lnTo>
                  <a:lnTo>
                    <a:pt x="323759" y="625548"/>
                  </a:lnTo>
                  <a:lnTo>
                    <a:pt x="323197" y="624280"/>
                  </a:lnTo>
                  <a:lnTo>
                    <a:pt x="323547" y="624042"/>
                  </a:lnTo>
                  <a:lnTo>
                    <a:pt x="322592" y="620774"/>
                  </a:lnTo>
                  <a:lnTo>
                    <a:pt x="321611" y="619916"/>
                  </a:lnTo>
                  <a:lnTo>
                    <a:pt x="317792" y="617792"/>
                  </a:lnTo>
                  <a:lnTo>
                    <a:pt x="316114" y="617170"/>
                  </a:lnTo>
                  <a:lnTo>
                    <a:pt x="315652" y="616806"/>
                  </a:lnTo>
                  <a:lnTo>
                    <a:pt x="315171" y="615893"/>
                  </a:lnTo>
                  <a:lnTo>
                    <a:pt x="312290" y="613844"/>
                  </a:lnTo>
                  <a:lnTo>
                    <a:pt x="310568" y="615455"/>
                  </a:lnTo>
                  <a:lnTo>
                    <a:pt x="310634" y="616341"/>
                  </a:lnTo>
                  <a:lnTo>
                    <a:pt x="310315" y="617356"/>
                  </a:lnTo>
                  <a:lnTo>
                    <a:pt x="308375" y="619921"/>
                  </a:lnTo>
                  <a:lnTo>
                    <a:pt x="307941" y="620077"/>
                  </a:lnTo>
                  <a:lnTo>
                    <a:pt x="307118" y="620914"/>
                  </a:lnTo>
                  <a:lnTo>
                    <a:pt x="305494" y="621610"/>
                  </a:lnTo>
                  <a:lnTo>
                    <a:pt x="303936" y="622826"/>
                  </a:lnTo>
                  <a:lnTo>
                    <a:pt x="302747" y="623349"/>
                  </a:lnTo>
                  <a:lnTo>
                    <a:pt x="300429" y="625510"/>
                  </a:lnTo>
                  <a:lnTo>
                    <a:pt x="297815" y="626911"/>
                  </a:lnTo>
                  <a:lnTo>
                    <a:pt x="296798" y="628243"/>
                  </a:lnTo>
                  <a:lnTo>
                    <a:pt x="296198" y="629922"/>
                  </a:lnTo>
                  <a:lnTo>
                    <a:pt x="295278" y="630535"/>
                  </a:lnTo>
                  <a:lnTo>
                    <a:pt x="291818" y="630557"/>
                  </a:lnTo>
                  <a:lnTo>
                    <a:pt x="289344" y="631374"/>
                  </a:lnTo>
                  <a:lnTo>
                    <a:pt x="288844" y="630948"/>
                  </a:lnTo>
                  <a:lnTo>
                    <a:pt x="287944" y="630660"/>
                  </a:lnTo>
                  <a:lnTo>
                    <a:pt x="286011" y="629223"/>
                  </a:lnTo>
                  <a:lnTo>
                    <a:pt x="285607" y="628339"/>
                  </a:lnTo>
                  <a:lnTo>
                    <a:pt x="285049" y="628056"/>
                  </a:lnTo>
                  <a:lnTo>
                    <a:pt x="284399" y="627306"/>
                  </a:lnTo>
                  <a:lnTo>
                    <a:pt x="284496" y="626987"/>
                  </a:lnTo>
                  <a:lnTo>
                    <a:pt x="284232" y="626493"/>
                  </a:lnTo>
                  <a:lnTo>
                    <a:pt x="280570" y="625694"/>
                  </a:lnTo>
                  <a:lnTo>
                    <a:pt x="277794" y="624649"/>
                  </a:lnTo>
                  <a:lnTo>
                    <a:pt x="276289" y="623135"/>
                  </a:lnTo>
                  <a:lnTo>
                    <a:pt x="275663" y="620305"/>
                  </a:lnTo>
                  <a:lnTo>
                    <a:pt x="275061" y="619297"/>
                  </a:lnTo>
                  <a:lnTo>
                    <a:pt x="272729" y="620555"/>
                  </a:lnTo>
                  <a:lnTo>
                    <a:pt x="270689" y="621219"/>
                  </a:lnTo>
                  <a:lnTo>
                    <a:pt x="270658" y="621959"/>
                  </a:lnTo>
                  <a:lnTo>
                    <a:pt x="269597" y="624684"/>
                  </a:lnTo>
                  <a:lnTo>
                    <a:pt x="269002" y="627537"/>
                  </a:lnTo>
                  <a:lnTo>
                    <a:pt x="266833" y="631725"/>
                  </a:lnTo>
                  <a:lnTo>
                    <a:pt x="266233" y="633354"/>
                  </a:lnTo>
                  <a:lnTo>
                    <a:pt x="266044" y="634709"/>
                  </a:lnTo>
                  <a:lnTo>
                    <a:pt x="264504" y="637270"/>
                  </a:lnTo>
                  <a:lnTo>
                    <a:pt x="262524" y="639641"/>
                  </a:lnTo>
                  <a:lnTo>
                    <a:pt x="261877" y="640832"/>
                  </a:lnTo>
                  <a:lnTo>
                    <a:pt x="258873" y="644726"/>
                  </a:lnTo>
                  <a:lnTo>
                    <a:pt x="258283" y="650103"/>
                  </a:lnTo>
                  <a:lnTo>
                    <a:pt x="258882" y="652120"/>
                  </a:lnTo>
                  <a:lnTo>
                    <a:pt x="257868" y="653826"/>
                  </a:lnTo>
                  <a:lnTo>
                    <a:pt x="257531" y="654050"/>
                  </a:lnTo>
                  <a:lnTo>
                    <a:pt x="256476" y="653466"/>
                  </a:lnTo>
                  <a:lnTo>
                    <a:pt x="256425" y="652881"/>
                  </a:lnTo>
                  <a:lnTo>
                    <a:pt x="255529" y="652411"/>
                  </a:lnTo>
                  <a:lnTo>
                    <a:pt x="255352" y="652515"/>
                  </a:lnTo>
                  <a:lnTo>
                    <a:pt x="255099" y="652115"/>
                  </a:lnTo>
                  <a:lnTo>
                    <a:pt x="253284" y="651318"/>
                  </a:lnTo>
                  <a:lnTo>
                    <a:pt x="249405" y="648910"/>
                  </a:lnTo>
                  <a:lnTo>
                    <a:pt x="248909" y="648345"/>
                  </a:lnTo>
                  <a:lnTo>
                    <a:pt x="247415" y="647620"/>
                  </a:lnTo>
                  <a:lnTo>
                    <a:pt x="243532" y="647445"/>
                  </a:lnTo>
                  <a:lnTo>
                    <a:pt x="241697" y="647867"/>
                  </a:lnTo>
                  <a:lnTo>
                    <a:pt x="239469" y="647437"/>
                  </a:lnTo>
                  <a:lnTo>
                    <a:pt x="237915" y="647474"/>
                  </a:lnTo>
                  <a:lnTo>
                    <a:pt x="237267" y="646952"/>
                  </a:lnTo>
                  <a:lnTo>
                    <a:pt x="236542" y="647082"/>
                  </a:lnTo>
                  <a:lnTo>
                    <a:pt x="234732" y="646553"/>
                  </a:lnTo>
                  <a:lnTo>
                    <a:pt x="233375" y="645967"/>
                  </a:lnTo>
                  <a:lnTo>
                    <a:pt x="231154" y="645464"/>
                  </a:lnTo>
                  <a:lnTo>
                    <a:pt x="229893" y="644682"/>
                  </a:lnTo>
                  <a:lnTo>
                    <a:pt x="229526" y="643817"/>
                  </a:lnTo>
                  <a:lnTo>
                    <a:pt x="229751" y="643739"/>
                  </a:lnTo>
                  <a:lnTo>
                    <a:pt x="228741" y="641163"/>
                  </a:lnTo>
                  <a:lnTo>
                    <a:pt x="227471" y="639681"/>
                  </a:lnTo>
                  <a:lnTo>
                    <a:pt x="227110" y="639176"/>
                  </a:lnTo>
                  <a:lnTo>
                    <a:pt x="225168" y="637694"/>
                  </a:lnTo>
                  <a:lnTo>
                    <a:pt x="223775" y="636028"/>
                  </a:lnTo>
                  <a:lnTo>
                    <a:pt x="222618" y="6348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pg46">
              <a:extLst>
                <a:ext uri="{FF2B5EF4-FFF2-40B4-BE49-F238E27FC236}">
                  <a16:creationId xmlns:a16="http://schemas.microsoft.com/office/drawing/2014/main" id="{BDFF0CD6-146E-67DC-BD6B-93E34851AA64}"/>
                </a:ext>
              </a:extLst>
            </p:cNvPr>
            <p:cNvSpPr/>
            <p:nvPr/>
          </p:nvSpPr>
          <p:spPr>
            <a:xfrm>
              <a:off x="7050642" y="395077"/>
              <a:ext cx="612290" cy="647531"/>
            </a:xfrm>
            <a:custGeom>
              <a:avLst/>
              <a:gdLst/>
              <a:ahLst/>
              <a:cxnLst/>
              <a:rect l="0" t="0" r="0" b="0"/>
              <a:pathLst>
                <a:path w="612290" h="647531">
                  <a:moveTo>
                    <a:pt x="176936" y="604546"/>
                  </a:moveTo>
                  <a:lnTo>
                    <a:pt x="172290" y="605108"/>
                  </a:lnTo>
                  <a:lnTo>
                    <a:pt x="169958" y="605630"/>
                  </a:lnTo>
                  <a:lnTo>
                    <a:pt x="169074" y="606038"/>
                  </a:lnTo>
                  <a:lnTo>
                    <a:pt x="167490" y="607421"/>
                  </a:lnTo>
                  <a:lnTo>
                    <a:pt x="164328" y="607663"/>
                  </a:lnTo>
                  <a:lnTo>
                    <a:pt x="164594" y="608237"/>
                  </a:lnTo>
                  <a:lnTo>
                    <a:pt x="164628" y="609705"/>
                  </a:lnTo>
                  <a:lnTo>
                    <a:pt x="161391" y="610254"/>
                  </a:lnTo>
                  <a:lnTo>
                    <a:pt x="159956" y="610120"/>
                  </a:lnTo>
                  <a:lnTo>
                    <a:pt x="159280" y="609519"/>
                  </a:lnTo>
                  <a:lnTo>
                    <a:pt x="158598" y="607784"/>
                  </a:lnTo>
                  <a:lnTo>
                    <a:pt x="156652" y="607216"/>
                  </a:lnTo>
                  <a:lnTo>
                    <a:pt x="153346" y="607917"/>
                  </a:lnTo>
                  <a:lnTo>
                    <a:pt x="153221" y="607482"/>
                  </a:lnTo>
                  <a:lnTo>
                    <a:pt x="150994" y="607839"/>
                  </a:lnTo>
                  <a:lnTo>
                    <a:pt x="147060" y="606968"/>
                  </a:lnTo>
                  <a:lnTo>
                    <a:pt x="146982" y="607439"/>
                  </a:lnTo>
                  <a:lnTo>
                    <a:pt x="146581" y="607210"/>
                  </a:lnTo>
                  <a:lnTo>
                    <a:pt x="143118" y="613849"/>
                  </a:lnTo>
                  <a:lnTo>
                    <a:pt x="141889" y="617383"/>
                  </a:lnTo>
                  <a:lnTo>
                    <a:pt x="142666" y="617727"/>
                  </a:lnTo>
                  <a:lnTo>
                    <a:pt x="144927" y="617697"/>
                  </a:lnTo>
                  <a:lnTo>
                    <a:pt x="145943" y="618128"/>
                  </a:lnTo>
                  <a:lnTo>
                    <a:pt x="143651" y="627483"/>
                  </a:lnTo>
                  <a:lnTo>
                    <a:pt x="141692" y="625762"/>
                  </a:lnTo>
                  <a:lnTo>
                    <a:pt x="137919" y="623095"/>
                  </a:lnTo>
                  <a:lnTo>
                    <a:pt x="135061" y="621637"/>
                  </a:lnTo>
                  <a:lnTo>
                    <a:pt x="133094" y="621438"/>
                  </a:lnTo>
                  <a:lnTo>
                    <a:pt x="131896" y="620937"/>
                  </a:lnTo>
                  <a:lnTo>
                    <a:pt x="129320" y="619130"/>
                  </a:lnTo>
                  <a:lnTo>
                    <a:pt x="129436" y="618946"/>
                  </a:lnTo>
                  <a:lnTo>
                    <a:pt x="131031" y="620036"/>
                  </a:lnTo>
                  <a:lnTo>
                    <a:pt x="131964" y="616585"/>
                  </a:lnTo>
                  <a:lnTo>
                    <a:pt x="126732" y="613987"/>
                  </a:lnTo>
                  <a:lnTo>
                    <a:pt x="124509" y="613638"/>
                  </a:lnTo>
                  <a:lnTo>
                    <a:pt x="123510" y="613661"/>
                  </a:lnTo>
                  <a:lnTo>
                    <a:pt x="122016" y="614085"/>
                  </a:lnTo>
                  <a:lnTo>
                    <a:pt x="120132" y="614056"/>
                  </a:lnTo>
                  <a:lnTo>
                    <a:pt x="117390" y="613569"/>
                  </a:lnTo>
                  <a:lnTo>
                    <a:pt x="115850" y="613574"/>
                  </a:lnTo>
                  <a:lnTo>
                    <a:pt x="112662" y="612187"/>
                  </a:lnTo>
                  <a:lnTo>
                    <a:pt x="112084" y="610571"/>
                  </a:lnTo>
                  <a:lnTo>
                    <a:pt x="110641" y="610545"/>
                  </a:lnTo>
                  <a:lnTo>
                    <a:pt x="109068" y="610208"/>
                  </a:lnTo>
                  <a:lnTo>
                    <a:pt x="104652" y="608897"/>
                  </a:lnTo>
                  <a:lnTo>
                    <a:pt x="100173" y="604929"/>
                  </a:lnTo>
                  <a:lnTo>
                    <a:pt x="96194" y="607688"/>
                  </a:lnTo>
                  <a:lnTo>
                    <a:pt x="93591" y="610051"/>
                  </a:lnTo>
                  <a:lnTo>
                    <a:pt x="92780" y="611274"/>
                  </a:lnTo>
                  <a:lnTo>
                    <a:pt x="92373" y="611321"/>
                  </a:lnTo>
                  <a:lnTo>
                    <a:pt x="93047" y="612273"/>
                  </a:lnTo>
                  <a:lnTo>
                    <a:pt x="92864" y="619275"/>
                  </a:lnTo>
                  <a:lnTo>
                    <a:pt x="92616" y="619432"/>
                  </a:lnTo>
                  <a:lnTo>
                    <a:pt x="91628" y="619095"/>
                  </a:lnTo>
                  <a:lnTo>
                    <a:pt x="89501" y="620231"/>
                  </a:lnTo>
                  <a:lnTo>
                    <a:pt x="91360" y="623539"/>
                  </a:lnTo>
                  <a:lnTo>
                    <a:pt x="91372" y="623953"/>
                  </a:lnTo>
                  <a:lnTo>
                    <a:pt x="90790" y="624781"/>
                  </a:lnTo>
                  <a:lnTo>
                    <a:pt x="87676" y="622613"/>
                  </a:lnTo>
                  <a:lnTo>
                    <a:pt x="81143" y="621234"/>
                  </a:lnTo>
                  <a:lnTo>
                    <a:pt x="79368" y="620661"/>
                  </a:lnTo>
                  <a:lnTo>
                    <a:pt x="77969" y="619546"/>
                  </a:lnTo>
                  <a:lnTo>
                    <a:pt x="74799" y="621423"/>
                  </a:lnTo>
                  <a:lnTo>
                    <a:pt x="70159" y="623385"/>
                  </a:lnTo>
                  <a:lnTo>
                    <a:pt x="69101" y="621848"/>
                  </a:lnTo>
                  <a:lnTo>
                    <a:pt x="69193" y="621207"/>
                  </a:lnTo>
                  <a:lnTo>
                    <a:pt x="67340" y="621135"/>
                  </a:lnTo>
                  <a:lnTo>
                    <a:pt x="66659" y="620689"/>
                  </a:lnTo>
                  <a:lnTo>
                    <a:pt x="65576" y="620758"/>
                  </a:lnTo>
                  <a:lnTo>
                    <a:pt x="61261" y="619748"/>
                  </a:lnTo>
                  <a:lnTo>
                    <a:pt x="63179" y="616876"/>
                  </a:lnTo>
                  <a:lnTo>
                    <a:pt x="64044" y="612215"/>
                  </a:lnTo>
                  <a:lnTo>
                    <a:pt x="64698" y="610209"/>
                  </a:lnTo>
                  <a:lnTo>
                    <a:pt x="63355" y="609140"/>
                  </a:lnTo>
                  <a:lnTo>
                    <a:pt x="61446" y="608664"/>
                  </a:lnTo>
                  <a:lnTo>
                    <a:pt x="60522" y="608819"/>
                  </a:lnTo>
                  <a:lnTo>
                    <a:pt x="59638" y="608626"/>
                  </a:lnTo>
                  <a:lnTo>
                    <a:pt x="59201" y="608385"/>
                  </a:lnTo>
                  <a:lnTo>
                    <a:pt x="59348" y="608127"/>
                  </a:lnTo>
                  <a:lnTo>
                    <a:pt x="58316" y="607880"/>
                  </a:lnTo>
                  <a:lnTo>
                    <a:pt x="57029" y="602448"/>
                  </a:lnTo>
                  <a:lnTo>
                    <a:pt x="57061" y="601610"/>
                  </a:lnTo>
                  <a:lnTo>
                    <a:pt x="58679" y="599730"/>
                  </a:lnTo>
                  <a:lnTo>
                    <a:pt x="59843" y="599059"/>
                  </a:lnTo>
                  <a:lnTo>
                    <a:pt x="59649" y="599041"/>
                  </a:lnTo>
                  <a:lnTo>
                    <a:pt x="59297" y="599331"/>
                  </a:lnTo>
                  <a:lnTo>
                    <a:pt x="57791" y="599588"/>
                  </a:lnTo>
                  <a:lnTo>
                    <a:pt x="57679" y="599768"/>
                  </a:lnTo>
                  <a:lnTo>
                    <a:pt x="57000" y="599320"/>
                  </a:lnTo>
                  <a:lnTo>
                    <a:pt x="56918" y="599677"/>
                  </a:lnTo>
                  <a:lnTo>
                    <a:pt x="54597" y="600025"/>
                  </a:lnTo>
                  <a:lnTo>
                    <a:pt x="51033" y="598590"/>
                  </a:lnTo>
                  <a:lnTo>
                    <a:pt x="48544" y="597857"/>
                  </a:lnTo>
                  <a:lnTo>
                    <a:pt x="45091" y="596075"/>
                  </a:lnTo>
                  <a:lnTo>
                    <a:pt x="43446" y="595590"/>
                  </a:lnTo>
                  <a:lnTo>
                    <a:pt x="42508" y="595349"/>
                  </a:lnTo>
                  <a:lnTo>
                    <a:pt x="42142" y="595694"/>
                  </a:lnTo>
                  <a:lnTo>
                    <a:pt x="41537" y="595530"/>
                  </a:lnTo>
                  <a:lnTo>
                    <a:pt x="40475" y="594986"/>
                  </a:lnTo>
                  <a:lnTo>
                    <a:pt x="38886" y="593395"/>
                  </a:lnTo>
                  <a:lnTo>
                    <a:pt x="38737" y="591204"/>
                  </a:lnTo>
                  <a:lnTo>
                    <a:pt x="38137" y="590582"/>
                  </a:lnTo>
                  <a:lnTo>
                    <a:pt x="37908" y="589382"/>
                  </a:lnTo>
                  <a:lnTo>
                    <a:pt x="36726" y="586902"/>
                  </a:lnTo>
                  <a:lnTo>
                    <a:pt x="36529" y="583836"/>
                  </a:lnTo>
                  <a:lnTo>
                    <a:pt x="35804" y="581102"/>
                  </a:lnTo>
                  <a:lnTo>
                    <a:pt x="36050" y="580109"/>
                  </a:lnTo>
                  <a:lnTo>
                    <a:pt x="36695" y="579700"/>
                  </a:lnTo>
                  <a:lnTo>
                    <a:pt x="37435" y="579749"/>
                  </a:lnTo>
                  <a:lnTo>
                    <a:pt x="37357" y="579178"/>
                  </a:lnTo>
                  <a:lnTo>
                    <a:pt x="37191" y="578585"/>
                  </a:lnTo>
                  <a:lnTo>
                    <a:pt x="35284" y="576189"/>
                  </a:lnTo>
                  <a:lnTo>
                    <a:pt x="36257" y="576629"/>
                  </a:lnTo>
                  <a:lnTo>
                    <a:pt x="35320" y="574679"/>
                  </a:lnTo>
                  <a:lnTo>
                    <a:pt x="34919" y="572148"/>
                  </a:lnTo>
                  <a:lnTo>
                    <a:pt x="34613" y="571663"/>
                  </a:lnTo>
                  <a:lnTo>
                    <a:pt x="33917" y="571378"/>
                  </a:lnTo>
                  <a:lnTo>
                    <a:pt x="31689" y="570407"/>
                  </a:lnTo>
                  <a:lnTo>
                    <a:pt x="31222" y="569618"/>
                  </a:lnTo>
                  <a:lnTo>
                    <a:pt x="29243" y="567454"/>
                  </a:lnTo>
                  <a:lnTo>
                    <a:pt x="28062" y="566977"/>
                  </a:lnTo>
                  <a:lnTo>
                    <a:pt x="27614" y="565841"/>
                  </a:lnTo>
                  <a:lnTo>
                    <a:pt x="26640" y="564432"/>
                  </a:lnTo>
                  <a:lnTo>
                    <a:pt x="26618" y="563944"/>
                  </a:lnTo>
                  <a:lnTo>
                    <a:pt x="25810" y="563771"/>
                  </a:lnTo>
                  <a:lnTo>
                    <a:pt x="24504" y="563081"/>
                  </a:lnTo>
                  <a:lnTo>
                    <a:pt x="22699" y="563150"/>
                  </a:lnTo>
                  <a:lnTo>
                    <a:pt x="21805" y="562969"/>
                  </a:lnTo>
                  <a:lnTo>
                    <a:pt x="20562" y="562073"/>
                  </a:lnTo>
                  <a:lnTo>
                    <a:pt x="16401" y="561359"/>
                  </a:lnTo>
                  <a:lnTo>
                    <a:pt x="16380" y="559661"/>
                  </a:lnTo>
                  <a:lnTo>
                    <a:pt x="15397" y="556220"/>
                  </a:lnTo>
                  <a:lnTo>
                    <a:pt x="15819" y="555433"/>
                  </a:lnTo>
                  <a:lnTo>
                    <a:pt x="15763" y="553978"/>
                  </a:lnTo>
                  <a:lnTo>
                    <a:pt x="15517" y="553435"/>
                  </a:lnTo>
                  <a:lnTo>
                    <a:pt x="15543" y="552507"/>
                  </a:lnTo>
                  <a:lnTo>
                    <a:pt x="14556" y="546462"/>
                  </a:lnTo>
                  <a:lnTo>
                    <a:pt x="15105" y="543415"/>
                  </a:lnTo>
                  <a:lnTo>
                    <a:pt x="16969" y="540539"/>
                  </a:lnTo>
                  <a:lnTo>
                    <a:pt x="17142" y="540298"/>
                  </a:lnTo>
                  <a:lnTo>
                    <a:pt x="17883" y="540567"/>
                  </a:lnTo>
                  <a:lnTo>
                    <a:pt x="20259" y="537911"/>
                  </a:lnTo>
                  <a:lnTo>
                    <a:pt x="21199" y="535960"/>
                  </a:lnTo>
                  <a:lnTo>
                    <a:pt x="22894" y="534631"/>
                  </a:lnTo>
                  <a:lnTo>
                    <a:pt x="24436" y="534443"/>
                  </a:lnTo>
                  <a:lnTo>
                    <a:pt x="27877" y="535174"/>
                  </a:lnTo>
                  <a:lnTo>
                    <a:pt x="31931" y="535137"/>
                  </a:lnTo>
                  <a:lnTo>
                    <a:pt x="33011" y="534742"/>
                  </a:lnTo>
                  <a:lnTo>
                    <a:pt x="34640" y="533690"/>
                  </a:lnTo>
                  <a:lnTo>
                    <a:pt x="36214" y="534626"/>
                  </a:lnTo>
                  <a:lnTo>
                    <a:pt x="37535" y="535077"/>
                  </a:lnTo>
                  <a:lnTo>
                    <a:pt x="37644" y="535677"/>
                  </a:lnTo>
                  <a:lnTo>
                    <a:pt x="38598" y="536730"/>
                  </a:lnTo>
                  <a:lnTo>
                    <a:pt x="39786" y="536974"/>
                  </a:lnTo>
                  <a:lnTo>
                    <a:pt x="41814" y="539883"/>
                  </a:lnTo>
                  <a:lnTo>
                    <a:pt x="43450" y="541351"/>
                  </a:lnTo>
                  <a:lnTo>
                    <a:pt x="43914" y="540457"/>
                  </a:lnTo>
                  <a:lnTo>
                    <a:pt x="44457" y="536916"/>
                  </a:lnTo>
                  <a:lnTo>
                    <a:pt x="45152" y="535447"/>
                  </a:lnTo>
                  <a:lnTo>
                    <a:pt x="42099" y="534493"/>
                  </a:lnTo>
                  <a:lnTo>
                    <a:pt x="40342" y="533360"/>
                  </a:lnTo>
                  <a:lnTo>
                    <a:pt x="40845" y="531637"/>
                  </a:lnTo>
                  <a:lnTo>
                    <a:pt x="39295" y="530209"/>
                  </a:lnTo>
                  <a:lnTo>
                    <a:pt x="36010" y="526429"/>
                  </a:lnTo>
                  <a:lnTo>
                    <a:pt x="31857" y="522457"/>
                  </a:lnTo>
                  <a:lnTo>
                    <a:pt x="31116" y="521265"/>
                  </a:lnTo>
                  <a:lnTo>
                    <a:pt x="30876" y="521281"/>
                  </a:lnTo>
                  <a:lnTo>
                    <a:pt x="30037" y="519962"/>
                  </a:lnTo>
                  <a:lnTo>
                    <a:pt x="28943" y="518861"/>
                  </a:lnTo>
                  <a:lnTo>
                    <a:pt x="28976" y="518046"/>
                  </a:lnTo>
                  <a:lnTo>
                    <a:pt x="28723" y="518020"/>
                  </a:lnTo>
                  <a:lnTo>
                    <a:pt x="28770" y="515896"/>
                  </a:lnTo>
                  <a:lnTo>
                    <a:pt x="27700" y="512006"/>
                  </a:lnTo>
                  <a:lnTo>
                    <a:pt x="26963" y="510381"/>
                  </a:lnTo>
                  <a:lnTo>
                    <a:pt x="26666" y="510383"/>
                  </a:lnTo>
                  <a:lnTo>
                    <a:pt x="27347" y="507219"/>
                  </a:lnTo>
                  <a:lnTo>
                    <a:pt x="27694" y="503632"/>
                  </a:lnTo>
                  <a:lnTo>
                    <a:pt x="28459" y="501631"/>
                  </a:lnTo>
                  <a:lnTo>
                    <a:pt x="29745" y="499593"/>
                  </a:lnTo>
                  <a:lnTo>
                    <a:pt x="28257" y="499250"/>
                  </a:lnTo>
                  <a:lnTo>
                    <a:pt x="27937" y="498709"/>
                  </a:lnTo>
                  <a:lnTo>
                    <a:pt x="27211" y="498470"/>
                  </a:lnTo>
                  <a:lnTo>
                    <a:pt x="26000" y="497007"/>
                  </a:lnTo>
                  <a:lnTo>
                    <a:pt x="25453" y="496859"/>
                  </a:lnTo>
                  <a:lnTo>
                    <a:pt x="25153" y="496504"/>
                  </a:lnTo>
                  <a:lnTo>
                    <a:pt x="22220" y="493660"/>
                  </a:lnTo>
                  <a:lnTo>
                    <a:pt x="21434" y="493180"/>
                  </a:lnTo>
                  <a:lnTo>
                    <a:pt x="19688" y="492867"/>
                  </a:lnTo>
                  <a:lnTo>
                    <a:pt x="18418" y="491975"/>
                  </a:lnTo>
                  <a:lnTo>
                    <a:pt x="17981" y="491952"/>
                  </a:lnTo>
                  <a:lnTo>
                    <a:pt x="17893" y="491589"/>
                  </a:lnTo>
                  <a:lnTo>
                    <a:pt x="18897" y="490269"/>
                  </a:lnTo>
                  <a:lnTo>
                    <a:pt x="19537" y="488296"/>
                  </a:lnTo>
                  <a:lnTo>
                    <a:pt x="21282" y="486219"/>
                  </a:lnTo>
                  <a:lnTo>
                    <a:pt x="21806" y="486075"/>
                  </a:lnTo>
                  <a:lnTo>
                    <a:pt x="23038" y="486550"/>
                  </a:lnTo>
                  <a:lnTo>
                    <a:pt x="24970" y="486879"/>
                  </a:lnTo>
                  <a:lnTo>
                    <a:pt x="26504" y="485353"/>
                  </a:lnTo>
                  <a:lnTo>
                    <a:pt x="27804" y="484532"/>
                  </a:lnTo>
                  <a:lnTo>
                    <a:pt x="28221" y="483131"/>
                  </a:lnTo>
                  <a:lnTo>
                    <a:pt x="30477" y="481228"/>
                  </a:lnTo>
                  <a:lnTo>
                    <a:pt x="32515" y="479100"/>
                  </a:lnTo>
                  <a:lnTo>
                    <a:pt x="36255" y="476671"/>
                  </a:lnTo>
                  <a:lnTo>
                    <a:pt x="38326" y="473335"/>
                  </a:lnTo>
                  <a:lnTo>
                    <a:pt x="39257" y="470175"/>
                  </a:lnTo>
                  <a:lnTo>
                    <a:pt x="45044" y="473150"/>
                  </a:lnTo>
                  <a:lnTo>
                    <a:pt x="45617" y="474495"/>
                  </a:lnTo>
                  <a:lnTo>
                    <a:pt x="48208" y="476015"/>
                  </a:lnTo>
                  <a:lnTo>
                    <a:pt x="48651" y="475129"/>
                  </a:lnTo>
                  <a:lnTo>
                    <a:pt x="49092" y="474772"/>
                  </a:lnTo>
                  <a:lnTo>
                    <a:pt x="52665" y="473676"/>
                  </a:lnTo>
                  <a:lnTo>
                    <a:pt x="51029" y="472753"/>
                  </a:lnTo>
                  <a:lnTo>
                    <a:pt x="52985" y="469054"/>
                  </a:lnTo>
                  <a:lnTo>
                    <a:pt x="52095" y="468805"/>
                  </a:lnTo>
                  <a:lnTo>
                    <a:pt x="53351" y="466462"/>
                  </a:lnTo>
                  <a:lnTo>
                    <a:pt x="54417" y="468051"/>
                  </a:lnTo>
                  <a:lnTo>
                    <a:pt x="55881" y="469661"/>
                  </a:lnTo>
                  <a:lnTo>
                    <a:pt x="61070" y="471707"/>
                  </a:lnTo>
                  <a:lnTo>
                    <a:pt x="61627" y="472227"/>
                  </a:lnTo>
                  <a:lnTo>
                    <a:pt x="65459" y="471712"/>
                  </a:lnTo>
                  <a:lnTo>
                    <a:pt x="67229" y="471893"/>
                  </a:lnTo>
                  <a:lnTo>
                    <a:pt x="68752" y="471668"/>
                  </a:lnTo>
                  <a:lnTo>
                    <a:pt x="69510" y="471460"/>
                  </a:lnTo>
                  <a:lnTo>
                    <a:pt x="69489" y="471178"/>
                  </a:lnTo>
                  <a:lnTo>
                    <a:pt x="70129" y="470297"/>
                  </a:lnTo>
                  <a:lnTo>
                    <a:pt x="70017" y="469026"/>
                  </a:lnTo>
                  <a:lnTo>
                    <a:pt x="69598" y="468439"/>
                  </a:lnTo>
                  <a:lnTo>
                    <a:pt x="69174" y="468284"/>
                  </a:lnTo>
                  <a:lnTo>
                    <a:pt x="69232" y="467941"/>
                  </a:lnTo>
                  <a:lnTo>
                    <a:pt x="71289" y="467965"/>
                  </a:lnTo>
                  <a:lnTo>
                    <a:pt x="72166" y="467435"/>
                  </a:lnTo>
                  <a:lnTo>
                    <a:pt x="72348" y="467658"/>
                  </a:lnTo>
                  <a:lnTo>
                    <a:pt x="72934" y="467653"/>
                  </a:lnTo>
                  <a:lnTo>
                    <a:pt x="73367" y="467333"/>
                  </a:lnTo>
                  <a:lnTo>
                    <a:pt x="73432" y="467006"/>
                  </a:lnTo>
                  <a:lnTo>
                    <a:pt x="73910" y="467285"/>
                  </a:lnTo>
                  <a:lnTo>
                    <a:pt x="74418" y="467257"/>
                  </a:lnTo>
                  <a:lnTo>
                    <a:pt x="74504" y="467049"/>
                  </a:lnTo>
                  <a:lnTo>
                    <a:pt x="75112" y="466909"/>
                  </a:lnTo>
                  <a:lnTo>
                    <a:pt x="76203" y="467006"/>
                  </a:lnTo>
                  <a:lnTo>
                    <a:pt x="76655" y="466644"/>
                  </a:lnTo>
                  <a:lnTo>
                    <a:pt x="77711" y="466820"/>
                  </a:lnTo>
                  <a:lnTo>
                    <a:pt x="78050" y="466552"/>
                  </a:lnTo>
                  <a:lnTo>
                    <a:pt x="78283" y="466039"/>
                  </a:lnTo>
                  <a:lnTo>
                    <a:pt x="77728" y="464230"/>
                  </a:lnTo>
                  <a:lnTo>
                    <a:pt x="78079" y="463401"/>
                  </a:lnTo>
                  <a:lnTo>
                    <a:pt x="78899" y="463178"/>
                  </a:lnTo>
                  <a:lnTo>
                    <a:pt x="79148" y="462496"/>
                  </a:lnTo>
                  <a:lnTo>
                    <a:pt x="78136" y="462349"/>
                  </a:lnTo>
                  <a:lnTo>
                    <a:pt x="77549" y="461684"/>
                  </a:lnTo>
                  <a:lnTo>
                    <a:pt x="79569" y="460233"/>
                  </a:lnTo>
                  <a:lnTo>
                    <a:pt x="80164" y="460223"/>
                  </a:lnTo>
                  <a:lnTo>
                    <a:pt x="80574" y="460871"/>
                  </a:lnTo>
                  <a:lnTo>
                    <a:pt x="81220" y="461229"/>
                  </a:lnTo>
                  <a:lnTo>
                    <a:pt x="81620" y="462581"/>
                  </a:lnTo>
                  <a:lnTo>
                    <a:pt x="82696" y="463503"/>
                  </a:lnTo>
                  <a:lnTo>
                    <a:pt x="82851" y="462861"/>
                  </a:lnTo>
                  <a:lnTo>
                    <a:pt x="84849" y="463734"/>
                  </a:lnTo>
                  <a:lnTo>
                    <a:pt x="90075" y="465003"/>
                  </a:lnTo>
                  <a:lnTo>
                    <a:pt x="97018" y="466199"/>
                  </a:lnTo>
                  <a:lnTo>
                    <a:pt x="98957" y="465883"/>
                  </a:lnTo>
                  <a:lnTo>
                    <a:pt x="102199" y="464812"/>
                  </a:lnTo>
                  <a:lnTo>
                    <a:pt x="104532" y="463367"/>
                  </a:lnTo>
                  <a:lnTo>
                    <a:pt x="106977" y="461491"/>
                  </a:lnTo>
                  <a:lnTo>
                    <a:pt x="108814" y="461263"/>
                  </a:lnTo>
                  <a:lnTo>
                    <a:pt x="108173" y="460518"/>
                  </a:lnTo>
                  <a:lnTo>
                    <a:pt x="107737" y="459344"/>
                  </a:lnTo>
                  <a:lnTo>
                    <a:pt x="107722" y="458375"/>
                  </a:lnTo>
                  <a:lnTo>
                    <a:pt x="106549" y="454415"/>
                  </a:lnTo>
                  <a:lnTo>
                    <a:pt x="104600" y="453026"/>
                  </a:lnTo>
                  <a:lnTo>
                    <a:pt x="100566" y="448142"/>
                  </a:lnTo>
                  <a:lnTo>
                    <a:pt x="97753" y="447151"/>
                  </a:lnTo>
                  <a:lnTo>
                    <a:pt x="98657" y="445054"/>
                  </a:lnTo>
                  <a:lnTo>
                    <a:pt x="98969" y="443317"/>
                  </a:lnTo>
                  <a:lnTo>
                    <a:pt x="98639" y="442025"/>
                  </a:lnTo>
                  <a:lnTo>
                    <a:pt x="97620" y="441803"/>
                  </a:lnTo>
                  <a:lnTo>
                    <a:pt x="97973" y="441110"/>
                  </a:lnTo>
                  <a:lnTo>
                    <a:pt x="98380" y="440911"/>
                  </a:lnTo>
                  <a:lnTo>
                    <a:pt x="101638" y="440452"/>
                  </a:lnTo>
                  <a:lnTo>
                    <a:pt x="102005" y="440158"/>
                  </a:lnTo>
                  <a:lnTo>
                    <a:pt x="104701" y="440054"/>
                  </a:lnTo>
                  <a:lnTo>
                    <a:pt x="107921" y="440563"/>
                  </a:lnTo>
                  <a:lnTo>
                    <a:pt x="109857" y="439400"/>
                  </a:lnTo>
                  <a:lnTo>
                    <a:pt x="110931" y="439196"/>
                  </a:lnTo>
                  <a:lnTo>
                    <a:pt x="110814" y="438929"/>
                  </a:lnTo>
                  <a:lnTo>
                    <a:pt x="111359" y="436837"/>
                  </a:lnTo>
                  <a:lnTo>
                    <a:pt x="112250" y="436885"/>
                  </a:lnTo>
                  <a:lnTo>
                    <a:pt x="113923" y="437151"/>
                  </a:lnTo>
                  <a:lnTo>
                    <a:pt x="115252" y="438079"/>
                  </a:lnTo>
                  <a:lnTo>
                    <a:pt x="116407" y="438511"/>
                  </a:lnTo>
                  <a:lnTo>
                    <a:pt x="117912" y="438581"/>
                  </a:lnTo>
                  <a:lnTo>
                    <a:pt x="117074" y="439193"/>
                  </a:lnTo>
                  <a:lnTo>
                    <a:pt x="115746" y="441858"/>
                  </a:lnTo>
                  <a:lnTo>
                    <a:pt x="116094" y="442649"/>
                  </a:lnTo>
                  <a:lnTo>
                    <a:pt x="117682" y="443477"/>
                  </a:lnTo>
                  <a:lnTo>
                    <a:pt x="118502" y="441056"/>
                  </a:lnTo>
                  <a:lnTo>
                    <a:pt x="120434" y="438708"/>
                  </a:lnTo>
                  <a:lnTo>
                    <a:pt x="122225" y="437263"/>
                  </a:lnTo>
                  <a:lnTo>
                    <a:pt x="124063" y="434456"/>
                  </a:lnTo>
                  <a:lnTo>
                    <a:pt x="125216" y="435563"/>
                  </a:lnTo>
                  <a:lnTo>
                    <a:pt x="129977" y="436595"/>
                  </a:lnTo>
                  <a:lnTo>
                    <a:pt x="131308" y="435493"/>
                  </a:lnTo>
                  <a:lnTo>
                    <a:pt x="132970" y="435320"/>
                  </a:lnTo>
                  <a:lnTo>
                    <a:pt x="136738" y="435191"/>
                  </a:lnTo>
                  <a:lnTo>
                    <a:pt x="138327" y="435418"/>
                  </a:lnTo>
                  <a:lnTo>
                    <a:pt x="143451" y="434950"/>
                  </a:lnTo>
                  <a:lnTo>
                    <a:pt x="149142" y="435431"/>
                  </a:lnTo>
                  <a:lnTo>
                    <a:pt x="151705" y="435295"/>
                  </a:lnTo>
                  <a:lnTo>
                    <a:pt x="158017" y="433961"/>
                  </a:lnTo>
                  <a:lnTo>
                    <a:pt x="160465" y="433675"/>
                  </a:lnTo>
                  <a:lnTo>
                    <a:pt x="162535" y="433565"/>
                  </a:lnTo>
                  <a:lnTo>
                    <a:pt x="164965" y="433914"/>
                  </a:lnTo>
                  <a:lnTo>
                    <a:pt x="169406" y="434344"/>
                  </a:lnTo>
                  <a:lnTo>
                    <a:pt x="178787" y="436141"/>
                  </a:lnTo>
                  <a:lnTo>
                    <a:pt x="182803" y="437295"/>
                  </a:lnTo>
                  <a:lnTo>
                    <a:pt x="193869" y="441227"/>
                  </a:lnTo>
                  <a:lnTo>
                    <a:pt x="195649" y="441312"/>
                  </a:lnTo>
                  <a:lnTo>
                    <a:pt x="195725" y="438819"/>
                  </a:lnTo>
                  <a:lnTo>
                    <a:pt x="195391" y="433760"/>
                  </a:lnTo>
                  <a:lnTo>
                    <a:pt x="194654" y="428994"/>
                  </a:lnTo>
                  <a:lnTo>
                    <a:pt x="194878" y="425960"/>
                  </a:lnTo>
                  <a:lnTo>
                    <a:pt x="193894" y="425545"/>
                  </a:lnTo>
                  <a:lnTo>
                    <a:pt x="195137" y="417862"/>
                  </a:lnTo>
                  <a:lnTo>
                    <a:pt x="193274" y="417359"/>
                  </a:lnTo>
                  <a:lnTo>
                    <a:pt x="193838" y="412904"/>
                  </a:lnTo>
                  <a:lnTo>
                    <a:pt x="193858" y="406930"/>
                  </a:lnTo>
                  <a:lnTo>
                    <a:pt x="192939" y="406708"/>
                  </a:lnTo>
                  <a:lnTo>
                    <a:pt x="193487" y="404294"/>
                  </a:lnTo>
                  <a:lnTo>
                    <a:pt x="192260" y="404005"/>
                  </a:lnTo>
                  <a:lnTo>
                    <a:pt x="193071" y="399225"/>
                  </a:lnTo>
                  <a:lnTo>
                    <a:pt x="193461" y="395699"/>
                  </a:lnTo>
                  <a:lnTo>
                    <a:pt x="193970" y="394166"/>
                  </a:lnTo>
                  <a:lnTo>
                    <a:pt x="196512" y="379164"/>
                  </a:lnTo>
                  <a:lnTo>
                    <a:pt x="196873" y="367810"/>
                  </a:lnTo>
                  <a:lnTo>
                    <a:pt x="194926" y="367522"/>
                  </a:lnTo>
                  <a:lnTo>
                    <a:pt x="195423" y="356646"/>
                  </a:lnTo>
                  <a:lnTo>
                    <a:pt x="196203" y="354867"/>
                  </a:lnTo>
                  <a:lnTo>
                    <a:pt x="195903" y="354636"/>
                  </a:lnTo>
                  <a:lnTo>
                    <a:pt x="195783" y="353957"/>
                  </a:lnTo>
                  <a:lnTo>
                    <a:pt x="197336" y="351545"/>
                  </a:lnTo>
                  <a:lnTo>
                    <a:pt x="198059" y="352223"/>
                  </a:lnTo>
                  <a:lnTo>
                    <a:pt x="198680" y="351339"/>
                  </a:lnTo>
                  <a:lnTo>
                    <a:pt x="199124" y="351603"/>
                  </a:lnTo>
                  <a:lnTo>
                    <a:pt x="201388" y="348381"/>
                  </a:lnTo>
                  <a:lnTo>
                    <a:pt x="202504" y="349535"/>
                  </a:lnTo>
                  <a:lnTo>
                    <a:pt x="204365" y="346418"/>
                  </a:lnTo>
                  <a:lnTo>
                    <a:pt x="205792" y="346988"/>
                  </a:lnTo>
                  <a:lnTo>
                    <a:pt x="209789" y="339903"/>
                  </a:lnTo>
                  <a:lnTo>
                    <a:pt x="212168" y="340331"/>
                  </a:lnTo>
                  <a:lnTo>
                    <a:pt x="213436" y="337161"/>
                  </a:lnTo>
                  <a:lnTo>
                    <a:pt x="216520" y="336284"/>
                  </a:lnTo>
                  <a:lnTo>
                    <a:pt x="219173" y="336519"/>
                  </a:lnTo>
                  <a:lnTo>
                    <a:pt x="222688" y="337343"/>
                  </a:lnTo>
                  <a:lnTo>
                    <a:pt x="226050" y="330946"/>
                  </a:lnTo>
                  <a:lnTo>
                    <a:pt x="222623" y="330137"/>
                  </a:lnTo>
                  <a:lnTo>
                    <a:pt x="226078" y="323333"/>
                  </a:lnTo>
                  <a:lnTo>
                    <a:pt x="221309" y="322915"/>
                  </a:lnTo>
                  <a:lnTo>
                    <a:pt x="221674" y="321358"/>
                  </a:lnTo>
                  <a:lnTo>
                    <a:pt x="212964" y="319079"/>
                  </a:lnTo>
                  <a:lnTo>
                    <a:pt x="205811" y="317721"/>
                  </a:lnTo>
                  <a:lnTo>
                    <a:pt x="199056" y="316817"/>
                  </a:lnTo>
                  <a:lnTo>
                    <a:pt x="195912" y="316875"/>
                  </a:lnTo>
                  <a:lnTo>
                    <a:pt x="184184" y="316499"/>
                  </a:lnTo>
                  <a:lnTo>
                    <a:pt x="184224" y="315698"/>
                  </a:lnTo>
                  <a:lnTo>
                    <a:pt x="178612" y="315024"/>
                  </a:lnTo>
                  <a:lnTo>
                    <a:pt x="164631" y="312464"/>
                  </a:lnTo>
                  <a:lnTo>
                    <a:pt x="162394" y="312307"/>
                  </a:lnTo>
                  <a:lnTo>
                    <a:pt x="162269" y="309431"/>
                  </a:lnTo>
                  <a:lnTo>
                    <a:pt x="157427" y="308499"/>
                  </a:lnTo>
                  <a:lnTo>
                    <a:pt x="154091" y="308479"/>
                  </a:lnTo>
                  <a:lnTo>
                    <a:pt x="151733" y="308936"/>
                  </a:lnTo>
                  <a:lnTo>
                    <a:pt x="149262" y="308962"/>
                  </a:lnTo>
                  <a:lnTo>
                    <a:pt x="149271" y="308742"/>
                  </a:lnTo>
                  <a:lnTo>
                    <a:pt x="147545" y="307844"/>
                  </a:lnTo>
                  <a:lnTo>
                    <a:pt x="144852" y="307159"/>
                  </a:lnTo>
                  <a:lnTo>
                    <a:pt x="143773" y="307103"/>
                  </a:lnTo>
                  <a:lnTo>
                    <a:pt x="141824" y="307087"/>
                  </a:lnTo>
                  <a:lnTo>
                    <a:pt x="140690" y="306827"/>
                  </a:lnTo>
                  <a:lnTo>
                    <a:pt x="137236" y="305691"/>
                  </a:lnTo>
                  <a:lnTo>
                    <a:pt x="134914" y="304653"/>
                  </a:lnTo>
                  <a:lnTo>
                    <a:pt x="133635" y="304982"/>
                  </a:lnTo>
                  <a:lnTo>
                    <a:pt x="132563" y="304957"/>
                  </a:lnTo>
                  <a:lnTo>
                    <a:pt x="130904" y="304402"/>
                  </a:lnTo>
                  <a:lnTo>
                    <a:pt x="123735" y="301096"/>
                  </a:lnTo>
                  <a:lnTo>
                    <a:pt x="120807" y="300043"/>
                  </a:lnTo>
                  <a:lnTo>
                    <a:pt x="119833" y="299539"/>
                  </a:lnTo>
                  <a:lnTo>
                    <a:pt x="117178" y="299821"/>
                  </a:lnTo>
                  <a:lnTo>
                    <a:pt x="111744" y="303153"/>
                  </a:lnTo>
                  <a:lnTo>
                    <a:pt x="110228" y="303857"/>
                  </a:lnTo>
                  <a:lnTo>
                    <a:pt x="111361" y="295842"/>
                  </a:lnTo>
                  <a:lnTo>
                    <a:pt x="108653" y="295867"/>
                  </a:lnTo>
                  <a:lnTo>
                    <a:pt x="107079" y="295638"/>
                  </a:lnTo>
                  <a:lnTo>
                    <a:pt x="105183" y="296017"/>
                  </a:lnTo>
                  <a:lnTo>
                    <a:pt x="102021" y="295858"/>
                  </a:lnTo>
                  <a:lnTo>
                    <a:pt x="96984" y="294851"/>
                  </a:lnTo>
                  <a:lnTo>
                    <a:pt x="92940" y="294359"/>
                  </a:lnTo>
                  <a:lnTo>
                    <a:pt x="92983" y="289458"/>
                  </a:lnTo>
                  <a:lnTo>
                    <a:pt x="92749" y="289171"/>
                  </a:lnTo>
                  <a:lnTo>
                    <a:pt x="92961" y="284405"/>
                  </a:lnTo>
                  <a:lnTo>
                    <a:pt x="92621" y="284472"/>
                  </a:lnTo>
                  <a:lnTo>
                    <a:pt x="91558" y="273651"/>
                  </a:lnTo>
                  <a:lnTo>
                    <a:pt x="92247" y="273479"/>
                  </a:lnTo>
                  <a:lnTo>
                    <a:pt x="92664" y="272632"/>
                  </a:lnTo>
                  <a:lnTo>
                    <a:pt x="90755" y="270990"/>
                  </a:lnTo>
                  <a:lnTo>
                    <a:pt x="89753" y="269746"/>
                  </a:lnTo>
                  <a:lnTo>
                    <a:pt x="87827" y="269446"/>
                  </a:lnTo>
                  <a:lnTo>
                    <a:pt x="85868" y="268708"/>
                  </a:lnTo>
                  <a:lnTo>
                    <a:pt x="85497" y="270039"/>
                  </a:lnTo>
                  <a:lnTo>
                    <a:pt x="82881" y="270914"/>
                  </a:lnTo>
                  <a:lnTo>
                    <a:pt x="82316" y="271270"/>
                  </a:lnTo>
                  <a:lnTo>
                    <a:pt x="82480" y="271607"/>
                  </a:lnTo>
                  <a:lnTo>
                    <a:pt x="79393" y="272764"/>
                  </a:lnTo>
                  <a:lnTo>
                    <a:pt x="76195" y="273176"/>
                  </a:lnTo>
                  <a:lnTo>
                    <a:pt x="75048" y="273078"/>
                  </a:lnTo>
                  <a:lnTo>
                    <a:pt x="75526" y="271300"/>
                  </a:lnTo>
                  <a:lnTo>
                    <a:pt x="76981" y="271232"/>
                  </a:lnTo>
                  <a:lnTo>
                    <a:pt x="78754" y="271839"/>
                  </a:lnTo>
                  <a:lnTo>
                    <a:pt x="79963" y="270727"/>
                  </a:lnTo>
                  <a:lnTo>
                    <a:pt x="80860" y="271004"/>
                  </a:lnTo>
                  <a:lnTo>
                    <a:pt x="82231" y="270338"/>
                  </a:lnTo>
                  <a:lnTo>
                    <a:pt x="83021" y="269215"/>
                  </a:lnTo>
                  <a:lnTo>
                    <a:pt x="84514" y="268604"/>
                  </a:lnTo>
                  <a:lnTo>
                    <a:pt x="83968" y="267587"/>
                  </a:lnTo>
                  <a:lnTo>
                    <a:pt x="83006" y="267155"/>
                  </a:lnTo>
                  <a:lnTo>
                    <a:pt x="82627" y="266704"/>
                  </a:lnTo>
                  <a:lnTo>
                    <a:pt x="82658" y="265515"/>
                  </a:lnTo>
                  <a:lnTo>
                    <a:pt x="83202" y="263881"/>
                  </a:lnTo>
                  <a:lnTo>
                    <a:pt x="86775" y="264203"/>
                  </a:lnTo>
                  <a:lnTo>
                    <a:pt x="87051" y="263982"/>
                  </a:lnTo>
                  <a:lnTo>
                    <a:pt x="87341" y="262726"/>
                  </a:lnTo>
                  <a:lnTo>
                    <a:pt x="87941" y="261927"/>
                  </a:lnTo>
                  <a:lnTo>
                    <a:pt x="89373" y="262040"/>
                  </a:lnTo>
                  <a:lnTo>
                    <a:pt x="89979" y="261929"/>
                  </a:lnTo>
                  <a:lnTo>
                    <a:pt x="90819" y="261391"/>
                  </a:lnTo>
                  <a:lnTo>
                    <a:pt x="91351" y="261370"/>
                  </a:lnTo>
                  <a:lnTo>
                    <a:pt x="92304" y="261986"/>
                  </a:lnTo>
                  <a:lnTo>
                    <a:pt x="93233" y="261873"/>
                  </a:lnTo>
                  <a:lnTo>
                    <a:pt x="93694" y="261091"/>
                  </a:lnTo>
                  <a:lnTo>
                    <a:pt x="92260" y="259469"/>
                  </a:lnTo>
                  <a:lnTo>
                    <a:pt x="93008" y="258273"/>
                  </a:lnTo>
                  <a:lnTo>
                    <a:pt x="93988" y="257965"/>
                  </a:lnTo>
                  <a:lnTo>
                    <a:pt x="95661" y="258163"/>
                  </a:lnTo>
                  <a:lnTo>
                    <a:pt x="96361" y="257776"/>
                  </a:lnTo>
                  <a:lnTo>
                    <a:pt x="97219" y="257654"/>
                  </a:lnTo>
                  <a:lnTo>
                    <a:pt x="98588" y="258978"/>
                  </a:lnTo>
                  <a:lnTo>
                    <a:pt x="98868" y="258560"/>
                  </a:lnTo>
                  <a:lnTo>
                    <a:pt x="99194" y="256774"/>
                  </a:lnTo>
                  <a:lnTo>
                    <a:pt x="99696" y="256582"/>
                  </a:lnTo>
                  <a:lnTo>
                    <a:pt x="100302" y="256815"/>
                  </a:lnTo>
                  <a:lnTo>
                    <a:pt x="101105" y="257883"/>
                  </a:lnTo>
                  <a:lnTo>
                    <a:pt x="101348" y="256458"/>
                  </a:lnTo>
                  <a:lnTo>
                    <a:pt x="101083" y="255928"/>
                  </a:lnTo>
                  <a:lnTo>
                    <a:pt x="99842" y="255206"/>
                  </a:lnTo>
                  <a:lnTo>
                    <a:pt x="100019" y="253708"/>
                  </a:lnTo>
                  <a:lnTo>
                    <a:pt x="99807" y="253142"/>
                  </a:lnTo>
                  <a:lnTo>
                    <a:pt x="98040" y="252282"/>
                  </a:lnTo>
                  <a:lnTo>
                    <a:pt x="96523" y="251174"/>
                  </a:lnTo>
                  <a:lnTo>
                    <a:pt x="96332" y="250699"/>
                  </a:lnTo>
                  <a:lnTo>
                    <a:pt x="96577" y="250270"/>
                  </a:lnTo>
                  <a:lnTo>
                    <a:pt x="98232" y="250049"/>
                  </a:lnTo>
                  <a:lnTo>
                    <a:pt x="98434" y="249830"/>
                  </a:lnTo>
                  <a:lnTo>
                    <a:pt x="98047" y="248903"/>
                  </a:lnTo>
                  <a:lnTo>
                    <a:pt x="98969" y="247793"/>
                  </a:lnTo>
                  <a:lnTo>
                    <a:pt x="97341" y="245850"/>
                  </a:lnTo>
                  <a:lnTo>
                    <a:pt x="97197" y="244923"/>
                  </a:lnTo>
                  <a:lnTo>
                    <a:pt x="97711" y="243325"/>
                  </a:lnTo>
                  <a:lnTo>
                    <a:pt x="98755" y="242484"/>
                  </a:lnTo>
                  <a:lnTo>
                    <a:pt x="98398" y="242087"/>
                  </a:lnTo>
                  <a:lnTo>
                    <a:pt x="96005" y="241251"/>
                  </a:lnTo>
                  <a:lnTo>
                    <a:pt x="95250" y="241364"/>
                  </a:lnTo>
                  <a:lnTo>
                    <a:pt x="94147" y="241175"/>
                  </a:lnTo>
                  <a:lnTo>
                    <a:pt x="92374" y="240347"/>
                  </a:lnTo>
                  <a:lnTo>
                    <a:pt x="91592" y="239672"/>
                  </a:lnTo>
                  <a:lnTo>
                    <a:pt x="89711" y="239656"/>
                  </a:lnTo>
                  <a:lnTo>
                    <a:pt x="89525" y="240112"/>
                  </a:lnTo>
                  <a:lnTo>
                    <a:pt x="88989" y="240455"/>
                  </a:lnTo>
                  <a:lnTo>
                    <a:pt x="85724" y="241002"/>
                  </a:lnTo>
                  <a:lnTo>
                    <a:pt x="85064" y="240854"/>
                  </a:lnTo>
                  <a:lnTo>
                    <a:pt x="84237" y="240108"/>
                  </a:lnTo>
                  <a:lnTo>
                    <a:pt x="83877" y="240171"/>
                  </a:lnTo>
                  <a:lnTo>
                    <a:pt x="82095" y="239098"/>
                  </a:lnTo>
                  <a:lnTo>
                    <a:pt x="81583" y="239052"/>
                  </a:lnTo>
                  <a:lnTo>
                    <a:pt x="81927" y="238170"/>
                  </a:lnTo>
                  <a:lnTo>
                    <a:pt x="82255" y="238510"/>
                  </a:lnTo>
                  <a:lnTo>
                    <a:pt x="88360" y="227600"/>
                  </a:lnTo>
                  <a:lnTo>
                    <a:pt x="90100" y="224977"/>
                  </a:lnTo>
                  <a:lnTo>
                    <a:pt x="89777" y="224525"/>
                  </a:lnTo>
                  <a:lnTo>
                    <a:pt x="90574" y="225571"/>
                  </a:lnTo>
                  <a:lnTo>
                    <a:pt x="91004" y="225482"/>
                  </a:lnTo>
                  <a:lnTo>
                    <a:pt x="92280" y="223328"/>
                  </a:lnTo>
                  <a:lnTo>
                    <a:pt x="97756" y="217716"/>
                  </a:lnTo>
                  <a:lnTo>
                    <a:pt x="100223" y="219287"/>
                  </a:lnTo>
                  <a:lnTo>
                    <a:pt x="101190" y="220217"/>
                  </a:lnTo>
                  <a:lnTo>
                    <a:pt x="101496" y="219871"/>
                  </a:lnTo>
                  <a:lnTo>
                    <a:pt x="103793" y="221907"/>
                  </a:lnTo>
                  <a:lnTo>
                    <a:pt x="104333" y="222988"/>
                  </a:lnTo>
                  <a:lnTo>
                    <a:pt x="105303" y="221223"/>
                  </a:lnTo>
                  <a:lnTo>
                    <a:pt x="106635" y="220869"/>
                  </a:lnTo>
                  <a:lnTo>
                    <a:pt x="107855" y="219804"/>
                  </a:lnTo>
                  <a:lnTo>
                    <a:pt x="108112" y="219081"/>
                  </a:lnTo>
                  <a:lnTo>
                    <a:pt x="107732" y="218609"/>
                  </a:lnTo>
                  <a:lnTo>
                    <a:pt x="107741" y="217870"/>
                  </a:lnTo>
                  <a:lnTo>
                    <a:pt x="107436" y="217204"/>
                  </a:lnTo>
                  <a:lnTo>
                    <a:pt x="107992" y="216652"/>
                  </a:lnTo>
                  <a:lnTo>
                    <a:pt x="107850" y="216251"/>
                  </a:lnTo>
                  <a:lnTo>
                    <a:pt x="108245" y="215879"/>
                  </a:lnTo>
                  <a:lnTo>
                    <a:pt x="108977" y="215755"/>
                  </a:lnTo>
                  <a:lnTo>
                    <a:pt x="109310" y="215444"/>
                  </a:lnTo>
                  <a:lnTo>
                    <a:pt x="109657" y="214375"/>
                  </a:lnTo>
                  <a:lnTo>
                    <a:pt x="110929" y="215180"/>
                  </a:lnTo>
                  <a:lnTo>
                    <a:pt x="112757" y="215356"/>
                  </a:lnTo>
                  <a:lnTo>
                    <a:pt x="115358" y="214879"/>
                  </a:lnTo>
                  <a:lnTo>
                    <a:pt x="118494" y="215342"/>
                  </a:lnTo>
                  <a:lnTo>
                    <a:pt x="120757" y="212411"/>
                  </a:lnTo>
                  <a:lnTo>
                    <a:pt x="122425" y="210532"/>
                  </a:lnTo>
                  <a:lnTo>
                    <a:pt x="123210" y="209997"/>
                  </a:lnTo>
                  <a:lnTo>
                    <a:pt x="126314" y="211172"/>
                  </a:lnTo>
                  <a:lnTo>
                    <a:pt x="128931" y="213569"/>
                  </a:lnTo>
                  <a:lnTo>
                    <a:pt x="130407" y="214501"/>
                  </a:lnTo>
                  <a:lnTo>
                    <a:pt x="131102" y="213073"/>
                  </a:lnTo>
                  <a:lnTo>
                    <a:pt x="132183" y="212013"/>
                  </a:lnTo>
                  <a:lnTo>
                    <a:pt x="134384" y="208031"/>
                  </a:lnTo>
                  <a:lnTo>
                    <a:pt x="135317" y="206872"/>
                  </a:lnTo>
                  <a:lnTo>
                    <a:pt x="138153" y="204891"/>
                  </a:lnTo>
                  <a:lnTo>
                    <a:pt x="138862" y="204099"/>
                  </a:lnTo>
                  <a:lnTo>
                    <a:pt x="138906" y="200426"/>
                  </a:lnTo>
                  <a:lnTo>
                    <a:pt x="139511" y="198778"/>
                  </a:lnTo>
                  <a:lnTo>
                    <a:pt x="140016" y="195231"/>
                  </a:lnTo>
                  <a:lnTo>
                    <a:pt x="140246" y="189418"/>
                  </a:lnTo>
                  <a:lnTo>
                    <a:pt x="141732" y="184086"/>
                  </a:lnTo>
                  <a:lnTo>
                    <a:pt x="141292" y="176896"/>
                  </a:lnTo>
                  <a:lnTo>
                    <a:pt x="142401" y="177632"/>
                  </a:lnTo>
                  <a:lnTo>
                    <a:pt x="146186" y="178827"/>
                  </a:lnTo>
                  <a:lnTo>
                    <a:pt x="149818" y="180429"/>
                  </a:lnTo>
                  <a:lnTo>
                    <a:pt x="151084" y="179609"/>
                  </a:lnTo>
                  <a:lnTo>
                    <a:pt x="154743" y="177951"/>
                  </a:lnTo>
                  <a:lnTo>
                    <a:pt x="158042" y="175989"/>
                  </a:lnTo>
                  <a:lnTo>
                    <a:pt x="159257" y="174811"/>
                  </a:lnTo>
                  <a:lnTo>
                    <a:pt x="160677" y="174332"/>
                  </a:lnTo>
                  <a:lnTo>
                    <a:pt x="162020" y="173529"/>
                  </a:lnTo>
                  <a:lnTo>
                    <a:pt x="161065" y="171617"/>
                  </a:lnTo>
                  <a:lnTo>
                    <a:pt x="157755" y="166916"/>
                  </a:lnTo>
                  <a:lnTo>
                    <a:pt x="156123" y="165813"/>
                  </a:lnTo>
                  <a:lnTo>
                    <a:pt x="154499" y="162478"/>
                  </a:lnTo>
                  <a:lnTo>
                    <a:pt x="154396" y="161678"/>
                  </a:lnTo>
                  <a:lnTo>
                    <a:pt x="156800" y="157592"/>
                  </a:lnTo>
                  <a:lnTo>
                    <a:pt x="155795" y="157658"/>
                  </a:lnTo>
                  <a:lnTo>
                    <a:pt x="156275" y="155206"/>
                  </a:lnTo>
                  <a:lnTo>
                    <a:pt x="155406" y="154366"/>
                  </a:lnTo>
                  <a:lnTo>
                    <a:pt x="155443" y="151850"/>
                  </a:lnTo>
                  <a:lnTo>
                    <a:pt x="156304" y="150268"/>
                  </a:lnTo>
                  <a:lnTo>
                    <a:pt x="157580" y="149707"/>
                  </a:lnTo>
                  <a:lnTo>
                    <a:pt x="160105" y="149866"/>
                  </a:lnTo>
                  <a:lnTo>
                    <a:pt x="163306" y="146494"/>
                  </a:lnTo>
                  <a:lnTo>
                    <a:pt x="164106" y="145165"/>
                  </a:lnTo>
                  <a:lnTo>
                    <a:pt x="163279" y="144364"/>
                  </a:lnTo>
                  <a:lnTo>
                    <a:pt x="162314" y="142914"/>
                  </a:lnTo>
                  <a:lnTo>
                    <a:pt x="159012" y="140636"/>
                  </a:lnTo>
                  <a:lnTo>
                    <a:pt x="158440" y="140759"/>
                  </a:lnTo>
                  <a:lnTo>
                    <a:pt x="152899" y="137792"/>
                  </a:lnTo>
                  <a:lnTo>
                    <a:pt x="148676" y="135914"/>
                  </a:lnTo>
                  <a:lnTo>
                    <a:pt x="146872" y="135361"/>
                  </a:lnTo>
                  <a:lnTo>
                    <a:pt x="142479" y="132592"/>
                  </a:lnTo>
                  <a:lnTo>
                    <a:pt x="142114" y="132569"/>
                  </a:lnTo>
                  <a:lnTo>
                    <a:pt x="138605" y="134213"/>
                  </a:lnTo>
                  <a:lnTo>
                    <a:pt x="136848" y="135700"/>
                  </a:lnTo>
                  <a:lnTo>
                    <a:pt x="135728" y="137030"/>
                  </a:lnTo>
                  <a:lnTo>
                    <a:pt x="132825" y="138290"/>
                  </a:lnTo>
                  <a:lnTo>
                    <a:pt x="132725" y="138151"/>
                  </a:lnTo>
                  <a:lnTo>
                    <a:pt x="132310" y="138495"/>
                  </a:lnTo>
                  <a:lnTo>
                    <a:pt x="131543" y="139017"/>
                  </a:lnTo>
                  <a:lnTo>
                    <a:pt x="129575" y="139064"/>
                  </a:lnTo>
                  <a:lnTo>
                    <a:pt x="125828" y="138283"/>
                  </a:lnTo>
                  <a:lnTo>
                    <a:pt x="119780" y="135936"/>
                  </a:lnTo>
                  <a:lnTo>
                    <a:pt x="116670" y="135223"/>
                  </a:lnTo>
                  <a:lnTo>
                    <a:pt x="115032" y="133758"/>
                  </a:lnTo>
                  <a:lnTo>
                    <a:pt x="113030" y="134069"/>
                  </a:lnTo>
                  <a:lnTo>
                    <a:pt x="113553" y="135118"/>
                  </a:lnTo>
                  <a:lnTo>
                    <a:pt x="113623" y="135687"/>
                  </a:lnTo>
                  <a:lnTo>
                    <a:pt x="113339" y="136041"/>
                  </a:lnTo>
                  <a:lnTo>
                    <a:pt x="113843" y="137483"/>
                  </a:lnTo>
                  <a:lnTo>
                    <a:pt x="113772" y="139415"/>
                  </a:lnTo>
                  <a:lnTo>
                    <a:pt x="105256" y="137169"/>
                  </a:lnTo>
                  <a:lnTo>
                    <a:pt x="103244" y="136257"/>
                  </a:lnTo>
                  <a:lnTo>
                    <a:pt x="102907" y="136612"/>
                  </a:lnTo>
                  <a:lnTo>
                    <a:pt x="102180" y="136241"/>
                  </a:lnTo>
                  <a:lnTo>
                    <a:pt x="103003" y="134953"/>
                  </a:lnTo>
                  <a:lnTo>
                    <a:pt x="102652" y="134778"/>
                  </a:lnTo>
                  <a:lnTo>
                    <a:pt x="103444" y="133092"/>
                  </a:lnTo>
                  <a:lnTo>
                    <a:pt x="103866" y="132406"/>
                  </a:lnTo>
                  <a:lnTo>
                    <a:pt x="106997" y="130453"/>
                  </a:lnTo>
                  <a:lnTo>
                    <a:pt x="107269" y="130088"/>
                  </a:lnTo>
                  <a:lnTo>
                    <a:pt x="107093" y="129711"/>
                  </a:lnTo>
                  <a:lnTo>
                    <a:pt x="107436" y="129021"/>
                  </a:lnTo>
                  <a:lnTo>
                    <a:pt x="104356" y="127429"/>
                  </a:lnTo>
                  <a:lnTo>
                    <a:pt x="95908" y="124516"/>
                  </a:lnTo>
                  <a:lnTo>
                    <a:pt x="92946" y="122914"/>
                  </a:lnTo>
                  <a:lnTo>
                    <a:pt x="90922" y="122292"/>
                  </a:lnTo>
                  <a:lnTo>
                    <a:pt x="91144" y="121041"/>
                  </a:lnTo>
                  <a:lnTo>
                    <a:pt x="92470" y="117517"/>
                  </a:lnTo>
                  <a:lnTo>
                    <a:pt x="94254" y="109939"/>
                  </a:lnTo>
                  <a:lnTo>
                    <a:pt x="95819" y="104839"/>
                  </a:lnTo>
                  <a:lnTo>
                    <a:pt x="89283" y="102929"/>
                  </a:lnTo>
                  <a:lnTo>
                    <a:pt x="87794" y="103594"/>
                  </a:lnTo>
                  <a:lnTo>
                    <a:pt x="86750" y="103576"/>
                  </a:lnTo>
                  <a:lnTo>
                    <a:pt x="86300" y="103119"/>
                  </a:lnTo>
                  <a:lnTo>
                    <a:pt x="85640" y="103646"/>
                  </a:lnTo>
                  <a:lnTo>
                    <a:pt x="85200" y="102192"/>
                  </a:lnTo>
                  <a:lnTo>
                    <a:pt x="83561" y="102016"/>
                  </a:lnTo>
                  <a:lnTo>
                    <a:pt x="81189" y="102322"/>
                  </a:lnTo>
                  <a:lnTo>
                    <a:pt x="79038" y="102100"/>
                  </a:lnTo>
                  <a:lnTo>
                    <a:pt x="77926" y="101653"/>
                  </a:lnTo>
                  <a:lnTo>
                    <a:pt x="77724" y="101930"/>
                  </a:lnTo>
                  <a:lnTo>
                    <a:pt x="77144" y="101297"/>
                  </a:lnTo>
                  <a:lnTo>
                    <a:pt x="76883" y="100528"/>
                  </a:lnTo>
                  <a:lnTo>
                    <a:pt x="76547" y="96944"/>
                  </a:lnTo>
                  <a:lnTo>
                    <a:pt x="75924" y="95013"/>
                  </a:lnTo>
                  <a:lnTo>
                    <a:pt x="75807" y="93640"/>
                  </a:lnTo>
                  <a:lnTo>
                    <a:pt x="75420" y="92669"/>
                  </a:lnTo>
                  <a:lnTo>
                    <a:pt x="74957" y="90012"/>
                  </a:lnTo>
                  <a:lnTo>
                    <a:pt x="74991" y="89116"/>
                  </a:lnTo>
                  <a:lnTo>
                    <a:pt x="75399" y="88437"/>
                  </a:lnTo>
                  <a:lnTo>
                    <a:pt x="75291" y="86838"/>
                  </a:lnTo>
                  <a:lnTo>
                    <a:pt x="75538" y="85165"/>
                  </a:lnTo>
                  <a:lnTo>
                    <a:pt x="75469" y="84361"/>
                  </a:lnTo>
                  <a:lnTo>
                    <a:pt x="75121" y="83801"/>
                  </a:lnTo>
                  <a:lnTo>
                    <a:pt x="70460" y="85884"/>
                  </a:lnTo>
                  <a:lnTo>
                    <a:pt x="68727" y="85772"/>
                  </a:lnTo>
                  <a:lnTo>
                    <a:pt x="67220" y="86000"/>
                  </a:lnTo>
                  <a:lnTo>
                    <a:pt x="66976" y="85826"/>
                  </a:lnTo>
                  <a:lnTo>
                    <a:pt x="65965" y="86085"/>
                  </a:lnTo>
                  <a:lnTo>
                    <a:pt x="60263" y="85181"/>
                  </a:lnTo>
                  <a:lnTo>
                    <a:pt x="59018" y="85491"/>
                  </a:lnTo>
                  <a:lnTo>
                    <a:pt x="55688" y="85593"/>
                  </a:lnTo>
                  <a:lnTo>
                    <a:pt x="54580" y="85284"/>
                  </a:lnTo>
                  <a:lnTo>
                    <a:pt x="53690" y="85639"/>
                  </a:lnTo>
                  <a:lnTo>
                    <a:pt x="53502" y="86148"/>
                  </a:lnTo>
                  <a:lnTo>
                    <a:pt x="52521" y="86795"/>
                  </a:lnTo>
                  <a:lnTo>
                    <a:pt x="50623" y="87416"/>
                  </a:lnTo>
                  <a:lnTo>
                    <a:pt x="49700" y="87275"/>
                  </a:lnTo>
                  <a:lnTo>
                    <a:pt x="48517" y="86385"/>
                  </a:lnTo>
                  <a:lnTo>
                    <a:pt x="47551" y="85984"/>
                  </a:lnTo>
                  <a:lnTo>
                    <a:pt x="45243" y="85348"/>
                  </a:lnTo>
                  <a:lnTo>
                    <a:pt x="44655" y="84962"/>
                  </a:lnTo>
                  <a:lnTo>
                    <a:pt x="43503" y="84820"/>
                  </a:lnTo>
                  <a:lnTo>
                    <a:pt x="38631" y="85134"/>
                  </a:lnTo>
                  <a:lnTo>
                    <a:pt x="33455" y="86926"/>
                  </a:lnTo>
                  <a:lnTo>
                    <a:pt x="33184" y="87190"/>
                  </a:lnTo>
                  <a:lnTo>
                    <a:pt x="32208" y="86061"/>
                  </a:lnTo>
                  <a:lnTo>
                    <a:pt x="28538" y="87113"/>
                  </a:lnTo>
                  <a:lnTo>
                    <a:pt x="25943" y="87447"/>
                  </a:lnTo>
                  <a:lnTo>
                    <a:pt x="25070" y="87227"/>
                  </a:lnTo>
                  <a:lnTo>
                    <a:pt x="20384" y="85187"/>
                  </a:lnTo>
                  <a:lnTo>
                    <a:pt x="16154" y="84269"/>
                  </a:lnTo>
                  <a:lnTo>
                    <a:pt x="13987" y="83448"/>
                  </a:lnTo>
                  <a:lnTo>
                    <a:pt x="11241" y="82777"/>
                  </a:lnTo>
                  <a:lnTo>
                    <a:pt x="9129" y="82490"/>
                  </a:lnTo>
                  <a:lnTo>
                    <a:pt x="6906" y="81401"/>
                  </a:lnTo>
                  <a:lnTo>
                    <a:pt x="2893" y="81118"/>
                  </a:lnTo>
                  <a:lnTo>
                    <a:pt x="0" y="80364"/>
                  </a:lnTo>
                  <a:lnTo>
                    <a:pt x="856" y="79253"/>
                  </a:lnTo>
                  <a:lnTo>
                    <a:pt x="2061" y="76510"/>
                  </a:lnTo>
                  <a:lnTo>
                    <a:pt x="2059" y="74425"/>
                  </a:lnTo>
                  <a:lnTo>
                    <a:pt x="3260" y="70890"/>
                  </a:lnTo>
                  <a:lnTo>
                    <a:pt x="6025" y="65930"/>
                  </a:lnTo>
                  <a:lnTo>
                    <a:pt x="9643" y="60326"/>
                  </a:lnTo>
                  <a:lnTo>
                    <a:pt x="13003" y="57182"/>
                  </a:lnTo>
                  <a:lnTo>
                    <a:pt x="15365" y="51658"/>
                  </a:lnTo>
                  <a:lnTo>
                    <a:pt x="16520" y="49954"/>
                  </a:lnTo>
                  <a:lnTo>
                    <a:pt x="20199" y="43161"/>
                  </a:lnTo>
                  <a:lnTo>
                    <a:pt x="21092" y="41903"/>
                  </a:lnTo>
                  <a:lnTo>
                    <a:pt x="24268" y="39623"/>
                  </a:lnTo>
                  <a:lnTo>
                    <a:pt x="26379" y="37583"/>
                  </a:lnTo>
                  <a:lnTo>
                    <a:pt x="29580" y="33974"/>
                  </a:lnTo>
                  <a:lnTo>
                    <a:pt x="37523" y="23636"/>
                  </a:lnTo>
                  <a:lnTo>
                    <a:pt x="38958" y="21507"/>
                  </a:lnTo>
                  <a:lnTo>
                    <a:pt x="39754" y="19556"/>
                  </a:lnTo>
                  <a:lnTo>
                    <a:pt x="40302" y="18411"/>
                  </a:lnTo>
                  <a:lnTo>
                    <a:pt x="41054" y="15374"/>
                  </a:lnTo>
                  <a:lnTo>
                    <a:pt x="41593" y="14105"/>
                  </a:lnTo>
                  <a:lnTo>
                    <a:pt x="43576" y="11184"/>
                  </a:lnTo>
                  <a:lnTo>
                    <a:pt x="45232" y="7466"/>
                  </a:lnTo>
                  <a:lnTo>
                    <a:pt x="46233" y="6225"/>
                  </a:lnTo>
                  <a:lnTo>
                    <a:pt x="48621" y="6970"/>
                  </a:lnTo>
                  <a:lnTo>
                    <a:pt x="51265" y="6757"/>
                  </a:lnTo>
                  <a:lnTo>
                    <a:pt x="53065" y="6842"/>
                  </a:lnTo>
                  <a:lnTo>
                    <a:pt x="56365" y="7438"/>
                  </a:lnTo>
                  <a:lnTo>
                    <a:pt x="59890" y="7380"/>
                  </a:lnTo>
                  <a:lnTo>
                    <a:pt x="65561" y="8368"/>
                  </a:lnTo>
                  <a:lnTo>
                    <a:pt x="70955" y="8819"/>
                  </a:lnTo>
                  <a:lnTo>
                    <a:pt x="74183" y="9572"/>
                  </a:lnTo>
                  <a:lnTo>
                    <a:pt x="75798" y="9461"/>
                  </a:lnTo>
                  <a:lnTo>
                    <a:pt x="80317" y="8506"/>
                  </a:lnTo>
                  <a:lnTo>
                    <a:pt x="81423" y="8018"/>
                  </a:lnTo>
                  <a:lnTo>
                    <a:pt x="84902" y="7752"/>
                  </a:lnTo>
                  <a:lnTo>
                    <a:pt x="88833" y="8305"/>
                  </a:lnTo>
                  <a:lnTo>
                    <a:pt x="91209" y="8365"/>
                  </a:lnTo>
                  <a:lnTo>
                    <a:pt x="94511" y="10322"/>
                  </a:lnTo>
                  <a:lnTo>
                    <a:pt x="96705" y="10742"/>
                  </a:lnTo>
                  <a:lnTo>
                    <a:pt x="98542" y="10066"/>
                  </a:lnTo>
                  <a:lnTo>
                    <a:pt x="102046" y="8043"/>
                  </a:lnTo>
                  <a:lnTo>
                    <a:pt x="104615" y="4963"/>
                  </a:lnTo>
                  <a:lnTo>
                    <a:pt x="106170" y="1264"/>
                  </a:lnTo>
                  <a:lnTo>
                    <a:pt x="108028" y="120"/>
                  </a:lnTo>
                  <a:lnTo>
                    <a:pt x="108935" y="0"/>
                  </a:lnTo>
                  <a:lnTo>
                    <a:pt x="111022" y="620"/>
                  </a:lnTo>
                  <a:lnTo>
                    <a:pt x="114721" y="2772"/>
                  </a:lnTo>
                  <a:lnTo>
                    <a:pt x="113177" y="3546"/>
                  </a:lnTo>
                  <a:lnTo>
                    <a:pt x="112783" y="4038"/>
                  </a:lnTo>
                  <a:lnTo>
                    <a:pt x="112636" y="5055"/>
                  </a:lnTo>
                  <a:lnTo>
                    <a:pt x="113070" y="6490"/>
                  </a:lnTo>
                  <a:lnTo>
                    <a:pt x="113909" y="7707"/>
                  </a:lnTo>
                  <a:lnTo>
                    <a:pt x="114958" y="8696"/>
                  </a:lnTo>
                  <a:lnTo>
                    <a:pt x="119643" y="11660"/>
                  </a:lnTo>
                  <a:lnTo>
                    <a:pt x="121925" y="13697"/>
                  </a:lnTo>
                  <a:lnTo>
                    <a:pt x="122426" y="14444"/>
                  </a:lnTo>
                  <a:lnTo>
                    <a:pt x="122670" y="16093"/>
                  </a:lnTo>
                  <a:lnTo>
                    <a:pt x="122597" y="17291"/>
                  </a:lnTo>
                  <a:lnTo>
                    <a:pt x="120871" y="19510"/>
                  </a:lnTo>
                  <a:lnTo>
                    <a:pt x="117632" y="21828"/>
                  </a:lnTo>
                  <a:lnTo>
                    <a:pt x="115347" y="22669"/>
                  </a:lnTo>
                  <a:lnTo>
                    <a:pt x="111924" y="24420"/>
                  </a:lnTo>
                  <a:lnTo>
                    <a:pt x="111238" y="25959"/>
                  </a:lnTo>
                  <a:lnTo>
                    <a:pt x="111394" y="26605"/>
                  </a:lnTo>
                  <a:lnTo>
                    <a:pt x="112225" y="27643"/>
                  </a:lnTo>
                  <a:lnTo>
                    <a:pt x="113176" y="28399"/>
                  </a:lnTo>
                  <a:lnTo>
                    <a:pt x="115407" y="29576"/>
                  </a:lnTo>
                  <a:lnTo>
                    <a:pt x="118522" y="30473"/>
                  </a:lnTo>
                  <a:lnTo>
                    <a:pt x="122466" y="31222"/>
                  </a:lnTo>
                  <a:lnTo>
                    <a:pt x="125903" y="30654"/>
                  </a:lnTo>
                  <a:lnTo>
                    <a:pt x="127788" y="30688"/>
                  </a:lnTo>
                  <a:lnTo>
                    <a:pt x="128677" y="30915"/>
                  </a:lnTo>
                  <a:lnTo>
                    <a:pt x="129600" y="31667"/>
                  </a:lnTo>
                  <a:lnTo>
                    <a:pt x="132192" y="35739"/>
                  </a:lnTo>
                  <a:lnTo>
                    <a:pt x="134353" y="38329"/>
                  </a:lnTo>
                  <a:lnTo>
                    <a:pt x="135541" y="39077"/>
                  </a:lnTo>
                  <a:lnTo>
                    <a:pt x="136186" y="39169"/>
                  </a:lnTo>
                  <a:lnTo>
                    <a:pt x="139049" y="38492"/>
                  </a:lnTo>
                  <a:lnTo>
                    <a:pt x="145145" y="36555"/>
                  </a:lnTo>
                  <a:lnTo>
                    <a:pt x="146878" y="35061"/>
                  </a:lnTo>
                  <a:lnTo>
                    <a:pt x="147451" y="33861"/>
                  </a:lnTo>
                  <a:lnTo>
                    <a:pt x="147540" y="32047"/>
                  </a:lnTo>
                  <a:lnTo>
                    <a:pt x="146604" y="29748"/>
                  </a:lnTo>
                  <a:lnTo>
                    <a:pt x="146174" y="29264"/>
                  </a:lnTo>
                  <a:lnTo>
                    <a:pt x="145233" y="29314"/>
                  </a:lnTo>
                  <a:lnTo>
                    <a:pt x="143888" y="29004"/>
                  </a:lnTo>
                  <a:lnTo>
                    <a:pt x="143128" y="28638"/>
                  </a:lnTo>
                  <a:lnTo>
                    <a:pt x="142742" y="28041"/>
                  </a:lnTo>
                  <a:lnTo>
                    <a:pt x="142734" y="27082"/>
                  </a:lnTo>
                  <a:lnTo>
                    <a:pt x="143416" y="26128"/>
                  </a:lnTo>
                  <a:lnTo>
                    <a:pt x="144635" y="25661"/>
                  </a:lnTo>
                  <a:lnTo>
                    <a:pt x="145880" y="25826"/>
                  </a:lnTo>
                  <a:lnTo>
                    <a:pt x="148952" y="27357"/>
                  </a:lnTo>
                  <a:lnTo>
                    <a:pt x="150010" y="28177"/>
                  </a:lnTo>
                  <a:lnTo>
                    <a:pt x="150069" y="29277"/>
                  </a:lnTo>
                  <a:lnTo>
                    <a:pt x="151469" y="30846"/>
                  </a:lnTo>
                  <a:lnTo>
                    <a:pt x="153154" y="33476"/>
                  </a:lnTo>
                  <a:lnTo>
                    <a:pt x="153446" y="36240"/>
                  </a:lnTo>
                  <a:lnTo>
                    <a:pt x="152942" y="36486"/>
                  </a:lnTo>
                  <a:lnTo>
                    <a:pt x="152447" y="38375"/>
                  </a:lnTo>
                  <a:lnTo>
                    <a:pt x="152914" y="42501"/>
                  </a:lnTo>
                  <a:lnTo>
                    <a:pt x="152553" y="45263"/>
                  </a:lnTo>
                  <a:lnTo>
                    <a:pt x="153392" y="47969"/>
                  </a:lnTo>
                  <a:lnTo>
                    <a:pt x="154513" y="50309"/>
                  </a:lnTo>
                  <a:lnTo>
                    <a:pt x="156762" y="53989"/>
                  </a:lnTo>
                  <a:lnTo>
                    <a:pt x="157591" y="54734"/>
                  </a:lnTo>
                  <a:lnTo>
                    <a:pt x="159980" y="55075"/>
                  </a:lnTo>
                  <a:lnTo>
                    <a:pt x="162024" y="54471"/>
                  </a:lnTo>
                  <a:lnTo>
                    <a:pt x="163731" y="53016"/>
                  </a:lnTo>
                  <a:lnTo>
                    <a:pt x="164502" y="51403"/>
                  </a:lnTo>
                  <a:lnTo>
                    <a:pt x="165184" y="50139"/>
                  </a:lnTo>
                  <a:lnTo>
                    <a:pt x="166270" y="44619"/>
                  </a:lnTo>
                  <a:lnTo>
                    <a:pt x="166702" y="43634"/>
                  </a:lnTo>
                  <a:lnTo>
                    <a:pt x="167294" y="43338"/>
                  </a:lnTo>
                  <a:lnTo>
                    <a:pt x="168673" y="43204"/>
                  </a:lnTo>
                  <a:lnTo>
                    <a:pt x="170397" y="43625"/>
                  </a:lnTo>
                  <a:lnTo>
                    <a:pt x="171302" y="44385"/>
                  </a:lnTo>
                  <a:lnTo>
                    <a:pt x="174064" y="48012"/>
                  </a:lnTo>
                  <a:lnTo>
                    <a:pt x="178947" y="55809"/>
                  </a:lnTo>
                  <a:lnTo>
                    <a:pt x="179691" y="59132"/>
                  </a:lnTo>
                  <a:lnTo>
                    <a:pt x="179256" y="60212"/>
                  </a:lnTo>
                  <a:lnTo>
                    <a:pt x="178646" y="60922"/>
                  </a:lnTo>
                  <a:lnTo>
                    <a:pt x="177134" y="61602"/>
                  </a:lnTo>
                  <a:lnTo>
                    <a:pt x="175438" y="61249"/>
                  </a:lnTo>
                  <a:lnTo>
                    <a:pt x="173280" y="61211"/>
                  </a:lnTo>
                  <a:lnTo>
                    <a:pt x="171468" y="60444"/>
                  </a:lnTo>
                  <a:lnTo>
                    <a:pt x="170717" y="59707"/>
                  </a:lnTo>
                  <a:lnTo>
                    <a:pt x="168657" y="56566"/>
                  </a:lnTo>
                  <a:lnTo>
                    <a:pt x="167739" y="54334"/>
                  </a:lnTo>
                  <a:lnTo>
                    <a:pt x="167770" y="53477"/>
                  </a:lnTo>
                  <a:lnTo>
                    <a:pt x="167539" y="52915"/>
                  </a:lnTo>
                  <a:lnTo>
                    <a:pt x="166898" y="52443"/>
                  </a:lnTo>
                  <a:lnTo>
                    <a:pt x="166044" y="53087"/>
                  </a:lnTo>
                  <a:lnTo>
                    <a:pt x="165198" y="54153"/>
                  </a:lnTo>
                  <a:lnTo>
                    <a:pt x="164728" y="60075"/>
                  </a:lnTo>
                  <a:lnTo>
                    <a:pt x="164936" y="61241"/>
                  </a:lnTo>
                  <a:lnTo>
                    <a:pt x="165814" y="63896"/>
                  </a:lnTo>
                  <a:lnTo>
                    <a:pt x="167150" y="66130"/>
                  </a:lnTo>
                  <a:lnTo>
                    <a:pt x="167640" y="66417"/>
                  </a:lnTo>
                  <a:lnTo>
                    <a:pt x="168979" y="66584"/>
                  </a:lnTo>
                  <a:lnTo>
                    <a:pt x="169536" y="66415"/>
                  </a:lnTo>
                  <a:lnTo>
                    <a:pt x="174028" y="64433"/>
                  </a:lnTo>
                  <a:lnTo>
                    <a:pt x="177207" y="63821"/>
                  </a:lnTo>
                  <a:lnTo>
                    <a:pt x="178349" y="63809"/>
                  </a:lnTo>
                  <a:lnTo>
                    <a:pt x="181747" y="64436"/>
                  </a:lnTo>
                  <a:lnTo>
                    <a:pt x="183089" y="63721"/>
                  </a:lnTo>
                  <a:lnTo>
                    <a:pt x="185170" y="61987"/>
                  </a:lnTo>
                  <a:lnTo>
                    <a:pt x="186705" y="61764"/>
                  </a:lnTo>
                  <a:lnTo>
                    <a:pt x="187278" y="61953"/>
                  </a:lnTo>
                  <a:lnTo>
                    <a:pt x="189254" y="61961"/>
                  </a:lnTo>
                  <a:lnTo>
                    <a:pt x="190009" y="61645"/>
                  </a:lnTo>
                  <a:lnTo>
                    <a:pt x="190510" y="60553"/>
                  </a:lnTo>
                  <a:lnTo>
                    <a:pt x="191791" y="59160"/>
                  </a:lnTo>
                  <a:lnTo>
                    <a:pt x="192246" y="58968"/>
                  </a:lnTo>
                  <a:lnTo>
                    <a:pt x="193544" y="58697"/>
                  </a:lnTo>
                  <a:lnTo>
                    <a:pt x="195066" y="58844"/>
                  </a:lnTo>
                  <a:lnTo>
                    <a:pt x="195552" y="59121"/>
                  </a:lnTo>
                  <a:lnTo>
                    <a:pt x="195906" y="59906"/>
                  </a:lnTo>
                  <a:lnTo>
                    <a:pt x="196352" y="63883"/>
                  </a:lnTo>
                  <a:lnTo>
                    <a:pt x="197285" y="64725"/>
                  </a:lnTo>
                  <a:lnTo>
                    <a:pt x="202265" y="65424"/>
                  </a:lnTo>
                  <a:lnTo>
                    <a:pt x="204755" y="65445"/>
                  </a:lnTo>
                  <a:lnTo>
                    <a:pt x="206440" y="66069"/>
                  </a:lnTo>
                  <a:lnTo>
                    <a:pt x="206944" y="66725"/>
                  </a:lnTo>
                  <a:lnTo>
                    <a:pt x="206674" y="67751"/>
                  </a:lnTo>
                  <a:lnTo>
                    <a:pt x="203461" y="70630"/>
                  </a:lnTo>
                  <a:lnTo>
                    <a:pt x="202893" y="71548"/>
                  </a:lnTo>
                  <a:lnTo>
                    <a:pt x="202734" y="74280"/>
                  </a:lnTo>
                  <a:lnTo>
                    <a:pt x="202867" y="77670"/>
                  </a:lnTo>
                  <a:lnTo>
                    <a:pt x="202676" y="78215"/>
                  </a:lnTo>
                  <a:lnTo>
                    <a:pt x="201838" y="78855"/>
                  </a:lnTo>
                  <a:lnTo>
                    <a:pt x="200856" y="80106"/>
                  </a:lnTo>
                  <a:lnTo>
                    <a:pt x="200353" y="81249"/>
                  </a:lnTo>
                  <a:lnTo>
                    <a:pt x="201082" y="82757"/>
                  </a:lnTo>
                  <a:lnTo>
                    <a:pt x="201872" y="83482"/>
                  </a:lnTo>
                  <a:lnTo>
                    <a:pt x="205092" y="85067"/>
                  </a:lnTo>
                  <a:lnTo>
                    <a:pt x="211547" y="89538"/>
                  </a:lnTo>
                  <a:lnTo>
                    <a:pt x="212413" y="89791"/>
                  </a:lnTo>
                  <a:lnTo>
                    <a:pt x="213259" y="89669"/>
                  </a:lnTo>
                  <a:lnTo>
                    <a:pt x="214796" y="89854"/>
                  </a:lnTo>
                  <a:lnTo>
                    <a:pt x="216627" y="89409"/>
                  </a:lnTo>
                  <a:lnTo>
                    <a:pt x="217666" y="88712"/>
                  </a:lnTo>
                  <a:lnTo>
                    <a:pt x="218174" y="86909"/>
                  </a:lnTo>
                  <a:lnTo>
                    <a:pt x="218425" y="83517"/>
                  </a:lnTo>
                  <a:lnTo>
                    <a:pt x="217196" y="78663"/>
                  </a:lnTo>
                  <a:lnTo>
                    <a:pt x="217075" y="76650"/>
                  </a:lnTo>
                  <a:lnTo>
                    <a:pt x="217718" y="75926"/>
                  </a:lnTo>
                  <a:lnTo>
                    <a:pt x="218697" y="75604"/>
                  </a:lnTo>
                  <a:lnTo>
                    <a:pt x="221138" y="75104"/>
                  </a:lnTo>
                  <a:lnTo>
                    <a:pt x="223275" y="75432"/>
                  </a:lnTo>
                  <a:lnTo>
                    <a:pt x="225135" y="77048"/>
                  </a:lnTo>
                  <a:lnTo>
                    <a:pt x="225385" y="77637"/>
                  </a:lnTo>
                  <a:lnTo>
                    <a:pt x="225383" y="78818"/>
                  </a:lnTo>
                  <a:lnTo>
                    <a:pt x="224951" y="79372"/>
                  </a:lnTo>
                  <a:lnTo>
                    <a:pt x="223535" y="80307"/>
                  </a:lnTo>
                  <a:lnTo>
                    <a:pt x="222842" y="81995"/>
                  </a:lnTo>
                  <a:lnTo>
                    <a:pt x="223299" y="83234"/>
                  </a:lnTo>
                  <a:lnTo>
                    <a:pt x="224103" y="83712"/>
                  </a:lnTo>
                  <a:lnTo>
                    <a:pt x="225298" y="83895"/>
                  </a:lnTo>
                  <a:lnTo>
                    <a:pt x="226012" y="83758"/>
                  </a:lnTo>
                  <a:lnTo>
                    <a:pt x="229078" y="82568"/>
                  </a:lnTo>
                  <a:lnTo>
                    <a:pt x="230351" y="82375"/>
                  </a:lnTo>
                  <a:lnTo>
                    <a:pt x="231981" y="81584"/>
                  </a:lnTo>
                  <a:lnTo>
                    <a:pt x="232801" y="81525"/>
                  </a:lnTo>
                  <a:lnTo>
                    <a:pt x="235890" y="82107"/>
                  </a:lnTo>
                  <a:lnTo>
                    <a:pt x="236530" y="82769"/>
                  </a:lnTo>
                  <a:lnTo>
                    <a:pt x="237795" y="85710"/>
                  </a:lnTo>
                  <a:lnTo>
                    <a:pt x="238058" y="87569"/>
                  </a:lnTo>
                  <a:lnTo>
                    <a:pt x="236811" y="88098"/>
                  </a:lnTo>
                  <a:lnTo>
                    <a:pt x="233730" y="91326"/>
                  </a:lnTo>
                  <a:lnTo>
                    <a:pt x="233259" y="92641"/>
                  </a:lnTo>
                  <a:lnTo>
                    <a:pt x="231536" y="94840"/>
                  </a:lnTo>
                  <a:lnTo>
                    <a:pt x="230086" y="97164"/>
                  </a:lnTo>
                  <a:lnTo>
                    <a:pt x="228328" y="104742"/>
                  </a:lnTo>
                  <a:lnTo>
                    <a:pt x="228497" y="109058"/>
                  </a:lnTo>
                  <a:lnTo>
                    <a:pt x="228078" y="111021"/>
                  </a:lnTo>
                  <a:lnTo>
                    <a:pt x="231341" y="114897"/>
                  </a:lnTo>
                  <a:lnTo>
                    <a:pt x="232657" y="115953"/>
                  </a:lnTo>
                  <a:lnTo>
                    <a:pt x="233819" y="116476"/>
                  </a:lnTo>
                  <a:lnTo>
                    <a:pt x="235274" y="117521"/>
                  </a:lnTo>
                  <a:lnTo>
                    <a:pt x="238875" y="121469"/>
                  </a:lnTo>
                  <a:lnTo>
                    <a:pt x="241499" y="121684"/>
                  </a:lnTo>
                  <a:lnTo>
                    <a:pt x="243951" y="121317"/>
                  </a:lnTo>
                  <a:lnTo>
                    <a:pt x="245400" y="121708"/>
                  </a:lnTo>
                  <a:lnTo>
                    <a:pt x="248752" y="123948"/>
                  </a:lnTo>
                  <a:lnTo>
                    <a:pt x="250051" y="126069"/>
                  </a:lnTo>
                  <a:lnTo>
                    <a:pt x="251293" y="127480"/>
                  </a:lnTo>
                  <a:lnTo>
                    <a:pt x="253314" y="129235"/>
                  </a:lnTo>
                  <a:lnTo>
                    <a:pt x="254525" y="129955"/>
                  </a:lnTo>
                  <a:lnTo>
                    <a:pt x="255452" y="130956"/>
                  </a:lnTo>
                  <a:lnTo>
                    <a:pt x="259051" y="133404"/>
                  </a:lnTo>
                  <a:lnTo>
                    <a:pt x="267841" y="140225"/>
                  </a:lnTo>
                  <a:lnTo>
                    <a:pt x="272665" y="145611"/>
                  </a:lnTo>
                  <a:lnTo>
                    <a:pt x="276409" y="150579"/>
                  </a:lnTo>
                  <a:lnTo>
                    <a:pt x="280074" y="152299"/>
                  </a:lnTo>
                  <a:lnTo>
                    <a:pt x="284735" y="154000"/>
                  </a:lnTo>
                  <a:lnTo>
                    <a:pt x="289867" y="155326"/>
                  </a:lnTo>
                  <a:lnTo>
                    <a:pt x="291037" y="155914"/>
                  </a:lnTo>
                  <a:lnTo>
                    <a:pt x="293110" y="157487"/>
                  </a:lnTo>
                  <a:lnTo>
                    <a:pt x="296155" y="158957"/>
                  </a:lnTo>
                  <a:lnTo>
                    <a:pt x="297067" y="158508"/>
                  </a:lnTo>
                  <a:lnTo>
                    <a:pt x="297807" y="158459"/>
                  </a:lnTo>
                  <a:lnTo>
                    <a:pt x="298234" y="159097"/>
                  </a:lnTo>
                  <a:lnTo>
                    <a:pt x="298989" y="158958"/>
                  </a:lnTo>
                  <a:lnTo>
                    <a:pt x="304792" y="161162"/>
                  </a:lnTo>
                  <a:lnTo>
                    <a:pt x="308602" y="163157"/>
                  </a:lnTo>
                  <a:lnTo>
                    <a:pt x="311159" y="164822"/>
                  </a:lnTo>
                  <a:lnTo>
                    <a:pt x="315516" y="167046"/>
                  </a:lnTo>
                  <a:lnTo>
                    <a:pt x="317983" y="168631"/>
                  </a:lnTo>
                  <a:lnTo>
                    <a:pt x="326382" y="173020"/>
                  </a:lnTo>
                  <a:lnTo>
                    <a:pt x="331605" y="175233"/>
                  </a:lnTo>
                  <a:lnTo>
                    <a:pt x="338787" y="177537"/>
                  </a:lnTo>
                  <a:lnTo>
                    <a:pt x="351556" y="186901"/>
                  </a:lnTo>
                  <a:lnTo>
                    <a:pt x="351828" y="187257"/>
                  </a:lnTo>
                  <a:lnTo>
                    <a:pt x="356797" y="189022"/>
                  </a:lnTo>
                  <a:lnTo>
                    <a:pt x="362362" y="191157"/>
                  </a:lnTo>
                  <a:lnTo>
                    <a:pt x="368297" y="194335"/>
                  </a:lnTo>
                  <a:lnTo>
                    <a:pt x="370010" y="194861"/>
                  </a:lnTo>
                  <a:lnTo>
                    <a:pt x="371378" y="195012"/>
                  </a:lnTo>
                  <a:lnTo>
                    <a:pt x="377472" y="197154"/>
                  </a:lnTo>
                  <a:lnTo>
                    <a:pt x="381564" y="198520"/>
                  </a:lnTo>
                  <a:lnTo>
                    <a:pt x="387270" y="199420"/>
                  </a:lnTo>
                  <a:lnTo>
                    <a:pt x="392213" y="200489"/>
                  </a:lnTo>
                  <a:lnTo>
                    <a:pt x="396399" y="200406"/>
                  </a:lnTo>
                  <a:lnTo>
                    <a:pt x="401791" y="199387"/>
                  </a:lnTo>
                  <a:lnTo>
                    <a:pt x="401441" y="197154"/>
                  </a:lnTo>
                  <a:lnTo>
                    <a:pt x="407049" y="195417"/>
                  </a:lnTo>
                  <a:lnTo>
                    <a:pt x="407983" y="197867"/>
                  </a:lnTo>
                  <a:lnTo>
                    <a:pt x="430222" y="203334"/>
                  </a:lnTo>
                  <a:lnTo>
                    <a:pt x="430571" y="200158"/>
                  </a:lnTo>
                  <a:lnTo>
                    <a:pt x="430417" y="199101"/>
                  </a:lnTo>
                  <a:lnTo>
                    <a:pt x="434473" y="200857"/>
                  </a:lnTo>
                  <a:lnTo>
                    <a:pt x="436747" y="201270"/>
                  </a:lnTo>
                  <a:lnTo>
                    <a:pt x="441693" y="202213"/>
                  </a:lnTo>
                  <a:lnTo>
                    <a:pt x="442131" y="200048"/>
                  </a:lnTo>
                  <a:lnTo>
                    <a:pt x="442340" y="200077"/>
                  </a:lnTo>
                  <a:lnTo>
                    <a:pt x="442681" y="199354"/>
                  </a:lnTo>
                  <a:lnTo>
                    <a:pt x="443025" y="199457"/>
                  </a:lnTo>
                  <a:lnTo>
                    <a:pt x="443686" y="198792"/>
                  </a:lnTo>
                  <a:lnTo>
                    <a:pt x="445105" y="198822"/>
                  </a:lnTo>
                  <a:lnTo>
                    <a:pt x="444700" y="195808"/>
                  </a:lnTo>
                  <a:lnTo>
                    <a:pt x="445657" y="193174"/>
                  </a:lnTo>
                  <a:lnTo>
                    <a:pt x="446471" y="193689"/>
                  </a:lnTo>
                  <a:lnTo>
                    <a:pt x="453861" y="194928"/>
                  </a:lnTo>
                  <a:lnTo>
                    <a:pt x="454621" y="195278"/>
                  </a:lnTo>
                  <a:lnTo>
                    <a:pt x="455364" y="195681"/>
                  </a:lnTo>
                  <a:lnTo>
                    <a:pt x="457624" y="195943"/>
                  </a:lnTo>
                  <a:lnTo>
                    <a:pt x="465496" y="196394"/>
                  </a:lnTo>
                  <a:lnTo>
                    <a:pt x="470748" y="198124"/>
                  </a:lnTo>
                  <a:lnTo>
                    <a:pt x="482762" y="200603"/>
                  </a:lnTo>
                  <a:lnTo>
                    <a:pt x="498957" y="200521"/>
                  </a:lnTo>
                  <a:lnTo>
                    <a:pt x="519175" y="204281"/>
                  </a:lnTo>
                  <a:lnTo>
                    <a:pt x="518256" y="208283"/>
                  </a:lnTo>
                  <a:lnTo>
                    <a:pt x="519144" y="208261"/>
                  </a:lnTo>
                  <a:lnTo>
                    <a:pt x="518377" y="213540"/>
                  </a:lnTo>
                  <a:lnTo>
                    <a:pt x="511171" y="211372"/>
                  </a:lnTo>
                  <a:lnTo>
                    <a:pt x="512305" y="213112"/>
                  </a:lnTo>
                  <a:lnTo>
                    <a:pt x="512419" y="213923"/>
                  </a:lnTo>
                  <a:lnTo>
                    <a:pt x="514998" y="217265"/>
                  </a:lnTo>
                  <a:lnTo>
                    <a:pt x="517517" y="218672"/>
                  </a:lnTo>
                  <a:lnTo>
                    <a:pt x="520716" y="219730"/>
                  </a:lnTo>
                  <a:lnTo>
                    <a:pt x="518556" y="229586"/>
                  </a:lnTo>
                  <a:lnTo>
                    <a:pt x="524712" y="231665"/>
                  </a:lnTo>
                  <a:lnTo>
                    <a:pt x="525294" y="237562"/>
                  </a:lnTo>
                  <a:lnTo>
                    <a:pt x="524960" y="240482"/>
                  </a:lnTo>
                  <a:lnTo>
                    <a:pt x="522613" y="245779"/>
                  </a:lnTo>
                  <a:lnTo>
                    <a:pt x="519581" y="251817"/>
                  </a:lnTo>
                  <a:lnTo>
                    <a:pt x="518788" y="252905"/>
                  </a:lnTo>
                  <a:lnTo>
                    <a:pt x="517823" y="253391"/>
                  </a:lnTo>
                  <a:lnTo>
                    <a:pt x="519196" y="253856"/>
                  </a:lnTo>
                  <a:lnTo>
                    <a:pt x="521060" y="253883"/>
                  </a:lnTo>
                  <a:lnTo>
                    <a:pt x="522933" y="255993"/>
                  </a:lnTo>
                  <a:lnTo>
                    <a:pt x="523389" y="258725"/>
                  </a:lnTo>
                  <a:lnTo>
                    <a:pt x="521303" y="261263"/>
                  </a:lnTo>
                  <a:lnTo>
                    <a:pt x="519646" y="262219"/>
                  </a:lnTo>
                  <a:lnTo>
                    <a:pt x="518500" y="262254"/>
                  </a:lnTo>
                  <a:lnTo>
                    <a:pt x="517409" y="262624"/>
                  </a:lnTo>
                  <a:lnTo>
                    <a:pt x="517690" y="263096"/>
                  </a:lnTo>
                  <a:lnTo>
                    <a:pt x="514632" y="264460"/>
                  </a:lnTo>
                  <a:lnTo>
                    <a:pt x="507597" y="264442"/>
                  </a:lnTo>
                  <a:lnTo>
                    <a:pt x="507193" y="264758"/>
                  </a:lnTo>
                  <a:lnTo>
                    <a:pt x="507060" y="271551"/>
                  </a:lnTo>
                  <a:lnTo>
                    <a:pt x="513542" y="271675"/>
                  </a:lnTo>
                  <a:lnTo>
                    <a:pt x="513290" y="282905"/>
                  </a:lnTo>
                  <a:lnTo>
                    <a:pt x="511178" y="291746"/>
                  </a:lnTo>
                  <a:lnTo>
                    <a:pt x="509569" y="294335"/>
                  </a:lnTo>
                  <a:lnTo>
                    <a:pt x="507619" y="296891"/>
                  </a:lnTo>
                  <a:lnTo>
                    <a:pt x="506930" y="300109"/>
                  </a:lnTo>
                  <a:lnTo>
                    <a:pt x="505702" y="302890"/>
                  </a:lnTo>
                  <a:lnTo>
                    <a:pt x="503723" y="308630"/>
                  </a:lnTo>
                  <a:lnTo>
                    <a:pt x="502115" y="307597"/>
                  </a:lnTo>
                  <a:lnTo>
                    <a:pt x="501548" y="308442"/>
                  </a:lnTo>
                  <a:lnTo>
                    <a:pt x="501948" y="308750"/>
                  </a:lnTo>
                  <a:lnTo>
                    <a:pt x="501474" y="309591"/>
                  </a:lnTo>
                  <a:lnTo>
                    <a:pt x="499368" y="312057"/>
                  </a:lnTo>
                  <a:lnTo>
                    <a:pt x="500973" y="313576"/>
                  </a:lnTo>
                  <a:lnTo>
                    <a:pt x="500191" y="314431"/>
                  </a:lnTo>
                  <a:lnTo>
                    <a:pt x="500457" y="314604"/>
                  </a:lnTo>
                  <a:lnTo>
                    <a:pt x="500025" y="316389"/>
                  </a:lnTo>
                  <a:lnTo>
                    <a:pt x="499808" y="319209"/>
                  </a:lnTo>
                  <a:lnTo>
                    <a:pt x="498828" y="323358"/>
                  </a:lnTo>
                  <a:lnTo>
                    <a:pt x="498363" y="328175"/>
                  </a:lnTo>
                  <a:lnTo>
                    <a:pt x="498470" y="329196"/>
                  </a:lnTo>
                  <a:lnTo>
                    <a:pt x="498310" y="329253"/>
                  </a:lnTo>
                  <a:lnTo>
                    <a:pt x="498522" y="329355"/>
                  </a:lnTo>
                  <a:lnTo>
                    <a:pt x="498664" y="330694"/>
                  </a:lnTo>
                  <a:lnTo>
                    <a:pt x="498663" y="335939"/>
                  </a:lnTo>
                  <a:lnTo>
                    <a:pt x="498933" y="338848"/>
                  </a:lnTo>
                  <a:lnTo>
                    <a:pt x="499919" y="344386"/>
                  </a:lnTo>
                  <a:lnTo>
                    <a:pt x="501472" y="350618"/>
                  </a:lnTo>
                  <a:lnTo>
                    <a:pt x="506343" y="349670"/>
                  </a:lnTo>
                  <a:lnTo>
                    <a:pt x="514944" y="346886"/>
                  </a:lnTo>
                  <a:lnTo>
                    <a:pt x="525278" y="344425"/>
                  </a:lnTo>
                  <a:lnTo>
                    <a:pt x="534197" y="343010"/>
                  </a:lnTo>
                  <a:lnTo>
                    <a:pt x="533485" y="339113"/>
                  </a:lnTo>
                  <a:lnTo>
                    <a:pt x="532704" y="337376"/>
                  </a:lnTo>
                  <a:lnTo>
                    <a:pt x="534676" y="335200"/>
                  </a:lnTo>
                  <a:lnTo>
                    <a:pt x="536257" y="334886"/>
                  </a:lnTo>
                  <a:lnTo>
                    <a:pt x="541287" y="336567"/>
                  </a:lnTo>
                  <a:lnTo>
                    <a:pt x="546329" y="336410"/>
                  </a:lnTo>
                  <a:lnTo>
                    <a:pt x="551745" y="338079"/>
                  </a:lnTo>
                  <a:lnTo>
                    <a:pt x="557079" y="338740"/>
                  </a:lnTo>
                  <a:lnTo>
                    <a:pt x="560106" y="338544"/>
                  </a:lnTo>
                  <a:lnTo>
                    <a:pt x="560841" y="343668"/>
                  </a:lnTo>
                  <a:lnTo>
                    <a:pt x="565184" y="356160"/>
                  </a:lnTo>
                  <a:lnTo>
                    <a:pt x="555498" y="360277"/>
                  </a:lnTo>
                  <a:lnTo>
                    <a:pt x="556075" y="361577"/>
                  </a:lnTo>
                  <a:lnTo>
                    <a:pt x="558909" y="365462"/>
                  </a:lnTo>
                  <a:lnTo>
                    <a:pt x="559506" y="366754"/>
                  </a:lnTo>
                  <a:lnTo>
                    <a:pt x="561028" y="368144"/>
                  </a:lnTo>
                  <a:lnTo>
                    <a:pt x="563164" y="370796"/>
                  </a:lnTo>
                  <a:lnTo>
                    <a:pt x="558744" y="372122"/>
                  </a:lnTo>
                  <a:lnTo>
                    <a:pt x="559762" y="375111"/>
                  </a:lnTo>
                  <a:lnTo>
                    <a:pt x="560935" y="387574"/>
                  </a:lnTo>
                  <a:lnTo>
                    <a:pt x="560777" y="389867"/>
                  </a:lnTo>
                  <a:lnTo>
                    <a:pt x="562163" y="394093"/>
                  </a:lnTo>
                  <a:lnTo>
                    <a:pt x="562846" y="397581"/>
                  </a:lnTo>
                  <a:lnTo>
                    <a:pt x="566653" y="405342"/>
                  </a:lnTo>
                  <a:lnTo>
                    <a:pt x="566941" y="406284"/>
                  </a:lnTo>
                  <a:lnTo>
                    <a:pt x="566532" y="407379"/>
                  </a:lnTo>
                  <a:lnTo>
                    <a:pt x="568853" y="410252"/>
                  </a:lnTo>
                  <a:lnTo>
                    <a:pt x="568062" y="411175"/>
                  </a:lnTo>
                  <a:lnTo>
                    <a:pt x="572341" y="415825"/>
                  </a:lnTo>
                  <a:lnTo>
                    <a:pt x="574163" y="419470"/>
                  </a:lnTo>
                  <a:lnTo>
                    <a:pt x="574566" y="420826"/>
                  </a:lnTo>
                  <a:lnTo>
                    <a:pt x="576299" y="420330"/>
                  </a:lnTo>
                  <a:lnTo>
                    <a:pt x="579371" y="419989"/>
                  </a:lnTo>
                  <a:lnTo>
                    <a:pt x="580611" y="419641"/>
                  </a:lnTo>
                  <a:lnTo>
                    <a:pt x="584152" y="419300"/>
                  </a:lnTo>
                  <a:lnTo>
                    <a:pt x="586014" y="419352"/>
                  </a:lnTo>
                  <a:lnTo>
                    <a:pt x="589207" y="418029"/>
                  </a:lnTo>
                  <a:lnTo>
                    <a:pt x="592347" y="415630"/>
                  </a:lnTo>
                  <a:lnTo>
                    <a:pt x="595487" y="415136"/>
                  </a:lnTo>
                  <a:lnTo>
                    <a:pt x="598279" y="414820"/>
                  </a:lnTo>
                  <a:lnTo>
                    <a:pt x="599636" y="415094"/>
                  </a:lnTo>
                  <a:lnTo>
                    <a:pt x="601392" y="414198"/>
                  </a:lnTo>
                  <a:lnTo>
                    <a:pt x="602450" y="414483"/>
                  </a:lnTo>
                  <a:lnTo>
                    <a:pt x="603051" y="413530"/>
                  </a:lnTo>
                  <a:lnTo>
                    <a:pt x="603360" y="412106"/>
                  </a:lnTo>
                  <a:lnTo>
                    <a:pt x="607694" y="409682"/>
                  </a:lnTo>
                  <a:lnTo>
                    <a:pt x="608968" y="409465"/>
                  </a:lnTo>
                  <a:lnTo>
                    <a:pt x="610695" y="410221"/>
                  </a:lnTo>
                  <a:lnTo>
                    <a:pt x="611908" y="412589"/>
                  </a:lnTo>
                  <a:lnTo>
                    <a:pt x="612290" y="418528"/>
                  </a:lnTo>
                  <a:lnTo>
                    <a:pt x="612053" y="420257"/>
                  </a:lnTo>
                  <a:lnTo>
                    <a:pt x="611433" y="421078"/>
                  </a:lnTo>
                  <a:lnTo>
                    <a:pt x="610986" y="422778"/>
                  </a:lnTo>
                  <a:lnTo>
                    <a:pt x="609120" y="426792"/>
                  </a:lnTo>
                  <a:lnTo>
                    <a:pt x="609366" y="428561"/>
                  </a:lnTo>
                  <a:lnTo>
                    <a:pt x="610029" y="430265"/>
                  </a:lnTo>
                  <a:lnTo>
                    <a:pt x="610231" y="432220"/>
                  </a:lnTo>
                  <a:lnTo>
                    <a:pt x="605316" y="431770"/>
                  </a:lnTo>
                  <a:lnTo>
                    <a:pt x="602442" y="432555"/>
                  </a:lnTo>
                  <a:lnTo>
                    <a:pt x="601727" y="434137"/>
                  </a:lnTo>
                  <a:lnTo>
                    <a:pt x="600505" y="435281"/>
                  </a:lnTo>
                  <a:lnTo>
                    <a:pt x="598531" y="438092"/>
                  </a:lnTo>
                  <a:lnTo>
                    <a:pt x="596355" y="439370"/>
                  </a:lnTo>
                  <a:lnTo>
                    <a:pt x="596497" y="440635"/>
                  </a:lnTo>
                  <a:lnTo>
                    <a:pt x="597402" y="443215"/>
                  </a:lnTo>
                  <a:lnTo>
                    <a:pt x="598714" y="450158"/>
                  </a:lnTo>
                  <a:lnTo>
                    <a:pt x="598632" y="455343"/>
                  </a:lnTo>
                  <a:lnTo>
                    <a:pt x="596679" y="459504"/>
                  </a:lnTo>
                  <a:lnTo>
                    <a:pt x="596760" y="461471"/>
                  </a:lnTo>
                  <a:lnTo>
                    <a:pt x="597709" y="464781"/>
                  </a:lnTo>
                  <a:lnTo>
                    <a:pt x="597918" y="466344"/>
                  </a:lnTo>
                  <a:lnTo>
                    <a:pt x="597159" y="468901"/>
                  </a:lnTo>
                  <a:lnTo>
                    <a:pt x="596935" y="471406"/>
                  </a:lnTo>
                  <a:lnTo>
                    <a:pt x="596627" y="472418"/>
                  </a:lnTo>
                  <a:lnTo>
                    <a:pt x="596977" y="473991"/>
                  </a:lnTo>
                  <a:lnTo>
                    <a:pt x="598678" y="476373"/>
                  </a:lnTo>
                  <a:lnTo>
                    <a:pt x="598788" y="477452"/>
                  </a:lnTo>
                  <a:lnTo>
                    <a:pt x="598725" y="478070"/>
                  </a:lnTo>
                  <a:lnTo>
                    <a:pt x="597824" y="479242"/>
                  </a:lnTo>
                  <a:lnTo>
                    <a:pt x="596589" y="479810"/>
                  </a:lnTo>
                  <a:lnTo>
                    <a:pt x="596192" y="480401"/>
                  </a:lnTo>
                  <a:lnTo>
                    <a:pt x="595771" y="481468"/>
                  </a:lnTo>
                  <a:lnTo>
                    <a:pt x="595845" y="482700"/>
                  </a:lnTo>
                  <a:lnTo>
                    <a:pt x="595529" y="483395"/>
                  </a:lnTo>
                  <a:lnTo>
                    <a:pt x="595156" y="485771"/>
                  </a:lnTo>
                  <a:lnTo>
                    <a:pt x="593220" y="488027"/>
                  </a:lnTo>
                  <a:lnTo>
                    <a:pt x="593124" y="491566"/>
                  </a:lnTo>
                  <a:lnTo>
                    <a:pt x="593382" y="493983"/>
                  </a:lnTo>
                  <a:lnTo>
                    <a:pt x="592901" y="496881"/>
                  </a:lnTo>
                  <a:lnTo>
                    <a:pt x="592643" y="497384"/>
                  </a:lnTo>
                  <a:lnTo>
                    <a:pt x="592178" y="497061"/>
                  </a:lnTo>
                  <a:lnTo>
                    <a:pt x="590298" y="496587"/>
                  </a:lnTo>
                  <a:lnTo>
                    <a:pt x="589937" y="496059"/>
                  </a:lnTo>
                  <a:lnTo>
                    <a:pt x="589562" y="494614"/>
                  </a:lnTo>
                  <a:lnTo>
                    <a:pt x="588268" y="493440"/>
                  </a:lnTo>
                  <a:lnTo>
                    <a:pt x="585740" y="489894"/>
                  </a:lnTo>
                  <a:lnTo>
                    <a:pt x="583031" y="487523"/>
                  </a:lnTo>
                  <a:lnTo>
                    <a:pt x="581776" y="485087"/>
                  </a:lnTo>
                  <a:lnTo>
                    <a:pt x="579509" y="482771"/>
                  </a:lnTo>
                  <a:lnTo>
                    <a:pt x="578328" y="481057"/>
                  </a:lnTo>
                  <a:lnTo>
                    <a:pt x="577951" y="479778"/>
                  </a:lnTo>
                  <a:lnTo>
                    <a:pt x="577500" y="476186"/>
                  </a:lnTo>
                  <a:lnTo>
                    <a:pt x="573936" y="469360"/>
                  </a:lnTo>
                  <a:lnTo>
                    <a:pt x="571450" y="468765"/>
                  </a:lnTo>
                  <a:lnTo>
                    <a:pt x="569047" y="470183"/>
                  </a:lnTo>
                  <a:lnTo>
                    <a:pt x="565064" y="470630"/>
                  </a:lnTo>
                  <a:lnTo>
                    <a:pt x="562138" y="472030"/>
                  </a:lnTo>
                  <a:lnTo>
                    <a:pt x="558611" y="473092"/>
                  </a:lnTo>
                  <a:lnTo>
                    <a:pt x="557326" y="473907"/>
                  </a:lnTo>
                  <a:lnTo>
                    <a:pt x="556358" y="475225"/>
                  </a:lnTo>
                  <a:lnTo>
                    <a:pt x="554887" y="476514"/>
                  </a:lnTo>
                  <a:lnTo>
                    <a:pt x="553657" y="477119"/>
                  </a:lnTo>
                  <a:lnTo>
                    <a:pt x="550948" y="476851"/>
                  </a:lnTo>
                  <a:lnTo>
                    <a:pt x="548285" y="477077"/>
                  </a:lnTo>
                  <a:lnTo>
                    <a:pt x="544250" y="476381"/>
                  </a:lnTo>
                  <a:lnTo>
                    <a:pt x="543058" y="475702"/>
                  </a:lnTo>
                  <a:lnTo>
                    <a:pt x="540997" y="473938"/>
                  </a:lnTo>
                  <a:lnTo>
                    <a:pt x="537913" y="472587"/>
                  </a:lnTo>
                  <a:lnTo>
                    <a:pt x="535691" y="474281"/>
                  </a:lnTo>
                  <a:lnTo>
                    <a:pt x="536820" y="479172"/>
                  </a:lnTo>
                  <a:lnTo>
                    <a:pt x="537136" y="483392"/>
                  </a:lnTo>
                  <a:lnTo>
                    <a:pt x="535838" y="483240"/>
                  </a:lnTo>
                  <a:lnTo>
                    <a:pt x="534074" y="483381"/>
                  </a:lnTo>
                  <a:lnTo>
                    <a:pt x="533006" y="483699"/>
                  </a:lnTo>
                  <a:lnTo>
                    <a:pt x="531957" y="484506"/>
                  </a:lnTo>
                  <a:lnTo>
                    <a:pt x="530913" y="483723"/>
                  </a:lnTo>
                  <a:lnTo>
                    <a:pt x="529541" y="483160"/>
                  </a:lnTo>
                  <a:lnTo>
                    <a:pt x="528034" y="484150"/>
                  </a:lnTo>
                  <a:lnTo>
                    <a:pt x="527324" y="485699"/>
                  </a:lnTo>
                  <a:lnTo>
                    <a:pt x="527145" y="488273"/>
                  </a:lnTo>
                  <a:lnTo>
                    <a:pt x="527683" y="490359"/>
                  </a:lnTo>
                  <a:lnTo>
                    <a:pt x="527360" y="491579"/>
                  </a:lnTo>
                  <a:lnTo>
                    <a:pt x="527325" y="493574"/>
                  </a:lnTo>
                  <a:lnTo>
                    <a:pt x="527952" y="495990"/>
                  </a:lnTo>
                  <a:lnTo>
                    <a:pt x="527528" y="499270"/>
                  </a:lnTo>
                  <a:lnTo>
                    <a:pt x="527326" y="506183"/>
                  </a:lnTo>
                  <a:lnTo>
                    <a:pt x="528083" y="508074"/>
                  </a:lnTo>
                  <a:lnTo>
                    <a:pt x="527924" y="508505"/>
                  </a:lnTo>
                  <a:lnTo>
                    <a:pt x="526289" y="509831"/>
                  </a:lnTo>
                  <a:lnTo>
                    <a:pt x="524750" y="511592"/>
                  </a:lnTo>
                  <a:lnTo>
                    <a:pt x="523506" y="512333"/>
                  </a:lnTo>
                  <a:lnTo>
                    <a:pt x="522828" y="513915"/>
                  </a:lnTo>
                  <a:lnTo>
                    <a:pt x="521856" y="514856"/>
                  </a:lnTo>
                  <a:lnTo>
                    <a:pt x="518503" y="516084"/>
                  </a:lnTo>
                  <a:lnTo>
                    <a:pt x="515855" y="515532"/>
                  </a:lnTo>
                  <a:lnTo>
                    <a:pt x="513206" y="515504"/>
                  </a:lnTo>
                  <a:lnTo>
                    <a:pt x="508130" y="518945"/>
                  </a:lnTo>
                  <a:lnTo>
                    <a:pt x="502503" y="520139"/>
                  </a:lnTo>
                  <a:lnTo>
                    <a:pt x="500994" y="519822"/>
                  </a:lnTo>
                  <a:lnTo>
                    <a:pt x="496782" y="521930"/>
                  </a:lnTo>
                  <a:lnTo>
                    <a:pt x="493948" y="525651"/>
                  </a:lnTo>
                  <a:lnTo>
                    <a:pt x="493772" y="526480"/>
                  </a:lnTo>
                  <a:lnTo>
                    <a:pt x="493958" y="528332"/>
                  </a:lnTo>
                  <a:lnTo>
                    <a:pt x="494264" y="528729"/>
                  </a:lnTo>
                  <a:lnTo>
                    <a:pt x="496315" y="529647"/>
                  </a:lnTo>
                  <a:lnTo>
                    <a:pt x="496929" y="530670"/>
                  </a:lnTo>
                  <a:lnTo>
                    <a:pt x="497037" y="531886"/>
                  </a:lnTo>
                  <a:lnTo>
                    <a:pt x="496620" y="532989"/>
                  </a:lnTo>
                  <a:lnTo>
                    <a:pt x="495705" y="534216"/>
                  </a:lnTo>
                  <a:lnTo>
                    <a:pt x="488890" y="540297"/>
                  </a:lnTo>
                  <a:lnTo>
                    <a:pt x="488579" y="540794"/>
                  </a:lnTo>
                  <a:lnTo>
                    <a:pt x="488732" y="543376"/>
                  </a:lnTo>
                  <a:lnTo>
                    <a:pt x="488409" y="546431"/>
                  </a:lnTo>
                  <a:lnTo>
                    <a:pt x="488649" y="549182"/>
                  </a:lnTo>
                  <a:lnTo>
                    <a:pt x="488046" y="550585"/>
                  </a:lnTo>
                  <a:lnTo>
                    <a:pt x="487063" y="554128"/>
                  </a:lnTo>
                  <a:lnTo>
                    <a:pt x="489947" y="556198"/>
                  </a:lnTo>
                  <a:lnTo>
                    <a:pt x="491448" y="556274"/>
                  </a:lnTo>
                  <a:lnTo>
                    <a:pt x="492495" y="556764"/>
                  </a:lnTo>
                  <a:lnTo>
                    <a:pt x="493879" y="558083"/>
                  </a:lnTo>
                  <a:lnTo>
                    <a:pt x="495847" y="560667"/>
                  </a:lnTo>
                  <a:lnTo>
                    <a:pt x="496359" y="561694"/>
                  </a:lnTo>
                  <a:lnTo>
                    <a:pt x="496784" y="565136"/>
                  </a:lnTo>
                  <a:lnTo>
                    <a:pt x="498034" y="569486"/>
                  </a:lnTo>
                  <a:lnTo>
                    <a:pt x="497737" y="572482"/>
                  </a:lnTo>
                  <a:lnTo>
                    <a:pt x="497441" y="574051"/>
                  </a:lnTo>
                  <a:lnTo>
                    <a:pt x="496376" y="575168"/>
                  </a:lnTo>
                  <a:lnTo>
                    <a:pt x="496092" y="577309"/>
                  </a:lnTo>
                  <a:lnTo>
                    <a:pt x="494916" y="581241"/>
                  </a:lnTo>
                  <a:lnTo>
                    <a:pt x="494580" y="585275"/>
                  </a:lnTo>
                  <a:lnTo>
                    <a:pt x="493682" y="587082"/>
                  </a:lnTo>
                  <a:lnTo>
                    <a:pt x="492825" y="590257"/>
                  </a:lnTo>
                  <a:lnTo>
                    <a:pt x="492132" y="591750"/>
                  </a:lnTo>
                  <a:lnTo>
                    <a:pt x="495654" y="596235"/>
                  </a:lnTo>
                  <a:lnTo>
                    <a:pt x="497451" y="597545"/>
                  </a:lnTo>
                  <a:lnTo>
                    <a:pt x="494523" y="602908"/>
                  </a:lnTo>
                  <a:lnTo>
                    <a:pt x="491764" y="609100"/>
                  </a:lnTo>
                  <a:lnTo>
                    <a:pt x="487944" y="606317"/>
                  </a:lnTo>
                  <a:lnTo>
                    <a:pt x="485193" y="614332"/>
                  </a:lnTo>
                  <a:lnTo>
                    <a:pt x="478416" y="631614"/>
                  </a:lnTo>
                  <a:lnTo>
                    <a:pt x="476081" y="630899"/>
                  </a:lnTo>
                  <a:lnTo>
                    <a:pt x="465061" y="626385"/>
                  </a:lnTo>
                  <a:lnTo>
                    <a:pt x="464772" y="621175"/>
                  </a:lnTo>
                  <a:lnTo>
                    <a:pt x="462421" y="620401"/>
                  </a:lnTo>
                  <a:lnTo>
                    <a:pt x="461788" y="621750"/>
                  </a:lnTo>
                  <a:lnTo>
                    <a:pt x="462905" y="622737"/>
                  </a:lnTo>
                  <a:lnTo>
                    <a:pt x="461605" y="624275"/>
                  </a:lnTo>
                  <a:lnTo>
                    <a:pt x="460235" y="622971"/>
                  </a:lnTo>
                  <a:lnTo>
                    <a:pt x="457444" y="625995"/>
                  </a:lnTo>
                  <a:lnTo>
                    <a:pt x="459807" y="628050"/>
                  </a:lnTo>
                  <a:lnTo>
                    <a:pt x="459868" y="628438"/>
                  </a:lnTo>
                  <a:lnTo>
                    <a:pt x="457092" y="632061"/>
                  </a:lnTo>
                  <a:lnTo>
                    <a:pt x="458099" y="632853"/>
                  </a:lnTo>
                  <a:lnTo>
                    <a:pt x="452280" y="640292"/>
                  </a:lnTo>
                  <a:lnTo>
                    <a:pt x="451316" y="639508"/>
                  </a:lnTo>
                  <a:lnTo>
                    <a:pt x="448045" y="643719"/>
                  </a:lnTo>
                  <a:lnTo>
                    <a:pt x="447617" y="643743"/>
                  </a:lnTo>
                  <a:lnTo>
                    <a:pt x="444922" y="641079"/>
                  </a:lnTo>
                  <a:lnTo>
                    <a:pt x="440590" y="647448"/>
                  </a:lnTo>
                  <a:lnTo>
                    <a:pt x="439241" y="646468"/>
                  </a:lnTo>
                  <a:lnTo>
                    <a:pt x="438254" y="647436"/>
                  </a:lnTo>
                  <a:lnTo>
                    <a:pt x="435393" y="646574"/>
                  </a:lnTo>
                  <a:lnTo>
                    <a:pt x="434109" y="645927"/>
                  </a:lnTo>
                  <a:lnTo>
                    <a:pt x="432753" y="647531"/>
                  </a:lnTo>
                  <a:lnTo>
                    <a:pt x="427266" y="644718"/>
                  </a:lnTo>
                  <a:lnTo>
                    <a:pt x="423826" y="642538"/>
                  </a:lnTo>
                  <a:lnTo>
                    <a:pt x="423449" y="642048"/>
                  </a:lnTo>
                  <a:lnTo>
                    <a:pt x="423583" y="641861"/>
                  </a:lnTo>
                  <a:lnTo>
                    <a:pt x="422911" y="641130"/>
                  </a:lnTo>
                  <a:lnTo>
                    <a:pt x="416071" y="634178"/>
                  </a:lnTo>
                  <a:lnTo>
                    <a:pt x="414773" y="633370"/>
                  </a:lnTo>
                  <a:lnTo>
                    <a:pt x="413094" y="632761"/>
                  </a:lnTo>
                  <a:lnTo>
                    <a:pt x="413236" y="629920"/>
                  </a:lnTo>
                  <a:lnTo>
                    <a:pt x="411432" y="629488"/>
                  </a:lnTo>
                  <a:lnTo>
                    <a:pt x="409912" y="628798"/>
                  </a:lnTo>
                  <a:lnTo>
                    <a:pt x="408619" y="629988"/>
                  </a:lnTo>
                  <a:lnTo>
                    <a:pt x="405392" y="632088"/>
                  </a:lnTo>
                  <a:lnTo>
                    <a:pt x="405604" y="636410"/>
                  </a:lnTo>
                  <a:lnTo>
                    <a:pt x="405451" y="637515"/>
                  </a:lnTo>
                  <a:lnTo>
                    <a:pt x="402767" y="642963"/>
                  </a:lnTo>
                  <a:lnTo>
                    <a:pt x="402163" y="645652"/>
                  </a:lnTo>
                  <a:lnTo>
                    <a:pt x="395825" y="644472"/>
                  </a:lnTo>
                  <a:lnTo>
                    <a:pt x="395757" y="644204"/>
                  </a:lnTo>
                  <a:lnTo>
                    <a:pt x="393231" y="644308"/>
                  </a:lnTo>
                  <a:lnTo>
                    <a:pt x="393083" y="643763"/>
                  </a:lnTo>
                  <a:lnTo>
                    <a:pt x="391598" y="643975"/>
                  </a:lnTo>
                  <a:lnTo>
                    <a:pt x="391549" y="643724"/>
                  </a:lnTo>
                  <a:lnTo>
                    <a:pt x="390128" y="642755"/>
                  </a:lnTo>
                  <a:lnTo>
                    <a:pt x="389331" y="643111"/>
                  </a:lnTo>
                  <a:lnTo>
                    <a:pt x="389088" y="641396"/>
                  </a:lnTo>
                  <a:lnTo>
                    <a:pt x="384058" y="641042"/>
                  </a:lnTo>
                  <a:lnTo>
                    <a:pt x="383715" y="640647"/>
                  </a:lnTo>
                  <a:lnTo>
                    <a:pt x="382791" y="640587"/>
                  </a:lnTo>
                  <a:lnTo>
                    <a:pt x="382691" y="641636"/>
                  </a:lnTo>
                  <a:lnTo>
                    <a:pt x="381484" y="641491"/>
                  </a:lnTo>
                  <a:lnTo>
                    <a:pt x="381086" y="639474"/>
                  </a:lnTo>
                  <a:lnTo>
                    <a:pt x="380287" y="638609"/>
                  </a:lnTo>
                  <a:lnTo>
                    <a:pt x="378352" y="639173"/>
                  </a:lnTo>
                  <a:lnTo>
                    <a:pt x="377852" y="638601"/>
                  </a:lnTo>
                  <a:lnTo>
                    <a:pt x="377937" y="637913"/>
                  </a:lnTo>
                  <a:lnTo>
                    <a:pt x="374558" y="634898"/>
                  </a:lnTo>
                  <a:lnTo>
                    <a:pt x="372029" y="633911"/>
                  </a:lnTo>
                  <a:lnTo>
                    <a:pt x="370998" y="633227"/>
                  </a:lnTo>
                  <a:lnTo>
                    <a:pt x="369513" y="632925"/>
                  </a:lnTo>
                  <a:lnTo>
                    <a:pt x="368610" y="632106"/>
                  </a:lnTo>
                  <a:lnTo>
                    <a:pt x="368246" y="631212"/>
                  </a:lnTo>
                  <a:lnTo>
                    <a:pt x="368809" y="630324"/>
                  </a:lnTo>
                  <a:lnTo>
                    <a:pt x="369292" y="628907"/>
                  </a:lnTo>
                  <a:lnTo>
                    <a:pt x="369608" y="625678"/>
                  </a:lnTo>
                  <a:lnTo>
                    <a:pt x="369948" y="625469"/>
                  </a:lnTo>
                  <a:lnTo>
                    <a:pt x="370195" y="624022"/>
                  </a:lnTo>
                  <a:lnTo>
                    <a:pt x="370124" y="623223"/>
                  </a:lnTo>
                  <a:lnTo>
                    <a:pt x="370488" y="617026"/>
                  </a:lnTo>
                  <a:lnTo>
                    <a:pt x="369804" y="615438"/>
                  </a:lnTo>
                  <a:lnTo>
                    <a:pt x="369741" y="614737"/>
                  </a:lnTo>
                  <a:lnTo>
                    <a:pt x="371566" y="608604"/>
                  </a:lnTo>
                  <a:lnTo>
                    <a:pt x="372475" y="606514"/>
                  </a:lnTo>
                  <a:lnTo>
                    <a:pt x="373431" y="602467"/>
                  </a:lnTo>
                  <a:lnTo>
                    <a:pt x="373525" y="600219"/>
                  </a:lnTo>
                  <a:lnTo>
                    <a:pt x="372326" y="600501"/>
                  </a:lnTo>
                  <a:lnTo>
                    <a:pt x="371240" y="601227"/>
                  </a:lnTo>
                  <a:lnTo>
                    <a:pt x="369149" y="601694"/>
                  </a:lnTo>
                  <a:lnTo>
                    <a:pt x="364772" y="600292"/>
                  </a:lnTo>
                  <a:lnTo>
                    <a:pt x="361881" y="599772"/>
                  </a:lnTo>
                  <a:lnTo>
                    <a:pt x="360104" y="601944"/>
                  </a:lnTo>
                  <a:lnTo>
                    <a:pt x="358856" y="604428"/>
                  </a:lnTo>
                  <a:lnTo>
                    <a:pt x="358084" y="605608"/>
                  </a:lnTo>
                  <a:lnTo>
                    <a:pt x="356508" y="606505"/>
                  </a:lnTo>
                  <a:lnTo>
                    <a:pt x="355426" y="607514"/>
                  </a:lnTo>
                  <a:lnTo>
                    <a:pt x="354187" y="606916"/>
                  </a:lnTo>
                  <a:lnTo>
                    <a:pt x="353765" y="606688"/>
                  </a:lnTo>
                  <a:lnTo>
                    <a:pt x="353412" y="606994"/>
                  </a:lnTo>
                  <a:lnTo>
                    <a:pt x="353092" y="607299"/>
                  </a:lnTo>
                  <a:lnTo>
                    <a:pt x="352873" y="608148"/>
                  </a:lnTo>
                  <a:lnTo>
                    <a:pt x="352145" y="608773"/>
                  </a:lnTo>
                  <a:lnTo>
                    <a:pt x="350599" y="606986"/>
                  </a:lnTo>
                  <a:lnTo>
                    <a:pt x="349147" y="606054"/>
                  </a:lnTo>
                  <a:lnTo>
                    <a:pt x="349029" y="606289"/>
                  </a:lnTo>
                  <a:lnTo>
                    <a:pt x="348022" y="605780"/>
                  </a:lnTo>
                  <a:lnTo>
                    <a:pt x="347396" y="604694"/>
                  </a:lnTo>
                  <a:lnTo>
                    <a:pt x="347093" y="603013"/>
                  </a:lnTo>
                  <a:lnTo>
                    <a:pt x="346471" y="602491"/>
                  </a:lnTo>
                  <a:lnTo>
                    <a:pt x="343356" y="603473"/>
                  </a:lnTo>
                  <a:lnTo>
                    <a:pt x="340555" y="603865"/>
                  </a:lnTo>
                  <a:lnTo>
                    <a:pt x="340305" y="603705"/>
                  </a:lnTo>
                  <a:lnTo>
                    <a:pt x="338762" y="604264"/>
                  </a:lnTo>
                  <a:lnTo>
                    <a:pt x="338859" y="604396"/>
                  </a:lnTo>
                  <a:lnTo>
                    <a:pt x="338430" y="604509"/>
                  </a:lnTo>
                  <a:lnTo>
                    <a:pt x="337091" y="606107"/>
                  </a:lnTo>
                  <a:lnTo>
                    <a:pt x="336863" y="606938"/>
                  </a:lnTo>
                  <a:lnTo>
                    <a:pt x="337648" y="608574"/>
                  </a:lnTo>
                  <a:lnTo>
                    <a:pt x="337158" y="608600"/>
                  </a:lnTo>
                  <a:lnTo>
                    <a:pt x="337184" y="609733"/>
                  </a:lnTo>
                  <a:lnTo>
                    <a:pt x="335969" y="610133"/>
                  </a:lnTo>
                  <a:lnTo>
                    <a:pt x="333348" y="610551"/>
                  </a:lnTo>
                  <a:lnTo>
                    <a:pt x="330714" y="610587"/>
                  </a:lnTo>
                  <a:lnTo>
                    <a:pt x="330844" y="609333"/>
                  </a:lnTo>
                  <a:lnTo>
                    <a:pt x="330578" y="608601"/>
                  </a:lnTo>
                  <a:lnTo>
                    <a:pt x="329564" y="608727"/>
                  </a:lnTo>
                  <a:lnTo>
                    <a:pt x="327623" y="607212"/>
                  </a:lnTo>
                  <a:lnTo>
                    <a:pt x="326036" y="606407"/>
                  </a:lnTo>
                  <a:lnTo>
                    <a:pt x="325684" y="606655"/>
                  </a:lnTo>
                  <a:lnTo>
                    <a:pt x="324319" y="605837"/>
                  </a:lnTo>
                  <a:lnTo>
                    <a:pt x="323601" y="603289"/>
                  </a:lnTo>
                  <a:lnTo>
                    <a:pt x="323848" y="602177"/>
                  </a:lnTo>
                  <a:lnTo>
                    <a:pt x="323357" y="600655"/>
                  </a:lnTo>
                  <a:lnTo>
                    <a:pt x="321022" y="599796"/>
                  </a:lnTo>
                  <a:lnTo>
                    <a:pt x="318171" y="598747"/>
                  </a:lnTo>
                  <a:lnTo>
                    <a:pt x="317432" y="598855"/>
                  </a:lnTo>
                  <a:lnTo>
                    <a:pt x="314777" y="597902"/>
                  </a:lnTo>
                  <a:lnTo>
                    <a:pt x="313968" y="597885"/>
                  </a:lnTo>
                  <a:lnTo>
                    <a:pt x="307426" y="599347"/>
                  </a:lnTo>
                  <a:lnTo>
                    <a:pt x="299468" y="599818"/>
                  </a:lnTo>
                  <a:lnTo>
                    <a:pt x="298194" y="600307"/>
                  </a:lnTo>
                  <a:lnTo>
                    <a:pt x="295543" y="602780"/>
                  </a:lnTo>
                  <a:lnTo>
                    <a:pt x="296191" y="600960"/>
                  </a:lnTo>
                  <a:lnTo>
                    <a:pt x="294339" y="599967"/>
                  </a:lnTo>
                  <a:lnTo>
                    <a:pt x="290244" y="596936"/>
                  </a:lnTo>
                  <a:lnTo>
                    <a:pt x="288716" y="596116"/>
                  </a:lnTo>
                  <a:lnTo>
                    <a:pt x="286455" y="594244"/>
                  </a:lnTo>
                  <a:lnTo>
                    <a:pt x="283710" y="593158"/>
                  </a:lnTo>
                  <a:lnTo>
                    <a:pt x="281375" y="596765"/>
                  </a:lnTo>
                  <a:lnTo>
                    <a:pt x="280975" y="599233"/>
                  </a:lnTo>
                  <a:lnTo>
                    <a:pt x="280138" y="598910"/>
                  </a:lnTo>
                  <a:lnTo>
                    <a:pt x="278096" y="602615"/>
                  </a:lnTo>
                  <a:lnTo>
                    <a:pt x="277947" y="602571"/>
                  </a:lnTo>
                  <a:lnTo>
                    <a:pt x="277576" y="603732"/>
                  </a:lnTo>
                  <a:lnTo>
                    <a:pt x="275216" y="608458"/>
                  </a:lnTo>
                  <a:lnTo>
                    <a:pt x="273241" y="608989"/>
                  </a:lnTo>
                  <a:lnTo>
                    <a:pt x="274107" y="610975"/>
                  </a:lnTo>
                  <a:lnTo>
                    <a:pt x="268082" y="614556"/>
                  </a:lnTo>
                  <a:lnTo>
                    <a:pt x="267468" y="615111"/>
                  </a:lnTo>
                  <a:lnTo>
                    <a:pt x="266893" y="614162"/>
                  </a:lnTo>
                  <a:lnTo>
                    <a:pt x="264909" y="615345"/>
                  </a:lnTo>
                  <a:lnTo>
                    <a:pt x="263403" y="613871"/>
                  </a:lnTo>
                  <a:lnTo>
                    <a:pt x="259737" y="611899"/>
                  </a:lnTo>
                  <a:lnTo>
                    <a:pt x="258105" y="609900"/>
                  </a:lnTo>
                  <a:lnTo>
                    <a:pt x="256594" y="610769"/>
                  </a:lnTo>
                  <a:lnTo>
                    <a:pt x="256257" y="610683"/>
                  </a:lnTo>
                  <a:lnTo>
                    <a:pt x="254841" y="610162"/>
                  </a:lnTo>
                  <a:lnTo>
                    <a:pt x="252844" y="611829"/>
                  </a:lnTo>
                  <a:lnTo>
                    <a:pt x="246714" y="613821"/>
                  </a:lnTo>
                  <a:lnTo>
                    <a:pt x="245508" y="615107"/>
                  </a:lnTo>
                  <a:lnTo>
                    <a:pt x="244095" y="615731"/>
                  </a:lnTo>
                  <a:lnTo>
                    <a:pt x="242689" y="616846"/>
                  </a:lnTo>
                  <a:lnTo>
                    <a:pt x="240981" y="617756"/>
                  </a:lnTo>
                  <a:lnTo>
                    <a:pt x="236726" y="619360"/>
                  </a:lnTo>
                  <a:lnTo>
                    <a:pt x="234385" y="621003"/>
                  </a:lnTo>
                  <a:lnTo>
                    <a:pt x="231792" y="619520"/>
                  </a:lnTo>
                  <a:lnTo>
                    <a:pt x="229732" y="618901"/>
                  </a:lnTo>
                  <a:lnTo>
                    <a:pt x="229160" y="619522"/>
                  </a:lnTo>
                  <a:lnTo>
                    <a:pt x="228291" y="621313"/>
                  </a:lnTo>
                  <a:lnTo>
                    <a:pt x="227125" y="625369"/>
                  </a:lnTo>
                  <a:lnTo>
                    <a:pt x="224478" y="630147"/>
                  </a:lnTo>
                  <a:lnTo>
                    <a:pt x="222930" y="628499"/>
                  </a:lnTo>
                  <a:lnTo>
                    <a:pt x="222393" y="627431"/>
                  </a:lnTo>
                  <a:lnTo>
                    <a:pt x="220836" y="629029"/>
                  </a:lnTo>
                  <a:lnTo>
                    <a:pt x="218867" y="627318"/>
                  </a:lnTo>
                  <a:lnTo>
                    <a:pt x="216377" y="627154"/>
                  </a:lnTo>
                  <a:lnTo>
                    <a:pt x="213784" y="626528"/>
                  </a:lnTo>
                  <a:lnTo>
                    <a:pt x="213253" y="627371"/>
                  </a:lnTo>
                  <a:lnTo>
                    <a:pt x="209818" y="627436"/>
                  </a:lnTo>
                  <a:lnTo>
                    <a:pt x="209799" y="628464"/>
                  </a:lnTo>
                  <a:lnTo>
                    <a:pt x="208267" y="628742"/>
                  </a:lnTo>
                  <a:lnTo>
                    <a:pt x="203976" y="631756"/>
                  </a:lnTo>
                  <a:lnTo>
                    <a:pt x="202963" y="630760"/>
                  </a:lnTo>
                  <a:lnTo>
                    <a:pt x="202403" y="629848"/>
                  </a:lnTo>
                  <a:lnTo>
                    <a:pt x="201588" y="627141"/>
                  </a:lnTo>
                  <a:lnTo>
                    <a:pt x="200479" y="625320"/>
                  </a:lnTo>
                  <a:lnTo>
                    <a:pt x="199605" y="622918"/>
                  </a:lnTo>
                  <a:lnTo>
                    <a:pt x="199389" y="617198"/>
                  </a:lnTo>
                  <a:lnTo>
                    <a:pt x="198804" y="616310"/>
                  </a:lnTo>
                  <a:lnTo>
                    <a:pt x="198647" y="613706"/>
                  </a:lnTo>
                  <a:lnTo>
                    <a:pt x="197506" y="610883"/>
                  </a:lnTo>
                  <a:lnTo>
                    <a:pt x="197910" y="608646"/>
                  </a:lnTo>
                  <a:lnTo>
                    <a:pt x="198630" y="606428"/>
                  </a:lnTo>
                  <a:lnTo>
                    <a:pt x="194991" y="605673"/>
                  </a:lnTo>
                  <a:lnTo>
                    <a:pt x="193139" y="604796"/>
                  </a:lnTo>
                  <a:lnTo>
                    <a:pt x="191271" y="604374"/>
                  </a:lnTo>
                  <a:lnTo>
                    <a:pt x="187280" y="605025"/>
                  </a:lnTo>
                  <a:lnTo>
                    <a:pt x="185580" y="604848"/>
                  </a:lnTo>
                  <a:lnTo>
                    <a:pt x="181427" y="604911"/>
                  </a:lnTo>
                  <a:lnTo>
                    <a:pt x="180949" y="604718"/>
                  </a:lnTo>
                  <a:lnTo>
                    <a:pt x="179448" y="60450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pg47">
              <a:extLst>
                <a:ext uri="{FF2B5EF4-FFF2-40B4-BE49-F238E27FC236}">
                  <a16:creationId xmlns:a16="http://schemas.microsoft.com/office/drawing/2014/main" id="{4CD23E13-DBC5-8E16-8549-72B42905F95D}"/>
                </a:ext>
              </a:extLst>
            </p:cNvPr>
            <p:cNvSpPr/>
            <p:nvPr/>
          </p:nvSpPr>
          <p:spPr>
            <a:xfrm>
              <a:off x="6733349" y="369529"/>
              <a:ext cx="543371" cy="534837"/>
            </a:xfrm>
            <a:custGeom>
              <a:avLst/>
              <a:gdLst/>
              <a:ahLst/>
              <a:cxnLst/>
              <a:rect l="0" t="0" r="0" b="0"/>
              <a:pathLst>
                <a:path w="543371" h="534837">
                  <a:moveTo>
                    <a:pt x="119581" y="430977"/>
                  </a:moveTo>
                  <a:lnTo>
                    <a:pt x="115004" y="430371"/>
                  </a:lnTo>
                  <a:lnTo>
                    <a:pt x="110903" y="429537"/>
                  </a:lnTo>
                  <a:lnTo>
                    <a:pt x="111546" y="425819"/>
                  </a:lnTo>
                  <a:lnTo>
                    <a:pt x="112328" y="422847"/>
                  </a:lnTo>
                  <a:lnTo>
                    <a:pt x="114151" y="424530"/>
                  </a:lnTo>
                  <a:lnTo>
                    <a:pt x="117360" y="423129"/>
                  </a:lnTo>
                  <a:lnTo>
                    <a:pt x="117765" y="423471"/>
                  </a:lnTo>
                  <a:lnTo>
                    <a:pt x="117982" y="423394"/>
                  </a:lnTo>
                  <a:lnTo>
                    <a:pt x="118096" y="422461"/>
                  </a:lnTo>
                  <a:lnTo>
                    <a:pt x="119488" y="421019"/>
                  </a:lnTo>
                  <a:lnTo>
                    <a:pt x="119693" y="420321"/>
                  </a:lnTo>
                  <a:lnTo>
                    <a:pt x="119386" y="419766"/>
                  </a:lnTo>
                  <a:lnTo>
                    <a:pt x="119708" y="419087"/>
                  </a:lnTo>
                  <a:lnTo>
                    <a:pt x="121565" y="418225"/>
                  </a:lnTo>
                  <a:lnTo>
                    <a:pt x="123315" y="418184"/>
                  </a:lnTo>
                  <a:lnTo>
                    <a:pt x="123621" y="417691"/>
                  </a:lnTo>
                  <a:lnTo>
                    <a:pt x="123732" y="417237"/>
                  </a:lnTo>
                  <a:lnTo>
                    <a:pt x="123005" y="416800"/>
                  </a:lnTo>
                  <a:lnTo>
                    <a:pt x="122685" y="413676"/>
                  </a:lnTo>
                  <a:lnTo>
                    <a:pt x="122949" y="411858"/>
                  </a:lnTo>
                  <a:lnTo>
                    <a:pt x="122041" y="409430"/>
                  </a:lnTo>
                  <a:lnTo>
                    <a:pt x="122275" y="408067"/>
                  </a:lnTo>
                  <a:lnTo>
                    <a:pt x="121632" y="407439"/>
                  </a:lnTo>
                  <a:lnTo>
                    <a:pt x="119678" y="408524"/>
                  </a:lnTo>
                  <a:lnTo>
                    <a:pt x="118107" y="408779"/>
                  </a:lnTo>
                  <a:lnTo>
                    <a:pt x="112222" y="408490"/>
                  </a:lnTo>
                  <a:lnTo>
                    <a:pt x="109339" y="408049"/>
                  </a:lnTo>
                  <a:lnTo>
                    <a:pt x="105131" y="406335"/>
                  </a:lnTo>
                  <a:lnTo>
                    <a:pt x="104991" y="404875"/>
                  </a:lnTo>
                  <a:lnTo>
                    <a:pt x="101076" y="404921"/>
                  </a:lnTo>
                  <a:lnTo>
                    <a:pt x="97177" y="405470"/>
                  </a:lnTo>
                  <a:lnTo>
                    <a:pt x="97239" y="404588"/>
                  </a:lnTo>
                  <a:lnTo>
                    <a:pt x="93295" y="402905"/>
                  </a:lnTo>
                  <a:lnTo>
                    <a:pt x="91706" y="402943"/>
                  </a:lnTo>
                  <a:lnTo>
                    <a:pt x="91024" y="402675"/>
                  </a:lnTo>
                  <a:lnTo>
                    <a:pt x="90408" y="402360"/>
                  </a:lnTo>
                  <a:lnTo>
                    <a:pt x="89531" y="401295"/>
                  </a:lnTo>
                  <a:lnTo>
                    <a:pt x="87854" y="401037"/>
                  </a:lnTo>
                  <a:lnTo>
                    <a:pt x="87414" y="400670"/>
                  </a:lnTo>
                  <a:lnTo>
                    <a:pt x="85239" y="400488"/>
                  </a:lnTo>
                  <a:lnTo>
                    <a:pt x="82129" y="401156"/>
                  </a:lnTo>
                  <a:lnTo>
                    <a:pt x="81725" y="400578"/>
                  </a:lnTo>
                  <a:lnTo>
                    <a:pt x="80883" y="400773"/>
                  </a:lnTo>
                  <a:lnTo>
                    <a:pt x="77662" y="400254"/>
                  </a:lnTo>
                  <a:lnTo>
                    <a:pt x="77729" y="398711"/>
                  </a:lnTo>
                  <a:lnTo>
                    <a:pt x="77477" y="397905"/>
                  </a:lnTo>
                  <a:lnTo>
                    <a:pt x="75619" y="396620"/>
                  </a:lnTo>
                  <a:lnTo>
                    <a:pt x="74175" y="395814"/>
                  </a:lnTo>
                  <a:lnTo>
                    <a:pt x="66527" y="393068"/>
                  </a:lnTo>
                  <a:lnTo>
                    <a:pt x="64451" y="397263"/>
                  </a:lnTo>
                  <a:lnTo>
                    <a:pt x="63709" y="396994"/>
                  </a:lnTo>
                  <a:lnTo>
                    <a:pt x="61652" y="400188"/>
                  </a:lnTo>
                  <a:lnTo>
                    <a:pt x="60880" y="399587"/>
                  </a:lnTo>
                  <a:lnTo>
                    <a:pt x="60631" y="398738"/>
                  </a:lnTo>
                  <a:lnTo>
                    <a:pt x="60258" y="398454"/>
                  </a:lnTo>
                  <a:lnTo>
                    <a:pt x="57874" y="398404"/>
                  </a:lnTo>
                  <a:lnTo>
                    <a:pt x="56306" y="397354"/>
                  </a:lnTo>
                  <a:lnTo>
                    <a:pt x="55214" y="402064"/>
                  </a:lnTo>
                  <a:lnTo>
                    <a:pt x="56744" y="402581"/>
                  </a:lnTo>
                  <a:lnTo>
                    <a:pt x="54827" y="406684"/>
                  </a:lnTo>
                  <a:lnTo>
                    <a:pt x="53388" y="410471"/>
                  </a:lnTo>
                  <a:lnTo>
                    <a:pt x="52226" y="410263"/>
                  </a:lnTo>
                  <a:lnTo>
                    <a:pt x="49045" y="408325"/>
                  </a:lnTo>
                  <a:lnTo>
                    <a:pt x="48105" y="408018"/>
                  </a:lnTo>
                  <a:lnTo>
                    <a:pt x="47153" y="407183"/>
                  </a:lnTo>
                  <a:lnTo>
                    <a:pt x="45647" y="406798"/>
                  </a:lnTo>
                  <a:lnTo>
                    <a:pt x="45129" y="406229"/>
                  </a:lnTo>
                  <a:lnTo>
                    <a:pt x="45170" y="405921"/>
                  </a:lnTo>
                  <a:lnTo>
                    <a:pt x="44298" y="405515"/>
                  </a:lnTo>
                  <a:lnTo>
                    <a:pt x="44427" y="405323"/>
                  </a:lnTo>
                  <a:lnTo>
                    <a:pt x="43834" y="404825"/>
                  </a:lnTo>
                  <a:lnTo>
                    <a:pt x="42489" y="404380"/>
                  </a:lnTo>
                  <a:lnTo>
                    <a:pt x="41628" y="403678"/>
                  </a:lnTo>
                  <a:lnTo>
                    <a:pt x="39184" y="402943"/>
                  </a:lnTo>
                  <a:lnTo>
                    <a:pt x="39322" y="402517"/>
                  </a:lnTo>
                  <a:lnTo>
                    <a:pt x="37851" y="402006"/>
                  </a:lnTo>
                  <a:lnTo>
                    <a:pt x="37963" y="401683"/>
                  </a:lnTo>
                  <a:lnTo>
                    <a:pt x="37607" y="401471"/>
                  </a:lnTo>
                  <a:lnTo>
                    <a:pt x="33755" y="401037"/>
                  </a:lnTo>
                  <a:lnTo>
                    <a:pt x="32630" y="400598"/>
                  </a:lnTo>
                  <a:lnTo>
                    <a:pt x="31500" y="400663"/>
                  </a:lnTo>
                  <a:lnTo>
                    <a:pt x="30807" y="399908"/>
                  </a:lnTo>
                  <a:lnTo>
                    <a:pt x="29595" y="399438"/>
                  </a:lnTo>
                  <a:lnTo>
                    <a:pt x="25603" y="398444"/>
                  </a:lnTo>
                  <a:lnTo>
                    <a:pt x="23174" y="398514"/>
                  </a:lnTo>
                  <a:lnTo>
                    <a:pt x="23147" y="397614"/>
                  </a:lnTo>
                  <a:lnTo>
                    <a:pt x="22636" y="396779"/>
                  </a:lnTo>
                  <a:lnTo>
                    <a:pt x="21706" y="396450"/>
                  </a:lnTo>
                  <a:lnTo>
                    <a:pt x="23180" y="392238"/>
                  </a:lnTo>
                  <a:lnTo>
                    <a:pt x="24543" y="389640"/>
                  </a:lnTo>
                  <a:lnTo>
                    <a:pt x="17361" y="384812"/>
                  </a:lnTo>
                  <a:lnTo>
                    <a:pt x="14340" y="381776"/>
                  </a:lnTo>
                  <a:lnTo>
                    <a:pt x="12936" y="379499"/>
                  </a:lnTo>
                  <a:lnTo>
                    <a:pt x="11611" y="378544"/>
                  </a:lnTo>
                  <a:lnTo>
                    <a:pt x="8702" y="375543"/>
                  </a:lnTo>
                  <a:lnTo>
                    <a:pt x="6854" y="374407"/>
                  </a:lnTo>
                  <a:lnTo>
                    <a:pt x="2346" y="372963"/>
                  </a:lnTo>
                  <a:lnTo>
                    <a:pt x="1600" y="372423"/>
                  </a:lnTo>
                  <a:lnTo>
                    <a:pt x="0" y="370025"/>
                  </a:lnTo>
                  <a:lnTo>
                    <a:pt x="852" y="368341"/>
                  </a:lnTo>
                  <a:lnTo>
                    <a:pt x="3066" y="365814"/>
                  </a:lnTo>
                  <a:lnTo>
                    <a:pt x="3399" y="364384"/>
                  </a:lnTo>
                  <a:lnTo>
                    <a:pt x="2871" y="364296"/>
                  </a:lnTo>
                  <a:lnTo>
                    <a:pt x="3167" y="363115"/>
                  </a:lnTo>
                  <a:lnTo>
                    <a:pt x="3645" y="362765"/>
                  </a:lnTo>
                  <a:lnTo>
                    <a:pt x="4056" y="361497"/>
                  </a:lnTo>
                  <a:lnTo>
                    <a:pt x="4555" y="360748"/>
                  </a:lnTo>
                  <a:lnTo>
                    <a:pt x="5745" y="360886"/>
                  </a:lnTo>
                  <a:lnTo>
                    <a:pt x="6102" y="361277"/>
                  </a:lnTo>
                  <a:lnTo>
                    <a:pt x="7107" y="360826"/>
                  </a:lnTo>
                  <a:lnTo>
                    <a:pt x="7743" y="361315"/>
                  </a:lnTo>
                  <a:lnTo>
                    <a:pt x="8731" y="361358"/>
                  </a:lnTo>
                  <a:lnTo>
                    <a:pt x="10429" y="362880"/>
                  </a:lnTo>
                  <a:lnTo>
                    <a:pt x="12754" y="364424"/>
                  </a:lnTo>
                  <a:lnTo>
                    <a:pt x="13800" y="364776"/>
                  </a:lnTo>
                  <a:lnTo>
                    <a:pt x="14922" y="364420"/>
                  </a:lnTo>
                  <a:lnTo>
                    <a:pt x="17719" y="364102"/>
                  </a:lnTo>
                  <a:lnTo>
                    <a:pt x="18512" y="364471"/>
                  </a:lnTo>
                  <a:lnTo>
                    <a:pt x="19114" y="364265"/>
                  </a:lnTo>
                  <a:lnTo>
                    <a:pt x="19909" y="364388"/>
                  </a:lnTo>
                  <a:lnTo>
                    <a:pt x="20278" y="364802"/>
                  </a:lnTo>
                  <a:lnTo>
                    <a:pt x="21536" y="364518"/>
                  </a:lnTo>
                  <a:lnTo>
                    <a:pt x="22303" y="365324"/>
                  </a:lnTo>
                  <a:lnTo>
                    <a:pt x="23100" y="363702"/>
                  </a:lnTo>
                  <a:lnTo>
                    <a:pt x="25050" y="361083"/>
                  </a:lnTo>
                  <a:lnTo>
                    <a:pt x="26220" y="358385"/>
                  </a:lnTo>
                  <a:lnTo>
                    <a:pt x="26495" y="358691"/>
                  </a:lnTo>
                  <a:lnTo>
                    <a:pt x="28371" y="359434"/>
                  </a:lnTo>
                  <a:lnTo>
                    <a:pt x="29298" y="360130"/>
                  </a:lnTo>
                  <a:lnTo>
                    <a:pt x="32019" y="360425"/>
                  </a:lnTo>
                  <a:lnTo>
                    <a:pt x="33077" y="360183"/>
                  </a:lnTo>
                  <a:lnTo>
                    <a:pt x="32443" y="358591"/>
                  </a:lnTo>
                  <a:lnTo>
                    <a:pt x="31756" y="357586"/>
                  </a:lnTo>
                  <a:lnTo>
                    <a:pt x="31331" y="356231"/>
                  </a:lnTo>
                  <a:lnTo>
                    <a:pt x="32267" y="352864"/>
                  </a:lnTo>
                  <a:lnTo>
                    <a:pt x="32839" y="349265"/>
                  </a:lnTo>
                  <a:lnTo>
                    <a:pt x="32183" y="348965"/>
                  </a:lnTo>
                  <a:lnTo>
                    <a:pt x="31847" y="348302"/>
                  </a:lnTo>
                  <a:lnTo>
                    <a:pt x="31755" y="347667"/>
                  </a:lnTo>
                  <a:lnTo>
                    <a:pt x="32207" y="345682"/>
                  </a:lnTo>
                  <a:lnTo>
                    <a:pt x="29516" y="342440"/>
                  </a:lnTo>
                  <a:lnTo>
                    <a:pt x="28610" y="341942"/>
                  </a:lnTo>
                  <a:lnTo>
                    <a:pt x="29135" y="340612"/>
                  </a:lnTo>
                  <a:lnTo>
                    <a:pt x="28957" y="339072"/>
                  </a:lnTo>
                  <a:lnTo>
                    <a:pt x="27808" y="337654"/>
                  </a:lnTo>
                  <a:lnTo>
                    <a:pt x="28102" y="335993"/>
                  </a:lnTo>
                  <a:lnTo>
                    <a:pt x="27011" y="334615"/>
                  </a:lnTo>
                  <a:lnTo>
                    <a:pt x="27008" y="334324"/>
                  </a:lnTo>
                  <a:lnTo>
                    <a:pt x="24859" y="332947"/>
                  </a:lnTo>
                  <a:lnTo>
                    <a:pt x="24077" y="331889"/>
                  </a:lnTo>
                  <a:lnTo>
                    <a:pt x="23685" y="331730"/>
                  </a:lnTo>
                  <a:lnTo>
                    <a:pt x="23143" y="330981"/>
                  </a:lnTo>
                  <a:lnTo>
                    <a:pt x="23156" y="330653"/>
                  </a:lnTo>
                  <a:lnTo>
                    <a:pt x="22414" y="329902"/>
                  </a:lnTo>
                  <a:lnTo>
                    <a:pt x="21748" y="329642"/>
                  </a:lnTo>
                  <a:lnTo>
                    <a:pt x="21660" y="329249"/>
                  </a:lnTo>
                  <a:lnTo>
                    <a:pt x="21227" y="329227"/>
                  </a:lnTo>
                  <a:lnTo>
                    <a:pt x="20794" y="328602"/>
                  </a:lnTo>
                  <a:lnTo>
                    <a:pt x="19688" y="327981"/>
                  </a:lnTo>
                  <a:lnTo>
                    <a:pt x="19088" y="327171"/>
                  </a:lnTo>
                  <a:lnTo>
                    <a:pt x="18393" y="326856"/>
                  </a:lnTo>
                  <a:lnTo>
                    <a:pt x="18384" y="326580"/>
                  </a:lnTo>
                  <a:lnTo>
                    <a:pt x="17612" y="325709"/>
                  </a:lnTo>
                  <a:lnTo>
                    <a:pt x="17717" y="325537"/>
                  </a:lnTo>
                  <a:lnTo>
                    <a:pt x="16444" y="324570"/>
                  </a:lnTo>
                  <a:lnTo>
                    <a:pt x="15824" y="322496"/>
                  </a:lnTo>
                  <a:lnTo>
                    <a:pt x="14712" y="322035"/>
                  </a:lnTo>
                  <a:lnTo>
                    <a:pt x="13860" y="321184"/>
                  </a:lnTo>
                  <a:lnTo>
                    <a:pt x="11332" y="320474"/>
                  </a:lnTo>
                  <a:lnTo>
                    <a:pt x="10323" y="319201"/>
                  </a:lnTo>
                  <a:lnTo>
                    <a:pt x="10347" y="318800"/>
                  </a:lnTo>
                  <a:lnTo>
                    <a:pt x="9688" y="318344"/>
                  </a:lnTo>
                  <a:lnTo>
                    <a:pt x="8196" y="318297"/>
                  </a:lnTo>
                  <a:lnTo>
                    <a:pt x="6040" y="317869"/>
                  </a:lnTo>
                  <a:lnTo>
                    <a:pt x="4586" y="318032"/>
                  </a:lnTo>
                  <a:lnTo>
                    <a:pt x="5865" y="312313"/>
                  </a:lnTo>
                  <a:lnTo>
                    <a:pt x="6112" y="310024"/>
                  </a:lnTo>
                  <a:lnTo>
                    <a:pt x="6046" y="305761"/>
                  </a:lnTo>
                  <a:lnTo>
                    <a:pt x="6958" y="306474"/>
                  </a:lnTo>
                  <a:lnTo>
                    <a:pt x="7157" y="306191"/>
                  </a:lnTo>
                  <a:lnTo>
                    <a:pt x="9046" y="301414"/>
                  </a:lnTo>
                  <a:lnTo>
                    <a:pt x="10432" y="298789"/>
                  </a:lnTo>
                  <a:lnTo>
                    <a:pt x="8722" y="297676"/>
                  </a:lnTo>
                  <a:lnTo>
                    <a:pt x="8537" y="297196"/>
                  </a:lnTo>
                  <a:lnTo>
                    <a:pt x="9594" y="293827"/>
                  </a:lnTo>
                  <a:lnTo>
                    <a:pt x="10678" y="287652"/>
                  </a:lnTo>
                  <a:lnTo>
                    <a:pt x="12356" y="288260"/>
                  </a:lnTo>
                  <a:lnTo>
                    <a:pt x="14511" y="288497"/>
                  </a:lnTo>
                  <a:lnTo>
                    <a:pt x="16010" y="289135"/>
                  </a:lnTo>
                  <a:lnTo>
                    <a:pt x="17664" y="289453"/>
                  </a:lnTo>
                  <a:lnTo>
                    <a:pt x="18636" y="290050"/>
                  </a:lnTo>
                  <a:lnTo>
                    <a:pt x="18914" y="288664"/>
                  </a:lnTo>
                  <a:lnTo>
                    <a:pt x="20057" y="285741"/>
                  </a:lnTo>
                  <a:lnTo>
                    <a:pt x="21032" y="281884"/>
                  </a:lnTo>
                  <a:lnTo>
                    <a:pt x="23809" y="282998"/>
                  </a:lnTo>
                  <a:lnTo>
                    <a:pt x="23876" y="282838"/>
                  </a:lnTo>
                  <a:lnTo>
                    <a:pt x="24585" y="279860"/>
                  </a:lnTo>
                  <a:lnTo>
                    <a:pt x="25388" y="274602"/>
                  </a:lnTo>
                  <a:lnTo>
                    <a:pt x="25295" y="273809"/>
                  </a:lnTo>
                  <a:lnTo>
                    <a:pt x="26460" y="273697"/>
                  </a:lnTo>
                  <a:lnTo>
                    <a:pt x="30289" y="275081"/>
                  </a:lnTo>
                  <a:lnTo>
                    <a:pt x="33551" y="277117"/>
                  </a:lnTo>
                  <a:lnTo>
                    <a:pt x="38453" y="278782"/>
                  </a:lnTo>
                  <a:lnTo>
                    <a:pt x="39223" y="278949"/>
                  </a:lnTo>
                  <a:lnTo>
                    <a:pt x="43857" y="278385"/>
                  </a:lnTo>
                  <a:lnTo>
                    <a:pt x="47104" y="277889"/>
                  </a:lnTo>
                  <a:lnTo>
                    <a:pt x="51932" y="276510"/>
                  </a:lnTo>
                  <a:lnTo>
                    <a:pt x="52715" y="276416"/>
                  </a:lnTo>
                  <a:lnTo>
                    <a:pt x="55393" y="276734"/>
                  </a:lnTo>
                  <a:lnTo>
                    <a:pt x="57411" y="272564"/>
                  </a:lnTo>
                  <a:lnTo>
                    <a:pt x="56598" y="270856"/>
                  </a:lnTo>
                  <a:lnTo>
                    <a:pt x="56104" y="269136"/>
                  </a:lnTo>
                  <a:lnTo>
                    <a:pt x="58096" y="263451"/>
                  </a:lnTo>
                  <a:lnTo>
                    <a:pt x="58456" y="263504"/>
                  </a:lnTo>
                  <a:lnTo>
                    <a:pt x="58579" y="262045"/>
                  </a:lnTo>
                  <a:lnTo>
                    <a:pt x="60093" y="261589"/>
                  </a:lnTo>
                  <a:lnTo>
                    <a:pt x="60256" y="261250"/>
                  </a:lnTo>
                  <a:lnTo>
                    <a:pt x="62041" y="261251"/>
                  </a:lnTo>
                  <a:lnTo>
                    <a:pt x="63045" y="260757"/>
                  </a:lnTo>
                  <a:lnTo>
                    <a:pt x="63433" y="261070"/>
                  </a:lnTo>
                  <a:lnTo>
                    <a:pt x="64046" y="260906"/>
                  </a:lnTo>
                  <a:lnTo>
                    <a:pt x="65705" y="259744"/>
                  </a:lnTo>
                  <a:lnTo>
                    <a:pt x="65447" y="259595"/>
                  </a:lnTo>
                  <a:lnTo>
                    <a:pt x="65631" y="259112"/>
                  </a:lnTo>
                  <a:lnTo>
                    <a:pt x="66566" y="258744"/>
                  </a:lnTo>
                  <a:lnTo>
                    <a:pt x="66583" y="258559"/>
                  </a:lnTo>
                  <a:lnTo>
                    <a:pt x="68003" y="258600"/>
                  </a:lnTo>
                  <a:lnTo>
                    <a:pt x="68334" y="258208"/>
                  </a:lnTo>
                  <a:lnTo>
                    <a:pt x="68418" y="258451"/>
                  </a:lnTo>
                  <a:lnTo>
                    <a:pt x="69493" y="258336"/>
                  </a:lnTo>
                  <a:lnTo>
                    <a:pt x="70469" y="258633"/>
                  </a:lnTo>
                  <a:lnTo>
                    <a:pt x="70044" y="252084"/>
                  </a:lnTo>
                  <a:lnTo>
                    <a:pt x="70829" y="248424"/>
                  </a:lnTo>
                  <a:lnTo>
                    <a:pt x="70698" y="246343"/>
                  </a:lnTo>
                  <a:lnTo>
                    <a:pt x="71167" y="246660"/>
                  </a:lnTo>
                  <a:lnTo>
                    <a:pt x="69409" y="243490"/>
                  </a:lnTo>
                  <a:lnTo>
                    <a:pt x="68846" y="243467"/>
                  </a:lnTo>
                  <a:lnTo>
                    <a:pt x="67642" y="241572"/>
                  </a:lnTo>
                  <a:lnTo>
                    <a:pt x="66162" y="239906"/>
                  </a:lnTo>
                  <a:lnTo>
                    <a:pt x="69786" y="239935"/>
                  </a:lnTo>
                  <a:lnTo>
                    <a:pt x="69178" y="236663"/>
                  </a:lnTo>
                  <a:lnTo>
                    <a:pt x="69151" y="235302"/>
                  </a:lnTo>
                  <a:lnTo>
                    <a:pt x="69519" y="233548"/>
                  </a:lnTo>
                  <a:lnTo>
                    <a:pt x="71654" y="234089"/>
                  </a:lnTo>
                  <a:lnTo>
                    <a:pt x="71623" y="232369"/>
                  </a:lnTo>
                  <a:lnTo>
                    <a:pt x="78829" y="232219"/>
                  </a:lnTo>
                  <a:lnTo>
                    <a:pt x="77427" y="227359"/>
                  </a:lnTo>
                  <a:lnTo>
                    <a:pt x="76317" y="225001"/>
                  </a:lnTo>
                  <a:lnTo>
                    <a:pt x="75264" y="223050"/>
                  </a:lnTo>
                  <a:lnTo>
                    <a:pt x="74181" y="220090"/>
                  </a:lnTo>
                  <a:lnTo>
                    <a:pt x="74703" y="219109"/>
                  </a:lnTo>
                  <a:lnTo>
                    <a:pt x="77189" y="217099"/>
                  </a:lnTo>
                  <a:lnTo>
                    <a:pt x="77558" y="216275"/>
                  </a:lnTo>
                  <a:lnTo>
                    <a:pt x="77762" y="216630"/>
                  </a:lnTo>
                  <a:lnTo>
                    <a:pt x="79216" y="217560"/>
                  </a:lnTo>
                  <a:lnTo>
                    <a:pt x="79875" y="218409"/>
                  </a:lnTo>
                  <a:lnTo>
                    <a:pt x="81962" y="219459"/>
                  </a:lnTo>
                  <a:lnTo>
                    <a:pt x="82898" y="220200"/>
                  </a:lnTo>
                  <a:lnTo>
                    <a:pt x="84966" y="220769"/>
                  </a:lnTo>
                  <a:lnTo>
                    <a:pt x="87391" y="220791"/>
                  </a:lnTo>
                  <a:lnTo>
                    <a:pt x="87640" y="220940"/>
                  </a:lnTo>
                  <a:lnTo>
                    <a:pt x="88028" y="222179"/>
                  </a:lnTo>
                  <a:lnTo>
                    <a:pt x="89167" y="222481"/>
                  </a:lnTo>
                  <a:lnTo>
                    <a:pt x="91392" y="223863"/>
                  </a:lnTo>
                  <a:lnTo>
                    <a:pt x="93375" y="224539"/>
                  </a:lnTo>
                  <a:lnTo>
                    <a:pt x="93823" y="222688"/>
                  </a:lnTo>
                  <a:lnTo>
                    <a:pt x="99927" y="221519"/>
                  </a:lnTo>
                  <a:lnTo>
                    <a:pt x="101331" y="221472"/>
                  </a:lnTo>
                  <a:lnTo>
                    <a:pt x="102125" y="221801"/>
                  </a:lnTo>
                  <a:lnTo>
                    <a:pt x="102666" y="220960"/>
                  </a:lnTo>
                  <a:lnTo>
                    <a:pt x="103374" y="220364"/>
                  </a:lnTo>
                  <a:lnTo>
                    <a:pt x="103064" y="220287"/>
                  </a:lnTo>
                  <a:lnTo>
                    <a:pt x="103101" y="220107"/>
                  </a:lnTo>
                  <a:lnTo>
                    <a:pt x="103922" y="214583"/>
                  </a:lnTo>
                  <a:lnTo>
                    <a:pt x="100895" y="213889"/>
                  </a:lnTo>
                  <a:lnTo>
                    <a:pt x="101210" y="212329"/>
                  </a:lnTo>
                  <a:lnTo>
                    <a:pt x="99407" y="211966"/>
                  </a:lnTo>
                  <a:lnTo>
                    <a:pt x="96660" y="209983"/>
                  </a:lnTo>
                  <a:lnTo>
                    <a:pt x="96977" y="208417"/>
                  </a:lnTo>
                  <a:lnTo>
                    <a:pt x="93263" y="207064"/>
                  </a:lnTo>
                  <a:lnTo>
                    <a:pt x="92113" y="206485"/>
                  </a:lnTo>
                  <a:lnTo>
                    <a:pt x="90866" y="205391"/>
                  </a:lnTo>
                  <a:lnTo>
                    <a:pt x="90002" y="205073"/>
                  </a:lnTo>
                  <a:lnTo>
                    <a:pt x="83687" y="203400"/>
                  </a:lnTo>
                  <a:lnTo>
                    <a:pt x="81659" y="204169"/>
                  </a:lnTo>
                  <a:lnTo>
                    <a:pt x="80589" y="201054"/>
                  </a:lnTo>
                  <a:lnTo>
                    <a:pt x="79305" y="200565"/>
                  </a:lnTo>
                  <a:lnTo>
                    <a:pt x="79329" y="200359"/>
                  </a:lnTo>
                  <a:lnTo>
                    <a:pt x="75533" y="199344"/>
                  </a:lnTo>
                  <a:lnTo>
                    <a:pt x="75615" y="196793"/>
                  </a:lnTo>
                  <a:lnTo>
                    <a:pt x="78868" y="197435"/>
                  </a:lnTo>
                  <a:lnTo>
                    <a:pt x="83111" y="192759"/>
                  </a:lnTo>
                  <a:lnTo>
                    <a:pt x="88228" y="188631"/>
                  </a:lnTo>
                  <a:lnTo>
                    <a:pt x="89024" y="187620"/>
                  </a:lnTo>
                  <a:lnTo>
                    <a:pt x="89985" y="187007"/>
                  </a:lnTo>
                  <a:lnTo>
                    <a:pt x="91408" y="185554"/>
                  </a:lnTo>
                  <a:lnTo>
                    <a:pt x="91677" y="185650"/>
                  </a:lnTo>
                  <a:lnTo>
                    <a:pt x="92150" y="184460"/>
                  </a:lnTo>
                  <a:lnTo>
                    <a:pt x="92686" y="183809"/>
                  </a:lnTo>
                  <a:lnTo>
                    <a:pt x="94769" y="182899"/>
                  </a:lnTo>
                  <a:lnTo>
                    <a:pt x="97145" y="180748"/>
                  </a:lnTo>
                  <a:lnTo>
                    <a:pt x="96659" y="180028"/>
                  </a:lnTo>
                  <a:lnTo>
                    <a:pt x="96583" y="179285"/>
                  </a:lnTo>
                  <a:lnTo>
                    <a:pt x="95965" y="178351"/>
                  </a:lnTo>
                  <a:lnTo>
                    <a:pt x="96703" y="175658"/>
                  </a:lnTo>
                  <a:lnTo>
                    <a:pt x="92632" y="173659"/>
                  </a:lnTo>
                  <a:lnTo>
                    <a:pt x="91762" y="172949"/>
                  </a:lnTo>
                  <a:lnTo>
                    <a:pt x="89784" y="169477"/>
                  </a:lnTo>
                  <a:lnTo>
                    <a:pt x="90075" y="168857"/>
                  </a:lnTo>
                  <a:lnTo>
                    <a:pt x="88479" y="167922"/>
                  </a:lnTo>
                  <a:lnTo>
                    <a:pt x="88949" y="167007"/>
                  </a:lnTo>
                  <a:lnTo>
                    <a:pt x="89802" y="167389"/>
                  </a:lnTo>
                  <a:lnTo>
                    <a:pt x="92202" y="162714"/>
                  </a:lnTo>
                  <a:lnTo>
                    <a:pt x="93419" y="163404"/>
                  </a:lnTo>
                  <a:lnTo>
                    <a:pt x="98272" y="156049"/>
                  </a:lnTo>
                  <a:lnTo>
                    <a:pt x="98727" y="156188"/>
                  </a:lnTo>
                  <a:lnTo>
                    <a:pt x="100090" y="151764"/>
                  </a:lnTo>
                  <a:lnTo>
                    <a:pt x="100320" y="150470"/>
                  </a:lnTo>
                  <a:lnTo>
                    <a:pt x="101044" y="148588"/>
                  </a:lnTo>
                  <a:lnTo>
                    <a:pt x="101341" y="145493"/>
                  </a:lnTo>
                  <a:lnTo>
                    <a:pt x="96510" y="140209"/>
                  </a:lnTo>
                  <a:lnTo>
                    <a:pt x="91783" y="136985"/>
                  </a:lnTo>
                  <a:lnTo>
                    <a:pt x="88998" y="133500"/>
                  </a:lnTo>
                  <a:lnTo>
                    <a:pt x="88269" y="132496"/>
                  </a:lnTo>
                  <a:lnTo>
                    <a:pt x="88387" y="131906"/>
                  </a:lnTo>
                  <a:lnTo>
                    <a:pt x="88879" y="131906"/>
                  </a:lnTo>
                  <a:lnTo>
                    <a:pt x="89058" y="131442"/>
                  </a:lnTo>
                  <a:lnTo>
                    <a:pt x="89623" y="131480"/>
                  </a:lnTo>
                  <a:lnTo>
                    <a:pt x="89870" y="131135"/>
                  </a:lnTo>
                  <a:lnTo>
                    <a:pt x="90311" y="131228"/>
                  </a:lnTo>
                  <a:lnTo>
                    <a:pt x="90584" y="130426"/>
                  </a:lnTo>
                  <a:lnTo>
                    <a:pt x="90925" y="130661"/>
                  </a:lnTo>
                  <a:lnTo>
                    <a:pt x="91130" y="130374"/>
                  </a:lnTo>
                  <a:lnTo>
                    <a:pt x="91540" y="128931"/>
                  </a:lnTo>
                  <a:lnTo>
                    <a:pt x="92074" y="128652"/>
                  </a:lnTo>
                  <a:lnTo>
                    <a:pt x="92115" y="128058"/>
                  </a:lnTo>
                  <a:lnTo>
                    <a:pt x="92900" y="128069"/>
                  </a:lnTo>
                  <a:lnTo>
                    <a:pt x="93467" y="127800"/>
                  </a:lnTo>
                  <a:lnTo>
                    <a:pt x="93558" y="127236"/>
                  </a:lnTo>
                  <a:lnTo>
                    <a:pt x="94173" y="127236"/>
                  </a:lnTo>
                  <a:lnTo>
                    <a:pt x="94623" y="126472"/>
                  </a:lnTo>
                  <a:lnTo>
                    <a:pt x="95729" y="125642"/>
                  </a:lnTo>
                  <a:lnTo>
                    <a:pt x="96431" y="124646"/>
                  </a:lnTo>
                  <a:lnTo>
                    <a:pt x="100078" y="122988"/>
                  </a:lnTo>
                  <a:lnTo>
                    <a:pt x="101447" y="123393"/>
                  </a:lnTo>
                  <a:lnTo>
                    <a:pt x="102095" y="124105"/>
                  </a:lnTo>
                  <a:lnTo>
                    <a:pt x="104538" y="125300"/>
                  </a:lnTo>
                  <a:lnTo>
                    <a:pt x="105652" y="125573"/>
                  </a:lnTo>
                  <a:lnTo>
                    <a:pt x="105716" y="125329"/>
                  </a:lnTo>
                  <a:lnTo>
                    <a:pt x="110617" y="126672"/>
                  </a:lnTo>
                  <a:lnTo>
                    <a:pt x="110156" y="125598"/>
                  </a:lnTo>
                  <a:lnTo>
                    <a:pt x="110167" y="124874"/>
                  </a:lnTo>
                  <a:lnTo>
                    <a:pt x="109947" y="124764"/>
                  </a:lnTo>
                  <a:lnTo>
                    <a:pt x="110221" y="123258"/>
                  </a:lnTo>
                  <a:lnTo>
                    <a:pt x="109900" y="121152"/>
                  </a:lnTo>
                  <a:lnTo>
                    <a:pt x="108524" y="118625"/>
                  </a:lnTo>
                  <a:lnTo>
                    <a:pt x="107481" y="117450"/>
                  </a:lnTo>
                  <a:lnTo>
                    <a:pt x="107861" y="116399"/>
                  </a:lnTo>
                  <a:lnTo>
                    <a:pt x="108734" y="115956"/>
                  </a:lnTo>
                  <a:lnTo>
                    <a:pt x="114145" y="116618"/>
                  </a:lnTo>
                  <a:lnTo>
                    <a:pt x="115687" y="117605"/>
                  </a:lnTo>
                  <a:lnTo>
                    <a:pt x="117065" y="118162"/>
                  </a:lnTo>
                  <a:lnTo>
                    <a:pt x="120075" y="119046"/>
                  </a:lnTo>
                  <a:lnTo>
                    <a:pt x="122255" y="118736"/>
                  </a:lnTo>
                  <a:lnTo>
                    <a:pt x="122720" y="119210"/>
                  </a:lnTo>
                  <a:lnTo>
                    <a:pt x="123595" y="119910"/>
                  </a:lnTo>
                  <a:lnTo>
                    <a:pt x="124448" y="120211"/>
                  </a:lnTo>
                  <a:lnTo>
                    <a:pt x="125217" y="120056"/>
                  </a:lnTo>
                  <a:lnTo>
                    <a:pt x="125428" y="119717"/>
                  </a:lnTo>
                  <a:lnTo>
                    <a:pt x="127665" y="119065"/>
                  </a:lnTo>
                  <a:lnTo>
                    <a:pt x="128817" y="116134"/>
                  </a:lnTo>
                  <a:lnTo>
                    <a:pt x="128775" y="114839"/>
                  </a:lnTo>
                  <a:lnTo>
                    <a:pt x="127010" y="112165"/>
                  </a:lnTo>
                  <a:lnTo>
                    <a:pt x="127320" y="111177"/>
                  </a:lnTo>
                  <a:lnTo>
                    <a:pt x="127700" y="110969"/>
                  </a:lnTo>
                  <a:lnTo>
                    <a:pt x="128981" y="111256"/>
                  </a:lnTo>
                  <a:lnTo>
                    <a:pt x="129258" y="111535"/>
                  </a:lnTo>
                  <a:lnTo>
                    <a:pt x="129828" y="113246"/>
                  </a:lnTo>
                  <a:lnTo>
                    <a:pt x="130793" y="114806"/>
                  </a:lnTo>
                  <a:lnTo>
                    <a:pt x="131965" y="116154"/>
                  </a:lnTo>
                  <a:lnTo>
                    <a:pt x="133146" y="116416"/>
                  </a:lnTo>
                  <a:lnTo>
                    <a:pt x="135386" y="115997"/>
                  </a:lnTo>
                  <a:lnTo>
                    <a:pt x="136551" y="115459"/>
                  </a:lnTo>
                  <a:lnTo>
                    <a:pt x="139895" y="112032"/>
                  </a:lnTo>
                  <a:lnTo>
                    <a:pt x="140041" y="112127"/>
                  </a:lnTo>
                  <a:lnTo>
                    <a:pt x="141039" y="110748"/>
                  </a:lnTo>
                  <a:lnTo>
                    <a:pt x="141457" y="110760"/>
                  </a:lnTo>
                  <a:lnTo>
                    <a:pt x="141828" y="110956"/>
                  </a:lnTo>
                  <a:lnTo>
                    <a:pt x="141727" y="109911"/>
                  </a:lnTo>
                  <a:lnTo>
                    <a:pt x="142121" y="109292"/>
                  </a:lnTo>
                  <a:lnTo>
                    <a:pt x="144126" y="110579"/>
                  </a:lnTo>
                  <a:lnTo>
                    <a:pt x="145304" y="110297"/>
                  </a:lnTo>
                  <a:lnTo>
                    <a:pt x="145779" y="109821"/>
                  </a:lnTo>
                  <a:lnTo>
                    <a:pt x="145636" y="109248"/>
                  </a:lnTo>
                  <a:lnTo>
                    <a:pt x="146810" y="109211"/>
                  </a:lnTo>
                  <a:lnTo>
                    <a:pt x="148651" y="108182"/>
                  </a:lnTo>
                  <a:lnTo>
                    <a:pt x="149042" y="107677"/>
                  </a:lnTo>
                  <a:lnTo>
                    <a:pt x="149087" y="105810"/>
                  </a:lnTo>
                  <a:lnTo>
                    <a:pt x="149691" y="104875"/>
                  </a:lnTo>
                  <a:lnTo>
                    <a:pt x="149938" y="103770"/>
                  </a:lnTo>
                  <a:lnTo>
                    <a:pt x="149642" y="102811"/>
                  </a:lnTo>
                  <a:lnTo>
                    <a:pt x="150109" y="101131"/>
                  </a:lnTo>
                  <a:lnTo>
                    <a:pt x="150056" y="98313"/>
                  </a:lnTo>
                  <a:lnTo>
                    <a:pt x="151871" y="95771"/>
                  </a:lnTo>
                  <a:lnTo>
                    <a:pt x="152640" y="95874"/>
                  </a:lnTo>
                  <a:lnTo>
                    <a:pt x="153766" y="96586"/>
                  </a:lnTo>
                  <a:lnTo>
                    <a:pt x="154786" y="95693"/>
                  </a:lnTo>
                  <a:lnTo>
                    <a:pt x="155834" y="95271"/>
                  </a:lnTo>
                  <a:lnTo>
                    <a:pt x="160710" y="96174"/>
                  </a:lnTo>
                  <a:lnTo>
                    <a:pt x="162905" y="95737"/>
                  </a:lnTo>
                  <a:lnTo>
                    <a:pt x="164290" y="95777"/>
                  </a:lnTo>
                  <a:lnTo>
                    <a:pt x="165207" y="96149"/>
                  </a:lnTo>
                  <a:lnTo>
                    <a:pt x="168258" y="94605"/>
                  </a:lnTo>
                  <a:lnTo>
                    <a:pt x="172523" y="94172"/>
                  </a:lnTo>
                  <a:lnTo>
                    <a:pt x="173887" y="94448"/>
                  </a:lnTo>
                  <a:lnTo>
                    <a:pt x="174617" y="93082"/>
                  </a:lnTo>
                  <a:lnTo>
                    <a:pt x="175883" y="91622"/>
                  </a:lnTo>
                  <a:lnTo>
                    <a:pt x="177288" y="91410"/>
                  </a:lnTo>
                  <a:lnTo>
                    <a:pt x="178689" y="90277"/>
                  </a:lnTo>
                  <a:lnTo>
                    <a:pt x="181281" y="88946"/>
                  </a:lnTo>
                  <a:lnTo>
                    <a:pt x="181905" y="88911"/>
                  </a:lnTo>
                  <a:lnTo>
                    <a:pt x="182458" y="88553"/>
                  </a:lnTo>
                  <a:lnTo>
                    <a:pt x="183575" y="88481"/>
                  </a:lnTo>
                  <a:lnTo>
                    <a:pt x="184013" y="88669"/>
                  </a:lnTo>
                  <a:lnTo>
                    <a:pt x="184558" y="88619"/>
                  </a:lnTo>
                  <a:lnTo>
                    <a:pt x="184488" y="88329"/>
                  </a:lnTo>
                  <a:lnTo>
                    <a:pt x="185372" y="87793"/>
                  </a:lnTo>
                  <a:lnTo>
                    <a:pt x="185356" y="87072"/>
                  </a:lnTo>
                  <a:lnTo>
                    <a:pt x="184730" y="86249"/>
                  </a:lnTo>
                  <a:lnTo>
                    <a:pt x="184784" y="85793"/>
                  </a:lnTo>
                  <a:lnTo>
                    <a:pt x="183995" y="85054"/>
                  </a:lnTo>
                  <a:lnTo>
                    <a:pt x="183692" y="85179"/>
                  </a:lnTo>
                  <a:lnTo>
                    <a:pt x="182775" y="83577"/>
                  </a:lnTo>
                  <a:lnTo>
                    <a:pt x="182850" y="83018"/>
                  </a:lnTo>
                  <a:lnTo>
                    <a:pt x="182243" y="81984"/>
                  </a:lnTo>
                  <a:lnTo>
                    <a:pt x="182328" y="81594"/>
                  </a:lnTo>
                  <a:lnTo>
                    <a:pt x="182038" y="81362"/>
                  </a:lnTo>
                  <a:lnTo>
                    <a:pt x="182259" y="80236"/>
                  </a:lnTo>
                  <a:lnTo>
                    <a:pt x="181760" y="78233"/>
                  </a:lnTo>
                  <a:lnTo>
                    <a:pt x="181403" y="78221"/>
                  </a:lnTo>
                  <a:lnTo>
                    <a:pt x="181437" y="77812"/>
                  </a:lnTo>
                  <a:lnTo>
                    <a:pt x="180457" y="77185"/>
                  </a:lnTo>
                  <a:lnTo>
                    <a:pt x="179800" y="76273"/>
                  </a:lnTo>
                  <a:lnTo>
                    <a:pt x="179881" y="76019"/>
                  </a:lnTo>
                  <a:lnTo>
                    <a:pt x="179577" y="75963"/>
                  </a:lnTo>
                  <a:lnTo>
                    <a:pt x="179477" y="75504"/>
                  </a:lnTo>
                  <a:lnTo>
                    <a:pt x="178963" y="75136"/>
                  </a:lnTo>
                  <a:lnTo>
                    <a:pt x="178299" y="74085"/>
                  </a:lnTo>
                  <a:lnTo>
                    <a:pt x="177839" y="71967"/>
                  </a:lnTo>
                  <a:lnTo>
                    <a:pt x="178178" y="71527"/>
                  </a:lnTo>
                  <a:lnTo>
                    <a:pt x="177976" y="70427"/>
                  </a:lnTo>
                  <a:lnTo>
                    <a:pt x="177629" y="69898"/>
                  </a:lnTo>
                  <a:lnTo>
                    <a:pt x="177728" y="69508"/>
                  </a:lnTo>
                  <a:lnTo>
                    <a:pt x="176739" y="68857"/>
                  </a:lnTo>
                  <a:lnTo>
                    <a:pt x="176779" y="68542"/>
                  </a:lnTo>
                  <a:lnTo>
                    <a:pt x="176272" y="68211"/>
                  </a:lnTo>
                  <a:lnTo>
                    <a:pt x="175756" y="66933"/>
                  </a:lnTo>
                  <a:lnTo>
                    <a:pt x="174971" y="66418"/>
                  </a:lnTo>
                  <a:lnTo>
                    <a:pt x="173868" y="66074"/>
                  </a:lnTo>
                  <a:lnTo>
                    <a:pt x="172460" y="65042"/>
                  </a:lnTo>
                  <a:lnTo>
                    <a:pt x="171123" y="66067"/>
                  </a:lnTo>
                  <a:lnTo>
                    <a:pt x="169893" y="67660"/>
                  </a:lnTo>
                  <a:lnTo>
                    <a:pt x="169671" y="67523"/>
                  </a:lnTo>
                  <a:lnTo>
                    <a:pt x="168862" y="69590"/>
                  </a:lnTo>
                  <a:lnTo>
                    <a:pt x="168089" y="70164"/>
                  </a:lnTo>
                  <a:lnTo>
                    <a:pt x="166023" y="70789"/>
                  </a:lnTo>
                  <a:lnTo>
                    <a:pt x="165458" y="70733"/>
                  </a:lnTo>
                  <a:lnTo>
                    <a:pt x="164908" y="70054"/>
                  </a:lnTo>
                  <a:lnTo>
                    <a:pt x="165310" y="69104"/>
                  </a:lnTo>
                  <a:lnTo>
                    <a:pt x="165267" y="64840"/>
                  </a:lnTo>
                  <a:lnTo>
                    <a:pt x="164607" y="58714"/>
                  </a:lnTo>
                  <a:lnTo>
                    <a:pt x="164134" y="58391"/>
                  </a:lnTo>
                  <a:lnTo>
                    <a:pt x="162900" y="58605"/>
                  </a:lnTo>
                  <a:lnTo>
                    <a:pt x="161284" y="58501"/>
                  </a:lnTo>
                  <a:lnTo>
                    <a:pt x="160248" y="57941"/>
                  </a:lnTo>
                  <a:lnTo>
                    <a:pt x="160356" y="57273"/>
                  </a:lnTo>
                  <a:lnTo>
                    <a:pt x="159797" y="55835"/>
                  </a:lnTo>
                  <a:lnTo>
                    <a:pt x="159081" y="55049"/>
                  </a:lnTo>
                  <a:lnTo>
                    <a:pt x="159005" y="54325"/>
                  </a:lnTo>
                  <a:lnTo>
                    <a:pt x="157463" y="52931"/>
                  </a:lnTo>
                  <a:lnTo>
                    <a:pt x="156528" y="51355"/>
                  </a:lnTo>
                  <a:lnTo>
                    <a:pt x="156178" y="51798"/>
                  </a:lnTo>
                  <a:lnTo>
                    <a:pt x="155420" y="50629"/>
                  </a:lnTo>
                  <a:lnTo>
                    <a:pt x="154713" y="50080"/>
                  </a:lnTo>
                  <a:lnTo>
                    <a:pt x="153962" y="49615"/>
                  </a:lnTo>
                  <a:lnTo>
                    <a:pt x="152953" y="49718"/>
                  </a:lnTo>
                  <a:lnTo>
                    <a:pt x="152745" y="48424"/>
                  </a:lnTo>
                  <a:lnTo>
                    <a:pt x="152790" y="45520"/>
                  </a:lnTo>
                  <a:lnTo>
                    <a:pt x="153309" y="43506"/>
                  </a:lnTo>
                  <a:lnTo>
                    <a:pt x="153575" y="40766"/>
                  </a:lnTo>
                  <a:lnTo>
                    <a:pt x="156042" y="40326"/>
                  </a:lnTo>
                  <a:lnTo>
                    <a:pt x="156268" y="36376"/>
                  </a:lnTo>
                  <a:lnTo>
                    <a:pt x="157733" y="36929"/>
                  </a:lnTo>
                  <a:lnTo>
                    <a:pt x="160656" y="38566"/>
                  </a:lnTo>
                  <a:lnTo>
                    <a:pt x="164912" y="40392"/>
                  </a:lnTo>
                  <a:lnTo>
                    <a:pt x="165722" y="33875"/>
                  </a:lnTo>
                  <a:lnTo>
                    <a:pt x="166868" y="34244"/>
                  </a:lnTo>
                  <a:lnTo>
                    <a:pt x="167659" y="32920"/>
                  </a:lnTo>
                  <a:lnTo>
                    <a:pt x="169016" y="33968"/>
                  </a:lnTo>
                  <a:lnTo>
                    <a:pt x="168349" y="35483"/>
                  </a:lnTo>
                  <a:lnTo>
                    <a:pt x="168902" y="35637"/>
                  </a:lnTo>
                  <a:lnTo>
                    <a:pt x="168839" y="36170"/>
                  </a:lnTo>
                  <a:lnTo>
                    <a:pt x="172238" y="36203"/>
                  </a:lnTo>
                  <a:lnTo>
                    <a:pt x="172121" y="33457"/>
                  </a:lnTo>
                  <a:lnTo>
                    <a:pt x="174678" y="34085"/>
                  </a:lnTo>
                  <a:lnTo>
                    <a:pt x="175262" y="34385"/>
                  </a:lnTo>
                  <a:lnTo>
                    <a:pt x="175289" y="34814"/>
                  </a:lnTo>
                  <a:lnTo>
                    <a:pt x="178871" y="35191"/>
                  </a:lnTo>
                  <a:lnTo>
                    <a:pt x="179393" y="35514"/>
                  </a:lnTo>
                  <a:lnTo>
                    <a:pt x="179311" y="36065"/>
                  </a:lnTo>
                  <a:lnTo>
                    <a:pt x="183864" y="36318"/>
                  </a:lnTo>
                  <a:lnTo>
                    <a:pt x="183887" y="36987"/>
                  </a:lnTo>
                  <a:lnTo>
                    <a:pt x="185478" y="36928"/>
                  </a:lnTo>
                  <a:lnTo>
                    <a:pt x="185567" y="35038"/>
                  </a:lnTo>
                  <a:lnTo>
                    <a:pt x="185698" y="33645"/>
                  </a:lnTo>
                  <a:lnTo>
                    <a:pt x="185491" y="31734"/>
                  </a:lnTo>
                  <a:lnTo>
                    <a:pt x="183837" y="32367"/>
                  </a:lnTo>
                  <a:lnTo>
                    <a:pt x="183489" y="31763"/>
                  </a:lnTo>
                  <a:lnTo>
                    <a:pt x="182325" y="30734"/>
                  </a:lnTo>
                  <a:lnTo>
                    <a:pt x="180571" y="30193"/>
                  </a:lnTo>
                  <a:lnTo>
                    <a:pt x="179330" y="30967"/>
                  </a:lnTo>
                  <a:lnTo>
                    <a:pt x="176396" y="28681"/>
                  </a:lnTo>
                  <a:lnTo>
                    <a:pt x="175006" y="28167"/>
                  </a:lnTo>
                  <a:lnTo>
                    <a:pt x="174142" y="29120"/>
                  </a:lnTo>
                  <a:lnTo>
                    <a:pt x="173163" y="28675"/>
                  </a:lnTo>
                  <a:lnTo>
                    <a:pt x="171892" y="28449"/>
                  </a:lnTo>
                  <a:lnTo>
                    <a:pt x="171422" y="28742"/>
                  </a:lnTo>
                  <a:lnTo>
                    <a:pt x="170452" y="28729"/>
                  </a:lnTo>
                  <a:lnTo>
                    <a:pt x="169251" y="29177"/>
                  </a:lnTo>
                  <a:lnTo>
                    <a:pt x="168542" y="29039"/>
                  </a:lnTo>
                  <a:lnTo>
                    <a:pt x="165805" y="27683"/>
                  </a:lnTo>
                  <a:lnTo>
                    <a:pt x="163342" y="25717"/>
                  </a:lnTo>
                  <a:lnTo>
                    <a:pt x="160446" y="24284"/>
                  </a:lnTo>
                  <a:lnTo>
                    <a:pt x="158356" y="21538"/>
                  </a:lnTo>
                  <a:lnTo>
                    <a:pt x="157316" y="20730"/>
                  </a:lnTo>
                  <a:lnTo>
                    <a:pt x="159024" y="15808"/>
                  </a:lnTo>
                  <a:lnTo>
                    <a:pt x="157274" y="15942"/>
                  </a:lnTo>
                  <a:lnTo>
                    <a:pt x="155268" y="15324"/>
                  </a:lnTo>
                  <a:lnTo>
                    <a:pt x="155481" y="8112"/>
                  </a:lnTo>
                  <a:lnTo>
                    <a:pt x="157748" y="7752"/>
                  </a:lnTo>
                  <a:lnTo>
                    <a:pt x="161974" y="7997"/>
                  </a:lnTo>
                  <a:lnTo>
                    <a:pt x="160908" y="4367"/>
                  </a:lnTo>
                  <a:lnTo>
                    <a:pt x="163625" y="3491"/>
                  </a:lnTo>
                  <a:lnTo>
                    <a:pt x="163917" y="3486"/>
                  </a:lnTo>
                  <a:lnTo>
                    <a:pt x="163959" y="3732"/>
                  </a:lnTo>
                  <a:lnTo>
                    <a:pt x="165188" y="3530"/>
                  </a:lnTo>
                  <a:lnTo>
                    <a:pt x="165162" y="3176"/>
                  </a:lnTo>
                  <a:lnTo>
                    <a:pt x="165464" y="3109"/>
                  </a:lnTo>
                  <a:lnTo>
                    <a:pt x="165816" y="3579"/>
                  </a:lnTo>
                  <a:lnTo>
                    <a:pt x="166276" y="3384"/>
                  </a:lnTo>
                  <a:lnTo>
                    <a:pt x="166598" y="3535"/>
                  </a:lnTo>
                  <a:lnTo>
                    <a:pt x="166674" y="3327"/>
                  </a:lnTo>
                  <a:lnTo>
                    <a:pt x="167110" y="3526"/>
                  </a:lnTo>
                  <a:lnTo>
                    <a:pt x="167235" y="3368"/>
                  </a:lnTo>
                  <a:lnTo>
                    <a:pt x="167305" y="3548"/>
                  </a:lnTo>
                  <a:lnTo>
                    <a:pt x="167897" y="3065"/>
                  </a:lnTo>
                  <a:lnTo>
                    <a:pt x="168039" y="3321"/>
                  </a:lnTo>
                  <a:lnTo>
                    <a:pt x="168265" y="3202"/>
                  </a:lnTo>
                  <a:lnTo>
                    <a:pt x="168321" y="2996"/>
                  </a:lnTo>
                  <a:lnTo>
                    <a:pt x="167902" y="2772"/>
                  </a:lnTo>
                  <a:lnTo>
                    <a:pt x="168171" y="2481"/>
                  </a:lnTo>
                  <a:lnTo>
                    <a:pt x="168858" y="2535"/>
                  </a:lnTo>
                  <a:lnTo>
                    <a:pt x="168924" y="2358"/>
                  </a:lnTo>
                  <a:lnTo>
                    <a:pt x="169554" y="2502"/>
                  </a:lnTo>
                  <a:lnTo>
                    <a:pt x="169621" y="2847"/>
                  </a:lnTo>
                  <a:lnTo>
                    <a:pt x="176102" y="2025"/>
                  </a:lnTo>
                  <a:lnTo>
                    <a:pt x="179125" y="2337"/>
                  </a:lnTo>
                  <a:lnTo>
                    <a:pt x="181359" y="2839"/>
                  </a:lnTo>
                  <a:lnTo>
                    <a:pt x="185574" y="2834"/>
                  </a:lnTo>
                  <a:lnTo>
                    <a:pt x="185653" y="2207"/>
                  </a:lnTo>
                  <a:lnTo>
                    <a:pt x="186687" y="313"/>
                  </a:lnTo>
                  <a:lnTo>
                    <a:pt x="187186" y="315"/>
                  </a:lnTo>
                  <a:lnTo>
                    <a:pt x="187333" y="0"/>
                  </a:lnTo>
                  <a:lnTo>
                    <a:pt x="194958" y="3980"/>
                  </a:lnTo>
                  <a:lnTo>
                    <a:pt x="195108" y="5122"/>
                  </a:lnTo>
                  <a:lnTo>
                    <a:pt x="196207" y="6812"/>
                  </a:lnTo>
                  <a:lnTo>
                    <a:pt x="197537" y="7665"/>
                  </a:lnTo>
                  <a:lnTo>
                    <a:pt x="197481" y="7848"/>
                  </a:lnTo>
                  <a:lnTo>
                    <a:pt x="199321" y="8904"/>
                  </a:lnTo>
                  <a:lnTo>
                    <a:pt x="201681" y="11435"/>
                  </a:lnTo>
                  <a:lnTo>
                    <a:pt x="201717" y="11695"/>
                  </a:lnTo>
                  <a:lnTo>
                    <a:pt x="201131" y="12591"/>
                  </a:lnTo>
                  <a:lnTo>
                    <a:pt x="201129" y="14035"/>
                  </a:lnTo>
                  <a:lnTo>
                    <a:pt x="201386" y="14583"/>
                  </a:lnTo>
                  <a:lnTo>
                    <a:pt x="202543" y="15926"/>
                  </a:lnTo>
                  <a:lnTo>
                    <a:pt x="203273" y="16213"/>
                  </a:lnTo>
                  <a:lnTo>
                    <a:pt x="203735" y="17203"/>
                  </a:lnTo>
                  <a:lnTo>
                    <a:pt x="205940" y="19395"/>
                  </a:lnTo>
                  <a:lnTo>
                    <a:pt x="206677" y="20464"/>
                  </a:lnTo>
                  <a:lnTo>
                    <a:pt x="208754" y="21002"/>
                  </a:lnTo>
                  <a:lnTo>
                    <a:pt x="213465" y="20867"/>
                  </a:lnTo>
                  <a:lnTo>
                    <a:pt x="214109" y="19631"/>
                  </a:lnTo>
                  <a:lnTo>
                    <a:pt x="214014" y="18457"/>
                  </a:lnTo>
                  <a:lnTo>
                    <a:pt x="213668" y="17736"/>
                  </a:lnTo>
                  <a:lnTo>
                    <a:pt x="212380" y="17478"/>
                  </a:lnTo>
                  <a:lnTo>
                    <a:pt x="212495" y="16990"/>
                  </a:lnTo>
                  <a:lnTo>
                    <a:pt x="215581" y="16587"/>
                  </a:lnTo>
                  <a:lnTo>
                    <a:pt x="216207" y="16956"/>
                  </a:lnTo>
                  <a:lnTo>
                    <a:pt x="216726" y="17790"/>
                  </a:lnTo>
                  <a:lnTo>
                    <a:pt x="219247" y="17520"/>
                  </a:lnTo>
                  <a:lnTo>
                    <a:pt x="220929" y="19036"/>
                  </a:lnTo>
                  <a:lnTo>
                    <a:pt x="220723" y="19340"/>
                  </a:lnTo>
                  <a:lnTo>
                    <a:pt x="223285" y="20695"/>
                  </a:lnTo>
                  <a:lnTo>
                    <a:pt x="227208" y="21969"/>
                  </a:lnTo>
                  <a:lnTo>
                    <a:pt x="230212" y="23226"/>
                  </a:lnTo>
                  <a:lnTo>
                    <a:pt x="232479" y="24644"/>
                  </a:lnTo>
                  <a:lnTo>
                    <a:pt x="234557" y="26543"/>
                  </a:lnTo>
                  <a:lnTo>
                    <a:pt x="235163" y="28063"/>
                  </a:lnTo>
                  <a:lnTo>
                    <a:pt x="235104" y="28651"/>
                  </a:lnTo>
                  <a:lnTo>
                    <a:pt x="236759" y="29356"/>
                  </a:lnTo>
                  <a:lnTo>
                    <a:pt x="237544" y="31043"/>
                  </a:lnTo>
                  <a:lnTo>
                    <a:pt x="238961" y="32543"/>
                  </a:lnTo>
                  <a:lnTo>
                    <a:pt x="240606" y="33462"/>
                  </a:lnTo>
                  <a:lnTo>
                    <a:pt x="241027" y="34220"/>
                  </a:lnTo>
                  <a:lnTo>
                    <a:pt x="241605" y="34304"/>
                  </a:lnTo>
                  <a:lnTo>
                    <a:pt x="242439" y="34899"/>
                  </a:lnTo>
                  <a:lnTo>
                    <a:pt x="242780" y="35685"/>
                  </a:lnTo>
                  <a:lnTo>
                    <a:pt x="243195" y="35840"/>
                  </a:lnTo>
                  <a:lnTo>
                    <a:pt x="244482" y="37456"/>
                  </a:lnTo>
                  <a:lnTo>
                    <a:pt x="244826" y="38131"/>
                  </a:lnTo>
                  <a:lnTo>
                    <a:pt x="244820" y="38563"/>
                  </a:lnTo>
                  <a:lnTo>
                    <a:pt x="244590" y="38731"/>
                  </a:lnTo>
                  <a:lnTo>
                    <a:pt x="245052" y="39430"/>
                  </a:lnTo>
                  <a:lnTo>
                    <a:pt x="247115" y="41342"/>
                  </a:lnTo>
                  <a:lnTo>
                    <a:pt x="247928" y="42518"/>
                  </a:lnTo>
                  <a:lnTo>
                    <a:pt x="248427" y="43855"/>
                  </a:lnTo>
                  <a:lnTo>
                    <a:pt x="250591" y="45756"/>
                  </a:lnTo>
                  <a:lnTo>
                    <a:pt x="250893" y="46661"/>
                  </a:lnTo>
                  <a:lnTo>
                    <a:pt x="253060" y="48288"/>
                  </a:lnTo>
                  <a:lnTo>
                    <a:pt x="256324" y="49735"/>
                  </a:lnTo>
                  <a:lnTo>
                    <a:pt x="257881" y="50731"/>
                  </a:lnTo>
                  <a:lnTo>
                    <a:pt x="260727" y="53144"/>
                  </a:lnTo>
                  <a:lnTo>
                    <a:pt x="264850" y="58305"/>
                  </a:lnTo>
                  <a:lnTo>
                    <a:pt x="265991" y="60325"/>
                  </a:lnTo>
                  <a:lnTo>
                    <a:pt x="266820" y="63159"/>
                  </a:lnTo>
                  <a:lnTo>
                    <a:pt x="267721" y="63635"/>
                  </a:lnTo>
                  <a:lnTo>
                    <a:pt x="270281" y="65209"/>
                  </a:lnTo>
                  <a:lnTo>
                    <a:pt x="273314" y="65346"/>
                  </a:lnTo>
                  <a:lnTo>
                    <a:pt x="275030" y="65001"/>
                  </a:lnTo>
                  <a:lnTo>
                    <a:pt x="275795" y="64497"/>
                  </a:lnTo>
                  <a:lnTo>
                    <a:pt x="277580" y="61814"/>
                  </a:lnTo>
                  <a:lnTo>
                    <a:pt x="278713" y="60594"/>
                  </a:lnTo>
                  <a:lnTo>
                    <a:pt x="280275" y="59897"/>
                  </a:lnTo>
                  <a:lnTo>
                    <a:pt x="282330" y="59528"/>
                  </a:lnTo>
                  <a:lnTo>
                    <a:pt x="286447" y="58193"/>
                  </a:lnTo>
                  <a:lnTo>
                    <a:pt x="289440" y="56632"/>
                  </a:lnTo>
                  <a:lnTo>
                    <a:pt x="290388" y="56636"/>
                  </a:lnTo>
                  <a:lnTo>
                    <a:pt x="296315" y="58091"/>
                  </a:lnTo>
                  <a:lnTo>
                    <a:pt x="295688" y="58893"/>
                  </a:lnTo>
                  <a:lnTo>
                    <a:pt x="295103" y="60638"/>
                  </a:lnTo>
                  <a:lnTo>
                    <a:pt x="295587" y="60766"/>
                  </a:lnTo>
                  <a:lnTo>
                    <a:pt x="307229" y="63042"/>
                  </a:lnTo>
                  <a:lnTo>
                    <a:pt x="313359" y="63479"/>
                  </a:lnTo>
                  <a:lnTo>
                    <a:pt x="321046" y="64492"/>
                  </a:lnTo>
                  <a:lnTo>
                    <a:pt x="324882" y="65503"/>
                  </a:lnTo>
                  <a:lnTo>
                    <a:pt x="328770" y="67133"/>
                  </a:lnTo>
                  <a:lnTo>
                    <a:pt x="334876" y="68836"/>
                  </a:lnTo>
                  <a:lnTo>
                    <a:pt x="337493" y="68709"/>
                  </a:lnTo>
                  <a:lnTo>
                    <a:pt x="333814" y="75502"/>
                  </a:lnTo>
                  <a:lnTo>
                    <a:pt x="332658" y="77206"/>
                  </a:lnTo>
                  <a:lnTo>
                    <a:pt x="330296" y="82730"/>
                  </a:lnTo>
                  <a:lnTo>
                    <a:pt x="326937" y="85874"/>
                  </a:lnTo>
                  <a:lnTo>
                    <a:pt x="323319" y="91478"/>
                  </a:lnTo>
                  <a:lnTo>
                    <a:pt x="320554" y="96438"/>
                  </a:lnTo>
                  <a:lnTo>
                    <a:pt x="319353" y="99973"/>
                  </a:lnTo>
                  <a:lnTo>
                    <a:pt x="319354" y="102058"/>
                  </a:lnTo>
                  <a:lnTo>
                    <a:pt x="318150" y="104800"/>
                  </a:lnTo>
                  <a:lnTo>
                    <a:pt x="317293" y="105912"/>
                  </a:lnTo>
                  <a:lnTo>
                    <a:pt x="320186" y="106666"/>
                  </a:lnTo>
                  <a:lnTo>
                    <a:pt x="324200" y="106949"/>
                  </a:lnTo>
                  <a:lnTo>
                    <a:pt x="326423" y="108038"/>
                  </a:lnTo>
                  <a:lnTo>
                    <a:pt x="328535" y="108325"/>
                  </a:lnTo>
                  <a:lnTo>
                    <a:pt x="331281" y="108996"/>
                  </a:lnTo>
                  <a:lnTo>
                    <a:pt x="333447" y="109817"/>
                  </a:lnTo>
                  <a:lnTo>
                    <a:pt x="337677" y="110735"/>
                  </a:lnTo>
                  <a:lnTo>
                    <a:pt x="342363" y="112775"/>
                  </a:lnTo>
                  <a:lnTo>
                    <a:pt x="343237" y="112995"/>
                  </a:lnTo>
                  <a:lnTo>
                    <a:pt x="345831" y="112661"/>
                  </a:lnTo>
                  <a:lnTo>
                    <a:pt x="349501" y="111609"/>
                  </a:lnTo>
                  <a:lnTo>
                    <a:pt x="350478" y="112738"/>
                  </a:lnTo>
                  <a:lnTo>
                    <a:pt x="350748" y="112474"/>
                  </a:lnTo>
                  <a:lnTo>
                    <a:pt x="355925" y="110681"/>
                  </a:lnTo>
                  <a:lnTo>
                    <a:pt x="360797" y="110368"/>
                  </a:lnTo>
                  <a:lnTo>
                    <a:pt x="361949" y="110509"/>
                  </a:lnTo>
                  <a:lnTo>
                    <a:pt x="362536" y="110896"/>
                  </a:lnTo>
                  <a:lnTo>
                    <a:pt x="364845" y="111532"/>
                  </a:lnTo>
                  <a:lnTo>
                    <a:pt x="365811" y="111932"/>
                  </a:lnTo>
                  <a:lnTo>
                    <a:pt x="366994" y="112823"/>
                  </a:lnTo>
                  <a:lnTo>
                    <a:pt x="367917" y="112963"/>
                  </a:lnTo>
                  <a:lnTo>
                    <a:pt x="369815" y="112342"/>
                  </a:lnTo>
                  <a:lnTo>
                    <a:pt x="370796" y="111696"/>
                  </a:lnTo>
                  <a:lnTo>
                    <a:pt x="370983" y="111187"/>
                  </a:lnTo>
                  <a:lnTo>
                    <a:pt x="371874" y="110832"/>
                  </a:lnTo>
                  <a:lnTo>
                    <a:pt x="372982" y="111140"/>
                  </a:lnTo>
                  <a:lnTo>
                    <a:pt x="376311" y="111039"/>
                  </a:lnTo>
                  <a:lnTo>
                    <a:pt x="377557" y="110729"/>
                  </a:lnTo>
                  <a:lnTo>
                    <a:pt x="383258" y="111632"/>
                  </a:lnTo>
                  <a:lnTo>
                    <a:pt x="384269" y="111374"/>
                  </a:lnTo>
                  <a:lnTo>
                    <a:pt x="384513" y="111548"/>
                  </a:lnTo>
                  <a:lnTo>
                    <a:pt x="386020" y="111320"/>
                  </a:lnTo>
                  <a:lnTo>
                    <a:pt x="387753" y="111432"/>
                  </a:lnTo>
                  <a:lnTo>
                    <a:pt x="392414" y="109349"/>
                  </a:lnTo>
                  <a:lnTo>
                    <a:pt x="392762" y="109909"/>
                  </a:lnTo>
                  <a:lnTo>
                    <a:pt x="392832" y="110712"/>
                  </a:lnTo>
                  <a:lnTo>
                    <a:pt x="392584" y="112385"/>
                  </a:lnTo>
                  <a:lnTo>
                    <a:pt x="392692" y="113985"/>
                  </a:lnTo>
                  <a:lnTo>
                    <a:pt x="392285" y="114664"/>
                  </a:lnTo>
                  <a:lnTo>
                    <a:pt x="392250" y="115560"/>
                  </a:lnTo>
                  <a:lnTo>
                    <a:pt x="392713" y="118217"/>
                  </a:lnTo>
                  <a:lnTo>
                    <a:pt x="393101" y="119188"/>
                  </a:lnTo>
                  <a:lnTo>
                    <a:pt x="393218" y="120561"/>
                  </a:lnTo>
                  <a:lnTo>
                    <a:pt x="393841" y="122492"/>
                  </a:lnTo>
                  <a:lnTo>
                    <a:pt x="394176" y="126076"/>
                  </a:lnTo>
                  <a:lnTo>
                    <a:pt x="394437" y="126845"/>
                  </a:lnTo>
                  <a:lnTo>
                    <a:pt x="395018" y="127478"/>
                  </a:lnTo>
                  <a:lnTo>
                    <a:pt x="395220" y="127201"/>
                  </a:lnTo>
                  <a:lnTo>
                    <a:pt x="396332" y="127648"/>
                  </a:lnTo>
                  <a:lnTo>
                    <a:pt x="398482" y="127870"/>
                  </a:lnTo>
                  <a:lnTo>
                    <a:pt x="400854" y="127563"/>
                  </a:lnTo>
                  <a:lnTo>
                    <a:pt x="402493" y="127740"/>
                  </a:lnTo>
                  <a:lnTo>
                    <a:pt x="402933" y="129194"/>
                  </a:lnTo>
                  <a:lnTo>
                    <a:pt x="403593" y="128667"/>
                  </a:lnTo>
                  <a:lnTo>
                    <a:pt x="404044" y="129124"/>
                  </a:lnTo>
                  <a:lnTo>
                    <a:pt x="405087" y="129142"/>
                  </a:lnTo>
                  <a:lnTo>
                    <a:pt x="406576" y="128477"/>
                  </a:lnTo>
                  <a:lnTo>
                    <a:pt x="413112" y="130386"/>
                  </a:lnTo>
                  <a:lnTo>
                    <a:pt x="411548" y="135486"/>
                  </a:lnTo>
                  <a:lnTo>
                    <a:pt x="409764" y="143065"/>
                  </a:lnTo>
                  <a:lnTo>
                    <a:pt x="408438" y="146589"/>
                  </a:lnTo>
                  <a:lnTo>
                    <a:pt x="408215" y="147839"/>
                  </a:lnTo>
                  <a:lnTo>
                    <a:pt x="410239" y="148461"/>
                  </a:lnTo>
                  <a:lnTo>
                    <a:pt x="413202" y="150064"/>
                  </a:lnTo>
                  <a:lnTo>
                    <a:pt x="421650" y="152977"/>
                  </a:lnTo>
                  <a:lnTo>
                    <a:pt x="424729" y="154569"/>
                  </a:lnTo>
                  <a:lnTo>
                    <a:pt x="424386" y="155259"/>
                  </a:lnTo>
                  <a:lnTo>
                    <a:pt x="424563" y="155636"/>
                  </a:lnTo>
                  <a:lnTo>
                    <a:pt x="424291" y="156001"/>
                  </a:lnTo>
                  <a:lnTo>
                    <a:pt x="421159" y="157954"/>
                  </a:lnTo>
                  <a:lnTo>
                    <a:pt x="420737" y="158640"/>
                  </a:lnTo>
                  <a:lnTo>
                    <a:pt x="419945" y="160326"/>
                  </a:lnTo>
                  <a:lnTo>
                    <a:pt x="420297" y="160501"/>
                  </a:lnTo>
                  <a:lnTo>
                    <a:pt x="419474" y="161789"/>
                  </a:lnTo>
                  <a:lnTo>
                    <a:pt x="420200" y="162160"/>
                  </a:lnTo>
                  <a:lnTo>
                    <a:pt x="420537" y="161805"/>
                  </a:lnTo>
                  <a:lnTo>
                    <a:pt x="422550" y="162717"/>
                  </a:lnTo>
                  <a:lnTo>
                    <a:pt x="431066" y="164963"/>
                  </a:lnTo>
                  <a:lnTo>
                    <a:pt x="431136" y="163031"/>
                  </a:lnTo>
                  <a:lnTo>
                    <a:pt x="430632" y="161589"/>
                  </a:lnTo>
                  <a:lnTo>
                    <a:pt x="430916" y="161235"/>
                  </a:lnTo>
                  <a:lnTo>
                    <a:pt x="430847" y="160666"/>
                  </a:lnTo>
                  <a:lnTo>
                    <a:pt x="430324" y="159616"/>
                  </a:lnTo>
                  <a:lnTo>
                    <a:pt x="432325" y="159306"/>
                  </a:lnTo>
                  <a:lnTo>
                    <a:pt x="433963" y="160771"/>
                  </a:lnTo>
                  <a:lnTo>
                    <a:pt x="437074" y="161484"/>
                  </a:lnTo>
                  <a:lnTo>
                    <a:pt x="443121" y="163831"/>
                  </a:lnTo>
                  <a:lnTo>
                    <a:pt x="446869" y="164612"/>
                  </a:lnTo>
                  <a:lnTo>
                    <a:pt x="448836" y="164565"/>
                  </a:lnTo>
                  <a:lnTo>
                    <a:pt x="449603" y="164043"/>
                  </a:lnTo>
                  <a:lnTo>
                    <a:pt x="450018" y="163699"/>
                  </a:lnTo>
                  <a:lnTo>
                    <a:pt x="450118" y="163837"/>
                  </a:lnTo>
                  <a:lnTo>
                    <a:pt x="453021" y="162578"/>
                  </a:lnTo>
                  <a:lnTo>
                    <a:pt x="454142" y="161247"/>
                  </a:lnTo>
                  <a:lnTo>
                    <a:pt x="455898" y="159761"/>
                  </a:lnTo>
                  <a:lnTo>
                    <a:pt x="459408" y="158117"/>
                  </a:lnTo>
                  <a:lnTo>
                    <a:pt x="459773" y="158140"/>
                  </a:lnTo>
                  <a:lnTo>
                    <a:pt x="464165" y="160909"/>
                  </a:lnTo>
                  <a:lnTo>
                    <a:pt x="465970" y="161461"/>
                  </a:lnTo>
                  <a:lnTo>
                    <a:pt x="470193" y="163340"/>
                  </a:lnTo>
                  <a:lnTo>
                    <a:pt x="475734" y="166306"/>
                  </a:lnTo>
                  <a:lnTo>
                    <a:pt x="476305" y="166184"/>
                  </a:lnTo>
                  <a:lnTo>
                    <a:pt x="479608" y="168462"/>
                  </a:lnTo>
                  <a:lnTo>
                    <a:pt x="480573" y="169912"/>
                  </a:lnTo>
                  <a:lnTo>
                    <a:pt x="481400" y="170713"/>
                  </a:lnTo>
                  <a:lnTo>
                    <a:pt x="480600" y="172041"/>
                  </a:lnTo>
                  <a:lnTo>
                    <a:pt x="477398" y="175414"/>
                  </a:lnTo>
                  <a:lnTo>
                    <a:pt x="474874" y="175255"/>
                  </a:lnTo>
                  <a:lnTo>
                    <a:pt x="473598" y="175816"/>
                  </a:lnTo>
                  <a:lnTo>
                    <a:pt x="472737" y="177398"/>
                  </a:lnTo>
                  <a:lnTo>
                    <a:pt x="472700" y="179914"/>
                  </a:lnTo>
                  <a:lnTo>
                    <a:pt x="473568" y="180754"/>
                  </a:lnTo>
                  <a:lnTo>
                    <a:pt x="473089" y="183205"/>
                  </a:lnTo>
                  <a:lnTo>
                    <a:pt x="474093" y="183140"/>
                  </a:lnTo>
                  <a:lnTo>
                    <a:pt x="471690" y="187226"/>
                  </a:lnTo>
                  <a:lnTo>
                    <a:pt x="471793" y="188026"/>
                  </a:lnTo>
                  <a:lnTo>
                    <a:pt x="473417" y="191360"/>
                  </a:lnTo>
                  <a:lnTo>
                    <a:pt x="475049" y="192464"/>
                  </a:lnTo>
                  <a:lnTo>
                    <a:pt x="478358" y="197164"/>
                  </a:lnTo>
                  <a:lnTo>
                    <a:pt x="479314" y="199077"/>
                  </a:lnTo>
                  <a:lnTo>
                    <a:pt x="477971" y="199879"/>
                  </a:lnTo>
                  <a:lnTo>
                    <a:pt x="476551" y="200359"/>
                  </a:lnTo>
                  <a:lnTo>
                    <a:pt x="475335" y="201536"/>
                  </a:lnTo>
                  <a:lnTo>
                    <a:pt x="472037" y="203499"/>
                  </a:lnTo>
                  <a:lnTo>
                    <a:pt x="468378" y="205156"/>
                  </a:lnTo>
                  <a:lnTo>
                    <a:pt x="467111" y="205977"/>
                  </a:lnTo>
                  <a:lnTo>
                    <a:pt x="463480" y="204375"/>
                  </a:lnTo>
                  <a:lnTo>
                    <a:pt x="459694" y="203180"/>
                  </a:lnTo>
                  <a:lnTo>
                    <a:pt x="458585" y="202443"/>
                  </a:lnTo>
                  <a:lnTo>
                    <a:pt x="459025" y="209634"/>
                  </a:lnTo>
                  <a:lnTo>
                    <a:pt x="457539" y="214966"/>
                  </a:lnTo>
                  <a:lnTo>
                    <a:pt x="457310" y="220779"/>
                  </a:lnTo>
                  <a:lnTo>
                    <a:pt x="456805" y="224325"/>
                  </a:lnTo>
                  <a:lnTo>
                    <a:pt x="456199" y="225973"/>
                  </a:lnTo>
                  <a:lnTo>
                    <a:pt x="456156" y="229647"/>
                  </a:lnTo>
                  <a:lnTo>
                    <a:pt x="455447" y="230438"/>
                  </a:lnTo>
                  <a:lnTo>
                    <a:pt x="452611" y="232420"/>
                  </a:lnTo>
                  <a:lnTo>
                    <a:pt x="451678" y="233579"/>
                  </a:lnTo>
                  <a:lnTo>
                    <a:pt x="449476" y="237561"/>
                  </a:lnTo>
                  <a:lnTo>
                    <a:pt x="448396" y="238621"/>
                  </a:lnTo>
                  <a:lnTo>
                    <a:pt x="447700" y="240049"/>
                  </a:lnTo>
                  <a:lnTo>
                    <a:pt x="446225" y="239117"/>
                  </a:lnTo>
                  <a:lnTo>
                    <a:pt x="443607" y="236720"/>
                  </a:lnTo>
                  <a:lnTo>
                    <a:pt x="440504" y="235545"/>
                  </a:lnTo>
                  <a:lnTo>
                    <a:pt x="439719" y="236080"/>
                  </a:lnTo>
                  <a:lnTo>
                    <a:pt x="438050" y="237959"/>
                  </a:lnTo>
                  <a:lnTo>
                    <a:pt x="435787" y="240890"/>
                  </a:lnTo>
                  <a:lnTo>
                    <a:pt x="432651" y="240427"/>
                  </a:lnTo>
                  <a:lnTo>
                    <a:pt x="430051" y="240903"/>
                  </a:lnTo>
                  <a:lnTo>
                    <a:pt x="428223" y="240728"/>
                  </a:lnTo>
                  <a:lnTo>
                    <a:pt x="426951" y="239923"/>
                  </a:lnTo>
                  <a:lnTo>
                    <a:pt x="426603" y="240992"/>
                  </a:lnTo>
                  <a:lnTo>
                    <a:pt x="426271" y="241302"/>
                  </a:lnTo>
                  <a:lnTo>
                    <a:pt x="425538" y="241426"/>
                  </a:lnTo>
                  <a:lnTo>
                    <a:pt x="425143" y="241798"/>
                  </a:lnTo>
                  <a:lnTo>
                    <a:pt x="425285" y="242200"/>
                  </a:lnTo>
                  <a:lnTo>
                    <a:pt x="424730" y="242752"/>
                  </a:lnTo>
                  <a:lnTo>
                    <a:pt x="425035" y="243418"/>
                  </a:lnTo>
                  <a:lnTo>
                    <a:pt x="425025" y="244156"/>
                  </a:lnTo>
                  <a:lnTo>
                    <a:pt x="425405" y="244629"/>
                  </a:lnTo>
                  <a:lnTo>
                    <a:pt x="425148" y="245352"/>
                  </a:lnTo>
                  <a:lnTo>
                    <a:pt x="423929" y="246417"/>
                  </a:lnTo>
                  <a:lnTo>
                    <a:pt x="422596" y="246771"/>
                  </a:lnTo>
                  <a:lnTo>
                    <a:pt x="421627" y="248535"/>
                  </a:lnTo>
                  <a:lnTo>
                    <a:pt x="421087" y="247455"/>
                  </a:lnTo>
                  <a:lnTo>
                    <a:pt x="418790" y="245418"/>
                  </a:lnTo>
                  <a:lnTo>
                    <a:pt x="418483" y="245764"/>
                  </a:lnTo>
                  <a:lnTo>
                    <a:pt x="417517" y="244834"/>
                  </a:lnTo>
                  <a:lnTo>
                    <a:pt x="415050" y="243263"/>
                  </a:lnTo>
                  <a:lnTo>
                    <a:pt x="409573" y="248875"/>
                  </a:lnTo>
                  <a:lnTo>
                    <a:pt x="408297" y="251030"/>
                  </a:lnTo>
                  <a:lnTo>
                    <a:pt x="407868" y="251119"/>
                  </a:lnTo>
                  <a:lnTo>
                    <a:pt x="407070" y="250072"/>
                  </a:lnTo>
                  <a:lnTo>
                    <a:pt x="407393" y="250524"/>
                  </a:lnTo>
                  <a:lnTo>
                    <a:pt x="405653" y="253148"/>
                  </a:lnTo>
                  <a:lnTo>
                    <a:pt x="399549" y="264058"/>
                  </a:lnTo>
                  <a:lnTo>
                    <a:pt x="399221" y="263717"/>
                  </a:lnTo>
                  <a:lnTo>
                    <a:pt x="398876" y="264600"/>
                  </a:lnTo>
                  <a:lnTo>
                    <a:pt x="399389" y="264646"/>
                  </a:lnTo>
                  <a:lnTo>
                    <a:pt x="401171" y="265718"/>
                  </a:lnTo>
                  <a:lnTo>
                    <a:pt x="401531" y="265655"/>
                  </a:lnTo>
                  <a:lnTo>
                    <a:pt x="402358" y="266402"/>
                  </a:lnTo>
                  <a:lnTo>
                    <a:pt x="403018" y="266549"/>
                  </a:lnTo>
                  <a:lnTo>
                    <a:pt x="406283" y="266003"/>
                  </a:lnTo>
                  <a:lnTo>
                    <a:pt x="406818" y="265660"/>
                  </a:lnTo>
                  <a:lnTo>
                    <a:pt x="407004" y="265203"/>
                  </a:lnTo>
                  <a:lnTo>
                    <a:pt x="408886" y="265219"/>
                  </a:lnTo>
                  <a:lnTo>
                    <a:pt x="409668" y="265894"/>
                  </a:lnTo>
                  <a:lnTo>
                    <a:pt x="411440" y="266723"/>
                  </a:lnTo>
                  <a:lnTo>
                    <a:pt x="412544" y="266912"/>
                  </a:lnTo>
                  <a:lnTo>
                    <a:pt x="413298" y="266799"/>
                  </a:lnTo>
                  <a:lnTo>
                    <a:pt x="415691" y="267635"/>
                  </a:lnTo>
                  <a:lnTo>
                    <a:pt x="416048" y="268032"/>
                  </a:lnTo>
                  <a:lnTo>
                    <a:pt x="415005" y="268872"/>
                  </a:lnTo>
                  <a:lnTo>
                    <a:pt x="414491" y="270471"/>
                  </a:lnTo>
                  <a:lnTo>
                    <a:pt x="414635" y="271398"/>
                  </a:lnTo>
                  <a:lnTo>
                    <a:pt x="416263" y="273341"/>
                  </a:lnTo>
                  <a:lnTo>
                    <a:pt x="415341" y="274451"/>
                  </a:lnTo>
                  <a:lnTo>
                    <a:pt x="415728" y="275377"/>
                  </a:lnTo>
                  <a:lnTo>
                    <a:pt x="415525" y="275596"/>
                  </a:lnTo>
                  <a:lnTo>
                    <a:pt x="413870" y="275817"/>
                  </a:lnTo>
                  <a:lnTo>
                    <a:pt x="413626" y="276247"/>
                  </a:lnTo>
                  <a:lnTo>
                    <a:pt x="413816" y="276722"/>
                  </a:lnTo>
                  <a:lnTo>
                    <a:pt x="415334" y="277830"/>
                  </a:lnTo>
                  <a:lnTo>
                    <a:pt x="417101" y="278690"/>
                  </a:lnTo>
                  <a:lnTo>
                    <a:pt x="417312" y="279256"/>
                  </a:lnTo>
                  <a:lnTo>
                    <a:pt x="417136" y="280754"/>
                  </a:lnTo>
                  <a:lnTo>
                    <a:pt x="418376" y="281476"/>
                  </a:lnTo>
                  <a:lnTo>
                    <a:pt x="418642" y="282006"/>
                  </a:lnTo>
                  <a:lnTo>
                    <a:pt x="418398" y="283431"/>
                  </a:lnTo>
                  <a:lnTo>
                    <a:pt x="417595" y="282363"/>
                  </a:lnTo>
                  <a:lnTo>
                    <a:pt x="416989" y="282130"/>
                  </a:lnTo>
                  <a:lnTo>
                    <a:pt x="416487" y="282322"/>
                  </a:lnTo>
                  <a:lnTo>
                    <a:pt x="416162" y="284108"/>
                  </a:lnTo>
                  <a:lnTo>
                    <a:pt x="415882" y="284526"/>
                  </a:lnTo>
                  <a:lnTo>
                    <a:pt x="414512" y="283201"/>
                  </a:lnTo>
                  <a:lnTo>
                    <a:pt x="413655" y="283324"/>
                  </a:lnTo>
                  <a:lnTo>
                    <a:pt x="412955" y="283711"/>
                  </a:lnTo>
                  <a:lnTo>
                    <a:pt x="411281" y="283513"/>
                  </a:lnTo>
                  <a:lnTo>
                    <a:pt x="410302" y="283820"/>
                  </a:lnTo>
                  <a:lnTo>
                    <a:pt x="409553" y="285016"/>
                  </a:lnTo>
                  <a:lnTo>
                    <a:pt x="410987" y="286639"/>
                  </a:lnTo>
                  <a:lnTo>
                    <a:pt x="410526" y="287420"/>
                  </a:lnTo>
                  <a:lnTo>
                    <a:pt x="409597" y="287534"/>
                  </a:lnTo>
                  <a:lnTo>
                    <a:pt x="408645" y="286918"/>
                  </a:lnTo>
                  <a:lnTo>
                    <a:pt x="408112" y="286939"/>
                  </a:lnTo>
                  <a:lnTo>
                    <a:pt x="407273" y="287477"/>
                  </a:lnTo>
                  <a:lnTo>
                    <a:pt x="406667" y="287587"/>
                  </a:lnTo>
                  <a:lnTo>
                    <a:pt x="405235" y="287475"/>
                  </a:lnTo>
                  <a:lnTo>
                    <a:pt x="404634" y="288273"/>
                  </a:lnTo>
                  <a:lnTo>
                    <a:pt x="404345" y="289530"/>
                  </a:lnTo>
                  <a:lnTo>
                    <a:pt x="404068" y="289750"/>
                  </a:lnTo>
                  <a:lnTo>
                    <a:pt x="400496" y="289429"/>
                  </a:lnTo>
                  <a:lnTo>
                    <a:pt x="399951" y="291063"/>
                  </a:lnTo>
                  <a:lnTo>
                    <a:pt x="399920" y="292252"/>
                  </a:lnTo>
                  <a:lnTo>
                    <a:pt x="400300" y="292703"/>
                  </a:lnTo>
                  <a:lnTo>
                    <a:pt x="401262" y="293135"/>
                  </a:lnTo>
                  <a:lnTo>
                    <a:pt x="401807" y="294152"/>
                  </a:lnTo>
                  <a:lnTo>
                    <a:pt x="400315" y="294763"/>
                  </a:lnTo>
                  <a:lnTo>
                    <a:pt x="399525" y="295886"/>
                  </a:lnTo>
                  <a:lnTo>
                    <a:pt x="398153" y="296551"/>
                  </a:lnTo>
                  <a:lnTo>
                    <a:pt x="397257" y="296275"/>
                  </a:lnTo>
                  <a:lnTo>
                    <a:pt x="396047" y="297387"/>
                  </a:lnTo>
                  <a:lnTo>
                    <a:pt x="394274" y="296780"/>
                  </a:lnTo>
                  <a:lnTo>
                    <a:pt x="392820" y="296848"/>
                  </a:lnTo>
                  <a:lnTo>
                    <a:pt x="392342" y="298626"/>
                  </a:lnTo>
                  <a:lnTo>
                    <a:pt x="393489" y="298723"/>
                  </a:lnTo>
                  <a:lnTo>
                    <a:pt x="396687" y="298312"/>
                  </a:lnTo>
                  <a:lnTo>
                    <a:pt x="399774" y="297155"/>
                  </a:lnTo>
                  <a:lnTo>
                    <a:pt x="399609" y="296818"/>
                  </a:lnTo>
                  <a:lnTo>
                    <a:pt x="400175" y="296462"/>
                  </a:lnTo>
                  <a:lnTo>
                    <a:pt x="402791" y="295587"/>
                  </a:lnTo>
                  <a:lnTo>
                    <a:pt x="403162" y="294256"/>
                  </a:lnTo>
                  <a:lnTo>
                    <a:pt x="405121" y="294994"/>
                  </a:lnTo>
                  <a:lnTo>
                    <a:pt x="407046" y="295293"/>
                  </a:lnTo>
                  <a:lnTo>
                    <a:pt x="408049" y="296538"/>
                  </a:lnTo>
                  <a:lnTo>
                    <a:pt x="409957" y="298180"/>
                  </a:lnTo>
                  <a:lnTo>
                    <a:pt x="409540" y="299027"/>
                  </a:lnTo>
                  <a:lnTo>
                    <a:pt x="408851" y="299199"/>
                  </a:lnTo>
                  <a:lnTo>
                    <a:pt x="409915" y="310020"/>
                  </a:lnTo>
                  <a:lnTo>
                    <a:pt x="410255" y="309952"/>
                  </a:lnTo>
                  <a:lnTo>
                    <a:pt x="410043" y="314719"/>
                  </a:lnTo>
                  <a:lnTo>
                    <a:pt x="410277" y="315006"/>
                  </a:lnTo>
                  <a:lnTo>
                    <a:pt x="410234" y="319907"/>
                  </a:lnTo>
                  <a:lnTo>
                    <a:pt x="414277" y="320399"/>
                  </a:lnTo>
                  <a:lnTo>
                    <a:pt x="419314" y="321406"/>
                  </a:lnTo>
                  <a:lnTo>
                    <a:pt x="422476" y="321565"/>
                  </a:lnTo>
                  <a:lnTo>
                    <a:pt x="424373" y="321185"/>
                  </a:lnTo>
                  <a:lnTo>
                    <a:pt x="425947" y="321415"/>
                  </a:lnTo>
                  <a:lnTo>
                    <a:pt x="428655" y="321390"/>
                  </a:lnTo>
                  <a:lnTo>
                    <a:pt x="427522" y="329405"/>
                  </a:lnTo>
                  <a:lnTo>
                    <a:pt x="429037" y="328701"/>
                  </a:lnTo>
                  <a:lnTo>
                    <a:pt x="434472" y="325369"/>
                  </a:lnTo>
                  <a:lnTo>
                    <a:pt x="437127" y="325086"/>
                  </a:lnTo>
                  <a:lnTo>
                    <a:pt x="438100" y="325591"/>
                  </a:lnTo>
                  <a:lnTo>
                    <a:pt x="441028" y="326644"/>
                  </a:lnTo>
                  <a:lnTo>
                    <a:pt x="448197" y="329950"/>
                  </a:lnTo>
                  <a:lnTo>
                    <a:pt x="449857" y="330505"/>
                  </a:lnTo>
                  <a:lnTo>
                    <a:pt x="450929" y="330530"/>
                  </a:lnTo>
                  <a:lnTo>
                    <a:pt x="452208" y="330201"/>
                  </a:lnTo>
                  <a:lnTo>
                    <a:pt x="454529" y="331239"/>
                  </a:lnTo>
                  <a:lnTo>
                    <a:pt x="457984" y="332375"/>
                  </a:lnTo>
                  <a:lnTo>
                    <a:pt x="459117" y="332634"/>
                  </a:lnTo>
                  <a:lnTo>
                    <a:pt x="461066" y="332651"/>
                  </a:lnTo>
                  <a:lnTo>
                    <a:pt x="462145" y="332707"/>
                  </a:lnTo>
                  <a:lnTo>
                    <a:pt x="464839" y="333392"/>
                  </a:lnTo>
                  <a:lnTo>
                    <a:pt x="466564" y="334289"/>
                  </a:lnTo>
                  <a:lnTo>
                    <a:pt x="466556" y="334510"/>
                  </a:lnTo>
                  <a:lnTo>
                    <a:pt x="469026" y="334483"/>
                  </a:lnTo>
                  <a:lnTo>
                    <a:pt x="471385" y="334027"/>
                  </a:lnTo>
                  <a:lnTo>
                    <a:pt x="474721" y="334046"/>
                  </a:lnTo>
                  <a:lnTo>
                    <a:pt x="479563" y="334978"/>
                  </a:lnTo>
                  <a:lnTo>
                    <a:pt x="479687" y="337854"/>
                  </a:lnTo>
                  <a:lnTo>
                    <a:pt x="481925" y="338012"/>
                  </a:lnTo>
                  <a:lnTo>
                    <a:pt x="495905" y="340572"/>
                  </a:lnTo>
                  <a:lnTo>
                    <a:pt x="501517" y="341246"/>
                  </a:lnTo>
                  <a:lnTo>
                    <a:pt x="501477" y="342047"/>
                  </a:lnTo>
                  <a:lnTo>
                    <a:pt x="513205" y="342423"/>
                  </a:lnTo>
                  <a:lnTo>
                    <a:pt x="516350" y="342365"/>
                  </a:lnTo>
                  <a:lnTo>
                    <a:pt x="523104" y="343268"/>
                  </a:lnTo>
                  <a:lnTo>
                    <a:pt x="530257" y="344626"/>
                  </a:lnTo>
                  <a:lnTo>
                    <a:pt x="538968" y="346906"/>
                  </a:lnTo>
                  <a:lnTo>
                    <a:pt x="538602" y="348462"/>
                  </a:lnTo>
                  <a:lnTo>
                    <a:pt x="543371" y="348881"/>
                  </a:lnTo>
                  <a:lnTo>
                    <a:pt x="539916" y="355685"/>
                  </a:lnTo>
                  <a:lnTo>
                    <a:pt x="543343" y="356494"/>
                  </a:lnTo>
                  <a:lnTo>
                    <a:pt x="539981" y="362891"/>
                  </a:lnTo>
                  <a:lnTo>
                    <a:pt x="536466" y="362067"/>
                  </a:lnTo>
                  <a:lnTo>
                    <a:pt x="533813" y="361831"/>
                  </a:lnTo>
                  <a:lnTo>
                    <a:pt x="530729" y="362708"/>
                  </a:lnTo>
                  <a:lnTo>
                    <a:pt x="529461" y="365879"/>
                  </a:lnTo>
                  <a:lnTo>
                    <a:pt x="527083" y="365450"/>
                  </a:lnTo>
                  <a:lnTo>
                    <a:pt x="523085" y="372536"/>
                  </a:lnTo>
                  <a:lnTo>
                    <a:pt x="521659" y="371965"/>
                  </a:lnTo>
                  <a:lnTo>
                    <a:pt x="519797" y="375083"/>
                  </a:lnTo>
                  <a:lnTo>
                    <a:pt x="518682" y="373929"/>
                  </a:lnTo>
                  <a:lnTo>
                    <a:pt x="516417" y="377151"/>
                  </a:lnTo>
                  <a:lnTo>
                    <a:pt x="515974" y="376886"/>
                  </a:lnTo>
                  <a:lnTo>
                    <a:pt x="515352" y="377771"/>
                  </a:lnTo>
                  <a:lnTo>
                    <a:pt x="514629" y="377093"/>
                  </a:lnTo>
                  <a:lnTo>
                    <a:pt x="513076" y="379505"/>
                  </a:lnTo>
                  <a:lnTo>
                    <a:pt x="513196" y="380184"/>
                  </a:lnTo>
                  <a:lnTo>
                    <a:pt x="513496" y="380415"/>
                  </a:lnTo>
                  <a:lnTo>
                    <a:pt x="512716" y="382193"/>
                  </a:lnTo>
                  <a:lnTo>
                    <a:pt x="512220" y="393069"/>
                  </a:lnTo>
                  <a:lnTo>
                    <a:pt x="514166" y="393358"/>
                  </a:lnTo>
                  <a:lnTo>
                    <a:pt x="513806" y="404712"/>
                  </a:lnTo>
                  <a:lnTo>
                    <a:pt x="511264" y="419714"/>
                  </a:lnTo>
                  <a:lnTo>
                    <a:pt x="510755" y="421247"/>
                  </a:lnTo>
                  <a:lnTo>
                    <a:pt x="510364" y="424772"/>
                  </a:lnTo>
                  <a:lnTo>
                    <a:pt x="509553" y="429553"/>
                  </a:lnTo>
                  <a:lnTo>
                    <a:pt x="510781" y="429842"/>
                  </a:lnTo>
                  <a:lnTo>
                    <a:pt x="510233" y="432255"/>
                  </a:lnTo>
                  <a:lnTo>
                    <a:pt x="511152" y="432478"/>
                  </a:lnTo>
                  <a:lnTo>
                    <a:pt x="511131" y="438451"/>
                  </a:lnTo>
                  <a:lnTo>
                    <a:pt x="510568" y="442907"/>
                  </a:lnTo>
                  <a:lnTo>
                    <a:pt x="512430" y="443409"/>
                  </a:lnTo>
                  <a:lnTo>
                    <a:pt x="511188" y="451092"/>
                  </a:lnTo>
                  <a:lnTo>
                    <a:pt x="512171" y="451508"/>
                  </a:lnTo>
                  <a:lnTo>
                    <a:pt x="511948" y="454542"/>
                  </a:lnTo>
                  <a:lnTo>
                    <a:pt x="512685" y="459308"/>
                  </a:lnTo>
                  <a:lnTo>
                    <a:pt x="513019" y="464366"/>
                  </a:lnTo>
                  <a:lnTo>
                    <a:pt x="512943" y="466860"/>
                  </a:lnTo>
                  <a:lnTo>
                    <a:pt x="511162" y="466775"/>
                  </a:lnTo>
                  <a:lnTo>
                    <a:pt x="500097" y="462843"/>
                  </a:lnTo>
                  <a:lnTo>
                    <a:pt x="496081" y="461689"/>
                  </a:lnTo>
                  <a:lnTo>
                    <a:pt x="486700" y="459892"/>
                  </a:lnTo>
                  <a:lnTo>
                    <a:pt x="482259" y="459462"/>
                  </a:lnTo>
                  <a:lnTo>
                    <a:pt x="479828" y="459113"/>
                  </a:lnTo>
                  <a:lnTo>
                    <a:pt x="477759" y="459223"/>
                  </a:lnTo>
                  <a:lnTo>
                    <a:pt x="475311" y="459509"/>
                  </a:lnTo>
                  <a:lnTo>
                    <a:pt x="468999" y="460843"/>
                  </a:lnTo>
                  <a:lnTo>
                    <a:pt x="466435" y="460979"/>
                  </a:lnTo>
                  <a:lnTo>
                    <a:pt x="460745" y="460498"/>
                  </a:lnTo>
                  <a:lnTo>
                    <a:pt x="455621" y="460966"/>
                  </a:lnTo>
                  <a:lnTo>
                    <a:pt x="454031" y="460739"/>
                  </a:lnTo>
                  <a:lnTo>
                    <a:pt x="450264" y="460867"/>
                  </a:lnTo>
                  <a:lnTo>
                    <a:pt x="448601" y="461041"/>
                  </a:lnTo>
                  <a:lnTo>
                    <a:pt x="447270" y="462143"/>
                  </a:lnTo>
                  <a:lnTo>
                    <a:pt x="442510" y="461111"/>
                  </a:lnTo>
                  <a:lnTo>
                    <a:pt x="441356" y="460004"/>
                  </a:lnTo>
                  <a:lnTo>
                    <a:pt x="439518" y="462810"/>
                  </a:lnTo>
                  <a:lnTo>
                    <a:pt x="437728" y="464256"/>
                  </a:lnTo>
                  <a:lnTo>
                    <a:pt x="435795" y="466603"/>
                  </a:lnTo>
                  <a:lnTo>
                    <a:pt x="434976" y="469025"/>
                  </a:lnTo>
                  <a:lnTo>
                    <a:pt x="433388" y="468197"/>
                  </a:lnTo>
                  <a:lnTo>
                    <a:pt x="433039" y="467406"/>
                  </a:lnTo>
                  <a:lnTo>
                    <a:pt x="434367" y="464741"/>
                  </a:lnTo>
                  <a:lnTo>
                    <a:pt x="435205" y="464129"/>
                  </a:lnTo>
                  <a:lnTo>
                    <a:pt x="433701" y="464059"/>
                  </a:lnTo>
                  <a:lnTo>
                    <a:pt x="432546" y="463627"/>
                  </a:lnTo>
                  <a:lnTo>
                    <a:pt x="431216" y="462699"/>
                  </a:lnTo>
                  <a:lnTo>
                    <a:pt x="429544" y="462433"/>
                  </a:lnTo>
                  <a:lnTo>
                    <a:pt x="428653" y="462385"/>
                  </a:lnTo>
                  <a:lnTo>
                    <a:pt x="428108" y="464477"/>
                  </a:lnTo>
                  <a:lnTo>
                    <a:pt x="428225" y="464744"/>
                  </a:lnTo>
                  <a:lnTo>
                    <a:pt x="427151" y="464948"/>
                  </a:lnTo>
                  <a:lnTo>
                    <a:pt x="425214" y="466111"/>
                  </a:lnTo>
                  <a:lnTo>
                    <a:pt x="421995" y="465601"/>
                  </a:lnTo>
                  <a:lnTo>
                    <a:pt x="419299" y="465705"/>
                  </a:lnTo>
                  <a:lnTo>
                    <a:pt x="418932" y="466000"/>
                  </a:lnTo>
                  <a:lnTo>
                    <a:pt x="415673" y="466459"/>
                  </a:lnTo>
                  <a:lnTo>
                    <a:pt x="415267" y="466657"/>
                  </a:lnTo>
                  <a:lnTo>
                    <a:pt x="414914" y="467351"/>
                  </a:lnTo>
                  <a:lnTo>
                    <a:pt x="415932" y="467573"/>
                  </a:lnTo>
                  <a:lnTo>
                    <a:pt x="416263" y="468865"/>
                  </a:lnTo>
                  <a:lnTo>
                    <a:pt x="415951" y="470602"/>
                  </a:lnTo>
                  <a:lnTo>
                    <a:pt x="415046" y="472699"/>
                  </a:lnTo>
                  <a:lnTo>
                    <a:pt x="417859" y="473690"/>
                  </a:lnTo>
                  <a:lnTo>
                    <a:pt x="421893" y="478573"/>
                  </a:lnTo>
                  <a:lnTo>
                    <a:pt x="423843" y="479962"/>
                  </a:lnTo>
                  <a:lnTo>
                    <a:pt x="425015" y="483923"/>
                  </a:lnTo>
                  <a:lnTo>
                    <a:pt x="425030" y="484892"/>
                  </a:lnTo>
                  <a:lnTo>
                    <a:pt x="425467" y="486066"/>
                  </a:lnTo>
                  <a:lnTo>
                    <a:pt x="426107" y="486811"/>
                  </a:lnTo>
                  <a:lnTo>
                    <a:pt x="424270" y="487039"/>
                  </a:lnTo>
                  <a:lnTo>
                    <a:pt x="421826" y="488915"/>
                  </a:lnTo>
                  <a:lnTo>
                    <a:pt x="419492" y="490360"/>
                  </a:lnTo>
                  <a:lnTo>
                    <a:pt x="416250" y="491431"/>
                  </a:lnTo>
                  <a:lnTo>
                    <a:pt x="414311" y="491747"/>
                  </a:lnTo>
                  <a:lnTo>
                    <a:pt x="407368" y="490551"/>
                  </a:lnTo>
                  <a:lnTo>
                    <a:pt x="402143" y="489281"/>
                  </a:lnTo>
                  <a:lnTo>
                    <a:pt x="400144" y="488409"/>
                  </a:lnTo>
                  <a:lnTo>
                    <a:pt x="399990" y="489051"/>
                  </a:lnTo>
                  <a:lnTo>
                    <a:pt x="398914" y="488129"/>
                  </a:lnTo>
                  <a:lnTo>
                    <a:pt x="398514" y="486777"/>
                  </a:lnTo>
                  <a:lnTo>
                    <a:pt x="397867" y="486419"/>
                  </a:lnTo>
                  <a:lnTo>
                    <a:pt x="397458" y="485771"/>
                  </a:lnTo>
                  <a:lnTo>
                    <a:pt x="396862" y="485781"/>
                  </a:lnTo>
                  <a:lnTo>
                    <a:pt x="394842" y="487232"/>
                  </a:lnTo>
                  <a:lnTo>
                    <a:pt x="395430" y="487896"/>
                  </a:lnTo>
                  <a:lnTo>
                    <a:pt x="396442" y="488044"/>
                  </a:lnTo>
                  <a:lnTo>
                    <a:pt x="396192" y="488725"/>
                  </a:lnTo>
                  <a:lnTo>
                    <a:pt x="395372" y="488949"/>
                  </a:lnTo>
                  <a:lnTo>
                    <a:pt x="395022" y="489778"/>
                  </a:lnTo>
                  <a:lnTo>
                    <a:pt x="395576" y="491587"/>
                  </a:lnTo>
                  <a:lnTo>
                    <a:pt x="395343" y="492100"/>
                  </a:lnTo>
                  <a:lnTo>
                    <a:pt x="395004" y="492368"/>
                  </a:lnTo>
                  <a:lnTo>
                    <a:pt x="393949" y="492192"/>
                  </a:lnTo>
                  <a:lnTo>
                    <a:pt x="393497" y="492553"/>
                  </a:lnTo>
                  <a:lnTo>
                    <a:pt x="392406" y="492457"/>
                  </a:lnTo>
                  <a:lnTo>
                    <a:pt x="391798" y="492597"/>
                  </a:lnTo>
                  <a:lnTo>
                    <a:pt x="391712" y="492804"/>
                  </a:lnTo>
                  <a:lnTo>
                    <a:pt x="391203" y="492833"/>
                  </a:lnTo>
                  <a:lnTo>
                    <a:pt x="390725" y="492554"/>
                  </a:lnTo>
                  <a:lnTo>
                    <a:pt x="390660" y="492881"/>
                  </a:lnTo>
                  <a:lnTo>
                    <a:pt x="390228" y="493201"/>
                  </a:lnTo>
                  <a:lnTo>
                    <a:pt x="389641" y="493206"/>
                  </a:lnTo>
                  <a:lnTo>
                    <a:pt x="389460" y="492983"/>
                  </a:lnTo>
                  <a:lnTo>
                    <a:pt x="388583" y="493513"/>
                  </a:lnTo>
                  <a:lnTo>
                    <a:pt x="386526" y="493489"/>
                  </a:lnTo>
                  <a:lnTo>
                    <a:pt x="386467" y="493832"/>
                  </a:lnTo>
                  <a:lnTo>
                    <a:pt x="386891" y="493987"/>
                  </a:lnTo>
                  <a:lnTo>
                    <a:pt x="387310" y="494574"/>
                  </a:lnTo>
                  <a:lnTo>
                    <a:pt x="387422" y="495845"/>
                  </a:lnTo>
                  <a:lnTo>
                    <a:pt x="386782" y="496726"/>
                  </a:lnTo>
                  <a:lnTo>
                    <a:pt x="386803" y="497007"/>
                  </a:lnTo>
                  <a:lnTo>
                    <a:pt x="386045" y="497216"/>
                  </a:lnTo>
                  <a:lnTo>
                    <a:pt x="384522" y="497441"/>
                  </a:lnTo>
                  <a:lnTo>
                    <a:pt x="382752" y="497260"/>
                  </a:lnTo>
                  <a:lnTo>
                    <a:pt x="378921" y="497775"/>
                  </a:lnTo>
                  <a:lnTo>
                    <a:pt x="378363" y="497255"/>
                  </a:lnTo>
                  <a:lnTo>
                    <a:pt x="373174" y="495209"/>
                  </a:lnTo>
                  <a:lnTo>
                    <a:pt x="371710" y="493599"/>
                  </a:lnTo>
                  <a:lnTo>
                    <a:pt x="370644" y="492010"/>
                  </a:lnTo>
                  <a:lnTo>
                    <a:pt x="369388" y="494353"/>
                  </a:lnTo>
                  <a:lnTo>
                    <a:pt x="370279" y="494602"/>
                  </a:lnTo>
                  <a:lnTo>
                    <a:pt x="368323" y="498301"/>
                  </a:lnTo>
                  <a:lnTo>
                    <a:pt x="369958" y="499224"/>
                  </a:lnTo>
                  <a:lnTo>
                    <a:pt x="366386" y="500320"/>
                  </a:lnTo>
                  <a:lnTo>
                    <a:pt x="365945" y="500677"/>
                  </a:lnTo>
                  <a:lnTo>
                    <a:pt x="365502" y="501563"/>
                  </a:lnTo>
                  <a:lnTo>
                    <a:pt x="362910" y="500043"/>
                  </a:lnTo>
                  <a:lnTo>
                    <a:pt x="362338" y="498698"/>
                  </a:lnTo>
                  <a:lnTo>
                    <a:pt x="356551" y="495722"/>
                  </a:lnTo>
                  <a:lnTo>
                    <a:pt x="355620" y="498883"/>
                  </a:lnTo>
                  <a:lnTo>
                    <a:pt x="353548" y="502219"/>
                  </a:lnTo>
                  <a:lnTo>
                    <a:pt x="349808" y="504647"/>
                  </a:lnTo>
                  <a:lnTo>
                    <a:pt x="347771" y="506776"/>
                  </a:lnTo>
                  <a:lnTo>
                    <a:pt x="345514" y="508679"/>
                  </a:lnTo>
                  <a:lnTo>
                    <a:pt x="345097" y="510080"/>
                  </a:lnTo>
                  <a:lnTo>
                    <a:pt x="343797" y="510901"/>
                  </a:lnTo>
                  <a:lnTo>
                    <a:pt x="342264" y="512427"/>
                  </a:lnTo>
                  <a:lnTo>
                    <a:pt x="340332" y="512097"/>
                  </a:lnTo>
                  <a:lnTo>
                    <a:pt x="339099" y="511622"/>
                  </a:lnTo>
                  <a:lnTo>
                    <a:pt x="338576" y="511767"/>
                  </a:lnTo>
                  <a:lnTo>
                    <a:pt x="339114" y="510253"/>
                  </a:lnTo>
                  <a:lnTo>
                    <a:pt x="341163" y="505029"/>
                  </a:lnTo>
                  <a:lnTo>
                    <a:pt x="341555" y="502569"/>
                  </a:lnTo>
                  <a:lnTo>
                    <a:pt x="341509" y="502064"/>
                  </a:lnTo>
                  <a:lnTo>
                    <a:pt x="341158" y="501996"/>
                  </a:lnTo>
                  <a:lnTo>
                    <a:pt x="341170" y="501100"/>
                  </a:lnTo>
                  <a:lnTo>
                    <a:pt x="341944" y="500255"/>
                  </a:lnTo>
                  <a:lnTo>
                    <a:pt x="342440" y="500078"/>
                  </a:lnTo>
                  <a:lnTo>
                    <a:pt x="343648" y="497674"/>
                  </a:lnTo>
                  <a:lnTo>
                    <a:pt x="339322" y="496454"/>
                  </a:lnTo>
                  <a:lnTo>
                    <a:pt x="335569" y="495750"/>
                  </a:lnTo>
                  <a:lnTo>
                    <a:pt x="332481" y="495483"/>
                  </a:lnTo>
                  <a:lnTo>
                    <a:pt x="331698" y="495498"/>
                  </a:lnTo>
                  <a:lnTo>
                    <a:pt x="328502" y="496658"/>
                  </a:lnTo>
                  <a:lnTo>
                    <a:pt x="327971" y="496642"/>
                  </a:lnTo>
                  <a:lnTo>
                    <a:pt x="326568" y="496864"/>
                  </a:lnTo>
                  <a:lnTo>
                    <a:pt x="324763" y="497490"/>
                  </a:lnTo>
                  <a:lnTo>
                    <a:pt x="321404" y="499615"/>
                  </a:lnTo>
                  <a:lnTo>
                    <a:pt x="318399" y="500248"/>
                  </a:lnTo>
                  <a:lnTo>
                    <a:pt x="317250" y="499608"/>
                  </a:lnTo>
                  <a:lnTo>
                    <a:pt x="314824" y="498818"/>
                  </a:lnTo>
                  <a:lnTo>
                    <a:pt x="314868" y="501400"/>
                  </a:lnTo>
                  <a:lnTo>
                    <a:pt x="314818" y="501552"/>
                  </a:lnTo>
                  <a:lnTo>
                    <a:pt x="313681" y="501212"/>
                  </a:lnTo>
                  <a:lnTo>
                    <a:pt x="313739" y="501035"/>
                  </a:lnTo>
                  <a:lnTo>
                    <a:pt x="313233" y="500696"/>
                  </a:lnTo>
                  <a:lnTo>
                    <a:pt x="312246" y="500521"/>
                  </a:lnTo>
                  <a:lnTo>
                    <a:pt x="310206" y="499401"/>
                  </a:lnTo>
                  <a:lnTo>
                    <a:pt x="307686" y="499355"/>
                  </a:lnTo>
                  <a:lnTo>
                    <a:pt x="307703" y="498683"/>
                  </a:lnTo>
                  <a:lnTo>
                    <a:pt x="306246" y="498674"/>
                  </a:lnTo>
                  <a:lnTo>
                    <a:pt x="306267" y="499050"/>
                  </a:lnTo>
                  <a:lnTo>
                    <a:pt x="305212" y="498891"/>
                  </a:lnTo>
                  <a:lnTo>
                    <a:pt x="305028" y="499926"/>
                  </a:lnTo>
                  <a:lnTo>
                    <a:pt x="302413" y="499396"/>
                  </a:lnTo>
                  <a:lnTo>
                    <a:pt x="302442" y="501548"/>
                  </a:lnTo>
                  <a:lnTo>
                    <a:pt x="303419" y="502801"/>
                  </a:lnTo>
                  <a:lnTo>
                    <a:pt x="303336" y="506022"/>
                  </a:lnTo>
                  <a:lnTo>
                    <a:pt x="303797" y="506207"/>
                  </a:lnTo>
                  <a:lnTo>
                    <a:pt x="303222" y="511012"/>
                  </a:lnTo>
                  <a:lnTo>
                    <a:pt x="302961" y="511212"/>
                  </a:lnTo>
                  <a:lnTo>
                    <a:pt x="302910" y="511851"/>
                  </a:lnTo>
                  <a:lnTo>
                    <a:pt x="303421" y="512132"/>
                  </a:lnTo>
                  <a:lnTo>
                    <a:pt x="303147" y="513718"/>
                  </a:lnTo>
                  <a:lnTo>
                    <a:pt x="302005" y="513554"/>
                  </a:lnTo>
                  <a:lnTo>
                    <a:pt x="302065" y="515725"/>
                  </a:lnTo>
                  <a:lnTo>
                    <a:pt x="298996" y="514865"/>
                  </a:lnTo>
                  <a:lnTo>
                    <a:pt x="298841" y="515491"/>
                  </a:lnTo>
                  <a:lnTo>
                    <a:pt x="296964" y="515598"/>
                  </a:lnTo>
                  <a:lnTo>
                    <a:pt x="295829" y="515897"/>
                  </a:lnTo>
                  <a:lnTo>
                    <a:pt x="296495" y="517249"/>
                  </a:lnTo>
                  <a:lnTo>
                    <a:pt x="294836" y="518339"/>
                  </a:lnTo>
                  <a:lnTo>
                    <a:pt x="294689" y="517999"/>
                  </a:lnTo>
                  <a:lnTo>
                    <a:pt x="292766" y="519770"/>
                  </a:lnTo>
                  <a:lnTo>
                    <a:pt x="292834" y="519972"/>
                  </a:lnTo>
                  <a:lnTo>
                    <a:pt x="291327" y="520936"/>
                  </a:lnTo>
                  <a:lnTo>
                    <a:pt x="290081" y="521435"/>
                  </a:lnTo>
                  <a:lnTo>
                    <a:pt x="290525" y="523859"/>
                  </a:lnTo>
                  <a:lnTo>
                    <a:pt x="288879" y="525300"/>
                  </a:lnTo>
                  <a:lnTo>
                    <a:pt x="286155" y="524260"/>
                  </a:lnTo>
                  <a:lnTo>
                    <a:pt x="282666" y="522014"/>
                  </a:lnTo>
                  <a:lnTo>
                    <a:pt x="276203" y="520107"/>
                  </a:lnTo>
                  <a:lnTo>
                    <a:pt x="270407" y="519348"/>
                  </a:lnTo>
                  <a:lnTo>
                    <a:pt x="264807" y="519684"/>
                  </a:lnTo>
                  <a:lnTo>
                    <a:pt x="265288" y="520182"/>
                  </a:lnTo>
                  <a:lnTo>
                    <a:pt x="265436" y="520938"/>
                  </a:lnTo>
                  <a:lnTo>
                    <a:pt x="265981" y="521530"/>
                  </a:lnTo>
                  <a:lnTo>
                    <a:pt x="266527" y="521677"/>
                  </a:lnTo>
                  <a:lnTo>
                    <a:pt x="266341" y="522534"/>
                  </a:lnTo>
                  <a:lnTo>
                    <a:pt x="267286" y="523774"/>
                  </a:lnTo>
                  <a:lnTo>
                    <a:pt x="267355" y="524212"/>
                  </a:lnTo>
                  <a:lnTo>
                    <a:pt x="265828" y="524367"/>
                  </a:lnTo>
                  <a:lnTo>
                    <a:pt x="265092" y="522362"/>
                  </a:lnTo>
                  <a:lnTo>
                    <a:pt x="263973" y="520977"/>
                  </a:lnTo>
                  <a:lnTo>
                    <a:pt x="262439" y="519655"/>
                  </a:lnTo>
                  <a:lnTo>
                    <a:pt x="260785" y="518852"/>
                  </a:lnTo>
                  <a:lnTo>
                    <a:pt x="261066" y="519554"/>
                  </a:lnTo>
                  <a:lnTo>
                    <a:pt x="259801" y="521215"/>
                  </a:lnTo>
                  <a:lnTo>
                    <a:pt x="259435" y="523283"/>
                  </a:lnTo>
                  <a:lnTo>
                    <a:pt x="258917" y="523532"/>
                  </a:lnTo>
                  <a:lnTo>
                    <a:pt x="257947" y="523382"/>
                  </a:lnTo>
                  <a:lnTo>
                    <a:pt x="256850" y="524054"/>
                  </a:lnTo>
                  <a:lnTo>
                    <a:pt x="255717" y="525185"/>
                  </a:lnTo>
                  <a:lnTo>
                    <a:pt x="255033" y="526624"/>
                  </a:lnTo>
                  <a:lnTo>
                    <a:pt x="251743" y="524869"/>
                  </a:lnTo>
                  <a:lnTo>
                    <a:pt x="249393" y="524763"/>
                  </a:lnTo>
                  <a:lnTo>
                    <a:pt x="248214" y="523980"/>
                  </a:lnTo>
                  <a:lnTo>
                    <a:pt x="247100" y="523795"/>
                  </a:lnTo>
                  <a:lnTo>
                    <a:pt x="246399" y="522987"/>
                  </a:lnTo>
                  <a:lnTo>
                    <a:pt x="244626" y="521777"/>
                  </a:lnTo>
                  <a:lnTo>
                    <a:pt x="244063" y="521612"/>
                  </a:lnTo>
                  <a:lnTo>
                    <a:pt x="242513" y="520261"/>
                  </a:lnTo>
                  <a:lnTo>
                    <a:pt x="241759" y="520269"/>
                  </a:lnTo>
                  <a:lnTo>
                    <a:pt x="238214" y="518226"/>
                  </a:lnTo>
                  <a:lnTo>
                    <a:pt x="235129" y="516770"/>
                  </a:lnTo>
                  <a:lnTo>
                    <a:pt x="232991" y="516334"/>
                  </a:lnTo>
                  <a:lnTo>
                    <a:pt x="231922" y="515466"/>
                  </a:lnTo>
                  <a:lnTo>
                    <a:pt x="230142" y="515457"/>
                  </a:lnTo>
                  <a:lnTo>
                    <a:pt x="230148" y="514383"/>
                  </a:lnTo>
                  <a:lnTo>
                    <a:pt x="230520" y="514283"/>
                  </a:lnTo>
                  <a:lnTo>
                    <a:pt x="231440" y="513269"/>
                  </a:lnTo>
                  <a:lnTo>
                    <a:pt x="231987" y="511510"/>
                  </a:lnTo>
                  <a:lnTo>
                    <a:pt x="230712" y="511766"/>
                  </a:lnTo>
                  <a:lnTo>
                    <a:pt x="225635" y="510309"/>
                  </a:lnTo>
                  <a:lnTo>
                    <a:pt x="224286" y="509968"/>
                  </a:lnTo>
                  <a:lnTo>
                    <a:pt x="222951" y="508817"/>
                  </a:lnTo>
                  <a:lnTo>
                    <a:pt x="220827" y="508463"/>
                  </a:lnTo>
                  <a:lnTo>
                    <a:pt x="220664" y="509956"/>
                  </a:lnTo>
                  <a:lnTo>
                    <a:pt x="221040" y="512190"/>
                  </a:lnTo>
                  <a:lnTo>
                    <a:pt x="221825" y="512615"/>
                  </a:lnTo>
                  <a:lnTo>
                    <a:pt x="221706" y="513314"/>
                  </a:lnTo>
                  <a:lnTo>
                    <a:pt x="220148" y="512845"/>
                  </a:lnTo>
                  <a:lnTo>
                    <a:pt x="220283" y="513035"/>
                  </a:lnTo>
                  <a:lnTo>
                    <a:pt x="218565" y="512845"/>
                  </a:lnTo>
                  <a:lnTo>
                    <a:pt x="218287" y="514334"/>
                  </a:lnTo>
                  <a:lnTo>
                    <a:pt x="218752" y="514501"/>
                  </a:lnTo>
                  <a:lnTo>
                    <a:pt x="218483" y="515090"/>
                  </a:lnTo>
                  <a:lnTo>
                    <a:pt x="217494" y="514699"/>
                  </a:lnTo>
                  <a:lnTo>
                    <a:pt x="215777" y="515121"/>
                  </a:lnTo>
                  <a:lnTo>
                    <a:pt x="214325" y="514707"/>
                  </a:lnTo>
                  <a:lnTo>
                    <a:pt x="214120" y="515278"/>
                  </a:lnTo>
                  <a:lnTo>
                    <a:pt x="213754" y="515308"/>
                  </a:lnTo>
                  <a:lnTo>
                    <a:pt x="213525" y="516145"/>
                  </a:lnTo>
                  <a:lnTo>
                    <a:pt x="214396" y="516337"/>
                  </a:lnTo>
                  <a:lnTo>
                    <a:pt x="214148" y="517679"/>
                  </a:lnTo>
                  <a:lnTo>
                    <a:pt x="215301" y="517974"/>
                  </a:lnTo>
                  <a:lnTo>
                    <a:pt x="216948" y="517919"/>
                  </a:lnTo>
                  <a:lnTo>
                    <a:pt x="216812" y="519040"/>
                  </a:lnTo>
                  <a:lnTo>
                    <a:pt x="218213" y="519218"/>
                  </a:lnTo>
                  <a:lnTo>
                    <a:pt x="221310" y="520693"/>
                  </a:lnTo>
                  <a:lnTo>
                    <a:pt x="221958" y="520713"/>
                  </a:lnTo>
                  <a:lnTo>
                    <a:pt x="220912" y="522962"/>
                  </a:lnTo>
                  <a:lnTo>
                    <a:pt x="219657" y="523701"/>
                  </a:lnTo>
                  <a:lnTo>
                    <a:pt x="220704" y="524664"/>
                  </a:lnTo>
                  <a:lnTo>
                    <a:pt x="221910" y="526318"/>
                  </a:lnTo>
                  <a:lnTo>
                    <a:pt x="222589" y="526829"/>
                  </a:lnTo>
                  <a:lnTo>
                    <a:pt x="222584" y="528361"/>
                  </a:lnTo>
                  <a:lnTo>
                    <a:pt x="223439" y="529268"/>
                  </a:lnTo>
                  <a:lnTo>
                    <a:pt x="225930" y="529011"/>
                  </a:lnTo>
                  <a:lnTo>
                    <a:pt x="226821" y="529160"/>
                  </a:lnTo>
                  <a:lnTo>
                    <a:pt x="228853" y="531187"/>
                  </a:lnTo>
                  <a:lnTo>
                    <a:pt x="229849" y="531257"/>
                  </a:lnTo>
                  <a:lnTo>
                    <a:pt x="229549" y="533601"/>
                  </a:lnTo>
                  <a:lnTo>
                    <a:pt x="228717" y="533658"/>
                  </a:lnTo>
                  <a:lnTo>
                    <a:pt x="226591" y="533095"/>
                  </a:lnTo>
                  <a:lnTo>
                    <a:pt x="226656" y="532891"/>
                  </a:lnTo>
                  <a:lnTo>
                    <a:pt x="223917" y="532064"/>
                  </a:lnTo>
                  <a:lnTo>
                    <a:pt x="222387" y="531064"/>
                  </a:lnTo>
                  <a:lnTo>
                    <a:pt x="221788" y="531113"/>
                  </a:lnTo>
                  <a:lnTo>
                    <a:pt x="221409" y="531590"/>
                  </a:lnTo>
                  <a:lnTo>
                    <a:pt x="217723" y="533207"/>
                  </a:lnTo>
                  <a:lnTo>
                    <a:pt x="216871" y="534609"/>
                  </a:lnTo>
                  <a:lnTo>
                    <a:pt x="216248" y="534837"/>
                  </a:lnTo>
                  <a:lnTo>
                    <a:pt x="216503" y="534423"/>
                  </a:lnTo>
                  <a:lnTo>
                    <a:pt x="216157" y="533778"/>
                  </a:lnTo>
                  <a:lnTo>
                    <a:pt x="214411" y="533435"/>
                  </a:lnTo>
                  <a:lnTo>
                    <a:pt x="213864" y="532736"/>
                  </a:lnTo>
                  <a:lnTo>
                    <a:pt x="213027" y="532360"/>
                  </a:lnTo>
                  <a:lnTo>
                    <a:pt x="212833" y="531903"/>
                  </a:lnTo>
                  <a:lnTo>
                    <a:pt x="210472" y="530316"/>
                  </a:lnTo>
                  <a:lnTo>
                    <a:pt x="210249" y="529746"/>
                  </a:lnTo>
                  <a:lnTo>
                    <a:pt x="209602" y="529415"/>
                  </a:lnTo>
                  <a:lnTo>
                    <a:pt x="209885" y="528102"/>
                  </a:lnTo>
                  <a:lnTo>
                    <a:pt x="209471" y="527418"/>
                  </a:lnTo>
                  <a:lnTo>
                    <a:pt x="209285" y="526287"/>
                  </a:lnTo>
                  <a:lnTo>
                    <a:pt x="208916" y="525834"/>
                  </a:lnTo>
                  <a:lnTo>
                    <a:pt x="208301" y="525528"/>
                  </a:lnTo>
                  <a:lnTo>
                    <a:pt x="207316" y="525802"/>
                  </a:lnTo>
                  <a:lnTo>
                    <a:pt x="206552" y="525653"/>
                  </a:lnTo>
                  <a:lnTo>
                    <a:pt x="203706" y="525906"/>
                  </a:lnTo>
                  <a:lnTo>
                    <a:pt x="202952" y="525636"/>
                  </a:lnTo>
                  <a:lnTo>
                    <a:pt x="200946" y="523553"/>
                  </a:lnTo>
                  <a:lnTo>
                    <a:pt x="200340" y="523346"/>
                  </a:lnTo>
                  <a:lnTo>
                    <a:pt x="200203" y="523030"/>
                  </a:lnTo>
                  <a:lnTo>
                    <a:pt x="200431" y="522859"/>
                  </a:lnTo>
                  <a:lnTo>
                    <a:pt x="200111" y="522554"/>
                  </a:lnTo>
                  <a:lnTo>
                    <a:pt x="200139" y="522237"/>
                  </a:lnTo>
                  <a:lnTo>
                    <a:pt x="199728" y="522091"/>
                  </a:lnTo>
                  <a:lnTo>
                    <a:pt x="199685" y="521385"/>
                  </a:lnTo>
                  <a:lnTo>
                    <a:pt x="198815" y="520676"/>
                  </a:lnTo>
                  <a:lnTo>
                    <a:pt x="199180" y="520465"/>
                  </a:lnTo>
                  <a:lnTo>
                    <a:pt x="198385" y="519460"/>
                  </a:lnTo>
                  <a:lnTo>
                    <a:pt x="196972" y="518405"/>
                  </a:lnTo>
                  <a:lnTo>
                    <a:pt x="196880" y="517229"/>
                  </a:lnTo>
                  <a:lnTo>
                    <a:pt x="197180" y="515572"/>
                  </a:lnTo>
                  <a:lnTo>
                    <a:pt x="196801" y="514542"/>
                  </a:lnTo>
                  <a:lnTo>
                    <a:pt x="196896" y="514114"/>
                  </a:lnTo>
                  <a:lnTo>
                    <a:pt x="194591" y="511945"/>
                  </a:lnTo>
                  <a:lnTo>
                    <a:pt x="193490" y="512155"/>
                  </a:lnTo>
                  <a:lnTo>
                    <a:pt x="190949" y="511200"/>
                  </a:lnTo>
                  <a:lnTo>
                    <a:pt x="191097" y="509648"/>
                  </a:lnTo>
                  <a:lnTo>
                    <a:pt x="191432" y="508938"/>
                  </a:lnTo>
                  <a:lnTo>
                    <a:pt x="191266" y="507980"/>
                  </a:lnTo>
                  <a:lnTo>
                    <a:pt x="190036" y="507013"/>
                  </a:lnTo>
                  <a:lnTo>
                    <a:pt x="186965" y="495174"/>
                  </a:lnTo>
                  <a:lnTo>
                    <a:pt x="186387" y="490983"/>
                  </a:lnTo>
                  <a:lnTo>
                    <a:pt x="185366" y="487496"/>
                  </a:lnTo>
                  <a:lnTo>
                    <a:pt x="185332" y="486296"/>
                  </a:lnTo>
                  <a:lnTo>
                    <a:pt x="185601" y="485208"/>
                  </a:lnTo>
                  <a:lnTo>
                    <a:pt x="185422" y="482958"/>
                  </a:lnTo>
                  <a:lnTo>
                    <a:pt x="187712" y="482359"/>
                  </a:lnTo>
                  <a:lnTo>
                    <a:pt x="190388" y="480169"/>
                  </a:lnTo>
                  <a:lnTo>
                    <a:pt x="193880" y="476170"/>
                  </a:lnTo>
                  <a:lnTo>
                    <a:pt x="193630" y="476000"/>
                  </a:lnTo>
                  <a:lnTo>
                    <a:pt x="192659" y="475308"/>
                  </a:lnTo>
                  <a:lnTo>
                    <a:pt x="191908" y="473337"/>
                  </a:lnTo>
                  <a:lnTo>
                    <a:pt x="192337" y="473173"/>
                  </a:lnTo>
                  <a:lnTo>
                    <a:pt x="193775" y="473325"/>
                  </a:lnTo>
                  <a:lnTo>
                    <a:pt x="192116" y="472533"/>
                  </a:lnTo>
                  <a:lnTo>
                    <a:pt x="190250" y="471285"/>
                  </a:lnTo>
                  <a:lnTo>
                    <a:pt x="191236" y="470029"/>
                  </a:lnTo>
                  <a:lnTo>
                    <a:pt x="190228" y="469503"/>
                  </a:lnTo>
                  <a:lnTo>
                    <a:pt x="189692" y="469590"/>
                  </a:lnTo>
                  <a:lnTo>
                    <a:pt x="189036" y="469357"/>
                  </a:lnTo>
                  <a:lnTo>
                    <a:pt x="188764" y="467998"/>
                  </a:lnTo>
                  <a:lnTo>
                    <a:pt x="189167" y="467905"/>
                  </a:lnTo>
                  <a:lnTo>
                    <a:pt x="188880" y="466642"/>
                  </a:lnTo>
                  <a:lnTo>
                    <a:pt x="188029" y="466078"/>
                  </a:lnTo>
                  <a:lnTo>
                    <a:pt x="188036" y="465698"/>
                  </a:lnTo>
                  <a:lnTo>
                    <a:pt x="184679" y="463998"/>
                  </a:lnTo>
                  <a:lnTo>
                    <a:pt x="182942" y="462813"/>
                  </a:lnTo>
                  <a:lnTo>
                    <a:pt x="182697" y="462285"/>
                  </a:lnTo>
                  <a:lnTo>
                    <a:pt x="179432" y="461601"/>
                  </a:lnTo>
                  <a:lnTo>
                    <a:pt x="177230" y="461573"/>
                  </a:lnTo>
                  <a:lnTo>
                    <a:pt x="174028" y="459838"/>
                  </a:lnTo>
                  <a:lnTo>
                    <a:pt x="173750" y="458563"/>
                  </a:lnTo>
                  <a:lnTo>
                    <a:pt x="172560" y="457946"/>
                  </a:lnTo>
                  <a:lnTo>
                    <a:pt x="170917" y="457470"/>
                  </a:lnTo>
                  <a:lnTo>
                    <a:pt x="166406" y="459046"/>
                  </a:lnTo>
                  <a:lnTo>
                    <a:pt x="165826" y="459553"/>
                  </a:lnTo>
                  <a:lnTo>
                    <a:pt x="165372" y="461412"/>
                  </a:lnTo>
                  <a:lnTo>
                    <a:pt x="164670" y="462372"/>
                  </a:lnTo>
                  <a:lnTo>
                    <a:pt x="164479" y="461735"/>
                  </a:lnTo>
                  <a:lnTo>
                    <a:pt x="164716" y="461558"/>
                  </a:lnTo>
                  <a:lnTo>
                    <a:pt x="164557" y="460960"/>
                  </a:lnTo>
                  <a:lnTo>
                    <a:pt x="164827" y="460445"/>
                  </a:lnTo>
                  <a:lnTo>
                    <a:pt x="164666" y="459578"/>
                  </a:lnTo>
                  <a:lnTo>
                    <a:pt x="164196" y="459429"/>
                  </a:lnTo>
                  <a:lnTo>
                    <a:pt x="164151" y="459026"/>
                  </a:lnTo>
                  <a:lnTo>
                    <a:pt x="163637" y="458614"/>
                  </a:lnTo>
                  <a:lnTo>
                    <a:pt x="163548" y="458061"/>
                  </a:lnTo>
                  <a:lnTo>
                    <a:pt x="162906" y="457245"/>
                  </a:lnTo>
                  <a:lnTo>
                    <a:pt x="162938" y="456786"/>
                  </a:lnTo>
                  <a:lnTo>
                    <a:pt x="163723" y="455607"/>
                  </a:lnTo>
                  <a:lnTo>
                    <a:pt x="163596" y="455315"/>
                  </a:lnTo>
                  <a:lnTo>
                    <a:pt x="163991" y="455113"/>
                  </a:lnTo>
                  <a:lnTo>
                    <a:pt x="163908" y="454605"/>
                  </a:lnTo>
                  <a:lnTo>
                    <a:pt x="164359" y="454584"/>
                  </a:lnTo>
                  <a:lnTo>
                    <a:pt x="164405" y="453881"/>
                  </a:lnTo>
                  <a:lnTo>
                    <a:pt x="164996" y="452986"/>
                  </a:lnTo>
                  <a:lnTo>
                    <a:pt x="165253" y="451320"/>
                  </a:lnTo>
                  <a:lnTo>
                    <a:pt x="164929" y="450404"/>
                  </a:lnTo>
                  <a:lnTo>
                    <a:pt x="165835" y="448500"/>
                  </a:lnTo>
                  <a:lnTo>
                    <a:pt x="167099" y="446868"/>
                  </a:lnTo>
                  <a:lnTo>
                    <a:pt x="167257" y="445358"/>
                  </a:lnTo>
                  <a:lnTo>
                    <a:pt x="167632" y="444455"/>
                  </a:lnTo>
                  <a:lnTo>
                    <a:pt x="167590" y="443806"/>
                  </a:lnTo>
                  <a:lnTo>
                    <a:pt x="168108" y="442886"/>
                  </a:lnTo>
                  <a:lnTo>
                    <a:pt x="168809" y="442651"/>
                  </a:lnTo>
                  <a:lnTo>
                    <a:pt x="169923" y="440820"/>
                  </a:lnTo>
                  <a:lnTo>
                    <a:pt x="169686" y="439601"/>
                  </a:lnTo>
                  <a:lnTo>
                    <a:pt x="170072" y="438014"/>
                  </a:lnTo>
                  <a:lnTo>
                    <a:pt x="168131" y="438625"/>
                  </a:lnTo>
                  <a:lnTo>
                    <a:pt x="166618" y="438722"/>
                  </a:lnTo>
                  <a:lnTo>
                    <a:pt x="164126" y="437915"/>
                  </a:lnTo>
                  <a:lnTo>
                    <a:pt x="163672" y="438640"/>
                  </a:lnTo>
                  <a:lnTo>
                    <a:pt x="163299" y="438619"/>
                  </a:lnTo>
                  <a:lnTo>
                    <a:pt x="162930" y="439588"/>
                  </a:lnTo>
                  <a:lnTo>
                    <a:pt x="160453" y="438809"/>
                  </a:lnTo>
                  <a:lnTo>
                    <a:pt x="158785" y="438000"/>
                  </a:lnTo>
                  <a:lnTo>
                    <a:pt x="155281" y="437671"/>
                  </a:lnTo>
                  <a:lnTo>
                    <a:pt x="155262" y="436685"/>
                  </a:lnTo>
                  <a:lnTo>
                    <a:pt x="154085" y="436801"/>
                  </a:lnTo>
                  <a:lnTo>
                    <a:pt x="153650" y="438577"/>
                  </a:lnTo>
                  <a:lnTo>
                    <a:pt x="154175" y="440072"/>
                  </a:lnTo>
                  <a:lnTo>
                    <a:pt x="150393" y="439170"/>
                  </a:lnTo>
                  <a:lnTo>
                    <a:pt x="148955" y="438602"/>
                  </a:lnTo>
                  <a:lnTo>
                    <a:pt x="147901" y="439681"/>
                  </a:lnTo>
                  <a:lnTo>
                    <a:pt x="147077" y="439416"/>
                  </a:lnTo>
                  <a:lnTo>
                    <a:pt x="146558" y="438704"/>
                  </a:lnTo>
                  <a:lnTo>
                    <a:pt x="147046" y="437944"/>
                  </a:lnTo>
                  <a:lnTo>
                    <a:pt x="144380" y="437937"/>
                  </a:lnTo>
                  <a:lnTo>
                    <a:pt x="142870" y="438180"/>
                  </a:lnTo>
                  <a:lnTo>
                    <a:pt x="140679" y="439261"/>
                  </a:lnTo>
                  <a:lnTo>
                    <a:pt x="138558" y="439275"/>
                  </a:lnTo>
                  <a:lnTo>
                    <a:pt x="134957" y="437939"/>
                  </a:lnTo>
                  <a:lnTo>
                    <a:pt x="134313" y="437571"/>
                  </a:lnTo>
                  <a:lnTo>
                    <a:pt x="133947" y="436913"/>
                  </a:lnTo>
                  <a:lnTo>
                    <a:pt x="133170" y="434764"/>
                  </a:lnTo>
                  <a:lnTo>
                    <a:pt x="133516" y="434260"/>
                  </a:lnTo>
                  <a:lnTo>
                    <a:pt x="133600" y="433164"/>
                  </a:lnTo>
                  <a:lnTo>
                    <a:pt x="134420" y="431465"/>
                  </a:lnTo>
                  <a:lnTo>
                    <a:pt x="132984" y="430724"/>
                  </a:lnTo>
                  <a:lnTo>
                    <a:pt x="131346" y="431258"/>
                  </a:lnTo>
                  <a:lnTo>
                    <a:pt x="129833" y="429946"/>
                  </a:lnTo>
                  <a:lnTo>
                    <a:pt x="127732" y="428623"/>
                  </a:lnTo>
                  <a:lnTo>
                    <a:pt x="124325" y="429957"/>
                  </a:lnTo>
                  <a:lnTo>
                    <a:pt x="123772" y="430600"/>
                  </a:lnTo>
                  <a:lnTo>
                    <a:pt x="123353" y="430388"/>
                  </a:lnTo>
                  <a:lnTo>
                    <a:pt x="122325" y="430877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pg48">
              <a:extLst>
                <a:ext uri="{FF2B5EF4-FFF2-40B4-BE49-F238E27FC236}">
                  <a16:creationId xmlns:a16="http://schemas.microsoft.com/office/drawing/2014/main" id="{4FCFFC74-9924-2765-A935-26CEB8479F0E}"/>
                </a:ext>
              </a:extLst>
            </p:cNvPr>
            <p:cNvSpPr/>
            <p:nvPr/>
          </p:nvSpPr>
          <p:spPr>
            <a:xfrm>
              <a:off x="7341563" y="817086"/>
              <a:ext cx="572401" cy="512502"/>
            </a:xfrm>
            <a:custGeom>
              <a:avLst/>
              <a:gdLst/>
              <a:ahLst/>
              <a:cxnLst/>
              <a:rect l="0" t="0" r="0" b="0"/>
              <a:pathLst>
                <a:path w="572401" h="512502">
                  <a:moveTo>
                    <a:pt x="95598" y="393924"/>
                  </a:moveTo>
                  <a:lnTo>
                    <a:pt x="95416" y="394983"/>
                  </a:lnTo>
                  <a:lnTo>
                    <a:pt x="93461" y="396504"/>
                  </a:lnTo>
                  <a:lnTo>
                    <a:pt x="92883" y="398807"/>
                  </a:lnTo>
                  <a:lnTo>
                    <a:pt x="92964" y="399158"/>
                  </a:lnTo>
                  <a:lnTo>
                    <a:pt x="94458" y="400034"/>
                  </a:lnTo>
                  <a:lnTo>
                    <a:pt x="95197" y="400734"/>
                  </a:lnTo>
                  <a:lnTo>
                    <a:pt x="95335" y="401892"/>
                  </a:lnTo>
                  <a:lnTo>
                    <a:pt x="96078" y="402464"/>
                  </a:lnTo>
                  <a:lnTo>
                    <a:pt x="95794" y="403744"/>
                  </a:lnTo>
                  <a:lnTo>
                    <a:pt x="94950" y="403609"/>
                  </a:lnTo>
                  <a:lnTo>
                    <a:pt x="92955" y="404055"/>
                  </a:lnTo>
                  <a:lnTo>
                    <a:pt x="92046" y="403814"/>
                  </a:lnTo>
                  <a:lnTo>
                    <a:pt x="90824" y="401308"/>
                  </a:lnTo>
                  <a:lnTo>
                    <a:pt x="88432" y="399870"/>
                  </a:lnTo>
                  <a:lnTo>
                    <a:pt x="88032" y="399134"/>
                  </a:lnTo>
                  <a:lnTo>
                    <a:pt x="88358" y="398462"/>
                  </a:lnTo>
                  <a:lnTo>
                    <a:pt x="90804" y="398007"/>
                  </a:lnTo>
                  <a:lnTo>
                    <a:pt x="91817" y="397116"/>
                  </a:lnTo>
                  <a:lnTo>
                    <a:pt x="92142" y="395988"/>
                  </a:lnTo>
                  <a:lnTo>
                    <a:pt x="91867" y="395007"/>
                  </a:lnTo>
                  <a:lnTo>
                    <a:pt x="90824" y="394308"/>
                  </a:lnTo>
                  <a:lnTo>
                    <a:pt x="88894" y="394304"/>
                  </a:lnTo>
                  <a:lnTo>
                    <a:pt x="87450" y="393466"/>
                  </a:lnTo>
                  <a:lnTo>
                    <a:pt x="85959" y="391737"/>
                  </a:lnTo>
                  <a:lnTo>
                    <a:pt x="85334" y="390218"/>
                  </a:lnTo>
                  <a:lnTo>
                    <a:pt x="83258" y="387224"/>
                  </a:lnTo>
                  <a:lnTo>
                    <a:pt x="82160" y="386407"/>
                  </a:lnTo>
                  <a:lnTo>
                    <a:pt x="81563" y="386598"/>
                  </a:lnTo>
                  <a:lnTo>
                    <a:pt x="81295" y="386380"/>
                  </a:lnTo>
                  <a:lnTo>
                    <a:pt x="79141" y="386291"/>
                  </a:lnTo>
                  <a:lnTo>
                    <a:pt x="77581" y="386571"/>
                  </a:lnTo>
                  <a:lnTo>
                    <a:pt x="76622" y="386401"/>
                  </a:lnTo>
                  <a:lnTo>
                    <a:pt x="75921" y="385650"/>
                  </a:lnTo>
                  <a:lnTo>
                    <a:pt x="74165" y="384488"/>
                  </a:lnTo>
                  <a:lnTo>
                    <a:pt x="73026" y="382371"/>
                  </a:lnTo>
                  <a:lnTo>
                    <a:pt x="72186" y="381582"/>
                  </a:lnTo>
                  <a:lnTo>
                    <a:pt x="73256" y="379667"/>
                  </a:lnTo>
                  <a:lnTo>
                    <a:pt x="76179" y="379891"/>
                  </a:lnTo>
                  <a:lnTo>
                    <a:pt x="78706" y="375827"/>
                  </a:lnTo>
                  <a:lnTo>
                    <a:pt x="78989" y="373348"/>
                  </a:lnTo>
                  <a:lnTo>
                    <a:pt x="76489" y="373255"/>
                  </a:lnTo>
                  <a:lnTo>
                    <a:pt x="73944" y="373601"/>
                  </a:lnTo>
                  <a:lnTo>
                    <a:pt x="69697" y="372852"/>
                  </a:lnTo>
                  <a:lnTo>
                    <a:pt x="70957" y="376485"/>
                  </a:lnTo>
                  <a:lnTo>
                    <a:pt x="70234" y="376043"/>
                  </a:lnTo>
                  <a:lnTo>
                    <a:pt x="69453" y="375079"/>
                  </a:lnTo>
                  <a:lnTo>
                    <a:pt x="68684" y="374904"/>
                  </a:lnTo>
                  <a:lnTo>
                    <a:pt x="57866" y="375980"/>
                  </a:lnTo>
                  <a:lnTo>
                    <a:pt x="56824" y="372027"/>
                  </a:lnTo>
                  <a:lnTo>
                    <a:pt x="55770" y="370501"/>
                  </a:lnTo>
                  <a:lnTo>
                    <a:pt x="54919" y="369038"/>
                  </a:lnTo>
                  <a:lnTo>
                    <a:pt x="54500" y="367790"/>
                  </a:lnTo>
                  <a:lnTo>
                    <a:pt x="54207" y="365370"/>
                  </a:lnTo>
                  <a:lnTo>
                    <a:pt x="50621" y="367468"/>
                  </a:lnTo>
                  <a:lnTo>
                    <a:pt x="50372" y="367285"/>
                  </a:lnTo>
                  <a:lnTo>
                    <a:pt x="47376" y="370486"/>
                  </a:lnTo>
                  <a:lnTo>
                    <a:pt x="46407" y="370138"/>
                  </a:lnTo>
                  <a:lnTo>
                    <a:pt x="40910" y="367654"/>
                  </a:lnTo>
                  <a:lnTo>
                    <a:pt x="40730" y="365350"/>
                  </a:lnTo>
                  <a:lnTo>
                    <a:pt x="38887" y="365067"/>
                  </a:lnTo>
                  <a:lnTo>
                    <a:pt x="35729" y="362178"/>
                  </a:lnTo>
                  <a:lnTo>
                    <a:pt x="34251" y="363484"/>
                  </a:lnTo>
                  <a:lnTo>
                    <a:pt x="33160" y="363948"/>
                  </a:lnTo>
                  <a:lnTo>
                    <a:pt x="33152" y="363773"/>
                  </a:lnTo>
                  <a:lnTo>
                    <a:pt x="30381" y="364527"/>
                  </a:lnTo>
                  <a:lnTo>
                    <a:pt x="26898" y="364872"/>
                  </a:lnTo>
                  <a:lnTo>
                    <a:pt x="26929" y="366209"/>
                  </a:lnTo>
                  <a:lnTo>
                    <a:pt x="20125" y="366266"/>
                  </a:lnTo>
                  <a:lnTo>
                    <a:pt x="20313" y="373366"/>
                  </a:lnTo>
                  <a:lnTo>
                    <a:pt x="14840" y="373365"/>
                  </a:lnTo>
                  <a:lnTo>
                    <a:pt x="14559" y="373864"/>
                  </a:lnTo>
                  <a:lnTo>
                    <a:pt x="13766" y="373253"/>
                  </a:lnTo>
                  <a:lnTo>
                    <a:pt x="12584" y="373070"/>
                  </a:lnTo>
                  <a:lnTo>
                    <a:pt x="9246" y="373493"/>
                  </a:lnTo>
                  <a:lnTo>
                    <a:pt x="8411" y="373375"/>
                  </a:lnTo>
                  <a:lnTo>
                    <a:pt x="2458" y="368907"/>
                  </a:lnTo>
                  <a:lnTo>
                    <a:pt x="754" y="368027"/>
                  </a:lnTo>
                  <a:lnTo>
                    <a:pt x="267" y="367659"/>
                  </a:lnTo>
                  <a:lnTo>
                    <a:pt x="287" y="362588"/>
                  </a:lnTo>
                  <a:lnTo>
                    <a:pt x="7716" y="362319"/>
                  </a:lnTo>
                  <a:lnTo>
                    <a:pt x="7828" y="359887"/>
                  </a:lnTo>
                  <a:lnTo>
                    <a:pt x="7620" y="355888"/>
                  </a:lnTo>
                  <a:lnTo>
                    <a:pt x="6462" y="350472"/>
                  </a:lnTo>
                  <a:lnTo>
                    <a:pt x="6795" y="343240"/>
                  </a:lnTo>
                  <a:lnTo>
                    <a:pt x="6359" y="343221"/>
                  </a:lnTo>
                  <a:lnTo>
                    <a:pt x="7086" y="335707"/>
                  </a:lnTo>
                  <a:lnTo>
                    <a:pt x="8055" y="336424"/>
                  </a:lnTo>
                  <a:lnTo>
                    <a:pt x="9271" y="336644"/>
                  </a:lnTo>
                  <a:lnTo>
                    <a:pt x="9449" y="330748"/>
                  </a:lnTo>
                  <a:lnTo>
                    <a:pt x="9953" y="330613"/>
                  </a:lnTo>
                  <a:lnTo>
                    <a:pt x="10046" y="327685"/>
                  </a:lnTo>
                  <a:lnTo>
                    <a:pt x="9666" y="327818"/>
                  </a:lnTo>
                  <a:lnTo>
                    <a:pt x="10038" y="316874"/>
                  </a:lnTo>
                  <a:lnTo>
                    <a:pt x="9577" y="316526"/>
                  </a:lnTo>
                  <a:lnTo>
                    <a:pt x="3785" y="316122"/>
                  </a:lnTo>
                  <a:lnTo>
                    <a:pt x="1216" y="316857"/>
                  </a:lnTo>
                  <a:lnTo>
                    <a:pt x="88" y="313260"/>
                  </a:lnTo>
                  <a:lnTo>
                    <a:pt x="0" y="312117"/>
                  </a:lnTo>
                  <a:lnTo>
                    <a:pt x="469" y="308382"/>
                  </a:lnTo>
                  <a:lnTo>
                    <a:pt x="788" y="307746"/>
                  </a:lnTo>
                  <a:lnTo>
                    <a:pt x="4753" y="290997"/>
                  </a:lnTo>
                  <a:lnTo>
                    <a:pt x="7707" y="291150"/>
                  </a:lnTo>
                  <a:lnTo>
                    <a:pt x="19173" y="289079"/>
                  </a:lnTo>
                  <a:lnTo>
                    <a:pt x="17250" y="284409"/>
                  </a:lnTo>
                  <a:lnTo>
                    <a:pt x="20900" y="283693"/>
                  </a:lnTo>
                  <a:lnTo>
                    <a:pt x="21183" y="281128"/>
                  </a:lnTo>
                  <a:lnTo>
                    <a:pt x="20146" y="281372"/>
                  </a:lnTo>
                  <a:lnTo>
                    <a:pt x="22592" y="278834"/>
                  </a:lnTo>
                  <a:lnTo>
                    <a:pt x="24208" y="278754"/>
                  </a:lnTo>
                  <a:lnTo>
                    <a:pt x="26348" y="279401"/>
                  </a:lnTo>
                  <a:lnTo>
                    <a:pt x="29488" y="279540"/>
                  </a:lnTo>
                  <a:lnTo>
                    <a:pt x="31037" y="279017"/>
                  </a:lnTo>
                  <a:lnTo>
                    <a:pt x="30298" y="276965"/>
                  </a:lnTo>
                  <a:lnTo>
                    <a:pt x="30455" y="274225"/>
                  </a:lnTo>
                  <a:lnTo>
                    <a:pt x="30203" y="270450"/>
                  </a:lnTo>
                  <a:lnTo>
                    <a:pt x="27449" y="266141"/>
                  </a:lnTo>
                  <a:lnTo>
                    <a:pt x="27049" y="263167"/>
                  </a:lnTo>
                  <a:lnTo>
                    <a:pt x="28128" y="256345"/>
                  </a:lnTo>
                  <a:lnTo>
                    <a:pt x="28207" y="245067"/>
                  </a:lnTo>
                  <a:lnTo>
                    <a:pt x="28558" y="242502"/>
                  </a:lnTo>
                  <a:lnTo>
                    <a:pt x="20934" y="239734"/>
                  </a:lnTo>
                  <a:lnTo>
                    <a:pt x="21737" y="237031"/>
                  </a:lnTo>
                  <a:lnTo>
                    <a:pt x="22295" y="236040"/>
                  </a:lnTo>
                  <a:lnTo>
                    <a:pt x="25745" y="231529"/>
                  </a:lnTo>
                  <a:lnTo>
                    <a:pt x="29693" y="227139"/>
                  </a:lnTo>
                  <a:lnTo>
                    <a:pt x="30971" y="225451"/>
                  </a:lnTo>
                  <a:lnTo>
                    <a:pt x="31381" y="224464"/>
                  </a:lnTo>
                  <a:lnTo>
                    <a:pt x="32492" y="222037"/>
                  </a:lnTo>
                  <a:lnTo>
                    <a:pt x="34509" y="219721"/>
                  </a:lnTo>
                  <a:lnTo>
                    <a:pt x="35161" y="219260"/>
                  </a:lnTo>
                  <a:lnTo>
                    <a:pt x="36083" y="212609"/>
                  </a:lnTo>
                  <a:lnTo>
                    <a:pt x="37279" y="212141"/>
                  </a:lnTo>
                  <a:lnTo>
                    <a:pt x="37752" y="207551"/>
                  </a:lnTo>
                  <a:lnTo>
                    <a:pt x="38288" y="206196"/>
                  </a:lnTo>
                  <a:lnTo>
                    <a:pt x="39674" y="205238"/>
                  </a:lnTo>
                  <a:lnTo>
                    <a:pt x="36156" y="197660"/>
                  </a:lnTo>
                  <a:lnTo>
                    <a:pt x="35298" y="197120"/>
                  </a:lnTo>
                  <a:lnTo>
                    <a:pt x="35060" y="190072"/>
                  </a:lnTo>
                  <a:lnTo>
                    <a:pt x="35511" y="186933"/>
                  </a:lnTo>
                  <a:lnTo>
                    <a:pt x="34764" y="184646"/>
                  </a:lnTo>
                  <a:lnTo>
                    <a:pt x="35116" y="184398"/>
                  </a:lnTo>
                  <a:lnTo>
                    <a:pt x="36702" y="185203"/>
                  </a:lnTo>
                  <a:lnTo>
                    <a:pt x="38644" y="186718"/>
                  </a:lnTo>
                  <a:lnTo>
                    <a:pt x="39657" y="186592"/>
                  </a:lnTo>
                  <a:lnTo>
                    <a:pt x="39924" y="187324"/>
                  </a:lnTo>
                  <a:lnTo>
                    <a:pt x="39793" y="188578"/>
                  </a:lnTo>
                  <a:lnTo>
                    <a:pt x="42427" y="188542"/>
                  </a:lnTo>
                  <a:lnTo>
                    <a:pt x="45049" y="188124"/>
                  </a:lnTo>
                  <a:lnTo>
                    <a:pt x="46264" y="187724"/>
                  </a:lnTo>
                  <a:lnTo>
                    <a:pt x="46238" y="186591"/>
                  </a:lnTo>
                  <a:lnTo>
                    <a:pt x="46727" y="186565"/>
                  </a:lnTo>
                  <a:lnTo>
                    <a:pt x="45943" y="184928"/>
                  </a:lnTo>
                  <a:lnTo>
                    <a:pt x="46171" y="184098"/>
                  </a:lnTo>
                  <a:lnTo>
                    <a:pt x="47510" y="182500"/>
                  </a:lnTo>
                  <a:lnTo>
                    <a:pt x="47938" y="182387"/>
                  </a:lnTo>
                  <a:lnTo>
                    <a:pt x="47842" y="182254"/>
                  </a:lnTo>
                  <a:lnTo>
                    <a:pt x="49384" y="181696"/>
                  </a:lnTo>
                  <a:lnTo>
                    <a:pt x="49634" y="181856"/>
                  </a:lnTo>
                  <a:lnTo>
                    <a:pt x="52436" y="181464"/>
                  </a:lnTo>
                  <a:lnTo>
                    <a:pt x="55551" y="180482"/>
                  </a:lnTo>
                  <a:lnTo>
                    <a:pt x="56172" y="181004"/>
                  </a:lnTo>
                  <a:lnTo>
                    <a:pt x="56476" y="182685"/>
                  </a:lnTo>
                  <a:lnTo>
                    <a:pt x="57102" y="183771"/>
                  </a:lnTo>
                  <a:lnTo>
                    <a:pt x="58109" y="184280"/>
                  </a:lnTo>
                  <a:lnTo>
                    <a:pt x="58226" y="184045"/>
                  </a:lnTo>
                  <a:lnTo>
                    <a:pt x="59679" y="184976"/>
                  </a:lnTo>
                  <a:lnTo>
                    <a:pt x="61225" y="186764"/>
                  </a:lnTo>
                  <a:lnTo>
                    <a:pt x="61953" y="186139"/>
                  </a:lnTo>
                  <a:lnTo>
                    <a:pt x="62172" y="185290"/>
                  </a:lnTo>
                  <a:lnTo>
                    <a:pt x="62491" y="184985"/>
                  </a:lnTo>
                  <a:lnTo>
                    <a:pt x="62844" y="184679"/>
                  </a:lnTo>
                  <a:lnTo>
                    <a:pt x="63266" y="184906"/>
                  </a:lnTo>
                  <a:lnTo>
                    <a:pt x="64505" y="185505"/>
                  </a:lnTo>
                  <a:lnTo>
                    <a:pt x="65588" y="184496"/>
                  </a:lnTo>
                  <a:lnTo>
                    <a:pt x="67164" y="183598"/>
                  </a:lnTo>
                  <a:lnTo>
                    <a:pt x="67936" y="182419"/>
                  </a:lnTo>
                  <a:lnTo>
                    <a:pt x="69183" y="179935"/>
                  </a:lnTo>
                  <a:lnTo>
                    <a:pt x="70960" y="177763"/>
                  </a:lnTo>
                  <a:lnTo>
                    <a:pt x="73851" y="178283"/>
                  </a:lnTo>
                  <a:lnTo>
                    <a:pt x="78228" y="179685"/>
                  </a:lnTo>
                  <a:lnTo>
                    <a:pt x="80319" y="179218"/>
                  </a:lnTo>
                  <a:lnTo>
                    <a:pt x="81406" y="178492"/>
                  </a:lnTo>
                  <a:lnTo>
                    <a:pt x="82605" y="178210"/>
                  </a:lnTo>
                  <a:lnTo>
                    <a:pt x="82510" y="180458"/>
                  </a:lnTo>
                  <a:lnTo>
                    <a:pt x="81555" y="184505"/>
                  </a:lnTo>
                  <a:lnTo>
                    <a:pt x="80646" y="186595"/>
                  </a:lnTo>
                  <a:lnTo>
                    <a:pt x="78821" y="192728"/>
                  </a:lnTo>
                  <a:lnTo>
                    <a:pt x="78883" y="193429"/>
                  </a:lnTo>
                  <a:lnTo>
                    <a:pt x="79568" y="195017"/>
                  </a:lnTo>
                  <a:lnTo>
                    <a:pt x="79204" y="201214"/>
                  </a:lnTo>
                  <a:lnTo>
                    <a:pt x="79275" y="202012"/>
                  </a:lnTo>
                  <a:lnTo>
                    <a:pt x="79027" y="203460"/>
                  </a:lnTo>
                  <a:lnTo>
                    <a:pt x="78687" y="203669"/>
                  </a:lnTo>
                  <a:lnTo>
                    <a:pt x="78371" y="206898"/>
                  </a:lnTo>
                  <a:lnTo>
                    <a:pt x="77889" y="208315"/>
                  </a:lnTo>
                  <a:lnTo>
                    <a:pt x="77325" y="209203"/>
                  </a:lnTo>
                  <a:lnTo>
                    <a:pt x="77690" y="210097"/>
                  </a:lnTo>
                  <a:lnTo>
                    <a:pt x="78592" y="210916"/>
                  </a:lnTo>
                  <a:lnTo>
                    <a:pt x="80078" y="211218"/>
                  </a:lnTo>
                  <a:lnTo>
                    <a:pt x="81108" y="211902"/>
                  </a:lnTo>
                  <a:lnTo>
                    <a:pt x="83637" y="212889"/>
                  </a:lnTo>
                  <a:lnTo>
                    <a:pt x="87017" y="215903"/>
                  </a:lnTo>
                  <a:lnTo>
                    <a:pt x="86932" y="216592"/>
                  </a:lnTo>
                  <a:lnTo>
                    <a:pt x="87431" y="217164"/>
                  </a:lnTo>
                  <a:lnTo>
                    <a:pt x="89366" y="216600"/>
                  </a:lnTo>
                  <a:lnTo>
                    <a:pt x="90165" y="217465"/>
                  </a:lnTo>
                  <a:lnTo>
                    <a:pt x="90564" y="219482"/>
                  </a:lnTo>
                  <a:lnTo>
                    <a:pt x="91771" y="219627"/>
                  </a:lnTo>
                  <a:lnTo>
                    <a:pt x="91871" y="218578"/>
                  </a:lnTo>
                  <a:lnTo>
                    <a:pt x="92795" y="218638"/>
                  </a:lnTo>
                  <a:lnTo>
                    <a:pt x="93137" y="219033"/>
                  </a:lnTo>
                  <a:lnTo>
                    <a:pt x="98168" y="219387"/>
                  </a:lnTo>
                  <a:lnTo>
                    <a:pt x="98410" y="221102"/>
                  </a:lnTo>
                  <a:lnTo>
                    <a:pt x="99208" y="220746"/>
                  </a:lnTo>
                  <a:lnTo>
                    <a:pt x="100629" y="221715"/>
                  </a:lnTo>
                  <a:lnTo>
                    <a:pt x="100678" y="221966"/>
                  </a:lnTo>
                  <a:lnTo>
                    <a:pt x="102162" y="221754"/>
                  </a:lnTo>
                  <a:lnTo>
                    <a:pt x="102310" y="222299"/>
                  </a:lnTo>
                  <a:lnTo>
                    <a:pt x="104837" y="222195"/>
                  </a:lnTo>
                  <a:lnTo>
                    <a:pt x="104904" y="222463"/>
                  </a:lnTo>
                  <a:lnTo>
                    <a:pt x="111242" y="223643"/>
                  </a:lnTo>
                  <a:lnTo>
                    <a:pt x="111846" y="220954"/>
                  </a:lnTo>
                  <a:lnTo>
                    <a:pt x="114531" y="215506"/>
                  </a:lnTo>
                  <a:lnTo>
                    <a:pt x="114684" y="214401"/>
                  </a:lnTo>
                  <a:lnTo>
                    <a:pt x="114472" y="210079"/>
                  </a:lnTo>
                  <a:lnTo>
                    <a:pt x="117698" y="207979"/>
                  </a:lnTo>
                  <a:lnTo>
                    <a:pt x="118991" y="206789"/>
                  </a:lnTo>
                  <a:lnTo>
                    <a:pt x="120512" y="207479"/>
                  </a:lnTo>
                  <a:lnTo>
                    <a:pt x="122315" y="207911"/>
                  </a:lnTo>
                  <a:lnTo>
                    <a:pt x="122173" y="210752"/>
                  </a:lnTo>
                  <a:lnTo>
                    <a:pt x="123853" y="211361"/>
                  </a:lnTo>
                  <a:lnTo>
                    <a:pt x="125150" y="212169"/>
                  </a:lnTo>
                  <a:lnTo>
                    <a:pt x="131990" y="219120"/>
                  </a:lnTo>
                  <a:lnTo>
                    <a:pt x="132662" y="219852"/>
                  </a:lnTo>
                  <a:lnTo>
                    <a:pt x="132528" y="220039"/>
                  </a:lnTo>
                  <a:lnTo>
                    <a:pt x="132905" y="220529"/>
                  </a:lnTo>
                  <a:lnTo>
                    <a:pt x="136345" y="222709"/>
                  </a:lnTo>
                  <a:lnTo>
                    <a:pt x="141832" y="225522"/>
                  </a:lnTo>
                  <a:lnTo>
                    <a:pt x="143189" y="223917"/>
                  </a:lnTo>
                  <a:lnTo>
                    <a:pt x="144473" y="224565"/>
                  </a:lnTo>
                  <a:lnTo>
                    <a:pt x="147333" y="225427"/>
                  </a:lnTo>
                  <a:lnTo>
                    <a:pt x="148320" y="224459"/>
                  </a:lnTo>
                  <a:lnTo>
                    <a:pt x="149669" y="225438"/>
                  </a:lnTo>
                  <a:lnTo>
                    <a:pt x="154002" y="219070"/>
                  </a:lnTo>
                  <a:lnTo>
                    <a:pt x="156697" y="221734"/>
                  </a:lnTo>
                  <a:lnTo>
                    <a:pt x="157124" y="221710"/>
                  </a:lnTo>
                  <a:lnTo>
                    <a:pt x="160396" y="217499"/>
                  </a:lnTo>
                  <a:lnTo>
                    <a:pt x="161359" y="218283"/>
                  </a:lnTo>
                  <a:lnTo>
                    <a:pt x="167179" y="210844"/>
                  </a:lnTo>
                  <a:lnTo>
                    <a:pt x="166171" y="210052"/>
                  </a:lnTo>
                  <a:lnTo>
                    <a:pt x="168947" y="206429"/>
                  </a:lnTo>
                  <a:lnTo>
                    <a:pt x="168887" y="206041"/>
                  </a:lnTo>
                  <a:lnTo>
                    <a:pt x="166524" y="203986"/>
                  </a:lnTo>
                  <a:lnTo>
                    <a:pt x="169314" y="200962"/>
                  </a:lnTo>
                  <a:lnTo>
                    <a:pt x="170684" y="202266"/>
                  </a:lnTo>
                  <a:lnTo>
                    <a:pt x="171984" y="200728"/>
                  </a:lnTo>
                  <a:lnTo>
                    <a:pt x="170868" y="199741"/>
                  </a:lnTo>
                  <a:lnTo>
                    <a:pt x="171501" y="198392"/>
                  </a:lnTo>
                  <a:lnTo>
                    <a:pt x="173852" y="199166"/>
                  </a:lnTo>
                  <a:lnTo>
                    <a:pt x="174141" y="204376"/>
                  </a:lnTo>
                  <a:lnTo>
                    <a:pt x="185160" y="208890"/>
                  </a:lnTo>
                  <a:lnTo>
                    <a:pt x="187495" y="209605"/>
                  </a:lnTo>
                  <a:lnTo>
                    <a:pt x="194272" y="192323"/>
                  </a:lnTo>
                  <a:lnTo>
                    <a:pt x="197024" y="184308"/>
                  </a:lnTo>
                  <a:lnTo>
                    <a:pt x="200843" y="187091"/>
                  </a:lnTo>
                  <a:lnTo>
                    <a:pt x="203603" y="180899"/>
                  </a:lnTo>
                  <a:lnTo>
                    <a:pt x="206530" y="175535"/>
                  </a:lnTo>
                  <a:lnTo>
                    <a:pt x="204733" y="174226"/>
                  </a:lnTo>
                  <a:lnTo>
                    <a:pt x="201211" y="169741"/>
                  </a:lnTo>
                  <a:lnTo>
                    <a:pt x="201905" y="168248"/>
                  </a:lnTo>
                  <a:lnTo>
                    <a:pt x="202761" y="165073"/>
                  </a:lnTo>
                  <a:lnTo>
                    <a:pt x="203659" y="163266"/>
                  </a:lnTo>
                  <a:lnTo>
                    <a:pt x="203996" y="159232"/>
                  </a:lnTo>
                  <a:lnTo>
                    <a:pt x="205172" y="155300"/>
                  </a:lnTo>
                  <a:lnTo>
                    <a:pt x="205455" y="153159"/>
                  </a:lnTo>
                  <a:lnTo>
                    <a:pt x="206520" y="152041"/>
                  </a:lnTo>
                  <a:lnTo>
                    <a:pt x="206817" y="150473"/>
                  </a:lnTo>
                  <a:lnTo>
                    <a:pt x="207113" y="147477"/>
                  </a:lnTo>
                  <a:lnTo>
                    <a:pt x="205863" y="143127"/>
                  </a:lnTo>
                  <a:lnTo>
                    <a:pt x="205438" y="139685"/>
                  </a:lnTo>
                  <a:lnTo>
                    <a:pt x="204926" y="138658"/>
                  </a:lnTo>
                  <a:lnTo>
                    <a:pt x="202959" y="136074"/>
                  </a:lnTo>
                  <a:lnTo>
                    <a:pt x="201574" y="134755"/>
                  </a:lnTo>
                  <a:lnTo>
                    <a:pt x="200528" y="134265"/>
                  </a:lnTo>
                  <a:lnTo>
                    <a:pt x="199027" y="134189"/>
                  </a:lnTo>
                  <a:lnTo>
                    <a:pt x="196143" y="132119"/>
                  </a:lnTo>
                  <a:lnTo>
                    <a:pt x="197126" y="128576"/>
                  </a:lnTo>
                  <a:lnTo>
                    <a:pt x="197729" y="127173"/>
                  </a:lnTo>
                  <a:lnTo>
                    <a:pt x="197489" y="124422"/>
                  </a:lnTo>
                  <a:lnTo>
                    <a:pt x="197811" y="121367"/>
                  </a:lnTo>
                  <a:lnTo>
                    <a:pt x="197659" y="118785"/>
                  </a:lnTo>
                  <a:lnTo>
                    <a:pt x="197970" y="118288"/>
                  </a:lnTo>
                  <a:lnTo>
                    <a:pt x="204785" y="112207"/>
                  </a:lnTo>
                  <a:lnTo>
                    <a:pt x="205699" y="110980"/>
                  </a:lnTo>
                  <a:lnTo>
                    <a:pt x="206117" y="109877"/>
                  </a:lnTo>
                  <a:lnTo>
                    <a:pt x="206009" y="108661"/>
                  </a:lnTo>
                  <a:lnTo>
                    <a:pt x="205395" y="107638"/>
                  </a:lnTo>
                  <a:lnTo>
                    <a:pt x="203344" y="106719"/>
                  </a:lnTo>
                  <a:lnTo>
                    <a:pt x="203038" y="106323"/>
                  </a:lnTo>
                  <a:lnTo>
                    <a:pt x="202852" y="104471"/>
                  </a:lnTo>
                  <a:lnTo>
                    <a:pt x="203028" y="103641"/>
                  </a:lnTo>
                  <a:lnTo>
                    <a:pt x="205861" y="99921"/>
                  </a:lnTo>
                  <a:lnTo>
                    <a:pt x="210073" y="97813"/>
                  </a:lnTo>
                  <a:lnTo>
                    <a:pt x="211583" y="98130"/>
                  </a:lnTo>
                  <a:lnTo>
                    <a:pt x="217209" y="96936"/>
                  </a:lnTo>
                  <a:lnTo>
                    <a:pt x="222286" y="93495"/>
                  </a:lnTo>
                  <a:lnTo>
                    <a:pt x="224935" y="93523"/>
                  </a:lnTo>
                  <a:lnTo>
                    <a:pt x="227582" y="94075"/>
                  </a:lnTo>
                  <a:lnTo>
                    <a:pt x="230935" y="92847"/>
                  </a:lnTo>
                  <a:lnTo>
                    <a:pt x="231907" y="91906"/>
                  </a:lnTo>
                  <a:lnTo>
                    <a:pt x="232585" y="90324"/>
                  </a:lnTo>
                  <a:lnTo>
                    <a:pt x="233829" y="89583"/>
                  </a:lnTo>
                  <a:lnTo>
                    <a:pt x="235369" y="87822"/>
                  </a:lnTo>
                  <a:lnTo>
                    <a:pt x="237004" y="86496"/>
                  </a:lnTo>
                  <a:lnTo>
                    <a:pt x="237163" y="86065"/>
                  </a:lnTo>
                  <a:lnTo>
                    <a:pt x="236405" y="84174"/>
                  </a:lnTo>
                  <a:lnTo>
                    <a:pt x="236608" y="77261"/>
                  </a:lnTo>
                  <a:lnTo>
                    <a:pt x="237031" y="73980"/>
                  </a:lnTo>
                  <a:lnTo>
                    <a:pt x="236405" y="71565"/>
                  </a:lnTo>
                  <a:lnTo>
                    <a:pt x="236439" y="69570"/>
                  </a:lnTo>
                  <a:lnTo>
                    <a:pt x="236763" y="68350"/>
                  </a:lnTo>
                  <a:lnTo>
                    <a:pt x="236225" y="66264"/>
                  </a:lnTo>
                  <a:lnTo>
                    <a:pt x="236404" y="63690"/>
                  </a:lnTo>
                  <a:lnTo>
                    <a:pt x="237114" y="62141"/>
                  </a:lnTo>
                  <a:lnTo>
                    <a:pt x="238620" y="61151"/>
                  </a:lnTo>
                  <a:lnTo>
                    <a:pt x="239992" y="61714"/>
                  </a:lnTo>
                  <a:lnTo>
                    <a:pt x="241037" y="62496"/>
                  </a:lnTo>
                  <a:lnTo>
                    <a:pt x="242085" y="61690"/>
                  </a:lnTo>
                  <a:lnTo>
                    <a:pt x="243153" y="61372"/>
                  </a:lnTo>
                  <a:lnTo>
                    <a:pt x="244917" y="61230"/>
                  </a:lnTo>
                  <a:lnTo>
                    <a:pt x="246215" y="61383"/>
                  </a:lnTo>
                  <a:lnTo>
                    <a:pt x="245900" y="57162"/>
                  </a:lnTo>
                  <a:lnTo>
                    <a:pt x="244770" y="52272"/>
                  </a:lnTo>
                  <a:lnTo>
                    <a:pt x="246992" y="50578"/>
                  </a:lnTo>
                  <a:lnTo>
                    <a:pt x="250076" y="51929"/>
                  </a:lnTo>
                  <a:lnTo>
                    <a:pt x="252138" y="53692"/>
                  </a:lnTo>
                  <a:lnTo>
                    <a:pt x="253329" y="54372"/>
                  </a:lnTo>
                  <a:lnTo>
                    <a:pt x="257364" y="55068"/>
                  </a:lnTo>
                  <a:lnTo>
                    <a:pt x="260028" y="54842"/>
                  </a:lnTo>
                  <a:lnTo>
                    <a:pt x="262737" y="55110"/>
                  </a:lnTo>
                  <a:lnTo>
                    <a:pt x="263966" y="54505"/>
                  </a:lnTo>
                  <a:lnTo>
                    <a:pt x="265437" y="53216"/>
                  </a:lnTo>
                  <a:lnTo>
                    <a:pt x="266405" y="51897"/>
                  </a:lnTo>
                  <a:lnTo>
                    <a:pt x="267691" y="51082"/>
                  </a:lnTo>
                  <a:lnTo>
                    <a:pt x="271217" y="50021"/>
                  </a:lnTo>
                  <a:lnTo>
                    <a:pt x="274143" y="48621"/>
                  </a:lnTo>
                  <a:lnTo>
                    <a:pt x="278127" y="48174"/>
                  </a:lnTo>
                  <a:lnTo>
                    <a:pt x="280530" y="46755"/>
                  </a:lnTo>
                  <a:lnTo>
                    <a:pt x="283016" y="47351"/>
                  </a:lnTo>
                  <a:lnTo>
                    <a:pt x="286580" y="54177"/>
                  </a:lnTo>
                  <a:lnTo>
                    <a:pt x="287030" y="57769"/>
                  </a:lnTo>
                  <a:lnTo>
                    <a:pt x="287407" y="59048"/>
                  </a:lnTo>
                  <a:lnTo>
                    <a:pt x="288588" y="60762"/>
                  </a:lnTo>
                  <a:lnTo>
                    <a:pt x="290855" y="63078"/>
                  </a:lnTo>
                  <a:lnTo>
                    <a:pt x="292111" y="65514"/>
                  </a:lnTo>
                  <a:lnTo>
                    <a:pt x="294819" y="67885"/>
                  </a:lnTo>
                  <a:lnTo>
                    <a:pt x="297348" y="71431"/>
                  </a:lnTo>
                  <a:lnTo>
                    <a:pt x="298641" y="72605"/>
                  </a:lnTo>
                  <a:lnTo>
                    <a:pt x="299016" y="74050"/>
                  </a:lnTo>
                  <a:lnTo>
                    <a:pt x="299377" y="74578"/>
                  </a:lnTo>
                  <a:lnTo>
                    <a:pt x="301257" y="75052"/>
                  </a:lnTo>
                  <a:lnTo>
                    <a:pt x="301722" y="75375"/>
                  </a:lnTo>
                  <a:lnTo>
                    <a:pt x="301981" y="74872"/>
                  </a:lnTo>
                  <a:lnTo>
                    <a:pt x="302462" y="71974"/>
                  </a:lnTo>
                  <a:lnTo>
                    <a:pt x="302204" y="69557"/>
                  </a:lnTo>
                  <a:lnTo>
                    <a:pt x="302299" y="66018"/>
                  </a:lnTo>
                  <a:lnTo>
                    <a:pt x="304235" y="63762"/>
                  </a:lnTo>
                  <a:lnTo>
                    <a:pt x="304608" y="61386"/>
                  </a:lnTo>
                  <a:lnTo>
                    <a:pt x="304925" y="60691"/>
                  </a:lnTo>
                  <a:lnTo>
                    <a:pt x="304850" y="59458"/>
                  </a:lnTo>
                  <a:lnTo>
                    <a:pt x="305272" y="58391"/>
                  </a:lnTo>
                  <a:lnTo>
                    <a:pt x="305668" y="57801"/>
                  </a:lnTo>
                  <a:lnTo>
                    <a:pt x="306903" y="57233"/>
                  </a:lnTo>
                  <a:lnTo>
                    <a:pt x="307805" y="56061"/>
                  </a:lnTo>
                  <a:lnTo>
                    <a:pt x="307867" y="55443"/>
                  </a:lnTo>
                  <a:lnTo>
                    <a:pt x="311778" y="55767"/>
                  </a:lnTo>
                  <a:lnTo>
                    <a:pt x="313539" y="55218"/>
                  </a:lnTo>
                  <a:lnTo>
                    <a:pt x="316563" y="56451"/>
                  </a:lnTo>
                  <a:lnTo>
                    <a:pt x="318070" y="56835"/>
                  </a:lnTo>
                  <a:lnTo>
                    <a:pt x="319561" y="56901"/>
                  </a:lnTo>
                  <a:lnTo>
                    <a:pt x="321023" y="57450"/>
                  </a:lnTo>
                  <a:lnTo>
                    <a:pt x="324394" y="56528"/>
                  </a:lnTo>
                  <a:lnTo>
                    <a:pt x="325097" y="55498"/>
                  </a:lnTo>
                  <a:lnTo>
                    <a:pt x="325592" y="55268"/>
                  </a:lnTo>
                  <a:lnTo>
                    <a:pt x="326959" y="53659"/>
                  </a:lnTo>
                  <a:lnTo>
                    <a:pt x="328343" y="52717"/>
                  </a:lnTo>
                  <a:lnTo>
                    <a:pt x="327759" y="50964"/>
                  </a:lnTo>
                  <a:lnTo>
                    <a:pt x="327709" y="49483"/>
                  </a:lnTo>
                  <a:lnTo>
                    <a:pt x="329961" y="39540"/>
                  </a:lnTo>
                  <a:lnTo>
                    <a:pt x="329841" y="37853"/>
                  </a:lnTo>
                  <a:lnTo>
                    <a:pt x="330506" y="35925"/>
                  </a:lnTo>
                  <a:lnTo>
                    <a:pt x="331184" y="30520"/>
                  </a:lnTo>
                  <a:lnTo>
                    <a:pt x="332070" y="26710"/>
                  </a:lnTo>
                  <a:lnTo>
                    <a:pt x="333848" y="24187"/>
                  </a:lnTo>
                  <a:lnTo>
                    <a:pt x="334726" y="20135"/>
                  </a:lnTo>
                  <a:lnTo>
                    <a:pt x="335253" y="19137"/>
                  </a:lnTo>
                  <a:lnTo>
                    <a:pt x="331746" y="17296"/>
                  </a:lnTo>
                  <a:lnTo>
                    <a:pt x="331243" y="16664"/>
                  </a:lnTo>
                  <a:lnTo>
                    <a:pt x="332935" y="13825"/>
                  </a:lnTo>
                  <a:lnTo>
                    <a:pt x="334247" y="13252"/>
                  </a:lnTo>
                  <a:lnTo>
                    <a:pt x="334856" y="12384"/>
                  </a:lnTo>
                  <a:lnTo>
                    <a:pt x="336186" y="11356"/>
                  </a:lnTo>
                  <a:lnTo>
                    <a:pt x="337150" y="13153"/>
                  </a:lnTo>
                  <a:lnTo>
                    <a:pt x="337554" y="14484"/>
                  </a:lnTo>
                  <a:lnTo>
                    <a:pt x="337775" y="15615"/>
                  </a:lnTo>
                  <a:lnTo>
                    <a:pt x="337702" y="17397"/>
                  </a:lnTo>
                  <a:lnTo>
                    <a:pt x="338314" y="19272"/>
                  </a:lnTo>
                  <a:lnTo>
                    <a:pt x="340099" y="20889"/>
                  </a:lnTo>
                  <a:lnTo>
                    <a:pt x="343311" y="22310"/>
                  </a:lnTo>
                  <a:lnTo>
                    <a:pt x="347592" y="25188"/>
                  </a:lnTo>
                  <a:lnTo>
                    <a:pt x="350229" y="26200"/>
                  </a:lnTo>
                  <a:lnTo>
                    <a:pt x="354097" y="26869"/>
                  </a:lnTo>
                  <a:lnTo>
                    <a:pt x="355549" y="27602"/>
                  </a:lnTo>
                  <a:lnTo>
                    <a:pt x="356180" y="28166"/>
                  </a:lnTo>
                  <a:lnTo>
                    <a:pt x="356710" y="29531"/>
                  </a:lnTo>
                  <a:lnTo>
                    <a:pt x="356627" y="30872"/>
                  </a:lnTo>
                  <a:lnTo>
                    <a:pt x="357251" y="33003"/>
                  </a:lnTo>
                  <a:lnTo>
                    <a:pt x="358516" y="35091"/>
                  </a:lnTo>
                  <a:lnTo>
                    <a:pt x="360839" y="37334"/>
                  </a:lnTo>
                  <a:lnTo>
                    <a:pt x="362083" y="36429"/>
                  </a:lnTo>
                  <a:lnTo>
                    <a:pt x="363787" y="36246"/>
                  </a:lnTo>
                  <a:lnTo>
                    <a:pt x="364667" y="35863"/>
                  </a:lnTo>
                  <a:lnTo>
                    <a:pt x="364896" y="35264"/>
                  </a:lnTo>
                  <a:lnTo>
                    <a:pt x="364725" y="30559"/>
                  </a:lnTo>
                  <a:lnTo>
                    <a:pt x="364305" y="27678"/>
                  </a:lnTo>
                  <a:lnTo>
                    <a:pt x="364387" y="25571"/>
                  </a:lnTo>
                  <a:lnTo>
                    <a:pt x="363070" y="22880"/>
                  </a:lnTo>
                  <a:lnTo>
                    <a:pt x="363328" y="18894"/>
                  </a:lnTo>
                  <a:lnTo>
                    <a:pt x="363070" y="14828"/>
                  </a:lnTo>
                  <a:lnTo>
                    <a:pt x="362810" y="14257"/>
                  </a:lnTo>
                  <a:lnTo>
                    <a:pt x="361047" y="12205"/>
                  </a:lnTo>
                  <a:lnTo>
                    <a:pt x="360358" y="10458"/>
                  </a:lnTo>
                  <a:lnTo>
                    <a:pt x="359689" y="8057"/>
                  </a:lnTo>
                  <a:lnTo>
                    <a:pt x="359763" y="6493"/>
                  </a:lnTo>
                  <a:lnTo>
                    <a:pt x="359498" y="4114"/>
                  </a:lnTo>
                  <a:lnTo>
                    <a:pt x="361374" y="3890"/>
                  </a:lnTo>
                  <a:lnTo>
                    <a:pt x="362625" y="3157"/>
                  </a:lnTo>
                  <a:lnTo>
                    <a:pt x="365742" y="2871"/>
                  </a:lnTo>
                  <a:lnTo>
                    <a:pt x="365644" y="2261"/>
                  </a:lnTo>
                  <a:lnTo>
                    <a:pt x="367042" y="870"/>
                  </a:lnTo>
                  <a:lnTo>
                    <a:pt x="367545" y="471"/>
                  </a:lnTo>
                  <a:lnTo>
                    <a:pt x="368874" y="0"/>
                  </a:lnTo>
                  <a:lnTo>
                    <a:pt x="370190" y="1701"/>
                  </a:lnTo>
                  <a:lnTo>
                    <a:pt x="372666" y="3436"/>
                  </a:lnTo>
                  <a:lnTo>
                    <a:pt x="373549" y="2555"/>
                  </a:lnTo>
                  <a:lnTo>
                    <a:pt x="373786" y="2742"/>
                  </a:lnTo>
                  <a:lnTo>
                    <a:pt x="374823" y="1918"/>
                  </a:lnTo>
                  <a:lnTo>
                    <a:pt x="376633" y="3957"/>
                  </a:lnTo>
                  <a:lnTo>
                    <a:pt x="378280" y="2759"/>
                  </a:lnTo>
                  <a:lnTo>
                    <a:pt x="379584" y="4510"/>
                  </a:lnTo>
                  <a:lnTo>
                    <a:pt x="381381" y="6042"/>
                  </a:lnTo>
                  <a:lnTo>
                    <a:pt x="384492" y="10351"/>
                  </a:lnTo>
                  <a:lnTo>
                    <a:pt x="385493" y="11309"/>
                  </a:lnTo>
                  <a:lnTo>
                    <a:pt x="387077" y="15041"/>
                  </a:lnTo>
                  <a:lnTo>
                    <a:pt x="386650" y="18595"/>
                  </a:lnTo>
                  <a:lnTo>
                    <a:pt x="386228" y="19263"/>
                  </a:lnTo>
                  <a:lnTo>
                    <a:pt x="386180" y="19968"/>
                  </a:lnTo>
                  <a:lnTo>
                    <a:pt x="386957" y="22918"/>
                  </a:lnTo>
                  <a:lnTo>
                    <a:pt x="386874" y="24075"/>
                  </a:lnTo>
                  <a:lnTo>
                    <a:pt x="387325" y="26135"/>
                  </a:lnTo>
                  <a:lnTo>
                    <a:pt x="388539" y="28783"/>
                  </a:lnTo>
                  <a:lnTo>
                    <a:pt x="390246" y="30605"/>
                  </a:lnTo>
                  <a:lnTo>
                    <a:pt x="391632" y="31369"/>
                  </a:lnTo>
                  <a:lnTo>
                    <a:pt x="392514" y="29488"/>
                  </a:lnTo>
                  <a:lnTo>
                    <a:pt x="392777" y="29568"/>
                  </a:lnTo>
                  <a:lnTo>
                    <a:pt x="392802" y="30615"/>
                  </a:lnTo>
                  <a:lnTo>
                    <a:pt x="393032" y="31137"/>
                  </a:lnTo>
                  <a:lnTo>
                    <a:pt x="393565" y="30919"/>
                  </a:lnTo>
                  <a:lnTo>
                    <a:pt x="395039" y="30940"/>
                  </a:lnTo>
                  <a:lnTo>
                    <a:pt x="395180" y="31419"/>
                  </a:lnTo>
                  <a:lnTo>
                    <a:pt x="396406" y="31319"/>
                  </a:lnTo>
                  <a:lnTo>
                    <a:pt x="396931" y="31643"/>
                  </a:lnTo>
                  <a:lnTo>
                    <a:pt x="398308" y="33530"/>
                  </a:lnTo>
                  <a:lnTo>
                    <a:pt x="397709" y="33796"/>
                  </a:lnTo>
                  <a:lnTo>
                    <a:pt x="398365" y="35069"/>
                  </a:lnTo>
                  <a:lnTo>
                    <a:pt x="398707" y="35476"/>
                  </a:lnTo>
                  <a:lnTo>
                    <a:pt x="399205" y="35272"/>
                  </a:lnTo>
                  <a:lnTo>
                    <a:pt x="400523" y="37437"/>
                  </a:lnTo>
                  <a:lnTo>
                    <a:pt x="400045" y="37731"/>
                  </a:lnTo>
                  <a:lnTo>
                    <a:pt x="400229" y="38296"/>
                  </a:lnTo>
                  <a:lnTo>
                    <a:pt x="400480" y="38160"/>
                  </a:lnTo>
                  <a:lnTo>
                    <a:pt x="400252" y="38833"/>
                  </a:lnTo>
                  <a:lnTo>
                    <a:pt x="401213" y="38430"/>
                  </a:lnTo>
                  <a:lnTo>
                    <a:pt x="403025" y="40439"/>
                  </a:lnTo>
                  <a:lnTo>
                    <a:pt x="406822" y="38809"/>
                  </a:lnTo>
                  <a:lnTo>
                    <a:pt x="408526" y="38473"/>
                  </a:lnTo>
                  <a:lnTo>
                    <a:pt x="408801" y="38632"/>
                  </a:lnTo>
                  <a:lnTo>
                    <a:pt x="411247" y="38618"/>
                  </a:lnTo>
                  <a:lnTo>
                    <a:pt x="411724" y="39287"/>
                  </a:lnTo>
                  <a:lnTo>
                    <a:pt x="413332" y="39554"/>
                  </a:lnTo>
                  <a:lnTo>
                    <a:pt x="416318" y="39053"/>
                  </a:lnTo>
                  <a:lnTo>
                    <a:pt x="417957" y="38405"/>
                  </a:lnTo>
                  <a:lnTo>
                    <a:pt x="418737" y="38349"/>
                  </a:lnTo>
                  <a:lnTo>
                    <a:pt x="417627" y="40041"/>
                  </a:lnTo>
                  <a:lnTo>
                    <a:pt x="416479" y="41054"/>
                  </a:lnTo>
                  <a:lnTo>
                    <a:pt x="413394" y="42754"/>
                  </a:lnTo>
                  <a:lnTo>
                    <a:pt x="413719" y="46260"/>
                  </a:lnTo>
                  <a:lnTo>
                    <a:pt x="414005" y="46483"/>
                  </a:lnTo>
                  <a:lnTo>
                    <a:pt x="413894" y="48318"/>
                  </a:lnTo>
                  <a:lnTo>
                    <a:pt x="413310" y="49164"/>
                  </a:lnTo>
                  <a:lnTo>
                    <a:pt x="413632" y="50074"/>
                  </a:lnTo>
                  <a:lnTo>
                    <a:pt x="413210" y="52275"/>
                  </a:lnTo>
                  <a:lnTo>
                    <a:pt x="413025" y="52567"/>
                  </a:lnTo>
                  <a:lnTo>
                    <a:pt x="411349" y="52702"/>
                  </a:lnTo>
                  <a:lnTo>
                    <a:pt x="410003" y="54004"/>
                  </a:lnTo>
                  <a:lnTo>
                    <a:pt x="406695" y="58128"/>
                  </a:lnTo>
                  <a:lnTo>
                    <a:pt x="406292" y="59338"/>
                  </a:lnTo>
                  <a:lnTo>
                    <a:pt x="406913" y="59356"/>
                  </a:lnTo>
                  <a:lnTo>
                    <a:pt x="405938" y="59871"/>
                  </a:lnTo>
                  <a:lnTo>
                    <a:pt x="405735" y="58875"/>
                  </a:lnTo>
                  <a:lnTo>
                    <a:pt x="405542" y="58884"/>
                  </a:lnTo>
                  <a:lnTo>
                    <a:pt x="405731" y="60709"/>
                  </a:lnTo>
                  <a:lnTo>
                    <a:pt x="405529" y="61132"/>
                  </a:lnTo>
                  <a:lnTo>
                    <a:pt x="405210" y="60482"/>
                  </a:lnTo>
                  <a:lnTo>
                    <a:pt x="404846" y="60590"/>
                  </a:lnTo>
                  <a:lnTo>
                    <a:pt x="404456" y="61350"/>
                  </a:lnTo>
                  <a:lnTo>
                    <a:pt x="402303" y="61203"/>
                  </a:lnTo>
                  <a:lnTo>
                    <a:pt x="400945" y="62576"/>
                  </a:lnTo>
                  <a:lnTo>
                    <a:pt x="400602" y="64188"/>
                  </a:lnTo>
                  <a:lnTo>
                    <a:pt x="398791" y="65449"/>
                  </a:lnTo>
                  <a:lnTo>
                    <a:pt x="396886" y="67693"/>
                  </a:lnTo>
                  <a:lnTo>
                    <a:pt x="395749" y="68070"/>
                  </a:lnTo>
                  <a:lnTo>
                    <a:pt x="394079" y="69792"/>
                  </a:lnTo>
                  <a:lnTo>
                    <a:pt x="392798" y="70400"/>
                  </a:lnTo>
                  <a:lnTo>
                    <a:pt x="389754" y="73008"/>
                  </a:lnTo>
                  <a:lnTo>
                    <a:pt x="389110" y="74986"/>
                  </a:lnTo>
                  <a:lnTo>
                    <a:pt x="388706" y="78994"/>
                  </a:lnTo>
                  <a:lnTo>
                    <a:pt x="389633" y="79730"/>
                  </a:lnTo>
                  <a:lnTo>
                    <a:pt x="392638" y="80719"/>
                  </a:lnTo>
                  <a:lnTo>
                    <a:pt x="393215" y="81262"/>
                  </a:lnTo>
                  <a:lnTo>
                    <a:pt x="393758" y="81347"/>
                  </a:lnTo>
                  <a:lnTo>
                    <a:pt x="396168" y="83459"/>
                  </a:lnTo>
                  <a:lnTo>
                    <a:pt x="399666" y="85300"/>
                  </a:lnTo>
                  <a:lnTo>
                    <a:pt x="401849" y="87689"/>
                  </a:lnTo>
                  <a:lnTo>
                    <a:pt x="403134" y="88619"/>
                  </a:lnTo>
                  <a:lnTo>
                    <a:pt x="407120" y="89927"/>
                  </a:lnTo>
                  <a:lnTo>
                    <a:pt x="410194" y="90050"/>
                  </a:lnTo>
                  <a:lnTo>
                    <a:pt x="410405" y="91040"/>
                  </a:lnTo>
                  <a:lnTo>
                    <a:pt x="411327" y="91372"/>
                  </a:lnTo>
                  <a:lnTo>
                    <a:pt x="411265" y="92623"/>
                  </a:lnTo>
                  <a:lnTo>
                    <a:pt x="413691" y="92872"/>
                  </a:lnTo>
                  <a:lnTo>
                    <a:pt x="413837" y="93046"/>
                  </a:lnTo>
                  <a:lnTo>
                    <a:pt x="413412" y="94824"/>
                  </a:lnTo>
                  <a:lnTo>
                    <a:pt x="417383" y="95840"/>
                  </a:lnTo>
                  <a:lnTo>
                    <a:pt x="417279" y="95695"/>
                  </a:lnTo>
                  <a:lnTo>
                    <a:pt x="417657" y="95156"/>
                  </a:lnTo>
                  <a:lnTo>
                    <a:pt x="419689" y="93658"/>
                  </a:lnTo>
                  <a:lnTo>
                    <a:pt x="420960" y="94955"/>
                  </a:lnTo>
                  <a:lnTo>
                    <a:pt x="424364" y="96081"/>
                  </a:lnTo>
                  <a:lnTo>
                    <a:pt x="426800" y="96379"/>
                  </a:lnTo>
                  <a:lnTo>
                    <a:pt x="428650" y="95579"/>
                  </a:lnTo>
                  <a:lnTo>
                    <a:pt x="430000" y="98626"/>
                  </a:lnTo>
                  <a:lnTo>
                    <a:pt x="434615" y="97485"/>
                  </a:lnTo>
                  <a:lnTo>
                    <a:pt x="435137" y="98414"/>
                  </a:lnTo>
                  <a:lnTo>
                    <a:pt x="435140" y="98913"/>
                  </a:lnTo>
                  <a:lnTo>
                    <a:pt x="436145" y="98670"/>
                  </a:lnTo>
                  <a:lnTo>
                    <a:pt x="438431" y="99757"/>
                  </a:lnTo>
                  <a:lnTo>
                    <a:pt x="440139" y="101160"/>
                  </a:lnTo>
                  <a:lnTo>
                    <a:pt x="442005" y="101484"/>
                  </a:lnTo>
                  <a:lnTo>
                    <a:pt x="442215" y="103452"/>
                  </a:lnTo>
                  <a:lnTo>
                    <a:pt x="441725" y="103486"/>
                  </a:lnTo>
                  <a:lnTo>
                    <a:pt x="438217" y="103548"/>
                  </a:lnTo>
                  <a:lnTo>
                    <a:pt x="436839" y="102491"/>
                  </a:lnTo>
                  <a:lnTo>
                    <a:pt x="436366" y="104173"/>
                  </a:lnTo>
                  <a:lnTo>
                    <a:pt x="435892" y="104674"/>
                  </a:lnTo>
                  <a:lnTo>
                    <a:pt x="435201" y="104669"/>
                  </a:lnTo>
                  <a:lnTo>
                    <a:pt x="432959" y="105752"/>
                  </a:lnTo>
                  <a:lnTo>
                    <a:pt x="433547" y="108418"/>
                  </a:lnTo>
                  <a:lnTo>
                    <a:pt x="432562" y="113861"/>
                  </a:lnTo>
                  <a:lnTo>
                    <a:pt x="437114" y="114748"/>
                  </a:lnTo>
                  <a:lnTo>
                    <a:pt x="436541" y="117199"/>
                  </a:lnTo>
                  <a:lnTo>
                    <a:pt x="435425" y="117188"/>
                  </a:lnTo>
                  <a:lnTo>
                    <a:pt x="433704" y="115905"/>
                  </a:lnTo>
                  <a:lnTo>
                    <a:pt x="432388" y="115608"/>
                  </a:lnTo>
                  <a:lnTo>
                    <a:pt x="431377" y="115840"/>
                  </a:lnTo>
                  <a:lnTo>
                    <a:pt x="428279" y="117178"/>
                  </a:lnTo>
                  <a:lnTo>
                    <a:pt x="428586" y="123555"/>
                  </a:lnTo>
                  <a:lnTo>
                    <a:pt x="427211" y="124820"/>
                  </a:lnTo>
                  <a:lnTo>
                    <a:pt x="428932" y="126535"/>
                  </a:lnTo>
                  <a:lnTo>
                    <a:pt x="427345" y="129395"/>
                  </a:lnTo>
                  <a:lnTo>
                    <a:pt x="424148" y="135157"/>
                  </a:lnTo>
                  <a:lnTo>
                    <a:pt x="431672" y="137777"/>
                  </a:lnTo>
                  <a:lnTo>
                    <a:pt x="432076" y="137924"/>
                  </a:lnTo>
                  <a:lnTo>
                    <a:pt x="431897" y="138619"/>
                  </a:lnTo>
                  <a:lnTo>
                    <a:pt x="433978" y="139926"/>
                  </a:lnTo>
                  <a:lnTo>
                    <a:pt x="434159" y="140408"/>
                  </a:lnTo>
                  <a:lnTo>
                    <a:pt x="435578" y="141487"/>
                  </a:lnTo>
                  <a:lnTo>
                    <a:pt x="437221" y="142698"/>
                  </a:lnTo>
                  <a:lnTo>
                    <a:pt x="437588" y="142180"/>
                  </a:lnTo>
                  <a:lnTo>
                    <a:pt x="438725" y="143091"/>
                  </a:lnTo>
                  <a:lnTo>
                    <a:pt x="441219" y="140086"/>
                  </a:lnTo>
                  <a:lnTo>
                    <a:pt x="442261" y="137973"/>
                  </a:lnTo>
                  <a:lnTo>
                    <a:pt x="445569" y="139427"/>
                  </a:lnTo>
                  <a:lnTo>
                    <a:pt x="454563" y="136200"/>
                  </a:lnTo>
                  <a:lnTo>
                    <a:pt x="456583" y="134956"/>
                  </a:lnTo>
                  <a:lnTo>
                    <a:pt x="456783" y="135378"/>
                  </a:lnTo>
                  <a:lnTo>
                    <a:pt x="460129" y="134784"/>
                  </a:lnTo>
                  <a:lnTo>
                    <a:pt x="460304" y="139730"/>
                  </a:lnTo>
                  <a:lnTo>
                    <a:pt x="456929" y="139674"/>
                  </a:lnTo>
                  <a:lnTo>
                    <a:pt x="457255" y="149197"/>
                  </a:lnTo>
                  <a:lnTo>
                    <a:pt x="465596" y="149204"/>
                  </a:lnTo>
                  <a:lnTo>
                    <a:pt x="465715" y="152348"/>
                  </a:lnTo>
                  <a:lnTo>
                    <a:pt x="464229" y="155802"/>
                  </a:lnTo>
                  <a:lnTo>
                    <a:pt x="466712" y="156738"/>
                  </a:lnTo>
                  <a:lnTo>
                    <a:pt x="465645" y="160260"/>
                  </a:lnTo>
                  <a:lnTo>
                    <a:pt x="462685" y="159386"/>
                  </a:lnTo>
                  <a:lnTo>
                    <a:pt x="461547" y="163034"/>
                  </a:lnTo>
                  <a:lnTo>
                    <a:pt x="462490" y="164619"/>
                  </a:lnTo>
                  <a:lnTo>
                    <a:pt x="464082" y="164344"/>
                  </a:lnTo>
                  <a:lnTo>
                    <a:pt x="464278" y="166015"/>
                  </a:lnTo>
                  <a:lnTo>
                    <a:pt x="463871" y="166959"/>
                  </a:lnTo>
                  <a:lnTo>
                    <a:pt x="464823" y="168128"/>
                  </a:lnTo>
                  <a:lnTo>
                    <a:pt x="464078" y="169500"/>
                  </a:lnTo>
                  <a:lnTo>
                    <a:pt x="464975" y="169660"/>
                  </a:lnTo>
                  <a:lnTo>
                    <a:pt x="465741" y="170881"/>
                  </a:lnTo>
                  <a:lnTo>
                    <a:pt x="466775" y="171442"/>
                  </a:lnTo>
                  <a:lnTo>
                    <a:pt x="467296" y="172865"/>
                  </a:lnTo>
                  <a:lnTo>
                    <a:pt x="467358" y="174240"/>
                  </a:lnTo>
                  <a:lnTo>
                    <a:pt x="466353" y="175371"/>
                  </a:lnTo>
                  <a:lnTo>
                    <a:pt x="465951" y="177563"/>
                  </a:lnTo>
                  <a:lnTo>
                    <a:pt x="465168" y="178763"/>
                  </a:lnTo>
                  <a:lnTo>
                    <a:pt x="465097" y="184378"/>
                  </a:lnTo>
                  <a:lnTo>
                    <a:pt x="467471" y="188522"/>
                  </a:lnTo>
                  <a:lnTo>
                    <a:pt x="467074" y="188895"/>
                  </a:lnTo>
                  <a:lnTo>
                    <a:pt x="466234" y="189127"/>
                  </a:lnTo>
                  <a:lnTo>
                    <a:pt x="466790" y="190964"/>
                  </a:lnTo>
                  <a:lnTo>
                    <a:pt x="466857" y="193062"/>
                  </a:lnTo>
                  <a:lnTo>
                    <a:pt x="464952" y="194277"/>
                  </a:lnTo>
                  <a:lnTo>
                    <a:pt x="466078" y="198341"/>
                  </a:lnTo>
                  <a:lnTo>
                    <a:pt x="466298" y="198498"/>
                  </a:lnTo>
                  <a:lnTo>
                    <a:pt x="465919" y="198657"/>
                  </a:lnTo>
                  <a:lnTo>
                    <a:pt x="464614" y="197737"/>
                  </a:lnTo>
                  <a:lnTo>
                    <a:pt x="462874" y="197036"/>
                  </a:lnTo>
                  <a:lnTo>
                    <a:pt x="465133" y="198563"/>
                  </a:lnTo>
                  <a:lnTo>
                    <a:pt x="466256" y="200552"/>
                  </a:lnTo>
                  <a:lnTo>
                    <a:pt x="468166" y="202322"/>
                  </a:lnTo>
                  <a:lnTo>
                    <a:pt x="470180" y="203351"/>
                  </a:lnTo>
                  <a:lnTo>
                    <a:pt x="467803" y="204945"/>
                  </a:lnTo>
                  <a:lnTo>
                    <a:pt x="466550" y="205112"/>
                  </a:lnTo>
                  <a:lnTo>
                    <a:pt x="463523" y="204258"/>
                  </a:lnTo>
                  <a:lnTo>
                    <a:pt x="463020" y="205427"/>
                  </a:lnTo>
                  <a:lnTo>
                    <a:pt x="459503" y="204351"/>
                  </a:lnTo>
                  <a:lnTo>
                    <a:pt x="459166" y="204774"/>
                  </a:lnTo>
                  <a:lnTo>
                    <a:pt x="458180" y="204601"/>
                  </a:lnTo>
                  <a:lnTo>
                    <a:pt x="457210" y="208661"/>
                  </a:lnTo>
                  <a:lnTo>
                    <a:pt x="457622" y="208898"/>
                  </a:lnTo>
                  <a:lnTo>
                    <a:pt x="456765" y="211264"/>
                  </a:lnTo>
                  <a:lnTo>
                    <a:pt x="455794" y="212331"/>
                  </a:lnTo>
                  <a:lnTo>
                    <a:pt x="454246" y="214931"/>
                  </a:lnTo>
                  <a:lnTo>
                    <a:pt x="453897" y="216523"/>
                  </a:lnTo>
                  <a:lnTo>
                    <a:pt x="452590" y="217662"/>
                  </a:lnTo>
                  <a:lnTo>
                    <a:pt x="453917" y="218185"/>
                  </a:lnTo>
                  <a:lnTo>
                    <a:pt x="452957" y="220449"/>
                  </a:lnTo>
                  <a:lnTo>
                    <a:pt x="453710" y="221060"/>
                  </a:lnTo>
                  <a:lnTo>
                    <a:pt x="451935" y="224182"/>
                  </a:lnTo>
                  <a:lnTo>
                    <a:pt x="452782" y="225074"/>
                  </a:lnTo>
                  <a:lnTo>
                    <a:pt x="452092" y="225239"/>
                  </a:lnTo>
                  <a:lnTo>
                    <a:pt x="451050" y="225993"/>
                  </a:lnTo>
                  <a:lnTo>
                    <a:pt x="450865" y="225551"/>
                  </a:lnTo>
                  <a:lnTo>
                    <a:pt x="445017" y="227183"/>
                  </a:lnTo>
                  <a:lnTo>
                    <a:pt x="444543" y="229653"/>
                  </a:lnTo>
                  <a:lnTo>
                    <a:pt x="442739" y="234666"/>
                  </a:lnTo>
                  <a:lnTo>
                    <a:pt x="442972" y="235117"/>
                  </a:lnTo>
                  <a:lnTo>
                    <a:pt x="440001" y="236433"/>
                  </a:lnTo>
                  <a:lnTo>
                    <a:pt x="442064" y="239795"/>
                  </a:lnTo>
                  <a:lnTo>
                    <a:pt x="442602" y="241422"/>
                  </a:lnTo>
                  <a:lnTo>
                    <a:pt x="442481" y="241814"/>
                  </a:lnTo>
                  <a:lnTo>
                    <a:pt x="443255" y="243482"/>
                  </a:lnTo>
                  <a:lnTo>
                    <a:pt x="443943" y="250536"/>
                  </a:lnTo>
                  <a:lnTo>
                    <a:pt x="443563" y="253633"/>
                  </a:lnTo>
                  <a:lnTo>
                    <a:pt x="443640" y="254971"/>
                  </a:lnTo>
                  <a:lnTo>
                    <a:pt x="449295" y="254095"/>
                  </a:lnTo>
                  <a:lnTo>
                    <a:pt x="455013" y="255245"/>
                  </a:lnTo>
                  <a:lnTo>
                    <a:pt x="455111" y="252753"/>
                  </a:lnTo>
                  <a:lnTo>
                    <a:pt x="455880" y="251102"/>
                  </a:lnTo>
                  <a:lnTo>
                    <a:pt x="457245" y="251782"/>
                  </a:lnTo>
                  <a:lnTo>
                    <a:pt x="457651" y="251199"/>
                  </a:lnTo>
                  <a:lnTo>
                    <a:pt x="459267" y="252397"/>
                  </a:lnTo>
                  <a:lnTo>
                    <a:pt x="460703" y="247545"/>
                  </a:lnTo>
                  <a:lnTo>
                    <a:pt x="462038" y="247306"/>
                  </a:lnTo>
                  <a:lnTo>
                    <a:pt x="464073" y="247841"/>
                  </a:lnTo>
                  <a:lnTo>
                    <a:pt x="464544" y="247646"/>
                  </a:lnTo>
                  <a:lnTo>
                    <a:pt x="466795" y="249561"/>
                  </a:lnTo>
                  <a:lnTo>
                    <a:pt x="468148" y="249292"/>
                  </a:lnTo>
                  <a:lnTo>
                    <a:pt x="469028" y="248611"/>
                  </a:lnTo>
                  <a:lnTo>
                    <a:pt x="470273" y="248397"/>
                  </a:lnTo>
                  <a:lnTo>
                    <a:pt x="471636" y="246642"/>
                  </a:lnTo>
                  <a:lnTo>
                    <a:pt x="472550" y="246963"/>
                  </a:lnTo>
                  <a:lnTo>
                    <a:pt x="471811" y="247350"/>
                  </a:lnTo>
                  <a:lnTo>
                    <a:pt x="471611" y="247862"/>
                  </a:lnTo>
                  <a:lnTo>
                    <a:pt x="471612" y="249059"/>
                  </a:lnTo>
                  <a:lnTo>
                    <a:pt x="472346" y="250900"/>
                  </a:lnTo>
                  <a:lnTo>
                    <a:pt x="472108" y="252122"/>
                  </a:lnTo>
                  <a:lnTo>
                    <a:pt x="472493" y="253117"/>
                  </a:lnTo>
                  <a:lnTo>
                    <a:pt x="473892" y="253996"/>
                  </a:lnTo>
                  <a:lnTo>
                    <a:pt x="475118" y="256136"/>
                  </a:lnTo>
                  <a:lnTo>
                    <a:pt x="476700" y="257375"/>
                  </a:lnTo>
                  <a:lnTo>
                    <a:pt x="477321" y="257522"/>
                  </a:lnTo>
                  <a:lnTo>
                    <a:pt x="477834" y="258047"/>
                  </a:lnTo>
                  <a:lnTo>
                    <a:pt x="479618" y="258828"/>
                  </a:lnTo>
                  <a:lnTo>
                    <a:pt x="480860" y="259693"/>
                  </a:lnTo>
                  <a:lnTo>
                    <a:pt x="479811" y="260620"/>
                  </a:lnTo>
                  <a:lnTo>
                    <a:pt x="479366" y="261536"/>
                  </a:lnTo>
                  <a:lnTo>
                    <a:pt x="478864" y="261766"/>
                  </a:lnTo>
                  <a:lnTo>
                    <a:pt x="474953" y="261711"/>
                  </a:lnTo>
                  <a:lnTo>
                    <a:pt x="473495" y="261996"/>
                  </a:lnTo>
                  <a:lnTo>
                    <a:pt x="471793" y="261434"/>
                  </a:lnTo>
                  <a:lnTo>
                    <a:pt x="471255" y="262929"/>
                  </a:lnTo>
                  <a:lnTo>
                    <a:pt x="469882" y="262797"/>
                  </a:lnTo>
                  <a:lnTo>
                    <a:pt x="468921" y="261836"/>
                  </a:lnTo>
                  <a:lnTo>
                    <a:pt x="468227" y="261546"/>
                  </a:lnTo>
                  <a:lnTo>
                    <a:pt x="467770" y="263146"/>
                  </a:lnTo>
                  <a:lnTo>
                    <a:pt x="467616" y="265454"/>
                  </a:lnTo>
                  <a:lnTo>
                    <a:pt x="467111" y="266928"/>
                  </a:lnTo>
                  <a:lnTo>
                    <a:pt x="471203" y="268401"/>
                  </a:lnTo>
                  <a:lnTo>
                    <a:pt x="472274" y="268996"/>
                  </a:lnTo>
                  <a:lnTo>
                    <a:pt x="474617" y="271059"/>
                  </a:lnTo>
                  <a:lnTo>
                    <a:pt x="479350" y="273558"/>
                  </a:lnTo>
                  <a:lnTo>
                    <a:pt x="480711" y="274493"/>
                  </a:lnTo>
                  <a:lnTo>
                    <a:pt x="480801" y="274927"/>
                  </a:lnTo>
                  <a:lnTo>
                    <a:pt x="480283" y="277003"/>
                  </a:lnTo>
                  <a:lnTo>
                    <a:pt x="478207" y="279005"/>
                  </a:lnTo>
                  <a:lnTo>
                    <a:pt x="477228" y="280841"/>
                  </a:lnTo>
                  <a:lnTo>
                    <a:pt x="476862" y="282189"/>
                  </a:lnTo>
                  <a:lnTo>
                    <a:pt x="477506" y="284510"/>
                  </a:lnTo>
                  <a:lnTo>
                    <a:pt x="477002" y="286116"/>
                  </a:lnTo>
                  <a:lnTo>
                    <a:pt x="475938" y="293647"/>
                  </a:lnTo>
                  <a:lnTo>
                    <a:pt x="475028" y="297868"/>
                  </a:lnTo>
                  <a:lnTo>
                    <a:pt x="471889" y="302739"/>
                  </a:lnTo>
                  <a:lnTo>
                    <a:pt x="465875" y="302480"/>
                  </a:lnTo>
                  <a:lnTo>
                    <a:pt x="464193" y="302784"/>
                  </a:lnTo>
                  <a:lnTo>
                    <a:pt x="465088" y="301279"/>
                  </a:lnTo>
                  <a:lnTo>
                    <a:pt x="468542" y="299073"/>
                  </a:lnTo>
                  <a:lnTo>
                    <a:pt x="466875" y="298070"/>
                  </a:lnTo>
                  <a:lnTo>
                    <a:pt x="462616" y="297220"/>
                  </a:lnTo>
                  <a:lnTo>
                    <a:pt x="462493" y="297840"/>
                  </a:lnTo>
                  <a:lnTo>
                    <a:pt x="461345" y="297665"/>
                  </a:lnTo>
                  <a:lnTo>
                    <a:pt x="459491" y="297854"/>
                  </a:lnTo>
                  <a:lnTo>
                    <a:pt x="456145" y="300003"/>
                  </a:lnTo>
                  <a:lnTo>
                    <a:pt x="458677" y="301201"/>
                  </a:lnTo>
                  <a:lnTo>
                    <a:pt x="459642" y="302643"/>
                  </a:lnTo>
                  <a:lnTo>
                    <a:pt x="462170" y="303283"/>
                  </a:lnTo>
                  <a:lnTo>
                    <a:pt x="463567" y="303985"/>
                  </a:lnTo>
                  <a:lnTo>
                    <a:pt x="462688" y="305947"/>
                  </a:lnTo>
                  <a:lnTo>
                    <a:pt x="461832" y="312840"/>
                  </a:lnTo>
                  <a:lnTo>
                    <a:pt x="462867" y="313980"/>
                  </a:lnTo>
                  <a:lnTo>
                    <a:pt x="461488" y="315346"/>
                  </a:lnTo>
                  <a:lnTo>
                    <a:pt x="459039" y="319807"/>
                  </a:lnTo>
                  <a:lnTo>
                    <a:pt x="458518" y="323231"/>
                  </a:lnTo>
                  <a:lnTo>
                    <a:pt x="458516" y="327780"/>
                  </a:lnTo>
                  <a:lnTo>
                    <a:pt x="457154" y="332416"/>
                  </a:lnTo>
                  <a:lnTo>
                    <a:pt x="455022" y="336913"/>
                  </a:lnTo>
                  <a:lnTo>
                    <a:pt x="454348" y="340086"/>
                  </a:lnTo>
                  <a:lnTo>
                    <a:pt x="453455" y="342277"/>
                  </a:lnTo>
                  <a:lnTo>
                    <a:pt x="453056" y="344513"/>
                  </a:lnTo>
                  <a:lnTo>
                    <a:pt x="453414" y="347217"/>
                  </a:lnTo>
                  <a:lnTo>
                    <a:pt x="454425" y="346513"/>
                  </a:lnTo>
                  <a:lnTo>
                    <a:pt x="458914" y="344597"/>
                  </a:lnTo>
                  <a:lnTo>
                    <a:pt x="459682" y="345218"/>
                  </a:lnTo>
                  <a:lnTo>
                    <a:pt x="460212" y="346121"/>
                  </a:lnTo>
                  <a:lnTo>
                    <a:pt x="458256" y="347708"/>
                  </a:lnTo>
                  <a:lnTo>
                    <a:pt x="457349" y="349020"/>
                  </a:lnTo>
                  <a:lnTo>
                    <a:pt x="459970" y="353221"/>
                  </a:lnTo>
                  <a:lnTo>
                    <a:pt x="462285" y="354640"/>
                  </a:lnTo>
                  <a:lnTo>
                    <a:pt x="464149" y="353420"/>
                  </a:lnTo>
                  <a:lnTo>
                    <a:pt x="465192" y="352997"/>
                  </a:lnTo>
                  <a:lnTo>
                    <a:pt x="465759" y="354128"/>
                  </a:lnTo>
                  <a:lnTo>
                    <a:pt x="468017" y="354762"/>
                  </a:lnTo>
                  <a:lnTo>
                    <a:pt x="474170" y="357243"/>
                  </a:lnTo>
                  <a:lnTo>
                    <a:pt x="476088" y="358612"/>
                  </a:lnTo>
                  <a:lnTo>
                    <a:pt x="476757" y="359150"/>
                  </a:lnTo>
                  <a:lnTo>
                    <a:pt x="476436" y="361140"/>
                  </a:lnTo>
                  <a:lnTo>
                    <a:pt x="478532" y="362054"/>
                  </a:lnTo>
                  <a:lnTo>
                    <a:pt x="478277" y="362783"/>
                  </a:lnTo>
                  <a:lnTo>
                    <a:pt x="480593" y="363591"/>
                  </a:lnTo>
                  <a:lnTo>
                    <a:pt x="478802" y="366095"/>
                  </a:lnTo>
                  <a:lnTo>
                    <a:pt x="479487" y="366587"/>
                  </a:lnTo>
                  <a:lnTo>
                    <a:pt x="479097" y="367663"/>
                  </a:lnTo>
                  <a:lnTo>
                    <a:pt x="483461" y="367918"/>
                  </a:lnTo>
                  <a:lnTo>
                    <a:pt x="483560" y="381369"/>
                  </a:lnTo>
                  <a:lnTo>
                    <a:pt x="483353" y="384355"/>
                  </a:lnTo>
                  <a:lnTo>
                    <a:pt x="490867" y="388469"/>
                  </a:lnTo>
                  <a:lnTo>
                    <a:pt x="493992" y="384539"/>
                  </a:lnTo>
                  <a:lnTo>
                    <a:pt x="496805" y="385398"/>
                  </a:lnTo>
                  <a:lnTo>
                    <a:pt x="499234" y="386198"/>
                  </a:lnTo>
                  <a:lnTo>
                    <a:pt x="498832" y="387565"/>
                  </a:lnTo>
                  <a:lnTo>
                    <a:pt x="499275" y="387730"/>
                  </a:lnTo>
                  <a:lnTo>
                    <a:pt x="499073" y="388366"/>
                  </a:lnTo>
                  <a:lnTo>
                    <a:pt x="501933" y="389171"/>
                  </a:lnTo>
                  <a:lnTo>
                    <a:pt x="501335" y="391304"/>
                  </a:lnTo>
                  <a:lnTo>
                    <a:pt x="501836" y="391541"/>
                  </a:lnTo>
                  <a:lnTo>
                    <a:pt x="501566" y="392430"/>
                  </a:lnTo>
                  <a:lnTo>
                    <a:pt x="502485" y="392758"/>
                  </a:lnTo>
                  <a:lnTo>
                    <a:pt x="503202" y="389941"/>
                  </a:lnTo>
                  <a:lnTo>
                    <a:pt x="503787" y="390066"/>
                  </a:lnTo>
                  <a:lnTo>
                    <a:pt x="504219" y="390605"/>
                  </a:lnTo>
                  <a:lnTo>
                    <a:pt x="505431" y="390818"/>
                  </a:lnTo>
                  <a:lnTo>
                    <a:pt x="505377" y="393107"/>
                  </a:lnTo>
                  <a:lnTo>
                    <a:pt x="505611" y="393153"/>
                  </a:lnTo>
                  <a:lnTo>
                    <a:pt x="505337" y="394115"/>
                  </a:lnTo>
                  <a:lnTo>
                    <a:pt x="515207" y="398749"/>
                  </a:lnTo>
                  <a:lnTo>
                    <a:pt x="518775" y="394243"/>
                  </a:lnTo>
                  <a:lnTo>
                    <a:pt x="520634" y="392514"/>
                  </a:lnTo>
                  <a:lnTo>
                    <a:pt x="523397" y="393594"/>
                  </a:lnTo>
                  <a:lnTo>
                    <a:pt x="524668" y="387528"/>
                  </a:lnTo>
                  <a:lnTo>
                    <a:pt x="527530" y="388775"/>
                  </a:lnTo>
                  <a:lnTo>
                    <a:pt x="527377" y="389367"/>
                  </a:lnTo>
                  <a:lnTo>
                    <a:pt x="527731" y="390458"/>
                  </a:lnTo>
                  <a:lnTo>
                    <a:pt x="529216" y="391961"/>
                  </a:lnTo>
                  <a:lnTo>
                    <a:pt x="530697" y="393091"/>
                  </a:lnTo>
                  <a:lnTo>
                    <a:pt x="535538" y="395976"/>
                  </a:lnTo>
                  <a:lnTo>
                    <a:pt x="539978" y="400163"/>
                  </a:lnTo>
                  <a:lnTo>
                    <a:pt x="542775" y="401838"/>
                  </a:lnTo>
                  <a:lnTo>
                    <a:pt x="542908" y="402111"/>
                  </a:lnTo>
                  <a:lnTo>
                    <a:pt x="543064" y="402019"/>
                  </a:lnTo>
                  <a:lnTo>
                    <a:pt x="544397" y="403681"/>
                  </a:lnTo>
                  <a:lnTo>
                    <a:pt x="551453" y="409524"/>
                  </a:lnTo>
                  <a:lnTo>
                    <a:pt x="551539" y="409243"/>
                  </a:lnTo>
                  <a:lnTo>
                    <a:pt x="557622" y="414220"/>
                  </a:lnTo>
                  <a:lnTo>
                    <a:pt x="562527" y="417790"/>
                  </a:lnTo>
                  <a:lnTo>
                    <a:pt x="567155" y="421660"/>
                  </a:lnTo>
                  <a:lnTo>
                    <a:pt x="569429" y="422844"/>
                  </a:lnTo>
                  <a:lnTo>
                    <a:pt x="572401" y="423127"/>
                  </a:lnTo>
                  <a:lnTo>
                    <a:pt x="571832" y="426047"/>
                  </a:lnTo>
                  <a:lnTo>
                    <a:pt x="571648" y="426744"/>
                  </a:lnTo>
                  <a:lnTo>
                    <a:pt x="569314" y="431032"/>
                  </a:lnTo>
                  <a:lnTo>
                    <a:pt x="566197" y="435841"/>
                  </a:lnTo>
                  <a:lnTo>
                    <a:pt x="560237" y="447920"/>
                  </a:lnTo>
                  <a:lnTo>
                    <a:pt x="556033" y="463042"/>
                  </a:lnTo>
                  <a:lnTo>
                    <a:pt x="555230" y="462967"/>
                  </a:lnTo>
                  <a:lnTo>
                    <a:pt x="549986" y="484735"/>
                  </a:lnTo>
                  <a:lnTo>
                    <a:pt x="543496" y="482566"/>
                  </a:lnTo>
                  <a:lnTo>
                    <a:pt x="543780" y="481603"/>
                  </a:lnTo>
                  <a:lnTo>
                    <a:pt x="542446" y="481394"/>
                  </a:lnTo>
                  <a:lnTo>
                    <a:pt x="530311" y="481059"/>
                  </a:lnTo>
                  <a:lnTo>
                    <a:pt x="527561" y="480602"/>
                  </a:lnTo>
                  <a:lnTo>
                    <a:pt x="527770" y="481169"/>
                  </a:lnTo>
                  <a:lnTo>
                    <a:pt x="527438" y="484294"/>
                  </a:lnTo>
                  <a:lnTo>
                    <a:pt x="527636" y="486938"/>
                  </a:lnTo>
                  <a:lnTo>
                    <a:pt x="528252" y="490988"/>
                  </a:lnTo>
                  <a:lnTo>
                    <a:pt x="529242" y="494958"/>
                  </a:lnTo>
                  <a:lnTo>
                    <a:pt x="529844" y="495167"/>
                  </a:lnTo>
                  <a:lnTo>
                    <a:pt x="529670" y="496332"/>
                  </a:lnTo>
                  <a:lnTo>
                    <a:pt x="529986" y="496428"/>
                  </a:lnTo>
                  <a:lnTo>
                    <a:pt x="530090" y="497729"/>
                  </a:lnTo>
                  <a:lnTo>
                    <a:pt x="529855" y="499249"/>
                  </a:lnTo>
                  <a:lnTo>
                    <a:pt x="530882" y="502462"/>
                  </a:lnTo>
                  <a:lnTo>
                    <a:pt x="530615" y="504289"/>
                  </a:lnTo>
                  <a:lnTo>
                    <a:pt x="528867" y="509655"/>
                  </a:lnTo>
                  <a:lnTo>
                    <a:pt x="528681" y="511160"/>
                  </a:lnTo>
                  <a:lnTo>
                    <a:pt x="528885" y="512502"/>
                  </a:lnTo>
                  <a:lnTo>
                    <a:pt x="525545" y="511759"/>
                  </a:lnTo>
                  <a:lnTo>
                    <a:pt x="521849" y="509793"/>
                  </a:lnTo>
                  <a:lnTo>
                    <a:pt x="521407" y="509552"/>
                  </a:lnTo>
                  <a:lnTo>
                    <a:pt x="521478" y="509041"/>
                  </a:lnTo>
                  <a:lnTo>
                    <a:pt x="519208" y="508195"/>
                  </a:lnTo>
                  <a:lnTo>
                    <a:pt x="517723" y="506895"/>
                  </a:lnTo>
                  <a:lnTo>
                    <a:pt x="513797" y="504542"/>
                  </a:lnTo>
                  <a:lnTo>
                    <a:pt x="507831" y="500131"/>
                  </a:lnTo>
                  <a:lnTo>
                    <a:pt x="506766" y="499595"/>
                  </a:lnTo>
                  <a:lnTo>
                    <a:pt x="506476" y="499049"/>
                  </a:lnTo>
                  <a:lnTo>
                    <a:pt x="499486" y="494873"/>
                  </a:lnTo>
                  <a:lnTo>
                    <a:pt x="497304" y="493228"/>
                  </a:lnTo>
                  <a:lnTo>
                    <a:pt x="484449" y="484898"/>
                  </a:lnTo>
                  <a:lnTo>
                    <a:pt x="483580" y="466595"/>
                  </a:lnTo>
                  <a:lnTo>
                    <a:pt x="482615" y="461813"/>
                  </a:lnTo>
                  <a:lnTo>
                    <a:pt x="481482" y="458364"/>
                  </a:lnTo>
                  <a:lnTo>
                    <a:pt x="480895" y="457243"/>
                  </a:lnTo>
                  <a:lnTo>
                    <a:pt x="480485" y="453240"/>
                  </a:lnTo>
                  <a:lnTo>
                    <a:pt x="480788" y="449171"/>
                  </a:lnTo>
                  <a:lnTo>
                    <a:pt x="480403" y="446357"/>
                  </a:lnTo>
                  <a:lnTo>
                    <a:pt x="480072" y="445505"/>
                  </a:lnTo>
                  <a:lnTo>
                    <a:pt x="474453" y="442948"/>
                  </a:lnTo>
                  <a:lnTo>
                    <a:pt x="469514" y="440252"/>
                  </a:lnTo>
                  <a:lnTo>
                    <a:pt x="466053" y="438105"/>
                  </a:lnTo>
                  <a:lnTo>
                    <a:pt x="462815" y="437219"/>
                  </a:lnTo>
                  <a:lnTo>
                    <a:pt x="460796" y="436983"/>
                  </a:lnTo>
                  <a:lnTo>
                    <a:pt x="457545" y="437313"/>
                  </a:lnTo>
                  <a:lnTo>
                    <a:pt x="453416" y="438834"/>
                  </a:lnTo>
                  <a:lnTo>
                    <a:pt x="444407" y="442927"/>
                  </a:lnTo>
                  <a:lnTo>
                    <a:pt x="443148" y="447050"/>
                  </a:lnTo>
                  <a:lnTo>
                    <a:pt x="437268" y="445120"/>
                  </a:lnTo>
                  <a:lnTo>
                    <a:pt x="433718" y="443447"/>
                  </a:lnTo>
                  <a:lnTo>
                    <a:pt x="434077" y="442291"/>
                  </a:lnTo>
                  <a:lnTo>
                    <a:pt x="434769" y="442301"/>
                  </a:lnTo>
                  <a:lnTo>
                    <a:pt x="434901" y="441788"/>
                  </a:lnTo>
                  <a:lnTo>
                    <a:pt x="434627" y="438164"/>
                  </a:lnTo>
                  <a:lnTo>
                    <a:pt x="432809" y="438603"/>
                  </a:lnTo>
                  <a:lnTo>
                    <a:pt x="430234" y="438663"/>
                  </a:lnTo>
                  <a:lnTo>
                    <a:pt x="430654" y="440928"/>
                  </a:lnTo>
                  <a:lnTo>
                    <a:pt x="427995" y="440859"/>
                  </a:lnTo>
                  <a:lnTo>
                    <a:pt x="428039" y="441919"/>
                  </a:lnTo>
                  <a:lnTo>
                    <a:pt x="429395" y="441940"/>
                  </a:lnTo>
                  <a:lnTo>
                    <a:pt x="428714" y="443992"/>
                  </a:lnTo>
                  <a:lnTo>
                    <a:pt x="425361" y="443161"/>
                  </a:lnTo>
                  <a:lnTo>
                    <a:pt x="424245" y="443510"/>
                  </a:lnTo>
                  <a:lnTo>
                    <a:pt x="420693" y="447386"/>
                  </a:lnTo>
                  <a:lnTo>
                    <a:pt x="419481" y="450690"/>
                  </a:lnTo>
                  <a:lnTo>
                    <a:pt x="419787" y="454157"/>
                  </a:lnTo>
                  <a:lnTo>
                    <a:pt x="420724" y="456090"/>
                  </a:lnTo>
                  <a:lnTo>
                    <a:pt x="422039" y="456270"/>
                  </a:lnTo>
                  <a:lnTo>
                    <a:pt x="421917" y="457928"/>
                  </a:lnTo>
                  <a:lnTo>
                    <a:pt x="423110" y="460788"/>
                  </a:lnTo>
                  <a:lnTo>
                    <a:pt x="423587" y="463045"/>
                  </a:lnTo>
                  <a:lnTo>
                    <a:pt x="423426" y="464464"/>
                  </a:lnTo>
                  <a:lnTo>
                    <a:pt x="422889" y="466056"/>
                  </a:lnTo>
                  <a:lnTo>
                    <a:pt x="424853" y="468182"/>
                  </a:lnTo>
                  <a:lnTo>
                    <a:pt x="424164" y="469083"/>
                  </a:lnTo>
                  <a:lnTo>
                    <a:pt x="423931" y="470131"/>
                  </a:lnTo>
                  <a:lnTo>
                    <a:pt x="426460" y="471577"/>
                  </a:lnTo>
                  <a:lnTo>
                    <a:pt x="425296" y="472317"/>
                  </a:lnTo>
                  <a:lnTo>
                    <a:pt x="424529" y="472354"/>
                  </a:lnTo>
                  <a:lnTo>
                    <a:pt x="419652" y="471428"/>
                  </a:lnTo>
                  <a:lnTo>
                    <a:pt x="417652" y="477010"/>
                  </a:lnTo>
                  <a:lnTo>
                    <a:pt x="415521" y="481258"/>
                  </a:lnTo>
                  <a:lnTo>
                    <a:pt x="417077" y="483051"/>
                  </a:lnTo>
                  <a:lnTo>
                    <a:pt x="419286" y="487280"/>
                  </a:lnTo>
                  <a:lnTo>
                    <a:pt x="419554" y="488870"/>
                  </a:lnTo>
                  <a:lnTo>
                    <a:pt x="419489" y="490771"/>
                  </a:lnTo>
                  <a:lnTo>
                    <a:pt x="418513" y="493140"/>
                  </a:lnTo>
                  <a:lnTo>
                    <a:pt x="417035" y="493558"/>
                  </a:lnTo>
                  <a:lnTo>
                    <a:pt x="415245" y="493580"/>
                  </a:lnTo>
                  <a:lnTo>
                    <a:pt x="412015" y="494416"/>
                  </a:lnTo>
                  <a:lnTo>
                    <a:pt x="410038" y="494489"/>
                  </a:lnTo>
                  <a:lnTo>
                    <a:pt x="407705" y="495462"/>
                  </a:lnTo>
                  <a:lnTo>
                    <a:pt x="407158" y="496036"/>
                  </a:lnTo>
                  <a:lnTo>
                    <a:pt x="406889" y="498281"/>
                  </a:lnTo>
                  <a:lnTo>
                    <a:pt x="407416" y="500234"/>
                  </a:lnTo>
                  <a:lnTo>
                    <a:pt x="408128" y="501763"/>
                  </a:lnTo>
                  <a:lnTo>
                    <a:pt x="409651" y="503516"/>
                  </a:lnTo>
                  <a:lnTo>
                    <a:pt x="411143" y="504049"/>
                  </a:lnTo>
                  <a:lnTo>
                    <a:pt x="408517" y="504927"/>
                  </a:lnTo>
                  <a:lnTo>
                    <a:pt x="408469" y="505113"/>
                  </a:lnTo>
                  <a:lnTo>
                    <a:pt x="407258" y="505250"/>
                  </a:lnTo>
                  <a:lnTo>
                    <a:pt x="403258" y="503393"/>
                  </a:lnTo>
                  <a:lnTo>
                    <a:pt x="400537" y="501700"/>
                  </a:lnTo>
                  <a:lnTo>
                    <a:pt x="384172" y="473695"/>
                  </a:lnTo>
                  <a:lnTo>
                    <a:pt x="383370" y="471512"/>
                  </a:lnTo>
                  <a:lnTo>
                    <a:pt x="382421" y="461161"/>
                  </a:lnTo>
                  <a:lnTo>
                    <a:pt x="382874" y="455076"/>
                  </a:lnTo>
                  <a:lnTo>
                    <a:pt x="383412" y="450913"/>
                  </a:lnTo>
                  <a:lnTo>
                    <a:pt x="382823" y="449573"/>
                  </a:lnTo>
                  <a:lnTo>
                    <a:pt x="382961" y="449194"/>
                  </a:lnTo>
                  <a:lnTo>
                    <a:pt x="381354" y="446806"/>
                  </a:lnTo>
                  <a:lnTo>
                    <a:pt x="379815" y="445138"/>
                  </a:lnTo>
                  <a:lnTo>
                    <a:pt x="379298" y="444083"/>
                  </a:lnTo>
                  <a:lnTo>
                    <a:pt x="376168" y="441704"/>
                  </a:lnTo>
                  <a:lnTo>
                    <a:pt x="374031" y="439443"/>
                  </a:lnTo>
                  <a:lnTo>
                    <a:pt x="372408" y="438094"/>
                  </a:lnTo>
                  <a:lnTo>
                    <a:pt x="371639" y="437013"/>
                  </a:lnTo>
                  <a:lnTo>
                    <a:pt x="369921" y="433255"/>
                  </a:lnTo>
                  <a:lnTo>
                    <a:pt x="367946" y="434371"/>
                  </a:lnTo>
                  <a:lnTo>
                    <a:pt x="362145" y="424105"/>
                  </a:lnTo>
                  <a:lnTo>
                    <a:pt x="360823" y="422705"/>
                  </a:lnTo>
                  <a:lnTo>
                    <a:pt x="322604" y="400226"/>
                  </a:lnTo>
                  <a:lnTo>
                    <a:pt x="325502" y="394783"/>
                  </a:lnTo>
                  <a:lnTo>
                    <a:pt x="322428" y="393130"/>
                  </a:lnTo>
                  <a:lnTo>
                    <a:pt x="321064" y="391486"/>
                  </a:lnTo>
                  <a:lnTo>
                    <a:pt x="319180" y="389929"/>
                  </a:lnTo>
                  <a:lnTo>
                    <a:pt x="315315" y="390221"/>
                  </a:lnTo>
                  <a:lnTo>
                    <a:pt x="314225" y="389880"/>
                  </a:lnTo>
                  <a:lnTo>
                    <a:pt x="311317" y="387970"/>
                  </a:lnTo>
                  <a:lnTo>
                    <a:pt x="307949" y="386073"/>
                  </a:lnTo>
                  <a:lnTo>
                    <a:pt x="305308" y="385441"/>
                  </a:lnTo>
                  <a:lnTo>
                    <a:pt x="304902" y="384996"/>
                  </a:lnTo>
                  <a:lnTo>
                    <a:pt x="303824" y="384487"/>
                  </a:lnTo>
                  <a:lnTo>
                    <a:pt x="302889" y="384461"/>
                  </a:lnTo>
                  <a:lnTo>
                    <a:pt x="299568" y="386570"/>
                  </a:lnTo>
                  <a:lnTo>
                    <a:pt x="295694" y="388020"/>
                  </a:lnTo>
                  <a:lnTo>
                    <a:pt x="294304" y="389293"/>
                  </a:lnTo>
                  <a:lnTo>
                    <a:pt x="293489" y="390637"/>
                  </a:lnTo>
                  <a:lnTo>
                    <a:pt x="292477" y="391401"/>
                  </a:lnTo>
                  <a:lnTo>
                    <a:pt x="291977" y="393338"/>
                  </a:lnTo>
                  <a:lnTo>
                    <a:pt x="267533" y="390871"/>
                  </a:lnTo>
                  <a:lnTo>
                    <a:pt x="265174" y="390765"/>
                  </a:lnTo>
                  <a:lnTo>
                    <a:pt x="256416" y="385587"/>
                  </a:lnTo>
                  <a:lnTo>
                    <a:pt x="255398" y="383136"/>
                  </a:lnTo>
                  <a:lnTo>
                    <a:pt x="254392" y="379830"/>
                  </a:lnTo>
                  <a:lnTo>
                    <a:pt x="253511" y="379002"/>
                  </a:lnTo>
                  <a:lnTo>
                    <a:pt x="248957" y="378162"/>
                  </a:lnTo>
                  <a:lnTo>
                    <a:pt x="248658" y="378560"/>
                  </a:lnTo>
                  <a:lnTo>
                    <a:pt x="248619" y="379740"/>
                  </a:lnTo>
                  <a:lnTo>
                    <a:pt x="249300" y="381167"/>
                  </a:lnTo>
                  <a:lnTo>
                    <a:pt x="250218" y="381646"/>
                  </a:lnTo>
                  <a:lnTo>
                    <a:pt x="252647" y="382062"/>
                  </a:lnTo>
                  <a:lnTo>
                    <a:pt x="254286" y="383322"/>
                  </a:lnTo>
                  <a:lnTo>
                    <a:pt x="256055" y="388621"/>
                  </a:lnTo>
                  <a:lnTo>
                    <a:pt x="248052" y="397518"/>
                  </a:lnTo>
                  <a:lnTo>
                    <a:pt x="236922" y="387343"/>
                  </a:lnTo>
                  <a:lnTo>
                    <a:pt x="225552" y="387176"/>
                  </a:lnTo>
                  <a:lnTo>
                    <a:pt x="213788" y="376025"/>
                  </a:lnTo>
                  <a:lnTo>
                    <a:pt x="212501" y="377503"/>
                  </a:lnTo>
                  <a:lnTo>
                    <a:pt x="210380" y="380597"/>
                  </a:lnTo>
                  <a:lnTo>
                    <a:pt x="208183" y="381973"/>
                  </a:lnTo>
                  <a:lnTo>
                    <a:pt x="205900" y="383920"/>
                  </a:lnTo>
                  <a:lnTo>
                    <a:pt x="197574" y="377170"/>
                  </a:lnTo>
                  <a:lnTo>
                    <a:pt x="196031" y="380157"/>
                  </a:lnTo>
                  <a:lnTo>
                    <a:pt x="194464" y="381298"/>
                  </a:lnTo>
                  <a:lnTo>
                    <a:pt x="194181" y="380686"/>
                  </a:lnTo>
                  <a:lnTo>
                    <a:pt x="189153" y="382908"/>
                  </a:lnTo>
                  <a:lnTo>
                    <a:pt x="191658" y="390781"/>
                  </a:lnTo>
                  <a:lnTo>
                    <a:pt x="191894" y="391571"/>
                  </a:lnTo>
                  <a:lnTo>
                    <a:pt x="169151" y="399560"/>
                  </a:lnTo>
                  <a:lnTo>
                    <a:pt x="168390" y="399316"/>
                  </a:lnTo>
                  <a:lnTo>
                    <a:pt x="168070" y="397565"/>
                  </a:lnTo>
                  <a:lnTo>
                    <a:pt x="169905" y="397809"/>
                  </a:lnTo>
                  <a:lnTo>
                    <a:pt x="171457" y="394355"/>
                  </a:lnTo>
                  <a:lnTo>
                    <a:pt x="171545" y="393203"/>
                  </a:lnTo>
                  <a:lnTo>
                    <a:pt x="169307" y="392491"/>
                  </a:lnTo>
                  <a:lnTo>
                    <a:pt x="168018" y="392399"/>
                  </a:lnTo>
                  <a:lnTo>
                    <a:pt x="167076" y="392586"/>
                  </a:lnTo>
                  <a:lnTo>
                    <a:pt x="164107" y="392251"/>
                  </a:lnTo>
                  <a:lnTo>
                    <a:pt x="163532" y="391525"/>
                  </a:lnTo>
                  <a:lnTo>
                    <a:pt x="161924" y="393109"/>
                  </a:lnTo>
                  <a:lnTo>
                    <a:pt x="161440" y="394687"/>
                  </a:lnTo>
                  <a:lnTo>
                    <a:pt x="160429" y="396184"/>
                  </a:lnTo>
                  <a:lnTo>
                    <a:pt x="159923" y="396516"/>
                  </a:lnTo>
                  <a:lnTo>
                    <a:pt x="158879" y="396533"/>
                  </a:lnTo>
                  <a:lnTo>
                    <a:pt x="157786" y="397695"/>
                  </a:lnTo>
                  <a:lnTo>
                    <a:pt x="157055" y="397337"/>
                  </a:lnTo>
                  <a:lnTo>
                    <a:pt x="156368" y="397356"/>
                  </a:lnTo>
                  <a:lnTo>
                    <a:pt x="154423" y="397835"/>
                  </a:lnTo>
                  <a:lnTo>
                    <a:pt x="153654" y="398664"/>
                  </a:lnTo>
                  <a:lnTo>
                    <a:pt x="153498" y="402276"/>
                  </a:lnTo>
                  <a:lnTo>
                    <a:pt x="148599" y="405070"/>
                  </a:lnTo>
                  <a:lnTo>
                    <a:pt x="152711" y="407145"/>
                  </a:lnTo>
                  <a:lnTo>
                    <a:pt x="155353" y="411498"/>
                  </a:lnTo>
                  <a:lnTo>
                    <a:pt x="158864" y="413894"/>
                  </a:lnTo>
                  <a:lnTo>
                    <a:pt x="152756" y="416039"/>
                  </a:lnTo>
                  <a:lnTo>
                    <a:pt x="147568" y="411063"/>
                  </a:lnTo>
                  <a:lnTo>
                    <a:pt x="145305" y="413743"/>
                  </a:lnTo>
                  <a:lnTo>
                    <a:pt x="144582" y="414444"/>
                  </a:lnTo>
                  <a:lnTo>
                    <a:pt x="144051" y="414619"/>
                  </a:lnTo>
                  <a:lnTo>
                    <a:pt x="142312" y="414776"/>
                  </a:lnTo>
                  <a:lnTo>
                    <a:pt x="140846" y="414499"/>
                  </a:lnTo>
                  <a:lnTo>
                    <a:pt x="139758" y="413909"/>
                  </a:lnTo>
                  <a:lnTo>
                    <a:pt x="138504" y="412537"/>
                  </a:lnTo>
                  <a:lnTo>
                    <a:pt x="137095" y="412300"/>
                  </a:lnTo>
                  <a:lnTo>
                    <a:pt x="135921" y="412816"/>
                  </a:lnTo>
                  <a:lnTo>
                    <a:pt x="135248" y="413976"/>
                  </a:lnTo>
                  <a:lnTo>
                    <a:pt x="134601" y="414426"/>
                  </a:lnTo>
                  <a:lnTo>
                    <a:pt x="134172" y="415813"/>
                  </a:lnTo>
                  <a:lnTo>
                    <a:pt x="130988" y="415733"/>
                  </a:lnTo>
                  <a:lnTo>
                    <a:pt x="131937" y="418600"/>
                  </a:lnTo>
                  <a:lnTo>
                    <a:pt x="129979" y="417701"/>
                  </a:lnTo>
                  <a:lnTo>
                    <a:pt x="129639" y="414618"/>
                  </a:lnTo>
                  <a:lnTo>
                    <a:pt x="128795" y="411902"/>
                  </a:lnTo>
                  <a:lnTo>
                    <a:pt x="126413" y="408991"/>
                  </a:lnTo>
                  <a:lnTo>
                    <a:pt x="125486" y="408436"/>
                  </a:lnTo>
                  <a:lnTo>
                    <a:pt x="123689" y="408108"/>
                  </a:lnTo>
                  <a:lnTo>
                    <a:pt x="122400" y="407395"/>
                  </a:lnTo>
                  <a:lnTo>
                    <a:pt x="121286" y="403755"/>
                  </a:lnTo>
                  <a:lnTo>
                    <a:pt x="117486" y="398351"/>
                  </a:lnTo>
                  <a:lnTo>
                    <a:pt x="115908" y="396698"/>
                  </a:lnTo>
                  <a:lnTo>
                    <a:pt x="113086" y="395818"/>
                  </a:lnTo>
                  <a:lnTo>
                    <a:pt x="112243" y="394516"/>
                  </a:lnTo>
                  <a:lnTo>
                    <a:pt x="111759" y="392242"/>
                  </a:lnTo>
                  <a:lnTo>
                    <a:pt x="111109" y="391386"/>
                  </a:lnTo>
                  <a:lnTo>
                    <a:pt x="109328" y="390669"/>
                  </a:lnTo>
                  <a:lnTo>
                    <a:pt x="106864" y="390957"/>
                  </a:lnTo>
                  <a:lnTo>
                    <a:pt x="105549" y="390376"/>
                  </a:lnTo>
                  <a:lnTo>
                    <a:pt x="104788" y="388686"/>
                  </a:lnTo>
                  <a:lnTo>
                    <a:pt x="104785" y="387919"/>
                  </a:lnTo>
                  <a:lnTo>
                    <a:pt x="106140" y="386118"/>
                  </a:lnTo>
                  <a:lnTo>
                    <a:pt x="106477" y="384695"/>
                  </a:lnTo>
                  <a:lnTo>
                    <a:pt x="105908" y="383238"/>
                  </a:lnTo>
                  <a:lnTo>
                    <a:pt x="104714" y="382342"/>
                  </a:lnTo>
                  <a:lnTo>
                    <a:pt x="102870" y="381798"/>
                  </a:lnTo>
                  <a:lnTo>
                    <a:pt x="101918" y="382330"/>
                  </a:lnTo>
                  <a:lnTo>
                    <a:pt x="101868" y="383199"/>
                  </a:lnTo>
                  <a:lnTo>
                    <a:pt x="103178" y="384507"/>
                  </a:lnTo>
                  <a:lnTo>
                    <a:pt x="103991" y="386053"/>
                  </a:lnTo>
                  <a:lnTo>
                    <a:pt x="103676" y="387262"/>
                  </a:lnTo>
                  <a:lnTo>
                    <a:pt x="103298" y="387462"/>
                  </a:lnTo>
                  <a:lnTo>
                    <a:pt x="102187" y="387252"/>
                  </a:lnTo>
                  <a:lnTo>
                    <a:pt x="100979" y="388088"/>
                  </a:lnTo>
                  <a:lnTo>
                    <a:pt x="100645" y="390131"/>
                  </a:lnTo>
                  <a:lnTo>
                    <a:pt x="100376" y="390531"/>
                  </a:lnTo>
                  <a:lnTo>
                    <a:pt x="99539" y="390941"/>
                  </a:lnTo>
                  <a:lnTo>
                    <a:pt x="98696" y="391037"/>
                  </a:lnTo>
                  <a:lnTo>
                    <a:pt x="96936" y="389898"/>
                  </a:lnTo>
                  <a:lnTo>
                    <a:pt x="95504" y="390262"/>
                  </a:lnTo>
                  <a:lnTo>
                    <a:pt x="90699" y="389594"/>
                  </a:lnTo>
                  <a:lnTo>
                    <a:pt x="90405" y="389795"/>
                  </a:lnTo>
                  <a:lnTo>
                    <a:pt x="89921" y="391757"/>
                  </a:lnTo>
                  <a:lnTo>
                    <a:pt x="90111" y="393207"/>
                  </a:lnTo>
                  <a:lnTo>
                    <a:pt x="91101" y="393877"/>
                  </a:lnTo>
                  <a:lnTo>
                    <a:pt x="92661" y="394286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pg49">
              <a:extLst>
                <a:ext uri="{FF2B5EF4-FFF2-40B4-BE49-F238E27FC236}">
                  <a16:creationId xmlns:a16="http://schemas.microsoft.com/office/drawing/2014/main" id="{C15E8D0F-A2D2-F95E-6C5B-B50980E7A421}"/>
                </a:ext>
              </a:extLst>
            </p:cNvPr>
            <p:cNvSpPr/>
            <p:nvPr/>
          </p:nvSpPr>
          <p:spPr>
            <a:xfrm>
              <a:off x="7334274" y="1092893"/>
              <a:ext cx="13582" cy="13501"/>
            </a:xfrm>
            <a:custGeom>
              <a:avLst/>
              <a:gdLst/>
              <a:ahLst/>
              <a:cxnLst/>
              <a:rect l="0" t="0" r="0" b="0"/>
              <a:pathLst>
                <a:path w="13582" h="13501">
                  <a:moveTo>
                    <a:pt x="1508" y="11624"/>
                  </a:moveTo>
                  <a:lnTo>
                    <a:pt x="1181" y="12178"/>
                  </a:lnTo>
                  <a:lnTo>
                    <a:pt x="495" y="11814"/>
                  </a:lnTo>
                  <a:lnTo>
                    <a:pt x="174" y="12296"/>
                  </a:lnTo>
                  <a:lnTo>
                    <a:pt x="0" y="12205"/>
                  </a:lnTo>
                  <a:lnTo>
                    <a:pt x="903" y="10609"/>
                  </a:lnTo>
                  <a:lnTo>
                    <a:pt x="1203" y="9465"/>
                  </a:lnTo>
                  <a:lnTo>
                    <a:pt x="1748" y="4344"/>
                  </a:lnTo>
                  <a:lnTo>
                    <a:pt x="1638" y="2873"/>
                  </a:lnTo>
                  <a:lnTo>
                    <a:pt x="2256" y="1612"/>
                  </a:lnTo>
                  <a:lnTo>
                    <a:pt x="2325" y="1343"/>
                  </a:lnTo>
                  <a:lnTo>
                    <a:pt x="3165" y="1536"/>
                  </a:lnTo>
                  <a:lnTo>
                    <a:pt x="3422" y="109"/>
                  </a:lnTo>
                  <a:lnTo>
                    <a:pt x="5587" y="803"/>
                  </a:lnTo>
                  <a:lnTo>
                    <a:pt x="5859" y="0"/>
                  </a:lnTo>
                  <a:lnTo>
                    <a:pt x="8176" y="613"/>
                  </a:lnTo>
                  <a:lnTo>
                    <a:pt x="13582" y="894"/>
                  </a:lnTo>
                  <a:lnTo>
                    <a:pt x="13528" y="7401"/>
                  </a:lnTo>
                  <a:lnTo>
                    <a:pt x="12252" y="13501"/>
                  </a:lnTo>
                  <a:lnTo>
                    <a:pt x="4775" y="12462"/>
                  </a:lnTo>
                  <a:lnTo>
                    <a:pt x="2234" y="1196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pg50">
              <a:extLst>
                <a:ext uri="{FF2B5EF4-FFF2-40B4-BE49-F238E27FC236}">
                  <a16:creationId xmlns:a16="http://schemas.microsoft.com/office/drawing/2014/main" id="{3429F666-14CA-D8F5-78F1-CBD4D351F215}"/>
                </a:ext>
              </a:extLst>
            </p:cNvPr>
            <p:cNvSpPr/>
            <p:nvPr/>
          </p:nvSpPr>
          <p:spPr>
            <a:xfrm>
              <a:off x="6583443" y="793996"/>
              <a:ext cx="539933" cy="583276"/>
            </a:xfrm>
            <a:custGeom>
              <a:avLst/>
              <a:gdLst/>
              <a:ahLst/>
              <a:cxnLst/>
              <a:rect l="0" t="0" r="0" b="0"/>
              <a:pathLst>
                <a:path w="539933" h="583276">
                  <a:moveTo>
                    <a:pt x="76188" y="567064"/>
                  </a:moveTo>
                  <a:lnTo>
                    <a:pt x="76477" y="567057"/>
                  </a:lnTo>
                  <a:lnTo>
                    <a:pt x="76394" y="567413"/>
                  </a:lnTo>
                  <a:lnTo>
                    <a:pt x="76849" y="567904"/>
                  </a:lnTo>
                  <a:lnTo>
                    <a:pt x="74895" y="568601"/>
                  </a:lnTo>
                  <a:lnTo>
                    <a:pt x="73256" y="569490"/>
                  </a:lnTo>
                  <a:lnTo>
                    <a:pt x="73383" y="570201"/>
                  </a:lnTo>
                  <a:lnTo>
                    <a:pt x="72603" y="570544"/>
                  </a:lnTo>
                  <a:lnTo>
                    <a:pt x="72199" y="571094"/>
                  </a:lnTo>
                  <a:lnTo>
                    <a:pt x="71612" y="570896"/>
                  </a:lnTo>
                  <a:lnTo>
                    <a:pt x="70921" y="571532"/>
                  </a:lnTo>
                  <a:lnTo>
                    <a:pt x="72109" y="573969"/>
                  </a:lnTo>
                  <a:lnTo>
                    <a:pt x="71207" y="574498"/>
                  </a:lnTo>
                  <a:lnTo>
                    <a:pt x="69015" y="575421"/>
                  </a:lnTo>
                  <a:lnTo>
                    <a:pt x="68754" y="575333"/>
                  </a:lnTo>
                  <a:lnTo>
                    <a:pt x="68749" y="574607"/>
                  </a:lnTo>
                  <a:lnTo>
                    <a:pt x="66789" y="573064"/>
                  </a:lnTo>
                  <a:lnTo>
                    <a:pt x="66866" y="573793"/>
                  </a:lnTo>
                  <a:lnTo>
                    <a:pt x="66657" y="574136"/>
                  </a:lnTo>
                  <a:lnTo>
                    <a:pt x="64972" y="574436"/>
                  </a:lnTo>
                  <a:lnTo>
                    <a:pt x="64131" y="574978"/>
                  </a:lnTo>
                  <a:lnTo>
                    <a:pt x="64290" y="575350"/>
                  </a:lnTo>
                  <a:lnTo>
                    <a:pt x="64018" y="575723"/>
                  </a:lnTo>
                  <a:lnTo>
                    <a:pt x="62119" y="577037"/>
                  </a:lnTo>
                  <a:lnTo>
                    <a:pt x="60845" y="577014"/>
                  </a:lnTo>
                  <a:lnTo>
                    <a:pt x="58705" y="576137"/>
                  </a:lnTo>
                  <a:lnTo>
                    <a:pt x="57507" y="575354"/>
                  </a:lnTo>
                  <a:lnTo>
                    <a:pt x="55895" y="575792"/>
                  </a:lnTo>
                  <a:lnTo>
                    <a:pt x="49410" y="579487"/>
                  </a:lnTo>
                  <a:lnTo>
                    <a:pt x="45846" y="583276"/>
                  </a:lnTo>
                  <a:lnTo>
                    <a:pt x="44902" y="582737"/>
                  </a:lnTo>
                  <a:lnTo>
                    <a:pt x="45258" y="581700"/>
                  </a:lnTo>
                  <a:lnTo>
                    <a:pt x="43745" y="581683"/>
                  </a:lnTo>
                  <a:lnTo>
                    <a:pt x="42834" y="580518"/>
                  </a:lnTo>
                  <a:lnTo>
                    <a:pt x="42995" y="580310"/>
                  </a:lnTo>
                  <a:lnTo>
                    <a:pt x="44149" y="580508"/>
                  </a:lnTo>
                  <a:lnTo>
                    <a:pt x="44985" y="580129"/>
                  </a:lnTo>
                  <a:lnTo>
                    <a:pt x="45382" y="579143"/>
                  </a:lnTo>
                  <a:lnTo>
                    <a:pt x="44438" y="577712"/>
                  </a:lnTo>
                  <a:lnTo>
                    <a:pt x="44657" y="577407"/>
                  </a:lnTo>
                  <a:lnTo>
                    <a:pt x="45630" y="577587"/>
                  </a:lnTo>
                  <a:lnTo>
                    <a:pt x="46045" y="577357"/>
                  </a:lnTo>
                  <a:lnTo>
                    <a:pt x="46020" y="576002"/>
                  </a:lnTo>
                  <a:lnTo>
                    <a:pt x="47093" y="575342"/>
                  </a:lnTo>
                  <a:lnTo>
                    <a:pt x="47394" y="574138"/>
                  </a:lnTo>
                  <a:lnTo>
                    <a:pt x="48491" y="573830"/>
                  </a:lnTo>
                  <a:lnTo>
                    <a:pt x="48432" y="573432"/>
                  </a:lnTo>
                  <a:lnTo>
                    <a:pt x="48858" y="572999"/>
                  </a:lnTo>
                  <a:lnTo>
                    <a:pt x="44602" y="572091"/>
                  </a:lnTo>
                  <a:lnTo>
                    <a:pt x="41160" y="572985"/>
                  </a:lnTo>
                  <a:lnTo>
                    <a:pt x="40670" y="572894"/>
                  </a:lnTo>
                  <a:lnTo>
                    <a:pt x="39836" y="573524"/>
                  </a:lnTo>
                  <a:lnTo>
                    <a:pt x="39769" y="573289"/>
                  </a:lnTo>
                  <a:lnTo>
                    <a:pt x="39147" y="573657"/>
                  </a:lnTo>
                  <a:lnTo>
                    <a:pt x="38806" y="573293"/>
                  </a:lnTo>
                  <a:lnTo>
                    <a:pt x="37242" y="572574"/>
                  </a:lnTo>
                  <a:lnTo>
                    <a:pt x="36672" y="572883"/>
                  </a:lnTo>
                  <a:lnTo>
                    <a:pt x="34965" y="570455"/>
                  </a:lnTo>
                  <a:lnTo>
                    <a:pt x="33619" y="571022"/>
                  </a:lnTo>
                  <a:lnTo>
                    <a:pt x="32719" y="568325"/>
                  </a:lnTo>
                  <a:lnTo>
                    <a:pt x="31473" y="568834"/>
                  </a:lnTo>
                  <a:lnTo>
                    <a:pt x="32013" y="570195"/>
                  </a:lnTo>
                  <a:lnTo>
                    <a:pt x="31961" y="570600"/>
                  </a:lnTo>
                  <a:lnTo>
                    <a:pt x="31502" y="570566"/>
                  </a:lnTo>
                  <a:lnTo>
                    <a:pt x="30504" y="571675"/>
                  </a:lnTo>
                  <a:lnTo>
                    <a:pt x="30101" y="571423"/>
                  </a:lnTo>
                  <a:lnTo>
                    <a:pt x="28216" y="571670"/>
                  </a:lnTo>
                  <a:lnTo>
                    <a:pt x="28097" y="572911"/>
                  </a:lnTo>
                  <a:lnTo>
                    <a:pt x="27493" y="573008"/>
                  </a:lnTo>
                  <a:lnTo>
                    <a:pt x="27496" y="572640"/>
                  </a:lnTo>
                  <a:lnTo>
                    <a:pt x="25801" y="572599"/>
                  </a:lnTo>
                  <a:lnTo>
                    <a:pt x="25195" y="573221"/>
                  </a:lnTo>
                  <a:lnTo>
                    <a:pt x="24412" y="573497"/>
                  </a:lnTo>
                  <a:lnTo>
                    <a:pt x="24383" y="572199"/>
                  </a:lnTo>
                  <a:lnTo>
                    <a:pt x="24024" y="572114"/>
                  </a:lnTo>
                  <a:lnTo>
                    <a:pt x="23690" y="572193"/>
                  </a:lnTo>
                  <a:lnTo>
                    <a:pt x="23027" y="573282"/>
                  </a:lnTo>
                  <a:lnTo>
                    <a:pt x="21741" y="571406"/>
                  </a:lnTo>
                  <a:lnTo>
                    <a:pt x="21271" y="571093"/>
                  </a:lnTo>
                  <a:lnTo>
                    <a:pt x="20720" y="569822"/>
                  </a:lnTo>
                  <a:lnTo>
                    <a:pt x="21693" y="569366"/>
                  </a:lnTo>
                  <a:lnTo>
                    <a:pt x="22930" y="567905"/>
                  </a:lnTo>
                  <a:lnTo>
                    <a:pt x="23600" y="567073"/>
                  </a:lnTo>
                  <a:lnTo>
                    <a:pt x="23496" y="566842"/>
                  </a:lnTo>
                  <a:lnTo>
                    <a:pt x="23221" y="566851"/>
                  </a:lnTo>
                  <a:lnTo>
                    <a:pt x="22590" y="564046"/>
                  </a:lnTo>
                  <a:lnTo>
                    <a:pt x="22238" y="564240"/>
                  </a:lnTo>
                  <a:lnTo>
                    <a:pt x="21828" y="563689"/>
                  </a:lnTo>
                  <a:lnTo>
                    <a:pt x="22648" y="563212"/>
                  </a:lnTo>
                  <a:lnTo>
                    <a:pt x="23041" y="563570"/>
                  </a:lnTo>
                  <a:lnTo>
                    <a:pt x="23257" y="562688"/>
                  </a:lnTo>
                  <a:lnTo>
                    <a:pt x="24999" y="562300"/>
                  </a:lnTo>
                  <a:lnTo>
                    <a:pt x="24979" y="560859"/>
                  </a:lnTo>
                  <a:lnTo>
                    <a:pt x="24750" y="560564"/>
                  </a:lnTo>
                  <a:lnTo>
                    <a:pt x="26335" y="560368"/>
                  </a:lnTo>
                  <a:lnTo>
                    <a:pt x="26208" y="559501"/>
                  </a:lnTo>
                  <a:lnTo>
                    <a:pt x="26635" y="558918"/>
                  </a:lnTo>
                  <a:lnTo>
                    <a:pt x="26581" y="558366"/>
                  </a:lnTo>
                  <a:lnTo>
                    <a:pt x="26199" y="558125"/>
                  </a:lnTo>
                  <a:lnTo>
                    <a:pt x="26108" y="557340"/>
                  </a:lnTo>
                  <a:lnTo>
                    <a:pt x="26438" y="556511"/>
                  </a:lnTo>
                  <a:lnTo>
                    <a:pt x="27233" y="555675"/>
                  </a:lnTo>
                  <a:lnTo>
                    <a:pt x="27170" y="555396"/>
                  </a:lnTo>
                  <a:lnTo>
                    <a:pt x="24592" y="555973"/>
                  </a:lnTo>
                  <a:lnTo>
                    <a:pt x="24426" y="554967"/>
                  </a:lnTo>
                  <a:lnTo>
                    <a:pt x="24804" y="551661"/>
                  </a:lnTo>
                  <a:lnTo>
                    <a:pt x="24692" y="551128"/>
                  </a:lnTo>
                  <a:lnTo>
                    <a:pt x="23695" y="551328"/>
                  </a:lnTo>
                  <a:lnTo>
                    <a:pt x="23605" y="550786"/>
                  </a:lnTo>
                  <a:lnTo>
                    <a:pt x="23419" y="550776"/>
                  </a:lnTo>
                  <a:lnTo>
                    <a:pt x="23731" y="550307"/>
                  </a:lnTo>
                  <a:lnTo>
                    <a:pt x="25568" y="549618"/>
                  </a:lnTo>
                  <a:lnTo>
                    <a:pt x="26482" y="550329"/>
                  </a:lnTo>
                  <a:lnTo>
                    <a:pt x="26875" y="549896"/>
                  </a:lnTo>
                  <a:lnTo>
                    <a:pt x="27171" y="548877"/>
                  </a:lnTo>
                  <a:lnTo>
                    <a:pt x="28386" y="547894"/>
                  </a:lnTo>
                  <a:lnTo>
                    <a:pt x="29030" y="547106"/>
                  </a:lnTo>
                  <a:lnTo>
                    <a:pt x="29155" y="546623"/>
                  </a:lnTo>
                  <a:lnTo>
                    <a:pt x="30337" y="546519"/>
                  </a:lnTo>
                  <a:lnTo>
                    <a:pt x="31521" y="545901"/>
                  </a:lnTo>
                  <a:lnTo>
                    <a:pt x="30838" y="544781"/>
                  </a:lnTo>
                  <a:lnTo>
                    <a:pt x="30304" y="543093"/>
                  </a:lnTo>
                  <a:lnTo>
                    <a:pt x="31877" y="542685"/>
                  </a:lnTo>
                  <a:lnTo>
                    <a:pt x="31886" y="541424"/>
                  </a:lnTo>
                  <a:lnTo>
                    <a:pt x="30862" y="540146"/>
                  </a:lnTo>
                  <a:lnTo>
                    <a:pt x="30199" y="539851"/>
                  </a:lnTo>
                  <a:lnTo>
                    <a:pt x="29794" y="538896"/>
                  </a:lnTo>
                  <a:lnTo>
                    <a:pt x="29872" y="538619"/>
                  </a:lnTo>
                  <a:lnTo>
                    <a:pt x="31638" y="535700"/>
                  </a:lnTo>
                  <a:lnTo>
                    <a:pt x="33451" y="533622"/>
                  </a:lnTo>
                  <a:lnTo>
                    <a:pt x="34216" y="533037"/>
                  </a:lnTo>
                  <a:lnTo>
                    <a:pt x="35364" y="533715"/>
                  </a:lnTo>
                  <a:lnTo>
                    <a:pt x="35946" y="532081"/>
                  </a:lnTo>
                  <a:lnTo>
                    <a:pt x="36503" y="532114"/>
                  </a:lnTo>
                  <a:lnTo>
                    <a:pt x="37117" y="530380"/>
                  </a:lnTo>
                  <a:lnTo>
                    <a:pt x="38786" y="528023"/>
                  </a:lnTo>
                  <a:lnTo>
                    <a:pt x="39670" y="528394"/>
                  </a:lnTo>
                  <a:lnTo>
                    <a:pt x="39948" y="528146"/>
                  </a:lnTo>
                  <a:lnTo>
                    <a:pt x="40112" y="527216"/>
                  </a:lnTo>
                  <a:lnTo>
                    <a:pt x="39974" y="526738"/>
                  </a:lnTo>
                  <a:lnTo>
                    <a:pt x="38708" y="526150"/>
                  </a:lnTo>
                  <a:lnTo>
                    <a:pt x="38339" y="523724"/>
                  </a:lnTo>
                  <a:lnTo>
                    <a:pt x="37232" y="522271"/>
                  </a:lnTo>
                  <a:lnTo>
                    <a:pt x="36236" y="521481"/>
                  </a:lnTo>
                  <a:lnTo>
                    <a:pt x="35641" y="521626"/>
                  </a:lnTo>
                  <a:lnTo>
                    <a:pt x="34087" y="521259"/>
                  </a:lnTo>
                  <a:lnTo>
                    <a:pt x="32616" y="522775"/>
                  </a:lnTo>
                  <a:lnTo>
                    <a:pt x="31449" y="521764"/>
                  </a:lnTo>
                  <a:lnTo>
                    <a:pt x="31229" y="522060"/>
                  </a:lnTo>
                  <a:lnTo>
                    <a:pt x="31013" y="521273"/>
                  </a:lnTo>
                  <a:lnTo>
                    <a:pt x="29777" y="520214"/>
                  </a:lnTo>
                  <a:lnTo>
                    <a:pt x="29243" y="520352"/>
                  </a:lnTo>
                  <a:lnTo>
                    <a:pt x="28628" y="519739"/>
                  </a:lnTo>
                  <a:lnTo>
                    <a:pt x="28484" y="519255"/>
                  </a:lnTo>
                  <a:lnTo>
                    <a:pt x="26915" y="519368"/>
                  </a:lnTo>
                  <a:lnTo>
                    <a:pt x="27306" y="518328"/>
                  </a:lnTo>
                  <a:lnTo>
                    <a:pt x="27914" y="517853"/>
                  </a:lnTo>
                  <a:lnTo>
                    <a:pt x="30625" y="516567"/>
                  </a:lnTo>
                  <a:lnTo>
                    <a:pt x="32565" y="516058"/>
                  </a:lnTo>
                  <a:lnTo>
                    <a:pt x="32859" y="514915"/>
                  </a:lnTo>
                  <a:lnTo>
                    <a:pt x="32631" y="514988"/>
                  </a:lnTo>
                  <a:lnTo>
                    <a:pt x="31865" y="513881"/>
                  </a:lnTo>
                  <a:lnTo>
                    <a:pt x="32647" y="513847"/>
                  </a:lnTo>
                  <a:lnTo>
                    <a:pt x="33216" y="513447"/>
                  </a:lnTo>
                  <a:lnTo>
                    <a:pt x="33421" y="512912"/>
                  </a:lnTo>
                  <a:lnTo>
                    <a:pt x="34321" y="513070"/>
                  </a:lnTo>
                  <a:lnTo>
                    <a:pt x="34895" y="511428"/>
                  </a:lnTo>
                  <a:lnTo>
                    <a:pt x="35680" y="511492"/>
                  </a:lnTo>
                  <a:lnTo>
                    <a:pt x="36371" y="510599"/>
                  </a:lnTo>
                  <a:lnTo>
                    <a:pt x="36673" y="510028"/>
                  </a:lnTo>
                  <a:lnTo>
                    <a:pt x="36315" y="509751"/>
                  </a:lnTo>
                  <a:lnTo>
                    <a:pt x="37341" y="508059"/>
                  </a:lnTo>
                  <a:lnTo>
                    <a:pt x="37705" y="505741"/>
                  </a:lnTo>
                  <a:lnTo>
                    <a:pt x="36888" y="504846"/>
                  </a:lnTo>
                  <a:lnTo>
                    <a:pt x="35219" y="504639"/>
                  </a:lnTo>
                  <a:lnTo>
                    <a:pt x="34580" y="502217"/>
                  </a:lnTo>
                  <a:lnTo>
                    <a:pt x="35393" y="501763"/>
                  </a:lnTo>
                  <a:lnTo>
                    <a:pt x="36397" y="500400"/>
                  </a:lnTo>
                  <a:lnTo>
                    <a:pt x="36514" y="498439"/>
                  </a:lnTo>
                  <a:lnTo>
                    <a:pt x="37528" y="498317"/>
                  </a:lnTo>
                  <a:lnTo>
                    <a:pt x="37813" y="497713"/>
                  </a:lnTo>
                  <a:lnTo>
                    <a:pt x="38373" y="498050"/>
                  </a:lnTo>
                  <a:lnTo>
                    <a:pt x="41054" y="498437"/>
                  </a:lnTo>
                  <a:lnTo>
                    <a:pt x="48415" y="497356"/>
                  </a:lnTo>
                  <a:lnTo>
                    <a:pt x="48881" y="496597"/>
                  </a:lnTo>
                  <a:lnTo>
                    <a:pt x="49130" y="494857"/>
                  </a:lnTo>
                  <a:lnTo>
                    <a:pt x="50700" y="492236"/>
                  </a:lnTo>
                  <a:lnTo>
                    <a:pt x="51499" y="489851"/>
                  </a:lnTo>
                  <a:lnTo>
                    <a:pt x="52293" y="489721"/>
                  </a:lnTo>
                  <a:lnTo>
                    <a:pt x="54373" y="490413"/>
                  </a:lnTo>
                  <a:lnTo>
                    <a:pt x="54200" y="490726"/>
                  </a:lnTo>
                  <a:lnTo>
                    <a:pt x="54407" y="490935"/>
                  </a:lnTo>
                  <a:lnTo>
                    <a:pt x="58752" y="489688"/>
                  </a:lnTo>
                  <a:lnTo>
                    <a:pt x="59569" y="488988"/>
                  </a:lnTo>
                  <a:lnTo>
                    <a:pt x="59914" y="489296"/>
                  </a:lnTo>
                  <a:lnTo>
                    <a:pt x="61153" y="488203"/>
                  </a:lnTo>
                  <a:lnTo>
                    <a:pt x="61923" y="486634"/>
                  </a:lnTo>
                  <a:lnTo>
                    <a:pt x="63291" y="485186"/>
                  </a:lnTo>
                  <a:lnTo>
                    <a:pt x="63671" y="484270"/>
                  </a:lnTo>
                  <a:lnTo>
                    <a:pt x="64842" y="482693"/>
                  </a:lnTo>
                  <a:lnTo>
                    <a:pt x="66702" y="480635"/>
                  </a:lnTo>
                  <a:lnTo>
                    <a:pt x="67516" y="479395"/>
                  </a:lnTo>
                  <a:lnTo>
                    <a:pt x="67739" y="479489"/>
                  </a:lnTo>
                  <a:lnTo>
                    <a:pt x="69443" y="478496"/>
                  </a:lnTo>
                  <a:lnTo>
                    <a:pt x="69458" y="478697"/>
                  </a:lnTo>
                  <a:lnTo>
                    <a:pt x="70236" y="477984"/>
                  </a:lnTo>
                  <a:lnTo>
                    <a:pt x="71422" y="475339"/>
                  </a:lnTo>
                  <a:lnTo>
                    <a:pt x="70264" y="474278"/>
                  </a:lnTo>
                  <a:lnTo>
                    <a:pt x="70031" y="473648"/>
                  </a:lnTo>
                  <a:lnTo>
                    <a:pt x="70021" y="469824"/>
                  </a:lnTo>
                  <a:lnTo>
                    <a:pt x="70106" y="469171"/>
                  </a:lnTo>
                  <a:lnTo>
                    <a:pt x="70618" y="468223"/>
                  </a:lnTo>
                  <a:lnTo>
                    <a:pt x="70213" y="467391"/>
                  </a:lnTo>
                  <a:lnTo>
                    <a:pt x="69910" y="467293"/>
                  </a:lnTo>
                  <a:lnTo>
                    <a:pt x="70738" y="464776"/>
                  </a:lnTo>
                  <a:lnTo>
                    <a:pt x="71684" y="462992"/>
                  </a:lnTo>
                  <a:lnTo>
                    <a:pt x="70001" y="462814"/>
                  </a:lnTo>
                  <a:lnTo>
                    <a:pt x="67554" y="463248"/>
                  </a:lnTo>
                  <a:lnTo>
                    <a:pt x="68222" y="461520"/>
                  </a:lnTo>
                  <a:lnTo>
                    <a:pt x="69027" y="460389"/>
                  </a:lnTo>
                  <a:lnTo>
                    <a:pt x="68765" y="459725"/>
                  </a:lnTo>
                  <a:lnTo>
                    <a:pt x="68423" y="459972"/>
                  </a:lnTo>
                  <a:lnTo>
                    <a:pt x="67287" y="460053"/>
                  </a:lnTo>
                  <a:lnTo>
                    <a:pt x="67094" y="459742"/>
                  </a:lnTo>
                  <a:lnTo>
                    <a:pt x="66815" y="459768"/>
                  </a:lnTo>
                  <a:lnTo>
                    <a:pt x="66754" y="458383"/>
                  </a:lnTo>
                  <a:lnTo>
                    <a:pt x="66070" y="456772"/>
                  </a:lnTo>
                  <a:lnTo>
                    <a:pt x="64772" y="455574"/>
                  </a:lnTo>
                  <a:lnTo>
                    <a:pt x="64003" y="455282"/>
                  </a:lnTo>
                  <a:lnTo>
                    <a:pt x="63207" y="453900"/>
                  </a:lnTo>
                  <a:lnTo>
                    <a:pt x="62738" y="453681"/>
                  </a:lnTo>
                  <a:lnTo>
                    <a:pt x="62271" y="453564"/>
                  </a:lnTo>
                  <a:lnTo>
                    <a:pt x="60978" y="454662"/>
                  </a:lnTo>
                  <a:lnTo>
                    <a:pt x="59791" y="454571"/>
                  </a:lnTo>
                  <a:lnTo>
                    <a:pt x="56772" y="453158"/>
                  </a:lnTo>
                  <a:lnTo>
                    <a:pt x="55160" y="456199"/>
                  </a:lnTo>
                  <a:lnTo>
                    <a:pt x="54034" y="457125"/>
                  </a:lnTo>
                  <a:lnTo>
                    <a:pt x="52711" y="458903"/>
                  </a:lnTo>
                  <a:lnTo>
                    <a:pt x="49412" y="459035"/>
                  </a:lnTo>
                  <a:lnTo>
                    <a:pt x="47781" y="458171"/>
                  </a:lnTo>
                  <a:lnTo>
                    <a:pt x="47717" y="457351"/>
                  </a:lnTo>
                  <a:lnTo>
                    <a:pt x="47294" y="456331"/>
                  </a:lnTo>
                  <a:lnTo>
                    <a:pt x="47444" y="455166"/>
                  </a:lnTo>
                  <a:lnTo>
                    <a:pt x="47278" y="454027"/>
                  </a:lnTo>
                  <a:lnTo>
                    <a:pt x="45662" y="452511"/>
                  </a:lnTo>
                  <a:lnTo>
                    <a:pt x="45274" y="452948"/>
                  </a:lnTo>
                  <a:lnTo>
                    <a:pt x="43755" y="453293"/>
                  </a:lnTo>
                  <a:lnTo>
                    <a:pt x="43874" y="453761"/>
                  </a:lnTo>
                  <a:lnTo>
                    <a:pt x="43273" y="454073"/>
                  </a:lnTo>
                  <a:lnTo>
                    <a:pt x="42574" y="454181"/>
                  </a:lnTo>
                  <a:lnTo>
                    <a:pt x="41934" y="453512"/>
                  </a:lnTo>
                  <a:lnTo>
                    <a:pt x="41882" y="453157"/>
                  </a:lnTo>
                  <a:lnTo>
                    <a:pt x="41652" y="454531"/>
                  </a:lnTo>
                  <a:lnTo>
                    <a:pt x="41030" y="455091"/>
                  </a:lnTo>
                  <a:lnTo>
                    <a:pt x="40315" y="452985"/>
                  </a:lnTo>
                  <a:lnTo>
                    <a:pt x="39860" y="453038"/>
                  </a:lnTo>
                  <a:lnTo>
                    <a:pt x="39965" y="453351"/>
                  </a:lnTo>
                  <a:lnTo>
                    <a:pt x="38618" y="454113"/>
                  </a:lnTo>
                  <a:lnTo>
                    <a:pt x="37936" y="454779"/>
                  </a:lnTo>
                  <a:lnTo>
                    <a:pt x="36918" y="453700"/>
                  </a:lnTo>
                  <a:lnTo>
                    <a:pt x="35428" y="455066"/>
                  </a:lnTo>
                  <a:lnTo>
                    <a:pt x="32751" y="451210"/>
                  </a:lnTo>
                  <a:lnTo>
                    <a:pt x="31970" y="449514"/>
                  </a:lnTo>
                  <a:lnTo>
                    <a:pt x="30695" y="450276"/>
                  </a:lnTo>
                  <a:lnTo>
                    <a:pt x="28373" y="450330"/>
                  </a:lnTo>
                  <a:lnTo>
                    <a:pt x="28094" y="451000"/>
                  </a:lnTo>
                  <a:lnTo>
                    <a:pt x="28223" y="451180"/>
                  </a:lnTo>
                  <a:lnTo>
                    <a:pt x="27870" y="451426"/>
                  </a:lnTo>
                  <a:lnTo>
                    <a:pt x="27342" y="450990"/>
                  </a:lnTo>
                  <a:lnTo>
                    <a:pt x="26271" y="451387"/>
                  </a:lnTo>
                  <a:lnTo>
                    <a:pt x="25707" y="450565"/>
                  </a:lnTo>
                  <a:lnTo>
                    <a:pt x="24729" y="451676"/>
                  </a:lnTo>
                  <a:lnTo>
                    <a:pt x="22023" y="448845"/>
                  </a:lnTo>
                  <a:lnTo>
                    <a:pt x="18365" y="446559"/>
                  </a:lnTo>
                  <a:lnTo>
                    <a:pt x="16857" y="445252"/>
                  </a:lnTo>
                  <a:lnTo>
                    <a:pt x="15519" y="443244"/>
                  </a:lnTo>
                  <a:lnTo>
                    <a:pt x="13818" y="441274"/>
                  </a:lnTo>
                  <a:lnTo>
                    <a:pt x="14052" y="440709"/>
                  </a:lnTo>
                  <a:lnTo>
                    <a:pt x="12718" y="439252"/>
                  </a:lnTo>
                  <a:lnTo>
                    <a:pt x="11650" y="437342"/>
                  </a:lnTo>
                  <a:lnTo>
                    <a:pt x="11239" y="436288"/>
                  </a:lnTo>
                  <a:lnTo>
                    <a:pt x="11234" y="435251"/>
                  </a:lnTo>
                  <a:lnTo>
                    <a:pt x="6952" y="431655"/>
                  </a:lnTo>
                  <a:lnTo>
                    <a:pt x="6728" y="429540"/>
                  </a:lnTo>
                  <a:lnTo>
                    <a:pt x="6184" y="428410"/>
                  </a:lnTo>
                  <a:lnTo>
                    <a:pt x="5471" y="428380"/>
                  </a:lnTo>
                  <a:lnTo>
                    <a:pt x="5194" y="427689"/>
                  </a:lnTo>
                  <a:lnTo>
                    <a:pt x="1207" y="425966"/>
                  </a:lnTo>
                  <a:lnTo>
                    <a:pt x="1565" y="423234"/>
                  </a:lnTo>
                  <a:lnTo>
                    <a:pt x="1867" y="422466"/>
                  </a:lnTo>
                  <a:lnTo>
                    <a:pt x="891" y="422342"/>
                  </a:lnTo>
                  <a:lnTo>
                    <a:pt x="365" y="421193"/>
                  </a:lnTo>
                  <a:lnTo>
                    <a:pt x="445" y="419933"/>
                  </a:lnTo>
                  <a:lnTo>
                    <a:pt x="0" y="418252"/>
                  </a:lnTo>
                  <a:lnTo>
                    <a:pt x="665" y="418143"/>
                  </a:lnTo>
                  <a:lnTo>
                    <a:pt x="2237" y="418558"/>
                  </a:lnTo>
                  <a:lnTo>
                    <a:pt x="2201" y="417923"/>
                  </a:lnTo>
                  <a:lnTo>
                    <a:pt x="3228" y="417872"/>
                  </a:lnTo>
                  <a:lnTo>
                    <a:pt x="4836" y="418561"/>
                  </a:lnTo>
                  <a:lnTo>
                    <a:pt x="6325" y="418642"/>
                  </a:lnTo>
                  <a:lnTo>
                    <a:pt x="7810" y="417726"/>
                  </a:lnTo>
                  <a:lnTo>
                    <a:pt x="8607" y="416956"/>
                  </a:lnTo>
                  <a:lnTo>
                    <a:pt x="8853" y="416946"/>
                  </a:lnTo>
                  <a:lnTo>
                    <a:pt x="9079" y="417474"/>
                  </a:lnTo>
                  <a:lnTo>
                    <a:pt x="10792" y="415972"/>
                  </a:lnTo>
                  <a:lnTo>
                    <a:pt x="16624" y="413101"/>
                  </a:lnTo>
                  <a:lnTo>
                    <a:pt x="16887" y="412401"/>
                  </a:lnTo>
                  <a:lnTo>
                    <a:pt x="17467" y="412192"/>
                  </a:lnTo>
                  <a:lnTo>
                    <a:pt x="18285" y="411333"/>
                  </a:lnTo>
                  <a:lnTo>
                    <a:pt x="18875" y="411159"/>
                  </a:lnTo>
                  <a:lnTo>
                    <a:pt x="22369" y="405795"/>
                  </a:lnTo>
                  <a:lnTo>
                    <a:pt x="22482" y="405217"/>
                  </a:lnTo>
                  <a:lnTo>
                    <a:pt x="23563" y="404225"/>
                  </a:lnTo>
                  <a:lnTo>
                    <a:pt x="23489" y="403621"/>
                  </a:lnTo>
                  <a:lnTo>
                    <a:pt x="22896" y="403558"/>
                  </a:lnTo>
                  <a:lnTo>
                    <a:pt x="22574" y="402899"/>
                  </a:lnTo>
                  <a:lnTo>
                    <a:pt x="22134" y="402778"/>
                  </a:lnTo>
                  <a:lnTo>
                    <a:pt x="22738" y="402223"/>
                  </a:lnTo>
                  <a:lnTo>
                    <a:pt x="23912" y="399221"/>
                  </a:lnTo>
                  <a:lnTo>
                    <a:pt x="21060" y="397597"/>
                  </a:lnTo>
                  <a:lnTo>
                    <a:pt x="21137" y="396214"/>
                  </a:lnTo>
                  <a:lnTo>
                    <a:pt x="23059" y="396496"/>
                  </a:lnTo>
                  <a:lnTo>
                    <a:pt x="23576" y="394941"/>
                  </a:lnTo>
                  <a:lnTo>
                    <a:pt x="24990" y="395107"/>
                  </a:lnTo>
                  <a:lnTo>
                    <a:pt x="25239" y="396619"/>
                  </a:lnTo>
                  <a:lnTo>
                    <a:pt x="26648" y="397102"/>
                  </a:lnTo>
                  <a:lnTo>
                    <a:pt x="27406" y="395981"/>
                  </a:lnTo>
                  <a:lnTo>
                    <a:pt x="27613" y="396099"/>
                  </a:lnTo>
                  <a:lnTo>
                    <a:pt x="26363" y="399125"/>
                  </a:lnTo>
                  <a:lnTo>
                    <a:pt x="27570" y="399377"/>
                  </a:lnTo>
                  <a:lnTo>
                    <a:pt x="29909" y="398910"/>
                  </a:lnTo>
                  <a:lnTo>
                    <a:pt x="32106" y="398110"/>
                  </a:lnTo>
                  <a:lnTo>
                    <a:pt x="32704" y="398157"/>
                  </a:lnTo>
                  <a:lnTo>
                    <a:pt x="32759" y="398511"/>
                  </a:lnTo>
                  <a:lnTo>
                    <a:pt x="34361" y="398033"/>
                  </a:lnTo>
                  <a:lnTo>
                    <a:pt x="35874" y="395322"/>
                  </a:lnTo>
                  <a:lnTo>
                    <a:pt x="37388" y="393613"/>
                  </a:lnTo>
                  <a:lnTo>
                    <a:pt x="38388" y="391143"/>
                  </a:lnTo>
                  <a:lnTo>
                    <a:pt x="38967" y="391277"/>
                  </a:lnTo>
                  <a:lnTo>
                    <a:pt x="39377" y="391116"/>
                  </a:lnTo>
                  <a:lnTo>
                    <a:pt x="39352" y="390731"/>
                  </a:lnTo>
                  <a:lnTo>
                    <a:pt x="44168" y="391916"/>
                  </a:lnTo>
                  <a:lnTo>
                    <a:pt x="44039" y="387607"/>
                  </a:lnTo>
                  <a:lnTo>
                    <a:pt x="45498" y="388195"/>
                  </a:lnTo>
                  <a:lnTo>
                    <a:pt x="46062" y="388765"/>
                  </a:lnTo>
                  <a:lnTo>
                    <a:pt x="47452" y="387727"/>
                  </a:lnTo>
                  <a:lnTo>
                    <a:pt x="48330" y="386621"/>
                  </a:lnTo>
                  <a:lnTo>
                    <a:pt x="48261" y="386373"/>
                  </a:lnTo>
                  <a:lnTo>
                    <a:pt x="50709" y="386068"/>
                  </a:lnTo>
                  <a:lnTo>
                    <a:pt x="50677" y="385006"/>
                  </a:lnTo>
                  <a:lnTo>
                    <a:pt x="51093" y="384937"/>
                  </a:lnTo>
                  <a:lnTo>
                    <a:pt x="51406" y="385494"/>
                  </a:lnTo>
                  <a:lnTo>
                    <a:pt x="53663" y="384579"/>
                  </a:lnTo>
                  <a:lnTo>
                    <a:pt x="53916" y="385101"/>
                  </a:lnTo>
                  <a:lnTo>
                    <a:pt x="54737" y="385764"/>
                  </a:lnTo>
                  <a:lnTo>
                    <a:pt x="54936" y="386473"/>
                  </a:lnTo>
                  <a:lnTo>
                    <a:pt x="55361" y="386997"/>
                  </a:lnTo>
                  <a:lnTo>
                    <a:pt x="55798" y="389626"/>
                  </a:lnTo>
                  <a:lnTo>
                    <a:pt x="56291" y="389555"/>
                  </a:lnTo>
                  <a:lnTo>
                    <a:pt x="56800" y="390208"/>
                  </a:lnTo>
                  <a:lnTo>
                    <a:pt x="58534" y="394598"/>
                  </a:lnTo>
                  <a:lnTo>
                    <a:pt x="61108" y="397745"/>
                  </a:lnTo>
                  <a:lnTo>
                    <a:pt x="61264" y="396227"/>
                  </a:lnTo>
                  <a:lnTo>
                    <a:pt x="62826" y="395395"/>
                  </a:lnTo>
                  <a:lnTo>
                    <a:pt x="64406" y="395490"/>
                  </a:lnTo>
                  <a:lnTo>
                    <a:pt x="65181" y="394163"/>
                  </a:lnTo>
                  <a:lnTo>
                    <a:pt x="71426" y="394197"/>
                  </a:lnTo>
                  <a:lnTo>
                    <a:pt x="70576" y="391363"/>
                  </a:lnTo>
                  <a:lnTo>
                    <a:pt x="69733" y="389834"/>
                  </a:lnTo>
                  <a:lnTo>
                    <a:pt x="69591" y="388920"/>
                  </a:lnTo>
                  <a:lnTo>
                    <a:pt x="69861" y="386770"/>
                  </a:lnTo>
                  <a:lnTo>
                    <a:pt x="69708" y="385287"/>
                  </a:lnTo>
                  <a:lnTo>
                    <a:pt x="68773" y="383456"/>
                  </a:lnTo>
                  <a:lnTo>
                    <a:pt x="68542" y="380919"/>
                  </a:lnTo>
                  <a:lnTo>
                    <a:pt x="68709" y="379841"/>
                  </a:lnTo>
                  <a:lnTo>
                    <a:pt x="69384" y="378221"/>
                  </a:lnTo>
                  <a:lnTo>
                    <a:pt x="69721" y="376091"/>
                  </a:lnTo>
                  <a:lnTo>
                    <a:pt x="74096" y="374677"/>
                  </a:lnTo>
                  <a:lnTo>
                    <a:pt x="74961" y="376745"/>
                  </a:lnTo>
                  <a:lnTo>
                    <a:pt x="72812" y="380830"/>
                  </a:lnTo>
                  <a:lnTo>
                    <a:pt x="75064" y="382101"/>
                  </a:lnTo>
                  <a:lnTo>
                    <a:pt x="76492" y="382200"/>
                  </a:lnTo>
                  <a:lnTo>
                    <a:pt x="78942" y="383227"/>
                  </a:lnTo>
                  <a:lnTo>
                    <a:pt x="82498" y="385012"/>
                  </a:lnTo>
                  <a:lnTo>
                    <a:pt x="83541" y="385288"/>
                  </a:lnTo>
                  <a:lnTo>
                    <a:pt x="84372" y="385242"/>
                  </a:lnTo>
                  <a:lnTo>
                    <a:pt x="87447" y="383132"/>
                  </a:lnTo>
                  <a:lnTo>
                    <a:pt x="89074" y="381476"/>
                  </a:lnTo>
                  <a:lnTo>
                    <a:pt x="90857" y="382416"/>
                  </a:lnTo>
                  <a:lnTo>
                    <a:pt x="92835" y="383033"/>
                  </a:lnTo>
                  <a:lnTo>
                    <a:pt x="93207" y="382102"/>
                  </a:lnTo>
                  <a:lnTo>
                    <a:pt x="93370" y="379495"/>
                  </a:lnTo>
                  <a:lnTo>
                    <a:pt x="92790" y="377322"/>
                  </a:lnTo>
                  <a:lnTo>
                    <a:pt x="92985" y="376049"/>
                  </a:lnTo>
                  <a:lnTo>
                    <a:pt x="92834" y="375569"/>
                  </a:lnTo>
                  <a:lnTo>
                    <a:pt x="93552" y="374612"/>
                  </a:lnTo>
                  <a:lnTo>
                    <a:pt x="93905" y="373429"/>
                  </a:lnTo>
                  <a:lnTo>
                    <a:pt x="96926" y="372903"/>
                  </a:lnTo>
                  <a:lnTo>
                    <a:pt x="97963" y="372376"/>
                  </a:lnTo>
                  <a:lnTo>
                    <a:pt x="99859" y="372327"/>
                  </a:lnTo>
                  <a:lnTo>
                    <a:pt x="101371" y="371551"/>
                  </a:lnTo>
                  <a:lnTo>
                    <a:pt x="101812" y="371000"/>
                  </a:lnTo>
                  <a:lnTo>
                    <a:pt x="102536" y="370915"/>
                  </a:lnTo>
                  <a:lnTo>
                    <a:pt x="102879" y="369495"/>
                  </a:lnTo>
                  <a:lnTo>
                    <a:pt x="102671" y="369387"/>
                  </a:lnTo>
                  <a:lnTo>
                    <a:pt x="103172" y="368719"/>
                  </a:lnTo>
                  <a:lnTo>
                    <a:pt x="103118" y="367815"/>
                  </a:lnTo>
                  <a:lnTo>
                    <a:pt x="103476" y="366192"/>
                  </a:lnTo>
                  <a:lnTo>
                    <a:pt x="104025" y="365658"/>
                  </a:lnTo>
                  <a:lnTo>
                    <a:pt x="104497" y="364453"/>
                  </a:lnTo>
                  <a:lnTo>
                    <a:pt x="105201" y="363673"/>
                  </a:lnTo>
                  <a:lnTo>
                    <a:pt x="105576" y="363644"/>
                  </a:lnTo>
                  <a:lnTo>
                    <a:pt x="106470" y="363012"/>
                  </a:lnTo>
                  <a:lnTo>
                    <a:pt x="107673" y="361789"/>
                  </a:lnTo>
                  <a:lnTo>
                    <a:pt x="110017" y="360557"/>
                  </a:lnTo>
                  <a:lnTo>
                    <a:pt x="111011" y="359788"/>
                  </a:lnTo>
                  <a:lnTo>
                    <a:pt x="111592" y="357008"/>
                  </a:lnTo>
                  <a:lnTo>
                    <a:pt x="110923" y="357419"/>
                  </a:lnTo>
                  <a:lnTo>
                    <a:pt x="110470" y="358213"/>
                  </a:lnTo>
                  <a:lnTo>
                    <a:pt x="110213" y="357873"/>
                  </a:lnTo>
                  <a:lnTo>
                    <a:pt x="109201" y="358542"/>
                  </a:lnTo>
                  <a:lnTo>
                    <a:pt x="107993" y="358500"/>
                  </a:lnTo>
                  <a:lnTo>
                    <a:pt x="107484" y="357379"/>
                  </a:lnTo>
                  <a:lnTo>
                    <a:pt x="101793" y="358846"/>
                  </a:lnTo>
                  <a:lnTo>
                    <a:pt x="99113" y="358813"/>
                  </a:lnTo>
                  <a:lnTo>
                    <a:pt x="99470" y="358131"/>
                  </a:lnTo>
                  <a:lnTo>
                    <a:pt x="99804" y="356207"/>
                  </a:lnTo>
                  <a:lnTo>
                    <a:pt x="100958" y="353841"/>
                  </a:lnTo>
                  <a:lnTo>
                    <a:pt x="101087" y="352975"/>
                  </a:lnTo>
                  <a:lnTo>
                    <a:pt x="100762" y="352810"/>
                  </a:lnTo>
                  <a:lnTo>
                    <a:pt x="97498" y="354491"/>
                  </a:lnTo>
                  <a:lnTo>
                    <a:pt x="97247" y="354109"/>
                  </a:lnTo>
                  <a:lnTo>
                    <a:pt x="97970" y="353862"/>
                  </a:lnTo>
                  <a:lnTo>
                    <a:pt x="99151" y="352677"/>
                  </a:lnTo>
                  <a:lnTo>
                    <a:pt x="99466" y="351740"/>
                  </a:lnTo>
                  <a:lnTo>
                    <a:pt x="100105" y="350902"/>
                  </a:lnTo>
                  <a:lnTo>
                    <a:pt x="100017" y="350191"/>
                  </a:lnTo>
                  <a:lnTo>
                    <a:pt x="101367" y="345213"/>
                  </a:lnTo>
                  <a:lnTo>
                    <a:pt x="100646" y="343775"/>
                  </a:lnTo>
                  <a:lnTo>
                    <a:pt x="98996" y="343300"/>
                  </a:lnTo>
                  <a:lnTo>
                    <a:pt x="100024" y="343085"/>
                  </a:lnTo>
                  <a:lnTo>
                    <a:pt x="101278" y="341638"/>
                  </a:lnTo>
                  <a:lnTo>
                    <a:pt x="100558" y="340617"/>
                  </a:lnTo>
                  <a:lnTo>
                    <a:pt x="100475" y="340143"/>
                  </a:lnTo>
                  <a:lnTo>
                    <a:pt x="99645" y="340356"/>
                  </a:lnTo>
                  <a:lnTo>
                    <a:pt x="99031" y="340256"/>
                  </a:lnTo>
                  <a:lnTo>
                    <a:pt x="98196" y="339762"/>
                  </a:lnTo>
                  <a:lnTo>
                    <a:pt x="97569" y="340511"/>
                  </a:lnTo>
                  <a:lnTo>
                    <a:pt x="96948" y="340558"/>
                  </a:lnTo>
                  <a:lnTo>
                    <a:pt x="95865" y="340352"/>
                  </a:lnTo>
                  <a:lnTo>
                    <a:pt x="94403" y="339680"/>
                  </a:lnTo>
                  <a:lnTo>
                    <a:pt x="93209" y="341295"/>
                  </a:lnTo>
                  <a:lnTo>
                    <a:pt x="92436" y="340813"/>
                  </a:lnTo>
                  <a:lnTo>
                    <a:pt x="92018" y="340004"/>
                  </a:lnTo>
                  <a:lnTo>
                    <a:pt x="88000" y="339822"/>
                  </a:lnTo>
                  <a:lnTo>
                    <a:pt x="87886" y="341697"/>
                  </a:lnTo>
                  <a:lnTo>
                    <a:pt x="86509" y="340429"/>
                  </a:lnTo>
                  <a:lnTo>
                    <a:pt x="85776" y="340532"/>
                  </a:lnTo>
                  <a:lnTo>
                    <a:pt x="87090" y="338560"/>
                  </a:lnTo>
                  <a:lnTo>
                    <a:pt x="87637" y="338087"/>
                  </a:lnTo>
                  <a:lnTo>
                    <a:pt x="88022" y="337212"/>
                  </a:lnTo>
                  <a:lnTo>
                    <a:pt x="87592" y="336914"/>
                  </a:lnTo>
                  <a:lnTo>
                    <a:pt x="87709" y="336695"/>
                  </a:lnTo>
                  <a:lnTo>
                    <a:pt x="87416" y="336624"/>
                  </a:lnTo>
                  <a:lnTo>
                    <a:pt x="87257" y="336257"/>
                  </a:lnTo>
                  <a:lnTo>
                    <a:pt x="87510" y="335896"/>
                  </a:lnTo>
                  <a:lnTo>
                    <a:pt x="87843" y="335963"/>
                  </a:lnTo>
                  <a:lnTo>
                    <a:pt x="87957" y="333381"/>
                  </a:lnTo>
                  <a:lnTo>
                    <a:pt x="88436" y="333115"/>
                  </a:lnTo>
                  <a:lnTo>
                    <a:pt x="88630" y="332433"/>
                  </a:lnTo>
                  <a:lnTo>
                    <a:pt x="89943" y="331765"/>
                  </a:lnTo>
                  <a:lnTo>
                    <a:pt x="90460" y="331187"/>
                  </a:lnTo>
                  <a:lnTo>
                    <a:pt x="90542" y="330774"/>
                  </a:lnTo>
                  <a:lnTo>
                    <a:pt x="89833" y="330624"/>
                  </a:lnTo>
                  <a:lnTo>
                    <a:pt x="89340" y="330196"/>
                  </a:lnTo>
                  <a:lnTo>
                    <a:pt x="89326" y="329614"/>
                  </a:lnTo>
                  <a:lnTo>
                    <a:pt x="87982" y="328147"/>
                  </a:lnTo>
                  <a:lnTo>
                    <a:pt x="87421" y="326304"/>
                  </a:lnTo>
                  <a:lnTo>
                    <a:pt x="86210" y="325541"/>
                  </a:lnTo>
                  <a:lnTo>
                    <a:pt x="85619" y="325943"/>
                  </a:lnTo>
                  <a:lnTo>
                    <a:pt x="84509" y="325568"/>
                  </a:lnTo>
                  <a:lnTo>
                    <a:pt x="83641" y="326242"/>
                  </a:lnTo>
                  <a:lnTo>
                    <a:pt x="82977" y="327440"/>
                  </a:lnTo>
                  <a:lnTo>
                    <a:pt x="81823" y="327306"/>
                  </a:lnTo>
                  <a:lnTo>
                    <a:pt x="81662" y="327688"/>
                  </a:lnTo>
                  <a:lnTo>
                    <a:pt x="82307" y="327860"/>
                  </a:lnTo>
                  <a:lnTo>
                    <a:pt x="81828" y="328644"/>
                  </a:lnTo>
                  <a:lnTo>
                    <a:pt x="79243" y="328696"/>
                  </a:lnTo>
                  <a:lnTo>
                    <a:pt x="77859" y="328470"/>
                  </a:lnTo>
                  <a:lnTo>
                    <a:pt x="76180" y="329728"/>
                  </a:lnTo>
                  <a:lnTo>
                    <a:pt x="75100" y="330081"/>
                  </a:lnTo>
                  <a:lnTo>
                    <a:pt x="72611" y="331744"/>
                  </a:lnTo>
                  <a:lnTo>
                    <a:pt x="71689" y="332958"/>
                  </a:lnTo>
                  <a:lnTo>
                    <a:pt x="69899" y="333727"/>
                  </a:lnTo>
                  <a:lnTo>
                    <a:pt x="67728" y="334293"/>
                  </a:lnTo>
                  <a:lnTo>
                    <a:pt x="67873" y="333004"/>
                  </a:lnTo>
                  <a:lnTo>
                    <a:pt x="68331" y="332877"/>
                  </a:lnTo>
                  <a:lnTo>
                    <a:pt x="67795" y="331617"/>
                  </a:lnTo>
                  <a:lnTo>
                    <a:pt x="66265" y="330046"/>
                  </a:lnTo>
                  <a:lnTo>
                    <a:pt x="65097" y="328375"/>
                  </a:lnTo>
                  <a:lnTo>
                    <a:pt x="64237" y="327631"/>
                  </a:lnTo>
                  <a:lnTo>
                    <a:pt x="62942" y="326620"/>
                  </a:lnTo>
                  <a:lnTo>
                    <a:pt x="62047" y="326257"/>
                  </a:lnTo>
                  <a:lnTo>
                    <a:pt x="61520" y="325504"/>
                  </a:lnTo>
                  <a:lnTo>
                    <a:pt x="62930" y="322495"/>
                  </a:lnTo>
                  <a:lnTo>
                    <a:pt x="64135" y="317308"/>
                  </a:lnTo>
                  <a:lnTo>
                    <a:pt x="65572" y="315139"/>
                  </a:lnTo>
                  <a:lnTo>
                    <a:pt x="66688" y="312871"/>
                  </a:lnTo>
                  <a:lnTo>
                    <a:pt x="68376" y="310509"/>
                  </a:lnTo>
                  <a:lnTo>
                    <a:pt x="65008" y="308826"/>
                  </a:lnTo>
                  <a:lnTo>
                    <a:pt x="61638" y="308777"/>
                  </a:lnTo>
                  <a:lnTo>
                    <a:pt x="59434" y="309135"/>
                  </a:lnTo>
                  <a:lnTo>
                    <a:pt x="58811" y="305080"/>
                  </a:lnTo>
                  <a:lnTo>
                    <a:pt x="56400" y="295397"/>
                  </a:lnTo>
                  <a:lnTo>
                    <a:pt x="53717" y="295077"/>
                  </a:lnTo>
                  <a:lnTo>
                    <a:pt x="53300" y="293614"/>
                  </a:lnTo>
                  <a:lnTo>
                    <a:pt x="52905" y="292956"/>
                  </a:lnTo>
                  <a:lnTo>
                    <a:pt x="52523" y="292752"/>
                  </a:lnTo>
                  <a:lnTo>
                    <a:pt x="52297" y="290192"/>
                  </a:lnTo>
                  <a:lnTo>
                    <a:pt x="50541" y="286719"/>
                  </a:lnTo>
                  <a:lnTo>
                    <a:pt x="50257" y="286719"/>
                  </a:lnTo>
                  <a:lnTo>
                    <a:pt x="49581" y="285679"/>
                  </a:lnTo>
                  <a:lnTo>
                    <a:pt x="48923" y="285501"/>
                  </a:lnTo>
                  <a:lnTo>
                    <a:pt x="47869" y="285714"/>
                  </a:lnTo>
                  <a:lnTo>
                    <a:pt x="47061" y="285407"/>
                  </a:lnTo>
                  <a:lnTo>
                    <a:pt x="44513" y="285988"/>
                  </a:lnTo>
                  <a:lnTo>
                    <a:pt x="44071" y="285238"/>
                  </a:lnTo>
                  <a:lnTo>
                    <a:pt x="43219" y="284725"/>
                  </a:lnTo>
                  <a:lnTo>
                    <a:pt x="43194" y="284088"/>
                  </a:lnTo>
                  <a:lnTo>
                    <a:pt x="42355" y="282793"/>
                  </a:lnTo>
                  <a:lnTo>
                    <a:pt x="41659" y="282398"/>
                  </a:lnTo>
                  <a:lnTo>
                    <a:pt x="41587" y="281912"/>
                  </a:lnTo>
                  <a:lnTo>
                    <a:pt x="40984" y="281122"/>
                  </a:lnTo>
                  <a:lnTo>
                    <a:pt x="40924" y="280238"/>
                  </a:lnTo>
                  <a:lnTo>
                    <a:pt x="40451" y="279705"/>
                  </a:lnTo>
                  <a:lnTo>
                    <a:pt x="40638" y="278160"/>
                  </a:lnTo>
                  <a:lnTo>
                    <a:pt x="40328" y="277942"/>
                  </a:lnTo>
                  <a:lnTo>
                    <a:pt x="40469" y="276903"/>
                  </a:lnTo>
                  <a:lnTo>
                    <a:pt x="40284" y="276356"/>
                  </a:lnTo>
                  <a:lnTo>
                    <a:pt x="40873" y="276000"/>
                  </a:lnTo>
                  <a:lnTo>
                    <a:pt x="41061" y="275169"/>
                  </a:lnTo>
                  <a:lnTo>
                    <a:pt x="41495" y="275086"/>
                  </a:lnTo>
                  <a:lnTo>
                    <a:pt x="41619" y="274579"/>
                  </a:lnTo>
                  <a:lnTo>
                    <a:pt x="34988" y="269684"/>
                  </a:lnTo>
                  <a:lnTo>
                    <a:pt x="33282" y="269361"/>
                  </a:lnTo>
                  <a:lnTo>
                    <a:pt x="32934" y="269024"/>
                  </a:lnTo>
                  <a:lnTo>
                    <a:pt x="32255" y="269188"/>
                  </a:lnTo>
                  <a:lnTo>
                    <a:pt x="30607" y="269504"/>
                  </a:lnTo>
                  <a:lnTo>
                    <a:pt x="29145" y="269189"/>
                  </a:lnTo>
                  <a:lnTo>
                    <a:pt x="28426" y="269497"/>
                  </a:lnTo>
                  <a:lnTo>
                    <a:pt x="27579" y="269520"/>
                  </a:lnTo>
                  <a:lnTo>
                    <a:pt x="26550" y="270346"/>
                  </a:lnTo>
                  <a:lnTo>
                    <a:pt x="23743" y="271033"/>
                  </a:lnTo>
                  <a:lnTo>
                    <a:pt x="22759" y="270877"/>
                  </a:lnTo>
                  <a:lnTo>
                    <a:pt x="20319" y="269089"/>
                  </a:lnTo>
                  <a:lnTo>
                    <a:pt x="20024" y="268690"/>
                  </a:lnTo>
                  <a:lnTo>
                    <a:pt x="18970" y="268715"/>
                  </a:lnTo>
                  <a:lnTo>
                    <a:pt x="17927" y="269762"/>
                  </a:lnTo>
                  <a:lnTo>
                    <a:pt x="17585" y="269739"/>
                  </a:lnTo>
                  <a:lnTo>
                    <a:pt x="17540" y="269324"/>
                  </a:lnTo>
                  <a:lnTo>
                    <a:pt x="16815" y="269421"/>
                  </a:lnTo>
                  <a:lnTo>
                    <a:pt x="15674" y="270865"/>
                  </a:lnTo>
                  <a:lnTo>
                    <a:pt x="15059" y="271155"/>
                  </a:lnTo>
                  <a:lnTo>
                    <a:pt x="14544" y="271176"/>
                  </a:lnTo>
                  <a:lnTo>
                    <a:pt x="14301" y="270802"/>
                  </a:lnTo>
                  <a:lnTo>
                    <a:pt x="14592" y="270530"/>
                  </a:lnTo>
                  <a:lnTo>
                    <a:pt x="14136" y="268818"/>
                  </a:lnTo>
                  <a:lnTo>
                    <a:pt x="13524" y="267649"/>
                  </a:lnTo>
                  <a:lnTo>
                    <a:pt x="13582" y="267177"/>
                  </a:lnTo>
                  <a:lnTo>
                    <a:pt x="12914" y="265737"/>
                  </a:lnTo>
                  <a:lnTo>
                    <a:pt x="12956" y="265376"/>
                  </a:lnTo>
                  <a:lnTo>
                    <a:pt x="11472" y="262987"/>
                  </a:lnTo>
                  <a:lnTo>
                    <a:pt x="11363" y="261979"/>
                  </a:lnTo>
                  <a:lnTo>
                    <a:pt x="11576" y="261742"/>
                  </a:lnTo>
                  <a:lnTo>
                    <a:pt x="10580" y="259975"/>
                  </a:lnTo>
                  <a:lnTo>
                    <a:pt x="10955" y="258782"/>
                  </a:lnTo>
                  <a:lnTo>
                    <a:pt x="12187" y="257275"/>
                  </a:lnTo>
                  <a:lnTo>
                    <a:pt x="12159" y="255455"/>
                  </a:lnTo>
                  <a:lnTo>
                    <a:pt x="11747" y="254070"/>
                  </a:lnTo>
                  <a:lnTo>
                    <a:pt x="11386" y="254086"/>
                  </a:lnTo>
                  <a:lnTo>
                    <a:pt x="10869" y="253407"/>
                  </a:lnTo>
                  <a:lnTo>
                    <a:pt x="8103" y="249244"/>
                  </a:lnTo>
                  <a:lnTo>
                    <a:pt x="6438" y="245644"/>
                  </a:lnTo>
                  <a:lnTo>
                    <a:pt x="6275" y="243839"/>
                  </a:lnTo>
                  <a:lnTo>
                    <a:pt x="6654" y="242758"/>
                  </a:lnTo>
                  <a:lnTo>
                    <a:pt x="6787" y="240998"/>
                  </a:lnTo>
                  <a:lnTo>
                    <a:pt x="6441" y="237806"/>
                  </a:lnTo>
                  <a:lnTo>
                    <a:pt x="9968" y="236531"/>
                  </a:lnTo>
                  <a:lnTo>
                    <a:pt x="13593" y="233435"/>
                  </a:lnTo>
                  <a:lnTo>
                    <a:pt x="16943" y="232162"/>
                  </a:lnTo>
                  <a:lnTo>
                    <a:pt x="17622" y="231700"/>
                  </a:lnTo>
                  <a:lnTo>
                    <a:pt x="15147" y="230573"/>
                  </a:lnTo>
                  <a:lnTo>
                    <a:pt x="12965" y="228935"/>
                  </a:lnTo>
                  <a:lnTo>
                    <a:pt x="13366" y="228167"/>
                  </a:lnTo>
                  <a:lnTo>
                    <a:pt x="15734" y="229622"/>
                  </a:lnTo>
                  <a:lnTo>
                    <a:pt x="18883" y="231032"/>
                  </a:lnTo>
                  <a:lnTo>
                    <a:pt x="19380" y="230770"/>
                  </a:lnTo>
                  <a:lnTo>
                    <a:pt x="18860" y="228694"/>
                  </a:lnTo>
                  <a:lnTo>
                    <a:pt x="21300" y="227471"/>
                  </a:lnTo>
                  <a:lnTo>
                    <a:pt x="22672" y="227077"/>
                  </a:lnTo>
                  <a:lnTo>
                    <a:pt x="26418" y="226745"/>
                  </a:lnTo>
                  <a:lnTo>
                    <a:pt x="32457" y="225762"/>
                  </a:lnTo>
                  <a:lnTo>
                    <a:pt x="35573" y="223530"/>
                  </a:lnTo>
                  <a:lnTo>
                    <a:pt x="38162" y="222256"/>
                  </a:lnTo>
                  <a:lnTo>
                    <a:pt x="40991" y="222059"/>
                  </a:lnTo>
                  <a:lnTo>
                    <a:pt x="44674" y="221290"/>
                  </a:lnTo>
                  <a:lnTo>
                    <a:pt x="46720" y="221393"/>
                  </a:lnTo>
                  <a:lnTo>
                    <a:pt x="48133" y="221291"/>
                  </a:lnTo>
                  <a:lnTo>
                    <a:pt x="47971" y="219755"/>
                  </a:lnTo>
                  <a:lnTo>
                    <a:pt x="48302" y="218673"/>
                  </a:lnTo>
                  <a:lnTo>
                    <a:pt x="49761" y="215920"/>
                  </a:lnTo>
                  <a:lnTo>
                    <a:pt x="50506" y="213001"/>
                  </a:lnTo>
                  <a:lnTo>
                    <a:pt x="50160" y="211744"/>
                  </a:lnTo>
                  <a:lnTo>
                    <a:pt x="49720" y="211212"/>
                  </a:lnTo>
                  <a:lnTo>
                    <a:pt x="50374" y="210145"/>
                  </a:lnTo>
                  <a:lnTo>
                    <a:pt x="50395" y="209781"/>
                  </a:lnTo>
                  <a:lnTo>
                    <a:pt x="50036" y="209585"/>
                  </a:lnTo>
                  <a:lnTo>
                    <a:pt x="50363" y="209078"/>
                  </a:lnTo>
                  <a:lnTo>
                    <a:pt x="50214" y="208544"/>
                  </a:lnTo>
                  <a:lnTo>
                    <a:pt x="49780" y="207687"/>
                  </a:lnTo>
                  <a:lnTo>
                    <a:pt x="49277" y="207800"/>
                  </a:lnTo>
                  <a:lnTo>
                    <a:pt x="49220" y="207577"/>
                  </a:lnTo>
                  <a:lnTo>
                    <a:pt x="48231" y="207328"/>
                  </a:lnTo>
                  <a:lnTo>
                    <a:pt x="48237" y="207147"/>
                  </a:lnTo>
                  <a:lnTo>
                    <a:pt x="47993" y="206540"/>
                  </a:lnTo>
                  <a:lnTo>
                    <a:pt x="47590" y="206671"/>
                  </a:lnTo>
                  <a:lnTo>
                    <a:pt x="46841" y="206086"/>
                  </a:lnTo>
                  <a:lnTo>
                    <a:pt x="46901" y="205110"/>
                  </a:lnTo>
                  <a:lnTo>
                    <a:pt x="45857" y="204065"/>
                  </a:lnTo>
                  <a:lnTo>
                    <a:pt x="46002" y="203711"/>
                  </a:lnTo>
                  <a:lnTo>
                    <a:pt x="45537" y="203498"/>
                  </a:lnTo>
                  <a:lnTo>
                    <a:pt x="45093" y="202399"/>
                  </a:lnTo>
                  <a:lnTo>
                    <a:pt x="44521" y="201697"/>
                  </a:lnTo>
                  <a:lnTo>
                    <a:pt x="44529" y="200913"/>
                  </a:lnTo>
                  <a:lnTo>
                    <a:pt x="44227" y="200550"/>
                  </a:lnTo>
                  <a:lnTo>
                    <a:pt x="43451" y="199858"/>
                  </a:lnTo>
                  <a:lnTo>
                    <a:pt x="41259" y="200057"/>
                  </a:lnTo>
                  <a:lnTo>
                    <a:pt x="40210" y="199562"/>
                  </a:lnTo>
                  <a:lnTo>
                    <a:pt x="40000" y="199214"/>
                  </a:lnTo>
                  <a:lnTo>
                    <a:pt x="39018" y="198910"/>
                  </a:lnTo>
                  <a:lnTo>
                    <a:pt x="38626" y="198264"/>
                  </a:lnTo>
                  <a:lnTo>
                    <a:pt x="38035" y="198031"/>
                  </a:lnTo>
                  <a:lnTo>
                    <a:pt x="37217" y="197213"/>
                  </a:lnTo>
                  <a:lnTo>
                    <a:pt x="37108" y="196701"/>
                  </a:lnTo>
                  <a:lnTo>
                    <a:pt x="37453" y="196222"/>
                  </a:lnTo>
                  <a:lnTo>
                    <a:pt x="37532" y="195427"/>
                  </a:lnTo>
                  <a:lnTo>
                    <a:pt x="37196" y="195224"/>
                  </a:lnTo>
                  <a:lnTo>
                    <a:pt x="37680" y="194543"/>
                  </a:lnTo>
                  <a:lnTo>
                    <a:pt x="37420" y="193497"/>
                  </a:lnTo>
                  <a:lnTo>
                    <a:pt x="37732" y="192950"/>
                  </a:lnTo>
                  <a:lnTo>
                    <a:pt x="37523" y="191836"/>
                  </a:lnTo>
                  <a:lnTo>
                    <a:pt x="36269" y="190211"/>
                  </a:lnTo>
                  <a:lnTo>
                    <a:pt x="36666" y="189291"/>
                  </a:lnTo>
                  <a:lnTo>
                    <a:pt x="35568" y="188221"/>
                  </a:lnTo>
                  <a:lnTo>
                    <a:pt x="35173" y="187316"/>
                  </a:lnTo>
                  <a:lnTo>
                    <a:pt x="34689" y="187087"/>
                  </a:lnTo>
                  <a:lnTo>
                    <a:pt x="34178" y="186215"/>
                  </a:lnTo>
                  <a:lnTo>
                    <a:pt x="33948" y="185010"/>
                  </a:lnTo>
                  <a:lnTo>
                    <a:pt x="34224" y="184259"/>
                  </a:lnTo>
                  <a:lnTo>
                    <a:pt x="33015" y="182676"/>
                  </a:lnTo>
                  <a:lnTo>
                    <a:pt x="33600" y="180540"/>
                  </a:lnTo>
                  <a:lnTo>
                    <a:pt x="35453" y="178511"/>
                  </a:lnTo>
                  <a:lnTo>
                    <a:pt x="35549" y="177716"/>
                  </a:lnTo>
                  <a:lnTo>
                    <a:pt x="35155" y="176965"/>
                  </a:lnTo>
                  <a:lnTo>
                    <a:pt x="35545" y="176027"/>
                  </a:lnTo>
                  <a:lnTo>
                    <a:pt x="35314" y="175646"/>
                  </a:lnTo>
                  <a:lnTo>
                    <a:pt x="36106" y="174840"/>
                  </a:lnTo>
                  <a:lnTo>
                    <a:pt x="37974" y="175061"/>
                  </a:lnTo>
                  <a:lnTo>
                    <a:pt x="39421" y="173471"/>
                  </a:lnTo>
                  <a:lnTo>
                    <a:pt x="40761" y="172538"/>
                  </a:lnTo>
                  <a:lnTo>
                    <a:pt x="41980" y="169300"/>
                  </a:lnTo>
                  <a:lnTo>
                    <a:pt x="43206" y="168063"/>
                  </a:lnTo>
                  <a:lnTo>
                    <a:pt x="44307" y="167727"/>
                  </a:lnTo>
                  <a:lnTo>
                    <a:pt x="44265" y="164976"/>
                  </a:lnTo>
                  <a:lnTo>
                    <a:pt x="43556" y="162921"/>
                  </a:lnTo>
                  <a:lnTo>
                    <a:pt x="45325" y="160808"/>
                  </a:lnTo>
                  <a:lnTo>
                    <a:pt x="47464" y="160465"/>
                  </a:lnTo>
                  <a:lnTo>
                    <a:pt x="49840" y="161352"/>
                  </a:lnTo>
                  <a:lnTo>
                    <a:pt x="51025" y="161126"/>
                  </a:lnTo>
                  <a:lnTo>
                    <a:pt x="50792" y="160012"/>
                  </a:lnTo>
                  <a:lnTo>
                    <a:pt x="49924" y="159054"/>
                  </a:lnTo>
                  <a:lnTo>
                    <a:pt x="49042" y="157587"/>
                  </a:lnTo>
                  <a:lnTo>
                    <a:pt x="48072" y="156681"/>
                  </a:lnTo>
                  <a:lnTo>
                    <a:pt x="48295" y="155814"/>
                  </a:lnTo>
                  <a:lnTo>
                    <a:pt x="49164" y="155437"/>
                  </a:lnTo>
                  <a:lnTo>
                    <a:pt x="51039" y="156179"/>
                  </a:lnTo>
                  <a:lnTo>
                    <a:pt x="52690" y="158140"/>
                  </a:lnTo>
                  <a:lnTo>
                    <a:pt x="53664" y="157028"/>
                  </a:lnTo>
                  <a:lnTo>
                    <a:pt x="53715" y="156589"/>
                  </a:lnTo>
                  <a:lnTo>
                    <a:pt x="52975" y="154854"/>
                  </a:lnTo>
                  <a:lnTo>
                    <a:pt x="52053" y="154297"/>
                  </a:lnTo>
                  <a:lnTo>
                    <a:pt x="50678" y="151229"/>
                  </a:lnTo>
                  <a:lnTo>
                    <a:pt x="50686" y="150851"/>
                  </a:lnTo>
                  <a:lnTo>
                    <a:pt x="51487" y="149954"/>
                  </a:lnTo>
                  <a:lnTo>
                    <a:pt x="51797" y="146254"/>
                  </a:lnTo>
                  <a:lnTo>
                    <a:pt x="50394" y="144940"/>
                  </a:lnTo>
                  <a:lnTo>
                    <a:pt x="50499" y="143496"/>
                  </a:lnTo>
                  <a:lnTo>
                    <a:pt x="50201" y="141978"/>
                  </a:lnTo>
                  <a:lnTo>
                    <a:pt x="50509" y="140989"/>
                  </a:lnTo>
                  <a:lnTo>
                    <a:pt x="50059" y="138747"/>
                  </a:lnTo>
                  <a:lnTo>
                    <a:pt x="50366" y="137777"/>
                  </a:lnTo>
                  <a:lnTo>
                    <a:pt x="50103" y="135963"/>
                  </a:lnTo>
                  <a:lnTo>
                    <a:pt x="49539" y="134542"/>
                  </a:lnTo>
                  <a:lnTo>
                    <a:pt x="49909" y="133079"/>
                  </a:lnTo>
                  <a:lnTo>
                    <a:pt x="50463" y="132145"/>
                  </a:lnTo>
                  <a:lnTo>
                    <a:pt x="49110" y="130282"/>
                  </a:lnTo>
                  <a:lnTo>
                    <a:pt x="46639" y="129807"/>
                  </a:lnTo>
                  <a:lnTo>
                    <a:pt x="45494" y="129095"/>
                  </a:lnTo>
                  <a:lnTo>
                    <a:pt x="44937" y="128320"/>
                  </a:lnTo>
                  <a:lnTo>
                    <a:pt x="44980" y="127976"/>
                  </a:lnTo>
                  <a:lnTo>
                    <a:pt x="46441" y="125539"/>
                  </a:lnTo>
                  <a:lnTo>
                    <a:pt x="46960" y="123908"/>
                  </a:lnTo>
                  <a:lnTo>
                    <a:pt x="46035" y="122514"/>
                  </a:lnTo>
                  <a:lnTo>
                    <a:pt x="46077" y="122251"/>
                  </a:lnTo>
                  <a:lnTo>
                    <a:pt x="47665" y="120499"/>
                  </a:lnTo>
                  <a:lnTo>
                    <a:pt x="47038" y="120171"/>
                  </a:lnTo>
                  <a:lnTo>
                    <a:pt x="45005" y="119862"/>
                  </a:lnTo>
                  <a:lnTo>
                    <a:pt x="44047" y="118626"/>
                  </a:lnTo>
                  <a:lnTo>
                    <a:pt x="44271" y="117515"/>
                  </a:lnTo>
                  <a:lnTo>
                    <a:pt x="45647" y="116995"/>
                  </a:lnTo>
                  <a:lnTo>
                    <a:pt x="46006" y="116594"/>
                  </a:lnTo>
                  <a:lnTo>
                    <a:pt x="46584" y="115390"/>
                  </a:lnTo>
                  <a:lnTo>
                    <a:pt x="46642" y="114558"/>
                  </a:lnTo>
                  <a:lnTo>
                    <a:pt x="45471" y="114236"/>
                  </a:lnTo>
                  <a:lnTo>
                    <a:pt x="42555" y="115158"/>
                  </a:lnTo>
                  <a:lnTo>
                    <a:pt x="42194" y="114719"/>
                  </a:lnTo>
                  <a:lnTo>
                    <a:pt x="41995" y="113531"/>
                  </a:lnTo>
                  <a:lnTo>
                    <a:pt x="42620" y="112605"/>
                  </a:lnTo>
                  <a:lnTo>
                    <a:pt x="44507" y="111561"/>
                  </a:lnTo>
                  <a:lnTo>
                    <a:pt x="45359" y="111670"/>
                  </a:lnTo>
                  <a:lnTo>
                    <a:pt x="46018" y="111044"/>
                  </a:lnTo>
                  <a:lnTo>
                    <a:pt x="45815" y="110584"/>
                  </a:lnTo>
                  <a:lnTo>
                    <a:pt x="44319" y="110231"/>
                  </a:lnTo>
                  <a:lnTo>
                    <a:pt x="42934" y="109581"/>
                  </a:lnTo>
                  <a:lnTo>
                    <a:pt x="42634" y="109257"/>
                  </a:lnTo>
                  <a:lnTo>
                    <a:pt x="42493" y="107484"/>
                  </a:lnTo>
                  <a:lnTo>
                    <a:pt x="41496" y="105533"/>
                  </a:lnTo>
                  <a:lnTo>
                    <a:pt x="41093" y="105142"/>
                  </a:lnTo>
                  <a:lnTo>
                    <a:pt x="39799" y="105772"/>
                  </a:lnTo>
                  <a:lnTo>
                    <a:pt x="38553" y="107272"/>
                  </a:lnTo>
                  <a:lnTo>
                    <a:pt x="38093" y="106913"/>
                  </a:lnTo>
                  <a:lnTo>
                    <a:pt x="37860" y="102603"/>
                  </a:lnTo>
                  <a:lnTo>
                    <a:pt x="37753" y="102300"/>
                  </a:lnTo>
                  <a:lnTo>
                    <a:pt x="36468" y="101452"/>
                  </a:lnTo>
                  <a:lnTo>
                    <a:pt x="35773" y="100484"/>
                  </a:lnTo>
                  <a:lnTo>
                    <a:pt x="35261" y="99078"/>
                  </a:lnTo>
                  <a:lnTo>
                    <a:pt x="35491" y="98129"/>
                  </a:lnTo>
                  <a:lnTo>
                    <a:pt x="34782" y="97258"/>
                  </a:lnTo>
                  <a:lnTo>
                    <a:pt x="35099" y="96798"/>
                  </a:lnTo>
                  <a:lnTo>
                    <a:pt x="37019" y="96392"/>
                  </a:lnTo>
                  <a:lnTo>
                    <a:pt x="37188" y="96088"/>
                  </a:lnTo>
                  <a:lnTo>
                    <a:pt x="35056" y="94325"/>
                  </a:lnTo>
                  <a:lnTo>
                    <a:pt x="33856" y="92943"/>
                  </a:lnTo>
                  <a:lnTo>
                    <a:pt x="31545" y="92036"/>
                  </a:lnTo>
                  <a:lnTo>
                    <a:pt x="30780" y="91481"/>
                  </a:lnTo>
                  <a:lnTo>
                    <a:pt x="30733" y="91028"/>
                  </a:lnTo>
                  <a:lnTo>
                    <a:pt x="31497" y="89165"/>
                  </a:lnTo>
                  <a:lnTo>
                    <a:pt x="31481" y="88655"/>
                  </a:lnTo>
                  <a:lnTo>
                    <a:pt x="31338" y="87048"/>
                  </a:lnTo>
                  <a:lnTo>
                    <a:pt x="31531" y="86747"/>
                  </a:lnTo>
                  <a:lnTo>
                    <a:pt x="32392" y="86627"/>
                  </a:lnTo>
                  <a:lnTo>
                    <a:pt x="33882" y="87310"/>
                  </a:lnTo>
                  <a:lnTo>
                    <a:pt x="34736" y="87157"/>
                  </a:lnTo>
                  <a:lnTo>
                    <a:pt x="35659" y="84729"/>
                  </a:lnTo>
                  <a:lnTo>
                    <a:pt x="37248" y="83195"/>
                  </a:lnTo>
                  <a:lnTo>
                    <a:pt x="37969" y="80862"/>
                  </a:lnTo>
                  <a:lnTo>
                    <a:pt x="39186" y="79643"/>
                  </a:lnTo>
                  <a:lnTo>
                    <a:pt x="42440" y="79675"/>
                  </a:lnTo>
                  <a:lnTo>
                    <a:pt x="42550" y="78936"/>
                  </a:lnTo>
                  <a:lnTo>
                    <a:pt x="42066" y="78410"/>
                  </a:lnTo>
                  <a:lnTo>
                    <a:pt x="41765" y="77424"/>
                  </a:lnTo>
                  <a:lnTo>
                    <a:pt x="44024" y="76481"/>
                  </a:lnTo>
                  <a:lnTo>
                    <a:pt x="44716" y="75249"/>
                  </a:lnTo>
                  <a:lnTo>
                    <a:pt x="45746" y="74212"/>
                  </a:lnTo>
                  <a:lnTo>
                    <a:pt x="46272" y="74547"/>
                  </a:lnTo>
                  <a:lnTo>
                    <a:pt x="46351" y="74882"/>
                  </a:lnTo>
                  <a:lnTo>
                    <a:pt x="46015" y="77014"/>
                  </a:lnTo>
                  <a:lnTo>
                    <a:pt x="46468" y="78256"/>
                  </a:lnTo>
                  <a:lnTo>
                    <a:pt x="46651" y="78220"/>
                  </a:lnTo>
                  <a:lnTo>
                    <a:pt x="47055" y="77998"/>
                  </a:lnTo>
                  <a:lnTo>
                    <a:pt x="48098" y="74557"/>
                  </a:lnTo>
                  <a:lnTo>
                    <a:pt x="49041" y="73012"/>
                  </a:lnTo>
                  <a:lnTo>
                    <a:pt x="49079" y="72630"/>
                  </a:lnTo>
                  <a:lnTo>
                    <a:pt x="48298" y="70804"/>
                  </a:lnTo>
                  <a:lnTo>
                    <a:pt x="48214" y="70536"/>
                  </a:lnTo>
                  <a:lnTo>
                    <a:pt x="47325" y="70231"/>
                  </a:lnTo>
                  <a:lnTo>
                    <a:pt x="46711" y="69454"/>
                  </a:lnTo>
                  <a:lnTo>
                    <a:pt x="46011" y="66116"/>
                  </a:lnTo>
                  <a:lnTo>
                    <a:pt x="45393" y="65347"/>
                  </a:lnTo>
                  <a:lnTo>
                    <a:pt x="44567" y="65088"/>
                  </a:lnTo>
                  <a:lnTo>
                    <a:pt x="44063" y="65318"/>
                  </a:lnTo>
                  <a:lnTo>
                    <a:pt x="42737" y="66987"/>
                  </a:lnTo>
                  <a:lnTo>
                    <a:pt x="42272" y="65885"/>
                  </a:lnTo>
                  <a:lnTo>
                    <a:pt x="40590" y="65115"/>
                  </a:lnTo>
                  <a:lnTo>
                    <a:pt x="40508" y="64098"/>
                  </a:lnTo>
                  <a:lnTo>
                    <a:pt x="41594" y="62502"/>
                  </a:lnTo>
                  <a:lnTo>
                    <a:pt x="42421" y="61991"/>
                  </a:lnTo>
                  <a:lnTo>
                    <a:pt x="42932" y="60618"/>
                  </a:lnTo>
                  <a:lnTo>
                    <a:pt x="44235" y="58833"/>
                  </a:lnTo>
                  <a:lnTo>
                    <a:pt x="45323" y="58231"/>
                  </a:lnTo>
                  <a:lnTo>
                    <a:pt x="46203" y="57361"/>
                  </a:lnTo>
                  <a:lnTo>
                    <a:pt x="45939" y="56295"/>
                  </a:lnTo>
                  <a:lnTo>
                    <a:pt x="46002" y="54729"/>
                  </a:lnTo>
                  <a:lnTo>
                    <a:pt x="46368" y="53859"/>
                  </a:lnTo>
                  <a:lnTo>
                    <a:pt x="47145" y="53528"/>
                  </a:lnTo>
                  <a:lnTo>
                    <a:pt x="47661" y="51249"/>
                  </a:lnTo>
                  <a:lnTo>
                    <a:pt x="47567" y="50643"/>
                  </a:lnTo>
                  <a:lnTo>
                    <a:pt x="46736" y="49985"/>
                  </a:lnTo>
                  <a:lnTo>
                    <a:pt x="44800" y="47219"/>
                  </a:lnTo>
                  <a:lnTo>
                    <a:pt x="44873" y="46425"/>
                  </a:lnTo>
                  <a:lnTo>
                    <a:pt x="45676" y="45287"/>
                  </a:lnTo>
                  <a:lnTo>
                    <a:pt x="46655" y="45102"/>
                  </a:lnTo>
                  <a:lnTo>
                    <a:pt x="47435" y="45901"/>
                  </a:lnTo>
                  <a:lnTo>
                    <a:pt x="49327" y="46659"/>
                  </a:lnTo>
                  <a:lnTo>
                    <a:pt x="51485" y="45950"/>
                  </a:lnTo>
                  <a:lnTo>
                    <a:pt x="51977" y="45547"/>
                  </a:lnTo>
                  <a:lnTo>
                    <a:pt x="53603" y="45176"/>
                  </a:lnTo>
                  <a:lnTo>
                    <a:pt x="56732" y="46047"/>
                  </a:lnTo>
                  <a:lnTo>
                    <a:pt x="58675" y="46006"/>
                  </a:lnTo>
                  <a:lnTo>
                    <a:pt x="58688" y="46514"/>
                  </a:lnTo>
                  <a:lnTo>
                    <a:pt x="58944" y="46471"/>
                  </a:lnTo>
                  <a:lnTo>
                    <a:pt x="59559" y="46213"/>
                  </a:lnTo>
                  <a:lnTo>
                    <a:pt x="59579" y="45958"/>
                  </a:lnTo>
                  <a:lnTo>
                    <a:pt x="59383" y="45072"/>
                  </a:lnTo>
                  <a:lnTo>
                    <a:pt x="59141" y="44978"/>
                  </a:lnTo>
                  <a:lnTo>
                    <a:pt x="59164" y="42385"/>
                  </a:lnTo>
                  <a:lnTo>
                    <a:pt x="60071" y="41647"/>
                  </a:lnTo>
                  <a:lnTo>
                    <a:pt x="60029" y="41383"/>
                  </a:lnTo>
                  <a:lnTo>
                    <a:pt x="60373" y="41561"/>
                  </a:lnTo>
                  <a:lnTo>
                    <a:pt x="60663" y="41082"/>
                  </a:lnTo>
                  <a:lnTo>
                    <a:pt x="61359" y="41262"/>
                  </a:lnTo>
                  <a:lnTo>
                    <a:pt x="61845" y="40492"/>
                  </a:lnTo>
                  <a:lnTo>
                    <a:pt x="64360" y="40263"/>
                  </a:lnTo>
                  <a:lnTo>
                    <a:pt x="66168" y="40494"/>
                  </a:lnTo>
                  <a:lnTo>
                    <a:pt x="66295" y="39303"/>
                  </a:lnTo>
                  <a:lnTo>
                    <a:pt x="67024" y="38883"/>
                  </a:lnTo>
                  <a:lnTo>
                    <a:pt x="68276" y="38889"/>
                  </a:lnTo>
                  <a:lnTo>
                    <a:pt x="68318" y="38230"/>
                  </a:lnTo>
                  <a:lnTo>
                    <a:pt x="68708" y="38097"/>
                  </a:lnTo>
                  <a:lnTo>
                    <a:pt x="69395" y="38556"/>
                  </a:lnTo>
                  <a:lnTo>
                    <a:pt x="71449" y="39039"/>
                  </a:lnTo>
                  <a:lnTo>
                    <a:pt x="71976" y="39460"/>
                  </a:lnTo>
                  <a:lnTo>
                    <a:pt x="72218" y="40139"/>
                  </a:lnTo>
                  <a:lnTo>
                    <a:pt x="71994" y="41991"/>
                  </a:lnTo>
                  <a:lnTo>
                    <a:pt x="71015" y="43608"/>
                  </a:lnTo>
                  <a:lnTo>
                    <a:pt x="71460" y="44401"/>
                  </a:lnTo>
                  <a:lnTo>
                    <a:pt x="73945" y="42808"/>
                  </a:lnTo>
                  <a:lnTo>
                    <a:pt x="75445" y="39857"/>
                  </a:lnTo>
                  <a:lnTo>
                    <a:pt x="76673" y="39478"/>
                  </a:lnTo>
                  <a:lnTo>
                    <a:pt x="76510" y="38566"/>
                  </a:lnTo>
                  <a:lnTo>
                    <a:pt x="76710" y="37979"/>
                  </a:lnTo>
                  <a:lnTo>
                    <a:pt x="75306" y="36682"/>
                  </a:lnTo>
                  <a:lnTo>
                    <a:pt x="77220" y="35754"/>
                  </a:lnTo>
                  <a:lnTo>
                    <a:pt x="77600" y="37385"/>
                  </a:lnTo>
                  <a:lnTo>
                    <a:pt x="78596" y="38719"/>
                  </a:lnTo>
                  <a:lnTo>
                    <a:pt x="78912" y="39829"/>
                  </a:lnTo>
                  <a:lnTo>
                    <a:pt x="79391" y="42405"/>
                  </a:lnTo>
                  <a:lnTo>
                    <a:pt x="79357" y="43322"/>
                  </a:lnTo>
                  <a:lnTo>
                    <a:pt x="78978" y="45286"/>
                  </a:lnTo>
                  <a:lnTo>
                    <a:pt x="78136" y="44966"/>
                  </a:lnTo>
                  <a:lnTo>
                    <a:pt x="76657" y="49366"/>
                  </a:lnTo>
                  <a:lnTo>
                    <a:pt x="77530" y="49530"/>
                  </a:lnTo>
                  <a:lnTo>
                    <a:pt x="77447" y="50432"/>
                  </a:lnTo>
                  <a:lnTo>
                    <a:pt x="78016" y="50250"/>
                  </a:lnTo>
                  <a:lnTo>
                    <a:pt x="77742" y="51443"/>
                  </a:lnTo>
                  <a:lnTo>
                    <a:pt x="78184" y="53051"/>
                  </a:lnTo>
                  <a:lnTo>
                    <a:pt x="77680" y="54708"/>
                  </a:lnTo>
                  <a:lnTo>
                    <a:pt x="76395" y="56331"/>
                  </a:lnTo>
                  <a:lnTo>
                    <a:pt x="76303" y="56943"/>
                  </a:lnTo>
                  <a:lnTo>
                    <a:pt x="76499" y="57134"/>
                  </a:lnTo>
                  <a:lnTo>
                    <a:pt x="76564" y="58101"/>
                  </a:lnTo>
                  <a:lnTo>
                    <a:pt x="76987" y="58811"/>
                  </a:lnTo>
                  <a:lnTo>
                    <a:pt x="76964" y="59666"/>
                  </a:lnTo>
                  <a:lnTo>
                    <a:pt x="81349" y="59233"/>
                  </a:lnTo>
                  <a:lnTo>
                    <a:pt x="81971" y="59554"/>
                  </a:lnTo>
                  <a:lnTo>
                    <a:pt x="82289" y="60458"/>
                  </a:lnTo>
                  <a:lnTo>
                    <a:pt x="82103" y="61759"/>
                  </a:lnTo>
                  <a:lnTo>
                    <a:pt x="80737" y="65795"/>
                  </a:lnTo>
                  <a:lnTo>
                    <a:pt x="81367" y="67634"/>
                  </a:lnTo>
                  <a:lnTo>
                    <a:pt x="83794" y="69504"/>
                  </a:lnTo>
                  <a:lnTo>
                    <a:pt x="85836" y="69774"/>
                  </a:lnTo>
                  <a:lnTo>
                    <a:pt x="86066" y="69508"/>
                  </a:lnTo>
                  <a:lnTo>
                    <a:pt x="85985" y="68662"/>
                  </a:lnTo>
                  <a:lnTo>
                    <a:pt x="86370" y="68329"/>
                  </a:lnTo>
                  <a:lnTo>
                    <a:pt x="86756" y="68790"/>
                  </a:lnTo>
                  <a:lnTo>
                    <a:pt x="89275" y="70237"/>
                  </a:lnTo>
                  <a:lnTo>
                    <a:pt x="88532" y="71521"/>
                  </a:lnTo>
                  <a:lnTo>
                    <a:pt x="89808" y="72820"/>
                  </a:lnTo>
                  <a:lnTo>
                    <a:pt x="88467" y="73686"/>
                  </a:lnTo>
                  <a:lnTo>
                    <a:pt x="88271" y="74549"/>
                  </a:lnTo>
                  <a:lnTo>
                    <a:pt x="88333" y="77412"/>
                  </a:lnTo>
                  <a:lnTo>
                    <a:pt x="87939" y="78335"/>
                  </a:lnTo>
                  <a:lnTo>
                    <a:pt x="86996" y="78450"/>
                  </a:lnTo>
                  <a:lnTo>
                    <a:pt x="86867" y="79251"/>
                  </a:lnTo>
                  <a:lnTo>
                    <a:pt x="86264" y="80477"/>
                  </a:lnTo>
                  <a:lnTo>
                    <a:pt x="85021" y="81034"/>
                  </a:lnTo>
                  <a:lnTo>
                    <a:pt x="85107" y="81291"/>
                  </a:lnTo>
                  <a:lnTo>
                    <a:pt x="87626" y="82460"/>
                  </a:lnTo>
                  <a:lnTo>
                    <a:pt x="88349" y="83039"/>
                  </a:lnTo>
                  <a:lnTo>
                    <a:pt x="87853" y="86186"/>
                  </a:lnTo>
                  <a:lnTo>
                    <a:pt x="88570" y="86428"/>
                  </a:lnTo>
                  <a:lnTo>
                    <a:pt x="89137" y="87923"/>
                  </a:lnTo>
                  <a:lnTo>
                    <a:pt x="90165" y="88296"/>
                  </a:lnTo>
                  <a:lnTo>
                    <a:pt x="91042" y="88201"/>
                  </a:lnTo>
                  <a:lnTo>
                    <a:pt x="92955" y="88936"/>
                  </a:lnTo>
                  <a:lnTo>
                    <a:pt x="93727" y="88944"/>
                  </a:lnTo>
                  <a:lnTo>
                    <a:pt x="94371" y="89315"/>
                  </a:lnTo>
                  <a:lnTo>
                    <a:pt x="94789" y="89211"/>
                  </a:lnTo>
                  <a:lnTo>
                    <a:pt x="95563" y="90017"/>
                  </a:lnTo>
                  <a:lnTo>
                    <a:pt x="95979" y="89904"/>
                  </a:lnTo>
                  <a:lnTo>
                    <a:pt x="96907" y="90183"/>
                  </a:lnTo>
                  <a:lnTo>
                    <a:pt x="98523" y="89290"/>
                  </a:lnTo>
                  <a:lnTo>
                    <a:pt x="100162" y="88852"/>
                  </a:lnTo>
                  <a:lnTo>
                    <a:pt x="101130" y="88863"/>
                  </a:lnTo>
                  <a:lnTo>
                    <a:pt x="102869" y="89659"/>
                  </a:lnTo>
                  <a:lnTo>
                    <a:pt x="104953" y="91547"/>
                  </a:lnTo>
                  <a:lnTo>
                    <a:pt x="108221" y="89247"/>
                  </a:lnTo>
                  <a:lnTo>
                    <a:pt x="109054" y="88314"/>
                  </a:lnTo>
                  <a:lnTo>
                    <a:pt x="109033" y="87939"/>
                  </a:lnTo>
                  <a:lnTo>
                    <a:pt x="109980" y="86984"/>
                  </a:lnTo>
                  <a:lnTo>
                    <a:pt x="110044" y="86400"/>
                  </a:lnTo>
                  <a:lnTo>
                    <a:pt x="110861" y="85134"/>
                  </a:lnTo>
                  <a:lnTo>
                    <a:pt x="110803" y="84711"/>
                  </a:lnTo>
                  <a:lnTo>
                    <a:pt x="111311" y="83787"/>
                  </a:lnTo>
                  <a:lnTo>
                    <a:pt x="111511" y="82633"/>
                  </a:lnTo>
                  <a:lnTo>
                    <a:pt x="112008" y="81766"/>
                  </a:lnTo>
                  <a:lnTo>
                    <a:pt x="111907" y="81507"/>
                  </a:lnTo>
                  <a:lnTo>
                    <a:pt x="112149" y="81515"/>
                  </a:lnTo>
                  <a:lnTo>
                    <a:pt x="112195" y="81180"/>
                  </a:lnTo>
                  <a:lnTo>
                    <a:pt x="114133" y="78692"/>
                  </a:lnTo>
                  <a:lnTo>
                    <a:pt x="115669" y="73708"/>
                  </a:lnTo>
                  <a:lnTo>
                    <a:pt x="116359" y="73284"/>
                  </a:lnTo>
                  <a:lnTo>
                    <a:pt x="116522" y="72802"/>
                  </a:lnTo>
                  <a:lnTo>
                    <a:pt x="117743" y="72151"/>
                  </a:lnTo>
                  <a:lnTo>
                    <a:pt x="118225" y="72125"/>
                  </a:lnTo>
                  <a:lnTo>
                    <a:pt x="118613" y="72933"/>
                  </a:lnTo>
                  <a:lnTo>
                    <a:pt x="119047" y="73158"/>
                  </a:lnTo>
                  <a:lnTo>
                    <a:pt x="119553" y="73197"/>
                  </a:lnTo>
                  <a:lnTo>
                    <a:pt x="120524" y="72571"/>
                  </a:lnTo>
                  <a:lnTo>
                    <a:pt x="121839" y="71211"/>
                  </a:lnTo>
                  <a:lnTo>
                    <a:pt x="123195" y="68697"/>
                  </a:lnTo>
                  <a:lnTo>
                    <a:pt x="124224" y="67345"/>
                  </a:lnTo>
                  <a:lnTo>
                    <a:pt x="124722" y="67037"/>
                  </a:lnTo>
                  <a:lnTo>
                    <a:pt x="125899" y="66953"/>
                  </a:lnTo>
                  <a:lnTo>
                    <a:pt x="126834" y="67346"/>
                  </a:lnTo>
                  <a:lnTo>
                    <a:pt x="127803" y="68612"/>
                  </a:lnTo>
                  <a:lnTo>
                    <a:pt x="128281" y="71680"/>
                  </a:lnTo>
                  <a:lnTo>
                    <a:pt x="130646" y="74491"/>
                  </a:lnTo>
                  <a:lnTo>
                    <a:pt x="134764" y="76896"/>
                  </a:lnTo>
                  <a:lnTo>
                    <a:pt x="137219" y="77851"/>
                  </a:lnTo>
                  <a:lnTo>
                    <a:pt x="139244" y="79026"/>
                  </a:lnTo>
                  <a:lnTo>
                    <a:pt x="140304" y="79159"/>
                  </a:lnTo>
                  <a:lnTo>
                    <a:pt x="141765" y="78642"/>
                  </a:lnTo>
                  <a:lnTo>
                    <a:pt x="145174" y="76015"/>
                  </a:lnTo>
                  <a:lnTo>
                    <a:pt x="146385" y="75167"/>
                  </a:lnTo>
                  <a:lnTo>
                    <a:pt x="146796" y="74541"/>
                  </a:lnTo>
                  <a:lnTo>
                    <a:pt x="147188" y="70258"/>
                  </a:lnTo>
                  <a:lnTo>
                    <a:pt x="146821" y="67606"/>
                  </a:lnTo>
                  <a:lnTo>
                    <a:pt x="145159" y="63719"/>
                  </a:lnTo>
                  <a:lnTo>
                    <a:pt x="145052" y="63209"/>
                  </a:lnTo>
                  <a:lnTo>
                    <a:pt x="146057" y="62240"/>
                  </a:lnTo>
                  <a:lnTo>
                    <a:pt x="146610" y="62162"/>
                  </a:lnTo>
                  <a:lnTo>
                    <a:pt x="147541" y="62495"/>
                  </a:lnTo>
                  <a:lnTo>
                    <a:pt x="150087" y="65628"/>
                  </a:lnTo>
                  <a:lnTo>
                    <a:pt x="151590" y="69400"/>
                  </a:lnTo>
                  <a:lnTo>
                    <a:pt x="152003" y="70055"/>
                  </a:lnTo>
                  <a:lnTo>
                    <a:pt x="152701" y="70514"/>
                  </a:lnTo>
                  <a:lnTo>
                    <a:pt x="156135" y="71317"/>
                  </a:lnTo>
                  <a:lnTo>
                    <a:pt x="157390" y="70963"/>
                  </a:lnTo>
                  <a:lnTo>
                    <a:pt x="160556" y="69040"/>
                  </a:lnTo>
                  <a:lnTo>
                    <a:pt x="161036" y="67953"/>
                  </a:lnTo>
                  <a:lnTo>
                    <a:pt x="163369" y="66126"/>
                  </a:lnTo>
                  <a:lnTo>
                    <a:pt x="165794" y="65828"/>
                  </a:lnTo>
                  <a:lnTo>
                    <a:pt x="166779" y="66146"/>
                  </a:lnTo>
                  <a:lnTo>
                    <a:pt x="167792" y="66959"/>
                  </a:lnTo>
                  <a:lnTo>
                    <a:pt x="167956" y="66786"/>
                  </a:lnTo>
                  <a:lnTo>
                    <a:pt x="167679" y="65439"/>
                  </a:lnTo>
                  <a:lnTo>
                    <a:pt x="166603" y="64064"/>
                  </a:lnTo>
                  <a:lnTo>
                    <a:pt x="166382" y="63344"/>
                  </a:lnTo>
                  <a:lnTo>
                    <a:pt x="165747" y="63058"/>
                  </a:lnTo>
                  <a:lnTo>
                    <a:pt x="165076" y="63013"/>
                  </a:lnTo>
                  <a:lnTo>
                    <a:pt x="163964" y="60976"/>
                  </a:lnTo>
                  <a:lnTo>
                    <a:pt x="164126" y="60472"/>
                  </a:lnTo>
                  <a:lnTo>
                    <a:pt x="163964" y="60128"/>
                  </a:lnTo>
                  <a:lnTo>
                    <a:pt x="162729" y="58947"/>
                  </a:lnTo>
                  <a:lnTo>
                    <a:pt x="162609" y="58241"/>
                  </a:lnTo>
                  <a:lnTo>
                    <a:pt x="161731" y="57974"/>
                  </a:lnTo>
                  <a:lnTo>
                    <a:pt x="161577" y="57716"/>
                  </a:lnTo>
                  <a:lnTo>
                    <a:pt x="161772" y="56690"/>
                  </a:lnTo>
                  <a:lnTo>
                    <a:pt x="161181" y="56218"/>
                  </a:lnTo>
                  <a:lnTo>
                    <a:pt x="161200" y="55494"/>
                  </a:lnTo>
                  <a:lnTo>
                    <a:pt x="160701" y="55196"/>
                  </a:lnTo>
                  <a:lnTo>
                    <a:pt x="160806" y="54742"/>
                  </a:lnTo>
                  <a:lnTo>
                    <a:pt x="160528" y="54553"/>
                  </a:lnTo>
                  <a:lnTo>
                    <a:pt x="160196" y="53699"/>
                  </a:lnTo>
                  <a:lnTo>
                    <a:pt x="159879" y="53734"/>
                  </a:lnTo>
                  <a:lnTo>
                    <a:pt x="159433" y="53238"/>
                  </a:lnTo>
                  <a:lnTo>
                    <a:pt x="158610" y="52872"/>
                  </a:lnTo>
                  <a:lnTo>
                    <a:pt x="158553" y="52531"/>
                  </a:lnTo>
                  <a:lnTo>
                    <a:pt x="158047" y="52132"/>
                  </a:lnTo>
                  <a:lnTo>
                    <a:pt x="157314" y="51822"/>
                  </a:lnTo>
                  <a:lnTo>
                    <a:pt x="155980" y="50105"/>
                  </a:lnTo>
                  <a:lnTo>
                    <a:pt x="156205" y="49745"/>
                  </a:lnTo>
                  <a:lnTo>
                    <a:pt x="156018" y="49450"/>
                  </a:lnTo>
                  <a:lnTo>
                    <a:pt x="155976" y="48041"/>
                  </a:lnTo>
                  <a:lnTo>
                    <a:pt x="156243" y="46514"/>
                  </a:lnTo>
                  <a:lnTo>
                    <a:pt x="158017" y="44218"/>
                  </a:lnTo>
                  <a:lnTo>
                    <a:pt x="158286" y="41130"/>
                  </a:lnTo>
                  <a:lnTo>
                    <a:pt x="158961" y="37903"/>
                  </a:lnTo>
                  <a:lnTo>
                    <a:pt x="159800" y="38071"/>
                  </a:lnTo>
                  <a:lnTo>
                    <a:pt x="161105" y="35443"/>
                  </a:lnTo>
                  <a:lnTo>
                    <a:pt x="162343" y="34687"/>
                  </a:lnTo>
                  <a:lnTo>
                    <a:pt x="162118" y="32755"/>
                  </a:lnTo>
                  <a:lnTo>
                    <a:pt x="162477" y="31019"/>
                  </a:lnTo>
                  <a:lnTo>
                    <a:pt x="162968" y="30480"/>
                  </a:lnTo>
                  <a:lnTo>
                    <a:pt x="163803" y="30161"/>
                  </a:lnTo>
                  <a:lnTo>
                    <a:pt x="165194" y="28306"/>
                  </a:lnTo>
                  <a:lnTo>
                    <a:pt x="166620" y="27095"/>
                  </a:lnTo>
                  <a:lnTo>
                    <a:pt x="167306" y="27772"/>
                  </a:lnTo>
                  <a:lnTo>
                    <a:pt x="168317" y="28083"/>
                  </a:lnTo>
                  <a:lnTo>
                    <a:pt x="169283" y="27995"/>
                  </a:lnTo>
                  <a:lnTo>
                    <a:pt x="170623" y="27640"/>
                  </a:lnTo>
                  <a:lnTo>
                    <a:pt x="172726" y="26272"/>
                  </a:lnTo>
                  <a:lnTo>
                    <a:pt x="172995" y="26399"/>
                  </a:lnTo>
                  <a:lnTo>
                    <a:pt x="173533" y="27959"/>
                  </a:lnTo>
                  <a:lnTo>
                    <a:pt x="174070" y="28501"/>
                  </a:lnTo>
                  <a:lnTo>
                    <a:pt x="175260" y="28260"/>
                  </a:lnTo>
                  <a:lnTo>
                    <a:pt x="176100" y="28501"/>
                  </a:lnTo>
                  <a:lnTo>
                    <a:pt x="177991" y="28347"/>
                  </a:lnTo>
                  <a:lnTo>
                    <a:pt x="180525" y="28655"/>
                  </a:lnTo>
                  <a:lnTo>
                    <a:pt x="181267" y="28285"/>
                  </a:lnTo>
                  <a:lnTo>
                    <a:pt x="182691" y="26678"/>
                  </a:lnTo>
                  <a:lnTo>
                    <a:pt x="183836" y="26386"/>
                  </a:lnTo>
                  <a:lnTo>
                    <a:pt x="184539" y="26572"/>
                  </a:lnTo>
                  <a:lnTo>
                    <a:pt x="185790" y="27202"/>
                  </a:lnTo>
                  <a:lnTo>
                    <a:pt x="185967" y="27510"/>
                  </a:lnTo>
                  <a:lnTo>
                    <a:pt x="186750" y="27604"/>
                  </a:lnTo>
                  <a:lnTo>
                    <a:pt x="187526" y="27370"/>
                  </a:lnTo>
                  <a:lnTo>
                    <a:pt x="187619" y="26748"/>
                  </a:lnTo>
                  <a:lnTo>
                    <a:pt x="187909" y="26625"/>
                  </a:lnTo>
                  <a:lnTo>
                    <a:pt x="190159" y="27163"/>
                  </a:lnTo>
                  <a:lnTo>
                    <a:pt x="191279" y="28216"/>
                  </a:lnTo>
                  <a:lnTo>
                    <a:pt x="191986" y="28150"/>
                  </a:lnTo>
                  <a:lnTo>
                    <a:pt x="193386" y="28536"/>
                  </a:lnTo>
                  <a:lnTo>
                    <a:pt x="194848" y="28357"/>
                  </a:lnTo>
                  <a:lnTo>
                    <a:pt x="195724" y="28645"/>
                  </a:lnTo>
                  <a:lnTo>
                    <a:pt x="196724" y="29258"/>
                  </a:lnTo>
                  <a:lnTo>
                    <a:pt x="197882" y="31848"/>
                  </a:lnTo>
                  <a:lnTo>
                    <a:pt x="199021" y="32376"/>
                  </a:lnTo>
                  <a:lnTo>
                    <a:pt x="200755" y="33917"/>
                  </a:lnTo>
                  <a:lnTo>
                    <a:pt x="201734" y="33772"/>
                  </a:lnTo>
                  <a:lnTo>
                    <a:pt x="202056" y="33476"/>
                  </a:lnTo>
                  <a:lnTo>
                    <a:pt x="203031" y="33229"/>
                  </a:lnTo>
                  <a:lnTo>
                    <a:pt x="203942" y="33601"/>
                  </a:lnTo>
                  <a:lnTo>
                    <a:pt x="206769" y="36061"/>
                  </a:lnTo>
                  <a:lnTo>
                    <a:pt x="207510" y="36449"/>
                  </a:lnTo>
                  <a:lnTo>
                    <a:pt x="208596" y="36197"/>
                  </a:lnTo>
                  <a:lnTo>
                    <a:pt x="209547" y="35530"/>
                  </a:lnTo>
                  <a:lnTo>
                    <a:pt x="210218" y="35306"/>
                  </a:lnTo>
                  <a:lnTo>
                    <a:pt x="210545" y="35781"/>
                  </a:lnTo>
                  <a:lnTo>
                    <a:pt x="211118" y="38566"/>
                  </a:lnTo>
                  <a:lnTo>
                    <a:pt x="212247" y="38198"/>
                  </a:lnTo>
                  <a:lnTo>
                    <a:pt x="214761" y="36846"/>
                  </a:lnTo>
                  <a:lnTo>
                    <a:pt x="215666" y="37017"/>
                  </a:lnTo>
                  <a:lnTo>
                    <a:pt x="214543" y="40239"/>
                  </a:lnTo>
                  <a:lnTo>
                    <a:pt x="214763" y="41523"/>
                  </a:lnTo>
                  <a:lnTo>
                    <a:pt x="216479" y="43119"/>
                  </a:lnTo>
                  <a:lnTo>
                    <a:pt x="216348" y="43187"/>
                  </a:lnTo>
                  <a:lnTo>
                    <a:pt x="217251" y="44322"/>
                  </a:lnTo>
                  <a:lnTo>
                    <a:pt x="219051" y="47878"/>
                  </a:lnTo>
                  <a:lnTo>
                    <a:pt x="219493" y="49527"/>
                  </a:lnTo>
                  <a:lnTo>
                    <a:pt x="218874" y="50421"/>
                  </a:lnTo>
                  <a:lnTo>
                    <a:pt x="219075" y="50770"/>
                  </a:lnTo>
                  <a:lnTo>
                    <a:pt x="219621" y="50969"/>
                  </a:lnTo>
                  <a:lnTo>
                    <a:pt x="221841" y="51293"/>
                  </a:lnTo>
                  <a:lnTo>
                    <a:pt x="223276" y="55112"/>
                  </a:lnTo>
                  <a:lnTo>
                    <a:pt x="225735" y="55102"/>
                  </a:lnTo>
                  <a:lnTo>
                    <a:pt x="225630" y="54456"/>
                  </a:lnTo>
                  <a:lnTo>
                    <a:pt x="225835" y="54010"/>
                  </a:lnTo>
                  <a:lnTo>
                    <a:pt x="227377" y="53630"/>
                  </a:lnTo>
                  <a:lnTo>
                    <a:pt x="228109" y="52148"/>
                  </a:lnTo>
                  <a:lnTo>
                    <a:pt x="228093" y="50651"/>
                  </a:lnTo>
                  <a:lnTo>
                    <a:pt x="227474" y="48301"/>
                  </a:lnTo>
                  <a:lnTo>
                    <a:pt x="228499" y="44678"/>
                  </a:lnTo>
                  <a:lnTo>
                    <a:pt x="230911" y="41758"/>
                  </a:lnTo>
                  <a:lnTo>
                    <a:pt x="231282" y="41940"/>
                  </a:lnTo>
                  <a:lnTo>
                    <a:pt x="231862" y="43407"/>
                  </a:lnTo>
                  <a:lnTo>
                    <a:pt x="232731" y="43930"/>
                  </a:lnTo>
                  <a:lnTo>
                    <a:pt x="233127" y="45591"/>
                  </a:lnTo>
                  <a:lnTo>
                    <a:pt x="235442" y="45601"/>
                  </a:lnTo>
                  <a:lnTo>
                    <a:pt x="235430" y="46776"/>
                  </a:lnTo>
                  <a:lnTo>
                    <a:pt x="235043" y="47264"/>
                  </a:lnTo>
                  <a:lnTo>
                    <a:pt x="235222" y="47932"/>
                  </a:lnTo>
                  <a:lnTo>
                    <a:pt x="237302" y="50362"/>
                  </a:lnTo>
                  <a:lnTo>
                    <a:pt x="238066" y="51036"/>
                  </a:lnTo>
                  <a:lnTo>
                    <a:pt x="241159" y="52478"/>
                  </a:lnTo>
                  <a:lnTo>
                    <a:pt x="243922" y="53284"/>
                  </a:lnTo>
                  <a:lnTo>
                    <a:pt x="244246" y="54456"/>
                  </a:lnTo>
                  <a:lnTo>
                    <a:pt x="244081" y="54886"/>
                  </a:lnTo>
                  <a:lnTo>
                    <a:pt x="242811" y="55326"/>
                  </a:lnTo>
                  <a:lnTo>
                    <a:pt x="242365" y="56225"/>
                  </a:lnTo>
                  <a:lnTo>
                    <a:pt x="242790" y="56169"/>
                  </a:lnTo>
                  <a:lnTo>
                    <a:pt x="244627" y="55037"/>
                  </a:lnTo>
                  <a:lnTo>
                    <a:pt x="244747" y="54347"/>
                  </a:lnTo>
                  <a:lnTo>
                    <a:pt x="244488" y="53731"/>
                  </a:lnTo>
                  <a:lnTo>
                    <a:pt x="244523" y="53135"/>
                  </a:lnTo>
                  <a:lnTo>
                    <a:pt x="243650" y="52293"/>
                  </a:lnTo>
                  <a:lnTo>
                    <a:pt x="241410" y="51984"/>
                  </a:lnTo>
                  <a:lnTo>
                    <a:pt x="240027" y="51459"/>
                  </a:lnTo>
                  <a:lnTo>
                    <a:pt x="238571" y="50731"/>
                  </a:lnTo>
                  <a:lnTo>
                    <a:pt x="237074" y="49536"/>
                  </a:lnTo>
                  <a:lnTo>
                    <a:pt x="235839" y="48067"/>
                  </a:lnTo>
                  <a:lnTo>
                    <a:pt x="236166" y="46900"/>
                  </a:lnTo>
                  <a:lnTo>
                    <a:pt x="236988" y="46498"/>
                  </a:lnTo>
                  <a:lnTo>
                    <a:pt x="235827" y="45082"/>
                  </a:lnTo>
                  <a:lnTo>
                    <a:pt x="235680" y="45249"/>
                  </a:lnTo>
                  <a:lnTo>
                    <a:pt x="233660" y="44847"/>
                  </a:lnTo>
                  <a:lnTo>
                    <a:pt x="233235" y="42756"/>
                  </a:lnTo>
                  <a:lnTo>
                    <a:pt x="233649" y="42425"/>
                  </a:lnTo>
                  <a:lnTo>
                    <a:pt x="234448" y="42370"/>
                  </a:lnTo>
                  <a:lnTo>
                    <a:pt x="235830" y="43200"/>
                  </a:lnTo>
                  <a:lnTo>
                    <a:pt x="237302" y="43245"/>
                  </a:lnTo>
                  <a:lnTo>
                    <a:pt x="238306" y="43564"/>
                  </a:lnTo>
                  <a:lnTo>
                    <a:pt x="240436" y="43422"/>
                  </a:lnTo>
                  <a:lnTo>
                    <a:pt x="244747" y="44020"/>
                  </a:lnTo>
                  <a:lnTo>
                    <a:pt x="246486" y="43938"/>
                  </a:lnTo>
                  <a:lnTo>
                    <a:pt x="246636" y="42330"/>
                  </a:lnTo>
                  <a:lnTo>
                    <a:pt x="249102" y="42590"/>
                  </a:lnTo>
                  <a:lnTo>
                    <a:pt x="248751" y="41906"/>
                  </a:lnTo>
                  <a:lnTo>
                    <a:pt x="249199" y="40848"/>
                  </a:lnTo>
                  <a:lnTo>
                    <a:pt x="248228" y="40773"/>
                  </a:lnTo>
                  <a:lnTo>
                    <a:pt x="248183" y="39481"/>
                  </a:lnTo>
                  <a:lnTo>
                    <a:pt x="247492" y="39327"/>
                  </a:lnTo>
                  <a:lnTo>
                    <a:pt x="247181" y="39007"/>
                  </a:lnTo>
                  <a:lnTo>
                    <a:pt x="247388" y="37613"/>
                  </a:lnTo>
                  <a:lnTo>
                    <a:pt x="246387" y="37291"/>
                  </a:lnTo>
                  <a:lnTo>
                    <a:pt x="243939" y="35525"/>
                  </a:lnTo>
                  <a:lnTo>
                    <a:pt x="242690" y="33920"/>
                  </a:lnTo>
                  <a:lnTo>
                    <a:pt x="241715" y="32204"/>
                  </a:lnTo>
                  <a:lnTo>
                    <a:pt x="239995" y="31520"/>
                  </a:lnTo>
                  <a:lnTo>
                    <a:pt x="237688" y="29847"/>
                  </a:lnTo>
                  <a:lnTo>
                    <a:pt x="235176" y="29403"/>
                  </a:lnTo>
                  <a:lnTo>
                    <a:pt x="234609" y="27647"/>
                  </a:lnTo>
                  <a:lnTo>
                    <a:pt x="234937" y="26741"/>
                  </a:lnTo>
                  <a:lnTo>
                    <a:pt x="234934" y="25724"/>
                  </a:lnTo>
                  <a:lnTo>
                    <a:pt x="234531" y="25446"/>
                  </a:lnTo>
                  <a:lnTo>
                    <a:pt x="235268" y="22909"/>
                  </a:lnTo>
                  <a:lnTo>
                    <a:pt x="234461" y="19226"/>
                  </a:lnTo>
                  <a:lnTo>
                    <a:pt x="234519" y="18271"/>
                  </a:lnTo>
                  <a:lnTo>
                    <a:pt x="236235" y="15756"/>
                  </a:lnTo>
                  <a:lnTo>
                    <a:pt x="239649" y="13196"/>
                  </a:lnTo>
                  <a:lnTo>
                    <a:pt x="241188" y="12339"/>
                  </a:lnTo>
                  <a:lnTo>
                    <a:pt x="242454" y="10064"/>
                  </a:lnTo>
                  <a:lnTo>
                    <a:pt x="244059" y="8771"/>
                  </a:lnTo>
                  <a:lnTo>
                    <a:pt x="245448" y="6968"/>
                  </a:lnTo>
                  <a:lnTo>
                    <a:pt x="246201" y="5301"/>
                  </a:lnTo>
                  <a:lnTo>
                    <a:pt x="246112" y="4670"/>
                  </a:lnTo>
                  <a:lnTo>
                    <a:pt x="245379" y="3598"/>
                  </a:lnTo>
                  <a:lnTo>
                    <a:pt x="245286" y="2600"/>
                  </a:lnTo>
                  <a:lnTo>
                    <a:pt x="245809" y="1500"/>
                  </a:lnTo>
                  <a:lnTo>
                    <a:pt x="246824" y="481"/>
                  </a:lnTo>
                  <a:lnTo>
                    <a:pt x="247502" y="185"/>
                  </a:lnTo>
                  <a:lnTo>
                    <a:pt x="248556" y="0"/>
                  </a:lnTo>
                  <a:lnTo>
                    <a:pt x="249887" y="96"/>
                  </a:lnTo>
                  <a:lnTo>
                    <a:pt x="257099" y="3628"/>
                  </a:lnTo>
                  <a:lnTo>
                    <a:pt x="260809" y="5069"/>
                  </a:lnTo>
                  <a:lnTo>
                    <a:pt x="264910" y="5904"/>
                  </a:lnTo>
                  <a:lnTo>
                    <a:pt x="269487" y="6509"/>
                  </a:lnTo>
                  <a:lnTo>
                    <a:pt x="272231" y="6410"/>
                  </a:lnTo>
                  <a:lnTo>
                    <a:pt x="273259" y="5920"/>
                  </a:lnTo>
                  <a:lnTo>
                    <a:pt x="273678" y="6133"/>
                  </a:lnTo>
                  <a:lnTo>
                    <a:pt x="274232" y="5490"/>
                  </a:lnTo>
                  <a:lnTo>
                    <a:pt x="277638" y="4156"/>
                  </a:lnTo>
                  <a:lnTo>
                    <a:pt x="279739" y="5479"/>
                  </a:lnTo>
                  <a:lnTo>
                    <a:pt x="281252" y="6791"/>
                  </a:lnTo>
                  <a:lnTo>
                    <a:pt x="282890" y="6257"/>
                  </a:lnTo>
                  <a:lnTo>
                    <a:pt x="284326" y="6998"/>
                  </a:lnTo>
                  <a:lnTo>
                    <a:pt x="283506" y="8697"/>
                  </a:lnTo>
                  <a:lnTo>
                    <a:pt x="283422" y="9793"/>
                  </a:lnTo>
                  <a:lnTo>
                    <a:pt x="283076" y="10296"/>
                  </a:lnTo>
                  <a:lnTo>
                    <a:pt x="283853" y="12446"/>
                  </a:lnTo>
                  <a:lnTo>
                    <a:pt x="284219" y="13104"/>
                  </a:lnTo>
                  <a:lnTo>
                    <a:pt x="284864" y="13472"/>
                  </a:lnTo>
                  <a:lnTo>
                    <a:pt x="288464" y="14808"/>
                  </a:lnTo>
                  <a:lnTo>
                    <a:pt x="290585" y="14794"/>
                  </a:lnTo>
                  <a:lnTo>
                    <a:pt x="292776" y="13713"/>
                  </a:lnTo>
                  <a:lnTo>
                    <a:pt x="294286" y="13470"/>
                  </a:lnTo>
                  <a:lnTo>
                    <a:pt x="296952" y="13477"/>
                  </a:lnTo>
                  <a:lnTo>
                    <a:pt x="296464" y="14237"/>
                  </a:lnTo>
                  <a:lnTo>
                    <a:pt x="296983" y="14949"/>
                  </a:lnTo>
                  <a:lnTo>
                    <a:pt x="297807" y="15214"/>
                  </a:lnTo>
                  <a:lnTo>
                    <a:pt x="298861" y="14135"/>
                  </a:lnTo>
                  <a:lnTo>
                    <a:pt x="300299" y="14703"/>
                  </a:lnTo>
                  <a:lnTo>
                    <a:pt x="304081" y="15605"/>
                  </a:lnTo>
                  <a:lnTo>
                    <a:pt x="303556" y="14110"/>
                  </a:lnTo>
                  <a:lnTo>
                    <a:pt x="303991" y="12334"/>
                  </a:lnTo>
                  <a:lnTo>
                    <a:pt x="305168" y="12218"/>
                  </a:lnTo>
                  <a:lnTo>
                    <a:pt x="305187" y="13204"/>
                  </a:lnTo>
                  <a:lnTo>
                    <a:pt x="308691" y="13533"/>
                  </a:lnTo>
                  <a:lnTo>
                    <a:pt x="310359" y="14342"/>
                  </a:lnTo>
                  <a:lnTo>
                    <a:pt x="312836" y="15121"/>
                  </a:lnTo>
                  <a:lnTo>
                    <a:pt x="313205" y="14152"/>
                  </a:lnTo>
                  <a:lnTo>
                    <a:pt x="313578" y="14173"/>
                  </a:lnTo>
                  <a:lnTo>
                    <a:pt x="314032" y="13447"/>
                  </a:lnTo>
                  <a:lnTo>
                    <a:pt x="316524" y="14255"/>
                  </a:lnTo>
                  <a:lnTo>
                    <a:pt x="318037" y="14158"/>
                  </a:lnTo>
                  <a:lnTo>
                    <a:pt x="319978" y="13547"/>
                  </a:lnTo>
                  <a:lnTo>
                    <a:pt x="319592" y="15134"/>
                  </a:lnTo>
                  <a:lnTo>
                    <a:pt x="319829" y="16353"/>
                  </a:lnTo>
                  <a:lnTo>
                    <a:pt x="318715" y="18184"/>
                  </a:lnTo>
                  <a:lnTo>
                    <a:pt x="318014" y="18419"/>
                  </a:lnTo>
                  <a:lnTo>
                    <a:pt x="317496" y="19339"/>
                  </a:lnTo>
                  <a:lnTo>
                    <a:pt x="317538" y="19988"/>
                  </a:lnTo>
                  <a:lnTo>
                    <a:pt x="317163" y="20891"/>
                  </a:lnTo>
                  <a:lnTo>
                    <a:pt x="317005" y="22401"/>
                  </a:lnTo>
                  <a:lnTo>
                    <a:pt x="315741" y="24033"/>
                  </a:lnTo>
                  <a:lnTo>
                    <a:pt x="314835" y="25937"/>
                  </a:lnTo>
                  <a:lnTo>
                    <a:pt x="315159" y="26853"/>
                  </a:lnTo>
                  <a:lnTo>
                    <a:pt x="314902" y="28519"/>
                  </a:lnTo>
                  <a:lnTo>
                    <a:pt x="314311" y="29414"/>
                  </a:lnTo>
                  <a:lnTo>
                    <a:pt x="314266" y="30117"/>
                  </a:lnTo>
                  <a:lnTo>
                    <a:pt x="313814" y="30138"/>
                  </a:lnTo>
                  <a:lnTo>
                    <a:pt x="313897" y="30646"/>
                  </a:lnTo>
                  <a:lnTo>
                    <a:pt x="313502" y="30848"/>
                  </a:lnTo>
                  <a:lnTo>
                    <a:pt x="313629" y="31140"/>
                  </a:lnTo>
                  <a:lnTo>
                    <a:pt x="312844" y="32319"/>
                  </a:lnTo>
                  <a:lnTo>
                    <a:pt x="312812" y="32778"/>
                  </a:lnTo>
                  <a:lnTo>
                    <a:pt x="313454" y="33594"/>
                  </a:lnTo>
                  <a:lnTo>
                    <a:pt x="313543" y="34147"/>
                  </a:lnTo>
                  <a:lnTo>
                    <a:pt x="314057" y="34559"/>
                  </a:lnTo>
                  <a:lnTo>
                    <a:pt x="314102" y="34962"/>
                  </a:lnTo>
                  <a:lnTo>
                    <a:pt x="314572" y="35111"/>
                  </a:lnTo>
                  <a:lnTo>
                    <a:pt x="314733" y="35978"/>
                  </a:lnTo>
                  <a:lnTo>
                    <a:pt x="314463" y="36493"/>
                  </a:lnTo>
                  <a:lnTo>
                    <a:pt x="314622" y="37091"/>
                  </a:lnTo>
                  <a:lnTo>
                    <a:pt x="314385" y="37268"/>
                  </a:lnTo>
                  <a:lnTo>
                    <a:pt x="314576" y="37905"/>
                  </a:lnTo>
                  <a:lnTo>
                    <a:pt x="315278" y="36944"/>
                  </a:lnTo>
                  <a:lnTo>
                    <a:pt x="315732" y="35086"/>
                  </a:lnTo>
                  <a:lnTo>
                    <a:pt x="316312" y="34579"/>
                  </a:lnTo>
                  <a:lnTo>
                    <a:pt x="320823" y="33003"/>
                  </a:lnTo>
                  <a:lnTo>
                    <a:pt x="322466" y="33479"/>
                  </a:lnTo>
                  <a:lnTo>
                    <a:pt x="323656" y="34096"/>
                  </a:lnTo>
                  <a:lnTo>
                    <a:pt x="323934" y="35371"/>
                  </a:lnTo>
                  <a:lnTo>
                    <a:pt x="327136" y="37106"/>
                  </a:lnTo>
                  <a:lnTo>
                    <a:pt x="329338" y="37134"/>
                  </a:lnTo>
                  <a:lnTo>
                    <a:pt x="332603" y="37818"/>
                  </a:lnTo>
                  <a:lnTo>
                    <a:pt x="332848" y="38346"/>
                  </a:lnTo>
                  <a:lnTo>
                    <a:pt x="334585" y="39530"/>
                  </a:lnTo>
                  <a:lnTo>
                    <a:pt x="337942" y="41231"/>
                  </a:lnTo>
                  <a:lnTo>
                    <a:pt x="337935" y="41611"/>
                  </a:lnTo>
                  <a:lnTo>
                    <a:pt x="338786" y="42174"/>
                  </a:lnTo>
                  <a:lnTo>
                    <a:pt x="339073" y="43438"/>
                  </a:lnTo>
                  <a:lnTo>
                    <a:pt x="338670" y="43530"/>
                  </a:lnTo>
                  <a:lnTo>
                    <a:pt x="338942" y="44890"/>
                  </a:lnTo>
                  <a:lnTo>
                    <a:pt x="339598" y="45123"/>
                  </a:lnTo>
                  <a:lnTo>
                    <a:pt x="340134" y="45036"/>
                  </a:lnTo>
                  <a:lnTo>
                    <a:pt x="341142" y="45562"/>
                  </a:lnTo>
                  <a:lnTo>
                    <a:pt x="340156" y="46818"/>
                  </a:lnTo>
                  <a:lnTo>
                    <a:pt x="342022" y="48066"/>
                  </a:lnTo>
                  <a:lnTo>
                    <a:pt x="343681" y="48858"/>
                  </a:lnTo>
                  <a:lnTo>
                    <a:pt x="342243" y="48706"/>
                  </a:lnTo>
                  <a:lnTo>
                    <a:pt x="341814" y="48869"/>
                  </a:lnTo>
                  <a:lnTo>
                    <a:pt x="342565" y="50841"/>
                  </a:lnTo>
                  <a:lnTo>
                    <a:pt x="343536" y="51533"/>
                  </a:lnTo>
                  <a:lnTo>
                    <a:pt x="343786" y="51703"/>
                  </a:lnTo>
                  <a:lnTo>
                    <a:pt x="340295" y="55702"/>
                  </a:lnTo>
                  <a:lnTo>
                    <a:pt x="337618" y="57892"/>
                  </a:lnTo>
                  <a:lnTo>
                    <a:pt x="335328" y="58491"/>
                  </a:lnTo>
                  <a:lnTo>
                    <a:pt x="335507" y="60741"/>
                  </a:lnTo>
                  <a:lnTo>
                    <a:pt x="335238" y="61829"/>
                  </a:lnTo>
                  <a:lnTo>
                    <a:pt x="335272" y="63029"/>
                  </a:lnTo>
                  <a:lnTo>
                    <a:pt x="336293" y="66516"/>
                  </a:lnTo>
                  <a:lnTo>
                    <a:pt x="336871" y="70707"/>
                  </a:lnTo>
                  <a:lnTo>
                    <a:pt x="339942" y="82546"/>
                  </a:lnTo>
                  <a:lnTo>
                    <a:pt x="341172" y="83513"/>
                  </a:lnTo>
                  <a:lnTo>
                    <a:pt x="341338" y="84471"/>
                  </a:lnTo>
                  <a:lnTo>
                    <a:pt x="341003" y="85181"/>
                  </a:lnTo>
                  <a:lnTo>
                    <a:pt x="340855" y="86733"/>
                  </a:lnTo>
                  <a:lnTo>
                    <a:pt x="343396" y="87688"/>
                  </a:lnTo>
                  <a:lnTo>
                    <a:pt x="344497" y="87478"/>
                  </a:lnTo>
                  <a:lnTo>
                    <a:pt x="346802" y="89647"/>
                  </a:lnTo>
                  <a:lnTo>
                    <a:pt x="346707" y="90075"/>
                  </a:lnTo>
                  <a:lnTo>
                    <a:pt x="347086" y="91105"/>
                  </a:lnTo>
                  <a:lnTo>
                    <a:pt x="346786" y="92761"/>
                  </a:lnTo>
                  <a:lnTo>
                    <a:pt x="346878" y="93937"/>
                  </a:lnTo>
                  <a:lnTo>
                    <a:pt x="348291" y="94993"/>
                  </a:lnTo>
                  <a:lnTo>
                    <a:pt x="349086" y="95998"/>
                  </a:lnTo>
                  <a:lnTo>
                    <a:pt x="348721" y="96209"/>
                  </a:lnTo>
                  <a:lnTo>
                    <a:pt x="349591" y="96918"/>
                  </a:lnTo>
                  <a:lnTo>
                    <a:pt x="349634" y="97624"/>
                  </a:lnTo>
                  <a:lnTo>
                    <a:pt x="350045" y="97770"/>
                  </a:lnTo>
                  <a:lnTo>
                    <a:pt x="350017" y="98087"/>
                  </a:lnTo>
                  <a:lnTo>
                    <a:pt x="350337" y="98392"/>
                  </a:lnTo>
                  <a:lnTo>
                    <a:pt x="350109" y="98563"/>
                  </a:lnTo>
                  <a:lnTo>
                    <a:pt x="350246" y="98879"/>
                  </a:lnTo>
                  <a:lnTo>
                    <a:pt x="350852" y="99086"/>
                  </a:lnTo>
                  <a:lnTo>
                    <a:pt x="352858" y="101169"/>
                  </a:lnTo>
                  <a:lnTo>
                    <a:pt x="353612" y="101439"/>
                  </a:lnTo>
                  <a:lnTo>
                    <a:pt x="356458" y="101186"/>
                  </a:lnTo>
                  <a:lnTo>
                    <a:pt x="357222" y="101335"/>
                  </a:lnTo>
                  <a:lnTo>
                    <a:pt x="358207" y="101061"/>
                  </a:lnTo>
                  <a:lnTo>
                    <a:pt x="358823" y="101366"/>
                  </a:lnTo>
                  <a:lnTo>
                    <a:pt x="359191" y="101820"/>
                  </a:lnTo>
                  <a:lnTo>
                    <a:pt x="359377" y="102951"/>
                  </a:lnTo>
                  <a:lnTo>
                    <a:pt x="359791" y="103635"/>
                  </a:lnTo>
                  <a:lnTo>
                    <a:pt x="359508" y="104948"/>
                  </a:lnTo>
                  <a:lnTo>
                    <a:pt x="360156" y="105279"/>
                  </a:lnTo>
                  <a:lnTo>
                    <a:pt x="360378" y="105849"/>
                  </a:lnTo>
                  <a:lnTo>
                    <a:pt x="362739" y="107436"/>
                  </a:lnTo>
                  <a:lnTo>
                    <a:pt x="362933" y="107893"/>
                  </a:lnTo>
                  <a:lnTo>
                    <a:pt x="363770" y="108269"/>
                  </a:lnTo>
                  <a:lnTo>
                    <a:pt x="364317" y="108968"/>
                  </a:lnTo>
                  <a:lnTo>
                    <a:pt x="366063" y="109311"/>
                  </a:lnTo>
                  <a:lnTo>
                    <a:pt x="366409" y="109956"/>
                  </a:lnTo>
                  <a:lnTo>
                    <a:pt x="366154" y="110370"/>
                  </a:lnTo>
                  <a:lnTo>
                    <a:pt x="366777" y="110142"/>
                  </a:lnTo>
                  <a:lnTo>
                    <a:pt x="367629" y="108739"/>
                  </a:lnTo>
                  <a:lnTo>
                    <a:pt x="371315" y="107123"/>
                  </a:lnTo>
                  <a:lnTo>
                    <a:pt x="371694" y="106646"/>
                  </a:lnTo>
                  <a:lnTo>
                    <a:pt x="372293" y="106597"/>
                  </a:lnTo>
                  <a:lnTo>
                    <a:pt x="373823" y="107597"/>
                  </a:lnTo>
                  <a:lnTo>
                    <a:pt x="376562" y="108423"/>
                  </a:lnTo>
                  <a:lnTo>
                    <a:pt x="376497" y="108628"/>
                  </a:lnTo>
                  <a:lnTo>
                    <a:pt x="378623" y="109190"/>
                  </a:lnTo>
                  <a:lnTo>
                    <a:pt x="379456" y="109134"/>
                  </a:lnTo>
                  <a:lnTo>
                    <a:pt x="379755" y="106790"/>
                  </a:lnTo>
                  <a:lnTo>
                    <a:pt x="378759" y="106720"/>
                  </a:lnTo>
                  <a:lnTo>
                    <a:pt x="376727" y="104692"/>
                  </a:lnTo>
                  <a:lnTo>
                    <a:pt x="375836" y="104544"/>
                  </a:lnTo>
                  <a:lnTo>
                    <a:pt x="373345" y="104801"/>
                  </a:lnTo>
                  <a:lnTo>
                    <a:pt x="372490" y="103893"/>
                  </a:lnTo>
                  <a:lnTo>
                    <a:pt x="372495" y="102362"/>
                  </a:lnTo>
                  <a:lnTo>
                    <a:pt x="371816" y="101851"/>
                  </a:lnTo>
                  <a:lnTo>
                    <a:pt x="370610" y="100197"/>
                  </a:lnTo>
                  <a:lnTo>
                    <a:pt x="369563" y="99234"/>
                  </a:lnTo>
                  <a:lnTo>
                    <a:pt x="370818" y="98495"/>
                  </a:lnTo>
                  <a:lnTo>
                    <a:pt x="371864" y="96246"/>
                  </a:lnTo>
                  <a:lnTo>
                    <a:pt x="371216" y="96226"/>
                  </a:lnTo>
                  <a:lnTo>
                    <a:pt x="368119" y="94751"/>
                  </a:lnTo>
                  <a:lnTo>
                    <a:pt x="366718" y="94573"/>
                  </a:lnTo>
                  <a:lnTo>
                    <a:pt x="366854" y="93451"/>
                  </a:lnTo>
                  <a:lnTo>
                    <a:pt x="365207" y="93507"/>
                  </a:lnTo>
                  <a:lnTo>
                    <a:pt x="364054" y="93212"/>
                  </a:lnTo>
                  <a:lnTo>
                    <a:pt x="364302" y="91870"/>
                  </a:lnTo>
                  <a:lnTo>
                    <a:pt x="363431" y="91678"/>
                  </a:lnTo>
                  <a:lnTo>
                    <a:pt x="363660" y="90841"/>
                  </a:lnTo>
                  <a:lnTo>
                    <a:pt x="364026" y="90811"/>
                  </a:lnTo>
                  <a:lnTo>
                    <a:pt x="364231" y="90239"/>
                  </a:lnTo>
                  <a:lnTo>
                    <a:pt x="365683" y="90653"/>
                  </a:lnTo>
                  <a:lnTo>
                    <a:pt x="367400" y="90232"/>
                  </a:lnTo>
                  <a:lnTo>
                    <a:pt x="368389" y="90623"/>
                  </a:lnTo>
                  <a:lnTo>
                    <a:pt x="368658" y="90034"/>
                  </a:lnTo>
                  <a:lnTo>
                    <a:pt x="368193" y="89867"/>
                  </a:lnTo>
                  <a:lnTo>
                    <a:pt x="368471" y="88378"/>
                  </a:lnTo>
                  <a:lnTo>
                    <a:pt x="370189" y="88568"/>
                  </a:lnTo>
                  <a:lnTo>
                    <a:pt x="370054" y="88378"/>
                  </a:lnTo>
                  <a:lnTo>
                    <a:pt x="371612" y="88847"/>
                  </a:lnTo>
                  <a:lnTo>
                    <a:pt x="371731" y="88147"/>
                  </a:lnTo>
                  <a:lnTo>
                    <a:pt x="370946" y="87722"/>
                  </a:lnTo>
                  <a:lnTo>
                    <a:pt x="370570" y="85489"/>
                  </a:lnTo>
                  <a:lnTo>
                    <a:pt x="370733" y="83996"/>
                  </a:lnTo>
                  <a:lnTo>
                    <a:pt x="372857" y="84350"/>
                  </a:lnTo>
                  <a:lnTo>
                    <a:pt x="374192" y="85501"/>
                  </a:lnTo>
                  <a:lnTo>
                    <a:pt x="375541" y="85842"/>
                  </a:lnTo>
                  <a:lnTo>
                    <a:pt x="380618" y="87299"/>
                  </a:lnTo>
                  <a:lnTo>
                    <a:pt x="381893" y="87043"/>
                  </a:lnTo>
                  <a:lnTo>
                    <a:pt x="381346" y="88802"/>
                  </a:lnTo>
                  <a:lnTo>
                    <a:pt x="380426" y="89816"/>
                  </a:lnTo>
                  <a:lnTo>
                    <a:pt x="380054" y="89915"/>
                  </a:lnTo>
                  <a:lnTo>
                    <a:pt x="380048" y="90990"/>
                  </a:lnTo>
                  <a:lnTo>
                    <a:pt x="381828" y="90999"/>
                  </a:lnTo>
                  <a:lnTo>
                    <a:pt x="382897" y="91867"/>
                  </a:lnTo>
                  <a:lnTo>
                    <a:pt x="385035" y="92303"/>
                  </a:lnTo>
                  <a:lnTo>
                    <a:pt x="388120" y="93759"/>
                  </a:lnTo>
                  <a:lnTo>
                    <a:pt x="391665" y="95802"/>
                  </a:lnTo>
                  <a:lnTo>
                    <a:pt x="392419" y="95794"/>
                  </a:lnTo>
                  <a:lnTo>
                    <a:pt x="393969" y="97145"/>
                  </a:lnTo>
                  <a:lnTo>
                    <a:pt x="394532" y="97310"/>
                  </a:lnTo>
                  <a:lnTo>
                    <a:pt x="396305" y="98520"/>
                  </a:lnTo>
                  <a:lnTo>
                    <a:pt x="397006" y="99328"/>
                  </a:lnTo>
                  <a:lnTo>
                    <a:pt x="398120" y="99512"/>
                  </a:lnTo>
                  <a:lnTo>
                    <a:pt x="399299" y="100296"/>
                  </a:lnTo>
                  <a:lnTo>
                    <a:pt x="401649" y="100402"/>
                  </a:lnTo>
                  <a:lnTo>
                    <a:pt x="404939" y="102157"/>
                  </a:lnTo>
                  <a:lnTo>
                    <a:pt x="405623" y="100718"/>
                  </a:lnTo>
                  <a:lnTo>
                    <a:pt x="406756" y="99587"/>
                  </a:lnTo>
                  <a:lnTo>
                    <a:pt x="407853" y="98915"/>
                  </a:lnTo>
                  <a:lnTo>
                    <a:pt x="408823" y="99065"/>
                  </a:lnTo>
                  <a:lnTo>
                    <a:pt x="409341" y="98816"/>
                  </a:lnTo>
                  <a:lnTo>
                    <a:pt x="409707" y="96747"/>
                  </a:lnTo>
                  <a:lnTo>
                    <a:pt x="410972" y="95087"/>
                  </a:lnTo>
                  <a:lnTo>
                    <a:pt x="410691" y="94384"/>
                  </a:lnTo>
                  <a:lnTo>
                    <a:pt x="412345" y="95188"/>
                  </a:lnTo>
                  <a:lnTo>
                    <a:pt x="413879" y="96510"/>
                  </a:lnTo>
                  <a:lnTo>
                    <a:pt x="414998" y="97895"/>
                  </a:lnTo>
                  <a:lnTo>
                    <a:pt x="415734" y="99900"/>
                  </a:lnTo>
                  <a:lnTo>
                    <a:pt x="417261" y="99744"/>
                  </a:lnTo>
                  <a:lnTo>
                    <a:pt x="417192" y="99307"/>
                  </a:lnTo>
                  <a:lnTo>
                    <a:pt x="416247" y="98067"/>
                  </a:lnTo>
                  <a:lnTo>
                    <a:pt x="416433" y="97210"/>
                  </a:lnTo>
                  <a:lnTo>
                    <a:pt x="415887" y="97063"/>
                  </a:lnTo>
                  <a:lnTo>
                    <a:pt x="415342" y="96471"/>
                  </a:lnTo>
                  <a:lnTo>
                    <a:pt x="415194" y="95715"/>
                  </a:lnTo>
                  <a:lnTo>
                    <a:pt x="414713" y="95217"/>
                  </a:lnTo>
                  <a:lnTo>
                    <a:pt x="420313" y="94881"/>
                  </a:lnTo>
                  <a:lnTo>
                    <a:pt x="426109" y="95640"/>
                  </a:lnTo>
                  <a:lnTo>
                    <a:pt x="432572" y="97547"/>
                  </a:lnTo>
                  <a:lnTo>
                    <a:pt x="436061" y="99793"/>
                  </a:lnTo>
                  <a:lnTo>
                    <a:pt x="438785" y="100833"/>
                  </a:lnTo>
                  <a:lnTo>
                    <a:pt x="440431" y="99392"/>
                  </a:lnTo>
                  <a:lnTo>
                    <a:pt x="439987" y="96968"/>
                  </a:lnTo>
                  <a:lnTo>
                    <a:pt x="441233" y="96468"/>
                  </a:lnTo>
                  <a:lnTo>
                    <a:pt x="442740" y="95505"/>
                  </a:lnTo>
                  <a:lnTo>
                    <a:pt x="442672" y="95303"/>
                  </a:lnTo>
                  <a:lnTo>
                    <a:pt x="444595" y="93532"/>
                  </a:lnTo>
                  <a:lnTo>
                    <a:pt x="444742" y="93872"/>
                  </a:lnTo>
                  <a:lnTo>
                    <a:pt x="446401" y="92782"/>
                  </a:lnTo>
                  <a:lnTo>
                    <a:pt x="445735" y="91430"/>
                  </a:lnTo>
                  <a:lnTo>
                    <a:pt x="446870" y="91131"/>
                  </a:lnTo>
                  <a:lnTo>
                    <a:pt x="448747" y="91024"/>
                  </a:lnTo>
                  <a:lnTo>
                    <a:pt x="448902" y="90398"/>
                  </a:lnTo>
                  <a:lnTo>
                    <a:pt x="451971" y="91258"/>
                  </a:lnTo>
                  <a:lnTo>
                    <a:pt x="451911" y="89086"/>
                  </a:lnTo>
                  <a:lnTo>
                    <a:pt x="453053" y="89251"/>
                  </a:lnTo>
                  <a:lnTo>
                    <a:pt x="453327" y="87664"/>
                  </a:lnTo>
                  <a:lnTo>
                    <a:pt x="452816" y="87384"/>
                  </a:lnTo>
                  <a:lnTo>
                    <a:pt x="452867" y="86745"/>
                  </a:lnTo>
                  <a:lnTo>
                    <a:pt x="453128" y="86545"/>
                  </a:lnTo>
                  <a:lnTo>
                    <a:pt x="453703" y="81740"/>
                  </a:lnTo>
                  <a:lnTo>
                    <a:pt x="453242" y="81555"/>
                  </a:lnTo>
                  <a:lnTo>
                    <a:pt x="453325" y="78334"/>
                  </a:lnTo>
                  <a:lnTo>
                    <a:pt x="452348" y="77081"/>
                  </a:lnTo>
                  <a:lnTo>
                    <a:pt x="452319" y="74929"/>
                  </a:lnTo>
                  <a:lnTo>
                    <a:pt x="454934" y="75458"/>
                  </a:lnTo>
                  <a:lnTo>
                    <a:pt x="455118" y="74424"/>
                  </a:lnTo>
                  <a:lnTo>
                    <a:pt x="456173" y="74583"/>
                  </a:lnTo>
                  <a:lnTo>
                    <a:pt x="456152" y="74207"/>
                  </a:lnTo>
                  <a:lnTo>
                    <a:pt x="457609" y="74216"/>
                  </a:lnTo>
                  <a:lnTo>
                    <a:pt x="457592" y="74888"/>
                  </a:lnTo>
                  <a:lnTo>
                    <a:pt x="460112" y="74934"/>
                  </a:lnTo>
                  <a:lnTo>
                    <a:pt x="462152" y="76053"/>
                  </a:lnTo>
                  <a:lnTo>
                    <a:pt x="463139" y="76228"/>
                  </a:lnTo>
                  <a:lnTo>
                    <a:pt x="463645" y="76568"/>
                  </a:lnTo>
                  <a:lnTo>
                    <a:pt x="463587" y="76745"/>
                  </a:lnTo>
                  <a:lnTo>
                    <a:pt x="464724" y="77085"/>
                  </a:lnTo>
                  <a:lnTo>
                    <a:pt x="464774" y="76933"/>
                  </a:lnTo>
                  <a:lnTo>
                    <a:pt x="464730" y="74351"/>
                  </a:lnTo>
                  <a:lnTo>
                    <a:pt x="467156" y="75141"/>
                  </a:lnTo>
                  <a:lnTo>
                    <a:pt x="468305" y="75781"/>
                  </a:lnTo>
                  <a:lnTo>
                    <a:pt x="471310" y="75148"/>
                  </a:lnTo>
                  <a:lnTo>
                    <a:pt x="474669" y="73023"/>
                  </a:lnTo>
                  <a:lnTo>
                    <a:pt x="476474" y="72396"/>
                  </a:lnTo>
                  <a:lnTo>
                    <a:pt x="477877" y="72174"/>
                  </a:lnTo>
                  <a:lnTo>
                    <a:pt x="478408" y="72191"/>
                  </a:lnTo>
                  <a:lnTo>
                    <a:pt x="481604" y="71031"/>
                  </a:lnTo>
                  <a:lnTo>
                    <a:pt x="482387" y="71016"/>
                  </a:lnTo>
                  <a:lnTo>
                    <a:pt x="485475" y="71283"/>
                  </a:lnTo>
                  <a:lnTo>
                    <a:pt x="489228" y="71986"/>
                  </a:lnTo>
                  <a:lnTo>
                    <a:pt x="493554" y="73207"/>
                  </a:lnTo>
                  <a:lnTo>
                    <a:pt x="492346" y="75611"/>
                  </a:lnTo>
                  <a:lnTo>
                    <a:pt x="491850" y="75788"/>
                  </a:lnTo>
                  <a:lnTo>
                    <a:pt x="491076" y="76633"/>
                  </a:lnTo>
                  <a:lnTo>
                    <a:pt x="491065" y="77529"/>
                  </a:lnTo>
                  <a:lnTo>
                    <a:pt x="491415" y="77597"/>
                  </a:lnTo>
                  <a:lnTo>
                    <a:pt x="491461" y="78102"/>
                  </a:lnTo>
                  <a:lnTo>
                    <a:pt x="491069" y="80562"/>
                  </a:lnTo>
                  <a:lnTo>
                    <a:pt x="489020" y="85786"/>
                  </a:lnTo>
                  <a:lnTo>
                    <a:pt x="488482" y="87300"/>
                  </a:lnTo>
                  <a:lnTo>
                    <a:pt x="486737" y="89377"/>
                  </a:lnTo>
                  <a:lnTo>
                    <a:pt x="486096" y="91350"/>
                  </a:lnTo>
                  <a:lnTo>
                    <a:pt x="485092" y="92670"/>
                  </a:lnTo>
                  <a:lnTo>
                    <a:pt x="485180" y="93033"/>
                  </a:lnTo>
                  <a:lnTo>
                    <a:pt x="485617" y="93055"/>
                  </a:lnTo>
                  <a:lnTo>
                    <a:pt x="486888" y="93947"/>
                  </a:lnTo>
                  <a:lnTo>
                    <a:pt x="488633" y="94261"/>
                  </a:lnTo>
                  <a:lnTo>
                    <a:pt x="489419" y="94741"/>
                  </a:lnTo>
                  <a:lnTo>
                    <a:pt x="492352" y="97584"/>
                  </a:lnTo>
                  <a:lnTo>
                    <a:pt x="492652" y="97940"/>
                  </a:lnTo>
                  <a:lnTo>
                    <a:pt x="493199" y="98087"/>
                  </a:lnTo>
                  <a:lnTo>
                    <a:pt x="494410" y="99550"/>
                  </a:lnTo>
                  <a:lnTo>
                    <a:pt x="495137" y="99789"/>
                  </a:lnTo>
                  <a:lnTo>
                    <a:pt x="495456" y="100331"/>
                  </a:lnTo>
                  <a:lnTo>
                    <a:pt x="496944" y="100673"/>
                  </a:lnTo>
                  <a:lnTo>
                    <a:pt x="495658" y="102712"/>
                  </a:lnTo>
                  <a:lnTo>
                    <a:pt x="494894" y="104712"/>
                  </a:lnTo>
                  <a:lnTo>
                    <a:pt x="494546" y="108299"/>
                  </a:lnTo>
                  <a:lnTo>
                    <a:pt x="493866" y="111464"/>
                  </a:lnTo>
                  <a:lnTo>
                    <a:pt x="494163" y="111462"/>
                  </a:lnTo>
                  <a:lnTo>
                    <a:pt x="494899" y="113087"/>
                  </a:lnTo>
                  <a:lnTo>
                    <a:pt x="495970" y="116977"/>
                  </a:lnTo>
                  <a:lnTo>
                    <a:pt x="495923" y="119100"/>
                  </a:lnTo>
                  <a:lnTo>
                    <a:pt x="496176" y="119127"/>
                  </a:lnTo>
                  <a:lnTo>
                    <a:pt x="496142" y="119941"/>
                  </a:lnTo>
                  <a:lnTo>
                    <a:pt x="497237" y="121043"/>
                  </a:lnTo>
                  <a:lnTo>
                    <a:pt x="498076" y="122361"/>
                  </a:lnTo>
                  <a:lnTo>
                    <a:pt x="498316" y="122346"/>
                  </a:lnTo>
                  <a:lnTo>
                    <a:pt x="499057" y="123537"/>
                  </a:lnTo>
                  <a:lnTo>
                    <a:pt x="503210" y="127509"/>
                  </a:lnTo>
                  <a:lnTo>
                    <a:pt x="506495" y="131290"/>
                  </a:lnTo>
                  <a:lnTo>
                    <a:pt x="508045" y="132717"/>
                  </a:lnTo>
                  <a:lnTo>
                    <a:pt x="507542" y="134440"/>
                  </a:lnTo>
                  <a:lnTo>
                    <a:pt x="509299" y="135574"/>
                  </a:lnTo>
                  <a:lnTo>
                    <a:pt x="512352" y="136528"/>
                  </a:lnTo>
                  <a:lnTo>
                    <a:pt x="511657" y="137997"/>
                  </a:lnTo>
                  <a:lnTo>
                    <a:pt x="511113" y="141537"/>
                  </a:lnTo>
                  <a:lnTo>
                    <a:pt x="510650" y="142431"/>
                  </a:lnTo>
                  <a:lnTo>
                    <a:pt x="509014" y="140963"/>
                  </a:lnTo>
                  <a:lnTo>
                    <a:pt x="506985" y="138054"/>
                  </a:lnTo>
                  <a:lnTo>
                    <a:pt x="505798" y="137810"/>
                  </a:lnTo>
                  <a:lnTo>
                    <a:pt x="504843" y="136758"/>
                  </a:lnTo>
                  <a:lnTo>
                    <a:pt x="504735" y="136157"/>
                  </a:lnTo>
                  <a:lnTo>
                    <a:pt x="503414" y="135707"/>
                  </a:lnTo>
                  <a:lnTo>
                    <a:pt x="501840" y="134771"/>
                  </a:lnTo>
                  <a:lnTo>
                    <a:pt x="500211" y="135822"/>
                  </a:lnTo>
                  <a:lnTo>
                    <a:pt x="499131" y="136217"/>
                  </a:lnTo>
                  <a:lnTo>
                    <a:pt x="495077" y="136255"/>
                  </a:lnTo>
                  <a:lnTo>
                    <a:pt x="491636" y="135523"/>
                  </a:lnTo>
                  <a:lnTo>
                    <a:pt x="490094" y="135712"/>
                  </a:lnTo>
                  <a:lnTo>
                    <a:pt x="488399" y="137041"/>
                  </a:lnTo>
                  <a:lnTo>
                    <a:pt x="487458" y="138991"/>
                  </a:lnTo>
                  <a:lnTo>
                    <a:pt x="485082" y="141648"/>
                  </a:lnTo>
                  <a:lnTo>
                    <a:pt x="484342" y="141379"/>
                  </a:lnTo>
                  <a:lnTo>
                    <a:pt x="484168" y="141620"/>
                  </a:lnTo>
                  <a:lnTo>
                    <a:pt x="482304" y="144495"/>
                  </a:lnTo>
                  <a:lnTo>
                    <a:pt x="481755" y="147542"/>
                  </a:lnTo>
                  <a:lnTo>
                    <a:pt x="482743" y="153588"/>
                  </a:lnTo>
                  <a:lnTo>
                    <a:pt x="482717" y="154515"/>
                  </a:lnTo>
                  <a:lnTo>
                    <a:pt x="482962" y="155059"/>
                  </a:lnTo>
                  <a:lnTo>
                    <a:pt x="483019" y="156514"/>
                  </a:lnTo>
                  <a:lnTo>
                    <a:pt x="482596" y="157301"/>
                  </a:lnTo>
                  <a:lnTo>
                    <a:pt x="483580" y="160742"/>
                  </a:lnTo>
                  <a:lnTo>
                    <a:pt x="483601" y="162440"/>
                  </a:lnTo>
                  <a:lnTo>
                    <a:pt x="487761" y="163154"/>
                  </a:lnTo>
                  <a:lnTo>
                    <a:pt x="489005" y="164050"/>
                  </a:lnTo>
                  <a:lnTo>
                    <a:pt x="489898" y="164230"/>
                  </a:lnTo>
                  <a:lnTo>
                    <a:pt x="491704" y="164162"/>
                  </a:lnTo>
                  <a:lnTo>
                    <a:pt x="493010" y="164851"/>
                  </a:lnTo>
                  <a:lnTo>
                    <a:pt x="493818" y="165024"/>
                  </a:lnTo>
                  <a:lnTo>
                    <a:pt x="493840" y="165513"/>
                  </a:lnTo>
                  <a:lnTo>
                    <a:pt x="494814" y="166922"/>
                  </a:lnTo>
                  <a:lnTo>
                    <a:pt x="495262" y="168058"/>
                  </a:lnTo>
                  <a:lnTo>
                    <a:pt x="496443" y="168534"/>
                  </a:lnTo>
                  <a:lnTo>
                    <a:pt x="498421" y="170699"/>
                  </a:lnTo>
                  <a:lnTo>
                    <a:pt x="498888" y="171487"/>
                  </a:lnTo>
                  <a:lnTo>
                    <a:pt x="501117" y="172458"/>
                  </a:lnTo>
                  <a:lnTo>
                    <a:pt x="501812" y="172743"/>
                  </a:lnTo>
                  <a:lnTo>
                    <a:pt x="502118" y="173228"/>
                  </a:lnTo>
                  <a:lnTo>
                    <a:pt x="502520" y="175760"/>
                  </a:lnTo>
                  <a:lnTo>
                    <a:pt x="503457" y="177709"/>
                  </a:lnTo>
                  <a:lnTo>
                    <a:pt x="502484" y="177270"/>
                  </a:lnTo>
                  <a:lnTo>
                    <a:pt x="504391" y="179666"/>
                  </a:lnTo>
                  <a:lnTo>
                    <a:pt x="504557" y="180259"/>
                  </a:lnTo>
                  <a:lnTo>
                    <a:pt x="504634" y="180829"/>
                  </a:lnTo>
                  <a:lnTo>
                    <a:pt x="503894" y="180781"/>
                  </a:lnTo>
                  <a:lnTo>
                    <a:pt x="503250" y="181189"/>
                  </a:lnTo>
                  <a:lnTo>
                    <a:pt x="503003" y="182182"/>
                  </a:lnTo>
                  <a:lnTo>
                    <a:pt x="503729" y="184916"/>
                  </a:lnTo>
                  <a:lnTo>
                    <a:pt x="503925" y="187983"/>
                  </a:lnTo>
                  <a:lnTo>
                    <a:pt x="505107" y="190462"/>
                  </a:lnTo>
                  <a:lnTo>
                    <a:pt x="505336" y="191663"/>
                  </a:lnTo>
                  <a:lnTo>
                    <a:pt x="505936" y="192285"/>
                  </a:lnTo>
                  <a:lnTo>
                    <a:pt x="506086" y="194475"/>
                  </a:lnTo>
                  <a:lnTo>
                    <a:pt x="507675" y="196066"/>
                  </a:lnTo>
                  <a:lnTo>
                    <a:pt x="508737" y="196611"/>
                  </a:lnTo>
                  <a:lnTo>
                    <a:pt x="509341" y="196775"/>
                  </a:lnTo>
                  <a:lnTo>
                    <a:pt x="509708" y="196430"/>
                  </a:lnTo>
                  <a:lnTo>
                    <a:pt x="510646" y="196670"/>
                  </a:lnTo>
                  <a:lnTo>
                    <a:pt x="512291" y="197156"/>
                  </a:lnTo>
                  <a:lnTo>
                    <a:pt x="515744" y="198938"/>
                  </a:lnTo>
                  <a:lnTo>
                    <a:pt x="518233" y="199671"/>
                  </a:lnTo>
                  <a:lnTo>
                    <a:pt x="521796" y="201106"/>
                  </a:lnTo>
                  <a:lnTo>
                    <a:pt x="524117" y="200758"/>
                  </a:lnTo>
                  <a:lnTo>
                    <a:pt x="524200" y="200401"/>
                  </a:lnTo>
                  <a:lnTo>
                    <a:pt x="524879" y="200849"/>
                  </a:lnTo>
                  <a:lnTo>
                    <a:pt x="524991" y="200668"/>
                  </a:lnTo>
                  <a:lnTo>
                    <a:pt x="526497" y="200412"/>
                  </a:lnTo>
                  <a:lnTo>
                    <a:pt x="526849" y="200122"/>
                  </a:lnTo>
                  <a:lnTo>
                    <a:pt x="527043" y="200139"/>
                  </a:lnTo>
                  <a:lnTo>
                    <a:pt x="525878" y="200810"/>
                  </a:lnTo>
                  <a:lnTo>
                    <a:pt x="524261" y="202690"/>
                  </a:lnTo>
                  <a:lnTo>
                    <a:pt x="524228" y="203529"/>
                  </a:lnTo>
                  <a:lnTo>
                    <a:pt x="525516" y="208960"/>
                  </a:lnTo>
                  <a:lnTo>
                    <a:pt x="526548" y="209207"/>
                  </a:lnTo>
                  <a:lnTo>
                    <a:pt x="526400" y="209466"/>
                  </a:lnTo>
                  <a:lnTo>
                    <a:pt x="526838" y="209706"/>
                  </a:lnTo>
                  <a:lnTo>
                    <a:pt x="527722" y="209899"/>
                  </a:lnTo>
                  <a:lnTo>
                    <a:pt x="528646" y="209745"/>
                  </a:lnTo>
                  <a:lnTo>
                    <a:pt x="530555" y="210221"/>
                  </a:lnTo>
                  <a:lnTo>
                    <a:pt x="531897" y="211289"/>
                  </a:lnTo>
                  <a:lnTo>
                    <a:pt x="531243" y="213296"/>
                  </a:lnTo>
                  <a:lnTo>
                    <a:pt x="530379" y="217957"/>
                  </a:lnTo>
                  <a:lnTo>
                    <a:pt x="528460" y="220829"/>
                  </a:lnTo>
                  <a:lnTo>
                    <a:pt x="532776" y="221839"/>
                  </a:lnTo>
                  <a:lnTo>
                    <a:pt x="533859" y="221770"/>
                  </a:lnTo>
                  <a:lnTo>
                    <a:pt x="534540" y="222215"/>
                  </a:lnTo>
                  <a:lnTo>
                    <a:pt x="536393" y="222288"/>
                  </a:lnTo>
                  <a:lnTo>
                    <a:pt x="536300" y="222929"/>
                  </a:lnTo>
                  <a:lnTo>
                    <a:pt x="537359" y="224466"/>
                  </a:lnTo>
                  <a:lnTo>
                    <a:pt x="537125" y="224671"/>
                  </a:lnTo>
                  <a:lnTo>
                    <a:pt x="537312" y="225758"/>
                  </a:lnTo>
                  <a:lnTo>
                    <a:pt x="536693" y="227287"/>
                  </a:lnTo>
                  <a:lnTo>
                    <a:pt x="535783" y="228526"/>
                  </a:lnTo>
                  <a:lnTo>
                    <a:pt x="534954" y="229114"/>
                  </a:lnTo>
                  <a:lnTo>
                    <a:pt x="534585" y="229922"/>
                  </a:lnTo>
                  <a:lnTo>
                    <a:pt x="534415" y="230693"/>
                  </a:lnTo>
                  <a:lnTo>
                    <a:pt x="535506" y="231643"/>
                  </a:lnTo>
                  <a:lnTo>
                    <a:pt x="535938" y="231946"/>
                  </a:lnTo>
                  <a:lnTo>
                    <a:pt x="536020" y="232568"/>
                  </a:lnTo>
                  <a:lnTo>
                    <a:pt x="535899" y="235390"/>
                  </a:lnTo>
                  <a:lnTo>
                    <a:pt x="537067" y="237975"/>
                  </a:lnTo>
                  <a:lnTo>
                    <a:pt x="537401" y="239477"/>
                  </a:lnTo>
                  <a:lnTo>
                    <a:pt x="538113" y="240276"/>
                  </a:lnTo>
                  <a:lnTo>
                    <a:pt x="539430" y="241096"/>
                  </a:lnTo>
                  <a:lnTo>
                    <a:pt x="539933" y="241814"/>
                  </a:lnTo>
                  <a:lnTo>
                    <a:pt x="539899" y="242096"/>
                  </a:lnTo>
                  <a:lnTo>
                    <a:pt x="539116" y="243428"/>
                  </a:lnTo>
                  <a:lnTo>
                    <a:pt x="539085" y="244040"/>
                  </a:lnTo>
                  <a:lnTo>
                    <a:pt x="537055" y="245060"/>
                  </a:lnTo>
                  <a:lnTo>
                    <a:pt x="535457" y="245538"/>
                  </a:lnTo>
                  <a:lnTo>
                    <a:pt x="534155" y="247441"/>
                  </a:lnTo>
                  <a:lnTo>
                    <a:pt x="532353" y="248320"/>
                  </a:lnTo>
                  <a:lnTo>
                    <a:pt x="532188" y="249963"/>
                  </a:lnTo>
                  <a:lnTo>
                    <a:pt x="532807" y="250449"/>
                  </a:lnTo>
                  <a:lnTo>
                    <a:pt x="533076" y="251530"/>
                  </a:lnTo>
                  <a:lnTo>
                    <a:pt x="531732" y="254854"/>
                  </a:lnTo>
                  <a:lnTo>
                    <a:pt x="532167" y="258602"/>
                  </a:lnTo>
                  <a:lnTo>
                    <a:pt x="532111" y="260806"/>
                  </a:lnTo>
                  <a:lnTo>
                    <a:pt x="530046" y="262032"/>
                  </a:lnTo>
                  <a:lnTo>
                    <a:pt x="529456" y="262714"/>
                  </a:lnTo>
                  <a:lnTo>
                    <a:pt x="528590" y="263181"/>
                  </a:lnTo>
                  <a:lnTo>
                    <a:pt x="527352" y="264603"/>
                  </a:lnTo>
                  <a:lnTo>
                    <a:pt x="527141" y="264595"/>
                  </a:lnTo>
                  <a:lnTo>
                    <a:pt x="526442" y="267379"/>
                  </a:lnTo>
                  <a:lnTo>
                    <a:pt x="526501" y="269497"/>
                  </a:lnTo>
                  <a:lnTo>
                    <a:pt x="525690" y="280078"/>
                  </a:lnTo>
                  <a:lnTo>
                    <a:pt x="524993" y="285464"/>
                  </a:lnTo>
                  <a:lnTo>
                    <a:pt x="521711" y="295605"/>
                  </a:lnTo>
                  <a:lnTo>
                    <a:pt x="521353" y="296387"/>
                  </a:lnTo>
                  <a:lnTo>
                    <a:pt x="520778" y="296145"/>
                  </a:lnTo>
                  <a:lnTo>
                    <a:pt x="520403" y="295953"/>
                  </a:lnTo>
                  <a:lnTo>
                    <a:pt x="520380" y="295687"/>
                  </a:lnTo>
                  <a:lnTo>
                    <a:pt x="518835" y="295656"/>
                  </a:lnTo>
                  <a:lnTo>
                    <a:pt x="516453" y="293604"/>
                  </a:lnTo>
                  <a:lnTo>
                    <a:pt x="514479" y="295964"/>
                  </a:lnTo>
                  <a:lnTo>
                    <a:pt x="511317" y="300542"/>
                  </a:lnTo>
                  <a:lnTo>
                    <a:pt x="519135" y="303016"/>
                  </a:lnTo>
                  <a:lnTo>
                    <a:pt x="518444" y="304244"/>
                  </a:lnTo>
                  <a:lnTo>
                    <a:pt x="517650" y="306946"/>
                  </a:lnTo>
                  <a:lnTo>
                    <a:pt x="517488" y="308633"/>
                  </a:lnTo>
                  <a:lnTo>
                    <a:pt x="519565" y="315644"/>
                  </a:lnTo>
                  <a:lnTo>
                    <a:pt x="519790" y="317547"/>
                  </a:lnTo>
                  <a:lnTo>
                    <a:pt x="521099" y="316936"/>
                  </a:lnTo>
                  <a:lnTo>
                    <a:pt x="520587" y="320449"/>
                  </a:lnTo>
                  <a:lnTo>
                    <a:pt x="519050" y="328536"/>
                  </a:lnTo>
                  <a:lnTo>
                    <a:pt x="516609" y="328546"/>
                  </a:lnTo>
                  <a:lnTo>
                    <a:pt x="514617" y="332882"/>
                  </a:lnTo>
                  <a:lnTo>
                    <a:pt x="514486" y="335303"/>
                  </a:lnTo>
                  <a:lnTo>
                    <a:pt x="514822" y="336921"/>
                  </a:lnTo>
                  <a:lnTo>
                    <a:pt x="514802" y="337970"/>
                  </a:lnTo>
                  <a:lnTo>
                    <a:pt x="512722" y="342157"/>
                  </a:lnTo>
                  <a:lnTo>
                    <a:pt x="507710" y="344834"/>
                  </a:lnTo>
                  <a:lnTo>
                    <a:pt x="507532" y="344751"/>
                  </a:lnTo>
                  <a:lnTo>
                    <a:pt x="504543" y="347116"/>
                  </a:lnTo>
                  <a:lnTo>
                    <a:pt x="503490" y="348845"/>
                  </a:lnTo>
                  <a:lnTo>
                    <a:pt x="502332" y="349176"/>
                  </a:lnTo>
                  <a:lnTo>
                    <a:pt x="503100" y="352627"/>
                  </a:lnTo>
                  <a:lnTo>
                    <a:pt x="503257" y="352568"/>
                  </a:lnTo>
                  <a:lnTo>
                    <a:pt x="503250" y="353189"/>
                  </a:lnTo>
                  <a:lnTo>
                    <a:pt x="502770" y="353972"/>
                  </a:lnTo>
                  <a:lnTo>
                    <a:pt x="503358" y="354276"/>
                  </a:lnTo>
                  <a:lnTo>
                    <a:pt x="503683" y="355166"/>
                  </a:lnTo>
                  <a:lnTo>
                    <a:pt x="504158" y="358307"/>
                  </a:lnTo>
                  <a:lnTo>
                    <a:pt x="502779" y="358485"/>
                  </a:lnTo>
                  <a:lnTo>
                    <a:pt x="503548" y="360083"/>
                  </a:lnTo>
                  <a:lnTo>
                    <a:pt x="503644" y="361050"/>
                  </a:lnTo>
                  <a:lnTo>
                    <a:pt x="503077" y="362563"/>
                  </a:lnTo>
                  <a:lnTo>
                    <a:pt x="503168" y="362924"/>
                  </a:lnTo>
                  <a:lnTo>
                    <a:pt x="501878" y="365269"/>
                  </a:lnTo>
                  <a:lnTo>
                    <a:pt x="501722" y="366032"/>
                  </a:lnTo>
                  <a:lnTo>
                    <a:pt x="498608" y="366296"/>
                  </a:lnTo>
                  <a:lnTo>
                    <a:pt x="497284" y="367486"/>
                  </a:lnTo>
                  <a:lnTo>
                    <a:pt x="496287" y="367738"/>
                  </a:lnTo>
                  <a:lnTo>
                    <a:pt x="493154" y="369217"/>
                  </a:lnTo>
                  <a:lnTo>
                    <a:pt x="492180" y="369377"/>
                  </a:lnTo>
                  <a:lnTo>
                    <a:pt x="490779" y="369302"/>
                  </a:lnTo>
                  <a:lnTo>
                    <a:pt x="490309" y="368821"/>
                  </a:lnTo>
                  <a:lnTo>
                    <a:pt x="489982" y="367992"/>
                  </a:lnTo>
                  <a:lnTo>
                    <a:pt x="490211" y="366615"/>
                  </a:lnTo>
                  <a:lnTo>
                    <a:pt x="489480" y="366549"/>
                  </a:lnTo>
                  <a:lnTo>
                    <a:pt x="489060" y="365985"/>
                  </a:lnTo>
                  <a:lnTo>
                    <a:pt x="487844" y="365288"/>
                  </a:lnTo>
                  <a:lnTo>
                    <a:pt x="485487" y="365184"/>
                  </a:lnTo>
                  <a:lnTo>
                    <a:pt x="484783" y="366336"/>
                  </a:lnTo>
                  <a:lnTo>
                    <a:pt x="485266" y="368376"/>
                  </a:lnTo>
                  <a:lnTo>
                    <a:pt x="483805" y="370246"/>
                  </a:lnTo>
                  <a:lnTo>
                    <a:pt x="483438" y="372386"/>
                  </a:lnTo>
                  <a:lnTo>
                    <a:pt x="482689" y="373587"/>
                  </a:lnTo>
                  <a:lnTo>
                    <a:pt x="480547" y="374946"/>
                  </a:lnTo>
                  <a:lnTo>
                    <a:pt x="479008" y="375579"/>
                  </a:lnTo>
                  <a:lnTo>
                    <a:pt x="474976" y="374252"/>
                  </a:lnTo>
                  <a:lnTo>
                    <a:pt x="471803" y="373021"/>
                  </a:lnTo>
                  <a:lnTo>
                    <a:pt x="466972" y="374048"/>
                  </a:lnTo>
                  <a:lnTo>
                    <a:pt x="466583" y="374719"/>
                  </a:lnTo>
                  <a:lnTo>
                    <a:pt x="468689" y="375523"/>
                  </a:lnTo>
                  <a:lnTo>
                    <a:pt x="470867" y="376945"/>
                  </a:lnTo>
                  <a:lnTo>
                    <a:pt x="472683" y="376725"/>
                  </a:lnTo>
                  <a:lnTo>
                    <a:pt x="473813" y="377151"/>
                  </a:lnTo>
                  <a:lnTo>
                    <a:pt x="475573" y="378243"/>
                  </a:lnTo>
                  <a:lnTo>
                    <a:pt x="476126" y="379174"/>
                  </a:lnTo>
                  <a:lnTo>
                    <a:pt x="475935" y="380641"/>
                  </a:lnTo>
                  <a:lnTo>
                    <a:pt x="475292" y="381700"/>
                  </a:lnTo>
                  <a:lnTo>
                    <a:pt x="473672" y="383468"/>
                  </a:lnTo>
                  <a:lnTo>
                    <a:pt x="476359" y="385224"/>
                  </a:lnTo>
                  <a:lnTo>
                    <a:pt x="480612" y="388666"/>
                  </a:lnTo>
                  <a:lnTo>
                    <a:pt x="481020" y="388090"/>
                  </a:lnTo>
                  <a:lnTo>
                    <a:pt x="481304" y="386989"/>
                  </a:lnTo>
                  <a:lnTo>
                    <a:pt x="481028" y="384230"/>
                  </a:lnTo>
                  <a:lnTo>
                    <a:pt x="481406" y="383648"/>
                  </a:lnTo>
                  <a:lnTo>
                    <a:pt x="482767" y="382928"/>
                  </a:lnTo>
                  <a:lnTo>
                    <a:pt x="485183" y="382443"/>
                  </a:lnTo>
                  <a:lnTo>
                    <a:pt x="486627" y="383449"/>
                  </a:lnTo>
                  <a:lnTo>
                    <a:pt x="487322" y="386243"/>
                  </a:lnTo>
                  <a:lnTo>
                    <a:pt x="486947" y="388067"/>
                  </a:lnTo>
                  <a:lnTo>
                    <a:pt x="486057" y="391729"/>
                  </a:lnTo>
                  <a:lnTo>
                    <a:pt x="480815" y="396765"/>
                  </a:lnTo>
                  <a:lnTo>
                    <a:pt x="478581" y="394009"/>
                  </a:lnTo>
                  <a:lnTo>
                    <a:pt x="474490" y="389674"/>
                  </a:lnTo>
                  <a:lnTo>
                    <a:pt x="472103" y="387945"/>
                  </a:lnTo>
                  <a:lnTo>
                    <a:pt x="461900" y="384790"/>
                  </a:lnTo>
                  <a:lnTo>
                    <a:pt x="460280" y="382494"/>
                  </a:lnTo>
                  <a:lnTo>
                    <a:pt x="453722" y="382862"/>
                  </a:lnTo>
                  <a:lnTo>
                    <a:pt x="449268" y="384636"/>
                  </a:lnTo>
                  <a:lnTo>
                    <a:pt x="446133" y="386675"/>
                  </a:lnTo>
                  <a:lnTo>
                    <a:pt x="444845" y="385395"/>
                  </a:lnTo>
                  <a:lnTo>
                    <a:pt x="442255" y="383827"/>
                  </a:lnTo>
                  <a:lnTo>
                    <a:pt x="439235" y="381402"/>
                  </a:lnTo>
                  <a:lnTo>
                    <a:pt x="436914" y="380428"/>
                  </a:lnTo>
                  <a:lnTo>
                    <a:pt x="430722" y="379898"/>
                  </a:lnTo>
                  <a:lnTo>
                    <a:pt x="427887" y="379133"/>
                  </a:lnTo>
                  <a:lnTo>
                    <a:pt x="427885" y="373391"/>
                  </a:lnTo>
                  <a:lnTo>
                    <a:pt x="424160" y="371349"/>
                  </a:lnTo>
                  <a:lnTo>
                    <a:pt x="423844" y="371488"/>
                  </a:lnTo>
                  <a:lnTo>
                    <a:pt x="421996" y="370245"/>
                  </a:lnTo>
                  <a:lnTo>
                    <a:pt x="422228" y="368474"/>
                  </a:lnTo>
                  <a:lnTo>
                    <a:pt x="422182" y="366446"/>
                  </a:lnTo>
                  <a:lnTo>
                    <a:pt x="421473" y="363514"/>
                  </a:lnTo>
                  <a:lnTo>
                    <a:pt x="420769" y="361771"/>
                  </a:lnTo>
                  <a:lnTo>
                    <a:pt x="420217" y="360681"/>
                  </a:lnTo>
                  <a:lnTo>
                    <a:pt x="420077" y="360932"/>
                  </a:lnTo>
                  <a:lnTo>
                    <a:pt x="419759" y="360587"/>
                  </a:lnTo>
                  <a:lnTo>
                    <a:pt x="419396" y="361528"/>
                  </a:lnTo>
                  <a:lnTo>
                    <a:pt x="417234" y="360118"/>
                  </a:lnTo>
                  <a:lnTo>
                    <a:pt x="418012" y="359014"/>
                  </a:lnTo>
                  <a:lnTo>
                    <a:pt x="418881" y="358385"/>
                  </a:lnTo>
                  <a:lnTo>
                    <a:pt x="423030" y="358146"/>
                  </a:lnTo>
                  <a:lnTo>
                    <a:pt x="423492" y="354839"/>
                  </a:lnTo>
                  <a:lnTo>
                    <a:pt x="423295" y="351549"/>
                  </a:lnTo>
                  <a:lnTo>
                    <a:pt x="422669" y="349665"/>
                  </a:lnTo>
                  <a:lnTo>
                    <a:pt x="422191" y="349722"/>
                  </a:lnTo>
                  <a:lnTo>
                    <a:pt x="420523" y="350024"/>
                  </a:lnTo>
                  <a:lnTo>
                    <a:pt x="412549" y="351334"/>
                  </a:lnTo>
                  <a:lnTo>
                    <a:pt x="408103" y="353708"/>
                  </a:lnTo>
                  <a:lnTo>
                    <a:pt x="406052" y="349140"/>
                  </a:lnTo>
                  <a:lnTo>
                    <a:pt x="402245" y="343650"/>
                  </a:lnTo>
                  <a:lnTo>
                    <a:pt x="398722" y="341759"/>
                  </a:lnTo>
                  <a:lnTo>
                    <a:pt x="394752" y="340602"/>
                  </a:lnTo>
                  <a:lnTo>
                    <a:pt x="391992" y="341190"/>
                  </a:lnTo>
                  <a:lnTo>
                    <a:pt x="391453" y="340311"/>
                  </a:lnTo>
                  <a:lnTo>
                    <a:pt x="391034" y="339464"/>
                  </a:lnTo>
                  <a:lnTo>
                    <a:pt x="391090" y="338581"/>
                  </a:lnTo>
                  <a:lnTo>
                    <a:pt x="390451" y="338585"/>
                  </a:lnTo>
                  <a:lnTo>
                    <a:pt x="388942" y="334026"/>
                  </a:lnTo>
                  <a:lnTo>
                    <a:pt x="389402" y="333696"/>
                  </a:lnTo>
                  <a:lnTo>
                    <a:pt x="387827" y="328136"/>
                  </a:lnTo>
                  <a:lnTo>
                    <a:pt x="387074" y="324717"/>
                  </a:lnTo>
                  <a:lnTo>
                    <a:pt x="386747" y="321987"/>
                  </a:lnTo>
                  <a:lnTo>
                    <a:pt x="385842" y="320266"/>
                  </a:lnTo>
                  <a:lnTo>
                    <a:pt x="386126" y="318102"/>
                  </a:lnTo>
                  <a:lnTo>
                    <a:pt x="385205" y="317460"/>
                  </a:lnTo>
                  <a:lnTo>
                    <a:pt x="384821" y="316274"/>
                  </a:lnTo>
                  <a:lnTo>
                    <a:pt x="384868" y="315411"/>
                  </a:lnTo>
                  <a:lnTo>
                    <a:pt x="385201" y="314825"/>
                  </a:lnTo>
                  <a:lnTo>
                    <a:pt x="385875" y="314299"/>
                  </a:lnTo>
                  <a:lnTo>
                    <a:pt x="385292" y="313227"/>
                  </a:lnTo>
                  <a:lnTo>
                    <a:pt x="385020" y="312103"/>
                  </a:lnTo>
                  <a:lnTo>
                    <a:pt x="385535" y="311897"/>
                  </a:lnTo>
                  <a:lnTo>
                    <a:pt x="385283" y="311072"/>
                  </a:lnTo>
                  <a:lnTo>
                    <a:pt x="385399" y="309420"/>
                  </a:lnTo>
                  <a:lnTo>
                    <a:pt x="383797" y="309242"/>
                  </a:lnTo>
                  <a:lnTo>
                    <a:pt x="383982" y="304402"/>
                  </a:lnTo>
                  <a:lnTo>
                    <a:pt x="385142" y="297356"/>
                  </a:lnTo>
                  <a:lnTo>
                    <a:pt x="389278" y="297581"/>
                  </a:lnTo>
                  <a:lnTo>
                    <a:pt x="393705" y="296836"/>
                  </a:lnTo>
                  <a:lnTo>
                    <a:pt x="393558" y="293241"/>
                  </a:lnTo>
                  <a:lnTo>
                    <a:pt x="393279" y="290795"/>
                  </a:lnTo>
                  <a:lnTo>
                    <a:pt x="393204" y="285078"/>
                  </a:lnTo>
                  <a:lnTo>
                    <a:pt x="391346" y="284801"/>
                  </a:lnTo>
                  <a:lnTo>
                    <a:pt x="388668" y="284876"/>
                  </a:lnTo>
                  <a:lnTo>
                    <a:pt x="387251" y="284560"/>
                  </a:lnTo>
                  <a:lnTo>
                    <a:pt x="386793" y="286003"/>
                  </a:lnTo>
                  <a:lnTo>
                    <a:pt x="386677" y="287215"/>
                  </a:lnTo>
                  <a:lnTo>
                    <a:pt x="386160" y="287836"/>
                  </a:lnTo>
                  <a:lnTo>
                    <a:pt x="383578" y="287151"/>
                  </a:lnTo>
                  <a:lnTo>
                    <a:pt x="380646" y="287034"/>
                  </a:lnTo>
                  <a:lnTo>
                    <a:pt x="378526" y="287578"/>
                  </a:lnTo>
                  <a:lnTo>
                    <a:pt x="376749" y="287762"/>
                  </a:lnTo>
                  <a:lnTo>
                    <a:pt x="376160" y="288475"/>
                  </a:lnTo>
                  <a:lnTo>
                    <a:pt x="375190" y="290511"/>
                  </a:lnTo>
                  <a:lnTo>
                    <a:pt x="372511" y="294484"/>
                  </a:lnTo>
                  <a:lnTo>
                    <a:pt x="366809" y="299741"/>
                  </a:lnTo>
                  <a:lnTo>
                    <a:pt x="366294" y="300501"/>
                  </a:lnTo>
                  <a:lnTo>
                    <a:pt x="364661" y="298637"/>
                  </a:lnTo>
                  <a:lnTo>
                    <a:pt x="361900" y="297430"/>
                  </a:lnTo>
                  <a:lnTo>
                    <a:pt x="361919" y="297756"/>
                  </a:lnTo>
                  <a:lnTo>
                    <a:pt x="361149" y="297564"/>
                  </a:lnTo>
                  <a:lnTo>
                    <a:pt x="360073" y="297682"/>
                  </a:lnTo>
                  <a:lnTo>
                    <a:pt x="361052" y="305219"/>
                  </a:lnTo>
                  <a:lnTo>
                    <a:pt x="356943" y="305357"/>
                  </a:lnTo>
                  <a:lnTo>
                    <a:pt x="356205" y="303923"/>
                  </a:lnTo>
                  <a:lnTo>
                    <a:pt x="352584" y="302912"/>
                  </a:lnTo>
                  <a:lnTo>
                    <a:pt x="352220" y="302950"/>
                  </a:lnTo>
                  <a:lnTo>
                    <a:pt x="352018" y="303274"/>
                  </a:lnTo>
                  <a:lnTo>
                    <a:pt x="344177" y="301898"/>
                  </a:lnTo>
                  <a:lnTo>
                    <a:pt x="339728" y="298632"/>
                  </a:lnTo>
                  <a:lnTo>
                    <a:pt x="339494" y="299421"/>
                  </a:lnTo>
                  <a:lnTo>
                    <a:pt x="338650" y="300191"/>
                  </a:lnTo>
                  <a:lnTo>
                    <a:pt x="338050" y="300828"/>
                  </a:lnTo>
                  <a:lnTo>
                    <a:pt x="337334" y="301052"/>
                  </a:lnTo>
                  <a:lnTo>
                    <a:pt x="336399" y="301890"/>
                  </a:lnTo>
                  <a:lnTo>
                    <a:pt x="334607" y="304573"/>
                  </a:lnTo>
                  <a:lnTo>
                    <a:pt x="333478" y="304814"/>
                  </a:lnTo>
                  <a:lnTo>
                    <a:pt x="332260" y="305497"/>
                  </a:lnTo>
                  <a:lnTo>
                    <a:pt x="331749" y="306099"/>
                  </a:lnTo>
                  <a:lnTo>
                    <a:pt x="330482" y="306243"/>
                  </a:lnTo>
                  <a:lnTo>
                    <a:pt x="329890" y="307137"/>
                  </a:lnTo>
                  <a:lnTo>
                    <a:pt x="329849" y="308928"/>
                  </a:lnTo>
                  <a:lnTo>
                    <a:pt x="329052" y="308379"/>
                  </a:lnTo>
                  <a:lnTo>
                    <a:pt x="328720" y="308494"/>
                  </a:lnTo>
                  <a:lnTo>
                    <a:pt x="327881" y="310189"/>
                  </a:lnTo>
                  <a:lnTo>
                    <a:pt x="328143" y="310364"/>
                  </a:lnTo>
                  <a:lnTo>
                    <a:pt x="327932" y="310686"/>
                  </a:lnTo>
                  <a:lnTo>
                    <a:pt x="327318" y="310855"/>
                  </a:lnTo>
                  <a:lnTo>
                    <a:pt x="327491" y="311050"/>
                  </a:lnTo>
                  <a:lnTo>
                    <a:pt x="325676" y="313289"/>
                  </a:lnTo>
                  <a:lnTo>
                    <a:pt x="324438" y="313912"/>
                  </a:lnTo>
                  <a:lnTo>
                    <a:pt x="321689" y="313918"/>
                  </a:lnTo>
                  <a:lnTo>
                    <a:pt x="320034" y="313414"/>
                  </a:lnTo>
                  <a:lnTo>
                    <a:pt x="318192" y="313571"/>
                  </a:lnTo>
                  <a:lnTo>
                    <a:pt x="316778" y="314009"/>
                  </a:lnTo>
                  <a:lnTo>
                    <a:pt x="315522" y="313958"/>
                  </a:lnTo>
                  <a:lnTo>
                    <a:pt x="313729" y="313693"/>
                  </a:lnTo>
                  <a:lnTo>
                    <a:pt x="311385" y="313055"/>
                  </a:lnTo>
                  <a:lnTo>
                    <a:pt x="310403" y="312485"/>
                  </a:lnTo>
                  <a:lnTo>
                    <a:pt x="308465" y="312051"/>
                  </a:lnTo>
                  <a:lnTo>
                    <a:pt x="305967" y="312128"/>
                  </a:lnTo>
                  <a:lnTo>
                    <a:pt x="304088" y="311560"/>
                  </a:lnTo>
                  <a:lnTo>
                    <a:pt x="302543" y="311456"/>
                  </a:lnTo>
                  <a:lnTo>
                    <a:pt x="300423" y="310952"/>
                  </a:lnTo>
                  <a:lnTo>
                    <a:pt x="292410" y="311254"/>
                  </a:lnTo>
                  <a:lnTo>
                    <a:pt x="288040" y="310032"/>
                  </a:lnTo>
                  <a:lnTo>
                    <a:pt x="286928" y="309134"/>
                  </a:lnTo>
                  <a:lnTo>
                    <a:pt x="285121" y="308276"/>
                  </a:lnTo>
                  <a:lnTo>
                    <a:pt x="283205" y="308264"/>
                  </a:lnTo>
                  <a:lnTo>
                    <a:pt x="280480" y="308758"/>
                  </a:lnTo>
                  <a:lnTo>
                    <a:pt x="279074" y="306549"/>
                  </a:lnTo>
                  <a:lnTo>
                    <a:pt x="277724" y="307010"/>
                  </a:lnTo>
                  <a:lnTo>
                    <a:pt x="276688" y="307764"/>
                  </a:lnTo>
                  <a:lnTo>
                    <a:pt x="274409" y="310301"/>
                  </a:lnTo>
                  <a:lnTo>
                    <a:pt x="272959" y="309990"/>
                  </a:lnTo>
                  <a:lnTo>
                    <a:pt x="272950" y="310166"/>
                  </a:lnTo>
                  <a:lnTo>
                    <a:pt x="272192" y="310262"/>
                  </a:lnTo>
                  <a:lnTo>
                    <a:pt x="271805" y="309757"/>
                  </a:lnTo>
                  <a:lnTo>
                    <a:pt x="270962" y="309770"/>
                  </a:lnTo>
                  <a:lnTo>
                    <a:pt x="270585" y="309544"/>
                  </a:lnTo>
                  <a:lnTo>
                    <a:pt x="269286" y="310247"/>
                  </a:lnTo>
                  <a:lnTo>
                    <a:pt x="268821" y="310864"/>
                  </a:lnTo>
                  <a:lnTo>
                    <a:pt x="267806" y="310728"/>
                  </a:lnTo>
                  <a:lnTo>
                    <a:pt x="267112" y="311634"/>
                  </a:lnTo>
                  <a:lnTo>
                    <a:pt x="267612" y="313013"/>
                  </a:lnTo>
                  <a:lnTo>
                    <a:pt x="267289" y="313797"/>
                  </a:lnTo>
                  <a:lnTo>
                    <a:pt x="268488" y="315651"/>
                  </a:lnTo>
                  <a:lnTo>
                    <a:pt x="269229" y="315995"/>
                  </a:lnTo>
                  <a:lnTo>
                    <a:pt x="270473" y="317616"/>
                  </a:lnTo>
                  <a:lnTo>
                    <a:pt x="272861" y="319235"/>
                  </a:lnTo>
                  <a:lnTo>
                    <a:pt x="272983" y="321470"/>
                  </a:lnTo>
                  <a:lnTo>
                    <a:pt x="273395" y="322381"/>
                  </a:lnTo>
                  <a:lnTo>
                    <a:pt x="274571" y="322260"/>
                  </a:lnTo>
                  <a:lnTo>
                    <a:pt x="276101" y="322711"/>
                  </a:lnTo>
                  <a:lnTo>
                    <a:pt x="277804" y="322800"/>
                  </a:lnTo>
                  <a:lnTo>
                    <a:pt x="276638" y="323972"/>
                  </a:lnTo>
                  <a:lnTo>
                    <a:pt x="276379" y="326707"/>
                  </a:lnTo>
                  <a:lnTo>
                    <a:pt x="275094" y="328337"/>
                  </a:lnTo>
                  <a:lnTo>
                    <a:pt x="275061" y="331198"/>
                  </a:lnTo>
                  <a:lnTo>
                    <a:pt x="274337" y="334815"/>
                  </a:lnTo>
                  <a:lnTo>
                    <a:pt x="276131" y="335607"/>
                  </a:lnTo>
                  <a:lnTo>
                    <a:pt x="276512" y="338184"/>
                  </a:lnTo>
                  <a:lnTo>
                    <a:pt x="275550" y="338137"/>
                  </a:lnTo>
                  <a:lnTo>
                    <a:pt x="273571" y="338840"/>
                  </a:lnTo>
                  <a:lnTo>
                    <a:pt x="271965" y="340111"/>
                  </a:lnTo>
                  <a:lnTo>
                    <a:pt x="270043" y="340981"/>
                  </a:lnTo>
                  <a:lnTo>
                    <a:pt x="267881" y="341123"/>
                  </a:lnTo>
                  <a:lnTo>
                    <a:pt x="267540" y="341602"/>
                  </a:lnTo>
                  <a:lnTo>
                    <a:pt x="267269" y="342874"/>
                  </a:lnTo>
                  <a:lnTo>
                    <a:pt x="267293" y="343434"/>
                  </a:lnTo>
                  <a:lnTo>
                    <a:pt x="267852" y="344386"/>
                  </a:lnTo>
                  <a:lnTo>
                    <a:pt x="271719" y="348657"/>
                  </a:lnTo>
                  <a:lnTo>
                    <a:pt x="271849" y="349068"/>
                  </a:lnTo>
                  <a:lnTo>
                    <a:pt x="272726" y="349803"/>
                  </a:lnTo>
                  <a:lnTo>
                    <a:pt x="273077" y="351485"/>
                  </a:lnTo>
                  <a:lnTo>
                    <a:pt x="273524" y="352092"/>
                  </a:lnTo>
                  <a:lnTo>
                    <a:pt x="274131" y="352601"/>
                  </a:lnTo>
                  <a:lnTo>
                    <a:pt x="276004" y="353373"/>
                  </a:lnTo>
                  <a:lnTo>
                    <a:pt x="279092" y="354390"/>
                  </a:lnTo>
                  <a:lnTo>
                    <a:pt x="281391" y="354285"/>
                  </a:lnTo>
                  <a:lnTo>
                    <a:pt x="282490" y="353533"/>
                  </a:lnTo>
                  <a:lnTo>
                    <a:pt x="283324" y="354666"/>
                  </a:lnTo>
                  <a:lnTo>
                    <a:pt x="286963" y="354674"/>
                  </a:lnTo>
                  <a:lnTo>
                    <a:pt x="288578" y="353964"/>
                  </a:lnTo>
                  <a:lnTo>
                    <a:pt x="290284" y="351795"/>
                  </a:lnTo>
                  <a:lnTo>
                    <a:pt x="290876" y="350863"/>
                  </a:lnTo>
                  <a:lnTo>
                    <a:pt x="291589" y="347931"/>
                  </a:lnTo>
                  <a:lnTo>
                    <a:pt x="293264" y="347998"/>
                  </a:lnTo>
                  <a:lnTo>
                    <a:pt x="294461" y="348504"/>
                  </a:lnTo>
                  <a:lnTo>
                    <a:pt x="297932" y="349071"/>
                  </a:lnTo>
                  <a:lnTo>
                    <a:pt x="298213" y="350653"/>
                  </a:lnTo>
                  <a:lnTo>
                    <a:pt x="299922" y="352712"/>
                  </a:lnTo>
                  <a:lnTo>
                    <a:pt x="301508" y="353266"/>
                  </a:lnTo>
                  <a:lnTo>
                    <a:pt x="303625" y="354610"/>
                  </a:lnTo>
                  <a:lnTo>
                    <a:pt x="302045" y="356930"/>
                  </a:lnTo>
                  <a:lnTo>
                    <a:pt x="301593" y="362640"/>
                  </a:lnTo>
                  <a:lnTo>
                    <a:pt x="297114" y="362451"/>
                  </a:lnTo>
                  <a:lnTo>
                    <a:pt x="297031" y="362653"/>
                  </a:lnTo>
                  <a:lnTo>
                    <a:pt x="304861" y="365441"/>
                  </a:lnTo>
                  <a:lnTo>
                    <a:pt x="305400" y="366049"/>
                  </a:lnTo>
                  <a:lnTo>
                    <a:pt x="305314" y="366477"/>
                  </a:lnTo>
                  <a:lnTo>
                    <a:pt x="305793" y="367946"/>
                  </a:lnTo>
                  <a:lnTo>
                    <a:pt x="307439" y="369692"/>
                  </a:lnTo>
                  <a:lnTo>
                    <a:pt x="306679" y="369669"/>
                  </a:lnTo>
                  <a:lnTo>
                    <a:pt x="305499" y="372680"/>
                  </a:lnTo>
                  <a:lnTo>
                    <a:pt x="303100" y="375117"/>
                  </a:lnTo>
                  <a:lnTo>
                    <a:pt x="302280" y="377141"/>
                  </a:lnTo>
                  <a:lnTo>
                    <a:pt x="302341" y="379187"/>
                  </a:lnTo>
                  <a:lnTo>
                    <a:pt x="303010" y="379432"/>
                  </a:lnTo>
                  <a:lnTo>
                    <a:pt x="304791" y="382146"/>
                  </a:lnTo>
                  <a:lnTo>
                    <a:pt x="309727" y="378817"/>
                  </a:lnTo>
                  <a:lnTo>
                    <a:pt x="311436" y="377850"/>
                  </a:lnTo>
                  <a:lnTo>
                    <a:pt x="318384" y="372946"/>
                  </a:lnTo>
                  <a:lnTo>
                    <a:pt x="324161" y="370611"/>
                  </a:lnTo>
                  <a:lnTo>
                    <a:pt x="331826" y="366629"/>
                  </a:lnTo>
                  <a:lnTo>
                    <a:pt x="335851" y="365409"/>
                  </a:lnTo>
                  <a:lnTo>
                    <a:pt x="343375" y="364232"/>
                  </a:lnTo>
                  <a:lnTo>
                    <a:pt x="352403" y="362903"/>
                  </a:lnTo>
                  <a:lnTo>
                    <a:pt x="364186" y="361374"/>
                  </a:lnTo>
                  <a:lnTo>
                    <a:pt x="367005" y="360507"/>
                  </a:lnTo>
                  <a:lnTo>
                    <a:pt x="373267" y="360316"/>
                  </a:lnTo>
                  <a:lnTo>
                    <a:pt x="374054" y="361654"/>
                  </a:lnTo>
                  <a:lnTo>
                    <a:pt x="382975" y="358842"/>
                  </a:lnTo>
                  <a:lnTo>
                    <a:pt x="384125" y="362097"/>
                  </a:lnTo>
                  <a:lnTo>
                    <a:pt x="386163" y="370437"/>
                  </a:lnTo>
                  <a:lnTo>
                    <a:pt x="384664" y="371057"/>
                  </a:lnTo>
                  <a:lnTo>
                    <a:pt x="384302" y="371394"/>
                  </a:lnTo>
                  <a:lnTo>
                    <a:pt x="383867" y="372560"/>
                  </a:lnTo>
                  <a:lnTo>
                    <a:pt x="383659" y="374201"/>
                  </a:lnTo>
                  <a:lnTo>
                    <a:pt x="384771" y="377814"/>
                  </a:lnTo>
                  <a:lnTo>
                    <a:pt x="384669" y="379146"/>
                  </a:lnTo>
                  <a:lnTo>
                    <a:pt x="384406" y="379125"/>
                  </a:lnTo>
                  <a:lnTo>
                    <a:pt x="384205" y="379775"/>
                  </a:lnTo>
                  <a:lnTo>
                    <a:pt x="382130" y="381128"/>
                  </a:lnTo>
                  <a:lnTo>
                    <a:pt x="381261" y="383223"/>
                  </a:lnTo>
                  <a:lnTo>
                    <a:pt x="379918" y="385156"/>
                  </a:lnTo>
                  <a:lnTo>
                    <a:pt x="379682" y="385135"/>
                  </a:lnTo>
                  <a:lnTo>
                    <a:pt x="379076" y="385892"/>
                  </a:lnTo>
                  <a:lnTo>
                    <a:pt x="378799" y="385819"/>
                  </a:lnTo>
                  <a:lnTo>
                    <a:pt x="378539" y="386075"/>
                  </a:lnTo>
                  <a:lnTo>
                    <a:pt x="377905" y="387253"/>
                  </a:lnTo>
                  <a:lnTo>
                    <a:pt x="378595" y="391175"/>
                  </a:lnTo>
                  <a:lnTo>
                    <a:pt x="378861" y="394889"/>
                  </a:lnTo>
                  <a:lnTo>
                    <a:pt x="379334" y="395662"/>
                  </a:lnTo>
                  <a:lnTo>
                    <a:pt x="381070" y="396340"/>
                  </a:lnTo>
                  <a:lnTo>
                    <a:pt x="386963" y="397020"/>
                  </a:lnTo>
                  <a:lnTo>
                    <a:pt x="388232" y="397868"/>
                  </a:lnTo>
                  <a:lnTo>
                    <a:pt x="389322" y="399265"/>
                  </a:lnTo>
                  <a:lnTo>
                    <a:pt x="389169" y="399519"/>
                  </a:lnTo>
                  <a:lnTo>
                    <a:pt x="387768" y="403663"/>
                  </a:lnTo>
                  <a:lnTo>
                    <a:pt x="386192" y="405701"/>
                  </a:lnTo>
                  <a:lnTo>
                    <a:pt x="382871" y="404888"/>
                  </a:lnTo>
                  <a:lnTo>
                    <a:pt x="382863" y="407006"/>
                  </a:lnTo>
                  <a:lnTo>
                    <a:pt x="383981" y="409686"/>
                  </a:lnTo>
                  <a:lnTo>
                    <a:pt x="377514" y="409874"/>
                  </a:lnTo>
                  <a:lnTo>
                    <a:pt x="377952" y="411810"/>
                  </a:lnTo>
                  <a:lnTo>
                    <a:pt x="382010" y="411472"/>
                  </a:lnTo>
                  <a:lnTo>
                    <a:pt x="381912" y="410986"/>
                  </a:lnTo>
                  <a:lnTo>
                    <a:pt x="384410" y="410688"/>
                  </a:lnTo>
                  <a:lnTo>
                    <a:pt x="386386" y="409856"/>
                  </a:lnTo>
                  <a:lnTo>
                    <a:pt x="386312" y="409435"/>
                  </a:lnTo>
                  <a:lnTo>
                    <a:pt x="386716" y="409304"/>
                  </a:lnTo>
                  <a:lnTo>
                    <a:pt x="387044" y="410476"/>
                  </a:lnTo>
                  <a:lnTo>
                    <a:pt x="388736" y="409980"/>
                  </a:lnTo>
                  <a:lnTo>
                    <a:pt x="390697" y="410108"/>
                  </a:lnTo>
                  <a:lnTo>
                    <a:pt x="390654" y="409022"/>
                  </a:lnTo>
                  <a:lnTo>
                    <a:pt x="392347" y="408557"/>
                  </a:lnTo>
                  <a:lnTo>
                    <a:pt x="393450" y="407935"/>
                  </a:lnTo>
                  <a:lnTo>
                    <a:pt x="393791" y="407832"/>
                  </a:lnTo>
                  <a:lnTo>
                    <a:pt x="394263" y="408611"/>
                  </a:lnTo>
                  <a:lnTo>
                    <a:pt x="397368" y="407235"/>
                  </a:lnTo>
                  <a:lnTo>
                    <a:pt x="397424" y="407395"/>
                  </a:lnTo>
                  <a:lnTo>
                    <a:pt x="399676" y="406884"/>
                  </a:lnTo>
                  <a:lnTo>
                    <a:pt x="398966" y="405642"/>
                  </a:lnTo>
                  <a:lnTo>
                    <a:pt x="402189" y="403710"/>
                  </a:lnTo>
                  <a:lnTo>
                    <a:pt x="405567" y="402742"/>
                  </a:lnTo>
                  <a:lnTo>
                    <a:pt x="407694" y="402820"/>
                  </a:lnTo>
                  <a:lnTo>
                    <a:pt x="408985" y="403630"/>
                  </a:lnTo>
                  <a:lnTo>
                    <a:pt x="411068" y="404069"/>
                  </a:lnTo>
                  <a:lnTo>
                    <a:pt x="411728" y="403819"/>
                  </a:lnTo>
                  <a:lnTo>
                    <a:pt x="412063" y="404080"/>
                  </a:lnTo>
                  <a:lnTo>
                    <a:pt x="412639" y="405572"/>
                  </a:lnTo>
                  <a:lnTo>
                    <a:pt x="413008" y="404892"/>
                  </a:lnTo>
                  <a:lnTo>
                    <a:pt x="413064" y="405158"/>
                  </a:lnTo>
                  <a:lnTo>
                    <a:pt x="414091" y="405532"/>
                  </a:lnTo>
                  <a:lnTo>
                    <a:pt x="414167" y="405245"/>
                  </a:lnTo>
                  <a:lnTo>
                    <a:pt x="415423" y="405740"/>
                  </a:lnTo>
                  <a:lnTo>
                    <a:pt x="416394" y="405572"/>
                  </a:lnTo>
                  <a:lnTo>
                    <a:pt x="419838" y="406290"/>
                  </a:lnTo>
                  <a:lnTo>
                    <a:pt x="419653" y="407039"/>
                  </a:lnTo>
                  <a:lnTo>
                    <a:pt x="419994" y="407416"/>
                  </a:lnTo>
                  <a:lnTo>
                    <a:pt x="420212" y="409202"/>
                  </a:lnTo>
                  <a:lnTo>
                    <a:pt x="420705" y="408734"/>
                  </a:lnTo>
                  <a:lnTo>
                    <a:pt x="421614" y="410369"/>
                  </a:lnTo>
                  <a:lnTo>
                    <a:pt x="421159" y="410753"/>
                  </a:lnTo>
                  <a:lnTo>
                    <a:pt x="420058" y="412596"/>
                  </a:lnTo>
                  <a:lnTo>
                    <a:pt x="420879" y="413100"/>
                  </a:lnTo>
                  <a:lnTo>
                    <a:pt x="420198" y="414046"/>
                  </a:lnTo>
                  <a:lnTo>
                    <a:pt x="419177" y="414696"/>
                  </a:lnTo>
                  <a:lnTo>
                    <a:pt x="419328" y="415077"/>
                  </a:lnTo>
                  <a:lnTo>
                    <a:pt x="420717" y="417509"/>
                  </a:lnTo>
                  <a:lnTo>
                    <a:pt x="422413" y="419560"/>
                  </a:lnTo>
                  <a:lnTo>
                    <a:pt x="423464" y="422209"/>
                  </a:lnTo>
                  <a:lnTo>
                    <a:pt x="420679" y="426631"/>
                  </a:lnTo>
                  <a:lnTo>
                    <a:pt x="420232" y="427587"/>
                  </a:lnTo>
                  <a:lnTo>
                    <a:pt x="419766" y="430105"/>
                  </a:lnTo>
                  <a:lnTo>
                    <a:pt x="419610" y="432138"/>
                  </a:lnTo>
                  <a:lnTo>
                    <a:pt x="421027" y="435106"/>
                  </a:lnTo>
                  <a:lnTo>
                    <a:pt x="423216" y="442013"/>
                  </a:lnTo>
                  <a:lnTo>
                    <a:pt x="423224" y="452429"/>
                  </a:lnTo>
                  <a:lnTo>
                    <a:pt x="420942" y="453180"/>
                  </a:lnTo>
                  <a:lnTo>
                    <a:pt x="418967" y="453333"/>
                  </a:lnTo>
                  <a:lnTo>
                    <a:pt x="417235" y="454179"/>
                  </a:lnTo>
                  <a:lnTo>
                    <a:pt x="417616" y="455116"/>
                  </a:lnTo>
                  <a:lnTo>
                    <a:pt x="417591" y="456089"/>
                  </a:lnTo>
                  <a:lnTo>
                    <a:pt x="413172" y="458908"/>
                  </a:lnTo>
                  <a:lnTo>
                    <a:pt x="411255" y="459730"/>
                  </a:lnTo>
                  <a:lnTo>
                    <a:pt x="409591" y="459893"/>
                  </a:lnTo>
                  <a:lnTo>
                    <a:pt x="408012" y="459515"/>
                  </a:lnTo>
                  <a:lnTo>
                    <a:pt x="407489" y="459988"/>
                  </a:lnTo>
                  <a:lnTo>
                    <a:pt x="407113" y="461169"/>
                  </a:lnTo>
                  <a:lnTo>
                    <a:pt x="407034" y="463845"/>
                  </a:lnTo>
                  <a:lnTo>
                    <a:pt x="407475" y="464943"/>
                  </a:lnTo>
                  <a:lnTo>
                    <a:pt x="404490" y="465777"/>
                  </a:lnTo>
                  <a:lnTo>
                    <a:pt x="401160" y="466266"/>
                  </a:lnTo>
                  <a:lnTo>
                    <a:pt x="395445" y="467596"/>
                  </a:lnTo>
                  <a:lnTo>
                    <a:pt x="391026" y="469526"/>
                  </a:lnTo>
                  <a:lnTo>
                    <a:pt x="389839" y="471717"/>
                  </a:lnTo>
                  <a:lnTo>
                    <a:pt x="390144" y="472497"/>
                  </a:lnTo>
                  <a:lnTo>
                    <a:pt x="389789" y="473600"/>
                  </a:lnTo>
                  <a:lnTo>
                    <a:pt x="389979" y="474400"/>
                  </a:lnTo>
                  <a:lnTo>
                    <a:pt x="387960" y="475542"/>
                  </a:lnTo>
                  <a:lnTo>
                    <a:pt x="383770" y="477095"/>
                  </a:lnTo>
                  <a:lnTo>
                    <a:pt x="384336" y="480468"/>
                  </a:lnTo>
                  <a:lnTo>
                    <a:pt x="383780" y="483105"/>
                  </a:lnTo>
                  <a:lnTo>
                    <a:pt x="382807" y="483550"/>
                  </a:lnTo>
                  <a:lnTo>
                    <a:pt x="381935" y="483520"/>
                  </a:lnTo>
                  <a:lnTo>
                    <a:pt x="380465" y="484285"/>
                  </a:lnTo>
                  <a:lnTo>
                    <a:pt x="379048" y="483707"/>
                  </a:lnTo>
                  <a:lnTo>
                    <a:pt x="378566" y="482819"/>
                  </a:lnTo>
                  <a:lnTo>
                    <a:pt x="378123" y="483724"/>
                  </a:lnTo>
                  <a:lnTo>
                    <a:pt x="375587" y="483849"/>
                  </a:lnTo>
                  <a:lnTo>
                    <a:pt x="375419" y="482888"/>
                  </a:lnTo>
                  <a:lnTo>
                    <a:pt x="371865" y="483227"/>
                  </a:lnTo>
                  <a:lnTo>
                    <a:pt x="368242" y="482414"/>
                  </a:lnTo>
                  <a:lnTo>
                    <a:pt x="368959" y="481112"/>
                  </a:lnTo>
                  <a:lnTo>
                    <a:pt x="368211" y="480811"/>
                  </a:lnTo>
                  <a:lnTo>
                    <a:pt x="367029" y="479430"/>
                  </a:lnTo>
                  <a:lnTo>
                    <a:pt x="366539" y="475794"/>
                  </a:lnTo>
                  <a:lnTo>
                    <a:pt x="365875" y="473682"/>
                  </a:lnTo>
                  <a:lnTo>
                    <a:pt x="357136" y="474363"/>
                  </a:lnTo>
                  <a:lnTo>
                    <a:pt x="356090" y="472163"/>
                  </a:lnTo>
                  <a:lnTo>
                    <a:pt x="355056" y="472714"/>
                  </a:lnTo>
                  <a:lnTo>
                    <a:pt x="354087" y="472889"/>
                  </a:lnTo>
                  <a:lnTo>
                    <a:pt x="352540" y="472840"/>
                  </a:lnTo>
                  <a:lnTo>
                    <a:pt x="350263" y="472403"/>
                  </a:lnTo>
                  <a:lnTo>
                    <a:pt x="350274" y="470407"/>
                  </a:lnTo>
                  <a:lnTo>
                    <a:pt x="346581" y="471397"/>
                  </a:lnTo>
                  <a:lnTo>
                    <a:pt x="343658" y="471794"/>
                  </a:lnTo>
                  <a:lnTo>
                    <a:pt x="341208" y="471808"/>
                  </a:lnTo>
                  <a:lnTo>
                    <a:pt x="341125" y="472033"/>
                  </a:lnTo>
                  <a:lnTo>
                    <a:pt x="338003" y="471477"/>
                  </a:lnTo>
                  <a:lnTo>
                    <a:pt x="338097" y="469119"/>
                  </a:lnTo>
                  <a:lnTo>
                    <a:pt x="337588" y="466383"/>
                  </a:lnTo>
                  <a:lnTo>
                    <a:pt x="337837" y="465828"/>
                  </a:lnTo>
                  <a:lnTo>
                    <a:pt x="337314" y="464891"/>
                  </a:lnTo>
                  <a:lnTo>
                    <a:pt x="337233" y="463980"/>
                  </a:lnTo>
                  <a:lnTo>
                    <a:pt x="337309" y="463023"/>
                  </a:lnTo>
                  <a:lnTo>
                    <a:pt x="337971" y="461653"/>
                  </a:lnTo>
                  <a:lnTo>
                    <a:pt x="335400" y="463518"/>
                  </a:lnTo>
                  <a:lnTo>
                    <a:pt x="334775" y="463551"/>
                  </a:lnTo>
                  <a:lnTo>
                    <a:pt x="332985" y="461750"/>
                  </a:lnTo>
                  <a:lnTo>
                    <a:pt x="329462" y="460406"/>
                  </a:lnTo>
                  <a:lnTo>
                    <a:pt x="328048" y="458568"/>
                  </a:lnTo>
                  <a:lnTo>
                    <a:pt x="327539" y="459174"/>
                  </a:lnTo>
                  <a:lnTo>
                    <a:pt x="326640" y="459425"/>
                  </a:lnTo>
                  <a:lnTo>
                    <a:pt x="326369" y="459835"/>
                  </a:lnTo>
                  <a:lnTo>
                    <a:pt x="325609" y="460162"/>
                  </a:lnTo>
                  <a:lnTo>
                    <a:pt x="325241" y="460852"/>
                  </a:lnTo>
                  <a:lnTo>
                    <a:pt x="324318" y="461146"/>
                  </a:lnTo>
                  <a:lnTo>
                    <a:pt x="323318" y="462121"/>
                  </a:lnTo>
                  <a:lnTo>
                    <a:pt x="322351" y="464061"/>
                  </a:lnTo>
                  <a:lnTo>
                    <a:pt x="322386" y="465017"/>
                  </a:lnTo>
                  <a:lnTo>
                    <a:pt x="320761" y="467141"/>
                  </a:lnTo>
                  <a:lnTo>
                    <a:pt x="319331" y="466934"/>
                  </a:lnTo>
                  <a:lnTo>
                    <a:pt x="317680" y="466279"/>
                  </a:lnTo>
                  <a:lnTo>
                    <a:pt x="315934" y="466401"/>
                  </a:lnTo>
                  <a:lnTo>
                    <a:pt x="315472" y="466234"/>
                  </a:lnTo>
                  <a:lnTo>
                    <a:pt x="314807" y="466576"/>
                  </a:lnTo>
                  <a:lnTo>
                    <a:pt x="313569" y="466703"/>
                  </a:lnTo>
                  <a:lnTo>
                    <a:pt x="312914" y="467090"/>
                  </a:lnTo>
                  <a:lnTo>
                    <a:pt x="311598" y="466639"/>
                  </a:lnTo>
                  <a:lnTo>
                    <a:pt x="310447" y="467010"/>
                  </a:lnTo>
                  <a:lnTo>
                    <a:pt x="308950" y="466697"/>
                  </a:lnTo>
                  <a:lnTo>
                    <a:pt x="305609" y="467131"/>
                  </a:lnTo>
                  <a:lnTo>
                    <a:pt x="304567" y="467482"/>
                  </a:lnTo>
                  <a:lnTo>
                    <a:pt x="303614" y="467370"/>
                  </a:lnTo>
                  <a:lnTo>
                    <a:pt x="303665" y="468275"/>
                  </a:lnTo>
                  <a:lnTo>
                    <a:pt x="302860" y="468326"/>
                  </a:lnTo>
                  <a:lnTo>
                    <a:pt x="301392" y="467891"/>
                  </a:lnTo>
                  <a:lnTo>
                    <a:pt x="296366" y="468031"/>
                  </a:lnTo>
                  <a:lnTo>
                    <a:pt x="296268" y="468364"/>
                  </a:lnTo>
                  <a:lnTo>
                    <a:pt x="296823" y="469881"/>
                  </a:lnTo>
                  <a:lnTo>
                    <a:pt x="296324" y="471561"/>
                  </a:lnTo>
                  <a:lnTo>
                    <a:pt x="292948" y="472570"/>
                  </a:lnTo>
                  <a:lnTo>
                    <a:pt x="291982" y="472815"/>
                  </a:lnTo>
                  <a:lnTo>
                    <a:pt x="288504" y="472801"/>
                  </a:lnTo>
                  <a:lnTo>
                    <a:pt x="286797" y="473602"/>
                  </a:lnTo>
                  <a:lnTo>
                    <a:pt x="286097" y="475769"/>
                  </a:lnTo>
                  <a:lnTo>
                    <a:pt x="284406" y="477452"/>
                  </a:lnTo>
                  <a:lnTo>
                    <a:pt x="283916" y="478303"/>
                  </a:lnTo>
                  <a:lnTo>
                    <a:pt x="282512" y="479009"/>
                  </a:lnTo>
                  <a:lnTo>
                    <a:pt x="280092" y="480940"/>
                  </a:lnTo>
                  <a:lnTo>
                    <a:pt x="278816" y="482690"/>
                  </a:lnTo>
                  <a:lnTo>
                    <a:pt x="277197" y="484228"/>
                  </a:lnTo>
                  <a:lnTo>
                    <a:pt x="276650" y="484168"/>
                  </a:lnTo>
                  <a:lnTo>
                    <a:pt x="274920" y="484741"/>
                  </a:lnTo>
                  <a:lnTo>
                    <a:pt x="274110" y="484750"/>
                  </a:lnTo>
                  <a:lnTo>
                    <a:pt x="273114" y="485185"/>
                  </a:lnTo>
                  <a:lnTo>
                    <a:pt x="272325" y="485200"/>
                  </a:lnTo>
                  <a:lnTo>
                    <a:pt x="272000" y="484783"/>
                  </a:lnTo>
                  <a:lnTo>
                    <a:pt x="271419" y="485124"/>
                  </a:lnTo>
                  <a:lnTo>
                    <a:pt x="270039" y="485311"/>
                  </a:lnTo>
                  <a:lnTo>
                    <a:pt x="268544" y="484937"/>
                  </a:lnTo>
                  <a:lnTo>
                    <a:pt x="267236" y="484387"/>
                  </a:lnTo>
                  <a:lnTo>
                    <a:pt x="265888" y="484379"/>
                  </a:lnTo>
                  <a:lnTo>
                    <a:pt x="265459" y="483979"/>
                  </a:lnTo>
                  <a:lnTo>
                    <a:pt x="263952" y="484264"/>
                  </a:lnTo>
                  <a:lnTo>
                    <a:pt x="260093" y="485571"/>
                  </a:lnTo>
                  <a:lnTo>
                    <a:pt x="259171" y="485354"/>
                  </a:lnTo>
                  <a:lnTo>
                    <a:pt x="257898" y="484657"/>
                  </a:lnTo>
                  <a:lnTo>
                    <a:pt x="257181" y="484650"/>
                  </a:lnTo>
                  <a:lnTo>
                    <a:pt x="256732" y="485188"/>
                  </a:lnTo>
                  <a:lnTo>
                    <a:pt x="255874" y="485520"/>
                  </a:lnTo>
                  <a:lnTo>
                    <a:pt x="254845" y="485460"/>
                  </a:lnTo>
                  <a:lnTo>
                    <a:pt x="254247" y="485070"/>
                  </a:lnTo>
                  <a:lnTo>
                    <a:pt x="252736" y="484724"/>
                  </a:lnTo>
                  <a:lnTo>
                    <a:pt x="252074" y="484287"/>
                  </a:lnTo>
                  <a:lnTo>
                    <a:pt x="251703" y="484778"/>
                  </a:lnTo>
                  <a:lnTo>
                    <a:pt x="251932" y="485022"/>
                  </a:lnTo>
                  <a:lnTo>
                    <a:pt x="251529" y="486381"/>
                  </a:lnTo>
                  <a:lnTo>
                    <a:pt x="251678" y="486730"/>
                  </a:lnTo>
                  <a:lnTo>
                    <a:pt x="253694" y="488598"/>
                  </a:lnTo>
                  <a:lnTo>
                    <a:pt x="254180" y="489463"/>
                  </a:lnTo>
                  <a:lnTo>
                    <a:pt x="254100" y="489780"/>
                  </a:lnTo>
                  <a:lnTo>
                    <a:pt x="254420" y="490399"/>
                  </a:lnTo>
                  <a:lnTo>
                    <a:pt x="254184" y="491506"/>
                  </a:lnTo>
                  <a:lnTo>
                    <a:pt x="254893" y="492829"/>
                  </a:lnTo>
                  <a:lnTo>
                    <a:pt x="256270" y="493536"/>
                  </a:lnTo>
                  <a:lnTo>
                    <a:pt x="256226" y="497381"/>
                  </a:lnTo>
                  <a:lnTo>
                    <a:pt x="253480" y="496144"/>
                  </a:lnTo>
                  <a:lnTo>
                    <a:pt x="253238" y="497598"/>
                  </a:lnTo>
                  <a:lnTo>
                    <a:pt x="252106" y="497297"/>
                  </a:lnTo>
                  <a:lnTo>
                    <a:pt x="251255" y="497473"/>
                  </a:lnTo>
                  <a:lnTo>
                    <a:pt x="248587" y="499274"/>
                  </a:lnTo>
                  <a:lnTo>
                    <a:pt x="244978" y="498889"/>
                  </a:lnTo>
                  <a:lnTo>
                    <a:pt x="242823" y="498165"/>
                  </a:lnTo>
                  <a:lnTo>
                    <a:pt x="242135" y="497694"/>
                  </a:lnTo>
                  <a:lnTo>
                    <a:pt x="240349" y="497236"/>
                  </a:lnTo>
                  <a:lnTo>
                    <a:pt x="238256" y="497243"/>
                  </a:lnTo>
                  <a:lnTo>
                    <a:pt x="237239" y="497511"/>
                  </a:lnTo>
                  <a:lnTo>
                    <a:pt x="235583" y="497089"/>
                  </a:lnTo>
                  <a:lnTo>
                    <a:pt x="231472" y="495098"/>
                  </a:lnTo>
                  <a:lnTo>
                    <a:pt x="229565" y="494817"/>
                  </a:lnTo>
                  <a:lnTo>
                    <a:pt x="228364" y="495705"/>
                  </a:lnTo>
                  <a:lnTo>
                    <a:pt x="226074" y="496286"/>
                  </a:lnTo>
                  <a:lnTo>
                    <a:pt x="225847" y="499749"/>
                  </a:lnTo>
                  <a:lnTo>
                    <a:pt x="225299" y="501030"/>
                  </a:lnTo>
                  <a:lnTo>
                    <a:pt x="224506" y="501171"/>
                  </a:lnTo>
                  <a:lnTo>
                    <a:pt x="224342" y="501469"/>
                  </a:lnTo>
                  <a:lnTo>
                    <a:pt x="223587" y="501743"/>
                  </a:lnTo>
                  <a:lnTo>
                    <a:pt x="223326" y="502347"/>
                  </a:lnTo>
                  <a:lnTo>
                    <a:pt x="222343" y="502704"/>
                  </a:lnTo>
                  <a:lnTo>
                    <a:pt x="221310" y="502912"/>
                  </a:lnTo>
                  <a:lnTo>
                    <a:pt x="221067" y="502723"/>
                  </a:lnTo>
                  <a:lnTo>
                    <a:pt x="220393" y="502855"/>
                  </a:lnTo>
                  <a:lnTo>
                    <a:pt x="220062" y="502604"/>
                  </a:lnTo>
                  <a:lnTo>
                    <a:pt x="219191" y="502889"/>
                  </a:lnTo>
                  <a:lnTo>
                    <a:pt x="217080" y="504959"/>
                  </a:lnTo>
                  <a:lnTo>
                    <a:pt x="216295" y="506239"/>
                  </a:lnTo>
                  <a:lnTo>
                    <a:pt x="215768" y="506503"/>
                  </a:lnTo>
                  <a:lnTo>
                    <a:pt x="215555" y="507800"/>
                  </a:lnTo>
                  <a:lnTo>
                    <a:pt x="213945" y="508781"/>
                  </a:lnTo>
                  <a:lnTo>
                    <a:pt x="212697" y="509141"/>
                  </a:lnTo>
                  <a:lnTo>
                    <a:pt x="211561" y="510133"/>
                  </a:lnTo>
                  <a:lnTo>
                    <a:pt x="210754" y="509643"/>
                  </a:lnTo>
                  <a:lnTo>
                    <a:pt x="210682" y="509037"/>
                  </a:lnTo>
                  <a:lnTo>
                    <a:pt x="208573" y="508103"/>
                  </a:lnTo>
                  <a:lnTo>
                    <a:pt x="208192" y="507815"/>
                  </a:lnTo>
                  <a:lnTo>
                    <a:pt x="207977" y="507114"/>
                  </a:lnTo>
                  <a:lnTo>
                    <a:pt x="208333" y="505951"/>
                  </a:lnTo>
                  <a:lnTo>
                    <a:pt x="207908" y="504260"/>
                  </a:lnTo>
                  <a:lnTo>
                    <a:pt x="207345" y="503337"/>
                  </a:lnTo>
                  <a:lnTo>
                    <a:pt x="206138" y="502865"/>
                  </a:lnTo>
                  <a:lnTo>
                    <a:pt x="205269" y="502740"/>
                  </a:lnTo>
                  <a:lnTo>
                    <a:pt x="204798" y="502900"/>
                  </a:lnTo>
                  <a:lnTo>
                    <a:pt x="204286" y="500970"/>
                  </a:lnTo>
                  <a:lnTo>
                    <a:pt x="203824" y="501337"/>
                  </a:lnTo>
                  <a:lnTo>
                    <a:pt x="203259" y="502244"/>
                  </a:lnTo>
                  <a:lnTo>
                    <a:pt x="202355" y="502865"/>
                  </a:lnTo>
                  <a:lnTo>
                    <a:pt x="200288" y="504107"/>
                  </a:lnTo>
                  <a:lnTo>
                    <a:pt x="197741" y="507516"/>
                  </a:lnTo>
                  <a:lnTo>
                    <a:pt x="194367" y="509823"/>
                  </a:lnTo>
                  <a:lnTo>
                    <a:pt x="193174" y="510306"/>
                  </a:lnTo>
                  <a:lnTo>
                    <a:pt x="192349" y="510083"/>
                  </a:lnTo>
                  <a:lnTo>
                    <a:pt x="192045" y="510405"/>
                  </a:lnTo>
                  <a:lnTo>
                    <a:pt x="191882" y="511991"/>
                  </a:lnTo>
                  <a:lnTo>
                    <a:pt x="191253" y="513075"/>
                  </a:lnTo>
                  <a:lnTo>
                    <a:pt x="190207" y="514198"/>
                  </a:lnTo>
                  <a:lnTo>
                    <a:pt x="189286" y="514458"/>
                  </a:lnTo>
                  <a:lnTo>
                    <a:pt x="188728" y="514177"/>
                  </a:lnTo>
                  <a:lnTo>
                    <a:pt x="187681" y="514676"/>
                  </a:lnTo>
                  <a:lnTo>
                    <a:pt x="186164" y="515831"/>
                  </a:lnTo>
                  <a:lnTo>
                    <a:pt x="185494" y="517238"/>
                  </a:lnTo>
                  <a:lnTo>
                    <a:pt x="184665" y="518025"/>
                  </a:lnTo>
                  <a:lnTo>
                    <a:pt x="184542" y="518944"/>
                  </a:lnTo>
                  <a:lnTo>
                    <a:pt x="183954" y="519634"/>
                  </a:lnTo>
                  <a:lnTo>
                    <a:pt x="183539" y="518744"/>
                  </a:lnTo>
                  <a:lnTo>
                    <a:pt x="183856" y="518071"/>
                  </a:lnTo>
                  <a:lnTo>
                    <a:pt x="183314" y="517664"/>
                  </a:lnTo>
                  <a:lnTo>
                    <a:pt x="182766" y="516742"/>
                  </a:lnTo>
                  <a:lnTo>
                    <a:pt x="182927" y="515671"/>
                  </a:lnTo>
                  <a:lnTo>
                    <a:pt x="183420" y="514651"/>
                  </a:lnTo>
                  <a:lnTo>
                    <a:pt x="184155" y="513924"/>
                  </a:lnTo>
                  <a:lnTo>
                    <a:pt x="184521" y="513856"/>
                  </a:lnTo>
                  <a:lnTo>
                    <a:pt x="184691" y="513094"/>
                  </a:lnTo>
                  <a:lnTo>
                    <a:pt x="184297" y="512110"/>
                  </a:lnTo>
                  <a:lnTo>
                    <a:pt x="184295" y="510787"/>
                  </a:lnTo>
                  <a:lnTo>
                    <a:pt x="185208" y="508692"/>
                  </a:lnTo>
                  <a:lnTo>
                    <a:pt x="185680" y="506424"/>
                  </a:lnTo>
                  <a:lnTo>
                    <a:pt x="186478" y="504832"/>
                  </a:lnTo>
                  <a:lnTo>
                    <a:pt x="187203" y="501981"/>
                  </a:lnTo>
                  <a:lnTo>
                    <a:pt x="186424" y="501046"/>
                  </a:lnTo>
                  <a:lnTo>
                    <a:pt x="186080" y="497983"/>
                  </a:lnTo>
                  <a:lnTo>
                    <a:pt x="184783" y="495312"/>
                  </a:lnTo>
                  <a:lnTo>
                    <a:pt x="183185" y="493430"/>
                  </a:lnTo>
                  <a:lnTo>
                    <a:pt x="183109" y="492939"/>
                  </a:lnTo>
                  <a:lnTo>
                    <a:pt x="178068" y="491549"/>
                  </a:lnTo>
                  <a:lnTo>
                    <a:pt x="175652" y="492373"/>
                  </a:lnTo>
                  <a:lnTo>
                    <a:pt x="173706" y="492047"/>
                  </a:lnTo>
                  <a:lnTo>
                    <a:pt x="171978" y="492201"/>
                  </a:lnTo>
                  <a:lnTo>
                    <a:pt x="169183" y="493462"/>
                  </a:lnTo>
                  <a:lnTo>
                    <a:pt x="167041" y="493818"/>
                  </a:lnTo>
                  <a:lnTo>
                    <a:pt x="164392" y="494781"/>
                  </a:lnTo>
                  <a:lnTo>
                    <a:pt x="161388" y="494055"/>
                  </a:lnTo>
                  <a:lnTo>
                    <a:pt x="159995" y="493596"/>
                  </a:lnTo>
                  <a:lnTo>
                    <a:pt x="158842" y="492738"/>
                  </a:lnTo>
                  <a:lnTo>
                    <a:pt x="157460" y="492661"/>
                  </a:lnTo>
                  <a:lnTo>
                    <a:pt x="156982" y="492364"/>
                  </a:lnTo>
                  <a:lnTo>
                    <a:pt x="151976" y="492480"/>
                  </a:lnTo>
                  <a:lnTo>
                    <a:pt x="149817" y="492219"/>
                  </a:lnTo>
                  <a:lnTo>
                    <a:pt x="150657" y="496796"/>
                  </a:lnTo>
                  <a:lnTo>
                    <a:pt x="151589" y="503881"/>
                  </a:lnTo>
                  <a:lnTo>
                    <a:pt x="151719" y="506090"/>
                  </a:lnTo>
                  <a:lnTo>
                    <a:pt x="150710" y="510793"/>
                  </a:lnTo>
                  <a:lnTo>
                    <a:pt x="150245" y="520946"/>
                  </a:lnTo>
                  <a:lnTo>
                    <a:pt x="149250" y="527570"/>
                  </a:lnTo>
                  <a:lnTo>
                    <a:pt x="147457" y="536554"/>
                  </a:lnTo>
                  <a:lnTo>
                    <a:pt x="146405" y="542759"/>
                  </a:lnTo>
                  <a:lnTo>
                    <a:pt x="146047" y="544241"/>
                  </a:lnTo>
                  <a:lnTo>
                    <a:pt x="145592" y="544941"/>
                  </a:lnTo>
                  <a:lnTo>
                    <a:pt x="144998" y="549527"/>
                  </a:lnTo>
                  <a:lnTo>
                    <a:pt x="143864" y="554090"/>
                  </a:lnTo>
                  <a:lnTo>
                    <a:pt x="142678" y="556163"/>
                  </a:lnTo>
                  <a:lnTo>
                    <a:pt x="137263" y="562830"/>
                  </a:lnTo>
                  <a:lnTo>
                    <a:pt x="133429" y="567080"/>
                  </a:lnTo>
                  <a:lnTo>
                    <a:pt x="130076" y="570550"/>
                  </a:lnTo>
                  <a:lnTo>
                    <a:pt x="122704" y="576738"/>
                  </a:lnTo>
                  <a:lnTo>
                    <a:pt x="119732" y="573996"/>
                  </a:lnTo>
                  <a:lnTo>
                    <a:pt x="119575" y="573227"/>
                  </a:lnTo>
                  <a:lnTo>
                    <a:pt x="118850" y="572798"/>
                  </a:lnTo>
                  <a:lnTo>
                    <a:pt x="117515" y="571418"/>
                  </a:lnTo>
                  <a:lnTo>
                    <a:pt x="116876" y="571251"/>
                  </a:lnTo>
                  <a:lnTo>
                    <a:pt x="113839" y="571284"/>
                  </a:lnTo>
                  <a:lnTo>
                    <a:pt x="113256" y="570968"/>
                  </a:lnTo>
                  <a:lnTo>
                    <a:pt x="111390" y="568868"/>
                  </a:lnTo>
                  <a:lnTo>
                    <a:pt x="109455" y="567703"/>
                  </a:lnTo>
                  <a:lnTo>
                    <a:pt x="108603" y="566253"/>
                  </a:lnTo>
                  <a:lnTo>
                    <a:pt x="107311" y="565293"/>
                  </a:lnTo>
                  <a:lnTo>
                    <a:pt x="104582" y="566724"/>
                  </a:lnTo>
                  <a:lnTo>
                    <a:pt x="104251" y="566541"/>
                  </a:lnTo>
                  <a:lnTo>
                    <a:pt x="101055" y="567307"/>
                  </a:lnTo>
                  <a:lnTo>
                    <a:pt x="100768" y="566544"/>
                  </a:lnTo>
                  <a:lnTo>
                    <a:pt x="95850" y="567713"/>
                  </a:lnTo>
                  <a:lnTo>
                    <a:pt x="94386" y="567402"/>
                  </a:lnTo>
                  <a:lnTo>
                    <a:pt x="93141" y="566808"/>
                  </a:lnTo>
                  <a:lnTo>
                    <a:pt x="92922" y="567494"/>
                  </a:lnTo>
                  <a:lnTo>
                    <a:pt x="90157" y="566505"/>
                  </a:lnTo>
                  <a:lnTo>
                    <a:pt x="89743" y="565669"/>
                  </a:lnTo>
                  <a:lnTo>
                    <a:pt x="89720" y="564598"/>
                  </a:lnTo>
                  <a:lnTo>
                    <a:pt x="89225" y="563448"/>
                  </a:lnTo>
                  <a:lnTo>
                    <a:pt x="87894" y="564971"/>
                  </a:lnTo>
                  <a:lnTo>
                    <a:pt x="86160" y="566448"/>
                  </a:lnTo>
                  <a:lnTo>
                    <a:pt x="86064" y="565859"/>
                  </a:lnTo>
                  <a:lnTo>
                    <a:pt x="84371" y="566307"/>
                  </a:lnTo>
                  <a:lnTo>
                    <a:pt x="82678" y="566289"/>
                  </a:lnTo>
                  <a:lnTo>
                    <a:pt x="83956" y="567874"/>
                  </a:lnTo>
                  <a:lnTo>
                    <a:pt x="81733" y="567657"/>
                  </a:lnTo>
                  <a:lnTo>
                    <a:pt x="80725" y="567924"/>
                  </a:lnTo>
                  <a:lnTo>
                    <a:pt x="80139" y="567269"/>
                  </a:lnTo>
                  <a:lnTo>
                    <a:pt x="80073" y="566871"/>
                  </a:lnTo>
                  <a:lnTo>
                    <a:pt x="79618" y="567244"/>
                  </a:lnTo>
                  <a:lnTo>
                    <a:pt x="78591" y="566655"/>
                  </a:lnTo>
                  <a:lnTo>
                    <a:pt x="78931" y="565021"/>
                  </a:lnTo>
                  <a:lnTo>
                    <a:pt x="75815" y="564656"/>
                  </a:lnTo>
                  <a:lnTo>
                    <a:pt x="75858" y="565847"/>
                  </a:lnTo>
                  <a:lnTo>
                    <a:pt x="76305" y="566673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pg51">
              <a:extLst>
                <a:ext uri="{FF2B5EF4-FFF2-40B4-BE49-F238E27FC236}">
                  <a16:creationId xmlns:a16="http://schemas.microsoft.com/office/drawing/2014/main" id="{76AAD6C1-B6CF-4B46-A8BE-DFC6507D8BE9}"/>
                </a:ext>
              </a:extLst>
            </p:cNvPr>
            <p:cNvSpPr/>
            <p:nvPr/>
          </p:nvSpPr>
          <p:spPr>
            <a:xfrm>
              <a:off x="6486840" y="1649970"/>
              <a:ext cx="833382" cy="551896"/>
            </a:xfrm>
            <a:custGeom>
              <a:avLst/>
              <a:gdLst/>
              <a:ahLst/>
              <a:cxnLst/>
              <a:rect l="0" t="0" r="0" b="0"/>
              <a:pathLst>
                <a:path w="833382" h="551896">
                  <a:moveTo>
                    <a:pt x="500834" y="439263"/>
                  </a:moveTo>
                  <a:lnTo>
                    <a:pt x="497744" y="440858"/>
                  </a:lnTo>
                  <a:lnTo>
                    <a:pt x="497189" y="440748"/>
                  </a:lnTo>
                  <a:lnTo>
                    <a:pt x="495002" y="441295"/>
                  </a:lnTo>
                  <a:lnTo>
                    <a:pt x="492654" y="442504"/>
                  </a:lnTo>
                  <a:lnTo>
                    <a:pt x="491923" y="442670"/>
                  </a:lnTo>
                  <a:lnTo>
                    <a:pt x="490729" y="443557"/>
                  </a:lnTo>
                  <a:lnTo>
                    <a:pt x="490004" y="449573"/>
                  </a:lnTo>
                  <a:lnTo>
                    <a:pt x="490485" y="450982"/>
                  </a:lnTo>
                  <a:lnTo>
                    <a:pt x="490418" y="451810"/>
                  </a:lnTo>
                  <a:lnTo>
                    <a:pt x="489227" y="455570"/>
                  </a:lnTo>
                  <a:lnTo>
                    <a:pt x="488698" y="455973"/>
                  </a:lnTo>
                  <a:lnTo>
                    <a:pt x="488757" y="456648"/>
                  </a:lnTo>
                  <a:lnTo>
                    <a:pt x="487759" y="457744"/>
                  </a:lnTo>
                  <a:lnTo>
                    <a:pt x="485021" y="459255"/>
                  </a:lnTo>
                  <a:lnTo>
                    <a:pt x="484477" y="459276"/>
                  </a:lnTo>
                  <a:lnTo>
                    <a:pt x="482655" y="461044"/>
                  </a:lnTo>
                  <a:lnTo>
                    <a:pt x="479856" y="461924"/>
                  </a:lnTo>
                  <a:lnTo>
                    <a:pt x="478549" y="463077"/>
                  </a:lnTo>
                  <a:lnTo>
                    <a:pt x="477872" y="462998"/>
                  </a:lnTo>
                  <a:lnTo>
                    <a:pt x="475997" y="463402"/>
                  </a:lnTo>
                  <a:lnTo>
                    <a:pt x="475661" y="463849"/>
                  </a:lnTo>
                  <a:lnTo>
                    <a:pt x="473109" y="463777"/>
                  </a:lnTo>
                  <a:lnTo>
                    <a:pt x="471859" y="464213"/>
                  </a:lnTo>
                  <a:lnTo>
                    <a:pt x="472693" y="470209"/>
                  </a:lnTo>
                  <a:lnTo>
                    <a:pt x="479001" y="479800"/>
                  </a:lnTo>
                  <a:lnTo>
                    <a:pt x="480449" y="483453"/>
                  </a:lnTo>
                  <a:lnTo>
                    <a:pt x="481369" y="484758"/>
                  </a:lnTo>
                  <a:lnTo>
                    <a:pt x="482344" y="486957"/>
                  </a:lnTo>
                  <a:lnTo>
                    <a:pt x="482547" y="488244"/>
                  </a:lnTo>
                  <a:lnTo>
                    <a:pt x="482477" y="490296"/>
                  </a:lnTo>
                  <a:lnTo>
                    <a:pt x="484456" y="490600"/>
                  </a:lnTo>
                  <a:lnTo>
                    <a:pt x="488894" y="494009"/>
                  </a:lnTo>
                  <a:lnTo>
                    <a:pt x="490687" y="494084"/>
                  </a:lnTo>
                  <a:lnTo>
                    <a:pt x="492943" y="495040"/>
                  </a:lnTo>
                  <a:lnTo>
                    <a:pt x="494088" y="497060"/>
                  </a:lnTo>
                  <a:lnTo>
                    <a:pt x="493924" y="501005"/>
                  </a:lnTo>
                  <a:lnTo>
                    <a:pt x="493519" y="502846"/>
                  </a:lnTo>
                  <a:lnTo>
                    <a:pt x="492294" y="505619"/>
                  </a:lnTo>
                  <a:lnTo>
                    <a:pt x="492179" y="506844"/>
                  </a:lnTo>
                  <a:lnTo>
                    <a:pt x="491622" y="508660"/>
                  </a:lnTo>
                  <a:lnTo>
                    <a:pt x="492484" y="512007"/>
                  </a:lnTo>
                  <a:lnTo>
                    <a:pt x="492344" y="513990"/>
                  </a:lnTo>
                  <a:lnTo>
                    <a:pt x="491573" y="515733"/>
                  </a:lnTo>
                  <a:lnTo>
                    <a:pt x="490787" y="516393"/>
                  </a:lnTo>
                  <a:lnTo>
                    <a:pt x="490322" y="518229"/>
                  </a:lnTo>
                  <a:lnTo>
                    <a:pt x="488764" y="520422"/>
                  </a:lnTo>
                  <a:lnTo>
                    <a:pt x="488649" y="522210"/>
                  </a:lnTo>
                  <a:lnTo>
                    <a:pt x="488238" y="523454"/>
                  </a:lnTo>
                  <a:lnTo>
                    <a:pt x="488885" y="526048"/>
                  </a:lnTo>
                  <a:lnTo>
                    <a:pt x="486660" y="526851"/>
                  </a:lnTo>
                  <a:lnTo>
                    <a:pt x="485225" y="527637"/>
                  </a:lnTo>
                  <a:lnTo>
                    <a:pt x="483071" y="527669"/>
                  </a:lnTo>
                  <a:lnTo>
                    <a:pt x="482820" y="528854"/>
                  </a:lnTo>
                  <a:lnTo>
                    <a:pt x="483871" y="534972"/>
                  </a:lnTo>
                  <a:lnTo>
                    <a:pt x="485715" y="537426"/>
                  </a:lnTo>
                  <a:lnTo>
                    <a:pt x="486424" y="539208"/>
                  </a:lnTo>
                  <a:lnTo>
                    <a:pt x="486448" y="541040"/>
                  </a:lnTo>
                  <a:lnTo>
                    <a:pt x="484660" y="540904"/>
                  </a:lnTo>
                  <a:lnTo>
                    <a:pt x="482472" y="539568"/>
                  </a:lnTo>
                  <a:lnTo>
                    <a:pt x="480511" y="539320"/>
                  </a:lnTo>
                  <a:lnTo>
                    <a:pt x="479517" y="539779"/>
                  </a:lnTo>
                  <a:lnTo>
                    <a:pt x="478456" y="539769"/>
                  </a:lnTo>
                  <a:lnTo>
                    <a:pt x="477110" y="540234"/>
                  </a:lnTo>
                  <a:lnTo>
                    <a:pt x="476729" y="540097"/>
                  </a:lnTo>
                  <a:lnTo>
                    <a:pt x="474566" y="540722"/>
                  </a:lnTo>
                  <a:lnTo>
                    <a:pt x="472739" y="541713"/>
                  </a:lnTo>
                  <a:lnTo>
                    <a:pt x="471497" y="541945"/>
                  </a:lnTo>
                  <a:lnTo>
                    <a:pt x="471040" y="541817"/>
                  </a:lnTo>
                  <a:lnTo>
                    <a:pt x="468773" y="543026"/>
                  </a:lnTo>
                  <a:lnTo>
                    <a:pt x="467843" y="543238"/>
                  </a:lnTo>
                  <a:lnTo>
                    <a:pt x="466268" y="542904"/>
                  </a:lnTo>
                  <a:lnTo>
                    <a:pt x="465535" y="543542"/>
                  </a:lnTo>
                  <a:lnTo>
                    <a:pt x="463981" y="543635"/>
                  </a:lnTo>
                  <a:lnTo>
                    <a:pt x="462429" y="544478"/>
                  </a:lnTo>
                  <a:lnTo>
                    <a:pt x="460986" y="544601"/>
                  </a:lnTo>
                  <a:lnTo>
                    <a:pt x="460508" y="544952"/>
                  </a:lnTo>
                  <a:lnTo>
                    <a:pt x="459993" y="544775"/>
                  </a:lnTo>
                  <a:lnTo>
                    <a:pt x="459447" y="544884"/>
                  </a:lnTo>
                  <a:lnTo>
                    <a:pt x="458796" y="545675"/>
                  </a:lnTo>
                  <a:lnTo>
                    <a:pt x="457913" y="545243"/>
                  </a:lnTo>
                  <a:lnTo>
                    <a:pt x="457426" y="545707"/>
                  </a:lnTo>
                  <a:lnTo>
                    <a:pt x="456013" y="545581"/>
                  </a:lnTo>
                  <a:lnTo>
                    <a:pt x="455545" y="545299"/>
                  </a:lnTo>
                  <a:lnTo>
                    <a:pt x="453847" y="545676"/>
                  </a:lnTo>
                  <a:lnTo>
                    <a:pt x="451843" y="544819"/>
                  </a:lnTo>
                  <a:lnTo>
                    <a:pt x="450066" y="544688"/>
                  </a:lnTo>
                  <a:lnTo>
                    <a:pt x="449423" y="544438"/>
                  </a:lnTo>
                  <a:lnTo>
                    <a:pt x="448951" y="544527"/>
                  </a:lnTo>
                  <a:lnTo>
                    <a:pt x="448527" y="544957"/>
                  </a:lnTo>
                  <a:lnTo>
                    <a:pt x="447835" y="544632"/>
                  </a:lnTo>
                  <a:lnTo>
                    <a:pt x="446885" y="544614"/>
                  </a:lnTo>
                  <a:lnTo>
                    <a:pt x="446177" y="544857"/>
                  </a:lnTo>
                  <a:lnTo>
                    <a:pt x="445592" y="544445"/>
                  </a:lnTo>
                  <a:lnTo>
                    <a:pt x="444850" y="544623"/>
                  </a:lnTo>
                  <a:lnTo>
                    <a:pt x="444319" y="544418"/>
                  </a:lnTo>
                  <a:lnTo>
                    <a:pt x="443140" y="544901"/>
                  </a:lnTo>
                  <a:lnTo>
                    <a:pt x="441661" y="545040"/>
                  </a:lnTo>
                  <a:lnTo>
                    <a:pt x="441101" y="545638"/>
                  </a:lnTo>
                  <a:lnTo>
                    <a:pt x="440424" y="545428"/>
                  </a:lnTo>
                  <a:lnTo>
                    <a:pt x="439026" y="545935"/>
                  </a:lnTo>
                  <a:lnTo>
                    <a:pt x="438128" y="546744"/>
                  </a:lnTo>
                  <a:lnTo>
                    <a:pt x="436883" y="547243"/>
                  </a:lnTo>
                  <a:lnTo>
                    <a:pt x="436394" y="547853"/>
                  </a:lnTo>
                  <a:lnTo>
                    <a:pt x="435614" y="548187"/>
                  </a:lnTo>
                  <a:lnTo>
                    <a:pt x="435440" y="548559"/>
                  </a:lnTo>
                  <a:lnTo>
                    <a:pt x="435592" y="549076"/>
                  </a:lnTo>
                  <a:lnTo>
                    <a:pt x="434643" y="550198"/>
                  </a:lnTo>
                  <a:lnTo>
                    <a:pt x="433633" y="551075"/>
                  </a:lnTo>
                  <a:lnTo>
                    <a:pt x="432756" y="551506"/>
                  </a:lnTo>
                  <a:lnTo>
                    <a:pt x="428955" y="550878"/>
                  </a:lnTo>
                  <a:lnTo>
                    <a:pt x="427845" y="550135"/>
                  </a:lnTo>
                  <a:lnTo>
                    <a:pt x="426293" y="550580"/>
                  </a:lnTo>
                  <a:lnTo>
                    <a:pt x="424887" y="550025"/>
                  </a:lnTo>
                  <a:lnTo>
                    <a:pt x="424422" y="549331"/>
                  </a:lnTo>
                  <a:lnTo>
                    <a:pt x="424399" y="547905"/>
                  </a:lnTo>
                  <a:lnTo>
                    <a:pt x="424071" y="546929"/>
                  </a:lnTo>
                  <a:lnTo>
                    <a:pt x="422846" y="545729"/>
                  </a:lnTo>
                  <a:lnTo>
                    <a:pt x="421666" y="545389"/>
                  </a:lnTo>
                  <a:lnTo>
                    <a:pt x="417738" y="545866"/>
                  </a:lnTo>
                  <a:lnTo>
                    <a:pt x="416253" y="546630"/>
                  </a:lnTo>
                  <a:lnTo>
                    <a:pt x="414964" y="546338"/>
                  </a:lnTo>
                  <a:lnTo>
                    <a:pt x="412372" y="547335"/>
                  </a:lnTo>
                  <a:lnTo>
                    <a:pt x="411259" y="547402"/>
                  </a:lnTo>
                  <a:lnTo>
                    <a:pt x="409359" y="548391"/>
                  </a:lnTo>
                  <a:lnTo>
                    <a:pt x="408517" y="548396"/>
                  </a:lnTo>
                  <a:lnTo>
                    <a:pt x="407853" y="547994"/>
                  </a:lnTo>
                  <a:lnTo>
                    <a:pt x="407346" y="547969"/>
                  </a:lnTo>
                  <a:lnTo>
                    <a:pt x="406735" y="548870"/>
                  </a:lnTo>
                  <a:lnTo>
                    <a:pt x="405712" y="549223"/>
                  </a:lnTo>
                  <a:lnTo>
                    <a:pt x="404873" y="549877"/>
                  </a:lnTo>
                  <a:lnTo>
                    <a:pt x="399565" y="551066"/>
                  </a:lnTo>
                  <a:lnTo>
                    <a:pt x="397762" y="551880"/>
                  </a:lnTo>
                  <a:lnTo>
                    <a:pt x="394574" y="550807"/>
                  </a:lnTo>
                  <a:lnTo>
                    <a:pt x="392842" y="549741"/>
                  </a:lnTo>
                  <a:lnTo>
                    <a:pt x="389475" y="549175"/>
                  </a:lnTo>
                  <a:lnTo>
                    <a:pt x="388542" y="549769"/>
                  </a:lnTo>
                  <a:lnTo>
                    <a:pt x="387706" y="550967"/>
                  </a:lnTo>
                  <a:lnTo>
                    <a:pt x="386637" y="551896"/>
                  </a:lnTo>
                  <a:lnTo>
                    <a:pt x="386278" y="551871"/>
                  </a:lnTo>
                  <a:lnTo>
                    <a:pt x="384775" y="550814"/>
                  </a:lnTo>
                  <a:lnTo>
                    <a:pt x="382986" y="551477"/>
                  </a:lnTo>
                  <a:lnTo>
                    <a:pt x="381932" y="551307"/>
                  </a:lnTo>
                  <a:lnTo>
                    <a:pt x="381606" y="551076"/>
                  </a:lnTo>
                  <a:lnTo>
                    <a:pt x="381391" y="550253"/>
                  </a:lnTo>
                  <a:lnTo>
                    <a:pt x="380759" y="549528"/>
                  </a:lnTo>
                  <a:lnTo>
                    <a:pt x="380648" y="547936"/>
                  </a:lnTo>
                  <a:lnTo>
                    <a:pt x="379801" y="547178"/>
                  </a:lnTo>
                  <a:lnTo>
                    <a:pt x="378551" y="546515"/>
                  </a:lnTo>
                  <a:lnTo>
                    <a:pt x="377509" y="544499"/>
                  </a:lnTo>
                  <a:lnTo>
                    <a:pt x="377345" y="542609"/>
                  </a:lnTo>
                  <a:lnTo>
                    <a:pt x="376270" y="541408"/>
                  </a:lnTo>
                  <a:lnTo>
                    <a:pt x="375906" y="541108"/>
                  </a:lnTo>
                  <a:lnTo>
                    <a:pt x="377247" y="540471"/>
                  </a:lnTo>
                  <a:lnTo>
                    <a:pt x="377933" y="539877"/>
                  </a:lnTo>
                  <a:lnTo>
                    <a:pt x="379310" y="539530"/>
                  </a:lnTo>
                  <a:lnTo>
                    <a:pt x="380009" y="538630"/>
                  </a:lnTo>
                  <a:lnTo>
                    <a:pt x="380510" y="537302"/>
                  </a:lnTo>
                  <a:lnTo>
                    <a:pt x="381380" y="537445"/>
                  </a:lnTo>
                  <a:lnTo>
                    <a:pt x="381996" y="537111"/>
                  </a:lnTo>
                  <a:lnTo>
                    <a:pt x="382418" y="534983"/>
                  </a:lnTo>
                  <a:lnTo>
                    <a:pt x="382130" y="534028"/>
                  </a:lnTo>
                  <a:lnTo>
                    <a:pt x="382220" y="533469"/>
                  </a:lnTo>
                  <a:lnTo>
                    <a:pt x="383739" y="532730"/>
                  </a:lnTo>
                  <a:lnTo>
                    <a:pt x="384257" y="532009"/>
                  </a:lnTo>
                  <a:lnTo>
                    <a:pt x="383733" y="530993"/>
                  </a:lnTo>
                  <a:lnTo>
                    <a:pt x="383657" y="530086"/>
                  </a:lnTo>
                  <a:lnTo>
                    <a:pt x="383822" y="527778"/>
                  </a:lnTo>
                  <a:lnTo>
                    <a:pt x="384263" y="526908"/>
                  </a:lnTo>
                  <a:lnTo>
                    <a:pt x="383797" y="526311"/>
                  </a:lnTo>
                  <a:lnTo>
                    <a:pt x="383692" y="524936"/>
                  </a:lnTo>
                  <a:lnTo>
                    <a:pt x="382631" y="524682"/>
                  </a:lnTo>
                  <a:lnTo>
                    <a:pt x="380336" y="523185"/>
                  </a:lnTo>
                  <a:lnTo>
                    <a:pt x="379902" y="522671"/>
                  </a:lnTo>
                  <a:lnTo>
                    <a:pt x="379874" y="522117"/>
                  </a:lnTo>
                  <a:lnTo>
                    <a:pt x="379355" y="521866"/>
                  </a:lnTo>
                  <a:lnTo>
                    <a:pt x="378897" y="521193"/>
                  </a:lnTo>
                  <a:lnTo>
                    <a:pt x="377367" y="520494"/>
                  </a:lnTo>
                  <a:lnTo>
                    <a:pt x="377513" y="519845"/>
                  </a:lnTo>
                  <a:lnTo>
                    <a:pt x="377271" y="519491"/>
                  </a:lnTo>
                  <a:lnTo>
                    <a:pt x="375846" y="519335"/>
                  </a:lnTo>
                  <a:lnTo>
                    <a:pt x="375781" y="518709"/>
                  </a:lnTo>
                  <a:lnTo>
                    <a:pt x="375242" y="518732"/>
                  </a:lnTo>
                  <a:lnTo>
                    <a:pt x="374150" y="518206"/>
                  </a:lnTo>
                  <a:lnTo>
                    <a:pt x="374113" y="517898"/>
                  </a:lnTo>
                  <a:lnTo>
                    <a:pt x="373737" y="517681"/>
                  </a:lnTo>
                  <a:lnTo>
                    <a:pt x="373186" y="517731"/>
                  </a:lnTo>
                  <a:lnTo>
                    <a:pt x="372898" y="517513"/>
                  </a:lnTo>
                  <a:lnTo>
                    <a:pt x="372235" y="517998"/>
                  </a:lnTo>
                  <a:lnTo>
                    <a:pt x="372149" y="517569"/>
                  </a:lnTo>
                  <a:lnTo>
                    <a:pt x="371697" y="517676"/>
                  </a:lnTo>
                  <a:lnTo>
                    <a:pt x="371563" y="517137"/>
                  </a:lnTo>
                  <a:lnTo>
                    <a:pt x="371134" y="517280"/>
                  </a:lnTo>
                  <a:lnTo>
                    <a:pt x="370908" y="516780"/>
                  </a:lnTo>
                  <a:lnTo>
                    <a:pt x="369156" y="516749"/>
                  </a:lnTo>
                  <a:lnTo>
                    <a:pt x="368247" y="516035"/>
                  </a:lnTo>
                  <a:lnTo>
                    <a:pt x="367330" y="516509"/>
                  </a:lnTo>
                  <a:lnTo>
                    <a:pt x="367026" y="517046"/>
                  </a:lnTo>
                  <a:lnTo>
                    <a:pt x="366353" y="516765"/>
                  </a:lnTo>
                  <a:lnTo>
                    <a:pt x="366309" y="516435"/>
                  </a:lnTo>
                  <a:lnTo>
                    <a:pt x="365074" y="516325"/>
                  </a:lnTo>
                  <a:lnTo>
                    <a:pt x="364209" y="516601"/>
                  </a:lnTo>
                  <a:lnTo>
                    <a:pt x="363593" y="515942"/>
                  </a:lnTo>
                  <a:lnTo>
                    <a:pt x="363018" y="515991"/>
                  </a:lnTo>
                  <a:lnTo>
                    <a:pt x="362838" y="516326"/>
                  </a:lnTo>
                  <a:lnTo>
                    <a:pt x="362320" y="516315"/>
                  </a:lnTo>
                  <a:lnTo>
                    <a:pt x="361865" y="515778"/>
                  </a:lnTo>
                  <a:lnTo>
                    <a:pt x="361022" y="515970"/>
                  </a:lnTo>
                  <a:lnTo>
                    <a:pt x="360031" y="516730"/>
                  </a:lnTo>
                  <a:lnTo>
                    <a:pt x="359480" y="516741"/>
                  </a:lnTo>
                  <a:lnTo>
                    <a:pt x="358625" y="517234"/>
                  </a:lnTo>
                  <a:lnTo>
                    <a:pt x="357129" y="517450"/>
                  </a:lnTo>
                  <a:lnTo>
                    <a:pt x="356153" y="516309"/>
                  </a:lnTo>
                  <a:lnTo>
                    <a:pt x="349421" y="513822"/>
                  </a:lnTo>
                  <a:lnTo>
                    <a:pt x="341740" y="514419"/>
                  </a:lnTo>
                  <a:lnTo>
                    <a:pt x="340857" y="514321"/>
                  </a:lnTo>
                  <a:lnTo>
                    <a:pt x="340316" y="513745"/>
                  </a:lnTo>
                  <a:lnTo>
                    <a:pt x="338683" y="513787"/>
                  </a:lnTo>
                  <a:lnTo>
                    <a:pt x="338323" y="513343"/>
                  </a:lnTo>
                  <a:lnTo>
                    <a:pt x="337041" y="513195"/>
                  </a:lnTo>
                  <a:lnTo>
                    <a:pt x="332920" y="513271"/>
                  </a:lnTo>
                  <a:lnTo>
                    <a:pt x="330388" y="513903"/>
                  </a:lnTo>
                  <a:lnTo>
                    <a:pt x="330117" y="514237"/>
                  </a:lnTo>
                  <a:lnTo>
                    <a:pt x="329879" y="514031"/>
                  </a:lnTo>
                  <a:lnTo>
                    <a:pt x="328676" y="514214"/>
                  </a:lnTo>
                  <a:lnTo>
                    <a:pt x="327522" y="514081"/>
                  </a:lnTo>
                  <a:lnTo>
                    <a:pt x="325903" y="515307"/>
                  </a:lnTo>
                  <a:lnTo>
                    <a:pt x="324242" y="515987"/>
                  </a:lnTo>
                  <a:lnTo>
                    <a:pt x="324074" y="515668"/>
                  </a:lnTo>
                  <a:lnTo>
                    <a:pt x="322494" y="515031"/>
                  </a:lnTo>
                  <a:lnTo>
                    <a:pt x="321945" y="514080"/>
                  </a:lnTo>
                  <a:lnTo>
                    <a:pt x="320419" y="513414"/>
                  </a:lnTo>
                  <a:lnTo>
                    <a:pt x="319424" y="512405"/>
                  </a:lnTo>
                  <a:lnTo>
                    <a:pt x="317916" y="511916"/>
                  </a:lnTo>
                  <a:lnTo>
                    <a:pt x="317528" y="511182"/>
                  </a:lnTo>
                  <a:lnTo>
                    <a:pt x="314569" y="511018"/>
                  </a:lnTo>
                  <a:lnTo>
                    <a:pt x="313544" y="511666"/>
                  </a:lnTo>
                  <a:lnTo>
                    <a:pt x="312364" y="511570"/>
                  </a:lnTo>
                  <a:lnTo>
                    <a:pt x="312452" y="510747"/>
                  </a:lnTo>
                  <a:lnTo>
                    <a:pt x="312235" y="510095"/>
                  </a:lnTo>
                  <a:lnTo>
                    <a:pt x="310955" y="507943"/>
                  </a:lnTo>
                  <a:lnTo>
                    <a:pt x="309175" y="506075"/>
                  </a:lnTo>
                  <a:lnTo>
                    <a:pt x="308637" y="504932"/>
                  </a:lnTo>
                  <a:lnTo>
                    <a:pt x="307289" y="500217"/>
                  </a:lnTo>
                  <a:lnTo>
                    <a:pt x="305259" y="495994"/>
                  </a:lnTo>
                  <a:lnTo>
                    <a:pt x="304014" y="493936"/>
                  </a:lnTo>
                  <a:lnTo>
                    <a:pt x="303293" y="493148"/>
                  </a:lnTo>
                  <a:lnTo>
                    <a:pt x="302315" y="491300"/>
                  </a:lnTo>
                  <a:lnTo>
                    <a:pt x="301551" y="489167"/>
                  </a:lnTo>
                  <a:lnTo>
                    <a:pt x="301645" y="487744"/>
                  </a:lnTo>
                  <a:lnTo>
                    <a:pt x="301254" y="484546"/>
                  </a:lnTo>
                  <a:lnTo>
                    <a:pt x="300886" y="483769"/>
                  </a:lnTo>
                  <a:lnTo>
                    <a:pt x="299499" y="483175"/>
                  </a:lnTo>
                  <a:lnTo>
                    <a:pt x="293816" y="482084"/>
                  </a:lnTo>
                  <a:lnTo>
                    <a:pt x="292995" y="484171"/>
                  </a:lnTo>
                  <a:lnTo>
                    <a:pt x="291896" y="484808"/>
                  </a:lnTo>
                  <a:lnTo>
                    <a:pt x="290640" y="484943"/>
                  </a:lnTo>
                  <a:lnTo>
                    <a:pt x="287947" y="486349"/>
                  </a:lnTo>
                  <a:lnTo>
                    <a:pt x="286627" y="489023"/>
                  </a:lnTo>
                  <a:lnTo>
                    <a:pt x="284304" y="490735"/>
                  </a:lnTo>
                  <a:lnTo>
                    <a:pt x="283282" y="492354"/>
                  </a:lnTo>
                  <a:lnTo>
                    <a:pt x="282338" y="492807"/>
                  </a:lnTo>
                  <a:lnTo>
                    <a:pt x="281558" y="492805"/>
                  </a:lnTo>
                  <a:lnTo>
                    <a:pt x="279947" y="493358"/>
                  </a:lnTo>
                  <a:lnTo>
                    <a:pt x="279046" y="492954"/>
                  </a:lnTo>
                  <a:lnTo>
                    <a:pt x="278133" y="493247"/>
                  </a:lnTo>
                  <a:lnTo>
                    <a:pt x="276793" y="493181"/>
                  </a:lnTo>
                  <a:lnTo>
                    <a:pt x="275927" y="493517"/>
                  </a:lnTo>
                  <a:lnTo>
                    <a:pt x="274964" y="493043"/>
                  </a:lnTo>
                  <a:lnTo>
                    <a:pt x="273599" y="493924"/>
                  </a:lnTo>
                  <a:lnTo>
                    <a:pt x="272441" y="494151"/>
                  </a:lnTo>
                  <a:lnTo>
                    <a:pt x="271166" y="494177"/>
                  </a:lnTo>
                  <a:lnTo>
                    <a:pt x="269581" y="493537"/>
                  </a:lnTo>
                  <a:lnTo>
                    <a:pt x="268700" y="492282"/>
                  </a:lnTo>
                  <a:lnTo>
                    <a:pt x="268024" y="489746"/>
                  </a:lnTo>
                  <a:lnTo>
                    <a:pt x="267217" y="488382"/>
                  </a:lnTo>
                  <a:lnTo>
                    <a:pt x="266922" y="487004"/>
                  </a:lnTo>
                  <a:lnTo>
                    <a:pt x="266962" y="485833"/>
                  </a:lnTo>
                  <a:lnTo>
                    <a:pt x="266263" y="483519"/>
                  </a:lnTo>
                  <a:lnTo>
                    <a:pt x="266322" y="482622"/>
                  </a:lnTo>
                  <a:lnTo>
                    <a:pt x="265638" y="480611"/>
                  </a:lnTo>
                  <a:lnTo>
                    <a:pt x="265708" y="480064"/>
                  </a:lnTo>
                  <a:lnTo>
                    <a:pt x="264729" y="478807"/>
                  </a:lnTo>
                  <a:lnTo>
                    <a:pt x="263982" y="475353"/>
                  </a:lnTo>
                  <a:lnTo>
                    <a:pt x="263627" y="475025"/>
                  </a:lnTo>
                  <a:lnTo>
                    <a:pt x="263722" y="474461"/>
                  </a:lnTo>
                  <a:lnTo>
                    <a:pt x="262740" y="473009"/>
                  </a:lnTo>
                  <a:lnTo>
                    <a:pt x="262745" y="472370"/>
                  </a:lnTo>
                  <a:lnTo>
                    <a:pt x="262376" y="472035"/>
                  </a:lnTo>
                  <a:lnTo>
                    <a:pt x="262207" y="471329"/>
                  </a:lnTo>
                  <a:lnTo>
                    <a:pt x="261424" y="470500"/>
                  </a:lnTo>
                  <a:lnTo>
                    <a:pt x="261432" y="469605"/>
                  </a:lnTo>
                  <a:lnTo>
                    <a:pt x="261043" y="469025"/>
                  </a:lnTo>
                  <a:lnTo>
                    <a:pt x="261367" y="467667"/>
                  </a:lnTo>
                  <a:lnTo>
                    <a:pt x="261237" y="466578"/>
                  </a:lnTo>
                  <a:lnTo>
                    <a:pt x="261826" y="465005"/>
                  </a:lnTo>
                  <a:lnTo>
                    <a:pt x="261933" y="463839"/>
                  </a:lnTo>
                  <a:lnTo>
                    <a:pt x="262824" y="461950"/>
                  </a:lnTo>
                  <a:lnTo>
                    <a:pt x="261787" y="459343"/>
                  </a:lnTo>
                  <a:lnTo>
                    <a:pt x="261609" y="456627"/>
                  </a:lnTo>
                  <a:lnTo>
                    <a:pt x="261925" y="455979"/>
                  </a:lnTo>
                  <a:lnTo>
                    <a:pt x="261693" y="455399"/>
                  </a:lnTo>
                  <a:lnTo>
                    <a:pt x="262020" y="455018"/>
                  </a:lnTo>
                  <a:lnTo>
                    <a:pt x="262203" y="454138"/>
                  </a:lnTo>
                  <a:lnTo>
                    <a:pt x="261846" y="453474"/>
                  </a:lnTo>
                  <a:lnTo>
                    <a:pt x="262178" y="452573"/>
                  </a:lnTo>
                  <a:lnTo>
                    <a:pt x="263662" y="450581"/>
                  </a:lnTo>
                  <a:lnTo>
                    <a:pt x="263685" y="449211"/>
                  </a:lnTo>
                  <a:lnTo>
                    <a:pt x="262407" y="448787"/>
                  </a:lnTo>
                  <a:lnTo>
                    <a:pt x="261451" y="447851"/>
                  </a:lnTo>
                  <a:lnTo>
                    <a:pt x="260458" y="447770"/>
                  </a:lnTo>
                  <a:lnTo>
                    <a:pt x="259716" y="447277"/>
                  </a:lnTo>
                  <a:lnTo>
                    <a:pt x="259756" y="446890"/>
                  </a:lnTo>
                  <a:lnTo>
                    <a:pt x="259022" y="446371"/>
                  </a:lnTo>
                  <a:lnTo>
                    <a:pt x="258814" y="446741"/>
                  </a:lnTo>
                  <a:lnTo>
                    <a:pt x="258473" y="446782"/>
                  </a:lnTo>
                  <a:lnTo>
                    <a:pt x="258245" y="446190"/>
                  </a:lnTo>
                  <a:lnTo>
                    <a:pt x="257085" y="446684"/>
                  </a:lnTo>
                  <a:lnTo>
                    <a:pt x="257273" y="447280"/>
                  </a:lnTo>
                  <a:lnTo>
                    <a:pt x="256789" y="448111"/>
                  </a:lnTo>
                  <a:lnTo>
                    <a:pt x="256089" y="448202"/>
                  </a:lnTo>
                  <a:lnTo>
                    <a:pt x="255728" y="447592"/>
                  </a:lnTo>
                  <a:lnTo>
                    <a:pt x="255952" y="447129"/>
                  </a:lnTo>
                  <a:lnTo>
                    <a:pt x="254057" y="447248"/>
                  </a:lnTo>
                  <a:lnTo>
                    <a:pt x="253852" y="447942"/>
                  </a:lnTo>
                  <a:lnTo>
                    <a:pt x="253559" y="447871"/>
                  </a:lnTo>
                  <a:lnTo>
                    <a:pt x="253307" y="447247"/>
                  </a:lnTo>
                  <a:lnTo>
                    <a:pt x="252098" y="447644"/>
                  </a:lnTo>
                  <a:lnTo>
                    <a:pt x="252099" y="448029"/>
                  </a:lnTo>
                  <a:lnTo>
                    <a:pt x="252768" y="448438"/>
                  </a:lnTo>
                  <a:lnTo>
                    <a:pt x="252827" y="448647"/>
                  </a:lnTo>
                  <a:lnTo>
                    <a:pt x="252562" y="448800"/>
                  </a:lnTo>
                  <a:lnTo>
                    <a:pt x="251891" y="448958"/>
                  </a:lnTo>
                  <a:lnTo>
                    <a:pt x="250424" y="447991"/>
                  </a:lnTo>
                  <a:lnTo>
                    <a:pt x="249572" y="448376"/>
                  </a:lnTo>
                  <a:lnTo>
                    <a:pt x="248427" y="449640"/>
                  </a:lnTo>
                  <a:lnTo>
                    <a:pt x="247786" y="449554"/>
                  </a:lnTo>
                  <a:lnTo>
                    <a:pt x="247736" y="448821"/>
                  </a:lnTo>
                  <a:lnTo>
                    <a:pt x="248203" y="448014"/>
                  </a:lnTo>
                  <a:lnTo>
                    <a:pt x="247491" y="446364"/>
                  </a:lnTo>
                  <a:lnTo>
                    <a:pt x="247111" y="444581"/>
                  </a:lnTo>
                  <a:lnTo>
                    <a:pt x="247198" y="443852"/>
                  </a:lnTo>
                  <a:lnTo>
                    <a:pt x="246984" y="443482"/>
                  </a:lnTo>
                  <a:lnTo>
                    <a:pt x="245523" y="443182"/>
                  </a:lnTo>
                  <a:lnTo>
                    <a:pt x="244953" y="442691"/>
                  </a:lnTo>
                  <a:lnTo>
                    <a:pt x="243952" y="442296"/>
                  </a:lnTo>
                  <a:lnTo>
                    <a:pt x="243195" y="441022"/>
                  </a:lnTo>
                  <a:lnTo>
                    <a:pt x="242393" y="440403"/>
                  </a:lnTo>
                  <a:lnTo>
                    <a:pt x="242115" y="439577"/>
                  </a:lnTo>
                  <a:lnTo>
                    <a:pt x="241660" y="439574"/>
                  </a:lnTo>
                  <a:lnTo>
                    <a:pt x="239183" y="437705"/>
                  </a:lnTo>
                  <a:lnTo>
                    <a:pt x="238483" y="436630"/>
                  </a:lnTo>
                  <a:lnTo>
                    <a:pt x="237207" y="435548"/>
                  </a:lnTo>
                  <a:lnTo>
                    <a:pt x="236080" y="433842"/>
                  </a:lnTo>
                  <a:lnTo>
                    <a:pt x="235154" y="433404"/>
                  </a:lnTo>
                  <a:lnTo>
                    <a:pt x="234295" y="432470"/>
                  </a:lnTo>
                  <a:lnTo>
                    <a:pt x="233950" y="432570"/>
                  </a:lnTo>
                  <a:lnTo>
                    <a:pt x="233755" y="432279"/>
                  </a:lnTo>
                  <a:lnTo>
                    <a:pt x="233389" y="432506"/>
                  </a:lnTo>
                  <a:lnTo>
                    <a:pt x="232661" y="432382"/>
                  </a:lnTo>
                  <a:lnTo>
                    <a:pt x="232707" y="432125"/>
                  </a:lnTo>
                  <a:lnTo>
                    <a:pt x="232367" y="431909"/>
                  </a:lnTo>
                  <a:lnTo>
                    <a:pt x="230927" y="432320"/>
                  </a:lnTo>
                  <a:lnTo>
                    <a:pt x="230670" y="432207"/>
                  </a:lnTo>
                  <a:lnTo>
                    <a:pt x="230771" y="432026"/>
                  </a:lnTo>
                  <a:lnTo>
                    <a:pt x="230225" y="431999"/>
                  </a:lnTo>
                  <a:lnTo>
                    <a:pt x="230249" y="431558"/>
                  </a:lnTo>
                  <a:lnTo>
                    <a:pt x="229824" y="431427"/>
                  </a:lnTo>
                  <a:lnTo>
                    <a:pt x="229860" y="430129"/>
                  </a:lnTo>
                  <a:lnTo>
                    <a:pt x="228172" y="430810"/>
                  </a:lnTo>
                  <a:lnTo>
                    <a:pt x="225061" y="430846"/>
                  </a:lnTo>
                  <a:lnTo>
                    <a:pt x="224960" y="431434"/>
                  </a:lnTo>
                  <a:lnTo>
                    <a:pt x="223444" y="431672"/>
                  </a:lnTo>
                  <a:lnTo>
                    <a:pt x="222959" y="431288"/>
                  </a:lnTo>
                  <a:lnTo>
                    <a:pt x="218891" y="431021"/>
                  </a:lnTo>
                  <a:lnTo>
                    <a:pt x="216617" y="431907"/>
                  </a:lnTo>
                  <a:lnTo>
                    <a:pt x="215361" y="432869"/>
                  </a:lnTo>
                  <a:lnTo>
                    <a:pt x="214728" y="433095"/>
                  </a:lnTo>
                  <a:lnTo>
                    <a:pt x="214770" y="431341"/>
                  </a:lnTo>
                  <a:lnTo>
                    <a:pt x="214377" y="430819"/>
                  </a:lnTo>
                  <a:lnTo>
                    <a:pt x="213550" y="430456"/>
                  </a:lnTo>
                  <a:lnTo>
                    <a:pt x="213624" y="430112"/>
                  </a:lnTo>
                  <a:lnTo>
                    <a:pt x="207792" y="428795"/>
                  </a:lnTo>
                  <a:lnTo>
                    <a:pt x="206531" y="429121"/>
                  </a:lnTo>
                  <a:lnTo>
                    <a:pt x="204338" y="429266"/>
                  </a:lnTo>
                  <a:lnTo>
                    <a:pt x="200312" y="430429"/>
                  </a:lnTo>
                  <a:lnTo>
                    <a:pt x="198781" y="430339"/>
                  </a:lnTo>
                  <a:lnTo>
                    <a:pt x="198056" y="430491"/>
                  </a:lnTo>
                  <a:lnTo>
                    <a:pt x="197637" y="430579"/>
                  </a:lnTo>
                  <a:lnTo>
                    <a:pt x="196842" y="430219"/>
                  </a:lnTo>
                  <a:lnTo>
                    <a:pt x="196030" y="428590"/>
                  </a:lnTo>
                  <a:lnTo>
                    <a:pt x="194736" y="428177"/>
                  </a:lnTo>
                  <a:lnTo>
                    <a:pt x="193123" y="427206"/>
                  </a:lnTo>
                  <a:lnTo>
                    <a:pt x="190120" y="427171"/>
                  </a:lnTo>
                  <a:lnTo>
                    <a:pt x="186495" y="427653"/>
                  </a:lnTo>
                  <a:lnTo>
                    <a:pt x="185190" y="428151"/>
                  </a:lnTo>
                  <a:lnTo>
                    <a:pt x="183397" y="429741"/>
                  </a:lnTo>
                  <a:lnTo>
                    <a:pt x="182288" y="430901"/>
                  </a:lnTo>
                  <a:lnTo>
                    <a:pt x="180136" y="434235"/>
                  </a:lnTo>
                  <a:lnTo>
                    <a:pt x="179142" y="435054"/>
                  </a:lnTo>
                  <a:lnTo>
                    <a:pt x="178155" y="436626"/>
                  </a:lnTo>
                  <a:lnTo>
                    <a:pt x="177320" y="436833"/>
                  </a:lnTo>
                  <a:lnTo>
                    <a:pt x="176799" y="437876"/>
                  </a:lnTo>
                  <a:lnTo>
                    <a:pt x="175870" y="438065"/>
                  </a:lnTo>
                  <a:lnTo>
                    <a:pt x="175150" y="438689"/>
                  </a:lnTo>
                  <a:lnTo>
                    <a:pt x="174682" y="438585"/>
                  </a:lnTo>
                  <a:lnTo>
                    <a:pt x="173361" y="438858"/>
                  </a:lnTo>
                  <a:lnTo>
                    <a:pt x="171866" y="438215"/>
                  </a:lnTo>
                  <a:lnTo>
                    <a:pt x="171525" y="438489"/>
                  </a:lnTo>
                  <a:lnTo>
                    <a:pt x="170465" y="437898"/>
                  </a:lnTo>
                  <a:lnTo>
                    <a:pt x="170219" y="437235"/>
                  </a:lnTo>
                  <a:lnTo>
                    <a:pt x="170333" y="436861"/>
                  </a:lnTo>
                  <a:lnTo>
                    <a:pt x="170017" y="436557"/>
                  </a:lnTo>
                  <a:lnTo>
                    <a:pt x="169346" y="436408"/>
                  </a:lnTo>
                  <a:lnTo>
                    <a:pt x="168714" y="435951"/>
                  </a:lnTo>
                  <a:lnTo>
                    <a:pt x="168016" y="435891"/>
                  </a:lnTo>
                  <a:lnTo>
                    <a:pt x="167613" y="435568"/>
                  </a:lnTo>
                  <a:lnTo>
                    <a:pt x="164632" y="437021"/>
                  </a:lnTo>
                  <a:lnTo>
                    <a:pt x="164123" y="436953"/>
                  </a:lnTo>
                  <a:lnTo>
                    <a:pt x="163982" y="436536"/>
                  </a:lnTo>
                  <a:lnTo>
                    <a:pt x="163557" y="436293"/>
                  </a:lnTo>
                  <a:lnTo>
                    <a:pt x="162183" y="436266"/>
                  </a:lnTo>
                  <a:lnTo>
                    <a:pt x="160926" y="437400"/>
                  </a:lnTo>
                  <a:lnTo>
                    <a:pt x="160972" y="437716"/>
                  </a:lnTo>
                  <a:lnTo>
                    <a:pt x="160541" y="438129"/>
                  </a:lnTo>
                  <a:lnTo>
                    <a:pt x="160541" y="438778"/>
                  </a:lnTo>
                  <a:lnTo>
                    <a:pt x="160110" y="439239"/>
                  </a:lnTo>
                  <a:lnTo>
                    <a:pt x="159698" y="439338"/>
                  </a:lnTo>
                  <a:lnTo>
                    <a:pt x="159420" y="439968"/>
                  </a:lnTo>
                  <a:lnTo>
                    <a:pt x="158614" y="440626"/>
                  </a:lnTo>
                  <a:lnTo>
                    <a:pt x="158095" y="440688"/>
                  </a:lnTo>
                  <a:lnTo>
                    <a:pt x="157314" y="440356"/>
                  </a:lnTo>
                  <a:lnTo>
                    <a:pt x="156860" y="440557"/>
                  </a:lnTo>
                  <a:lnTo>
                    <a:pt x="154580" y="439046"/>
                  </a:lnTo>
                  <a:lnTo>
                    <a:pt x="153532" y="438987"/>
                  </a:lnTo>
                  <a:lnTo>
                    <a:pt x="153560" y="438820"/>
                  </a:lnTo>
                  <a:lnTo>
                    <a:pt x="152841" y="438663"/>
                  </a:lnTo>
                  <a:lnTo>
                    <a:pt x="152414" y="438909"/>
                  </a:lnTo>
                  <a:lnTo>
                    <a:pt x="150374" y="439232"/>
                  </a:lnTo>
                  <a:lnTo>
                    <a:pt x="149730" y="439083"/>
                  </a:lnTo>
                  <a:lnTo>
                    <a:pt x="148581" y="439762"/>
                  </a:lnTo>
                  <a:lnTo>
                    <a:pt x="148267" y="439743"/>
                  </a:lnTo>
                  <a:lnTo>
                    <a:pt x="148452" y="441724"/>
                  </a:lnTo>
                  <a:lnTo>
                    <a:pt x="147876" y="442208"/>
                  </a:lnTo>
                  <a:lnTo>
                    <a:pt x="147832" y="442817"/>
                  </a:lnTo>
                  <a:lnTo>
                    <a:pt x="146753" y="443368"/>
                  </a:lnTo>
                  <a:lnTo>
                    <a:pt x="145917" y="445261"/>
                  </a:lnTo>
                  <a:lnTo>
                    <a:pt x="146126" y="446075"/>
                  </a:lnTo>
                  <a:lnTo>
                    <a:pt x="146978" y="446643"/>
                  </a:lnTo>
                  <a:lnTo>
                    <a:pt x="146832" y="447217"/>
                  </a:lnTo>
                  <a:lnTo>
                    <a:pt x="147014" y="447925"/>
                  </a:lnTo>
                  <a:lnTo>
                    <a:pt x="146658" y="449602"/>
                  </a:lnTo>
                  <a:lnTo>
                    <a:pt x="145848" y="451349"/>
                  </a:lnTo>
                  <a:lnTo>
                    <a:pt x="145414" y="451589"/>
                  </a:lnTo>
                  <a:lnTo>
                    <a:pt x="144801" y="451447"/>
                  </a:lnTo>
                  <a:lnTo>
                    <a:pt x="144522" y="452025"/>
                  </a:lnTo>
                  <a:lnTo>
                    <a:pt x="144599" y="452366"/>
                  </a:lnTo>
                  <a:lnTo>
                    <a:pt x="145216" y="452126"/>
                  </a:lnTo>
                  <a:lnTo>
                    <a:pt x="145509" y="453142"/>
                  </a:lnTo>
                  <a:lnTo>
                    <a:pt x="145167" y="453767"/>
                  </a:lnTo>
                  <a:lnTo>
                    <a:pt x="144749" y="453779"/>
                  </a:lnTo>
                  <a:lnTo>
                    <a:pt x="144831" y="454557"/>
                  </a:lnTo>
                  <a:lnTo>
                    <a:pt x="144641" y="454860"/>
                  </a:lnTo>
                  <a:lnTo>
                    <a:pt x="144278" y="454838"/>
                  </a:lnTo>
                  <a:lnTo>
                    <a:pt x="144262" y="455273"/>
                  </a:lnTo>
                  <a:lnTo>
                    <a:pt x="143902" y="455713"/>
                  </a:lnTo>
                  <a:lnTo>
                    <a:pt x="144240" y="456515"/>
                  </a:lnTo>
                  <a:lnTo>
                    <a:pt x="144099" y="457248"/>
                  </a:lnTo>
                  <a:lnTo>
                    <a:pt x="142828" y="457329"/>
                  </a:lnTo>
                  <a:lnTo>
                    <a:pt x="142430" y="457593"/>
                  </a:lnTo>
                  <a:lnTo>
                    <a:pt x="143820" y="459849"/>
                  </a:lnTo>
                  <a:lnTo>
                    <a:pt x="143052" y="460061"/>
                  </a:lnTo>
                  <a:lnTo>
                    <a:pt x="143019" y="460249"/>
                  </a:lnTo>
                  <a:lnTo>
                    <a:pt x="144087" y="461256"/>
                  </a:lnTo>
                  <a:lnTo>
                    <a:pt x="143907" y="462621"/>
                  </a:lnTo>
                  <a:lnTo>
                    <a:pt x="144591" y="462843"/>
                  </a:lnTo>
                  <a:lnTo>
                    <a:pt x="144739" y="463574"/>
                  </a:lnTo>
                  <a:lnTo>
                    <a:pt x="145437" y="463600"/>
                  </a:lnTo>
                  <a:lnTo>
                    <a:pt x="145289" y="464822"/>
                  </a:lnTo>
                  <a:lnTo>
                    <a:pt x="144856" y="465331"/>
                  </a:lnTo>
                  <a:lnTo>
                    <a:pt x="145266" y="465839"/>
                  </a:lnTo>
                  <a:lnTo>
                    <a:pt x="145514" y="467307"/>
                  </a:lnTo>
                  <a:lnTo>
                    <a:pt x="144994" y="468108"/>
                  </a:lnTo>
                  <a:lnTo>
                    <a:pt x="145861" y="469380"/>
                  </a:lnTo>
                  <a:lnTo>
                    <a:pt x="145869" y="469717"/>
                  </a:lnTo>
                  <a:lnTo>
                    <a:pt x="145119" y="470771"/>
                  </a:lnTo>
                  <a:lnTo>
                    <a:pt x="145566" y="471872"/>
                  </a:lnTo>
                  <a:lnTo>
                    <a:pt x="144898" y="472270"/>
                  </a:lnTo>
                  <a:lnTo>
                    <a:pt x="144730" y="473324"/>
                  </a:lnTo>
                  <a:lnTo>
                    <a:pt x="144248" y="473502"/>
                  </a:lnTo>
                  <a:lnTo>
                    <a:pt x="143597" y="473310"/>
                  </a:lnTo>
                  <a:lnTo>
                    <a:pt x="143246" y="472747"/>
                  </a:lnTo>
                  <a:lnTo>
                    <a:pt x="142892" y="472774"/>
                  </a:lnTo>
                  <a:lnTo>
                    <a:pt x="142372" y="473580"/>
                  </a:lnTo>
                  <a:lnTo>
                    <a:pt x="141401" y="474096"/>
                  </a:lnTo>
                  <a:lnTo>
                    <a:pt x="141095" y="475306"/>
                  </a:lnTo>
                  <a:lnTo>
                    <a:pt x="141766" y="475913"/>
                  </a:lnTo>
                  <a:lnTo>
                    <a:pt x="141510" y="476317"/>
                  </a:lnTo>
                  <a:lnTo>
                    <a:pt x="140203" y="477043"/>
                  </a:lnTo>
                  <a:lnTo>
                    <a:pt x="140185" y="478724"/>
                  </a:lnTo>
                  <a:lnTo>
                    <a:pt x="139998" y="479178"/>
                  </a:lnTo>
                  <a:lnTo>
                    <a:pt x="140314" y="480613"/>
                  </a:lnTo>
                  <a:lnTo>
                    <a:pt x="141081" y="482196"/>
                  </a:lnTo>
                  <a:lnTo>
                    <a:pt x="141161" y="483369"/>
                  </a:lnTo>
                  <a:lnTo>
                    <a:pt x="139424" y="485386"/>
                  </a:lnTo>
                  <a:lnTo>
                    <a:pt x="139200" y="486795"/>
                  </a:lnTo>
                  <a:lnTo>
                    <a:pt x="138596" y="487687"/>
                  </a:lnTo>
                  <a:lnTo>
                    <a:pt x="137942" y="487795"/>
                  </a:lnTo>
                  <a:lnTo>
                    <a:pt x="137423" y="488417"/>
                  </a:lnTo>
                  <a:lnTo>
                    <a:pt x="135144" y="488495"/>
                  </a:lnTo>
                  <a:lnTo>
                    <a:pt x="134678" y="487992"/>
                  </a:lnTo>
                  <a:lnTo>
                    <a:pt x="132010" y="487184"/>
                  </a:lnTo>
                  <a:lnTo>
                    <a:pt x="131509" y="486609"/>
                  </a:lnTo>
                  <a:lnTo>
                    <a:pt x="110865" y="483753"/>
                  </a:lnTo>
                  <a:lnTo>
                    <a:pt x="109194" y="483732"/>
                  </a:lnTo>
                  <a:lnTo>
                    <a:pt x="107978" y="484645"/>
                  </a:lnTo>
                  <a:lnTo>
                    <a:pt x="107383" y="484524"/>
                  </a:lnTo>
                  <a:lnTo>
                    <a:pt x="107151" y="484822"/>
                  </a:lnTo>
                  <a:lnTo>
                    <a:pt x="106124" y="484673"/>
                  </a:lnTo>
                  <a:lnTo>
                    <a:pt x="105948" y="485095"/>
                  </a:lnTo>
                  <a:lnTo>
                    <a:pt x="106203" y="485926"/>
                  </a:lnTo>
                  <a:lnTo>
                    <a:pt x="105830" y="486194"/>
                  </a:lnTo>
                  <a:lnTo>
                    <a:pt x="104122" y="485174"/>
                  </a:lnTo>
                  <a:lnTo>
                    <a:pt x="101382" y="485224"/>
                  </a:lnTo>
                  <a:lnTo>
                    <a:pt x="99391" y="484464"/>
                  </a:lnTo>
                  <a:lnTo>
                    <a:pt x="99109" y="483620"/>
                  </a:lnTo>
                  <a:lnTo>
                    <a:pt x="96363" y="482472"/>
                  </a:lnTo>
                  <a:lnTo>
                    <a:pt x="95407" y="481711"/>
                  </a:lnTo>
                  <a:lnTo>
                    <a:pt x="94561" y="481560"/>
                  </a:lnTo>
                  <a:lnTo>
                    <a:pt x="94173" y="481230"/>
                  </a:lnTo>
                  <a:lnTo>
                    <a:pt x="93790" y="480220"/>
                  </a:lnTo>
                  <a:lnTo>
                    <a:pt x="90953" y="479703"/>
                  </a:lnTo>
                  <a:lnTo>
                    <a:pt x="89739" y="478571"/>
                  </a:lnTo>
                  <a:lnTo>
                    <a:pt x="89194" y="478337"/>
                  </a:lnTo>
                  <a:lnTo>
                    <a:pt x="88036" y="478503"/>
                  </a:lnTo>
                  <a:lnTo>
                    <a:pt x="86167" y="478122"/>
                  </a:lnTo>
                  <a:lnTo>
                    <a:pt x="85290" y="478172"/>
                  </a:lnTo>
                  <a:lnTo>
                    <a:pt x="83067" y="476847"/>
                  </a:lnTo>
                  <a:lnTo>
                    <a:pt x="80510" y="476140"/>
                  </a:lnTo>
                  <a:lnTo>
                    <a:pt x="79327" y="477016"/>
                  </a:lnTo>
                  <a:lnTo>
                    <a:pt x="75814" y="477876"/>
                  </a:lnTo>
                  <a:lnTo>
                    <a:pt x="73920" y="478748"/>
                  </a:lnTo>
                  <a:lnTo>
                    <a:pt x="70828" y="479286"/>
                  </a:lnTo>
                  <a:lnTo>
                    <a:pt x="65857" y="481374"/>
                  </a:lnTo>
                  <a:lnTo>
                    <a:pt x="62445" y="480985"/>
                  </a:lnTo>
                  <a:lnTo>
                    <a:pt x="61339" y="476669"/>
                  </a:lnTo>
                  <a:lnTo>
                    <a:pt x="61414" y="474380"/>
                  </a:lnTo>
                  <a:lnTo>
                    <a:pt x="61115" y="473148"/>
                  </a:lnTo>
                  <a:lnTo>
                    <a:pt x="61121" y="466343"/>
                  </a:lnTo>
                  <a:lnTo>
                    <a:pt x="60841" y="464745"/>
                  </a:lnTo>
                  <a:lnTo>
                    <a:pt x="62012" y="463362"/>
                  </a:lnTo>
                  <a:lnTo>
                    <a:pt x="64076" y="462597"/>
                  </a:lnTo>
                  <a:lnTo>
                    <a:pt x="66766" y="458120"/>
                  </a:lnTo>
                  <a:lnTo>
                    <a:pt x="68842" y="456278"/>
                  </a:lnTo>
                  <a:lnTo>
                    <a:pt x="74783" y="453163"/>
                  </a:lnTo>
                  <a:lnTo>
                    <a:pt x="74132" y="452142"/>
                  </a:lnTo>
                  <a:lnTo>
                    <a:pt x="73640" y="451637"/>
                  </a:lnTo>
                  <a:lnTo>
                    <a:pt x="70848" y="450625"/>
                  </a:lnTo>
                  <a:lnTo>
                    <a:pt x="64414" y="448716"/>
                  </a:lnTo>
                  <a:lnTo>
                    <a:pt x="61809" y="448973"/>
                  </a:lnTo>
                  <a:lnTo>
                    <a:pt x="59647" y="446978"/>
                  </a:lnTo>
                  <a:lnTo>
                    <a:pt x="55579" y="446170"/>
                  </a:lnTo>
                  <a:lnTo>
                    <a:pt x="54990" y="446153"/>
                  </a:lnTo>
                  <a:lnTo>
                    <a:pt x="54575" y="446428"/>
                  </a:lnTo>
                  <a:lnTo>
                    <a:pt x="52563" y="446184"/>
                  </a:lnTo>
                  <a:lnTo>
                    <a:pt x="50891" y="445380"/>
                  </a:lnTo>
                  <a:lnTo>
                    <a:pt x="49270" y="444335"/>
                  </a:lnTo>
                  <a:lnTo>
                    <a:pt x="47882" y="441707"/>
                  </a:lnTo>
                  <a:lnTo>
                    <a:pt x="47831" y="440158"/>
                  </a:lnTo>
                  <a:lnTo>
                    <a:pt x="46466" y="438796"/>
                  </a:lnTo>
                  <a:lnTo>
                    <a:pt x="45436" y="436766"/>
                  </a:lnTo>
                  <a:lnTo>
                    <a:pt x="43325" y="435493"/>
                  </a:lnTo>
                  <a:lnTo>
                    <a:pt x="39837" y="434469"/>
                  </a:lnTo>
                  <a:lnTo>
                    <a:pt x="37620" y="434279"/>
                  </a:lnTo>
                  <a:lnTo>
                    <a:pt x="34326" y="435603"/>
                  </a:lnTo>
                  <a:lnTo>
                    <a:pt x="32703" y="435891"/>
                  </a:lnTo>
                  <a:lnTo>
                    <a:pt x="31766" y="434625"/>
                  </a:lnTo>
                  <a:lnTo>
                    <a:pt x="29958" y="433897"/>
                  </a:lnTo>
                  <a:lnTo>
                    <a:pt x="28892" y="434356"/>
                  </a:lnTo>
                  <a:lnTo>
                    <a:pt x="27267" y="435700"/>
                  </a:lnTo>
                  <a:lnTo>
                    <a:pt x="21376" y="434206"/>
                  </a:lnTo>
                  <a:lnTo>
                    <a:pt x="20559" y="431733"/>
                  </a:lnTo>
                  <a:lnTo>
                    <a:pt x="17896" y="428398"/>
                  </a:lnTo>
                  <a:lnTo>
                    <a:pt x="20598" y="424133"/>
                  </a:lnTo>
                  <a:lnTo>
                    <a:pt x="18003" y="423005"/>
                  </a:lnTo>
                  <a:lnTo>
                    <a:pt x="15874" y="421015"/>
                  </a:lnTo>
                  <a:lnTo>
                    <a:pt x="13327" y="419884"/>
                  </a:lnTo>
                  <a:lnTo>
                    <a:pt x="12341" y="419217"/>
                  </a:lnTo>
                  <a:lnTo>
                    <a:pt x="9773" y="415110"/>
                  </a:lnTo>
                  <a:lnTo>
                    <a:pt x="4195" y="410408"/>
                  </a:lnTo>
                  <a:lnTo>
                    <a:pt x="2479" y="406224"/>
                  </a:lnTo>
                  <a:lnTo>
                    <a:pt x="2945" y="402289"/>
                  </a:lnTo>
                  <a:lnTo>
                    <a:pt x="1843" y="400929"/>
                  </a:lnTo>
                  <a:lnTo>
                    <a:pt x="832" y="400266"/>
                  </a:lnTo>
                  <a:lnTo>
                    <a:pt x="0" y="397798"/>
                  </a:lnTo>
                  <a:lnTo>
                    <a:pt x="571" y="398066"/>
                  </a:lnTo>
                  <a:lnTo>
                    <a:pt x="4390" y="397491"/>
                  </a:lnTo>
                  <a:lnTo>
                    <a:pt x="4852" y="397038"/>
                  </a:lnTo>
                  <a:lnTo>
                    <a:pt x="6815" y="396281"/>
                  </a:lnTo>
                  <a:lnTo>
                    <a:pt x="8520" y="396143"/>
                  </a:lnTo>
                  <a:lnTo>
                    <a:pt x="9155" y="395578"/>
                  </a:lnTo>
                  <a:lnTo>
                    <a:pt x="11832" y="394840"/>
                  </a:lnTo>
                  <a:lnTo>
                    <a:pt x="13585" y="395027"/>
                  </a:lnTo>
                  <a:lnTo>
                    <a:pt x="16004" y="393344"/>
                  </a:lnTo>
                  <a:lnTo>
                    <a:pt x="19827" y="389380"/>
                  </a:lnTo>
                  <a:lnTo>
                    <a:pt x="24138" y="388683"/>
                  </a:lnTo>
                  <a:lnTo>
                    <a:pt x="26227" y="388795"/>
                  </a:lnTo>
                  <a:lnTo>
                    <a:pt x="28355" y="386969"/>
                  </a:lnTo>
                  <a:lnTo>
                    <a:pt x="31128" y="385115"/>
                  </a:lnTo>
                  <a:lnTo>
                    <a:pt x="34913" y="383606"/>
                  </a:lnTo>
                  <a:lnTo>
                    <a:pt x="44290" y="376771"/>
                  </a:lnTo>
                  <a:lnTo>
                    <a:pt x="46540" y="377261"/>
                  </a:lnTo>
                  <a:lnTo>
                    <a:pt x="48770" y="377203"/>
                  </a:lnTo>
                  <a:lnTo>
                    <a:pt x="51179" y="375107"/>
                  </a:lnTo>
                  <a:lnTo>
                    <a:pt x="56890" y="373283"/>
                  </a:lnTo>
                  <a:lnTo>
                    <a:pt x="61064" y="369094"/>
                  </a:lnTo>
                  <a:lnTo>
                    <a:pt x="62418" y="365281"/>
                  </a:lnTo>
                  <a:lnTo>
                    <a:pt x="63627" y="364124"/>
                  </a:lnTo>
                  <a:lnTo>
                    <a:pt x="66710" y="361869"/>
                  </a:lnTo>
                  <a:lnTo>
                    <a:pt x="73714" y="359997"/>
                  </a:lnTo>
                  <a:lnTo>
                    <a:pt x="83232" y="358555"/>
                  </a:lnTo>
                  <a:lnTo>
                    <a:pt x="84952" y="359829"/>
                  </a:lnTo>
                  <a:lnTo>
                    <a:pt x="87363" y="362497"/>
                  </a:lnTo>
                  <a:lnTo>
                    <a:pt x="89642" y="364220"/>
                  </a:lnTo>
                  <a:lnTo>
                    <a:pt x="91105" y="364788"/>
                  </a:lnTo>
                  <a:lnTo>
                    <a:pt x="92586" y="365033"/>
                  </a:lnTo>
                  <a:lnTo>
                    <a:pt x="100027" y="363627"/>
                  </a:lnTo>
                  <a:lnTo>
                    <a:pt x="103323" y="361809"/>
                  </a:lnTo>
                  <a:lnTo>
                    <a:pt x="103225" y="359703"/>
                  </a:lnTo>
                  <a:lnTo>
                    <a:pt x="104491" y="357459"/>
                  </a:lnTo>
                  <a:lnTo>
                    <a:pt x="104515" y="356814"/>
                  </a:lnTo>
                  <a:lnTo>
                    <a:pt x="106621" y="351424"/>
                  </a:lnTo>
                  <a:lnTo>
                    <a:pt x="107695" y="347449"/>
                  </a:lnTo>
                  <a:lnTo>
                    <a:pt x="107964" y="346192"/>
                  </a:lnTo>
                  <a:lnTo>
                    <a:pt x="107226" y="344469"/>
                  </a:lnTo>
                  <a:lnTo>
                    <a:pt x="108406" y="344374"/>
                  </a:lnTo>
                  <a:lnTo>
                    <a:pt x="109503" y="344781"/>
                  </a:lnTo>
                  <a:lnTo>
                    <a:pt x="111680" y="345030"/>
                  </a:lnTo>
                  <a:lnTo>
                    <a:pt x="115068" y="349310"/>
                  </a:lnTo>
                  <a:lnTo>
                    <a:pt x="115571" y="349098"/>
                  </a:lnTo>
                  <a:lnTo>
                    <a:pt x="116117" y="348436"/>
                  </a:lnTo>
                  <a:lnTo>
                    <a:pt x="117552" y="347833"/>
                  </a:lnTo>
                  <a:lnTo>
                    <a:pt x="118773" y="346682"/>
                  </a:lnTo>
                  <a:lnTo>
                    <a:pt x="120849" y="346426"/>
                  </a:lnTo>
                  <a:lnTo>
                    <a:pt x="121368" y="346504"/>
                  </a:lnTo>
                  <a:lnTo>
                    <a:pt x="121807" y="346903"/>
                  </a:lnTo>
                  <a:lnTo>
                    <a:pt x="122846" y="346416"/>
                  </a:lnTo>
                  <a:lnTo>
                    <a:pt x="123883" y="346482"/>
                  </a:lnTo>
                  <a:lnTo>
                    <a:pt x="125382" y="347141"/>
                  </a:lnTo>
                  <a:lnTo>
                    <a:pt x="126055" y="346942"/>
                  </a:lnTo>
                  <a:lnTo>
                    <a:pt x="127237" y="347769"/>
                  </a:lnTo>
                  <a:lnTo>
                    <a:pt x="127698" y="347185"/>
                  </a:lnTo>
                  <a:lnTo>
                    <a:pt x="129226" y="346580"/>
                  </a:lnTo>
                  <a:lnTo>
                    <a:pt x="131063" y="347348"/>
                  </a:lnTo>
                  <a:lnTo>
                    <a:pt x="132060" y="347393"/>
                  </a:lnTo>
                  <a:lnTo>
                    <a:pt x="132814" y="347825"/>
                  </a:lnTo>
                  <a:lnTo>
                    <a:pt x="134068" y="348099"/>
                  </a:lnTo>
                  <a:lnTo>
                    <a:pt x="134818" y="348643"/>
                  </a:lnTo>
                  <a:lnTo>
                    <a:pt x="136911" y="348157"/>
                  </a:lnTo>
                  <a:lnTo>
                    <a:pt x="138318" y="346810"/>
                  </a:lnTo>
                  <a:lnTo>
                    <a:pt x="140329" y="346891"/>
                  </a:lnTo>
                  <a:lnTo>
                    <a:pt x="141055" y="346112"/>
                  </a:lnTo>
                  <a:lnTo>
                    <a:pt x="141661" y="344347"/>
                  </a:lnTo>
                  <a:lnTo>
                    <a:pt x="142007" y="344396"/>
                  </a:lnTo>
                  <a:lnTo>
                    <a:pt x="142283" y="344769"/>
                  </a:lnTo>
                  <a:lnTo>
                    <a:pt x="143480" y="344250"/>
                  </a:lnTo>
                  <a:lnTo>
                    <a:pt x="145151" y="342064"/>
                  </a:lnTo>
                  <a:lnTo>
                    <a:pt x="146885" y="342320"/>
                  </a:lnTo>
                  <a:lnTo>
                    <a:pt x="149643" y="341625"/>
                  </a:lnTo>
                  <a:lnTo>
                    <a:pt x="151077" y="340233"/>
                  </a:lnTo>
                  <a:lnTo>
                    <a:pt x="152012" y="338593"/>
                  </a:lnTo>
                  <a:lnTo>
                    <a:pt x="154744" y="337136"/>
                  </a:lnTo>
                  <a:lnTo>
                    <a:pt x="156601" y="335353"/>
                  </a:lnTo>
                  <a:lnTo>
                    <a:pt x="159863" y="334451"/>
                  </a:lnTo>
                  <a:lnTo>
                    <a:pt x="160297" y="332878"/>
                  </a:lnTo>
                  <a:lnTo>
                    <a:pt x="161344" y="332141"/>
                  </a:lnTo>
                  <a:lnTo>
                    <a:pt x="165630" y="332035"/>
                  </a:lnTo>
                  <a:lnTo>
                    <a:pt x="166706" y="332862"/>
                  </a:lnTo>
                  <a:lnTo>
                    <a:pt x="168234" y="334722"/>
                  </a:lnTo>
                  <a:lnTo>
                    <a:pt x="169658" y="337496"/>
                  </a:lnTo>
                  <a:lnTo>
                    <a:pt x="173722" y="337020"/>
                  </a:lnTo>
                  <a:lnTo>
                    <a:pt x="174525" y="334400"/>
                  </a:lnTo>
                  <a:lnTo>
                    <a:pt x="175805" y="333593"/>
                  </a:lnTo>
                  <a:lnTo>
                    <a:pt x="177593" y="333032"/>
                  </a:lnTo>
                  <a:lnTo>
                    <a:pt x="180046" y="331387"/>
                  </a:lnTo>
                  <a:lnTo>
                    <a:pt x="179995" y="329719"/>
                  </a:lnTo>
                  <a:lnTo>
                    <a:pt x="185540" y="328594"/>
                  </a:lnTo>
                  <a:lnTo>
                    <a:pt x="187814" y="328282"/>
                  </a:lnTo>
                  <a:lnTo>
                    <a:pt x="197906" y="329850"/>
                  </a:lnTo>
                  <a:lnTo>
                    <a:pt x="203356" y="328066"/>
                  </a:lnTo>
                  <a:lnTo>
                    <a:pt x="210640" y="326335"/>
                  </a:lnTo>
                  <a:lnTo>
                    <a:pt x="211368" y="324785"/>
                  </a:lnTo>
                  <a:lnTo>
                    <a:pt x="212526" y="324415"/>
                  </a:lnTo>
                  <a:lnTo>
                    <a:pt x="215106" y="322407"/>
                  </a:lnTo>
                  <a:lnTo>
                    <a:pt x="223447" y="313537"/>
                  </a:lnTo>
                  <a:lnTo>
                    <a:pt x="226295" y="314366"/>
                  </a:lnTo>
                  <a:lnTo>
                    <a:pt x="228892" y="314648"/>
                  </a:lnTo>
                  <a:lnTo>
                    <a:pt x="232025" y="312605"/>
                  </a:lnTo>
                  <a:lnTo>
                    <a:pt x="235389" y="312610"/>
                  </a:lnTo>
                  <a:lnTo>
                    <a:pt x="239063" y="311562"/>
                  </a:lnTo>
                  <a:lnTo>
                    <a:pt x="241067" y="311627"/>
                  </a:lnTo>
                  <a:lnTo>
                    <a:pt x="242408" y="312075"/>
                  </a:lnTo>
                  <a:lnTo>
                    <a:pt x="244138" y="311472"/>
                  </a:lnTo>
                  <a:lnTo>
                    <a:pt x="246311" y="309794"/>
                  </a:lnTo>
                  <a:lnTo>
                    <a:pt x="249520" y="307909"/>
                  </a:lnTo>
                  <a:lnTo>
                    <a:pt x="250300" y="306452"/>
                  </a:lnTo>
                  <a:lnTo>
                    <a:pt x="250934" y="304261"/>
                  </a:lnTo>
                  <a:lnTo>
                    <a:pt x="249904" y="301303"/>
                  </a:lnTo>
                  <a:lnTo>
                    <a:pt x="248402" y="299283"/>
                  </a:lnTo>
                  <a:lnTo>
                    <a:pt x="247168" y="298353"/>
                  </a:lnTo>
                  <a:lnTo>
                    <a:pt x="245531" y="297851"/>
                  </a:lnTo>
                  <a:lnTo>
                    <a:pt x="244431" y="297000"/>
                  </a:lnTo>
                  <a:lnTo>
                    <a:pt x="243704" y="294866"/>
                  </a:lnTo>
                  <a:lnTo>
                    <a:pt x="242729" y="293131"/>
                  </a:lnTo>
                  <a:lnTo>
                    <a:pt x="244875" y="290792"/>
                  </a:lnTo>
                  <a:lnTo>
                    <a:pt x="245684" y="290610"/>
                  </a:lnTo>
                  <a:lnTo>
                    <a:pt x="247178" y="284658"/>
                  </a:lnTo>
                  <a:lnTo>
                    <a:pt x="249831" y="283977"/>
                  </a:lnTo>
                  <a:lnTo>
                    <a:pt x="252614" y="284585"/>
                  </a:lnTo>
                  <a:lnTo>
                    <a:pt x="254115" y="284648"/>
                  </a:lnTo>
                  <a:lnTo>
                    <a:pt x="255381" y="282912"/>
                  </a:lnTo>
                  <a:lnTo>
                    <a:pt x="256701" y="282541"/>
                  </a:lnTo>
                  <a:lnTo>
                    <a:pt x="257780" y="282791"/>
                  </a:lnTo>
                  <a:lnTo>
                    <a:pt x="258923" y="282660"/>
                  </a:lnTo>
                  <a:lnTo>
                    <a:pt x="259643" y="283162"/>
                  </a:lnTo>
                  <a:lnTo>
                    <a:pt x="260501" y="281882"/>
                  </a:lnTo>
                  <a:lnTo>
                    <a:pt x="262086" y="280496"/>
                  </a:lnTo>
                  <a:lnTo>
                    <a:pt x="263322" y="279582"/>
                  </a:lnTo>
                  <a:lnTo>
                    <a:pt x="265466" y="278666"/>
                  </a:lnTo>
                  <a:lnTo>
                    <a:pt x="266084" y="277851"/>
                  </a:lnTo>
                  <a:lnTo>
                    <a:pt x="268196" y="277431"/>
                  </a:lnTo>
                  <a:lnTo>
                    <a:pt x="270090" y="277475"/>
                  </a:lnTo>
                  <a:lnTo>
                    <a:pt x="270517" y="274573"/>
                  </a:lnTo>
                  <a:lnTo>
                    <a:pt x="270476" y="269967"/>
                  </a:lnTo>
                  <a:lnTo>
                    <a:pt x="271418" y="267336"/>
                  </a:lnTo>
                  <a:lnTo>
                    <a:pt x="272433" y="265301"/>
                  </a:lnTo>
                  <a:lnTo>
                    <a:pt x="272911" y="264735"/>
                  </a:lnTo>
                  <a:lnTo>
                    <a:pt x="275471" y="263493"/>
                  </a:lnTo>
                  <a:lnTo>
                    <a:pt x="277271" y="261673"/>
                  </a:lnTo>
                  <a:lnTo>
                    <a:pt x="278756" y="259768"/>
                  </a:lnTo>
                  <a:lnTo>
                    <a:pt x="282214" y="258133"/>
                  </a:lnTo>
                  <a:lnTo>
                    <a:pt x="283966" y="256971"/>
                  </a:lnTo>
                  <a:lnTo>
                    <a:pt x="281612" y="252577"/>
                  </a:lnTo>
                  <a:lnTo>
                    <a:pt x="281766" y="252224"/>
                  </a:lnTo>
                  <a:lnTo>
                    <a:pt x="281590" y="249986"/>
                  </a:lnTo>
                  <a:lnTo>
                    <a:pt x="282097" y="249868"/>
                  </a:lnTo>
                  <a:lnTo>
                    <a:pt x="280952" y="246789"/>
                  </a:lnTo>
                  <a:lnTo>
                    <a:pt x="281482" y="244421"/>
                  </a:lnTo>
                  <a:lnTo>
                    <a:pt x="283852" y="241855"/>
                  </a:lnTo>
                  <a:lnTo>
                    <a:pt x="284104" y="240420"/>
                  </a:lnTo>
                  <a:lnTo>
                    <a:pt x="283864" y="238618"/>
                  </a:lnTo>
                  <a:lnTo>
                    <a:pt x="283902" y="236008"/>
                  </a:lnTo>
                  <a:lnTo>
                    <a:pt x="284817" y="232740"/>
                  </a:lnTo>
                  <a:lnTo>
                    <a:pt x="285784" y="232312"/>
                  </a:lnTo>
                  <a:lnTo>
                    <a:pt x="291274" y="231337"/>
                  </a:lnTo>
                  <a:lnTo>
                    <a:pt x="292637" y="230776"/>
                  </a:lnTo>
                  <a:lnTo>
                    <a:pt x="292703" y="228891"/>
                  </a:lnTo>
                  <a:lnTo>
                    <a:pt x="292122" y="227642"/>
                  </a:lnTo>
                  <a:lnTo>
                    <a:pt x="291856" y="226219"/>
                  </a:lnTo>
                  <a:lnTo>
                    <a:pt x="289054" y="225548"/>
                  </a:lnTo>
                  <a:lnTo>
                    <a:pt x="288583" y="225057"/>
                  </a:lnTo>
                  <a:lnTo>
                    <a:pt x="285735" y="218771"/>
                  </a:lnTo>
                  <a:lnTo>
                    <a:pt x="287125" y="218001"/>
                  </a:lnTo>
                  <a:lnTo>
                    <a:pt x="290601" y="217643"/>
                  </a:lnTo>
                  <a:lnTo>
                    <a:pt x="292658" y="216335"/>
                  </a:lnTo>
                  <a:lnTo>
                    <a:pt x="294071" y="214592"/>
                  </a:lnTo>
                  <a:lnTo>
                    <a:pt x="294594" y="214444"/>
                  </a:lnTo>
                  <a:lnTo>
                    <a:pt x="296629" y="214635"/>
                  </a:lnTo>
                  <a:lnTo>
                    <a:pt x="298506" y="214191"/>
                  </a:lnTo>
                  <a:lnTo>
                    <a:pt x="299014" y="213839"/>
                  </a:lnTo>
                  <a:lnTo>
                    <a:pt x="300563" y="213679"/>
                  </a:lnTo>
                  <a:lnTo>
                    <a:pt x="302645" y="214097"/>
                  </a:lnTo>
                  <a:lnTo>
                    <a:pt x="304107" y="214920"/>
                  </a:lnTo>
                  <a:lnTo>
                    <a:pt x="307049" y="214474"/>
                  </a:lnTo>
                  <a:lnTo>
                    <a:pt x="310366" y="213360"/>
                  </a:lnTo>
                  <a:lnTo>
                    <a:pt x="311301" y="213257"/>
                  </a:lnTo>
                  <a:lnTo>
                    <a:pt x="311890" y="212605"/>
                  </a:lnTo>
                  <a:lnTo>
                    <a:pt x="314032" y="214540"/>
                  </a:lnTo>
                  <a:lnTo>
                    <a:pt x="316684" y="215029"/>
                  </a:lnTo>
                  <a:lnTo>
                    <a:pt x="318096" y="215013"/>
                  </a:lnTo>
                  <a:lnTo>
                    <a:pt x="320559" y="214183"/>
                  </a:lnTo>
                  <a:lnTo>
                    <a:pt x="321438" y="213189"/>
                  </a:lnTo>
                  <a:lnTo>
                    <a:pt x="322510" y="213190"/>
                  </a:lnTo>
                  <a:lnTo>
                    <a:pt x="323846" y="211472"/>
                  </a:lnTo>
                  <a:lnTo>
                    <a:pt x="326495" y="208769"/>
                  </a:lnTo>
                  <a:lnTo>
                    <a:pt x="327154" y="206951"/>
                  </a:lnTo>
                  <a:lnTo>
                    <a:pt x="328156" y="205827"/>
                  </a:lnTo>
                  <a:lnTo>
                    <a:pt x="333940" y="201483"/>
                  </a:lnTo>
                  <a:lnTo>
                    <a:pt x="337632" y="201226"/>
                  </a:lnTo>
                  <a:lnTo>
                    <a:pt x="340799" y="199976"/>
                  </a:lnTo>
                  <a:lnTo>
                    <a:pt x="341660" y="199853"/>
                  </a:lnTo>
                  <a:lnTo>
                    <a:pt x="347028" y="196921"/>
                  </a:lnTo>
                  <a:lnTo>
                    <a:pt x="347821" y="196331"/>
                  </a:lnTo>
                  <a:lnTo>
                    <a:pt x="348247" y="194957"/>
                  </a:lnTo>
                  <a:lnTo>
                    <a:pt x="348438" y="192719"/>
                  </a:lnTo>
                  <a:lnTo>
                    <a:pt x="348292" y="191456"/>
                  </a:lnTo>
                  <a:lnTo>
                    <a:pt x="348894" y="189775"/>
                  </a:lnTo>
                  <a:lnTo>
                    <a:pt x="348679" y="188561"/>
                  </a:lnTo>
                  <a:lnTo>
                    <a:pt x="351512" y="186612"/>
                  </a:lnTo>
                  <a:lnTo>
                    <a:pt x="352162" y="185016"/>
                  </a:lnTo>
                  <a:lnTo>
                    <a:pt x="351796" y="182545"/>
                  </a:lnTo>
                  <a:lnTo>
                    <a:pt x="352766" y="181831"/>
                  </a:lnTo>
                  <a:lnTo>
                    <a:pt x="354049" y="181551"/>
                  </a:lnTo>
                  <a:lnTo>
                    <a:pt x="355002" y="180433"/>
                  </a:lnTo>
                  <a:lnTo>
                    <a:pt x="353758" y="177565"/>
                  </a:lnTo>
                  <a:lnTo>
                    <a:pt x="353773" y="175469"/>
                  </a:lnTo>
                  <a:lnTo>
                    <a:pt x="353864" y="174812"/>
                  </a:lnTo>
                  <a:lnTo>
                    <a:pt x="354495" y="174507"/>
                  </a:lnTo>
                  <a:lnTo>
                    <a:pt x="355218" y="173704"/>
                  </a:lnTo>
                  <a:lnTo>
                    <a:pt x="354899" y="172858"/>
                  </a:lnTo>
                  <a:lnTo>
                    <a:pt x="355336" y="171943"/>
                  </a:lnTo>
                  <a:lnTo>
                    <a:pt x="354970" y="169711"/>
                  </a:lnTo>
                  <a:lnTo>
                    <a:pt x="355541" y="167766"/>
                  </a:lnTo>
                  <a:lnTo>
                    <a:pt x="355421" y="165966"/>
                  </a:lnTo>
                  <a:lnTo>
                    <a:pt x="355652" y="164655"/>
                  </a:lnTo>
                  <a:lnTo>
                    <a:pt x="355121" y="161679"/>
                  </a:lnTo>
                  <a:lnTo>
                    <a:pt x="353832" y="157829"/>
                  </a:lnTo>
                  <a:lnTo>
                    <a:pt x="353673" y="156917"/>
                  </a:lnTo>
                  <a:lnTo>
                    <a:pt x="353860" y="156089"/>
                  </a:lnTo>
                  <a:lnTo>
                    <a:pt x="356515" y="154623"/>
                  </a:lnTo>
                  <a:lnTo>
                    <a:pt x="359388" y="151694"/>
                  </a:lnTo>
                  <a:lnTo>
                    <a:pt x="361915" y="150715"/>
                  </a:lnTo>
                  <a:lnTo>
                    <a:pt x="363980" y="149368"/>
                  </a:lnTo>
                  <a:lnTo>
                    <a:pt x="366522" y="146927"/>
                  </a:lnTo>
                  <a:lnTo>
                    <a:pt x="366877" y="146148"/>
                  </a:lnTo>
                  <a:lnTo>
                    <a:pt x="367684" y="145613"/>
                  </a:lnTo>
                  <a:lnTo>
                    <a:pt x="374692" y="143875"/>
                  </a:lnTo>
                  <a:lnTo>
                    <a:pt x="381015" y="140861"/>
                  </a:lnTo>
                  <a:lnTo>
                    <a:pt x="383148" y="139225"/>
                  </a:lnTo>
                  <a:lnTo>
                    <a:pt x="384467" y="138497"/>
                  </a:lnTo>
                  <a:lnTo>
                    <a:pt x="387894" y="137319"/>
                  </a:lnTo>
                  <a:lnTo>
                    <a:pt x="390038" y="136223"/>
                  </a:lnTo>
                  <a:lnTo>
                    <a:pt x="391148" y="135309"/>
                  </a:lnTo>
                  <a:lnTo>
                    <a:pt x="391013" y="132186"/>
                  </a:lnTo>
                  <a:lnTo>
                    <a:pt x="390685" y="131200"/>
                  </a:lnTo>
                  <a:lnTo>
                    <a:pt x="390507" y="129425"/>
                  </a:lnTo>
                  <a:lnTo>
                    <a:pt x="389558" y="127189"/>
                  </a:lnTo>
                  <a:lnTo>
                    <a:pt x="388483" y="125315"/>
                  </a:lnTo>
                  <a:lnTo>
                    <a:pt x="387430" y="124123"/>
                  </a:lnTo>
                  <a:lnTo>
                    <a:pt x="387468" y="123430"/>
                  </a:lnTo>
                  <a:lnTo>
                    <a:pt x="386735" y="121485"/>
                  </a:lnTo>
                  <a:lnTo>
                    <a:pt x="386823" y="120923"/>
                  </a:lnTo>
                  <a:lnTo>
                    <a:pt x="387591" y="119898"/>
                  </a:lnTo>
                  <a:lnTo>
                    <a:pt x="386700" y="118836"/>
                  </a:lnTo>
                  <a:lnTo>
                    <a:pt x="385177" y="116213"/>
                  </a:lnTo>
                  <a:lnTo>
                    <a:pt x="383172" y="114082"/>
                  </a:lnTo>
                  <a:lnTo>
                    <a:pt x="382968" y="112678"/>
                  </a:lnTo>
                  <a:lnTo>
                    <a:pt x="382291" y="111957"/>
                  </a:lnTo>
                  <a:lnTo>
                    <a:pt x="382021" y="111140"/>
                  </a:lnTo>
                  <a:lnTo>
                    <a:pt x="380444" y="110942"/>
                  </a:lnTo>
                  <a:lnTo>
                    <a:pt x="378916" y="109918"/>
                  </a:lnTo>
                  <a:lnTo>
                    <a:pt x="376848" y="108010"/>
                  </a:lnTo>
                  <a:lnTo>
                    <a:pt x="376808" y="107623"/>
                  </a:lnTo>
                  <a:lnTo>
                    <a:pt x="375777" y="106695"/>
                  </a:lnTo>
                  <a:lnTo>
                    <a:pt x="375421" y="105043"/>
                  </a:lnTo>
                  <a:lnTo>
                    <a:pt x="376218" y="103396"/>
                  </a:lnTo>
                  <a:lnTo>
                    <a:pt x="376745" y="103164"/>
                  </a:lnTo>
                  <a:lnTo>
                    <a:pt x="376652" y="102663"/>
                  </a:lnTo>
                  <a:lnTo>
                    <a:pt x="377371" y="98293"/>
                  </a:lnTo>
                  <a:lnTo>
                    <a:pt x="376804" y="95137"/>
                  </a:lnTo>
                  <a:lnTo>
                    <a:pt x="375611" y="93172"/>
                  </a:lnTo>
                  <a:lnTo>
                    <a:pt x="375124" y="89050"/>
                  </a:lnTo>
                  <a:lnTo>
                    <a:pt x="376486" y="88197"/>
                  </a:lnTo>
                  <a:lnTo>
                    <a:pt x="377578" y="86787"/>
                  </a:lnTo>
                  <a:lnTo>
                    <a:pt x="377802" y="85056"/>
                  </a:lnTo>
                  <a:lnTo>
                    <a:pt x="377492" y="82828"/>
                  </a:lnTo>
                  <a:lnTo>
                    <a:pt x="379084" y="82476"/>
                  </a:lnTo>
                  <a:lnTo>
                    <a:pt x="379669" y="82977"/>
                  </a:lnTo>
                  <a:lnTo>
                    <a:pt x="380190" y="82429"/>
                  </a:lnTo>
                  <a:lnTo>
                    <a:pt x="380151" y="82136"/>
                  </a:lnTo>
                  <a:lnTo>
                    <a:pt x="383564" y="79963"/>
                  </a:lnTo>
                  <a:lnTo>
                    <a:pt x="385467" y="79072"/>
                  </a:lnTo>
                  <a:lnTo>
                    <a:pt x="384912" y="78353"/>
                  </a:lnTo>
                  <a:lnTo>
                    <a:pt x="383856" y="74755"/>
                  </a:lnTo>
                  <a:lnTo>
                    <a:pt x="383636" y="72888"/>
                  </a:lnTo>
                  <a:lnTo>
                    <a:pt x="382499" y="71194"/>
                  </a:lnTo>
                  <a:lnTo>
                    <a:pt x="380862" y="72711"/>
                  </a:lnTo>
                  <a:lnTo>
                    <a:pt x="379998" y="72384"/>
                  </a:lnTo>
                  <a:lnTo>
                    <a:pt x="379209" y="71112"/>
                  </a:lnTo>
                  <a:lnTo>
                    <a:pt x="379477" y="69319"/>
                  </a:lnTo>
                  <a:lnTo>
                    <a:pt x="378739" y="68650"/>
                  </a:lnTo>
                  <a:lnTo>
                    <a:pt x="379977" y="67829"/>
                  </a:lnTo>
                  <a:lnTo>
                    <a:pt x="379904" y="67166"/>
                  </a:lnTo>
                  <a:lnTo>
                    <a:pt x="380188" y="66797"/>
                  </a:lnTo>
                  <a:lnTo>
                    <a:pt x="381164" y="65994"/>
                  </a:lnTo>
                  <a:lnTo>
                    <a:pt x="381905" y="65804"/>
                  </a:lnTo>
                  <a:lnTo>
                    <a:pt x="382981" y="64519"/>
                  </a:lnTo>
                  <a:lnTo>
                    <a:pt x="383488" y="61872"/>
                  </a:lnTo>
                  <a:lnTo>
                    <a:pt x="382211" y="61321"/>
                  </a:lnTo>
                  <a:lnTo>
                    <a:pt x="381960" y="60969"/>
                  </a:lnTo>
                  <a:lnTo>
                    <a:pt x="382113" y="58899"/>
                  </a:lnTo>
                  <a:lnTo>
                    <a:pt x="382923" y="58891"/>
                  </a:lnTo>
                  <a:lnTo>
                    <a:pt x="384932" y="57305"/>
                  </a:lnTo>
                  <a:lnTo>
                    <a:pt x="385362" y="56454"/>
                  </a:lnTo>
                  <a:lnTo>
                    <a:pt x="386716" y="54912"/>
                  </a:lnTo>
                  <a:lnTo>
                    <a:pt x="391699" y="52626"/>
                  </a:lnTo>
                  <a:lnTo>
                    <a:pt x="393940" y="52786"/>
                  </a:lnTo>
                  <a:lnTo>
                    <a:pt x="394596" y="49600"/>
                  </a:lnTo>
                  <a:lnTo>
                    <a:pt x="395803" y="48233"/>
                  </a:lnTo>
                  <a:lnTo>
                    <a:pt x="395934" y="47651"/>
                  </a:lnTo>
                  <a:lnTo>
                    <a:pt x="399387" y="45594"/>
                  </a:lnTo>
                  <a:lnTo>
                    <a:pt x="400329" y="45603"/>
                  </a:lnTo>
                  <a:lnTo>
                    <a:pt x="402314" y="46263"/>
                  </a:lnTo>
                  <a:lnTo>
                    <a:pt x="403325" y="46886"/>
                  </a:lnTo>
                  <a:lnTo>
                    <a:pt x="403692" y="46016"/>
                  </a:lnTo>
                  <a:lnTo>
                    <a:pt x="404752" y="45526"/>
                  </a:lnTo>
                  <a:lnTo>
                    <a:pt x="409714" y="45920"/>
                  </a:lnTo>
                  <a:lnTo>
                    <a:pt x="410014" y="44976"/>
                  </a:lnTo>
                  <a:lnTo>
                    <a:pt x="411579" y="45086"/>
                  </a:lnTo>
                  <a:lnTo>
                    <a:pt x="411710" y="44895"/>
                  </a:lnTo>
                  <a:lnTo>
                    <a:pt x="411273" y="42575"/>
                  </a:lnTo>
                  <a:lnTo>
                    <a:pt x="410326" y="41975"/>
                  </a:lnTo>
                  <a:lnTo>
                    <a:pt x="411102" y="41239"/>
                  </a:lnTo>
                  <a:lnTo>
                    <a:pt x="409305" y="39043"/>
                  </a:lnTo>
                  <a:lnTo>
                    <a:pt x="408950" y="38312"/>
                  </a:lnTo>
                  <a:lnTo>
                    <a:pt x="407641" y="36929"/>
                  </a:lnTo>
                  <a:lnTo>
                    <a:pt x="407548" y="36120"/>
                  </a:lnTo>
                  <a:lnTo>
                    <a:pt x="412400" y="34828"/>
                  </a:lnTo>
                  <a:lnTo>
                    <a:pt x="413160" y="36166"/>
                  </a:lnTo>
                  <a:lnTo>
                    <a:pt x="413629" y="36574"/>
                  </a:lnTo>
                  <a:lnTo>
                    <a:pt x="414860" y="36857"/>
                  </a:lnTo>
                  <a:lnTo>
                    <a:pt x="415254" y="35319"/>
                  </a:lnTo>
                  <a:lnTo>
                    <a:pt x="415025" y="33799"/>
                  </a:lnTo>
                  <a:lnTo>
                    <a:pt x="417143" y="33383"/>
                  </a:lnTo>
                  <a:lnTo>
                    <a:pt x="418502" y="34018"/>
                  </a:lnTo>
                  <a:lnTo>
                    <a:pt x="419651" y="34110"/>
                  </a:lnTo>
                  <a:lnTo>
                    <a:pt x="421078" y="34611"/>
                  </a:lnTo>
                  <a:lnTo>
                    <a:pt x="421220" y="34217"/>
                  </a:lnTo>
                  <a:lnTo>
                    <a:pt x="421580" y="34111"/>
                  </a:lnTo>
                  <a:lnTo>
                    <a:pt x="425050" y="34538"/>
                  </a:lnTo>
                  <a:lnTo>
                    <a:pt x="427083" y="34043"/>
                  </a:lnTo>
                  <a:lnTo>
                    <a:pt x="427097" y="35170"/>
                  </a:lnTo>
                  <a:lnTo>
                    <a:pt x="427917" y="35765"/>
                  </a:lnTo>
                  <a:lnTo>
                    <a:pt x="429813" y="36208"/>
                  </a:lnTo>
                  <a:lnTo>
                    <a:pt x="430227" y="36529"/>
                  </a:lnTo>
                  <a:lnTo>
                    <a:pt x="431143" y="36617"/>
                  </a:lnTo>
                  <a:lnTo>
                    <a:pt x="432767" y="36218"/>
                  </a:lnTo>
                  <a:lnTo>
                    <a:pt x="434092" y="36937"/>
                  </a:lnTo>
                  <a:lnTo>
                    <a:pt x="435643" y="37345"/>
                  </a:lnTo>
                  <a:lnTo>
                    <a:pt x="436202" y="36728"/>
                  </a:lnTo>
                  <a:lnTo>
                    <a:pt x="437503" y="36605"/>
                  </a:lnTo>
                  <a:lnTo>
                    <a:pt x="437967" y="36786"/>
                  </a:lnTo>
                  <a:lnTo>
                    <a:pt x="438426" y="39319"/>
                  </a:lnTo>
                  <a:lnTo>
                    <a:pt x="439284" y="39397"/>
                  </a:lnTo>
                  <a:lnTo>
                    <a:pt x="440645" y="39133"/>
                  </a:lnTo>
                  <a:lnTo>
                    <a:pt x="441439" y="38539"/>
                  </a:lnTo>
                  <a:lnTo>
                    <a:pt x="442059" y="37127"/>
                  </a:lnTo>
                  <a:lnTo>
                    <a:pt x="441925" y="36572"/>
                  </a:lnTo>
                  <a:lnTo>
                    <a:pt x="442104" y="36040"/>
                  </a:lnTo>
                  <a:lnTo>
                    <a:pt x="442754" y="34885"/>
                  </a:lnTo>
                  <a:lnTo>
                    <a:pt x="448460" y="31120"/>
                  </a:lnTo>
                  <a:lnTo>
                    <a:pt x="448042" y="29856"/>
                  </a:lnTo>
                  <a:lnTo>
                    <a:pt x="449321" y="28917"/>
                  </a:lnTo>
                  <a:lnTo>
                    <a:pt x="450458" y="30579"/>
                  </a:lnTo>
                  <a:lnTo>
                    <a:pt x="452341" y="31495"/>
                  </a:lnTo>
                  <a:lnTo>
                    <a:pt x="455625" y="31478"/>
                  </a:lnTo>
                  <a:lnTo>
                    <a:pt x="459088" y="32791"/>
                  </a:lnTo>
                  <a:lnTo>
                    <a:pt x="459876" y="33729"/>
                  </a:lnTo>
                  <a:lnTo>
                    <a:pt x="460894" y="36302"/>
                  </a:lnTo>
                  <a:lnTo>
                    <a:pt x="460662" y="38889"/>
                  </a:lnTo>
                  <a:lnTo>
                    <a:pt x="461983" y="38900"/>
                  </a:lnTo>
                  <a:lnTo>
                    <a:pt x="462530" y="38410"/>
                  </a:lnTo>
                  <a:lnTo>
                    <a:pt x="464620" y="39223"/>
                  </a:lnTo>
                  <a:lnTo>
                    <a:pt x="466595" y="38514"/>
                  </a:lnTo>
                  <a:lnTo>
                    <a:pt x="469055" y="38215"/>
                  </a:lnTo>
                  <a:lnTo>
                    <a:pt x="471018" y="37644"/>
                  </a:lnTo>
                  <a:lnTo>
                    <a:pt x="473237" y="37634"/>
                  </a:lnTo>
                  <a:lnTo>
                    <a:pt x="477379" y="36797"/>
                  </a:lnTo>
                  <a:lnTo>
                    <a:pt x="482399" y="36900"/>
                  </a:lnTo>
                  <a:lnTo>
                    <a:pt x="482703" y="37855"/>
                  </a:lnTo>
                  <a:lnTo>
                    <a:pt x="484828" y="37183"/>
                  </a:lnTo>
                  <a:lnTo>
                    <a:pt x="486030" y="35632"/>
                  </a:lnTo>
                  <a:lnTo>
                    <a:pt x="487159" y="35174"/>
                  </a:lnTo>
                  <a:lnTo>
                    <a:pt x="488926" y="34827"/>
                  </a:lnTo>
                  <a:lnTo>
                    <a:pt x="490745" y="34829"/>
                  </a:lnTo>
                  <a:lnTo>
                    <a:pt x="491326" y="31138"/>
                  </a:lnTo>
                  <a:lnTo>
                    <a:pt x="490580" y="30682"/>
                  </a:lnTo>
                  <a:lnTo>
                    <a:pt x="487749" y="30257"/>
                  </a:lnTo>
                  <a:lnTo>
                    <a:pt x="487822" y="29936"/>
                  </a:lnTo>
                  <a:lnTo>
                    <a:pt x="487290" y="28658"/>
                  </a:lnTo>
                  <a:lnTo>
                    <a:pt x="486932" y="26934"/>
                  </a:lnTo>
                  <a:lnTo>
                    <a:pt x="486139" y="26168"/>
                  </a:lnTo>
                  <a:lnTo>
                    <a:pt x="485635" y="24483"/>
                  </a:lnTo>
                  <a:lnTo>
                    <a:pt x="487060" y="23273"/>
                  </a:lnTo>
                  <a:lnTo>
                    <a:pt x="488367" y="22895"/>
                  </a:lnTo>
                  <a:lnTo>
                    <a:pt x="488692" y="23036"/>
                  </a:lnTo>
                  <a:lnTo>
                    <a:pt x="489304" y="24045"/>
                  </a:lnTo>
                  <a:lnTo>
                    <a:pt x="491497" y="26031"/>
                  </a:lnTo>
                  <a:lnTo>
                    <a:pt x="491798" y="25708"/>
                  </a:lnTo>
                  <a:lnTo>
                    <a:pt x="492691" y="26118"/>
                  </a:lnTo>
                  <a:lnTo>
                    <a:pt x="493024" y="25295"/>
                  </a:lnTo>
                  <a:lnTo>
                    <a:pt x="493447" y="25512"/>
                  </a:lnTo>
                  <a:lnTo>
                    <a:pt x="493259" y="26208"/>
                  </a:lnTo>
                  <a:lnTo>
                    <a:pt x="493767" y="26561"/>
                  </a:lnTo>
                  <a:lnTo>
                    <a:pt x="495720" y="26912"/>
                  </a:lnTo>
                  <a:lnTo>
                    <a:pt x="496487" y="26690"/>
                  </a:lnTo>
                  <a:lnTo>
                    <a:pt x="497779" y="25896"/>
                  </a:lnTo>
                  <a:lnTo>
                    <a:pt x="497516" y="24901"/>
                  </a:lnTo>
                  <a:lnTo>
                    <a:pt x="498294" y="24148"/>
                  </a:lnTo>
                  <a:lnTo>
                    <a:pt x="498494" y="23372"/>
                  </a:lnTo>
                  <a:lnTo>
                    <a:pt x="498412" y="21845"/>
                  </a:lnTo>
                  <a:lnTo>
                    <a:pt x="498539" y="21278"/>
                  </a:lnTo>
                  <a:lnTo>
                    <a:pt x="499173" y="20413"/>
                  </a:lnTo>
                  <a:lnTo>
                    <a:pt x="499260" y="19771"/>
                  </a:lnTo>
                  <a:lnTo>
                    <a:pt x="499255" y="19237"/>
                  </a:lnTo>
                  <a:lnTo>
                    <a:pt x="498716" y="18340"/>
                  </a:lnTo>
                  <a:lnTo>
                    <a:pt x="498819" y="17873"/>
                  </a:lnTo>
                  <a:lnTo>
                    <a:pt x="500052" y="16549"/>
                  </a:lnTo>
                  <a:lnTo>
                    <a:pt x="500972" y="16134"/>
                  </a:lnTo>
                  <a:lnTo>
                    <a:pt x="503732" y="16183"/>
                  </a:lnTo>
                  <a:lnTo>
                    <a:pt x="503788" y="17268"/>
                  </a:lnTo>
                  <a:lnTo>
                    <a:pt x="505135" y="16988"/>
                  </a:lnTo>
                  <a:lnTo>
                    <a:pt x="506309" y="16373"/>
                  </a:lnTo>
                  <a:lnTo>
                    <a:pt x="506546" y="15115"/>
                  </a:lnTo>
                  <a:lnTo>
                    <a:pt x="506994" y="14264"/>
                  </a:lnTo>
                  <a:lnTo>
                    <a:pt x="508082" y="13914"/>
                  </a:lnTo>
                  <a:lnTo>
                    <a:pt x="508330" y="14033"/>
                  </a:lnTo>
                  <a:lnTo>
                    <a:pt x="510541" y="12234"/>
                  </a:lnTo>
                  <a:lnTo>
                    <a:pt x="515507" y="12429"/>
                  </a:lnTo>
                  <a:lnTo>
                    <a:pt x="516157" y="12793"/>
                  </a:lnTo>
                  <a:lnTo>
                    <a:pt x="517721" y="12528"/>
                  </a:lnTo>
                  <a:lnTo>
                    <a:pt x="521610" y="11326"/>
                  </a:lnTo>
                  <a:lnTo>
                    <a:pt x="521831" y="10147"/>
                  </a:lnTo>
                  <a:lnTo>
                    <a:pt x="522696" y="9358"/>
                  </a:lnTo>
                  <a:lnTo>
                    <a:pt x="523190" y="8347"/>
                  </a:lnTo>
                  <a:lnTo>
                    <a:pt x="521305" y="6947"/>
                  </a:lnTo>
                  <a:lnTo>
                    <a:pt x="522149" y="6209"/>
                  </a:lnTo>
                  <a:lnTo>
                    <a:pt x="524570" y="4915"/>
                  </a:lnTo>
                  <a:lnTo>
                    <a:pt x="526361" y="4476"/>
                  </a:lnTo>
                  <a:lnTo>
                    <a:pt x="527204" y="5205"/>
                  </a:lnTo>
                  <a:lnTo>
                    <a:pt x="531070" y="4322"/>
                  </a:lnTo>
                  <a:lnTo>
                    <a:pt x="537765" y="4767"/>
                  </a:lnTo>
                  <a:lnTo>
                    <a:pt x="539408" y="4240"/>
                  </a:lnTo>
                  <a:lnTo>
                    <a:pt x="543253" y="3513"/>
                  </a:lnTo>
                  <a:lnTo>
                    <a:pt x="547221" y="1932"/>
                  </a:lnTo>
                  <a:lnTo>
                    <a:pt x="553637" y="2682"/>
                  </a:lnTo>
                  <a:lnTo>
                    <a:pt x="553949" y="2432"/>
                  </a:lnTo>
                  <a:lnTo>
                    <a:pt x="555165" y="3163"/>
                  </a:lnTo>
                  <a:lnTo>
                    <a:pt x="555920" y="3330"/>
                  </a:lnTo>
                  <a:lnTo>
                    <a:pt x="557753" y="4766"/>
                  </a:lnTo>
                  <a:lnTo>
                    <a:pt x="559268" y="5225"/>
                  </a:lnTo>
                  <a:lnTo>
                    <a:pt x="559408" y="5077"/>
                  </a:lnTo>
                  <a:lnTo>
                    <a:pt x="559258" y="4901"/>
                  </a:lnTo>
                  <a:lnTo>
                    <a:pt x="561482" y="1512"/>
                  </a:lnTo>
                  <a:lnTo>
                    <a:pt x="565169" y="538"/>
                  </a:lnTo>
                  <a:lnTo>
                    <a:pt x="565486" y="0"/>
                  </a:lnTo>
                  <a:lnTo>
                    <a:pt x="565656" y="446"/>
                  </a:lnTo>
                  <a:lnTo>
                    <a:pt x="564983" y="4522"/>
                  </a:lnTo>
                  <a:lnTo>
                    <a:pt x="565519" y="5370"/>
                  </a:lnTo>
                  <a:lnTo>
                    <a:pt x="566332" y="5937"/>
                  </a:lnTo>
                  <a:lnTo>
                    <a:pt x="565170" y="7859"/>
                  </a:lnTo>
                  <a:lnTo>
                    <a:pt x="568945" y="8975"/>
                  </a:lnTo>
                  <a:lnTo>
                    <a:pt x="569846" y="6504"/>
                  </a:lnTo>
                  <a:lnTo>
                    <a:pt x="571222" y="6499"/>
                  </a:lnTo>
                  <a:lnTo>
                    <a:pt x="572601" y="7751"/>
                  </a:lnTo>
                  <a:lnTo>
                    <a:pt x="574653" y="7558"/>
                  </a:lnTo>
                  <a:lnTo>
                    <a:pt x="581259" y="9003"/>
                  </a:lnTo>
                  <a:lnTo>
                    <a:pt x="583972" y="9890"/>
                  </a:lnTo>
                  <a:lnTo>
                    <a:pt x="586173" y="10285"/>
                  </a:lnTo>
                  <a:lnTo>
                    <a:pt x="587485" y="11289"/>
                  </a:lnTo>
                  <a:lnTo>
                    <a:pt x="589748" y="11347"/>
                  </a:lnTo>
                  <a:lnTo>
                    <a:pt x="592984" y="12614"/>
                  </a:lnTo>
                  <a:lnTo>
                    <a:pt x="594071" y="13282"/>
                  </a:lnTo>
                  <a:lnTo>
                    <a:pt x="594457" y="13782"/>
                  </a:lnTo>
                  <a:lnTo>
                    <a:pt x="595466" y="16562"/>
                  </a:lnTo>
                  <a:lnTo>
                    <a:pt x="597569" y="17879"/>
                  </a:lnTo>
                  <a:lnTo>
                    <a:pt x="598713" y="19198"/>
                  </a:lnTo>
                  <a:lnTo>
                    <a:pt x="599347" y="18994"/>
                  </a:lnTo>
                  <a:lnTo>
                    <a:pt x="602958" y="18316"/>
                  </a:lnTo>
                  <a:lnTo>
                    <a:pt x="606801" y="18147"/>
                  </a:lnTo>
                  <a:lnTo>
                    <a:pt x="617901" y="13256"/>
                  </a:lnTo>
                  <a:lnTo>
                    <a:pt x="621069" y="13092"/>
                  </a:lnTo>
                  <a:lnTo>
                    <a:pt x="623345" y="13834"/>
                  </a:lnTo>
                  <a:lnTo>
                    <a:pt x="624031" y="14258"/>
                  </a:lnTo>
                  <a:lnTo>
                    <a:pt x="629942" y="15503"/>
                  </a:lnTo>
                  <a:lnTo>
                    <a:pt x="631682" y="15132"/>
                  </a:lnTo>
                  <a:lnTo>
                    <a:pt x="632776" y="14484"/>
                  </a:lnTo>
                  <a:lnTo>
                    <a:pt x="638690" y="22978"/>
                  </a:lnTo>
                  <a:lnTo>
                    <a:pt x="638770" y="23851"/>
                  </a:lnTo>
                  <a:lnTo>
                    <a:pt x="639364" y="24637"/>
                  </a:lnTo>
                  <a:lnTo>
                    <a:pt x="640433" y="27728"/>
                  </a:lnTo>
                  <a:lnTo>
                    <a:pt x="642362" y="27474"/>
                  </a:lnTo>
                  <a:lnTo>
                    <a:pt x="646144" y="27829"/>
                  </a:lnTo>
                  <a:lnTo>
                    <a:pt x="647464" y="27507"/>
                  </a:lnTo>
                  <a:lnTo>
                    <a:pt x="648158" y="27078"/>
                  </a:lnTo>
                  <a:lnTo>
                    <a:pt x="648874" y="26582"/>
                  </a:lnTo>
                  <a:lnTo>
                    <a:pt x="650957" y="26618"/>
                  </a:lnTo>
                  <a:lnTo>
                    <a:pt x="652413" y="26194"/>
                  </a:lnTo>
                  <a:lnTo>
                    <a:pt x="653708" y="25147"/>
                  </a:lnTo>
                  <a:lnTo>
                    <a:pt x="654142" y="24431"/>
                  </a:lnTo>
                  <a:lnTo>
                    <a:pt x="654933" y="24050"/>
                  </a:lnTo>
                  <a:lnTo>
                    <a:pt x="656949" y="24400"/>
                  </a:lnTo>
                  <a:lnTo>
                    <a:pt x="658294" y="24384"/>
                  </a:lnTo>
                  <a:lnTo>
                    <a:pt x="659393" y="23876"/>
                  </a:lnTo>
                  <a:lnTo>
                    <a:pt x="662866" y="22968"/>
                  </a:lnTo>
                  <a:lnTo>
                    <a:pt x="664564" y="20335"/>
                  </a:lnTo>
                  <a:lnTo>
                    <a:pt x="667403" y="18356"/>
                  </a:lnTo>
                  <a:lnTo>
                    <a:pt x="669091" y="17623"/>
                  </a:lnTo>
                  <a:lnTo>
                    <a:pt x="674378" y="17078"/>
                  </a:lnTo>
                  <a:lnTo>
                    <a:pt x="679094" y="15240"/>
                  </a:lnTo>
                  <a:lnTo>
                    <a:pt x="681606" y="14930"/>
                  </a:lnTo>
                  <a:lnTo>
                    <a:pt x="683199" y="15053"/>
                  </a:lnTo>
                  <a:lnTo>
                    <a:pt x="684634" y="15474"/>
                  </a:lnTo>
                  <a:lnTo>
                    <a:pt x="685530" y="15622"/>
                  </a:lnTo>
                  <a:lnTo>
                    <a:pt x="688131" y="14706"/>
                  </a:lnTo>
                  <a:lnTo>
                    <a:pt x="690023" y="13085"/>
                  </a:lnTo>
                  <a:lnTo>
                    <a:pt x="691879" y="12012"/>
                  </a:lnTo>
                  <a:lnTo>
                    <a:pt x="693348" y="13045"/>
                  </a:lnTo>
                  <a:lnTo>
                    <a:pt x="694300" y="13693"/>
                  </a:lnTo>
                  <a:lnTo>
                    <a:pt x="695084" y="14992"/>
                  </a:lnTo>
                  <a:lnTo>
                    <a:pt x="695660" y="16495"/>
                  </a:lnTo>
                  <a:lnTo>
                    <a:pt x="695989" y="18332"/>
                  </a:lnTo>
                  <a:lnTo>
                    <a:pt x="695914" y="19391"/>
                  </a:lnTo>
                  <a:lnTo>
                    <a:pt x="694816" y="21930"/>
                  </a:lnTo>
                  <a:lnTo>
                    <a:pt x="694582" y="23203"/>
                  </a:lnTo>
                  <a:lnTo>
                    <a:pt x="697493" y="25306"/>
                  </a:lnTo>
                  <a:lnTo>
                    <a:pt x="698249" y="25706"/>
                  </a:lnTo>
                  <a:lnTo>
                    <a:pt x="699962" y="26103"/>
                  </a:lnTo>
                  <a:lnTo>
                    <a:pt x="700828" y="27083"/>
                  </a:lnTo>
                  <a:lnTo>
                    <a:pt x="700859" y="27772"/>
                  </a:lnTo>
                  <a:lnTo>
                    <a:pt x="702233" y="29344"/>
                  </a:lnTo>
                  <a:lnTo>
                    <a:pt x="705235" y="29819"/>
                  </a:lnTo>
                  <a:lnTo>
                    <a:pt x="705818" y="30426"/>
                  </a:lnTo>
                  <a:lnTo>
                    <a:pt x="706351" y="30497"/>
                  </a:lnTo>
                  <a:lnTo>
                    <a:pt x="707410" y="29617"/>
                  </a:lnTo>
                  <a:lnTo>
                    <a:pt x="708393" y="29267"/>
                  </a:lnTo>
                  <a:lnTo>
                    <a:pt x="709528" y="29595"/>
                  </a:lnTo>
                  <a:lnTo>
                    <a:pt x="712298" y="31133"/>
                  </a:lnTo>
                  <a:lnTo>
                    <a:pt x="712952" y="33098"/>
                  </a:lnTo>
                  <a:lnTo>
                    <a:pt x="713609" y="34108"/>
                  </a:lnTo>
                  <a:lnTo>
                    <a:pt x="715010" y="34598"/>
                  </a:lnTo>
                  <a:lnTo>
                    <a:pt x="715530" y="35282"/>
                  </a:lnTo>
                  <a:lnTo>
                    <a:pt x="717340" y="36031"/>
                  </a:lnTo>
                  <a:lnTo>
                    <a:pt x="719550" y="37633"/>
                  </a:lnTo>
                  <a:lnTo>
                    <a:pt x="720483" y="38840"/>
                  </a:lnTo>
                  <a:lnTo>
                    <a:pt x="720595" y="39509"/>
                  </a:lnTo>
                  <a:lnTo>
                    <a:pt x="720688" y="39656"/>
                  </a:lnTo>
                  <a:lnTo>
                    <a:pt x="720950" y="39492"/>
                  </a:lnTo>
                  <a:lnTo>
                    <a:pt x="721598" y="38383"/>
                  </a:lnTo>
                  <a:lnTo>
                    <a:pt x="722053" y="38431"/>
                  </a:lnTo>
                  <a:lnTo>
                    <a:pt x="724012" y="37575"/>
                  </a:lnTo>
                  <a:lnTo>
                    <a:pt x="725281" y="36642"/>
                  </a:lnTo>
                  <a:lnTo>
                    <a:pt x="726146" y="36302"/>
                  </a:lnTo>
                  <a:lnTo>
                    <a:pt x="726677" y="36373"/>
                  </a:lnTo>
                  <a:lnTo>
                    <a:pt x="727305" y="35852"/>
                  </a:lnTo>
                  <a:lnTo>
                    <a:pt x="728166" y="35672"/>
                  </a:lnTo>
                  <a:lnTo>
                    <a:pt x="728500" y="35364"/>
                  </a:lnTo>
                  <a:lnTo>
                    <a:pt x="728919" y="35414"/>
                  </a:lnTo>
                  <a:lnTo>
                    <a:pt x="729580" y="35091"/>
                  </a:lnTo>
                  <a:lnTo>
                    <a:pt x="729977" y="34548"/>
                  </a:lnTo>
                  <a:lnTo>
                    <a:pt x="730571" y="34325"/>
                  </a:lnTo>
                  <a:lnTo>
                    <a:pt x="730573" y="34622"/>
                  </a:lnTo>
                  <a:lnTo>
                    <a:pt x="731018" y="34969"/>
                  </a:lnTo>
                  <a:lnTo>
                    <a:pt x="731575" y="34670"/>
                  </a:lnTo>
                  <a:lnTo>
                    <a:pt x="731686" y="34804"/>
                  </a:lnTo>
                  <a:lnTo>
                    <a:pt x="733272" y="34007"/>
                  </a:lnTo>
                  <a:lnTo>
                    <a:pt x="732211" y="33080"/>
                  </a:lnTo>
                  <a:lnTo>
                    <a:pt x="733458" y="33108"/>
                  </a:lnTo>
                  <a:lnTo>
                    <a:pt x="735376" y="31865"/>
                  </a:lnTo>
                  <a:lnTo>
                    <a:pt x="737242" y="31372"/>
                  </a:lnTo>
                  <a:lnTo>
                    <a:pt x="739319" y="29916"/>
                  </a:lnTo>
                  <a:lnTo>
                    <a:pt x="741652" y="28976"/>
                  </a:lnTo>
                  <a:lnTo>
                    <a:pt x="743217" y="27242"/>
                  </a:lnTo>
                  <a:lnTo>
                    <a:pt x="747380" y="24534"/>
                  </a:lnTo>
                  <a:lnTo>
                    <a:pt x="749080" y="23029"/>
                  </a:lnTo>
                  <a:lnTo>
                    <a:pt x="750988" y="18143"/>
                  </a:lnTo>
                  <a:lnTo>
                    <a:pt x="751972" y="16572"/>
                  </a:lnTo>
                  <a:lnTo>
                    <a:pt x="753314" y="20645"/>
                  </a:lnTo>
                  <a:lnTo>
                    <a:pt x="755091" y="22839"/>
                  </a:lnTo>
                  <a:lnTo>
                    <a:pt x="755131" y="23673"/>
                  </a:lnTo>
                  <a:lnTo>
                    <a:pt x="755732" y="23940"/>
                  </a:lnTo>
                  <a:lnTo>
                    <a:pt x="756592" y="24763"/>
                  </a:lnTo>
                  <a:lnTo>
                    <a:pt x="756795" y="25440"/>
                  </a:lnTo>
                  <a:lnTo>
                    <a:pt x="756465" y="26098"/>
                  </a:lnTo>
                  <a:lnTo>
                    <a:pt x="756651" y="27688"/>
                  </a:lnTo>
                  <a:lnTo>
                    <a:pt x="756306" y="28466"/>
                  </a:lnTo>
                  <a:lnTo>
                    <a:pt x="756573" y="29843"/>
                  </a:lnTo>
                  <a:lnTo>
                    <a:pt x="756187" y="31223"/>
                  </a:lnTo>
                  <a:lnTo>
                    <a:pt x="756308" y="31586"/>
                  </a:lnTo>
                  <a:lnTo>
                    <a:pt x="756756" y="31835"/>
                  </a:lnTo>
                  <a:lnTo>
                    <a:pt x="756345" y="33451"/>
                  </a:lnTo>
                  <a:lnTo>
                    <a:pt x="756678" y="34181"/>
                  </a:lnTo>
                  <a:lnTo>
                    <a:pt x="756526" y="35093"/>
                  </a:lnTo>
                  <a:lnTo>
                    <a:pt x="757169" y="35880"/>
                  </a:lnTo>
                  <a:lnTo>
                    <a:pt x="757299" y="36425"/>
                  </a:lnTo>
                  <a:lnTo>
                    <a:pt x="757029" y="37563"/>
                  </a:lnTo>
                  <a:lnTo>
                    <a:pt x="757902" y="39145"/>
                  </a:lnTo>
                  <a:lnTo>
                    <a:pt x="757744" y="39603"/>
                  </a:lnTo>
                  <a:lnTo>
                    <a:pt x="758046" y="40882"/>
                  </a:lnTo>
                  <a:lnTo>
                    <a:pt x="758579" y="42129"/>
                  </a:lnTo>
                  <a:lnTo>
                    <a:pt x="759044" y="42314"/>
                  </a:lnTo>
                  <a:lnTo>
                    <a:pt x="759116" y="42680"/>
                  </a:lnTo>
                  <a:lnTo>
                    <a:pt x="759730" y="43219"/>
                  </a:lnTo>
                  <a:lnTo>
                    <a:pt x="759696" y="43770"/>
                  </a:lnTo>
                  <a:lnTo>
                    <a:pt x="760376" y="44574"/>
                  </a:lnTo>
                  <a:lnTo>
                    <a:pt x="759918" y="46850"/>
                  </a:lnTo>
                  <a:lnTo>
                    <a:pt x="760179" y="47263"/>
                  </a:lnTo>
                  <a:lnTo>
                    <a:pt x="760215" y="48422"/>
                  </a:lnTo>
                  <a:lnTo>
                    <a:pt x="759803" y="48851"/>
                  </a:lnTo>
                  <a:lnTo>
                    <a:pt x="759491" y="48793"/>
                  </a:lnTo>
                  <a:lnTo>
                    <a:pt x="758983" y="49464"/>
                  </a:lnTo>
                  <a:lnTo>
                    <a:pt x="758853" y="50051"/>
                  </a:lnTo>
                  <a:lnTo>
                    <a:pt x="759171" y="50623"/>
                  </a:lnTo>
                  <a:lnTo>
                    <a:pt x="759165" y="51173"/>
                  </a:lnTo>
                  <a:lnTo>
                    <a:pt x="763307" y="50364"/>
                  </a:lnTo>
                  <a:lnTo>
                    <a:pt x="765175" y="50474"/>
                  </a:lnTo>
                  <a:lnTo>
                    <a:pt x="766192" y="51766"/>
                  </a:lnTo>
                  <a:lnTo>
                    <a:pt x="768595" y="51792"/>
                  </a:lnTo>
                  <a:lnTo>
                    <a:pt x="769737" y="51424"/>
                  </a:lnTo>
                  <a:lnTo>
                    <a:pt x="770307" y="51495"/>
                  </a:lnTo>
                  <a:lnTo>
                    <a:pt x="771240" y="52367"/>
                  </a:lnTo>
                  <a:lnTo>
                    <a:pt x="772962" y="53440"/>
                  </a:lnTo>
                  <a:lnTo>
                    <a:pt x="773475" y="55074"/>
                  </a:lnTo>
                  <a:lnTo>
                    <a:pt x="774446" y="55044"/>
                  </a:lnTo>
                  <a:lnTo>
                    <a:pt x="776049" y="55432"/>
                  </a:lnTo>
                  <a:lnTo>
                    <a:pt x="778512" y="56276"/>
                  </a:lnTo>
                  <a:lnTo>
                    <a:pt x="779202" y="56949"/>
                  </a:lnTo>
                  <a:lnTo>
                    <a:pt x="779986" y="57443"/>
                  </a:lnTo>
                  <a:lnTo>
                    <a:pt x="780934" y="57659"/>
                  </a:lnTo>
                  <a:lnTo>
                    <a:pt x="785222" y="57458"/>
                  </a:lnTo>
                  <a:lnTo>
                    <a:pt x="785155" y="56977"/>
                  </a:lnTo>
                  <a:lnTo>
                    <a:pt x="785446" y="56323"/>
                  </a:lnTo>
                  <a:lnTo>
                    <a:pt x="787149" y="53704"/>
                  </a:lnTo>
                  <a:lnTo>
                    <a:pt x="787233" y="53211"/>
                  </a:lnTo>
                  <a:lnTo>
                    <a:pt x="788755" y="51825"/>
                  </a:lnTo>
                  <a:lnTo>
                    <a:pt x="789923" y="50380"/>
                  </a:lnTo>
                  <a:lnTo>
                    <a:pt x="791127" y="49958"/>
                  </a:lnTo>
                  <a:lnTo>
                    <a:pt x="794310" y="49498"/>
                  </a:lnTo>
                  <a:lnTo>
                    <a:pt x="798295" y="47815"/>
                  </a:lnTo>
                  <a:lnTo>
                    <a:pt x="799590" y="48164"/>
                  </a:lnTo>
                  <a:lnTo>
                    <a:pt x="801559" y="50512"/>
                  </a:lnTo>
                  <a:lnTo>
                    <a:pt x="803504" y="50517"/>
                  </a:lnTo>
                  <a:lnTo>
                    <a:pt x="803993" y="50800"/>
                  </a:lnTo>
                  <a:lnTo>
                    <a:pt x="806056" y="53530"/>
                  </a:lnTo>
                  <a:lnTo>
                    <a:pt x="807664" y="55143"/>
                  </a:lnTo>
                  <a:lnTo>
                    <a:pt x="808513" y="54794"/>
                  </a:lnTo>
                  <a:lnTo>
                    <a:pt x="809627" y="55892"/>
                  </a:lnTo>
                  <a:lnTo>
                    <a:pt x="811069" y="58205"/>
                  </a:lnTo>
                  <a:lnTo>
                    <a:pt x="812315" y="59604"/>
                  </a:lnTo>
                  <a:lnTo>
                    <a:pt x="814898" y="60353"/>
                  </a:lnTo>
                  <a:lnTo>
                    <a:pt x="815797" y="60266"/>
                  </a:lnTo>
                  <a:lnTo>
                    <a:pt x="816923" y="61047"/>
                  </a:lnTo>
                  <a:lnTo>
                    <a:pt x="818512" y="61176"/>
                  </a:lnTo>
                  <a:lnTo>
                    <a:pt x="819292" y="61643"/>
                  </a:lnTo>
                  <a:lnTo>
                    <a:pt x="819396" y="61967"/>
                  </a:lnTo>
                  <a:lnTo>
                    <a:pt x="819126" y="61909"/>
                  </a:lnTo>
                  <a:lnTo>
                    <a:pt x="818796" y="62443"/>
                  </a:lnTo>
                  <a:lnTo>
                    <a:pt x="817744" y="64754"/>
                  </a:lnTo>
                  <a:lnTo>
                    <a:pt x="817439" y="64580"/>
                  </a:lnTo>
                  <a:lnTo>
                    <a:pt x="817206" y="64798"/>
                  </a:lnTo>
                  <a:lnTo>
                    <a:pt x="816577" y="66679"/>
                  </a:lnTo>
                  <a:lnTo>
                    <a:pt x="816245" y="75812"/>
                  </a:lnTo>
                  <a:lnTo>
                    <a:pt x="816768" y="77619"/>
                  </a:lnTo>
                  <a:lnTo>
                    <a:pt x="816562" y="78738"/>
                  </a:lnTo>
                  <a:lnTo>
                    <a:pt x="816800" y="79364"/>
                  </a:lnTo>
                  <a:lnTo>
                    <a:pt x="816714" y="80068"/>
                  </a:lnTo>
                  <a:lnTo>
                    <a:pt x="816983" y="81200"/>
                  </a:lnTo>
                  <a:lnTo>
                    <a:pt x="816572" y="82508"/>
                  </a:lnTo>
                  <a:lnTo>
                    <a:pt x="816608" y="83553"/>
                  </a:lnTo>
                  <a:lnTo>
                    <a:pt x="816995" y="84500"/>
                  </a:lnTo>
                  <a:lnTo>
                    <a:pt x="816760" y="84885"/>
                  </a:lnTo>
                  <a:lnTo>
                    <a:pt x="816970" y="86647"/>
                  </a:lnTo>
                  <a:lnTo>
                    <a:pt x="817227" y="86792"/>
                  </a:lnTo>
                  <a:lnTo>
                    <a:pt x="817069" y="88930"/>
                  </a:lnTo>
                  <a:lnTo>
                    <a:pt x="817423" y="90235"/>
                  </a:lnTo>
                  <a:lnTo>
                    <a:pt x="817192" y="93408"/>
                  </a:lnTo>
                  <a:lnTo>
                    <a:pt x="818196" y="93209"/>
                  </a:lnTo>
                  <a:lnTo>
                    <a:pt x="819397" y="94078"/>
                  </a:lnTo>
                  <a:lnTo>
                    <a:pt x="820213" y="94520"/>
                  </a:lnTo>
                  <a:lnTo>
                    <a:pt x="823270" y="95046"/>
                  </a:lnTo>
                  <a:lnTo>
                    <a:pt x="824831" y="96423"/>
                  </a:lnTo>
                  <a:lnTo>
                    <a:pt x="826122" y="97005"/>
                  </a:lnTo>
                  <a:lnTo>
                    <a:pt x="826981" y="97041"/>
                  </a:lnTo>
                  <a:lnTo>
                    <a:pt x="828536" y="96487"/>
                  </a:lnTo>
                  <a:lnTo>
                    <a:pt x="830791" y="96188"/>
                  </a:lnTo>
                  <a:lnTo>
                    <a:pt x="831314" y="96440"/>
                  </a:lnTo>
                  <a:lnTo>
                    <a:pt x="831637" y="97342"/>
                  </a:lnTo>
                  <a:lnTo>
                    <a:pt x="833142" y="97001"/>
                  </a:lnTo>
                  <a:lnTo>
                    <a:pt x="833382" y="97589"/>
                  </a:lnTo>
                  <a:lnTo>
                    <a:pt x="833158" y="98263"/>
                  </a:lnTo>
                  <a:lnTo>
                    <a:pt x="831974" y="99342"/>
                  </a:lnTo>
                  <a:lnTo>
                    <a:pt x="831551" y="100726"/>
                  </a:lnTo>
                  <a:lnTo>
                    <a:pt x="829894" y="102219"/>
                  </a:lnTo>
                  <a:lnTo>
                    <a:pt x="825547" y="104713"/>
                  </a:lnTo>
                  <a:lnTo>
                    <a:pt x="823928" y="105207"/>
                  </a:lnTo>
                  <a:lnTo>
                    <a:pt x="823441" y="105650"/>
                  </a:lnTo>
                  <a:lnTo>
                    <a:pt x="821283" y="106365"/>
                  </a:lnTo>
                  <a:lnTo>
                    <a:pt x="820512" y="106861"/>
                  </a:lnTo>
                  <a:lnTo>
                    <a:pt x="819422" y="109321"/>
                  </a:lnTo>
                  <a:lnTo>
                    <a:pt x="818620" y="110424"/>
                  </a:lnTo>
                  <a:lnTo>
                    <a:pt x="817911" y="113309"/>
                  </a:lnTo>
                  <a:lnTo>
                    <a:pt x="817327" y="114097"/>
                  </a:lnTo>
                  <a:lnTo>
                    <a:pt x="817730" y="115051"/>
                  </a:lnTo>
                  <a:lnTo>
                    <a:pt x="816744" y="119235"/>
                  </a:lnTo>
                  <a:lnTo>
                    <a:pt x="816759" y="120568"/>
                  </a:lnTo>
                  <a:lnTo>
                    <a:pt x="815781" y="122341"/>
                  </a:lnTo>
                  <a:lnTo>
                    <a:pt x="815948" y="122560"/>
                  </a:lnTo>
                  <a:lnTo>
                    <a:pt x="817179" y="122236"/>
                  </a:lnTo>
                  <a:lnTo>
                    <a:pt x="818736" y="120979"/>
                  </a:lnTo>
                  <a:lnTo>
                    <a:pt x="820062" y="124151"/>
                  </a:lnTo>
                  <a:lnTo>
                    <a:pt x="821376" y="126404"/>
                  </a:lnTo>
                  <a:lnTo>
                    <a:pt x="821680" y="127502"/>
                  </a:lnTo>
                  <a:lnTo>
                    <a:pt x="822722" y="129081"/>
                  </a:lnTo>
                  <a:lnTo>
                    <a:pt x="824863" y="130012"/>
                  </a:lnTo>
                  <a:lnTo>
                    <a:pt x="827378" y="131777"/>
                  </a:lnTo>
                  <a:lnTo>
                    <a:pt x="829908" y="132619"/>
                  </a:lnTo>
                  <a:lnTo>
                    <a:pt x="831899" y="132767"/>
                  </a:lnTo>
                  <a:lnTo>
                    <a:pt x="832757" y="136120"/>
                  </a:lnTo>
                  <a:lnTo>
                    <a:pt x="833303" y="137335"/>
                  </a:lnTo>
                  <a:lnTo>
                    <a:pt x="829000" y="138699"/>
                  </a:lnTo>
                  <a:lnTo>
                    <a:pt x="827276" y="139633"/>
                  </a:lnTo>
                  <a:lnTo>
                    <a:pt x="824811" y="141518"/>
                  </a:lnTo>
                  <a:lnTo>
                    <a:pt x="823499" y="141706"/>
                  </a:lnTo>
                  <a:lnTo>
                    <a:pt x="822573" y="142833"/>
                  </a:lnTo>
                  <a:lnTo>
                    <a:pt x="820992" y="143511"/>
                  </a:lnTo>
                  <a:lnTo>
                    <a:pt x="816726" y="143138"/>
                  </a:lnTo>
                  <a:lnTo>
                    <a:pt x="812121" y="144450"/>
                  </a:lnTo>
                  <a:lnTo>
                    <a:pt x="811254" y="144044"/>
                  </a:lnTo>
                  <a:lnTo>
                    <a:pt x="807751" y="145314"/>
                  </a:lnTo>
                  <a:lnTo>
                    <a:pt x="806790" y="145219"/>
                  </a:lnTo>
                  <a:lnTo>
                    <a:pt x="805621" y="144686"/>
                  </a:lnTo>
                  <a:lnTo>
                    <a:pt x="803443" y="146161"/>
                  </a:lnTo>
                  <a:lnTo>
                    <a:pt x="802657" y="146080"/>
                  </a:lnTo>
                  <a:lnTo>
                    <a:pt x="801599" y="146671"/>
                  </a:lnTo>
                  <a:lnTo>
                    <a:pt x="798146" y="146539"/>
                  </a:lnTo>
                  <a:lnTo>
                    <a:pt x="793406" y="147221"/>
                  </a:lnTo>
                  <a:lnTo>
                    <a:pt x="789917" y="145755"/>
                  </a:lnTo>
                  <a:lnTo>
                    <a:pt x="788435" y="144566"/>
                  </a:lnTo>
                  <a:lnTo>
                    <a:pt x="787103" y="143048"/>
                  </a:lnTo>
                  <a:lnTo>
                    <a:pt x="784652" y="141872"/>
                  </a:lnTo>
                  <a:lnTo>
                    <a:pt x="784380" y="140662"/>
                  </a:lnTo>
                  <a:lnTo>
                    <a:pt x="782947" y="140014"/>
                  </a:lnTo>
                  <a:lnTo>
                    <a:pt x="781805" y="140130"/>
                  </a:lnTo>
                  <a:lnTo>
                    <a:pt x="778798" y="141830"/>
                  </a:lnTo>
                  <a:lnTo>
                    <a:pt x="775769" y="142387"/>
                  </a:lnTo>
                  <a:lnTo>
                    <a:pt x="773301" y="141162"/>
                  </a:lnTo>
                  <a:lnTo>
                    <a:pt x="771651" y="138190"/>
                  </a:lnTo>
                  <a:lnTo>
                    <a:pt x="768477" y="138645"/>
                  </a:lnTo>
                  <a:lnTo>
                    <a:pt x="767485" y="137760"/>
                  </a:lnTo>
                  <a:lnTo>
                    <a:pt x="764654" y="136394"/>
                  </a:lnTo>
                  <a:lnTo>
                    <a:pt x="764010" y="136831"/>
                  </a:lnTo>
                  <a:lnTo>
                    <a:pt x="760084" y="137882"/>
                  </a:lnTo>
                  <a:lnTo>
                    <a:pt x="758802" y="136655"/>
                  </a:lnTo>
                  <a:lnTo>
                    <a:pt x="757107" y="135646"/>
                  </a:lnTo>
                  <a:lnTo>
                    <a:pt x="750950" y="140395"/>
                  </a:lnTo>
                  <a:lnTo>
                    <a:pt x="749627" y="142155"/>
                  </a:lnTo>
                  <a:lnTo>
                    <a:pt x="748566" y="141616"/>
                  </a:lnTo>
                  <a:lnTo>
                    <a:pt x="746832" y="143253"/>
                  </a:lnTo>
                  <a:lnTo>
                    <a:pt x="747528" y="144439"/>
                  </a:lnTo>
                  <a:lnTo>
                    <a:pt x="747487" y="145375"/>
                  </a:lnTo>
                  <a:lnTo>
                    <a:pt x="748331" y="146120"/>
                  </a:lnTo>
                  <a:lnTo>
                    <a:pt x="747601" y="148662"/>
                  </a:lnTo>
                  <a:lnTo>
                    <a:pt x="746424" y="149837"/>
                  </a:lnTo>
                  <a:lnTo>
                    <a:pt x="746499" y="150466"/>
                  </a:lnTo>
                  <a:lnTo>
                    <a:pt x="748881" y="153645"/>
                  </a:lnTo>
                  <a:lnTo>
                    <a:pt x="748227" y="155184"/>
                  </a:lnTo>
                  <a:lnTo>
                    <a:pt x="748867" y="155675"/>
                  </a:lnTo>
                  <a:lnTo>
                    <a:pt x="748887" y="157401"/>
                  </a:lnTo>
                  <a:lnTo>
                    <a:pt x="749566" y="158617"/>
                  </a:lnTo>
                  <a:lnTo>
                    <a:pt x="751620" y="159331"/>
                  </a:lnTo>
                  <a:lnTo>
                    <a:pt x="752460" y="160113"/>
                  </a:lnTo>
                  <a:lnTo>
                    <a:pt x="753385" y="164469"/>
                  </a:lnTo>
                  <a:lnTo>
                    <a:pt x="753278" y="165300"/>
                  </a:lnTo>
                  <a:lnTo>
                    <a:pt x="754537" y="171272"/>
                  </a:lnTo>
                  <a:lnTo>
                    <a:pt x="753354" y="174419"/>
                  </a:lnTo>
                  <a:lnTo>
                    <a:pt x="751647" y="175231"/>
                  </a:lnTo>
                  <a:lnTo>
                    <a:pt x="750707" y="176345"/>
                  </a:lnTo>
                  <a:lnTo>
                    <a:pt x="748018" y="181308"/>
                  </a:lnTo>
                  <a:lnTo>
                    <a:pt x="747418" y="181806"/>
                  </a:lnTo>
                  <a:lnTo>
                    <a:pt x="749655" y="187832"/>
                  </a:lnTo>
                  <a:lnTo>
                    <a:pt x="749728" y="189451"/>
                  </a:lnTo>
                  <a:lnTo>
                    <a:pt x="750354" y="192131"/>
                  </a:lnTo>
                  <a:lnTo>
                    <a:pt x="749888" y="194923"/>
                  </a:lnTo>
                  <a:lnTo>
                    <a:pt x="753599" y="198984"/>
                  </a:lnTo>
                  <a:lnTo>
                    <a:pt x="754161" y="200585"/>
                  </a:lnTo>
                  <a:lnTo>
                    <a:pt x="752496" y="201282"/>
                  </a:lnTo>
                  <a:lnTo>
                    <a:pt x="752272" y="201713"/>
                  </a:lnTo>
                  <a:lnTo>
                    <a:pt x="749902" y="202322"/>
                  </a:lnTo>
                  <a:lnTo>
                    <a:pt x="749428" y="205750"/>
                  </a:lnTo>
                  <a:lnTo>
                    <a:pt x="748824" y="206734"/>
                  </a:lnTo>
                  <a:lnTo>
                    <a:pt x="748624" y="208995"/>
                  </a:lnTo>
                  <a:lnTo>
                    <a:pt x="748878" y="212007"/>
                  </a:lnTo>
                  <a:lnTo>
                    <a:pt x="749097" y="212560"/>
                  </a:lnTo>
                  <a:lnTo>
                    <a:pt x="747077" y="212805"/>
                  </a:lnTo>
                  <a:lnTo>
                    <a:pt x="747252" y="213980"/>
                  </a:lnTo>
                  <a:lnTo>
                    <a:pt x="746873" y="215174"/>
                  </a:lnTo>
                  <a:lnTo>
                    <a:pt x="743796" y="216886"/>
                  </a:lnTo>
                  <a:lnTo>
                    <a:pt x="740229" y="221240"/>
                  </a:lnTo>
                  <a:lnTo>
                    <a:pt x="738087" y="221171"/>
                  </a:lnTo>
                  <a:lnTo>
                    <a:pt x="733686" y="223768"/>
                  </a:lnTo>
                  <a:lnTo>
                    <a:pt x="729559" y="225023"/>
                  </a:lnTo>
                  <a:lnTo>
                    <a:pt x="726565" y="224090"/>
                  </a:lnTo>
                  <a:lnTo>
                    <a:pt x="724278" y="224817"/>
                  </a:lnTo>
                  <a:lnTo>
                    <a:pt x="720236" y="225122"/>
                  </a:lnTo>
                  <a:lnTo>
                    <a:pt x="718282" y="225939"/>
                  </a:lnTo>
                  <a:lnTo>
                    <a:pt x="714014" y="226307"/>
                  </a:lnTo>
                  <a:lnTo>
                    <a:pt x="712092" y="227082"/>
                  </a:lnTo>
                  <a:lnTo>
                    <a:pt x="711424" y="226736"/>
                  </a:lnTo>
                  <a:lnTo>
                    <a:pt x="706806" y="227696"/>
                  </a:lnTo>
                  <a:lnTo>
                    <a:pt x="704888" y="228698"/>
                  </a:lnTo>
                  <a:lnTo>
                    <a:pt x="703909" y="229582"/>
                  </a:lnTo>
                  <a:lnTo>
                    <a:pt x="703400" y="231316"/>
                  </a:lnTo>
                  <a:lnTo>
                    <a:pt x="701862" y="234809"/>
                  </a:lnTo>
                  <a:lnTo>
                    <a:pt x="701198" y="235571"/>
                  </a:lnTo>
                  <a:lnTo>
                    <a:pt x="698972" y="236847"/>
                  </a:lnTo>
                  <a:lnTo>
                    <a:pt x="698660" y="237664"/>
                  </a:lnTo>
                  <a:lnTo>
                    <a:pt x="696518" y="239555"/>
                  </a:lnTo>
                  <a:lnTo>
                    <a:pt x="695952" y="239426"/>
                  </a:lnTo>
                  <a:lnTo>
                    <a:pt x="694787" y="240020"/>
                  </a:lnTo>
                  <a:lnTo>
                    <a:pt x="692030" y="240669"/>
                  </a:lnTo>
                  <a:lnTo>
                    <a:pt x="690586" y="241927"/>
                  </a:lnTo>
                  <a:lnTo>
                    <a:pt x="687774" y="242052"/>
                  </a:lnTo>
                  <a:lnTo>
                    <a:pt x="687408" y="242306"/>
                  </a:lnTo>
                  <a:lnTo>
                    <a:pt x="686584" y="242311"/>
                  </a:lnTo>
                  <a:lnTo>
                    <a:pt x="685593" y="242042"/>
                  </a:lnTo>
                  <a:lnTo>
                    <a:pt x="683543" y="240218"/>
                  </a:lnTo>
                  <a:lnTo>
                    <a:pt x="680364" y="240373"/>
                  </a:lnTo>
                  <a:lnTo>
                    <a:pt x="679873" y="239854"/>
                  </a:lnTo>
                  <a:lnTo>
                    <a:pt x="676845" y="241608"/>
                  </a:lnTo>
                  <a:lnTo>
                    <a:pt x="676117" y="241796"/>
                  </a:lnTo>
                  <a:lnTo>
                    <a:pt x="670230" y="240637"/>
                  </a:lnTo>
                  <a:lnTo>
                    <a:pt x="666671" y="241756"/>
                  </a:lnTo>
                  <a:lnTo>
                    <a:pt x="664161" y="242210"/>
                  </a:lnTo>
                  <a:lnTo>
                    <a:pt x="663155" y="243587"/>
                  </a:lnTo>
                  <a:lnTo>
                    <a:pt x="661680" y="244448"/>
                  </a:lnTo>
                  <a:lnTo>
                    <a:pt x="659841" y="246713"/>
                  </a:lnTo>
                  <a:lnTo>
                    <a:pt x="658198" y="248095"/>
                  </a:lnTo>
                  <a:lnTo>
                    <a:pt x="655615" y="248937"/>
                  </a:lnTo>
                  <a:lnTo>
                    <a:pt x="651767" y="249240"/>
                  </a:lnTo>
                  <a:lnTo>
                    <a:pt x="648368" y="246832"/>
                  </a:lnTo>
                  <a:lnTo>
                    <a:pt x="646740" y="245382"/>
                  </a:lnTo>
                  <a:lnTo>
                    <a:pt x="645374" y="245594"/>
                  </a:lnTo>
                  <a:lnTo>
                    <a:pt x="644382" y="246183"/>
                  </a:lnTo>
                  <a:lnTo>
                    <a:pt x="640374" y="246717"/>
                  </a:lnTo>
                  <a:lnTo>
                    <a:pt x="638554" y="245899"/>
                  </a:lnTo>
                  <a:lnTo>
                    <a:pt x="635947" y="245276"/>
                  </a:lnTo>
                  <a:lnTo>
                    <a:pt x="634796" y="244597"/>
                  </a:lnTo>
                  <a:lnTo>
                    <a:pt x="629889" y="247405"/>
                  </a:lnTo>
                  <a:lnTo>
                    <a:pt x="629430" y="248845"/>
                  </a:lnTo>
                  <a:lnTo>
                    <a:pt x="628289" y="249415"/>
                  </a:lnTo>
                  <a:lnTo>
                    <a:pt x="626149" y="251124"/>
                  </a:lnTo>
                  <a:lnTo>
                    <a:pt x="624317" y="256498"/>
                  </a:lnTo>
                  <a:lnTo>
                    <a:pt x="623686" y="259520"/>
                  </a:lnTo>
                  <a:lnTo>
                    <a:pt x="617535" y="261129"/>
                  </a:lnTo>
                  <a:lnTo>
                    <a:pt x="615341" y="262814"/>
                  </a:lnTo>
                  <a:lnTo>
                    <a:pt x="614062" y="269914"/>
                  </a:lnTo>
                  <a:lnTo>
                    <a:pt x="611477" y="271475"/>
                  </a:lnTo>
                  <a:lnTo>
                    <a:pt x="610980" y="271984"/>
                  </a:lnTo>
                  <a:lnTo>
                    <a:pt x="608802" y="271424"/>
                  </a:lnTo>
                  <a:lnTo>
                    <a:pt x="608202" y="271705"/>
                  </a:lnTo>
                  <a:lnTo>
                    <a:pt x="607721" y="272294"/>
                  </a:lnTo>
                  <a:lnTo>
                    <a:pt x="605409" y="272108"/>
                  </a:lnTo>
                  <a:lnTo>
                    <a:pt x="603068" y="272677"/>
                  </a:lnTo>
                  <a:lnTo>
                    <a:pt x="602870" y="273161"/>
                  </a:lnTo>
                  <a:lnTo>
                    <a:pt x="601810" y="273612"/>
                  </a:lnTo>
                  <a:lnTo>
                    <a:pt x="601502" y="274212"/>
                  </a:lnTo>
                  <a:lnTo>
                    <a:pt x="599998" y="274918"/>
                  </a:lnTo>
                  <a:lnTo>
                    <a:pt x="598606" y="276275"/>
                  </a:lnTo>
                  <a:lnTo>
                    <a:pt x="595801" y="277135"/>
                  </a:lnTo>
                  <a:lnTo>
                    <a:pt x="594376" y="277875"/>
                  </a:lnTo>
                  <a:lnTo>
                    <a:pt x="593023" y="277162"/>
                  </a:lnTo>
                  <a:lnTo>
                    <a:pt x="591468" y="276892"/>
                  </a:lnTo>
                  <a:lnTo>
                    <a:pt x="589911" y="277739"/>
                  </a:lnTo>
                  <a:lnTo>
                    <a:pt x="588938" y="278758"/>
                  </a:lnTo>
                  <a:lnTo>
                    <a:pt x="587643" y="280989"/>
                  </a:lnTo>
                  <a:lnTo>
                    <a:pt x="586528" y="281560"/>
                  </a:lnTo>
                  <a:lnTo>
                    <a:pt x="586578" y="283195"/>
                  </a:lnTo>
                  <a:lnTo>
                    <a:pt x="587619" y="284244"/>
                  </a:lnTo>
                  <a:lnTo>
                    <a:pt x="587970" y="285788"/>
                  </a:lnTo>
                  <a:lnTo>
                    <a:pt x="587834" y="287626"/>
                  </a:lnTo>
                  <a:lnTo>
                    <a:pt x="588052" y="288345"/>
                  </a:lnTo>
                  <a:lnTo>
                    <a:pt x="587807" y="289839"/>
                  </a:lnTo>
                  <a:lnTo>
                    <a:pt x="587966" y="290474"/>
                  </a:lnTo>
                  <a:lnTo>
                    <a:pt x="585731" y="292305"/>
                  </a:lnTo>
                  <a:lnTo>
                    <a:pt x="583599" y="293424"/>
                  </a:lnTo>
                  <a:lnTo>
                    <a:pt x="580851" y="295991"/>
                  </a:lnTo>
                  <a:lnTo>
                    <a:pt x="580409" y="297285"/>
                  </a:lnTo>
                  <a:lnTo>
                    <a:pt x="577787" y="299971"/>
                  </a:lnTo>
                  <a:lnTo>
                    <a:pt x="574882" y="300062"/>
                  </a:lnTo>
                  <a:lnTo>
                    <a:pt x="573890" y="299681"/>
                  </a:lnTo>
                  <a:lnTo>
                    <a:pt x="572912" y="299864"/>
                  </a:lnTo>
                  <a:lnTo>
                    <a:pt x="571712" y="301874"/>
                  </a:lnTo>
                  <a:lnTo>
                    <a:pt x="571575" y="302545"/>
                  </a:lnTo>
                  <a:lnTo>
                    <a:pt x="570450" y="303424"/>
                  </a:lnTo>
                  <a:lnTo>
                    <a:pt x="569467" y="305334"/>
                  </a:lnTo>
                  <a:lnTo>
                    <a:pt x="568863" y="305211"/>
                  </a:lnTo>
                  <a:lnTo>
                    <a:pt x="563836" y="309686"/>
                  </a:lnTo>
                  <a:lnTo>
                    <a:pt x="563721" y="311577"/>
                  </a:lnTo>
                  <a:lnTo>
                    <a:pt x="564105" y="313543"/>
                  </a:lnTo>
                  <a:lnTo>
                    <a:pt x="563834" y="315777"/>
                  </a:lnTo>
                  <a:lnTo>
                    <a:pt x="564305" y="316999"/>
                  </a:lnTo>
                  <a:lnTo>
                    <a:pt x="564753" y="317336"/>
                  </a:lnTo>
                  <a:lnTo>
                    <a:pt x="563823" y="318369"/>
                  </a:lnTo>
                  <a:lnTo>
                    <a:pt x="563339" y="319502"/>
                  </a:lnTo>
                  <a:lnTo>
                    <a:pt x="562281" y="320399"/>
                  </a:lnTo>
                  <a:lnTo>
                    <a:pt x="561466" y="321798"/>
                  </a:lnTo>
                  <a:lnTo>
                    <a:pt x="561367" y="322502"/>
                  </a:lnTo>
                  <a:lnTo>
                    <a:pt x="559899" y="322710"/>
                  </a:lnTo>
                  <a:lnTo>
                    <a:pt x="557959" y="322553"/>
                  </a:lnTo>
                  <a:lnTo>
                    <a:pt x="557398" y="322772"/>
                  </a:lnTo>
                  <a:lnTo>
                    <a:pt x="555757" y="324561"/>
                  </a:lnTo>
                  <a:lnTo>
                    <a:pt x="553509" y="324867"/>
                  </a:lnTo>
                  <a:lnTo>
                    <a:pt x="551097" y="325584"/>
                  </a:lnTo>
                  <a:lnTo>
                    <a:pt x="549660" y="324296"/>
                  </a:lnTo>
                  <a:lnTo>
                    <a:pt x="548564" y="323909"/>
                  </a:lnTo>
                  <a:lnTo>
                    <a:pt x="547674" y="321310"/>
                  </a:lnTo>
                  <a:lnTo>
                    <a:pt x="547762" y="317919"/>
                  </a:lnTo>
                  <a:lnTo>
                    <a:pt x="549952" y="317415"/>
                  </a:lnTo>
                  <a:lnTo>
                    <a:pt x="551195" y="316046"/>
                  </a:lnTo>
                  <a:lnTo>
                    <a:pt x="550453" y="312999"/>
                  </a:lnTo>
                  <a:lnTo>
                    <a:pt x="549543" y="311457"/>
                  </a:lnTo>
                  <a:lnTo>
                    <a:pt x="549992" y="309961"/>
                  </a:lnTo>
                  <a:lnTo>
                    <a:pt x="551589" y="307080"/>
                  </a:lnTo>
                  <a:lnTo>
                    <a:pt x="551148" y="303353"/>
                  </a:lnTo>
                  <a:lnTo>
                    <a:pt x="548671" y="300785"/>
                  </a:lnTo>
                  <a:lnTo>
                    <a:pt x="541790" y="298293"/>
                  </a:lnTo>
                  <a:lnTo>
                    <a:pt x="538271" y="298232"/>
                  </a:lnTo>
                  <a:lnTo>
                    <a:pt x="537378" y="298538"/>
                  </a:lnTo>
                  <a:lnTo>
                    <a:pt x="534568" y="300365"/>
                  </a:lnTo>
                  <a:lnTo>
                    <a:pt x="533662" y="301294"/>
                  </a:lnTo>
                  <a:lnTo>
                    <a:pt x="532508" y="301611"/>
                  </a:lnTo>
                  <a:lnTo>
                    <a:pt x="532658" y="302289"/>
                  </a:lnTo>
                  <a:lnTo>
                    <a:pt x="533026" y="302726"/>
                  </a:lnTo>
                  <a:lnTo>
                    <a:pt x="533250" y="304434"/>
                  </a:lnTo>
                  <a:lnTo>
                    <a:pt x="532391" y="305688"/>
                  </a:lnTo>
                  <a:lnTo>
                    <a:pt x="531724" y="306223"/>
                  </a:lnTo>
                  <a:lnTo>
                    <a:pt x="531265" y="309244"/>
                  </a:lnTo>
                  <a:lnTo>
                    <a:pt x="530678" y="310973"/>
                  </a:lnTo>
                  <a:lnTo>
                    <a:pt x="529874" y="312081"/>
                  </a:lnTo>
                  <a:lnTo>
                    <a:pt x="530551" y="313346"/>
                  </a:lnTo>
                  <a:lnTo>
                    <a:pt x="530634" y="314870"/>
                  </a:lnTo>
                  <a:lnTo>
                    <a:pt x="529706" y="316571"/>
                  </a:lnTo>
                  <a:lnTo>
                    <a:pt x="528767" y="317680"/>
                  </a:lnTo>
                  <a:lnTo>
                    <a:pt x="527990" y="318192"/>
                  </a:lnTo>
                  <a:lnTo>
                    <a:pt x="526495" y="318578"/>
                  </a:lnTo>
                  <a:lnTo>
                    <a:pt x="526046" y="321763"/>
                  </a:lnTo>
                  <a:lnTo>
                    <a:pt x="522887" y="325483"/>
                  </a:lnTo>
                  <a:lnTo>
                    <a:pt x="522593" y="326022"/>
                  </a:lnTo>
                  <a:lnTo>
                    <a:pt x="522842" y="327413"/>
                  </a:lnTo>
                  <a:lnTo>
                    <a:pt x="522056" y="328085"/>
                  </a:lnTo>
                  <a:lnTo>
                    <a:pt x="520947" y="328580"/>
                  </a:lnTo>
                  <a:lnTo>
                    <a:pt x="519901" y="327924"/>
                  </a:lnTo>
                  <a:lnTo>
                    <a:pt x="518566" y="327691"/>
                  </a:lnTo>
                  <a:lnTo>
                    <a:pt x="517736" y="326983"/>
                  </a:lnTo>
                  <a:lnTo>
                    <a:pt x="517255" y="327086"/>
                  </a:lnTo>
                  <a:lnTo>
                    <a:pt x="516512" y="327683"/>
                  </a:lnTo>
                  <a:lnTo>
                    <a:pt x="515267" y="327832"/>
                  </a:lnTo>
                  <a:lnTo>
                    <a:pt x="513971" y="328652"/>
                  </a:lnTo>
                  <a:lnTo>
                    <a:pt x="512097" y="329043"/>
                  </a:lnTo>
                  <a:lnTo>
                    <a:pt x="510062" y="328894"/>
                  </a:lnTo>
                  <a:lnTo>
                    <a:pt x="509323" y="329986"/>
                  </a:lnTo>
                  <a:lnTo>
                    <a:pt x="509469" y="331027"/>
                  </a:lnTo>
                  <a:lnTo>
                    <a:pt x="510012" y="332325"/>
                  </a:lnTo>
                  <a:lnTo>
                    <a:pt x="509994" y="333437"/>
                  </a:lnTo>
                  <a:lnTo>
                    <a:pt x="509635" y="335777"/>
                  </a:lnTo>
                  <a:lnTo>
                    <a:pt x="509006" y="336857"/>
                  </a:lnTo>
                  <a:lnTo>
                    <a:pt x="506902" y="337942"/>
                  </a:lnTo>
                  <a:lnTo>
                    <a:pt x="502476" y="340979"/>
                  </a:lnTo>
                  <a:lnTo>
                    <a:pt x="500165" y="341504"/>
                  </a:lnTo>
                  <a:lnTo>
                    <a:pt x="498597" y="342543"/>
                  </a:lnTo>
                  <a:lnTo>
                    <a:pt x="496213" y="343224"/>
                  </a:lnTo>
                  <a:lnTo>
                    <a:pt x="495488" y="343116"/>
                  </a:lnTo>
                  <a:lnTo>
                    <a:pt x="494859" y="343346"/>
                  </a:lnTo>
                  <a:lnTo>
                    <a:pt x="493916" y="344114"/>
                  </a:lnTo>
                  <a:lnTo>
                    <a:pt x="493324" y="345421"/>
                  </a:lnTo>
                  <a:lnTo>
                    <a:pt x="492989" y="345637"/>
                  </a:lnTo>
                  <a:lnTo>
                    <a:pt x="492926" y="347987"/>
                  </a:lnTo>
                  <a:lnTo>
                    <a:pt x="492168" y="349622"/>
                  </a:lnTo>
                  <a:lnTo>
                    <a:pt x="492247" y="350324"/>
                  </a:lnTo>
                  <a:lnTo>
                    <a:pt x="491869" y="352643"/>
                  </a:lnTo>
                  <a:lnTo>
                    <a:pt x="493161" y="355335"/>
                  </a:lnTo>
                  <a:lnTo>
                    <a:pt x="494208" y="355735"/>
                  </a:lnTo>
                  <a:lnTo>
                    <a:pt x="494118" y="356743"/>
                  </a:lnTo>
                  <a:lnTo>
                    <a:pt x="495515" y="360853"/>
                  </a:lnTo>
                  <a:lnTo>
                    <a:pt x="495582" y="363299"/>
                  </a:lnTo>
                  <a:lnTo>
                    <a:pt x="495171" y="365856"/>
                  </a:lnTo>
                  <a:lnTo>
                    <a:pt x="493611" y="367894"/>
                  </a:lnTo>
                  <a:lnTo>
                    <a:pt x="492801" y="368485"/>
                  </a:lnTo>
                  <a:lnTo>
                    <a:pt x="493115" y="369515"/>
                  </a:lnTo>
                  <a:lnTo>
                    <a:pt x="494676" y="371812"/>
                  </a:lnTo>
                  <a:lnTo>
                    <a:pt x="496139" y="372633"/>
                  </a:lnTo>
                  <a:lnTo>
                    <a:pt x="496658" y="373315"/>
                  </a:lnTo>
                  <a:lnTo>
                    <a:pt x="496912" y="374135"/>
                  </a:lnTo>
                  <a:lnTo>
                    <a:pt x="497542" y="374379"/>
                  </a:lnTo>
                  <a:lnTo>
                    <a:pt x="498922" y="375529"/>
                  </a:lnTo>
                  <a:lnTo>
                    <a:pt x="500166" y="375952"/>
                  </a:lnTo>
                  <a:lnTo>
                    <a:pt x="499526" y="377172"/>
                  </a:lnTo>
                  <a:lnTo>
                    <a:pt x="498266" y="381184"/>
                  </a:lnTo>
                  <a:lnTo>
                    <a:pt x="499569" y="383200"/>
                  </a:lnTo>
                  <a:lnTo>
                    <a:pt x="499253" y="384900"/>
                  </a:lnTo>
                  <a:lnTo>
                    <a:pt x="495889" y="385675"/>
                  </a:lnTo>
                  <a:lnTo>
                    <a:pt x="494088" y="385181"/>
                  </a:lnTo>
                  <a:lnTo>
                    <a:pt x="493631" y="386091"/>
                  </a:lnTo>
                  <a:lnTo>
                    <a:pt x="491026" y="387842"/>
                  </a:lnTo>
                  <a:lnTo>
                    <a:pt x="491169" y="391683"/>
                  </a:lnTo>
                  <a:lnTo>
                    <a:pt x="489644" y="394509"/>
                  </a:lnTo>
                  <a:lnTo>
                    <a:pt x="489024" y="394608"/>
                  </a:lnTo>
                  <a:lnTo>
                    <a:pt x="488826" y="395704"/>
                  </a:lnTo>
                  <a:lnTo>
                    <a:pt x="487812" y="395673"/>
                  </a:lnTo>
                  <a:lnTo>
                    <a:pt x="486680" y="396835"/>
                  </a:lnTo>
                  <a:lnTo>
                    <a:pt x="486795" y="397596"/>
                  </a:lnTo>
                  <a:lnTo>
                    <a:pt x="486478" y="398224"/>
                  </a:lnTo>
                  <a:lnTo>
                    <a:pt x="488298" y="399688"/>
                  </a:lnTo>
                  <a:lnTo>
                    <a:pt x="489590" y="401123"/>
                  </a:lnTo>
                  <a:lnTo>
                    <a:pt x="491217" y="401055"/>
                  </a:lnTo>
                  <a:lnTo>
                    <a:pt x="491735" y="402535"/>
                  </a:lnTo>
                  <a:lnTo>
                    <a:pt x="494167" y="403187"/>
                  </a:lnTo>
                  <a:lnTo>
                    <a:pt x="494471" y="403771"/>
                  </a:lnTo>
                  <a:lnTo>
                    <a:pt x="494231" y="404258"/>
                  </a:lnTo>
                  <a:lnTo>
                    <a:pt x="494457" y="407183"/>
                  </a:lnTo>
                  <a:lnTo>
                    <a:pt x="494642" y="408099"/>
                  </a:lnTo>
                  <a:lnTo>
                    <a:pt x="495397" y="409396"/>
                  </a:lnTo>
                  <a:lnTo>
                    <a:pt x="495238" y="410610"/>
                  </a:lnTo>
                  <a:lnTo>
                    <a:pt x="496240" y="410949"/>
                  </a:lnTo>
                  <a:lnTo>
                    <a:pt x="496816" y="411901"/>
                  </a:lnTo>
                  <a:lnTo>
                    <a:pt x="497312" y="412249"/>
                  </a:lnTo>
                  <a:lnTo>
                    <a:pt x="497472" y="412755"/>
                  </a:lnTo>
                  <a:lnTo>
                    <a:pt x="498195" y="413344"/>
                  </a:lnTo>
                  <a:lnTo>
                    <a:pt x="497984" y="414745"/>
                  </a:lnTo>
                  <a:lnTo>
                    <a:pt x="501334" y="419246"/>
                  </a:lnTo>
                  <a:lnTo>
                    <a:pt x="503155" y="420096"/>
                  </a:lnTo>
                  <a:lnTo>
                    <a:pt x="504882" y="421637"/>
                  </a:lnTo>
                  <a:lnTo>
                    <a:pt x="503995" y="425579"/>
                  </a:lnTo>
                  <a:lnTo>
                    <a:pt x="503836" y="429968"/>
                  </a:lnTo>
                  <a:lnTo>
                    <a:pt x="504110" y="430992"/>
                  </a:lnTo>
                  <a:lnTo>
                    <a:pt x="504155" y="433164"/>
                  </a:lnTo>
                  <a:lnTo>
                    <a:pt x="504937" y="434823"/>
                  </a:lnTo>
                  <a:lnTo>
                    <a:pt x="503955" y="437924"/>
                  </a:lnTo>
                  <a:lnTo>
                    <a:pt x="502570" y="438971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pg52">
              <a:extLst>
                <a:ext uri="{FF2B5EF4-FFF2-40B4-BE49-F238E27FC236}">
                  <a16:creationId xmlns:a16="http://schemas.microsoft.com/office/drawing/2014/main" id="{69354917-99E3-65D2-4305-4492FB1D7014}"/>
                </a:ext>
              </a:extLst>
            </p:cNvPr>
            <p:cNvSpPr/>
            <p:nvPr/>
          </p:nvSpPr>
          <p:spPr>
            <a:xfrm>
              <a:off x="6239107" y="1209733"/>
              <a:ext cx="623631" cy="585008"/>
            </a:xfrm>
            <a:custGeom>
              <a:avLst/>
              <a:gdLst/>
              <a:ahLst/>
              <a:cxnLst/>
              <a:rect l="0" t="0" r="0" b="0"/>
              <a:pathLst>
                <a:path w="623631" h="585008">
                  <a:moveTo>
                    <a:pt x="214464" y="370728"/>
                  </a:moveTo>
                  <a:lnTo>
                    <a:pt x="217398" y="374649"/>
                  </a:lnTo>
                  <a:lnTo>
                    <a:pt x="214381" y="376982"/>
                  </a:lnTo>
                  <a:lnTo>
                    <a:pt x="212416" y="379002"/>
                  </a:lnTo>
                  <a:lnTo>
                    <a:pt x="212372" y="379300"/>
                  </a:lnTo>
                  <a:lnTo>
                    <a:pt x="211413" y="378440"/>
                  </a:lnTo>
                  <a:lnTo>
                    <a:pt x="210853" y="379114"/>
                  </a:lnTo>
                  <a:lnTo>
                    <a:pt x="210983" y="379226"/>
                  </a:lnTo>
                  <a:lnTo>
                    <a:pt x="207870" y="381908"/>
                  </a:lnTo>
                  <a:lnTo>
                    <a:pt x="207341" y="383147"/>
                  </a:lnTo>
                  <a:lnTo>
                    <a:pt x="206509" y="383649"/>
                  </a:lnTo>
                  <a:lnTo>
                    <a:pt x="204850" y="382677"/>
                  </a:lnTo>
                  <a:lnTo>
                    <a:pt x="203483" y="381385"/>
                  </a:lnTo>
                  <a:lnTo>
                    <a:pt x="202546" y="380909"/>
                  </a:lnTo>
                  <a:lnTo>
                    <a:pt x="200784" y="381322"/>
                  </a:lnTo>
                  <a:lnTo>
                    <a:pt x="199424" y="382011"/>
                  </a:lnTo>
                  <a:lnTo>
                    <a:pt x="197974" y="381889"/>
                  </a:lnTo>
                  <a:lnTo>
                    <a:pt x="196684" y="382304"/>
                  </a:lnTo>
                  <a:lnTo>
                    <a:pt x="195926" y="377193"/>
                  </a:lnTo>
                  <a:lnTo>
                    <a:pt x="196007" y="374920"/>
                  </a:lnTo>
                  <a:lnTo>
                    <a:pt x="192726" y="373856"/>
                  </a:lnTo>
                  <a:lnTo>
                    <a:pt x="192606" y="374028"/>
                  </a:lnTo>
                  <a:lnTo>
                    <a:pt x="192060" y="373852"/>
                  </a:lnTo>
                  <a:lnTo>
                    <a:pt x="186913" y="373861"/>
                  </a:lnTo>
                  <a:lnTo>
                    <a:pt x="183486" y="375226"/>
                  </a:lnTo>
                  <a:lnTo>
                    <a:pt x="182462" y="376591"/>
                  </a:lnTo>
                  <a:lnTo>
                    <a:pt x="182243" y="377546"/>
                  </a:lnTo>
                  <a:lnTo>
                    <a:pt x="181598" y="377806"/>
                  </a:lnTo>
                  <a:lnTo>
                    <a:pt x="181064" y="377486"/>
                  </a:lnTo>
                  <a:lnTo>
                    <a:pt x="180113" y="377670"/>
                  </a:lnTo>
                  <a:lnTo>
                    <a:pt x="178543" y="376691"/>
                  </a:lnTo>
                  <a:lnTo>
                    <a:pt x="178046" y="376621"/>
                  </a:lnTo>
                  <a:lnTo>
                    <a:pt x="177050" y="377227"/>
                  </a:lnTo>
                  <a:lnTo>
                    <a:pt x="176534" y="377205"/>
                  </a:lnTo>
                  <a:lnTo>
                    <a:pt x="176855" y="378401"/>
                  </a:lnTo>
                  <a:lnTo>
                    <a:pt x="176910" y="379001"/>
                  </a:lnTo>
                  <a:lnTo>
                    <a:pt x="176513" y="378934"/>
                  </a:lnTo>
                  <a:lnTo>
                    <a:pt x="176494" y="379161"/>
                  </a:lnTo>
                  <a:lnTo>
                    <a:pt x="176979" y="379034"/>
                  </a:lnTo>
                  <a:lnTo>
                    <a:pt x="177061" y="379620"/>
                  </a:lnTo>
                  <a:lnTo>
                    <a:pt x="176805" y="379920"/>
                  </a:lnTo>
                  <a:lnTo>
                    <a:pt x="176656" y="379595"/>
                  </a:lnTo>
                  <a:lnTo>
                    <a:pt x="176300" y="379890"/>
                  </a:lnTo>
                  <a:lnTo>
                    <a:pt x="176455" y="380365"/>
                  </a:lnTo>
                  <a:lnTo>
                    <a:pt x="176169" y="380627"/>
                  </a:lnTo>
                  <a:lnTo>
                    <a:pt x="176366" y="381128"/>
                  </a:lnTo>
                  <a:lnTo>
                    <a:pt x="176776" y="381189"/>
                  </a:lnTo>
                  <a:lnTo>
                    <a:pt x="176644" y="381516"/>
                  </a:lnTo>
                  <a:lnTo>
                    <a:pt x="176356" y="381448"/>
                  </a:lnTo>
                  <a:lnTo>
                    <a:pt x="176315" y="382034"/>
                  </a:lnTo>
                  <a:lnTo>
                    <a:pt x="175591" y="381650"/>
                  </a:lnTo>
                  <a:lnTo>
                    <a:pt x="174979" y="382000"/>
                  </a:lnTo>
                  <a:lnTo>
                    <a:pt x="174778" y="383070"/>
                  </a:lnTo>
                  <a:lnTo>
                    <a:pt x="173619" y="382597"/>
                  </a:lnTo>
                  <a:lnTo>
                    <a:pt x="171955" y="382593"/>
                  </a:lnTo>
                  <a:lnTo>
                    <a:pt x="169397" y="381913"/>
                  </a:lnTo>
                  <a:lnTo>
                    <a:pt x="167334" y="381629"/>
                  </a:lnTo>
                  <a:lnTo>
                    <a:pt x="164802" y="380749"/>
                  </a:lnTo>
                  <a:lnTo>
                    <a:pt x="163444" y="380509"/>
                  </a:lnTo>
                  <a:lnTo>
                    <a:pt x="160062" y="382084"/>
                  </a:lnTo>
                  <a:lnTo>
                    <a:pt x="156760" y="381065"/>
                  </a:lnTo>
                  <a:lnTo>
                    <a:pt x="154604" y="380802"/>
                  </a:lnTo>
                  <a:lnTo>
                    <a:pt x="154885" y="381920"/>
                  </a:lnTo>
                  <a:lnTo>
                    <a:pt x="153961" y="381733"/>
                  </a:lnTo>
                  <a:lnTo>
                    <a:pt x="153528" y="381967"/>
                  </a:lnTo>
                  <a:lnTo>
                    <a:pt x="150181" y="381556"/>
                  </a:lnTo>
                  <a:lnTo>
                    <a:pt x="149513" y="381873"/>
                  </a:lnTo>
                  <a:lnTo>
                    <a:pt x="149218" y="381787"/>
                  </a:lnTo>
                  <a:lnTo>
                    <a:pt x="148751" y="382263"/>
                  </a:lnTo>
                  <a:lnTo>
                    <a:pt x="148551" y="381849"/>
                  </a:lnTo>
                  <a:lnTo>
                    <a:pt x="148622" y="381301"/>
                  </a:lnTo>
                  <a:lnTo>
                    <a:pt x="148134" y="380707"/>
                  </a:lnTo>
                  <a:lnTo>
                    <a:pt x="148254" y="380181"/>
                  </a:lnTo>
                  <a:lnTo>
                    <a:pt x="147811" y="380068"/>
                  </a:lnTo>
                  <a:lnTo>
                    <a:pt x="147867" y="379897"/>
                  </a:lnTo>
                  <a:lnTo>
                    <a:pt x="147382" y="380187"/>
                  </a:lnTo>
                  <a:lnTo>
                    <a:pt x="147409" y="379151"/>
                  </a:lnTo>
                  <a:lnTo>
                    <a:pt x="147026" y="378724"/>
                  </a:lnTo>
                  <a:lnTo>
                    <a:pt x="146734" y="378741"/>
                  </a:lnTo>
                  <a:lnTo>
                    <a:pt x="146698" y="378061"/>
                  </a:lnTo>
                  <a:lnTo>
                    <a:pt x="146235" y="377424"/>
                  </a:lnTo>
                  <a:lnTo>
                    <a:pt x="146709" y="377393"/>
                  </a:lnTo>
                  <a:lnTo>
                    <a:pt x="146936" y="376790"/>
                  </a:lnTo>
                  <a:lnTo>
                    <a:pt x="147275" y="376940"/>
                  </a:lnTo>
                  <a:lnTo>
                    <a:pt x="147750" y="376470"/>
                  </a:lnTo>
                  <a:lnTo>
                    <a:pt x="147995" y="375664"/>
                  </a:lnTo>
                  <a:lnTo>
                    <a:pt x="148547" y="375259"/>
                  </a:lnTo>
                  <a:lnTo>
                    <a:pt x="148254" y="375017"/>
                  </a:lnTo>
                  <a:lnTo>
                    <a:pt x="147937" y="375387"/>
                  </a:lnTo>
                  <a:lnTo>
                    <a:pt x="147567" y="375243"/>
                  </a:lnTo>
                  <a:lnTo>
                    <a:pt x="147006" y="375803"/>
                  </a:lnTo>
                  <a:lnTo>
                    <a:pt x="143994" y="377695"/>
                  </a:lnTo>
                  <a:lnTo>
                    <a:pt x="139631" y="381562"/>
                  </a:lnTo>
                  <a:lnTo>
                    <a:pt x="135825" y="383506"/>
                  </a:lnTo>
                  <a:lnTo>
                    <a:pt x="132826" y="387642"/>
                  </a:lnTo>
                  <a:lnTo>
                    <a:pt x="128157" y="392352"/>
                  </a:lnTo>
                  <a:lnTo>
                    <a:pt x="126983" y="392886"/>
                  </a:lnTo>
                  <a:lnTo>
                    <a:pt x="123938" y="393413"/>
                  </a:lnTo>
                  <a:lnTo>
                    <a:pt x="122337" y="394142"/>
                  </a:lnTo>
                  <a:lnTo>
                    <a:pt x="121151" y="393468"/>
                  </a:lnTo>
                  <a:lnTo>
                    <a:pt x="119847" y="393398"/>
                  </a:lnTo>
                  <a:lnTo>
                    <a:pt x="118635" y="393746"/>
                  </a:lnTo>
                  <a:lnTo>
                    <a:pt x="117577" y="394614"/>
                  </a:lnTo>
                  <a:lnTo>
                    <a:pt x="117465" y="395870"/>
                  </a:lnTo>
                  <a:lnTo>
                    <a:pt x="117041" y="396579"/>
                  </a:lnTo>
                  <a:lnTo>
                    <a:pt x="115052" y="398812"/>
                  </a:lnTo>
                  <a:lnTo>
                    <a:pt x="113958" y="399520"/>
                  </a:lnTo>
                  <a:lnTo>
                    <a:pt x="110477" y="400530"/>
                  </a:lnTo>
                  <a:lnTo>
                    <a:pt x="108952" y="398894"/>
                  </a:lnTo>
                  <a:lnTo>
                    <a:pt x="107496" y="398438"/>
                  </a:lnTo>
                  <a:lnTo>
                    <a:pt x="106086" y="398715"/>
                  </a:lnTo>
                  <a:lnTo>
                    <a:pt x="104195" y="400221"/>
                  </a:lnTo>
                  <a:lnTo>
                    <a:pt x="103250" y="405551"/>
                  </a:lnTo>
                  <a:lnTo>
                    <a:pt x="101289" y="408830"/>
                  </a:lnTo>
                  <a:lnTo>
                    <a:pt x="101114" y="408502"/>
                  </a:lnTo>
                  <a:lnTo>
                    <a:pt x="100399" y="408841"/>
                  </a:lnTo>
                  <a:lnTo>
                    <a:pt x="99658" y="408462"/>
                  </a:lnTo>
                  <a:lnTo>
                    <a:pt x="97896" y="408719"/>
                  </a:lnTo>
                  <a:lnTo>
                    <a:pt x="94760" y="407881"/>
                  </a:lnTo>
                  <a:lnTo>
                    <a:pt x="90955" y="409002"/>
                  </a:lnTo>
                  <a:lnTo>
                    <a:pt x="90317" y="408896"/>
                  </a:lnTo>
                  <a:lnTo>
                    <a:pt x="89065" y="409227"/>
                  </a:lnTo>
                  <a:lnTo>
                    <a:pt x="87499" y="410831"/>
                  </a:lnTo>
                  <a:lnTo>
                    <a:pt x="85100" y="414523"/>
                  </a:lnTo>
                  <a:lnTo>
                    <a:pt x="83140" y="416342"/>
                  </a:lnTo>
                  <a:lnTo>
                    <a:pt x="81587" y="417467"/>
                  </a:lnTo>
                  <a:lnTo>
                    <a:pt x="76163" y="419404"/>
                  </a:lnTo>
                  <a:lnTo>
                    <a:pt x="71439" y="419604"/>
                  </a:lnTo>
                  <a:lnTo>
                    <a:pt x="70422" y="418420"/>
                  </a:lnTo>
                  <a:lnTo>
                    <a:pt x="70048" y="416531"/>
                  </a:lnTo>
                  <a:lnTo>
                    <a:pt x="68855" y="414553"/>
                  </a:lnTo>
                  <a:lnTo>
                    <a:pt x="68070" y="413872"/>
                  </a:lnTo>
                  <a:lnTo>
                    <a:pt x="65858" y="414263"/>
                  </a:lnTo>
                  <a:lnTo>
                    <a:pt x="63792" y="416101"/>
                  </a:lnTo>
                  <a:lnTo>
                    <a:pt x="64279" y="418711"/>
                  </a:lnTo>
                  <a:lnTo>
                    <a:pt x="63633" y="419253"/>
                  </a:lnTo>
                  <a:lnTo>
                    <a:pt x="62732" y="419398"/>
                  </a:lnTo>
                  <a:lnTo>
                    <a:pt x="61385" y="418557"/>
                  </a:lnTo>
                  <a:lnTo>
                    <a:pt x="59273" y="417685"/>
                  </a:lnTo>
                  <a:lnTo>
                    <a:pt x="58261" y="417583"/>
                  </a:lnTo>
                  <a:lnTo>
                    <a:pt x="56098" y="418149"/>
                  </a:lnTo>
                  <a:lnTo>
                    <a:pt x="55887" y="417957"/>
                  </a:lnTo>
                  <a:lnTo>
                    <a:pt x="54362" y="418693"/>
                  </a:lnTo>
                  <a:lnTo>
                    <a:pt x="50920" y="421760"/>
                  </a:lnTo>
                  <a:lnTo>
                    <a:pt x="49484" y="423761"/>
                  </a:lnTo>
                  <a:lnTo>
                    <a:pt x="48644" y="425426"/>
                  </a:lnTo>
                  <a:lnTo>
                    <a:pt x="47922" y="425870"/>
                  </a:lnTo>
                  <a:lnTo>
                    <a:pt x="46579" y="427418"/>
                  </a:lnTo>
                  <a:lnTo>
                    <a:pt x="42695" y="425691"/>
                  </a:lnTo>
                  <a:lnTo>
                    <a:pt x="43454" y="422475"/>
                  </a:lnTo>
                  <a:lnTo>
                    <a:pt x="44219" y="422537"/>
                  </a:lnTo>
                  <a:lnTo>
                    <a:pt x="44718" y="421243"/>
                  </a:lnTo>
                  <a:lnTo>
                    <a:pt x="43478" y="421121"/>
                  </a:lnTo>
                  <a:lnTo>
                    <a:pt x="41621" y="421325"/>
                  </a:lnTo>
                  <a:lnTo>
                    <a:pt x="41363" y="420711"/>
                  </a:lnTo>
                  <a:lnTo>
                    <a:pt x="40741" y="421119"/>
                  </a:lnTo>
                  <a:lnTo>
                    <a:pt x="40500" y="420550"/>
                  </a:lnTo>
                  <a:lnTo>
                    <a:pt x="40980" y="420300"/>
                  </a:lnTo>
                  <a:lnTo>
                    <a:pt x="40627" y="419181"/>
                  </a:lnTo>
                  <a:lnTo>
                    <a:pt x="41578" y="419144"/>
                  </a:lnTo>
                  <a:lnTo>
                    <a:pt x="41855" y="418693"/>
                  </a:lnTo>
                  <a:lnTo>
                    <a:pt x="43293" y="418483"/>
                  </a:lnTo>
                  <a:lnTo>
                    <a:pt x="42277" y="416119"/>
                  </a:lnTo>
                  <a:lnTo>
                    <a:pt x="41739" y="416294"/>
                  </a:lnTo>
                  <a:lnTo>
                    <a:pt x="40893" y="411805"/>
                  </a:lnTo>
                  <a:lnTo>
                    <a:pt x="40144" y="411936"/>
                  </a:lnTo>
                  <a:lnTo>
                    <a:pt x="39705" y="406874"/>
                  </a:lnTo>
                  <a:lnTo>
                    <a:pt x="39207" y="406943"/>
                  </a:lnTo>
                  <a:lnTo>
                    <a:pt x="38980" y="405282"/>
                  </a:lnTo>
                  <a:lnTo>
                    <a:pt x="39179" y="404503"/>
                  </a:lnTo>
                  <a:lnTo>
                    <a:pt x="38809" y="403850"/>
                  </a:lnTo>
                  <a:lnTo>
                    <a:pt x="40215" y="403355"/>
                  </a:lnTo>
                  <a:lnTo>
                    <a:pt x="39883" y="402050"/>
                  </a:lnTo>
                  <a:lnTo>
                    <a:pt x="38882" y="392586"/>
                  </a:lnTo>
                  <a:lnTo>
                    <a:pt x="37471" y="387000"/>
                  </a:lnTo>
                  <a:lnTo>
                    <a:pt x="39326" y="386003"/>
                  </a:lnTo>
                  <a:lnTo>
                    <a:pt x="41210" y="384447"/>
                  </a:lnTo>
                  <a:lnTo>
                    <a:pt x="41514" y="384098"/>
                  </a:lnTo>
                  <a:lnTo>
                    <a:pt x="41105" y="383985"/>
                  </a:lnTo>
                  <a:lnTo>
                    <a:pt x="41230" y="383418"/>
                  </a:lnTo>
                  <a:lnTo>
                    <a:pt x="42010" y="382346"/>
                  </a:lnTo>
                  <a:lnTo>
                    <a:pt x="42210" y="382427"/>
                  </a:lnTo>
                  <a:lnTo>
                    <a:pt x="41287" y="381453"/>
                  </a:lnTo>
                  <a:lnTo>
                    <a:pt x="41075" y="381671"/>
                  </a:lnTo>
                  <a:lnTo>
                    <a:pt x="40879" y="381548"/>
                  </a:lnTo>
                  <a:lnTo>
                    <a:pt x="40560" y="380885"/>
                  </a:lnTo>
                  <a:lnTo>
                    <a:pt x="40152" y="380657"/>
                  </a:lnTo>
                  <a:lnTo>
                    <a:pt x="40431" y="378716"/>
                  </a:lnTo>
                  <a:lnTo>
                    <a:pt x="40760" y="378543"/>
                  </a:lnTo>
                  <a:lnTo>
                    <a:pt x="41171" y="377433"/>
                  </a:lnTo>
                  <a:lnTo>
                    <a:pt x="41338" y="375739"/>
                  </a:lnTo>
                  <a:lnTo>
                    <a:pt x="41054" y="375696"/>
                  </a:lnTo>
                  <a:lnTo>
                    <a:pt x="40616" y="375014"/>
                  </a:lnTo>
                  <a:lnTo>
                    <a:pt x="40741" y="374829"/>
                  </a:lnTo>
                  <a:lnTo>
                    <a:pt x="40189" y="374334"/>
                  </a:lnTo>
                  <a:lnTo>
                    <a:pt x="40516" y="374029"/>
                  </a:lnTo>
                  <a:lnTo>
                    <a:pt x="39756" y="373805"/>
                  </a:lnTo>
                  <a:lnTo>
                    <a:pt x="39428" y="372880"/>
                  </a:lnTo>
                  <a:lnTo>
                    <a:pt x="38736" y="372716"/>
                  </a:lnTo>
                  <a:lnTo>
                    <a:pt x="38585" y="372359"/>
                  </a:lnTo>
                  <a:lnTo>
                    <a:pt x="37675" y="372157"/>
                  </a:lnTo>
                  <a:lnTo>
                    <a:pt x="37545" y="371903"/>
                  </a:lnTo>
                  <a:lnTo>
                    <a:pt x="37855" y="371567"/>
                  </a:lnTo>
                  <a:lnTo>
                    <a:pt x="37702" y="370972"/>
                  </a:lnTo>
                  <a:lnTo>
                    <a:pt x="37291" y="370562"/>
                  </a:lnTo>
                  <a:lnTo>
                    <a:pt x="36885" y="370601"/>
                  </a:lnTo>
                  <a:lnTo>
                    <a:pt x="36818" y="370315"/>
                  </a:lnTo>
                  <a:lnTo>
                    <a:pt x="36590" y="370340"/>
                  </a:lnTo>
                  <a:lnTo>
                    <a:pt x="36512" y="369710"/>
                  </a:lnTo>
                  <a:lnTo>
                    <a:pt x="35432" y="369646"/>
                  </a:lnTo>
                  <a:lnTo>
                    <a:pt x="34943" y="368870"/>
                  </a:lnTo>
                  <a:lnTo>
                    <a:pt x="34788" y="369175"/>
                  </a:lnTo>
                  <a:lnTo>
                    <a:pt x="34295" y="368717"/>
                  </a:lnTo>
                  <a:lnTo>
                    <a:pt x="34101" y="368956"/>
                  </a:lnTo>
                  <a:lnTo>
                    <a:pt x="33505" y="368398"/>
                  </a:lnTo>
                  <a:lnTo>
                    <a:pt x="33537" y="367968"/>
                  </a:lnTo>
                  <a:lnTo>
                    <a:pt x="33311" y="367725"/>
                  </a:lnTo>
                  <a:lnTo>
                    <a:pt x="32750" y="367738"/>
                  </a:lnTo>
                  <a:lnTo>
                    <a:pt x="32938" y="366998"/>
                  </a:lnTo>
                  <a:lnTo>
                    <a:pt x="31771" y="366996"/>
                  </a:lnTo>
                  <a:lnTo>
                    <a:pt x="31568" y="366606"/>
                  </a:lnTo>
                  <a:lnTo>
                    <a:pt x="31790" y="366489"/>
                  </a:lnTo>
                  <a:lnTo>
                    <a:pt x="30928" y="365966"/>
                  </a:lnTo>
                  <a:lnTo>
                    <a:pt x="30943" y="365522"/>
                  </a:lnTo>
                  <a:lnTo>
                    <a:pt x="29055" y="365470"/>
                  </a:lnTo>
                  <a:lnTo>
                    <a:pt x="28245" y="364876"/>
                  </a:lnTo>
                  <a:lnTo>
                    <a:pt x="28515" y="363798"/>
                  </a:lnTo>
                  <a:lnTo>
                    <a:pt x="28251" y="361740"/>
                  </a:lnTo>
                  <a:lnTo>
                    <a:pt x="27413" y="360720"/>
                  </a:lnTo>
                  <a:lnTo>
                    <a:pt x="26709" y="359295"/>
                  </a:lnTo>
                  <a:lnTo>
                    <a:pt x="26697" y="357428"/>
                  </a:lnTo>
                  <a:lnTo>
                    <a:pt x="26844" y="358556"/>
                  </a:lnTo>
                  <a:lnTo>
                    <a:pt x="27193" y="359214"/>
                  </a:lnTo>
                  <a:lnTo>
                    <a:pt x="28210" y="358968"/>
                  </a:lnTo>
                  <a:lnTo>
                    <a:pt x="28364" y="357706"/>
                  </a:lnTo>
                  <a:lnTo>
                    <a:pt x="28184" y="356875"/>
                  </a:lnTo>
                  <a:lnTo>
                    <a:pt x="29365" y="356575"/>
                  </a:lnTo>
                  <a:lnTo>
                    <a:pt x="31126" y="355667"/>
                  </a:lnTo>
                  <a:lnTo>
                    <a:pt x="32357" y="355880"/>
                  </a:lnTo>
                  <a:lnTo>
                    <a:pt x="33986" y="355375"/>
                  </a:lnTo>
                  <a:lnTo>
                    <a:pt x="34119" y="354456"/>
                  </a:lnTo>
                  <a:lnTo>
                    <a:pt x="33749" y="352456"/>
                  </a:lnTo>
                  <a:lnTo>
                    <a:pt x="33854" y="351679"/>
                  </a:lnTo>
                  <a:lnTo>
                    <a:pt x="34941" y="350921"/>
                  </a:lnTo>
                  <a:lnTo>
                    <a:pt x="35352" y="349844"/>
                  </a:lnTo>
                  <a:lnTo>
                    <a:pt x="34956" y="349096"/>
                  </a:lnTo>
                  <a:lnTo>
                    <a:pt x="33994" y="348105"/>
                  </a:lnTo>
                  <a:lnTo>
                    <a:pt x="33988" y="347059"/>
                  </a:lnTo>
                  <a:lnTo>
                    <a:pt x="33501" y="345867"/>
                  </a:lnTo>
                  <a:lnTo>
                    <a:pt x="31930" y="344050"/>
                  </a:lnTo>
                  <a:lnTo>
                    <a:pt x="32993" y="343377"/>
                  </a:lnTo>
                  <a:lnTo>
                    <a:pt x="33228" y="342789"/>
                  </a:lnTo>
                  <a:lnTo>
                    <a:pt x="33326" y="340356"/>
                  </a:lnTo>
                  <a:lnTo>
                    <a:pt x="34121" y="339704"/>
                  </a:lnTo>
                  <a:lnTo>
                    <a:pt x="33333" y="337135"/>
                  </a:lnTo>
                  <a:lnTo>
                    <a:pt x="35152" y="335778"/>
                  </a:lnTo>
                  <a:lnTo>
                    <a:pt x="34929" y="333071"/>
                  </a:lnTo>
                  <a:lnTo>
                    <a:pt x="34192" y="332397"/>
                  </a:lnTo>
                  <a:lnTo>
                    <a:pt x="34180" y="331876"/>
                  </a:lnTo>
                  <a:lnTo>
                    <a:pt x="33826" y="331576"/>
                  </a:lnTo>
                  <a:lnTo>
                    <a:pt x="33234" y="331286"/>
                  </a:lnTo>
                  <a:lnTo>
                    <a:pt x="32545" y="329503"/>
                  </a:lnTo>
                  <a:lnTo>
                    <a:pt x="31492" y="328600"/>
                  </a:lnTo>
                  <a:lnTo>
                    <a:pt x="31675" y="326892"/>
                  </a:lnTo>
                  <a:lnTo>
                    <a:pt x="33554" y="325675"/>
                  </a:lnTo>
                  <a:lnTo>
                    <a:pt x="34121" y="324617"/>
                  </a:lnTo>
                  <a:lnTo>
                    <a:pt x="32290" y="323700"/>
                  </a:lnTo>
                  <a:lnTo>
                    <a:pt x="29131" y="323053"/>
                  </a:lnTo>
                  <a:lnTo>
                    <a:pt x="29431" y="322641"/>
                  </a:lnTo>
                  <a:lnTo>
                    <a:pt x="28877" y="322002"/>
                  </a:lnTo>
                  <a:lnTo>
                    <a:pt x="28231" y="321551"/>
                  </a:lnTo>
                  <a:lnTo>
                    <a:pt x="27469" y="321410"/>
                  </a:lnTo>
                  <a:lnTo>
                    <a:pt x="26596" y="320247"/>
                  </a:lnTo>
                  <a:lnTo>
                    <a:pt x="24897" y="318856"/>
                  </a:lnTo>
                  <a:lnTo>
                    <a:pt x="23642" y="317164"/>
                  </a:lnTo>
                  <a:lnTo>
                    <a:pt x="22917" y="316875"/>
                  </a:lnTo>
                  <a:lnTo>
                    <a:pt x="21376" y="316769"/>
                  </a:lnTo>
                  <a:lnTo>
                    <a:pt x="20011" y="315664"/>
                  </a:lnTo>
                  <a:lnTo>
                    <a:pt x="19539" y="315580"/>
                  </a:lnTo>
                  <a:lnTo>
                    <a:pt x="19908" y="315053"/>
                  </a:lnTo>
                  <a:lnTo>
                    <a:pt x="20014" y="313822"/>
                  </a:lnTo>
                  <a:lnTo>
                    <a:pt x="21182" y="313415"/>
                  </a:lnTo>
                  <a:lnTo>
                    <a:pt x="22492" y="313387"/>
                  </a:lnTo>
                  <a:lnTo>
                    <a:pt x="21053" y="309728"/>
                  </a:lnTo>
                  <a:lnTo>
                    <a:pt x="20858" y="309689"/>
                  </a:lnTo>
                  <a:lnTo>
                    <a:pt x="21984" y="309296"/>
                  </a:lnTo>
                  <a:lnTo>
                    <a:pt x="21449" y="308472"/>
                  </a:lnTo>
                  <a:lnTo>
                    <a:pt x="21884" y="308326"/>
                  </a:lnTo>
                  <a:lnTo>
                    <a:pt x="22778" y="308464"/>
                  </a:lnTo>
                  <a:lnTo>
                    <a:pt x="22920" y="307032"/>
                  </a:lnTo>
                  <a:lnTo>
                    <a:pt x="23812" y="307580"/>
                  </a:lnTo>
                  <a:lnTo>
                    <a:pt x="24667" y="307548"/>
                  </a:lnTo>
                  <a:lnTo>
                    <a:pt x="25593" y="307201"/>
                  </a:lnTo>
                  <a:lnTo>
                    <a:pt x="27817" y="308470"/>
                  </a:lnTo>
                  <a:lnTo>
                    <a:pt x="29838" y="308921"/>
                  </a:lnTo>
                  <a:lnTo>
                    <a:pt x="30053" y="310052"/>
                  </a:lnTo>
                  <a:lnTo>
                    <a:pt x="30712" y="310573"/>
                  </a:lnTo>
                  <a:lnTo>
                    <a:pt x="31391" y="310667"/>
                  </a:lnTo>
                  <a:lnTo>
                    <a:pt x="33098" y="310179"/>
                  </a:lnTo>
                  <a:lnTo>
                    <a:pt x="34857" y="309560"/>
                  </a:lnTo>
                  <a:lnTo>
                    <a:pt x="34972" y="309328"/>
                  </a:lnTo>
                  <a:lnTo>
                    <a:pt x="36470" y="310517"/>
                  </a:lnTo>
                  <a:lnTo>
                    <a:pt x="39469" y="311244"/>
                  </a:lnTo>
                  <a:lnTo>
                    <a:pt x="40219" y="311153"/>
                  </a:lnTo>
                  <a:lnTo>
                    <a:pt x="41045" y="310591"/>
                  </a:lnTo>
                  <a:lnTo>
                    <a:pt x="40647" y="308645"/>
                  </a:lnTo>
                  <a:lnTo>
                    <a:pt x="41152" y="307729"/>
                  </a:lnTo>
                  <a:lnTo>
                    <a:pt x="37962" y="306551"/>
                  </a:lnTo>
                  <a:lnTo>
                    <a:pt x="38314" y="306229"/>
                  </a:lnTo>
                  <a:lnTo>
                    <a:pt x="39582" y="306233"/>
                  </a:lnTo>
                  <a:lnTo>
                    <a:pt x="39966" y="305942"/>
                  </a:lnTo>
                  <a:lnTo>
                    <a:pt x="41774" y="306918"/>
                  </a:lnTo>
                  <a:lnTo>
                    <a:pt x="41920" y="306505"/>
                  </a:lnTo>
                  <a:lnTo>
                    <a:pt x="41457" y="304299"/>
                  </a:lnTo>
                  <a:lnTo>
                    <a:pt x="41571" y="303465"/>
                  </a:lnTo>
                  <a:lnTo>
                    <a:pt x="42343" y="302859"/>
                  </a:lnTo>
                  <a:lnTo>
                    <a:pt x="42127" y="302048"/>
                  </a:lnTo>
                  <a:lnTo>
                    <a:pt x="42577" y="301535"/>
                  </a:lnTo>
                  <a:lnTo>
                    <a:pt x="42273" y="300822"/>
                  </a:lnTo>
                  <a:lnTo>
                    <a:pt x="42588" y="298902"/>
                  </a:lnTo>
                  <a:lnTo>
                    <a:pt x="42469" y="297994"/>
                  </a:lnTo>
                  <a:lnTo>
                    <a:pt x="42738" y="297978"/>
                  </a:lnTo>
                  <a:lnTo>
                    <a:pt x="42816" y="297194"/>
                  </a:lnTo>
                  <a:lnTo>
                    <a:pt x="42818" y="296615"/>
                  </a:lnTo>
                  <a:lnTo>
                    <a:pt x="42566" y="296572"/>
                  </a:lnTo>
                  <a:lnTo>
                    <a:pt x="42906" y="295208"/>
                  </a:lnTo>
                  <a:lnTo>
                    <a:pt x="42704" y="295154"/>
                  </a:lnTo>
                  <a:lnTo>
                    <a:pt x="42752" y="294764"/>
                  </a:lnTo>
                  <a:lnTo>
                    <a:pt x="43435" y="293902"/>
                  </a:lnTo>
                  <a:lnTo>
                    <a:pt x="43950" y="293723"/>
                  </a:lnTo>
                  <a:lnTo>
                    <a:pt x="44068" y="293248"/>
                  </a:lnTo>
                  <a:lnTo>
                    <a:pt x="49692" y="294595"/>
                  </a:lnTo>
                  <a:lnTo>
                    <a:pt x="51755" y="294304"/>
                  </a:lnTo>
                  <a:lnTo>
                    <a:pt x="56026" y="294964"/>
                  </a:lnTo>
                  <a:lnTo>
                    <a:pt x="56706" y="294608"/>
                  </a:lnTo>
                  <a:lnTo>
                    <a:pt x="56633" y="292361"/>
                  </a:lnTo>
                  <a:lnTo>
                    <a:pt x="42313" y="289953"/>
                  </a:lnTo>
                  <a:lnTo>
                    <a:pt x="40115" y="289287"/>
                  </a:lnTo>
                  <a:lnTo>
                    <a:pt x="38113" y="288101"/>
                  </a:lnTo>
                  <a:lnTo>
                    <a:pt x="36559" y="287496"/>
                  </a:lnTo>
                  <a:lnTo>
                    <a:pt x="37301" y="285086"/>
                  </a:lnTo>
                  <a:lnTo>
                    <a:pt x="37157" y="283912"/>
                  </a:lnTo>
                  <a:lnTo>
                    <a:pt x="31310" y="281420"/>
                  </a:lnTo>
                  <a:lnTo>
                    <a:pt x="29468" y="281022"/>
                  </a:lnTo>
                  <a:lnTo>
                    <a:pt x="26425" y="279543"/>
                  </a:lnTo>
                  <a:lnTo>
                    <a:pt x="26536" y="278858"/>
                  </a:lnTo>
                  <a:lnTo>
                    <a:pt x="27649" y="278029"/>
                  </a:lnTo>
                  <a:lnTo>
                    <a:pt x="27528" y="277443"/>
                  </a:lnTo>
                  <a:lnTo>
                    <a:pt x="27728" y="276744"/>
                  </a:lnTo>
                  <a:lnTo>
                    <a:pt x="27356" y="276027"/>
                  </a:lnTo>
                  <a:lnTo>
                    <a:pt x="27559" y="274558"/>
                  </a:lnTo>
                  <a:lnTo>
                    <a:pt x="28700" y="273381"/>
                  </a:lnTo>
                  <a:lnTo>
                    <a:pt x="30139" y="272932"/>
                  </a:lnTo>
                  <a:lnTo>
                    <a:pt x="30764" y="272375"/>
                  </a:lnTo>
                  <a:lnTo>
                    <a:pt x="30087" y="271047"/>
                  </a:lnTo>
                  <a:lnTo>
                    <a:pt x="28206" y="270023"/>
                  </a:lnTo>
                  <a:lnTo>
                    <a:pt x="26996" y="270126"/>
                  </a:lnTo>
                  <a:lnTo>
                    <a:pt x="27168" y="269098"/>
                  </a:lnTo>
                  <a:lnTo>
                    <a:pt x="26621" y="267144"/>
                  </a:lnTo>
                  <a:lnTo>
                    <a:pt x="25762" y="265468"/>
                  </a:lnTo>
                  <a:lnTo>
                    <a:pt x="26098" y="264773"/>
                  </a:lnTo>
                  <a:lnTo>
                    <a:pt x="25290" y="263129"/>
                  </a:lnTo>
                  <a:lnTo>
                    <a:pt x="25361" y="262297"/>
                  </a:lnTo>
                  <a:lnTo>
                    <a:pt x="23308" y="262449"/>
                  </a:lnTo>
                  <a:lnTo>
                    <a:pt x="23233" y="262669"/>
                  </a:lnTo>
                  <a:lnTo>
                    <a:pt x="21949" y="261700"/>
                  </a:lnTo>
                  <a:lnTo>
                    <a:pt x="21511" y="261679"/>
                  </a:lnTo>
                  <a:lnTo>
                    <a:pt x="21520" y="261445"/>
                  </a:lnTo>
                  <a:lnTo>
                    <a:pt x="20143" y="261479"/>
                  </a:lnTo>
                  <a:lnTo>
                    <a:pt x="18948" y="260834"/>
                  </a:lnTo>
                  <a:lnTo>
                    <a:pt x="17678" y="260913"/>
                  </a:lnTo>
                  <a:lnTo>
                    <a:pt x="17244" y="260734"/>
                  </a:lnTo>
                  <a:lnTo>
                    <a:pt x="15532" y="261436"/>
                  </a:lnTo>
                  <a:lnTo>
                    <a:pt x="13912" y="258017"/>
                  </a:lnTo>
                  <a:lnTo>
                    <a:pt x="12541" y="255749"/>
                  </a:lnTo>
                  <a:lnTo>
                    <a:pt x="13476" y="254445"/>
                  </a:lnTo>
                  <a:lnTo>
                    <a:pt x="14233" y="253953"/>
                  </a:lnTo>
                  <a:lnTo>
                    <a:pt x="14522" y="252626"/>
                  </a:lnTo>
                  <a:lnTo>
                    <a:pt x="14028" y="251217"/>
                  </a:lnTo>
                  <a:lnTo>
                    <a:pt x="15272" y="249644"/>
                  </a:lnTo>
                  <a:lnTo>
                    <a:pt x="16524" y="246746"/>
                  </a:lnTo>
                  <a:lnTo>
                    <a:pt x="17794" y="245279"/>
                  </a:lnTo>
                  <a:lnTo>
                    <a:pt x="17434" y="244596"/>
                  </a:lnTo>
                  <a:lnTo>
                    <a:pt x="17619" y="243985"/>
                  </a:lnTo>
                  <a:lnTo>
                    <a:pt x="18116" y="243668"/>
                  </a:lnTo>
                  <a:lnTo>
                    <a:pt x="18501" y="242838"/>
                  </a:lnTo>
                  <a:lnTo>
                    <a:pt x="19449" y="243195"/>
                  </a:lnTo>
                  <a:lnTo>
                    <a:pt x="20431" y="242554"/>
                  </a:lnTo>
                  <a:lnTo>
                    <a:pt x="20658" y="241856"/>
                  </a:lnTo>
                  <a:lnTo>
                    <a:pt x="21646" y="240785"/>
                  </a:lnTo>
                  <a:lnTo>
                    <a:pt x="21526" y="240335"/>
                  </a:lnTo>
                  <a:lnTo>
                    <a:pt x="22054" y="239506"/>
                  </a:lnTo>
                  <a:lnTo>
                    <a:pt x="23039" y="238819"/>
                  </a:lnTo>
                  <a:lnTo>
                    <a:pt x="23191" y="238074"/>
                  </a:lnTo>
                  <a:lnTo>
                    <a:pt x="23780" y="237856"/>
                  </a:lnTo>
                  <a:lnTo>
                    <a:pt x="23664" y="237276"/>
                  </a:lnTo>
                  <a:lnTo>
                    <a:pt x="22692" y="236376"/>
                  </a:lnTo>
                  <a:lnTo>
                    <a:pt x="22442" y="235666"/>
                  </a:lnTo>
                  <a:lnTo>
                    <a:pt x="22553" y="235051"/>
                  </a:lnTo>
                  <a:lnTo>
                    <a:pt x="23116" y="234675"/>
                  </a:lnTo>
                  <a:lnTo>
                    <a:pt x="24017" y="234560"/>
                  </a:lnTo>
                  <a:lnTo>
                    <a:pt x="27055" y="235475"/>
                  </a:lnTo>
                  <a:lnTo>
                    <a:pt x="28462" y="236285"/>
                  </a:lnTo>
                  <a:lnTo>
                    <a:pt x="29581" y="235768"/>
                  </a:lnTo>
                  <a:lnTo>
                    <a:pt x="30412" y="234660"/>
                  </a:lnTo>
                  <a:lnTo>
                    <a:pt x="31449" y="235176"/>
                  </a:lnTo>
                  <a:lnTo>
                    <a:pt x="34144" y="232349"/>
                  </a:lnTo>
                  <a:lnTo>
                    <a:pt x="33390" y="232073"/>
                  </a:lnTo>
                  <a:lnTo>
                    <a:pt x="34664" y="230333"/>
                  </a:lnTo>
                  <a:lnTo>
                    <a:pt x="35898" y="230387"/>
                  </a:lnTo>
                  <a:lnTo>
                    <a:pt x="34817" y="228631"/>
                  </a:lnTo>
                  <a:lnTo>
                    <a:pt x="34177" y="228564"/>
                  </a:lnTo>
                  <a:lnTo>
                    <a:pt x="33371" y="228093"/>
                  </a:lnTo>
                  <a:lnTo>
                    <a:pt x="31181" y="225387"/>
                  </a:lnTo>
                  <a:lnTo>
                    <a:pt x="30875" y="224678"/>
                  </a:lnTo>
                  <a:lnTo>
                    <a:pt x="30862" y="223116"/>
                  </a:lnTo>
                  <a:lnTo>
                    <a:pt x="30516" y="222213"/>
                  </a:lnTo>
                  <a:lnTo>
                    <a:pt x="30939" y="221132"/>
                  </a:lnTo>
                  <a:lnTo>
                    <a:pt x="30440" y="218450"/>
                  </a:lnTo>
                  <a:lnTo>
                    <a:pt x="30648" y="215816"/>
                  </a:lnTo>
                  <a:lnTo>
                    <a:pt x="30501" y="214845"/>
                  </a:lnTo>
                  <a:lnTo>
                    <a:pt x="30756" y="213796"/>
                  </a:lnTo>
                  <a:lnTo>
                    <a:pt x="30542" y="213078"/>
                  </a:lnTo>
                  <a:lnTo>
                    <a:pt x="31396" y="211251"/>
                  </a:lnTo>
                  <a:lnTo>
                    <a:pt x="32620" y="210274"/>
                  </a:lnTo>
                  <a:lnTo>
                    <a:pt x="35084" y="209478"/>
                  </a:lnTo>
                  <a:lnTo>
                    <a:pt x="36102" y="208806"/>
                  </a:lnTo>
                  <a:lnTo>
                    <a:pt x="37348" y="208497"/>
                  </a:lnTo>
                  <a:lnTo>
                    <a:pt x="38419" y="207797"/>
                  </a:lnTo>
                  <a:lnTo>
                    <a:pt x="39473" y="206485"/>
                  </a:lnTo>
                  <a:lnTo>
                    <a:pt x="39941" y="204440"/>
                  </a:lnTo>
                  <a:lnTo>
                    <a:pt x="40540" y="203626"/>
                  </a:lnTo>
                  <a:lnTo>
                    <a:pt x="40751" y="202509"/>
                  </a:lnTo>
                  <a:lnTo>
                    <a:pt x="42338" y="201939"/>
                  </a:lnTo>
                  <a:lnTo>
                    <a:pt x="43828" y="200711"/>
                  </a:lnTo>
                  <a:lnTo>
                    <a:pt x="45469" y="199729"/>
                  </a:lnTo>
                  <a:lnTo>
                    <a:pt x="45973" y="198654"/>
                  </a:lnTo>
                  <a:lnTo>
                    <a:pt x="49120" y="197238"/>
                  </a:lnTo>
                  <a:lnTo>
                    <a:pt x="50440" y="196944"/>
                  </a:lnTo>
                  <a:lnTo>
                    <a:pt x="52446" y="196979"/>
                  </a:lnTo>
                  <a:lnTo>
                    <a:pt x="53618" y="196426"/>
                  </a:lnTo>
                  <a:lnTo>
                    <a:pt x="53729" y="195400"/>
                  </a:lnTo>
                  <a:lnTo>
                    <a:pt x="53363" y="194960"/>
                  </a:lnTo>
                  <a:lnTo>
                    <a:pt x="53356" y="193089"/>
                  </a:lnTo>
                  <a:lnTo>
                    <a:pt x="52866" y="192494"/>
                  </a:lnTo>
                  <a:lnTo>
                    <a:pt x="52272" y="190238"/>
                  </a:lnTo>
                  <a:lnTo>
                    <a:pt x="51945" y="189585"/>
                  </a:lnTo>
                  <a:lnTo>
                    <a:pt x="50873" y="189213"/>
                  </a:lnTo>
                  <a:lnTo>
                    <a:pt x="50769" y="187933"/>
                  </a:lnTo>
                  <a:lnTo>
                    <a:pt x="50503" y="187658"/>
                  </a:lnTo>
                  <a:lnTo>
                    <a:pt x="50029" y="187707"/>
                  </a:lnTo>
                  <a:lnTo>
                    <a:pt x="49889" y="186387"/>
                  </a:lnTo>
                  <a:lnTo>
                    <a:pt x="49436" y="185945"/>
                  </a:lnTo>
                  <a:lnTo>
                    <a:pt x="49373" y="185545"/>
                  </a:lnTo>
                  <a:lnTo>
                    <a:pt x="49537" y="184878"/>
                  </a:lnTo>
                  <a:lnTo>
                    <a:pt x="50440" y="184664"/>
                  </a:lnTo>
                  <a:lnTo>
                    <a:pt x="50555" y="183602"/>
                  </a:lnTo>
                  <a:lnTo>
                    <a:pt x="50930" y="183257"/>
                  </a:lnTo>
                  <a:lnTo>
                    <a:pt x="51129" y="181636"/>
                  </a:lnTo>
                  <a:lnTo>
                    <a:pt x="50985" y="179345"/>
                  </a:lnTo>
                  <a:lnTo>
                    <a:pt x="51652" y="177774"/>
                  </a:lnTo>
                  <a:lnTo>
                    <a:pt x="51393" y="177417"/>
                  </a:lnTo>
                  <a:lnTo>
                    <a:pt x="51478" y="176857"/>
                  </a:lnTo>
                  <a:lnTo>
                    <a:pt x="50984" y="176660"/>
                  </a:lnTo>
                  <a:lnTo>
                    <a:pt x="50408" y="174810"/>
                  </a:lnTo>
                  <a:lnTo>
                    <a:pt x="50083" y="174645"/>
                  </a:lnTo>
                  <a:lnTo>
                    <a:pt x="50264" y="173857"/>
                  </a:lnTo>
                  <a:lnTo>
                    <a:pt x="49913" y="173076"/>
                  </a:lnTo>
                  <a:lnTo>
                    <a:pt x="49836" y="171802"/>
                  </a:lnTo>
                  <a:lnTo>
                    <a:pt x="50113" y="171386"/>
                  </a:lnTo>
                  <a:lnTo>
                    <a:pt x="49899" y="169926"/>
                  </a:lnTo>
                  <a:lnTo>
                    <a:pt x="50416" y="169476"/>
                  </a:lnTo>
                  <a:lnTo>
                    <a:pt x="50223" y="168689"/>
                  </a:lnTo>
                  <a:lnTo>
                    <a:pt x="50386" y="167821"/>
                  </a:lnTo>
                  <a:lnTo>
                    <a:pt x="49893" y="164869"/>
                  </a:lnTo>
                  <a:lnTo>
                    <a:pt x="50904" y="162245"/>
                  </a:lnTo>
                  <a:lnTo>
                    <a:pt x="50510" y="160943"/>
                  </a:lnTo>
                  <a:lnTo>
                    <a:pt x="50978" y="159039"/>
                  </a:lnTo>
                  <a:lnTo>
                    <a:pt x="50563" y="158146"/>
                  </a:lnTo>
                  <a:lnTo>
                    <a:pt x="50691" y="157677"/>
                  </a:lnTo>
                  <a:lnTo>
                    <a:pt x="49863" y="156780"/>
                  </a:lnTo>
                  <a:lnTo>
                    <a:pt x="49711" y="155339"/>
                  </a:lnTo>
                  <a:lnTo>
                    <a:pt x="49025" y="153890"/>
                  </a:lnTo>
                  <a:lnTo>
                    <a:pt x="48771" y="150461"/>
                  </a:lnTo>
                  <a:lnTo>
                    <a:pt x="48518" y="150229"/>
                  </a:lnTo>
                  <a:lnTo>
                    <a:pt x="48011" y="145793"/>
                  </a:lnTo>
                  <a:lnTo>
                    <a:pt x="48179" y="145537"/>
                  </a:lnTo>
                  <a:lnTo>
                    <a:pt x="47907" y="145091"/>
                  </a:lnTo>
                  <a:lnTo>
                    <a:pt x="47977" y="144494"/>
                  </a:lnTo>
                  <a:lnTo>
                    <a:pt x="47736" y="143796"/>
                  </a:lnTo>
                  <a:lnTo>
                    <a:pt x="48359" y="142073"/>
                  </a:lnTo>
                  <a:lnTo>
                    <a:pt x="48196" y="141880"/>
                  </a:lnTo>
                  <a:lnTo>
                    <a:pt x="48237" y="140853"/>
                  </a:lnTo>
                  <a:lnTo>
                    <a:pt x="47725" y="139826"/>
                  </a:lnTo>
                  <a:lnTo>
                    <a:pt x="46794" y="138820"/>
                  </a:lnTo>
                  <a:lnTo>
                    <a:pt x="46794" y="138158"/>
                  </a:lnTo>
                  <a:lnTo>
                    <a:pt x="47304" y="137833"/>
                  </a:lnTo>
                  <a:lnTo>
                    <a:pt x="46602" y="135853"/>
                  </a:lnTo>
                  <a:lnTo>
                    <a:pt x="46806" y="135020"/>
                  </a:lnTo>
                  <a:lnTo>
                    <a:pt x="47274" y="134663"/>
                  </a:lnTo>
                  <a:lnTo>
                    <a:pt x="47317" y="133684"/>
                  </a:lnTo>
                  <a:lnTo>
                    <a:pt x="46642" y="132957"/>
                  </a:lnTo>
                  <a:lnTo>
                    <a:pt x="46534" y="131397"/>
                  </a:lnTo>
                  <a:lnTo>
                    <a:pt x="46075" y="130772"/>
                  </a:lnTo>
                  <a:lnTo>
                    <a:pt x="44625" y="130427"/>
                  </a:lnTo>
                  <a:lnTo>
                    <a:pt x="44190" y="129838"/>
                  </a:lnTo>
                  <a:lnTo>
                    <a:pt x="43549" y="129629"/>
                  </a:lnTo>
                  <a:lnTo>
                    <a:pt x="43877" y="129273"/>
                  </a:lnTo>
                  <a:lnTo>
                    <a:pt x="43887" y="128839"/>
                  </a:lnTo>
                  <a:lnTo>
                    <a:pt x="44359" y="128624"/>
                  </a:lnTo>
                  <a:lnTo>
                    <a:pt x="44781" y="128008"/>
                  </a:lnTo>
                  <a:lnTo>
                    <a:pt x="44965" y="127619"/>
                  </a:lnTo>
                  <a:lnTo>
                    <a:pt x="44430" y="126271"/>
                  </a:lnTo>
                  <a:lnTo>
                    <a:pt x="44798" y="125162"/>
                  </a:lnTo>
                  <a:lnTo>
                    <a:pt x="44812" y="122392"/>
                  </a:lnTo>
                  <a:lnTo>
                    <a:pt x="45285" y="120355"/>
                  </a:lnTo>
                  <a:lnTo>
                    <a:pt x="46102" y="118362"/>
                  </a:lnTo>
                  <a:lnTo>
                    <a:pt x="46354" y="116580"/>
                  </a:lnTo>
                  <a:lnTo>
                    <a:pt x="45757" y="113882"/>
                  </a:lnTo>
                  <a:lnTo>
                    <a:pt x="44329" y="111439"/>
                  </a:lnTo>
                  <a:lnTo>
                    <a:pt x="44392" y="110925"/>
                  </a:lnTo>
                  <a:lnTo>
                    <a:pt x="45042" y="110114"/>
                  </a:lnTo>
                  <a:lnTo>
                    <a:pt x="45327" y="109353"/>
                  </a:lnTo>
                  <a:lnTo>
                    <a:pt x="45032" y="106359"/>
                  </a:lnTo>
                  <a:lnTo>
                    <a:pt x="44461" y="106164"/>
                  </a:lnTo>
                  <a:lnTo>
                    <a:pt x="44375" y="105122"/>
                  </a:lnTo>
                  <a:lnTo>
                    <a:pt x="44486" y="104107"/>
                  </a:lnTo>
                  <a:lnTo>
                    <a:pt x="45206" y="103485"/>
                  </a:lnTo>
                  <a:lnTo>
                    <a:pt x="45406" y="100741"/>
                  </a:lnTo>
                  <a:lnTo>
                    <a:pt x="45722" y="100616"/>
                  </a:lnTo>
                  <a:lnTo>
                    <a:pt x="45737" y="100218"/>
                  </a:lnTo>
                  <a:lnTo>
                    <a:pt x="46387" y="99271"/>
                  </a:lnTo>
                  <a:lnTo>
                    <a:pt x="45972" y="98742"/>
                  </a:lnTo>
                  <a:lnTo>
                    <a:pt x="45969" y="97628"/>
                  </a:lnTo>
                  <a:lnTo>
                    <a:pt x="45522" y="97206"/>
                  </a:lnTo>
                  <a:lnTo>
                    <a:pt x="45468" y="96674"/>
                  </a:lnTo>
                  <a:lnTo>
                    <a:pt x="45708" y="96449"/>
                  </a:lnTo>
                  <a:lnTo>
                    <a:pt x="45545" y="95902"/>
                  </a:lnTo>
                  <a:lnTo>
                    <a:pt x="44639" y="94806"/>
                  </a:lnTo>
                  <a:lnTo>
                    <a:pt x="42184" y="93293"/>
                  </a:lnTo>
                  <a:lnTo>
                    <a:pt x="41415" y="92335"/>
                  </a:lnTo>
                  <a:lnTo>
                    <a:pt x="40948" y="92089"/>
                  </a:lnTo>
                  <a:lnTo>
                    <a:pt x="40719" y="91647"/>
                  </a:lnTo>
                  <a:lnTo>
                    <a:pt x="40880" y="90264"/>
                  </a:lnTo>
                  <a:lnTo>
                    <a:pt x="40180" y="90205"/>
                  </a:lnTo>
                  <a:lnTo>
                    <a:pt x="38820" y="89540"/>
                  </a:lnTo>
                  <a:lnTo>
                    <a:pt x="37433" y="89599"/>
                  </a:lnTo>
                  <a:lnTo>
                    <a:pt x="36714" y="89237"/>
                  </a:lnTo>
                  <a:lnTo>
                    <a:pt x="36216" y="89305"/>
                  </a:lnTo>
                  <a:lnTo>
                    <a:pt x="35761" y="89589"/>
                  </a:lnTo>
                  <a:lnTo>
                    <a:pt x="35108" y="89569"/>
                  </a:lnTo>
                  <a:lnTo>
                    <a:pt x="35009" y="90079"/>
                  </a:lnTo>
                  <a:lnTo>
                    <a:pt x="33630" y="90654"/>
                  </a:lnTo>
                  <a:lnTo>
                    <a:pt x="33176" y="91272"/>
                  </a:lnTo>
                  <a:lnTo>
                    <a:pt x="32659" y="91312"/>
                  </a:lnTo>
                  <a:lnTo>
                    <a:pt x="32422" y="91626"/>
                  </a:lnTo>
                  <a:lnTo>
                    <a:pt x="28342" y="90040"/>
                  </a:lnTo>
                  <a:lnTo>
                    <a:pt x="26395" y="90227"/>
                  </a:lnTo>
                  <a:lnTo>
                    <a:pt x="24668" y="89265"/>
                  </a:lnTo>
                  <a:lnTo>
                    <a:pt x="22646" y="88534"/>
                  </a:lnTo>
                  <a:lnTo>
                    <a:pt x="21729" y="88744"/>
                  </a:lnTo>
                  <a:lnTo>
                    <a:pt x="20398" y="87636"/>
                  </a:lnTo>
                  <a:lnTo>
                    <a:pt x="19693" y="87493"/>
                  </a:lnTo>
                  <a:lnTo>
                    <a:pt x="18646" y="86790"/>
                  </a:lnTo>
                  <a:lnTo>
                    <a:pt x="18095" y="86974"/>
                  </a:lnTo>
                  <a:lnTo>
                    <a:pt x="17599" y="86740"/>
                  </a:lnTo>
                  <a:lnTo>
                    <a:pt x="14476" y="87885"/>
                  </a:lnTo>
                  <a:lnTo>
                    <a:pt x="11975" y="88176"/>
                  </a:lnTo>
                  <a:lnTo>
                    <a:pt x="11019" y="89216"/>
                  </a:lnTo>
                  <a:lnTo>
                    <a:pt x="10714" y="90458"/>
                  </a:lnTo>
                  <a:lnTo>
                    <a:pt x="8857" y="90524"/>
                  </a:lnTo>
                  <a:lnTo>
                    <a:pt x="7417" y="91538"/>
                  </a:lnTo>
                  <a:lnTo>
                    <a:pt x="6347" y="91498"/>
                  </a:lnTo>
                  <a:lnTo>
                    <a:pt x="5907" y="91131"/>
                  </a:lnTo>
                  <a:lnTo>
                    <a:pt x="3637" y="90497"/>
                  </a:lnTo>
                  <a:lnTo>
                    <a:pt x="1441" y="90389"/>
                  </a:lnTo>
                  <a:lnTo>
                    <a:pt x="1169" y="90061"/>
                  </a:lnTo>
                  <a:lnTo>
                    <a:pt x="104" y="89873"/>
                  </a:lnTo>
                  <a:lnTo>
                    <a:pt x="258" y="88729"/>
                  </a:lnTo>
                  <a:lnTo>
                    <a:pt x="0" y="88291"/>
                  </a:lnTo>
                  <a:lnTo>
                    <a:pt x="43" y="87240"/>
                  </a:lnTo>
                  <a:lnTo>
                    <a:pt x="334" y="87090"/>
                  </a:lnTo>
                  <a:lnTo>
                    <a:pt x="549" y="86635"/>
                  </a:lnTo>
                  <a:lnTo>
                    <a:pt x="350" y="86285"/>
                  </a:lnTo>
                  <a:lnTo>
                    <a:pt x="734" y="85947"/>
                  </a:lnTo>
                  <a:lnTo>
                    <a:pt x="601" y="85510"/>
                  </a:lnTo>
                  <a:lnTo>
                    <a:pt x="1030" y="83552"/>
                  </a:lnTo>
                  <a:lnTo>
                    <a:pt x="1555" y="83269"/>
                  </a:lnTo>
                  <a:lnTo>
                    <a:pt x="1751" y="82895"/>
                  </a:lnTo>
                  <a:lnTo>
                    <a:pt x="1780" y="81586"/>
                  </a:lnTo>
                  <a:lnTo>
                    <a:pt x="1443" y="81045"/>
                  </a:lnTo>
                  <a:lnTo>
                    <a:pt x="1696" y="80325"/>
                  </a:lnTo>
                  <a:lnTo>
                    <a:pt x="1498" y="80193"/>
                  </a:lnTo>
                  <a:lnTo>
                    <a:pt x="2459" y="79572"/>
                  </a:lnTo>
                  <a:lnTo>
                    <a:pt x="2800" y="77413"/>
                  </a:lnTo>
                  <a:lnTo>
                    <a:pt x="2949" y="77074"/>
                  </a:lnTo>
                  <a:lnTo>
                    <a:pt x="3357" y="76979"/>
                  </a:lnTo>
                  <a:lnTo>
                    <a:pt x="3196" y="76601"/>
                  </a:lnTo>
                  <a:lnTo>
                    <a:pt x="3360" y="76186"/>
                  </a:lnTo>
                  <a:lnTo>
                    <a:pt x="4099" y="75743"/>
                  </a:lnTo>
                  <a:lnTo>
                    <a:pt x="4100" y="74909"/>
                  </a:lnTo>
                  <a:lnTo>
                    <a:pt x="3807" y="74434"/>
                  </a:lnTo>
                  <a:lnTo>
                    <a:pt x="4068" y="74114"/>
                  </a:lnTo>
                  <a:lnTo>
                    <a:pt x="3841" y="73713"/>
                  </a:lnTo>
                  <a:lnTo>
                    <a:pt x="4081" y="73155"/>
                  </a:lnTo>
                  <a:lnTo>
                    <a:pt x="3761" y="72679"/>
                  </a:lnTo>
                  <a:lnTo>
                    <a:pt x="3828" y="71718"/>
                  </a:lnTo>
                  <a:lnTo>
                    <a:pt x="4540" y="70591"/>
                  </a:lnTo>
                  <a:lnTo>
                    <a:pt x="4533" y="69829"/>
                  </a:lnTo>
                  <a:lnTo>
                    <a:pt x="4956" y="69767"/>
                  </a:lnTo>
                  <a:lnTo>
                    <a:pt x="5211" y="69197"/>
                  </a:lnTo>
                  <a:lnTo>
                    <a:pt x="5591" y="69132"/>
                  </a:lnTo>
                  <a:lnTo>
                    <a:pt x="6285" y="67498"/>
                  </a:lnTo>
                  <a:lnTo>
                    <a:pt x="6110" y="67144"/>
                  </a:lnTo>
                  <a:lnTo>
                    <a:pt x="5633" y="67118"/>
                  </a:lnTo>
                  <a:lnTo>
                    <a:pt x="5507" y="66879"/>
                  </a:lnTo>
                  <a:lnTo>
                    <a:pt x="5663" y="66061"/>
                  </a:lnTo>
                  <a:lnTo>
                    <a:pt x="6077" y="65417"/>
                  </a:lnTo>
                  <a:lnTo>
                    <a:pt x="5829" y="64806"/>
                  </a:lnTo>
                  <a:lnTo>
                    <a:pt x="6716" y="64359"/>
                  </a:lnTo>
                  <a:lnTo>
                    <a:pt x="7481" y="62832"/>
                  </a:lnTo>
                  <a:lnTo>
                    <a:pt x="8470" y="62595"/>
                  </a:lnTo>
                  <a:lnTo>
                    <a:pt x="9180" y="62735"/>
                  </a:lnTo>
                  <a:lnTo>
                    <a:pt x="9621" y="61954"/>
                  </a:lnTo>
                  <a:lnTo>
                    <a:pt x="9533" y="61598"/>
                  </a:lnTo>
                  <a:lnTo>
                    <a:pt x="9111" y="61418"/>
                  </a:lnTo>
                  <a:lnTo>
                    <a:pt x="9239" y="60945"/>
                  </a:lnTo>
                  <a:lnTo>
                    <a:pt x="8441" y="60771"/>
                  </a:lnTo>
                  <a:lnTo>
                    <a:pt x="8372" y="59963"/>
                  </a:lnTo>
                  <a:lnTo>
                    <a:pt x="8181" y="59849"/>
                  </a:lnTo>
                  <a:lnTo>
                    <a:pt x="8344" y="58659"/>
                  </a:lnTo>
                  <a:lnTo>
                    <a:pt x="8807" y="58266"/>
                  </a:lnTo>
                  <a:lnTo>
                    <a:pt x="8375" y="57593"/>
                  </a:lnTo>
                  <a:lnTo>
                    <a:pt x="7932" y="57406"/>
                  </a:lnTo>
                  <a:lnTo>
                    <a:pt x="7340" y="57495"/>
                  </a:lnTo>
                  <a:lnTo>
                    <a:pt x="7626" y="55797"/>
                  </a:lnTo>
                  <a:lnTo>
                    <a:pt x="7408" y="55244"/>
                  </a:lnTo>
                  <a:lnTo>
                    <a:pt x="7588" y="55000"/>
                  </a:lnTo>
                  <a:lnTo>
                    <a:pt x="7238" y="54831"/>
                  </a:lnTo>
                  <a:lnTo>
                    <a:pt x="7672" y="54344"/>
                  </a:lnTo>
                  <a:lnTo>
                    <a:pt x="8003" y="52914"/>
                  </a:lnTo>
                  <a:lnTo>
                    <a:pt x="8889" y="51524"/>
                  </a:lnTo>
                  <a:lnTo>
                    <a:pt x="8805" y="50882"/>
                  </a:lnTo>
                  <a:lnTo>
                    <a:pt x="9155" y="50427"/>
                  </a:lnTo>
                  <a:lnTo>
                    <a:pt x="8311" y="49213"/>
                  </a:lnTo>
                  <a:lnTo>
                    <a:pt x="7826" y="47976"/>
                  </a:lnTo>
                  <a:lnTo>
                    <a:pt x="7910" y="47553"/>
                  </a:lnTo>
                  <a:lnTo>
                    <a:pt x="8221" y="47323"/>
                  </a:lnTo>
                  <a:lnTo>
                    <a:pt x="8042" y="46393"/>
                  </a:lnTo>
                  <a:lnTo>
                    <a:pt x="8149" y="44208"/>
                  </a:lnTo>
                  <a:lnTo>
                    <a:pt x="8711" y="43342"/>
                  </a:lnTo>
                  <a:lnTo>
                    <a:pt x="9515" y="43161"/>
                  </a:lnTo>
                  <a:lnTo>
                    <a:pt x="10074" y="42414"/>
                  </a:lnTo>
                  <a:lnTo>
                    <a:pt x="9819" y="41858"/>
                  </a:lnTo>
                  <a:lnTo>
                    <a:pt x="9175" y="41427"/>
                  </a:lnTo>
                  <a:lnTo>
                    <a:pt x="8764" y="41866"/>
                  </a:lnTo>
                  <a:lnTo>
                    <a:pt x="8378" y="41763"/>
                  </a:lnTo>
                  <a:lnTo>
                    <a:pt x="8222" y="40917"/>
                  </a:lnTo>
                  <a:lnTo>
                    <a:pt x="8427" y="40380"/>
                  </a:lnTo>
                  <a:lnTo>
                    <a:pt x="7968" y="40100"/>
                  </a:lnTo>
                  <a:lnTo>
                    <a:pt x="7921" y="39779"/>
                  </a:lnTo>
                  <a:lnTo>
                    <a:pt x="8414" y="39375"/>
                  </a:lnTo>
                  <a:lnTo>
                    <a:pt x="8075" y="38365"/>
                  </a:lnTo>
                  <a:lnTo>
                    <a:pt x="8069" y="37124"/>
                  </a:lnTo>
                  <a:lnTo>
                    <a:pt x="8747" y="36575"/>
                  </a:lnTo>
                  <a:lnTo>
                    <a:pt x="9361" y="36667"/>
                  </a:lnTo>
                  <a:lnTo>
                    <a:pt x="10055" y="35992"/>
                  </a:lnTo>
                  <a:lnTo>
                    <a:pt x="9875" y="34041"/>
                  </a:lnTo>
                  <a:lnTo>
                    <a:pt x="10196" y="33339"/>
                  </a:lnTo>
                  <a:lnTo>
                    <a:pt x="9716" y="32054"/>
                  </a:lnTo>
                  <a:lnTo>
                    <a:pt x="9755" y="30517"/>
                  </a:lnTo>
                  <a:lnTo>
                    <a:pt x="9483" y="30005"/>
                  </a:lnTo>
                  <a:lnTo>
                    <a:pt x="9245" y="30029"/>
                  </a:lnTo>
                  <a:lnTo>
                    <a:pt x="9160" y="29318"/>
                  </a:lnTo>
                  <a:lnTo>
                    <a:pt x="9443" y="28531"/>
                  </a:lnTo>
                  <a:lnTo>
                    <a:pt x="9955" y="28173"/>
                  </a:lnTo>
                  <a:lnTo>
                    <a:pt x="11028" y="25193"/>
                  </a:lnTo>
                  <a:lnTo>
                    <a:pt x="10844" y="23963"/>
                  </a:lnTo>
                  <a:lnTo>
                    <a:pt x="11276" y="22450"/>
                  </a:lnTo>
                  <a:lnTo>
                    <a:pt x="10966" y="21632"/>
                  </a:lnTo>
                  <a:lnTo>
                    <a:pt x="11457" y="20902"/>
                  </a:lnTo>
                  <a:lnTo>
                    <a:pt x="11632" y="19604"/>
                  </a:lnTo>
                  <a:lnTo>
                    <a:pt x="12338" y="17933"/>
                  </a:lnTo>
                  <a:lnTo>
                    <a:pt x="12327" y="16989"/>
                  </a:lnTo>
                  <a:lnTo>
                    <a:pt x="12764" y="16029"/>
                  </a:lnTo>
                  <a:lnTo>
                    <a:pt x="13217" y="15751"/>
                  </a:lnTo>
                  <a:lnTo>
                    <a:pt x="13314" y="15230"/>
                  </a:lnTo>
                  <a:lnTo>
                    <a:pt x="14283" y="14380"/>
                  </a:lnTo>
                  <a:lnTo>
                    <a:pt x="14564" y="13178"/>
                  </a:lnTo>
                  <a:lnTo>
                    <a:pt x="14358" y="11965"/>
                  </a:lnTo>
                  <a:lnTo>
                    <a:pt x="14643" y="9890"/>
                  </a:lnTo>
                  <a:lnTo>
                    <a:pt x="15129" y="9282"/>
                  </a:lnTo>
                  <a:lnTo>
                    <a:pt x="15262" y="8638"/>
                  </a:lnTo>
                  <a:lnTo>
                    <a:pt x="15795" y="8071"/>
                  </a:lnTo>
                  <a:lnTo>
                    <a:pt x="16498" y="7828"/>
                  </a:lnTo>
                  <a:lnTo>
                    <a:pt x="17026" y="8037"/>
                  </a:lnTo>
                  <a:lnTo>
                    <a:pt x="17261" y="7814"/>
                  </a:lnTo>
                  <a:lnTo>
                    <a:pt x="17122" y="7311"/>
                  </a:lnTo>
                  <a:lnTo>
                    <a:pt x="18639" y="5190"/>
                  </a:lnTo>
                  <a:lnTo>
                    <a:pt x="18644" y="4462"/>
                  </a:lnTo>
                  <a:lnTo>
                    <a:pt x="19362" y="3974"/>
                  </a:lnTo>
                  <a:lnTo>
                    <a:pt x="20153" y="2929"/>
                  </a:lnTo>
                  <a:lnTo>
                    <a:pt x="20272" y="2370"/>
                  </a:lnTo>
                  <a:lnTo>
                    <a:pt x="20573" y="2684"/>
                  </a:lnTo>
                  <a:lnTo>
                    <a:pt x="20708" y="3586"/>
                  </a:lnTo>
                  <a:lnTo>
                    <a:pt x="20201" y="4348"/>
                  </a:lnTo>
                  <a:lnTo>
                    <a:pt x="19340" y="4966"/>
                  </a:lnTo>
                  <a:lnTo>
                    <a:pt x="19620" y="5423"/>
                  </a:lnTo>
                  <a:lnTo>
                    <a:pt x="20078" y="5396"/>
                  </a:lnTo>
                  <a:lnTo>
                    <a:pt x="21222" y="6244"/>
                  </a:lnTo>
                  <a:lnTo>
                    <a:pt x="21634" y="6049"/>
                  </a:lnTo>
                  <a:lnTo>
                    <a:pt x="22427" y="6874"/>
                  </a:lnTo>
                  <a:lnTo>
                    <a:pt x="20824" y="8859"/>
                  </a:lnTo>
                  <a:lnTo>
                    <a:pt x="19304" y="9847"/>
                  </a:lnTo>
                  <a:lnTo>
                    <a:pt x="18395" y="11208"/>
                  </a:lnTo>
                  <a:lnTo>
                    <a:pt x="18344" y="12642"/>
                  </a:lnTo>
                  <a:lnTo>
                    <a:pt x="18771" y="13861"/>
                  </a:lnTo>
                  <a:lnTo>
                    <a:pt x="18703" y="14568"/>
                  </a:lnTo>
                  <a:lnTo>
                    <a:pt x="19071" y="15163"/>
                  </a:lnTo>
                  <a:lnTo>
                    <a:pt x="18334" y="17501"/>
                  </a:lnTo>
                  <a:lnTo>
                    <a:pt x="18177" y="18949"/>
                  </a:lnTo>
                  <a:lnTo>
                    <a:pt x="20001" y="19771"/>
                  </a:lnTo>
                  <a:lnTo>
                    <a:pt x="20108" y="21575"/>
                  </a:lnTo>
                  <a:lnTo>
                    <a:pt x="20995" y="24520"/>
                  </a:lnTo>
                  <a:lnTo>
                    <a:pt x="21490" y="25473"/>
                  </a:lnTo>
                  <a:lnTo>
                    <a:pt x="22989" y="25720"/>
                  </a:lnTo>
                  <a:lnTo>
                    <a:pt x="24055" y="25350"/>
                  </a:lnTo>
                  <a:lnTo>
                    <a:pt x="24637" y="25537"/>
                  </a:lnTo>
                  <a:lnTo>
                    <a:pt x="24993" y="24915"/>
                  </a:lnTo>
                  <a:lnTo>
                    <a:pt x="25844" y="24436"/>
                  </a:lnTo>
                  <a:lnTo>
                    <a:pt x="26264" y="23573"/>
                  </a:lnTo>
                  <a:lnTo>
                    <a:pt x="26649" y="23364"/>
                  </a:lnTo>
                  <a:lnTo>
                    <a:pt x="26709" y="22723"/>
                  </a:lnTo>
                  <a:lnTo>
                    <a:pt x="27103" y="22221"/>
                  </a:lnTo>
                  <a:lnTo>
                    <a:pt x="28047" y="21399"/>
                  </a:lnTo>
                  <a:lnTo>
                    <a:pt x="29388" y="20998"/>
                  </a:lnTo>
                  <a:lnTo>
                    <a:pt x="30404" y="19481"/>
                  </a:lnTo>
                  <a:lnTo>
                    <a:pt x="31952" y="17860"/>
                  </a:lnTo>
                  <a:lnTo>
                    <a:pt x="32498" y="16631"/>
                  </a:lnTo>
                  <a:lnTo>
                    <a:pt x="31937" y="15762"/>
                  </a:lnTo>
                  <a:lnTo>
                    <a:pt x="33075" y="14579"/>
                  </a:lnTo>
                  <a:lnTo>
                    <a:pt x="33411" y="12478"/>
                  </a:lnTo>
                  <a:lnTo>
                    <a:pt x="34102" y="11220"/>
                  </a:lnTo>
                  <a:lnTo>
                    <a:pt x="35923" y="9738"/>
                  </a:lnTo>
                  <a:lnTo>
                    <a:pt x="36119" y="8217"/>
                  </a:lnTo>
                  <a:lnTo>
                    <a:pt x="35964" y="7145"/>
                  </a:lnTo>
                  <a:lnTo>
                    <a:pt x="36191" y="6669"/>
                  </a:lnTo>
                  <a:lnTo>
                    <a:pt x="37722" y="5702"/>
                  </a:lnTo>
                  <a:lnTo>
                    <a:pt x="39205" y="5388"/>
                  </a:lnTo>
                  <a:lnTo>
                    <a:pt x="41619" y="8855"/>
                  </a:lnTo>
                  <a:lnTo>
                    <a:pt x="43942" y="10023"/>
                  </a:lnTo>
                  <a:lnTo>
                    <a:pt x="45635" y="11933"/>
                  </a:lnTo>
                  <a:lnTo>
                    <a:pt x="47714" y="13401"/>
                  </a:lnTo>
                  <a:lnTo>
                    <a:pt x="48855" y="12747"/>
                  </a:lnTo>
                  <a:lnTo>
                    <a:pt x="49640" y="12937"/>
                  </a:lnTo>
                  <a:lnTo>
                    <a:pt x="50134" y="12453"/>
                  </a:lnTo>
                  <a:lnTo>
                    <a:pt x="50759" y="11135"/>
                  </a:lnTo>
                  <a:lnTo>
                    <a:pt x="51282" y="10719"/>
                  </a:lnTo>
                  <a:lnTo>
                    <a:pt x="52405" y="10527"/>
                  </a:lnTo>
                  <a:lnTo>
                    <a:pt x="53079" y="9990"/>
                  </a:lnTo>
                  <a:lnTo>
                    <a:pt x="54403" y="9695"/>
                  </a:lnTo>
                  <a:lnTo>
                    <a:pt x="56328" y="7655"/>
                  </a:lnTo>
                  <a:lnTo>
                    <a:pt x="56354" y="7172"/>
                  </a:lnTo>
                  <a:lnTo>
                    <a:pt x="55576" y="6360"/>
                  </a:lnTo>
                  <a:lnTo>
                    <a:pt x="54313" y="3814"/>
                  </a:lnTo>
                  <a:lnTo>
                    <a:pt x="54320" y="3461"/>
                  </a:lnTo>
                  <a:lnTo>
                    <a:pt x="55009" y="3170"/>
                  </a:lnTo>
                  <a:lnTo>
                    <a:pt x="56423" y="3330"/>
                  </a:lnTo>
                  <a:lnTo>
                    <a:pt x="59948" y="4723"/>
                  </a:lnTo>
                  <a:lnTo>
                    <a:pt x="61314" y="5813"/>
                  </a:lnTo>
                  <a:lnTo>
                    <a:pt x="62129" y="6802"/>
                  </a:lnTo>
                  <a:lnTo>
                    <a:pt x="62970" y="7363"/>
                  </a:lnTo>
                  <a:lnTo>
                    <a:pt x="63920" y="7409"/>
                  </a:lnTo>
                  <a:lnTo>
                    <a:pt x="64392" y="8144"/>
                  </a:lnTo>
                  <a:lnTo>
                    <a:pt x="64630" y="10910"/>
                  </a:lnTo>
                  <a:lnTo>
                    <a:pt x="64166" y="12678"/>
                  </a:lnTo>
                  <a:lnTo>
                    <a:pt x="64960" y="13543"/>
                  </a:lnTo>
                  <a:lnTo>
                    <a:pt x="65120" y="13927"/>
                  </a:lnTo>
                  <a:lnTo>
                    <a:pt x="64846" y="14328"/>
                  </a:lnTo>
                  <a:lnTo>
                    <a:pt x="65328" y="15157"/>
                  </a:lnTo>
                  <a:lnTo>
                    <a:pt x="67072" y="15568"/>
                  </a:lnTo>
                  <a:lnTo>
                    <a:pt x="67528" y="15259"/>
                  </a:lnTo>
                  <a:lnTo>
                    <a:pt x="67636" y="15434"/>
                  </a:lnTo>
                  <a:lnTo>
                    <a:pt x="68064" y="15247"/>
                  </a:lnTo>
                  <a:lnTo>
                    <a:pt x="68605" y="15415"/>
                  </a:lnTo>
                  <a:lnTo>
                    <a:pt x="69327" y="16563"/>
                  </a:lnTo>
                  <a:lnTo>
                    <a:pt x="70124" y="17140"/>
                  </a:lnTo>
                  <a:lnTo>
                    <a:pt x="70761" y="17104"/>
                  </a:lnTo>
                  <a:lnTo>
                    <a:pt x="71712" y="17663"/>
                  </a:lnTo>
                  <a:lnTo>
                    <a:pt x="72570" y="18657"/>
                  </a:lnTo>
                  <a:lnTo>
                    <a:pt x="73097" y="18501"/>
                  </a:lnTo>
                  <a:lnTo>
                    <a:pt x="74309" y="18708"/>
                  </a:lnTo>
                  <a:lnTo>
                    <a:pt x="75096" y="17528"/>
                  </a:lnTo>
                  <a:lnTo>
                    <a:pt x="76048" y="15190"/>
                  </a:lnTo>
                  <a:lnTo>
                    <a:pt x="76561" y="14729"/>
                  </a:lnTo>
                  <a:lnTo>
                    <a:pt x="77348" y="14747"/>
                  </a:lnTo>
                  <a:lnTo>
                    <a:pt x="80477" y="16354"/>
                  </a:lnTo>
                  <a:lnTo>
                    <a:pt x="81431" y="17624"/>
                  </a:lnTo>
                  <a:lnTo>
                    <a:pt x="81645" y="18344"/>
                  </a:lnTo>
                  <a:lnTo>
                    <a:pt x="82388" y="19102"/>
                  </a:lnTo>
                  <a:lnTo>
                    <a:pt x="83479" y="19617"/>
                  </a:lnTo>
                  <a:lnTo>
                    <a:pt x="84764" y="19660"/>
                  </a:lnTo>
                  <a:lnTo>
                    <a:pt x="85715" y="19978"/>
                  </a:lnTo>
                  <a:lnTo>
                    <a:pt x="88061" y="21684"/>
                  </a:lnTo>
                  <a:lnTo>
                    <a:pt x="89925" y="22701"/>
                  </a:lnTo>
                  <a:lnTo>
                    <a:pt x="90110" y="23019"/>
                  </a:lnTo>
                  <a:lnTo>
                    <a:pt x="91061" y="23238"/>
                  </a:lnTo>
                  <a:lnTo>
                    <a:pt x="91266" y="23766"/>
                  </a:lnTo>
                  <a:lnTo>
                    <a:pt x="92627" y="24551"/>
                  </a:lnTo>
                  <a:lnTo>
                    <a:pt x="94988" y="24467"/>
                  </a:lnTo>
                  <a:lnTo>
                    <a:pt x="95824" y="24717"/>
                  </a:lnTo>
                  <a:lnTo>
                    <a:pt x="96557" y="24305"/>
                  </a:lnTo>
                  <a:lnTo>
                    <a:pt x="100818" y="25570"/>
                  </a:lnTo>
                  <a:lnTo>
                    <a:pt x="102012" y="25606"/>
                  </a:lnTo>
                  <a:lnTo>
                    <a:pt x="102629" y="25883"/>
                  </a:lnTo>
                  <a:lnTo>
                    <a:pt x="103582" y="27344"/>
                  </a:lnTo>
                  <a:lnTo>
                    <a:pt x="104748" y="28355"/>
                  </a:lnTo>
                  <a:lnTo>
                    <a:pt x="105772" y="28907"/>
                  </a:lnTo>
                  <a:lnTo>
                    <a:pt x="106556" y="30881"/>
                  </a:lnTo>
                  <a:lnTo>
                    <a:pt x="107297" y="31631"/>
                  </a:lnTo>
                  <a:lnTo>
                    <a:pt x="107984" y="31963"/>
                  </a:lnTo>
                  <a:lnTo>
                    <a:pt x="109074" y="33335"/>
                  </a:lnTo>
                  <a:lnTo>
                    <a:pt x="111070" y="33912"/>
                  </a:lnTo>
                  <a:lnTo>
                    <a:pt x="113030" y="35109"/>
                  </a:lnTo>
                  <a:lnTo>
                    <a:pt x="113341" y="36075"/>
                  </a:lnTo>
                  <a:lnTo>
                    <a:pt x="113920" y="36690"/>
                  </a:lnTo>
                  <a:lnTo>
                    <a:pt x="115051" y="35683"/>
                  </a:lnTo>
                  <a:lnTo>
                    <a:pt x="112858" y="33296"/>
                  </a:lnTo>
                  <a:lnTo>
                    <a:pt x="112645" y="32236"/>
                  </a:lnTo>
                  <a:lnTo>
                    <a:pt x="111925" y="31200"/>
                  </a:lnTo>
                  <a:lnTo>
                    <a:pt x="111711" y="30562"/>
                  </a:lnTo>
                  <a:lnTo>
                    <a:pt x="111944" y="29595"/>
                  </a:lnTo>
                  <a:lnTo>
                    <a:pt x="111265" y="27554"/>
                  </a:lnTo>
                  <a:lnTo>
                    <a:pt x="112109" y="27360"/>
                  </a:lnTo>
                  <a:lnTo>
                    <a:pt x="113184" y="28067"/>
                  </a:lnTo>
                  <a:lnTo>
                    <a:pt x="113911" y="28878"/>
                  </a:lnTo>
                  <a:lnTo>
                    <a:pt x="113898" y="30515"/>
                  </a:lnTo>
                  <a:lnTo>
                    <a:pt x="114173" y="31570"/>
                  </a:lnTo>
                  <a:lnTo>
                    <a:pt x="114593" y="32038"/>
                  </a:lnTo>
                  <a:lnTo>
                    <a:pt x="115556" y="32369"/>
                  </a:lnTo>
                  <a:lnTo>
                    <a:pt x="117306" y="34566"/>
                  </a:lnTo>
                  <a:lnTo>
                    <a:pt x="117436" y="35451"/>
                  </a:lnTo>
                  <a:lnTo>
                    <a:pt x="117073" y="36573"/>
                  </a:lnTo>
                  <a:lnTo>
                    <a:pt x="117142" y="36942"/>
                  </a:lnTo>
                  <a:lnTo>
                    <a:pt x="117722" y="37502"/>
                  </a:lnTo>
                  <a:lnTo>
                    <a:pt x="117958" y="37724"/>
                  </a:lnTo>
                  <a:lnTo>
                    <a:pt x="118097" y="39741"/>
                  </a:lnTo>
                  <a:lnTo>
                    <a:pt x="118533" y="40655"/>
                  </a:lnTo>
                  <a:lnTo>
                    <a:pt x="118728" y="42230"/>
                  </a:lnTo>
                  <a:lnTo>
                    <a:pt x="119662" y="42534"/>
                  </a:lnTo>
                  <a:lnTo>
                    <a:pt x="120236" y="43018"/>
                  </a:lnTo>
                  <a:lnTo>
                    <a:pt x="122199" y="42973"/>
                  </a:lnTo>
                  <a:lnTo>
                    <a:pt x="123782" y="43678"/>
                  </a:lnTo>
                  <a:lnTo>
                    <a:pt x="128300" y="44169"/>
                  </a:lnTo>
                  <a:lnTo>
                    <a:pt x="130899" y="43887"/>
                  </a:lnTo>
                  <a:lnTo>
                    <a:pt x="133472" y="44266"/>
                  </a:lnTo>
                  <a:lnTo>
                    <a:pt x="134931" y="44217"/>
                  </a:lnTo>
                  <a:lnTo>
                    <a:pt x="137908" y="45139"/>
                  </a:lnTo>
                  <a:lnTo>
                    <a:pt x="139853" y="46243"/>
                  </a:lnTo>
                  <a:lnTo>
                    <a:pt x="141106" y="46439"/>
                  </a:lnTo>
                  <a:lnTo>
                    <a:pt x="144502" y="46107"/>
                  </a:lnTo>
                  <a:lnTo>
                    <a:pt x="145448" y="46426"/>
                  </a:lnTo>
                  <a:lnTo>
                    <a:pt x="145986" y="47205"/>
                  </a:lnTo>
                  <a:lnTo>
                    <a:pt x="147755" y="47018"/>
                  </a:lnTo>
                  <a:lnTo>
                    <a:pt x="150100" y="48565"/>
                  </a:lnTo>
                  <a:lnTo>
                    <a:pt x="151477" y="49793"/>
                  </a:lnTo>
                  <a:lnTo>
                    <a:pt x="153069" y="50630"/>
                  </a:lnTo>
                  <a:lnTo>
                    <a:pt x="154620" y="50436"/>
                  </a:lnTo>
                  <a:lnTo>
                    <a:pt x="155278" y="48706"/>
                  </a:lnTo>
                  <a:lnTo>
                    <a:pt x="155815" y="47947"/>
                  </a:lnTo>
                  <a:lnTo>
                    <a:pt x="155495" y="45972"/>
                  </a:lnTo>
                  <a:lnTo>
                    <a:pt x="155580" y="44959"/>
                  </a:lnTo>
                  <a:lnTo>
                    <a:pt x="156692" y="43382"/>
                  </a:lnTo>
                  <a:lnTo>
                    <a:pt x="157198" y="42957"/>
                  </a:lnTo>
                  <a:lnTo>
                    <a:pt x="158793" y="43318"/>
                  </a:lnTo>
                  <a:lnTo>
                    <a:pt x="160330" y="42661"/>
                  </a:lnTo>
                  <a:lnTo>
                    <a:pt x="162227" y="43203"/>
                  </a:lnTo>
                  <a:lnTo>
                    <a:pt x="162399" y="44433"/>
                  </a:lnTo>
                  <a:lnTo>
                    <a:pt x="163346" y="45280"/>
                  </a:lnTo>
                  <a:lnTo>
                    <a:pt x="163533" y="46172"/>
                  </a:lnTo>
                  <a:lnTo>
                    <a:pt x="163116" y="47155"/>
                  </a:lnTo>
                  <a:lnTo>
                    <a:pt x="163923" y="49685"/>
                  </a:lnTo>
                  <a:lnTo>
                    <a:pt x="163311" y="50497"/>
                  </a:lnTo>
                  <a:lnTo>
                    <a:pt x="162273" y="50190"/>
                  </a:lnTo>
                  <a:lnTo>
                    <a:pt x="160560" y="51243"/>
                  </a:lnTo>
                  <a:lnTo>
                    <a:pt x="160239" y="52188"/>
                  </a:lnTo>
                  <a:lnTo>
                    <a:pt x="160284" y="53230"/>
                  </a:lnTo>
                  <a:lnTo>
                    <a:pt x="160614" y="53419"/>
                  </a:lnTo>
                  <a:lnTo>
                    <a:pt x="161259" y="53355"/>
                  </a:lnTo>
                  <a:lnTo>
                    <a:pt x="163149" y="52775"/>
                  </a:lnTo>
                  <a:lnTo>
                    <a:pt x="163944" y="53545"/>
                  </a:lnTo>
                  <a:lnTo>
                    <a:pt x="164349" y="54406"/>
                  </a:lnTo>
                  <a:lnTo>
                    <a:pt x="163051" y="56028"/>
                  </a:lnTo>
                  <a:lnTo>
                    <a:pt x="162114" y="56825"/>
                  </a:lnTo>
                  <a:lnTo>
                    <a:pt x="159934" y="57496"/>
                  </a:lnTo>
                  <a:lnTo>
                    <a:pt x="160128" y="59288"/>
                  </a:lnTo>
                  <a:lnTo>
                    <a:pt x="159056" y="64548"/>
                  </a:lnTo>
                  <a:lnTo>
                    <a:pt x="160209" y="66610"/>
                  </a:lnTo>
                  <a:lnTo>
                    <a:pt x="162019" y="67362"/>
                  </a:lnTo>
                  <a:lnTo>
                    <a:pt x="162483" y="68150"/>
                  </a:lnTo>
                  <a:lnTo>
                    <a:pt x="162436" y="69724"/>
                  </a:lnTo>
                  <a:lnTo>
                    <a:pt x="163342" y="69555"/>
                  </a:lnTo>
                  <a:lnTo>
                    <a:pt x="163896" y="67969"/>
                  </a:lnTo>
                  <a:lnTo>
                    <a:pt x="164641" y="67391"/>
                  </a:lnTo>
                  <a:lnTo>
                    <a:pt x="165387" y="64051"/>
                  </a:lnTo>
                  <a:lnTo>
                    <a:pt x="165304" y="62935"/>
                  </a:lnTo>
                  <a:lnTo>
                    <a:pt x="170165" y="62740"/>
                  </a:lnTo>
                  <a:lnTo>
                    <a:pt x="170875" y="65934"/>
                  </a:lnTo>
                  <a:lnTo>
                    <a:pt x="173200" y="68576"/>
                  </a:lnTo>
                  <a:lnTo>
                    <a:pt x="173617" y="68799"/>
                  </a:lnTo>
                  <a:lnTo>
                    <a:pt x="174464" y="68723"/>
                  </a:lnTo>
                  <a:lnTo>
                    <a:pt x="175373" y="69602"/>
                  </a:lnTo>
                  <a:lnTo>
                    <a:pt x="175726" y="70773"/>
                  </a:lnTo>
                  <a:lnTo>
                    <a:pt x="175605" y="72112"/>
                  </a:lnTo>
                  <a:lnTo>
                    <a:pt x="175936" y="72258"/>
                  </a:lnTo>
                  <a:lnTo>
                    <a:pt x="175999" y="72823"/>
                  </a:lnTo>
                  <a:lnTo>
                    <a:pt x="176483" y="73058"/>
                  </a:lnTo>
                  <a:lnTo>
                    <a:pt x="177165" y="73015"/>
                  </a:lnTo>
                  <a:lnTo>
                    <a:pt x="179708" y="71902"/>
                  </a:lnTo>
                  <a:lnTo>
                    <a:pt x="180464" y="70755"/>
                  </a:lnTo>
                  <a:lnTo>
                    <a:pt x="180856" y="71040"/>
                  </a:lnTo>
                  <a:lnTo>
                    <a:pt x="181171" y="70872"/>
                  </a:lnTo>
                  <a:lnTo>
                    <a:pt x="181410" y="69733"/>
                  </a:lnTo>
                  <a:lnTo>
                    <a:pt x="180974" y="69055"/>
                  </a:lnTo>
                  <a:lnTo>
                    <a:pt x="181081" y="67985"/>
                  </a:lnTo>
                  <a:lnTo>
                    <a:pt x="181465" y="68595"/>
                  </a:lnTo>
                  <a:lnTo>
                    <a:pt x="181811" y="68554"/>
                  </a:lnTo>
                  <a:lnTo>
                    <a:pt x="182512" y="69121"/>
                  </a:lnTo>
                  <a:lnTo>
                    <a:pt x="183634" y="71132"/>
                  </a:lnTo>
                  <a:lnTo>
                    <a:pt x="184315" y="73083"/>
                  </a:lnTo>
                  <a:lnTo>
                    <a:pt x="184302" y="73622"/>
                  </a:lnTo>
                  <a:lnTo>
                    <a:pt x="184823" y="73798"/>
                  </a:lnTo>
                  <a:lnTo>
                    <a:pt x="186186" y="73587"/>
                  </a:lnTo>
                  <a:lnTo>
                    <a:pt x="186974" y="73770"/>
                  </a:lnTo>
                  <a:lnTo>
                    <a:pt x="187601" y="75311"/>
                  </a:lnTo>
                  <a:lnTo>
                    <a:pt x="189351" y="76749"/>
                  </a:lnTo>
                  <a:lnTo>
                    <a:pt x="191298" y="76984"/>
                  </a:lnTo>
                  <a:lnTo>
                    <a:pt x="195390" y="76911"/>
                  </a:lnTo>
                  <a:lnTo>
                    <a:pt x="197966" y="76172"/>
                  </a:lnTo>
                  <a:lnTo>
                    <a:pt x="199167" y="76422"/>
                  </a:lnTo>
                  <a:lnTo>
                    <a:pt x="200794" y="76129"/>
                  </a:lnTo>
                  <a:lnTo>
                    <a:pt x="200719" y="75613"/>
                  </a:lnTo>
                  <a:lnTo>
                    <a:pt x="202100" y="72971"/>
                  </a:lnTo>
                  <a:lnTo>
                    <a:pt x="201742" y="71173"/>
                  </a:lnTo>
                  <a:lnTo>
                    <a:pt x="204246" y="70651"/>
                  </a:lnTo>
                  <a:lnTo>
                    <a:pt x="205198" y="70772"/>
                  </a:lnTo>
                  <a:lnTo>
                    <a:pt x="205807" y="71122"/>
                  </a:lnTo>
                  <a:lnTo>
                    <a:pt x="205972" y="70772"/>
                  </a:lnTo>
                  <a:lnTo>
                    <a:pt x="206497" y="70791"/>
                  </a:lnTo>
                  <a:lnTo>
                    <a:pt x="206711" y="70265"/>
                  </a:lnTo>
                  <a:lnTo>
                    <a:pt x="206621" y="68270"/>
                  </a:lnTo>
                  <a:lnTo>
                    <a:pt x="206845" y="66778"/>
                  </a:lnTo>
                  <a:lnTo>
                    <a:pt x="204776" y="66593"/>
                  </a:lnTo>
                  <a:lnTo>
                    <a:pt x="204259" y="66327"/>
                  </a:lnTo>
                  <a:lnTo>
                    <a:pt x="204286" y="65630"/>
                  </a:lnTo>
                  <a:lnTo>
                    <a:pt x="206158" y="63971"/>
                  </a:lnTo>
                  <a:lnTo>
                    <a:pt x="207249" y="63682"/>
                  </a:lnTo>
                  <a:lnTo>
                    <a:pt x="207735" y="63030"/>
                  </a:lnTo>
                  <a:lnTo>
                    <a:pt x="207551" y="62626"/>
                  </a:lnTo>
                  <a:lnTo>
                    <a:pt x="206886" y="62849"/>
                  </a:lnTo>
                  <a:lnTo>
                    <a:pt x="204636" y="62882"/>
                  </a:lnTo>
                  <a:lnTo>
                    <a:pt x="203679" y="62337"/>
                  </a:lnTo>
                  <a:lnTo>
                    <a:pt x="203276" y="61871"/>
                  </a:lnTo>
                  <a:lnTo>
                    <a:pt x="201805" y="58497"/>
                  </a:lnTo>
                  <a:lnTo>
                    <a:pt x="202185" y="57850"/>
                  </a:lnTo>
                  <a:lnTo>
                    <a:pt x="203398" y="57099"/>
                  </a:lnTo>
                  <a:lnTo>
                    <a:pt x="204360" y="55384"/>
                  </a:lnTo>
                  <a:lnTo>
                    <a:pt x="204769" y="53658"/>
                  </a:lnTo>
                  <a:lnTo>
                    <a:pt x="205115" y="53215"/>
                  </a:lnTo>
                  <a:lnTo>
                    <a:pt x="206345" y="52329"/>
                  </a:lnTo>
                  <a:lnTo>
                    <a:pt x="207246" y="51987"/>
                  </a:lnTo>
                  <a:lnTo>
                    <a:pt x="208822" y="52084"/>
                  </a:lnTo>
                  <a:lnTo>
                    <a:pt x="209167" y="52286"/>
                  </a:lnTo>
                  <a:lnTo>
                    <a:pt x="209234" y="52058"/>
                  </a:lnTo>
                  <a:lnTo>
                    <a:pt x="209835" y="52048"/>
                  </a:lnTo>
                  <a:lnTo>
                    <a:pt x="209903" y="51808"/>
                  </a:lnTo>
                  <a:lnTo>
                    <a:pt x="210197" y="52051"/>
                  </a:lnTo>
                  <a:lnTo>
                    <a:pt x="210567" y="51638"/>
                  </a:lnTo>
                  <a:lnTo>
                    <a:pt x="211989" y="51341"/>
                  </a:lnTo>
                  <a:lnTo>
                    <a:pt x="213252" y="51847"/>
                  </a:lnTo>
                  <a:lnTo>
                    <a:pt x="214037" y="51589"/>
                  </a:lnTo>
                  <a:lnTo>
                    <a:pt x="215173" y="51848"/>
                  </a:lnTo>
                  <a:lnTo>
                    <a:pt x="216337" y="50672"/>
                  </a:lnTo>
                  <a:lnTo>
                    <a:pt x="216630" y="50782"/>
                  </a:lnTo>
                  <a:lnTo>
                    <a:pt x="217298" y="50004"/>
                  </a:lnTo>
                  <a:lnTo>
                    <a:pt x="217730" y="50083"/>
                  </a:lnTo>
                  <a:lnTo>
                    <a:pt x="218075" y="49634"/>
                  </a:lnTo>
                  <a:lnTo>
                    <a:pt x="218738" y="49507"/>
                  </a:lnTo>
                  <a:lnTo>
                    <a:pt x="219284" y="48813"/>
                  </a:lnTo>
                  <a:lnTo>
                    <a:pt x="220628" y="48006"/>
                  </a:lnTo>
                  <a:lnTo>
                    <a:pt x="221996" y="49515"/>
                  </a:lnTo>
                  <a:lnTo>
                    <a:pt x="222391" y="50228"/>
                  </a:lnTo>
                  <a:lnTo>
                    <a:pt x="222403" y="50927"/>
                  </a:lnTo>
                  <a:lnTo>
                    <a:pt x="223038" y="50847"/>
                  </a:lnTo>
                  <a:lnTo>
                    <a:pt x="223403" y="51839"/>
                  </a:lnTo>
                  <a:lnTo>
                    <a:pt x="224130" y="52164"/>
                  </a:lnTo>
                  <a:lnTo>
                    <a:pt x="224444" y="52020"/>
                  </a:lnTo>
                  <a:lnTo>
                    <a:pt x="224850" y="52318"/>
                  </a:lnTo>
                  <a:lnTo>
                    <a:pt x="225659" y="52081"/>
                  </a:lnTo>
                  <a:lnTo>
                    <a:pt x="227009" y="52665"/>
                  </a:lnTo>
                  <a:lnTo>
                    <a:pt x="227933" y="52666"/>
                  </a:lnTo>
                  <a:lnTo>
                    <a:pt x="228669" y="53566"/>
                  </a:lnTo>
                  <a:lnTo>
                    <a:pt x="231700" y="54650"/>
                  </a:lnTo>
                  <a:lnTo>
                    <a:pt x="232423" y="55609"/>
                  </a:lnTo>
                  <a:lnTo>
                    <a:pt x="232976" y="55694"/>
                  </a:lnTo>
                  <a:lnTo>
                    <a:pt x="233450" y="55178"/>
                  </a:lnTo>
                  <a:lnTo>
                    <a:pt x="234218" y="55289"/>
                  </a:lnTo>
                  <a:lnTo>
                    <a:pt x="234277" y="54022"/>
                  </a:lnTo>
                  <a:lnTo>
                    <a:pt x="233780" y="52117"/>
                  </a:lnTo>
                  <a:lnTo>
                    <a:pt x="234749" y="50033"/>
                  </a:lnTo>
                  <a:lnTo>
                    <a:pt x="235205" y="48127"/>
                  </a:lnTo>
                  <a:lnTo>
                    <a:pt x="234966" y="47162"/>
                  </a:lnTo>
                  <a:lnTo>
                    <a:pt x="235126" y="46840"/>
                  </a:lnTo>
                  <a:lnTo>
                    <a:pt x="234137" y="45853"/>
                  </a:lnTo>
                  <a:lnTo>
                    <a:pt x="234074" y="44991"/>
                  </a:lnTo>
                  <a:lnTo>
                    <a:pt x="234397" y="44683"/>
                  </a:lnTo>
                  <a:lnTo>
                    <a:pt x="237450" y="43577"/>
                  </a:lnTo>
                  <a:lnTo>
                    <a:pt x="238314" y="42785"/>
                  </a:lnTo>
                  <a:lnTo>
                    <a:pt x="238464" y="42206"/>
                  </a:lnTo>
                  <a:lnTo>
                    <a:pt x="239157" y="41288"/>
                  </a:lnTo>
                  <a:lnTo>
                    <a:pt x="240999" y="41201"/>
                  </a:lnTo>
                  <a:lnTo>
                    <a:pt x="241463" y="40767"/>
                  </a:lnTo>
                  <a:lnTo>
                    <a:pt x="243285" y="40042"/>
                  </a:lnTo>
                  <a:lnTo>
                    <a:pt x="243580" y="39430"/>
                  </a:lnTo>
                  <a:lnTo>
                    <a:pt x="243542" y="37993"/>
                  </a:lnTo>
                  <a:lnTo>
                    <a:pt x="243155" y="37052"/>
                  </a:lnTo>
                  <a:lnTo>
                    <a:pt x="243306" y="36350"/>
                  </a:lnTo>
                  <a:lnTo>
                    <a:pt x="243115" y="33226"/>
                  </a:lnTo>
                  <a:lnTo>
                    <a:pt x="242436" y="30761"/>
                  </a:lnTo>
                  <a:lnTo>
                    <a:pt x="242895" y="29836"/>
                  </a:lnTo>
                  <a:lnTo>
                    <a:pt x="242976" y="29074"/>
                  </a:lnTo>
                  <a:lnTo>
                    <a:pt x="242648" y="28585"/>
                  </a:lnTo>
                  <a:lnTo>
                    <a:pt x="242697" y="27352"/>
                  </a:lnTo>
                  <a:lnTo>
                    <a:pt x="242520" y="26912"/>
                  </a:lnTo>
                  <a:lnTo>
                    <a:pt x="242966" y="25663"/>
                  </a:lnTo>
                  <a:lnTo>
                    <a:pt x="243494" y="25239"/>
                  </a:lnTo>
                  <a:lnTo>
                    <a:pt x="243704" y="23940"/>
                  </a:lnTo>
                  <a:lnTo>
                    <a:pt x="243317" y="23540"/>
                  </a:lnTo>
                  <a:lnTo>
                    <a:pt x="243445" y="22922"/>
                  </a:lnTo>
                  <a:lnTo>
                    <a:pt x="243196" y="22375"/>
                  </a:lnTo>
                  <a:lnTo>
                    <a:pt x="243564" y="21636"/>
                  </a:lnTo>
                  <a:lnTo>
                    <a:pt x="243957" y="22945"/>
                  </a:lnTo>
                  <a:lnTo>
                    <a:pt x="245235" y="23579"/>
                  </a:lnTo>
                  <a:lnTo>
                    <a:pt x="246003" y="23318"/>
                  </a:lnTo>
                  <a:lnTo>
                    <a:pt x="246120" y="22349"/>
                  </a:lnTo>
                  <a:lnTo>
                    <a:pt x="245931" y="21677"/>
                  </a:lnTo>
                  <a:lnTo>
                    <a:pt x="246332" y="21485"/>
                  </a:lnTo>
                  <a:lnTo>
                    <a:pt x="247470" y="24139"/>
                  </a:lnTo>
                  <a:lnTo>
                    <a:pt x="248175" y="24897"/>
                  </a:lnTo>
                  <a:lnTo>
                    <a:pt x="248553" y="25803"/>
                  </a:lnTo>
                  <a:lnTo>
                    <a:pt x="249520" y="26402"/>
                  </a:lnTo>
                  <a:lnTo>
                    <a:pt x="250214" y="26526"/>
                  </a:lnTo>
                  <a:lnTo>
                    <a:pt x="251259" y="27585"/>
                  </a:lnTo>
                  <a:lnTo>
                    <a:pt x="253047" y="31009"/>
                  </a:lnTo>
                  <a:lnTo>
                    <a:pt x="254323" y="32431"/>
                  </a:lnTo>
                  <a:lnTo>
                    <a:pt x="254274" y="34241"/>
                  </a:lnTo>
                  <a:lnTo>
                    <a:pt x="255126" y="35381"/>
                  </a:lnTo>
                  <a:lnTo>
                    <a:pt x="255148" y="36212"/>
                  </a:lnTo>
                  <a:lnTo>
                    <a:pt x="260189" y="36185"/>
                  </a:lnTo>
                  <a:lnTo>
                    <a:pt x="259996" y="35554"/>
                  </a:lnTo>
                  <a:lnTo>
                    <a:pt x="260694" y="33100"/>
                  </a:lnTo>
                  <a:lnTo>
                    <a:pt x="260591" y="31438"/>
                  </a:lnTo>
                  <a:lnTo>
                    <a:pt x="260958" y="30829"/>
                  </a:lnTo>
                  <a:lnTo>
                    <a:pt x="261165" y="29817"/>
                  </a:lnTo>
                  <a:lnTo>
                    <a:pt x="261781" y="29393"/>
                  </a:lnTo>
                  <a:lnTo>
                    <a:pt x="263237" y="30486"/>
                  </a:lnTo>
                  <a:lnTo>
                    <a:pt x="263554" y="30454"/>
                  </a:lnTo>
                  <a:lnTo>
                    <a:pt x="263898" y="29949"/>
                  </a:lnTo>
                  <a:lnTo>
                    <a:pt x="264090" y="29024"/>
                  </a:lnTo>
                  <a:lnTo>
                    <a:pt x="263873" y="25242"/>
                  </a:lnTo>
                  <a:lnTo>
                    <a:pt x="264381" y="24812"/>
                  </a:lnTo>
                  <a:lnTo>
                    <a:pt x="265097" y="23607"/>
                  </a:lnTo>
                  <a:lnTo>
                    <a:pt x="265909" y="23068"/>
                  </a:lnTo>
                  <a:lnTo>
                    <a:pt x="266579" y="22833"/>
                  </a:lnTo>
                  <a:lnTo>
                    <a:pt x="267470" y="23349"/>
                  </a:lnTo>
                  <a:lnTo>
                    <a:pt x="268908" y="22642"/>
                  </a:lnTo>
                  <a:lnTo>
                    <a:pt x="269099" y="21819"/>
                  </a:lnTo>
                  <a:lnTo>
                    <a:pt x="268755" y="20869"/>
                  </a:lnTo>
                  <a:lnTo>
                    <a:pt x="272676" y="19697"/>
                  </a:lnTo>
                  <a:lnTo>
                    <a:pt x="272429" y="16525"/>
                  </a:lnTo>
                  <a:lnTo>
                    <a:pt x="272597" y="16307"/>
                  </a:lnTo>
                  <a:lnTo>
                    <a:pt x="273099" y="15972"/>
                  </a:lnTo>
                  <a:lnTo>
                    <a:pt x="273486" y="16863"/>
                  </a:lnTo>
                  <a:lnTo>
                    <a:pt x="275104" y="17925"/>
                  </a:lnTo>
                  <a:lnTo>
                    <a:pt x="280036" y="18516"/>
                  </a:lnTo>
                  <a:lnTo>
                    <a:pt x="280456" y="18758"/>
                  </a:lnTo>
                  <a:lnTo>
                    <a:pt x="280418" y="19873"/>
                  </a:lnTo>
                  <a:lnTo>
                    <a:pt x="284361" y="21528"/>
                  </a:lnTo>
                  <a:lnTo>
                    <a:pt x="285257" y="21437"/>
                  </a:lnTo>
                  <a:lnTo>
                    <a:pt x="288124" y="21825"/>
                  </a:lnTo>
                  <a:lnTo>
                    <a:pt x="290720" y="21488"/>
                  </a:lnTo>
                  <a:lnTo>
                    <a:pt x="291333" y="21765"/>
                  </a:lnTo>
                  <a:lnTo>
                    <a:pt x="292911" y="23355"/>
                  </a:lnTo>
                  <a:lnTo>
                    <a:pt x="294763" y="23959"/>
                  </a:lnTo>
                  <a:lnTo>
                    <a:pt x="294654" y="24460"/>
                  </a:lnTo>
                  <a:lnTo>
                    <a:pt x="295403" y="25149"/>
                  </a:lnTo>
                  <a:lnTo>
                    <a:pt x="297881" y="26762"/>
                  </a:lnTo>
                  <a:lnTo>
                    <a:pt x="297769" y="25272"/>
                  </a:lnTo>
                  <a:lnTo>
                    <a:pt x="299865" y="26302"/>
                  </a:lnTo>
                  <a:lnTo>
                    <a:pt x="303381" y="26787"/>
                  </a:lnTo>
                  <a:lnTo>
                    <a:pt x="304575" y="26827"/>
                  </a:lnTo>
                  <a:lnTo>
                    <a:pt x="309410" y="26254"/>
                  </a:lnTo>
                  <a:lnTo>
                    <a:pt x="311750" y="26494"/>
                  </a:lnTo>
                  <a:lnTo>
                    <a:pt x="312867" y="26982"/>
                  </a:lnTo>
                  <a:lnTo>
                    <a:pt x="314447" y="28740"/>
                  </a:lnTo>
                  <a:lnTo>
                    <a:pt x="316277" y="29260"/>
                  </a:lnTo>
                  <a:lnTo>
                    <a:pt x="317905" y="30267"/>
                  </a:lnTo>
                  <a:lnTo>
                    <a:pt x="319473" y="30790"/>
                  </a:lnTo>
                  <a:lnTo>
                    <a:pt x="321519" y="31328"/>
                  </a:lnTo>
                  <a:lnTo>
                    <a:pt x="323467" y="32525"/>
                  </a:lnTo>
                  <a:lnTo>
                    <a:pt x="325241" y="33208"/>
                  </a:lnTo>
                  <a:lnTo>
                    <a:pt x="325247" y="32646"/>
                  </a:lnTo>
                  <a:lnTo>
                    <a:pt x="325822" y="31595"/>
                  </a:lnTo>
                  <a:lnTo>
                    <a:pt x="325908" y="29873"/>
                  </a:lnTo>
                  <a:lnTo>
                    <a:pt x="326481" y="29167"/>
                  </a:lnTo>
                  <a:lnTo>
                    <a:pt x="326392" y="28904"/>
                  </a:lnTo>
                  <a:lnTo>
                    <a:pt x="325780" y="28381"/>
                  </a:lnTo>
                  <a:lnTo>
                    <a:pt x="325619" y="27371"/>
                  </a:lnTo>
                  <a:lnTo>
                    <a:pt x="324176" y="25367"/>
                  </a:lnTo>
                  <a:lnTo>
                    <a:pt x="321316" y="24206"/>
                  </a:lnTo>
                  <a:lnTo>
                    <a:pt x="320304" y="23317"/>
                  </a:lnTo>
                  <a:lnTo>
                    <a:pt x="319854" y="23083"/>
                  </a:lnTo>
                  <a:lnTo>
                    <a:pt x="319726" y="22517"/>
                  </a:lnTo>
                  <a:lnTo>
                    <a:pt x="319171" y="22553"/>
                  </a:lnTo>
                  <a:lnTo>
                    <a:pt x="319081" y="22147"/>
                  </a:lnTo>
                  <a:lnTo>
                    <a:pt x="318179" y="21886"/>
                  </a:lnTo>
                  <a:lnTo>
                    <a:pt x="317669" y="21160"/>
                  </a:lnTo>
                  <a:lnTo>
                    <a:pt x="317780" y="20684"/>
                  </a:lnTo>
                  <a:lnTo>
                    <a:pt x="317078" y="20021"/>
                  </a:lnTo>
                  <a:lnTo>
                    <a:pt x="317572" y="19575"/>
                  </a:lnTo>
                  <a:lnTo>
                    <a:pt x="317315" y="18473"/>
                  </a:lnTo>
                  <a:lnTo>
                    <a:pt x="318015" y="18096"/>
                  </a:lnTo>
                  <a:lnTo>
                    <a:pt x="319746" y="16382"/>
                  </a:lnTo>
                  <a:lnTo>
                    <a:pt x="319576" y="15332"/>
                  </a:lnTo>
                  <a:lnTo>
                    <a:pt x="318902" y="14981"/>
                  </a:lnTo>
                  <a:lnTo>
                    <a:pt x="317490" y="13360"/>
                  </a:lnTo>
                  <a:lnTo>
                    <a:pt x="316341" y="12596"/>
                  </a:lnTo>
                  <a:lnTo>
                    <a:pt x="316609" y="10602"/>
                  </a:lnTo>
                  <a:lnTo>
                    <a:pt x="316166" y="10521"/>
                  </a:lnTo>
                  <a:lnTo>
                    <a:pt x="316773" y="6994"/>
                  </a:lnTo>
                  <a:lnTo>
                    <a:pt x="315752" y="7158"/>
                  </a:lnTo>
                  <a:lnTo>
                    <a:pt x="314965" y="6564"/>
                  </a:lnTo>
                  <a:lnTo>
                    <a:pt x="313148" y="6490"/>
                  </a:lnTo>
                  <a:lnTo>
                    <a:pt x="315884" y="0"/>
                  </a:lnTo>
                  <a:lnTo>
                    <a:pt x="322136" y="2666"/>
                  </a:lnTo>
                  <a:lnTo>
                    <a:pt x="323996" y="2590"/>
                  </a:lnTo>
                  <a:lnTo>
                    <a:pt x="325294" y="3296"/>
                  </a:lnTo>
                  <a:lnTo>
                    <a:pt x="326133" y="3007"/>
                  </a:lnTo>
                  <a:lnTo>
                    <a:pt x="326399" y="3309"/>
                  </a:lnTo>
                  <a:lnTo>
                    <a:pt x="327789" y="4323"/>
                  </a:lnTo>
                  <a:lnTo>
                    <a:pt x="328244" y="4108"/>
                  </a:lnTo>
                  <a:lnTo>
                    <a:pt x="328523" y="4533"/>
                  </a:lnTo>
                  <a:lnTo>
                    <a:pt x="329437" y="4330"/>
                  </a:lnTo>
                  <a:lnTo>
                    <a:pt x="330899" y="5063"/>
                  </a:lnTo>
                  <a:lnTo>
                    <a:pt x="332494" y="5303"/>
                  </a:lnTo>
                  <a:lnTo>
                    <a:pt x="333440" y="5750"/>
                  </a:lnTo>
                  <a:lnTo>
                    <a:pt x="334079" y="4703"/>
                  </a:lnTo>
                  <a:lnTo>
                    <a:pt x="335350" y="3813"/>
                  </a:lnTo>
                  <a:lnTo>
                    <a:pt x="335294" y="3436"/>
                  </a:lnTo>
                  <a:lnTo>
                    <a:pt x="336198" y="2919"/>
                  </a:lnTo>
                  <a:lnTo>
                    <a:pt x="335797" y="1317"/>
                  </a:lnTo>
                  <a:lnTo>
                    <a:pt x="336196" y="262"/>
                  </a:lnTo>
                  <a:lnTo>
                    <a:pt x="339354" y="1778"/>
                  </a:lnTo>
                  <a:lnTo>
                    <a:pt x="341518" y="3468"/>
                  </a:lnTo>
                  <a:lnTo>
                    <a:pt x="342608" y="2507"/>
                  </a:lnTo>
                  <a:lnTo>
                    <a:pt x="343699" y="2243"/>
                  </a:lnTo>
                  <a:lnTo>
                    <a:pt x="344335" y="2515"/>
                  </a:lnTo>
                  <a:lnTo>
                    <a:pt x="344781" y="4196"/>
                  </a:lnTo>
                  <a:lnTo>
                    <a:pt x="344700" y="5456"/>
                  </a:lnTo>
                  <a:lnTo>
                    <a:pt x="345226" y="6605"/>
                  </a:lnTo>
                  <a:lnTo>
                    <a:pt x="346203" y="6729"/>
                  </a:lnTo>
                  <a:lnTo>
                    <a:pt x="345900" y="7497"/>
                  </a:lnTo>
                  <a:lnTo>
                    <a:pt x="345543" y="10229"/>
                  </a:lnTo>
                  <a:lnTo>
                    <a:pt x="349530" y="11952"/>
                  </a:lnTo>
                  <a:lnTo>
                    <a:pt x="349807" y="12643"/>
                  </a:lnTo>
                  <a:lnTo>
                    <a:pt x="350519" y="12673"/>
                  </a:lnTo>
                  <a:lnTo>
                    <a:pt x="351064" y="13803"/>
                  </a:lnTo>
                  <a:lnTo>
                    <a:pt x="351288" y="15918"/>
                  </a:lnTo>
                  <a:lnTo>
                    <a:pt x="355569" y="19514"/>
                  </a:lnTo>
                  <a:lnTo>
                    <a:pt x="355575" y="20551"/>
                  </a:lnTo>
                  <a:lnTo>
                    <a:pt x="355985" y="21605"/>
                  </a:lnTo>
                  <a:lnTo>
                    <a:pt x="357053" y="23515"/>
                  </a:lnTo>
                  <a:lnTo>
                    <a:pt x="358387" y="24972"/>
                  </a:lnTo>
                  <a:lnTo>
                    <a:pt x="358153" y="25537"/>
                  </a:lnTo>
                  <a:lnTo>
                    <a:pt x="359855" y="27507"/>
                  </a:lnTo>
                  <a:lnTo>
                    <a:pt x="361192" y="29516"/>
                  </a:lnTo>
                  <a:lnTo>
                    <a:pt x="362701" y="30822"/>
                  </a:lnTo>
                  <a:lnTo>
                    <a:pt x="366359" y="33108"/>
                  </a:lnTo>
                  <a:lnTo>
                    <a:pt x="369064" y="35939"/>
                  </a:lnTo>
                  <a:lnTo>
                    <a:pt x="370043" y="34828"/>
                  </a:lnTo>
                  <a:lnTo>
                    <a:pt x="370607" y="35650"/>
                  </a:lnTo>
                  <a:lnTo>
                    <a:pt x="371678" y="35253"/>
                  </a:lnTo>
                  <a:lnTo>
                    <a:pt x="372205" y="35689"/>
                  </a:lnTo>
                  <a:lnTo>
                    <a:pt x="372558" y="35443"/>
                  </a:lnTo>
                  <a:lnTo>
                    <a:pt x="372429" y="35264"/>
                  </a:lnTo>
                  <a:lnTo>
                    <a:pt x="372709" y="34593"/>
                  </a:lnTo>
                  <a:lnTo>
                    <a:pt x="375030" y="34539"/>
                  </a:lnTo>
                  <a:lnTo>
                    <a:pt x="376306" y="33777"/>
                  </a:lnTo>
                  <a:lnTo>
                    <a:pt x="377087" y="35473"/>
                  </a:lnTo>
                  <a:lnTo>
                    <a:pt x="379763" y="39329"/>
                  </a:lnTo>
                  <a:lnTo>
                    <a:pt x="381254" y="37963"/>
                  </a:lnTo>
                  <a:lnTo>
                    <a:pt x="382271" y="39042"/>
                  </a:lnTo>
                  <a:lnTo>
                    <a:pt x="382954" y="38376"/>
                  </a:lnTo>
                  <a:lnTo>
                    <a:pt x="384300" y="37614"/>
                  </a:lnTo>
                  <a:lnTo>
                    <a:pt x="384196" y="37301"/>
                  </a:lnTo>
                  <a:lnTo>
                    <a:pt x="384650" y="37248"/>
                  </a:lnTo>
                  <a:lnTo>
                    <a:pt x="385366" y="39354"/>
                  </a:lnTo>
                  <a:lnTo>
                    <a:pt x="385988" y="38794"/>
                  </a:lnTo>
                  <a:lnTo>
                    <a:pt x="386217" y="37420"/>
                  </a:lnTo>
                  <a:lnTo>
                    <a:pt x="386270" y="37776"/>
                  </a:lnTo>
                  <a:lnTo>
                    <a:pt x="386910" y="38444"/>
                  </a:lnTo>
                  <a:lnTo>
                    <a:pt x="387609" y="38336"/>
                  </a:lnTo>
                  <a:lnTo>
                    <a:pt x="388209" y="38024"/>
                  </a:lnTo>
                  <a:lnTo>
                    <a:pt x="388090" y="37556"/>
                  </a:lnTo>
                  <a:lnTo>
                    <a:pt x="389610" y="37211"/>
                  </a:lnTo>
                  <a:lnTo>
                    <a:pt x="389998" y="36774"/>
                  </a:lnTo>
                  <a:lnTo>
                    <a:pt x="391613" y="38290"/>
                  </a:lnTo>
                  <a:lnTo>
                    <a:pt x="391780" y="39429"/>
                  </a:lnTo>
                  <a:lnTo>
                    <a:pt x="391630" y="40594"/>
                  </a:lnTo>
                  <a:lnTo>
                    <a:pt x="392053" y="41614"/>
                  </a:lnTo>
                  <a:lnTo>
                    <a:pt x="392116" y="42434"/>
                  </a:lnTo>
                  <a:lnTo>
                    <a:pt x="393747" y="43298"/>
                  </a:lnTo>
                  <a:lnTo>
                    <a:pt x="397046" y="43166"/>
                  </a:lnTo>
                  <a:lnTo>
                    <a:pt x="398369" y="41389"/>
                  </a:lnTo>
                  <a:lnTo>
                    <a:pt x="399496" y="40462"/>
                  </a:lnTo>
                  <a:lnTo>
                    <a:pt x="401108" y="37421"/>
                  </a:lnTo>
                  <a:lnTo>
                    <a:pt x="404127" y="38834"/>
                  </a:lnTo>
                  <a:lnTo>
                    <a:pt x="405314" y="38925"/>
                  </a:lnTo>
                  <a:lnTo>
                    <a:pt x="406606" y="37827"/>
                  </a:lnTo>
                  <a:lnTo>
                    <a:pt x="407074" y="37944"/>
                  </a:lnTo>
                  <a:lnTo>
                    <a:pt x="407542" y="38163"/>
                  </a:lnTo>
                  <a:lnTo>
                    <a:pt x="408338" y="39545"/>
                  </a:lnTo>
                  <a:lnTo>
                    <a:pt x="409107" y="39837"/>
                  </a:lnTo>
                  <a:lnTo>
                    <a:pt x="410406" y="41035"/>
                  </a:lnTo>
                  <a:lnTo>
                    <a:pt x="411090" y="42646"/>
                  </a:lnTo>
                  <a:lnTo>
                    <a:pt x="411151" y="44031"/>
                  </a:lnTo>
                  <a:lnTo>
                    <a:pt x="411429" y="44005"/>
                  </a:lnTo>
                  <a:lnTo>
                    <a:pt x="411623" y="44316"/>
                  </a:lnTo>
                  <a:lnTo>
                    <a:pt x="412758" y="44235"/>
                  </a:lnTo>
                  <a:lnTo>
                    <a:pt x="413100" y="43988"/>
                  </a:lnTo>
                  <a:lnTo>
                    <a:pt x="413362" y="44653"/>
                  </a:lnTo>
                  <a:lnTo>
                    <a:pt x="412557" y="45783"/>
                  </a:lnTo>
                  <a:lnTo>
                    <a:pt x="411890" y="47512"/>
                  </a:lnTo>
                  <a:lnTo>
                    <a:pt x="414337" y="47077"/>
                  </a:lnTo>
                  <a:lnTo>
                    <a:pt x="416020" y="47255"/>
                  </a:lnTo>
                  <a:lnTo>
                    <a:pt x="415073" y="49039"/>
                  </a:lnTo>
                  <a:lnTo>
                    <a:pt x="414246" y="51556"/>
                  </a:lnTo>
                  <a:lnTo>
                    <a:pt x="414548" y="51654"/>
                  </a:lnTo>
                  <a:lnTo>
                    <a:pt x="414953" y="52486"/>
                  </a:lnTo>
                  <a:lnTo>
                    <a:pt x="414442" y="53434"/>
                  </a:lnTo>
                  <a:lnTo>
                    <a:pt x="414356" y="54087"/>
                  </a:lnTo>
                  <a:lnTo>
                    <a:pt x="414366" y="57911"/>
                  </a:lnTo>
                  <a:lnTo>
                    <a:pt x="414599" y="58541"/>
                  </a:lnTo>
                  <a:lnTo>
                    <a:pt x="415757" y="59602"/>
                  </a:lnTo>
                  <a:lnTo>
                    <a:pt x="414571" y="62247"/>
                  </a:lnTo>
                  <a:lnTo>
                    <a:pt x="413794" y="62960"/>
                  </a:lnTo>
                  <a:lnTo>
                    <a:pt x="413778" y="62759"/>
                  </a:lnTo>
                  <a:lnTo>
                    <a:pt x="412074" y="63752"/>
                  </a:lnTo>
                  <a:lnTo>
                    <a:pt x="411852" y="63658"/>
                  </a:lnTo>
                  <a:lnTo>
                    <a:pt x="411037" y="64898"/>
                  </a:lnTo>
                  <a:lnTo>
                    <a:pt x="409177" y="66956"/>
                  </a:lnTo>
                  <a:lnTo>
                    <a:pt x="408007" y="68533"/>
                  </a:lnTo>
                  <a:lnTo>
                    <a:pt x="407626" y="69449"/>
                  </a:lnTo>
                  <a:lnTo>
                    <a:pt x="406258" y="70897"/>
                  </a:lnTo>
                  <a:lnTo>
                    <a:pt x="405488" y="72466"/>
                  </a:lnTo>
                  <a:lnTo>
                    <a:pt x="404250" y="73559"/>
                  </a:lnTo>
                  <a:lnTo>
                    <a:pt x="403905" y="73251"/>
                  </a:lnTo>
                  <a:lnTo>
                    <a:pt x="403087" y="73952"/>
                  </a:lnTo>
                  <a:lnTo>
                    <a:pt x="398743" y="75199"/>
                  </a:lnTo>
                  <a:lnTo>
                    <a:pt x="398536" y="74989"/>
                  </a:lnTo>
                  <a:lnTo>
                    <a:pt x="398709" y="74676"/>
                  </a:lnTo>
                  <a:lnTo>
                    <a:pt x="396629" y="73984"/>
                  </a:lnTo>
                  <a:lnTo>
                    <a:pt x="395835" y="74114"/>
                  </a:lnTo>
                  <a:lnTo>
                    <a:pt x="395036" y="76499"/>
                  </a:lnTo>
                  <a:lnTo>
                    <a:pt x="393466" y="79120"/>
                  </a:lnTo>
                  <a:lnTo>
                    <a:pt x="393216" y="80860"/>
                  </a:lnTo>
                  <a:lnTo>
                    <a:pt x="392750" y="81619"/>
                  </a:lnTo>
                  <a:lnTo>
                    <a:pt x="385390" y="82700"/>
                  </a:lnTo>
                  <a:lnTo>
                    <a:pt x="382708" y="82313"/>
                  </a:lnTo>
                  <a:lnTo>
                    <a:pt x="382149" y="81976"/>
                  </a:lnTo>
                  <a:lnTo>
                    <a:pt x="381864" y="82580"/>
                  </a:lnTo>
                  <a:lnTo>
                    <a:pt x="380850" y="82702"/>
                  </a:lnTo>
                  <a:lnTo>
                    <a:pt x="380733" y="84663"/>
                  </a:lnTo>
                  <a:lnTo>
                    <a:pt x="379729" y="86026"/>
                  </a:lnTo>
                  <a:lnTo>
                    <a:pt x="378916" y="86480"/>
                  </a:lnTo>
                  <a:lnTo>
                    <a:pt x="379555" y="88902"/>
                  </a:lnTo>
                  <a:lnTo>
                    <a:pt x="381224" y="89109"/>
                  </a:lnTo>
                  <a:lnTo>
                    <a:pt x="382040" y="90004"/>
                  </a:lnTo>
                  <a:lnTo>
                    <a:pt x="381677" y="92322"/>
                  </a:lnTo>
                  <a:lnTo>
                    <a:pt x="380651" y="94014"/>
                  </a:lnTo>
                  <a:lnTo>
                    <a:pt x="381008" y="94291"/>
                  </a:lnTo>
                  <a:lnTo>
                    <a:pt x="380706" y="94862"/>
                  </a:lnTo>
                  <a:lnTo>
                    <a:pt x="380016" y="95755"/>
                  </a:lnTo>
                  <a:lnTo>
                    <a:pt x="379230" y="95691"/>
                  </a:lnTo>
                  <a:lnTo>
                    <a:pt x="378656" y="97334"/>
                  </a:lnTo>
                  <a:lnTo>
                    <a:pt x="377757" y="97175"/>
                  </a:lnTo>
                  <a:lnTo>
                    <a:pt x="377552" y="97710"/>
                  </a:lnTo>
                  <a:lnTo>
                    <a:pt x="376983" y="98110"/>
                  </a:lnTo>
                  <a:lnTo>
                    <a:pt x="376201" y="98145"/>
                  </a:lnTo>
                  <a:lnTo>
                    <a:pt x="376966" y="99251"/>
                  </a:lnTo>
                  <a:lnTo>
                    <a:pt x="377194" y="99178"/>
                  </a:lnTo>
                  <a:lnTo>
                    <a:pt x="376901" y="100321"/>
                  </a:lnTo>
                  <a:lnTo>
                    <a:pt x="374961" y="100830"/>
                  </a:lnTo>
                  <a:lnTo>
                    <a:pt x="372250" y="102116"/>
                  </a:lnTo>
                  <a:lnTo>
                    <a:pt x="371641" y="102591"/>
                  </a:lnTo>
                  <a:lnTo>
                    <a:pt x="371251" y="103631"/>
                  </a:lnTo>
                  <a:lnTo>
                    <a:pt x="372820" y="103518"/>
                  </a:lnTo>
                  <a:lnTo>
                    <a:pt x="372964" y="104002"/>
                  </a:lnTo>
                  <a:lnTo>
                    <a:pt x="373579" y="104615"/>
                  </a:lnTo>
                  <a:lnTo>
                    <a:pt x="374113" y="104477"/>
                  </a:lnTo>
                  <a:lnTo>
                    <a:pt x="375349" y="105536"/>
                  </a:lnTo>
                  <a:lnTo>
                    <a:pt x="375564" y="106323"/>
                  </a:lnTo>
                  <a:lnTo>
                    <a:pt x="375784" y="106027"/>
                  </a:lnTo>
                  <a:lnTo>
                    <a:pt x="376951" y="107038"/>
                  </a:lnTo>
                  <a:lnTo>
                    <a:pt x="378422" y="105522"/>
                  </a:lnTo>
                  <a:lnTo>
                    <a:pt x="379977" y="105889"/>
                  </a:lnTo>
                  <a:lnTo>
                    <a:pt x="380572" y="105744"/>
                  </a:lnTo>
                  <a:lnTo>
                    <a:pt x="381567" y="106534"/>
                  </a:lnTo>
                  <a:lnTo>
                    <a:pt x="382674" y="107988"/>
                  </a:lnTo>
                  <a:lnTo>
                    <a:pt x="383044" y="110413"/>
                  </a:lnTo>
                  <a:lnTo>
                    <a:pt x="384309" y="111001"/>
                  </a:lnTo>
                  <a:lnTo>
                    <a:pt x="384448" y="111479"/>
                  </a:lnTo>
                  <a:lnTo>
                    <a:pt x="384283" y="112409"/>
                  </a:lnTo>
                  <a:lnTo>
                    <a:pt x="384005" y="112657"/>
                  </a:lnTo>
                  <a:lnTo>
                    <a:pt x="383122" y="112286"/>
                  </a:lnTo>
                  <a:lnTo>
                    <a:pt x="381453" y="114643"/>
                  </a:lnTo>
                  <a:lnTo>
                    <a:pt x="380839" y="116377"/>
                  </a:lnTo>
                  <a:lnTo>
                    <a:pt x="380282" y="116344"/>
                  </a:lnTo>
                  <a:lnTo>
                    <a:pt x="379700" y="117978"/>
                  </a:lnTo>
                  <a:lnTo>
                    <a:pt x="378551" y="117300"/>
                  </a:lnTo>
                  <a:lnTo>
                    <a:pt x="377787" y="117885"/>
                  </a:lnTo>
                  <a:lnTo>
                    <a:pt x="375973" y="119963"/>
                  </a:lnTo>
                  <a:lnTo>
                    <a:pt x="374208" y="122882"/>
                  </a:lnTo>
                  <a:lnTo>
                    <a:pt x="374129" y="123159"/>
                  </a:lnTo>
                  <a:lnTo>
                    <a:pt x="374535" y="124114"/>
                  </a:lnTo>
                  <a:lnTo>
                    <a:pt x="375198" y="124409"/>
                  </a:lnTo>
                  <a:lnTo>
                    <a:pt x="376222" y="125687"/>
                  </a:lnTo>
                  <a:lnTo>
                    <a:pt x="376212" y="126948"/>
                  </a:lnTo>
                  <a:lnTo>
                    <a:pt x="374640" y="127356"/>
                  </a:lnTo>
                  <a:lnTo>
                    <a:pt x="375173" y="129045"/>
                  </a:lnTo>
                  <a:lnTo>
                    <a:pt x="375857" y="130164"/>
                  </a:lnTo>
                  <a:lnTo>
                    <a:pt x="374673" y="130782"/>
                  </a:lnTo>
                  <a:lnTo>
                    <a:pt x="373491" y="130886"/>
                  </a:lnTo>
                  <a:lnTo>
                    <a:pt x="373366" y="131369"/>
                  </a:lnTo>
                  <a:lnTo>
                    <a:pt x="372722" y="132157"/>
                  </a:lnTo>
                  <a:lnTo>
                    <a:pt x="371507" y="133140"/>
                  </a:lnTo>
                  <a:lnTo>
                    <a:pt x="371210" y="134159"/>
                  </a:lnTo>
                  <a:lnTo>
                    <a:pt x="370818" y="134592"/>
                  </a:lnTo>
                  <a:lnTo>
                    <a:pt x="369903" y="133882"/>
                  </a:lnTo>
                  <a:lnTo>
                    <a:pt x="368067" y="134570"/>
                  </a:lnTo>
                  <a:lnTo>
                    <a:pt x="367755" y="135039"/>
                  </a:lnTo>
                  <a:lnTo>
                    <a:pt x="367941" y="135049"/>
                  </a:lnTo>
                  <a:lnTo>
                    <a:pt x="368031" y="135591"/>
                  </a:lnTo>
                  <a:lnTo>
                    <a:pt x="369028" y="135391"/>
                  </a:lnTo>
                  <a:lnTo>
                    <a:pt x="369140" y="135924"/>
                  </a:lnTo>
                  <a:lnTo>
                    <a:pt x="368761" y="139230"/>
                  </a:lnTo>
                  <a:lnTo>
                    <a:pt x="368928" y="140236"/>
                  </a:lnTo>
                  <a:lnTo>
                    <a:pt x="371506" y="139660"/>
                  </a:lnTo>
                  <a:lnTo>
                    <a:pt x="371568" y="139938"/>
                  </a:lnTo>
                  <a:lnTo>
                    <a:pt x="370773" y="140774"/>
                  </a:lnTo>
                  <a:lnTo>
                    <a:pt x="370444" y="141603"/>
                  </a:lnTo>
                  <a:lnTo>
                    <a:pt x="370534" y="142388"/>
                  </a:lnTo>
                  <a:lnTo>
                    <a:pt x="370917" y="142629"/>
                  </a:lnTo>
                  <a:lnTo>
                    <a:pt x="370970" y="143181"/>
                  </a:lnTo>
                  <a:lnTo>
                    <a:pt x="370543" y="143764"/>
                  </a:lnTo>
                  <a:lnTo>
                    <a:pt x="370671" y="144631"/>
                  </a:lnTo>
                  <a:lnTo>
                    <a:pt x="369086" y="144827"/>
                  </a:lnTo>
                  <a:lnTo>
                    <a:pt x="369315" y="145122"/>
                  </a:lnTo>
                  <a:lnTo>
                    <a:pt x="369335" y="146563"/>
                  </a:lnTo>
                  <a:lnTo>
                    <a:pt x="367592" y="146951"/>
                  </a:lnTo>
                  <a:lnTo>
                    <a:pt x="367376" y="147833"/>
                  </a:lnTo>
                  <a:lnTo>
                    <a:pt x="366984" y="147475"/>
                  </a:lnTo>
                  <a:lnTo>
                    <a:pt x="366163" y="147952"/>
                  </a:lnTo>
                  <a:lnTo>
                    <a:pt x="366573" y="148504"/>
                  </a:lnTo>
                  <a:lnTo>
                    <a:pt x="366926" y="148309"/>
                  </a:lnTo>
                  <a:lnTo>
                    <a:pt x="367557" y="151114"/>
                  </a:lnTo>
                  <a:lnTo>
                    <a:pt x="367832" y="151105"/>
                  </a:lnTo>
                  <a:lnTo>
                    <a:pt x="367936" y="151336"/>
                  </a:lnTo>
                  <a:lnTo>
                    <a:pt x="367265" y="152168"/>
                  </a:lnTo>
                  <a:lnTo>
                    <a:pt x="366029" y="153629"/>
                  </a:lnTo>
                  <a:lnTo>
                    <a:pt x="365055" y="154085"/>
                  </a:lnTo>
                  <a:lnTo>
                    <a:pt x="365607" y="155356"/>
                  </a:lnTo>
                  <a:lnTo>
                    <a:pt x="366077" y="155669"/>
                  </a:lnTo>
                  <a:lnTo>
                    <a:pt x="367362" y="157545"/>
                  </a:lnTo>
                  <a:lnTo>
                    <a:pt x="368026" y="156456"/>
                  </a:lnTo>
                  <a:lnTo>
                    <a:pt x="368360" y="156377"/>
                  </a:lnTo>
                  <a:lnTo>
                    <a:pt x="368719" y="156462"/>
                  </a:lnTo>
                  <a:lnTo>
                    <a:pt x="368748" y="157760"/>
                  </a:lnTo>
                  <a:lnTo>
                    <a:pt x="369530" y="157484"/>
                  </a:lnTo>
                  <a:lnTo>
                    <a:pt x="370137" y="156862"/>
                  </a:lnTo>
                  <a:lnTo>
                    <a:pt x="371831" y="156903"/>
                  </a:lnTo>
                  <a:lnTo>
                    <a:pt x="371828" y="157271"/>
                  </a:lnTo>
                  <a:lnTo>
                    <a:pt x="372432" y="157174"/>
                  </a:lnTo>
                  <a:lnTo>
                    <a:pt x="372552" y="155933"/>
                  </a:lnTo>
                  <a:lnTo>
                    <a:pt x="374436" y="155686"/>
                  </a:lnTo>
                  <a:lnTo>
                    <a:pt x="374840" y="155938"/>
                  </a:lnTo>
                  <a:lnTo>
                    <a:pt x="375838" y="154829"/>
                  </a:lnTo>
                  <a:lnTo>
                    <a:pt x="376297" y="154863"/>
                  </a:lnTo>
                  <a:lnTo>
                    <a:pt x="376349" y="154458"/>
                  </a:lnTo>
                  <a:lnTo>
                    <a:pt x="375809" y="153097"/>
                  </a:lnTo>
                  <a:lnTo>
                    <a:pt x="377055" y="152588"/>
                  </a:lnTo>
                  <a:lnTo>
                    <a:pt x="377955" y="155285"/>
                  </a:lnTo>
                  <a:lnTo>
                    <a:pt x="379301" y="154718"/>
                  </a:lnTo>
                  <a:lnTo>
                    <a:pt x="381008" y="157146"/>
                  </a:lnTo>
                  <a:lnTo>
                    <a:pt x="381578" y="156837"/>
                  </a:lnTo>
                  <a:lnTo>
                    <a:pt x="383142" y="157556"/>
                  </a:lnTo>
                  <a:lnTo>
                    <a:pt x="383483" y="157920"/>
                  </a:lnTo>
                  <a:lnTo>
                    <a:pt x="384105" y="157553"/>
                  </a:lnTo>
                  <a:lnTo>
                    <a:pt x="384172" y="157787"/>
                  </a:lnTo>
                  <a:lnTo>
                    <a:pt x="385006" y="157157"/>
                  </a:lnTo>
                  <a:lnTo>
                    <a:pt x="385495" y="157248"/>
                  </a:lnTo>
                  <a:lnTo>
                    <a:pt x="388938" y="156354"/>
                  </a:lnTo>
                  <a:lnTo>
                    <a:pt x="393194" y="157262"/>
                  </a:lnTo>
                  <a:lnTo>
                    <a:pt x="392767" y="157695"/>
                  </a:lnTo>
                  <a:lnTo>
                    <a:pt x="392827" y="158093"/>
                  </a:lnTo>
                  <a:lnTo>
                    <a:pt x="391730" y="158401"/>
                  </a:lnTo>
                  <a:lnTo>
                    <a:pt x="391428" y="159605"/>
                  </a:lnTo>
                  <a:lnTo>
                    <a:pt x="390356" y="160265"/>
                  </a:lnTo>
                  <a:lnTo>
                    <a:pt x="390380" y="161621"/>
                  </a:lnTo>
                  <a:lnTo>
                    <a:pt x="389966" y="161850"/>
                  </a:lnTo>
                  <a:lnTo>
                    <a:pt x="388993" y="161670"/>
                  </a:lnTo>
                  <a:lnTo>
                    <a:pt x="388774" y="161975"/>
                  </a:lnTo>
                  <a:lnTo>
                    <a:pt x="389718" y="163406"/>
                  </a:lnTo>
                  <a:lnTo>
                    <a:pt x="389321" y="164392"/>
                  </a:lnTo>
                  <a:lnTo>
                    <a:pt x="388484" y="164771"/>
                  </a:lnTo>
                  <a:lnTo>
                    <a:pt x="387330" y="164573"/>
                  </a:lnTo>
                  <a:lnTo>
                    <a:pt x="387169" y="164782"/>
                  </a:lnTo>
                  <a:lnTo>
                    <a:pt x="388081" y="165946"/>
                  </a:lnTo>
                  <a:lnTo>
                    <a:pt x="389710" y="166075"/>
                  </a:lnTo>
                  <a:lnTo>
                    <a:pt x="389237" y="167000"/>
                  </a:lnTo>
                  <a:lnTo>
                    <a:pt x="390182" y="167539"/>
                  </a:lnTo>
                  <a:lnTo>
                    <a:pt x="393746" y="163750"/>
                  </a:lnTo>
                  <a:lnTo>
                    <a:pt x="400230" y="160055"/>
                  </a:lnTo>
                  <a:lnTo>
                    <a:pt x="401842" y="159617"/>
                  </a:lnTo>
                  <a:lnTo>
                    <a:pt x="403041" y="160400"/>
                  </a:lnTo>
                  <a:lnTo>
                    <a:pt x="405180" y="161277"/>
                  </a:lnTo>
                  <a:lnTo>
                    <a:pt x="406454" y="161300"/>
                  </a:lnTo>
                  <a:lnTo>
                    <a:pt x="408353" y="159986"/>
                  </a:lnTo>
                  <a:lnTo>
                    <a:pt x="408625" y="159613"/>
                  </a:lnTo>
                  <a:lnTo>
                    <a:pt x="408466" y="159241"/>
                  </a:lnTo>
                  <a:lnTo>
                    <a:pt x="409308" y="158699"/>
                  </a:lnTo>
                  <a:lnTo>
                    <a:pt x="410992" y="158399"/>
                  </a:lnTo>
                  <a:lnTo>
                    <a:pt x="411202" y="158056"/>
                  </a:lnTo>
                  <a:lnTo>
                    <a:pt x="411125" y="157328"/>
                  </a:lnTo>
                  <a:lnTo>
                    <a:pt x="413084" y="158870"/>
                  </a:lnTo>
                  <a:lnTo>
                    <a:pt x="413090" y="159596"/>
                  </a:lnTo>
                  <a:lnTo>
                    <a:pt x="413350" y="159684"/>
                  </a:lnTo>
                  <a:lnTo>
                    <a:pt x="415543" y="158761"/>
                  </a:lnTo>
                  <a:lnTo>
                    <a:pt x="416445" y="158232"/>
                  </a:lnTo>
                  <a:lnTo>
                    <a:pt x="415256" y="155795"/>
                  </a:lnTo>
                  <a:lnTo>
                    <a:pt x="415947" y="155159"/>
                  </a:lnTo>
                  <a:lnTo>
                    <a:pt x="416535" y="155357"/>
                  </a:lnTo>
                  <a:lnTo>
                    <a:pt x="416939" y="154807"/>
                  </a:lnTo>
                  <a:lnTo>
                    <a:pt x="417718" y="154464"/>
                  </a:lnTo>
                  <a:lnTo>
                    <a:pt x="417592" y="153753"/>
                  </a:lnTo>
                  <a:lnTo>
                    <a:pt x="419231" y="152864"/>
                  </a:lnTo>
                  <a:lnTo>
                    <a:pt x="421185" y="152167"/>
                  </a:lnTo>
                  <a:lnTo>
                    <a:pt x="420729" y="151676"/>
                  </a:lnTo>
                  <a:lnTo>
                    <a:pt x="420813" y="151320"/>
                  </a:lnTo>
                  <a:lnTo>
                    <a:pt x="420524" y="151328"/>
                  </a:lnTo>
                  <a:lnTo>
                    <a:pt x="420640" y="150936"/>
                  </a:lnTo>
                  <a:lnTo>
                    <a:pt x="420194" y="150110"/>
                  </a:lnTo>
                  <a:lnTo>
                    <a:pt x="420150" y="148919"/>
                  </a:lnTo>
                  <a:lnTo>
                    <a:pt x="423267" y="149284"/>
                  </a:lnTo>
                  <a:lnTo>
                    <a:pt x="422927" y="150918"/>
                  </a:lnTo>
                  <a:lnTo>
                    <a:pt x="423953" y="151507"/>
                  </a:lnTo>
                  <a:lnTo>
                    <a:pt x="424409" y="151134"/>
                  </a:lnTo>
                  <a:lnTo>
                    <a:pt x="424475" y="151532"/>
                  </a:lnTo>
                  <a:lnTo>
                    <a:pt x="425061" y="152187"/>
                  </a:lnTo>
                  <a:lnTo>
                    <a:pt x="426068" y="151920"/>
                  </a:lnTo>
                  <a:lnTo>
                    <a:pt x="428292" y="152137"/>
                  </a:lnTo>
                  <a:lnTo>
                    <a:pt x="427014" y="150552"/>
                  </a:lnTo>
                  <a:lnTo>
                    <a:pt x="428707" y="150570"/>
                  </a:lnTo>
                  <a:lnTo>
                    <a:pt x="430400" y="150122"/>
                  </a:lnTo>
                  <a:lnTo>
                    <a:pt x="430496" y="150711"/>
                  </a:lnTo>
                  <a:lnTo>
                    <a:pt x="432230" y="149234"/>
                  </a:lnTo>
                  <a:lnTo>
                    <a:pt x="433560" y="147711"/>
                  </a:lnTo>
                  <a:lnTo>
                    <a:pt x="434056" y="148861"/>
                  </a:lnTo>
                  <a:lnTo>
                    <a:pt x="434078" y="149932"/>
                  </a:lnTo>
                  <a:lnTo>
                    <a:pt x="434492" y="150768"/>
                  </a:lnTo>
                  <a:lnTo>
                    <a:pt x="437257" y="151757"/>
                  </a:lnTo>
                  <a:lnTo>
                    <a:pt x="437476" y="151071"/>
                  </a:lnTo>
                  <a:lnTo>
                    <a:pt x="438721" y="151665"/>
                  </a:lnTo>
                  <a:lnTo>
                    <a:pt x="440186" y="151976"/>
                  </a:lnTo>
                  <a:lnTo>
                    <a:pt x="445104" y="150807"/>
                  </a:lnTo>
                  <a:lnTo>
                    <a:pt x="445391" y="151570"/>
                  </a:lnTo>
                  <a:lnTo>
                    <a:pt x="448586" y="150804"/>
                  </a:lnTo>
                  <a:lnTo>
                    <a:pt x="448918" y="150987"/>
                  </a:lnTo>
                  <a:lnTo>
                    <a:pt x="451647" y="149557"/>
                  </a:lnTo>
                  <a:lnTo>
                    <a:pt x="452939" y="150516"/>
                  </a:lnTo>
                  <a:lnTo>
                    <a:pt x="453791" y="151967"/>
                  </a:lnTo>
                  <a:lnTo>
                    <a:pt x="455725" y="153131"/>
                  </a:lnTo>
                  <a:lnTo>
                    <a:pt x="457592" y="155231"/>
                  </a:lnTo>
                  <a:lnTo>
                    <a:pt x="458174" y="155547"/>
                  </a:lnTo>
                  <a:lnTo>
                    <a:pt x="461212" y="155514"/>
                  </a:lnTo>
                  <a:lnTo>
                    <a:pt x="461851" y="155681"/>
                  </a:lnTo>
                  <a:lnTo>
                    <a:pt x="463186" y="157061"/>
                  </a:lnTo>
                  <a:lnTo>
                    <a:pt x="463911" y="157490"/>
                  </a:lnTo>
                  <a:lnTo>
                    <a:pt x="464068" y="158259"/>
                  </a:lnTo>
                  <a:lnTo>
                    <a:pt x="467040" y="161002"/>
                  </a:lnTo>
                  <a:lnTo>
                    <a:pt x="474411" y="154813"/>
                  </a:lnTo>
                  <a:lnTo>
                    <a:pt x="477764" y="151343"/>
                  </a:lnTo>
                  <a:lnTo>
                    <a:pt x="481599" y="147093"/>
                  </a:lnTo>
                  <a:lnTo>
                    <a:pt x="487014" y="140426"/>
                  </a:lnTo>
                  <a:lnTo>
                    <a:pt x="488199" y="138353"/>
                  </a:lnTo>
                  <a:lnTo>
                    <a:pt x="489334" y="133790"/>
                  </a:lnTo>
                  <a:lnTo>
                    <a:pt x="489928" y="129204"/>
                  </a:lnTo>
                  <a:lnTo>
                    <a:pt x="490383" y="128504"/>
                  </a:lnTo>
                  <a:lnTo>
                    <a:pt x="490741" y="127022"/>
                  </a:lnTo>
                  <a:lnTo>
                    <a:pt x="491793" y="120817"/>
                  </a:lnTo>
                  <a:lnTo>
                    <a:pt x="493586" y="111833"/>
                  </a:lnTo>
                  <a:lnTo>
                    <a:pt x="494581" y="105209"/>
                  </a:lnTo>
                  <a:lnTo>
                    <a:pt x="495045" y="95056"/>
                  </a:lnTo>
                  <a:lnTo>
                    <a:pt x="496054" y="90354"/>
                  </a:lnTo>
                  <a:lnTo>
                    <a:pt x="495924" y="88145"/>
                  </a:lnTo>
                  <a:lnTo>
                    <a:pt x="494993" y="81059"/>
                  </a:lnTo>
                  <a:lnTo>
                    <a:pt x="494153" y="76482"/>
                  </a:lnTo>
                  <a:lnTo>
                    <a:pt x="496312" y="76743"/>
                  </a:lnTo>
                  <a:lnTo>
                    <a:pt x="501318" y="76627"/>
                  </a:lnTo>
                  <a:lnTo>
                    <a:pt x="501796" y="76924"/>
                  </a:lnTo>
                  <a:lnTo>
                    <a:pt x="503177" y="77002"/>
                  </a:lnTo>
                  <a:lnTo>
                    <a:pt x="504331" y="77859"/>
                  </a:lnTo>
                  <a:lnTo>
                    <a:pt x="505724" y="78318"/>
                  </a:lnTo>
                  <a:lnTo>
                    <a:pt x="508728" y="79044"/>
                  </a:lnTo>
                  <a:lnTo>
                    <a:pt x="511376" y="78081"/>
                  </a:lnTo>
                  <a:lnTo>
                    <a:pt x="513518" y="77725"/>
                  </a:lnTo>
                  <a:lnTo>
                    <a:pt x="516314" y="76464"/>
                  </a:lnTo>
                  <a:lnTo>
                    <a:pt x="518042" y="76310"/>
                  </a:lnTo>
                  <a:lnTo>
                    <a:pt x="519988" y="76636"/>
                  </a:lnTo>
                  <a:lnTo>
                    <a:pt x="522404" y="75812"/>
                  </a:lnTo>
                  <a:lnTo>
                    <a:pt x="527445" y="77203"/>
                  </a:lnTo>
                  <a:lnTo>
                    <a:pt x="527521" y="77693"/>
                  </a:lnTo>
                  <a:lnTo>
                    <a:pt x="529119" y="79575"/>
                  </a:lnTo>
                  <a:lnTo>
                    <a:pt x="530416" y="82247"/>
                  </a:lnTo>
                  <a:lnTo>
                    <a:pt x="530759" y="85309"/>
                  </a:lnTo>
                  <a:lnTo>
                    <a:pt x="531539" y="86244"/>
                  </a:lnTo>
                  <a:lnTo>
                    <a:pt x="530814" y="89095"/>
                  </a:lnTo>
                  <a:lnTo>
                    <a:pt x="530015" y="90687"/>
                  </a:lnTo>
                  <a:lnTo>
                    <a:pt x="529544" y="92955"/>
                  </a:lnTo>
                  <a:lnTo>
                    <a:pt x="528630" y="95050"/>
                  </a:lnTo>
                  <a:lnTo>
                    <a:pt x="528633" y="96373"/>
                  </a:lnTo>
                  <a:lnTo>
                    <a:pt x="529026" y="97357"/>
                  </a:lnTo>
                  <a:lnTo>
                    <a:pt x="528856" y="98119"/>
                  </a:lnTo>
                  <a:lnTo>
                    <a:pt x="528491" y="98187"/>
                  </a:lnTo>
                  <a:lnTo>
                    <a:pt x="527756" y="98914"/>
                  </a:lnTo>
                  <a:lnTo>
                    <a:pt x="527263" y="99934"/>
                  </a:lnTo>
                  <a:lnTo>
                    <a:pt x="527101" y="101005"/>
                  </a:lnTo>
                  <a:lnTo>
                    <a:pt x="527650" y="101927"/>
                  </a:lnTo>
                  <a:lnTo>
                    <a:pt x="528192" y="102334"/>
                  </a:lnTo>
                  <a:lnTo>
                    <a:pt x="527875" y="103007"/>
                  </a:lnTo>
                  <a:lnTo>
                    <a:pt x="528290" y="103897"/>
                  </a:lnTo>
                  <a:lnTo>
                    <a:pt x="528877" y="103208"/>
                  </a:lnTo>
                  <a:lnTo>
                    <a:pt x="529001" y="102288"/>
                  </a:lnTo>
                  <a:lnTo>
                    <a:pt x="529829" y="101501"/>
                  </a:lnTo>
                  <a:lnTo>
                    <a:pt x="530499" y="100094"/>
                  </a:lnTo>
                  <a:lnTo>
                    <a:pt x="532017" y="98939"/>
                  </a:lnTo>
                  <a:lnTo>
                    <a:pt x="533064" y="98440"/>
                  </a:lnTo>
                  <a:lnTo>
                    <a:pt x="533622" y="98721"/>
                  </a:lnTo>
                  <a:lnTo>
                    <a:pt x="534542" y="98461"/>
                  </a:lnTo>
                  <a:lnTo>
                    <a:pt x="535588" y="97338"/>
                  </a:lnTo>
                  <a:lnTo>
                    <a:pt x="536218" y="96254"/>
                  </a:lnTo>
                  <a:lnTo>
                    <a:pt x="536381" y="94668"/>
                  </a:lnTo>
                  <a:lnTo>
                    <a:pt x="536685" y="94346"/>
                  </a:lnTo>
                  <a:lnTo>
                    <a:pt x="537510" y="94570"/>
                  </a:lnTo>
                  <a:lnTo>
                    <a:pt x="538702" y="94086"/>
                  </a:lnTo>
                  <a:lnTo>
                    <a:pt x="542077" y="91779"/>
                  </a:lnTo>
                  <a:lnTo>
                    <a:pt x="544623" y="88370"/>
                  </a:lnTo>
                  <a:lnTo>
                    <a:pt x="546691" y="87128"/>
                  </a:lnTo>
                  <a:lnTo>
                    <a:pt x="547594" y="86507"/>
                  </a:lnTo>
                  <a:lnTo>
                    <a:pt x="548160" y="85600"/>
                  </a:lnTo>
                  <a:lnTo>
                    <a:pt x="548622" y="85233"/>
                  </a:lnTo>
                  <a:lnTo>
                    <a:pt x="549134" y="87163"/>
                  </a:lnTo>
                  <a:lnTo>
                    <a:pt x="549604" y="87003"/>
                  </a:lnTo>
                  <a:lnTo>
                    <a:pt x="550473" y="87128"/>
                  </a:lnTo>
                  <a:lnTo>
                    <a:pt x="551681" y="87600"/>
                  </a:lnTo>
                  <a:lnTo>
                    <a:pt x="552243" y="88524"/>
                  </a:lnTo>
                  <a:lnTo>
                    <a:pt x="552669" y="90214"/>
                  </a:lnTo>
                  <a:lnTo>
                    <a:pt x="552312" y="91377"/>
                  </a:lnTo>
                  <a:lnTo>
                    <a:pt x="552528" y="92078"/>
                  </a:lnTo>
                  <a:lnTo>
                    <a:pt x="552908" y="92366"/>
                  </a:lnTo>
                  <a:lnTo>
                    <a:pt x="555017" y="93300"/>
                  </a:lnTo>
                  <a:lnTo>
                    <a:pt x="555090" y="93907"/>
                  </a:lnTo>
                  <a:lnTo>
                    <a:pt x="555897" y="94396"/>
                  </a:lnTo>
                  <a:lnTo>
                    <a:pt x="557033" y="93405"/>
                  </a:lnTo>
                  <a:lnTo>
                    <a:pt x="558281" y="93044"/>
                  </a:lnTo>
                  <a:lnTo>
                    <a:pt x="559891" y="92063"/>
                  </a:lnTo>
                  <a:lnTo>
                    <a:pt x="560104" y="90766"/>
                  </a:lnTo>
                  <a:lnTo>
                    <a:pt x="560631" y="90502"/>
                  </a:lnTo>
                  <a:lnTo>
                    <a:pt x="561415" y="89222"/>
                  </a:lnTo>
                  <a:lnTo>
                    <a:pt x="563527" y="87152"/>
                  </a:lnTo>
                  <a:lnTo>
                    <a:pt x="564398" y="86867"/>
                  </a:lnTo>
                  <a:lnTo>
                    <a:pt x="564728" y="87118"/>
                  </a:lnTo>
                  <a:lnTo>
                    <a:pt x="565402" y="86986"/>
                  </a:lnTo>
                  <a:lnTo>
                    <a:pt x="565646" y="87175"/>
                  </a:lnTo>
                  <a:lnTo>
                    <a:pt x="566678" y="86967"/>
                  </a:lnTo>
                  <a:lnTo>
                    <a:pt x="567662" y="86610"/>
                  </a:lnTo>
                  <a:lnTo>
                    <a:pt x="567923" y="86006"/>
                  </a:lnTo>
                  <a:lnTo>
                    <a:pt x="568677" y="85732"/>
                  </a:lnTo>
                  <a:lnTo>
                    <a:pt x="568842" y="85434"/>
                  </a:lnTo>
                  <a:lnTo>
                    <a:pt x="569635" y="85293"/>
                  </a:lnTo>
                  <a:lnTo>
                    <a:pt x="570183" y="84012"/>
                  </a:lnTo>
                  <a:lnTo>
                    <a:pt x="570410" y="80549"/>
                  </a:lnTo>
                  <a:lnTo>
                    <a:pt x="572700" y="79968"/>
                  </a:lnTo>
                  <a:lnTo>
                    <a:pt x="573901" y="79080"/>
                  </a:lnTo>
                  <a:lnTo>
                    <a:pt x="575807" y="79361"/>
                  </a:lnTo>
                  <a:lnTo>
                    <a:pt x="579919" y="81352"/>
                  </a:lnTo>
                  <a:lnTo>
                    <a:pt x="581575" y="81774"/>
                  </a:lnTo>
                  <a:lnTo>
                    <a:pt x="582592" y="81507"/>
                  </a:lnTo>
                  <a:lnTo>
                    <a:pt x="584684" y="81499"/>
                  </a:lnTo>
                  <a:lnTo>
                    <a:pt x="586471" y="81957"/>
                  </a:lnTo>
                  <a:lnTo>
                    <a:pt x="587158" y="82428"/>
                  </a:lnTo>
                  <a:lnTo>
                    <a:pt x="589313" y="83153"/>
                  </a:lnTo>
                  <a:lnTo>
                    <a:pt x="592922" y="83537"/>
                  </a:lnTo>
                  <a:lnTo>
                    <a:pt x="595591" y="81736"/>
                  </a:lnTo>
                  <a:lnTo>
                    <a:pt x="596442" y="81560"/>
                  </a:lnTo>
                  <a:lnTo>
                    <a:pt x="597574" y="81861"/>
                  </a:lnTo>
                  <a:lnTo>
                    <a:pt x="598136" y="81845"/>
                  </a:lnTo>
                  <a:lnTo>
                    <a:pt x="598848" y="82504"/>
                  </a:lnTo>
                  <a:lnTo>
                    <a:pt x="598985" y="83955"/>
                  </a:lnTo>
                  <a:lnTo>
                    <a:pt x="598826" y="85899"/>
                  </a:lnTo>
                  <a:lnTo>
                    <a:pt x="600997" y="86334"/>
                  </a:lnTo>
                  <a:lnTo>
                    <a:pt x="602180" y="86828"/>
                  </a:lnTo>
                  <a:lnTo>
                    <a:pt x="601755" y="88590"/>
                  </a:lnTo>
                  <a:lnTo>
                    <a:pt x="600814" y="88849"/>
                  </a:lnTo>
                  <a:lnTo>
                    <a:pt x="601046" y="90821"/>
                  </a:lnTo>
                  <a:lnTo>
                    <a:pt x="600777" y="92462"/>
                  </a:lnTo>
                  <a:lnTo>
                    <a:pt x="601050" y="93214"/>
                  </a:lnTo>
                  <a:lnTo>
                    <a:pt x="600056" y="94031"/>
                  </a:lnTo>
                  <a:lnTo>
                    <a:pt x="599963" y="94695"/>
                  </a:lnTo>
                  <a:lnTo>
                    <a:pt x="600003" y="95359"/>
                  </a:lnTo>
                  <a:lnTo>
                    <a:pt x="600210" y="95477"/>
                  </a:lnTo>
                  <a:lnTo>
                    <a:pt x="600522" y="95277"/>
                  </a:lnTo>
                  <a:lnTo>
                    <a:pt x="600562" y="96255"/>
                  </a:lnTo>
                  <a:lnTo>
                    <a:pt x="602142" y="96325"/>
                  </a:lnTo>
                  <a:lnTo>
                    <a:pt x="602726" y="96826"/>
                  </a:lnTo>
                  <a:lnTo>
                    <a:pt x="603759" y="97115"/>
                  </a:lnTo>
                  <a:lnTo>
                    <a:pt x="606192" y="96951"/>
                  </a:lnTo>
                  <a:lnTo>
                    <a:pt x="608448" y="96224"/>
                  </a:lnTo>
                  <a:lnTo>
                    <a:pt x="608108" y="95013"/>
                  </a:lnTo>
                  <a:lnTo>
                    <a:pt x="608117" y="93828"/>
                  </a:lnTo>
                  <a:lnTo>
                    <a:pt x="609749" y="93867"/>
                  </a:lnTo>
                  <a:lnTo>
                    <a:pt x="610216" y="93437"/>
                  </a:lnTo>
                  <a:lnTo>
                    <a:pt x="610789" y="94565"/>
                  </a:lnTo>
                  <a:lnTo>
                    <a:pt x="611780" y="95588"/>
                  </a:lnTo>
                  <a:lnTo>
                    <a:pt x="616145" y="95892"/>
                  </a:lnTo>
                  <a:lnTo>
                    <a:pt x="617782" y="96535"/>
                  </a:lnTo>
                  <a:lnTo>
                    <a:pt x="620159" y="98058"/>
                  </a:lnTo>
                  <a:lnTo>
                    <a:pt x="623631" y="99261"/>
                  </a:lnTo>
                  <a:lnTo>
                    <a:pt x="618327" y="101365"/>
                  </a:lnTo>
                  <a:lnTo>
                    <a:pt x="616863" y="101745"/>
                  </a:lnTo>
                  <a:lnTo>
                    <a:pt x="614940" y="102824"/>
                  </a:lnTo>
                  <a:lnTo>
                    <a:pt x="616399" y="105057"/>
                  </a:lnTo>
                  <a:lnTo>
                    <a:pt x="617274" y="108495"/>
                  </a:lnTo>
                  <a:lnTo>
                    <a:pt x="617621" y="109112"/>
                  </a:lnTo>
                  <a:lnTo>
                    <a:pt x="616450" y="113808"/>
                  </a:lnTo>
                  <a:lnTo>
                    <a:pt x="616138" y="116354"/>
                  </a:lnTo>
                  <a:lnTo>
                    <a:pt x="616143" y="118613"/>
                  </a:lnTo>
                  <a:lnTo>
                    <a:pt x="618336" y="123285"/>
                  </a:lnTo>
                  <a:lnTo>
                    <a:pt x="614986" y="121454"/>
                  </a:lnTo>
                  <a:lnTo>
                    <a:pt x="614238" y="121391"/>
                  </a:lnTo>
                  <a:lnTo>
                    <a:pt x="615301" y="123562"/>
                  </a:lnTo>
                  <a:lnTo>
                    <a:pt x="615586" y="124788"/>
                  </a:lnTo>
                  <a:lnTo>
                    <a:pt x="616392" y="125947"/>
                  </a:lnTo>
                  <a:lnTo>
                    <a:pt x="616835" y="127191"/>
                  </a:lnTo>
                  <a:lnTo>
                    <a:pt x="616461" y="128383"/>
                  </a:lnTo>
                  <a:lnTo>
                    <a:pt x="616438" y="130800"/>
                  </a:lnTo>
                  <a:lnTo>
                    <a:pt x="614880" y="134862"/>
                  </a:lnTo>
                  <a:lnTo>
                    <a:pt x="613871" y="135831"/>
                  </a:lnTo>
                  <a:lnTo>
                    <a:pt x="613981" y="135960"/>
                  </a:lnTo>
                  <a:lnTo>
                    <a:pt x="613206" y="137653"/>
                  </a:lnTo>
                  <a:lnTo>
                    <a:pt x="612880" y="137540"/>
                  </a:lnTo>
                  <a:lnTo>
                    <a:pt x="612774" y="137968"/>
                  </a:lnTo>
                  <a:lnTo>
                    <a:pt x="611584" y="137442"/>
                  </a:lnTo>
                  <a:lnTo>
                    <a:pt x="611097" y="136282"/>
                  </a:lnTo>
                  <a:lnTo>
                    <a:pt x="609699" y="135430"/>
                  </a:lnTo>
                  <a:lnTo>
                    <a:pt x="608373" y="133660"/>
                  </a:lnTo>
                  <a:lnTo>
                    <a:pt x="602984" y="132468"/>
                  </a:lnTo>
                  <a:lnTo>
                    <a:pt x="599214" y="133206"/>
                  </a:lnTo>
                  <a:lnTo>
                    <a:pt x="598819" y="132278"/>
                  </a:lnTo>
                  <a:lnTo>
                    <a:pt x="597532" y="130765"/>
                  </a:lnTo>
                  <a:lnTo>
                    <a:pt x="596455" y="130057"/>
                  </a:lnTo>
                  <a:lnTo>
                    <a:pt x="594884" y="129877"/>
                  </a:lnTo>
                  <a:lnTo>
                    <a:pt x="592593" y="130067"/>
                  </a:lnTo>
                  <a:lnTo>
                    <a:pt x="591233" y="131603"/>
                  </a:lnTo>
                  <a:lnTo>
                    <a:pt x="590922" y="133611"/>
                  </a:lnTo>
                  <a:lnTo>
                    <a:pt x="591097" y="134394"/>
                  </a:lnTo>
                  <a:lnTo>
                    <a:pt x="590834" y="134947"/>
                  </a:lnTo>
                  <a:lnTo>
                    <a:pt x="591114" y="135256"/>
                  </a:lnTo>
                  <a:lnTo>
                    <a:pt x="590314" y="136410"/>
                  </a:lnTo>
                  <a:lnTo>
                    <a:pt x="590660" y="137122"/>
                  </a:lnTo>
                  <a:lnTo>
                    <a:pt x="590546" y="137288"/>
                  </a:lnTo>
                  <a:lnTo>
                    <a:pt x="590858" y="137539"/>
                  </a:lnTo>
                  <a:lnTo>
                    <a:pt x="590911" y="137753"/>
                  </a:lnTo>
                  <a:lnTo>
                    <a:pt x="590717" y="137805"/>
                  </a:lnTo>
                  <a:lnTo>
                    <a:pt x="591215" y="138095"/>
                  </a:lnTo>
                  <a:lnTo>
                    <a:pt x="591313" y="138424"/>
                  </a:lnTo>
                  <a:lnTo>
                    <a:pt x="591484" y="138369"/>
                  </a:lnTo>
                  <a:lnTo>
                    <a:pt x="591362" y="138831"/>
                  </a:lnTo>
                  <a:lnTo>
                    <a:pt x="591838" y="139349"/>
                  </a:lnTo>
                  <a:lnTo>
                    <a:pt x="591186" y="139508"/>
                  </a:lnTo>
                  <a:lnTo>
                    <a:pt x="590567" y="139290"/>
                  </a:lnTo>
                  <a:lnTo>
                    <a:pt x="590230" y="139914"/>
                  </a:lnTo>
                  <a:lnTo>
                    <a:pt x="589638" y="139742"/>
                  </a:lnTo>
                  <a:lnTo>
                    <a:pt x="589229" y="140116"/>
                  </a:lnTo>
                  <a:lnTo>
                    <a:pt x="588839" y="140015"/>
                  </a:lnTo>
                  <a:lnTo>
                    <a:pt x="588323" y="140434"/>
                  </a:lnTo>
                  <a:lnTo>
                    <a:pt x="587143" y="140627"/>
                  </a:lnTo>
                  <a:lnTo>
                    <a:pt x="585377" y="142102"/>
                  </a:lnTo>
                  <a:lnTo>
                    <a:pt x="583666" y="142508"/>
                  </a:lnTo>
                  <a:lnTo>
                    <a:pt x="584862" y="146445"/>
                  </a:lnTo>
                  <a:lnTo>
                    <a:pt x="584797" y="148826"/>
                  </a:lnTo>
                  <a:lnTo>
                    <a:pt x="585649" y="150102"/>
                  </a:lnTo>
                  <a:lnTo>
                    <a:pt x="586044" y="151334"/>
                  </a:lnTo>
                  <a:lnTo>
                    <a:pt x="587756" y="152590"/>
                  </a:lnTo>
                  <a:lnTo>
                    <a:pt x="588402" y="153578"/>
                  </a:lnTo>
                  <a:lnTo>
                    <a:pt x="589222" y="154240"/>
                  </a:lnTo>
                  <a:lnTo>
                    <a:pt x="589867" y="155998"/>
                  </a:lnTo>
                  <a:lnTo>
                    <a:pt x="592278" y="156396"/>
                  </a:lnTo>
                  <a:lnTo>
                    <a:pt x="594050" y="156092"/>
                  </a:lnTo>
                  <a:lnTo>
                    <a:pt x="594408" y="156478"/>
                  </a:lnTo>
                  <a:lnTo>
                    <a:pt x="593445" y="157018"/>
                  </a:lnTo>
                  <a:lnTo>
                    <a:pt x="593740" y="158003"/>
                  </a:lnTo>
                  <a:lnTo>
                    <a:pt x="593120" y="158836"/>
                  </a:lnTo>
                  <a:lnTo>
                    <a:pt x="592877" y="160196"/>
                  </a:lnTo>
                  <a:lnTo>
                    <a:pt x="591610" y="161659"/>
                  </a:lnTo>
                  <a:lnTo>
                    <a:pt x="591529" y="161955"/>
                  </a:lnTo>
                  <a:lnTo>
                    <a:pt x="591842" y="162605"/>
                  </a:lnTo>
                  <a:lnTo>
                    <a:pt x="591511" y="163216"/>
                  </a:lnTo>
                  <a:lnTo>
                    <a:pt x="591679" y="163560"/>
                  </a:lnTo>
                  <a:lnTo>
                    <a:pt x="590984" y="164064"/>
                  </a:lnTo>
                  <a:lnTo>
                    <a:pt x="591026" y="164244"/>
                  </a:lnTo>
                  <a:lnTo>
                    <a:pt x="590722" y="164240"/>
                  </a:lnTo>
                  <a:lnTo>
                    <a:pt x="590627" y="164528"/>
                  </a:lnTo>
                  <a:lnTo>
                    <a:pt x="590903" y="165088"/>
                  </a:lnTo>
                  <a:lnTo>
                    <a:pt x="590495" y="165302"/>
                  </a:lnTo>
                  <a:lnTo>
                    <a:pt x="590866" y="165846"/>
                  </a:lnTo>
                  <a:lnTo>
                    <a:pt x="590479" y="166014"/>
                  </a:lnTo>
                  <a:lnTo>
                    <a:pt x="590663" y="166166"/>
                  </a:lnTo>
                  <a:lnTo>
                    <a:pt x="586774" y="166544"/>
                  </a:lnTo>
                  <a:lnTo>
                    <a:pt x="584890" y="166185"/>
                  </a:lnTo>
                  <a:lnTo>
                    <a:pt x="583171" y="166282"/>
                  </a:lnTo>
                  <a:lnTo>
                    <a:pt x="582724" y="165398"/>
                  </a:lnTo>
                  <a:lnTo>
                    <a:pt x="581443" y="165719"/>
                  </a:lnTo>
                  <a:lnTo>
                    <a:pt x="581267" y="166509"/>
                  </a:lnTo>
                  <a:lnTo>
                    <a:pt x="576117" y="166922"/>
                  </a:lnTo>
                  <a:lnTo>
                    <a:pt x="575522" y="165439"/>
                  </a:lnTo>
                  <a:lnTo>
                    <a:pt x="574227" y="166456"/>
                  </a:lnTo>
                  <a:lnTo>
                    <a:pt x="570905" y="167064"/>
                  </a:lnTo>
                  <a:lnTo>
                    <a:pt x="571358" y="169626"/>
                  </a:lnTo>
                  <a:lnTo>
                    <a:pt x="571881" y="170382"/>
                  </a:lnTo>
                  <a:lnTo>
                    <a:pt x="572520" y="172785"/>
                  </a:lnTo>
                  <a:lnTo>
                    <a:pt x="573544" y="172695"/>
                  </a:lnTo>
                  <a:lnTo>
                    <a:pt x="573445" y="174182"/>
                  </a:lnTo>
                  <a:lnTo>
                    <a:pt x="572787" y="175657"/>
                  </a:lnTo>
                  <a:lnTo>
                    <a:pt x="574649" y="176480"/>
                  </a:lnTo>
                  <a:lnTo>
                    <a:pt x="574509" y="178466"/>
                  </a:lnTo>
                  <a:lnTo>
                    <a:pt x="573527" y="178815"/>
                  </a:lnTo>
                  <a:lnTo>
                    <a:pt x="572841" y="178640"/>
                  </a:lnTo>
                  <a:lnTo>
                    <a:pt x="571824" y="178951"/>
                  </a:lnTo>
                  <a:lnTo>
                    <a:pt x="569090" y="179068"/>
                  </a:lnTo>
                  <a:lnTo>
                    <a:pt x="569033" y="178438"/>
                  </a:lnTo>
                  <a:lnTo>
                    <a:pt x="569491" y="177358"/>
                  </a:lnTo>
                  <a:lnTo>
                    <a:pt x="568204" y="177627"/>
                  </a:lnTo>
                  <a:lnTo>
                    <a:pt x="566518" y="178319"/>
                  </a:lnTo>
                  <a:lnTo>
                    <a:pt x="564889" y="179402"/>
                  </a:lnTo>
                  <a:lnTo>
                    <a:pt x="564223" y="179475"/>
                  </a:lnTo>
                  <a:lnTo>
                    <a:pt x="564259" y="180221"/>
                  </a:lnTo>
                  <a:lnTo>
                    <a:pt x="562172" y="181749"/>
                  </a:lnTo>
                  <a:lnTo>
                    <a:pt x="561432" y="182011"/>
                  </a:lnTo>
                  <a:lnTo>
                    <a:pt x="560856" y="181924"/>
                  </a:lnTo>
                  <a:lnTo>
                    <a:pt x="560029" y="182172"/>
                  </a:lnTo>
                  <a:lnTo>
                    <a:pt x="559779" y="181582"/>
                  </a:lnTo>
                  <a:lnTo>
                    <a:pt x="559908" y="179638"/>
                  </a:lnTo>
                  <a:lnTo>
                    <a:pt x="559519" y="179739"/>
                  </a:lnTo>
                  <a:lnTo>
                    <a:pt x="559388" y="180434"/>
                  </a:lnTo>
                  <a:lnTo>
                    <a:pt x="558779" y="180832"/>
                  </a:lnTo>
                  <a:lnTo>
                    <a:pt x="558805" y="181115"/>
                  </a:lnTo>
                  <a:lnTo>
                    <a:pt x="558132" y="181055"/>
                  </a:lnTo>
                  <a:lnTo>
                    <a:pt x="557534" y="182131"/>
                  </a:lnTo>
                  <a:lnTo>
                    <a:pt x="556895" y="182475"/>
                  </a:lnTo>
                  <a:lnTo>
                    <a:pt x="555796" y="181207"/>
                  </a:lnTo>
                  <a:lnTo>
                    <a:pt x="554680" y="181189"/>
                  </a:lnTo>
                  <a:lnTo>
                    <a:pt x="553013" y="179749"/>
                  </a:lnTo>
                  <a:lnTo>
                    <a:pt x="551292" y="181525"/>
                  </a:lnTo>
                  <a:lnTo>
                    <a:pt x="547682" y="182983"/>
                  </a:lnTo>
                  <a:lnTo>
                    <a:pt x="544992" y="186149"/>
                  </a:lnTo>
                  <a:lnTo>
                    <a:pt x="543031" y="186417"/>
                  </a:lnTo>
                  <a:lnTo>
                    <a:pt x="542438" y="186149"/>
                  </a:lnTo>
                  <a:lnTo>
                    <a:pt x="541139" y="187579"/>
                  </a:lnTo>
                  <a:lnTo>
                    <a:pt x="540737" y="189767"/>
                  </a:lnTo>
                  <a:lnTo>
                    <a:pt x="541739" y="189980"/>
                  </a:lnTo>
                  <a:lnTo>
                    <a:pt x="540616" y="192920"/>
                  </a:lnTo>
                  <a:lnTo>
                    <a:pt x="543898" y="193432"/>
                  </a:lnTo>
                  <a:lnTo>
                    <a:pt x="544305" y="191915"/>
                  </a:lnTo>
                  <a:lnTo>
                    <a:pt x="546807" y="193308"/>
                  </a:lnTo>
                  <a:lnTo>
                    <a:pt x="548460" y="196295"/>
                  </a:lnTo>
                  <a:lnTo>
                    <a:pt x="549478" y="197523"/>
                  </a:lnTo>
                  <a:lnTo>
                    <a:pt x="547808" y="198065"/>
                  </a:lnTo>
                  <a:lnTo>
                    <a:pt x="549076" y="198932"/>
                  </a:lnTo>
                  <a:lnTo>
                    <a:pt x="549399" y="198934"/>
                  </a:lnTo>
                  <a:lnTo>
                    <a:pt x="550520" y="200149"/>
                  </a:lnTo>
                  <a:lnTo>
                    <a:pt x="551999" y="201114"/>
                  </a:lnTo>
                  <a:lnTo>
                    <a:pt x="551934" y="202474"/>
                  </a:lnTo>
                  <a:lnTo>
                    <a:pt x="550657" y="204333"/>
                  </a:lnTo>
                  <a:lnTo>
                    <a:pt x="547940" y="207137"/>
                  </a:lnTo>
                  <a:lnTo>
                    <a:pt x="545508" y="210370"/>
                  </a:lnTo>
                  <a:lnTo>
                    <a:pt x="544446" y="211172"/>
                  </a:lnTo>
                  <a:lnTo>
                    <a:pt x="544057" y="211793"/>
                  </a:lnTo>
                  <a:lnTo>
                    <a:pt x="542811" y="214843"/>
                  </a:lnTo>
                  <a:lnTo>
                    <a:pt x="542959" y="215811"/>
                  </a:lnTo>
                  <a:lnTo>
                    <a:pt x="542213" y="219931"/>
                  </a:lnTo>
                  <a:lnTo>
                    <a:pt x="545263" y="221403"/>
                  </a:lnTo>
                  <a:lnTo>
                    <a:pt x="545834" y="222032"/>
                  </a:lnTo>
                  <a:lnTo>
                    <a:pt x="541726" y="224295"/>
                  </a:lnTo>
                  <a:lnTo>
                    <a:pt x="539820" y="225769"/>
                  </a:lnTo>
                  <a:lnTo>
                    <a:pt x="535675" y="228305"/>
                  </a:lnTo>
                  <a:lnTo>
                    <a:pt x="529417" y="232650"/>
                  </a:lnTo>
                  <a:lnTo>
                    <a:pt x="528235" y="233005"/>
                  </a:lnTo>
                  <a:lnTo>
                    <a:pt x="528539" y="234790"/>
                  </a:lnTo>
                  <a:lnTo>
                    <a:pt x="527716" y="237517"/>
                  </a:lnTo>
                  <a:lnTo>
                    <a:pt x="527723" y="238967"/>
                  </a:lnTo>
                  <a:lnTo>
                    <a:pt x="527431" y="239917"/>
                  </a:lnTo>
                  <a:lnTo>
                    <a:pt x="526469" y="241220"/>
                  </a:lnTo>
                  <a:lnTo>
                    <a:pt x="524736" y="241577"/>
                  </a:lnTo>
                  <a:lnTo>
                    <a:pt x="525065" y="242795"/>
                  </a:lnTo>
                  <a:lnTo>
                    <a:pt x="524824" y="243468"/>
                  </a:lnTo>
                  <a:lnTo>
                    <a:pt x="523834" y="244804"/>
                  </a:lnTo>
                  <a:lnTo>
                    <a:pt x="523010" y="245223"/>
                  </a:lnTo>
                  <a:lnTo>
                    <a:pt x="523089" y="247385"/>
                  </a:lnTo>
                  <a:lnTo>
                    <a:pt x="521940" y="247537"/>
                  </a:lnTo>
                  <a:lnTo>
                    <a:pt x="522044" y="249403"/>
                  </a:lnTo>
                  <a:lnTo>
                    <a:pt x="521569" y="249454"/>
                  </a:lnTo>
                  <a:lnTo>
                    <a:pt x="521602" y="250977"/>
                  </a:lnTo>
                  <a:lnTo>
                    <a:pt x="521326" y="251121"/>
                  </a:lnTo>
                  <a:lnTo>
                    <a:pt x="520839" y="252261"/>
                  </a:lnTo>
                  <a:lnTo>
                    <a:pt x="519730" y="252168"/>
                  </a:lnTo>
                  <a:lnTo>
                    <a:pt x="518821" y="252585"/>
                  </a:lnTo>
                  <a:lnTo>
                    <a:pt x="517368" y="254171"/>
                  </a:lnTo>
                  <a:lnTo>
                    <a:pt x="514384" y="255244"/>
                  </a:lnTo>
                  <a:lnTo>
                    <a:pt x="511901" y="257055"/>
                  </a:lnTo>
                  <a:lnTo>
                    <a:pt x="512541" y="257786"/>
                  </a:lnTo>
                  <a:lnTo>
                    <a:pt x="513950" y="261584"/>
                  </a:lnTo>
                  <a:lnTo>
                    <a:pt x="518125" y="264361"/>
                  </a:lnTo>
                  <a:lnTo>
                    <a:pt x="520791" y="268087"/>
                  </a:lnTo>
                  <a:lnTo>
                    <a:pt x="522463" y="269317"/>
                  </a:lnTo>
                  <a:lnTo>
                    <a:pt x="522806" y="269947"/>
                  </a:lnTo>
                  <a:lnTo>
                    <a:pt x="523472" y="273093"/>
                  </a:lnTo>
                  <a:lnTo>
                    <a:pt x="523885" y="272913"/>
                  </a:lnTo>
                  <a:lnTo>
                    <a:pt x="524347" y="274145"/>
                  </a:lnTo>
                  <a:lnTo>
                    <a:pt x="524745" y="274532"/>
                  </a:lnTo>
                  <a:lnTo>
                    <a:pt x="525315" y="274636"/>
                  </a:lnTo>
                  <a:lnTo>
                    <a:pt x="526301" y="274431"/>
                  </a:lnTo>
                  <a:lnTo>
                    <a:pt x="528065" y="273599"/>
                  </a:lnTo>
                  <a:lnTo>
                    <a:pt x="528507" y="274553"/>
                  </a:lnTo>
                  <a:lnTo>
                    <a:pt x="529999" y="276246"/>
                  </a:lnTo>
                  <a:lnTo>
                    <a:pt x="531265" y="279218"/>
                  </a:lnTo>
                  <a:lnTo>
                    <a:pt x="531537" y="280851"/>
                  </a:lnTo>
                  <a:lnTo>
                    <a:pt x="531448" y="283146"/>
                  </a:lnTo>
                  <a:lnTo>
                    <a:pt x="530621" y="286770"/>
                  </a:lnTo>
                  <a:lnTo>
                    <a:pt x="530247" y="292862"/>
                  </a:lnTo>
                  <a:lnTo>
                    <a:pt x="530508" y="297424"/>
                  </a:lnTo>
                  <a:lnTo>
                    <a:pt x="530053" y="297515"/>
                  </a:lnTo>
                  <a:lnTo>
                    <a:pt x="530175" y="298300"/>
                  </a:lnTo>
                  <a:lnTo>
                    <a:pt x="532100" y="307950"/>
                  </a:lnTo>
                  <a:lnTo>
                    <a:pt x="537430" y="307108"/>
                  </a:lnTo>
                  <a:lnTo>
                    <a:pt x="537129" y="309648"/>
                  </a:lnTo>
                  <a:lnTo>
                    <a:pt x="537458" y="309539"/>
                  </a:lnTo>
                  <a:lnTo>
                    <a:pt x="537431" y="309918"/>
                  </a:lnTo>
                  <a:lnTo>
                    <a:pt x="536857" y="311341"/>
                  </a:lnTo>
                  <a:lnTo>
                    <a:pt x="536881" y="314548"/>
                  </a:lnTo>
                  <a:lnTo>
                    <a:pt x="536157" y="317881"/>
                  </a:lnTo>
                  <a:lnTo>
                    <a:pt x="535806" y="321968"/>
                  </a:lnTo>
                  <a:lnTo>
                    <a:pt x="535163" y="323871"/>
                  </a:lnTo>
                  <a:lnTo>
                    <a:pt x="535699" y="328352"/>
                  </a:lnTo>
                  <a:lnTo>
                    <a:pt x="535833" y="328890"/>
                  </a:lnTo>
                  <a:lnTo>
                    <a:pt x="536312" y="328924"/>
                  </a:lnTo>
                  <a:lnTo>
                    <a:pt x="537493" y="329795"/>
                  </a:lnTo>
                  <a:lnTo>
                    <a:pt x="539521" y="331963"/>
                  </a:lnTo>
                  <a:lnTo>
                    <a:pt x="540483" y="333906"/>
                  </a:lnTo>
                  <a:lnTo>
                    <a:pt x="541435" y="335107"/>
                  </a:lnTo>
                  <a:lnTo>
                    <a:pt x="543851" y="334123"/>
                  </a:lnTo>
                  <a:lnTo>
                    <a:pt x="544410" y="334652"/>
                  </a:lnTo>
                  <a:lnTo>
                    <a:pt x="543167" y="335276"/>
                  </a:lnTo>
                  <a:lnTo>
                    <a:pt x="544043" y="335912"/>
                  </a:lnTo>
                  <a:lnTo>
                    <a:pt x="543782" y="336251"/>
                  </a:lnTo>
                  <a:lnTo>
                    <a:pt x="545354" y="337657"/>
                  </a:lnTo>
                  <a:lnTo>
                    <a:pt x="546006" y="337026"/>
                  </a:lnTo>
                  <a:lnTo>
                    <a:pt x="546807" y="338196"/>
                  </a:lnTo>
                  <a:lnTo>
                    <a:pt x="546933" y="338810"/>
                  </a:lnTo>
                  <a:lnTo>
                    <a:pt x="547454" y="338791"/>
                  </a:lnTo>
                  <a:lnTo>
                    <a:pt x="551049" y="338059"/>
                  </a:lnTo>
                  <a:lnTo>
                    <a:pt x="552747" y="337281"/>
                  </a:lnTo>
                  <a:lnTo>
                    <a:pt x="552598" y="339229"/>
                  </a:lnTo>
                  <a:lnTo>
                    <a:pt x="552922" y="339938"/>
                  </a:lnTo>
                  <a:lnTo>
                    <a:pt x="554202" y="339969"/>
                  </a:lnTo>
                  <a:lnTo>
                    <a:pt x="554011" y="341404"/>
                  </a:lnTo>
                  <a:lnTo>
                    <a:pt x="552590" y="343163"/>
                  </a:lnTo>
                  <a:lnTo>
                    <a:pt x="552592" y="343739"/>
                  </a:lnTo>
                  <a:lnTo>
                    <a:pt x="554165" y="344784"/>
                  </a:lnTo>
                  <a:lnTo>
                    <a:pt x="555803" y="344967"/>
                  </a:lnTo>
                  <a:lnTo>
                    <a:pt x="557433" y="344028"/>
                  </a:lnTo>
                  <a:lnTo>
                    <a:pt x="558410" y="347351"/>
                  </a:lnTo>
                  <a:lnTo>
                    <a:pt x="560933" y="347157"/>
                  </a:lnTo>
                  <a:lnTo>
                    <a:pt x="560837" y="346124"/>
                  </a:lnTo>
                  <a:lnTo>
                    <a:pt x="564273" y="346554"/>
                  </a:lnTo>
                  <a:lnTo>
                    <a:pt x="564281" y="346824"/>
                  </a:lnTo>
                  <a:lnTo>
                    <a:pt x="566947" y="347277"/>
                  </a:lnTo>
                  <a:lnTo>
                    <a:pt x="567043" y="349799"/>
                  </a:lnTo>
                  <a:lnTo>
                    <a:pt x="567983" y="351070"/>
                  </a:lnTo>
                  <a:lnTo>
                    <a:pt x="566713" y="351192"/>
                  </a:lnTo>
                  <a:lnTo>
                    <a:pt x="566185" y="353138"/>
                  </a:lnTo>
                  <a:lnTo>
                    <a:pt x="565363" y="353143"/>
                  </a:lnTo>
                  <a:lnTo>
                    <a:pt x="564997" y="354463"/>
                  </a:lnTo>
                  <a:lnTo>
                    <a:pt x="562649" y="353959"/>
                  </a:lnTo>
                  <a:lnTo>
                    <a:pt x="562429" y="355619"/>
                  </a:lnTo>
                  <a:lnTo>
                    <a:pt x="561517" y="356029"/>
                  </a:lnTo>
                  <a:lnTo>
                    <a:pt x="560717" y="355733"/>
                  </a:lnTo>
                  <a:lnTo>
                    <a:pt x="560090" y="356848"/>
                  </a:lnTo>
                  <a:lnTo>
                    <a:pt x="559010" y="356349"/>
                  </a:lnTo>
                  <a:lnTo>
                    <a:pt x="557831" y="357908"/>
                  </a:lnTo>
                  <a:lnTo>
                    <a:pt x="557360" y="357705"/>
                  </a:lnTo>
                  <a:lnTo>
                    <a:pt x="557127" y="358394"/>
                  </a:lnTo>
                  <a:lnTo>
                    <a:pt x="554711" y="357489"/>
                  </a:lnTo>
                  <a:lnTo>
                    <a:pt x="553942" y="358610"/>
                  </a:lnTo>
                  <a:lnTo>
                    <a:pt x="553143" y="360540"/>
                  </a:lnTo>
                  <a:lnTo>
                    <a:pt x="551264" y="360548"/>
                  </a:lnTo>
                  <a:lnTo>
                    <a:pt x="550397" y="361771"/>
                  </a:lnTo>
                  <a:lnTo>
                    <a:pt x="550225" y="362687"/>
                  </a:lnTo>
                  <a:lnTo>
                    <a:pt x="550638" y="362643"/>
                  </a:lnTo>
                  <a:lnTo>
                    <a:pt x="550196" y="364235"/>
                  </a:lnTo>
                  <a:lnTo>
                    <a:pt x="548609" y="364474"/>
                  </a:lnTo>
                  <a:lnTo>
                    <a:pt x="552237" y="364939"/>
                  </a:lnTo>
                  <a:lnTo>
                    <a:pt x="553283" y="365262"/>
                  </a:lnTo>
                  <a:lnTo>
                    <a:pt x="554729" y="365032"/>
                  </a:lnTo>
                  <a:lnTo>
                    <a:pt x="552929" y="368202"/>
                  </a:lnTo>
                  <a:lnTo>
                    <a:pt x="554736" y="367798"/>
                  </a:lnTo>
                  <a:lnTo>
                    <a:pt x="556554" y="367971"/>
                  </a:lnTo>
                  <a:lnTo>
                    <a:pt x="558244" y="369201"/>
                  </a:lnTo>
                  <a:lnTo>
                    <a:pt x="559983" y="369929"/>
                  </a:lnTo>
                  <a:lnTo>
                    <a:pt x="560398" y="370391"/>
                  </a:lnTo>
                  <a:lnTo>
                    <a:pt x="560654" y="371358"/>
                  </a:lnTo>
                  <a:lnTo>
                    <a:pt x="564582" y="370811"/>
                  </a:lnTo>
                  <a:lnTo>
                    <a:pt x="568178" y="369534"/>
                  </a:lnTo>
                  <a:lnTo>
                    <a:pt x="568609" y="370604"/>
                  </a:lnTo>
                  <a:lnTo>
                    <a:pt x="570032" y="369740"/>
                  </a:lnTo>
                  <a:lnTo>
                    <a:pt x="569872" y="369239"/>
                  </a:lnTo>
                  <a:lnTo>
                    <a:pt x="570150" y="368499"/>
                  </a:lnTo>
                  <a:lnTo>
                    <a:pt x="569442" y="366679"/>
                  </a:lnTo>
                  <a:lnTo>
                    <a:pt x="572126" y="366370"/>
                  </a:lnTo>
                  <a:lnTo>
                    <a:pt x="571552" y="364967"/>
                  </a:lnTo>
                  <a:lnTo>
                    <a:pt x="571221" y="363351"/>
                  </a:lnTo>
                  <a:lnTo>
                    <a:pt x="570472" y="362998"/>
                  </a:lnTo>
                  <a:lnTo>
                    <a:pt x="570099" y="359924"/>
                  </a:lnTo>
                  <a:lnTo>
                    <a:pt x="571735" y="359762"/>
                  </a:lnTo>
                  <a:lnTo>
                    <a:pt x="574793" y="359435"/>
                  </a:lnTo>
                  <a:lnTo>
                    <a:pt x="579174" y="360359"/>
                  </a:lnTo>
                  <a:lnTo>
                    <a:pt x="578170" y="362226"/>
                  </a:lnTo>
                  <a:lnTo>
                    <a:pt x="577044" y="361939"/>
                  </a:lnTo>
                  <a:lnTo>
                    <a:pt x="576318" y="363355"/>
                  </a:lnTo>
                  <a:lnTo>
                    <a:pt x="580364" y="366372"/>
                  </a:lnTo>
                  <a:lnTo>
                    <a:pt x="581363" y="364725"/>
                  </a:lnTo>
                  <a:lnTo>
                    <a:pt x="584804" y="367681"/>
                  </a:lnTo>
                  <a:lnTo>
                    <a:pt x="585938" y="366798"/>
                  </a:lnTo>
                  <a:lnTo>
                    <a:pt x="586943" y="366694"/>
                  </a:lnTo>
                  <a:lnTo>
                    <a:pt x="587084" y="366413"/>
                  </a:lnTo>
                  <a:lnTo>
                    <a:pt x="588396" y="367146"/>
                  </a:lnTo>
                  <a:lnTo>
                    <a:pt x="587430" y="369246"/>
                  </a:lnTo>
                  <a:lnTo>
                    <a:pt x="588352" y="369768"/>
                  </a:lnTo>
                  <a:lnTo>
                    <a:pt x="589057" y="369959"/>
                  </a:lnTo>
                  <a:lnTo>
                    <a:pt x="589592" y="368561"/>
                  </a:lnTo>
                  <a:lnTo>
                    <a:pt x="590787" y="366724"/>
                  </a:lnTo>
                  <a:lnTo>
                    <a:pt x="592452" y="367533"/>
                  </a:lnTo>
                  <a:lnTo>
                    <a:pt x="593365" y="368259"/>
                  </a:lnTo>
                  <a:lnTo>
                    <a:pt x="592517" y="369338"/>
                  </a:lnTo>
                  <a:lnTo>
                    <a:pt x="596248" y="369681"/>
                  </a:lnTo>
                  <a:lnTo>
                    <a:pt x="596116" y="368385"/>
                  </a:lnTo>
                  <a:lnTo>
                    <a:pt x="596413" y="368480"/>
                  </a:lnTo>
                  <a:lnTo>
                    <a:pt x="596383" y="369629"/>
                  </a:lnTo>
                  <a:lnTo>
                    <a:pt x="596599" y="370280"/>
                  </a:lnTo>
                  <a:lnTo>
                    <a:pt x="598486" y="370499"/>
                  </a:lnTo>
                  <a:lnTo>
                    <a:pt x="600600" y="370234"/>
                  </a:lnTo>
                  <a:lnTo>
                    <a:pt x="604182" y="370785"/>
                  </a:lnTo>
                  <a:lnTo>
                    <a:pt x="603477" y="365672"/>
                  </a:lnTo>
                  <a:lnTo>
                    <a:pt x="603463" y="363533"/>
                  </a:lnTo>
                  <a:lnTo>
                    <a:pt x="604952" y="363508"/>
                  </a:lnTo>
                  <a:lnTo>
                    <a:pt x="605205" y="363481"/>
                  </a:lnTo>
                  <a:lnTo>
                    <a:pt x="605532" y="364562"/>
                  </a:lnTo>
                  <a:lnTo>
                    <a:pt x="606180" y="365159"/>
                  </a:lnTo>
                  <a:lnTo>
                    <a:pt x="606477" y="366684"/>
                  </a:lnTo>
                  <a:lnTo>
                    <a:pt x="607930" y="370090"/>
                  </a:lnTo>
                  <a:lnTo>
                    <a:pt x="608651" y="369904"/>
                  </a:lnTo>
                  <a:lnTo>
                    <a:pt x="610589" y="368818"/>
                  </a:lnTo>
                  <a:lnTo>
                    <a:pt x="612507" y="368370"/>
                  </a:lnTo>
                  <a:lnTo>
                    <a:pt x="613610" y="368424"/>
                  </a:lnTo>
                  <a:lnTo>
                    <a:pt x="614200" y="368195"/>
                  </a:lnTo>
                  <a:lnTo>
                    <a:pt x="616119" y="368062"/>
                  </a:lnTo>
                  <a:lnTo>
                    <a:pt x="617346" y="372163"/>
                  </a:lnTo>
                  <a:lnTo>
                    <a:pt x="616404" y="372493"/>
                  </a:lnTo>
                  <a:lnTo>
                    <a:pt x="616738" y="373807"/>
                  </a:lnTo>
                  <a:lnTo>
                    <a:pt x="613903" y="374324"/>
                  </a:lnTo>
                  <a:lnTo>
                    <a:pt x="614112" y="373599"/>
                  </a:lnTo>
                  <a:lnTo>
                    <a:pt x="612710" y="373954"/>
                  </a:lnTo>
                  <a:lnTo>
                    <a:pt x="609268" y="373895"/>
                  </a:lnTo>
                  <a:lnTo>
                    <a:pt x="608345" y="374178"/>
                  </a:lnTo>
                  <a:lnTo>
                    <a:pt x="607783" y="374846"/>
                  </a:lnTo>
                  <a:lnTo>
                    <a:pt x="606679" y="374842"/>
                  </a:lnTo>
                  <a:lnTo>
                    <a:pt x="606928" y="375919"/>
                  </a:lnTo>
                  <a:lnTo>
                    <a:pt x="606186" y="375958"/>
                  </a:lnTo>
                  <a:lnTo>
                    <a:pt x="606074" y="377655"/>
                  </a:lnTo>
                  <a:lnTo>
                    <a:pt x="606828" y="380570"/>
                  </a:lnTo>
                  <a:lnTo>
                    <a:pt x="606394" y="380925"/>
                  </a:lnTo>
                  <a:lnTo>
                    <a:pt x="606909" y="381743"/>
                  </a:lnTo>
                  <a:lnTo>
                    <a:pt x="610226" y="381827"/>
                  </a:lnTo>
                  <a:lnTo>
                    <a:pt x="611626" y="381398"/>
                  </a:lnTo>
                  <a:lnTo>
                    <a:pt x="611744" y="381071"/>
                  </a:lnTo>
                  <a:lnTo>
                    <a:pt x="612237" y="381038"/>
                  </a:lnTo>
                  <a:lnTo>
                    <a:pt x="612374" y="380778"/>
                  </a:lnTo>
                  <a:lnTo>
                    <a:pt x="613032" y="380796"/>
                  </a:lnTo>
                  <a:lnTo>
                    <a:pt x="613221" y="380605"/>
                  </a:lnTo>
                  <a:lnTo>
                    <a:pt x="613672" y="380578"/>
                  </a:lnTo>
                  <a:lnTo>
                    <a:pt x="613541" y="380888"/>
                  </a:lnTo>
                  <a:lnTo>
                    <a:pt x="615449" y="380928"/>
                  </a:lnTo>
                  <a:lnTo>
                    <a:pt x="615853" y="381275"/>
                  </a:lnTo>
                  <a:lnTo>
                    <a:pt x="615605" y="383884"/>
                  </a:lnTo>
                  <a:lnTo>
                    <a:pt x="615268" y="383894"/>
                  </a:lnTo>
                  <a:lnTo>
                    <a:pt x="615276" y="384540"/>
                  </a:lnTo>
                  <a:lnTo>
                    <a:pt x="612222" y="385171"/>
                  </a:lnTo>
                  <a:lnTo>
                    <a:pt x="610453" y="385592"/>
                  </a:lnTo>
                  <a:lnTo>
                    <a:pt x="608769" y="386833"/>
                  </a:lnTo>
                  <a:lnTo>
                    <a:pt x="604664" y="387992"/>
                  </a:lnTo>
                  <a:lnTo>
                    <a:pt x="603433" y="387579"/>
                  </a:lnTo>
                  <a:lnTo>
                    <a:pt x="603470" y="386831"/>
                  </a:lnTo>
                  <a:lnTo>
                    <a:pt x="601469" y="387116"/>
                  </a:lnTo>
                  <a:lnTo>
                    <a:pt x="601760" y="387967"/>
                  </a:lnTo>
                  <a:lnTo>
                    <a:pt x="601094" y="388894"/>
                  </a:lnTo>
                  <a:lnTo>
                    <a:pt x="601380" y="392175"/>
                  </a:lnTo>
                  <a:lnTo>
                    <a:pt x="600895" y="395173"/>
                  </a:lnTo>
                  <a:lnTo>
                    <a:pt x="602262" y="394854"/>
                  </a:lnTo>
                  <a:lnTo>
                    <a:pt x="602594" y="395125"/>
                  </a:lnTo>
                  <a:lnTo>
                    <a:pt x="603161" y="403255"/>
                  </a:lnTo>
                  <a:lnTo>
                    <a:pt x="602552" y="403423"/>
                  </a:lnTo>
                  <a:lnTo>
                    <a:pt x="602437" y="402365"/>
                  </a:lnTo>
                  <a:lnTo>
                    <a:pt x="601170" y="402388"/>
                  </a:lnTo>
                  <a:lnTo>
                    <a:pt x="600868" y="401997"/>
                  </a:lnTo>
                  <a:lnTo>
                    <a:pt x="597193" y="402488"/>
                  </a:lnTo>
                  <a:lnTo>
                    <a:pt x="595953" y="401993"/>
                  </a:lnTo>
                  <a:lnTo>
                    <a:pt x="594084" y="402871"/>
                  </a:lnTo>
                  <a:lnTo>
                    <a:pt x="593303" y="402842"/>
                  </a:lnTo>
                  <a:lnTo>
                    <a:pt x="592979" y="403525"/>
                  </a:lnTo>
                  <a:lnTo>
                    <a:pt x="591147" y="404175"/>
                  </a:lnTo>
                  <a:lnTo>
                    <a:pt x="590765" y="404613"/>
                  </a:lnTo>
                  <a:lnTo>
                    <a:pt x="587920" y="404861"/>
                  </a:lnTo>
                  <a:lnTo>
                    <a:pt x="587578" y="406711"/>
                  </a:lnTo>
                  <a:lnTo>
                    <a:pt x="588095" y="407177"/>
                  </a:lnTo>
                  <a:lnTo>
                    <a:pt x="588913" y="407349"/>
                  </a:lnTo>
                  <a:lnTo>
                    <a:pt x="589138" y="407660"/>
                  </a:lnTo>
                  <a:lnTo>
                    <a:pt x="588977" y="410629"/>
                  </a:lnTo>
                  <a:lnTo>
                    <a:pt x="588765" y="411392"/>
                  </a:lnTo>
                  <a:lnTo>
                    <a:pt x="588271" y="411708"/>
                  </a:lnTo>
                  <a:lnTo>
                    <a:pt x="581722" y="411810"/>
                  </a:lnTo>
                  <a:lnTo>
                    <a:pt x="580328" y="412705"/>
                  </a:lnTo>
                  <a:lnTo>
                    <a:pt x="576123" y="412760"/>
                  </a:lnTo>
                  <a:lnTo>
                    <a:pt x="574594" y="413110"/>
                  </a:lnTo>
                  <a:lnTo>
                    <a:pt x="573251" y="414333"/>
                  </a:lnTo>
                  <a:lnTo>
                    <a:pt x="572228" y="415622"/>
                  </a:lnTo>
                  <a:lnTo>
                    <a:pt x="572410" y="415885"/>
                  </a:lnTo>
                  <a:lnTo>
                    <a:pt x="572120" y="416159"/>
                  </a:lnTo>
                  <a:lnTo>
                    <a:pt x="570637" y="417247"/>
                  </a:lnTo>
                  <a:lnTo>
                    <a:pt x="570462" y="417059"/>
                  </a:lnTo>
                  <a:lnTo>
                    <a:pt x="569073" y="417495"/>
                  </a:lnTo>
                  <a:lnTo>
                    <a:pt x="567975" y="418445"/>
                  </a:lnTo>
                  <a:lnTo>
                    <a:pt x="568273" y="418570"/>
                  </a:lnTo>
                  <a:lnTo>
                    <a:pt x="568128" y="419026"/>
                  </a:lnTo>
                  <a:lnTo>
                    <a:pt x="568281" y="419403"/>
                  </a:lnTo>
                  <a:lnTo>
                    <a:pt x="567808" y="419644"/>
                  </a:lnTo>
                  <a:lnTo>
                    <a:pt x="568123" y="420359"/>
                  </a:lnTo>
                  <a:lnTo>
                    <a:pt x="568331" y="422276"/>
                  </a:lnTo>
                  <a:lnTo>
                    <a:pt x="566721" y="422339"/>
                  </a:lnTo>
                  <a:lnTo>
                    <a:pt x="565287" y="420996"/>
                  </a:lnTo>
                  <a:lnTo>
                    <a:pt x="561788" y="423593"/>
                  </a:lnTo>
                  <a:lnTo>
                    <a:pt x="558457" y="424316"/>
                  </a:lnTo>
                  <a:lnTo>
                    <a:pt x="550746" y="427819"/>
                  </a:lnTo>
                  <a:lnTo>
                    <a:pt x="547350" y="428498"/>
                  </a:lnTo>
                  <a:lnTo>
                    <a:pt x="543593" y="428928"/>
                  </a:lnTo>
                  <a:lnTo>
                    <a:pt x="542080" y="429486"/>
                  </a:lnTo>
                  <a:lnTo>
                    <a:pt x="540493" y="429708"/>
                  </a:lnTo>
                  <a:lnTo>
                    <a:pt x="536996" y="430353"/>
                  </a:lnTo>
                  <a:lnTo>
                    <a:pt x="533789" y="431391"/>
                  </a:lnTo>
                  <a:lnTo>
                    <a:pt x="536199" y="435417"/>
                  </a:lnTo>
                  <a:lnTo>
                    <a:pt x="536106" y="436254"/>
                  </a:lnTo>
                  <a:lnTo>
                    <a:pt x="536510" y="437010"/>
                  </a:lnTo>
                  <a:lnTo>
                    <a:pt x="536503" y="437807"/>
                  </a:lnTo>
                  <a:lnTo>
                    <a:pt x="537157" y="438986"/>
                  </a:lnTo>
                  <a:lnTo>
                    <a:pt x="536948" y="439529"/>
                  </a:lnTo>
                  <a:lnTo>
                    <a:pt x="537430" y="440072"/>
                  </a:lnTo>
                  <a:lnTo>
                    <a:pt x="538237" y="440217"/>
                  </a:lnTo>
                  <a:lnTo>
                    <a:pt x="538331" y="440642"/>
                  </a:lnTo>
                  <a:lnTo>
                    <a:pt x="539660" y="441599"/>
                  </a:lnTo>
                  <a:lnTo>
                    <a:pt x="540679" y="441852"/>
                  </a:lnTo>
                  <a:lnTo>
                    <a:pt x="541359" y="442891"/>
                  </a:lnTo>
                  <a:lnTo>
                    <a:pt x="541962" y="442961"/>
                  </a:lnTo>
                  <a:lnTo>
                    <a:pt x="542205" y="443261"/>
                  </a:lnTo>
                  <a:lnTo>
                    <a:pt x="542205" y="443734"/>
                  </a:lnTo>
                  <a:lnTo>
                    <a:pt x="541628" y="443929"/>
                  </a:lnTo>
                  <a:lnTo>
                    <a:pt x="541493" y="444284"/>
                  </a:lnTo>
                  <a:lnTo>
                    <a:pt x="541129" y="444012"/>
                  </a:lnTo>
                  <a:lnTo>
                    <a:pt x="541052" y="444278"/>
                  </a:lnTo>
                  <a:lnTo>
                    <a:pt x="539973" y="444503"/>
                  </a:lnTo>
                  <a:lnTo>
                    <a:pt x="539863" y="444265"/>
                  </a:lnTo>
                  <a:lnTo>
                    <a:pt x="539587" y="444415"/>
                  </a:lnTo>
                  <a:lnTo>
                    <a:pt x="539351" y="444216"/>
                  </a:lnTo>
                  <a:lnTo>
                    <a:pt x="539123" y="444436"/>
                  </a:lnTo>
                  <a:lnTo>
                    <a:pt x="539277" y="444705"/>
                  </a:lnTo>
                  <a:lnTo>
                    <a:pt x="538758" y="445248"/>
                  </a:lnTo>
                  <a:lnTo>
                    <a:pt x="538588" y="445159"/>
                  </a:lnTo>
                  <a:lnTo>
                    <a:pt x="538230" y="445457"/>
                  </a:lnTo>
                  <a:lnTo>
                    <a:pt x="537010" y="446142"/>
                  </a:lnTo>
                  <a:lnTo>
                    <a:pt x="536415" y="446063"/>
                  </a:lnTo>
                  <a:lnTo>
                    <a:pt x="536177" y="446294"/>
                  </a:lnTo>
                  <a:lnTo>
                    <a:pt x="535499" y="446067"/>
                  </a:lnTo>
                  <a:lnTo>
                    <a:pt x="533769" y="446290"/>
                  </a:lnTo>
                  <a:lnTo>
                    <a:pt x="533391" y="446605"/>
                  </a:lnTo>
                  <a:lnTo>
                    <a:pt x="533183" y="446459"/>
                  </a:lnTo>
                  <a:lnTo>
                    <a:pt x="532205" y="446905"/>
                  </a:lnTo>
                  <a:lnTo>
                    <a:pt x="533474" y="449511"/>
                  </a:lnTo>
                  <a:lnTo>
                    <a:pt x="534245" y="450484"/>
                  </a:lnTo>
                  <a:lnTo>
                    <a:pt x="536218" y="455993"/>
                  </a:lnTo>
                  <a:lnTo>
                    <a:pt x="537198" y="460053"/>
                  </a:lnTo>
                  <a:lnTo>
                    <a:pt x="537191" y="460976"/>
                  </a:lnTo>
                  <a:lnTo>
                    <a:pt x="537950" y="463306"/>
                  </a:lnTo>
                  <a:lnTo>
                    <a:pt x="538086" y="464350"/>
                  </a:lnTo>
                  <a:lnTo>
                    <a:pt x="537914" y="465842"/>
                  </a:lnTo>
                  <a:lnTo>
                    <a:pt x="538291" y="468118"/>
                  </a:lnTo>
                  <a:lnTo>
                    <a:pt x="533416" y="470255"/>
                  </a:lnTo>
                  <a:lnTo>
                    <a:pt x="532924" y="470852"/>
                  </a:lnTo>
                  <a:lnTo>
                    <a:pt x="531738" y="473772"/>
                  </a:lnTo>
                  <a:lnTo>
                    <a:pt x="530374" y="474417"/>
                  </a:lnTo>
                  <a:lnTo>
                    <a:pt x="526919" y="474146"/>
                  </a:lnTo>
                  <a:lnTo>
                    <a:pt x="527519" y="480637"/>
                  </a:lnTo>
                  <a:lnTo>
                    <a:pt x="526399" y="481695"/>
                  </a:lnTo>
                  <a:lnTo>
                    <a:pt x="526017" y="482757"/>
                  </a:lnTo>
                  <a:lnTo>
                    <a:pt x="526184" y="483463"/>
                  </a:lnTo>
                  <a:lnTo>
                    <a:pt x="522720" y="484847"/>
                  </a:lnTo>
                  <a:lnTo>
                    <a:pt x="520513" y="485260"/>
                  </a:lnTo>
                  <a:lnTo>
                    <a:pt x="520334" y="485499"/>
                  </a:lnTo>
                  <a:lnTo>
                    <a:pt x="520563" y="486586"/>
                  </a:lnTo>
                  <a:lnTo>
                    <a:pt x="521040" y="487487"/>
                  </a:lnTo>
                  <a:lnTo>
                    <a:pt x="520424" y="487532"/>
                  </a:lnTo>
                  <a:lnTo>
                    <a:pt x="520376" y="487870"/>
                  </a:lnTo>
                  <a:lnTo>
                    <a:pt x="521030" y="488034"/>
                  </a:lnTo>
                  <a:lnTo>
                    <a:pt x="521410" y="488441"/>
                  </a:lnTo>
                  <a:lnTo>
                    <a:pt x="521612" y="488351"/>
                  </a:lnTo>
                  <a:lnTo>
                    <a:pt x="521651" y="488578"/>
                  </a:lnTo>
                  <a:lnTo>
                    <a:pt x="522246" y="488524"/>
                  </a:lnTo>
                  <a:lnTo>
                    <a:pt x="522441" y="488976"/>
                  </a:lnTo>
                  <a:lnTo>
                    <a:pt x="521900" y="491309"/>
                  </a:lnTo>
                  <a:lnTo>
                    <a:pt x="521077" y="492288"/>
                  </a:lnTo>
                  <a:lnTo>
                    <a:pt x="520530" y="492424"/>
                  </a:lnTo>
                  <a:lnTo>
                    <a:pt x="520203" y="493057"/>
                  </a:lnTo>
                  <a:lnTo>
                    <a:pt x="520435" y="493384"/>
                  </a:lnTo>
                  <a:lnTo>
                    <a:pt x="519608" y="497269"/>
                  </a:lnTo>
                  <a:lnTo>
                    <a:pt x="515912" y="497381"/>
                  </a:lnTo>
                  <a:lnTo>
                    <a:pt x="511744" y="497115"/>
                  </a:lnTo>
                  <a:lnTo>
                    <a:pt x="510511" y="496852"/>
                  </a:lnTo>
                  <a:lnTo>
                    <a:pt x="509947" y="496191"/>
                  </a:lnTo>
                  <a:lnTo>
                    <a:pt x="509081" y="496215"/>
                  </a:lnTo>
                  <a:lnTo>
                    <a:pt x="508051" y="497635"/>
                  </a:lnTo>
                  <a:lnTo>
                    <a:pt x="508097" y="497909"/>
                  </a:lnTo>
                  <a:lnTo>
                    <a:pt x="508399" y="497989"/>
                  </a:lnTo>
                  <a:lnTo>
                    <a:pt x="508464" y="500439"/>
                  </a:lnTo>
                  <a:lnTo>
                    <a:pt x="507854" y="502915"/>
                  </a:lnTo>
                  <a:lnTo>
                    <a:pt x="507957" y="504820"/>
                  </a:lnTo>
                  <a:lnTo>
                    <a:pt x="507347" y="506123"/>
                  </a:lnTo>
                  <a:lnTo>
                    <a:pt x="507039" y="507535"/>
                  </a:lnTo>
                  <a:lnTo>
                    <a:pt x="505158" y="507786"/>
                  </a:lnTo>
                  <a:lnTo>
                    <a:pt x="504117" y="508157"/>
                  </a:lnTo>
                  <a:lnTo>
                    <a:pt x="501931" y="507879"/>
                  </a:lnTo>
                  <a:lnTo>
                    <a:pt x="501140" y="508042"/>
                  </a:lnTo>
                  <a:lnTo>
                    <a:pt x="498767" y="507872"/>
                  </a:lnTo>
                  <a:lnTo>
                    <a:pt x="498563" y="508227"/>
                  </a:lnTo>
                  <a:lnTo>
                    <a:pt x="496620" y="508830"/>
                  </a:lnTo>
                  <a:lnTo>
                    <a:pt x="495615" y="508857"/>
                  </a:lnTo>
                  <a:lnTo>
                    <a:pt x="494168" y="509374"/>
                  </a:lnTo>
                  <a:lnTo>
                    <a:pt x="492734" y="508969"/>
                  </a:lnTo>
                  <a:lnTo>
                    <a:pt x="491547" y="509529"/>
                  </a:lnTo>
                  <a:lnTo>
                    <a:pt x="491886" y="510185"/>
                  </a:lnTo>
                  <a:lnTo>
                    <a:pt x="490396" y="512687"/>
                  </a:lnTo>
                  <a:lnTo>
                    <a:pt x="489835" y="514979"/>
                  </a:lnTo>
                  <a:lnTo>
                    <a:pt x="490996" y="516283"/>
                  </a:lnTo>
                  <a:lnTo>
                    <a:pt x="489686" y="517842"/>
                  </a:lnTo>
                  <a:lnTo>
                    <a:pt x="488961" y="519523"/>
                  </a:lnTo>
                  <a:lnTo>
                    <a:pt x="489153" y="520442"/>
                  </a:lnTo>
                  <a:lnTo>
                    <a:pt x="489759" y="521497"/>
                  </a:lnTo>
                  <a:lnTo>
                    <a:pt x="488860" y="522095"/>
                  </a:lnTo>
                  <a:lnTo>
                    <a:pt x="489032" y="522272"/>
                  </a:lnTo>
                  <a:lnTo>
                    <a:pt x="488294" y="522975"/>
                  </a:lnTo>
                  <a:lnTo>
                    <a:pt x="488106" y="523082"/>
                  </a:lnTo>
                  <a:lnTo>
                    <a:pt x="487742" y="522745"/>
                  </a:lnTo>
                  <a:lnTo>
                    <a:pt x="486916" y="522592"/>
                  </a:lnTo>
                  <a:lnTo>
                    <a:pt x="483535" y="524103"/>
                  </a:lnTo>
                  <a:lnTo>
                    <a:pt x="482582" y="524867"/>
                  </a:lnTo>
                  <a:lnTo>
                    <a:pt x="479715" y="525228"/>
                  </a:lnTo>
                  <a:lnTo>
                    <a:pt x="478907" y="525779"/>
                  </a:lnTo>
                  <a:lnTo>
                    <a:pt x="476047" y="526282"/>
                  </a:lnTo>
                  <a:lnTo>
                    <a:pt x="474521" y="527001"/>
                  </a:lnTo>
                  <a:lnTo>
                    <a:pt x="473413" y="527669"/>
                  </a:lnTo>
                  <a:lnTo>
                    <a:pt x="472954" y="530902"/>
                  </a:lnTo>
                  <a:lnTo>
                    <a:pt x="472611" y="531089"/>
                  </a:lnTo>
                  <a:lnTo>
                    <a:pt x="471742" y="531261"/>
                  </a:lnTo>
                  <a:lnTo>
                    <a:pt x="467914" y="529927"/>
                  </a:lnTo>
                  <a:lnTo>
                    <a:pt x="467039" y="529927"/>
                  </a:lnTo>
                  <a:lnTo>
                    <a:pt x="465963" y="530335"/>
                  </a:lnTo>
                  <a:lnTo>
                    <a:pt x="464958" y="530378"/>
                  </a:lnTo>
                  <a:lnTo>
                    <a:pt x="463282" y="532232"/>
                  </a:lnTo>
                  <a:lnTo>
                    <a:pt x="463660" y="533241"/>
                  </a:lnTo>
                  <a:lnTo>
                    <a:pt x="463086" y="533154"/>
                  </a:lnTo>
                  <a:lnTo>
                    <a:pt x="461868" y="534398"/>
                  </a:lnTo>
                  <a:lnTo>
                    <a:pt x="460309" y="535421"/>
                  </a:lnTo>
                  <a:lnTo>
                    <a:pt x="459479" y="535424"/>
                  </a:lnTo>
                  <a:lnTo>
                    <a:pt x="458838" y="535822"/>
                  </a:lnTo>
                  <a:lnTo>
                    <a:pt x="458685" y="536211"/>
                  </a:lnTo>
                  <a:lnTo>
                    <a:pt x="458974" y="537311"/>
                  </a:lnTo>
                  <a:lnTo>
                    <a:pt x="458211" y="537781"/>
                  </a:lnTo>
                  <a:lnTo>
                    <a:pt x="457595" y="539410"/>
                  </a:lnTo>
                  <a:lnTo>
                    <a:pt x="453759" y="541373"/>
                  </a:lnTo>
                  <a:lnTo>
                    <a:pt x="453389" y="541309"/>
                  </a:lnTo>
                  <a:lnTo>
                    <a:pt x="452447" y="544470"/>
                  </a:lnTo>
                  <a:lnTo>
                    <a:pt x="451145" y="546037"/>
                  </a:lnTo>
                  <a:lnTo>
                    <a:pt x="451051" y="547433"/>
                  </a:lnTo>
                  <a:lnTo>
                    <a:pt x="450040" y="549707"/>
                  </a:lnTo>
                  <a:lnTo>
                    <a:pt x="449962" y="550719"/>
                  </a:lnTo>
                  <a:lnTo>
                    <a:pt x="450733" y="553003"/>
                  </a:lnTo>
                  <a:lnTo>
                    <a:pt x="450689" y="553938"/>
                  </a:lnTo>
                  <a:lnTo>
                    <a:pt x="450200" y="554956"/>
                  </a:lnTo>
                  <a:lnTo>
                    <a:pt x="447603" y="557111"/>
                  </a:lnTo>
                  <a:lnTo>
                    <a:pt x="445537" y="557483"/>
                  </a:lnTo>
                  <a:lnTo>
                    <a:pt x="444582" y="557272"/>
                  </a:lnTo>
                  <a:lnTo>
                    <a:pt x="442892" y="556114"/>
                  </a:lnTo>
                  <a:lnTo>
                    <a:pt x="442029" y="555127"/>
                  </a:lnTo>
                  <a:lnTo>
                    <a:pt x="441652" y="555182"/>
                  </a:lnTo>
                  <a:lnTo>
                    <a:pt x="441701" y="554953"/>
                  </a:lnTo>
                  <a:lnTo>
                    <a:pt x="441463" y="554504"/>
                  </a:lnTo>
                  <a:lnTo>
                    <a:pt x="438897" y="553292"/>
                  </a:lnTo>
                  <a:lnTo>
                    <a:pt x="437792" y="553358"/>
                  </a:lnTo>
                  <a:lnTo>
                    <a:pt x="435833" y="553295"/>
                  </a:lnTo>
                  <a:lnTo>
                    <a:pt x="435080" y="553028"/>
                  </a:lnTo>
                  <a:lnTo>
                    <a:pt x="434778" y="552688"/>
                  </a:lnTo>
                  <a:lnTo>
                    <a:pt x="433948" y="553401"/>
                  </a:lnTo>
                  <a:lnTo>
                    <a:pt x="431335" y="554181"/>
                  </a:lnTo>
                  <a:lnTo>
                    <a:pt x="428899" y="555963"/>
                  </a:lnTo>
                  <a:lnTo>
                    <a:pt x="425885" y="557188"/>
                  </a:lnTo>
                  <a:lnTo>
                    <a:pt x="424226" y="558728"/>
                  </a:lnTo>
                  <a:lnTo>
                    <a:pt x="423475" y="559960"/>
                  </a:lnTo>
                  <a:lnTo>
                    <a:pt x="422747" y="560488"/>
                  </a:lnTo>
                  <a:lnTo>
                    <a:pt x="421660" y="560886"/>
                  </a:lnTo>
                  <a:lnTo>
                    <a:pt x="419165" y="562523"/>
                  </a:lnTo>
                  <a:lnTo>
                    <a:pt x="418652" y="562020"/>
                  </a:lnTo>
                  <a:lnTo>
                    <a:pt x="417453" y="562640"/>
                  </a:lnTo>
                  <a:lnTo>
                    <a:pt x="415173" y="563182"/>
                  </a:lnTo>
                  <a:lnTo>
                    <a:pt x="411948" y="563538"/>
                  </a:lnTo>
                  <a:lnTo>
                    <a:pt x="410062" y="564516"/>
                  </a:lnTo>
                  <a:lnTo>
                    <a:pt x="406404" y="564536"/>
                  </a:lnTo>
                  <a:lnTo>
                    <a:pt x="402906" y="565681"/>
                  </a:lnTo>
                  <a:lnTo>
                    <a:pt x="399417" y="565434"/>
                  </a:lnTo>
                  <a:lnTo>
                    <a:pt x="397570" y="565622"/>
                  </a:lnTo>
                  <a:lnTo>
                    <a:pt x="395032" y="566552"/>
                  </a:lnTo>
                  <a:lnTo>
                    <a:pt x="389895" y="566548"/>
                  </a:lnTo>
                  <a:lnTo>
                    <a:pt x="386848" y="567758"/>
                  </a:lnTo>
                  <a:lnTo>
                    <a:pt x="385762" y="567663"/>
                  </a:lnTo>
                  <a:lnTo>
                    <a:pt x="383423" y="566670"/>
                  </a:lnTo>
                  <a:lnTo>
                    <a:pt x="382917" y="567337"/>
                  </a:lnTo>
                  <a:lnTo>
                    <a:pt x="382731" y="568841"/>
                  </a:lnTo>
                  <a:lnTo>
                    <a:pt x="381699" y="567959"/>
                  </a:lnTo>
                  <a:lnTo>
                    <a:pt x="380134" y="571087"/>
                  </a:lnTo>
                  <a:lnTo>
                    <a:pt x="379865" y="572471"/>
                  </a:lnTo>
                  <a:lnTo>
                    <a:pt x="380071" y="573345"/>
                  </a:lnTo>
                  <a:lnTo>
                    <a:pt x="380091" y="576372"/>
                  </a:lnTo>
                  <a:lnTo>
                    <a:pt x="379289" y="576784"/>
                  </a:lnTo>
                  <a:lnTo>
                    <a:pt x="378694" y="576668"/>
                  </a:lnTo>
                  <a:lnTo>
                    <a:pt x="378579" y="576866"/>
                  </a:lnTo>
                  <a:lnTo>
                    <a:pt x="378044" y="576858"/>
                  </a:lnTo>
                  <a:lnTo>
                    <a:pt x="377835" y="577481"/>
                  </a:lnTo>
                  <a:lnTo>
                    <a:pt x="376879" y="578451"/>
                  </a:lnTo>
                  <a:lnTo>
                    <a:pt x="376598" y="579061"/>
                  </a:lnTo>
                  <a:lnTo>
                    <a:pt x="375737" y="579530"/>
                  </a:lnTo>
                  <a:lnTo>
                    <a:pt x="375035" y="579570"/>
                  </a:lnTo>
                  <a:lnTo>
                    <a:pt x="373937" y="580453"/>
                  </a:lnTo>
                  <a:lnTo>
                    <a:pt x="372499" y="581179"/>
                  </a:lnTo>
                  <a:lnTo>
                    <a:pt x="372082" y="581647"/>
                  </a:lnTo>
                  <a:lnTo>
                    <a:pt x="370409" y="582339"/>
                  </a:lnTo>
                  <a:lnTo>
                    <a:pt x="369473" y="582314"/>
                  </a:lnTo>
                  <a:lnTo>
                    <a:pt x="369243" y="582752"/>
                  </a:lnTo>
                  <a:lnTo>
                    <a:pt x="368666" y="583033"/>
                  </a:lnTo>
                  <a:lnTo>
                    <a:pt x="368708" y="583450"/>
                  </a:lnTo>
                  <a:lnTo>
                    <a:pt x="367997" y="584246"/>
                  </a:lnTo>
                  <a:lnTo>
                    <a:pt x="367256" y="584151"/>
                  </a:lnTo>
                  <a:lnTo>
                    <a:pt x="365215" y="585008"/>
                  </a:lnTo>
                  <a:lnTo>
                    <a:pt x="364773" y="584971"/>
                  </a:lnTo>
                  <a:lnTo>
                    <a:pt x="364887" y="584082"/>
                  </a:lnTo>
                  <a:lnTo>
                    <a:pt x="364047" y="581918"/>
                  </a:lnTo>
                  <a:lnTo>
                    <a:pt x="363096" y="577644"/>
                  </a:lnTo>
                  <a:lnTo>
                    <a:pt x="362185" y="575971"/>
                  </a:lnTo>
                  <a:lnTo>
                    <a:pt x="362716" y="575245"/>
                  </a:lnTo>
                  <a:lnTo>
                    <a:pt x="362203" y="572697"/>
                  </a:lnTo>
                  <a:lnTo>
                    <a:pt x="360506" y="570581"/>
                  </a:lnTo>
                  <a:lnTo>
                    <a:pt x="358832" y="571405"/>
                  </a:lnTo>
                  <a:lnTo>
                    <a:pt x="358582" y="571149"/>
                  </a:lnTo>
                  <a:lnTo>
                    <a:pt x="357946" y="570048"/>
                  </a:lnTo>
                  <a:lnTo>
                    <a:pt x="357130" y="567427"/>
                  </a:lnTo>
                  <a:lnTo>
                    <a:pt x="355921" y="567694"/>
                  </a:lnTo>
                  <a:lnTo>
                    <a:pt x="354185" y="567594"/>
                  </a:lnTo>
                  <a:lnTo>
                    <a:pt x="353492" y="566966"/>
                  </a:lnTo>
                  <a:lnTo>
                    <a:pt x="352726" y="567547"/>
                  </a:lnTo>
                  <a:lnTo>
                    <a:pt x="351389" y="567495"/>
                  </a:lnTo>
                  <a:lnTo>
                    <a:pt x="350192" y="566652"/>
                  </a:lnTo>
                  <a:lnTo>
                    <a:pt x="349588" y="566617"/>
                  </a:lnTo>
                  <a:lnTo>
                    <a:pt x="349383" y="566385"/>
                  </a:lnTo>
                  <a:lnTo>
                    <a:pt x="348570" y="562642"/>
                  </a:lnTo>
                  <a:lnTo>
                    <a:pt x="348609" y="561660"/>
                  </a:lnTo>
                  <a:lnTo>
                    <a:pt x="349691" y="561082"/>
                  </a:lnTo>
                  <a:lnTo>
                    <a:pt x="350778" y="560085"/>
                  </a:lnTo>
                  <a:lnTo>
                    <a:pt x="351230" y="560217"/>
                  </a:lnTo>
                  <a:lnTo>
                    <a:pt x="351814" y="559615"/>
                  </a:lnTo>
                  <a:lnTo>
                    <a:pt x="351980" y="559959"/>
                  </a:lnTo>
                  <a:lnTo>
                    <a:pt x="352562" y="559495"/>
                  </a:lnTo>
                  <a:lnTo>
                    <a:pt x="352640" y="558172"/>
                  </a:lnTo>
                  <a:lnTo>
                    <a:pt x="353471" y="557424"/>
                  </a:lnTo>
                  <a:lnTo>
                    <a:pt x="353780" y="556796"/>
                  </a:lnTo>
                  <a:lnTo>
                    <a:pt x="354514" y="556271"/>
                  </a:lnTo>
                  <a:lnTo>
                    <a:pt x="354536" y="555353"/>
                  </a:lnTo>
                  <a:lnTo>
                    <a:pt x="354257" y="554832"/>
                  </a:lnTo>
                  <a:lnTo>
                    <a:pt x="354449" y="553096"/>
                  </a:lnTo>
                  <a:lnTo>
                    <a:pt x="354058" y="552026"/>
                  </a:lnTo>
                  <a:lnTo>
                    <a:pt x="352502" y="551993"/>
                  </a:lnTo>
                  <a:lnTo>
                    <a:pt x="350655" y="551291"/>
                  </a:lnTo>
                  <a:lnTo>
                    <a:pt x="350127" y="551303"/>
                  </a:lnTo>
                  <a:lnTo>
                    <a:pt x="349808" y="549908"/>
                  </a:lnTo>
                  <a:lnTo>
                    <a:pt x="349962" y="548288"/>
                  </a:lnTo>
                  <a:lnTo>
                    <a:pt x="350643" y="547949"/>
                  </a:lnTo>
                  <a:lnTo>
                    <a:pt x="350854" y="546006"/>
                  </a:lnTo>
                  <a:lnTo>
                    <a:pt x="350153" y="542249"/>
                  </a:lnTo>
                  <a:lnTo>
                    <a:pt x="350709" y="540650"/>
                  </a:lnTo>
                  <a:lnTo>
                    <a:pt x="351807" y="538816"/>
                  </a:lnTo>
                  <a:lnTo>
                    <a:pt x="352646" y="536439"/>
                  </a:lnTo>
                  <a:lnTo>
                    <a:pt x="353403" y="535170"/>
                  </a:lnTo>
                  <a:lnTo>
                    <a:pt x="354791" y="531368"/>
                  </a:lnTo>
                  <a:lnTo>
                    <a:pt x="354805" y="529245"/>
                  </a:lnTo>
                  <a:lnTo>
                    <a:pt x="353876" y="528786"/>
                  </a:lnTo>
                  <a:lnTo>
                    <a:pt x="353622" y="527384"/>
                  </a:lnTo>
                  <a:lnTo>
                    <a:pt x="354669" y="527800"/>
                  </a:lnTo>
                  <a:lnTo>
                    <a:pt x="355877" y="528785"/>
                  </a:lnTo>
                  <a:lnTo>
                    <a:pt x="356157" y="527762"/>
                  </a:lnTo>
                  <a:lnTo>
                    <a:pt x="357761" y="527772"/>
                  </a:lnTo>
                  <a:lnTo>
                    <a:pt x="357725" y="527260"/>
                  </a:lnTo>
                  <a:lnTo>
                    <a:pt x="358628" y="524440"/>
                  </a:lnTo>
                  <a:lnTo>
                    <a:pt x="359240" y="520578"/>
                  </a:lnTo>
                  <a:lnTo>
                    <a:pt x="359231" y="519869"/>
                  </a:lnTo>
                  <a:lnTo>
                    <a:pt x="358607" y="520160"/>
                  </a:lnTo>
                  <a:lnTo>
                    <a:pt x="353286" y="520665"/>
                  </a:lnTo>
                  <a:lnTo>
                    <a:pt x="352682" y="518562"/>
                  </a:lnTo>
                  <a:lnTo>
                    <a:pt x="354884" y="517509"/>
                  </a:lnTo>
                  <a:lnTo>
                    <a:pt x="356387" y="515925"/>
                  </a:lnTo>
                  <a:lnTo>
                    <a:pt x="357512" y="515367"/>
                  </a:lnTo>
                  <a:lnTo>
                    <a:pt x="361605" y="515150"/>
                  </a:lnTo>
                  <a:lnTo>
                    <a:pt x="364120" y="515585"/>
                  </a:lnTo>
                  <a:lnTo>
                    <a:pt x="364348" y="513138"/>
                  </a:lnTo>
                  <a:lnTo>
                    <a:pt x="363167" y="511637"/>
                  </a:lnTo>
                  <a:lnTo>
                    <a:pt x="361329" y="510833"/>
                  </a:lnTo>
                  <a:lnTo>
                    <a:pt x="361250" y="510278"/>
                  </a:lnTo>
                  <a:lnTo>
                    <a:pt x="361640" y="508908"/>
                  </a:lnTo>
                  <a:lnTo>
                    <a:pt x="363470" y="507787"/>
                  </a:lnTo>
                  <a:lnTo>
                    <a:pt x="363847" y="508663"/>
                  </a:lnTo>
                  <a:lnTo>
                    <a:pt x="365621" y="510348"/>
                  </a:lnTo>
                  <a:lnTo>
                    <a:pt x="365722" y="511003"/>
                  </a:lnTo>
                  <a:lnTo>
                    <a:pt x="367281" y="513740"/>
                  </a:lnTo>
                  <a:lnTo>
                    <a:pt x="367993" y="514171"/>
                  </a:lnTo>
                  <a:lnTo>
                    <a:pt x="367995" y="514664"/>
                  </a:lnTo>
                  <a:lnTo>
                    <a:pt x="367517" y="515452"/>
                  </a:lnTo>
                  <a:lnTo>
                    <a:pt x="368721" y="514982"/>
                  </a:lnTo>
                  <a:lnTo>
                    <a:pt x="370078" y="513115"/>
                  </a:lnTo>
                  <a:lnTo>
                    <a:pt x="374085" y="512293"/>
                  </a:lnTo>
                  <a:lnTo>
                    <a:pt x="376997" y="510726"/>
                  </a:lnTo>
                  <a:lnTo>
                    <a:pt x="379483" y="509997"/>
                  </a:lnTo>
                  <a:lnTo>
                    <a:pt x="378850" y="507202"/>
                  </a:lnTo>
                  <a:lnTo>
                    <a:pt x="377376" y="502934"/>
                  </a:lnTo>
                  <a:lnTo>
                    <a:pt x="375410" y="502183"/>
                  </a:lnTo>
                  <a:lnTo>
                    <a:pt x="375221" y="501160"/>
                  </a:lnTo>
                  <a:lnTo>
                    <a:pt x="374455" y="500303"/>
                  </a:lnTo>
                  <a:lnTo>
                    <a:pt x="375240" y="495774"/>
                  </a:lnTo>
                  <a:lnTo>
                    <a:pt x="375322" y="491301"/>
                  </a:lnTo>
                  <a:lnTo>
                    <a:pt x="373990" y="486241"/>
                  </a:lnTo>
                  <a:lnTo>
                    <a:pt x="373677" y="485921"/>
                  </a:lnTo>
                  <a:lnTo>
                    <a:pt x="372803" y="486258"/>
                  </a:lnTo>
                  <a:lnTo>
                    <a:pt x="372414" y="485869"/>
                  </a:lnTo>
                  <a:lnTo>
                    <a:pt x="371458" y="485714"/>
                  </a:lnTo>
                  <a:lnTo>
                    <a:pt x="371363" y="486075"/>
                  </a:lnTo>
                  <a:lnTo>
                    <a:pt x="370936" y="486064"/>
                  </a:lnTo>
                  <a:lnTo>
                    <a:pt x="370853" y="485856"/>
                  </a:lnTo>
                  <a:lnTo>
                    <a:pt x="370751" y="486165"/>
                  </a:lnTo>
                  <a:lnTo>
                    <a:pt x="371194" y="486792"/>
                  </a:lnTo>
                  <a:lnTo>
                    <a:pt x="369927" y="486804"/>
                  </a:lnTo>
                  <a:lnTo>
                    <a:pt x="369952" y="486983"/>
                  </a:lnTo>
                  <a:lnTo>
                    <a:pt x="369666" y="487046"/>
                  </a:lnTo>
                  <a:lnTo>
                    <a:pt x="368697" y="485652"/>
                  </a:lnTo>
                  <a:lnTo>
                    <a:pt x="367566" y="485914"/>
                  </a:lnTo>
                  <a:lnTo>
                    <a:pt x="366801" y="484604"/>
                  </a:lnTo>
                  <a:lnTo>
                    <a:pt x="367205" y="484396"/>
                  </a:lnTo>
                  <a:lnTo>
                    <a:pt x="368116" y="484899"/>
                  </a:lnTo>
                  <a:lnTo>
                    <a:pt x="368166" y="485197"/>
                  </a:lnTo>
                  <a:lnTo>
                    <a:pt x="369670" y="485150"/>
                  </a:lnTo>
                  <a:lnTo>
                    <a:pt x="370030" y="482826"/>
                  </a:lnTo>
                  <a:lnTo>
                    <a:pt x="367874" y="482274"/>
                  </a:lnTo>
                  <a:lnTo>
                    <a:pt x="367645" y="484246"/>
                  </a:lnTo>
                  <a:lnTo>
                    <a:pt x="366208" y="483404"/>
                  </a:lnTo>
                  <a:lnTo>
                    <a:pt x="365970" y="483014"/>
                  </a:lnTo>
                  <a:lnTo>
                    <a:pt x="367735" y="479469"/>
                  </a:lnTo>
                  <a:lnTo>
                    <a:pt x="370981" y="477951"/>
                  </a:lnTo>
                  <a:lnTo>
                    <a:pt x="370984" y="477221"/>
                  </a:lnTo>
                  <a:lnTo>
                    <a:pt x="371700" y="476485"/>
                  </a:lnTo>
                  <a:lnTo>
                    <a:pt x="368557" y="475369"/>
                  </a:lnTo>
                  <a:lnTo>
                    <a:pt x="367549" y="474555"/>
                  </a:lnTo>
                  <a:lnTo>
                    <a:pt x="362095" y="476950"/>
                  </a:lnTo>
                  <a:lnTo>
                    <a:pt x="362051" y="477329"/>
                  </a:lnTo>
                  <a:lnTo>
                    <a:pt x="359008" y="477549"/>
                  </a:lnTo>
                  <a:lnTo>
                    <a:pt x="354238" y="476705"/>
                  </a:lnTo>
                  <a:lnTo>
                    <a:pt x="354878" y="474655"/>
                  </a:lnTo>
                  <a:lnTo>
                    <a:pt x="350639" y="473562"/>
                  </a:lnTo>
                  <a:lnTo>
                    <a:pt x="348566" y="472302"/>
                  </a:lnTo>
                  <a:lnTo>
                    <a:pt x="348287" y="472075"/>
                  </a:lnTo>
                  <a:lnTo>
                    <a:pt x="348980" y="470945"/>
                  </a:lnTo>
                  <a:lnTo>
                    <a:pt x="348418" y="470415"/>
                  </a:lnTo>
                  <a:lnTo>
                    <a:pt x="348239" y="468792"/>
                  </a:lnTo>
                  <a:lnTo>
                    <a:pt x="344939" y="467079"/>
                  </a:lnTo>
                  <a:lnTo>
                    <a:pt x="343852" y="466320"/>
                  </a:lnTo>
                  <a:lnTo>
                    <a:pt x="343358" y="465620"/>
                  </a:lnTo>
                  <a:lnTo>
                    <a:pt x="342839" y="466270"/>
                  </a:lnTo>
                  <a:lnTo>
                    <a:pt x="342631" y="466983"/>
                  </a:lnTo>
                  <a:lnTo>
                    <a:pt x="342926" y="467352"/>
                  </a:lnTo>
                  <a:lnTo>
                    <a:pt x="342623" y="468368"/>
                  </a:lnTo>
                  <a:lnTo>
                    <a:pt x="341866" y="468688"/>
                  </a:lnTo>
                  <a:lnTo>
                    <a:pt x="341321" y="468632"/>
                  </a:lnTo>
                  <a:lnTo>
                    <a:pt x="340537" y="467846"/>
                  </a:lnTo>
                  <a:lnTo>
                    <a:pt x="340316" y="468391"/>
                  </a:lnTo>
                  <a:lnTo>
                    <a:pt x="338750" y="467861"/>
                  </a:lnTo>
                  <a:lnTo>
                    <a:pt x="336427" y="467718"/>
                  </a:lnTo>
                  <a:lnTo>
                    <a:pt x="338509" y="464996"/>
                  </a:lnTo>
                  <a:lnTo>
                    <a:pt x="335001" y="461482"/>
                  </a:lnTo>
                  <a:lnTo>
                    <a:pt x="333666" y="460444"/>
                  </a:lnTo>
                  <a:lnTo>
                    <a:pt x="332919" y="459282"/>
                  </a:lnTo>
                  <a:lnTo>
                    <a:pt x="333238" y="458221"/>
                  </a:lnTo>
                  <a:lnTo>
                    <a:pt x="333053" y="456382"/>
                  </a:lnTo>
                  <a:lnTo>
                    <a:pt x="331662" y="454328"/>
                  </a:lnTo>
                  <a:lnTo>
                    <a:pt x="330218" y="453526"/>
                  </a:lnTo>
                  <a:lnTo>
                    <a:pt x="329268" y="454615"/>
                  </a:lnTo>
                  <a:lnTo>
                    <a:pt x="327887" y="453005"/>
                  </a:lnTo>
                  <a:lnTo>
                    <a:pt x="328954" y="452522"/>
                  </a:lnTo>
                  <a:lnTo>
                    <a:pt x="329177" y="451894"/>
                  </a:lnTo>
                  <a:lnTo>
                    <a:pt x="328333" y="451353"/>
                  </a:lnTo>
                  <a:lnTo>
                    <a:pt x="325673" y="448684"/>
                  </a:lnTo>
                  <a:lnTo>
                    <a:pt x="325022" y="449559"/>
                  </a:lnTo>
                  <a:lnTo>
                    <a:pt x="324762" y="449333"/>
                  </a:lnTo>
                  <a:lnTo>
                    <a:pt x="323309" y="450533"/>
                  </a:lnTo>
                  <a:lnTo>
                    <a:pt x="322585" y="449767"/>
                  </a:lnTo>
                  <a:lnTo>
                    <a:pt x="321814" y="450213"/>
                  </a:lnTo>
                  <a:lnTo>
                    <a:pt x="320406" y="448896"/>
                  </a:lnTo>
                  <a:lnTo>
                    <a:pt x="321070" y="448084"/>
                  </a:lnTo>
                  <a:lnTo>
                    <a:pt x="319169" y="447007"/>
                  </a:lnTo>
                  <a:lnTo>
                    <a:pt x="319805" y="445992"/>
                  </a:lnTo>
                  <a:lnTo>
                    <a:pt x="320613" y="443612"/>
                  </a:lnTo>
                  <a:lnTo>
                    <a:pt x="321599" y="442960"/>
                  </a:lnTo>
                  <a:lnTo>
                    <a:pt x="321263" y="442185"/>
                  </a:lnTo>
                  <a:lnTo>
                    <a:pt x="321450" y="442072"/>
                  </a:lnTo>
                  <a:lnTo>
                    <a:pt x="319527" y="441076"/>
                  </a:lnTo>
                  <a:lnTo>
                    <a:pt x="317209" y="440279"/>
                  </a:lnTo>
                  <a:lnTo>
                    <a:pt x="314279" y="436674"/>
                  </a:lnTo>
                  <a:lnTo>
                    <a:pt x="312881" y="438377"/>
                  </a:lnTo>
                  <a:lnTo>
                    <a:pt x="309523" y="434756"/>
                  </a:lnTo>
                  <a:lnTo>
                    <a:pt x="308209" y="432501"/>
                  </a:lnTo>
                  <a:lnTo>
                    <a:pt x="307284" y="431464"/>
                  </a:lnTo>
                  <a:lnTo>
                    <a:pt x="302826" y="427357"/>
                  </a:lnTo>
                  <a:lnTo>
                    <a:pt x="301539" y="426174"/>
                  </a:lnTo>
                  <a:lnTo>
                    <a:pt x="296617" y="422568"/>
                  </a:lnTo>
                  <a:lnTo>
                    <a:pt x="293375" y="420421"/>
                  </a:lnTo>
                  <a:lnTo>
                    <a:pt x="293134" y="419651"/>
                  </a:lnTo>
                  <a:lnTo>
                    <a:pt x="292415" y="418779"/>
                  </a:lnTo>
                  <a:lnTo>
                    <a:pt x="293400" y="417975"/>
                  </a:lnTo>
                  <a:lnTo>
                    <a:pt x="294227" y="416781"/>
                  </a:lnTo>
                  <a:lnTo>
                    <a:pt x="294038" y="416709"/>
                  </a:lnTo>
                  <a:lnTo>
                    <a:pt x="288048" y="417177"/>
                  </a:lnTo>
                  <a:lnTo>
                    <a:pt x="286050" y="417123"/>
                  </a:lnTo>
                  <a:lnTo>
                    <a:pt x="285235" y="420666"/>
                  </a:lnTo>
                  <a:lnTo>
                    <a:pt x="278258" y="421810"/>
                  </a:lnTo>
                  <a:lnTo>
                    <a:pt x="273551" y="423504"/>
                  </a:lnTo>
                  <a:lnTo>
                    <a:pt x="271836" y="420199"/>
                  </a:lnTo>
                  <a:lnTo>
                    <a:pt x="271218" y="420288"/>
                  </a:lnTo>
                  <a:lnTo>
                    <a:pt x="270967" y="420112"/>
                  </a:lnTo>
                  <a:lnTo>
                    <a:pt x="270662" y="420404"/>
                  </a:lnTo>
                  <a:lnTo>
                    <a:pt x="269938" y="420440"/>
                  </a:lnTo>
                  <a:lnTo>
                    <a:pt x="269639" y="420104"/>
                  </a:lnTo>
                  <a:lnTo>
                    <a:pt x="268897" y="416325"/>
                  </a:lnTo>
                  <a:lnTo>
                    <a:pt x="268370" y="415990"/>
                  </a:lnTo>
                  <a:lnTo>
                    <a:pt x="268632" y="414790"/>
                  </a:lnTo>
                  <a:lnTo>
                    <a:pt x="272189" y="414375"/>
                  </a:lnTo>
                  <a:lnTo>
                    <a:pt x="273089" y="413623"/>
                  </a:lnTo>
                  <a:lnTo>
                    <a:pt x="273950" y="412081"/>
                  </a:lnTo>
                  <a:lnTo>
                    <a:pt x="274460" y="411931"/>
                  </a:lnTo>
                  <a:lnTo>
                    <a:pt x="274584" y="411450"/>
                  </a:lnTo>
                  <a:lnTo>
                    <a:pt x="274075" y="410932"/>
                  </a:lnTo>
                  <a:lnTo>
                    <a:pt x="272755" y="410831"/>
                  </a:lnTo>
                  <a:lnTo>
                    <a:pt x="272448" y="407863"/>
                  </a:lnTo>
                  <a:lnTo>
                    <a:pt x="270084" y="406536"/>
                  </a:lnTo>
                  <a:lnTo>
                    <a:pt x="267906" y="405669"/>
                  </a:lnTo>
                  <a:lnTo>
                    <a:pt x="268231" y="403758"/>
                  </a:lnTo>
                  <a:lnTo>
                    <a:pt x="267899" y="403119"/>
                  </a:lnTo>
                  <a:lnTo>
                    <a:pt x="267495" y="402922"/>
                  </a:lnTo>
                  <a:lnTo>
                    <a:pt x="269271" y="395012"/>
                  </a:lnTo>
                  <a:lnTo>
                    <a:pt x="271405" y="395543"/>
                  </a:lnTo>
                  <a:lnTo>
                    <a:pt x="272502" y="395174"/>
                  </a:lnTo>
                  <a:lnTo>
                    <a:pt x="274322" y="396505"/>
                  </a:lnTo>
                  <a:lnTo>
                    <a:pt x="275750" y="396450"/>
                  </a:lnTo>
                  <a:lnTo>
                    <a:pt x="276980" y="397268"/>
                  </a:lnTo>
                  <a:lnTo>
                    <a:pt x="280767" y="401150"/>
                  </a:lnTo>
                  <a:lnTo>
                    <a:pt x="281045" y="401328"/>
                  </a:lnTo>
                  <a:lnTo>
                    <a:pt x="282361" y="400930"/>
                  </a:lnTo>
                  <a:lnTo>
                    <a:pt x="283227" y="401305"/>
                  </a:lnTo>
                  <a:lnTo>
                    <a:pt x="283727" y="400777"/>
                  </a:lnTo>
                  <a:lnTo>
                    <a:pt x="284448" y="400798"/>
                  </a:lnTo>
                  <a:lnTo>
                    <a:pt x="284494" y="400491"/>
                  </a:lnTo>
                  <a:lnTo>
                    <a:pt x="284897" y="400300"/>
                  </a:lnTo>
                  <a:lnTo>
                    <a:pt x="285752" y="399214"/>
                  </a:lnTo>
                  <a:lnTo>
                    <a:pt x="283588" y="395958"/>
                  </a:lnTo>
                  <a:lnTo>
                    <a:pt x="283002" y="394103"/>
                  </a:lnTo>
                  <a:lnTo>
                    <a:pt x="282367" y="393743"/>
                  </a:lnTo>
                  <a:lnTo>
                    <a:pt x="280279" y="393314"/>
                  </a:lnTo>
                  <a:lnTo>
                    <a:pt x="278716" y="392510"/>
                  </a:lnTo>
                  <a:lnTo>
                    <a:pt x="277685" y="392392"/>
                  </a:lnTo>
                  <a:lnTo>
                    <a:pt x="276722" y="391531"/>
                  </a:lnTo>
                  <a:lnTo>
                    <a:pt x="275832" y="389409"/>
                  </a:lnTo>
                  <a:lnTo>
                    <a:pt x="275274" y="389047"/>
                  </a:lnTo>
                  <a:lnTo>
                    <a:pt x="268811" y="392172"/>
                  </a:lnTo>
                  <a:lnTo>
                    <a:pt x="266896" y="394504"/>
                  </a:lnTo>
                  <a:lnTo>
                    <a:pt x="266882" y="397385"/>
                  </a:lnTo>
                  <a:lnTo>
                    <a:pt x="266525" y="399100"/>
                  </a:lnTo>
                  <a:lnTo>
                    <a:pt x="265457" y="399901"/>
                  </a:lnTo>
                  <a:lnTo>
                    <a:pt x="263327" y="402195"/>
                  </a:lnTo>
                  <a:lnTo>
                    <a:pt x="262506" y="402479"/>
                  </a:lnTo>
                  <a:lnTo>
                    <a:pt x="261757" y="401722"/>
                  </a:lnTo>
                  <a:lnTo>
                    <a:pt x="260699" y="403179"/>
                  </a:lnTo>
                  <a:lnTo>
                    <a:pt x="259490" y="404038"/>
                  </a:lnTo>
                  <a:lnTo>
                    <a:pt x="257785" y="402771"/>
                  </a:lnTo>
                  <a:lnTo>
                    <a:pt x="256862" y="404017"/>
                  </a:lnTo>
                  <a:lnTo>
                    <a:pt x="256708" y="403943"/>
                  </a:lnTo>
                  <a:lnTo>
                    <a:pt x="256195" y="405484"/>
                  </a:lnTo>
                  <a:lnTo>
                    <a:pt x="255599" y="404393"/>
                  </a:lnTo>
                  <a:lnTo>
                    <a:pt x="253896" y="405558"/>
                  </a:lnTo>
                  <a:lnTo>
                    <a:pt x="253613" y="405343"/>
                  </a:lnTo>
                  <a:lnTo>
                    <a:pt x="253327" y="404452"/>
                  </a:lnTo>
                  <a:lnTo>
                    <a:pt x="252575" y="403843"/>
                  </a:lnTo>
                  <a:lnTo>
                    <a:pt x="251790" y="402309"/>
                  </a:lnTo>
                  <a:lnTo>
                    <a:pt x="251335" y="402224"/>
                  </a:lnTo>
                  <a:lnTo>
                    <a:pt x="250889" y="401521"/>
                  </a:lnTo>
                  <a:lnTo>
                    <a:pt x="249866" y="400950"/>
                  </a:lnTo>
                  <a:lnTo>
                    <a:pt x="247850" y="402928"/>
                  </a:lnTo>
                  <a:lnTo>
                    <a:pt x="247397" y="403922"/>
                  </a:lnTo>
                  <a:lnTo>
                    <a:pt x="245798" y="406051"/>
                  </a:lnTo>
                  <a:lnTo>
                    <a:pt x="244976" y="407772"/>
                  </a:lnTo>
                  <a:lnTo>
                    <a:pt x="244898" y="408405"/>
                  </a:lnTo>
                  <a:lnTo>
                    <a:pt x="244304" y="409177"/>
                  </a:lnTo>
                  <a:lnTo>
                    <a:pt x="244252" y="409582"/>
                  </a:lnTo>
                  <a:lnTo>
                    <a:pt x="243708" y="409736"/>
                  </a:lnTo>
                  <a:lnTo>
                    <a:pt x="243101" y="410671"/>
                  </a:lnTo>
                  <a:lnTo>
                    <a:pt x="243077" y="411295"/>
                  </a:lnTo>
                  <a:lnTo>
                    <a:pt x="242600" y="412432"/>
                  </a:lnTo>
                  <a:lnTo>
                    <a:pt x="241613" y="413534"/>
                  </a:lnTo>
                  <a:lnTo>
                    <a:pt x="241105" y="414990"/>
                  </a:lnTo>
                  <a:lnTo>
                    <a:pt x="239157" y="414035"/>
                  </a:lnTo>
                  <a:lnTo>
                    <a:pt x="239227" y="413765"/>
                  </a:lnTo>
                  <a:lnTo>
                    <a:pt x="237427" y="411841"/>
                  </a:lnTo>
                  <a:lnTo>
                    <a:pt x="236696" y="410713"/>
                  </a:lnTo>
                  <a:lnTo>
                    <a:pt x="236376" y="409659"/>
                  </a:lnTo>
                  <a:lnTo>
                    <a:pt x="235908" y="409067"/>
                  </a:lnTo>
                  <a:lnTo>
                    <a:pt x="235078" y="409307"/>
                  </a:lnTo>
                  <a:lnTo>
                    <a:pt x="234218" y="407601"/>
                  </a:lnTo>
                  <a:lnTo>
                    <a:pt x="232969" y="405838"/>
                  </a:lnTo>
                  <a:lnTo>
                    <a:pt x="232463" y="404139"/>
                  </a:lnTo>
                  <a:lnTo>
                    <a:pt x="232882" y="403936"/>
                  </a:lnTo>
                  <a:lnTo>
                    <a:pt x="232968" y="403585"/>
                  </a:lnTo>
                  <a:lnTo>
                    <a:pt x="232114" y="401053"/>
                  </a:lnTo>
                  <a:lnTo>
                    <a:pt x="232699" y="401022"/>
                  </a:lnTo>
                  <a:lnTo>
                    <a:pt x="234549" y="401600"/>
                  </a:lnTo>
                  <a:lnTo>
                    <a:pt x="236191" y="402731"/>
                  </a:lnTo>
                  <a:lnTo>
                    <a:pt x="238079" y="400470"/>
                  </a:lnTo>
                  <a:lnTo>
                    <a:pt x="239399" y="397831"/>
                  </a:lnTo>
                  <a:lnTo>
                    <a:pt x="238864" y="396730"/>
                  </a:lnTo>
                  <a:lnTo>
                    <a:pt x="239248" y="396478"/>
                  </a:lnTo>
                  <a:lnTo>
                    <a:pt x="235884" y="389609"/>
                  </a:lnTo>
                  <a:lnTo>
                    <a:pt x="235076" y="390146"/>
                  </a:lnTo>
                  <a:lnTo>
                    <a:pt x="232271" y="385976"/>
                  </a:lnTo>
                  <a:lnTo>
                    <a:pt x="232154" y="385761"/>
                  </a:lnTo>
                  <a:lnTo>
                    <a:pt x="231862" y="385857"/>
                  </a:lnTo>
                  <a:lnTo>
                    <a:pt x="230674" y="384358"/>
                  </a:lnTo>
                  <a:lnTo>
                    <a:pt x="230077" y="385014"/>
                  </a:lnTo>
                  <a:lnTo>
                    <a:pt x="229217" y="386679"/>
                  </a:lnTo>
                  <a:lnTo>
                    <a:pt x="228480" y="387456"/>
                  </a:lnTo>
                  <a:lnTo>
                    <a:pt x="227227" y="386690"/>
                  </a:lnTo>
                  <a:lnTo>
                    <a:pt x="229906" y="382084"/>
                  </a:lnTo>
                  <a:lnTo>
                    <a:pt x="230230" y="381363"/>
                  </a:lnTo>
                  <a:lnTo>
                    <a:pt x="230453" y="379842"/>
                  </a:lnTo>
                  <a:lnTo>
                    <a:pt x="227662" y="377643"/>
                  </a:lnTo>
                  <a:lnTo>
                    <a:pt x="225952" y="376677"/>
                  </a:lnTo>
                  <a:lnTo>
                    <a:pt x="223369" y="374719"/>
                  </a:lnTo>
                  <a:lnTo>
                    <a:pt x="221857" y="373339"/>
                  </a:lnTo>
                  <a:lnTo>
                    <a:pt x="220360" y="370839"/>
                  </a:lnTo>
                  <a:lnTo>
                    <a:pt x="219475" y="369794"/>
                  </a:lnTo>
                  <a:lnTo>
                    <a:pt x="216168" y="367388"/>
                  </a:lnTo>
                  <a:lnTo>
                    <a:pt x="215693" y="368272"/>
                  </a:lnTo>
                  <a:lnTo>
                    <a:pt x="215719" y="369362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pg53">
              <a:extLst>
                <a:ext uri="{FF2B5EF4-FFF2-40B4-BE49-F238E27FC236}">
                  <a16:creationId xmlns:a16="http://schemas.microsoft.com/office/drawing/2014/main" id="{B09B0FE3-B906-342D-B1D0-1454D9F1E7DF}"/>
                </a:ext>
              </a:extLst>
            </p:cNvPr>
            <p:cNvSpPr/>
            <p:nvPr/>
          </p:nvSpPr>
          <p:spPr>
            <a:xfrm>
              <a:off x="7548953" y="468537"/>
              <a:ext cx="768381" cy="790667"/>
            </a:xfrm>
            <a:custGeom>
              <a:avLst/>
              <a:gdLst/>
              <a:ahLst/>
              <a:cxnLst/>
              <a:rect l="0" t="0" r="0" b="0"/>
              <a:pathLst>
                <a:path w="768381" h="790667">
                  <a:moveTo>
                    <a:pt x="238179" y="487976"/>
                  </a:moveTo>
                  <a:lnTo>
                    <a:pt x="234871" y="486522"/>
                  </a:lnTo>
                  <a:lnTo>
                    <a:pt x="233829" y="488636"/>
                  </a:lnTo>
                  <a:lnTo>
                    <a:pt x="231335" y="491641"/>
                  </a:lnTo>
                  <a:lnTo>
                    <a:pt x="230198" y="490729"/>
                  </a:lnTo>
                  <a:lnTo>
                    <a:pt x="229831" y="491248"/>
                  </a:lnTo>
                  <a:lnTo>
                    <a:pt x="228188" y="490036"/>
                  </a:lnTo>
                  <a:lnTo>
                    <a:pt x="226769" y="488957"/>
                  </a:lnTo>
                  <a:lnTo>
                    <a:pt x="226588" y="488475"/>
                  </a:lnTo>
                  <a:lnTo>
                    <a:pt x="224507" y="487168"/>
                  </a:lnTo>
                  <a:lnTo>
                    <a:pt x="224687" y="486473"/>
                  </a:lnTo>
                  <a:lnTo>
                    <a:pt x="224282" y="486327"/>
                  </a:lnTo>
                  <a:lnTo>
                    <a:pt x="216759" y="483706"/>
                  </a:lnTo>
                  <a:lnTo>
                    <a:pt x="219955" y="477944"/>
                  </a:lnTo>
                  <a:lnTo>
                    <a:pt x="221542" y="475084"/>
                  </a:lnTo>
                  <a:lnTo>
                    <a:pt x="219821" y="473369"/>
                  </a:lnTo>
                  <a:lnTo>
                    <a:pt x="221196" y="472104"/>
                  </a:lnTo>
                  <a:lnTo>
                    <a:pt x="220889" y="465727"/>
                  </a:lnTo>
                  <a:lnTo>
                    <a:pt x="223987" y="464390"/>
                  </a:lnTo>
                  <a:lnTo>
                    <a:pt x="224998" y="464157"/>
                  </a:lnTo>
                  <a:lnTo>
                    <a:pt x="226314" y="464455"/>
                  </a:lnTo>
                  <a:lnTo>
                    <a:pt x="228035" y="465737"/>
                  </a:lnTo>
                  <a:lnTo>
                    <a:pt x="229151" y="465749"/>
                  </a:lnTo>
                  <a:lnTo>
                    <a:pt x="229724" y="463297"/>
                  </a:lnTo>
                  <a:lnTo>
                    <a:pt x="225172" y="462411"/>
                  </a:lnTo>
                  <a:lnTo>
                    <a:pt x="226157" y="456968"/>
                  </a:lnTo>
                  <a:lnTo>
                    <a:pt x="225569" y="454302"/>
                  </a:lnTo>
                  <a:lnTo>
                    <a:pt x="227812" y="453219"/>
                  </a:lnTo>
                  <a:lnTo>
                    <a:pt x="228502" y="453223"/>
                  </a:lnTo>
                  <a:lnTo>
                    <a:pt x="228977" y="452722"/>
                  </a:lnTo>
                  <a:lnTo>
                    <a:pt x="229449" y="451040"/>
                  </a:lnTo>
                  <a:lnTo>
                    <a:pt x="230827" y="452097"/>
                  </a:lnTo>
                  <a:lnTo>
                    <a:pt x="234335" y="452036"/>
                  </a:lnTo>
                  <a:lnTo>
                    <a:pt x="234825" y="452001"/>
                  </a:lnTo>
                  <a:lnTo>
                    <a:pt x="234615" y="450033"/>
                  </a:lnTo>
                  <a:lnTo>
                    <a:pt x="232749" y="449709"/>
                  </a:lnTo>
                  <a:lnTo>
                    <a:pt x="231041" y="448306"/>
                  </a:lnTo>
                  <a:lnTo>
                    <a:pt x="228756" y="447219"/>
                  </a:lnTo>
                  <a:lnTo>
                    <a:pt x="227750" y="447462"/>
                  </a:lnTo>
                  <a:lnTo>
                    <a:pt x="227747" y="446964"/>
                  </a:lnTo>
                  <a:lnTo>
                    <a:pt x="227225" y="446034"/>
                  </a:lnTo>
                  <a:lnTo>
                    <a:pt x="222610" y="447175"/>
                  </a:lnTo>
                  <a:lnTo>
                    <a:pt x="221261" y="444128"/>
                  </a:lnTo>
                  <a:lnTo>
                    <a:pt x="219410" y="444928"/>
                  </a:lnTo>
                  <a:lnTo>
                    <a:pt x="216974" y="444630"/>
                  </a:lnTo>
                  <a:lnTo>
                    <a:pt x="213570" y="443504"/>
                  </a:lnTo>
                  <a:lnTo>
                    <a:pt x="212299" y="442207"/>
                  </a:lnTo>
                  <a:lnTo>
                    <a:pt x="210267" y="443706"/>
                  </a:lnTo>
                  <a:lnTo>
                    <a:pt x="209889" y="444244"/>
                  </a:lnTo>
                  <a:lnTo>
                    <a:pt x="209993" y="444389"/>
                  </a:lnTo>
                  <a:lnTo>
                    <a:pt x="206022" y="443373"/>
                  </a:lnTo>
                  <a:lnTo>
                    <a:pt x="206447" y="441595"/>
                  </a:lnTo>
                  <a:lnTo>
                    <a:pt x="206301" y="441422"/>
                  </a:lnTo>
                  <a:lnTo>
                    <a:pt x="203875" y="441172"/>
                  </a:lnTo>
                  <a:lnTo>
                    <a:pt x="203937" y="439922"/>
                  </a:lnTo>
                  <a:lnTo>
                    <a:pt x="203015" y="439589"/>
                  </a:lnTo>
                  <a:lnTo>
                    <a:pt x="202804" y="438599"/>
                  </a:lnTo>
                  <a:lnTo>
                    <a:pt x="199730" y="438476"/>
                  </a:lnTo>
                  <a:lnTo>
                    <a:pt x="195744" y="437169"/>
                  </a:lnTo>
                  <a:lnTo>
                    <a:pt x="194459" y="436238"/>
                  </a:lnTo>
                  <a:lnTo>
                    <a:pt x="192276" y="433849"/>
                  </a:lnTo>
                  <a:lnTo>
                    <a:pt x="188778" y="432009"/>
                  </a:lnTo>
                  <a:lnTo>
                    <a:pt x="186368" y="429896"/>
                  </a:lnTo>
                  <a:lnTo>
                    <a:pt x="185825" y="429811"/>
                  </a:lnTo>
                  <a:lnTo>
                    <a:pt x="185248" y="429269"/>
                  </a:lnTo>
                  <a:lnTo>
                    <a:pt x="182243" y="428279"/>
                  </a:lnTo>
                  <a:lnTo>
                    <a:pt x="181316" y="427543"/>
                  </a:lnTo>
                  <a:lnTo>
                    <a:pt x="181720" y="423536"/>
                  </a:lnTo>
                  <a:lnTo>
                    <a:pt x="182364" y="421558"/>
                  </a:lnTo>
                  <a:lnTo>
                    <a:pt x="185408" y="418949"/>
                  </a:lnTo>
                  <a:lnTo>
                    <a:pt x="186689" y="418342"/>
                  </a:lnTo>
                  <a:lnTo>
                    <a:pt x="188359" y="416619"/>
                  </a:lnTo>
                  <a:lnTo>
                    <a:pt x="189496" y="416242"/>
                  </a:lnTo>
                  <a:lnTo>
                    <a:pt x="191401" y="413998"/>
                  </a:lnTo>
                  <a:lnTo>
                    <a:pt x="193212" y="412737"/>
                  </a:lnTo>
                  <a:lnTo>
                    <a:pt x="193555" y="411125"/>
                  </a:lnTo>
                  <a:lnTo>
                    <a:pt x="194913" y="409753"/>
                  </a:lnTo>
                  <a:lnTo>
                    <a:pt x="197066" y="409899"/>
                  </a:lnTo>
                  <a:lnTo>
                    <a:pt x="197456" y="409139"/>
                  </a:lnTo>
                  <a:lnTo>
                    <a:pt x="197820" y="409031"/>
                  </a:lnTo>
                  <a:lnTo>
                    <a:pt x="198139" y="409682"/>
                  </a:lnTo>
                  <a:lnTo>
                    <a:pt x="198341" y="409258"/>
                  </a:lnTo>
                  <a:lnTo>
                    <a:pt x="198152" y="407433"/>
                  </a:lnTo>
                  <a:lnTo>
                    <a:pt x="198345" y="407425"/>
                  </a:lnTo>
                  <a:lnTo>
                    <a:pt x="198548" y="408420"/>
                  </a:lnTo>
                  <a:lnTo>
                    <a:pt x="199523" y="407906"/>
                  </a:lnTo>
                  <a:lnTo>
                    <a:pt x="198902" y="407887"/>
                  </a:lnTo>
                  <a:lnTo>
                    <a:pt x="199305" y="406678"/>
                  </a:lnTo>
                  <a:lnTo>
                    <a:pt x="202613" y="402554"/>
                  </a:lnTo>
                  <a:lnTo>
                    <a:pt x="203959" y="401251"/>
                  </a:lnTo>
                  <a:lnTo>
                    <a:pt x="205635" y="401116"/>
                  </a:lnTo>
                  <a:lnTo>
                    <a:pt x="205820" y="400824"/>
                  </a:lnTo>
                  <a:lnTo>
                    <a:pt x="206242" y="398623"/>
                  </a:lnTo>
                  <a:lnTo>
                    <a:pt x="205920" y="397713"/>
                  </a:lnTo>
                  <a:lnTo>
                    <a:pt x="206504" y="396867"/>
                  </a:lnTo>
                  <a:lnTo>
                    <a:pt x="206615" y="395032"/>
                  </a:lnTo>
                  <a:lnTo>
                    <a:pt x="206329" y="394810"/>
                  </a:lnTo>
                  <a:lnTo>
                    <a:pt x="206004" y="391303"/>
                  </a:lnTo>
                  <a:lnTo>
                    <a:pt x="209089" y="389604"/>
                  </a:lnTo>
                  <a:lnTo>
                    <a:pt x="210237" y="388590"/>
                  </a:lnTo>
                  <a:lnTo>
                    <a:pt x="211347" y="386898"/>
                  </a:lnTo>
                  <a:lnTo>
                    <a:pt x="210567" y="386955"/>
                  </a:lnTo>
                  <a:lnTo>
                    <a:pt x="208928" y="387602"/>
                  </a:lnTo>
                  <a:lnTo>
                    <a:pt x="205942" y="388103"/>
                  </a:lnTo>
                  <a:lnTo>
                    <a:pt x="204334" y="387837"/>
                  </a:lnTo>
                  <a:lnTo>
                    <a:pt x="203857" y="387168"/>
                  </a:lnTo>
                  <a:lnTo>
                    <a:pt x="201411" y="387181"/>
                  </a:lnTo>
                  <a:lnTo>
                    <a:pt x="201136" y="387022"/>
                  </a:lnTo>
                  <a:lnTo>
                    <a:pt x="199432" y="387359"/>
                  </a:lnTo>
                  <a:lnTo>
                    <a:pt x="195635" y="388988"/>
                  </a:lnTo>
                  <a:lnTo>
                    <a:pt x="193823" y="386980"/>
                  </a:lnTo>
                  <a:lnTo>
                    <a:pt x="192862" y="387383"/>
                  </a:lnTo>
                  <a:lnTo>
                    <a:pt x="193091" y="386709"/>
                  </a:lnTo>
                  <a:lnTo>
                    <a:pt x="192840" y="386845"/>
                  </a:lnTo>
                  <a:lnTo>
                    <a:pt x="192656" y="386280"/>
                  </a:lnTo>
                  <a:lnTo>
                    <a:pt x="193133" y="385986"/>
                  </a:lnTo>
                  <a:lnTo>
                    <a:pt x="191815" y="383821"/>
                  </a:lnTo>
                  <a:lnTo>
                    <a:pt x="191318" y="384025"/>
                  </a:lnTo>
                  <a:lnTo>
                    <a:pt x="190975" y="383618"/>
                  </a:lnTo>
                  <a:lnTo>
                    <a:pt x="190319" y="382345"/>
                  </a:lnTo>
                  <a:lnTo>
                    <a:pt x="190918" y="382080"/>
                  </a:lnTo>
                  <a:lnTo>
                    <a:pt x="189541" y="380192"/>
                  </a:lnTo>
                  <a:lnTo>
                    <a:pt x="189016" y="379868"/>
                  </a:lnTo>
                  <a:lnTo>
                    <a:pt x="187791" y="379969"/>
                  </a:lnTo>
                  <a:lnTo>
                    <a:pt x="187649" y="379490"/>
                  </a:lnTo>
                  <a:lnTo>
                    <a:pt x="186175" y="379469"/>
                  </a:lnTo>
                  <a:lnTo>
                    <a:pt x="185642" y="379687"/>
                  </a:lnTo>
                  <a:lnTo>
                    <a:pt x="185412" y="379164"/>
                  </a:lnTo>
                  <a:lnTo>
                    <a:pt x="185387" y="378117"/>
                  </a:lnTo>
                  <a:lnTo>
                    <a:pt x="185125" y="378037"/>
                  </a:lnTo>
                  <a:lnTo>
                    <a:pt x="184242" y="379919"/>
                  </a:lnTo>
                  <a:lnTo>
                    <a:pt x="182856" y="379155"/>
                  </a:lnTo>
                  <a:lnTo>
                    <a:pt x="181149" y="377332"/>
                  </a:lnTo>
                  <a:lnTo>
                    <a:pt x="179935" y="374684"/>
                  </a:lnTo>
                  <a:lnTo>
                    <a:pt x="179485" y="372625"/>
                  </a:lnTo>
                  <a:lnTo>
                    <a:pt x="179567" y="371467"/>
                  </a:lnTo>
                  <a:lnTo>
                    <a:pt x="178790" y="368517"/>
                  </a:lnTo>
                  <a:lnTo>
                    <a:pt x="178838" y="367813"/>
                  </a:lnTo>
                  <a:lnTo>
                    <a:pt x="179260" y="367144"/>
                  </a:lnTo>
                  <a:lnTo>
                    <a:pt x="179688" y="363590"/>
                  </a:lnTo>
                  <a:lnTo>
                    <a:pt x="178103" y="359859"/>
                  </a:lnTo>
                  <a:lnTo>
                    <a:pt x="177102" y="358901"/>
                  </a:lnTo>
                  <a:lnTo>
                    <a:pt x="173991" y="354591"/>
                  </a:lnTo>
                  <a:lnTo>
                    <a:pt x="172194" y="353060"/>
                  </a:lnTo>
                  <a:lnTo>
                    <a:pt x="170890" y="351308"/>
                  </a:lnTo>
                  <a:lnTo>
                    <a:pt x="169243" y="352506"/>
                  </a:lnTo>
                  <a:lnTo>
                    <a:pt x="167433" y="350467"/>
                  </a:lnTo>
                  <a:lnTo>
                    <a:pt x="166396" y="351291"/>
                  </a:lnTo>
                  <a:lnTo>
                    <a:pt x="166159" y="351105"/>
                  </a:lnTo>
                  <a:lnTo>
                    <a:pt x="165276" y="351986"/>
                  </a:lnTo>
                  <a:lnTo>
                    <a:pt x="162800" y="350251"/>
                  </a:lnTo>
                  <a:lnTo>
                    <a:pt x="161484" y="348549"/>
                  </a:lnTo>
                  <a:lnTo>
                    <a:pt x="160155" y="349020"/>
                  </a:lnTo>
                  <a:lnTo>
                    <a:pt x="159652" y="349419"/>
                  </a:lnTo>
                  <a:lnTo>
                    <a:pt x="158254" y="350811"/>
                  </a:lnTo>
                  <a:lnTo>
                    <a:pt x="158352" y="351420"/>
                  </a:lnTo>
                  <a:lnTo>
                    <a:pt x="155235" y="351707"/>
                  </a:lnTo>
                  <a:lnTo>
                    <a:pt x="153984" y="352439"/>
                  </a:lnTo>
                  <a:lnTo>
                    <a:pt x="152108" y="352663"/>
                  </a:lnTo>
                  <a:lnTo>
                    <a:pt x="152373" y="355042"/>
                  </a:lnTo>
                  <a:lnTo>
                    <a:pt x="152299" y="356606"/>
                  </a:lnTo>
                  <a:lnTo>
                    <a:pt x="152968" y="359007"/>
                  </a:lnTo>
                  <a:lnTo>
                    <a:pt x="153657" y="360754"/>
                  </a:lnTo>
                  <a:lnTo>
                    <a:pt x="155420" y="362807"/>
                  </a:lnTo>
                  <a:lnTo>
                    <a:pt x="155680" y="363377"/>
                  </a:lnTo>
                  <a:lnTo>
                    <a:pt x="155938" y="367443"/>
                  </a:lnTo>
                  <a:lnTo>
                    <a:pt x="155680" y="371429"/>
                  </a:lnTo>
                  <a:lnTo>
                    <a:pt x="156997" y="374120"/>
                  </a:lnTo>
                  <a:lnTo>
                    <a:pt x="156915" y="376227"/>
                  </a:lnTo>
                  <a:lnTo>
                    <a:pt x="157335" y="379108"/>
                  </a:lnTo>
                  <a:lnTo>
                    <a:pt x="157506" y="383813"/>
                  </a:lnTo>
                  <a:lnTo>
                    <a:pt x="157277" y="384413"/>
                  </a:lnTo>
                  <a:lnTo>
                    <a:pt x="156397" y="384795"/>
                  </a:lnTo>
                  <a:lnTo>
                    <a:pt x="154693" y="384978"/>
                  </a:lnTo>
                  <a:lnTo>
                    <a:pt x="153449" y="385884"/>
                  </a:lnTo>
                  <a:lnTo>
                    <a:pt x="151127" y="383640"/>
                  </a:lnTo>
                  <a:lnTo>
                    <a:pt x="149861" y="381552"/>
                  </a:lnTo>
                  <a:lnTo>
                    <a:pt x="149237" y="379422"/>
                  </a:lnTo>
                  <a:lnTo>
                    <a:pt x="149320" y="378081"/>
                  </a:lnTo>
                  <a:lnTo>
                    <a:pt x="148791" y="376715"/>
                  </a:lnTo>
                  <a:lnTo>
                    <a:pt x="148159" y="376151"/>
                  </a:lnTo>
                  <a:lnTo>
                    <a:pt x="146707" y="375419"/>
                  </a:lnTo>
                  <a:lnTo>
                    <a:pt x="142839" y="374749"/>
                  </a:lnTo>
                  <a:lnTo>
                    <a:pt x="140202" y="373738"/>
                  </a:lnTo>
                  <a:lnTo>
                    <a:pt x="135921" y="370859"/>
                  </a:lnTo>
                  <a:lnTo>
                    <a:pt x="132709" y="369438"/>
                  </a:lnTo>
                  <a:lnTo>
                    <a:pt x="130924" y="367822"/>
                  </a:lnTo>
                  <a:lnTo>
                    <a:pt x="130312" y="365946"/>
                  </a:lnTo>
                  <a:lnTo>
                    <a:pt x="130385" y="364164"/>
                  </a:lnTo>
                  <a:lnTo>
                    <a:pt x="130164" y="363033"/>
                  </a:lnTo>
                  <a:lnTo>
                    <a:pt x="129760" y="361703"/>
                  </a:lnTo>
                  <a:lnTo>
                    <a:pt x="128796" y="359905"/>
                  </a:lnTo>
                  <a:lnTo>
                    <a:pt x="127466" y="360933"/>
                  </a:lnTo>
                  <a:lnTo>
                    <a:pt x="126857" y="361801"/>
                  </a:lnTo>
                  <a:lnTo>
                    <a:pt x="125545" y="362374"/>
                  </a:lnTo>
                  <a:lnTo>
                    <a:pt x="123853" y="365214"/>
                  </a:lnTo>
                  <a:lnTo>
                    <a:pt x="124356" y="365845"/>
                  </a:lnTo>
                  <a:lnTo>
                    <a:pt x="127863" y="367686"/>
                  </a:lnTo>
                  <a:lnTo>
                    <a:pt x="127336" y="368684"/>
                  </a:lnTo>
                  <a:lnTo>
                    <a:pt x="126458" y="372736"/>
                  </a:lnTo>
                  <a:lnTo>
                    <a:pt x="124680" y="375260"/>
                  </a:lnTo>
                  <a:lnTo>
                    <a:pt x="123794" y="379069"/>
                  </a:lnTo>
                  <a:lnTo>
                    <a:pt x="123116" y="384474"/>
                  </a:lnTo>
                  <a:lnTo>
                    <a:pt x="122451" y="386403"/>
                  </a:lnTo>
                  <a:lnTo>
                    <a:pt x="122571" y="388089"/>
                  </a:lnTo>
                  <a:lnTo>
                    <a:pt x="120319" y="398032"/>
                  </a:lnTo>
                  <a:lnTo>
                    <a:pt x="120369" y="399513"/>
                  </a:lnTo>
                  <a:lnTo>
                    <a:pt x="120953" y="401266"/>
                  </a:lnTo>
                  <a:lnTo>
                    <a:pt x="119569" y="402208"/>
                  </a:lnTo>
                  <a:lnTo>
                    <a:pt x="118202" y="403818"/>
                  </a:lnTo>
                  <a:lnTo>
                    <a:pt x="117707" y="404048"/>
                  </a:lnTo>
                  <a:lnTo>
                    <a:pt x="117004" y="405077"/>
                  </a:lnTo>
                  <a:lnTo>
                    <a:pt x="113633" y="405999"/>
                  </a:lnTo>
                  <a:lnTo>
                    <a:pt x="112171" y="405450"/>
                  </a:lnTo>
                  <a:lnTo>
                    <a:pt x="110680" y="405385"/>
                  </a:lnTo>
                  <a:lnTo>
                    <a:pt x="109173" y="405001"/>
                  </a:lnTo>
                  <a:lnTo>
                    <a:pt x="106149" y="403768"/>
                  </a:lnTo>
                  <a:lnTo>
                    <a:pt x="104388" y="404316"/>
                  </a:lnTo>
                  <a:lnTo>
                    <a:pt x="100477" y="403992"/>
                  </a:lnTo>
                  <a:lnTo>
                    <a:pt x="100368" y="402913"/>
                  </a:lnTo>
                  <a:lnTo>
                    <a:pt x="98667" y="400531"/>
                  </a:lnTo>
                  <a:lnTo>
                    <a:pt x="98317" y="398958"/>
                  </a:lnTo>
                  <a:lnTo>
                    <a:pt x="98625" y="397946"/>
                  </a:lnTo>
                  <a:lnTo>
                    <a:pt x="98848" y="395441"/>
                  </a:lnTo>
                  <a:lnTo>
                    <a:pt x="99608" y="392884"/>
                  </a:lnTo>
                  <a:lnTo>
                    <a:pt x="99399" y="391322"/>
                  </a:lnTo>
                  <a:lnTo>
                    <a:pt x="98449" y="388011"/>
                  </a:lnTo>
                  <a:lnTo>
                    <a:pt x="98369" y="386045"/>
                  </a:lnTo>
                  <a:lnTo>
                    <a:pt x="100322" y="381883"/>
                  </a:lnTo>
                  <a:lnTo>
                    <a:pt x="100404" y="376698"/>
                  </a:lnTo>
                  <a:lnTo>
                    <a:pt x="99092" y="369755"/>
                  </a:lnTo>
                  <a:lnTo>
                    <a:pt x="98186" y="367175"/>
                  </a:lnTo>
                  <a:lnTo>
                    <a:pt x="98045" y="365911"/>
                  </a:lnTo>
                  <a:lnTo>
                    <a:pt x="100221" y="364632"/>
                  </a:lnTo>
                  <a:lnTo>
                    <a:pt x="102195" y="361821"/>
                  </a:lnTo>
                  <a:lnTo>
                    <a:pt x="103416" y="360677"/>
                  </a:lnTo>
                  <a:lnTo>
                    <a:pt x="104132" y="359095"/>
                  </a:lnTo>
                  <a:lnTo>
                    <a:pt x="107006" y="358310"/>
                  </a:lnTo>
                  <a:lnTo>
                    <a:pt x="111920" y="358760"/>
                  </a:lnTo>
                  <a:lnTo>
                    <a:pt x="111719" y="356805"/>
                  </a:lnTo>
                  <a:lnTo>
                    <a:pt x="111056" y="355101"/>
                  </a:lnTo>
                  <a:lnTo>
                    <a:pt x="110810" y="353332"/>
                  </a:lnTo>
                  <a:lnTo>
                    <a:pt x="112675" y="349318"/>
                  </a:lnTo>
                  <a:lnTo>
                    <a:pt x="113122" y="347618"/>
                  </a:lnTo>
                  <a:lnTo>
                    <a:pt x="113742" y="346798"/>
                  </a:lnTo>
                  <a:lnTo>
                    <a:pt x="113980" y="345068"/>
                  </a:lnTo>
                  <a:lnTo>
                    <a:pt x="113598" y="339129"/>
                  </a:lnTo>
                  <a:lnTo>
                    <a:pt x="112385" y="336761"/>
                  </a:lnTo>
                  <a:lnTo>
                    <a:pt x="110657" y="336006"/>
                  </a:lnTo>
                  <a:lnTo>
                    <a:pt x="109384" y="336222"/>
                  </a:lnTo>
                  <a:lnTo>
                    <a:pt x="105050" y="338646"/>
                  </a:lnTo>
                  <a:lnTo>
                    <a:pt x="104741" y="340070"/>
                  </a:lnTo>
                  <a:lnTo>
                    <a:pt x="104139" y="341023"/>
                  </a:lnTo>
                  <a:lnTo>
                    <a:pt x="103081" y="340739"/>
                  </a:lnTo>
                  <a:lnTo>
                    <a:pt x="101326" y="341635"/>
                  </a:lnTo>
                  <a:lnTo>
                    <a:pt x="99969" y="341360"/>
                  </a:lnTo>
                  <a:lnTo>
                    <a:pt x="97177" y="341676"/>
                  </a:lnTo>
                  <a:lnTo>
                    <a:pt x="94037" y="342170"/>
                  </a:lnTo>
                  <a:lnTo>
                    <a:pt x="90897" y="344569"/>
                  </a:lnTo>
                  <a:lnTo>
                    <a:pt x="87704" y="345892"/>
                  </a:lnTo>
                  <a:lnTo>
                    <a:pt x="85842" y="345840"/>
                  </a:lnTo>
                  <a:lnTo>
                    <a:pt x="82300" y="346181"/>
                  </a:lnTo>
                  <a:lnTo>
                    <a:pt x="81061" y="346529"/>
                  </a:lnTo>
                  <a:lnTo>
                    <a:pt x="77989" y="346871"/>
                  </a:lnTo>
                  <a:lnTo>
                    <a:pt x="76256" y="347366"/>
                  </a:lnTo>
                  <a:lnTo>
                    <a:pt x="75853" y="346011"/>
                  </a:lnTo>
                  <a:lnTo>
                    <a:pt x="74031" y="342365"/>
                  </a:lnTo>
                  <a:lnTo>
                    <a:pt x="69752" y="337715"/>
                  </a:lnTo>
                  <a:lnTo>
                    <a:pt x="70542" y="336792"/>
                  </a:lnTo>
                  <a:lnTo>
                    <a:pt x="68221" y="333919"/>
                  </a:lnTo>
                  <a:lnTo>
                    <a:pt x="68631" y="332825"/>
                  </a:lnTo>
                  <a:lnTo>
                    <a:pt x="68342" y="331882"/>
                  </a:lnTo>
                  <a:lnTo>
                    <a:pt x="64536" y="324121"/>
                  </a:lnTo>
                  <a:lnTo>
                    <a:pt x="63853" y="320633"/>
                  </a:lnTo>
                  <a:lnTo>
                    <a:pt x="62467" y="316407"/>
                  </a:lnTo>
                  <a:lnTo>
                    <a:pt x="62624" y="314114"/>
                  </a:lnTo>
                  <a:lnTo>
                    <a:pt x="61451" y="301651"/>
                  </a:lnTo>
                  <a:lnTo>
                    <a:pt x="60434" y="298662"/>
                  </a:lnTo>
                  <a:lnTo>
                    <a:pt x="64854" y="297336"/>
                  </a:lnTo>
                  <a:lnTo>
                    <a:pt x="62717" y="294684"/>
                  </a:lnTo>
                  <a:lnTo>
                    <a:pt x="61195" y="293295"/>
                  </a:lnTo>
                  <a:lnTo>
                    <a:pt x="60599" y="292002"/>
                  </a:lnTo>
                  <a:lnTo>
                    <a:pt x="57765" y="288117"/>
                  </a:lnTo>
                  <a:lnTo>
                    <a:pt x="57187" y="286817"/>
                  </a:lnTo>
                  <a:lnTo>
                    <a:pt x="66874" y="282700"/>
                  </a:lnTo>
                  <a:lnTo>
                    <a:pt x="62531" y="270208"/>
                  </a:lnTo>
                  <a:lnTo>
                    <a:pt x="61796" y="265084"/>
                  </a:lnTo>
                  <a:lnTo>
                    <a:pt x="58768" y="265281"/>
                  </a:lnTo>
                  <a:lnTo>
                    <a:pt x="53434" y="264619"/>
                  </a:lnTo>
                  <a:lnTo>
                    <a:pt x="48018" y="262950"/>
                  </a:lnTo>
                  <a:lnTo>
                    <a:pt x="42976" y="263107"/>
                  </a:lnTo>
                  <a:lnTo>
                    <a:pt x="37946" y="261426"/>
                  </a:lnTo>
                  <a:lnTo>
                    <a:pt x="36366" y="261740"/>
                  </a:lnTo>
                  <a:lnTo>
                    <a:pt x="34394" y="263916"/>
                  </a:lnTo>
                  <a:lnTo>
                    <a:pt x="35175" y="265654"/>
                  </a:lnTo>
                  <a:lnTo>
                    <a:pt x="35887" y="269550"/>
                  </a:lnTo>
                  <a:lnTo>
                    <a:pt x="26967" y="270965"/>
                  </a:lnTo>
                  <a:lnTo>
                    <a:pt x="16634" y="273426"/>
                  </a:lnTo>
                  <a:lnTo>
                    <a:pt x="8033" y="276210"/>
                  </a:lnTo>
                  <a:lnTo>
                    <a:pt x="3161" y="277158"/>
                  </a:lnTo>
                  <a:lnTo>
                    <a:pt x="1608" y="270926"/>
                  </a:lnTo>
                  <a:lnTo>
                    <a:pt x="623" y="265389"/>
                  </a:lnTo>
                  <a:lnTo>
                    <a:pt x="352" y="262479"/>
                  </a:lnTo>
                  <a:lnTo>
                    <a:pt x="353" y="257234"/>
                  </a:lnTo>
                  <a:lnTo>
                    <a:pt x="211" y="255895"/>
                  </a:lnTo>
                  <a:lnTo>
                    <a:pt x="0" y="255793"/>
                  </a:lnTo>
                  <a:lnTo>
                    <a:pt x="159" y="255736"/>
                  </a:lnTo>
                  <a:lnTo>
                    <a:pt x="53" y="254715"/>
                  </a:lnTo>
                  <a:lnTo>
                    <a:pt x="517" y="249899"/>
                  </a:lnTo>
                  <a:lnTo>
                    <a:pt x="1498" y="245749"/>
                  </a:lnTo>
                  <a:lnTo>
                    <a:pt x="1715" y="242929"/>
                  </a:lnTo>
                  <a:lnTo>
                    <a:pt x="2146" y="241145"/>
                  </a:lnTo>
                  <a:lnTo>
                    <a:pt x="1881" y="240972"/>
                  </a:lnTo>
                  <a:lnTo>
                    <a:pt x="2663" y="240117"/>
                  </a:lnTo>
                  <a:lnTo>
                    <a:pt x="1058" y="238597"/>
                  </a:lnTo>
                  <a:lnTo>
                    <a:pt x="3164" y="236131"/>
                  </a:lnTo>
                  <a:lnTo>
                    <a:pt x="3638" y="235290"/>
                  </a:lnTo>
                  <a:lnTo>
                    <a:pt x="3238" y="234982"/>
                  </a:lnTo>
                  <a:lnTo>
                    <a:pt x="3805" y="234137"/>
                  </a:lnTo>
                  <a:lnTo>
                    <a:pt x="5413" y="235170"/>
                  </a:lnTo>
                  <a:lnTo>
                    <a:pt x="7391" y="229430"/>
                  </a:lnTo>
                  <a:lnTo>
                    <a:pt x="8619" y="226650"/>
                  </a:lnTo>
                  <a:lnTo>
                    <a:pt x="9309" y="223431"/>
                  </a:lnTo>
                  <a:lnTo>
                    <a:pt x="11259" y="220875"/>
                  </a:lnTo>
                  <a:lnTo>
                    <a:pt x="12867" y="218287"/>
                  </a:lnTo>
                  <a:lnTo>
                    <a:pt x="14980" y="209446"/>
                  </a:lnTo>
                  <a:lnTo>
                    <a:pt x="15231" y="198215"/>
                  </a:lnTo>
                  <a:lnTo>
                    <a:pt x="8750" y="198091"/>
                  </a:lnTo>
                  <a:lnTo>
                    <a:pt x="8882" y="191298"/>
                  </a:lnTo>
                  <a:lnTo>
                    <a:pt x="9286" y="190983"/>
                  </a:lnTo>
                  <a:lnTo>
                    <a:pt x="16322" y="191000"/>
                  </a:lnTo>
                  <a:lnTo>
                    <a:pt x="19380" y="189637"/>
                  </a:lnTo>
                  <a:lnTo>
                    <a:pt x="19099" y="189164"/>
                  </a:lnTo>
                  <a:lnTo>
                    <a:pt x="20190" y="188795"/>
                  </a:lnTo>
                  <a:lnTo>
                    <a:pt x="21335" y="188759"/>
                  </a:lnTo>
                  <a:lnTo>
                    <a:pt x="22993" y="187803"/>
                  </a:lnTo>
                  <a:lnTo>
                    <a:pt x="25078" y="185265"/>
                  </a:lnTo>
                  <a:lnTo>
                    <a:pt x="24622" y="182533"/>
                  </a:lnTo>
                  <a:lnTo>
                    <a:pt x="22750" y="180423"/>
                  </a:lnTo>
                  <a:lnTo>
                    <a:pt x="20886" y="180397"/>
                  </a:lnTo>
                  <a:lnTo>
                    <a:pt x="19513" y="179932"/>
                  </a:lnTo>
                  <a:lnTo>
                    <a:pt x="20477" y="179446"/>
                  </a:lnTo>
                  <a:lnTo>
                    <a:pt x="21271" y="178357"/>
                  </a:lnTo>
                  <a:lnTo>
                    <a:pt x="24303" y="172319"/>
                  </a:lnTo>
                  <a:lnTo>
                    <a:pt x="26650" y="167022"/>
                  </a:lnTo>
                  <a:lnTo>
                    <a:pt x="26984" y="164102"/>
                  </a:lnTo>
                  <a:lnTo>
                    <a:pt x="26402" y="158205"/>
                  </a:lnTo>
                  <a:lnTo>
                    <a:pt x="20245" y="156126"/>
                  </a:lnTo>
                  <a:lnTo>
                    <a:pt x="22405" y="146270"/>
                  </a:lnTo>
                  <a:lnTo>
                    <a:pt x="19207" y="145212"/>
                  </a:lnTo>
                  <a:lnTo>
                    <a:pt x="16688" y="143805"/>
                  </a:lnTo>
                  <a:lnTo>
                    <a:pt x="14108" y="140464"/>
                  </a:lnTo>
                  <a:lnTo>
                    <a:pt x="13994" y="139652"/>
                  </a:lnTo>
                  <a:lnTo>
                    <a:pt x="12861" y="137913"/>
                  </a:lnTo>
                  <a:lnTo>
                    <a:pt x="20067" y="140080"/>
                  </a:lnTo>
                  <a:lnTo>
                    <a:pt x="20834" y="134801"/>
                  </a:lnTo>
                  <a:lnTo>
                    <a:pt x="19945" y="134823"/>
                  </a:lnTo>
                  <a:lnTo>
                    <a:pt x="20864" y="130822"/>
                  </a:lnTo>
                  <a:lnTo>
                    <a:pt x="31620" y="130221"/>
                  </a:lnTo>
                  <a:lnTo>
                    <a:pt x="35087" y="130743"/>
                  </a:lnTo>
                  <a:lnTo>
                    <a:pt x="38697" y="130926"/>
                  </a:lnTo>
                  <a:lnTo>
                    <a:pt x="47359" y="130590"/>
                  </a:lnTo>
                  <a:lnTo>
                    <a:pt x="49073" y="130888"/>
                  </a:lnTo>
                  <a:lnTo>
                    <a:pt x="52958" y="132215"/>
                  </a:lnTo>
                  <a:lnTo>
                    <a:pt x="62585" y="134181"/>
                  </a:lnTo>
                  <a:lnTo>
                    <a:pt x="63542" y="132407"/>
                  </a:lnTo>
                  <a:lnTo>
                    <a:pt x="67858" y="127101"/>
                  </a:lnTo>
                  <a:lnTo>
                    <a:pt x="72791" y="127010"/>
                  </a:lnTo>
                  <a:lnTo>
                    <a:pt x="77902" y="126438"/>
                  </a:lnTo>
                  <a:lnTo>
                    <a:pt x="79953" y="126653"/>
                  </a:lnTo>
                  <a:lnTo>
                    <a:pt x="82012" y="127131"/>
                  </a:lnTo>
                  <a:lnTo>
                    <a:pt x="85625" y="128748"/>
                  </a:lnTo>
                  <a:lnTo>
                    <a:pt x="88896" y="128129"/>
                  </a:lnTo>
                  <a:lnTo>
                    <a:pt x="93102" y="129996"/>
                  </a:lnTo>
                  <a:lnTo>
                    <a:pt x="95542" y="131174"/>
                  </a:lnTo>
                  <a:lnTo>
                    <a:pt x="97073" y="131119"/>
                  </a:lnTo>
                  <a:lnTo>
                    <a:pt x="97803" y="131803"/>
                  </a:lnTo>
                  <a:lnTo>
                    <a:pt x="98684" y="131438"/>
                  </a:lnTo>
                  <a:lnTo>
                    <a:pt x="98753" y="130654"/>
                  </a:lnTo>
                  <a:lnTo>
                    <a:pt x="99691" y="130505"/>
                  </a:lnTo>
                  <a:lnTo>
                    <a:pt x="100186" y="128450"/>
                  </a:lnTo>
                  <a:lnTo>
                    <a:pt x="104104" y="128712"/>
                  </a:lnTo>
                  <a:lnTo>
                    <a:pt x="106866" y="129886"/>
                  </a:lnTo>
                  <a:lnTo>
                    <a:pt x="108425" y="132638"/>
                  </a:lnTo>
                  <a:lnTo>
                    <a:pt x="110004" y="134141"/>
                  </a:lnTo>
                  <a:lnTo>
                    <a:pt x="110585" y="135001"/>
                  </a:lnTo>
                  <a:lnTo>
                    <a:pt x="111705" y="135770"/>
                  </a:lnTo>
                  <a:lnTo>
                    <a:pt x="112451" y="137323"/>
                  </a:lnTo>
                  <a:lnTo>
                    <a:pt x="113096" y="137635"/>
                  </a:lnTo>
                  <a:lnTo>
                    <a:pt x="115338" y="138447"/>
                  </a:lnTo>
                  <a:lnTo>
                    <a:pt x="119516" y="138615"/>
                  </a:lnTo>
                  <a:lnTo>
                    <a:pt x="121161" y="139086"/>
                  </a:lnTo>
                  <a:lnTo>
                    <a:pt x="127502" y="139856"/>
                  </a:lnTo>
                  <a:lnTo>
                    <a:pt x="129903" y="139645"/>
                  </a:lnTo>
                  <a:lnTo>
                    <a:pt x="131354" y="138812"/>
                  </a:lnTo>
                  <a:lnTo>
                    <a:pt x="132776" y="138615"/>
                  </a:lnTo>
                  <a:lnTo>
                    <a:pt x="133116" y="140654"/>
                  </a:lnTo>
                  <a:lnTo>
                    <a:pt x="135044" y="140222"/>
                  </a:lnTo>
                  <a:lnTo>
                    <a:pt x="136097" y="139148"/>
                  </a:lnTo>
                  <a:lnTo>
                    <a:pt x="138460" y="138630"/>
                  </a:lnTo>
                  <a:lnTo>
                    <a:pt x="139714" y="138719"/>
                  </a:lnTo>
                  <a:lnTo>
                    <a:pt x="140891" y="135202"/>
                  </a:lnTo>
                  <a:lnTo>
                    <a:pt x="143068" y="124519"/>
                  </a:lnTo>
                  <a:lnTo>
                    <a:pt x="143314" y="121974"/>
                  </a:lnTo>
                  <a:lnTo>
                    <a:pt x="143664" y="121362"/>
                  </a:lnTo>
                  <a:lnTo>
                    <a:pt x="144387" y="121631"/>
                  </a:lnTo>
                  <a:lnTo>
                    <a:pt x="144775" y="121377"/>
                  </a:lnTo>
                  <a:lnTo>
                    <a:pt x="144687" y="120595"/>
                  </a:lnTo>
                  <a:lnTo>
                    <a:pt x="143873" y="120332"/>
                  </a:lnTo>
                  <a:lnTo>
                    <a:pt x="144403" y="119498"/>
                  </a:lnTo>
                  <a:lnTo>
                    <a:pt x="144463" y="120068"/>
                  </a:lnTo>
                  <a:lnTo>
                    <a:pt x="144909" y="119944"/>
                  </a:lnTo>
                  <a:lnTo>
                    <a:pt x="145016" y="118881"/>
                  </a:lnTo>
                  <a:lnTo>
                    <a:pt x="145351" y="119222"/>
                  </a:lnTo>
                  <a:lnTo>
                    <a:pt x="145657" y="118951"/>
                  </a:lnTo>
                  <a:lnTo>
                    <a:pt x="145274" y="118270"/>
                  </a:lnTo>
                  <a:lnTo>
                    <a:pt x="145462" y="117743"/>
                  </a:lnTo>
                  <a:lnTo>
                    <a:pt x="144845" y="118340"/>
                  </a:lnTo>
                  <a:lnTo>
                    <a:pt x="144490" y="118368"/>
                  </a:lnTo>
                  <a:lnTo>
                    <a:pt x="144344" y="117770"/>
                  </a:lnTo>
                  <a:lnTo>
                    <a:pt x="144610" y="117416"/>
                  </a:lnTo>
                  <a:lnTo>
                    <a:pt x="145977" y="117355"/>
                  </a:lnTo>
                  <a:lnTo>
                    <a:pt x="146268" y="117846"/>
                  </a:lnTo>
                  <a:lnTo>
                    <a:pt x="146996" y="118277"/>
                  </a:lnTo>
                  <a:lnTo>
                    <a:pt x="146765" y="118775"/>
                  </a:lnTo>
                  <a:lnTo>
                    <a:pt x="147429" y="119058"/>
                  </a:lnTo>
                  <a:lnTo>
                    <a:pt x="146522" y="119434"/>
                  </a:lnTo>
                  <a:lnTo>
                    <a:pt x="146450" y="119743"/>
                  </a:lnTo>
                  <a:lnTo>
                    <a:pt x="147229" y="120064"/>
                  </a:lnTo>
                  <a:lnTo>
                    <a:pt x="148024" y="123356"/>
                  </a:lnTo>
                  <a:lnTo>
                    <a:pt x="148974" y="124593"/>
                  </a:lnTo>
                  <a:lnTo>
                    <a:pt x="149627" y="124869"/>
                  </a:lnTo>
                  <a:lnTo>
                    <a:pt x="153298" y="122518"/>
                  </a:lnTo>
                  <a:lnTo>
                    <a:pt x="157165" y="124398"/>
                  </a:lnTo>
                  <a:lnTo>
                    <a:pt x="157502" y="124590"/>
                  </a:lnTo>
                  <a:lnTo>
                    <a:pt x="157780" y="125596"/>
                  </a:lnTo>
                  <a:lnTo>
                    <a:pt x="159092" y="126215"/>
                  </a:lnTo>
                  <a:lnTo>
                    <a:pt x="160804" y="128046"/>
                  </a:lnTo>
                  <a:lnTo>
                    <a:pt x="161457" y="129101"/>
                  </a:lnTo>
                  <a:lnTo>
                    <a:pt x="155613" y="135972"/>
                  </a:lnTo>
                  <a:lnTo>
                    <a:pt x="158690" y="137386"/>
                  </a:lnTo>
                  <a:lnTo>
                    <a:pt x="159956" y="138264"/>
                  </a:lnTo>
                  <a:lnTo>
                    <a:pt x="162936" y="141389"/>
                  </a:lnTo>
                  <a:lnTo>
                    <a:pt x="164598" y="139956"/>
                  </a:lnTo>
                  <a:lnTo>
                    <a:pt x="165252" y="141002"/>
                  </a:lnTo>
                  <a:lnTo>
                    <a:pt x="164985" y="143958"/>
                  </a:lnTo>
                  <a:lnTo>
                    <a:pt x="164696" y="144485"/>
                  </a:lnTo>
                  <a:lnTo>
                    <a:pt x="171728" y="144248"/>
                  </a:lnTo>
                  <a:lnTo>
                    <a:pt x="172677" y="143625"/>
                  </a:lnTo>
                  <a:lnTo>
                    <a:pt x="173743" y="143474"/>
                  </a:lnTo>
                  <a:lnTo>
                    <a:pt x="174664" y="142317"/>
                  </a:lnTo>
                  <a:lnTo>
                    <a:pt x="175278" y="142504"/>
                  </a:lnTo>
                  <a:lnTo>
                    <a:pt x="175897" y="142313"/>
                  </a:lnTo>
                  <a:lnTo>
                    <a:pt x="182991" y="139146"/>
                  </a:lnTo>
                  <a:lnTo>
                    <a:pt x="183290" y="140537"/>
                  </a:lnTo>
                  <a:lnTo>
                    <a:pt x="183893" y="141451"/>
                  </a:lnTo>
                  <a:lnTo>
                    <a:pt x="182973" y="141808"/>
                  </a:lnTo>
                  <a:lnTo>
                    <a:pt x="182832" y="142060"/>
                  </a:lnTo>
                  <a:lnTo>
                    <a:pt x="182820" y="142619"/>
                  </a:lnTo>
                  <a:lnTo>
                    <a:pt x="183141" y="142953"/>
                  </a:lnTo>
                  <a:lnTo>
                    <a:pt x="183816" y="143099"/>
                  </a:lnTo>
                  <a:lnTo>
                    <a:pt x="185298" y="141907"/>
                  </a:lnTo>
                  <a:lnTo>
                    <a:pt x="187117" y="141201"/>
                  </a:lnTo>
                  <a:lnTo>
                    <a:pt x="187680" y="141516"/>
                  </a:lnTo>
                  <a:lnTo>
                    <a:pt x="188340" y="140441"/>
                  </a:lnTo>
                  <a:lnTo>
                    <a:pt x="189766" y="139368"/>
                  </a:lnTo>
                  <a:lnTo>
                    <a:pt x="190550" y="138051"/>
                  </a:lnTo>
                  <a:lnTo>
                    <a:pt x="190469" y="136760"/>
                  </a:lnTo>
                  <a:lnTo>
                    <a:pt x="190184" y="136428"/>
                  </a:lnTo>
                  <a:lnTo>
                    <a:pt x="188904" y="136129"/>
                  </a:lnTo>
                  <a:lnTo>
                    <a:pt x="188857" y="135327"/>
                  </a:lnTo>
                  <a:lnTo>
                    <a:pt x="191444" y="132465"/>
                  </a:lnTo>
                  <a:lnTo>
                    <a:pt x="193927" y="132020"/>
                  </a:lnTo>
                  <a:lnTo>
                    <a:pt x="194656" y="131140"/>
                  </a:lnTo>
                  <a:lnTo>
                    <a:pt x="194915" y="129038"/>
                  </a:lnTo>
                  <a:lnTo>
                    <a:pt x="194249" y="126110"/>
                  </a:lnTo>
                  <a:lnTo>
                    <a:pt x="194472" y="125834"/>
                  </a:lnTo>
                  <a:lnTo>
                    <a:pt x="196080" y="125727"/>
                  </a:lnTo>
                  <a:lnTo>
                    <a:pt x="196447" y="126826"/>
                  </a:lnTo>
                  <a:lnTo>
                    <a:pt x="196711" y="126997"/>
                  </a:lnTo>
                  <a:lnTo>
                    <a:pt x="197191" y="126758"/>
                  </a:lnTo>
                  <a:lnTo>
                    <a:pt x="197779" y="125689"/>
                  </a:lnTo>
                  <a:lnTo>
                    <a:pt x="198144" y="125581"/>
                  </a:lnTo>
                  <a:lnTo>
                    <a:pt x="198369" y="126247"/>
                  </a:lnTo>
                  <a:lnTo>
                    <a:pt x="198815" y="126691"/>
                  </a:lnTo>
                  <a:lnTo>
                    <a:pt x="198696" y="127854"/>
                  </a:lnTo>
                  <a:lnTo>
                    <a:pt x="199531" y="129045"/>
                  </a:lnTo>
                  <a:lnTo>
                    <a:pt x="200228" y="129802"/>
                  </a:lnTo>
                  <a:lnTo>
                    <a:pt x="200733" y="129978"/>
                  </a:lnTo>
                  <a:lnTo>
                    <a:pt x="201379" y="129869"/>
                  </a:lnTo>
                  <a:lnTo>
                    <a:pt x="202067" y="129367"/>
                  </a:lnTo>
                  <a:lnTo>
                    <a:pt x="202595" y="128526"/>
                  </a:lnTo>
                  <a:lnTo>
                    <a:pt x="205504" y="126561"/>
                  </a:lnTo>
                  <a:lnTo>
                    <a:pt x="205581" y="125477"/>
                  </a:lnTo>
                  <a:lnTo>
                    <a:pt x="206719" y="124860"/>
                  </a:lnTo>
                  <a:lnTo>
                    <a:pt x="206697" y="124520"/>
                  </a:lnTo>
                  <a:lnTo>
                    <a:pt x="206128" y="124526"/>
                  </a:lnTo>
                  <a:lnTo>
                    <a:pt x="205897" y="124272"/>
                  </a:lnTo>
                  <a:lnTo>
                    <a:pt x="206094" y="123853"/>
                  </a:lnTo>
                  <a:lnTo>
                    <a:pt x="207130" y="123089"/>
                  </a:lnTo>
                  <a:lnTo>
                    <a:pt x="206587" y="122648"/>
                  </a:lnTo>
                  <a:lnTo>
                    <a:pt x="206740" y="122155"/>
                  </a:lnTo>
                  <a:lnTo>
                    <a:pt x="208530" y="122231"/>
                  </a:lnTo>
                  <a:lnTo>
                    <a:pt x="208945" y="121544"/>
                  </a:lnTo>
                  <a:lnTo>
                    <a:pt x="209656" y="121156"/>
                  </a:lnTo>
                  <a:lnTo>
                    <a:pt x="209514" y="120383"/>
                  </a:lnTo>
                  <a:lnTo>
                    <a:pt x="209823" y="120330"/>
                  </a:lnTo>
                  <a:lnTo>
                    <a:pt x="210309" y="121197"/>
                  </a:lnTo>
                  <a:lnTo>
                    <a:pt x="211156" y="121195"/>
                  </a:lnTo>
                  <a:lnTo>
                    <a:pt x="211370" y="121475"/>
                  </a:lnTo>
                  <a:lnTo>
                    <a:pt x="211181" y="122284"/>
                  </a:lnTo>
                  <a:lnTo>
                    <a:pt x="210496" y="122319"/>
                  </a:lnTo>
                  <a:lnTo>
                    <a:pt x="210721" y="122870"/>
                  </a:lnTo>
                  <a:lnTo>
                    <a:pt x="214965" y="119871"/>
                  </a:lnTo>
                  <a:lnTo>
                    <a:pt x="216961" y="118022"/>
                  </a:lnTo>
                  <a:lnTo>
                    <a:pt x="216330" y="117519"/>
                  </a:lnTo>
                  <a:lnTo>
                    <a:pt x="215913" y="116585"/>
                  </a:lnTo>
                  <a:lnTo>
                    <a:pt x="218674" y="104915"/>
                  </a:lnTo>
                  <a:lnTo>
                    <a:pt x="219753" y="105167"/>
                  </a:lnTo>
                  <a:lnTo>
                    <a:pt x="219928" y="103593"/>
                  </a:lnTo>
                  <a:lnTo>
                    <a:pt x="221010" y="102039"/>
                  </a:lnTo>
                  <a:lnTo>
                    <a:pt x="221036" y="101852"/>
                  </a:lnTo>
                  <a:lnTo>
                    <a:pt x="219493" y="101415"/>
                  </a:lnTo>
                  <a:lnTo>
                    <a:pt x="219555" y="101215"/>
                  </a:lnTo>
                  <a:lnTo>
                    <a:pt x="221703" y="99434"/>
                  </a:lnTo>
                  <a:lnTo>
                    <a:pt x="222005" y="97753"/>
                  </a:lnTo>
                  <a:lnTo>
                    <a:pt x="222438" y="96921"/>
                  </a:lnTo>
                  <a:lnTo>
                    <a:pt x="225207" y="92633"/>
                  </a:lnTo>
                  <a:lnTo>
                    <a:pt x="228754" y="87968"/>
                  </a:lnTo>
                  <a:lnTo>
                    <a:pt x="229049" y="88406"/>
                  </a:lnTo>
                  <a:lnTo>
                    <a:pt x="229083" y="89110"/>
                  </a:lnTo>
                  <a:lnTo>
                    <a:pt x="229777" y="88972"/>
                  </a:lnTo>
                  <a:lnTo>
                    <a:pt x="229996" y="88581"/>
                  </a:lnTo>
                  <a:lnTo>
                    <a:pt x="230519" y="88809"/>
                  </a:lnTo>
                  <a:lnTo>
                    <a:pt x="230797" y="88207"/>
                  </a:lnTo>
                  <a:lnTo>
                    <a:pt x="231912" y="87470"/>
                  </a:lnTo>
                  <a:lnTo>
                    <a:pt x="232694" y="87842"/>
                  </a:lnTo>
                  <a:lnTo>
                    <a:pt x="232908" y="87585"/>
                  </a:lnTo>
                  <a:lnTo>
                    <a:pt x="233652" y="87674"/>
                  </a:lnTo>
                  <a:lnTo>
                    <a:pt x="234010" y="87477"/>
                  </a:lnTo>
                  <a:lnTo>
                    <a:pt x="234408" y="86758"/>
                  </a:lnTo>
                  <a:lnTo>
                    <a:pt x="234776" y="86448"/>
                  </a:lnTo>
                  <a:lnTo>
                    <a:pt x="234948" y="85774"/>
                  </a:lnTo>
                  <a:lnTo>
                    <a:pt x="236256" y="85754"/>
                  </a:lnTo>
                  <a:lnTo>
                    <a:pt x="241330" y="81740"/>
                  </a:lnTo>
                  <a:lnTo>
                    <a:pt x="243886" y="77059"/>
                  </a:lnTo>
                  <a:lnTo>
                    <a:pt x="245259" y="67763"/>
                  </a:lnTo>
                  <a:lnTo>
                    <a:pt x="240884" y="64346"/>
                  </a:lnTo>
                  <a:lnTo>
                    <a:pt x="241334" y="61760"/>
                  </a:lnTo>
                  <a:lnTo>
                    <a:pt x="242293" y="62089"/>
                  </a:lnTo>
                  <a:lnTo>
                    <a:pt x="243344" y="60941"/>
                  </a:lnTo>
                  <a:lnTo>
                    <a:pt x="243026" y="59320"/>
                  </a:lnTo>
                  <a:lnTo>
                    <a:pt x="242712" y="59178"/>
                  </a:lnTo>
                  <a:lnTo>
                    <a:pt x="243921" y="57324"/>
                  </a:lnTo>
                  <a:lnTo>
                    <a:pt x="245391" y="52624"/>
                  </a:lnTo>
                  <a:lnTo>
                    <a:pt x="246520" y="51685"/>
                  </a:lnTo>
                  <a:lnTo>
                    <a:pt x="247226" y="49816"/>
                  </a:lnTo>
                  <a:lnTo>
                    <a:pt x="247631" y="49740"/>
                  </a:lnTo>
                  <a:lnTo>
                    <a:pt x="248049" y="48730"/>
                  </a:lnTo>
                  <a:lnTo>
                    <a:pt x="249003" y="48480"/>
                  </a:lnTo>
                  <a:lnTo>
                    <a:pt x="249193" y="47702"/>
                  </a:lnTo>
                  <a:lnTo>
                    <a:pt x="248906" y="47287"/>
                  </a:lnTo>
                  <a:lnTo>
                    <a:pt x="253125" y="41588"/>
                  </a:lnTo>
                  <a:lnTo>
                    <a:pt x="253344" y="40684"/>
                  </a:lnTo>
                  <a:lnTo>
                    <a:pt x="252590" y="38930"/>
                  </a:lnTo>
                  <a:lnTo>
                    <a:pt x="251698" y="33619"/>
                  </a:lnTo>
                  <a:lnTo>
                    <a:pt x="251975" y="31622"/>
                  </a:lnTo>
                  <a:lnTo>
                    <a:pt x="253558" y="27587"/>
                  </a:lnTo>
                  <a:lnTo>
                    <a:pt x="255768" y="25491"/>
                  </a:lnTo>
                  <a:lnTo>
                    <a:pt x="258458" y="23495"/>
                  </a:lnTo>
                  <a:lnTo>
                    <a:pt x="267062" y="18680"/>
                  </a:lnTo>
                  <a:lnTo>
                    <a:pt x="266063" y="16797"/>
                  </a:lnTo>
                  <a:lnTo>
                    <a:pt x="267924" y="16002"/>
                  </a:lnTo>
                  <a:lnTo>
                    <a:pt x="263846" y="13335"/>
                  </a:lnTo>
                  <a:lnTo>
                    <a:pt x="265227" y="11776"/>
                  </a:lnTo>
                  <a:lnTo>
                    <a:pt x="269432" y="10236"/>
                  </a:lnTo>
                  <a:lnTo>
                    <a:pt x="273011" y="14190"/>
                  </a:lnTo>
                  <a:lnTo>
                    <a:pt x="274634" y="15302"/>
                  </a:lnTo>
                  <a:lnTo>
                    <a:pt x="279928" y="17854"/>
                  </a:lnTo>
                  <a:lnTo>
                    <a:pt x="284510" y="21735"/>
                  </a:lnTo>
                  <a:lnTo>
                    <a:pt x="284476" y="22090"/>
                  </a:lnTo>
                  <a:lnTo>
                    <a:pt x="291150" y="22520"/>
                  </a:lnTo>
                  <a:lnTo>
                    <a:pt x="307130" y="22486"/>
                  </a:lnTo>
                  <a:lnTo>
                    <a:pt x="315660" y="21116"/>
                  </a:lnTo>
                  <a:lnTo>
                    <a:pt x="316045" y="21270"/>
                  </a:lnTo>
                  <a:lnTo>
                    <a:pt x="324078" y="19526"/>
                  </a:lnTo>
                  <a:lnTo>
                    <a:pt x="325933" y="23971"/>
                  </a:lnTo>
                  <a:lnTo>
                    <a:pt x="326979" y="26411"/>
                  </a:lnTo>
                  <a:lnTo>
                    <a:pt x="331911" y="23788"/>
                  </a:lnTo>
                  <a:lnTo>
                    <a:pt x="333445" y="22200"/>
                  </a:lnTo>
                  <a:lnTo>
                    <a:pt x="337496" y="16777"/>
                  </a:lnTo>
                  <a:lnTo>
                    <a:pt x="336416" y="14477"/>
                  </a:lnTo>
                  <a:lnTo>
                    <a:pt x="339324" y="12821"/>
                  </a:lnTo>
                  <a:lnTo>
                    <a:pt x="339121" y="12447"/>
                  </a:lnTo>
                  <a:lnTo>
                    <a:pt x="341203" y="10839"/>
                  </a:lnTo>
                  <a:lnTo>
                    <a:pt x="342248" y="7903"/>
                  </a:lnTo>
                  <a:lnTo>
                    <a:pt x="342325" y="5776"/>
                  </a:lnTo>
                  <a:lnTo>
                    <a:pt x="346637" y="2003"/>
                  </a:lnTo>
                  <a:lnTo>
                    <a:pt x="348230" y="1113"/>
                  </a:lnTo>
                  <a:lnTo>
                    <a:pt x="349122" y="0"/>
                  </a:lnTo>
                  <a:lnTo>
                    <a:pt x="351654" y="2906"/>
                  </a:lnTo>
                  <a:lnTo>
                    <a:pt x="353672" y="5863"/>
                  </a:lnTo>
                  <a:lnTo>
                    <a:pt x="356455" y="8379"/>
                  </a:lnTo>
                  <a:lnTo>
                    <a:pt x="357801" y="10486"/>
                  </a:lnTo>
                  <a:lnTo>
                    <a:pt x="358958" y="11839"/>
                  </a:lnTo>
                  <a:lnTo>
                    <a:pt x="361839" y="14088"/>
                  </a:lnTo>
                  <a:lnTo>
                    <a:pt x="365336" y="16261"/>
                  </a:lnTo>
                  <a:lnTo>
                    <a:pt x="367906" y="20249"/>
                  </a:lnTo>
                  <a:lnTo>
                    <a:pt x="369233" y="20951"/>
                  </a:lnTo>
                  <a:lnTo>
                    <a:pt x="370872" y="22977"/>
                  </a:lnTo>
                  <a:lnTo>
                    <a:pt x="372059" y="25853"/>
                  </a:lnTo>
                  <a:lnTo>
                    <a:pt x="374623" y="29141"/>
                  </a:lnTo>
                  <a:lnTo>
                    <a:pt x="375606" y="31312"/>
                  </a:lnTo>
                  <a:lnTo>
                    <a:pt x="376098" y="31837"/>
                  </a:lnTo>
                  <a:lnTo>
                    <a:pt x="376723" y="32217"/>
                  </a:lnTo>
                  <a:lnTo>
                    <a:pt x="378118" y="32460"/>
                  </a:lnTo>
                  <a:lnTo>
                    <a:pt x="380106" y="32270"/>
                  </a:lnTo>
                  <a:lnTo>
                    <a:pt x="381497" y="31836"/>
                  </a:lnTo>
                  <a:lnTo>
                    <a:pt x="385146" y="31539"/>
                  </a:lnTo>
                  <a:lnTo>
                    <a:pt x="388086" y="31766"/>
                  </a:lnTo>
                  <a:lnTo>
                    <a:pt x="391074" y="33384"/>
                  </a:lnTo>
                  <a:lnTo>
                    <a:pt x="392076" y="33580"/>
                  </a:lnTo>
                  <a:lnTo>
                    <a:pt x="393664" y="33304"/>
                  </a:lnTo>
                  <a:lnTo>
                    <a:pt x="394228" y="33454"/>
                  </a:lnTo>
                  <a:lnTo>
                    <a:pt x="395792" y="34718"/>
                  </a:lnTo>
                  <a:lnTo>
                    <a:pt x="397259" y="35152"/>
                  </a:lnTo>
                  <a:lnTo>
                    <a:pt x="398044" y="36007"/>
                  </a:lnTo>
                  <a:lnTo>
                    <a:pt x="400604" y="37835"/>
                  </a:lnTo>
                  <a:lnTo>
                    <a:pt x="403326" y="39025"/>
                  </a:lnTo>
                  <a:lnTo>
                    <a:pt x="406396" y="41247"/>
                  </a:lnTo>
                  <a:lnTo>
                    <a:pt x="406554" y="41671"/>
                  </a:lnTo>
                  <a:lnTo>
                    <a:pt x="406286" y="42743"/>
                  </a:lnTo>
                  <a:lnTo>
                    <a:pt x="406556" y="45070"/>
                  </a:lnTo>
                  <a:lnTo>
                    <a:pt x="406241" y="47700"/>
                  </a:lnTo>
                  <a:lnTo>
                    <a:pt x="413424" y="49220"/>
                  </a:lnTo>
                  <a:lnTo>
                    <a:pt x="420033" y="50175"/>
                  </a:lnTo>
                  <a:lnTo>
                    <a:pt x="423894" y="50503"/>
                  </a:lnTo>
                  <a:lnTo>
                    <a:pt x="427292" y="50143"/>
                  </a:lnTo>
                  <a:lnTo>
                    <a:pt x="427400" y="49563"/>
                  </a:lnTo>
                  <a:lnTo>
                    <a:pt x="429867" y="49616"/>
                  </a:lnTo>
                  <a:lnTo>
                    <a:pt x="430131" y="48806"/>
                  </a:lnTo>
                  <a:lnTo>
                    <a:pt x="432287" y="48713"/>
                  </a:lnTo>
                  <a:lnTo>
                    <a:pt x="434996" y="49028"/>
                  </a:lnTo>
                  <a:lnTo>
                    <a:pt x="437191" y="49676"/>
                  </a:lnTo>
                  <a:lnTo>
                    <a:pt x="438797" y="49240"/>
                  </a:lnTo>
                  <a:lnTo>
                    <a:pt x="442163" y="49413"/>
                  </a:lnTo>
                  <a:lnTo>
                    <a:pt x="442249" y="50498"/>
                  </a:lnTo>
                  <a:lnTo>
                    <a:pt x="445601" y="49792"/>
                  </a:lnTo>
                  <a:lnTo>
                    <a:pt x="445099" y="47710"/>
                  </a:lnTo>
                  <a:lnTo>
                    <a:pt x="446887" y="46090"/>
                  </a:lnTo>
                  <a:lnTo>
                    <a:pt x="448100" y="42194"/>
                  </a:lnTo>
                  <a:lnTo>
                    <a:pt x="449381" y="41152"/>
                  </a:lnTo>
                  <a:lnTo>
                    <a:pt x="451025" y="40849"/>
                  </a:lnTo>
                  <a:lnTo>
                    <a:pt x="452565" y="41045"/>
                  </a:lnTo>
                  <a:lnTo>
                    <a:pt x="455962" y="40695"/>
                  </a:lnTo>
                  <a:lnTo>
                    <a:pt x="459249" y="40647"/>
                  </a:lnTo>
                  <a:lnTo>
                    <a:pt x="464047" y="41414"/>
                  </a:lnTo>
                  <a:lnTo>
                    <a:pt x="466949" y="41351"/>
                  </a:lnTo>
                  <a:lnTo>
                    <a:pt x="469785" y="42379"/>
                  </a:lnTo>
                  <a:lnTo>
                    <a:pt x="469410" y="44229"/>
                  </a:lnTo>
                  <a:lnTo>
                    <a:pt x="470388" y="44320"/>
                  </a:lnTo>
                  <a:lnTo>
                    <a:pt x="471285" y="45331"/>
                  </a:lnTo>
                  <a:lnTo>
                    <a:pt x="472020" y="45451"/>
                  </a:lnTo>
                  <a:lnTo>
                    <a:pt x="472485" y="44587"/>
                  </a:lnTo>
                  <a:lnTo>
                    <a:pt x="473777" y="45162"/>
                  </a:lnTo>
                  <a:lnTo>
                    <a:pt x="474934" y="46072"/>
                  </a:lnTo>
                  <a:lnTo>
                    <a:pt x="476308" y="46171"/>
                  </a:lnTo>
                  <a:lnTo>
                    <a:pt x="479398" y="46895"/>
                  </a:lnTo>
                  <a:lnTo>
                    <a:pt x="480329" y="47391"/>
                  </a:lnTo>
                  <a:lnTo>
                    <a:pt x="480856" y="48347"/>
                  </a:lnTo>
                  <a:lnTo>
                    <a:pt x="480274" y="49536"/>
                  </a:lnTo>
                  <a:lnTo>
                    <a:pt x="480380" y="51054"/>
                  </a:lnTo>
                  <a:lnTo>
                    <a:pt x="480701" y="51413"/>
                  </a:lnTo>
                  <a:lnTo>
                    <a:pt x="482703" y="51976"/>
                  </a:lnTo>
                  <a:lnTo>
                    <a:pt x="480953" y="54325"/>
                  </a:lnTo>
                  <a:lnTo>
                    <a:pt x="480967" y="56071"/>
                  </a:lnTo>
                  <a:lnTo>
                    <a:pt x="481745" y="56997"/>
                  </a:lnTo>
                  <a:lnTo>
                    <a:pt x="483599" y="58794"/>
                  </a:lnTo>
                  <a:lnTo>
                    <a:pt x="492418" y="61947"/>
                  </a:lnTo>
                  <a:lnTo>
                    <a:pt x="494131" y="65182"/>
                  </a:lnTo>
                  <a:lnTo>
                    <a:pt x="494733" y="67260"/>
                  </a:lnTo>
                  <a:lnTo>
                    <a:pt x="495857" y="69654"/>
                  </a:lnTo>
                  <a:lnTo>
                    <a:pt x="497250" y="75143"/>
                  </a:lnTo>
                  <a:lnTo>
                    <a:pt x="498205" y="80099"/>
                  </a:lnTo>
                  <a:lnTo>
                    <a:pt x="498782" y="84958"/>
                  </a:lnTo>
                  <a:lnTo>
                    <a:pt x="498637" y="85617"/>
                  </a:lnTo>
                  <a:lnTo>
                    <a:pt x="499125" y="86317"/>
                  </a:lnTo>
                  <a:lnTo>
                    <a:pt x="499408" y="90261"/>
                  </a:lnTo>
                  <a:lnTo>
                    <a:pt x="500390" y="94303"/>
                  </a:lnTo>
                  <a:lnTo>
                    <a:pt x="500379" y="95763"/>
                  </a:lnTo>
                  <a:lnTo>
                    <a:pt x="500079" y="96966"/>
                  </a:lnTo>
                  <a:lnTo>
                    <a:pt x="497985" y="100677"/>
                  </a:lnTo>
                  <a:lnTo>
                    <a:pt x="497537" y="102272"/>
                  </a:lnTo>
                  <a:lnTo>
                    <a:pt x="495744" y="104108"/>
                  </a:lnTo>
                  <a:lnTo>
                    <a:pt x="494649" y="106477"/>
                  </a:lnTo>
                  <a:lnTo>
                    <a:pt x="493641" y="107489"/>
                  </a:lnTo>
                  <a:lnTo>
                    <a:pt x="493361" y="111089"/>
                  </a:lnTo>
                  <a:lnTo>
                    <a:pt x="493882" y="112693"/>
                  </a:lnTo>
                  <a:lnTo>
                    <a:pt x="495702" y="116218"/>
                  </a:lnTo>
                  <a:lnTo>
                    <a:pt x="499295" y="119638"/>
                  </a:lnTo>
                  <a:lnTo>
                    <a:pt x="500737" y="121658"/>
                  </a:lnTo>
                  <a:lnTo>
                    <a:pt x="503673" y="130552"/>
                  </a:lnTo>
                  <a:lnTo>
                    <a:pt x="503737" y="131018"/>
                  </a:lnTo>
                  <a:lnTo>
                    <a:pt x="508660" y="129120"/>
                  </a:lnTo>
                  <a:lnTo>
                    <a:pt x="509973" y="128388"/>
                  </a:lnTo>
                  <a:lnTo>
                    <a:pt x="511782" y="126513"/>
                  </a:lnTo>
                  <a:lnTo>
                    <a:pt x="513186" y="125408"/>
                  </a:lnTo>
                  <a:lnTo>
                    <a:pt x="515080" y="122510"/>
                  </a:lnTo>
                  <a:lnTo>
                    <a:pt x="516697" y="121139"/>
                  </a:lnTo>
                  <a:lnTo>
                    <a:pt x="517946" y="120468"/>
                  </a:lnTo>
                  <a:lnTo>
                    <a:pt x="521810" y="117284"/>
                  </a:lnTo>
                  <a:lnTo>
                    <a:pt x="522596" y="116288"/>
                  </a:lnTo>
                  <a:lnTo>
                    <a:pt x="526028" y="118490"/>
                  </a:lnTo>
                  <a:lnTo>
                    <a:pt x="527192" y="118140"/>
                  </a:lnTo>
                  <a:lnTo>
                    <a:pt x="527121" y="117228"/>
                  </a:lnTo>
                  <a:lnTo>
                    <a:pt x="527902" y="117133"/>
                  </a:lnTo>
                  <a:lnTo>
                    <a:pt x="528281" y="114261"/>
                  </a:lnTo>
                  <a:lnTo>
                    <a:pt x="529321" y="115566"/>
                  </a:lnTo>
                  <a:lnTo>
                    <a:pt x="533146" y="114176"/>
                  </a:lnTo>
                  <a:lnTo>
                    <a:pt x="536464" y="113255"/>
                  </a:lnTo>
                  <a:lnTo>
                    <a:pt x="538708" y="112985"/>
                  </a:lnTo>
                  <a:lnTo>
                    <a:pt x="546536" y="112709"/>
                  </a:lnTo>
                  <a:lnTo>
                    <a:pt x="549401" y="113744"/>
                  </a:lnTo>
                  <a:lnTo>
                    <a:pt x="551380" y="114910"/>
                  </a:lnTo>
                  <a:lnTo>
                    <a:pt x="551432" y="116035"/>
                  </a:lnTo>
                  <a:lnTo>
                    <a:pt x="551940" y="116135"/>
                  </a:lnTo>
                  <a:lnTo>
                    <a:pt x="551898" y="116492"/>
                  </a:lnTo>
                  <a:lnTo>
                    <a:pt x="552520" y="116608"/>
                  </a:lnTo>
                  <a:lnTo>
                    <a:pt x="552182" y="117330"/>
                  </a:lnTo>
                  <a:lnTo>
                    <a:pt x="551187" y="117933"/>
                  </a:lnTo>
                  <a:lnTo>
                    <a:pt x="550427" y="118798"/>
                  </a:lnTo>
                  <a:lnTo>
                    <a:pt x="550793" y="118705"/>
                  </a:lnTo>
                  <a:lnTo>
                    <a:pt x="551323" y="118996"/>
                  </a:lnTo>
                  <a:lnTo>
                    <a:pt x="552145" y="120358"/>
                  </a:lnTo>
                  <a:lnTo>
                    <a:pt x="552566" y="120372"/>
                  </a:lnTo>
                  <a:lnTo>
                    <a:pt x="554952" y="119336"/>
                  </a:lnTo>
                  <a:lnTo>
                    <a:pt x="556036" y="119184"/>
                  </a:lnTo>
                  <a:lnTo>
                    <a:pt x="556266" y="119583"/>
                  </a:lnTo>
                  <a:lnTo>
                    <a:pt x="559671" y="122123"/>
                  </a:lnTo>
                  <a:lnTo>
                    <a:pt x="558374" y="124392"/>
                  </a:lnTo>
                  <a:lnTo>
                    <a:pt x="559517" y="125696"/>
                  </a:lnTo>
                  <a:lnTo>
                    <a:pt x="560499" y="126213"/>
                  </a:lnTo>
                  <a:lnTo>
                    <a:pt x="560948" y="125633"/>
                  </a:lnTo>
                  <a:lnTo>
                    <a:pt x="561154" y="124016"/>
                  </a:lnTo>
                  <a:lnTo>
                    <a:pt x="563367" y="124143"/>
                  </a:lnTo>
                  <a:lnTo>
                    <a:pt x="568254" y="121883"/>
                  </a:lnTo>
                  <a:lnTo>
                    <a:pt x="568045" y="122348"/>
                  </a:lnTo>
                  <a:lnTo>
                    <a:pt x="568288" y="122535"/>
                  </a:lnTo>
                  <a:lnTo>
                    <a:pt x="571369" y="121196"/>
                  </a:lnTo>
                  <a:lnTo>
                    <a:pt x="572666" y="124466"/>
                  </a:lnTo>
                  <a:lnTo>
                    <a:pt x="573433" y="124383"/>
                  </a:lnTo>
                  <a:lnTo>
                    <a:pt x="573590" y="126272"/>
                  </a:lnTo>
                  <a:lnTo>
                    <a:pt x="574898" y="129759"/>
                  </a:lnTo>
                  <a:lnTo>
                    <a:pt x="576567" y="131920"/>
                  </a:lnTo>
                  <a:lnTo>
                    <a:pt x="576895" y="132650"/>
                  </a:lnTo>
                  <a:lnTo>
                    <a:pt x="578578" y="139138"/>
                  </a:lnTo>
                  <a:lnTo>
                    <a:pt x="579156" y="139913"/>
                  </a:lnTo>
                  <a:lnTo>
                    <a:pt x="580181" y="140644"/>
                  </a:lnTo>
                  <a:lnTo>
                    <a:pt x="581795" y="140911"/>
                  </a:lnTo>
                  <a:lnTo>
                    <a:pt x="581549" y="141687"/>
                  </a:lnTo>
                  <a:lnTo>
                    <a:pt x="582692" y="141309"/>
                  </a:lnTo>
                  <a:lnTo>
                    <a:pt x="584340" y="141816"/>
                  </a:lnTo>
                  <a:lnTo>
                    <a:pt x="582933" y="144755"/>
                  </a:lnTo>
                  <a:lnTo>
                    <a:pt x="583839" y="145166"/>
                  </a:lnTo>
                  <a:lnTo>
                    <a:pt x="585557" y="145415"/>
                  </a:lnTo>
                  <a:lnTo>
                    <a:pt x="586283" y="144915"/>
                  </a:lnTo>
                  <a:lnTo>
                    <a:pt x="587236" y="143566"/>
                  </a:lnTo>
                  <a:lnTo>
                    <a:pt x="589547" y="141667"/>
                  </a:lnTo>
                  <a:lnTo>
                    <a:pt x="593381" y="144780"/>
                  </a:lnTo>
                  <a:lnTo>
                    <a:pt x="594669" y="147190"/>
                  </a:lnTo>
                  <a:lnTo>
                    <a:pt x="595903" y="148413"/>
                  </a:lnTo>
                  <a:lnTo>
                    <a:pt x="598762" y="150129"/>
                  </a:lnTo>
                  <a:lnTo>
                    <a:pt x="599972" y="151150"/>
                  </a:lnTo>
                  <a:lnTo>
                    <a:pt x="602717" y="151890"/>
                  </a:lnTo>
                  <a:lnTo>
                    <a:pt x="605068" y="148299"/>
                  </a:lnTo>
                  <a:lnTo>
                    <a:pt x="605474" y="148238"/>
                  </a:lnTo>
                  <a:lnTo>
                    <a:pt x="606328" y="151215"/>
                  </a:lnTo>
                  <a:lnTo>
                    <a:pt x="607152" y="149654"/>
                  </a:lnTo>
                  <a:lnTo>
                    <a:pt x="609443" y="150379"/>
                  </a:lnTo>
                  <a:lnTo>
                    <a:pt x="612906" y="150070"/>
                  </a:lnTo>
                  <a:lnTo>
                    <a:pt x="613704" y="149249"/>
                  </a:lnTo>
                  <a:lnTo>
                    <a:pt x="617368" y="148210"/>
                  </a:lnTo>
                  <a:lnTo>
                    <a:pt x="619823" y="151185"/>
                  </a:lnTo>
                  <a:lnTo>
                    <a:pt x="621970" y="152176"/>
                  </a:lnTo>
                  <a:lnTo>
                    <a:pt x="623214" y="153310"/>
                  </a:lnTo>
                  <a:lnTo>
                    <a:pt x="624601" y="153855"/>
                  </a:lnTo>
                  <a:lnTo>
                    <a:pt x="626457" y="152646"/>
                  </a:lnTo>
                  <a:lnTo>
                    <a:pt x="627979" y="154878"/>
                  </a:lnTo>
                  <a:lnTo>
                    <a:pt x="628466" y="157296"/>
                  </a:lnTo>
                  <a:lnTo>
                    <a:pt x="628297" y="157915"/>
                  </a:lnTo>
                  <a:lnTo>
                    <a:pt x="628408" y="159844"/>
                  </a:lnTo>
                  <a:lnTo>
                    <a:pt x="628531" y="160207"/>
                  </a:lnTo>
                  <a:lnTo>
                    <a:pt x="628931" y="160333"/>
                  </a:lnTo>
                  <a:lnTo>
                    <a:pt x="630473" y="158024"/>
                  </a:lnTo>
                  <a:lnTo>
                    <a:pt x="632926" y="155900"/>
                  </a:lnTo>
                  <a:lnTo>
                    <a:pt x="634719" y="155014"/>
                  </a:lnTo>
                  <a:lnTo>
                    <a:pt x="633993" y="152397"/>
                  </a:lnTo>
                  <a:lnTo>
                    <a:pt x="633765" y="150120"/>
                  </a:lnTo>
                  <a:lnTo>
                    <a:pt x="635422" y="150325"/>
                  </a:lnTo>
                  <a:lnTo>
                    <a:pt x="645378" y="152688"/>
                  </a:lnTo>
                  <a:lnTo>
                    <a:pt x="651651" y="152274"/>
                  </a:lnTo>
                  <a:lnTo>
                    <a:pt x="656848" y="150834"/>
                  </a:lnTo>
                  <a:lnTo>
                    <a:pt x="663811" y="141859"/>
                  </a:lnTo>
                  <a:lnTo>
                    <a:pt x="671103" y="149121"/>
                  </a:lnTo>
                  <a:lnTo>
                    <a:pt x="671784" y="149506"/>
                  </a:lnTo>
                  <a:lnTo>
                    <a:pt x="672580" y="149323"/>
                  </a:lnTo>
                  <a:lnTo>
                    <a:pt x="676642" y="148456"/>
                  </a:lnTo>
                  <a:lnTo>
                    <a:pt x="679620" y="148105"/>
                  </a:lnTo>
                  <a:lnTo>
                    <a:pt x="683531" y="148411"/>
                  </a:lnTo>
                  <a:lnTo>
                    <a:pt x="692578" y="147239"/>
                  </a:lnTo>
                  <a:lnTo>
                    <a:pt x="699705" y="146568"/>
                  </a:lnTo>
                  <a:lnTo>
                    <a:pt x="701043" y="146618"/>
                  </a:lnTo>
                  <a:lnTo>
                    <a:pt x="702064" y="144767"/>
                  </a:lnTo>
                  <a:lnTo>
                    <a:pt x="705121" y="141103"/>
                  </a:lnTo>
                  <a:lnTo>
                    <a:pt x="703545" y="139521"/>
                  </a:lnTo>
                  <a:lnTo>
                    <a:pt x="705788" y="137456"/>
                  </a:lnTo>
                  <a:lnTo>
                    <a:pt x="706228" y="137731"/>
                  </a:lnTo>
                  <a:lnTo>
                    <a:pt x="706869" y="136663"/>
                  </a:lnTo>
                  <a:lnTo>
                    <a:pt x="706179" y="136257"/>
                  </a:lnTo>
                  <a:lnTo>
                    <a:pt x="707841" y="134408"/>
                  </a:lnTo>
                  <a:lnTo>
                    <a:pt x="707695" y="132514"/>
                  </a:lnTo>
                  <a:lnTo>
                    <a:pt x="707981" y="131518"/>
                  </a:lnTo>
                  <a:lnTo>
                    <a:pt x="708697" y="130620"/>
                  </a:lnTo>
                  <a:lnTo>
                    <a:pt x="709934" y="130015"/>
                  </a:lnTo>
                  <a:lnTo>
                    <a:pt x="710534" y="129464"/>
                  </a:lnTo>
                  <a:lnTo>
                    <a:pt x="717615" y="139268"/>
                  </a:lnTo>
                  <a:lnTo>
                    <a:pt x="718445" y="139851"/>
                  </a:lnTo>
                  <a:lnTo>
                    <a:pt x="718962" y="139295"/>
                  </a:lnTo>
                  <a:lnTo>
                    <a:pt x="719670" y="139435"/>
                  </a:lnTo>
                  <a:lnTo>
                    <a:pt x="719843" y="139217"/>
                  </a:lnTo>
                  <a:lnTo>
                    <a:pt x="722246" y="139963"/>
                  </a:lnTo>
                  <a:lnTo>
                    <a:pt x="725001" y="140366"/>
                  </a:lnTo>
                  <a:lnTo>
                    <a:pt x="725852" y="140249"/>
                  </a:lnTo>
                  <a:lnTo>
                    <a:pt x="727719" y="139147"/>
                  </a:lnTo>
                  <a:lnTo>
                    <a:pt x="728298" y="139053"/>
                  </a:lnTo>
                  <a:lnTo>
                    <a:pt x="729584" y="139730"/>
                  </a:lnTo>
                  <a:lnTo>
                    <a:pt x="730365" y="139797"/>
                  </a:lnTo>
                  <a:lnTo>
                    <a:pt x="731274" y="139284"/>
                  </a:lnTo>
                  <a:lnTo>
                    <a:pt x="733531" y="136492"/>
                  </a:lnTo>
                  <a:lnTo>
                    <a:pt x="734209" y="136212"/>
                  </a:lnTo>
                  <a:lnTo>
                    <a:pt x="734870" y="136339"/>
                  </a:lnTo>
                  <a:lnTo>
                    <a:pt x="736354" y="138931"/>
                  </a:lnTo>
                  <a:lnTo>
                    <a:pt x="736938" y="139488"/>
                  </a:lnTo>
                  <a:lnTo>
                    <a:pt x="738860" y="140327"/>
                  </a:lnTo>
                  <a:lnTo>
                    <a:pt x="739486" y="141366"/>
                  </a:lnTo>
                  <a:lnTo>
                    <a:pt x="739416" y="142023"/>
                  </a:lnTo>
                  <a:lnTo>
                    <a:pt x="738968" y="142534"/>
                  </a:lnTo>
                  <a:lnTo>
                    <a:pt x="736576" y="143411"/>
                  </a:lnTo>
                  <a:lnTo>
                    <a:pt x="735821" y="144149"/>
                  </a:lnTo>
                  <a:lnTo>
                    <a:pt x="735630" y="144966"/>
                  </a:lnTo>
                  <a:lnTo>
                    <a:pt x="735936" y="145957"/>
                  </a:lnTo>
                  <a:lnTo>
                    <a:pt x="736825" y="147290"/>
                  </a:lnTo>
                  <a:lnTo>
                    <a:pt x="737404" y="148832"/>
                  </a:lnTo>
                  <a:lnTo>
                    <a:pt x="738220" y="149762"/>
                  </a:lnTo>
                  <a:lnTo>
                    <a:pt x="742354" y="152327"/>
                  </a:lnTo>
                  <a:lnTo>
                    <a:pt x="744896" y="153246"/>
                  </a:lnTo>
                  <a:lnTo>
                    <a:pt x="746564" y="154932"/>
                  </a:lnTo>
                  <a:lnTo>
                    <a:pt x="747136" y="156168"/>
                  </a:lnTo>
                  <a:lnTo>
                    <a:pt x="747642" y="158838"/>
                  </a:lnTo>
                  <a:lnTo>
                    <a:pt x="748180" y="160080"/>
                  </a:lnTo>
                  <a:lnTo>
                    <a:pt x="749155" y="161317"/>
                  </a:lnTo>
                  <a:lnTo>
                    <a:pt x="750950" y="162755"/>
                  </a:lnTo>
                  <a:lnTo>
                    <a:pt x="751601" y="163764"/>
                  </a:lnTo>
                  <a:lnTo>
                    <a:pt x="751784" y="164779"/>
                  </a:lnTo>
                  <a:lnTo>
                    <a:pt x="751303" y="167242"/>
                  </a:lnTo>
                  <a:lnTo>
                    <a:pt x="751305" y="170475"/>
                  </a:lnTo>
                  <a:lnTo>
                    <a:pt x="752265" y="172418"/>
                  </a:lnTo>
                  <a:lnTo>
                    <a:pt x="753580" y="173324"/>
                  </a:lnTo>
                  <a:lnTo>
                    <a:pt x="754013" y="174421"/>
                  </a:lnTo>
                  <a:lnTo>
                    <a:pt x="753803" y="175741"/>
                  </a:lnTo>
                  <a:lnTo>
                    <a:pt x="753148" y="176605"/>
                  </a:lnTo>
                  <a:lnTo>
                    <a:pt x="752322" y="177202"/>
                  </a:lnTo>
                  <a:lnTo>
                    <a:pt x="752072" y="177965"/>
                  </a:lnTo>
                  <a:lnTo>
                    <a:pt x="752129" y="182463"/>
                  </a:lnTo>
                  <a:lnTo>
                    <a:pt x="751860" y="183858"/>
                  </a:lnTo>
                  <a:lnTo>
                    <a:pt x="751160" y="185240"/>
                  </a:lnTo>
                  <a:lnTo>
                    <a:pt x="749432" y="187397"/>
                  </a:lnTo>
                  <a:lnTo>
                    <a:pt x="748993" y="188396"/>
                  </a:lnTo>
                  <a:lnTo>
                    <a:pt x="748880" y="189991"/>
                  </a:lnTo>
                  <a:lnTo>
                    <a:pt x="749429" y="192174"/>
                  </a:lnTo>
                  <a:lnTo>
                    <a:pt x="749278" y="193211"/>
                  </a:lnTo>
                  <a:lnTo>
                    <a:pt x="748749" y="194143"/>
                  </a:lnTo>
                  <a:lnTo>
                    <a:pt x="747309" y="195438"/>
                  </a:lnTo>
                  <a:lnTo>
                    <a:pt x="746620" y="198281"/>
                  </a:lnTo>
                  <a:lnTo>
                    <a:pt x="746307" y="199563"/>
                  </a:lnTo>
                  <a:lnTo>
                    <a:pt x="746845" y="202999"/>
                  </a:lnTo>
                  <a:lnTo>
                    <a:pt x="747162" y="203554"/>
                  </a:lnTo>
                  <a:lnTo>
                    <a:pt x="748515" y="204522"/>
                  </a:lnTo>
                  <a:lnTo>
                    <a:pt x="749115" y="205647"/>
                  </a:lnTo>
                  <a:lnTo>
                    <a:pt x="750894" y="206414"/>
                  </a:lnTo>
                  <a:lnTo>
                    <a:pt x="754455" y="206556"/>
                  </a:lnTo>
                  <a:lnTo>
                    <a:pt x="755723" y="206880"/>
                  </a:lnTo>
                  <a:lnTo>
                    <a:pt x="759833" y="210365"/>
                  </a:lnTo>
                  <a:lnTo>
                    <a:pt x="760662" y="211643"/>
                  </a:lnTo>
                  <a:lnTo>
                    <a:pt x="760715" y="213147"/>
                  </a:lnTo>
                  <a:lnTo>
                    <a:pt x="759959" y="214709"/>
                  </a:lnTo>
                  <a:lnTo>
                    <a:pt x="759755" y="215732"/>
                  </a:lnTo>
                  <a:lnTo>
                    <a:pt x="760565" y="218882"/>
                  </a:lnTo>
                  <a:lnTo>
                    <a:pt x="759894" y="222499"/>
                  </a:lnTo>
                  <a:lnTo>
                    <a:pt x="760492" y="225149"/>
                  </a:lnTo>
                  <a:lnTo>
                    <a:pt x="760510" y="227476"/>
                  </a:lnTo>
                  <a:lnTo>
                    <a:pt x="761538" y="228588"/>
                  </a:lnTo>
                  <a:lnTo>
                    <a:pt x="761647" y="229901"/>
                  </a:lnTo>
                  <a:lnTo>
                    <a:pt x="761293" y="231096"/>
                  </a:lnTo>
                  <a:lnTo>
                    <a:pt x="760134" y="232290"/>
                  </a:lnTo>
                  <a:lnTo>
                    <a:pt x="760065" y="232829"/>
                  </a:lnTo>
                  <a:lnTo>
                    <a:pt x="760626" y="233985"/>
                  </a:lnTo>
                  <a:lnTo>
                    <a:pt x="760620" y="234435"/>
                  </a:lnTo>
                  <a:lnTo>
                    <a:pt x="758689" y="237463"/>
                  </a:lnTo>
                  <a:lnTo>
                    <a:pt x="758289" y="239570"/>
                  </a:lnTo>
                  <a:lnTo>
                    <a:pt x="757879" y="240549"/>
                  </a:lnTo>
                  <a:lnTo>
                    <a:pt x="757893" y="241342"/>
                  </a:lnTo>
                  <a:lnTo>
                    <a:pt x="758330" y="242233"/>
                  </a:lnTo>
                  <a:lnTo>
                    <a:pt x="758385" y="243895"/>
                  </a:lnTo>
                  <a:lnTo>
                    <a:pt x="759629" y="244474"/>
                  </a:lnTo>
                  <a:lnTo>
                    <a:pt x="759859" y="244831"/>
                  </a:lnTo>
                  <a:lnTo>
                    <a:pt x="760002" y="247591"/>
                  </a:lnTo>
                  <a:lnTo>
                    <a:pt x="759448" y="249995"/>
                  </a:lnTo>
                  <a:lnTo>
                    <a:pt x="759803" y="250992"/>
                  </a:lnTo>
                  <a:lnTo>
                    <a:pt x="762178" y="252194"/>
                  </a:lnTo>
                  <a:lnTo>
                    <a:pt x="764183" y="254930"/>
                  </a:lnTo>
                  <a:lnTo>
                    <a:pt x="766392" y="256889"/>
                  </a:lnTo>
                  <a:lnTo>
                    <a:pt x="768047" y="259345"/>
                  </a:lnTo>
                  <a:lnTo>
                    <a:pt x="768381" y="260575"/>
                  </a:lnTo>
                  <a:lnTo>
                    <a:pt x="768125" y="261072"/>
                  </a:lnTo>
                  <a:lnTo>
                    <a:pt x="767533" y="261356"/>
                  </a:lnTo>
                  <a:lnTo>
                    <a:pt x="766887" y="261353"/>
                  </a:lnTo>
                  <a:lnTo>
                    <a:pt x="765727" y="260915"/>
                  </a:lnTo>
                  <a:lnTo>
                    <a:pt x="765743" y="260118"/>
                  </a:lnTo>
                  <a:lnTo>
                    <a:pt x="765294" y="259403"/>
                  </a:lnTo>
                  <a:lnTo>
                    <a:pt x="765368" y="258959"/>
                  </a:lnTo>
                  <a:lnTo>
                    <a:pt x="766461" y="257184"/>
                  </a:lnTo>
                  <a:lnTo>
                    <a:pt x="766240" y="256785"/>
                  </a:lnTo>
                  <a:lnTo>
                    <a:pt x="765904" y="256704"/>
                  </a:lnTo>
                  <a:lnTo>
                    <a:pt x="764814" y="257284"/>
                  </a:lnTo>
                  <a:lnTo>
                    <a:pt x="764182" y="258235"/>
                  </a:lnTo>
                  <a:lnTo>
                    <a:pt x="764114" y="258995"/>
                  </a:lnTo>
                  <a:lnTo>
                    <a:pt x="764892" y="260578"/>
                  </a:lnTo>
                  <a:lnTo>
                    <a:pt x="762847" y="260739"/>
                  </a:lnTo>
                  <a:lnTo>
                    <a:pt x="762224" y="256944"/>
                  </a:lnTo>
                  <a:lnTo>
                    <a:pt x="761270" y="254908"/>
                  </a:lnTo>
                  <a:lnTo>
                    <a:pt x="759770" y="253750"/>
                  </a:lnTo>
                  <a:lnTo>
                    <a:pt x="756559" y="253027"/>
                  </a:lnTo>
                  <a:lnTo>
                    <a:pt x="753953" y="251747"/>
                  </a:lnTo>
                  <a:lnTo>
                    <a:pt x="752906" y="253312"/>
                  </a:lnTo>
                  <a:lnTo>
                    <a:pt x="751761" y="255934"/>
                  </a:lnTo>
                  <a:lnTo>
                    <a:pt x="742621" y="258513"/>
                  </a:lnTo>
                  <a:lnTo>
                    <a:pt x="742440" y="258715"/>
                  </a:lnTo>
                  <a:lnTo>
                    <a:pt x="743624" y="261107"/>
                  </a:lnTo>
                  <a:lnTo>
                    <a:pt x="745838" y="262261"/>
                  </a:lnTo>
                  <a:lnTo>
                    <a:pt x="746579" y="264336"/>
                  </a:lnTo>
                  <a:lnTo>
                    <a:pt x="746281" y="266089"/>
                  </a:lnTo>
                  <a:lnTo>
                    <a:pt x="746062" y="270646"/>
                  </a:lnTo>
                  <a:lnTo>
                    <a:pt x="746507" y="275230"/>
                  </a:lnTo>
                  <a:lnTo>
                    <a:pt x="745945" y="277277"/>
                  </a:lnTo>
                  <a:lnTo>
                    <a:pt x="746391" y="283048"/>
                  </a:lnTo>
                  <a:lnTo>
                    <a:pt x="742472" y="282688"/>
                  </a:lnTo>
                  <a:lnTo>
                    <a:pt x="733369" y="282503"/>
                  </a:lnTo>
                  <a:lnTo>
                    <a:pt x="729394" y="281902"/>
                  </a:lnTo>
                  <a:lnTo>
                    <a:pt x="719026" y="278088"/>
                  </a:lnTo>
                  <a:lnTo>
                    <a:pt x="703241" y="272840"/>
                  </a:lnTo>
                  <a:lnTo>
                    <a:pt x="695955" y="271128"/>
                  </a:lnTo>
                  <a:lnTo>
                    <a:pt x="691614" y="278884"/>
                  </a:lnTo>
                  <a:lnTo>
                    <a:pt x="686731" y="284861"/>
                  </a:lnTo>
                  <a:lnTo>
                    <a:pt x="683482" y="288404"/>
                  </a:lnTo>
                  <a:lnTo>
                    <a:pt x="692846" y="296084"/>
                  </a:lnTo>
                  <a:lnTo>
                    <a:pt x="696919" y="298794"/>
                  </a:lnTo>
                  <a:lnTo>
                    <a:pt x="695990" y="300895"/>
                  </a:lnTo>
                  <a:lnTo>
                    <a:pt x="693195" y="299815"/>
                  </a:lnTo>
                  <a:lnTo>
                    <a:pt x="693287" y="299456"/>
                  </a:lnTo>
                  <a:lnTo>
                    <a:pt x="691205" y="297837"/>
                  </a:lnTo>
                  <a:lnTo>
                    <a:pt x="690802" y="298956"/>
                  </a:lnTo>
                  <a:lnTo>
                    <a:pt x="690684" y="301939"/>
                  </a:lnTo>
                  <a:lnTo>
                    <a:pt x="690990" y="302481"/>
                  </a:lnTo>
                  <a:lnTo>
                    <a:pt x="690896" y="305802"/>
                  </a:lnTo>
                  <a:lnTo>
                    <a:pt x="692616" y="306934"/>
                  </a:lnTo>
                  <a:lnTo>
                    <a:pt x="696455" y="308691"/>
                  </a:lnTo>
                  <a:lnTo>
                    <a:pt x="695567" y="310470"/>
                  </a:lnTo>
                  <a:lnTo>
                    <a:pt x="688803" y="312156"/>
                  </a:lnTo>
                  <a:lnTo>
                    <a:pt x="683875" y="314563"/>
                  </a:lnTo>
                  <a:lnTo>
                    <a:pt x="683159" y="314445"/>
                  </a:lnTo>
                  <a:lnTo>
                    <a:pt x="660757" y="302454"/>
                  </a:lnTo>
                  <a:lnTo>
                    <a:pt x="658318" y="302026"/>
                  </a:lnTo>
                  <a:lnTo>
                    <a:pt x="653490" y="303086"/>
                  </a:lnTo>
                  <a:lnTo>
                    <a:pt x="651454" y="303257"/>
                  </a:lnTo>
                  <a:lnTo>
                    <a:pt x="651598" y="302233"/>
                  </a:lnTo>
                  <a:lnTo>
                    <a:pt x="651083" y="302087"/>
                  </a:lnTo>
                  <a:lnTo>
                    <a:pt x="650846" y="303761"/>
                  </a:lnTo>
                  <a:lnTo>
                    <a:pt x="650284" y="305272"/>
                  </a:lnTo>
                  <a:lnTo>
                    <a:pt x="649185" y="304560"/>
                  </a:lnTo>
                  <a:lnTo>
                    <a:pt x="646582" y="302245"/>
                  </a:lnTo>
                  <a:lnTo>
                    <a:pt x="644936" y="301268"/>
                  </a:lnTo>
                  <a:lnTo>
                    <a:pt x="641952" y="300416"/>
                  </a:lnTo>
                  <a:lnTo>
                    <a:pt x="639858" y="299038"/>
                  </a:lnTo>
                  <a:lnTo>
                    <a:pt x="636339" y="297666"/>
                  </a:lnTo>
                  <a:lnTo>
                    <a:pt x="637215" y="296416"/>
                  </a:lnTo>
                  <a:lnTo>
                    <a:pt x="637331" y="293512"/>
                  </a:lnTo>
                  <a:lnTo>
                    <a:pt x="638979" y="290311"/>
                  </a:lnTo>
                  <a:lnTo>
                    <a:pt x="638774" y="288744"/>
                  </a:lnTo>
                  <a:lnTo>
                    <a:pt x="637454" y="287393"/>
                  </a:lnTo>
                  <a:lnTo>
                    <a:pt x="635160" y="285638"/>
                  </a:lnTo>
                  <a:lnTo>
                    <a:pt x="632731" y="284717"/>
                  </a:lnTo>
                  <a:lnTo>
                    <a:pt x="630225" y="283352"/>
                  </a:lnTo>
                  <a:lnTo>
                    <a:pt x="629277" y="284186"/>
                  </a:lnTo>
                  <a:lnTo>
                    <a:pt x="629183" y="283995"/>
                  </a:lnTo>
                  <a:lnTo>
                    <a:pt x="618677" y="282925"/>
                  </a:lnTo>
                  <a:lnTo>
                    <a:pt x="618024" y="281060"/>
                  </a:lnTo>
                  <a:lnTo>
                    <a:pt x="617023" y="280443"/>
                  </a:lnTo>
                  <a:lnTo>
                    <a:pt x="616607" y="279810"/>
                  </a:lnTo>
                  <a:lnTo>
                    <a:pt x="614512" y="276408"/>
                  </a:lnTo>
                  <a:lnTo>
                    <a:pt x="613226" y="274797"/>
                  </a:lnTo>
                  <a:lnTo>
                    <a:pt x="611498" y="273278"/>
                  </a:lnTo>
                  <a:lnTo>
                    <a:pt x="601720" y="280429"/>
                  </a:lnTo>
                  <a:lnTo>
                    <a:pt x="598122" y="283989"/>
                  </a:lnTo>
                  <a:lnTo>
                    <a:pt x="596683" y="285818"/>
                  </a:lnTo>
                  <a:lnTo>
                    <a:pt x="596427" y="286689"/>
                  </a:lnTo>
                  <a:lnTo>
                    <a:pt x="596100" y="286527"/>
                  </a:lnTo>
                  <a:lnTo>
                    <a:pt x="595783" y="287431"/>
                  </a:lnTo>
                  <a:lnTo>
                    <a:pt x="595136" y="287589"/>
                  </a:lnTo>
                  <a:lnTo>
                    <a:pt x="592495" y="289346"/>
                  </a:lnTo>
                  <a:lnTo>
                    <a:pt x="590032" y="289691"/>
                  </a:lnTo>
                  <a:lnTo>
                    <a:pt x="582560" y="289258"/>
                  </a:lnTo>
                  <a:lnTo>
                    <a:pt x="577333" y="289460"/>
                  </a:lnTo>
                  <a:lnTo>
                    <a:pt x="564603" y="287929"/>
                  </a:lnTo>
                  <a:lnTo>
                    <a:pt x="564132" y="288930"/>
                  </a:lnTo>
                  <a:lnTo>
                    <a:pt x="562772" y="289432"/>
                  </a:lnTo>
                  <a:lnTo>
                    <a:pt x="561951" y="290193"/>
                  </a:lnTo>
                  <a:lnTo>
                    <a:pt x="561722" y="291301"/>
                  </a:lnTo>
                  <a:lnTo>
                    <a:pt x="561750" y="292887"/>
                  </a:lnTo>
                  <a:lnTo>
                    <a:pt x="561139" y="294198"/>
                  </a:lnTo>
                  <a:lnTo>
                    <a:pt x="560911" y="295494"/>
                  </a:lnTo>
                  <a:lnTo>
                    <a:pt x="561566" y="295842"/>
                  </a:lnTo>
                  <a:lnTo>
                    <a:pt x="561547" y="296227"/>
                  </a:lnTo>
                  <a:lnTo>
                    <a:pt x="561818" y="296205"/>
                  </a:lnTo>
                  <a:lnTo>
                    <a:pt x="562645" y="296796"/>
                  </a:lnTo>
                  <a:lnTo>
                    <a:pt x="563328" y="297955"/>
                  </a:lnTo>
                  <a:lnTo>
                    <a:pt x="562585" y="298463"/>
                  </a:lnTo>
                  <a:lnTo>
                    <a:pt x="561756" y="298279"/>
                  </a:lnTo>
                  <a:lnTo>
                    <a:pt x="560981" y="298674"/>
                  </a:lnTo>
                  <a:lnTo>
                    <a:pt x="560576" y="298558"/>
                  </a:lnTo>
                  <a:lnTo>
                    <a:pt x="560375" y="299828"/>
                  </a:lnTo>
                  <a:lnTo>
                    <a:pt x="560531" y="302605"/>
                  </a:lnTo>
                  <a:lnTo>
                    <a:pt x="558778" y="307226"/>
                  </a:lnTo>
                  <a:lnTo>
                    <a:pt x="558744" y="308289"/>
                  </a:lnTo>
                  <a:lnTo>
                    <a:pt x="559189" y="309976"/>
                  </a:lnTo>
                  <a:lnTo>
                    <a:pt x="560264" y="311362"/>
                  </a:lnTo>
                  <a:lnTo>
                    <a:pt x="563030" y="312348"/>
                  </a:lnTo>
                  <a:lnTo>
                    <a:pt x="565445" y="314891"/>
                  </a:lnTo>
                  <a:lnTo>
                    <a:pt x="566731" y="315645"/>
                  </a:lnTo>
                  <a:lnTo>
                    <a:pt x="568458" y="316083"/>
                  </a:lnTo>
                  <a:lnTo>
                    <a:pt x="566315" y="316317"/>
                  </a:lnTo>
                  <a:lnTo>
                    <a:pt x="563934" y="316966"/>
                  </a:lnTo>
                  <a:lnTo>
                    <a:pt x="562409" y="318021"/>
                  </a:lnTo>
                  <a:lnTo>
                    <a:pt x="562462" y="318465"/>
                  </a:lnTo>
                  <a:lnTo>
                    <a:pt x="561710" y="318349"/>
                  </a:lnTo>
                  <a:lnTo>
                    <a:pt x="560116" y="320719"/>
                  </a:lnTo>
                  <a:lnTo>
                    <a:pt x="556936" y="322479"/>
                  </a:lnTo>
                  <a:lnTo>
                    <a:pt x="556694" y="321969"/>
                  </a:lnTo>
                  <a:lnTo>
                    <a:pt x="552940" y="319229"/>
                  </a:lnTo>
                  <a:lnTo>
                    <a:pt x="543537" y="314427"/>
                  </a:lnTo>
                  <a:lnTo>
                    <a:pt x="536160" y="307463"/>
                  </a:lnTo>
                  <a:lnTo>
                    <a:pt x="539971" y="298895"/>
                  </a:lnTo>
                  <a:lnTo>
                    <a:pt x="534802" y="296783"/>
                  </a:lnTo>
                  <a:lnTo>
                    <a:pt x="530032" y="294304"/>
                  </a:lnTo>
                  <a:lnTo>
                    <a:pt x="525807" y="293221"/>
                  </a:lnTo>
                  <a:lnTo>
                    <a:pt x="525507" y="293414"/>
                  </a:lnTo>
                  <a:lnTo>
                    <a:pt x="520783" y="291882"/>
                  </a:lnTo>
                  <a:lnTo>
                    <a:pt x="513260" y="288586"/>
                  </a:lnTo>
                  <a:lnTo>
                    <a:pt x="505243" y="285404"/>
                  </a:lnTo>
                  <a:lnTo>
                    <a:pt x="504356" y="287376"/>
                  </a:lnTo>
                  <a:lnTo>
                    <a:pt x="508866" y="291610"/>
                  </a:lnTo>
                  <a:lnTo>
                    <a:pt x="511644" y="295644"/>
                  </a:lnTo>
                  <a:lnTo>
                    <a:pt x="513986" y="297923"/>
                  </a:lnTo>
                  <a:lnTo>
                    <a:pt x="517408" y="300367"/>
                  </a:lnTo>
                  <a:lnTo>
                    <a:pt x="521398" y="302404"/>
                  </a:lnTo>
                  <a:lnTo>
                    <a:pt x="520480" y="305539"/>
                  </a:lnTo>
                  <a:lnTo>
                    <a:pt x="520572" y="305881"/>
                  </a:lnTo>
                  <a:lnTo>
                    <a:pt x="523579" y="306621"/>
                  </a:lnTo>
                  <a:lnTo>
                    <a:pt x="527323" y="314408"/>
                  </a:lnTo>
                  <a:lnTo>
                    <a:pt x="528298" y="313996"/>
                  </a:lnTo>
                  <a:lnTo>
                    <a:pt x="530172" y="325924"/>
                  </a:lnTo>
                  <a:lnTo>
                    <a:pt x="530660" y="325904"/>
                  </a:lnTo>
                  <a:lnTo>
                    <a:pt x="531170" y="328952"/>
                  </a:lnTo>
                  <a:lnTo>
                    <a:pt x="532208" y="328797"/>
                  </a:lnTo>
                  <a:lnTo>
                    <a:pt x="533090" y="333760"/>
                  </a:lnTo>
                  <a:lnTo>
                    <a:pt x="533161" y="335909"/>
                  </a:lnTo>
                  <a:lnTo>
                    <a:pt x="533982" y="342012"/>
                  </a:lnTo>
                  <a:lnTo>
                    <a:pt x="535580" y="348322"/>
                  </a:lnTo>
                  <a:lnTo>
                    <a:pt x="535263" y="348434"/>
                  </a:lnTo>
                  <a:lnTo>
                    <a:pt x="535848" y="352566"/>
                  </a:lnTo>
                  <a:lnTo>
                    <a:pt x="533497" y="353320"/>
                  </a:lnTo>
                  <a:lnTo>
                    <a:pt x="529403" y="355367"/>
                  </a:lnTo>
                  <a:lnTo>
                    <a:pt x="525372" y="358822"/>
                  </a:lnTo>
                  <a:lnTo>
                    <a:pt x="523191" y="360306"/>
                  </a:lnTo>
                  <a:lnTo>
                    <a:pt x="523722" y="361563"/>
                  </a:lnTo>
                  <a:lnTo>
                    <a:pt x="523569" y="361661"/>
                  </a:lnTo>
                  <a:lnTo>
                    <a:pt x="524757" y="363190"/>
                  </a:lnTo>
                  <a:lnTo>
                    <a:pt x="517923" y="370014"/>
                  </a:lnTo>
                  <a:lnTo>
                    <a:pt x="515408" y="373056"/>
                  </a:lnTo>
                  <a:lnTo>
                    <a:pt x="511691" y="377483"/>
                  </a:lnTo>
                  <a:lnTo>
                    <a:pt x="515158" y="381581"/>
                  </a:lnTo>
                  <a:lnTo>
                    <a:pt x="513640" y="382789"/>
                  </a:lnTo>
                  <a:lnTo>
                    <a:pt x="514414" y="383757"/>
                  </a:lnTo>
                  <a:lnTo>
                    <a:pt x="513721" y="384185"/>
                  </a:lnTo>
                  <a:lnTo>
                    <a:pt x="514102" y="384649"/>
                  </a:lnTo>
                  <a:lnTo>
                    <a:pt x="513635" y="384974"/>
                  </a:lnTo>
                  <a:lnTo>
                    <a:pt x="514842" y="386344"/>
                  </a:lnTo>
                  <a:lnTo>
                    <a:pt x="514142" y="386964"/>
                  </a:lnTo>
                  <a:lnTo>
                    <a:pt x="515494" y="388664"/>
                  </a:lnTo>
                  <a:lnTo>
                    <a:pt x="515658" y="392435"/>
                  </a:lnTo>
                  <a:lnTo>
                    <a:pt x="514885" y="393366"/>
                  </a:lnTo>
                  <a:lnTo>
                    <a:pt x="512418" y="395321"/>
                  </a:lnTo>
                  <a:lnTo>
                    <a:pt x="513536" y="397870"/>
                  </a:lnTo>
                  <a:lnTo>
                    <a:pt x="514780" y="399931"/>
                  </a:lnTo>
                  <a:lnTo>
                    <a:pt x="516960" y="401872"/>
                  </a:lnTo>
                  <a:lnTo>
                    <a:pt x="519347" y="402867"/>
                  </a:lnTo>
                  <a:lnTo>
                    <a:pt x="519566" y="404861"/>
                  </a:lnTo>
                  <a:lnTo>
                    <a:pt x="520066" y="406345"/>
                  </a:lnTo>
                  <a:lnTo>
                    <a:pt x="526046" y="417789"/>
                  </a:lnTo>
                  <a:lnTo>
                    <a:pt x="526426" y="419792"/>
                  </a:lnTo>
                  <a:lnTo>
                    <a:pt x="528137" y="422365"/>
                  </a:lnTo>
                  <a:lnTo>
                    <a:pt x="529371" y="424827"/>
                  </a:lnTo>
                  <a:lnTo>
                    <a:pt x="529367" y="428361"/>
                  </a:lnTo>
                  <a:lnTo>
                    <a:pt x="529621" y="430907"/>
                  </a:lnTo>
                  <a:lnTo>
                    <a:pt x="530987" y="434402"/>
                  </a:lnTo>
                  <a:lnTo>
                    <a:pt x="531960" y="436542"/>
                  </a:lnTo>
                  <a:lnTo>
                    <a:pt x="534679" y="441224"/>
                  </a:lnTo>
                  <a:lnTo>
                    <a:pt x="537288" y="443752"/>
                  </a:lnTo>
                  <a:lnTo>
                    <a:pt x="535979" y="444046"/>
                  </a:lnTo>
                  <a:lnTo>
                    <a:pt x="533369" y="443961"/>
                  </a:lnTo>
                  <a:lnTo>
                    <a:pt x="530151" y="443262"/>
                  </a:lnTo>
                  <a:lnTo>
                    <a:pt x="526170" y="441912"/>
                  </a:lnTo>
                  <a:lnTo>
                    <a:pt x="523443" y="442119"/>
                  </a:lnTo>
                  <a:lnTo>
                    <a:pt x="520896" y="443833"/>
                  </a:lnTo>
                  <a:lnTo>
                    <a:pt x="515953" y="447871"/>
                  </a:lnTo>
                  <a:lnTo>
                    <a:pt x="512881" y="449284"/>
                  </a:lnTo>
                  <a:lnTo>
                    <a:pt x="509894" y="452785"/>
                  </a:lnTo>
                  <a:lnTo>
                    <a:pt x="508798" y="453010"/>
                  </a:lnTo>
                  <a:lnTo>
                    <a:pt x="507030" y="454522"/>
                  </a:lnTo>
                  <a:lnTo>
                    <a:pt x="501200" y="456517"/>
                  </a:lnTo>
                  <a:lnTo>
                    <a:pt x="499057" y="458144"/>
                  </a:lnTo>
                  <a:lnTo>
                    <a:pt x="497522" y="459408"/>
                  </a:lnTo>
                  <a:lnTo>
                    <a:pt x="496937" y="460313"/>
                  </a:lnTo>
                  <a:lnTo>
                    <a:pt x="496172" y="465525"/>
                  </a:lnTo>
                  <a:lnTo>
                    <a:pt x="495525" y="467934"/>
                  </a:lnTo>
                  <a:lnTo>
                    <a:pt x="490455" y="475123"/>
                  </a:lnTo>
                  <a:lnTo>
                    <a:pt x="488863" y="477845"/>
                  </a:lnTo>
                  <a:lnTo>
                    <a:pt x="488862" y="480313"/>
                  </a:lnTo>
                  <a:lnTo>
                    <a:pt x="485793" y="479406"/>
                  </a:lnTo>
                  <a:lnTo>
                    <a:pt x="485421" y="479103"/>
                  </a:lnTo>
                  <a:lnTo>
                    <a:pt x="484797" y="480940"/>
                  </a:lnTo>
                  <a:lnTo>
                    <a:pt x="483335" y="480421"/>
                  </a:lnTo>
                  <a:lnTo>
                    <a:pt x="480179" y="479854"/>
                  </a:lnTo>
                  <a:lnTo>
                    <a:pt x="479565" y="481125"/>
                  </a:lnTo>
                  <a:lnTo>
                    <a:pt x="476387" y="480234"/>
                  </a:lnTo>
                  <a:lnTo>
                    <a:pt x="476072" y="482346"/>
                  </a:lnTo>
                  <a:lnTo>
                    <a:pt x="475424" y="484250"/>
                  </a:lnTo>
                  <a:lnTo>
                    <a:pt x="475126" y="485989"/>
                  </a:lnTo>
                  <a:lnTo>
                    <a:pt x="474541" y="487237"/>
                  </a:lnTo>
                  <a:lnTo>
                    <a:pt x="473750" y="487727"/>
                  </a:lnTo>
                  <a:lnTo>
                    <a:pt x="471762" y="488358"/>
                  </a:lnTo>
                  <a:lnTo>
                    <a:pt x="471144" y="488907"/>
                  </a:lnTo>
                  <a:lnTo>
                    <a:pt x="469714" y="491125"/>
                  </a:lnTo>
                  <a:lnTo>
                    <a:pt x="468697" y="496134"/>
                  </a:lnTo>
                  <a:lnTo>
                    <a:pt x="468850" y="496787"/>
                  </a:lnTo>
                  <a:lnTo>
                    <a:pt x="469813" y="497645"/>
                  </a:lnTo>
                  <a:lnTo>
                    <a:pt x="468375" y="500360"/>
                  </a:lnTo>
                  <a:lnTo>
                    <a:pt x="465771" y="501648"/>
                  </a:lnTo>
                  <a:lnTo>
                    <a:pt x="465854" y="501821"/>
                  </a:lnTo>
                  <a:lnTo>
                    <a:pt x="467038" y="503525"/>
                  </a:lnTo>
                  <a:lnTo>
                    <a:pt x="467167" y="504029"/>
                  </a:lnTo>
                  <a:lnTo>
                    <a:pt x="467108" y="507766"/>
                  </a:lnTo>
                  <a:lnTo>
                    <a:pt x="466795" y="509381"/>
                  </a:lnTo>
                  <a:lnTo>
                    <a:pt x="466015" y="511406"/>
                  </a:lnTo>
                  <a:lnTo>
                    <a:pt x="470923" y="512929"/>
                  </a:lnTo>
                  <a:lnTo>
                    <a:pt x="476429" y="516313"/>
                  </a:lnTo>
                  <a:lnTo>
                    <a:pt x="480192" y="515307"/>
                  </a:lnTo>
                  <a:lnTo>
                    <a:pt x="482102" y="515654"/>
                  </a:lnTo>
                  <a:lnTo>
                    <a:pt x="483606" y="516315"/>
                  </a:lnTo>
                  <a:lnTo>
                    <a:pt x="487525" y="518472"/>
                  </a:lnTo>
                  <a:lnTo>
                    <a:pt x="490046" y="520616"/>
                  </a:lnTo>
                  <a:lnTo>
                    <a:pt x="492164" y="523267"/>
                  </a:lnTo>
                  <a:lnTo>
                    <a:pt x="493865" y="524664"/>
                  </a:lnTo>
                  <a:lnTo>
                    <a:pt x="489683" y="528189"/>
                  </a:lnTo>
                  <a:lnTo>
                    <a:pt x="489347" y="527852"/>
                  </a:lnTo>
                  <a:lnTo>
                    <a:pt x="488169" y="529183"/>
                  </a:lnTo>
                  <a:lnTo>
                    <a:pt x="485803" y="532505"/>
                  </a:lnTo>
                  <a:lnTo>
                    <a:pt x="483926" y="536176"/>
                  </a:lnTo>
                  <a:lnTo>
                    <a:pt x="482355" y="538227"/>
                  </a:lnTo>
                  <a:lnTo>
                    <a:pt x="480221" y="542513"/>
                  </a:lnTo>
                  <a:lnTo>
                    <a:pt x="479392" y="542186"/>
                  </a:lnTo>
                  <a:lnTo>
                    <a:pt x="478557" y="543882"/>
                  </a:lnTo>
                  <a:lnTo>
                    <a:pt x="473735" y="550140"/>
                  </a:lnTo>
                  <a:lnTo>
                    <a:pt x="471418" y="548858"/>
                  </a:lnTo>
                  <a:lnTo>
                    <a:pt x="468806" y="547903"/>
                  </a:lnTo>
                  <a:lnTo>
                    <a:pt x="463622" y="542352"/>
                  </a:lnTo>
                  <a:lnTo>
                    <a:pt x="462235" y="541485"/>
                  </a:lnTo>
                  <a:lnTo>
                    <a:pt x="458827" y="540215"/>
                  </a:lnTo>
                  <a:lnTo>
                    <a:pt x="455896" y="538619"/>
                  </a:lnTo>
                  <a:lnTo>
                    <a:pt x="451096" y="537661"/>
                  </a:lnTo>
                  <a:lnTo>
                    <a:pt x="448587" y="536309"/>
                  </a:lnTo>
                  <a:lnTo>
                    <a:pt x="447444" y="536092"/>
                  </a:lnTo>
                  <a:lnTo>
                    <a:pt x="443891" y="543593"/>
                  </a:lnTo>
                  <a:lnTo>
                    <a:pt x="444061" y="543664"/>
                  </a:lnTo>
                  <a:lnTo>
                    <a:pt x="443062" y="547035"/>
                  </a:lnTo>
                  <a:lnTo>
                    <a:pt x="441396" y="551511"/>
                  </a:lnTo>
                  <a:lnTo>
                    <a:pt x="437197" y="549328"/>
                  </a:lnTo>
                  <a:lnTo>
                    <a:pt x="437345" y="547804"/>
                  </a:lnTo>
                  <a:lnTo>
                    <a:pt x="433995" y="546516"/>
                  </a:lnTo>
                  <a:lnTo>
                    <a:pt x="427619" y="541995"/>
                  </a:lnTo>
                  <a:lnTo>
                    <a:pt x="426869" y="543434"/>
                  </a:lnTo>
                  <a:lnTo>
                    <a:pt x="425756" y="544089"/>
                  </a:lnTo>
                  <a:lnTo>
                    <a:pt x="422864" y="544908"/>
                  </a:lnTo>
                  <a:lnTo>
                    <a:pt x="418855" y="545594"/>
                  </a:lnTo>
                  <a:lnTo>
                    <a:pt x="416451" y="545182"/>
                  </a:lnTo>
                  <a:lnTo>
                    <a:pt x="410974" y="543605"/>
                  </a:lnTo>
                  <a:lnTo>
                    <a:pt x="408640" y="543669"/>
                  </a:lnTo>
                  <a:lnTo>
                    <a:pt x="405566" y="542611"/>
                  </a:lnTo>
                  <a:lnTo>
                    <a:pt x="404839" y="545706"/>
                  </a:lnTo>
                  <a:lnTo>
                    <a:pt x="402172" y="544801"/>
                  </a:lnTo>
                  <a:lnTo>
                    <a:pt x="401669" y="546173"/>
                  </a:lnTo>
                  <a:lnTo>
                    <a:pt x="399274" y="545266"/>
                  </a:lnTo>
                  <a:lnTo>
                    <a:pt x="398631" y="547309"/>
                  </a:lnTo>
                  <a:lnTo>
                    <a:pt x="397570" y="546221"/>
                  </a:lnTo>
                  <a:lnTo>
                    <a:pt x="396771" y="547881"/>
                  </a:lnTo>
                  <a:lnTo>
                    <a:pt x="394615" y="546969"/>
                  </a:lnTo>
                  <a:lnTo>
                    <a:pt x="392777" y="550478"/>
                  </a:lnTo>
                  <a:lnTo>
                    <a:pt x="388892" y="549608"/>
                  </a:lnTo>
                  <a:lnTo>
                    <a:pt x="387963" y="552114"/>
                  </a:lnTo>
                  <a:lnTo>
                    <a:pt x="387333" y="554874"/>
                  </a:lnTo>
                  <a:lnTo>
                    <a:pt x="385645" y="554713"/>
                  </a:lnTo>
                  <a:lnTo>
                    <a:pt x="380262" y="552213"/>
                  </a:lnTo>
                  <a:lnTo>
                    <a:pt x="379293" y="554242"/>
                  </a:lnTo>
                  <a:lnTo>
                    <a:pt x="377765" y="553700"/>
                  </a:lnTo>
                  <a:lnTo>
                    <a:pt x="376108" y="560153"/>
                  </a:lnTo>
                  <a:lnTo>
                    <a:pt x="380340" y="561555"/>
                  </a:lnTo>
                  <a:lnTo>
                    <a:pt x="380554" y="564039"/>
                  </a:lnTo>
                  <a:lnTo>
                    <a:pt x="383045" y="563774"/>
                  </a:lnTo>
                  <a:lnTo>
                    <a:pt x="383820" y="565489"/>
                  </a:lnTo>
                  <a:lnTo>
                    <a:pt x="384266" y="567608"/>
                  </a:lnTo>
                  <a:lnTo>
                    <a:pt x="384977" y="567481"/>
                  </a:lnTo>
                  <a:lnTo>
                    <a:pt x="385070" y="567694"/>
                  </a:lnTo>
                  <a:lnTo>
                    <a:pt x="385615" y="570299"/>
                  </a:lnTo>
                  <a:lnTo>
                    <a:pt x="386403" y="570215"/>
                  </a:lnTo>
                  <a:lnTo>
                    <a:pt x="386231" y="574036"/>
                  </a:lnTo>
                  <a:lnTo>
                    <a:pt x="386414" y="575700"/>
                  </a:lnTo>
                  <a:lnTo>
                    <a:pt x="386810" y="575680"/>
                  </a:lnTo>
                  <a:lnTo>
                    <a:pt x="387093" y="577386"/>
                  </a:lnTo>
                  <a:lnTo>
                    <a:pt x="389513" y="584956"/>
                  </a:lnTo>
                  <a:lnTo>
                    <a:pt x="390733" y="587721"/>
                  </a:lnTo>
                  <a:lnTo>
                    <a:pt x="392016" y="589569"/>
                  </a:lnTo>
                  <a:lnTo>
                    <a:pt x="390844" y="590580"/>
                  </a:lnTo>
                  <a:lnTo>
                    <a:pt x="390673" y="593605"/>
                  </a:lnTo>
                  <a:lnTo>
                    <a:pt x="389597" y="596834"/>
                  </a:lnTo>
                  <a:lnTo>
                    <a:pt x="390694" y="601469"/>
                  </a:lnTo>
                  <a:lnTo>
                    <a:pt x="391533" y="601850"/>
                  </a:lnTo>
                  <a:lnTo>
                    <a:pt x="390715" y="603548"/>
                  </a:lnTo>
                  <a:lnTo>
                    <a:pt x="390972" y="609021"/>
                  </a:lnTo>
                  <a:lnTo>
                    <a:pt x="392870" y="610359"/>
                  </a:lnTo>
                  <a:lnTo>
                    <a:pt x="395057" y="611918"/>
                  </a:lnTo>
                  <a:lnTo>
                    <a:pt x="396464" y="612234"/>
                  </a:lnTo>
                  <a:lnTo>
                    <a:pt x="397173" y="612932"/>
                  </a:lnTo>
                  <a:lnTo>
                    <a:pt x="397917" y="613185"/>
                  </a:lnTo>
                  <a:lnTo>
                    <a:pt x="399388" y="614254"/>
                  </a:lnTo>
                  <a:lnTo>
                    <a:pt x="401134" y="614996"/>
                  </a:lnTo>
                  <a:lnTo>
                    <a:pt x="401855" y="615945"/>
                  </a:lnTo>
                  <a:lnTo>
                    <a:pt x="405521" y="616435"/>
                  </a:lnTo>
                  <a:lnTo>
                    <a:pt x="408735" y="615884"/>
                  </a:lnTo>
                  <a:lnTo>
                    <a:pt x="410399" y="615131"/>
                  </a:lnTo>
                  <a:lnTo>
                    <a:pt x="411038" y="614214"/>
                  </a:lnTo>
                  <a:lnTo>
                    <a:pt x="411311" y="611109"/>
                  </a:lnTo>
                  <a:lnTo>
                    <a:pt x="412683" y="610586"/>
                  </a:lnTo>
                  <a:lnTo>
                    <a:pt x="413789" y="612332"/>
                  </a:lnTo>
                  <a:lnTo>
                    <a:pt x="416712" y="619861"/>
                  </a:lnTo>
                  <a:lnTo>
                    <a:pt x="417177" y="622816"/>
                  </a:lnTo>
                  <a:lnTo>
                    <a:pt x="417714" y="623808"/>
                  </a:lnTo>
                  <a:lnTo>
                    <a:pt x="414726" y="627045"/>
                  </a:lnTo>
                  <a:lnTo>
                    <a:pt x="413854" y="628928"/>
                  </a:lnTo>
                  <a:lnTo>
                    <a:pt x="413412" y="630977"/>
                  </a:lnTo>
                  <a:lnTo>
                    <a:pt x="408665" y="630715"/>
                  </a:lnTo>
                  <a:lnTo>
                    <a:pt x="406014" y="631139"/>
                  </a:lnTo>
                  <a:lnTo>
                    <a:pt x="408467" y="632717"/>
                  </a:lnTo>
                  <a:lnTo>
                    <a:pt x="410142" y="634266"/>
                  </a:lnTo>
                  <a:lnTo>
                    <a:pt x="412327" y="639115"/>
                  </a:lnTo>
                  <a:lnTo>
                    <a:pt x="414846" y="643349"/>
                  </a:lnTo>
                  <a:lnTo>
                    <a:pt x="419374" y="648486"/>
                  </a:lnTo>
                  <a:lnTo>
                    <a:pt x="421243" y="654449"/>
                  </a:lnTo>
                  <a:lnTo>
                    <a:pt x="420490" y="656607"/>
                  </a:lnTo>
                  <a:lnTo>
                    <a:pt x="421327" y="658804"/>
                  </a:lnTo>
                  <a:lnTo>
                    <a:pt x="422966" y="661804"/>
                  </a:lnTo>
                  <a:lnTo>
                    <a:pt x="426873" y="666056"/>
                  </a:lnTo>
                  <a:lnTo>
                    <a:pt x="427848" y="666849"/>
                  </a:lnTo>
                  <a:lnTo>
                    <a:pt x="432022" y="668319"/>
                  </a:lnTo>
                  <a:lnTo>
                    <a:pt x="433989" y="668753"/>
                  </a:lnTo>
                  <a:lnTo>
                    <a:pt x="436236" y="669889"/>
                  </a:lnTo>
                  <a:lnTo>
                    <a:pt x="436048" y="670777"/>
                  </a:lnTo>
                  <a:lnTo>
                    <a:pt x="436504" y="671741"/>
                  </a:lnTo>
                  <a:lnTo>
                    <a:pt x="436686" y="673533"/>
                  </a:lnTo>
                  <a:lnTo>
                    <a:pt x="437329" y="675335"/>
                  </a:lnTo>
                  <a:lnTo>
                    <a:pt x="436736" y="678474"/>
                  </a:lnTo>
                  <a:lnTo>
                    <a:pt x="437458" y="680368"/>
                  </a:lnTo>
                  <a:lnTo>
                    <a:pt x="437620" y="682857"/>
                  </a:lnTo>
                  <a:lnTo>
                    <a:pt x="438161" y="684756"/>
                  </a:lnTo>
                  <a:lnTo>
                    <a:pt x="438396" y="686588"/>
                  </a:lnTo>
                  <a:lnTo>
                    <a:pt x="438247" y="687434"/>
                  </a:lnTo>
                  <a:lnTo>
                    <a:pt x="438055" y="687278"/>
                  </a:lnTo>
                  <a:lnTo>
                    <a:pt x="437691" y="687969"/>
                  </a:lnTo>
                  <a:lnTo>
                    <a:pt x="438309" y="688236"/>
                  </a:lnTo>
                  <a:lnTo>
                    <a:pt x="442338" y="688827"/>
                  </a:lnTo>
                  <a:lnTo>
                    <a:pt x="446793" y="690043"/>
                  </a:lnTo>
                  <a:lnTo>
                    <a:pt x="448588" y="688660"/>
                  </a:lnTo>
                  <a:lnTo>
                    <a:pt x="454424" y="689920"/>
                  </a:lnTo>
                  <a:lnTo>
                    <a:pt x="453660" y="693315"/>
                  </a:lnTo>
                  <a:lnTo>
                    <a:pt x="453930" y="693256"/>
                  </a:lnTo>
                  <a:lnTo>
                    <a:pt x="456008" y="695182"/>
                  </a:lnTo>
                  <a:lnTo>
                    <a:pt x="457114" y="696613"/>
                  </a:lnTo>
                  <a:lnTo>
                    <a:pt x="460375" y="698974"/>
                  </a:lnTo>
                  <a:lnTo>
                    <a:pt x="462469" y="702351"/>
                  </a:lnTo>
                  <a:lnTo>
                    <a:pt x="462670" y="703520"/>
                  </a:lnTo>
                  <a:lnTo>
                    <a:pt x="463462" y="704361"/>
                  </a:lnTo>
                  <a:lnTo>
                    <a:pt x="467010" y="707081"/>
                  </a:lnTo>
                  <a:lnTo>
                    <a:pt x="467814" y="707884"/>
                  </a:lnTo>
                  <a:lnTo>
                    <a:pt x="467651" y="708226"/>
                  </a:lnTo>
                  <a:lnTo>
                    <a:pt x="470211" y="709960"/>
                  </a:lnTo>
                  <a:lnTo>
                    <a:pt x="472060" y="710879"/>
                  </a:lnTo>
                  <a:lnTo>
                    <a:pt x="472076" y="713974"/>
                  </a:lnTo>
                  <a:lnTo>
                    <a:pt x="469900" y="715348"/>
                  </a:lnTo>
                  <a:lnTo>
                    <a:pt x="470325" y="720394"/>
                  </a:lnTo>
                  <a:lnTo>
                    <a:pt x="486449" y="724309"/>
                  </a:lnTo>
                  <a:lnTo>
                    <a:pt x="484047" y="731822"/>
                  </a:lnTo>
                  <a:lnTo>
                    <a:pt x="480303" y="740200"/>
                  </a:lnTo>
                  <a:lnTo>
                    <a:pt x="491609" y="745202"/>
                  </a:lnTo>
                  <a:lnTo>
                    <a:pt x="497602" y="746426"/>
                  </a:lnTo>
                  <a:lnTo>
                    <a:pt x="503190" y="748977"/>
                  </a:lnTo>
                  <a:lnTo>
                    <a:pt x="507532" y="750508"/>
                  </a:lnTo>
                  <a:lnTo>
                    <a:pt x="504450" y="758484"/>
                  </a:lnTo>
                  <a:lnTo>
                    <a:pt x="503899" y="759396"/>
                  </a:lnTo>
                  <a:lnTo>
                    <a:pt x="502713" y="760694"/>
                  </a:lnTo>
                  <a:lnTo>
                    <a:pt x="501056" y="763429"/>
                  </a:lnTo>
                  <a:lnTo>
                    <a:pt x="497935" y="766051"/>
                  </a:lnTo>
                  <a:lnTo>
                    <a:pt x="496208" y="767451"/>
                  </a:lnTo>
                  <a:lnTo>
                    <a:pt x="492193" y="769674"/>
                  </a:lnTo>
                  <a:lnTo>
                    <a:pt x="490118" y="770607"/>
                  </a:lnTo>
                  <a:lnTo>
                    <a:pt x="484965" y="773506"/>
                  </a:lnTo>
                  <a:lnTo>
                    <a:pt x="481237" y="775161"/>
                  </a:lnTo>
                  <a:lnTo>
                    <a:pt x="477355" y="778078"/>
                  </a:lnTo>
                  <a:lnTo>
                    <a:pt x="469549" y="782573"/>
                  </a:lnTo>
                  <a:lnTo>
                    <a:pt x="467228" y="784851"/>
                  </a:lnTo>
                  <a:lnTo>
                    <a:pt x="462584" y="787897"/>
                  </a:lnTo>
                  <a:lnTo>
                    <a:pt x="457704" y="779792"/>
                  </a:lnTo>
                  <a:lnTo>
                    <a:pt x="455481" y="781725"/>
                  </a:lnTo>
                  <a:lnTo>
                    <a:pt x="448100" y="790479"/>
                  </a:lnTo>
                  <a:lnTo>
                    <a:pt x="447724" y="790667"/>
                  </a:lnTo>
                  <a:lnTo>
                    <a:pt x="442083" y="788291"/>
                  </a:lnTo>
                  <a:lnTo>
                    <a:pt x="437005" y="786700"/>
                  </a:lnTo>
                  <a:lnTo>
                    <a:pt x="437022" y="785441"/>
                  </a:lnTo>
                  <a:lnTo>
                    <a:pt x="436475" y="783782"/>
                  </a:lnTo>
                  <a:lnTo>
                    <a:pt x="425426" y="779488"/>
                  </a:lnTo>
                  <a:lnTo>
                    <a:pt x="420804" y="777111"/>
                  </a:lnTo>
                  <a:lnTo>
                    <a:pt x="417722" y="775821"/>
                  </a:lnTo>
                  <a:lnTo>
                    <a:pt x="417823" y="775098"/>
                  </a:lnTo>
                  <a:lnTo>
                    <a:pt x="413197" y="773143"/>
                  </a:lnTo>
                  <a:lnTo>
                    <a:pt x="407360" y="771228"/>
                  </a:lnTo>
                  <a:lnTo>
                    <a:pt x="407430" y="770646"/>
                  </a:lnTo>
                  <a:lnTo>
                    <a:pt x="399651" y="768027"/>
                  </a:lnTo>
                  <a:lnTo>
                    <a:pt x="395728" y="767083"/>
                  </a:lnTo>
                  <a:lnTo>
                    <a:pt x="389464" y="765161"/>
                  </a:lnTo>
                  <a:lnTo>
                    <a:pt x="387666" y="769679"/>
                  </a:lnTo>
                  <a:lnTo>
                    <a:pt x="385841" y="775985"/>
                  </a:lnTo>
                  <a:lnTo>
                    <a:pt x="374554" y="772514"/>
                  </a:lnTo>
                  <a:lnTo>
                    <a:pt x="365011" y="771676"/>
                  </a:lnTo>
                  <a:lnTo>
                    <a:pt x="362039" y="771393"/>
                  </a:lnTo>
                  <a:lnTo>
                    <a:pt x="359765" y="770209"/>
                  </a:lnTo>
                  <a:lnTo>
                    <a:pt x="355137" y="766339"/>
                  </a:lnTo>
                  <a:lnTo>
                    <a:pt x="350232" y="762769"/>
                  </a:lnTo>
                  <a:lnTo>
                    <a:pt x="344149" y="757792"/>
                  </a:lnTo>
                  <a:lnTo>
                    <a:pt x="344064" y="758073"/>
                  </a:lnTo>
                  <a:lnTo>
                    <a:pt x="337007" y="752230"/>
                  </a:lnTo>
                  <a:lnTo>
                    <a:pt x="335674" y="750569"/>
                  </a:lnTo>
                  <a:lnTo>
                    <a:pt x="335518" y="750661"/>
                  </a:lnTo>
                  <a:lnTo>
                    <a:pt x="335385" y="750387"/>
                  </a:lnTo>
                  <a:lnTo>
                    <a:pt x="332588" y="748712"/>
                  </a:lnTo>
                  <a:lnTo>
                    <a:pt x="328148" y="744525"/>
                  </a:lnTo>
                  <a:lnTo>
                    <a:pt x="323307" y="741640"/>
                  </a:lnTo>
                  <a:lnTo>
                    <a:pt x="321826" y="740510"/>
                  </a:lnTo>
                  <a:lnTo>
                    <a:pt x="320341" y="739007"/>
                  </a:lnTo>
                  <a:lnTo>
                    <a:pt x="319987" y="737917"/>
                  </a:lnTo>
                  <a:lnTo>
                    <a:pt x="320140" y="737325"/>
                  </a:lnTo>
                  <a:lnTo>
                    <a:pt x="317279" y="736077"/>
                  </a:lnTo>
                  <a:lnTo>
                    <a:pt x="316007" y="742143"/>
                  </a:lnTo>
                  <a:lnTo>
                    <a:pt x="313244" y="741063"/>
                  </a:lnTo>
                  <a:lnTo>
                    <a:pt x="311385" y="742792"/>
                  </a:lnTo>
                  <a:lnTo>
                    <a:pt x="307817" y="747298"/>
                  </a:lnTo>
                  <a:lnTo>
                    <a:pt x="297947" y="742664"/>
                  </a:lnTo>
                  <a:lnTo>
                    <a:pt x="298221" y="741702"/>
                  </a:lnTo>
                  <a:lnTo>
                    <a:pt x="297987" y="741657"/>
                  </a:lnTo>
                  <a:lnTo>
                    <a:pt x="298041" y="739367"/>
                  </a:lnTo>
                  <a:lnTo>
                    <a:pt x="296830" y="739154"/>
                  </a:lnTo>
                  <a:lnTo>
                    <a:pt x="296397" y="738615"/>
                  </a:lnTo>
                  <a:lnTo>
                    <a:pt x="295813" y="738491"/>
                  </a:lnTo>
                  <a:lnTo>
                    <a:pt x="295095" y="741308"/>
                  </a:lnTo>
                  <a:lnTo>
                    <a:pt x="294176" y="740980"/>
                  </a:lnTo>
                  <a:lnTo>
                    <a:pt x="294446" y="740090"/>
                  </a:lnTo>
                  <a:lnTo>
                    <a:pt x="293945" y="739853"/>
                  </a:lnTo>
                  <a:lnTo>
                    <a:pt x="294543" y="737720"/>
                  </a:lnTo>
                  <a:lnTo>
                    <a:pt x="291683" y="736916"/>
                  </a:lnTo>
                  <a:lnTo>
                    <a:pt x="291885" y="736280"/>
                  </a:lnTo>
                  <a:lnTo>
                    <a:pt x="291442" y="736114"/>
                  </a:lnTo>
                  <a:lnTo>
                    <a:pt x="291845" y="734748"/>
                  </a:lnTo>
                  <a:lnTo>
                    <a:pt x="289415" y="733947"/>
                  </a:lnTo>
                  <a:lnTo>
                    <a:pt x="286602" y="733088"/>
                  </a:lnTo>
                  <a:lnTo>
                    <a:pt x="283477" y="737018"/>
                  </a:lnTo>
                  <a:lnTo>
                    <a:pt x="275963" y="732905"/>
                  </a:lnTo>
                  <a:lnTo>
                    <a:pt x="276170" y="729919"/>
                  </a:lnTo>
                  <a:lnTo>
                    <a:pt x="276071" y="716468"/>
                  </a:lnTo>
                  <a:lnTo>
                    <a:pt x="271707" y="716212"/>
                  </a:lnTo>
                  <a:lnTo>
                    <a:pt x="272097" y="715136"/>
                  </a:lnTo>
                  <a:lnTo>
                    <a:pt x="271413" y="714644"/>
                  </a:lnTo>
                  <a:lnTo>
                    <a:pt x="273203" y="712140"/>
                  </a:lnTo>
                  <a:lnTo>
                    <a:pt x="270887" y="711332"/>
                  </a:lnTo>
                  <a:lnTo>
                    <a:pt x="271142" y="710603"/>
                  </a:lnTo>
                  <a:lnTo>
                    <a:pt x="269046" y="709689"/>
                  </a:lnTo>
                  <a:lnTo>
                    <a:pt x="269367" y="707699"/>
                  </a:lnTo>
                  <a:lnTo>
                    <a:pt x="268698" y="707161"/>
                  </a:lnTo>
                  <a:lnTo>
                    <a:pt x="266780" y="705792"/>
                  </a:lnTo>
                  <a:lnTo>
                    <a:pt x="260627" y="703311"/>
                  </a:lnTo>
                  <a:lnTo>
                    <a:pt x="258369" y="702677"/>
                  </a:lnTo>
                  <a:lnTo>
                    <a:pt x="257802" y="701547"/>
                  </a:lnTo>
                  <a:lnTo>
                    <a:pt x="256759" y="701969"/>
                  </a:lnTo>
                  <a:lnTo>
                    <a:pt x="254895" y="703190"/>
                  </a:lnTo>
                  <a:lnTo>
                    <a:pt x="252580" y="701770"/>
                  </a:lnTo>
                  <a:lnTo>
                    <a:pt x="249959" y="697569"/>
                  </a:lnTo>
                  <a:lnTo>
                    <a:pt x="250866" y="696257"/>
                  </a:lnTo>
                  <a:lnTo>
                    <a:pt x="252822" y="694671"/>
                  </a:lnTo>
                  <a:lnTo>
                    <a:pt x="252292" y="693767"/>
                  </a:lnTo>
                  <a:lnTo>
                    <a:pt x="251524" y="693147"/>
                  </a:lnTo>
                  <a:lnTo>
                    <a:pt x="247036" y="695062"/>
                  </a:lnTo>
                  <a:lnTo>
                    <a:pt x="246024" y="695766"/>
                  </a:lnTo>
                  <a:lnTo>
                    <a:pt x="245666" y="693062"/>
                  </a:lnTo>
                  <a:lnTo>
                    <a:pt x="246065" y="690826"/>
                  </a:lnTo>
                  <a:lnTo>
                    <a:pt x="246958" y="688636"/>
                  </a:lnTo>
                  <a:lnTo>
                    <a:pt x="247632" y="685463"/>
                  </a:lnTo>
                  <a:lnTo>
                    <a:pt x="249764" y="680965"/>
                  </a:lnTo>
                  <a:lnTo>
                    <a:pt x="251126" y="676330"/>
                  </a:lnTo>
                  <a:lnTo>
                    <a:pt x="251128" y="671781"/>
                  </a:lnTo>
                  <a:lnTo>
                    <a:pt x="251649" y="668356"/>
                  </a:lnTo>
                  <a:lnTo>
                    <a:pt x="254098" y="663895"/>
                  </a:lnTo>
                  <a:lnTo>
                    <a:pt x="255477" y="662529"/>
                  </a:lnTo>
                  <a:lnTo>
                    <a:pt x="254442" y="661390"/>
                  </a:lnTo>
                  <a:lnTo>
                    <a:pt x="255298" y="654497"/>
                  </a:lnTo>
                  <a:lnTo>
                    <a:pt x="256177" y="652535"/>
                  </a:lnTo>
                  <a:lnTo>
                    <a:pt x="254780" y="651832"/>
                  </a:lnTo>
                  <a:lnTo>
                    <a:pt x="252252" y="651192"/>
                  </a:lnTo>
                  <a:lnTo>
                    <a:pt x="251287" y="649751"/>
                  </a:lnTo>
                  <a:lnTo>
                    <a:pt x="248756" y="648552"/>
                  </a:lnTo>
                  <a:lnTo>
                    <a:pt x="252101" y="646403"/>
                  </a:lnTo>
                  <a:lnTo>
                    <a:pt x="253955" y="646214"/>
                  </a:lnTo>
                  <a:lnTo>
                    <a:pt x="255103" y="646389"/>
                  </a:lnTo>
                  <a:lnTo>
                    <a:pt x="255226" y="645769"/>
                  </a:lnTo>
                  <a:lnTo>
                    <a:pt x="259485" y="646619"/>
                  </a:lnTo>
                  <a:lnTo>
                    <a:pt x="261152" y="647622"/>
                  </a:lnTo>
                  <a:lnTo>
                    <a:pt x="257698" y="649828"/>
                  </a:lnTo>
                  <a:lnTo>
                    <a:pt x="256803" y="651333"/>
                  </a:lnTo>
                  <a:lnTo>
                    <a:pt x="258485" y="651029"/>
                  </a:lnTo>
                  <a:lnTo>
                    <a:pt x="264499" y="651289"/>
                  </a:lnTo>
                  <a:lnTo>
                    <a:pt x="267638" y="646417"/>
                  </a:lnTo>
                  <a:lnTo>
                    <a:pt x="268548" y="642197"/>
                  </a:lnTo>
                  <a:lnTo>
                    <a:pt x="269612" y="634666"/>
                  </a:lnTo>
                  <a:lnTo>
                    <a:pt x="270116" y="633060"/>
                  </a:lnTo>
                  <a:lnTo>
                    <a:pt x="269472" y="630738"/>
                  </a:lnTo>
                  <a:lnTo>
                    <a:pt x="269838" y="629390"/>
                  </a:lnTo>
                  <a:lnTo>
                    <a:pt x="270817" y="627554"/>
                  </a:lnTo>
                  <a:lnTo>
                    <a:pt x="272893" y="625552"/>
                  </a:lnTo>
                  <a:lnTo>
                    <a:pt x="273411" y="623477"/>
                  </a:lnTo>
                  <a:lnTo>
                    <a:pt x="273321" y="623042"/>
                  </a:lnTo>
                  <a:lnTo>
                    <a:pt x="271960" y="622107"/>
                  </a:lnTo>
                  <a:lnTo>
                    <a:pt x="267227" y="619608"/>
                  </a:lnTo>
                  <a:lnTo>
                    <a:pt x="264884" y="617545"/>
                  </a:lnTo>
                  <a:lnTo>
                    <a:pt x="263813" y="616950"/>
                  </a:lnTo>
                  <a:lnTo>
                    <a:pt x="259721" y="615478"/>
                  </a:lnTo>
                  <a:lnTo>
                    <a:pt x="260226" y="614004"/>
                  </a:lnTo>
                  <a:lnTo>
                    <a:pt x="260380" y="611695"/>
                  </a:lnTo>
                  <a:lnTo>
                    <a:pt x="260837" y="610095"/>
                  </a:lnTo>
                  <a:lnTo>
                    <a:pt x="261531" y="610385"/>
                  </a:lnTo>
                  <a:lnTo>
                    <a:pt x="262492" y="611347"/>
                  </a:lnTo>
                  <a:lnTo>
                    <a:pt x="263866" y="611478"/>
                  </a:lnTo>
                  <a:lnTo>
                    <a:pt x="264403" y="609984"/>
                  </a:lnTo>
                  <a:lnTo>
                    <a:pt x="266105" y="610545"/>
                  </a:lnTo>
                  <a:lnTo>
                    <a:pt x="267564" y="610260"/>
                  </a:lnTo>
                  <a:lnTo>
                    <a:pt x="271474" y="610315"/>
                  </a:lnTo>
                  <a:lnTo>
                    <a:pt x="271976" y="610085"/>
                  </a:lnTo>
                  <a:lnTo>
                    <a:pt x="272421" y="609170"/>
                  </a:lnTo>
                  <a:lnTo>
                    <a:pt x="273470" y="608242"/>
                  </a:lnTo>
                  <a:lnTo>
                    <a:pt x="272228" y="607377"/>
                  </a:lnTo>
                  <a:lnTo>
                    <a:pt x="270444" y="606597"/>
                  </a:lnTo>
                  <a:lnTo>
                    <a:pt x="269931" y="606071"/>
                  </a:lnTo>
                  <a:lnTo>
                    <a:pt x="269310" y="605924"/>
                  </a:lnTo>
                  <a:lnTo>
                    <a:pt x="267728" y="604686"/>
                  </a:lnTo>
                  <a:lnTo>
                    <a:pt x="266502" y="602545"/>
                  </a:lnTo>
                  <a:lnTo>
                    <a:pt x="265103" y="601667"/>
                  </a:lnTo>
                  <a:lnTo>
                    <a:pt x="264718" y="600672"/>
                  </a:lnTo>
                  <a:lnTo>
                    <a:pt x="264956" y="599449"/>
                  </a:lnTo>
                  <a:lnTo>
                    <a:pt x="264222" y="597609"/>
                  </a:lnTo>
                  <a:lnTo>
                    <a:pt x="264221" y="596411"/>
                  </a:lnTo>
                  <a:lnTo>
                    <a:pt x="264421" y="595900"/>
                  </a:lnTo>
                  <a:lnTo>
                    <a:pt x="265160" y="595513"/>
                  </a:lnTo>
                  <a:lnTo>
                    <a:pt x="264246" y="595191"/>
                  </a:lnTo>
                  <a:lnTo>
                    <a:pt x="262883" y="596947"/>
                  </a:lnTo>
                  <a:lnTo>
                    <a:pt x="261638" y="597160"/>
                  </a:lnTo>
                  <a:lnTo>
                    <a:pt x="260758" y="597841"/>
                  </a:lnTo>
                  <a:lnTo>
                    <a:pt x="259405" y="598110"/>
                  </a:lnTo>
                  <a:lnTo>
                    <a:pt x="257154" y="596195"/>
                  </a:lnTo>
                  <a:lnTo>
                    <a:pt x="256684" y="596390"/>
                  </a:lnTo>
                  <a:lnTo>
                    <a:pt x="254648" y="595855"/>
                  </a:lnTo>
                  <a:lnTo>
                    <a:pt x="253313" y="596094"/>
                  </a:lnTo>
                  <a:lnTo>
                    <a:pt x="251877" y="600946"/>
                  </a:lnTo>
                  <a:lnTo>
                    <a:pt x="250261" y="599748"/>
                  </a:lnTo>
                  <a:lnTo>
                    <a:pt x="249855" y="600331"/>
                  </a:lnTo>
                  <a:lnTo>
                    <a:pt x="248490" y="599651"/>
                  </a:lnTo>
                  <a:lnTo>
                    <a:pt x="247721" y="601302"/>
                  </a:lnTo>
                  <a:lnTo>
                    <a:pt x="247623" y="603794"/>
                  </a:lnTo>
                  <a:lnTo>
                    <a:pt x="241905" y="602644"/>
                  </a:lnTo>
                  <a:lnTo>
                    <a:pt x="236250" y="603520"/>
                  </a:lnTo>
                  <a:lnTo>
                    <a:pt x="236174" y="602183"/>
                  </a:lnTo>
                  <a:lnTo>
                    <a:pt x="236554" y="599086"/>
                  </a:lnTo>
                  <a:lnTo>
                    <a:pt x="235865" y="592032"/>
                  </a:lnTo>
                  <a:lnTo>
                    <a:pt x="235091" y="590363"/>
                  </a:lnTo>
                  <a:lnTo>
                    <a:pt x="235212" y="589972"/>
                  </a:lnTo>
                  <a:lnTo>
                    <a:pt x="234674" y="588345"/>
                  </a:lnTo>
                  <a:lnTo>
                    <a:pt x="232611" y="584982"/>
                  </a:lnTo>
                  <a:lnTo>
                    <a:pt x="235582" y="583666"/>
                  </a:lnTo>
                  <a:lnTo>
                    <a:pt x="235349" y="583216"/>
                  </a:lnTo>
                  <a:lnTo>
                    <a:pt x="237153" y="578202"/>
                  </a:lnTo>
                  <a:lnTo>
                    <a:pt x="237627" y="575732"/>
                  </a:lnTo>
                  <a:lnTo>
                    <a:pt x="243475" y="574101"/>
                  </a:lnTo>
                  <a:lnTo>
                    <a:pt x="243660" y="574542"/>
                  </a:lnTo>
                  <a:lnTo>
                    <a:pt x="244702" y="573788"/>
                  </a:lnTo>
                  <a:lnTo>
                    <a:pt x="245392" y="573623"/>
                  </a:lnTo>
                  <a:lnTo>
                    <a:pt x="244545" y="572731"/>
                  </a:lnTo>
                  <a:lnTo>
                    <a:pt x="246320" y="569609"/>
                  </a:lnTo>
                  <a:lnTo>
                    <a:pt x="245567" y="568999"/>
                  </a:lnTo>
                  <a:lnTo>
                    <a:pt x="246527" y="566734"/>
                  </a:lnTo>
                  <a:lnTo>
                    <a:pt x="245200" y="566211"/>
                  </a:lnTo>
                  <a:lnTo>
                    <a:pt x="246507" y="565072"/>
                  </a:lnTo>
                  <a:lnTo>
                    <a:pt x="246856" y="563481"/>
                  </a:lnTo>
                  <a:lnTo>
                    <a:pt x="248404" y="560880"/>
                  </a:lnTo>
                  <a:lnTo>
                    <a:pt x="249376" y="559813"/>
                  </a:lnTo>
                  <a:lnTo>
                    <a:pt x="250232" y="557448"/>
                  </a:lnTo>
                  <a:lnTo>
                    <a:pt x="249820" y="557210"/>
                  </a:lnTo>
                  <a:lnTo>
                    <a:pt x="250790" y="553150"/>
                  </a:lnTo>
                  <a:lnTo>
                    <a:pt x="251776" y="553323"/>
                  </a:lnTo>
                  <a:lnTo>
                    <a:pt x="252114" y="552900"/>
                  </a:lnTo>
                  <a:lnTo>
                    <a:pt x="255630" y="553976"/>
                  </a:lnTo>
                  <a:lnTo>
                    <a:pt x="256133" y="552807"/>
                  </a:lnTo>
                  <a:lnTo>
                    <a:pt x="259160" y="553662"/>
                  </a:lnTo>
                  <a:lnTo>
                    <a:pt x="260413" y="553495"/>
                  </a:lnTo>
                  <a:lnTo>
                    <a:pt x="262790" y="551900"/>
                  </a:lnTo>
                  <a:lnTo>
                    <a:pt x="260776" y="550872"/>
                  </a:lnTo>
                  <a:lnTo>
                    <a:pt x="258866" y="549101"/>
                  </a:lnTo>
                  <a:lnTo>
                    <a:pt x="257743" y="547112"/>
                  </a:lnTo>
                  <a:lnTo>
                    <a:pt x="255484" y="545586"/>
                  </a:lnTo>
                  <a:lnTo>
                    <a:pt x="257224" y="546286"/>
                  </a:lnTo>
                  <a:lnTo>
                    <a:pt x="258530" y="547207"/>
                  </a:lnTo>
                  <a:lnTo>
                    <a:pt x="258908" y="547048"/>
                  </a:lnTo>
                  <a:lnTo>
                    <a:pt x="258688" y="546891"/>
                  </a:lnTo>
                  <a:lnTo>
                    <a:pt x="257562" y="542826"/>
                  </a:lnTo>
                  <a:lnTo>
                    <a:pt x="259467" y="541612"/>
                  </a:lnTo>
                  <a:lnTo>
                    <a:pt x="259400" y="539513"/>
                  </a:lnTo>
                  <a:lnTo>
                    <a:pt x="258844" y="537676"/>
                  </a:lnTo>
                  <a:lnTo>
                    <a:pt x="259684" y="537444"/>
                  </a:lnTo>
                  <a:lnTo>
                    <a:pt x="260081" y="537071"/>
                  </a:lnTo>
                  <a:lnTo>
                    <a:pt x="257707" y="532928"/>
                  </a:lnTo>
                  <a:lnTo>
                    <a:pt x="257778" y="527312"/>
                  </a:lnTo>
                  <a:lnTo>
                    <a:pt x="258561" y="526113"/>
                  </a:lnTo>
                  <a:lnTo>
                    <a:pt x="258963" y="523920"/>
                  </a:lnTo>
                  <a:lnTo>
                    <a:pt x="259968" y="522789"/>
                  </a:lnTo>
                  <a:lnTo>
                    <a:pt x="259906" y="521414"/>
                  </a:lnTo>
                  <a:lnTo>
                    <a:pt x="259386" y="519992"/>
                  </a:lnTo>
                  <a:lnTo>
                    <a:pt x="258351" y="519430"/>
                  </a:lnTo>
                  <a:lnTo>
                    <a:pt x="257585" y="518210"/>
                  </a:lnTo>
                  <a:lnTo>
                    <a:pt x="256688" y="518049"/>
                  </a:lnTo>
                  <a:lnTo>
                    <a:pt x="257433" y="516677"/>
                  </a:lnTo>
                  <a:lnTo>
                    <a:pt x="256481" y="515508"/>
                  </a:lnTo>
                  <a:lnTo>
                    <a:pt x="256888" y="514565"/>
                  </a:lnTo>
                  <a:lnTo>
                    <a:pt x="256692" y="512894"/>
                  </a:lnTo>
                  <a:lnTo>
                    <a:pt x="255100" y="513169"/>
                  </a:lnTo>
                  <a:lnTo>
                    <a:pt x="254157" y="511583"/>
                  </a:lnTo>
                  <a:lnTo>
                    <a:pt x="255295" y="507935"/>
                  </a:lnTo>
                  <a:lnTo>
                    <a:pt x="258255" y="508810"/>
                  </a:lnTo>
                  <a:lnTo>
                    <a:pt x="259322" y="505287"/>
                  </a:lnTo>
                  <a:lnTo>
                    <a:pt x="256839" y="504351"/>
                  </a:lnTo>
                  <a:lnTo>
                    <a:pt x="258326" y="500897"/>
                  </a:lnTo>
                  <a:lnTo>
                    <a:pt x="258206" y="497753"/>
                  </a:lnTo>
                  <a:lnTo>
                    <a:pt x="249865" y="497746"/>
                  </a:lnTo>
                  <a:lnTo>
                    <a:pt x="249540" y="488223"/>
                  </a:lnTo>
                  <a:lnTo>
                    <a:pt x="252914" y="488280"/>
                  </a:lnTo>
                  <a:lnTo>
                    <a:pt x="252740" y="483333"/>
                  </a:lnTo>
                  <a:lnTo>
                    <a:pt x="249393" y="483927"/>
                  </a:lnTo>
                  <a:lnTo>
                    <a:pt x="249194" y="483505"/>
                  </a:lnTo>
                  <a:lnTo>
                    <a:pt x="247173" y="484749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pg54">
              <a:extLst>
                <a:ext uri="{FF2B5EF4-FFF2-40B4-BE49-F238E27FC236}">
                  <a16:creationId xmlns:a16="http://schemas.microsoft.com/office/drawing/2014/main" id="{7B968E0A-EB53-7801-D3B8-02091E0D4452}"/>
                </a:ext>
              </a:extLst>
            </p:cNvPr>
            <p:cNvSpPr/>
            <p:nvPr/>
          </p:nvSpPr>
          <p:spPr>
            <a:xfrm>
              <a:off x="7411011" y="1504366"/>
              <a:ext cx="406297" cy="257838"/>
            </a:xfrm>
            <a:custGeom>
              <a:avLst/>
              <a:gdLst/>
              <a:ahLst/>
              <a:cxnLst/>
              <a:rect l="0" t="0" r="0" b="0"/>
              <a:pathLst>
                <a:path w="406297" h="257838">
                  <a:moveTo>
                    <a:pt x="226149" y="210175"/>
                  </a:moveTo>
                  <a:lnTo>
                    <a:pt x="225891" y="210141"/>
                  </a:lnTo>
                  <a:lnTo>
                    <a:pt x="224859" y="210877"/>
                  </a:lnTo>
                  <a:lnTo>
                    <a:pt x="224112" y="212536"/>
                  </a:lnTo>
                  <a:lnTo>
                    <a:pt x="224138" y="212922"/>
                  </a:lnTo>
                  <a:lnTo>
                    <a:pt x="220355" y="211795"/>
                  </a:lnTo>
                  <a:lnTo>
                    <a:pt x="219539" y="211365"/>
                  </a:lnTo>
                  <a:lnTo>
                    <a:pt x="218645" y="210332"/>
                  </a:lnTo>
                  <a:lnTo>
                    <a:pt x="217611" y="210094"/>
                  </a:lnTo>
                  <a:lnTo>
                    <a:pt x="213877" y="211084"/>
                  </a:lnTo>
                  <a:lnTo>
                    <a:pt x="212051" y="212052"/>
                  </a:lnTo>
                  <a:lnTo>
                    <a:pt x="213095" y="213367"/>
                  </a:lnTo>
                  <a:lnTo>
                    <a:pt x="213015" y="214190"/>
                  </a:lnTo>
                  <a:lnTo>
                    <a:pt x="211564" y="214444"/>
                  </a:lnTo>
                  <a:lnTo>
                    <a:pt x="211068" y="214798"/>
                  </a:lnTo>
                  <a:lnTo>
                    <a:pt x="208157" y="217646"/>
                  </a:lnTo>
                  <a:lnTo>
                    <a:pt x="207606" y="218614"/>
                  </a:lnTo>
                  <a:lnTo>
                    <a:pt x="207639" y="219675"/>
                  </a:lnTo>
                  <a:lnTo>
                    <a:pt x="208386" y="221016"/>
                  </a:lnTo>
                  <a:lnTo>
                    <a:pt x="207713" y="224007"/>
                  </a:lnTo>
                  <a:lnTo>
                    <a:pt x="206529" y="226119"/>
                  </a:lnTo>
                  <a:lnTo>
                    <a:pt x="206743" y="227461"/>
                  </a:lnTo>
                  <a:lnTo>
                    <a:pt x="206394" y="228066"/>
                  </a:lnTo>
                  <a:lnTo>
                    <a:pt x="204930" y="229327"/>
                  </a:lnTo>
                  <a:lnTo>
                    <a:pt x="200761" y="226238"/>
                  </a:lnTo>
                  <a:lnTo>
                    <a:pt x="198891" y="223987"/>
                  </a:lnTo>
                  <a:lnTo>
                    <a:pt x="197992" y="222162"/>
                  </a:lnTo>
                  <a:lnTo>
                    <a:pt x="194966" y="220152"/>
                  </a:lnTo>
                  <a:lnTo>
                    <a:pt x="190994" y="215481"/>
                  </a:lnTo>
                  <a:lnTo>
                    <a:pt x="190448" y="215567"/>
                  </a:lnTo>
                  <a:lnTo>
                    <a:pt x="187508" y="213350"/>
                  </a:lnTo>
                  <a:lnTo>
                    <a:pt x="185892" y="212732"/>
                  </a:lnTo>
                  <a:lnTo>
                    <a:pt x="185477" y="211941"/>
                  </a:lnTo>
                  <a:lnTo>
                    <a:pt x="183757" y="211290"/>
                  </a:lnTo>
                  <a:lnTo>
                    <a:pt x="182242" y="210295"/>
                  </a:lnTo>
                  <a:lnTo>
                    <a:pt x="176477" y="208497"/>
                  </a:lnTo>
                  <a:lnTo>
                    <a:pt x="174199" y="208325"/>
                  </a:lnTo>
                  <a:lnTo>
                    <a:pt x="170520" y="208539"/>
                  </a:lnTo>
                  <a:lnTo>
                    <a:pt x="169016" y="208328"/>
                  </a:lnTo>
                  <a:lnTo>
                    <a:pt x="168443" y="208600"/>
                  </a:lnTo>
                  <a:lnTo>
                    <a:pt x="167898" y="208573"/>
                  </a:lnTo>
                  <a:lnTo>
                    <a:pt x="166600" y="209489"/>
                  </a:lnTo>
                  <a:lnTo>
                    <a:pt x="165943" y="209655"/>
                  </a:lnTo>
                  <a:lnTo>
                    <a:pt x="163979" y="208330"/>
                  </a:lnTo>
                  <a:lnTo>
                    <a:pt x="154550" y="203271"/>
                  </a:lnTo>
                  <a:lnTo>
                    <a:pt x="154339" y="202603"/>
                  </a:lnTo>
                  <a:lnTo>
                    <a:pt x="153442" y="202026"/>
                  </a:lnTo>
                  <a:lnTo>
                    <a:pt x="152396" y="201814"/>
                  </a:lnTo>
                  <a:lnTo>
                    <a:pt x="149617" y="201915"/>
                  </a:lnTo>
                  <a:lnTo>
                    <a:pt x="148456" y="201537"/>
                  </a:lnTo>
                  <a:lnTo>
                    <a:pt x="147593" y="200929"/>
                  </a:lnTo>
                  <a:lnTo>
                    <a:pt x="146881" y="200057"/>
                  </a:lnTo>
                  <a:lnTo>
                    <a:pt x="141727" y="199664"/>
                  </a:lnTo>
                  <a:lnTo>
                    <a:pt x="137903" y="197628"/>
                  </a:lnTo>
                  <a:lnTo>
                    <a:pt x="135162" y="196935"/>
                  </a:lnTo>
                  <a:lnTo>
                    <a:pt x="134020" y="196240"/>
                  </a:lnTo>
                  <a:lnTo>
                    <a:pt x="132908" y="196014"/>
                  </a:lnTo>
                  <a:lnTo>
                    <a:pt x="133252" y="195075"/>
                  </a:lnTo>
                  <a:lnTo>
                    <a:pt x="132891" y="193933"/>
                  </a:lnTo>
                  <a:lnTo>
                    <a:pt x="132981" y="191454"/>
                  </a:lnTo>
                  <a:lnTo>
                    <a:pt x="132663" y="189158"/>
                  </a:lnTo>
                  <a:lnTo>
                    <a:pt x="131252" y="186488"/>
                  </a:lnTo>
                  <a:lnTo>
                    <a:pt x="131365" y="185823"/>
                  </a:lnTo>
                  <a:lnTo>
                    <a:pt x="130793" y="184242"/>
                  </a:lnTo>
                  <a:lnTo>
                    <a:pt x="128775" y="182373"/>
                  </a:lnTo>
                  <a:lnTo>
                    <a:pt x="128141" y="181083"/>
                  </a:lnTo>
                  <a:lnTo>
                    <a:pt x="127901" y="179817"/>
                  </a:lnTo>
                  <a:lnTo>
                    <a:pt x="128075" y="179171"/>
                  </a:lnTo>
                  <a:lnTo>
                    <a:pt x="128881" y="178175"/>
                  </a:lnTo>
                  <a:lnTo>
                    <a:pt x="130918" y="176843"/>
                  </a:lnTo>
                  <a:lnTo>
                    <a:pt x="131692" y="175615"/>
                  </a:lnTo>
                  <a:lnTo>
                    <a:pt x="132577" y="172030"/>
                  </a:lnTo>
                  <a:lnTo>
                    <a:pt x="132156" y="170546"/>
                  </a:lnTo>
                  <a:lnTo>
                    <a:pt x="132379" y="169988"/>
                  </a:lnTo>
                  <a:lnTo>
                    <a:pt x="131712" y="170143"/>
                  </a:lnTo>
                  <a:lnTo>
                    <a:pt x="131262" y="169771"/>
                  </a:lnTo>
                  <a:lnTo>
                    <a:pt x="131043" y="169824"/>
                  </a:lnTo>
                  <a:lnTo>
                    <a:pt x="131107" y="169978"/>
                  </a:lnTo>
                  <a:lnTo>
                    <a:pt x="130572" y="169890"/>
                  </a:lnTo>
                  <a:lnTo>
                    <a:pt x="130318" y="169627"/>
                  </a:lnTo>
                  <a:lnTo>
                    <a:pt x="127810" y="169076"/>
                  </a:lnTo>
                  <a:lnTo>
                    <a:pt x="126498" y="168490"/>
                  </a:lnTo>
                  <a:lnTo>
                    <a:pt x="124662" y="168191"/>
                  </a:lnTo>
                  <a:lnTo>
                    <a:pt x="125041" y="166077"/>
                  </a:lnTo>
                  <a:lnTo>
                    <a:pt x="124785" y="165784"/>
                  </a:lnTo>
                  <a:lnTo>
                    <a:pt x="122959" y="165189"/>
                  </a:lnTo>
                  <a:lnTo>
                    <a:pt x="120412" y="163676"/>
                  </a:lnTo>
                  <a:lnTo>
                    <a:pt x="118024" y="163099"/>
                  </a:lnTo>
                  <a:lnTo>
                    <a:pt x="115864" y="161196"/>
                  </a:lnTo>
                  <a:lnTo>
                    <a:pt x="114471" y="159567"/>
                  </a:lnTo>
                  <a:lnTo>
                    <a:pt x="112239" y="156733"/>
                  </a:lnTo>
                  <a:lnTo>
                    <a:pt x="110958" y="154617"/>
                  </a:lnTo>
                  <a:lnTo>
                    <a:pt x="106641" y="151731"/>
                  </a:lnTo>
                  <a:lnTo>
                    <a:pt x="106180" y="148849"/>
                  </a:lnTo>
                  <a:lnTo>
                    <a:pt x="103656" y="149160"/>
                  </a:lnTo>
                  <a:lnTo>
                    <a:pt x="102022" y="150002"/>
                  </a:lnTo>
                  <a:lnTo>
                    <a:pt x="101428" y="151081"/>
                  </a:lnTo>
                  <a:lnTo>
                    <a:pt x="101213" y="152290"/>
                  </a:lnTo>
                  <a:lnTo>
                    <a:pt x="100703" y="153368"/>
                  </a:lnTo>
                  <a:lnTo>
                    <a:pt x="100928" y="153408"/>
                  </a:lnTo>
                  <a:lnTo>
                    <a:pt x="100265" y="154870"/>
                  </a:lnTo>
                  <a:lnTo>
                    <a:pt x="99693" y="155626"/>
                  </a:lnTo>
                  <a:lnTo>
                    <a:pt x="97428" y="157416"/>
                  </a:lnTo>
                  <a:lnTo>
                    <a:pt x="97291" y="157846"/>
                  </a:lnTo>
                  <a:lnTo>
                    <a:pt x="96819" y="157456"/>
                  </a:lnTo>
                  <a:lnTo>
                    <a:pt x="96954" y="156306"/>
                  </a:lnTo>
                  <a:lnTo>
                    <a:pt x="98511" y="153302"/>
                  </a:lnTo>
                  <a:lnTo>
                    <a:pt x="98688" y="152265"/>
                  </a:lnTo>
                  <a:lnTo>
                    <a:pt x="95189" y="155519"/>
                  </a:lnTo>
                  <a:lnTo>
                    <a:pt x="94176" y="156040"/>
                  </a:lnTo>
                  <a:lnTo>
                    <a:pt x="93314" y="157298"/>
                  </a:lnTo>
                  <a:lnTo>
                    <a:pt x="91780" y="157132"/>
                  </a:lnTo>
                  <a:lnTo>
                    <a:pt x="89868" y="157322"/>
                  </a:lnTo>
                  <a:lnTo>
                    <a:pt x="88992" y="157028"/>
                  </a:lnTo>
                  <a:lnTo>
                    <a:pt x="87332" y="157124"/>
                  </a:lnTo>
                  <a:lnTo>
                    <a:pt x="85496" y="155993"/>
                  </a:lnTo>
                  <a:lnTo>
                    <a:pt x="83435" y="155446"/>
                  </a:lnTo>
                  <a:lnTo>
                    <a:pt x="81899" y="155337"/>
                  </a:lnTo>
                  <a:lnTo>
                    <a:pt x="80084" y="157540"/>
                  </a:lnTo>
                  <a:lnTo>
                    <a:pt x="80468" y="159095"/>
                  </a:lnTo>
                  <a:lnTo>
                    <a:pt x="81281" y="159205"/>
                  </a:lnTo>
                  <a:lnTo>
                    <a:pt x="81425" y="159410"/>
                  </a:lnTo>
                  <a:lnTo>
                    <a:pt x="80926" y="160492"/>
                  </a:lnTo>
                  <a:lnTo>
                    <a:pt x="80812" y="161310"/>
                  </a:lnTo>
                  <a:lnTo>
                    <a:pt x="79048" y="162048"/>
                  </a:lnTo>
                  <a:lnTo>
                    <a:pt x="79255" y="162986"/>
                  </a:lnTo>
                  <a:lnTo>
                    <a:pt x="78709" y="163908"/>
                  </a:lnTo>
                  <a:lnTo>
                    <a:pt x="78151" y="164278"/>
                  </a:lnTo>
                  <a:lnTo>
                    <a:pt x="77103" y="166093"/>
                  </a:lnTo>
                  <a:lnTo>
                    <a:pt x="76549" y="167148"/>
                  </a:lnTo>
                  <a:lnTo>
                    <a:pt x="76482" y="167902"/>
                  </a:lnTo>
                  <a:lnTo>
                    <a:pt x="74579" y="168786"/>
                  </a:lnTo>
                  <a:lnTo>
                    <a:pt x="74440" y="169789"/>
                  </a:lnTo>
                  <a:lnTo>
                    <a:pt x="74852" y="170157"/>
                  </a:lnTo>
                  <a:lnTo>
                    <a:pt x="74987" y="170683"/>
                  </a:lnTo>
                  <a:lnTo>
                    <a:pt x="74415" y="171258"/>
                  </a:lnTo>
                  <a:lnTo>
                    <a:pt x="73734" y="174012"/>
                  </a:lnTo>
                  <a:lnTo>
                    <a:pt x="73148" y="174887"/>
                  </a:lnTo>
                  <a:lnTo>
                    <a:pt x="73075" y="176081"/>
                  </a:lnTo>
                  <a:lnTo>
                    <a:pt x="73320" y="176632"/>
                  </a:lnTo>
                  <a:lnTo>
                    <a:pt x="71560" y="174556"/>
                  </a:lnTo>
                  <a:lnTo>
                    <a:pt x="70828" y="174060"/>
                  </a:lnTo>
                  <a:lnTo>
                    <a:pt x="69463" y="173201"/>
                  </a:lnTo>
                  <a:lnTo>
                    <a:pt x="67422" y="172552"/>
                  </a:lnTo>
                  <a:lnTo>
                    <a:pt x="63529" y="170390"/>
                  </a:lnTo>
                  <a:lnTo>
                    <a:pt x="62277" y="169648"/>
                  </a:lnTo>
                  <a:lnTo>
                    <a:pt x="61843" y="169003"/>
                  </a:lnTo>
                  <a:lnTo>
                    <a:pt x="61484" y="167318"/>
                  </a:lnTo>
                  <a:lnTo>
                    <a:pt x="62377" y="166261"/>
                  </a:lnTo>
                  <a:lnTo>
                    <a:pt x="63463" y="163500"/>
                  </a:lnTo>
                  <a:lnTo>
                    <a:pt x="64224" y="163203"/>
                  </a:lnTo>
                  <a:lnTo>
                    <a:pt x="63857" y="162754"/>
                  </a:lnTo>
                  <a:lnTo>
                    <a:pt x="63560" y="161685"/>
                  </a:lnTo>
                  <a:lnTo>
                    <a:pt x="63550" y="159720"/>
                  </a:lnTo>
                  <a:lnTo>
                    <a:pt x="63137" y="159024"/>
                  </a:lnTo>
                  <a:lnTo>
                    <a:pt x="62053" y="158095"/>
                  </a:lnTo>
                  <a:lnTo>
                    <a:pt x="60754" y="157834"/>
                  </a:lnTo>
                  <a:lnTo>
                    <a:pt x="59412" y="158202"/>
                  </a:lnTo>
                  <a:lnTo>
                    <a:pt x="58299" y="158204"/>
                  </a:lnTo>
                  <a:lnTo>
                    <a:pt x="57963" y="158558"/>
                  </a:lnTo>
                  <a:lnTo>
                    <a:pt x="56295" y="159180"/>
                  </a:lnTo>
                  <a:lnTo>
                    <a:pt x="52185" y="159264"/>
                  </a:lnTo>
                  <a:lnTo>
                    <a:pt x="50668" y="159912"/>
                  </a:lnTo>
                  <a:lnTo>
                    <a:pt x="49792" y="160688"/>
                  </a:lnTo>
                  <a:lnTo>
                    <a:pt x="47927" y="155365"/>
                  </a:lnTo>
                  <a:lnTo>
                    <a:pt x="46471" y="153807"/>
                  </a:lnTo>
                  <a:lnTo>
                    <a:pt x="46196" y="151672"/>
                  </a:lnTo>
                  <a:lnTo>
                    <a:pt x="46505" y="149286"/>
                  </a:lnTo>
                  <a:lnTo>
                    <a:pt x="45724" y="147686"/>
                  </a:lnTo>
                  <a:lnTo>
                    <a:pt x="45398" y="145880"/>
                  </a:lnTo>
                  <a:lnTo>
                    <a:pt x="45805" y="143588"/>
                  </a:lnTo>
                  <a:lnTo>
                    <a:pt x="45307" y="142035"/>
                  </a:lnTo>
                  <a:lnTo>
                    <a:pt x="45554" y="139364"/>
                  </a:lnTo>
                  <a:lnTo>
                    <a:pt x="45242" y="138342"/>
                  </a:lnTo>
                  <a:lnTo>
                    <a:pt x="45377" y="136137"/>
                  </a:lnTo>
                  <a:lnTo>
                    <a:pt x="45035" y="135642"/>
                  </a:lnTo>
                  <a:lnTo>
                    <a:pt x="43902" y="134876"/>
                  </a:lnTo>
                  <a:lnTo>
                    <a:pt x="42975" y="135564"/>
                  </a:lnTo>
                  <a:lnTo>
                    <a:pt x="42302" y="135680"/>
                  </a:lnTo>
                  <a:lnTo>
                    <a:pt x="37475" y="139052"/>
                  </a:lnTo>
                  <a:lnTo>
                    <a:pt x="36748" y="139086"/>
                  </a:lnTo>
                  <a:lnTo>
                    <a:pt x="35628" y="138494"/>
                  </a:lnTo>
                  <a:lnTo>
                    <a:pt x="34372" y="136854"/>
                  </a:lnTo>
                  <a:lnTo>
                    <a:pt x="34382" y="136463"/>
                  </a:lnTo>
                  <a:lnTo>
                    <a:pt x="33433" y="135555"/>
                  </a:lnTo>
                  <a:lnTo>
                    <a:pt x="32892" y="135572"/>
                  </a:lnTo>
                  <a:lnTo>
                    <a:pt x="32343" y="135113"/>
                  </a:lnTo>
                  <a:lnTo>
                    <a:pt x="30426" y="134690"/>
                  </a:lnTo>
                  <a:lnTo>
                    <a:pt x="28942" y="134082"/>
                  </a:lnTo>
                  <a:lnTo>
                    <a:pt x="27332" y="132718"/>
                  </a:lnTo>
                  <a:lnTo>
                    <a:pt x="23936" y="133063"/>
                  </a:lnTo>
                  <a:lnTo>
                    <a:pt x="20623" y="134561"/>
                  </a:lnTo>
                  <a:lnTo>
                    <a:pt x="19687" y="135232"/>
                  </a:lnTo>
                  <a:lnTo>
                    <a:pt x="18738" y="136572"/>
                  </a:lnTo>
                  <a:lnTo>
                    <a:pt x="18681" y="137523"/>
                  </a:lnTo>
                  <a:lnTo>
                    <a:pt x="17737" y="139348"/>
                  </a:lnTo>
                  <a:lnTo>
                    <a:pt x="17151" y="141089"/>
                  </a:lnTo>
                  <a:lnTo>
                    <a:pt x="14826" y="142918"/>
                  </a:lnTo>
                  <a:lnTo>
                    <a:pt x="13521" y="143559"/>
                  </a:lnTo>
                  <a:lnTo>
                    <a:pt x="12676" y="144438"/>
                  </a:lnTo>
                  <a:lnTo>
                    <a:pt x="12008" y="145621"/>
                  </a:lnTo>
                  <a:lnTo>
                    <a:pt x="11131" y="145695"/>
                  </a:lnTo>
                  <a:lnTo>
                    <a:pt x="10523" y="146161"/>
                  </a:lnTo>
                  <a:lnTo>
                    <a:pt x="10167" y="145982"/>
                  </a:lnTo>
                  <a:lnTo>
                    <a:pt x="9932" y="145009"/>
                  </a:lnTo>
                  <a:lnTo>
                    <a:pt x="10207" y="144308"/>
                  </a:lnTo>
                  <a:lnTo>
                    <a:pt x="9891" y="143523"/>
                  </a:lnTo>
                  <a:lnTo>
                    <a:pt x="9952" y="142827"/>
                  </a:lnTo>
                  <a:lnTo>
                    <a:pt x="9566" y="142161"/>
                  </a:lnTo>
                  <a:lnTo>
                    <a:pt x="9132" y="137716"/>
                  </a:lnTo>
                  <a:lnTo>
                    <a:pt x="8284" y="136255"/>
                  </a:lnTo>
                  <a:lnTo>
                    <a:pt x="8201" y="135341"/>
                  </a:lnTo>
                  <a:lnTo>
                    <a:pt x="7378" y="134606"/>
                  </a:lnTo>
                  <a:lnTo>
                    <a:pt x="7446" y="134414"/>
                  </a:lnTo>
                  <a:lnTo>
                    <a:pt x="6177" y="132862"/>
                  </a:lnTo>
                  <a:lnTo>
                    <a:pt x="5798" y="132034"/>
                  </a:lnTo>
                  <a:lnTo>
                    <a:pt x="5287" y="131688"/>
                  </a:lnTo>
                  <a:lnTo>
                    <a:pt x="5474" y="131191"/>
                  </a:lnTo>
                  <a:lnTo>
                    <a:pt x="4397" y="129730"/>
                  </a:lnTo>
                  <a:lnTo>
                    <a:pt x="4460" y="129092"/>
                  </a:lnTo>
                  <a:lnTo>
                    <a:pt x="4015" y="127569"/>
                  </a:lnTo>
                  <a:lnTo>
                    <a:pt x="4330" y="126475"/>
                  </a:lnTo>
                  <a:lnTo>
                    <a:pt x="4143" y="125684"/>
                  </a:lnTo>
                  <a:lnTo>
                    <a:pt x="4875" y="124320"/>
                  </a:lnTo>
                  <a:lnTo>
                    <a:pt x="3254" y="120931"/>
                  </a:lnTo>
                  <a:lnTo>
                    <a:pt x="4227" y="119483"/>
                  </a:lnTo>
                  <a:lnTo>
                    <a:pt x="4285" y="119072"/>
                  </a:lnTo>
                  <a:lnTo>
                    <a:pt x="4947" y="118745"/>
                  </a:lnTo>
                  <a:lnTo>
                    <a:pt x="4859" y="118328"/>
                  </a:lnTo>
                  <a:lnTo>
                    <a:pt x="5754" y="116742"/>
                  </a:lnTo>
                  <a:lnTo>
                    <a:pt x="5740" y="116419"/>
                  </a:lnTo>
                  <a:lnTo>
                    <a:pt x="7218" y="115905"/>
                  </a:lnTo>
                  <a:lnTo>
                    <a:pt x="7637" y="114598"/>
                  </a:lnTo>
                  <a:lnTo>
                    <a:pt x="10177" y="111571"/>
                  </a:lnTo>
                  <a:lnTo>
                    <a:pt x="10422" y="110696"/>
                  </a:lnTo>
                  <a:lnTo>
                    <a:pt x="10336" y="109546"/>
                  </a:lnTo>
                  <a:lnTo>
                    <a:pt x="12820" y="106602"/>
                  </a:lnTo>
                  <a:lnTo>
                    <a:pt x="12187" y="106082"/>
                  </a:lnTo>
                  <a:lnTo>
                    <a:pt x="10353" y="105737"/>
                  </a:lnTo>
                  <a:lnTo>
                    <a:pt x="9233" y="105157"/>
                  </a:lnTo>
                  <a:lnTo>
                    <a:pt x="7548" y="105283"/>
                  </a:lnTo>
                  <a:lnTo>
                    <a:pt x="6209" y="104867"/>
                  </a:lnTo>
                  <a:lnTo>
                    <a:pt x="7160" y="103415"/>
                  </a:lnTo>
                  <a:lnTo>
                    <a:pt x="5644" y="102714"/>
                  </a:lnTo>
                  <a:lnTo>
                    <a:pt x="3550" y="102425"/>
                  </a:lnTo>
                  <a:lnTo>
                    <a:pt x="3013" y="102272"/>
                  </a:lnTo>
                  <a:lnTo>
                    <a:pt x="3086" y="101727"/>
                  </a:lnTo>
                  <a:lnTo>
                    <a:pt x="212" y="97808"/>
                  </a:lnTo>
                  <a:lnTo>
                    <a:pt x="1795" y="91538"/>
                  </a:lnTo>
                  <a:lnTo>
                    <a:pt x="0" y="81724"/>
                  </a:lnTo>
                  <a:lnTo>
                    <a:pt x="10367" y="73984"/>
                  </a:lnTo>
                  <a:lnTo>
                    <a:pt x="16001" y="71716"/>
                  </a:lnTo>
                  <a:lnTo>
                    <a:pt x="17772" y="71249"/>
                  </a:lnTo>
                  <a:lnTo>
                    <a:pt x="19155" y="66341"/>
                  </a:lnTo>
                  <a:lnTo>
                    <a:pt x="20054" y="66359"/>
                  </a:lnTo>
                  <a:lnTo>
                    <a:pt x="21446" y="67019"/>
                  </a:lnTo>
                  <a:lnTo>
                    <a:pt x="22069" y="66510"/>
                  </a:lnTo>
                  <a:lnTo>
                    <a:pt x="23037" y="66352"/>
                  </a:lnTo>
                  <a:lnTo>
                    <a:pt x="23363" y="65961"/>
                  </a:lnTo>
                  <a:lnTo>
                    <a:pt x="23682" y="65995"/>
                  </a:lnTo>
                  <a:lnTo>
                    <a:pt x="24799" y="65372"/>
                  </a:lnTo>
                  <a:lnTo>
                    <a:pt x="25519" y="65549"/>
                  </a:lnTo>
                  <a:lnTo>
                    <a:pt x="28659" y="65294"/>
                  </a:lnTo>
                  <a:lnTo>
                    <a:pt x="30416" y="64649"/>
                  </a:lnTo>
                  <a:lnTo>
                    <a:pt x="30883" y="64905"/>
                  </a:lnTo>
                  <a:lnTo>
                    <a:pt x="31814" y="64670"/>
                  </a:lnTo>
                  <a:lnTo>
                    <a:pt x="32910" y="64775"/>
                  </a:lnTo>
                  <a:lnTo>
                    <a:pt x="33217" y="64993"/>
                  </a:lnTo>
                  <a:lnTo>
                    <a:pt x="33804" y="64702"/>
                  </a:lnTo>
                  <a:lnTo>
                    <a:pt x="35946" y="65610"/>
                  </a:lnTo>
                  <a:lnTo>
                    <a:pt x="36916" y="66815"/>
                  </a:lnTo>
                  <a:lnTo>
                    <a:pt x="37696" y="66702"/>
                  </a:lnTo>
                  <a:lnTo>
                    <a:pt x="39429" y="67447"/>
                  </a:lnTo>
                  <a:lnTo>
                    <a:pt x="39836" y="67364"/>
                  </a:lnTo>
                  <a:lnTo>
                    <a:pt x="41222" y="68424"/>
                  </a:lnTo>
                  <a:lnTo>
                    <a:pt x="41221" y="68730"/>
                  </a:lnTo>
                  <a:lnTo>
                    <a:pt x="41978" y="69049"/>
                  </a:lnTo>
                  <a:lnTo>
                    <a:pt x="41543" y="68049"/>
                  </a:lnTo>
                  <a:lnTo>
                    <a:pt x="41338" y="66018"/>
                  </a:lnTo>
                  <a:lnTo>
                    <a:pt x="41868" y="64832"/>
                  </a:lnTo>
                  <a:lnTo>
                    <a:pt x="42339" y="64375"/>
                  </a:lnTo>
                  <a:lnTo>
                    <a:pt x="42551" y="62007"/>
                  </a:lnTo>
                  <a:lnTo>
                    <a:pt x="43052" y="61605"/>
                  </a:lnTo>
                  <a:lnTo>
                    <a:pt x="42894" y="61444"/>
                  </a:lnTo>
                  <a:lnTo>
                    <a:pt x="43246" y="60542"/>
                  </a:lnTo>
                  <a:lnTo>
                    <a:pt x="43067" y="59588"/>
                  </a:lnTo>
                  <a:lnTo>
                    <a:pt x="43770" y="58733"/>
                  </a:lnTo>
                  <a:lnTo>
                    <a:pt x="43782" y="57734"/>
                  </a:lnTo>
                  <a:lnTo>
                    <a:pt x="44396" y="56563"/>
                  </a:lnTo>
                  <a:lnTo>
                    <a:pt x="44842" y="56245"/>
                  </a:lnTo>
                  <a:lnTo>
                    <a:pt x="46904" y="55993"/>
                  </a:lnTo>
                  <a:lnTo>
                    <a:pt x="48148" y="55136"/>
                  </a:lnTo>
                  <a:lnTo>
                    <a:pt x="48757" y="54288"/>
                  </a:lnTo>
                  <a:lnTo>
                    <a:pt x="48451" y="53474"/>
                  </a:lnTo>
                  <a:lnTo>
                    <a:pt x="51285" y="52471"/>
                  </a:lnTo>
                  <a:lnTo>
                    <a:pt x="51827" y="51247"/>
                  </a:lnTo>
                  <a:lnTo>
                    <a:pt x="55128" y="48537"/>
                  </a:lnTo>
                  <a:lnTo>
                    <a:pt x="56402" y="48632"/>
                  </a:lnTo>
                  <a:lnTo>
                    <a:pt x="60505" y="50999"/>
                  </a:lnTo>
                  <a:lnTo>
                    <a:pt x="61272" y="52782"/>
                  </a:lnTo>
                  <a:lnTo>
                    <a:pt x="61801" y="53443"/>
                  </a:lnTo>
                  <a:lnTo>
                    <a:pt x="63605" y="54234"/>
                  </a:lnTo>
                  <a:lnTo>
                    <a:pt x="66982" y="57820"/>
                  </a:lnTo>
                  <a:lnTo>
                    <a:pt x="67234" y="59429"/>
                  </a:lnTo>
                  <a:lnTo>
                    <a:pt x="68161" y="60233"/>
                  </a:lnTo>
                  <a:lnTo>
                    <a:pt x="68437" y="61355"/>
                  </a:lnTo>
                  <a:lnTo>
                    <a:pt x="69304" y="60368"/>
                  </a:lnTo>
                  <a:lnTo>
                    <a:pt x="70165" y="60507"/>
                  </a:lnTo>
                  <a:lnTo>
                    <a:pt x="70314" y="60231"/>
                  </a:lnTo>
                  <a:lnTo>
                    <a:pt x="70841" y="60152"/>
                  </a:lnTo>
                  <a:lnTo>
                    <a:pt x="71076" y="60581"/>
                  </a:lnTo>
                  <a:lnTo>
                    <a:pt x="70887" y="61078"/>
                  </a:lnTo>
                  <a:lnTo>
                    <a:pt x="70928" y="63123"/>
                  </a:lnTo>
                  <a:lnTo>
                    <a:pt x="71245" y="64208"/>
                  </a:lnTo>
                  <a:lnTo>
                    <a:pt x="71023" y="64992"/>
                  </a:lnTo>
                  <a:lnTo>
                    <a:pt x="71585" y="64500"/>
                  </a:lnTo>
                  <a:lnTo>
                    <a:pt x="74965" y="64502"/>
                  </a:lnTo>
                  <a:lnTo>
                    <a:pt x="75386" y="64699"/>
                  </a:lnTo>
                  <a:lnTo>
                    <a:pt x="75645" y="65287"/>
                  </a:lnTo>
                  <a:lnTo>
                    <a:pt x="76438" y="64940"/>
                  </a:lnTo>
                  <a:lnTo>
                    <a:pt x="76364" y="65699"/>
                  </a:lnTo>
                  <a:lnTo>
                    <a:pt x="78149" y="64719"/>
                  </a:lnTo>
                  <a:lnTo>
                    <a:pt x="77958" y="64475"/>
                  </a:lnTo>
                  <a:lnTo>
                    <a:pt x="78347" y="63280"/>
                  </a:lnTo>
                  <a:lnTo>
                    <a:pt x="79096" y="63224"/>
                  </a:lnTo>
                  <a:lnTo>
                    <a:pt x="80127" y="61572"/>
                  </a:lnTo>
                  <a:lnTo>
                    <a:pt x="81003" y="61274"/>
                  </a:lnTo>
                  <a:lnTo>
                    <a:pt x="81616" y="60257"/>
                  </a:lnTo>
                  <a:lnTo>
                    <a:pt x="82408" y="59853"/>
                  </a:lnTo>
                  <a:lnTo>
                    <a:pt x="84175" y="58350"/>
                  </a:lnTo>
                  <a:lnTo>
                    <a:pt x="84559" y="58302"/>
                  </a:lnTo>
                  <a:lnTo>
                    <a:pt x="85237" y="57081"/>
                  </a:lnTo>
                  <a:lnTo>
                    <a:pt x="87646" y="55253"/>
                  </a:lnTo>
                  <a:lnTo>
                    <a:pt x="87787" y="54989"/>
                  </a:lnTo>
                  <a:lnTo>
                    <a:pt x="87594" y="54641"/>
                  </a:lnTo>
                  <a:lnTo>
                    <a:pt x="89694" y="50764"/>
                  </a:lnTo>
                  <a:lnTo>
                    <a:pt x="89619" y="48827"/>
                  </a:lnTo>
                  <a:lnTo>
                    <a:pt x="90025" y="48535"/>
                  </a:lnTo>
                  <a:lnTo>
                    <a:pt x="90357" y="47689"/>
                  </a:lnTo>
                  <a:lnTo>
                    <a:pt x="91124" y="44670"/>
                  </a:lnTo>
                  <a:lnTo>
                    <a:pt x="91240" y="43392"/>
                  </a:lnTo>
                  <a:lnTo>
                    <a:pt x="91987" y="42142"/>
                  </a:lnTo>
                  <a:lnTo>
                    <a:pt x="93015" y="41369"/>
                  </a:lnTo>
                  <a:lnTo>
                    <a:pt x="94369" y="41060"/>
                  </a:lnTo>
                  <a:lnTo>
                    <a:pt x="98339" y="37710"/>
                  </a:lnTo>
                  <a:lnTo>
                    <a:pt x="101814" y="35287"/>
                  </a:lnTo>
                  <a:lnTo>
                    <a:pt x="108829" y="33015"/>
                  </a:lnTo>
                  <a:lnTo>
                    <a:pt x="113924" y="26091"/>
                  </a:lnTo>
                  <a:lnTo>
                    <a:pt x="114165" y="25040"/>
                  </a:lnTo>
                  <a:lnTo>
                    <a:pt x="116508" y="21861"/>
                  </a:lnTo>
                  <a:lnTo>
                    <a:pt x="117710" y="20650"/>
                  </a:lnTo>
                  <a:lnTo>
                    <a:pt x="117742" y="19814"/>
                  </a:lnTo>
                  <a:lnTo>
                    <a:pt x="119809" y="17087"/>
                  </a:lnTo>
                  <a:lnTo>
                    <a:pt x="119680" y="16927"/>
                  </a:lnTo>
                  <a:lnTo>
                    <a:pt x="120336" y="16506"/>
                  </a:lnTo>
                  <a:lnTo>
                    <a:pt x="120706" y="15067"/>
                  </a:lnTo>
                  <a:lnTo>
                    <a:pt x="121239" y="14605"/>
                  </a:lnTo>
                  <a:lnTo>
                    <a:pt x="120954" y="13680"/>
                  </a:lnTo>
                  <a:lnTo>
                    <a:pt x="121103" y="13332"/>
                  </a:lnTo>
                  <a:lnTo>
                    <a:pt x="120638" y="12921"/>
                  </a:lnTo>
                  <a:lnTo>
                    <a:pt x="120500" y="12321"/>
                  </a:lnTo>
                  <a:lnTo>
                    <a:pt x="120083" y="11999"/>
                  </a:lnTo>
                  <a:lnTo>
                    <a:pt x="119611" y="10944"/>
                  </a:lnTo>
                  <a:lnTo>
                    <a:pt x="119543" y="9613"/>
                  </a:lnTo>
                  <a:lnTo>
                    <a:pt x="119117" y="7872"/>
                  </a:lnTo>
                  <a:lnTo>
                    <a:pt x="119301" y="7148"/>
                  </a:lnTo>
                  <a:lnTo>
                    <a:pt x="118941" y="6939"/>
                  </a:lnTo>
                  <a:lnTo>
                    <a:pt x="118783" y="4638"/>
                  </a:lnTo>
                  <a:lnTo>
                    <a:pt x="118851" y="4310"/>
                  </a:lnTo>
                  <a:lnTo>
                    <a:pt x="121331" y="4403"/>
                  </a:lnTo>
                  <a:lnTo>
                    <a:pt x="124803" y="3827"/>
                  </a:lnTo>
                  <a:lnTo>
                    <a:pt x="126090" y="3060"/>
                  </a:lnTo>
                  <a:lnTo>
                    <a:pt x="126387" y="2617"/>
                  </a:lnTo>
                  <a:lnTo>
                    <a:pt x="128234" y="2256"/>
                  </a:lnTo>
                  <a:lnTo>
                    <a:pt x="129449" y="1532"/>
                  </a:lnTo>
                  <a:lnTo>
                    <a:pt x="130268" y="1851"/>
                  </a:lnTo>
                  <a:lnTo>
                    <a:pt x="137439" y="1186"/>
                  </a:lnTo>
                  <a:lnTo>
                    <a:pt x="139997" y="2212"/>
                  </a:lnTo>
                  <a:lnTo>
                    <a:pt x="140916" y="2122"/>
                  </a:lnTo>
                  <a:lnTo>
                    <a:pt x="144129" y="2610"/>
                  </a:lnTo>
                  <a:lnTo>
                    <a:pt x="146920" y="1230"/>
                  </a:lnTo>
                  <a:lnTo>
                    <a:pt x="148221" y="0"/>
                  </a:lnTo>
                  <a:lnTo>
                    <a:pt x="149380" y="1986"/>
                  </a:lnTo>
                  <a:lnTo>
                    <a:pt x="150821" y="2765"/>
                  </a:lnTo>
                  <a:lnTo>
                    <a:pt x="151181" y="3209"/>
                  </a:lnTo>
                  <a:lnTo>
                    <a:pt x="161056" y="6960"/>
                  </a:lnTo>
                  <a:lnTo>
                    <a:pt x="163817" y="10678"/>
                  </a:lnTo>
                  <a:lnTo>
                    <a:pt x="165320" y="15446"/>
                  </a:lnTo>
                  <a:lnTo>
                    <a:pt x="164780" y="22396"/>
                  </a:lnTo>
                  <a:lnTo>
                    <a:pt x="166254" y="25536"/>
                  </a:lnTo>
                  <a:lnTo>
                    <a:pt x="166544" y="26174"/>
                  </a:lnTo>
                  <a:lnTo>
                    <a:pt x="169927" y="25013"/>
                  </a:lnTo>
                  <a:lnTo>
                    <a:pt x="172022" y="23797"/>
                  </a:lnTo>
                  <a:lnTo>
                    <a:pt x="193129" y="26708"/>
                  </a:lnTo>
                  <a:lnTo>
                    <a:pt x="193166" y="27467"/>
                  </a:lnTo>
                  <a:lnTo>
                    <a:pt x="193506" y="27722"/>
                  </a:lnTo>
                  <a:lnTo>
                    <a:pt x="193552" y="28310"/>
                  </a:lnTo>
                  <a:lnTo>
                    <a:pt x="193348" y="28530"/>
                  </a:lnTo>
                  <a:lnTo>
                    <a:pt x="189142" y="26606"/>
                  </a:lnTo>
                  <a:lnTo>
                    <a:pt x="188876" y="27203"/>
                  </a:lnTo>
                  <a:lnTo>
                    <a:pt x="188832" y="28402"/>
                  </a:lnTo>
                  <a:lnTo>
                    <a:pt x="187989" y="29392"/>
                  </a:lnTo>
                  <a:lnTo>
                    <a:pt x="186543" y="30047"/>
                  </a:lnTo>
                  <a:lnTo>
                    <a:pt x="183799" y="30443"/>
                  </a:lnTo>
                  <a:lnTo>
                    <a:pt x="183432" y="30111"/>
                  </a:lnTo>
                  <a:lnTo>
                    <a:pt x="182714" y="30590"/>
                  </a:lnTo>
                  <a:lnTo>
                    <a:pt x="181879" y="31306"/>
                  </a:lnTo>
                  <a:lnTo>
                    <a:pt x="180985" y="32726"/>
                  </a:lnTo>
                  <a:lnTo>
                    <a:pt x="179822" y="33413"/>
                  </a:lnTo>
                  <a:lnTo>
                    <a:pt x="179280" y="36060"/>
                  </a:lnTo>
                  <a:lnTo>
                    <a:pt x="180581" y="36434"/>
                  </a:lnTo>
                  <a:lnTo>
                    <a:pt x="181965" y="37483"/>
                  </a:lnTo>
                  <a:lnTo>
                    <a:pt x="182259" y="38771"/>
                  </a:lnTo>
                  <a:lnTo>
                    <a:pt x="182859" y="40027"/>
                  </a:lnTo>
                  <a:lnTo>
                    <a:pt x="184385" y="41738"/>
                  </a:lnTo>
                  <a:lnTo>
                    <a:pt x="184736" y="43552"/>
                  </a:lnTo>
                  <a:lnTo>
                    <a:pt x="185204" y="43723"/>
                  </a:lnTo>
                  <a:lnTo>
                    <a:pt x="186111" y="44592"/>
                  </a:lnTo>
                  <a:lnTo>
                    <a:pt x="186156" y="45734"/>
                  </a:lnTo>
                  <a:lnTo>
                    <a:pt x="186626" y="46358"/>
                  </a:lnTo>
                  <a:lnTo>
                    <a:pt x="187895" y="46816"/>
                  </a:lnTo>
                  <a:lnTo>
                    <a:pt x="189135" y="46970"/>
                  </a:lnTo>
                  <a:lnTo>
                    <a:pt x="190215" y="48318"/>
                  </a:lnTo>
                  <a:lnTo>
                    <a:pt x="190909" y="50522"/>
                  </a:lnTo>
                  <a:lnTo>
                    <a:pt x="191590" y="50975"/>
                  </a:lnTo>
                  <a:lnTo>
                    <a:pt x="191816" y="52273"/>
                  </a:lnTo>
                  <a:lnTo>
                    <a:pt x="192532" y="53913"/>
                  </a:lnTo>
                  <a:lnTo>
                    <a:pt x="192039" y="54010"/>
                  </a:lnTo>
                  <a:lnTo>
                    <a:pt x="191835" y="53690"/>
                  </a:lnTo>
                  <a:lnTo>
                    <a:pt x="191512" y="54055"/>
                  </a:lnTo>
                  <a:lnTo>
                    <a:pt x="191601" y="54782"/>
                  </a:lnTo>
                  <a:lnTo>
                    <a:pt x="193473" y="54826"/>
                  </a:lnTo>
                  <a:lnTo>
                    <a:pt x="195856" y="54003"/>
                  </a:lnTo>
                  <a:lnTo>
                    <a:pt x="197172" y="53942"/>
                  </a:lnTo>
                  <a:lnTo>
                    <a:pt x="198737" y="53369"/>
                  </a:lnTo>
                  <a:lnTo>
                    <a:pt x="201393" y="53064"/>
                  </a:lnTo>
                  <a:lnTo>
                    <a:pt x="204366" y="52321"/>
                  </a:lnTo>
                  <a:lnTo>
                    <a:pt x="206415" y="52313"/>
                  </a:lnTo>
                  <a:lnTo>
                    <a:pt x="209085" y="51564"/>
                  </a:lnTo>
                  <a:lnTo>
                    <a:pt x="210255" y="51542"/>
                  </a:lnTo>
                  <a:lnTo>
                    <a:pt x="209531" y="54000"/>
                  </a:lnTo>
                  <a:lnTo>
                    <a:pt x="207986" y="55321"/>
                  </a:lnTo>
                  <a:lnTo>
                    <a:pt x="208562" y="55897"/>
                  </a:lnTo>
                  <a:lnTo>
                    <a:pt x="210722" y="56589"/>
                  </a:lnTo>
                  <a:lnTo>
                    <a:pt x="210474" y="58431"/>
                  </a:lnTo>
                  <a:lnTo>
                    <a:pt x="210751" y="59645"/>
                  </a:lnTo>
                  <a:lnTo>
                    <a:pt x="203914" y="61555"/>
                  </a:lnTo>
                  <a:lnTo>
                    <a:pt x="198403" y="64041"/>
                  </a:lnTo>
                  <a:lnTo>
                    <a:pt x="193347" y="65312"/>
                  </a:lnTo>
                  <a:lnTo>
                    <a:pt x="191449" y="66308"/>
                  </a:lnTo>
                  <a:lnTo>
                    <a:pt x="189184" y="66774"/>
                  </a:lnTo>
                  <a:lnTo>
                    <a:pt x="188827" y="68177"/>
                  </a:lnTo>
                  <a:lnTo>
                    <a:pt x="186619" y="69835"/>
                  </a:lnTo>
                  <a:lnTo>
                    <a:pt x="185936" y="69997"/>
                  </a:lnTo>
                  <a:lnTo>
                    <a:pt x="185665" y="70371"/>
                  </a:lnTo>
                  <a:lnTo>
                    <a:pt x="185910" y="71218"/>
                  </a:lnTo>
                  <a:lnTo>
                    <a:pt x="187217" y="71447"/>
                  </a:lnTo>
                  <a:lnTo>
                    <a:pt x="188165" y="72353"/>
                  </a:lnTo>
                  <a:lnTo>
                    <a:pt x="190303" y="73576"/>
                  </a:lnTo>
                  <a:lnTo>
                    <a:pt x="190634" y="73049"/>
                  </a:lnTo>
                  <a:lnTo>
                    <a:pt x="192507" y="72048"/>
                  </a:lnTo>
                  <a:lnTo>
                    <a:pt x="195764" y="71500"/>
                  </a:lnTo>
                  <a:lnTo>
                    <a:pt x="197000" y="70821"/>
                  </a:lnTo>
                  <a:lnTo>
                    <a:pt x="199194" y="68732"/>
                  </a:lnTo>
                  <a:lnTo>
                    <a:pt x="200963" y="67789"/>
                  </a:lnTo>
                  <a:lnTo>
                    <a:pt x="202441" y="66966"/>
                  </a:lnTo>
                  <a:lnTo>
                    <a:pt x="203080" y="66896"/>
                  </a:lnTo>
                  <a:lnTo>
                    <a:pt x="204752" y="65141"/>
                  </a:lnTo>
                  <a:lnTo>
                    <a:pt x="208150" y="62982"/>
                  </a:lnTo>
                  <a:lnTo>
                    <a:pt x="210143" y="62509"/>
                  </a:lnTo>
                  <a:lnTo>
                    <a:pt x="210940" y="62105"/>
                  </a:lnTo>
                  <a:lnTo>
                    <a:pt x="216734" y="60807"/>
                  </a:lnTo>
                  <a:lnTo>
                    <a:pt x="219878" y="60282"/>
                  </a:lnTo>
                  <a:lnTo>
                    <a:pt x="220398" y="60676"/>
                  </a:lnTo>
                  <a:lnTo>
                    <a:pt x="221385" y="60883"/>
                  </a:lnTo>
                  <a:lnTo>
                    <a:pt x="221613" y="60623"/>
                  </a:lnTo>
                  <a:lnTo>
                    <a:pt x="222398" y="60877"/>
                  </a:lnTo>
                  <a:lnTo>
                    <a:pt x="223097" y="60825"/>
                  </a:lnTo>
                  <a:lnTo>
                    <a:pt x="224380" y="61272"/>
                  </a:lnTo>
                  <a:lnTo>
                    <a:pt x="226705" y="62584"/>
                  </a:lnTo>
                  <a:lnTo>
                    <a:pt x="226942" y="62244"/>
                  </a:lnTo>
                  <a:lnTo>
                    <a:pt x="227449" y="62188"/>
                  </a:lnTo>
                  <a:lnTo>
                    <a:pt x="229691" y="62673"/>
                  </a:lnTo>
                  <a:lnTo>
                    <a:pt x="230989" y="62678"/>
                  </a:lnTo>
                  <a:lnTo>
                    <a:pt x="231230" y="62249"/>
                  </a:lnTo>
                  <a:lnTo>
                    <a:pt x="232402" y="61977"/>
                  </a:lnTo>
                  <a:lnTo>
                    <a:pt x="233205" y="62053"/>
                  </a:lnTo>
                  <a:lnTo>
                    <a:pt x="233753" y="61501"/>
                  </a:lnTo>
                  <a:lnTo>
                    <a:pt x="235398" y="60646"/>
                  </a:lnTo>
                  <a:lnTo>
                    <a:pt x="236174" y="59532"/>
                  </a:lnTo>
                  <a:lnTo>
                    <a:pt x="237581" y="58184"/>
                  </a:lnTo>
                  <a:lnTo>
                    <a:pt x="241031" y="56075"/>
                  </a:lnTo>
                  <a:lnTo>
                    <a:pt x="242583" y="55682"/>
                  </a:lnTo>
                  <a:lnTo>
                    <a:pt x="245184" y="55800"/>
                  </a:lnTo>
                  <a:lnTo>
                    <a:pt x="245159" y="55485"/>
                  </a:lnTo>
                  <a:lnTo>
                    <a:pt x="248244" y="55894"/>
                  </a:lnTo>
                  <a:lnTo>
                    <a:pt x="253000" y="57833"/>
                  </a:lnTo>
                  <a:lnTo>
                    <a:pt x="255542" y="58079"/>
                  </a:lnTo>
                  <a:lnTo>
                    <a:pt x="258962" y="60836"/>
                  </a:lnTo>
                  <a:lnTo>
                    <a:pt x="259658" y="60674"/>
                  </a:lnTo>
                  <a:lnTo>
                    <a:pt x="260409" y="60037"/>
                  </a:lnTo>
                  <a:lnTo>
                    <a:pt x="263113" y="59591"/>
                  </a:lnTo>
                  <a:lnTo>
                    <a:pt x="273849" y="61326"/>
                  </a:lnTo>
                  <a:lnTo>
                    <a:pt x="273878" y="62056"/>
                  </a:lnTo>
                  <a:lnTo>
                    <a:pt x="274088" y="62173"/>
                  </a:lnTo>
                  <a:lnTo>
                    <a:pt x="274559" y="64910"/>
                  </a:lnTo>
                  <a:lnTo>
                    <a:pt x="275259" y="65440"/>
                  </a:lnTo>
                  <a:lnTo>
                    <a:pt x="274842" y="67914"/>
                  </a:lnTo>
                  <a:lnTo>
                    <a:pt x="277130" y="68971"/>
                  </a:lnTo>
                  <a:lnTo>
                    <a:pt x="280312" y="72227"/>
                  </a:lnTo>
                  <a:lnTo>
                    <a:pt x="285341" y="75725"/>
                  </a:lnTo>
                  <a:lnTo>
                    <a:pt x="286984" y="76495"/>
                  </a:lnTo>
                  <a:lnTo>
                    <a:pt x="289279" y="76703"/>
                  </a:lnTo>
                  <a:lnTo>
                    <a:pt x="289702" y="76550"/>
                  </a:lnTo>
                  <a:lnTo>
                    <a:pt x="290103" y="76375"/>
                  </a:lnTo>
                  <a:lnTo>
                    <a:pt x="290374" y="71157"/>
                  </a:lnTo>
                  <a:lnTo>
                    <a:pt x="291160" y="66866"/>
                  </a:lnTo>
                  <a:lnTo>
                    <a:pt x="291545" y="66746"/>
                  </a:lnTo>
                  <a:lnTo>
                    <a:pt x="292748" y="67252"/>
                  </a:lnTo>
                  <a:lnTo>
                    <a:pt x="292989" y="67031"/>
                  </a:lnTo>
                  <a:lnTo>
                    <a:pt x="294924" y="67930"/>
                  </a:lnTo>
                  <a:lnTo>
                    <a:pt x="295835" y="67826"/>
                  </a:lnTo>
                  <a:lnTo>
                    <a:pt x="296085" y="68311"/>
                  </a:lnTo>
                  <a:lnTo>
                    <a:pt x="300075" y="55193"/>
                  </a:lnTo>
                  <a:lnTo>
                    <a:pt x="302182" y="49933"/>
                  </a:lnTo>
                  <a:lnTo>
                    <a:pt x="302306" y="49398"/>
                  </a:lnTo>
                  <a:lnTo>
                    <a:pt x="301761" y="47063"/>
                  </a:lnTo>
                  <a:lnTo>
                    <a:pt x="302709" y="47228"/>
                  </a:lnTo>
                  <a:lnTo>
                    <a:pt x="319452" y="51597"/>
                  </a:lnTo>
                  <a:lnTo>
                    <a:pt x="324720" y="53250"/>
                  </a:lnTo>
                  <a:lnTo>
                    <a:pt x="326597" y="53362"/>
                  </a:lnTo>
                  <a:lnTo>
                    <a:pt x="329817" y="54184"/>
                  </a:lnTo>
                  <a:lnTo>
                    <a:pt x="337661" y="58968"/>
                  </a:lnTo>
                  <a:lnTo>
                    <a:pt x="345917" y="59847"/>
                  </a:lnTo>
                  <a:lnTo>
                    <a:pt x="346289" y="59891"/>
                  </a:lnTo>
                  <a:lnTo>
                    <a:pt x="346203" y="60270"/>
                  </a:lnTo>
                  <a:lnTo>
                    <a:pt x="347942" y="60573"/>
                  </a:lnTo>
                  <a:lnTo>
                    <a:pt x="347947" y="60896"/>
                  </a:lnTo>
                  <a:lnTo>
                    <a:pt x="352292" y="61793"/>
                  </a:lnTo>
                  <a:lnTo>
                    <a:pt x="357345" y="61958"/>
                  </a:lnTo>
                  <a:lnTo>
                    <a:pt x="364496" y="62793"/>
                  </a:lnTo>
                  <a:lnTo>
                    <a:pt x="366101" y="63005"/>
                  </a:lnTo>
                  <a:lnTo>
                    <a:pt x="370247" y="64144"/>
                  </a:lnTo>
                  <a:lnTo>
                    <a:pt x="368381" y="71424"/>
                  </a:lnTo>
                  <a:lnTo>
                    <a:pt x="368604" y="71538"/>
                  </a:lnTo>
                  <a:lnTo>
                    <a:pt x="366877" y="78532"/>
                  </a:lnTo>
                  <a:lnTo>
                    <a:pt x="364764" y="85833"/>
                  </a:lnTo>
                  <a:lnTo>
                    <a:pt x="367713" y="86677"/>
                  </a:lnTo>
                  <a:lnTo>
                    <a:pt x="366422" y="90405"/>
                  </a:lnTo>
                  <a:lnTo>
                    <a:pt x="363053" y="89127"/>
                  </a:lnTo>
                  <a:lnTo>
                    <a:pt x="358053" y="105917"/>
                  </a:lnTo>
                  <a:lnTo>
                    <a:pt x="377085" y="111871"/>
                  </a:lnTo>
                  <a:lnTo>
                    <a:pt x="381595" y="112627"/>
                  </a:lnTo>
                  <a:lnTo>
                    <a:pt x="385696" y="112550"/>
                  </a:lnTo>
                  <a:lnTo>
                    <a:pt x="386486" y="112901"/>
                  </a:lnTo>
                  <a:lnTo>
                    <a:pt x="400862" y="117762"/>
                  </a:lnTo>
                  <a:lnTo>
                    <a:pt x="400312" y="119091"/>
                  </a:lnTo>
                  <a:lnTo>
                    <a:pt x="401263" y="120231"/>
                  </a:lnTo>
                  <a:lnTo>
                    <a:pt x="401030" y="121380"/>
                  </a:lnTo>
                  <a:lnTo>
                    <a:pt x="397186" y="125252"/>
                  </a:lnTo>
                  <a:lnTo>
                    <a:pt x="393686" y="127909"/>
                  </a:lnTo>
                  <a:lnTo>
                    <a:pt x="389580" y="130594"/>
                  </a:lnTo>
                  <a:lnTo>
                    <a:pt x="385569" y="135650"/>
                  </a:lnTo>
                  <a:lnTo>
                    <a:pt x="386564" y="135541"/>
                  </a:lnTo>
                  <a:lnTo>
                    <a:pt x="390465" y="144374"/>
                  </a:lnTo>
                  <a:lnTo>
                    <a:pt x="385549" y="146546"/>
                  </a:lnTo>
                  <a:lnTo>
                    <a:pt x="390322" y="157429"/>
                  </a:lnTo>
                  <a:lnTo>
                    <a:pt x="390141" y="157578"/>
                  </a:lnTo>
                  <a:lnTo>
                    <a:pt x="391720" y="161594"/>
                  </a:lnTo>
                  <a:lnTo>
                    <a:pt x="391706" y="166206"/>
                  </a:lnTo>
                  <a:lnTo>
                    <a:pt x="392129" y="172432"/>
                  </a:lnTo>
                  <a:lnTo>
                    <a:pt x="391524" y="175106"/>
                  </a:lnTo>
                  <a:lnTo>
                    <a:pt x="390079" y="177995"/>
                  </a:lnTo>
                  <a:lnTo>
                    <a:pt x="391806" y="178943"/>
                  </a:lnTo>
                  <a:lnTo>
                    <a:pt x="397318" y="181160"/>
                  </a:lnTo>
                  <a:lnTo>
                    <a:pt x="397375" y="180998"/>
                  </a:lnTo>
                  <a:lnTo>
                    <a:pt x="405349" y="183376"/>
                  </a:lnTo>
                  <a:lnTo>
                    <a:pt x="405360" y="187089"/>
                  </a:lnTo>
                  <a:lnTo>
                    <a:pt x="404569" y="193478"/>
                  </a:lnTo>
                  <a:lnTo>
                    <a:pt x="404670" y="197292"/>
                  </a:lnTo>
                  <a:lnTo>
                    <a:pt x="404564" y="200315"/>
                  </a:lnTo>
                  <a:lnTo>
                    <a:pt x="404314" y="200884"/>
                  </a:lnTo>
                  <a:lnTo>
                    <a:pt x="401062" y="200079"/>
                  </a:lnTo>
                  <a:lnTo>
                    <a:pt x="400534" y="202229"/>
                  </a:lnTo>
                  <a:lnTo>
                    <a:pt x="403274" y="203249"/>
                  </a:lnTo>
                  <a:lnTo>
                    <a:pt x="404555" y="204265"/>
                  </a:lnTo>
                  <a:lnTo>
                    <a:pt x="405189" y="205170"/>
                  </a:lnTo>
                  <a:lnTo>
                    <a:pt x="405248" y="206697"/>
                  </a:lnTo>
                  <a:lnTo>
                    <a:pt x="404735" y="207191"/>
                  </a:lnTo>
                  <a:lnTo>
                    <a:pt x="403222" y="207427"/>
                  </a:lnTo>
                  <a:lnTo>
                    <a:pt x="402872" y="208130"/>
                  </a:lnTo>
                  <a:lnTo>
                    <a:pt x="403699" y="210621"/>
                  </a:lnTo>
                  <a:lnTo>
                    <a:pt x="403507" y="210716"/>
                  </a:lnTo>
                  <a:lnTo>
                    <a:pt x="404568" y="213517"/>
                  </a:lnTo>
                  <a:lnTo>
                    <a:pt x="406297" y="215401"/>
                  </a:lnTo>
                  <a:lnTo>
                    <a:pt x="405399" y="218939"/>
                  </a:lnTo>
                  <a:lnTo>
                    <a:pt x="406025" y="224829"/>
                  </a:lnTo>
                  <a:lnTo>
                    <a:pt x="404353" y="233332"/>
                  </a:lnTo>
                  <a:lnTo>
                    <a:pt x="399500" y="246738"/>
                  </a:lnTo>
                  <a:lnTo>
                    <a:pt x="398518" y="252854"/>
                  </a:lnTo>
                  <a:lnTo>
                    <a:pt x="381496" y="257838"/>
                  </a:lnTo>
                  <a:lnTo>
                    <a:pt x="373033" y="255065"/>
                  </a:lnTo>
                  <a:lnTo>
                    <a:pt x="363637" y="251238"/>
                  </a:lnTo>
                  <a:lnTo>
                    <a:pt x="363378" y="250938"/>
                  </a:lnTo>
                  <a:lnTo>
                    <a:pt x="363385" y="250096"/>
                  </a:lnTo>
                  <a:lnTo>
                    <a:pt x="357563" y="246259"/>
                  </a:lnTo>
                  <a:lnTo>
                    <a:pt x="353710" y="243123"/>
                  </a:lnTo>
                  <a:lnTo>
                    <a:pt x="353502" y="243322"/>
                  </a:lnTo>
                  <a:lnTo>
                    <a:pt x="353474" y="242988"/>
                  </a:lnTo>
                  <a:lnTo>
                    <a:pt x="344801" y="234782"/>
                  </a:lnTo>
                  <a:lnTo>
                    <a:pt x="342284" y="233622"/>
                  </a:lnTo>
                  <a:lnTo>
                    <a:pt x="340632" y="236450"/>
                  </a:lnTo>
                  <a:lnTo>
                    <a:pt x="340433" y="236153"/>
                  </a:lnTo>
                  <a:lnTo>
                    <a:pt x="337871" y="235097"/>
                  </a:lnTo>
                  <a:lnTo>
                    <a:pt x="340425" y="230460"/>
                  </a:lnTo>
                  <a:lnTo>
                    <a:pt x="340582" y="230635"/>
                  </a:lnTo>
                  <a:lnTo>
                    <a:pt x="341049" y="230165"/>
                  </a:lnTo>
                  <a:lnTo>
                    <a:pt x="342227" y="228438"/>
                  </a:lnTo>
                  <a:lnTo>
                    <a:pt x="336576" y="225719"/>
                  </a:lnTo>
                  <a:lnTo>
                    <a:pt x="336535" y="225904"/>
                  </a:lnTo>
                  <a:lnTo>
                    <a:pt x="334014" y="224042"/>
                  </a:lnTo>
                  <a:lnTo>
                    <a:pt x="331207" y="222499"/>
                  </a:lnTo>
                  <a:lnTo>
                    <a:pt x="331191" y="223143"/>
                  </a:lnTo>
                  <a:lnTo>
                    <a:pt x="331016" y="223212"/>
                  </a:lnTo>
                  <a:lnTo>
                    <a:pt x="324143" y="220335"/>
                  </a:lnTo>
                  <a:lnTo>
                    <a:pt x="320717" y="219174"/>
                  </a:lnTo>
                  <a:lnTo>
                    <a:pt x="321009" y="218137"/>
                  </a:lnTo>
                  <a:lnTo>
                    <a:pt x="319825" y="218186"/>
                  </a:lnTo>
                  <a:lnTo>
                    <a:pt x="318134" y="218706"/>
                  </a:lnTo>
                  <a:lnTo>
                    <a:pt x="318199" y="217663"/>
                  </a:lnTo>
                  <a:lnTo>
                    <a:pt x="310616" y="215274"/>
                  </a:lnTo>
                  <a:lnTo>
                    <a:pt x="307581" y="213817"/>
                  </a:lnTo>
                  <a:lnTo>
                    <a:pt x="307371" y="213687"/>
                  </a:lnTo>
                  <a:lnTo>
                    <a:pt x="307329" y="212991"/>
                  </a:lnTo>
                  <a:lnTo>
                    <a:pt x="301037" y="209840"/>
                  </a:lnTo>
                  <a:lnTo>
                    <a:pt x="301396" y="209149"/>
                  </a:lnTo>
                  <a:lnTo>
                    <a:pt x="296506" y="206423"/>
                  </a:lnTo>
                  <a:lnTo>
                    <a:pt x="296958" y="205469"/>
                  </a:lnTo>
                  <a:lnTo>
                    <a:pt x="296573" y="204005"/>
                  </a:lnTo>
                  <a:lnTo>
                    <a:pt x="293128" y="203400"/>
                  </a:lnTo>
                  <a:lnTo>
                    <a:pt x="293221" y="202375"/>
                  </a:lnTo>
                  <a:lnTo>
                    <a:pt x="292035" y="202118"/>
                  </a:lnTo>
                  <a:lnTo>
                    <a:pt x="291461" y="203359"/>
                  </a:lnTo>
                  <a:lnTo>
                    <a:pt x="287331" y="202356"/>
                  </a:lnTo>
                  <a:lnTo>
                    <a:pt x="288095" y="199968"/>
                  </a:lnTo>
                  <a:lnTo>
                    <a:pt x="285868" y="198782"/>
                  </a:lnTo>
                  <a:lnTo>
                    <a:pt x="285596" y="197961"/>
                  </a:lnTo>
                  <a:lnTo>
                    <a:pt x="284528" y="197071"/>
                  </a:lnTo>
                  <a:lnTo>
                    <a:pt x="284000" y="196925"/>
                  </a:lnTo>
                  <a:lnTo>
                    <a:pt x="282940" y="197279"/>
                  </a:lnTo>
                  <a:lnTo>
                    <a:pt x="282060" y="198164"/>
                  </a:lnTo>
                  <a:lnTo>
                    <a:pt x="281633" y="200249"/>
                  </a:lnTo>
                  <a:lnTo>
                    <a:pt x="280526" y="201460"/>
                  </a:lnTo>
                  <a:lnTo>
                    <a:pt x="280764" y="203513"/>
                  </a:lnTo>
                  <a:lnTo>
                    <a:pt x="280147" y="203585"/>
                  </a:lnTo>
                  <a:lnTo>
                    <a:pt x="278697" y="204561"/>
                  </a:lnTo>
                  <a:lnTo>
                    <a:pt x="277392" y="206309"/>
                  </a:lnTo>
                  <a:lnTo>
                    <a:pt x="277437" y="208521"/>
                  </a:lnTo>
                  <a:lnTo>
                    <a:pt x="279264" y="210879"/>
                  </a:lnTo>
                  <a:lnTo>
                    <a:pt x="279233" y="212298"/>
                  </a:lnTo>
                  <a:lnTo>
                    <a:pt x="278600" y="212810"/>
                  </a:lnTo>
                  <a:lnTo>
                    <a:pt x="276284" y="212869"/>
                  </a:lnTo>
                  <a:lnTo>
                    <a:pt x="275042" y="213242"/>
                  </a:lnTo>
                  <a:lnTo>
                    <a:pt x="269891" y="218714"/>
                  </a:lnTo>
                  <a:lnTo>
                    <a:pt x="268042" y="219248"/>
                  </a:lnTo>
                  <a:lnTo>
                    <a:pt x="266561" y="221039"/>
                  </a:lnTo>
                  <a:lnTo>
                    <a:pt x="263551" y="219101"/>
                  </a:lnTo>
                  <a:lnTo>
                    <a:pt x="259155" y="215575"/>
                  </a:lnTo>
                  <a:lnTo>
                    <a:pt x="258940" y="215180"/>
                  </a:lnTo>
                  <a:lnTo>
                    <a:pt x="257345" y="214088"/>
                  </a:lnTo>
                  <a:lnTo>
                    <a:pt x="254625" y="213035"/>
                  </a:lnTo>
                  <a:lnTo>
                    <a:pt x="251978" y="211658"/>
                  </a:lnTo>
                  <a:lnTo>
                    <a:pt x="248839" y="209648"/>
                  </a:lnTo>
                  <a:lnTo>
                    <a:pt x="245653" y="213654"/>
                  </a:lnTo>
                  <a:lnTo>
                    <a:pt x="242506" y="211954"/>
                  </a:lnTo>
                  <a:lnTo>
                    <a:pt x="240726" y="210371"/>
                  </a:lnTo>
                  <a:lnTo>
                    <a:pt x="239276" y="209900"/>
                  </a:lnTo>
                  <a:lnTo>
                    <a:pt x="236393" y="209699"/>
                  </a:lnTo>
                  <a:lnTo>
                    <a:pt x="234254" y="208555"/>
                  </a:lnTo>
                  <a:lnTo>
                    <a:pt x="231258" y="207397"/>
                  </a:lnTo>
                  <a:lnTo>
                    <a:pt x="228889" y="20575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pg55">
              <a:extLst>
                <a:ext uri="{FF2B5EF4-FFF2-40B4-BE49-F238E27FC236}">
                  <a16:creationId xmlns:a16="http://schemas.microsoft.com/office/drawing/2014/main" id="{F0E99BD7-4D8A-730E-C6CE-A873EBB8816A}"/>
                </a:ext>
              </a:extLst>
            </p:cNvPr>
            <p:cNvSpPr/>
            <p:nvPr/>
          </p:nvSpPr>
          <p:spPr>
            <a:xfrm>
              <a:off x="6958699" y="2004849"/>
              <a:ext cx="667906" cy="627440"/>
            </a:xfrm>
            <a:custGeom>
              <a:avLst/>
              <a:gdLst/>
              <a:ahLst/>
              <a:cxnLst/>
              <a:rect l="0" t="0" r="0" b="0"/>
              <a:pathLst>
                <a:path w="667906" h="627440">
                  <a:moveTo>
                    <a:pt x="337747" y="475320"/>
                  </a:moveTo>
                  <a:lnTo>
                    <a:pt x="332123" y="472156"/>
                  </a:lnTo>
                  <a:lnTo>
                    <a:pt x="328364" y="468459"/>
                  </a:lnTo>
                  <a:lnTo>
                    <a:pt x="326149" y="467050"/>
                  </a:lnTo>
                  <a:lnTo>
                    <a:pt x="322056" y="463847"/>
                  </a:lnTo>
                  <a:lnTo>
                    <a:pt x="319647" y="462467"/>
                  </a:lnTo>
                  <a:lnTo>
                    <a:pt x="317485" y="462171"/>
                  </a:lnTo>
                  <a:lnTo>
                    <a:pt x="315218" y="461288"/>
                  </a:lnTo>
                  <a:lnTo>
                    <a:pt x="311774" y="460657"/>
                  </a:lnTo>
                  <a:lnTo>
                    <a:pt x="306303" y="460014"/>
                  </a:lnTo>
                  <a:lnTo>
                    <a:pt x="304962" y="459568"/>
                  </a:lnTo>
                  <a:lnTo>
                    <a:pt x="303750" y="459957"/>
                  </a:lnTo>
                  <a:lnTo>
                    <a:pt x="301497" y="461568"/>
                  </a:lnTo>
                  <a:lnTo>
                    <a:pt x="299958" y="462142"/>
                  </a:lnTo>
                  <a:lnTo>
                    <a:pt x="299168" y="462759"/>
                  </a:lnTo>
                  <a:lnTo>
                    <a:pt x="298406" y="463950"/>
                  </a:lnTo>
                  <a:lnTo>
                    <a:pt x="295817" y="469135"/>
                  </a:lnTo>
                  <a:lnTo>
                    <a:pt x="295248" y="469810"/>
                  </a:lnTo>
                  <a:lnTo>
                    <a:pt x="294957" y="471094"/>
                  </a:lnTo>
                  <a:lnTo>
                    <a:pt x="294418" y="471852"/>
                  </a:lnTo>
                  <a:lnTo>
                    <a:pt x="293322" y="471634"/>
                  </a:lnTo>
                  <a:lnTo>
                    <a:pt x="291736" y="470344"/>
                  </a:lnTo>
                  <a:lnTo>
                    <a:pt x="287560" y="470248"/>
                  </a:lnTo>
                  <a:lnTo>
                    <a:pt x="283684" y="470676"/>
                  </a:lnTo>
                  <a:lnTo>
                    <a:pt x="282095" y="471222"/>
                  </a:lnTo>
                  <a:lnTo>
                    <a:pt x="280884" y="471930"/>
                  </a:lnTo>
                  <a:lnTo>
                    <a:pt x="277888" y="471499"/>
                  </a:lnTo>
                  <a:lnTo>
                    <a:pt x="277832" y="470213"/>
                  </a:lnTo>
                  <a:lnTo>
                    <a:pt x="275889" y="469344"/>
                  </a:lnTo>
                  <a:lnTo>
                    <a:pt x="275945" y="468741"/>
                  </a:lnTo>
                  <a:lnTo>
                    <a:pt x="275443" y="467123"/>
                  </a:lnTo>
                  <a:lnTo>
                    <a:pt x="275992" y="465548"/>
                  </a:lnTo>
                  <a:lnTo>
                    <a:pt x="276097" y="463229"/>
                  </a:lnTo>
                  <a:lnTo>
                    <a:pt x="275315" y="460471"/>
                  </a:lnTo>
                  <a:lnTo>
                    <a:pt x="273410" y="456548"/>
                  </a:lnTo>
                  <a:lnTo>
                    <a:pt x="274089" y="454849"/>
                  </a:lnTo>
                  <a:lnTo>
                    <a:pt x="274373" y="452282"/>
                  </a:lnTo>
                  <a:lnTo>
                    <a:pt x="274357" y="449195"/>
                  </a:lnTo>
                  <a:lnTo>
                    <a:pt x="273230" y="445538"/>
                  </a:lnTo>
                  <a:lnTo>
                    <a:pt x="273311" y="443846"/>
                  </a:lnTo>
                  <a:lnTo>
                    <a:pt x="272266" y="440037"/>
                  </a:lnTo>
                  <a:lnTo>
                    <a:pt x="272846" y="438857"/>
                  </a:lnTo>
                  <a:lnTo>
                    <a:pt x="273424" y="438327"/>
                  </a:lnTo>
                  <a:lnTo>
                    <a:pt x="274112" y="438213"/>
                  </a:lnTo>
                  <a:lnTo>
                    <a:pt x="275019" y="436021"/>
                  </a:lnTo>
                  <a:lnTo>
                    <a:pt x="275614" y="435205"/>
                  </a:lnTo>
                  <a:lnTo>
                    <a:pt x="275501" y="434040"/>
                  </a:lnTo>
                  <a:lnTo>
                    <a:pt x="275671" y="433694"/>
                  </a:lnTo>
                  <a:lnTo>
                    <a:pt x="276387" y="433683"/>
                  </a:lnTo>
                  <a:lnTo>
                    <a:pt x="276802" y="433012"/>
                  </a:lnTo>
                  <a:lnTo>
                    <a:pt x="276389" y="429586"/>
                  </a:lnTo>
                  <a:lnTo>
                    <a:pt x="275971" y="428268"/>
                  </a:lnTo>
                  <a:lnTo>
                    <a:pt x="275945" y="424992"/>
                  </a:lnTo>
                  <a:lnTo>
                    <a:pt x="275461" y="423315"/>
                  </a:lnTo>
                  <a:lnTo>
                    <a:pt x="277213" y="421551"/>
                  </a:lnTo>
                  <a:lnTo>
                    <a:pt x="277588" y="421329"/>
                  </a:lnTo>
                  <a:lnTo>
                    <a:pt x="278386" y="421341"/>
                  </a:lnTo>
                  <a:lnTo>
                    <a:pt x="279303" y="420701"/>
                  </a:lnTo>
                  <a:lnTo>
                    <a:pt x="279746" y="419250"/>
                  </a:lnTo>
                  <a:lnTo>
                    <a:pt x="281534" y="417847"/>
                  </a:lnTo>
                  <a:lnTo>
                    <a:pt x="282648" y="415441"/>
                  </a:lnTo>
                  <a:lnTo>
                    <a:pt x="283443" y="414807"/>
                  </a:lnTo>
                  <a:lnTo>
                    <a:pt x="284305" y="412794"/>
                  </a:lnTo>
                  <a:lnTo>
                    <a:pt x="284305" y="410824"/>
                  </a:lnTo>
                  <a:lnTo>
                    <a:pt x="284044" y="409857"/>
                  </a:lnTo>
                  <a:lnTo>
                    <a:pt x="284232" y="408224"/>
                  </a:lnTo>
                  <a:lnTo>
                    <a:pt x="285987" y="405163"/>
                  </a:lnTo>
                  <a:lnTo>
                    <a:pt x="287314" y="404120"/>
                  </a:lnTo>
                  <a:lnTo>
                    <a:pt x="288262" y="402248"/>
                  </a:lnTo>
                  <a:lnTo>
                    <a:pt x="288558" y="397753"/>
                  </a:lnTo>
                  <a:lnTo>
                    <a:pt x="289985" y="396051"/>
                  </a:lnTo>
                  <a:lnTo>
                    <a:pt x="289985" y="395766"/>
                  </a:lnTo>
                  <a:lnTo>
                    <a:pt x="288840" y="394276"/>
                  </a:lnTo>
                  <a:lnTo>
                    <a:pt x="287930" y="391275"/>
                  </a:lnTo>
                  <a:lnTo>
                    <a:pt x="287300" y="388918"/>
                  </a:lnTo>
                  <a:lnTo>
                    <a:pt x="285991" y="388066"/>
                  </a:lnTo>
                  <a:lnTo>
                    <a:pt x="283614" y="384836"/>
                  </a:lnTo>
                  <a:lnTo>
                    <a:pt x="282040" y="386342"/>
                  </a:lnTo>
                  <a:lnTo>
                    <a:pt x="278458" y="388018"/>
                  </a:lnTo>
                  <a:lnTo>
                    <a:pt x="277305" y="388351"/>
                  </a:lnTo>
                  <a:lnTo>
                    <a:pt x="273270" y="390541"/>
                  </a:lnTo>
                  <a:lnTo>
                    <a:pt x="270793" y="391109"/>
                  </a:lnTo>
                  <a:lnTo>
                    <a:pt x="267949" y="390454"/>
                  </a:lnTo>
                  <a:lnTo>
                    <a:pt x="266105" y="389719"/>
                  </a:lnTo>
                  <a:lnTo>
                    <a:pt x="261967" y="386079"/>
                  </a:lnTo>
                  <a:lnTo>
                    <a:pt x="260471" y="385239"/>
                  </a:lnTo>
                  <a:lnTo>
                    <a:pt x="259595" y="383991"/>
                  </a:lnTo>
                  <a:lnTo>
                    <a:pt x="258044" y="383180"/>
                  </a:lnTo>
                  <a:lnTo>
                    <a:pt x="258073" y="380887"/>
                  </a:lnTo>
                  <a:lnTo>
                    <a:pt x="257384" y="377525"/>
                  </a:lnTo>
                  <a:lnTo>
                    <a:pt x="256319" y="376019"/>
                  </a:lnTo>
                  <a:lnTo>
                    <a:pt x="255048" y="370064"/>
                  </a:lnTo>
                  <a:lnTo>
                    <a:pt x="254724" y="369637"/>
                  </a:lnTo>
                  <a:lnTo>
                    <a:pt x="254428" y="367831"/>
                  </a:lnTo>
                  <a:lnTo>
                    <a:pt x="253899" y="366742"/>
                  </a:lnTo>
                  <a:lnTo>
                    <a:pt x="250483" y="363504"/>
                  </a:lnTo>
                  <a:lnTo>
                    <a:pt x="249554" y="362869"/>
                  </a:lnTo>
                  <a:lnTo>
                    <a:pt x="247673" y="360725"/>
                  </a:lnTo>
                  <a:lnTo>
                    <a:pt x="245223" y="358843"/>
                  </a:lnTo>
                  <a:lnTo>
                    <a:pt x="242426" y="359923"/>
                  </a:lnTo>
                  <a:lnTo>
                    <a:pt x="241185" y="359589"/>
                  </a:lnTo>
                  <a:lnTo>
                    <a:pt x="240021" y="360538"/>
                  </a:lnTo>
                  <a:lnTo>
                    <a:pt x="238632" y="360965"/>
                  </a:lnTo>
                  <a:lnTo>
                    <a:pt x="236956" y="361110"/>
                  </a:lnTo>
                  <a:lnTo>
                    <a:pt x="235563" y="360766"/>
                  </a:lnTo>
                  <a:lnTo>
                    <a:pt x="234450" y="360828"/>
                  </a:lnTo>
                  <a:lnTo>
                    <a:pt x="232218" y="361904"/>
                  </a:lnTo>
                  <a:lnTo>
                    <a:pt x="231979" y="362249"/>
                  </a:lnTo>
                  <a:lnTo>
                    <a:pt x="230565" y="362958"/>
                  </a:lnTo>
                  <a:lnTo>
                    <a:pt x="229788" y="363735"/>
                  </a:lnTo>
                  <a:lnTo>
                    <a:pt x="227506" y="363945"/>
                  </a:lnTo>
                  <a:lnTo>
                    <a:pt x="227124" y="363540"/>
                  </a:lnTo>
                  <a:lnTo>
                    <a:pt x="224963" y="362640"/>
                  </a:lnTo>
                  <a:lnTo>
                    <a:pt x="223236" y="362428"/>
                  </a:lnTo>
                  <a:lnTo>
                    <a:pt x="221197" y="362544"/>
                  </a:lnTo>
                  <a:lnTo>
                    <a:pt x="218007" y="362140"/>
                  </a:lnTo>
                  <a:lnTo>
                    <a:pt x="217046" y="361764"/>
                  </a:lnTo>
                  <a:lnTo>
                    <a:pt x="215398" y="360274"/>
                  </a:lnTo>
                  <a:lnTo>
                    <a:pt x="214276" y="359672"/>
                  </a:lnTo>
                  <a:lnTo>
                    <a:pt x="212482" y="357815"/>
                  </a:lnTo>
                  <a:lnTo>
                    <a:pt x="210412" y="356881"/>
                  </a:lnTo>
                  <a:lnTo>
                    <a:pt x="206693" y="358377"/>
                  </a:lnTo>
                  <a:lnTo>
                    <a:pt x="205318" y="358666"/>
                  </a:lnTo>
                  <a:lnTo>
                    <a:pt x="203854" y="358735"/>
                  </a:lnTo>
                  <a:lnTo>
                    <a:pt x="202649" y="358400"/>
                  </a:lnTo>
                  <a:lnTo>
                    <a:pt x="202237" y="358209"/>
                  </a:lnTo>
                  <a:lnTo>
                    <a:pt x="202074" y="357496"/>
                  </a:lnTo>
                  <a:lnTo>
                    <a:pt x="202131" y="354777"/>
                  </a:lnTo>
                  <a:lnTo>
                    <a:pt x="201610" y="353324"/>
                  </a:lnTo>
                  <a:lnTo>
                    <a:pt x="200892" y="352902"/>
                  </a:lnTo>
                  <a:lnTo>
                    <a:pt x="200265" y="352922"/>
                  </a:lnTo>
                  <a:lnTo>
                    <a:pt x="194574" y="355434"/>
                  </a:lnTo>
                  <a:lnTo>
                    <a:pt x="192371" y="355869"/>
                  </a:lnTo>
                  <a:lnTo>
                    <a:pt x="189686" y="357251"/>
                  </a:lnTo>
                  <a:lnTo>
                    <a:pt x="188133" y="358552"/>
                  </a:lnTo>
                  <a:lnTo>
                    <a:pt x="187282" y="359812"/>
                  </a:lnTo>
                  <a:lnTo>
                    <a:pt x="184548" y="362012"/>
                  </a:lnTo>
                  <a:lnTo>
                    <a:pt x="183884" y="363362"/>
                  </a:lnTo>
                  <a:lnTo>
                    <a:pt x="183791" y="364102"/>
                  </a:lnTo>
                  <a:lnTo>
                    <a:pt x="182422" y="365490"/>
                  </a:lnTo>
                  <a:lnTo>
                    <a:pt x="173397" y="368165"/>
                  </a:lnTo>
                  <a:lnTo>
                    <a:pt x="168782" y="370276"/>
                  </a:lnTo>
                  <a:lnTo>
                    <a:pt x="166811" y="370307"/>
                  </a:lnTo>
                  <a:lnTo>
                    <a:pt x="164631" y="371019"/>
                  </a:lnTo>
                  <a:lnTo>
                    <a:pt x="163461" y="371232"/>
                  </a:lnTo>
                  <a:lnTo>
                    <a:pt x="162512" y="371120"/>
                  </a:lnTo>
                  <a:lnTo>
                    <a:pt x="158734" y="369013"/>
                  </a:lnTo>
                  <a:lnTo>
                    <a:pt x="159428" y="366961"/>
                  </a:lnTo>
                  <a:lnTo>
                    <a:pt x="162946" y="360296"/>
                  </a:lnTo>
                  <a:lnTo>
                    <a:pt x="162680" y="358750"/>
                  </a:lnTo>
                  <a:lnTo>
                    <a:pt x="161729" y="356667"/>
                  </a:lnTo>
                  <a:lnTo>
                    <a:pt x="159755" y="354776"/>
                  </a:lnTo>
                  <a:lnTo>
                    <a:pt x="159124" y="354174"/>
                  </a:lnTo>
                  <a:lnTo>
                    <a:pt x="156190" y="353501"/>
                  </a:lnTo>
                  <a:lnTo>
                    <a:pt x="155240" y="352972"/>
                  </a:lnTo>
                  <a:lnTo>
                    <a:pt x="154718" y="351985"/>
                  </a:lnTo>
                  <a:lnTo>
                    <a:pt x="154091" y="351346"/>
                  </a:lnTo>
                  <a:lnTo>
                    <a:pt x="152733" y="350922"/>
                  </a:lnTo>
                  <a:lnTo>
                    <a:pt x="151675" y="349926"/>
                  </a:lnTo>
                  <a:lnTo>
                    <a:pt x="151190" y="349702"/>
                  </a:lnTo>
                  <a:lnTo>
                    <a:pt x="150104" y="349826"/>
                  </a:lnTo>
                  <a:lnTo>
                    <a:pt x="148748" y="349831"/>
                  </a:lnTo>
                  <a:lnTo>
                    <a:pt x="146140" y="350279"/>
                  </a:lnTo>
                  <a:lnTo>
                    <a:pt x="145103" y="349753"/>
                  </a:lnTo>
                  <a:lnTo>
                    <a:pt x="143623" y="350088"/>
                  </a:lnTo>
                  <a:lnTo>
                    <a:pt x="143012" y="350016"/>
                  </a:lnTo>
                  <a:lnTo>
                    <a:pt x="141089" y="348605"/>
                  </a:lnTo>
                  <a:lnTo>
                    <a:pt x="140684" y="346400"/>
                  </a:lnTo>
                  <a:lnTo>
                    <a:pt x="140925" y="340915"/>
                  </a:lnTo>
                  <a:lnTo>
                    <a:pt x="142083" y="338653"/>
                  </a:lnTo>
                  <a:lnTo>
                    <a:pt x="141768" y="336911"/>
                  </a:lnTo>
                  <a:lnTo>
                    <a:pt x="144246" y="332781"/>
                  </a:lnTo>
                  <a:lnTo>
                    <a:pt x="144049" y="332084"/>
                  </a:lnTo>
                  <a:lnTo>
                    <a:pt x="144626" y="329353"/>
                  </a:lnTo>
                  <a:lnTo>
                    <a:pt x="144064" y="320354"/>
                  </a:lnTo>
                  <a:lnTo>
                    <a:pt x="143794" y="319047"/>
                  </a:lnTo>
                  <a:lnTo>
                    <a:pt x="143101" y="317797"/>
                  </a:lnTo>
                  <a:lnTo>
                    <a:pt x="142123" y="315011"/>
                  </a:lnTo>
                  <a:lnTo>
                    <a:pt x="141152" y="314232"/>
                  </a:lnTo>
                  <a:lnTo>
                    <a:pt x="139569" y="311991"/>
                  </a:lnTo>
                  <a:lnTo>
                    <a:pt x="139470" y="310523"/>
                  </a:lnTo>
                  <a:lnTo>
                    <a:pt x="138868" y="309118"/>
                  </a:lnTo>
                  <a:lnTo>
                    <a:pt x="138779" y="306614"/>
                  </a:lnTo>
                  <a:lnTo>
                    <a:pt x="138077" y="304874"/>
                  </a:lnTo>
                  <a:lnTo>
                    <a:pt x="138345" y="304393"/>
                  </a:lnTo>
                  <a:lnTo>
                    <a:pt x="137622" y="302602"/>
                  </a:lnTo>
                  <a:lnTo>
                    <a:pt x="137164" y="299349"/>
                  </a:lnTo>
                  <a:lnTo>
                    <a:pt x="136188" y="298132"/>
                  </a:lnTo>
                  <a:lnTo>
                    <a:pt x="136112" y="296607"/>
                  </a:lnTo>
                  <a:lnTo>
                    <a:pt x="134838" y="295290"/>
                  </a:lnTo>
                  <a:lnTo>
                    <a:pt x="135101" y="293840"/>
                  </a:lnTo>
                  <a:lnTo>
                    <a:pt x="134372" y="292307"/>
                  </a:lnTo>
                  <a:lnTo>
                    <a:pt x="131866" y="289740"/>
                  </a:lnTo>
                  <a:lnTo>
                    <a:pt x="131364" y="288542"/>
                  </a:lnTo>
                  <a:lnTo>
                    <a:pt x="131462" y="286465"/>
                  </a:lnTo>
                  <a:lnTo>
                    <a:pt x="131890" y="285856"/>
                  </a:lnTo>
                  <a:lnTo>
                    <a:pt x="131991" y="283613"/>
                  </a:lnTo>
                  <a:lnTo>
                    <a:pt x="131769" y="283363"/>
                  </a:lnTo>
                  <a:lnTo>
                    <a:pt x="132931" y="280895"/>
                  </a:lnTo>
                  <a:lnTo>
                    <a:pt x="132966" y="279322"/>
                  </a:lnTo>
                  <a:lnTo>
                    <a:pt x="132432" y="277596"/>
                  </a:lnTo>
                  <a:lnTo>
                    <a:pt x="131069" y="274927"/>
                  </a:lnTo>
                  <a:lnTo>
                    <a:pt x="129959" y="273482"/>
                  </a:lnTo>
                  <a:lnTo>
                    <a:pt x="127932" y="271528"/>
                  </a:lnTo>
                  <a:lnTo>
                    <a:pt x="127790" y="270130"/>
                  </a:lnTo>
                  <a:lnTo>
                    <a:pt x="127168" y="269389"/>
                  </a:lnTo>
                  <a:lnTo>
                    <a:pt x="126924" y="267125"/>
                  </a:lnTo>
                  <a:lnTo>
                    <a:pt x="128076" y="262437"/>
                  </a:lnTo>
                  <a:lnTo>
                    <a:pt x="128339" y="259127"/>
                  </a:lnTo>
                  <a:lnTo>
                    <a:pt x="128969" y="258168"/>
                  </a:lnTo>
                  <a:lnTo>
                    <a:pt x="131232" y="256144"/>
                  </a:lnTo>
                  <a:lnTo>
                    <a:pt x="131816" y="249916"/>
                  </a:lnTo>
                  <a:lnTo>
                    <a:pt x="131611" y="248117"/>
                  </a:lnTo>
                  <a:lnTo>
                    <a:pt x="129887" y="245632"/>
                  </a:lnTo>
                  <a:lnTo>
                    <a:pt x="127496" y="243852"/>
                  </a:lnTo>
                  <a:lnTo>
                    <a:pt x="121197" y="244102"/>
                  </a:lnTo>
                  <a:lnTo>
                    <a:pt x="117836" y="243197"/>
                  </a:lnTo>
                  <a:lnTo>
                    <a:pt x="115372" y="243786"/>
                  </a:lnTo>
                  <a:lnTo>
                    <a:pt x="111009" y="243197"/>
                  </a:lnTo>
                  <a:lnTo>
                    <a:pt x="109741" y="243629"/>
                  </a:lnTo>
                  <a:lnTo>
                    <a:pt x="109243" y="243456"/>
                  </a:lnTo>
                  <a:lnTo>
                    <a:pt x="107764" y="243841"/>
                  </a:lnTo>
                  <a:lnTo>
                    <a:pt x="107402" y="244064"/>
                  </a:lnTo>
                  <a:lnTo>
                    <a:pt x="102873" y="251690"/>
                  </a:lnTo>
                  <a:lnTo>
                    <a:pt x="102520" y="255315"/>
                  </a:lnTo>
                  <a:lnTo>
                    <a:pt x="102175" y="256379"/>
                  </a:lnTo>
                  <a:lnTo>
                    <a:pt x="100725" y="257830"/>
                  </a:lnTo>
                  <a:lnTo>
                    <a:pt x="98426" y="257851"/>
                  </a:lnTo>
                  <a:lnTo>
                    <a:pt x="97251" y="259285"/>
                  </a:lnTo>
                  <a:lnTo>
                    <a:pt x="94917" y="261098"/>
                  </a:lnTo>
                  <a:lnTo>
                    <a:pt x="93606" y="263436"/>
                  </a:lnTo>
                  <a:lnTo>
                    <a:pt x="88832" y="266718"/>
                  </a:lnTo>
                  <a:lnTo>
                    <a:pt x="82735" y="255435"/>
                  </a:lnTo>
                  <a:lnTo>
                    <a:pt x="82015" y="254999"/>
                  </a:lnTo>
                  <a:lnTo>
                    <a:pt x="81822" y="254175"/>
                  </a:lnTo>
                  <a:lnTo>
                    <a:pt x="81968" y="253255"/>
                  </a:lnTo>
                  <a:lnTo>
                    <a:pt x="80864" y="251684"/>
                  </a:lnTo>
                  <a:lnTo>
                    <a:pt x="80877" y="251308"/>
                  </a:lnTo>
                  <a:lnTo>
                    <a:pt x="80273" y="251024"/>
                  </a:lnTo>
                  <a:lnTo>
                    <a:pt x="79210" y="249522"/>
                  </a:lnTo>
                  <a:lnTo>
                    <a:pt x="78576" y="249527"/>
                  </a:lnTo>
                  <a:lnTo>
                    <a:pt x="76501" y="248910"/>
                  </a:lnTo>
                  <a:lnTo>
                    <a:pt x="71938" y="246894"/>
                  </a:lnTo>
                  <a:lnTo>
                    <a:pt x="70397" y="246646"/>
                  </a:lnTo>
                  <a:lnTo>
                    <a:pt x="68074" y="244274"/>
                  </a:lnTo>
                  <a:lnTo>
                    <a:pt x="66479" y="243565"/>
                  </a:lnTo>
                  <a:lnTo>
                    <a:pt x="60949" y="240358"/>
                  </a:lnTo>
                  <a:lnTo>
                    <a:pt x="59065" y="237980"/>
                  </a:lnTo>
                  <a:lnTo>
                    <a:pt x="57737" y="238619"/>
                  </a:lnTo>
                  <a:lnTo>
                    <a:pt x="56008" y="238876"/>
                  </a:lnTo>
                  <a:lnTo>
                    <a:pt x="55379" y="238908"/>
                  </a:lnTo>
                  <a:lnTo>
                    <a:pt x="54508" y="238605"/>
                  </a:lnTo>
                  <a:lnTo>
                    <a:pt x="51991" y="239534"/>
                  </a:lnTo>
                  <a:lnTo>
                    <a:pt x="51168" y="239520"/>
                  </a:lnTo>
                  <a:lnTo>
                    <a:pt x="50080" y="238664"/>
                  </a:lnTo>
                  <a:lnTo>
                    <a:pt x="48516" y="238499"/>
                  </a:lnTo>
                  <a:lnTo>
                    <a:pt x="43976" y="241832"/>
                  </a:lnTo>
                  <a:lnTo>
                    <a:pt x="42225" y="242013"/>
                  </a:lnTo>
                  <a:lnTo>
                    <a:pt x="41135" y="239788"/>
                  </a:lnTo>
                  <a:lnTo>
                    <a:pt x="39494" y="234968"/>
                  </a:lnTo>
                  <a:lnTo>
                    <a:pt x="38325" y="232897"/>
                  </a:lnTo>
                  <a:lnTo>
                    <a:pt x="36586" y="230571"/>
                  </a:lnTo>
                  <a:lnTo>
                    <a:pt x="35183" y="229306"/>
                  </a:lnTo>
                  <a:lnTo>
                    <a:pt x="34568" y="228205"/>
                  </a:lnTo>
                  <a:lnTo>
                    <a:pt x="34315" y="228133"/>
                  </a:lnTo>
                  <a:lnTo>
                    <a:pt x="34425" y="225947"/>
                  </a:lnTo>
                  <a:lnTo>
                    <a:pt x="34178" y="224357"/>
                  </a:lnTo>
                  <a:lnTo>
                    <a:pt x="34388" y="223228"/>
                  </a:lnTo>
                  <a:lnTo>
                    <a:pt x="33442" y="221347"/>
                  </a:lnTo>
                  <a:lnTo>
                    <a:pt x="32815" y="219439"/>
                  </a:lnTo>
                  <a:lnTo>
                    <a:pt x="31483" y="217100"/>
                  </a:lnTo>
                  <a:lnTo>
                    <a:pt x="29624" y="216073"/>
                  </a:lnTo>
                  <a:lnTo>
                    <a:pt x="28792" y="215349"/>
                  </a:lnTo>
                  <a:lnTo>
                    <a:pt x="27363" y="212859"/>
                  </a:lnTo>
                  <a:lnTo>
                    <a:pt x="27446" y="212402"/>
                  </a:lnTo>
                  <a:lnTo>
                    <a:pt x="26618" y="209332"/>
                  </a:lnTo>
                  <a:lnTo>
                    <a:pt x="25414" y="208282"/>
                  </a:lnTo>
                  <a:lnTo>
                    <a:pt x="23839" y="207582"/>
                  </a:lnTo>
                  <a:lnTo>
                    <a:pt x="23034" y="207695"/>
                  </a:lnTo>
                  <a:lnTo>
                    <a:pt x="24211" y="205962"/>
                  </a:lnTo>
                  <a:lnTo>
                    <a:pt x="23838" y="204809"/>
                  </a:lnTo>
                  <a:lnTo>
                    <a:pt x="23356" y="201377"/>
                  </a:lnTo>
                  <a:lnTo>
                    <a:pt x="21856" y="200394"/>
                  </a:lnTo>
                  <a:lnTo>
                    <a:pt x="20519" y="197716"/>
                  </a:lnTo>
                  <a:lnTo>
                    <a:pt x="18933" y="192833"/>
                  </a:lnTo>
                  <a:lnTo>
                    <a:pt x="16048" y="192860"/>
                  </a:lnTo>
                  <a:lnTo>
                    <a:pt x="14589" y="186161"/>
                  </a:lnTo>
                  <a:lnTo>
                    <a:pt x="14565" y="184329"/>
                  </a:lnTo>
                  <a:lnTo>
                    <a:pt x="13856" y="182547"/>
                  </a:lnTo>
                  <a:lnTo>
                    <a:pt x="12012" y="180093"/>
                  </a:lnTo>
                  <a:lnTo>
                    <a:pt x="10961" y="173975"/>
                  </a:lnTo>
                  <a:lnTo>
                    <a:pt x="11212" y="172790"/>
                  </a:lnTo>
                  <a:lnTo>
                    <a:pt x="13366" y="172758"/>
                  </a:lnTo>
                  <a:lnTo>
                    <a:pt x="14801" y="171972"/>
                  </a:lnTo>
                  <a:lnTo>
                    <a:pt x="17026" y="171169"/>
                  </a:lnTo>
                  <a:lnTo>
                    <a:pt x="16379" y="168575"/>
                  </a:lnTo>
                  <a:lnTo>
                    <a:pt x="16790" y="167331"/>
                  </a:lnTo>
                  <a:lnTo>
                    <a:pt x="16905" y="165543"/>
                  </a:lnTo>
                  <a:lnTo>
                    <a:pt x="18463" y="163350"/>
                  </a:lnTo>
                  <a:lnTo>
                    <a:pt x="18928" y="161514"/>
                  </a:lnTo>
                  <a:lnTo>
                    <a:pt x="19714" y="160854"/>
                  </a:lnTo>
                  <a:lnTo>
                    <a:pt x="20485" y="159111"/>
                  </a:lnTo>
                  <a:lnTo>
                    <a:pt x="20625" y="157128"/>
                  </a:lnTo>
                  <a:lnTo>
                    <a:pt x="19763" y="153781"/>
                  </a:lnTo>
                  <a:lnTo>
                    <a:pt x="20320" y="151965"/>
                  </a:lnTo>
                  <a:lnTo>
                    <a:pt x="20435" y="150740"/>
                  </a:lnTo>
                  <a:lnTo>
                    <a:pt x="21660" y="147967"/>
                  </a:lnTo>
                  <a:lnTo>
                    <a:pt x="22065" y="146126"/>
                  </a:lnTo>
                  <a:lnTo>
                    <a:pt x="22229" y="142181"/>
                  </a:lnTo>
                  <a:lnTo>
                    <a:pt x="21084" y="140161"/>
                  </a:lnTo>
                  <a:lnTo>
                    <a:pt x="18828" y="139205"/>
                  </a:lnTo>
                  <a:lnTo>
                    <a:pt x="17035" y="139130"/>
                  </a:lnTo>
                  <a:lnTo>
                    <a:pt x="12597" y="135721"/>
                  </a:lnTo>
                  <a:lnTo>
                    <a:pt x="10618" y="135417"/>
                  </a:lnTo>
                  <a:lnTo>
                    <a:pt x="10688" y="133365"/>
                  </a:lnTo>
                  <a:lnTo>
                    <a:pt x="10485" y="132078"/>
                  </a:lnTo>
                  <a:lnTo>
                    <a:pt x="9510" y="129879"/>
                  </a:lnTo>
                  <a:lnTo>
                    <a:pt x="8590" y="128574"/>
                  </a:lnTo>
                  <a:lnTo>
                    <a:pt x="7142" y="124921"/>
                  </a:lnTo>
                  <a:lnTo>
                    <a:pt x="834" y="115330"/>
                  </a:lnTo>
                  <a:lnTo>
                    <a:pt x="0" y="109334"/>
                  </a:lnTo>
                  <a:lnTo>
                    <a:pt x="1250" y="108898"/>
                  </a:lnTo>
                  <a:lnTo>
                    <a:pt x="3802" y="108970"/>
                  </a:lnTo>
                  <a:lnTo>
                    <a:pt x="4138" y="108523"/>
                  </a:lnTo>
                  <a:lnTo>
                    <a:pt x="6013" y="108119"/>
                  </a:lnTo>
                  <a:lnTo>
                    <a:pt x="6690" y="108198"/>
                  </a:lnTo>
                  <a:lnTo>
                    <a:pt x="7997" y="107046"/>
                  </a:lnTo>
                  <a:lnTo>
                    <a:pt x="10796" y="106165"/>
                  </a:lnTo>
                  <a:lnTo>
                    <a:pt x="12618" y="104397"/>
                  </a:lnTo>
                  <a:lnTo>
                    <a:pt x="13162" y="104376"/>
                  </a:lnTo>
                  <a:lnTo>
                    <a:pt x="15900" y="102865"/>
                  </a:lnTo>
                  <a:lnTo>
                    <a:pt x="16898" y="101769"/>
                  </a:lnTo>
                  <a:lnTo>
                    <a:pt x="16839" y="101094"/>
                  </a:lnTo>
                  <a:lnTo>
                    <a:pt x="17368" y="100691"/>
                  </a:lnTo>
                  <a:lnTo>
                    <a:pt x="18559" y="96931"/>
                  </a:lnTo>
                  <a:lnTo>
                    <a:pt x="18626" y="96103"/>
                  </a:lnTo>
                  <a:lnTo>
                    <a:pt x="18145" y="94694"/>
                  </a:lnTo>
                  <a:lnTo>
                    <a:pt x="18870" y="88678"/>
                  </a:lnTo>
                  <a:lnTo>
                    <a:pt x="20064" y="87791"/>
                  </a:lnTo>
                  <a:lnTo>
                    <a:pt x="20795" y="87625"/>
                  </a:lnTo>
                  <a:lnTo>
                    <a:pt x="23143" y="86416"/>
                  </a:lnTo>
                  <a:lnTo>
                    <a:pt x="25330" y="85869"/>
                  </a:lnTo>
                  <a:lnTo>
                    <a:pt x="25885" y="85979"/>
                  </a:lnTo>
                  <a:lnTo>
                    <a:pt x="28974" y="84384"/>
                  </a:lnTo>
                  <a:lnTo>
                    <a:pt x="30711" y="84092"/>
                  </a:lnTo>
                  <a:lnTo>
                    <a:pt x="32096" y="83045"/>
                  </a:lnTo>
                  <a:lnTo>
                    <a:pt x="33078" y="79944"/>
                  </a:lnTo>
                  <a:lnTo>
                    <a:pt x="32296" y="78285"/>
                  </a:lnTo>
                  <a:lnTo>
                    <a:pt x="32251" y="76113"/>
                  </a:lnTo>
                  <a:lnTo>
                    <a:pt x="31977" y="75089"/>
                  </a:lnTo>
                  <a:lnTo>
                    <a:pt x="32136" y="70700"/>
                  </a:lnTo>
                  <a:lnTo>
                    <a:pt x="33023" y="66758"/>
                  </a:lnTo>
                  <a:lnTo>
                    <a:pt x="31296" y="65217"/>
                  </a:lnTo>
                  <a:lnTo>
                    <a:pt x="29475" y="64367"/>
                  </a:lnTo>
                  <a:lnTo>
                    <a:pt x="26125" y="59866"/>
                  </a:lnTo>
                  <a:lnTo>
                    <a:pt x="26336" y="58465"/>
                  </a:lnTo>
                  <a:lnTo>
                    <a:pt x="25613" y="57876"/>
                  </a:lnTo>
                  <a:lnTo>
                    <a:pt x="25452" y="57370"/>
                  </a:lnTo>
                  <a:lnTo>
                    <a:pt x="24957" y="57022"/>
                  </a:lnTo>
                  <a:lnTo>
                    <a:pt x="24381" y="56070"/>
                  </a:lnTo>
                  <a:lnTo>
                    <a:pt x="23379" y="55731"/>
                  </a:lnTo>
                  <a:lnTo>
                    <a:pt x="23538" y="54517"/>
                  </a:lnTo>
                  <a:lnTo>
                    <a:pt x="22783" y="53220"/>
                  </a:lnTo>
                  <a:lnTo>
                    <a:pt x="22598" y="52304"/>
                  </a:lnTo>
                  <a:lnTo>
                    <a:pt x="22372" y="49379"/>
                  </a:lnTo>
                  <a:lnTo>
                    <a:pt x="22612" y="48892"/>
                  </a:lnTo>
                  <a:lnTo>
                    <a:pt x="22308" y="48308"/>
                  </a:lnTo>
                  <a:lnTo>
                    <a:pt x="19876" y="47656"/>
                  </a:lnTo>
                  <a:lnTo>
                    <a:pt x="19358" y="46176"/>
                  </a:lnTo>
                  <a:lnTo>
                    <a:pt x="17731" y="46244"/>
                  </a:lnTo>
                  <a:lnTo>
                    <a:pt x="16439" y="44809"/>
                  </a:lnTo>
                  <a:lnTo>
                    <a:pt x="14619" y="43345"/>
                  </a:lnTo>
                  <a:lnTo>
                    <a:pt x="14936" y="42717"/>
                  </a:lnTo>
                  <a:lnTo>
                    <a:pt x="14821" y="41956"/>
                  </a:lnTo>
                  <a:lnTo>
                    <a:pt x="15953" y="40794"/>
                  </a:lnTo>
                  <a:lnTo>
                    <a:pt x="16967" y="40825"/>
                  </a:lnTo>
                  <a:lnTo>
                    <a:pt x="17165" y="39729"/>
                  </a:lnTo>
                  <a:lnTo>
                    <a:pt x="17785" y="39630"/>
                  </a:lnTo>
                  <a:lnTo>
                    <a:pt x="19310" y="36804"/>
                  </a:lnTo>
                  <a:lnTo>
                    <a:pt x="19167" y="32963"/>
                  </a:lnTo>
                  <a:lnTo>
                    <a:pt x="21772" y="31212"/>
                  </a:lnTo>
                  <a:lnTo>
                    <a:pt x="22229" y="30302"/>
                  </a:lnTo>
                  <a:lnTo>
                    <a:pt x="24029" y="30796"/>
                  </a:lnTo>
                  <a:lnTo>
                    <a:pt x="27394" y="30021"/>
                  </a:lnTo>
                  <a:lnTo>
                    <a:pt x="27710" y="28321"/>
                  </a:lnTo>
                  <a:lnTo>
                    <a:pt x="26407" y="26305"/>
                  </a:lnTo>
                  <a:lnTo>
                    <a:pt x="27667" y="22293"/>
                  </a:lnTo>
                  <a:lnTo>
                    <a:pt x="28307" y="21073"/>
                  </a:lnTo>
                  <a:lnTo>
                    <a:pt x="31127" y="20691"/>
                  </a:lnTo>
                  <a:lnTo>
                    <a:pt x="32810" y="21794"/>
                  </a:lnTo>
                  <a:lnTo>
                    <a:pt x="35377" y="22211"/>
                  </a:lnTo>
                  <a:lnTo>
                    <a:pt x="37039" y="21687"/>
                  </a:lnTo>
                  <a:lnTo>
                    <a:pt x="38369" y="20904"/>
                  </a:lnTo>
                  <a:lnTo>
                    <a:pt x="39564" y="21523"/>
                  </a:lnTo>
                  <a:lnTo>
                    <a:pt x="40624" y="20739"/>
                  </a:lnTo>
                  <a:lnTo>
                    <a:pt x="42133" y="20530"/>
                  </a:lnTo>
                  <a:lnTo>
                    <a:pt x="44867" y="18343"/>
                  </a:lnTo>
                  <a:lnTo>
                    <a:pt x="46436" y="18489"/>
                  </a:lnTo>
                  <a:lnTo>
                    <a:pt x="48554" y="18136"/>
                  </a:lnTo>
                  <a:lnTo>
                    <a:pt x="48977" y="17629"/>
                  </a:lnTo>
                  <a:lnTo>
                    <a:pt x="50094" y="17073"/>
                  </a:lnTo>
                  <a:lnTo>
                    <a:pt x="50318" y="17192"/>
                  </a:lnTo>
                  <a:lnTo>
                    <a:pt x="51688" y="15489"/>
                  </a:lnTo>
                  <a:lnTo>
                    <a:pt x="52453" y="13897"/>
                  </a:lnTo>
                  <a:lnTo>
                    <a:pt x="52732" y="13707"/>
                  </a:lnTo>
                  <a:lnTo>
                    <a:pt x="53464" y="13441"/>
                  </a:lnTo>
                  <a:lnTo>
                    <a:pt x="54602" y="13497"/>
                  </a:lnTo>
                  <a:lnTo>
                    <a:pt x="56250" y="13031"/>
                  </a:lnTo>
                  <a:lnTo>
                    <a:pt x="56551" y="12675"/>
                  </a:lnTo>
                  <a:lnTo>
                    <a:pt x="58280" y="11980"/>
                  </a:lnTo>
                  <a:lnTo>
                    <a:pt x="59228" y="11328"/>
                  </a:lnTo>
                  <a:lnTo>
                    <a:pt x="62275" y="12535"/>
                  </a:lnTo>
                  <a:lnTo>
                    <a:pt x="63247" y="12053"/>
                  </a:lnTo>
                  <a:lnTo>
                    <a:pt x="64240" y="10827"/>
                  </a:lnTo>
                  <a:lnTo>
                    <a:pt x="66190" y="9586"/>
                  </a:lnTo>
                  <a:lnTo>
                    <a:pt x="66876" y="8763"/>
                  </a:lnTo>
                  <a:lnTo>
                    <a:pt x="70394" y="7555"/>
                  </a:lnTo>
                  <a:lnTo>
                    <a:pt x="71782" y="7435"/>
                  </a:lnTo>
                  <a:lnTo>
                    <a:pt x="73225" y="6761"/>
                  </a:lnTo>
                  <a:lnTo>
                    <a:pt x="75467" y="6254"/>
                  </a:lnTo>
                  <a:lnTo>
                    <a:pt x="76111" y="6428"/>
                  </a:lnTo>
                  <a:lnTo>
                    <a:pt x="78085" y="3214"/>
                  </a:lnTo>
                  <a:lnTo>
                    <a:pt x="78921" y="607"/>
                  </a:lnTo>
                  <a:lnTo>
                    <a:pt x="79950" y="79"/>
                  </a:lnTo>
                  <a:lnTo>
                    <a:pt x="81327" y="0"/>
                  </a:lnTo>
                  <a:lnTo>
                    <a:pt x="83339" y="527"/>
                  </a:lnTo>
                  <a:lnTo>
                    <a:pt x="84198" y="1370"/>
                  </a:lnTo>
                  <a:lnTo>
                    <a:pt x="84600" y="2448"/>
                  </a:lnTo>
                  <a:lnTo>
                    <a:pt x="84405" y="2989"/>
                  </a:lnTo>
                  <a:lnTo>
                    <a:pt x="84535" y="3470"/>
                  </a:lnTo>
                  <a:lnTo>
                    <a:pt x="85528" y="4489"/>
                  </a:lnTo>
                  <a:lnTo>
                    <a:pt x="87866" y="5944"/>
                  </a:lnTo>
                  <a:lnTo>
                    <a:pt x="91931" y="6514"/>
                  </a:lnTo>
                  <a:lnTo>
                    <a:pt x="93048" y="6984"/>
                  </a:lnTo>
                  <a:lnTo>
                    <a:pt x="93993" y="8843"/>
                  </a:lnTo>
                  <a:lnTo>
                    <a:pt x="96793" y="11070"/>
                  </a:lnTo>
                  <a:lnTo>
                    <a:pt x="98609" y="9631"/>
                  </a:lnTo>
                  <a:lnTo>
                    <a:pt x="99021" y="10860"/>
                  </a:lnTo>
                  <a:lnTo>
                    <a:pt x="98856" y="13101"/>
                  </a:lnTo>
                  <a:lnTo>
                    <a:pt x="99315" y="13574"/>
                  </a:lnTo>
                  <a:lnTo>
                    <a:pt x="99897" y="13678"/>
                  </a:lnTo>
                  <a:lnTo>
                    <a:pt x="101325" y="13616"/>
                  </a:lnTo>
                  <a:lnTo>
                    <a:pt x="102496" y="13189"/>
                  </a:lnTo>
                  <a:lnTo>
                    <a:pt x="103730" y="12097"/>
                  </a:lnTo>
                  <a:lnTo>
                    <a:pt x="105101" y="11754"/>
                  </a:lnTo>
                  <a:lnTo>
                    <a:pt x="109505" y="9728"/>
                  </a:lnTo>
                  <a:lnTo>
                    <a:pt x="109848" y="9645"/>
                  </a:lnTo>
                  <a:lnTo>
                    <a:pt x="110611" y="10360"/>
                  </a:lnTo>
                  <a:lnTo>
                    <a:pt x="111063" y="9548"/>
                  </a:lnTo>
                  <a:lnTo>
                    <a:pt x="111260" y="8267"/>
                  </a:lnTo>
                  <a:lnTo>
                    <a:pt x="111911" y="7347"/>
                  </a:lnTo>
                  <a:lnTo>
                    <a:pt x="112361" y="5945"/>
                  </a:lnTo>
                  <a:lnTo>
                    <a:pt x="113517" y="5689"/>
                  </a:lnTo>
                  <a:lnTo>
                    <a:pt x="115095" y="5887"/>
                  </a:lnTo>
                  <a:lnTo>
                    <a:pt x="116156" y="5577"/>
                  </a:lnTo>
                  <a:lnTo>
                    <a:pt x="117543" y="6091"/>
                  </a:lnTo>
                  <a:lnTo>
                    <a:pt x="118374" y="6138"/>
                  </a:lnTo>
                  <a:lnTo>
                    <a:pt x="119802" y="5223"/>
                  </a:lnTo>
                  <a:lnTo>
                    <a:pt x="120494" y="4076"/>
                  </a:lnTo>
                  <a:lnTo>
                    <a:pt x="121624" y="4053"/>
                  </a:lnTo>
                  <a:lnTo>
                    <a:pt x="122736" y="4352"/>
                  </a:lnTo>
                  <a:lnTo>
                    <a:pt x="124564" y="5344"/>
                  </a:lnTo>
                  <a:lnTo>
                    <a:pt x="126887" y="5252"/>
                  </a:lnTo>
                  <a:lnTo>
                    <a:pt x="131479" y="6517"/>
                  </a:lnTo>
                  <a:lnTo>
                    <a:pt x="141374" y="6225"/>
                  </a:lnTo>
                  <a:lnTo>
                    <a:pt x="144668" y="5079"/>
                  </a:lnTo>
                  <a:lnTo>
                    <a:pt x="146575" y="5926"/>
                  </a:lnTo>
                  <a:lnTo>
                    <a:pt x="147034" y="7809"/>
                  </a:lnTo>
                  <a:lnTo>
                    <a:pt x="147223" y="10886"/>
                  </a:lnTo>
                  <a:lnTo>
                    <a:pt x="148839" y="14662"/>
                  </a:lnTo>
                  <a:lnTo>
                    <a:pt x="151023" y="18293"/>
                  </a:lnTo>
                  <a:lnTo>
                    <a:pt x="151962" y="20384"/>
                  </a:lnTo>
                  <a:lnTo>
                    <a:pt x="152918" y="21508"/>
                  </a:lnTo>
                  <a:lnTo>
                    <a:pt x="152698" y="21894"/>
                  </a:lnTo>
                  <a:lnTo>
                    <a:pt x="152850" y="22953"/>
                  </a:lnTo>
                  <a:lnTo>
                    <a:pt x="153435" y="23653"/>
                  </a:lnTo>
                  <a:lnTo>
                    <a:pt x="153914" y="25129"/>
                  </a:lnTo>
                  <a:lnTo>
                    <a:pt x="153575" y="26079"/>
                  </a:lnTo>
                  <a:lnTo>
                    <a:pt x="156403" y="28828"/>
                  </a:lnTo>
                  <a:lnTo>
                    <a:pt x="157400" y="31135"/>
                  </a:lnTo>
                  <a:lnTo>
                    <a:pt x="158036" y="31976"/>
                  </a:lnTo>
                  <a:lnTo>
                    <a:pt x="159800" y="32812"/>
                  </a:lnTo>
                  <a:lnTo>
                    <a:pt x="159374" y="34710"/>
                  </a:lnTo>
                  <a:lnTo>
                    <a:pt x="159663" y="35516"/>
                  </a:lnTo>
                  <a:lnTo>
                    <a:pt x="161634" y="37842"/>
                  </a:lnTo>
                  <a:lnTo>
                    <a:pt x="161600" y="44386"/>
                  </a:lnTo>
                  <a:lnTo>
                    <a:pt x="161384" y="45269"/>
                  </a:lnTo>
                  <a:lnTo>
                    <a:pt x="160620" y="46359"/>
                  </a:lnTo>
                  <a:lnTo>
                    <a:pt x="161394" y="52594"/>
                  </a:lnTo>
                  <a:lnTo>
                    <a:pt x="164055" y="49772"/>
                  </a:lnTo>
                  <a:lnTo>
                    <a:pt x="168665" y="48326"/>
                  </a:lnTo>
                  <a:lnTo>
                    <a:pt x="170575" y="49074"/>
                  </a:lnTo>
                  <a:lnTo>
                    <a:pt x="172306" y="46896"/>
                  </a:lnTo>
                  <a:lnTo>
                    <a:pt x="173478" y="47097"/>
                  </a:lnTo>
                  <a:lnTo>
                    <a:pt x="175325" y="44929"/>
                  </a:lnTo>
                  <a:lnTo>
                    <a:pt x="180675" y="44219"/>
                  </a:lnTo>
                  <a:lnTo>
                    <a:pt x="184136" y="43252"/>
                  </a:lnTo>
                  <a:lnTo>
                    <a:pt x="186486" y="43365"/>
                  </a:lnTo>
                  <a:lnTo>
                    <a:pt x="188158" y="38753"/>
                  </a:lnTo>
                  <a:lnTo>
                    <a:pt x="190734" y="36371"/>
                  </a:lnTo>
                  <a:lnTo>
                    <a:pt x="192921" y="36998"/>
                  </a:lnTo>
                  <a:lnTo>
                    <a:pt x="195122" y="39639"/>
                  </a:lnTo>
                  <a:lnTo>
                    <a:pt x="194981" y="41646"/>
                  </a:lnTo>
                  <a:lnTo>
                    <a:pt x="197785" y="45106"/>
                  </a:lnTo>
                  <a:lnTo>
                    <a:pt x="204035" y="47081"/>
                  </a:lnTo>
                  <a:lnTo>
                    <a:pt x="206348" y="47552"/>
                  </a:lnTo>
                  <a:lnTo>
                    <a:pt x="207062" y="49752"/>
                  </a:lnTo>
                  <a:lnTo>
                    <a:pt x="207703" y="50627"/>
                  </a:lnTo>
                  <a:lnTo>
                    <a:pt x="209938" y="50387"/>
                  </a:lnTo>
                  <a:lnTo>
                    <a:pt x="212219" y="51223"/>
                  </a:lnTo>
                  <a:lnTo>
                    <a:pt x="211715" y="52718"/>
                  </a:lnTo>
                  <a:lnTo>
                    <a:pt x="212496" y="55924"/>
                  </a:lnTo>
                  <a:lnTo>
                    <a:pt x="212130" y="58085"/>
                  </a:lnTo>
                  <a:lnTo>
                    <a:pt x="212382" y="59754"/>
                  </a:lnTo>
                  <a:lnTo>
                    <a:pt x="213205" y="61491"/>
                  </a:lnTo>
                  <a:lnTo>
                    <a:pt x="213993" y="65171"/>
                  </a:lnTo>
                  <a:lnTo>
                    <a:pt x="213754" y="66799"/>
                  </a:lnTo>
                  <a:lnTo>
                    <a:pt x="213008" y="68287"/>
                  </a:lnTo>
                  <a:lnTo>
                    <a:pt x="211891" y="69216"/>
                  </a:lnTo>
                  <a:lnTo>
                    <a:pt x="209361" y="72024"/>
                  </a:lnTo>
                  <a:lnTo>
                    <a:pt x="208648" y="72490"/>
                  </a:lnTo>
                  <a:lnTo>
                    <a:pt x="210339" y="76028"/>
                  </a:lnTo>
                  <a:lnTo>
                    <a:pt x="211164" y="78314"/>
                  </a:lnTo>
                  <a:lnTo>
                    <a:pt x="214432" y="82881"/>
                  </a:lnTo>
                  <a:lnTo>
                    <a:pt x="215994" y="84327"/>
                  </a:lnTo>
                  <a:lnTo>
                    <a:pt x="216118" y="85401"/>
                  </a:lnTo>
                  <a:lnTo>
                    <a:pt x="214098" y="86171"/>
                  </a:lnTo>
                  <a:lnTo>
                    <a:pt x="213828" y="87814"/>
                  </a:lnTo>
                  <a:lnTo>
                    <a:pt x="213936" y="89837"/>
                  </a:lnTo>
                  <a:lnTo>
                    <a:pt x="215202" y="94028"/>
                  </a:lnTo>
                  <a:lnTo>
                    <a:pt x="214360" y="94868"/>
                  </a:lnTo>
                  <a:lnTo>
                    <a:pt x="213750" y="94968"/>
                  </a:lnTo>
                  <a:lnTo>
                    <a:pt x="212239" y="96271"/>
                  </a:lnTo>
                  <a:lnTo>
                    <a:pt x="213031" y="97549"/>
                  </a:lnTo>
                  <a:lnTo>
                    <a:pt x="212473" y="98252"/>
                  </a:lnTo>
                  <a:lnTo>
                    <a:pt x="211325" y="101918"/>
                  </a:lnTo>
                  <a:lnTo>
                    <a:pt x="210729" y="102934"/>
                  </a:lnTo>
                  <a:lnTo>
                    <a:pt x="210424" y="104637"/>
                  </a:lnTo>
                  <a:lnTo>
                    <a:pt x="209709" y="105568"/>
                  </a:lnTo>
                  <a:lnTo>
                    <a:pt x="210522" y="109176"/>
                  </a:lnTo>
                  <a:lnTo>
                    <a:pt x="210406" y="110154"/>
                  </a:lnTo>
                  <a:lnTo>
                    <a:pt x="209963" y="110187"/>
                  </a:lnTo>
                  <a:lnTo>
                    <a:pt x="209216" y="111072"/>
                  </a:lnTo>
                  <a:lnTo>
                    <a:pt x="209493" y="111606"/>
                  </a:lnTo>
                  <a:lnTo>
                    <a:pt x="210564" y="111845"/>
                  </a:lnTo>
                  <a:lnTo>
                    <a:pt x="210171" y="113641"/>
                  </a:lnTo>
                  <a:lnTo>
                    <a:pt x="210557" y="114282"/>
                  </a:lnTo>
                  <a:lnTo>
                    <a:pt x="210570" y="115517"/>
                  </a:lnTo>
                  <a:lnTo>
                    <a:pt x="210109" y="117913"/>
                  </a:lnTo>
                  <a:lnTo>
                    <a:pt x="211156" y="119230"/>
                  </a:lnTo>
                  <a:lnTo>
                    <a:pt x="210843" y="119785"/>
                  </a:lnTo>
                  <a:lnTo>
                    <a:pt x="209649" y="120233"/>
                  </a:lnTo>
                  <a:lnTo>
                    <a:pt x="208986" y="122705"/>
                  </a:lnTo>
                  <a:lnTo>
                    <a:pt x="209253" y="123687"/>
                  </a:lnTo>
                  <a:lnTo>
                    <a:pt x="208188" y="124324"/>
                  </a:lnTo>
                  <a:lnTo>
                    <a:pt x="208093" y="124581"/>
                  </a:lnTo>
                  <a:lnTo>
                    <a:pt x="208483" y="125062"/>
                  </a:lnTo>
                  <a:lnTo>
                    <a:pt x="207638" y="126289"/>
                  </a:lnTo>
                  <a:lnTo>
                    <a:pt x="207058" y="126611"/>
                  </a:lnTo>
                  <a:lnTo>
                    <a:pt x="206309" y="125835"/>
                  </a:lnTo>
                  <a:lnTo>
                    <a:pt x="206054" y="125819"/>
                  </a:lnTo>
                  <a:lnTo>
                    <a:pt x="205863" y="126287"/>
                  </a:lnTo>
                  <a:lnTo>
                    <a:pt x="205106" y="126386"/>
                  </a:lnTo>
                  <a:lnTo>
                    <a:pt x="205073" y="126140"/>
                  </a:lnTo>
                  <a:lnTo>
                    <a:pt x="204787" y="126174"/>
                  </a:lnTo>
                  <a:lnTo>
                    <a:pt x="204055" y="127513"/>
                  </a:lnTo>
                  <a:lnTo>
                    <a:pt x="216874" y="124904"/>
                  </a:lnTo>
                  <a:lnTo>
                    <a:pt x="222361" y="125443"/>
                  </a:lnTo>
                  <a:lnTo>
                    <a:pt x="224117" y="126199"/>
                  </a:lnTo>
                  <a:lnTo>
                    <a:pt x="227130" y="118651"/>
                  </a:lnTo>
                  <a:lnTo>
                    <a:pt x="226689" y="117235"/>
                  </a:lnTo>
                  <a:lnTo>
                    <a:pt x="226913" y="116102"/>
                  </a:lnTo>
                  <a:lnTo>
                    <a:pt x="229189" y="115024"/>
                  </a:lnTo>
                  <a:lnTo>
                    <a:pt x="230982" y="113400"/>
                  </a:lnTo>
                  <a:lnTo>
                    <a:pt x="231583" y="111945"/>
                  </a:lnTo>
                  <a:lnTo>
                    <a:pt x="231238" y="109573"/>
                  </a:lnTo>
                  <a:lnTo>
                    <a:pt x="232598" y="108203"/>
                  </a:lnTo>
                  <a:lnTo>
                    <a:pt x="233319" y="106330"/>
                  </a:lnTo>
                  <a:lnTo>
                    <a:pt x="234338" y="105264"/>
                  </a:lnTo>
                  <a:lnTo>
                    <a:pt x="233910" y="104747"/>
                  </a:lnTo>
                  <a:lnTo>
                    <a:pt x="233980" y="104209"/>
                  </a:lnTo>
                  <a:lnTo>
                    <a:pt x="233628" y="103962"/>
                  </a:lnTo>
                  <a:lnTo>
                    <a:pt x="234254" y="103492"/>
                  </a:lnTo>
                  <a:lnTo>
                    <a:pt x="235726" y="103606"/>
                  </a:lnTo>
                  <a:lnTo>
                    <a:pt x="236658" y="103265"/>
                  </a:lnTo>
                  <a:lnTo>
                    <a:pt x="241744" y="102920"/>
                  </a:lnTo>
                  <a:lnTo>
                    <a:pt x="244775" y="101749"/>
                  </a:lnTo>
                  <a:lnTo>
                    <a:pt x="246869" y="101591"/>
                  </a:lnTo>
                  <a:lnTo>
                    <a:pt x="249402" y="100884"/>
                  </a:lnTo>
                  <a:lnTo>
                    <a:pt x="254086" y="99110"/>
                  </a:lnTo>
                  <a:lnTo>
                    <a:pt x="254289" y="98475"/>
                  </a:lnTo>
                  <a:lnTo>
                    <a:pt x="255842" y="96740"/>
                  </a:lnTo>
                  <a:lnTo>
                    <a:pt x="256084" y="96085"/>
                  </a:lnTo>
                  <a:lnTo>
                    <a:pt x="256406" y="95722"/>
                  </a:lnTo>
                  <a:lnTo>
                    <a:pt x="256995" y="95542"/>
                  </a:lnTo>
                  <a:lnTo>
                    <a:pt x="259256" y="97296"/>
                  </a:lnTo>
                  <a:lnTo>
                    <a:pt x="264373" y="95710"/>
                  </a:lnTo>
                  <a:lnTo>
                    <a:pt x="269243" y="94658"/>
                  </a:lnTo>
                  <a:lnTo>
                    <a:pt x="268555" y="92777"/>
                  </a:lnTo>
                  <a:lnTo>
                    <a:pt x="267680" y="91776"/>
                  </a:lnTo>
                  <a:lnTo>
                    <a:pt x="267286" y="90922"/>
                  </a:lnTo>
                  <a:lnTo>
                    <a:pt x="268222" y="90691"/>
                  </a:lnTo>
                  <a:lnTo>
                    <a:pt x="266484" y="87803"/>
                  </a:lnTo>
                  <a:lnTo>
                    <a:pt x="265896" y="87376"/>
                  </a:lnTo>
                  <a:lnTo>
                    <a:pt x="264605" y="87871"/>
                  </a:lnTo>
                  <a:lnTo>
                    <a:pt x="263913" y="87063"/>
                  </a:lnTo>
                  <a:lnTo>
                    <a:pt x="263168" y="86940"/>
                  </a:lnTo>
                  <a:lnTo>
                    <a:pt x="262327" y="86353"/>
                  </a:lnTo>
                  <a:lnTo>
                    <a:pt x="262507" y="86170"/>
                  </a:lnTo>
                  <a:lnTo>
                    <a:pt x="262001" y="85714"/>
                  </a:lnTo>
                  <a:lnTo>
                    <a:pt x="263091" y="83062"/>
                  </a:lnTo>
                  <a:lnTo>
                    <a:pt x="263104" y="82174"/>
                  </a:lnTo>
                  <a:lnTo>
                    <a:pt x="264807" y="81265"/>
                  </a:lnTo>
                  <a:lnTo>
                    <a:pt x="267062" y="79052"/>
                  </a:lnTo>
                  <a:lnTo>
                    <a:pt x="268014" y="78587"/>
                  </a:lnTo>
                  <a:lnTo>
                    <a:pt x="269197" y="76880"/>
                  </a:lnTo>
                  <a:lnTo>
                    <a:pt x="272691" y="73509"/>
                  </a:lnTo>
                  <a:lnTo>
                    <a:pt x="273576" y="71614"/>
                  </a:lnTo>
                  <a:lnTo>
                    <a:pt x="275699" y="71104"/>
                  </a:lnTo>
                  <a:lnTo>
                    <a:pt x="276013" y="70912"/>
                  </a:lnTo>
                  <a:lnTo>
                    <a:pt x="276931" y="69386"/>
                  </a:lnTo>
                  <a:lnTo>
                    <a:pt x="278378" y="68852"/>
                  </a:lnTo>
                  <a:lnTo>
                    <a:pt x="279801" y="68713"/>
                  </a:lnTo>
                  <a:lnTo>
                    <a:pt x="280659" y="68337"/>
                  </a:lnTo>
                  <a:lnTo>
                    <a:pt x="281527" y="67379"/>
                  </a:lnTo>
                  <a:lnTo>
                    <a:pt x="282440" y="66998"/>
                  </a:lnTo>
                  <a:lnTo>
                    <a:pt x="284628" y="66857"/>
                  </a:lnTo>
                  <a:lnTo>
                    <a:pt x="285583" y="67101"/>
                  </a:lnTo>
                  <a:lnTo>
                    <a:pt x="286088" y="66867"/>
                  </a:lnTo>
                  <a:lnTo>
                    <a:pt x="286902" y="67087"/>
                  </a:lnTo>
                  <a:lnTo>
                    <a:pt x="292085" y="66112"/>
                  </a:lnTo>
                  <a:lnTo>
                    <a:pt x="293388" y="66211"/>
                  </a:lnTo>
                  <a:lnTo>
                    <a:pt x="295230" y="65171"/>
                  </a:lnTo>
                  <a:lnTo>
                    <a:pt x="298741" y="64458"/>
                  </a:lnTo>
                  <a:lnTo>
                    <a:pt x="301776" y="65971"/>
                  </a:lnTo>
                  <a:lnTo>
                    <a:pt x="302968" y="66233"/>
                  </a:lnTo>
                  <a:lnTo>
                    <a:pt x="303545" y="66081"/>
                  </a:lnTo>
                  <a:lnTo>
                    <a:pt x="304575" y="65383"/>
                  </a:lnTo>
                  <a:lnTo>
                    <a:pt x="307765" y="64543"/>
                  </a:lnTo>
                  <a:lnTo>
                    <a:pt x="308162" y="64204"/>
                  </a:lnTo>
                  <a:lnTo>
                    <a:pt x="310344" y="63521"/>
                  </a:lnTo>
                  <a:lnTo>
                    <a:pt x="311914" y="62692"/>
                  </a:lnTo>
                  <a:lnTo>
                    <a:pt x="313501" y="62444"/>
                  </a:lnTo>
                  <a:lnTo>
                    <a:pt x="316122" y="61627"/>
                  </a:lnTo>
                  <a:lnTo>
                    <a:pt x="317335" y="60529"/>
                  </a:lnTo>
                  <a:lnTo>
                    <a:pt x="317960" y="59633"/>
                  </a:lnTo>
                  <a:lnTo>
                    <a:pt x="318649" y="59417"/>
                  </a:lnTo>
                  <a:lnTo>
                    <a:pt x="319658" y="58699"/>
                  </a:lnTo>
                  <a:lnTo>
                    <a:pt x="320190" y="58896"/>
                  </a:lnTo>
                  <a:lnTo>
                    <a:pt x="321205" y="58484"/>
                  </a:lnTo>
                  <a:lnTo>
                    <a:pt x="321836" y="58573"/>
                  </a:lnTo>
                  <a:lnTo>
                    <a:pt x="323069" y="58157"/>
                  </a:lnTo>
                  <a:lnTo>
                    <a:pt x="324110" y="56967"/>
                  </a:lnTo>
                  <a:lnTo>
                    <a:pt x="326085" y="55675"/>
                  </a:lnTo>
                  <a:lnTo>
                    <a:pt x="327095" y="56883"/>
                  </a:lnTo>
                  <a:lnTo>
                    <a:pt x="328647" y="57927"/>
                  </a:lnTo>
                  <a:lnTo>
                    <a:pt x="329165" y="58595"/>
                  </a:lnTo>
                  <a:lnTo>
                    <a:pt x="331019" y="59734"/>
                  </a:lnTo>
                  <a:lnTo>
                    <a:pt x="332097" y="61863"/>
                  </a:lnTo>
                  <a:lnTo>
                    <a:pt x="332872" y="64678"/>
                  </a:lnTo>
                  <a:lnTo>
                    <a:pt x="333661" y="65100"/>
                  </a:lnTo>
                  <a:lnTo>
                    <a:pt x="334533" y="66218"/>
                  </a:lnTo>
                  <a:lnTo>
                    <a:pt x="334163" y="68281"/>
                  </a:lnTo>
                  <a:lnTo>
                    <a:pt x="335162" y="71891"/>
                  </a:lnTo>
                  <a:lnTo>
                    <a:pt x="333518" y="73208"/>
                  </a:lnTo>
                  <a:lnTo>
                    <a:pt x="332908" y="73413"/>
                  </a:lnTo>
                  <a:lnTo>
                    <a:pt x="333153" y="74101"/>
                  </a:lnTo>
                  <a:lnTo>
                    <a:pt x="333013" y="74401"/>
                  </a:lnTo>
                  <a:lnTo>
                    <a:pt x="333530" y="75972"/>
                  </a:lnTo>
                  <a:lnTo>
                    <a:pt x="336046" y="79546"/>
                  </a:lnTo>
                  <a:lnTo>
                    <a:pt x="338670" y="81926"/>
                  </a:lnTo>
                  <a:lnTo>
                    <a:pt x="339431" y="82328"/>
                  </a:lnTo>
                  <a:lnTo>
                    <a:pt x="339063" y="80747"/>
                  </a:lnTo>
                  <a:lnTo>
                    <a:pt x="340399" y="79925"/>
                  </a:lnTo>
                  <a:lnTo>
                    <a:pt x="341062" y="79839"/>
                  </a:lnTo>
                  <a:lnTo>
                    <a:pt x="341249" y="79337"/>
                  </a:lnTo>
                  <a:lnTo>
                    <a:pt x="342147" y="78564"/>
                  </a:lnTo>
                  <a:lnTo>
                    <a:pt x="343497" y="76737"/>
                  </a:lnTo>
                  <a:lnTo>
                    <a:pt x="346066" y="74958"/>
                  </a:lnTo>
                  <a:lnTo>
                    <a:pt x="346802" y="74767"/>
                  </a:lnTo>
                  <a:lnTo>
                    <a:pt x="347731" y="76350"/>
                  </a:lnTo>
                  <a:lnTo>
                    <a:pt x="350244" y="78704"/>
                  </a:lnTo>
                  <a:lnTo>
                    <a:pt x="352155" y="79002"/>
                  </a:lnTo>
                  <a:lnTo>
                    <a:pt x="353221" y="80161"/>
                  </a:lnTo>
                  <a:lnTo>
                    <a:pt x="354899" y="79227"/>
                  </a:lnTo>
                  <a:lnTo>
                    <a:pt x="355759" y="76959"/>
                  </a:lnTo>
                  <a:lnTo>
                    <a:pt x="356272" y="73727"/>
                  </a:lnTo>
                  <a:lnTo>
                    <a:pt x="356318" y="74328"/>
                  </a:lnTo>
                  <a:lnTo>
                    <a:pt x="358346" y="73602"/>
                  </a:lnTo>
                  <a:lnTo>
                    <a:pt x="360019" y="72494"/>
                  </a:lnTo>
                  <a:lnTo>
                    <a:pt x="361648" y="72387"/>
                  </a:lnTo>
                  <a:lnTo>
                    <a:pt x="362444" y="72685"/>
                  </a:lnTo>
                  <a:lnTo>
                    <a:pt x="363495" y="69081"/>
                  </a:lnTo>
                  <a:lnTo>
                    <a:pt x="364481" y="67786"/>
                  </a:lnTo>
                  <a:lnTo>
                    <a:pt x="365730" y="66835"/>
                  </a:lnTo>
                  <a:lnTo>
                    <a:pt x="366846" y="66269"/>
                  </a:lnTo>
                  <a:lnTo>
                    <a:pt x="368174" y="66288"/>
                  </a:lnTo>
                  <a:lnTo>
                    <a:pt x="370096" y="65160"/>
                  </a:lnTo>
                  <a:lnTo>
                    <a:pt x="372873" y="64074"/>
                  </a:lnTo>
                  <a:lnTo>
                    <a:pt x="374204" y="63817"/>
                  </a:lnTo>
                  <a:lnTo>
                    <a:pt x="374844" y="62955"/>
                  </a:lnTo>
                  <a:lnTo>
                    <a:pt x="377110" y="61384"/>
                  </a:lnTo>
                  <a:lnTo>
                    <a:pt x="379500" y="60620"/>
                  </a:lnTo>
                  <a:lnTo>
                    <a:pt x="381244" y="60575"/>
                  </a:lnTo>
                  <a:lnTo>
                    <a:pt x="381713" y="60087"/>
                  </a:lnTo>
                  <a:lnTo>
                    <a:pt x="382599" y="59806"/>
                  </a:lnTo>
                  <a:lnTo>
                    <a:pt x="384794" y="58098"/>
                  </a:lnTo>
                  <a:lnTo>
                    <a:pt x="385757" y="57914"/>
                  </a:lnTo>
                  <a:lnTo>
                    <a:pt x="385571" y="57670"/>
                  </a:lnTo>
                  <a:lnTo>
                    <a:pt x="387041" y="56821"/>
                  </a:lnTo>
                  <a:lnTo>
                    <a:pt x="387218" y="56007"/>
                  </a:lnTo>
                  <a:lnTo>
                    <a:pt x="388857" y="53656"/>
                  </a:lnTo>
                  <a:lnTo>
                    <a:pt x="389335" y="53843"/>
                  </a:lnTo>
                  <a:lnTo>
                    <a:pt x="389560" y="53954"/>
                  </a:lnTo>
                  <a:lnTo>
                    <a:pt x="389165" y="54429"/>
                  </a:lnTo>
                  <a:lnTo>
                    <a:pt x="389442" y="55845"/>
                  </a:lnTo>
                  <a:lnTo>
                    <a:pt x="389264" y="55951"/>
                  </a:lnTo>
                  <a:lnTo>
                    <a:pt x="389353" y="56286"/>
                  </a:lnTo>
                  <a:lnTo>
                    <a:pt x="388959" y="57706"/>
                  </a:lnTo>
                  <a:lnTo>
                    <a:pt x="389098" y="58198"/>
                  </a:lnTo>
                  <a:lnTo>
                    <a:pt x="388686" y="59103"/>
                  </a:lnTo>
                  <a:lnTo>
                    <a:pt x="388926" y="61113"/>
                  </a:lnTo>
                  <a:lnTo>
                    <a:pt x="388518" y="62320"/>
                  </a:lnTo>
                  <a:lnTo>
                    <a:pt x="389138" y="64506"/>
                  </a:lnTo>
                  <a:lnTo>
                    <a:pt x="389946" y="65513"/>
                  </a:lnTo>
                  <a:lnTo>
                    <a:pt x="390031" y="68123"/>
                  </a:lnTo>
                  <a:lnTo>
                    <a:pt x="394196" y="70877"/>
                  </a:lnTo>
                  <a:lnTo>
                    <a:pt x="395228" y="71274"/>
                  </a:lnTo>
                  <a:lnTo>
                    <a:pt x="396298" y="71149"/>
                  </a:lnTo>
                  <a:lnTo>
                    <a:pt x="397494" y="71801"/>
                  </a:lnTo>
                  <a:lnTo>
                    <a:pt x="397926" y="73020"/>
                  </a:lnTo>
                  <a:lnTo>
                    <a:pt x="398134" y="74534"/>
                  </a:lnTo>
                  <a:lnTo>
                    <a:pt x="398583" y="75396"/>
                  </a:lnTo>
                  <a:lnTo>
                    <a:pt x="398679" y="76282"/>
                  </a:lnTo>
                  <a:lnTo>
                    <a:pt x="397938" y="80041"/>
                  </a:lnTo>
                  <a:lnTo>
                    <a:pt x="396560" y="81188"/>
                  </a:lnTo>
                  <a:lnTo>
                    <a:pt x="393781" y="84862"/>
                  </a:lnTo>
                  <a:lnTo>
                    <a:pt x="395361" y="85368"/>
                  </a:lnTo>
                  <a:lnTo>
                    <a:pt x="399677" y="84554"/>
                  </a:lnTo>
                  <a:lnTo>
                    <a:pt x="401892" y="81991"/>
                  </a:lnTo>
                  <a:lnTo>
                    <a:pt x="403897" y="81195"/>
                  </a:lnTo>
                  <a:lnTo>
                    <a:pt x="404774" y="80455"/>
                  </a:lnTo>
                  <a:lnTo>
                    <a:pt x="404723" y="79202"/>
                  </a:lnTo>
                  <a:lnTo>
                    <a:pt x="405554" y="78422"/>
                  </a:lnTo>
                  <a:lnTo>
                    <a:pt x="416516" y="72113"/>
                  </a:lnTo>
                  <a:lnTo>
                    <a:pt x="418728" y="71340"/>
                  </a:lnTo>
                  <a:lnTo>
                    <a:pt x="420113" y="71253"/>
                  </a:lnTo>
                  <a:lnTo>
                    <a:pt x="420857" y="70733"/>
                  </a:lnTo>
                  <a:lnTo>
                    <a:pt x="421837" y="70678"/>
                  </a:lnTo>
                  <a:lnTo>
                    <a:pt x="422680" y="69970"/>
                  </a:lnTo>
                  <a:lnTo>
                    <a:pt x="423998" y="69369"/>
                  </a:lnTo>
                  <a:lnTo>
                    <a:pt x="424711" y="69751"/>
                  </a:lnTo>
                  <a:lnTo>
                    <a:pt x="428412" y="70715"/>
                  </a:lnTo>
                  <a:lnTo>
                    <a:pt x="429659" y="72683"/>
                  </a:lnTo>
                  <a:lnTo>
                    <a:pt x="437474" y="74313"/>
                  </a:lnTo>
                  <a:lnTo>
                    <a:pt x="438734" y="74223"/>
                  </a:lnTo>
                  <a:lnTo>
                    <a:pt x="439789" y="74861"/>
                  </a:lnTo>
                  <a:lnTo>
                    <a:pt x="440999" y="75022"/>
                  </a:lnTo>
                  <a:lnTo>
                    <a:pt x="442220" y="75516"/>
                  </a:lnTo>
                  <a:lnTo>
                    <a:pt x="443567" y="75488"/>
                  </a:lnTo>
                  <a:lnTo>
                    <a:pt x="444226" y="75729"/>
                  </a:lnTo>
                  <a:lnTo>
                    <a:pt x="445265" y="75534"/>
                  </a:lnTo>
                  <a:lnTo>
                    <a:pt x="446562" y="75862"/>
                  </a:lnTo>
                  <a:lnTo>
                    <a:pt x="448925" y="74982"/>
                  </a:lnTo>
                  <a:lnTo>
                    <a:pt x="450429" y="75403"/>
                  </a:lnTo>
                  <a:lnTo>
                    <a:pt x="452094" y="75203"/>
                  </a:lnTo>
                  <a:lnTo>
                    <a:pt x="453865" y="74167"/>
                  </a:lnTo>
                  <a:lnTo>
                    <a:pt x="455368" y="72953"/>
                  </a:lnTo>
                  <a:lnTo>
                    <a:pt x="457181" y="72146"/>
                  </a:lnTo>
                  <a:lnTo>
                    <a:pt x="458921" y="69949"/>
                  </a:lnTo>
                  <a:lnTo>
                    <a:pt x="459662" y="68598"/>
                  </a:lnTo>
                  <a:lnTo>
                    <a:pt x="459157" y="67297"/>
                  </a:lnTo>
                  <a:lnTo>
                    <a:pt x="458913" y="65783"/>
                  </a:lnTo>
                  <a:lnTo>
                    <a:pt x="466748" y="67708"/>
                  </a:lnTo>
                  <a:lnTo>
                    <a:pt x="467424" y="69331"/>
                  </a:lnTo>
                  <a:lnTo>
                    <a:pt x="467577" y="71273"/>
                  </a:lnTo>
                  <a:lnTo>
                    <a:pt x="468522" y="73530"/>
                  </a:lnTo>
                  <a:lnTo>
                    <a:pt x="469182" y="74240"/>
                  </a:lnTo>
                  <a:lnTo>
                    <a:pt x="470786" y="75252"/>
                  </a:lnTo>
                  <a:lnTo>
                    <a:pt x="471273" y="75219"/>
                  </a:lnTo>
                  <a:lnTo>
                    <a:pt x="473068" y="76768"/>
                  </a:lnTo>
                  <a:lnTo>
                    <a:pt x="479341" y="79817"/>
                  </a:lnTo>
                  <a:lnTo>
                    <a:pt x="480804" y="81180"/>
                  </a:lnTo>
                  <a:lnTo>
                    <a:pt x="481626" y="83101"/>
                  </a:lnTo>
                  <a:lnTo>
                    <a:pt x="483454" y="86697"/>
                  </a:lnTo>
                  <a:lnTo>
                    <a:pt x="484825" y="88238"/>
                  </a:lnTo>
                  <a:lnTo>
                    <a:pt x="485132" y="86452"/>
                  </a:lnTo>
                  <a:lnTo>
                    <a:pt x="485494" y="86044"/>
                  </a:lnTo>
                  <a:lnTo>
                    <a:pt x="486387" y="85842"/>
                  </a:lnTo>
                  <a:lnTo>
                    <a:pt x="490193" y="86320"/>
                  </a:lnTo>
                  <a:lnTo>
                    <a:pt x="491121" y="86694"/>
                  </a:lnTo>
                  <a:lnTo>
                    <a:pt x="493244" y="86520"/>
                  </a:lnTo>
                  <a:lnTo>
                    <a:pt x="493861" y="86413"/>
                  </a:lnTo>
                  <a:lnTo>
                    <a:pt x="497850" y="84512"/>
                  </a:lnTo>
                  <a:lnTo>
                    <a:pt x="501038" y="85151"/>
                  </a:lnTo>
                  <a:lnTo>
                    <a:pt x="502294" y="85678"/>
                  </a:lnTo>
                  <a:lnTo>
                    <a:pt x="502459" y="85953"/>
                  </a:lnTo>
                  <a:lnTo>
                    <a:pt x="504781" y="86447"/>
                  </a:lnTo>
                  <a:lnTo>
                    <a:pt x="505230" y="86902"/>
                  </a:lnTo>
                  <a:lnTo>
                    <a:pt x="507683" y="85426"/>
                  </a:lnTo>
                  <a:lnTo>
                    <a:pt x="515082" y="86803"/>
                  </a:lnTo>
                  <a:lnTo>
                    <a:pt x="515875" y="87290"/>
                  </a:lnTo>
                  <a:lnTo>
                    <a:pt x="517725" y="90776"/>
                  </a:lnTo>
                  <a:lnTo>
                    <a:pt x="517636" y="91229"/>
                  </a:lnTo>
                  <a:lnTo>
                    <a:pt x="519254" y="92341"/>
                  </a:lnTo>
                  <a:lnTo>
                    <a:pt x="521699" y="92069"/>
                  </a:lnTo>
                  <a:lnTo>
                    <a:pt x="523715" y="96741"/>
                  </a:lnTo>
                  <a:lnTo>
                    <a:pt x="524713" y="96232"/>
                  </a:lnTo>
                  <a:lnTo>
                    <a:pt x="527128" y="95534"/>
                  </a:lnTo>
                  <a:lnTo>
                    <a:pt x="527773" y="95096"/>
                  </a:lnTo>
                  <a:lnTo>
                    <a:pt x="527999" y="95205"/>
                  </a:lnTo>
                  <a:lnTo>
                    <a:pt x="528438" y="94819"/>
                  </a:lnTo>
                  <a:lnTo>
                    <a:pt x="530827" y="93801"/>
                  </a:lnTo>
                  <a:lnTo>
                    <a:pt x="531180" y="93875"/>
                  </a:lnTo>
                  <a:lnTo>
                    <a:pt x="531701" y="93326"/>
                  </a:lnTo>
                  <a:lnTo>
                    <a:pt x="533223" y="92684"/>
                  </a:lnTo>
                  <a:lnTo>
                    <a:pt x="533879" y="93762"/>
                  </a:lnTo>
                  <a:lnTo>
                    <a:pt x="534250" y="94906"/>
                  </a:lnTo>
                  <a:lnTo>
                    <a:pt x="534857" y="94672"/>
                  </a:lnTo>
                  <a:lnTo>
                    <a:pt x="537184" y="94663"/>
                  </a:lnTo>
                  <a:lnTo>
                    <a:pt x="540805" y="92509"/>
                  </a:lnTo>
                  <a:lnTo>
                    <a:pt x="543838" y="91567"/>
                  </a:lnTo>
                  <a:lnTo>
                    <a:pt x="546985" y="89695"/>
                  </a:lnTo>
                  <a:lnTo>
                    <a:pt x="552123" y="85397"/>
                  </a:lnTo>
                  <a:lnTo>
                    <a:pt x="553606" y="84508"/>
                  </a:lnTo>
                  <a:lnTo>
                    <a:pt x="555985" y="83717"/>
                  </a:lnTo>
                  <a:lnTo>
                    <a:pt x="563469" y="83163"/>
                  </a:lnTo>
                  <a:lnTo>
                    <a:pt x="565649" y="82700"/>
                  </a:lnTo>
                  <a:lnTo>
                    <a:pt x="568830" y="86121"/>
                  </a:lnTo>
                  <a:lnTo>
                    <a:pt x="566852" y="88453"/>
                  </a:lnTo>
                  <a:lnTo>
                    <a:pt x="565496" y="89332"/>
                  </a:lnTo>
                  <a:lnTo>
                    <a:pt x="564974" y="89965"/>
                  </a:lnTo>
                  <a:lnTo>
                    <a:pt x="571460" y="95159"/>
                  </a:lnTo>
                  <a:lnTo>
                    <a:pt x="573892" y="96805"/>
                  </a:lnTo>
                  <a:lnTo>
                    <a:pt x="573591" y="97276"/>
                  </a:lnTo>
                  <a:lnTo>
                    <a:pt x="582572" y="104230"/>
                  </a:lnTo>
                  <a:lnTo>
                    <a:pt x="588231" y="109222"/>
                  </a:lnTo>
                  <a:lnTo>
                    <a:pt x="598275" y="111491"/>
                  </a:lnTo>
                  <a:lnTo>
                    <a:pt x="600543" y="111612"/>
                  </a:lnTo>
                  <a:lnTo>
                    <a:pt x="610358" y="121103"/>
                  </a:lnTo>
                  <a:lnTo>
                    <a:pt x="616105" y="126112"/>
                  </a:lnTo>
                  <a:lnTo>
                    <a:pt x="619853" y="129748"/>
                  </a:lnTo>
                  <a:lnTo>
                    <a:pt x="619746" y="130010"/>
                  </a:lnTo>
                  <a:lnTo>
                    <a:pt x="595269" y="150619"/>
                  </a:lnTo>
                  <a:lnTo>
                    <a:pt x="596437" y="151725"/>
                  </a:lnTo>
                  <a:lnTo>
                    <a:pt x="589055" y="158490"/>
                  </a:lnTo>
                  <a:lnTo>
                    <a:pt x="586843" y="160881"/>
                  </a:lnTo>
                  <a:lnTo>
                    <a:pt x="593130" y="168524"/>
                  </a:lnTo>
                  <a:lnTo>
                    <a:pt x="597108" y="174509"/>
                  </a:lnTo>
                  <a:lnTo>
                    <a:pt x="598263" y="173270"/>
                  </a:lnTo>
                  <a:lnTo>
                    <a:pt x="602752" y="180147"/>
                  </a:lnTo>
                  <a:lnTo>
                    <a:pt x="603380" y="180191"/>
                  </a:lnTo>
                  <a:lnTo>
                    <a:pt x="605503" y="179166"/>
                  </a:lnTo>
                  <a:lnTo>
                    <a:pt x="613113" y="174089"/>
                  </a:lnTo>
                  <a:lnTo>
                    <a:pt x="617551" y="172186"/>
                  </a:lnTo>
                  <a:lnTo>
                    <a:pt x="617324" y="172015"/>
                  </a:lnTo>
                  <a:lnTo>
                    <a:pt x="619228" y="169370"/>
                  </a:lnTo>
                  <a:lnTo>
                    <a:pt x="619523" y="168353"/>
                  </a:lnTo>
                  <a:lnTo>
                    <a:pt x="619876" y="168013"/>
                  </a:lnTo>
                  <a:lnTo>
                    <a:pt x="621848" y="163517"/>
                  </a:lnTo>
                  <a:lnTo>
                    <a:pt x="622352" y="163058"/>
                  </a:lnTo>
                  <a:lnTo>
                    <a:pt x="623842" y="160363"/>
                  </a:lnTo>
                  <a:lnTo>
                    <a:pt x="625000" y="160426"/>
                  </a:lnTo>
                  <a:lnTo>
                    <a:pt x="625856" y="159908"/>
                  </a:lnTo>
                  <a:lnTo>
                    <a:pt x="625328" y="159534"/>
                  </a:lnTo>
                  <a:lnTo>
                    <a:pt x="625132" y="158829"/>
                  </a:lnTo>
                  <a:lnTo>
                    <a:pt x="625509" y="158280"/>
                  </a:lnTo>
                  <a:lnTo>
                    <a:pt x="625701" y="158334"/>
                  </a:lnTo>
                  <a:lnTo>
                    <a:pt x="626450" y="157070"/>
                  </a:lnTo>
                  <a:lnTo>
                    <a:pt x="628032" y="155675"/>
                  </a:lnTo>
                  <a:lnTo>
                    <a:pt x="627999" y="155233"/>
                  </a:lnTo>
                  <a:lnTo>
                    <a:pt x="629179" y="155214"/>
                  </a:lnTo>
                  <a:lnTo>
                    <a:pt x="629612" y="153592"/>
                  </a:lnTo>
                  <a:lnTo>
                    <a:pt x="630280" y="153322"/>
                  </a:lnTo>
                  <a:lnTo>
                    <a:pt x="630742" y="153836"/>
                  </a:lnTo>
                  <a:lnTo>
                    <a:pt x="630846" y="154371"/>
                  </a:lnTo>
                  <a:lnTo>
                    <a:pt x="630454" y="155623"/>
                  </a:lnTo>
                  <a:lnTo>
                    <a:pt x="630160" y="155734"/>
                  </a:lnTo>
                  <a:lnTo>
                    <a:pt x="629435" y="157350"/>
                  </a:lnTo>
                  <a:lnTo>
                    <a:pt x="629552" y="158073"/>
                  </a:lnTo>
                  <a:lnTo>
                    <a:pt x="632412" y="161414"/>
                  </a:lnTo>
                  <a:lnTo>
                    <a:pt x="634058" y="164300"/>
                  </a:lnTo>
                  <a:lnTo>
                    <a:pt x="635099" y="165516"/>
                  </a:lnTo>
                  <a:lnTo>
                    <a:pt x="636222" y="166085"/>
                  </a:lnTo>
                  <a:lnTo>
                    <a:pt x="639157" y="166866"/>
                  </a:lnTo>
                  <a:lnTo>
                    <a:pt x="639588" y="167847"/>
                  </a:lnTo>
                  <a:lnTo>
                    <a:pt x="640370" y="166968"/>
                  </a:lnTo>
                  <a:lnTo>
                    <a:pt x="643465" y="172434"/>
                  </a:lnTo>
                  <a:lnTo>
                    <a:pt x="647964" y="182064"/>
                  </a:lnTo>
                  <a:lnTo>
                    <a:pt x="649328" y="185666"/>
                  </a:lnTo>
                  <a:lnTo>
                    <a:pt x="651113" y="191860"/>
                  </a:lnTo>
                  <a:lnTo>
                    <a:pt x="648977" y="192577"/>
                  </a:lnTo>
                  <a:lnTo>
                    <a:pt x="647612" y="193320"/>
                  </a:lnTo>
                  <a:lnTo>
                    <a:pt x="647708" y="192791"/>
                  </a:lnTo>
                  <a:lnTo>
                    <a:pt x="646282" y="193672"/>
                  </a:lnTo>
                  <a:lnTo>
                    <a:pt x="638349" y="196097"/>
                  </a:lnTo>
                  <a:lnTo>
                    <a:pt x="636532" y="197357"/>
                  </a:lnTo>
                  <a:lnTo>
                    <a:pt x="634787" y="197839"/>
                  </a:lnTo>
                  <a:lnTo>
                    <a:pt x="633629" y="198703"/>
                  </a:lnTo>
                  <a:lnTo>
                    <a:pt x="632752" y="198914"/>
                  </a:lnTo>
                  <a:lnTo>
                    <a:pt x="632379" y="199840"/>
                  </a:lnTo>
                  <a:lnTo>
                    <a:pt x="632373" y="201150"/>
                  </a:lnTo>
                  <a:lnTo>
                    <a:pt x="630715" y="201891"/>
                  </a:lnTo>
                  <a:lnTo>
                    <a:pt x="628512" y="199599"/>
                  </a:lnTo>
                  <a:lnTo>
                    <a:pt x="627835" y="202132"/>
                  </a:lnTo>
                  <a:lnTo>
                    <a:pt x="628040" y="202194"/>
                  </a:lnTo>
                  <a:lnTo>
                    <a:pt x="627885" y="203428"/>
                  </a:lnTo>
                  <a:lnTo>
                    <a:pt x="626607" y="203854"/>
                  </a:lnTo>
                  <a:lnTo>
                    <a:pt x="626337" y="204185"/>
                  </a:lnTo>
                  <a:lnTo>
                    <a:pt x="626205" y="205500"/>
                  </a:lnTo>
                  <a:lnTo>
                    <a:pt x="625653" y="207293"/>
                  </a:lnTo>
                  <a:lnTo>
                    <a:pt x="624822" y="208285"/>
                  </a:lnTo>
                  <a:lnTo>
                    <a:pt x="624632" y="209479"/>
                  </a:lnTo>
                  <a:lnTo>
                    <a:pt x="624247" y="209534"/>
                  </a:lnTo>
                  <a:lnTo>
                    <a:pt x="624770" y="210020"/>
                  </a:lnTo>
                  <a:lnTo>
                    <a:pt x="624838" y="210581"/>
                  </a:lnTo>
                  <a:lnTo>
                    <a:pt x="623715" y="211965"/>
                  </a:lnTo>
                  <a:lnTo>
                    <a:pt x="622487" y="211775"/>
                  </a:lnTo>
                  <a:lnTo>
                    <a:pt x="622833" y="211135"/>
                  </a:lnTo>
                  <a:lnTo>
                    <a:pt x="622633" y="210579"/>
                  </a:lnTo>
                  <a:lnTo>
                    <a:pt x="621224" y="210277"/>
                  </a:lnTo>
                  <a:lnTo>
                    <a:pt x="620672" y="209863"/>
                  </a:lnTo>
                  <a:lnTo>
                    <a:pt x="620208" y="209875"/>
                  </a:lnTo>
                  <a:lnTo>
                    <a:pt x="619611" y="210271"/>
                  </a:lnTo>
                  <a:lnTo>
                    <a:pt x="619403" y="210106"/>
                  </a:lnTo>
                  <a:lnTo>
                    <a:pt x="618817" y="210819"/>
                  </a:lnTo>
                  <a:lnTo>
                    <a:pt x="618936" y="211042"/>
                  </a:lnTo>
                  <a:lnTo>
                    <a:pt x="618700" y="211042"/>
                  </a:lnTo>
                  <a:lnTo>
                    <a:pt x="617193" y="210577"/>
                  </a:lnTo>
                  <a:lnTo>
                    <a:pt x="611892" y="210821"/>
                  </a:lnTo>
                  <a:lnTo>
                    <a:pt x="610838" y="210623"/>
                  </a:lnTo>
                  <a:lnTo>
                    <a:pt x="610531" y="210361"/>
                  </a:lnTo>
                  <a:lnTo>
                    <a:pt x="608472" y="210402"/>
                  </a:lnTo>
                  <a:lnTo>
                    <a:pt x="607861" y="209689"/>
                  </a:lnTo>
                  <a:lnTo>
                    <a:pt x="607196" y="209606"/>
                  </a:lnTo>
                  <a:lnTo>
                    <a:pt x="603152" y="211147"/>
                  </a:lnTo>
                  <a:lnTo>
                    <a:pt x="603954" y="212784"/>
                  </a:lnTo>
                  <a:lnTo>
                    <a:pt x="603358" y="213068"/>
                  </a:lnTo>
                  <a:lnTo>
                    <a:pt x="602681" y="213121"/>
                  </a:lnTo>
                  <a:lnTo>
                    <a:pt x="602421" y="212364"/>
                  </a:lnTo>
                  <a:lnTo>
                    <a:pt x="600970" y="212947"/>
                  </a:lnTo>
                  <a:lnTo>
                    <a:pt x="600422" y="212336"/>
                  </a:lnTo>
                  <a:lnTo>
                    <a:pt x="599715" y="213763"/>
                  </a:lnTo>
                  <a:lnTo>
                    <a:pt x="601808" y="216300"/>
                  </a:lnTo>
                  <a:lnTo>
                    <a:pt x="602479" y="216549"/>
                  </a:lnTo>
                  <a:lnTo>
                    <a:pt x="603561" y="216399"/>
                  </a:lnTo>
                  <a:lnTo>
                    <a:pt x="604543" y="216598"/>
                  </a:lnTo>
                  <a:lnTo>
                    <a:pt x="606881" y="217598"/>
                  </a:lnTo>
                  <a:lnTo>
                    <a:pt x="606955" y="219704"/>
                  </a:lnTo>
                  <a:lnTo>
                    <a:pt x="608420" y="220247"/>
                  </a:lnTo>
                  <a:lnTo>
                    <a:pt x="609312" y="220922"/>
                  </a:lnTo>
                  <a:lnTo>
                    <a:pt x="611193" y="218603"/>
                  </a:lnTo>
                  <a:lnTo>
                    <a:pt x="620790" y="215031"/>
                  </a:lnTo>
                  <a:lnTo>
                    <a:pt x="620538" y="214844"/>
                  </a:lnTo>
                  <a:lnTo>
                    <a:pt x="620433" y="214298"/>
                  </a:lnTo>
                  <a:lnTo>
                    <a:pt x="619660" y="214101"/>
                  </a:lnTo>
                  <a:lnTo>
                    <a:pt x="619556" y="213484"/>
                  </a:lnTo>
                  <a:lnTo>
                    <a:pt x="622538" y="212570"/>
                  </a:lnTo>
                  <a:lnTo>
                    <a:pt x="624778" y="213278"/>
                  </a:lnTo>
                  <a:lnTo>
                    <a:pt x="626335" y="213245"/>
                  </a:lnTo>
                  <a:lnTo>
                    <a:pt x="626971" y="212351"/>
                  </a:lnTo>
                  <a:lnTo>
                    <a:pt x="626957" y="212019"/>
                  </a:lnTo>
                  <a:lnTo>
                    <a:pt x="627723" y="211702"/>
                  </a:lnTo>
                  <a:lnTo>
                    <a:pt x="629949" y="208655"/>
                  </a:lnTo>
                  <a:lnTo>
                    <a:pt x="630887" y="208032"/>
                  </a:lnTo>
                  <a:lnTo>
                    <a:pt x="632013" y="208603"/>
                  </a:lnTo>
                  <a:lnTo>
                    <a:pt x="632984" y="208725"/>
                  </a:lnTo>
                  <a:lnTo>
                    <a:pt x="632831" y="209355"/>
                  </a:lnTo>
                  <a:lnTo>
                    <a:pt x="635653" y="211691"/>
                  </a:lnTo>
                  <a:lnTo>
                    <a:pt x="636127" y="212559"/>
                  </a:lnTo>
                  <a:lnTo>
                    <a:pt x="637246" y="211494"/>
                  </a:lnTo>
                  <a:lnTo>
                    <a:pt x="638025" y="211108"/>
                  </a:lnTo>
                  <a:lnTo>
                    <a:pt x="641265" y="210438"/>
                  </a:lnTo>
                  <a:lnTo>
                    <a:pt x="645213" y="210386"/>
                  </a:lnTo>
                  <a:lnTo>
                    <a:pt x="647116" y="210977"/>
                  </a:lnTo>
                  <a:lnTo>
                    <a:pt x="648497" y="211695"/>
                  </a:lnTo>
                  <a:lnTo>
                    <a:pt x="647123" y="212627"/>
                  </a:lnTo>
                  <a:lnTo>
                    <a:pt x="648064" y="214575"/>
                  </a:lnTo>
                  <a:lnTo>
                    <a:pt x="648040" y="215008"/>
                  </a:lnTo>
                  <a:lnTo>
                    <a:pt x="651196" y="215737"/>
                  </a:lnTo>
                  <a:lnTo>
                    <a:pt x="652102" y="216231"/>
                  </a:lnTo>
                  <a:lnTo>
                    <a:pt x="655369" y="216270"/>
                  </a:lnTo>
                  <a:lnTo>
                    <a:pt x="653531" y="221929"/>
                  </a:lnTo>
                  <a:lnTo>
                    <a:pt x="654513" y="222651"/>
                  </a:lnTo>
                  <a:lnTo>
                    <a:pt x="655137" y="223930"/>
                  </a:lnTo>
                  <a:lnTo>
                    <a:pt x="655885" y="223886"/>
                  </a:lnTo>
                  <a:lnTo>
                    <a:pt x="656272" y="224519"/>
                  </a:lnTo>
                  <a:lnTo>
                    <a:pt x="656964" y="224312"/>
                  </a:lnTo>
                  <a:lnTo>
                    <a:pt x="657387" y="224912"/>
                  </a:lnTo>
                  <a:lnTo>
                    <a:pt x="659863" y="226309"/>
                  </a:lnTo>
                  <a:lnTo>
                    <a:pt x="659874" y="227902"/>
                  </a:lnTo>
                  <a:lnTo>
                    <a:pt x="658253" y="227777"/>
                  </a:lnTo>
                  <a:lnTo>
                    <a:pt x="657341" y="228064"/>
                  </a:lnTo>
                  <a:lnTo>
                    <a:pt x="656458" y="228019"/>
                  </a:lnTo>
                  <a:lnTo>
                    <a:pt x="654796" y="228621"/>
                  </a:lnTo>
                  <a:lnTo>
                    <a:pt x="654601" y="231360"/>
                  </a:lnTo>
                  <a:lnTo>
                    <a:pt x="655385" y="231922"/>
                  </a:lnTo>
                  <a:lnTo>
                    <a:pt x="656910" y="231589"/>
                  </a:lnTo>
                  <a:lnTo>
                    <a:pt x="658967" y="232099"/>
                  </a:lnTo>
                  <a:lnTo>
                    <a:pt x="659102" y="233658"/>
                  </a:lnTo>
                  <a:lnTo>
                    <a:pt x="659661" y="234235"/>
                  </a:lnTo>
                  <a:lnTo>
                    <a:pt x="661079" y="234059"/>
                  </a:lnTo>
                  <a:lnTo>
                    <a:pt x="664600" y="232314"/>
                  </a:lnTo>
                  <a:lnTo>
                    <a:pt x="665624" y="232065"/>
                  </a:lnTo>
                  <a:lnTo>
                    <a:pt x="665446" y="233020"/>
                  </a:lnTo>
                  <a:lnTo>
                    <a:pt x="665565" y="234428"/>
                  </a:lnTo>
                  <a:lnTo>
                    <a:pt x="666614" y="234080"/>
                  </a:lnTo>
                  <a:lnTo>
                    <a:pt x="667906" y="239578"/>
                  </a:lnTo>
                  <a:lnTo>
                    <a:pt x="667727" y="240101"/>
                  </a:lnTo>
                  <a:lnTo>
                    <a:pt x="667161" y="240073"/>
                  </a:lnTo>
                  <a:lnTo>
                    <a:pt x="666282" y="241028"/>
                  </a:lnTo>
                  <a:lnTo>
                    <a:pt x="666303" y="241755"/>
                  </a:lnTo>
                  <a:lnTo>
                    <a:pt x="665823" y="243093"/>
                  </a:lnTo>
                  <a:lnTo>
                    <a:pt x="666081" y="244051"/>
                  </a:lnTo>
                  <a:lnTo>
                    <a:pt x="666526" y="244709"/>
                  </a:lnTo>
                  <a:lnTo>
                    <a:pt x="666724" y="245417"/>
                  </a:lnTo>
                  <a:lnTo>
                    <a:pt x="666562" y="245564"/>
                  </a:lnTo>
                  <a:lnTo>
                    <a:pt x="666958" y="246108"/>
                  </a:lnTo>
                  <a:lnTo>
                    <a:pt x="666348" y="246130"/>
                  </a:lnTo>
                  <a:lnTo>
                    <a:pt x="665723" y="247114"/>
                  </a:lnTo>
                  <a:lnTo>
                    <a:pt x="664973" y="249989"/>
                  </a:lnTo>
                  <a:lnTo>
                    <a:pt x="663971" y="251740"/>
                  </a:lnTo>
                  <a:lnTo>
                    <a:pt x="663772" y="253098"/>
                  </a:lnTo>
                  <a:lnTo>
                    <a:pt x="662998" y="255278"/>
                  </a:lnTo>
                  <a:lnTo>
                    <a:pt x="662752" y="255202"/>
                  </a:lnTo>
                  <a:lnTo>
                    <a:pt x="662224" y="256473"/>
                  </a:lnTo>
                  <a:lnTo>
                    <a:pt x="661375" y="257576"/>
                  </a:lnTo>
                  <a:lnTo>
                    <a:pt x="661163" y="259178"/>
                  </a:lnTo>
                  <a:lnTo>
                    <a:pt x="661312" y="260334"/>
                  </a:lnTo>
                  <a:lnTo>
                    <a:pt x="661289" y="260760"/>
                  </a:lnTo>
                  <a:lnTo>
                    <a:pt x="660305" y="262458"/>
                  </a:lnTo>
                  <a:lnTo>
                    <a:pt x="660049" y="264079"/>
                  </a:lnTo>
                  <a:lnTo>
                    <a:pt x="659047" y="264843"/>
                  </a:lnTo>
                  <a:lnTo>
                    <a:pt x="657628" y="267834"/>
                  </a:lnTo>
                  <a:lnTo>
                    <a:pt x="655452" y="270952"/>
                  </a:lnTo>
                  <a:lnTo>
                    <a:pt x="654612" y="272560"/>
                  </a:lnTo>
                  <a:lnTo>
                    <a:pt x="654206" y="274474"/>
                  </a:lnTo>
                  <a:lnTo>
                    <a:pt x="654559" y="275946"/>
                  </a:lnTo>
                  <a:lnTo>
                    <a:pt x="653650" y="277297"/>
                  </a:lnTo>
                  <a:lnTo>
                    <a:pt x="653112" y="279342"/>
                  </a:lnTo>
                  <a:lnTo>
                    <a:pt x="651643" y="280912"/>
                  </a:lnTo>
                  <a:lnTo>
                    <a:pt x="650326" y="283378"/>
                  </a:lnTo>
                  <a:lnTo>
                    <a:pt x="651024" y="284502"/>
                  </a:lnTo>
                  <a:lnTo>
                    <a:pt x="651351" y="284629"/>
                  </a:lnTo>
                  <a:lnTo>
                    <a:pt x="651998" y="285997"/>
                  </a:lnTo>
                  <a:lnTo>
                    <a:pt x="653264" y="286392"/>
                  </a:lnTo>
                  <a:lnTo>
                    <a:pt x="653501" y="287219"/>
                  </a:lnTo>
                  <a:lnTo>
                    <a:pt x="654211" y="287962"/>
                  </a:lnTo>
                  <a:lnTo>
                    <a:pt x="653875" y="288384"/>
                  </a:lnTo>
                  <a:lnTo>
                    <a:pt x="653429" y="288356"/>
                  </a:lnTo>
                  <a:lnTo>
                    <a:pt x="653425" y="288713"/>
                  </a:lnTo>
                  <a:lnTo>
                    <a:pt x="652639" y="287658"/>
                  </a:lnTo>
                  <a:lnTo>
                    <a:pt x="652332" y="288859"/>
                  </a:lnTo>
                  <a:lnTo>
                    <a:pt x="652046" y="288960"/>
                  </a:lnTo>
                  <a:lnTo>
                    <a:pt x="652832" y="292209"/>
                  </a:lnTo>
                  <a:lnTo>
                    <a:pt x="654675" y="292529"/>
                  </a:lnTo>
                  <a:lnTo>
                    <a:pt x="653966" y="293195"/>
                  </a:lnTo>
                  <a:lnTo>
                    <a:pt x="653833" y="294642"/>
                  </a:lnTo>
                  <a:lnTo>
                    <a:pt x="654492" y="295779"/>
                  </a:lnTo>
                  <a:lnTo>
                    <a:pt x="654758" y="297747"/>
                  </a:lnTo>
                  <a:lnTo>
                    <a:pt x="654663" y="298593"/>
                  </a:lnTo>
                  <a:lnTo>
                    <a:pt x="655791" y="300060"/>
                  </a:lnTo>
                  <a:lnTo>
                    <a:pt x="658149" y="301589"/>
                  </a:lnTo>
                  <a:lnTo>
                    <a:pt x="655054" y="305283"/>
                  </a:lnTo>
                  <a:lnTo>
                    <a:pt x="655230" y="305828"/>
                  </a:lnTo>
                  <a:lnTo>
                    <a:pt x="654647" y="306560"/>
                  </a:lnTo>
                  <a:lnTo>
                    <a:pt x="654242" y="306613"/>
                  </a:lnTo>
                  <a:lnTo>
                    <a:pt x="654917" y="308940"/>
                  </a:lnTo>
                  <a:lnTo>
                    <a:pt x="656122" y="310813"/>
                  </a:lnTo>
                  <a:lnTo>
                    <a:pt x="656631" y="313241"/>
                  </a:lnTo>
                  <a:lnTo>
                    <a:pt x="656618" y="314048"/>
                  </a:lnTo>
                  <a:lnTo>
                    <a:pt x="655890" y="315305"/>
                  </a:lnTo>
                  <a:lnTo>
                    <a:pt x="655563" y="316641"/>
                  </a:lnTo>
                  <a:lnTo>
                    <a:pt x="655659" y="317803"/>
                  </a:lnTo>
                  <a:lnTo>
                    <a:pt x="654985" y="320996"/>
                  </a:lnTo>
                  <a:lnTo>
                    <a:pt x="655887" y="324239"/>
                  </a:lnTo>
                  <a:lnTo>
                    <a:pt x="655017" y="326730"/>
                  </a:lnTo>
                  <a:lnTo>
                    <a:pt x="654455" y="327692"/>
                  </a:lnTo>
                  <a:lnTo>
                    <a:pt x="653285" y="328825"/>
                  </a:lnTo>
                  <a:lnTo>
                    <a:pt x="653081" y="329396"/>
                  </a:lnTo>
                  <a:lnTo>
                    <a:pt x="652162" y="330015"/>
                  </a:lnTo>
                  <a:lnTo>
                    <a:pt x="652129" y="330345"/>
                  </a:lnTo>
                  <a:lnTo>
                    <a:pt x="651529" y="331037"/>
                  </a:lnTo>
                  <a:lnTo>
                    <a:pt x="651885" y="333202"/>
                  </a:lnTo>
                  <a:lnTo>
                    <a:pt x="652345" y="333682"/>
                  </a:lnTo>
                  <a:lnTo>
                    <a:pt x="652520" y="334413"/>
                  </a:lnTo>
                  <a:lnTo>
                    <a:pt x="652497" y="335492"/>
                  </a:lnTo>
                  <a:lnTo>
                    <a:pt x="653134" y="336002"/>
                  </a:lnTo>
                  <a:lnTo>
                    <a:pt x="653128" y="338083"/>
                  </a:lnTo>
                  <a:lnTo>
                    <a:pt x="654161" y="339306"/>
                  </a:lnTo>
                  <a:lnTo>
                    <a:pt x="654314" y="339904"/>
                  </a:lnTo>
                  <a:lnTo>
                    <a:pt x="654432" y="340656"/>
                  </a:lnTo>
                  <a:lnTo>
                    <a:pt x="654048" y="341471"/>
                  </a:lnTo>
                  <a:lnTo>
                    <a:pt x="654538" y="342239"/>
                  </a:lnTo>
                  <a:lnTo>
                    <a:pt x="654469" y="343156"/>
                  </a:lnTo>
                  <a:lnTo>
                    <a:pt x="653870" y="347139"/>
                  </a:lnTo>
                  <a:lnTo>
                    <a:pt x="652848" y="347574"/>
                  </a:lnTo>
                  <a:lnTo>
                    <a:pt x="652364" y="349672"/>
                  </a:lnTo>
                  <a:lnTo>
                    <a:pt x="650967" y="352625"/>
                  </a:lnTo>
                  <a:lnTo>
                    <a:pt x="649597" y="353536"/>
                  </a:lnTo>
                  <a:lnTo>
                    <a:pt x="649629" y="353720"/>
                  </a:lnTo>
                  <a:lnTo>
                    <a:pt x="650301" y="353439"/>
                  </a:lnTo>
                  <a:lnTo>
                    <a:pt x="649671" y="354778"/>
                  </a:lnTo>
                  <a:lnTo>
                    <a:pt x="649441" y="354784"/>
                  </a:lnTo>
                  <a:lnTo>
                    <a:pt x="649161" y="356390"/>
                  </a:lnTo>
                  <a:lnTo>
                    <a:pt x="649266" y="358105"/>
                  </a:lnTo>
                  <a:lnTo>
                    <a:pt x="648512" y="358632"/>
                  </a:lnTo>
                  <a:lnTo>
                    <a:pt x="647102" y="358212"/>
                  </a:lnTo>
                  <a:lnTo>
                    <a:pt x="646206" y="360674"/>
                  </a:lnTo>
                  <a:lnTo>
                    <a:pt x="645404" y="362158"/>
                  </a:lnTo>
                  <a:lnTo>
                    <a:pt x="644429" y="365792"/>
                  </a:lnTo>
                  <a:lnTo>
                    <a:pt x="642609" y="369186"/>
                  </a:lnTo>
                  <a:lnTo>
                    <a:pt x="640965" y="371683"/>
                  </a:lnTo>
                  <a:lnTo>
                    <a:pt x="636789" y="374279"/>
                  </a:lnTo>
                  <a:lnTo>
                    <a:pt x="636068" y="374231"/>
                  </a:lnTo>
                  <a:lnTo>
                    <a:pt x="635602" y="375002"/>
                  </a:lnTo>
                  <a:lnTo>
                    <a:pt x="635240" y="375194"/>
                  </a:lnTo>
                  <a:lnTo>
                    <a:pt x="633972" y="375655"/>
                  </a:lnTo>
                  <a:lnTo>
                    <a:pt x="632842" y="375741"/>
                  </a:lnTo>
                  <a:lnTo>
                    <a:pt x="633193" y="379674"/>
                  </a:lnTo>
                  <a:lnTo>
                    <a:pt x="632839" y="379500"/>
                  </a:lnTo>
                  <a:lnTo>
                    <a:pt x="632668" y="379848"/>
                  </a:lnTo>
                  <a:lnTo>
                    <a:pt x="632513" y="379782"/>
                  </a:lnTo>
                  <a:lnTo>
                    <a:pt x="632275" y="380106"/>
                  </a:lnTo>
                  <a:lnTo>
                    <a:pt x="632558" y="380422"/>
                  </a:lnTo>
                  <a:lnTo>
                    <a:pt x="631877" y="381212"/>
                  </a:lnTo>
                  <a:lnTo>
                    <a:pt x="630482" y="381272"/>
                  </a:lnTo>
                  <a:lnTo>
                    <a:pt x="630605" y="381925"/>
                  </a:lnTo>
                  <a:lnTo>
                    <a:pt x="628072" y="384351"/>
                  </a:lnTo>
                  <a:lnTo>
                    <a:pt x="627878" y="385527"/>
                  </a:lnTo>
                  <a:lnTo>
                    <a:pt x="628019" y="385694"/>
                  </a:lnTo>
                  <a:lnTo>
                    <a:pt x="627566" y="386427"/>
                  </a:lnTo>
                  <a:lnTo>
                    <a:pt x="627466" y="387477"/>
                  </a:lnTo>
                  <a:lnTo>
                    <a:pt x="627058" y="387906"/>
                  </a:lnTo>
                  <a:lnTo>
                    <a:pt x="626966" y="388445"/>
                  </a:lnTo>
                  <a:lnTo>
                    <a:pt x="625505" y="390491"/>
                  </a:lnTo>
                  <a:lnTo>
                    <a:pt x="624943" y="391981"/>
                  </a:lnTo>
                  <a:lnTo>
                    <a:pt x="625142" y="394216"/>
                  </a:lnTo>
                  <a:lnTo>
                    <a:pt x="624732" y="395545"/>
                  </a:lnTo>
                  <a:lnTo>
                    <a:pt x="624927" y="395855"/>
                  </a:lnTo>
                  <a:lnTo>
                    <a:pt x="624625" y="396487"/>
                  </a:lnTo>
                  <a:lnTo>
                    <a:pt x="624677" y="397307"/>
                  </a:lnTo>
                  <a:lnTo>
                    <a:pt x="624830" y="398223"/>
                  </a:lnTo>
                  <a:lnTo>
                    <a:pt x="625582" y="399994"/>
                  </a:lnTo>
                  <a:lnTo>
                    <a:pt x="628004" y="402212"/>
                  </a:lnTo>
                  <a:lnTo>
                    <a:pt x="628833" y="403273"/>
                  </a:lnTo>
                  <a:lnTo>
                    <a:pt x="629660" y="406643"/>
                  </a:lnTo>
                  <a:lnTo>
                    <a:pt x="629423" y="407094"/>
                  </a:lnTo>
                  <a:lnTo>
                    <a:pt x="629837" y="407738"/>
                  </a:lnTo>
                  <a:lnTo>
                    <a:pt x="630271" y="407925"/>
                  </a:lnTo>
                  <a:lnTo>
                    <a:pt x="629279" y="409901"/>
                  </a:lnTo>
                  <a:lnTo>
                    <a:pt x="631914" y="412510"/>
                  </a:lnTo>
                  <a:lnTo>
                    <a:pt x="632229" y="413299"/>
                  </a:lnTo>
                  <a:lnTo>
                    <a:pt x="632210" y="414014"/>
                  </a:lnTo>
                  <a:lnTo>
                    <a:pt x="631861" y="414450"/>
                  </a:lnTo>
                  <a:lnTo>
                    <a:pt x="632077" y="415052"/>
                  </a:lnTo>
                  <a:lnTo>
                    <a:pt x="632714" y="414819"/>
                  </a:lnTo>
                  <a:lnTo>
                    <a:pt x="633155" y="414009"/>
                  </a:lnTo>
                  <a:lnTo>
                    <a:pt x="634334" y="414241"/>
                  </a:lnTo>
                  <a:lnTo>
                    <a:pt x="635072" y="415199"/>
                  </a:lnTo>
                  <a:lnTo>
                    <a:pt x="635540" y="416653"/>
                  </a:lnTo>
                  <a:lnTo>
                    <a:pt x="635461" y="417512"/>
                  </a:lnTo>
                  <a:lnTo>
                    <a:pt x="635786" y="417944"/>
                  </a:lnTo>
                  <a:lnTo>
                    <a:pt x="637652" y="419095"/>
                  </a:lnTo>
                  <a:lnTo>
                    <a:pt x="639997" y="420084"/>
                  </a:lnTo>
                  <a:lnTo>
                    <a:pt x="641054" y="420989"/>
                  </a:lnTo>
                  <a:lnTo>
                    <a:pt x="644576" y="423099"/>
                  </a:lnTo>
                  <a:lnTo>
                    <a:pt x="644895" y="424094"/>
                  </a:lnTo>
                  <a:lnTo>
                    <a:pt x="642974" y="427366"/>
                  </a:lnTo>
                  <a:lnTo>
                    <a:pt x="642827" y="428142"/>
                  </a:lnTo>
                  <a:lnTo>
                    <a:pt x="643051" y="428660"/>
                  </a:lnTo>
                  <a:lnTo>
                    <a:pt x="643159" y="430009"/>
                  </a:lnTo>
                  <a:lnTo>
                    <a:pt x="643870" y="430950"/>
                  </a:lnTo>
                  <a:lnTo>
                    <a:pt x="645746" y="431244"/>
                  </a:lnTo>
                  <a:lnTo>
                    <a:pt x="646576" y="431590"/>
                  </a:lnTo>
                  <a:lnTo>
                    <a:pt x="646528" y="431858"/>
                  </a:lnTo>
                  <a:lnTo>
                    <a:pt x="647039" y="432054"/>
                  </a:lnTo>
                  <a:lnTo>
                    <a:pt x="647083" y="433078"/>
                  </a:lnTo>
                  <a:lnTo>
                    <a:pt x="647497" y="433433"/>
                  </a:lnTo>
                  <a:lnTo>
                    <a:pt x="647500" y="434262"/>
                  </a:lnTo>
                  <a:lnTo>
                    <a:pt x="648178" y="434408"/>
                  </a:lnTo>
                  <a:lnTo>
                    <a:pt x="648290" y="434796"/>
                  </a:lnTo>
                  <a:lnTo>
                    <a:pt x="647949" y="435350"/>
                  </a:lnTo>
                  <a:lnTo>
                    <a:pt x="648257" y="436351"/>
                  </a:lnTo>
                  <a:lnTo>
                    <a:pt x="647915" y="436611"/>
                  </a:lnTo>
                  <a:lnTo>
                    <a:pt x="648426" y="439426"/>
                  </a:lnTo>
                  <a:lnTo>
                    <a:pt x="648312" y="442650"/>
                  </a:lnTo>
                  <a:lnTo>
                    <a:pt x="647207" y="443088"/>
                  </a:lnTo>
                  <a:lnTo>
                    <a:pt x="645569" y="445664"/>
                  </a:lnTo>
                  <a:lnTo>
                    <a:pt x="644996" y="447196"/>
                  </a:lnTo>
                  <a:lnTo>
                    <a:pt x="644390" y="448080"/>
                  </a:lnTo>
                  <a:lnTo>
                    <a:pt x="644083" y="448202"/>
                  </a:lnTo>
                  <a:lnTo>
                    <a:pt x="644072" y="449502"/>
                  </a:lnTo>
                  <a:lnTo>
                    <a:pt x="643469" y="453043"/>
                  </a:lnTo>
                  <a:lnTo>
                    <a:pt x="643128" y="453489"/>
                  </a:lnTo>
                  <a:lnTo>
                    <a:pt x="643083" y="454253"/>
                  </a:lnTo>
                  <a:lnTo>
                    <a:pt x="642798" y="454468"/>
                  </a:lnTo>
                  <a:lnTo>
                    <a:pt x="641836" y="457760"/>
                  </a:lnTo>
                  <a:lnTo>
                    <a:pt x="641489" y="460677"/>
                  </a:lnTo>
                  <a:lnTo>
                    <a:pt x="640973" y="462030"/>
                  </a:lnTo>
                  <a:lnTo>
                    <a:pt x="641189" y="462938"/>
                  </a:lnTo>
                  <a:lnTo>
                    <a:pt x="640948" y="466087"/>
                  </a:lnTo>
                  <a:lnTo>
                    <a:pt x="639685" y="470101"/>
                  </a:lnTo>
                  <a:lnTo>
                    <a:pt x="639631" y="471534"/>
                  </a:lnTo>
                  <a:lnTo>
                    <a:pt x="639378" y="472018"/>
                  </a:lnTo>
                  <a:lnTo>
                    <a:pt x="640195" y="472557"/>
                  </a:lnTo>
                  <a:lnTo>
                    <a:pt x="641139" y="473763"/>
                  </a:lnTo>
                  <a:lnTo>
                    <a:pt x="641360" y="473742"/>
                  </a:lnTo>
                  <a:lnTo>
                    <a:pt x="641511" y="474365"/>
                  </a:lnTo>
                  <a:lnTo>
                    <a:pt x="642160" y="474616"/>
                  </a:lnTo>
                  <a:lnTo>
                    <a:pt x="643320" y="476249"/>
                  </a:lnTo>
                  <a:lnTo>
                    <a:pt x="643494" y="476193"/>
                  </a:lnTo>
                  <a:lnTo>
                    <a:pt x="643934" y="476702"/>
                  </a:lnTo>
                  <a:lnTo>
                    <a:pt x="644224" y="476613"/>
                  </a:lnTo>
                  <a:lnTo>
                    <a:pt x="644474" y="477261"/>
                  </a:lnTo>
                  <a:lnTo>
                    <a:pt x="644874" y="477321"/>
                  </a:lnTo>
                  <a:lnTo>
                    <a:pt x="645990" y="478424"/>
                  </a:lnTo>
                  <a:lnTo>
                    <a:pt x="646292" y="478467"/>
                  </a:lnTo>
                  <a:lnTo>
                    <a:pt x="648057" y="480963"/>
                  </a:lnTo>
                  <a:lnTo>
                    <a:pt x="648130" y="481520"/>
                  </a:lnTo>
                  <a:lnTo>
                    <a:pt x="649122" y="482607"/>
                  </a:lnTo>
                  <a:lnTo>
                    <a:pt x="649451" y="483637"/>
                  </a:lnTo>
                  <a:lnTo>
                    <a:pt x="651765" y="486757"/>
                  </a:lnTo>
                  <a:lnTo>
                    <a:pt x="652454" y="487147"/>
                  </a:lnTo>
                  <a:lnTo>
                    <a:pt x="655009" y="487657"/>
                  </a:lnTo>
                  <a:lnTo>
                    <a:pt x="656001" y="488655"/>
                  </a:lnTo>
                  <a:lnTo>
                    <a:pt x="656296" y="489569"/>
                  </a:lnTo>
                  <a:lnTo>
                    <a:pt x="657874" y="491485"/>
                  </a:lnTo>
                  <a:lnTo>
                    <a:pt x="657688" y="492277"/>
                  </a:lnTo>
                  <a:lnTo>
                    <a:pt x="659136" y="493585"/>
                  </a:lnTo>
                  <a:lnTo>
                    <a:pt x="659142" y="494032"/>
                  </a:lnTo>
                  <a:lnTo>
                    <a:pt x="659845" y="495403"/>
                  </a:lnTo>
                  <a:lnTo>
                    <a:pt x="660680" y="496227"/>
                  </a:lnTo>
                  <a:lnTo>
                    <a:pt x="661441" y="497942"/>
                  </a:lnTo>
                  <a:lnTo>
                    <a:pt x="662590" y="498707"/>
                  </a:lnTo>
                  <a:lnTo>
                    <a:pt x="665154" y="499593"/>
                  </a:lnTo>
                  <a:lnTo>
                    <a:pt x="665996" y="501170"/>
                  </a:lnTo>
                  <a:lnTo>
                    <a:pt x="667634" y="503091"/>
                  </a:lnTo>
                  <a:lnTo>
                    <a:pt x="666485" y="504174"/>
                  </a:lnTo>
                  <a:lnTo>
                    <a:pt x="663901" y="505362"/>
                  </a:lnTo>
                  <a:lnTo>
                    <a:pt x="663068" y="505506"/>
                  </a:lnTo>
                  <a:lnTo>
                    <a:pt x="660473" y="506999"/>
                  </a:lnTo>
                  <a:lnTo>
                    <a:pt x="657729" y="509013"/>
                  </a:lnTo>
                  <a:lnTo>
                    <a:pt x="655054" y="509566"/>
                  </a:lnTo>
                  <a:lnTo>
                    <a:pt x="654167" y="509222"/>
                  </a:lnTo>
                  <a:lnTo>
                    <a:pt x="652653" y="509250"/>
                  </a:lnTo>
                  <a:lnTo>
                    <a:pt x="652332" y="509112"/>
                  </a:lnTo>
                  <a:lnTo>
                    <a:pt x="651939" y="508156"/>
                  </a:lnTo>
                  <a:lnTo>
                    <a:pt x="651248" y="507669"/>
                  </a:lnTo>
                  <a:lnTo>
                    <a:pt x="650116" y="507640"/>
                  </a:lnTo>
                  <a:lnTo>
                    <a:pt x="648407" y="506894"/>
                  </a:lnTo>
                  <a:lnTo>
                    <a:pt x="647610" y="506306"/>
                  </a:lnTo>
                  <a:lnTo>
                    <a:pt x="646522" y="504649"/>
                  </a:lnTo>
                  <a:lnTo>
                    <a:pt x="644334" y="505326"/>
                  </a:lnTo>
                  <a:lnTo>
                    <a:pt x="644249" y="505530"/>
                  </a:lnTo>
                  <a:lnTo>
                    <a:pt x="643860" y="504822"/>
                  </a:lnTo>
                  <a:lnTo>
                    <a:pt x="643893" y="503988"/>
                  </a:lnTo>
                  <a:lnTo>
                    <a:pt x="644133" y="503640"/>
                  </a:lnTo>
                  <a:lnTo>
                    <a:pt x="644009" y="503456"/>
                  </a:lnTo>
                  <a:lnTo>
                    <a:pt x="644243" y="503381"/>
                  </a:lnTo>
                  <a:lnTo>
                    <a:pt x="644153" y="501672"/>
                  </a:lnTo>
                  <a:lnTo>
                    <a:pt x="643062" y="498425"/>
                  </a:lnTo>
                  <a:lnTo>
                    <a:pt x="643418" y="496267"/>
                  </a:lnTo>
                  <a:lnTo>
                    <a:pt x="643286" y="495523"/>
                  </a:lnTo>
                  <a:lnTo>
                    <a:pt x="643048" y="495475"/>
                  </a:lnTo>
                  <a:lnTo>
                    <a:pt x="642872" y="494583"/>
                  </a:lnTo>
                  <a:lnTo>
                    <a:pt x="641799" y="492685"/>
                  </a:lnTo>
                  <a:lnTo>
                    <a:pt x="638552" y="496710"/>
                  </a:lnTo>
                  <a:lnTo>
                    <a:pt x="635530" y="497602"/>
                  </a:lnTo>
                  <a:lnTo>
                    <a:pt x="635119" y="497398"/>
                  </a:lnTo>
                  <a:lnTo>
                    <a:pt x="632669" y="499406"/>
                  </a:lnTo>
                  <a:lnTo>
                    <a:pt x="632182" y="496860"/>
                  </a:lnTo>
                  <a:lnTo>
                    <a:pt x="633474" y="494090"/>
                  </a:lnTo>
                  <a:lnTo>
                    <a:pt x="634162" y="493321"/>
                  </a:lnTo>
                  <a:lnTo>
                    <a:pt x="635114" y="490934"/>
                  </a:lnTo>
                  <a:lnTo>
                    <a:pt x="636458" y="488402"/>
                  </a:lnTo>
                  <a:lnTo>
                    <a:pt x="635173" y="487654"/>
                  </a:lnTo>
                  <a:lnTo>
                    <a:pt x="634155" y="486710"/>
                  </a:lnTo>
                  <a:lnTo>
                    <a:pt x="633299" y="485782"/>
                  </a:lnTo>
                  <a:lnTo>
                    <a:pt x="633061" y="484750"/>
                  </a:lnTo>
                  <a:lnTo>
                    <a:pt x="631924" y="484436"/>
                  </a:lnTo>
                  <a:lnTo>
                    <a:pt x="629827" y="492155"/>
                  </a:lnTo>
                  <a:lnTo>
                    <a:pt x="629253" y="495021"/>
                  </a:lnTo>
                  <a:lnTo>
                    <a:pt x="627664" y="494473"/>
                  </a:lnTo>
                  <a:lnTo>
                    <a:pt x="627645" y="497666"/>
                  </a:lnTo>
                  <a:lnTo>
                    <a:pt x="628851" y="503661"/>
                  </a:lnTo>
                  <a:lnTo>
                    <a:pt x="630405" y="504171"/>
                  </a:lnTo>
                  <a:lnTo>
                    <a:pt x="631583" y="504880"/>
                  </a:lnTo>
                  <a:lnTo>
                    <a:pt x="631979" y="507133"/>
                  </a:lnTo>
                  <a:lnTo>
                    <a:pt x="633017" y="509209"/>
                  </a:lnTo>
                  <a:lnTo>
                    <a:pt x="633418" y="510645"/>
                  </a:lnTo>
                  <a:lnTo>
                    <a:pt x="633204" y="512313"/>
                  </a:lnTo>
                  <a:lnTo>
                    <a:pt x="633470" y="513683"/>
                  </a:lnTo>
                  <a:lnTo>
                    <a:pt x="632602" y="513429"/>
                  </a:lnTo>
                  <a:lnTo>
                    <a:pt x="632241" y="512979"/>
                  </a:lnTo>
                  <a:lnTo>
                    <a:pt x="631395" y="514557"/>
                  </a:lnTo>
                  <a:lnTo>
                    <a:pt x="630918" y="513850"/>
                  </a:lnTo>
                  <a:lnTo>
                    <a:pt x="628090" y="512524"/>
                  </a:lnTo>
                  <a:lnTo>
                    <a:pt x="626318" y="510960"/>
                  </a:lnTo>
                  <a:lnTo>
                    <a:pt x="625298" y="510882"/>
                  </a:lnTo>
                  <a:lnTo>
                    <a:pt x="624985" y="510061"/>
                  </a:lnTo>
                  <a:lnTo>
                    <a:pt x="624175" y="509298"/>
                  </a:lnTo>
                  <a:lnTo>
                    <a:pt x="624639" y="508878"/>
                  </a:lnTo>
                  <a:lnTo>
                    <a:pt x="624644" y="508335"/>
                  </a:lnTo>
                  <a:lnTo>
                    <a:pt x="624079" y="507827"/>
                  </a:lnTo>
                  <a:lnTo>
                    <a:pt x="624318" y="507280"/>
                  </a:lnTo>
                  <a:lnTo>
                    <a:pt x="623868" y="506508"/>
                  </a:lnTo>
                  <a:lnTo>
                    <a:pt x="624228" y="506010"/>
                  </a:lnTo>
                  <a:lnTo>
                    <a:pt x="624319" y="505379"/>
                  </a:lnTo>
                  <a:lnTo>
                    <a:pt x="623965" y="505234"/>
                  </a:lnTo>
                  <a:lnTo>
                    <a:pt x="623839" y="504724"/>
                  </a:lnTo>
                  <a:lnTo>
                    <a:pt x="623432" y="504430"/>
                  </a:lnTo>
                  <a:lnTo>
                    <a:pt x="623318" y="502703"/>
                  </a:lnTo>
                  <a:lnTo>
                    <a:pt x="623633" y="500970"/>
                  </a:lnTo>
                  <a:lnTo>
                    <a:pt x="623361" y="500099"/>
                  </a:lnTo>
                  <a:lnTo>
                    <a:pt x="623473" y="499559"/>
                  </a:lnTo>
                  <a:lnTo>
                    <a:pt x="622638" y="498719"/>
                  </a:lnTo>
                  <a:lnTo>
                    <a:pt x="622876" y="497909"/>
                  </a:lnTo>
                  <a:lnTo>
                    <a:pt x="622383" y="496922"/>
                  </a:lnTo>
                  <a:lnTo>
                    <a:pt x="621491" y="496102"/>
                  </a:lnTo>
                  <a:lnTo>
                    <a:pt x="621557" y="495725"/>
                  </a:lnTo>
                  <a:lnTo>
                    <a:pt x="621066" y="495342"/>
                  </a:lnTo>
                  <a:lnTo>
                    <a:pt x="620906" y="494484"/>
                  </a:lnTo>
                  <a:lnTo>
                    <a:pt x="619766" y="492948"/>
                  </a:lnTo>
                  <a:lnTo>
                    <a:pt x="619936" y="492689"/>
                  </a:lnTo>
                  <a:lnTo>
                    <a:pt x="619841" y="490980"/>
                  </a:lnTo>
                  <a:lnTo>
                    <a:pt x="619431" y="490111"/>
                  </a:lnTo>
                  <a:lnTo>
                    <a:pt x="619649" y="489826"/>
                  </a:lnTo>
                  <a:lnTo>
                    <a:pt x="619693" y="488700"/>
                  </a:lnTo>
                  <a:lnTo>
                    <a:pt x="620370" y="486035"/>
                  </a:lnTo>
                  <a:lnTo>
                    <a:pt x="620294" y="484860"/>
                  </a:lnTo>
                  <a:lnTo>
                    <a:pt x="620478" y="484721"/>
                  </a:lnTo>
                  <a:lnTo>
                    <a:pt x="620671" y="483298"/>
                  </a:lnTo>
                  <a:lnTo>
                    <a:pt x="620863" y="483253"/>
                  </a:lnTo>
                  <a:lnTo>
                    <a:pt x="620506" y="481694"/>
                  </a:lnTo>
                  <a:lnTo>
                    <a:pt x="620953" y="479916"/>
                  </a:lnTo>
                  <a:lnTo>
                    <a:pt x="622567" y="478051"/>
                  </a:lnTo>
                  <a:lnTo>
                    <a:pt x="621217" y="477708"/>
                  </a:lnTo>
                  <a:lnTo>
                    <a:pt x="619729" y="478428"/>
                  </a:lnTo>
                  <a:lnTo>
                    <a:pt x="619344" y="478216"/>
                  </a:lnTo>
                  <a:lnTo>
                    <a:pt x="618826" y="477370"/>
                  </a:lnTo>
                  <a:lnTo>
                    <a:pt x="618841" y="475953"/>
                  </a:lnTo>
                  <a:lnTo>
                    <a:pt x="616409" y="475692"/>
                  </a:lnTo>
                  <a:lnTo>
                    <a:pt x="613749" y="475057"/>
                  </a:lnTo>
                  <a:lnTo>
                    <a:pt x="612087" y="476074"/>
                  </a:lnTo>
                  <a:lnTo>
                    <a:pt x="611961" y="476569"/>
                  </a:lnTo>
                  <a:lnTo>
                    <a:pt x="611310" y="477005"/>
                  </a:lnTo>
                  <a:lnTo>
                    <a:pt x="610211" y="477155"/>
                  </a:lnTo>
                  <a:lnTo>
                    <a:pt x="608898" y="477885"/>
                  </a:lnTo>
                  <a:lnTo>
                    <a:pt x="607806" y="477744"/>
                  </a:lnTo>
                  <a:lnTo>
                    <a:pt x="607680" y="477394"/>
                  </a:lnTo>
                  <a:lnTo>
                    <a:pt x="606571" y="477638"/>
                  </a:lnTo>
                  <a:lnTo>
                    <a:pt x="605219" y="477563"/>
                  </a:lnTo>
                  <a:lnTo>
                    <a:pt x="604242" y="476930"/>
                  </a:lnTo>
                  <a:lnTo>
                    <a:pt x="603384" y="477553"/>
                  </a:lnTo>
                  <a:lnTo>
                    <a:pt x="602169" y="477592"/>
                  </a:lnTo>
                  <a:lnTo>
                    <a:pt x="601613" y="477239"/>
                  </a:lnTo>
                  <a:lnTo>
                    <a:pt x="601169" y="477544"/>
                  </a:lnTo>
                  <a:lnTo>
                    <a:pt x="600436" y="477642"/>
                  </a:lnTo>
                  <a:lnTo>
                    <a:pt x="598904" y="477463"/>
                  </a:lnTo>
                  <a:lnTo>
                    <a:pt x="598567" y="477771"/>
                  </a:lnTo>
                  <a:lnTo>
                    <a:pt x="598074" y="477570"/>
                  </a:lnTo>
                  <a:lnTo>
                    <a:pt x="597883" y="477223"/>
                  </a:lnTo>
                  <a:lnTo>
                    <a:pt x="597134" y="477475"/>
                  </a:lnTo>
                  <a:lnTo>
                    <a:pt x="595802" y="477485"/>
                  </a:lnTo>
                  <a:lnTo>
                    <a:pt x="595279" y="477260"/>
                  </a:lnTo>
                  <a:lnTo>
                    <a:pt x="595023" y="476680"/>
                  </a:lnTo>
                  <a:lnTo>
                    <a:pt x="594565" y="476746"/>
                  </a:lnTo>
                  <a:lnTo>
                    <a:pt x="593975" y="476165"/>
                  </a:lnTo>
                  <a:lnTo>
                    <a:pt x="593999" y="477315"/>
                  </a:lnTo>
                  <a:lnTo>
                    <a:pt x="594501" y="478871"/>
                  </a:lnTo>
                  <a:lnTo>
                    <a:pt x="595263" y="482964"/>
                  </a:lnTo>
                  <a:lnTo>
                    <a:pt x="595112" y="483115"/>
                  </a:lnTo>
                  <a:lnTo>
                    <a:pt x="595200" y="484813"/>
                  </a:lnTo>
                  <a:lnTo>
                    <a:pt x="595487" y="485410"/>
                  </a:lnTo>
                  <a:lnTo>
                    <a:pt x="595331" y="485866"/>
                  </a:lnTo>
                  <a:lnTo>
                    <a:pt x="596101" y="487519"/>
                  </a:lnTo>
                  <a:lnTo>
                    <a:pt x="596138" y="489056"/>
                  </a:lnTo>
                  <a:lnTo>
                    <a:pt x="596668" y="490167"/>
                  </a:lnTo>
                  <a:lnTo>
                    <a:pt x="598525" y="491311"/>
                  </a:lnTo>
                  <a:lnTo>
                    <a:pt x="599258" y="492246"/>
                  </a:lnTo>
                  <a:lnTo>
                    <a:pt x="599284" y="492680"/>
                  </a:lnTo>
                  <a:lnTo>
                    <a:pt x="599531" y="493744"/>
                  </a:lnTo>
                  <a:lnTo>
                    <a:pt x="600431" y="495466"/>
                  </a:lnTo>
                  <a:lnTo>
                    <a:pt x="601837" y="495909"/>
                  </a:lnTo>
                  <a:lnTo>
                    <a:pt x="602037" y="496423"/>
                  </a:lnTo>
                  <a:lnTo>
                    <a:pt x="602871" y="497201"/>
                  </a:lnTo>
                  <a:lnTo>
                    <a:pt x="603014" y="497040"/>
                  </a:lnTo>
                  <a:lnTo>
                    <a:pt x="603381" y="497343"/>
                  </a:lnTo>
                  <a:lnTo>
                    <a:pt x="603624" y="498220"/>
                  </a:lnTo>
                  <a:lnTo>
                    <a:pt x="604610" y="499370"/>
                  </a:lnTo>
                  <a:lnTo>
                    <a:pt x="604457" y="499842"/>
                  </a:lnTo>
                  <a:lnTo>
                    <a:pt x="605164" y="501271"/>
                  </a:lnTo>
                  <a:lnTo>
                    <a:pt x="605019" y="503800"/>
                  </a:lnTo>
                  <a:lnTo>
                    <a:pt x="605602" y="506107"/>
                  </a:lnTo>
                  <a:lnTo>
                    <a:pt x="605966" y="506434"/>
                  </a:lnTo>
                  <a:lnTo>
                    <a:pt x="606867" y="512390"/>
                  </a:lnTo>
                  <a:lnTo>
                    <a:pt x="608065" y="515475"/>
                  </a:lnTo>
                  <a:lnTo>
                    <a:pt x="608370" y="517570"/>
                  </a:lnTo>
                  <a:lnTo>
                    <a:pt x="608687" y="517876"/>
                  </a:lnTo>
                  <a:lnTo>
                    <a:pt x="608969" y="519022"/>
                  </a:lnTo>
                  <a:lnTo>
                    <a:pt x="609595" y="520250"/>
                  </a:lnTo>
                  <a:lnTo>
                    <a:pt x="610038" y="520743"/>
                  </a:lnTo>
                  <a:lnTo>
                    <a:pt x="610658" y="522656"/>
                  </a:lnTo>
                  <a:lnTo>
                    <a:pt x="611020" y="522765"/>
                  </a:lnTo>
                  <a:lnTo>
                    <a:pt x="611465" y="523618"/>
                  </a:lnTo>
                  <a:lnTo>
                    <a:pt x="612996" y="525077"/>
                  </a:lnTo>
                  <a:lnTo>
                    <a:pt x="613511" y="526360"/>
                  </a:lnTo>
                  <a:lnTo>
                    <a:pt x="614024" y="526398"/>
                  </a:lnTo>
                  <a:lnTo>
                    <a:pt x="616109" y="528605"/>
                  </a:lnTo>
                  <a:lnTo>
                    <a:pt x="615629" y="530807"/>
                  </a:lnTo>
                  <a:lnTo>
                    <a:pt x="615746" y="531856"/>
                  </a:lnTo>
                  <a:lnTo>
                    <a:pt x="615303" y="532877"/>
                  </a:lnTo>
                  <a:lnTo>
                    <a:pt x="614319" y="534179"/>
                  </a:lnTo>
                  <a:lnTo>
                    <a:pt x="613339" y="534051"/>
                  </a:lnTo>
                  <a:lnTo>
                    <a:pt x="612198" y="533373"/>
                  </a:lnTo>
                  <a:lnTo>
                    <a:pt x="610586" y="531392"/>
                  </a:lnTo>
                  <a:lnTo>
                    <a:pt x="610430" y="534877"/>
                  </a:lnTo>
                  <a:lnTo>
                    <a:pt x="610180" y="535093"/>
                  </a:lnTo>
                  <a:lnTo>
                    <a:pt x="609817" y="536427"/>
                  </a:lnTo>
                  <a:lnTo>
                    <a:pt x="610143" y="537056"/>
                  </a:lnTo>
                  <a:lnTo>
                    <a:pt x="610059" y="538348"/>
                  </a:lnTo>
                  <a:lnTo>
                    <a:pt x="611213" y="540764"/>
                  </a:lnTo>
                  <a:lnTo>
                    <a:pt x="611889" y="541487"/>
                  </a:lnTo>
                  <a:lnTo>
                    <a:pt x="612335" y="541511"/>
                  </a:lnTo>
                  <a:lnTo>
                    <a:pt x="612623" y="541810"/>
                  </a:lnTo>
                  <a:lnTo>
                    <a:pt x="611701" y="544033"/>
                  </a:lnTo>
                  <a:lnTo>
                    <a:pt x="611270" y="544354"/>
                  </a:lnTo>
                  <a:lnTo>
                    <a:pt x="610583" y="545721"/>
                  </a:lnTo>
                  <a:lnTo>
                    <a:pt x="610587" y="546120"/>
                  </a:lnTo>
                  <a:lnTo>
                    <a:pt x="611591" y="547806"/>
                  </a:lnTo>
                  <a:lnTo>
                    <a:pt x="612036" y="550358"/>
                  </a:lnTo>
                  <a:lnTo>
                    <a:pt x="612403" y="550871"/>
                  </a:lnTo>
                  <a:lnTo>
                    <a:pt x="613074" y="550818"/>
                  </a:lnTo>
                  <a:lnTo>
                    <a:pt x="614957" y="551334"/>
                  </a:lnTo>
                  <a:lnTo>
                    <a:pt x="616060" y="551295"/>
                  </a:lnTo>
                  <a:lnTo>
                    <a:pt x="616555" y="551575"/>
                  </a:lnTo>
                  <a:lnTo>
                    <a:pt x="618836" y="554458"/>
                  </a:lnTo>
                  <a:lnTo>
                    <a:pt x="617579" y="555129"/>
                  </a:lnTo>
                  <a:lnTo>
                    <a:pt x="617210" y="554983"/>
                  </a:lnTo>
                  <a:lnTo>
                    <a:pt x="616352" y="556022"/>
                  </a:lnTo>
                  <a:lnTo>
                    <a:pt x="615228" y="556640"/>
                  </a:lnTo>
                  <a:lnTo>
                    <a:pt x="615490" y="556878"/>
                  </a:lnTo>
                  <a:lnTo>
                    <a:pt x="615458" y="557488"/>
                  </a:lnTo>
                  <a:lnTo>
                    <a:pt x="615928" y="558280"/>
                  </a:lnTo>
                  <a:lnTo>
                    <a:pt x="616501" y="558049"/>
                  </a:lnTo>
                  <a:lnTo>
                    <a:pt x="617189" y="558391"/>
                  </a:lnTo>
                  <a:lnTo>
                    <a:pt x="619041" y="560217"/>
                  </a:lnTo>
                  <a:lnTo>
                    <a:pt x="619911" y="560636"/>
                  </a:lnTo>
                  <a:lnTo>
                    <a:pt x="621438" y="560633"/>
                  </a:lnTo>
                  <a:lnTo>
                    <a:pt x="621692" y="560462"/>
                  </a:lnTo>
                  <a:lnTo>
                    <a:pt x="621790" y="560700"/>
                  </a:lnTo>
                  <a:lnTo>
                    <a:pt x="621485" y="562696"/>
                  </a:lnTo>
                  <a:lnTo>
                    <a:pt x="621213" y="563219"/>
                  </a:lnTo>
                  <a:lnTo>
                    <a:pt x="620637" y="563645"/>
                  </a:lnTo>
                  <a:lnTo>
                    <a:pt x="619411" y="563838"/>
                  </a:lnTo>
                  <a:lnTo>
                    <a:pt x="619338" y="564661"/>
                  </a:lnTo>
                  <a:lnTo>
                    <a:pt x="619561" y="564967"/>
                  </a:lnTo>
                  <a:lnTo>
                    <a:pt x="618660" y="565190"/>
                  </a:lnTo>
                  <a:lnTo>
                    <a:pt x="617963" y="565908"/>
                  </a:lnTo>
                  <a:lnTo>
                    <a:pt x="617681" y="566655"/>
                  </a:lnTo>
                  <a:lnTo>
                    <a:pt x="616204" y="567764"/>
                  </a:lnTo>
                  <a:lnTo>
                    <a:pt x="615412" y="568815"/>
                  </a:lnTo>
                  <a:lnTo>
                    <a:pt x="615604" y="569862"/>
                  </a:lnTo>
                  <a:lnTo>
                    <a:pt x="616758" y="569746"/>
                  </a:lnTo>
                  <a:lnTo>
                    <a:pt x="617101" y="569018"/>
                  </a:lnTo>
                  <a:lnTo>
                    <a:pt x="617723" y="568821"/>
                  </a:lnTo>
                  <a:lnTo>
                    <a:pt x="617938" y="569978"/>
                  </a:lnTo>
                  <a:lnTo>
                    <a:pt x="617842" y="572242"/>
                  </a:lnTo>
                  <a:lnTo>
                    <a:pt x="618667" y="572290"/>
                  </a:lnTo>
                  <a:lnTo>
                    <a:pt x="619843" y="571229"/>
                  </a:lnTo>
                  <a:lnTo>
                    <a:pt x="620301" y="571230"/>
                  </a:lnTo>
                  <a:lnTo>
                    <a:pt x="620860" y="571345"/>
                  </a:lnTo>
                  <a:lnTo>
                    <a:pt x="621450" y="572237"/>
                  </a:lnTo>
                  <a:lnTo>
                    <a:pt x="622887" y="572744"/>
                  </a:lnTo>
                  <a:lnTo>
                    <a:pt x="620563" y="574879"/>
                  </a:lnTo>
                  <a:lnTo>
                    <a:pt x="622976" y="576133"/>
                  </a:lnTo>
                  <a:lnTo>
                    <a:pt x="623622" y="576763"/>
                  </a:lnTo>
                  <a:lnTo>
                    <a:pt x="624612" y="577005"/>
                  </a:lnTo>
                  <a:lnTo>
                    <a:pt x="626267" y="576875"/>
                  </a:lnTo>
                  <a:lnTo>
                    <a:pt x="626093" y="577843"/>
                  </a:lnTo>
                  <a:lnTo>
                    <a:pt x="626657" y="578416"/>
                  </a:lnTo>
                  <a:lnTo>
                    <a:pt x="626533" y="578736"/>
                  </a:lnTo>
                  <a:lnTo>
                    <a:pt x="624788" y="579395"/>
                  </a:lnTo>
                  <a:lnTo>
                    <a:pt x="623425" y="580675"/>
                  </a:lnTo>
                  <a:lnTo>
                    <a:pt x="622417" y="580904"/>
                  </a:lnTo>
                  <a:lnTo>
                    <a:pt x="621350" y="580395"/>
                  </a:lnTo>
                  <a:lnTo>
                    <a:pt x="620546" y="581105"/>
                  </a:lnTo>
                  <a:lnTo>
                    <a:pt x="620638" y="581558"/>
                  </a:lnTo>
                  <a:lnTo>
                    <a:pt x="620463" y="581761"/>
                  </a:lnTo>
                  <a:lnTo>
                    <a:pt x="619804" y="581981"/>
                  </a:lnTo>
                  <a:lnTo>
                    <a:pt x="620194" y="582217"/>
                  </a:lnTo>
                  <a:lnTo>
                    <a:pt x="620758" y="583557"/>
                  </a:lnTo>
                  <a:lnTo>
                    <a:pt x="621267" y="583905"/>
                  </a:lnTo>
                  <a:lnTo>
                    <a:pt x="621422" y="584583"/>
                  </a:lnTo>
                  <a:lnTo>
                    <a:pt x="623277" y="586659"/>
                  </a:lnTo>
                  <a:lnTo>
                    <a:pt x="623730" y="589090"/>
                  </a:lnTo>
                  <a:lnTo>
                    <a:pt x="623549" y="590504"/>
                  </a:lnTo>
                  <a:lnTo>
                    <a:pt x="623066" y="591829"/>
                  </a:lnTo>
                  <a:lnTo>
                    <a:pt x="623134" y="592140"/>
                  </a:lnTo>
                  <a:lnTo>
                    <a:pt x="623909" y="592801"/>
                  </a:lnTo>
                  <a:lnTo>
                    <a:pt x="623873" y="593153"/>
                  </a:lnTo>
                  <a:lnTo>
                    <a:pt x="624318" y="593701"/>
                  </a:lnTo>
                  <a:lnTo>
                    <a:pt x="623075" y="594940"/>
                  </a:lnTo>
                  <a:lnTo>
                    <a:pt x="622662" y="595647"/>
                  </a:lnTo>
                  <a:lnTo>
                    <a:pt x="621534" y="596581"/>
                  </a:lnTo>
                  <a:lnTo>
                    <a:pt x="619641" y="599145"/>
                  </a:lnTo>
                  <a:lnTo>
                    <a:pt x="617745" y="600254"/>
                  </a:lnTo>
                  <a:lnTo>
                    <a:pt x="617597" y="600553"/>
                  </a:lnTo>
                  <a:lnTo>
                    <a:pt x="617520" y="600969"/>
                  </a:lnTo>
                  <a:lnTo>
                    <a:pt x="617838" y="601755"/>
                  </a:lnTo>
                  <a:lnTo>
                    <a:pt x="617342" y="603255"/>
                  </a:lnTo>
                  <a:lnTo>
                    <a:pt x="617625" y="604139"/>
                  </a:lnTo>
                  <a:lnTo>
                    <a:pt x="617374" y="605197"/>
                  </a:lnTo>
                  <a:lnTo>
                    <a:pt x="617657" y="605474"/>
                  </a:lnTo>
                  <a:lnTo>
                    <a:pt x="617521" y="606749"/>
                  </a:lnTo>
                  <a:lnTo>
                    <a:pt x="618012" y="608682"/>
                  </a:lnTo>
                  <a:lnTo>
                    <a:pt x="617745" y="609728"/>
                  </a:lnTo>
                  <a:lnTo>
                    <a:pt x="617285" y="610296"/>
                  </a:lnTo>
                  <a:lnTo>
                    <a:pt x="616928" y="611508"/>
                  </a:lnTo>
                  <a:lnTo>
                    <a:pt x="616704" y="611595"/>
                  </a:lnTo>
                  <a:lnTo>
                    <a:pt x="616829" y="611925"/>
                  </a:lnTo>
                  <a:lnTo>
                    <a:pt x="616563" y="612442"/>
                  </a:lnTo>
                  <a:lnTo>
                    <a:pt x="616943" y="613952"/>
                  </a:lnTo>
                  <a:lnTo>
                    <a:pt x="616962" y="616847"/>
                  </a:lnTo>
                  <a:lnTo>
                    <a:pt x="617512" y="617525"/>
                  </a:lnTo>
                  <a:lnTo>
                    <a:pt x="617391" y="617986"/>
                  </a:lnTo>
                  <a:lnTo>
                    <a:pt x="616461" y="618311"/>
                  </a:lnTo>
                  <a:lnTo>
                    <a:pt x="616164" y="619061"/>
                  </a:lnTo>
                  <a:lnTo>
                    <a:pt x="613261" y="621192"/>
                  </a:lnTo>
                  <a:lnTo>
                    <a:pt x="611632" y="621396"/>
                  </a:lnTo>
                  <a:lnTo>
                    <a:pt x="611057" y="620487"/>
                  </a:lnTo>
                  <a:lnTo>
                    <a:pt x="609972" y="621302"/>
                  </a:lnTo>
                  <a:lnTo>
                    <a:pt x="608105" y="621840"/>
                  </a:lnTo>
                  <a:lnTo>
                    <a:pt x="606785" y="621791"/>
                  </a:lnTo>
                  <a:lnTo>
                    <a:pt x="605951" y="622597"/>
                  </a:lnTo>
                  <a:lnTo>
                    <a:pt x="605784" y="623382"/>
                  </a:lnTo>
                  <a:lnTo>
                    <a:pt x="604211" y="624083"/>
                  </a:lnTo>
                  <a:lnTo>
                    <a:pt x="601239" y="624709"/>
                  </a:lnTo>
                  <a:lnTo>
                    <a:pt x="599631" y="625632"/>
                  </a:lnTo>
                  <a:lnTo>
                    <a:pt x="596732" y="625842"/>
                  </a:lnTo>
                  <a:lnTo>
                    <a:pt x="596320" y="626393"/>
                  </a:lnTo>
                  <a:lnTo>
                    <a:pt x="595425" y="626673"/>
                  </a:lnTo>
                  <a:lnTo>
                    <a:pt x="594521" y="627440"/>
                  </a:lnTo>
                  <a:lnTo>
                    <a:pt x="593563" y="626670"/>
                  </a:lnTo>
                  <a:lnTo>
                    <a:pt x="592964" y="625772"/>
                  </a:lnTo>
                  <a:lnTo>
                    <a:pt x="592507" y="624737"/>
                  </a:lnTo>
                  <a:lnTo>
                    <a:pt x="592491" y="622722"/>
                  </a:lnTo>
                  <a:lnTo>
                    <a:pt x="592077" y="622246"/>
                  </a:lnTo>
                  <a:lnTo>
                    <a:pt x="592062" y="621402"/>
                  </a:lnTo>
                  <a:lnTo>
                    <a:pt x="591239" y="619818"/>
                  </a:lnTo>
                  <a:lnTo>
                    <a:pt x="591325" y="619300"/>
                  </a:lnTo>
                  <a:lnTo>
                    <a:pt x="589752" y="617707"/>
                  </a:lnTo>
                  <a:lnTo>
                    <a:pt x="589834" y="617250"/>
                  </a:lnTo>
                  <a:lnTo>
                    <a:pt x="589435" y="617084"/>
                  </a:lnTo>
                  <a:lnTo>
                    <a:pt x="588700" y="614828"/>
                  </a:lnTo>
                  <a:lnTo>
                    <a:pt x="584458" y="616905"/>
                  </a:lnTo>
                  <a:lnTo>
                    <a:pt x="583863" y="616869"/>
                  </a:lnTo>
                  <a:lnTo>
                    <a:pt x="583576" y="617172"/>
                  </a:lnTo>
                  <a:lnTo>
                    <a:pt x="582016" y="616914"/>
                  </a:lnTo>
                  <a:lnTo>
                    <a:pt x="581072" y="616424"/>
                  </a:lnTo>
                  <a:lnTo>
                    <a:pt x="580143" y="614731"/>
                  </a:lnTo>
                  <a:lnTo>
                    <a:pt x="578915" y="613374"/>
                  </a:lnTo>
                  <a:lnTo>
                    <a:pt x="577518" y="613113"/>
                  </a:lnTo>
                  <a:lnTo>
                    <a:pt x="577211" y="612783"/>
                  </a:lnTo>
                  <a:lnTo>
                    <a:pt x="577019" y="611915"/>
                  </a:lnTo>
                  <a:lnTo>
                    <a:pt x="577604" y="610312"/>
                  </a:lnTo>
                  <a:lnTo>
                    <a:pt x="579328" y="608927"/>
                  </a:lnTo>
                  <a:lnTo>
                    <a:pt x="578072" y="607926"/>
                  </a:lnTo>
                  <a:lnTo>
                    <a:pt x="577572" y="608032"/>
                  </a:lnTo>
                  <a:lnTo>
                    <a:pt x="576786" y="607695"/>
                  </a:lnTo>
                  <a:lnTo>
                    <a:pt x="575937" y="607793"/>
                  </a:lnTo>
                  <a:lnTo>
                    <a:pt x="575419" y="607547"/>
                  </a:lnTo>
                  <a:lnTo>
                    <a:pt x="574157" y="607511"/>
                  </a:lnTo>
                  <a:lnTo>
                    <a:pt x="572870" y="607998"/>
                  </a:lnTo>
                  <a:lnTo>
                    <a:pt x="572568" y="607857"/>
                  </a:lnTo>
                  <a:lnTo>
                    <a:pt x="572016" y="608352"/>
                  </a:lnTo>
                  <a:lnTo>
                    <a:pt x="571543" y="608391"/>
                  </a:lnTo>
                  <a:lnTo>
                    <a:pt x="571408" y="608166"/>
                  </a:lnTo>
                  <a:lnTo>
                    <a:pt x="569213" y="607865"/>
                  </a:lnTo>
                  <a:lnTo>
                    <a:pt x="569572" y="606463"/>
                  </a:lnTo>
                  <a:lnTo>
                    <a:pt x="570577" y="605279"/>
                  </a:lnTo>
                  <a:lnTo>
                    <a:pt x="570576" y="604769"/>
                  </a:lnTo>
                  <a:lnTo>
                    <a:pt x="571535" y="604046"/>
                  </a:lnTo>
                  <a:lnTo>
                    <a:pt x="572700" y="604017"/>
                  </a:lnTo>
                  <a:lnTo>
                    <a:pt x="573871" y="603436"/>
                  </a:lnTo>
                  <a:lnTo>
                    <a:pt x="574537" y="601981"/>
                  </a:lnTo>
                  <a:lnTo>
                    <a:pt x="573949" y="599755"/>
                  </a:lnTo>
                  <a:lnTo>
                    <a:pt x="573084" y="598609"/>
                  </a:lnTo>
                  <a:lnTo>
                    <a:pt x="572984" y="597958"/>
                  </a:lnTo>
                  <a:lnTo>
                    <a:pt x="572647" y="597803"/>
                  </a:lnTo>
                  <a:lnTo>
                    <a:pt x="572767" y="595952"/>
                  </a:lnTo>
                  <a:lnTo>
                    <a:pt x="572332" y="593991"/>
                  </a:lnTo>
                  <a:lnTo>
                    <a:pt x="573258" y="592285"/>
                  </a:lnTo>
                  <a:lnTo>
                    <a:pt x="573531" y="591246"/>
                  </a:lnTo>
                  <a:lnTo>
                    <a:pt x="573675" y="590259"/>
                  </a:lnTo>
                  <a:lnTo>
                    <a:pt x="573409" y="589089"/>
                  </a:lnTo>
                  <a:lnTo>
                    <a:pt x="573705" y="588344"/>
                  </a:lnTo>
                  <a:lnTo>
                    <a:pt x="574777" y="587056"/>
                  </a:lnTo>
                  <a:lnTo>
                    <a:pt x="574939" y="586180"/>
                  </a:lnTo>
                  <a:lnTo>
                    <a:pt x="573574" y="586447"/>
                  </a:lnTo>
                  <a:lnTo>
                    <a:pt x="571181" y="584917"/>
                  </a:lnTo>
                  <a:lnTo>
                    <a:pt x="569366" y="584087"/>
                  </a:lnTo>
                  <a:lnTo>
                    <a:pt x="569004" y="582022"/>
                  </a:lnTo>
                  <a:lnTo>
                    <a:pt x="567845" y="579598"/>
                  </a:lnTo>
                  <a:lnTo>
                    <a:pt x="567953" y="579001"/>
                  </a:lnTo>
                  <a:lnTo>
                    <a:pt x="568610" y="578222"/>
                  </a:lnTo>
                  <a:lnTo>
                    <a:pt x="568450" y="577076"/>
                  </a:lnTo>
                  <a:lnTo>
                    <a:pt x="568763" y="575735"/>
                  </a:lnTo>
                  <a:lnTo>
                    <a:pt x="565514" y="571890"/>
                  </a:lnTo>
                  <a:lnTo>
                    <a:pt x="565331" y="570694"/>
                  </a:lnTo>
                  <a:lnTo>
                    <a:pt x="565831" y="570110"/>
                  </a:lnTo>
                  <a:lnTo>
                    <a:pt x="566157" y="570485"/>
                  </a:lnTo>
                  <a:lnTo>
                    <a:pt x="566433" y="570483"/>
                  </a:lnTo>
                  <a:lnTo>
                    <a:pt x="566850" y="569614"/>
                  </a:lnTo>
                  <a:lnTo>
                    <a:pt x="566673" y="568895"/>
                  </a:lnTo>
                  <a:lnTo>
                    <a:pt x="566866" y="568758"/>
                  </a:lnTo>
                  <a:lnTo>
                    <a:pt x="566544" y="568377"/>
                  </a:lnTo>
                  <a:lnTo>
                    <a:pt x="566507" y="567869"/>
                  </a:lnTo>
                  <a:lnTo>
                    <a:pt x="566922" y="567178"/>
                  </a:lnTo>
                  <a:lnTo>
                    <a:pt x="567108" y="565821"/>
                  </a:lnTo>
                  <a:lnTo>
                    <a:pt x="567462" y="565302"/>
                  </a:lnTo>
                  <a:lnTo>
                    <a:pt x="568129" y="564756"/>
                  </a:lnTo>
                  <a:lnTo>
                    <a:pt x="568425" y="564874"/>
                  </a:lnTo>
                  <a:lnTo>
                    <a:pt x="569481" y="564585"/>
                  </a:lnTo>
                  <a:lnTo>
                    <a:pt x="570242" y="564093"/>
                  </a:lnTo>
                  <a:lnTo>
                    <a:pt x="570768" y="564371"/>
                  </a:lnTo>
                  <a:lnTo>
                    <a:pt x="570892" y="561055"/>
                  </a:lnTo>
                  <a:lnTo>
                    <a:pt x="570484" y="559972"/>
                  </a:lnTo>
                  <a:lnTo>
                    <a:pt x="571221" y="557690"/>
                  </a:lnTo>
                  <a:lnTo>
                    <a:pt x="571002" y="554403"/>
                  </a:lnTo>
                  <a:lnTo>
                    <a:pt x="572046" y="552852"/>
                  </a:lnTo>
                  <a:lnTo>
                    <a:pt x="572856" y="552160"/>
                  </a:lnTo>
                  <a:lnTo>
                    <a:pt x="573156" y="550524"/>
                  </a:lnTo>
                  <a:lnTo>
                    <a:pt x="573846" y="549755"/>
                  </a:lnTo>
                  <a:lnTo>
                    <a:pt x="573901" y="549337"/>
                  </a:lnTo>
                  <a:lnTo>
                    <a:pt x="573188" y="548223"/>
                  </a:lnTo>
                  <a:lnTo>
                    <a:pt x="572043" y="548917"/>
                  </a:lnTo>
                  <a:lnTo>
                    <a:pt x="571455" y="550131"/>
                  </a:lnTo>
                  <a:lnTo>
                    <a:pt x="571184" y="550274"/>
                  </a:lnTo>
                  <a:lnTo>
                    <a:pt x="571151" y="550576"/>
                  </a:lnTo>
                  <a:lnTo>
                    <a:pt x="570585" y="550810"/>
                  </a:lnTo>
                  <a:lnTo>
                    <a:pt x="570546" y="551156"/>
                  </a:lnTo>
                  <a:lnTo>
                    <a:pt x="569926" y="551399"/>
                  </a:lnTo>
                  <a:lnTo>
                    <a:pt x="569891" y="551597"/>
                  </a:lnTo>
                  <a:lnTo>
                    <a:pt x="569227" y="551693"/>
                  </a:lnTo>
                  <a:lnTo>
                    <a:pt x="568374" y="552403"/>
                  </a:lnTo>
                  <a:lnTo>
                    <a:pt x="568120" y="553302"/>
                  </a:lnTo>
                  <a:lnTo>
                    <a:pt x="567416" y="553925"/>
                  </a:lnTo>
                  <a:lnTo>
                    <a:pt x="567342" y="554361"/>
                  </a:lnTo>
                  <a:lnTo>
                    <a:pt x="566976" y="554515"/>
                  </a:lnTo>
                  <a:lnTo>
                    <a:pt x="566971" y="554860"/>
                  </a:lnTo>
                  <a:lnTo>
                    <a:pt x="566489" y="555396"/>
                  </a:lnTo>
                  <a:lnTo>
                    <a:pt x="566657" y="555601"/>
                  </a:lnTo>
                  <a:lnTo>
                    <a:pt x="566318" y="556385"/>
                  </a:lnTo>
                  <a:lnTo>
                    <a:pt x="564422" y="555266"/>
                  </a:lnTo>
                  <a:lnTo>
                    <a:pt x="562869" y="551990"/>
                  </a:lnTo>
                  <a:lnTo>
                    <a:pt x="562610" y="550965"/>
                  </a:lnTo>
                  <a:lnTo>
                    <a:pt x="562406" y="551005"/>
                  </a:lnTo>
                  <a:lnTo>
                    <a:pt x="563183" y="549965"/>
                  </a:lnTo>
                  <a:lnTo>
                    <a:pt x="563209" y="549501"/>
                  </a:lnTo>
                  <a:lnTo>
                    <a:pt x="564816" y="548093"/>
                  </a:lnTo>
                  <a:lnTo>
                    <a:pt x="564923" y="547551"/>
                  </a:lnTo>
                  <a:lnTo>
                    <a:pt x="565391" y="547492"/>
                  </a:lnTo>
                  <a:lnTo>
                    <a:pt x="566276" y="546345"/>
                  </a:lnTo>
                  <a:lnTo>
                    <a:pt x="566499" y="545335"/>
                  </a:lnTo>
                  <a:lnTo>
                    <a:pt x="566831" y="545196"/>
                  </a:lnTo>
                  <a:lnTo>
                    <a:pt x="566861" y="544612"/>
                  </a:lnTo>
                  <a:lnTo>
                    <a:pt x="567604" y="543845"/>
                  </a:lnTo>
                  <a:lnTo>
                    <a:pt x="567897" y="542820"/>
                  </a:lnTo>
                  <a:lnTo>
                    <a:pt x="567773" y="542555"/>
                  </a:lnTo>
                  <a:lnTo>
                    <a:pt x="566839" y="542372"/>
                  </a:lnTo>
                  <a:lnTo>
                    <a:pt x="566404" y="542754"/>
                  </a:lnTo>
                  <a:lnTo>
                    <a:pt x="565625" y="542732"/>
                  </a:lnTo>
                  <a:lnTo>
                    <a:pt x="564176" y="541205"/>
                  </a:lnTo>
                  <a:lnTo>
                    <a:pt x="563066" y="541137"/>
                  </a:lnTo>
                  <a:lnTo>
                    <a:pt x="563143" y="537635"/>
                  </a:lnTo>
                  <a:lnTo>
                    <a:pt x="562510" y="534459"/>
                  </a:lnTo>
                  <a:lnTo>
                    <a:pt x="562275" y="532400"/>
                  </a:lnTo>
                  <a:lnTo>
                    <a:pt x="562419" y="531704"/>
                  </a:lnTo>
                  <a:lnTo>
                    <a:pt x="561597" y="531497"/>
                  </a:lnTo>
                  <a:lnTo>
                    <a:pt x="561352" y="531228"/>
                  </a:lnTo>
                  <a:lnTo>
                    <a:pt x="561175" y="530463"/>
                  </a:lnTo>
                  <a:lnTo>
                    <a:pt x="560662" y="529906"/>
                  </a:lnTo>
                  <a:lnTo>
                    <a:pt x="560756" y="529336"/>
                  </a:lnTo>
                  <a:lnTo>
                    <a:pt x="560314" y="528535"/>
                  </a:lnTo>
                  <a:lnTo>
                    <a:pt x="560238" y="527675"/>
                  </a:lnTo>
                  <a:lnTo>
                    <a:pt x="559091" y="527805"/>
                  </a:lnTo>
                  <a:lnTo>
                    <a:pt x="554793" y="529407"/>
                  </a:lnTo>
                  <a:lnTo>
                    <a:pt x="553609" y="530134"/>
                  </a:lnTo>
                  <a:lnTo>
                    <a:pt x="551217" y="530704"/>
                  </a:lnTo>
                  <a:lnTo>
                    <a:pt x="551238" y="531616"/>
                  </a:lnTo>
                  <a:lnTo>
                    <a:pt x="547729" y="529573"/>
                  </a:lnTo>
                  <a:lnTo>
                    <a:pt x="546871" y="531285"/>
                  </a:lnTo>
                  <a:lnTo>
                    <a:pt x="546858" y="532646"/>
                  </a:lnTo>
                  <a:lnTo>
                    <a:pt x="547339" y="534014"/>
                  </a:lnTo>
                  <a:lnTo>
                    <a:pt x="546468" y="535509"/>
                  </a:lnTo>
                  <a:lnTo>
                    <a:pt x="546120" y="539103"/>
                  </a:lnTo>
                  <a:lnTo>
                    <a:pt x="545490" y="539029"/>
                  </a:lnTo>
                  <a:lnTo>
                    <a:pt x="544369" y="539302"/>
                  </a:lnTo>
                  <a:lnTo>
                    <a:pt x="544038" y="539572"/>
                  </a:lnTo>
                  <a:lnTo>
                    <a:pt x="543952" y="539992"/>
                  </a:lnTo>
                  <a:lnTo>
                    <a:pt x="543861" y="542220"/>
                  </a:lnTo>
                  <a:lnTo>
                    <a:pt x="543662" y="542697"/>
                  </a:lnTo>
                  <a:lnTo>
                    <a:pt x="544092" y="545956"/>
                  </a:lnTo>
                  <a:lnTo>
                    <a:pt x="544888" y="548926"/>
                  </a:lnTo>
                  <a:lnTo>
                    <a:pt x="544583" y="550028"/>
                  </a:lnTo>
                  <a:lnTo>
                    <a:pt x="542808" y="552064"/>
                  </a:lnTo>
                  <a:lnTo>
                    <a:pt x="540807" y="555759"/>
                  </a:lnTo>
                  <a:lnTo>
                    <a:pt x="539356" y="556610"/>
                  </a:lnTo>
                  <a:lnTo>
                    <a:pt x="537516" y="556825"/>
                  </a:lnTo>
                  <a:lnTo>
                    <a:pt x="534495" y="557120"/>
                  </a:lnTo>
                  <a:lnTo>
                    <a:pt x="532753" y="557858"/>
                  </a:lnTo>
                  <a:lnTo>
                    <a:pt x="531890" y="558714"/>
                  </a:lnTo>
                  <a:lnTo>
                    <a:pt x="531112" y="558919"/>
                  </a:lnTo>
                  <a:lnTo>
                    <a:pt x="531013" y="559449"/>
                  </a:lnTo>
                  <a:lnTo>
                    <a:pt x="530329" y="560178"/>
                  </a:lnTo>
                  <a:lnTo>
                    <a:pt x="530105" y="560821"/>
                  </a:lnTo>
                  <a:lnTo>
                    <a:pt x="529788" y="562320"/>
                  </a:lnTo>
                  <a:lnTo>
                    <a:pt x="530062" y="563741"/>
                  </a:lnTo>
                  <a:lnTo>
                    <a:pt x="529435" y="564838"/>
                  </a:lnTo>
                  <a:lnTo>
                    <a:pt x="529511" y="565715"/>
                  </a:lnTo>
                  <a:lnTo>
                    <a:pt x="530072" y="566904"/>
                  </a:lnTo>
                  <a:lnTo>
                    <a:pt x="529177" y="568514"/>
                  </a:lnTo>
                  <a:lnTo>
                    <a:pt x="528965" y="569447"/>
                  </a:lnTo>
                  <a:lnTo>
                    <a:pt x="528146" y="569741"/>
                  </a:lnTo>
                  <a:lnTo>
                    <a:pt x="527438" y="568976"/>
                  </a:lnTo>
                  <a:lnTo>
                    <a:pt x="524828" y="567118"/>
                  </a:lnTo>
                  <a:lnTo>
                    <a:pt x="524225" y="565927"/>
                  </a:lnTo>
                  <a:lnTo>
                    <a:pt x="524091" y="563866"/>
                  </a:lnTo>
                  <a:lnTo>
                    <a:pt x="521533" y="563546"/>
                  </a:lnTo>
                  <a:lnTo>
                    <a:pt x="518035" y="564312"/>
                  </a:lnTo>
                  <a:lnTo>
                    <a:pt x="517654" y="564086"/>
                  </a:lnTo>
                  <a:lnTo>
                    <a:pt x="516633" y="564040"/>
                  </a:lnTo>
                  <a:lnTo>
                    <a:pt x="516481" y="564376"/>
                  </a:lnTo>
                  <a:lnTo>
                    <a:pt x="515238" y="564888"/>
                  </a:lnTo>
                  <a:lnTo>
                    <a:pt x="515031" y="565609"/>
                  </a:lnTo>
                  <a:lnTo>
                    <a:pt x="514708" y="565486"/>
                  </a:lnTo>
                  <a:lnTo>
                    <a:pt x="514649" y="565922"/>
                  </a:lnTo>
                  <a:lnTo>
                    <a:pt x="513921" y="566014"/>
                  </a:lnTo>
                  <a:lnTo>
                    <a:pt x="513450" y="568015"/>
                  </a:lnTo>
                  <a:lnTo>
                    <a:pt x="513912" y="568725"/>
                  </a:lnTo>
                  <a:lnTo>
                    <a:pt x="513959" y="569205"/>
                  </a:lnTo>
                  <a:lnTo>
                    <a:pt x="513579" y="569657"/>
                  </a:lnTo>
                  <a:lnTo>
                    <a:pt x="513857" y="570051"/>
                  </a:lnTo>
                  <a:lnTo>
                    <a:pt x="513759" y="570917"/>
                  </a:lnTo>
                  <a:lnTo>
                    <a:pt x="513954" y="571065"/>
                  </a:lnTo>
                  <a:lnTo>
                    <a:pt x="513987" y="572102"/>
                  </a:lnTo>
                  <a:lnTo>
                    <a:pt x="513960" y="573263"/>
                  </a:lnTo>
                  <a:lnTo>
                    <a:pt x="513700" y="573907"/>
                  </a:lnTo>
                  <a:lnTo>
                    <a:pt x="513860" y="574810"/>
                  </a:lnTo>
                  <a:lnTo>
                    <a:pt x="514611" y="574972"/>
                  </a:lnTo>
                  <a:lnTo>
                    <a:pt x="514592" y="575702"/>
                  </a:lnTo>
                  <a:lnTo>
                    <a:pt x="514005" y="576391"/>
                  </a:lnTo>
                  <a:lnTo>
                    <a:pt x="514613" y="577233"/>
                  </a:lnTo>
                  <a:lnTo>
                    <a:pt x="514430" y="577953"/>
                  </a:lnTo>
                  <a:lnTo>
                    <a:pt x="513830" y="578159"/>
                  </a:lnTo>
                  <a:lnTo>
                    <a:pt x="513880" y="578685"/>
                  </a:lnTo>
                  <a:lnTo>
                    <a:pt x="514205" y="579032"/>
                  </a:lnTo>
                  <a:lnTo>
                    <a:pt x="513764" y="580359"/>
                  </a:lnTo>
                  <a:lnTo>
                    <a:pt x="513842" y="581027"/>
                  </a:lnTo>
                  <a:lnTo>
                    <a:pt x="514184" y="581237"/>
                  </a:lnTo>
                  <a:lnTo>
                    <a:pt x="513241" y="583097"/>
                  </a:lnTo>
                  <a:lnTo>
                    <a:pt x="513522" y="584197"/>
                  </a:lnTo>
                  <a:lnTo>
                    <a:pt x="513081" y="585708"/>
                  </a:lnTo>
                  <a:lnTo>
                    <a:pt x="512832" y="586211"/>
                  </a:lnTo>
                  <a:lnTo>
                    <a:pt x="512492" y="586254"/>
                  </a:lnTo>
                  <a:lnTo>
                    <a:pt x="513210" y="587762"/>
                  </a:lnTo>
                  <a:lnTo>
                    <a:pt x="513906" y="587677"/>
                  </a:lnTo>
                  <a:lnTo>
                    <a:pt x="514147" y="588153"/>
                  </a:lnTo>
                  <a:lnTo>
                    <a:pt x="514042" y="588920"/>
                  </a:lnTo>
                  <a:lnTo>
                    <a:pt x="514594" y="589178"/>
                  </a:lnTo>
                  <a:lnTo>
                    <a:pt x="514808" y="589956"/>
                  </a:lnTo>
                  <a:lnTo>
                    <a:pt x="514687" y="590716"/>
                  </a:lnTo>
                  <a:lnTo>
                    <a:pt x="510819" y="593108"/>
                  </a:lnTo>
                  <a:lnTo>
                    <a:pt x="508486" y="593141"/>
                  </a:lnTo>
                  <a:lnTo>
                    <a:pt x="506807" y="593763"/>
                  </a:lnTo>
                  <a:lnTo>
                    <a:pt x="503476" y="591075"/>
                  </a:lnTo>
                  <a:lnTo>
                    <a:pt x="502651" y="590666"/>
                  </a:lnTo>
                  <a:lnTo>
                    <a:pt x="502039" y="589164"/>
                  </a:lnTo>
                  <a:lnTo>
                    <a:pt x="499508" y="587402"/>
                  </a:lnTo>
                  <a:lnTo>
                    <a:pt x="499188" y="586692"/>
                  </a:lnTo>
                  <a:lnTo>
                    <a:pt x="498198" y="586299"/>
                  </a:lnTo>
                  <a:lnTo>
                    <a:pt x="497704" y="585468"/>
                  </a:lnTo>
                  <a:lnTo>
                    <a:pt x="496562" y="585064"/>
                  </a:lnTo>
                  <a:lnTo>
                    <a:pt x="494407" y="583332"/>
                  </a:lnTo>
                  <a:lnTo>
                    <a:pt x="493737" y="581733"/>
                  </a:lnTo>
                  <a:lnTo>
                    <a:pt x="493024" y="581113"/>
                  </a:lnTo>
                  <a:lnTo>
                    <a:pt x="492850" y="580196"/>
                  </a:lnTo>
                  <a:lnTo>
                    <a:pt x="492007" y="579209"/>
                  </a:lnTo>
                  <a:lnTo>
                    <a:pt x="491782" y="578678"/>
                  </a:lnTo>
                  <a:lnTo>
                    <a:pt x="491793" y="577608"/>
                  </a:lnTo>
                  <a:lnTo>
                    <a:pt x="491230" y="576800"/>
                  </a:lnTo>
                  <a:lnTo>
                    <a:pt x="490086" y="575266"/>
                  </a:lnTo>
                  <a:lnTo>
                    <a:pt x="490414" y="575022"/>
                  </a:lnTo>
                  <a:lnTo>
                    <a:pt x="489197" y="573109"/>
                  </a:lnTo>
                  <a:lnTo>
                    <a:pt x="489407" y="572604"/>
                  </a:lnTo>
                  <a:lnTo>
                    <a:pt x="488692" y="571426"/>
                  </a:lnTo>
                  <a:lnTo>
                    <a:pt x="488597" y="570539"/>
                  </a:lnTo>
                  <a:lnTo>
                    <a:pt x="488235" y="569830"/>
                  </a:lnTo>
                  <a:lnTo>
                    <a:pt x="488201" y="568661"/>
                  </a:lnTo>
                  <a:lnTo>
                    <a:pt x="487672" y="568490"/>
                  </a:lnTo>
                  <a:lnTo>
                    <a:pt x="486268" y="567190"/>
                  </a:lnTo>
                  <a:lnTo>
                    <a:pt x="484521" y="566418"/>
                  </a:lnTo>
                  <a:lnTo>
                    <a:pt x="483857" y="564617"/>
                  </a:lnTo>
                  <a:lnTo>
                    <a:pt x="482749" y="564288"/>
                  </a:lnTo>
                  <a:lnTo>
                    <a:pt x="482108" y="563806"/>
                  </a:lnTo>
                  <a:lnTo>
                    <a:pt x="480708" y="563523"/>
                  </a:lnTo>
                  <a:lnTo>
                    <a:pt x="479532" y="563733"/>
                  </a:lnTo>
                  <a:lnTo>
                    <a:pt x="479017" y="563505"/>
                  </a:lnTo>
                  <a:lnTo>
                    <a:pt x="478315" y="562143"/>
                  </a:lnTo>
                  <a:lnTo>
                    <a:pt x="478448" y="561269"/>
                  </a:lnTo>
                  <a:lnTo>
                    <a:pt x="478113" y="560628"/>
                  </a:lnTo>
                  <a:lnTo>
                    <a:pt x="477093" y="559621"/>
                  </a:lnTo>
                  <a:lnTo>
                    <a:pt x="476333" y="559279"/>
                  </a:lnTo>
                  <a:lnTo>
                    <a:pt x="476059" y="558809"/>
                  </a:lnTo>
                  <a:lnTo>
                    <a:pt x="474902" y="558118"/>
                  </a:lnTo>
                  <a:lnTo>
                    <a:pt x="474412" y="556997"/>
                  </a:lnTo>
                  <a:lnTo>
                    <a:pt x="474590" y="556045"/>
                  </a:lnTo>
                  <a:lnTo>
                    <a:pt x="474239" y="554717"/>
                  </a:lnTo>
                  <a:lnTo>
                    <a:pt x="473192" y="553522"/>
                  </a:lnTo>
                  <a:lnTo>
                    <a:pt x="473145" y="552665"/>
                  </a:lnTo>
                  <a:lnTo>
                    <a:pt x="472771" y="551662"/>
                  </a:lnTo>
                  <a:lnTo>
                    <a:pt x="471521" y="550358"/>
                  </a:lnTo>
                  <a:lnTo>
                    <a:pt x="467481" y="548069"/>
                  </a:lnTo>
                  <a:lnTo>
                    <a:pt x="466038" y="546794"/>
                  </a:lnTo>
                  <a:lnTo>
                    <a:pt x="464844" y="546063"/>
                  </a:lnTo>
                  <a:lnTo>
                    <a:pt x="463471" y="545684"/>
                  </a:lnTo>
                  <a:lnTo>
                    <a:pt x="462774" y="545092"/>
                  </a:lnTo>
                  <a:lnTo>
                    <a:pt x="461591" y="544780"/>
                  </a:lnTo>
                  <a:lnTo>
                    <a:pt x="460243" y="543842"/>
                  </a:lnTo>
                  <a:lnTo>
                    <a:pt x="459316" y="544073"/>
                  </a:lnTo>
                  <a:lnTo>
                    <a:pt x="454928" y="543508"/>
                  </a:lnTo>
                  <a:lnTo>
                    <a:pt x="454296" y="543193"/>
                  </a:lnTo>
                  <a:lnTo>
                    <a:pt x="452007" y="543287"/>
                  </a:lnTo>
                  <a:lnTo>
                    <a:pt x="449705" y="543813"/>
                  </a:lnTo>
                  <a:lnTo>
                    <a:pt x="448325" y="544538"/>
                  </a:lnTo>
                  <a:lnTo>
                    <a:pt x="448466" y="544757"/>
                  </a:lnTo>
                  <a:lnTo>
                    <a:pt x="446622" y="546143"/>
                  </a:lnTo>
                  <a:lnTo>
                    <a:pt x="444786" y="547002"/>
                  </a:lnTo>
                  <a:lnTo>
                    <a:pt x="443136" y="546320"/>
                  </a:lnTo>
                  <a:lnTo>
                    <a:pt x="441790" y="545861"/>
                  </a:lnTo>
                  <a:lnTo>
                    <a:pt x="439404" y="545708"/>
                  </a:lnTo>
                  <a:lnTo>
                    <a:pt x="438681" y="545258"/>
                  </a:lnTo>
                  <a:lnTo>
                    <a:pt x="435568" y="545207"/>
                  </a:lnTo>
                  <a:lnTo>
                    <a:pt x="434102" y="544981"/>
                  </a:lnTo>
                  <a:lnTo>
                    <a:pt x="433655" y="544714"/>
                  </a:lnTo>
                  <a:lnTo>
                    <a:pt x="433252" y="544981"/>
                  </a:lnTo>
                  <a:lnTo>
                    <a:pt x="431365" y="545012"/>
                  </a:lnTo>
                  <a:lnTo>
                    <a:pt x="430151" y="544764"/>
                  </a:lnTo>
                  <a:lnTo>
                    <a:pt x="427144" y="544862"/>
                  </a:lnTo>
                  <a:lnTo>
                    <a:pt x="424946" y="544471"/>
                  </a:lnTo>
                  <a:lnTo>
                    <a:pt x="422244" y="543488"/>
                  </a:lnTo>
                  <a:lnTo>
                    <a:pt x="419655" y="541667"/>
                  </a:lnTo>
                  <a:lnTo>
                    <a:pt x="417402" y="540457"/>
                  </a:lnTo>
                  <a:lnTo>
                    <a:pt x="414913" y="540311"/>
                  </a:lnTo>
                  <a:lnTo>
                    <a:pt x="409699" y="541748"/>
                  </a:lnTo>
                  <a:lnTo>
                    <a:pt x="409067" y="542160"/>
                  </a:lnTo>
                  <a:lnTo>
                    <a:pt x="407529" y="541930"/>
                  </a:lnTo>
                  <a:lnTo>
                    <a:pt x="406104" y="542594"/>
                  </a:lnTo>
                  <a:lnTo>
                    <a:pt x="405622" y="543434"/>
                  </a:lnTo>
                  <a:lnTo>
                    <a:pt x="401509" y="544071"/>
                  </a:lnTo>
                  <a:lnTo>
                    <a:pt x="399711" y="544590"/>
                  </a:lnTo>
                  <a:lnTo>
                    <a:pt x="399278" y="544402"/>
                  </a:lnTo>
                  <a:lnTo>
                    <a:pt x="398351" y="544641"/>
                  </a:lnTo>
                  <a:lnTo>
                    <a:pt x="395929" y="545933"/>
                  </a:lnTo>
                  <a:lnTo>
                    <a:pt x="390377" y="544177"/>
                  </a:lnTo>
                  <a:lnTo>
                    <a:pt x="380909" y="536212"/>
                  </a:lnTo>
                  <a:lnTo>
                    <a:pt x="373987" y="531978"/>
                  </a:lnTo>
                  <a:lnTo>
                    <a:pt x="363512" y="527979"/>
                  </a:lnTo>
                  <a:lnTo>
                    <a:pt x="358176" y="526647"/>
                  </a:lnTo>
                  <a:lnTo>
                    <a:pt x="356830" y="526705"/>
                  </a:lnTo>
                  <a:lnTo>
                    <a:pt x="349669" y="526294"/>
                  </a:lnTo>
                  <a:lnTo>
                    <a:pt x="347683" y="523815"/>
                  </a:lnTo>
                  <a:lnTo>
                    <a:pt x="347292" y="521707"/>
                  </a:lnTo>
                  <a:lnTo>
                    <a:pt x="347551" y="517858"/>
                  </a:lnTo>
                  <a:lnTo>
                    <a:pt x="342602" y="511489"/>
                  </a:lnTo>
                  <a:lnTo>
                    <a:pt x="339583" y="508200"/>
                  </a:lnTo>
                  <a:lnTo>
                    <a:pt x="338485" y="507559"/>
                  </a:lnTo>
                  <a:lnTo>
                    <a:pt x="337557" y="504060"/>
                  </a:lnTo>
                  <a:lnTo>
                    <a:pt x="336455" y="501449"/>
                  </a:lnTo>
                  <a:lnTo>
                    <a:pt x="337075" y="499889"/>
                  </a:lnTo>
                  <a:lnTo>
                    <a:pt x="336651" y="487921"/>
                  </a:lnTo>
                  <a:lnTo>
                    <a:pt x="339194" y="482876"/>
                  </a:lnTo>
                  <a:lnTo>
                    <a:pt x="339045" y="479965"/>
                  </a:lnTo>
                  <a:lnTo>
                    <a:pt x="339025" y="477922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pg58">
              <a:extLst>
                <a:ext uri="{FF2B5EF4-FFF2-40B4-BE49-F238E27FC236}">
                  <a16:creationId xmlns:a16="http://schemas.microsoft.com/office/drawing/2014/main" id="{93B431D6-5D27-99F8-63A6-CF3D8FEAC647}"/>
                </a:ext>
              </a:extLst>
            </p:cNvPr>
            <p:cNvSpPr/>
            <p:nvPr/>
          </p:nvSpPr>
          <p:spPr>
            <a:xfrm>
              <a:off x="6150057" y="1577122"/>
              <a:ext cx="522632" cy="699278"/>
            </a:xfrm>
            <a:custGeom>
              <a:avLst/>
              <a:gdLst/>
              <a:ahLst/>
              <a:cxnLst/>
              <a:rect l="0" t="0" r="0" b="0"/>
              <a:pathLst>
                <a:path w="522632" h="699278">
                  <a:moveTo>
                    <a:pt x="129607" y="654933"/>
                  </a:moveTo>
                  <a:lnTo>
                    <a:pt x="124588" y="655988"/>
                  </a:lnTo>
                  <a:lnTo>
                    <a:pt x="119807" y="659743"/>
                  </a:lnTo>
                  <a:lnTo>
                    <a:pt x="117468" y="660518"/>
                  </a:lnTo>
                  <a:lnTo>
                    <a:pt x="116492" y="662542"/>
                  </a:lnTo>
                  <a:lnTo>
                    <a:pt x="114158" y="665813"/>
                  </a:lnTo>
                  <a:lnTo>
                    <a:pt x="111597" y="668864"/>
                  </a:lnTo>
                  <a:lnTo>
                    <a:pt x="107413" y="671932"/>
                  </a:lnTo>
                  <a:lnTo>
                    <a:pt x="108074" y="674456"/>
                  </a:lnTo>
                  <a:lnTo>
                    <a:pt x="105079" y="678154"/>
                  </a:lnTo>
                  <a:lnTo>
                    <a:pt x="101460" y="680471"/>
                  </a:lnTo>
                  <a:lnTo>
                    <a:pt x="100377" y="683388"/>
                  </a:lnTo>
                  <a:lnTo>
                    <a:pt x="95884" y="685660"/>
                  </a:lnTo>
                  <a:lnTo>
                    <a:pt x="94986" y="688671"/>
                  </a:lnTo>
                  <a:lnTo>
                    <a:pt x="94595" y="692754"/>
                  </a:lnTo>
                  <a:lnTo>
                    <a:pt x="92230" y="696336"/>
                  </a:lnTo>
                  <a:lnTo>
                    <a:pt x="78652" y="696400"/>
                  </a:lnTo>
                  <a:lnTo>
                    <a:pt x="76299" y="699278"/>
                  </a:lnTo>
                  <a:lnTo>
                    <a:pt x="73189" y="696943"/>
                  </a:lnTo>
                  <a:lnTo>
                    <a:pt x="70262" y="697798"/>
                  </a:lnTo>
                  <a:lnTo>
                    <a:pt x="69158" y="697571"/>
                  </a:lnTo>
                  <a:lnTo>
                    <a:pt x="63777" y="696615"/>
                  </a:lnTo>
                  <a:lnTo>
                    <a:pt x="60161" y="696572"/>
                  </a:lnTo>
                  <a:lnTo>
                    <a:pt x="55748" y="693166"/>
                  </a:lnTo>
                  <a:lnTo>
                    <a:pt x="44672" y="692819"/>
                  </a:lnTo>
                  <a:lnTo>
                    <a:pt x="44054" y="692045"/>
                  </a:lnTo>
                  <a:lnTo>
                    <a:pt x="37283" y="688874"/>
                  </a:lnTo>
                  <a:lnTo>
                    <a:pt x="37987" y="685720"/>
                  </a:lnTo>
                  <a:lnTo>
                    <a:pt x="37326" y="683312"/>
                  </a:lnTo>
                  <a:lnTo>
                    <a:pt x="37550" y="679670"/>
                  </a:lnTo>
                  <a:lnTo>
                    <a:pt x="36860" y="678403"/>
                  </a:lnTo>
                  <a:lnTo>
                    <a:pt x="37066" y="677499"/>
                  </a:lnTo>
                  <a:lnTo>
                    <a:pt x="36746" y="673647"/>
                  </a:lnTo>
                  <a:lnTo>
                    <a:pt x="36883" y="672976"/>
                  </a:lnTo>
                  <a:lnTo>
                    <a:pt x="35236" y="669870"/>
                  </a:lnTo>
                  <a:lnTo>
                    <a:pt x="34342" y="668636"/>
                  </a:lnTo>
                  <a:lnTo>
                    <a:pt x="34387" y="668032"/>
                  </a:lnTo>
                  <a:lnTo>
                    <a:pt x="33574" y="666821"/>
                  </a:lnTo>
                  <a:lnTo>
                    <a:pt x="32459" y="664360"/>
                  </a:lnTo>
                  <a:lnTo>
                    <a:pt x="31194" y="662400"/>
                  </a:lnTo>
                  <a:lnTo>
                    <a:pt x="30481" y="662058"/>
                  </a:lnTo>
                  <a:lnTo>
                    <a:pt x="29948" y="662148"/>
                  </a:lnTo>
                  <a:lnTo>
                    <a:pt x="22065" y="651556"/>
                  </a:lnTo>
                  <a:lnTo>
                    <a:pt x="19259" y="648990"/>
                  </a:lnTo>
                  <a:lnTo>
                    <a:pt x="16610" y="650434"/>
                  </a:lnTo>
                  <a:lnTo>
                    <a:pt x="14846" y="648842"/>
                  </a:lnTo>
                  <a:lnTo>
                    <a:pt x="13634" y="645818"/>
                  </a:lnTo>
                  <a:lnTo>
                    <a:pt x="12551" y="644409"/>
                  </a:lnTo>
                  <a:lnTo>
                    <a:pt x="10926" y="644159"/>
                  </a:lnTo>
                  <a:lnTo>
                    <a:pt x="9862" y="643491"/>
                  </a:lnTo>
                  <a:lnTo>
                    <a:pt x="8308" y="643815"/>
                  </a:lnTo>
                  <a:lnTo>
                    <a:pt x="6769" y="642058"/>
                  </a:lnTo>
                  <a:lnTo>
                    <a:pt x="4820" y="639132"/>
                  </a:lnTo>
                  <a:lnTo>
                    <a:pt x="5371" y="638601"/>
                  </a:lnTo>
                  <a:lnTo>
                    <a:pt x="5460" y="637746"/>
                  </a:lnTo>
                  <a:lnTo>
                    <a:pt x="5004" y="636956"/>
                  </a:lnTo>
                  <a:lnTo>
                    <a:pt x="6112" y="634778"/>
                  </a:lnTo>
                  <a:lnTo>
                    <a:pt x="6388" y="633258"/>
                  </a:lnTo>
                  <a:lnTo>
                    <a:pt x="10530" y="627357"/>
                  </a:lnTo>
                  <a:lnTo>
                    <a:pt x="14325" y="624286"/>
                  </a:lnTo>
                  <a:lnTo>
                    <a:pt x="14764" y="624702"/>
                  </a:lnTo>
                  <a:lnTo>
                    <a:pt x="17854" y="623081"/>
                  </a:lnTo>
                  <a:lnTo>
                    <a:pt x="19152" y="622776"/>
                  </a:lnTo>
                  <a:lnTo>
                    <a:pt x="19330" y="622312"/>
                  </a:lnTo>
                  <a:lnTo>
                    <a:pt x="19817" y="622160"/>
                  </a:lnTo>
                  <a:lnTo>
                    <a:pt x="18690" y="621706"/>
                  </a:lnTo>
                  <a:lnTo>
                    <a:pt x="17741" y="620835"/>
                  </a:lnTo>
                  <a:lnTo>
                    <a:pt x="18039" y="620787"/>
                  </a:lnTo>
                  <a:lnTo>
                    <a:pt x="21828" y="617328"/>
                  </a:lnTo>
                  <a:lnTo>
                    <a:pt x="25827" y="614917"/>
                  </a:lnTo>
                  <a:lnTo>
                    <a:pt x="27695" y="614364"/>
                  </a:lnTo>
                  <a:lnTo>
                    <a:pt x="33401" y="608105"/>
                  </a:lnTo>
                  <a:lnTo>
                    <a:pt x="32449" y="606824"/>
                  </a:lnTo>
                  <a:lnTo>
                    <a:pt x="28344" y="604165"/>
                  </a:lnTo>
                  <a:lnTo>
                    <a:pt x="25213" y="604606"/>
                  </a:lnTo>
                  <a:lnTo>
                    <a:pt x="19612" y="602241"/>
                  </a:lnTo>
                  <a:lnTo>
                    <a:pt x="17836" y="602701"/>
                  </a:lnTo>
                  <a:lnTo>
                    <a:pt x="11268" y="599062"/>
                  </a:lnTo>
                  <a:lnTo>
                    <a:pt x="10480" y="597587"/>
                  </a:lnTo>
                  <a:lnTo>
                    <a:pt x="9386" y="596941"/>
                  </a:lnTo>
                  <a:lnTo>
                    <a:pt x="8771" y="596098"/>
                  </a:lnTo>
                  <a:lnTo>
                    <a:pt x="7943" y="594060"/>
                  </a:lnTo>
                  <a:lnTo>
                    <a:pt x="7428" y="589969"/>
                  </a:lnTo>
                  <a:lnTo>
                    <a:pt x="4458" y="586078"/>
                  </a:lnTo>
                  <a:lnTo>
                    <a:pt x="3333" y="583224"/>
                  </a:lnTo>
                  <a:lnTo>
                    <a:pt x="2072" y="580974"/>
                  </a:lnTo>
                  <a:lnTo>
                    <a:pt x="1045" y="576864"/>
                  </a:lnTo>
                  <a:lnTo>
                    <a:pt x="1130" y="575532"/>
                  </a:lnTo>
                  <a:lnTo>
                    <a:pt x="921" y="574407"/>
                  </a:lnTo>
                  <a:lnTo>
                    <a:pt x="0" y="571996"/>
                  </a:lnTo>
                  <a:lnTo>
                    <a:pt x="4430" y="569518"/>
                  </a:lnTo>
                  <a:lnTo>
                    <a:pt x="5970" y="567818"/>
                  </a:lnTo>
                  <a:lnTo>
                    <a:pt x="11383" y="564508"/>
                  </a:lnTo>
                  <a:lnTo>
                    <a:pt x="20755" y="561493"/>
                  </a:lnTo>
                  <a:lnTo>
                    <a:pt x="23451" y="561643"/>
                  </a:lnTo>
                  <a:lnTo>
                    <a:pt x="25118" y="562036"/>
                  </a:lnTo>
                  <a:lnTo>
                    <a:pt x="27273" y="558370"/>
                  </a:lnTo>
                  <a:lnTo>
                    <a:pt x="29524" y="556428"/>
                  </a:lnTo>
                  <a:lnTo>
                    <a:pt x="33361" y="555529"/>
                  </a:lnTo>
                  <a:lnTo>
                    <a:pt x="35337" y="553519"/>
                  </a:lnTo>
                  <a:lnTo>
                    <a:pt x="38592" y="553306"/>
                  </a:lnTo>
                  <a:lnTo>
                    <a:pt x="39704" y="552483"/>
                  </a:lnTo>
                  <a:lnTo>
                    <a:pt x="51762" y="550724"/>
                  </a:lnTo>
                  <a:lnTo>
                    <a:pt x="49969" y="548066"/>
                  </a:lnTo>
                  <a:lnTo>
                    <a:pt x="50655" y="545739"/>
                  </a:lnTo>
                  <a:lnTo>
                    <a:pt x="51548" y="544913"/>
                  </a:lnTo>
                  <a:lnTo>
                    <a:pt x="51101" y="544218"/>
                  </a:lnTo>
                  <a:lnTo>
                    <a:pt x="47866" y="544596"/>
                  </a:lnTo>
                  <a:lnTo>
                    <a:pt x="47775" y="544316"/>
                  </a:lnTo>
                  <a:lnTo>
                    <a:pt x="46291" y="543453"/>
                  </a:lnTo>
                  <a:lnTo>
                    <a:pt x="43497" y="543007"/>
                  </a:lnTo>
                  <a:lnTo>
                    <a:pt x="44302" y="540519"/>
                  </a:lnTo>
                  <a:lnTo>
                    <a:pt x="44787" y="537765"/>
                  </a:lnTo>
                  <a:lnTo>
                    <a:pt x="46596" y="537416"/>
                  </a:lnTo>
                  <a:lnTo>
                    <a:pt x="48507" y="536156"/>
                  </a:lnTo>
                  <a:lnTo>
                    <a:pt x="50800" y="535273"/>
                  </a:lnTo>
                  <a:lnTo>
                    <a:pt x="52067" y="535410"/>
                  </a:lnTo>
                  <a:lnTo>
                    <a:pt x="52630" y="534218"/>
                  </a:lnTo>
                  <a:lnTo>
                    <a:pt x="53372" y="533848"/>
                  </a:lnTo>
                  <a:lnTo>
                    <a:pt x="53646" y="533952"/>
                  </a:lnTo>
                  <a:lnTo>
                    <a:pt x="54359" y="533395"/>
                  </a:lnTo>
                  <a:lnTo>
                    <a:pt x="55382" y="533658"/>
                  </a:lnTo>
                  <a:lnTo>
                    <a:pt x="60638" y="533474"/>
                  </a:lnTo>
                  <a:lnTo>
                    <a:pt x="61451" y="531447"/>
                  </a:lnTo>
                  <a:lnTo>
                    <a:pt x="62242" y="531475"/>
                  </a:lnTo>
                  <a:lnTo>
                    <a:pt x="63347" y="530901"/>
                  </a:lnTo>
                  <a:lnTo>
                    <a:pt x="62865" y="529485"/>
                  </a:lnTo>
                  <a:lnTo>
                    <a:pt x="63320" y="528663"/>
                  </a:lnTo>
                  <a:lnTo>
                    <a:pt x="62831" y="528339"/>
                  </a:lnTo>
                  <a:lnTo>
                    <a:pt x="61535" y="528094"/>
                  </a:lnTo>
                  <a:lnTo>
                    <a:pt x="61513" y="526606"/>
                  </a:lnTo>
                  <a:lnTo>
                    <a:pt x="62049" y="525735"/>
                  </a:lnTo>
                  <a:lnTo>
                    <a:pt x="62101" y="524918"/>
                  </a:lnTo>
                  <a:lnTo>
                    <a:pt x="62747" y="524468"/>
                  </a:lnTo>
                  <a:lnTo>
                    <a:pt x="62927" y="523478"/>
                  </a:lnTo>
                  <a:lnTo>
                    <a:pt x="63508" y="522898"/>
                  </a:lnTo>
                  <a:lnTo>
                    <a:pt x="64064" y="522930"/>
                  </a:lnTo>
                  <a:lnTo>
                    <a:pt x="65044" y="522552"/>
                  </a:lnTo>
                  <a:lnTo>
                    <a:pt x="67018" y="522818"/>
                  </a:lnTo>
                  <a:lnTo>
                    <a:pt x="67107" y="520612"/>
                  </a:lnTo>
                  <a:lnTo>
                    <a:pt x="66587" y="519305"/>
                  </a:lnTo>
                  <a:lnTo>
                    <a:pt x="66997" y="518264"/>
                  </a:lnTo>
                  <a:lnTo>
                    <a:pt x="67043" y="516930"/>
                  </a:lnTo>
                  <a:lnTo>
                    <a:pt x="66341" y="516018"/>
                  </a:lnTo>
                  <a:lnTo>
                    <a:pt x="65905" y="514773"/>
                  </a:lnTo>
                  <a:lnTo>
                    <a:pt x="66123" y="514342"/>
                  </a:lnTo>
                  <a:lnTo>
                    <a:pt x="66878" y="513794"/>
                  </a:lnTo>
                  <a:lnTo>
                    <a:pt x="65999" y="511002"/>
                  </a:lnTo>
                  <a:lnTo>
                    <a:pt x="65852" y="508441"/>
                  </a:lnTo>
                  <a:lnTo>
                    <a:pt x="65895" y="508123"/>
                  </a:lnTo>
                  <a:lnTo>
                    <a:pt x="67117" y="507641"/>
                  </a:lnTo>
                  <a:lnTo>
                    <a:pt x="67564" y="507636"/>
                  </a:lnTo>
                  <a:lnTo>
                    <a:pt x="69370" y="506519"/>
                  </a:lnTo>
                  <a:lnTo>
                    <a:pt x="70864" y="506070"/>
                  </a:lnTo>
                  <a:lnTo>
                    <a:pt x="72977" y="506804"/>
                  </a:lnTo>
                  <a:lnTo>
                    <a:pt x="75494" y="505406"/>
                  </a:lnTo>
                  <a:lnTo>
                    <a:pt x="79304" y="503977"/>
                  </a:lnTo>
                  <a:lnTo>
                    <a:pt x="79521" y="503683"/>
                  </a:lnTo>
                  <a:lnTo>
                    <a:pt x="79363" y="501874"/>
                  </a:lnTo>
                  <a:lnTo>
                    <a:pt x="81285" y="500193"/>
                  </a:lnTo>
                  <a:lnTo>
                    <a:pt x="82194" y="500796"/>
                  </a:lnTo>
                  <a:lnTo>
                    <a:pt x="83184" y="500846"/>
                  </a:lnTo>
                  <a:lnTo>
                    <a:pt x="84637" y="500436"/>
                  </a:lnTo>
                  <a:lnTo>
                    <a:pt x="86428" y="500338"/>
                  </a:lnTo>
                  <a:lnTo>
                    <a:pt x="87606" y="501150"/>
                  </a:lnTo>
                  <a:lnTo>
                    <a:pt x="87817" y="501573"/>
                  </a:lnTo>
                  <a:lnTo>
                    <a:pt x="88859" y="500828"/>
                  </a:lnTo>
                  <a:lnTo>
                    <a:pt x="89519" y="501273"/>
                  </a:lnTo>
                  <a:lnTo>
                    <a:pt x="89983" y="500511"/>
                  </a:lnTo>
                  <a:lnTo>
                    <a:pt x="90234" y="499943"/>
                  </a:lnTo>
                  <a:lnTo>
                    <a:pt x="90285" y="498878"/>
                  </a:lnTo>
                  <a:lnTo>
                    <a:pt x="89579" y="498959"/>
                  </a:lnTo>
                  <a:lnTo>
                    <a:pt x="89473" y="498551"/>
                  </a:lnTo>
                  <a:lnTo>
                    <a:pt x="89960" y="497236"/>
                  </a:lnTo>
                  <a:lnTo>
                    <a:pt x="90575" y="496778"/>
                  </a:lnTo>
                  <a:lnTo>
                    <a:pt x="91434" y="496994"/>
                  </a:lnTo>
                  <a:lnTo>
                    <a:pt x="92640" y="496854"/>
                  </a:lnTo>
                  <a:lnTo>
                    <a:pt x="93340" y="496174"/>
                  </a:lnTo>
                  <a:lnTo>
                    <a:pt x="94819" y="495759"/>
                  </a:lnTo>
                  <a:lnTo>
                    <a:pt x="96142" y="496507"/>
                  </a:lnTo>
                  <a:lnTo>
                    <a:pt x="97695" y="496363"/>
                  </a:lnTo>
                  <a:lnTo>
                    <a:pt x="99632" y="496786"/>
                  </a:lnTo>
                  <a:lnTo>
                    <a:pt x="101544" y="495045"/>
                  </a:lnTo>
                  <a:lnTo>
                    <a:pt x="102171" y="494147"/>
                  </a:lnTo>
                  <a:lnTo>
                    <a:pt x="102283" y="493574"/>
                  </a:lnTo>
                  <a:lnTo>
                    <a:pt x="102039" y="492206"/>
                  </a:lnTo>
                  <a:lnTo>
                    <a:pt x="103849" y="492179"/>
                  </a:lnTo>
                  <a:lnTo>
                    <a:pt x="104521" y="492045"/>
                  </a:lnTo>
                  <a:lnTo>
                    <a:pt x="105028" y="491644"/>
                  </a:lnTo>
                  <a:lnTo>
                    <a:pt x="106982" y="491559"/>
                  </a:lnTo>
                  <a:lnTo>
                    <a:pt x="108185" y="491876"/>
                  </a:lnTo>
                  <a:lnTo>
                    <a:pt x="109238" y="491696"/>
                  </a:lnTo>
                  <a:lnTo>
                    <a:pt x="109338" y="491407"/>
                  </a:lnTo>
                  <a:lnTo>
                    <a:pt x="109788" y="491267"/>
                  </a:lnTo>
                  <a:lnTo>
                    <a:pt x="110392" y="490312"/>
                  </a:lnTo>
                  <a:lnTo>
                    <a:pt x="110451" y="489589"/>
                  </a:lnTo>
                  <a:lnTo>
                    <a:pt x="109583" y="486951"/>
                  </a:lnTo>
                  <a:lnTo>
                    <a:pt x="110005" y="485001"/>
                  </a:lnTo>
                  <a:lnTo>
                    <a:pt x="109593" y="483334"/>
                  </a:lnTo>
                  <a:lnTo>
                    <a:pt x="110078" y="482807"/>
                  </a:lnTo>
                  <a:lnTo>
                    <a:pt x="109908" y="481246"/>
                  </a:lnTo>
                  <a:lnTo>
                    <a:pt x="108480" y="481841"/>
                  </a:lnTo>
                  <a:lnTo>
                    <a:pt x="107788" y="480503"/>
                  </a:lnTo>
                  <a:lnTo>
                    <a:pt x="106531" y="479192"/>
                  </a:lnTo>
                  <a:lnTo>
                    <a:pt x="104532" y="478587"/>
                  </a:lnTo>
                  <a:lnTo>
                    <a:pt x="102694" y="477389"/>
                  </a:lnTo>
                  <a:lnTo>
                    <a:pt x="101408" y="475238"/>
                  </a:lnTo>
                  <a:lnTo>
                    <a:pt x="101736" y="474496"/>
                  </a:lnTo>
                  <a:lnTo>
                    <a:pt x="101705" y="473688"/>
                  </a:lnTo>
                  <a:lnTo>
                    <a:pt x="101167" y="471396"/>
                  </a:lnTo>
                  <a:lnTo>
                    <a:pt x="100412" y="470277"/>
                  </a:lnTo>
                  <a:lnTo>
                    <a:pt x="99713" y="470068"/>
                  </a:lnTo>
                  <a:lnTo>
                    <a:pt x="97537" y="470267"/>
                  </a:lnTo>
                  <a:lnTo>
                    <a:pt x="96602" y="469824"/>
                  </a:lnTo>
                  <a:lnTo>
                    <a:pt x="94281" y="470883"/>
                  </a:lnTo>
                  <a:lnTo>
                    <a:pt x="94140" y="469576"/>
                  </a:lnTo>
                  <a:lnTo>
                    <a:pt x="94445" y="468519"/>
                  </a:lnTo>
                  <a:lnTo>
                    <a:pt x="94952" y="467979"/>
                  </a:lnTo>
                  <a:lnTo>
                    <a:pt x="95134" y="466786"/>
                  </a:lnTo>
                  <a:lnTo>
                    <a:pt x="95457" y="466169"/>
                  </a:lnTo>
                  <a:lnTo>
                    <a:pt x="95828" y="465954"/>
                  </a:lnTo>
                  <a:lnTo>
                    <a:pt x="96058" y="464876"/>
                  </a:lnTo>
                  <a:lnTo>
                    <a:pt x="95339" y="463333"/>
                  </a:lnTo>
                  <a:lnTo>
                    <a:pt x="94618" y="462780"/>
                  </a:lnTo>
                  <a:lnTo>
                    <a:pt x="94963" y="461752"/>
                  </a:lnTo>
                  <a:lnTo>
                    <a:pt x="92912" y="459490"/>
                  </a:lnTo>
                  <a:lnTo>
                    <a:pt x="93460" y="455578"/>
                  </a:lnTo>
                  <a:lnTo>
                    <a:pt x="93100" y="454897"/>
                  </a:lnTo>
                  <a:lnTo>
                    <a:pt x="92088" y="454052"/>
                  </a:lnTo>
                  <a:lnTo>
                    <a:pt x="92025" y="453567"/>
                  </a:lnTo>
                  <a:lnTo>
                    <a:pt x="94151" y="451034"/>
                  </a:lnTo>
                  <a:lnTo>
                    <a:pt x="94748" y="450907"/>
                  </a:lnTo>
                  <a:lnTo>
                    <a:pt x="95114" y="450456"/>
                  </a:lnTo>
                  <a:lnTo>
                    <a:pt x="96364" y="449749"/>
                  </a:lnTo>
                  <a:lnTo>
                    <a:pt x="98229" y="447349"/>
                  </a:lnTo>
                  <a:lnTo>
                    <a:pt x="100377" y="446402"/>
                  </a:lnTo>
                  <a:lnTo>
                    <a:pt x="100805" y="445774"/>
                  </a:lnTo>
                  <a:lnTo>
                    <a:pt x="100470" y="445147"/>
                  </a:lnTo>
                  <a:lnTo>
                    <a:pt x="100602" y="442960"/>
                  </a:lnTo>
                  <a:lnTo>
                    <a:pt x="101899" y="440970"/>
                  </a:lnTo>
                  <a:lnTo>
                    <a:pt x="101873" y="440197"/>
                  </a:lnTo>
                  <a:lnTo>
                    <a:pt x="102304" y="438967"/>
                  </a:lnTo>
                  <a:lnTo>
                    <a:pt x="103020" y="439413"/>
                  </a:lnTo>
                  <a:lnTo>
                    <a:pt x="103889" y="440527"/>
                  </a:lnTo>
                  <a:lnTo>
                    <a:pt x="105137" y="438774"/>
                  </a:lnTo>
                  <a:lnTo>
                    <a:pt x="105111" y="438135"/>
                  </a:lnTo>
                  <a:lnTo>
                    <a:pt x="104725" y="437649"/>
                  </a:lnTo>
                  <a:lnTo>
                    <a:pt x="104605" y="437035"/>
                  </a:lnTo>
                  <a:lnTo>
                    <a:pt x="105323" y="434398"/>
                  </a:lnTo>
                  <a:lnTo>
                    <a:pt x="106009" y="433527"/>
                  </a:lnTo>
                  <a:lnTo>
                    <a:pt x="106558" y="432242"/>
                  </a:lnTo>
                  <a:lnTo>
                    <a:pt x="108179" y="431321"/>
                  </a:lnTo>
                  <a:lnTo>
                    <a:pt x="108208" y="429106"/>
                  </a:lnTo>
                  <a:lnTo>
                    <a:pt x="109162" y="429417"/>
                  </a:lnTo>
                  <a:lnTo>
                    <a:pt x="110973" y="428348"/>
                  </a:lnTo>
                  <a:lnTo>
                    <a:pt x="113315" y="427751"/>
                  </a:lnTo>
                  <a:lnTo>
                    <a:pt x="114797" y="425089"/>
                  </a:lnTo>
                  <a:lnTo>
                    <a:pt x="116412" y="423852"/>
                  </a:lnTo>
                  <a:lnTo>
                    <a:pt x="120752" y="421782"/>
                  </a:lnTo>
                  <a:lnTo>
                    <a:pt x="122570" y="420165"/>
                  </a:lnTo>
                  <a:lnTo>
                    <a:pt x="123012" y="419008"/>
                  </a:lnTo>
                  <a:lnTo>
                    <a:pt x="125699" y="415819"/>
                  </a:lnTo>
                  <a:lnTo>
                    <a:pt x="126438" y="414183"/>
                  </a:lnTo>
                  <a:lnTo>
                    <a:pt x="128065" y="411968"/>
                  </a:lnTo>
                  <a:lnTo>
                    <a:pt x="127236" y="410590"/>
                  </a:lnTo>
                  <a:lnTo>
                    <a:pt x="127468" y="409860"/>
                  </a:lnTo>
                  <a:lnTo>
                    <a:pt x="128318" y="409130"/>
                  </a:lnTo>
                  <a:lnTo>
                    <a:pt x="128344" y="408524"/>
                  </a:lnTo>
                  <a:lnTo>
                    <a:pt x="127842" y="406852"/>
                  </a:lnTo>
                  <a:lnTo>
                    <a:pt x="126746" y="405485"/>
                  </a:lnTo>
                  <a:lnTo>
                    <a:pt x="127415" y="404778"/>
                  </a:lnTo>
                  <a:lnTo>
                    <a:pt x="126957" y="403292"/>
                  </a:lnTo>
                  <a:lnTo>
                    <a:pt x="128994" y="400627"/>
                  </a:lnTo>
                  <a:lnTo>
                    <a:pt x="129334" y="397154"/>
                  </a:lnTo>
                  <a:lnTo>
                    <a:pt x="129042" y="393707"/>
                  </a:lnTo>
                  <a:lnTo>
                    <a:pt x="127998" y="391862"/>
                  </a:lnTo>
                  <a:lnTo>
                    <a:pt x="130396" y="391177"/>
                  </a:lnTo>
                  <a:lnTo>
                    <a:pt x="131732" y="390406"/>
                  </a:lnTo>
                  <a:lnTo>
                    <a:pt x="134539" y="388202"/>
                  </a:lnTo>
                  <a:lnTo>
                    <a:pt x="134634" y="387667"/>
                  </a:lnTo>
                  <a:lnTo>
                    <a:pt x="135018" y="387582"/>
                  </a:lnTo>
                  <a:lnTo>
                    <a:pt x="136133" y="386080"/>
                  </a:lnTo>
                  <a:lnTo>
                    <a:pt x="139183" y="385227"/>
                  </a:lnTo>
                  <a:lnTo>
                    <a:pt x="141592" y="385034"/>
                  </a:lnTo>
                  <a:lnTo>
                    <a:pt x="142846" y="384325"/>
                  </a:lnTo>
                  <a:lnTo>
                    <a:pt x="144742" y="383760"/>
                  </a:lnTo>
                  <a:lnTo>
                    <a:pt x="145932" y="382805"/>
                  </a:lnTo>
                  <a:lnTo>
                    <a:pt x="148793" y="382177"/>
                  </a:lnTo>
                  <a:lnTo>
                    <a:pt x="149749" y="381150"/>
                  </a:lnTo>
                  <a:lnTo>
                    <a:pt x="150909" y="380806"/>
                  </a:lnTo>
                  <a:lnTo>
                    <a:pt x="152527" y="380713"/>
                  </a:lnTo>
                  <a:lnTo>
                    <a:pt x="153078" y="379811"/>
                  </a:lnTo>
                  <a:lnTo>
                    <a:pt x="153779" y="379411"/>
                  </a:lnTo>
                  <a:lnTo>
                    <a:pt x="154953" y="379535"/>
                  </a:lnTo>
                  <a:lnTo>
                    <a:pt x="156926" y="380589"/>
                  </a:lnTo>
                  <a:lnTo>
                    <a:pt x="157975" y="380554"/>
                  </a:lnTo>
                  <a:lnTo>
                    <a:pt x="158381" y="381570"/>
                  </a:lnTo>
                  <a:lnTo>
                    <a:pt x="160802" y="382515"/>
                  </a:lnTo>
                  <a:lnTo>
                    <a:pt x="162558" y="382571"/>
                  </a:lnTo>
                  <a:lnTo>
                    <a:pt x="163571" y="382283"/>
                  </a:lnTo>
                  <a:lnTo>
                    <a:pt x="164056" y="382438"/>
                  </a:lnTo>
                  <a:lnTo>
                    <a:pt x="166249" y="381455"/>
                  </a:lnTo>
                  <a:lnTo>
                    <a:pt x="165274" y="378656"/>
                  </a:lnTo>
                  <a:lnTo>
                    <a:pt x="166048" y="378574"/>
                  </a:lnTo>
                  <a:lnTo>
                    <a:pt x="167086" y="377858"/>
                  </a:lnTo>
                  <a:lnTo>
                    <a:pt x="168001" y="377633"/>
                  </a:lnTo>
                  <a:lnTo>
                    <a:pt x="169241" y="376907"/>
                  </a:lnTo>
                  <a:lnTo>
                    <a:pt x="169964" y="376213"/>
                  </a:lnTo>
                  <a:lnTo>
                    <a:pt x="171195" y="373968"/>
                  </a:lnTo>
                  <a:lnTo>
                    <a:pt x="171831" y="373708"/>
                  </a:lnTo>
                  <a:lnTo>
                    <a:pt x="171860" y="372984"/>
                  </a:lnTo>
                  <a:lnTo>
                    <a:pt x="172702" y="372385"/>
                  </a:lnTo>
                  <a:lnTo>
                    <a:pt x="173362" y="371255"/>
                  </a:lnTo>
                  <a:lnTo>
                    <a:pt x="173286" y="370720"/>
                  </a:lnTo>
                  <a:lnTo>
                    <a:pt x="171914" y="370804"/>
                  </a:lnTo>
                  <a:lnTo>
                    <a:pt x="169738" y="370331"/>
                  </a:lnTo>
                  <a:lnTo>
                    <a:pt x="169232" y="370446"/>
                  </a:lnTo>
                  <a:lnTo>
                    <a:pt x="169114" y="368489"/>
                  </a:lnTo>
                  <a:lnTo>
                    <a:pt x="169307" y="366498"/>
                  </a:lnTo>
                  <a:lnTo>
                    <a:pt x="168532" y="365073"/>
                  </a:lnTo>
                  <a:lnTo>
                    <a:pt x="168642" y="364448"/>
                  </a:lnTo>
                  <a:lnTo>
                    <a:pt x="168111" y="363797"/>
                  </a:lnTo>
                  <a:lnTo>
                    <a:pt x="166635" y="364113"/>
                  </a:lnTo>
                  <a:lnTo>
                    <a:pt x="164066" y="363429"/>
                  </a:lnTo>
                  <a:lnTo>
                    <a:pt x="163408" y="362698"/>
                  </a:lnTo>
                  <a:lnTo>
                    <a:pt x="163647" y="360272"/>
                  </a:lnTo>
                  <a:lnTo>
                    <a:pt x="162453" y="357850"/>
                  </a:lnTo>
                  <a:lnTo>
                    <a:pt x="159638" y="357910"/>
                  </a:lnTo>
                  <a:lnTo>
                    <a:pt x="159652" y="356501"/>
                  </a:lnTo>
                  <a:lnTo>
                    <a:pt x="159088" y="354731"/>
                  </a:lnTo>
                  <a:lnTo>
                    <a:pt x="157945" y="352337"/>
                  </a:lnTo>
                  <a:lnTo>
                    <a:pt x="158646" y="347121"/>
                  </a:lnTo>
                  <a:lnTo>
                    <a:pt x="157234" y="346766"/>
                  </a:lnTo>
                  <a:lnTo>
                    <a:pt x="157102" y="344280"/>
                  </a:lnTo>
                  <a:lnTo>
                    <a:pt x="156546" y="343770"/>
                  </a:lnTo>
                  <a:lnTo>
                    <a:pt x="156317" y="344703"/>
                  </a:lnTo>
                  <a:lnTo>
                    <a:pt x="155540" y="345419"/>
                  </a:lnTo>
                  <a:lnTo>
                    <a:pt x="153927" y="345374"/>
                  </a:lnTo>
                  <a:lnTo>
                    <a:pt x="152525" y="346466"/>
                  </a:lnTo>
                  <a:lnTo>
                    <a:pt x="151360" y="346613"/>
                  </a:lnTo>
                  <a:lnTo>
                    <a:pt x="150685" y="346944"/>
                  </a:lnTo>
                  <a:lnTo>
                    <a:pt x="149753" y="346955"/>
                  </a:lnTo>
                  <a:lnTo>
                    <a:pt x="148848" y="346587"/>
                  </a:lnTo>
                  <a:lnTo>
                    <a:pt x="147442" y="345290"/>
                  </a:lnTo>
                  <a:lnTo>
                    <a:pt x="145873" y="345459"/>
                  </a:lnTo>
                  <a:lnTo>
                    <a:pt x="145186" y="345813"/>
                  </a:lnTo>
                  <a:lnTo>
                    <a:pt x="143811" y="345006"/>
                  </a:lnTo>
                  <a:lnTo>
                    <a:pt x="142411" y="344639"/>
                  </a:lnTo>
                  <a:lnTo>
                    <a:pt x="141686" y="344799"/>
                  </a:lnTo>
                  <a:lnTo>
                    <a:pt x="140551" y="345484"/>
                  </a:lnTo>
                  <a:lnTo>
                    <a:pt x="141047" y="345822"/>
                  </a:lnTo>
                  <a:lnTo>
                    <a:pt x="141627" y="346740"/>
                  </a:lnTo>
                  <a:lnTo>
                    <a:pt x="141506" y="348077"/>
                  </a:lnTo>
                  <a:lnTo>
                    <a:pt x="140612" y="347785"/>
                  </a:lnTo>
                  <a:lnTo>
                    <a:pt x="139950" y="348043"/>
                  </a:lnTo>
                  <a:lnTo>
                    <a:pt x="139185" y="349319"/>
                  </a:lnTo>
                  <a:lnTo>
                    <a:pt x="138944" y="349230"/>
                  </a:lnTo>
                  <a:lnTo>
                    <a:pt x="138897" y="350492"/>
                  </a:lnTo>
                  <a:lnTo>
                    <a:pt x="137839" y="351300"/>
                  </a:lnTo>
                  <a:lnTo>
                    <a:pt x="136748" y="349214"/>
                  </a:lnTo>
                  <a:lnTo>
                    <a:pt x="136024" y="348691"/>
                  </a:lnTo>
                  <a:lnTo>
                    <a:pt x="135157" y="348815"/>
                  </a:lnTo>
                  <a:lnTo>
                    <a:pt x="133848" y="348445"/>
                  </a:lnTo>
                  <a:lnTo>
                    <a:pt x="132380" y="345506"/>
                  </a:lnTo>
                  <a:lnTo>
                    <a:pt x="131264" y="345518"/>
                  </a:lnTo>
                  <a:lnTo>
                    <a:pt x="129872" y="345908"/>
                  </a:lnTo>
                  <a:lnTo>
                    <a:pt x="128242" y="345010"/>
                  </a:lnTo>
                  <a:lnTo>
                    <a:pt x="127270" y="345203"/>
                  </a:lnTo>
                  <a:lnTo>
                    <a:pt x="126549" y="345016"/>
                  </a:lnTo>
                  <a:lnTo>
                    <a:pt x="125829" y="346237"/>
                  </a:lnTo>
                  <a:lnTo>
                    <a:pt x="125968" y="347945"/>
                  </a:lnTo>
                  <a:lnTo>
                    <a:pt x="124382" y="348708"/>
                  </a:lnTo>
                  <a:lnTo>
                    <a:pt x="122731" y="347769"/>
                  </a:lnTo>
                  <a:lnTo>
                    <a:pt x="120568" y="347158"/>
                  </a:lnTo>
                  <a:lnTo>
                    <a:pt x="119298" y="346410"/>
                  </a:lnTo>
                  <a:lnTo>
                    <a:pt x="119341" y="346858"/>
                  </a:lnTo>
                  <a:lnTo>
                    <a:pt x="119117" y="346952"/>
                  </a:lnTo>
                  <a:lnTo>
                    <a:pt x="116815" y="347144"/>
                  </a:lnTo>
                  <a:lnTo>
                    <a:pt x="115265" y="347678"/>
                  </a:lnTo>
                  <a:lnTo>
                    <a:pt x="114746" y="348425"/>
                  </a:lnTo>
                  <a:lnTo>
                    <a:pt x="113540" y="352308"/>
                  </a:lnTo>
                  <a:lnTo>
                    <a:pt x="113067" y="352817"/>
                  </a:lnTo>
                  <a:lnTo>
                    <a:pt x="112648" y="355176"/>
                  </a:lnTo>
                  <a:lnTo>
                    <a:pt x="112587" y="356283"/>
                  </a:lnTo>
                  <a:lnTo>
                    <a:pt x="112775" y="356675"/>
                  </a:lnTo>
                  <a:lnTo>
                    <a:pt x="111329" y="357303"/>
                  </a:lnTo>
                  <a:lnTo>
                    <a:pt x="110832" y="357358"/>
                  </a:lnTo>
                  <a:lnTo>
                    <a:pt x="108612" y="356005"/>
                  </a:lnTo>
                  <a:lnTo>
                    <a:pt x="107240" y="351351"/>
                  </a:lnTo>
                  <a:lnTo>
                    <a:pt x="104771" y="352369"/>
                  </a:lnTo>
                  <a:lnTo>
                    <a:pt x="103817" y="352316"/>
                  </a:lnTo>
                  <a:lnTo>
                    <a:pt x="103649" y="351809"/>
                  </a:lnTo>
                  <a:lnTo>
                    <a:pt x="102744" y="350848"/>
                  </a:lnTo>
                  <a:lnTo>
                    <a:pt x="102519" y="349942"/>
                  </a:lnTo>
                  <a:lnTo>
                    <a:pt x="102304" y="348617"/>
                  </a:lnTo>
                  <a:lnTo>
                    <a:pt x="102492" y="346730"/>
                  </a:lnTo>
                  <a:lnTo>
                    <a:pt x="101810" y="345164"/>
                  </a:lnTo>
                  <a:lnTo>
                    <a:pt x="102225" y="343497"/>
                  </a:lnTo>
                  <a:lnTo>
                    <a:pt x="102163" y="342422"/>
                  </a:lnTo>
                  <a:lnTo>
                    <a:pt x="101487" y="340717"/>
                  </a:lnTo>
                  <a:lnTo>
                    <a:pt x="101542" y="340340"/>
                  </a:lnTo>
                  <a:lnTo>
                    <a:pt x="102227" y="339591"/>
                  </a:lnTo>
                  <a:lnTo>
                    <a:pt x="102337" y="338836"/>
                  </a:lnTo>
                  <a:lnTo>
                    <a:pt x="103175" y="337686"/>
                  </a:lnTo>
                  <a:lnTo>
                    <a:pt x="102870" y="334636"/>
                  </a:lnTo>
                  <a:lnTo>
                    <a:pt x="103342" y="332864"/>
                  </a:lnTo>
                  <a:lnTo>
                    <a:pt x="102689" y="331476"/>
                  </a:lnTo>
                  <a:lnTo>
                    <a:pt x="103692" y="328485"/>
                  </a:lnTo>
                  <a:lnTo>
                    <a:pt x="103999" y="324846"/>
                  </a:lnTo>
                  <a:lnTo>
                    <a:pt x="104289" y="325043"/>
                  </a:lnTo>
                  <a:lnTo>
                    <a:pt x="104970" y="324921"/>
                  </a:lnTo>
                  <a:lnTo>
                    <a:pt x="106126" y="323661"/>
                  </a:lnTo>
                  <a:lnTo>
                    <a:pt x="107708" y="322819"/>
                  </a:lnTo>
                  <a:lnTo>
                    <a:pt x="107049" y="322425"/>
                  </a:lnTo>
                  <a:lnTo>
                    <a:pt x="107448" y="320341"/>
                  </a:lnTo>
                  <a:lnTo>
                    <a:pt x="107088" y="319887"/>
                  </a:lnTo>
                  <a:lnTo>
                    <a:pt x="105942" y="319316"/>
                  </a:lnTo>
                  <a:lnTo>
                    <a:pt x="105956" y="319085"/>
                  </a:lnTo>
                  <a:lnTo>
                    <a:pt x="106162" y="318597"/>
                  </a:lnTo>
                  <a:lnTo>
                    <a:pt x="106669" y="318199"/>
                  </a:lnTo>
                  <a:lnTo>
                    <a:pt x="107038" y="316568"/>
                  </a:lnTo>
                  <a:lnTo>
                    <a:pt x="107662" y="315870"/>
                  </a:lnTo>
                  <a:lnTo>
                    <a:pt x="108639" y="315369"/>
                  </a:lnTo>
                  <a:lnTo>
                    <a:pt x="109097" y="315394"/>
                  </a:lnTo>
                  <a:lnTo>
                    <a:pt x="110074" y="314308"/>
                  </a:lnTo>
                  <a:lnTo>
                    <a:pt x="111301" y="313829"/>
                  </a:lnTo>
                  <a:lnTo>
                    <a:pt x="111675" y="311184"/>
                  </a:lnTo>
                  <a:lnTo>
                    <a:pt x="112088" y="309958"/>
                  </a:lnTo>
                  <a:lnTo>
                    <a:pt x="113095" y="308998"/>
                  </a:lnTo>
                  <a:lnTo>
                    <a:pt x="112950" y="308641"/>
                  </a:lnTo>
                  <a:lnTo>
                    <a:pt x="114347" y="307516"/>
                  </a:lnTo>
                  <a:lnTo>
                    <a:pt x="115467" y="305294"/>
                  </a:lnTo>
                  <a:lnTo>
                    <a:pt x="115098" y="304066"/>
                  </a:lnTo>
                  <a:lnTo>
                    <a:pt x="115551" y="301352"/>
                  </a:lnTo>
                  <a:lnTo>
                    <a:pt x="114532" y="301655"/>
                  </a:lnTo>
                  <a:lnTo>
                    <a:pt x="113572" y="301572"/>
                  </a:lnTo>
                  <a:lnTo>
                    <a:pt x="112431" y="301824"/>
                  </a:lnTo>
                  <a:lnTo>
                    <a:pt x="110565" y="301608"/>
                  </a:lnTo>
                  <a:lnTo>
                    <a:pt x="109247" y="301901"/>
                  </a:lnTo>
                  <a:lnTo>
                    <a:pt x="108527" y="302341"/>
                  </a:lnTo>
                  <a:lnTo>
                    <a:pt x="106597" y="301798"/>
                  </a:lnTo>
                  <a:lnTo>
                    <a:pt x="105390" y="302122"/>
                  </a:lnTo>
                  <a:lnTo>
                    <a:pt x="104250" y="301773"/>
                  </a:lnTo>
                  <a:lnTo>
                    <a:pt x="102233" y="300628"/>
                  </a:lnTo>
                  <a:lnTo>
                    <a:pt x="100955" y="298542"/>
                  </a:lnTo>
                  <a:lnTo>
                    <a:pt x="102143" y="297723"/>
                  </a:lnTo>
                  <a:lnTo>
                    <a:pt x="102265" y="296738"/>
                  </a:lnTo>
                  <a:lnTo>
                    <a:pt x="102939" y="295669"/>
                  </a:lnTo>
                  <a:lnTo>
                    <a:pt x="105349" y="294003"/>
                  </a:lnTo>
                  <a:lnTo>
                    <a:pt x="105915" y="293157"/>
                  </a:lnTo>
                  <a:lnTo>
                    <a:pt x="107244" y="292645"/>
                  </a:lnTo>
                  <a:lnTo>
                    <a:pt x="110432" y="292533"/>
                  </a:lnTo>
                  <a:lnTo>
                    <a:pt x="109716" y="291111"/>
                  </a:lnTo>
                  <a:lnTo>
                    <a:pt x="108507" y="291165"/>
                  </a:lnTo>
                  <a:lnTo>
                    <a:pt x="107388" y="290848"/>
                  </a:lnTo>
                  <a:lnTo>
                    <a:pt x="107556" y="289470"/>
                  </a:lnTo>
                  <a:lnTo>
                    <a:pt x="108675" y="286691"/>
                  </a:lnTo>
                  <a:lnTo>
                    <a:pt x="109796" y="286657"/>
                  </a:lnTo>
                  <a:lnTo>
                    <a:pt x="110280" y="286238"/>
                  </a:lnTo>
                  <a:lnTo>
                    <a:pt x="111537" y="284742"/>
                  </a:lnTo>
                  <a:lnTo>
                    <a:pt x="111950" y="283509"/>
                  </a:lnTo>
                  <a:lnTo>
                    <a:pt x="112058" y="282377"/>
                  </a:lnTo>
                  <a:lnTo>
                    <a:pt x="111733" y="280571"/>
                  </a:lnTo>
                  <a:lnTo>
                    <a:pt x="110900" y="279309"/>
                  </a:lnTo>
                  <a:lnTo>
                    <a:pt x="109993" y="279112"/>
                  </a:lnTo>
                  <a:lnTo>
                    <a:pt x="109157" y="277973"/>
                  </a:lnTo>
                  <a:lnTo>
                    <a:pt x="107757" y="279203"/>
                  </a:lnTo>
                  <a:lnTo>
                    <a:pt x="105755" y="279081"/>
                  </a:lnTo>
                  <a:lnTo>
                    <a:pt x="103854" y="278330"/>
                  </a:lnTo>
                  <a:lnTo>
                    <a:pt x="102900" y="278636"/>
                  </a:lnTo>
                  <a:lnTo>
                    <a:pt x="101803" y="278601"/>
                  </a:lnTo>
                  <a:lnTo>
                    <a:pt x="100909" y="279362"/>
                  </a:lnTo>
                  <a:lnTo>
                    <a:pt x="98626" y="280559"/>
                  </a:lnTo>
                  <a:lnTo>
                    <a:pt x="97334" y="280726"/>
                  </a:lnTo>
                  <a:lnTo>
                    <a:pt x="97382" y="281135"/>
                  </a:lnTo>
                  <a:lnTo>
                    <a:pt x="96202" y="281288"/>
                  </a:lnTo>
                  <a:lnTo>
                    <a:pt x="95224" y="280821"/>
                  </a:lnTo>
                  <a:lnTo>
                    <a:pt x="94564" y="280937"/>
                  </a:lnTo>
                  <a:lnTo>
                    <a:pt x="93760" y="281496"/>
                  </a:lnTo>
                  <a:lnTo>
                    <a:pt x="92755" y="281189"/>
                  </a:lnTo>
                  <a:lnTo>
                    <a:pt x="92220" y="281696"/>
                  </a:lnTo>
                  <a:lnTo>
                    <a:pt x="90960" y="281704"/>
                  </a:lnTo>
                  <a:lnTo>
                    <a:pt x="90324" y="282405"/>
                  </a:lnTo>
                  <a:lnTo>
                    <a:pt x="88091" y="282137"/>
                  </a:lnTo>
                  <a:lnTo>
                    <a:pt x="85783" y="281529"/>
                  </a:lnTo>
                  <a:lnTo>
                    <a:pt x="85442" y="281813"/>
                  </a:lnTo>
                  <a:lnTo>
                    <a:pt x="85109" y="281782"/>
                  </a:lnTo>
                  <a:lnTo>
                    <a:pt x="84302" y="281319"/>
                  </a:lnTo>
                  <a:lnTo>
                    <a:pt x="84083" y="281507"/>
                  </a:lnTo>
                  <a:lnTo>
                    <a:pt x="82413" y="281517"/>
                  </a:lnTo>
                  <a:lnTo>
                    <a:pt x="81657" y="281748"/>
                  </a:lnTo>
                  <a:lnTo>
                    <a:pt x="79997" y="281029"/>
                  </a:lnTo>
                  <a:lnTo>
                    <a:pt x="78748" y="280048"/>
                  </a:lnTo>
                  <a:lnTo>
                    <a:pt x="78331" y="280001"/>
                  </a:lnTo>
                  <a:lnTo>
                    <a:pt x="77480" y="278999"/>
                  </a:lnTo>
                  <a:lnTo>
                    <a:pt x="76549" y="279050"/>
                  </a:lnTo>
                  <a:lnTo>
                    <a:pt x="76445" y="278401"/>
                  </a:lnTo>
                  <a:lnTo>
                    <a:pt x="75966" y="277992"/>
                  </a:lnTo>
                  <a:lnTo>
                    <a:pt x="76088" y="275406"/>
                  </a:lnTo>
                  <a:lnTo>
                    <a:pt x="76458" y="275094"/>
                  </a:lnTo>
                  <a:lnTo>
                    <a:pt x="76777" y="274028"/>
                  </a:lnTo>
                  <a:lnTo>
                    <a:pt x="76536" y="273060"/>
                  </a:lnTo>
                  <a:lnTo>
                    <a:pt x="76737" y="271101"/>
                  </a:lnTo>
                  <a:lnTo>
                    <a:pt x="77102" y="270131"/>
                  </a:lnTo>
                  <a:lnTo>
                    <a:pt x="78157" y="269636"/>
                  </a:lnTo>
                  <a:lnTo>
                    <a:pt x="78580" y="268785"/>
                  </a:lnTo>
                  <a:lnTo>
                    <a:pt x="79394" y="268421"/>
                  </a:lnTo>
                  <a:lnTo>
                    <a:pt x="79590" y="267531"/>
                  </a:lnTo>
                  <a:lnTo>
                    <a:pt x="81030" y="264306"/>
                  </a:lnTo>
                  <a:lnTo>
                    <a:pt x="84340" y="265694"/>
                  </a:lnTo>
                  <a:lnTo>
                    <a:pt x="86643" y="266142"/>
                  </a:lnTo>
                  <a:lnTo>
                    <a:pt x="87523" y="266042"/>
                  </a:lnTo>
                  <a:lnTo>
                    <a:pt x="88965" y="263205"/>
                  </a:lnTo>
                  <a:lnTo>
                    <a:pt x="88808" y="262594"/>
                  </a:lnTo>
                  <a:lnTo>
                    <a:pt x="87139" y="262224"/>
                  </a:lnTo>
                  <a:lnTo>
                    <a:pt x="87020" y="262687"/>
                  </a:lnTo>
                  <a:lnTo>
                    <a:pt x="86462" y="262398"/>
                  </a:lnTo>
                  <a:lnTo>
                    <a:pt x="86014" y="261451"/>
                  </a:lnTo>
                  <a:lnTo>
                    <a:pt x="84491" y="260323"/>
                  </a:lnTo>
                  <a:lnTo>
                    <a:pt x="82349" y="258260"/>
                  </a:lnTo>
                  <a:lnTo>
                    <a:pt x="81565" y="257409"/>
                  </a:lnTo>
                  <a:lnTo>
                    <a:pt x="81155" y="256548"/>
                  </a:lnTo>
                  <a:lnTo>
                    <a:pt x="80319" y="256388"/>
                  </a:lnTo>
                  <a:lnTo>
                    <a:pt x="79240" y="257056"/>
                  </a:lnTo>
                  <a:lnTo>
                    <a:pt x="78560" y="256944"/>
                  </a:lnTo>
                  <a:lnTo>
                    <a:pt x="78336" y="257286"/>
                  </a:lnTo>
                  <a:lnTo>
                    <a:pt x="77855" y="256630"/>
                  </a:lnTo>
                  <a:lnTo>
                    <a:pt x="77022" y="256552"/>
                  </a:lnTo>
                  <a:lnTo>
                    <a:pt x="75417" y="255936"/>
                  </a:lnTo>
                  <a:lnTo>
                    <a:pt x="73967" y="254885"/>
                  </a:lnTo>
                  <a:lnTo>
                    <a:pt x="73611" y="254201"/>
                  </a:lnTo>
                  <a:lnTo>
                    <a:pt x="73915" y="252030"/>
                  </a:lnTo>
                  <a:lnTo>
                    <a:pt x="72430" y="251295"/>
                  </a:lnTo>
                  <a:lnTo>
                    <a:pt x="70576" y="252439"/>
                  </a:lnTo>
                  <a:lnTo>
                    <a:pt x="68988" y="252822"/>
                  </a:lnTo>
                  <a:lnTo>
                    <a:pt x="68502" y="253142"/>
                  </a:lnTo>
                  <a:lnTo>
                    <a:pt x="69744" y="255208"/>
                  </a:lnTo>
                  <a:lnTo>
                    <a:pt x="72632" y="257711"/>
                  </a:lnTo>
                  <a:lnTo>
                    <a:pt x="71648" y="258201"/>
                  </a:lnTo>
                  <a:lnTo>
                    <a:pt x="72163" y="261415"/>
                  </a:lnTo>
                  <a:lnTo>
                    <a:pt x="69850" y="261717"/>
                  </a:lnTo>
                  <a:lnTo>
                    <a:pt x="69641" y="262075"/>
                  </a:lnTo>
                  <a:lnTo>
                    <a:pt x="68444" y="262388"/>
                  </a:lnTo>
                  <a:lnTo>
                    <a:pt x="68543" y="259476"/>
                  </a:lnTo>
                  <a:lnTo>
                    <a:pt x="66090" y="260304"/>
                  </a:lnTo>
                  <a:lnTo>
                    <a:pt x="64377" y="260155"/>
                  </a:lnTo>
                  <a:lnTo>
                    <a:pt x="64117" y="260397"/>
                  </a:lnTo>
                  <a:lnTo>
                    <a:pt x="63665" y="260324"/>
                  </a:lnTo>
                  <a:lnTo>
                    <a:pt x="63006" y="261649"/>
                  </a:lnTo>
                  <a:lnTo>
                    <a:pt x="58372" y="258445"/>
                  </a:lnTo>
                  <a:lnTo>
                    <a:pt x="56791" y="258612"/>
                  </a:lnTo>
                  <a:lnTo>
                    <a:pt x="56239" y="258904"/>
                  </a:lnTo>
                  <a:lnTo>
                    <a:pt x="55441" y="258311"/>
                  </a:lnTo>
                  <a:lnTo>
                    <a:pt x="53238" y="258781"/>
                  </a:lnTo>
                  <a:lnTo>
                    <a:pt x="52481" y="258252"/>
                  </a:lnTo>
                  <a:lnTo>
                    <a:pt x="53384" y="257451"/>
                  </a:lnTo>
                  <a:lnTo>
                    <a:pt x="53728" y="257416"/>
                  </a:lnTo>
                  <a:lnTo>
                    <a:pt x="55463" y="255744"/>
                  </a:lnTo>
                  <a:lnTo>
                    <a:pt x="56565" y="255244"/>
                  </a:lnTo>
                  <a:lnTo>
                    <a:pt x="56995" y="254668"/>
                  </a:lnTo>
                  <a:lnTo>
                    <a:pt x="57046" y="253639"/>
                  </a:lnTo>
                  <a:lnTo>
                    <a:pt x="56396" y="252885"/>
                  </a:lnTo>
                  <a:lnTo>
                    <a:pt x="56470" y="252052"/>
                  </a:lnTo>
                  <a:lnTo>
                    <a:pt x="55787" y="251166"/>
                  </a:lnTo>
                  <a:lnTo>
                    <a:pt x="52652" y="249964"/>
                  </a:lnTo>
                  <a:lnTo>
                    <a:pt x="51516" y="250099"/>
                  </a:lnTo>
                  <a:lnTo>
                    <a:pt x="50317" y="250817"/>
                  </a:lnTo>
                  <a:lnTo>
                    <a:pt x="49829" y="249287"/>
                  </a:lnTo>
                  <a:lnTo>
                    <a:pt x="49119" y="248550"/>
                  </a:lnTo>
                  <a:lnTo>
                    <a:pt x="48592" y="248432"/>
                  </a:lnTo>
                  <a:lnTo>
                    <a:pt x="47459" y="248825"/>
                  </a:lnTo>
                  <a:lnTo>
                    <a:pt x="46624" y="249535"/>
                  </a:lnTo>
                  <a:lnTo>
                    <a:pt x="45574" y="249820"/>
                  </a:lnTo>
                  <a:lnTo>
                    <a:pt x="44665" y="249626"/>
                  </a:lnTo>
                  <a:lnTo>
                    <a:pt x="43804" y="248840"/>
                  </a:lnTo>
                  <a:lnTo>
                    <a:pt x="43697" y="247893"/>
                  </a:lnTo>
                  <a:lnTo>
                    <a:pt x="42999" y="247020"/>
                  </a:lnTo>
                  <a:lnTo>
                    <a:pt x="42604" y="244860"/>
                  </a:lnTo>
                  <a:lnTo>
                    <a:pt x="41211" y="243743"/>
                  </a:lnTo>
                  <a:lnTo>
                    <a:pt x="39530" y="241696"/>
                  </a:lnTo>
                  <a:lnTo>
                    <a:pt x="38877" y="241327"/>
                  </a:lnTo>
                  <a:lnTo>
                    <a:pt x="38122" y="241529"/>
                  </a:lnTo>
                  <a:lnTo>
                    <a:pt x="36233" y="242988"/>
                  </a:lnTo>
                  <a:lnTo>
                    <a:pt x="33715" y="242921"/>
                  </a:lnTo>
                  <a:lnTo>
                    <a:pt x="33072" y="242066"/>
                  </a:lnTo>
                  <a:lnTo>
                    <a:pt x="33825" y="240928"/>
                  </a:lnTo>
                  <a:lnTo>
                    <a:pt x="33969" y="240113"/>
                  </a:lnTo>
                  <a:lnTo>
                    <a:pt x="34500" y="239856"/>
                  </a:lnTo>
                  <a:lnTo>
                    <a:pt x="35417" y="238413"/>
                  </a:lnTo>
                  <a:lnTo>
                    <a:pt x="36320" y="238004"/>
                  </a:lnTo>
                  <a:lnTo>
                    <a:pt x="36774" y="238147"/>
                  </a:lnTo>
                  <a:lnTo>
                    <a:pt x="39166" y="237434"/>
                  </a:lnTo>
                  <a:lnTo>
                    <a:pt x="40972" y="237256"/>
                  </a:lnTo>
                  <a:lnTo>
                    <a:pt x="41994" y="236304"/>
                  </a:lnTo>
                  <a:lnTo>
                    <a:pt x="42408" y="235462"/>
                  </a:lnTo>
                  <a:lnTo>
                    <a:pt x="42869" y="235391"/>
                  </a:lnTo>
                  <a:lnTo>
                    <a:pt x="43199" y="234777"/>
                  </a:lnTo>
                  <a:lnTo>
                    <a:pt x="43730" y="234365"/>
                  </a:lnTo>
                  <a:lnTo>
                    <a:pt x="45061" y="233899"/>
                  </a:lnTo>
                  <a:lnTo>
                    <a:pt x="45552" y="233408"/>
                  </a:lnTo>
                  <a:lnTo>
                    <a:pt x="47357" y="232945"/>
                  </a:lnTo>
                  <a:lnTo>
                    <a:pt x="48054" y="232394"/>
                  </a:lnTo>
                  <a:lnTo>
                    <a:pt x="48917" y="232174"/>
                  </a:lnTo>
                  <a:lnTo>
                    <a:pt x="50636" y="231188"/>
                  </a:lnTo>
                  <a:lnTo>
                    <a:pt x="51047" y="231309"/>
                  </a:lnTo>
                  <a:lnTo>
                    <a:pt x="51896" y="230615"/>
                  </a:lnTo>
                  <a:lnTo>
                    <a:pt x="53460" y="230321"/>
                  </a:lnTo>
                  <a:lnTo>
                    <a:pt x="53943" y="229993"/>
                  </a:lnTo>
                  <a:lnTo>
                    <a:pt x="56967" y="229137"/>
                  </a:lnTo>
                  <a:lnTo>
                    <a:pt x="56064" y="227535"/>
                  </a:lnTo>
                  <a:lnTo>
                    <a:pt x="55366" y="227206"/>
                  </a:lnTo>
                  <a:lnTo>
                    <a:pt x="54307" y="227214"/>
                  </a:lnTo>
                  <a:lnTo>
                    <a:pt x="54729" y="225909"/>
                  </a:lnTo>
                  <a:lnTo>
                    <a:pt x="53827" y="223491"/>
                  </a:lnTo>
                  <a:lnTo>
                    <a:pt x="53674" y="222070"/>
                  </a:lnTo>
                  <a:lnTo>
                    <a:pt x="53895" y="221326"/>
                  </a:lnTo>
                  <a:lnTo>
                    <a:pt x="54739" y="220359"/>
                  </a:lnTo>
                  <a:lnTo>
                    <a:pt x="54886" y="219768"/>
                  </a:lnTo>
                  <a:lnTo>
                    <a:pt x="53017" y="218623"/>
                  </a:lnTo>
                  <a:lnTo>
                    <a:pt x="52682" y="217668"/>
                  </a:lnTo>
                  <a:lnTo>
                    <a:pt x="50542" y="217307"/>
                  </a:lnTo>
                  <a:lnTo>
                    <a:pt x="49653" y="216387"/>
                  </a:lnTo>
                  <a:lnTo>
                    <a:pt x="49059" y="216497"/>
                  </a:lnTo>
                  <a:lnTo>
                    <a:pt x="48746" y="216153"/>
                  </a:lnTo>
                  <a:lnTo>
                    <a:pt x="47614" y="216270"/>
                  </a:lnTo>
                  <a:lnTo>
                    <a:pt x="45658" y="215707"/>
                  </a:lnTo>
                  <a:lnTo>
                    <a:pt x="44025" y="215918"/>
                  </a:lnTo>
                  <a:lnTo>
                    <a:pt x="40401" y="215329"/>
                  </a:lnTo>
                  <a:lnTo>
                    <a:pt x="39686" y="215348"/>
                  </a:lnTo>
                  <a:lnTo>
                    <a:pt x="38412" y="216215"/>
                  </a:lnTo>
                  <a:lnTo>
                    <a:pt x="36735" y="216453"/>
                  </a:lnTo>
                  <a:lnTo>
                    <a:pt x="37515" y="217910"/>
                  </a:lnTo>
                  <a:lnTo>
                    <a:pt x="40851" y="220954"/>
                  </a:lnTo>
                  <a:lnTo>
                    <a:pt x="42361" y="221794"/>
                  </a:lnTo>
                  <a:lnTo>
                    <a:pt x="42804" y="221294"/>
                  </a:lnTo>
                  <a:lnTo>
                    <a:pt x="43335" y="221752"/>
                  </a:lnTo>
                  <a:lnTo>
                    <a:pt x="44172" y="221960"/>
                  </a:lnTo>
                  <a:lnTo>
                    <a:pt x="43173" y="225679"/>
                  </a:lnTo>
                  <a:lnTo>
                    <a:pt x="40497" y="226554"/>
                  </a:lnTo>
                  <a:lnTo>
                    <a:pt x="40174" y="226579"/>
                  </a:lnTo>
                  <a:lnTo>
                    <a:pt x="40082" y="226059"/>
                  </a:lnTo>
                  <a:lnTo>
                    <a:pt x="39191" y="225428"/>
                  </a:lnTo>
                  <a:lnTo>
                    <a:pt x="38854" y="223920"/>
                  </a:lnTo>
                  <a:lnTo>
                    <a:pt x="37702" y="222430"/>
                  </a:lnTo>
                  <a:lnTo>
                    <a:pt x="36946" y="222117"/>
                  </a:lnTo>
                  <a:lnTo>
                    <a:pt x="32971" y="222176"/>
                  </a:lnTo>
                  <a:lnTo>
                    <a:pt x="30523" y="222931"/>
                  </a:lnTo>
                  <a:lnTo>
                    <a:pt x="28713" y="222931"/>
                  </a:lnTo>
                  <a:lnTo>
                    <a:pt x="28493" y="222261"/>
                  </a:lnTo>
                  <a:lnTo>
                    <a:pt x="27970" y="222218"/>
                  </a:lnTo>
                  <a:lnTo>
                    <a:pt x="25930" y="220533"/>
                  </a:lnTo>
                  <a:lnTo>
                    <a:pt x="25273" y="220229"/>
                  </a:lnTo>
                  <a:lnTo>
                    <a:pt x="23648" y="220371"/>
                  </a:lnTo>
                  <a:lnTo>
                    <a:pt x="24236" y="214920"/>
                  </a:lnTo>
                  <a:lnTo>
                    <a:pt x="23768" y="214347"/>
                  </a:lnTo>
                  <a:lnTo>
                    <a:pt x="22442" y="214021"/>
                  </a:lnTo>
                  <a:lnTo>
                    <a:pt x="22387" y="213653"/>
                  </a:lnTo>
                  <a:lnTo>
                    <a:pt x="21478" y="213067"/>
                  </a:lnTo>
                  <a:lnTo>
                    <a:pt x="21723" y="212821"/>
                  </a:lnTo>
                  <a:lnTo>
                    <a:pt x="21580" y="212305"/>
                  </a:lnTo>
                  <a:lnTo>
                    <a:pt x="23258" y="211636"/>
                  </a:lnTo>
                  <a:lnTo>
                    <a:pt x="24324" y="211734"/>
                  </a:lnTo>
                  <a:lnTo>
                    <a:pt x="25303" y="211536"/>
                  </a:lnTo>
                  <a:lnTo>
                    <a:pt x="25651" y="210922"/>
                  </a:lnTo>
                  <a:lnTo>
                    <a:pt x="24869" y="210326"/>
                  </a:lnTo>
                  <a:lnTo>
                    <a:pt x="24408" y="209635"/>
                  </a:lnTo>
                  <a:lnTo>
                    <a:pt x="23360" y="209524"/>
                  </a:lnTo>
                  <a:lnTo>
                    <a:pt x="22349" y="209076"/>
                  </a:lnTo>
                  <a:lnTo>
                    <a:pt x="21842" y="207320"/>
                  </a:lnTo>
                  <a:lnTo>
                    <a:pt x="20017" y="207930"/>
                  </a:lnTo>
                  <a:lnTo>
                    <a:pt x="19118" y="206727"/>
                  </a:lnTo>
                  <a:lnTo>
                    <a:pt x="17301" y="206239"/>
                  </a:lnTo>
                  <a:lnTo>
                    <a:pt x="17370" y="205993"/>
                  </a:lnTo>
                  <a:lnTo>
                    <a:pt x="16022" y="205365"/>
                  </a:lnTo>
                  <a:lnTo>
                    <a:pt x="15178" y="206354"/>
                  </a:lnTo>
                  <a:lnTo>
                    <a:pt x="14702" y="206189"/>
                  </a:lnTo>
                  <a:lnTo>
                    <a:pt x="13435" y="204997"/>
                  </a:lnTo>
                  <a:lnTo>
                    <a:pt x="12883" y="204130"/>
                  </a:lnTo>
                  <a:lnTo>
                    <a:pt x="12261" y="203881"/>
                  </a:lnTo>
                  <a:lnTo>
                    <a:pt x="11566" y="202948"/>
                  </a:lnTo>
                  <a:lnTo>
                    <a:pt x="10911" y="202725"/>
                  </a:lnTo>
                  <a:lnTo>
                    <a:pt x="10916" y="201964"/>
                  </a:lnTo>
                  <a:lnTo>
                    <a:pt x="9437" y="201672"/>
                  </a:lnTo>
                  <a:lnTo>
                    <a:pt x="9938" y="201316"/>
                  </a:lnTo>
                  <a:lnTo>
                    <a:pt x="9892" y="200770"/>
                  </a:lnTo>
                  <a:lnTo>
                    <a:pt x="11351" y="201151"/>
                  </a:lnTo>
                  <a:lnTo>
                    <a:pt x="14085" y="201238"/>
                  </a:lnTo>
                  <a:lnTo>
                    <a:pt x="14833" y="201052"/>
                  </a:lnTo>
                  <a:lnTo>
                    <a:pt x="16276" y="199622"/>
                  </a:lnTo>
                  <a:lnTo>
                    <a:pt x="20358" y="198846"/>
                  </a:lnTo>
                  <a:lnTo>
                    <a:pt x="21826" y="200523"/>
                  </a:lnTo>
                  <a:lnTo>
                    <a:pt x="23082" y="200508"/>
                  </a:lnTo>
                  <a:lnTo>
                    <a:pt x="27470" y="202004"/>
                  </a:lnTo>
                  <a:lnTo>
                    <a:pt x="28554" y="201858"/>
                  </a:lnTo>
                  <a:lnTo>
                    <a:pt x="28742" y="202296"/>
                  </a:lnTo>
                  <a:lnTo>
                    <a:pt x="29656" y="201519"/>
                  </a:lnTo>
                  <a:lnTo>
                    <a:pt x="30189" y="200594"/>
                  </a:lnTo>
                  <a:lnTo>
                    <a:pt x="30881" y="200493"/>
                  </a:lnTo>
                  <a:lnTo>
                    <a:pt x="31881" y="200938"/>
                  </a:lnTo>
                  <a:lnTo>
                    <a:pt x="32516" y="200405"/>
                  </a:lnTo>
                  <a:lnTo>
                    <a:pt x="33198" y="200364"/>
                  </a:lnTo>
                  <a:lnTo>
                    <a:pt x="34031" y="201113"/>
                  </a:lnTo>
                  <a:lnTo>
                    <a:pt x="34413" y="201909"/>
                  </a:lnTo>
                  <a:lnTo>
                    <a:pt x="35359" y="199616"/>
                  </a:lnTo>
                  <a:lnTo>
                    <a:pt x="35284" y="199051"/>
                  </a:lnTo>
                  <a:lnTo>
                    <a:pt x="34862" y="198508"/>
                  </a:lnTo>
                  <a:lnTo>
                    <a:pt x="34538" y="195829"/>
                  </a:lnTo>
                  <a:lnTo>
                    <a:pt x="33973" y="193941"/>
                  </a:lnTo>
                  <a:lnTo>
                    <a:pt x="34104" y="193567"/>
                  </a:lnTo>
                  <a:lnTo>
                    <a:pt x="35522" y="193349"/>
                  </a:lnTo>
                  <a:lnTo>
                    <a:pt x="36332" y="193855"/>
                  </a:lnTo>
                  <a:lnTo>
                    <a:pt x="37792" y="195664"/>
                  </a:lnTo>
                  <a:lnTo>
                    <a:pt x="38551" y="196039"/>
                  </a:lnTo>
                  <a:lnTo>
                    <a:pt x="38672" y="196606"/>
                  </a:lnTo>
                  <a:lnTo>
                    <a:pt x="41601" y="197004"/>
                  </a:lnTo>
                  <a:lnTo>
                    <a:pt x="41837" y="197268"/>
                  </a:lnTo>
                  <a:lnTo>
                    <a:pt x="41779" y="200645"/>
                  </a:lnTo>
                  <a:lnTo>
                    <a:pt x="42059" y="201933"/>
                  </a:lnTo>
                  <a:lnTo>
                    <a:pt x="42888" y="203574"/>
                  </a:lnTo>
                  <a:lnTo>
                    <a:pt x="42014" y="204452"/>
                  </a:lnTo>
                  <a:lnTo>
                    <a:pt x="41990" y="204949"/>
                  </a:lnTo>
                  <a:lnTo>
                    <a:pt x="41438" y="205774"/>
                  </a:lnTo>
                  <a:lnTo>
                    <a:pt x="43386" y="206316"/>
                  </a:lnTo>
                  <a:lnTo>
                    <a:pt x="43834" y="206750"/>
                  </a:lnTo>
                  <a:lnTo>
                    <a:pt x="45652" y="206933"/>
                  </a:lnTo>
                  <a:lnTo>
                    <a:pt x="45973" y="207845"/>
                  </a:lnTo>
                  <a:lnTo>
                    <a:pt x="47238" y="207753"/>
                  </a:lnTo>
                  <a:lnTo>
                    <a:pt x="49584" y="207432"/>
                  </a:lnTo>
                  <a:lnTo>
                    <a:pt x="49558" y="206213"/>
                  </a:lnTo>
                  <a:lnTo>
                    <a:pt x="51102" y="205178"/>
                  </a:lnTo>
                  <a:lnTo>
                    <a:pt x="51545" y="204249"/>
                  </a:lnTo>
                  <a:lnTo>
                    <a:pt x="52464" y="203920"/>
                  </a:lnTo>
                  <a:lnTo>
                    <a:pt x="52967" y="204189"/>
                  </a:lnTo>
                  <a:lnTo>
                    <a:pt x="54810" y="204365"/>
                  </a:lnTo>
                  <a:lnTo>
                    <a:pt x="55297" y="203631"/>
                  </a:lnTo>
                  <a:lnTo>
                    <a:pt x="55946" y="199817"/>
                  </a:lnTo>
                  <a:lnTo>
                    <a:pt x="55384" y="197451"/>
                  </a:lnTo>
                  <a:lnTo>
                    <a:pt x="55022" y="197055"/>
                  </a:lnTo>
                  <a:lnTo>
                    <a:pt x="53553" y="195452"/>
                  </a:lnTo>
                  <a:lnTo>
                    <a:pt x="52554" y="193623"/>
                  </a:lnTo>
                  <a:lnTo>
                    <a:pt x="51943" y="193294"/>
                  </a:lnTo>
                  <a:lnTo>
                    <a:pt x="52528" y="192032"/>
                  </a:lnTo>
                  <a:lnTo>
                    <a:pt x="52033" y="191124"/>
                  </a:lnTo>
                  <a:lnTo>
                    <a:pt x="52378" y="190015"/>
                  </a:lnTo>
                  <a:lnTo>
                    <a:pt x="51702" y="187643"/>
                  </a:lnTo>
                  <a:lnTo>
                    <a:pt x="51185" y="186893"/>
                  </a:lnTo>
                  <a:lnTo>
                    <a:pt x="52427" y="186013"/>
                  </a:lnTo>
                  <a:lnTo>
                    <a:pt x="54449" y="185849"/>
                  </a:lnTo>
                  <a:lnTo>
                    <a:pt x="55900" y="186117"/>
                  </a:lnTo>
                  <a:lnTo>
                    <a:pt x="57597" y="186767"/>
                  </a:lnTo>
                  <a:lnTo>
                    <a:pt x="59666" y="188482"/>
                  </a:lnTo>
                  <a:lnTo>
                    <a:pt x="62889" y="190216"/>
                  </a:lnTo>
                  <a:lnTo>
                    <a:pt x="64306" y="190005"/>
                  </a:lnTo>
                  <a:lnTo>
                    <a:pt x="65359" y="190128"/>
                  </a:lnTo>
                  <a:lnTo>
                    <a:pt x="64863" y="188085"/>
                  </a:lnTo>
                  <a:lnTo>
                    <a:pt x="64344" y="186960"/>
                  </a:lnTo>
                  <a:lnTo>
                    <a:pt x="64310" y="184228"/>
                  </a:lnTo>
                  <a:lnTo>
                    <a:pt x="64786" y="183851"/>
                  </a:lnTo>
                  <a:lnTo>
                    <a:pt x="67097" y="183285"/>
                  </a:lnTo>
                  <a:lnTo>
                    <a:pt x="69070" y="184150"/>
                  </a:lnTo>
                  <a:lnTo>
                    <a:pt x="71804" y="183946"/>
                  </a:lnTo>
                  <a:lnTo>
                    <a:pt x="72382" y="183511"/>
                  </a:lnTo>
                  <a:lnTo>
                    <a:pt x="72963" y="183604"/>
                  </a:lnTo>
                  <a:lnTo>
                    <a:pt x="73061" y="184765"/>
                  </a:lnTo>
                  <a:lnTo>
                    <a:pt x="74310" y="185224"/>
                  </a:lnTo>
                  <a:lnTo>
                    <a:pt x="73764" y="182406"/>
                  </a:lnTo>
                  <a:lnTo>
                    <a:pt x="73145" y="181299"/>
                  </a:lnTo>
                  <a:lnTo>
                    <a:pt x="73892" y="180713"/>
                  </a:lnTo>
                  <a:lnTo>
                    <a:pt x="74216" y="179948"/>
                  </a:lnTo>
                  <a:lnTo>
                    <a:pt x="75576" y="179680"/>
                  </a:lnTo>
                  <a:lnTo>
                    <a:pt x="76261" y="178693"/>
                  </a:lnTo>
                  <a:lnTo>
                    <a:pt x="76770" y="178513"/>
                  </a:lnTo>
                  <a:lnTo>
                    <a:pt x="77703" y="177363"/>
                  </a:lnTo>
                  <a:lnTo>
                    <a:pt x="78573" y="176998"/>
                  </a:lnTo>
                  <a:lnTo>
                    <a:pt x="80672" y="177116"/>
                  </a:lnTo>
                  <a:lnTo>
                    <a:pt x="80996" y="179491"/>
                  </a:lnTo>
                  <a:lnTo>
                    <a:pt x="83129" y="178891"/>
                  </a:lnTo>
                  <a:lnTo>
                    <a:pt x="84276" y="179205"/>
                  </a:lnTo>
                  <a:lnTo>
                    <a:pt x="84283" y="180076"/>
                  </a:lnTo>
                  <a:lnTo>
                    <a:pt x="84647" y="180301"/>
                  </a:lnTo>
                  <a:lnTo>
                    <a:pt x="84853" y="180856"/>
                  </a:lnTo>
                  <a:lnTo>
                    <a:pt x="86243" y="179795"/>
                  </a:lnTo>
                  <a:lnTo>
                    <a:pt x="87252" y="178547"/>
                  </a:lnTo>
                  <a:lnTo>
                    <a:pt x="91109" y="177627"/>
                  </a:lnTo>
                  <a:lnTo>
                    <a:pt x="90639" y="175021"/>
                  </a:lnTo>
                  <a:lnTo>
                    <a:pt x="92725" y="174179"/>
                  </a:lnTo>
                  <a:lnTo>
                    <a:pt x="91796" y="172778"/>
                  </a:lnTo>
                  <a:lnTo>
                    <a:pt x="92234" y="172549"/>
                  </a:lnTo>
                  <a:lnTo>
                    <a:pt x="93541" y="172084"/>
                  </a:lnTo>
                  <a:lnTo>
                    <a:pt x="94063" y="172281"/>
                  </a:lnTo>
                  <a:lnTo>
                    <a:pt x="95912" y="172057"/>
                  </a:lnTo>
                  <a:lnTo>
                    <a:pt x="96524" y="173007"/>
                  </a:lnTo>
                  <a:lnTo>
                    <a:pt x="96935" y="173137"/>
                  </a:lnTo>
                  <a:lnTo>
                    <a:pt x="100051" y="172109"/>
                  </a:lnTo>
                  <a:lnTo>
                    <a:pt x="102753" y="173097"/>
                  </a:lnTo>
                  <a:lnTo>
                    <a:pt x="102706" y="174965"/>
                  </a:lnTo>
                  <a:lnTo>
                    <a:pt x="104337" y="175064"/>
                  </a:lnTo>
                  <a:lnTo>
                    <a:pt x="105824" y="174615"/>
                  </a:lnTo>
                  <a:lnTo>
                    <a:pt x="105760" y="175631"/>
                  </a:lnTo>
                  <a:lnTo>
                    <a:pt x="109738" y="174657"/>
                  </a:lnTo>
                  <a:lnTo>
                    <a:pt x="108443" y="172535"/>
                  </a:lnTo>
                  <a:lnTo>
                    <a:pt x="107320" y="171597"/>
                  </a:lnTo>
                  <a:lnTo>
                    <a:pt x="106991" y="171007"/>
                  </a:lnTo>
                  <a:lnTo>
                    <a:pt x="106733" y="170331"/>
                  </a:lnTo>
                  <a:lnTo>
                    <a:pt x="106855" y="169634"/>
                  </a:lnTo>
                  <a:lnTo>
                    <a:pt x="106221" y="169039"/>
                  </a:lnTo>
                  <a:lnTo>
                    <a:pt x="105790" y="167347"/>
                  </a:lnTo>
                  <a:lnTo>
                    <a:pt x="108223" y="167305"/>
                  </a:lnTo>
                  <a:lnTo>
                    <a:pt x="107926" y="168327"/>
                  </a:lnTo>
                  <a:lnTo>
                    <a:pt x="107674" y="168243"/>
                  </a:lnTo>
                  <a:lnTo>
                    <a:pt x="107573" y="169084"/>
                  </a:lnTo>
                  <a:lnTo>
                    <a:pt x="109192" y="171079"/>
                  </a:lnTo>
                  <a:lnTo>
                    <a:pt x="109321" y="170645"/>
                  </a:lnTo>
                  <a:lnTo>
                    <a:pt x="110312" y="170164"/>
                  </a:lnTo>
                  <a:lnTo>
                    <a:pt x="111150" y="170083"/>
                  </a:lnTo>
                  <a:lnTo>
                    <a:pt x="111030" y="166993"/>
                  </a:lnTo>
                  <a:lnTo>
                    <a:pt x="112611" y="167127"/>
                  </a:lnTo>
                  <a:lnTo>
                    <a:pt x="113053" y="166766"/>
                  </a:lnTo>
                  <a:lnTo>
                    <a:pt x="112779" y="166241"/>
                  </a:lnTo>
                  <a:lnTo>
                    <a:pt x="113638" y="166077"/>
                  </a:lnTo>
                  <a:lnTo>
                    <a:pt x="114980" y="170150"/>
                  </a:lnTo>
                  <a:lnTo>
                    <a:pt x="115979" y="169676"/>
                  </a:lnTo>
                  <a:lnTo>
                    <a:pt x="119737" y="166939"/>
                  </a:lnTo>
                  <a:lnTo>
                    <a:pt x="121414" y="169144"/>
                  </a:lnTo>
                  <a:lnTo>
                    <a:pt x="123193" y="168341"/>
                  </a:lnTo>
                  <a:lnTo>
                    <a:pt x="124798" y="168487"/>
                  </a:lnTo>
                  <a:lnTo>
                    <a:pt x="126599" y="169282"/>
                  </a:lnTo>
                  <a:lnTo>
                    <a:pt x="127122" y="169777"/>
                  </a:lnTo>
                  <a:lnTo>
                    <a:pt x="128130" y="169599"/>
                  </a:lnTo>
                  <a:lnTo>
                    <a:pt x="130410" y="169409"/>
                  </a:lnTo>
                  <a:lnTo>
                    <a:pt x="129621" y="167581"/>
                  </a:lnTo>
                  <a:lnTo>
                    <a:pt x="130379" y="167082"/>
                  </a:lnTo>
                  <a:lnTo>
                    <a:pt x="128100" y="164330"/>
                  </a:lnTo>
                  <a:lnTo>
                    <a:pt x="128203" y="162991"/>
                  </a:lnTo>
                  <a:lnTo>
                    <a:pt x="127624" y="162359"/>
                  </a:lnTo>
                  <a:lnTo>
                    <a:pt x="127306" y="161438"/>
                  </a:lnTo>
                  <a:lnTo>
                    <a:pt x="127618" y="160654"/>
                  </a:lnTo>
                  <a:lnTo>
                    <a:pt x="127134" y="158632"/>
                  </a:lnTo>
                  <a:lnTo>
                    <a:pt x="126863" y="158493"/>
                  </a:lnTo>
                  <a:lnTo>
                    <a:pt x="126920" y="157380"/>
                  </a:lnTo>
                  <a:lnTo>
                    <a:pt x="128134" y="155805"/>
                  </a:lnTo>
                  <a:lnTo>
                    <a:pt x="128063" y="155334"/>
                  </a:lnTo>
                  <a:lnTo>
                    <a:pt x="127778" y="155097"/>
                  </a:lnTo>
                  <a:lnTo>
                    <a:pt x="127777" y="154097"/>
                  </a:lnTo>
                  <a:lnTo>
                    <a:pt x="126917" y="152746"/>
                  </a:lnTo>
                  <a:lnTo>
                    <a:pt x="126271" y="152468"/>
                  </a:lnTo>
                  <a:lnTo>
                    <a:pt x="125826" y="152523"/>
                  </a:lnTo>
                  <a:lnTo>
                    <a:pt x="125181" y="151540"/>
                  </a:lnTo>
                  <a:lnTo>
                    <a:pt x="124449" y="151520"/>
                  </a:lnTo>
                  <a:lnTo>
                    <a:pt x="124490" y="151281"/>
                  </a:lnTo>
                  <a:lnTo>
                    <a:pt x="124004" y="151228"/>
                  </a:lnTo>
                  <a:lnTo>
                    <a:pt x="122049" y="148980"/>
                  </a:lnTo>
                  <a:lnTo>
                    <a:pt x="122118" y="148690"/>
                  </a:lnTo>
                  <a:lnTo>
                    <a:pt x="121907" y="148630"/>
                  </a:lnTo>
                  <a:lnTo>
                    <a:pt x="121629" y="147723"/>
                  </a:lnTo>
                  <a:lnTo>
                    <a:pt x="121669" y="146963"/>
                  </a:lnTo>
                  <a:lnTo>
                    <a:pt x="121898" y="146863"/>
                  </a:lnTo>
                  <a:lnTo>
                    <a:pt x="121676" y="146451"/>
                  </a:lnTo>
                  <a:lnTo>
                    <a:pt x="122031" y="145738"/>
                  </a:lnTo>
                  <a:lnTo>
                    <a:pt x="121533" y="144917"/>
                  </a:lnTo>
                  <a:lnTo>
                    <a:pt x="122235" y="143518"/>
                  </a:lnTo>
                  <a:lnTo>
                    <a:pt x="121928" y="142704"/>
                  </a:lnTo>
                  <a:lnTo>
                    <a:pt x="122412" y="141985"/>
                  </a:lnTo>
                  <a:lnTo>
                    <a:pt x="122349" y="141284"/>
                  </a:lnTo>
                  <a:lnTo>
                    <a:pt x="121558" y="141196"/>
                  </a:lnTo>
                  <a:lnTo>
                    <a:pt x="121697" y="140480"/>
                  </a:lnTo>
                  <a:lnTo>
                    <a:pt x="121397" y="139734"/>
                  </a:lnTo>
                  <a:lnTo>
                    <a:pt x="122031" y="139463"/>
                  </a:lnTo>
                  <a:lnTo>
                    <a:pt x="121655" y="138924"/>
                  </a:lnTo>
                  <a:lnTo>
                    <a:pt x="121095" y="139204"/>
                  </a:lnTo>
                  <a:lnTo>
                    <a:pt x="121216" y="138932"/>
                  </a:lnTo>
                  <a:lnTo>
                    <a:pt x="120883" y="138880"/>
                  </a:lnTo>
                  <a:lnTo>
                    <a:pt x="120886" y="138207"/>
                  </a:lnTo>
                  <a:lnTo>
                    <a:pt x="120275" y="137593"/>
                  </a:lnTo>
                  <a:lnTo>
                    <a:pt x="120278" y="137264"/>
                  </a:lnTo>
                  <a:lnTo>
                    <a:pt x="120916" y="137132"/>
                  </a:lnTo>
                  <a:lnTo>
                    <a:pt x="120917" y="136956"/>
                  </a:lnTo>
                  <a:lnTo>
                    <a:pt x="120701" y="136703"/>
                  </a:lnTo>
                  <a:lnTo>
                    <a:pt x="120232" y="136767"/>
                  </a:lnTo>
                  <a:lnTo>
                    <a:pt x="120182" y="136499"/>
                  </a:lnTo>
                  <a:lnTo>
                    <a:pt x="120504" y="136525"/>
                  </a:lnTo>
                  <a:lnTo>
                    <a:pt x="120580" y="136333"/>
                  </a:lnTo>
                  <a:lnTo>
                    <a:pt x="120290" y="135718"/>
                  </a:lnTo>
                  <a:lnTo>
                    <a:pt x="121033" y="135705"/>
                  </a:lnTo>
                  <a:lnTo>
                    <a:pt x="120774" y="134650"/>
                  </a:lnTo>
                  <a:lnTo>
                    <a:pt x="120516" y="134854"/>
                  </a:lnTo>
                  <a:lnTo>
                    <a:pt x="120507" y="134135"/>
                  </a:lnTo>
                  <a:lnTo>
                    <a:pt x="121454" y="133432"/>
                  </a:lnTo>
                  <a:lnTo>
                    <a:pt x="121615" y="133069"/>
                  </a:lnTo>
                  <a:lnTo>
                    <a:pt x="120758" y="132672"/>
                  </a:lnTo>
                  <a:lnTo>
                    <a:pt x="121525" y="131288"/>
                  </a:lnTo>
                  <a:lnTo>
                    <a:pt x="121093" y="130509"/>
                  </a:lnTo>
                  <a:lnTo>
                    <a:pt x="121624" y="129836"/>
                  </a:lnTo>
                  <a:lnTo>
                    <a:pt x="121459" y="129417"/>
                  </a:lnTo>
                  <a:lnTo>
                    <a:pt x="122212" y="129343"/>
                  </a:lnTo>
                  <a:lnTo>
                    <a:pt x="122503" y="128875"/>
                  </a:lnTo>
                  <a:lnTo>
                    <a:pt x="123407" y="129039"/>
                  </a:lnTo>
                  <a:lnTo>
                    <a:pt x="123610" y="128509"/>
                  </a:lnTo>
                  <a:lnTo>
                    <a:pt x="124087" y="128178"/>
                  </a:lnTo>
                  <a:lnTo>
                    <a:pt x="124810" y="128203"/>
                  </a:lnTo>
                  <a:lnTo>
                    <a:pt x="125007" y="127174"/>
                  </a:lnTo>
                  <a:lnTo>
                    <a:pt x="125298" y="126951"/>
                  </a:lnTo>
                  <a:lnTo>
                    <a:pt x="125632" y="127400"/>
                  </a:lnTo>
                  <a:lnTo>
                    <a:pt x="125922" y="127160"/>
                  </a:lnTo>
                  <a:lnTo>
                    <a:pt x="126352" y="127215"/>
                  </a:lnTo>
                  <a:lnTo>
                    <a:pt x="126184" y="126752"/>
                  </a:lnTo>
                  <a:lnTo>
                    <a:pt x="126753" y="126754"/>
                  </a:lnTo>
                  <a:lnTo>
                    <a:pt x="127271" y="127445"/>
                  </a:lnTo>
                  <a:lnTo>
                    <a:pt x="127756" y="126974"/>
                  </a:lnTo>
                  <a:lnTo>
                    <a:pt x="127381" y="126826"/>
                  </a:lnTo>
                  <a:lnTo>
                    <a:pt x="127585" y="126425"/>
                  </a:lnTo>
                  <a:lnTo>
                    <a:pt x="127809" y="126583"/>
                  </a:lnTo>
                  <a:lnTo>
                    <a:pt x="128016" y="126334"/>
                  </a:lnTo>
                  <a:lnTo>
                    <a:pt x="128898" y="126400"/>
                  </a:lnTo>
                  <a:lnTo>
                    <a:pt x="129510" y="126748"/>
                  </a:lnTo>
                  <a:lnTo>
                    <a:pt x="130086" y="126232"/>
                  </a:lnTo>
                  <a:lnTo>
                    <a:pt x="129914" y="126070"/>
                  </a:lnTo>
                  <a:lnTo>
                    <a:pt x="130169" y="125996"/>
                  </a:lnTo>
                  <a:lnTo>
                    <a:pt x="130279" y="125632"/>
                  </a:lnTo>
                  <a:lnTo>
                    <a:pt x="131600" y="127011"/>
                  </a:lnTo>
                  <a:lnTo>
                    <a:pt x="131680" y="126487"/>
                  </a:lnTo>
                  <a:lnTo>
                    <a:pt x="132254" y="126328"/>
                  </a:lnTo>
                  <a:lnTo>
                    <a:pt x="132443" y="126511"/>
                  </a:lnTo>
                  <a:lnTo>
                    <a:pt x="132926" y="126457"/>
                  </a:lnTo>
                  <a:lnTo>
                    <a:pt x="132948" y="125989"/>
                  </a:lnTo>
                  <a:lnTo>
                    <a:pt x="133502" y="125434"/>
                  </a:lnTo>
                  <a:lnTo>
                    <a:pt x="133881" y="124540"/>
                  </a:lnTo>
                  <a:lnTo>
                    <a:pt x="133421" y="124136"/>
                  </a:lnTo>
                  <a:lnTo>
                    <a:pt x="134213" y="124330"/>
                  </a:lnTo>
                  <a:lnTo>
                    <a:pt x="134863" y="124154"/>
                  </a:lnTo>
                  <a:lnTo>
                    <a:pt x="134210" y="122892"/>
                  </a:lnTo>
                  <a:lnTo>
                    <a:pt x="136271" y="122480"/>
                  </a:lnTo>
                  <a:lnTo>
                    <a:pt x="136232" y="121545"/>
                  </a:lnTo>
                  <a:lnTo>
                    <a:pt x="137213" y="121921"/>
                  </a:lnTo>
                  <a:lnTo>
                    <a:pt x="137528" y="121354"/>
                  </a:lnTo>
                  <a:lnTo>
                    <a:pt x="137959" y="121597"/>
                  </a:lnTo>
                  <a:lnTo>
                    <a:pt x="138137" y="121065"/>
                  </a:lnTo>
                  <a:lnTo>
                    <a:pt x="138991" y="121291"/>
                  </a:lnTo>
                  <a:lnTo>
                    <a:pt x="139063" y="120709"/>
                  </a:lnTo>
                  <a:lnTo>
                    <a:pt x="139756" y="120683"/>
                  </a:lnTo>
                  <a:lnTo>
                    <a:pt x="140589" y="119996"/>
                  </a:lnTo>
                  <a:lnTo>
                    <a:pt x="140879" y="120263"/>
                  </a:lnTo>
                  <a:lnTo>
                    <a:pt x="140666" y="120417"/>
                  </a:lnTo>
                  <a:lnTo>
                    <a:pt x="140696" y="120942"/>
                  </a:lnTo>
                  <a:lnTo>
                    <a:pt x="141220" y="120812"/>
                  </a:lnTo>
                  <a:lnTo>
                    <a:pt x="142016" y="121161"/>
                  </a:lnTo>
                  <a:lnTo>
                    <a:pt x="142693" y="120910"/>
                  </a:lnTo>
                  <a:lnTo>
                    <a:pt x="144838" y="121762"/>
                  </a:lnTo>
                  <a:lnTo>
                    <a:pt x="145610" y="121731"/>
                  </a:lnTo>
                  <a:lnTo>
                    <a:pt x="146149" y="121347"/>
                  </a:lnTo>
                  <a:lnTo>
                    <a:pt x="147118" y="121637"/>
                  </a:lnTo>
                  <a:lnTo>
                    <a:pt x="147040" y="122033"/>
                  </a:lnTo>
                  <a:lnTo>
                    <a:pt x="148238" y="121958"/>
                  </a:lnTo>
                  <a:lnTo>
                    <a:pt x="148274" y="121622"/>
                  </a:lnTo>
                  <a:lnTo>
                    <a:pt x="149794" y="121655"/>
                  </a:lnTo>
                  <a:lnTo>
                    <a:pt x="150198" y="121735"/>
                  </a:lnTo>
                  <a:lnTo>
                    <a:pt x="150662" y="122384"/>
                  </a:lnTo>
                  <a:lnTo>
                    <a:pt x="151326" y="122018"/>
                  </a:lnTo>
                  <a:lnTo>
                    <a:pt x="151531" y="122438"/>
                  </a:lnTo>
                  <a:lnTo>
                    <a:pt x="152156" y="121693"/>
                  </a:lnTo>
                  <a:lnTo>
                    <a:pt x="150907" y="120315"/>
                  </a:lnTo>
                  <a:lnTo>
                    <a:pt x="150508" y="118814"/>
                  </a:lnTo>
                  <a:lnTo>
                    <a:pt x="153124" y="118773"/>
                  </a:lnTo>
                  <a:lnTo>
                    <a:pt x="152750" y="120207"/>
                  </a:lnTo>
                  <a:lnTo>
                    <a:pt x="152895" y="120372"/>
                  </a:lnTo>
                  <a:lnTo>
                    <a:pt x="155519" y="118909"/>
                  </a:lnTo>
                  <a:lnTo>
                    <a:pt x="156743" y="118669"/>
                  </a:lnTo>
                  <a:lnTo>
                    <a:pt x="157639" y="118938"/>
                  </a:lnTo>
                  <a:lnTo>
                    <a:pt x="158128" y="121820"/>
                  </a:lnTo>
                  <a:lnTo>
                    <a:pt x="158540" y="121913"/>
                  </a:lnTo>
                  <a:lnTo>
                    <a:pt x="158875" y="121566"/>
                  </a:lnTo>
                  <a:lnTo>
                    <a:pt x="158903" y="120919"/>
                  </a:lnTo>
                  <a:lnTo>
                    <a:pt x="159600" y="119313"/>
                  </a:lnTo>
                  <a:lnTo>
                    <a:pt x="159580" y="118809"/>
                  </a:lnTo>
                  <a:lnTo>
                    <a:pt x="160346" y="118499"/>
                  </a:lnTo>
                  <a:lnTo>
                    <a:pt x="160283" y="116437"/>
                  </a:lnTo>
                  <a:lnTo>
                    <a:pt x="161742" y="116045"/>
                  </a:lnTo>
                  <a:lnTo>
                    <a:pt x="161528" y="113536"/>
                  </a:lnTo>
                  <a:lnTo>
                    <a:pt x="162919" y="112928"/>
                  </a:lnTo>
                  <a:lnTo>
                    <a:pt x="163995" y="112930"/>
                  </a:lnTo>
                  <a:lnTo>
                    <a:pt x="163635" y="111749"/>
                  </a:lnTo>
                  <a:lnTo>
                    <a:pt x="163535" y="107048"/>
                  </a:lnTo>
                  <a:lnTo>
                    <a:pt x="164206" y="105912"/>
                  </a:lnTo>
                  <a:lnTo>
                    <a:pt x="166855" y="104928"/>
                  </a:lnTo>
                  <a:lnTo>
                    <a:pt x="164953" y="104075"/>
                  </a:lnTo>
                  <a:lnTo>
                    <a:pt x="165874" y="102345"/>
                  </a:lnTo>
                  <a:lnTo>
                    <a:pt x="166226" y="101073"/>
                  </a:lnTo>
                  <a:lnTo>
                    <a:pt x="166041" y="99824"/>
                  </a:lnTo>
                  <a:lnTo>
                    <a:pt x="167816" y="97314"/>
                  </a:lnTo>
                  <a:lnTo>
                    <a:pt x="167345" y="96655"/>
                  </a:lnTo>
                  <a:lnTo>
                    <a:pt x="166774" y="96350"/>
                  </a:lnTo>
                  <a:lnTo>
                    <a:pt x="166750" y="95812"/>
                  </a:lnTo>
                  <a:lnTo>
                    <a:pt x="166175" y="95367"/>
                  </a:lnTo>
                  <a:lnTo>
                    <a:pt x="165986" y="94821"/>
                  </a:lnTo>
                  <a:lnTo>
                    <a:pt x="165686" y="94991"/>
                  </a:lnTo>
                  <a:lnTo>
                    <a:pt x="164397" y="93816"/>
                  </a:lnTo>
                  <a:lnTo>
                    <a:pt x="164004" y="93748"/>
                  </a:lnTo>
                  <a:lnTo>
                    <a:pt x="164011" y="93318"/>
                  </a:lnTo>
                  <a:lnTo>
                    <a:pt x="164528" y="93156"/>
                  </a:lnTo>
                  <a:lnTo>
                    <a:pt x="164603" y="92863"/>
                  </a:lnTo>
                  <a:lnTo>
                    <a:pt x="164145" y="92469"/>
                  </a:lnTo>
                  <a:lnTo>
                    <a:pt x="164301" y="92037"/>
                  </a:lnTo>
                  <a:lnTo>
                    <a:pt x="164046" y="92059"/>
                  </a:lnTo>
                  <a:lnTo>
                    <a:pt x="164097" y="91801"/>
                  </a:lnTo>
                  <a:lnTo>
                    <a:pt x="163835" y="91734"/>
                  </a:lnTo>
                  <a:lnTo>
                    <a:pt x="163833" y="91485"/>
                  </a:lnTo>
                  <a:lnTo>
                    <a:pt x="164080" y="91499"/>
                  </a:lnTo>
                  <a:lnTo>
                    <a:pt x="164033" y="91060"/>
                  </a:lnTo>
                  <a:lnTo>
                    <a:pt x="163417" y="90791"/>
                  </a:lnTo>
                  <a:lnTo>
                    <a:pt x="163528" y="90196"/>
                  </a:lnTo>
                  <a:lnTo>
                    <a:pt x="163955" y="90041"/>
                  </a:lnTo>
                  <a:lnTo>
                    <a:pt x="163810" y="89686"/>
                  </a:lnTo>
                  <a:lnTo>
                    <a:pt x="163294" y="89452"/>
                  </a:lnTo>
                  <a:lnTo>
                    <a:pt x="162947" y="88236"/>
                  </a:lnTo>
                  <a:lnTo>
                    <a:pt x="162372" y="87764"/>
                  </a:lnTo>
                  <a:lnTo>
                    <a:pt x="161959" y="87729"/>
                  </a:lnTo>
                  <a:lnTo>
                    <a:pt x="161739" y="87310"/>
                  </a:lnTo>
                  <a:lnTo>
                    <a:pt x="161919" y="87281"/>
                  </a:lnTo>
                  <a:lnTo>
                    <a:pt x="161815" y="86822"/>
                  </a:lnTo>
                  <a:lnTo>
                    <a:pt x="162432" y="86314"/>
                  </a:lnTo>
                  <a:lnTo>
                    <a:pt x="162174" y="85138"/>
                  </a:lnTo>
                  <a:lnTo>
                    <a:pt x="163452" y="84889"/>
                  </a:lnTo>
                  <a:lnTo>
                    <a:pt x="163504" y="86668"/>
                  </a:lnTo>
                  <a:lnTo>
                    <a:pt x="165046" y="86058"/>
                  </a:lnTo>
                  <a:lnTo>
                    <a:pt x="165341" y="85667"/>
                  </a:lnTo>
                  <a:lnTo>
                    <a:pt x="167070" y="84829"/>
                  </a:lnTo>
                  <a:lnTo>
                    <a:pt x="167762" y="85231"/>
                  </a:lnTo>
                  <a:lnTo>
                    <a:pt x="169366" y="84605"/>
                  </a:lnTo>
                  <a:lnTo>
                    <a:pt x="169262" y="83715"/>
                  </a:lnTo>
                  <a:lnTo>
                    <a:pt x="170484" y="83693"/>
                  </a:lnTo>
                  <a:lnTo>
                    <a:pt x="171962" y="84066"/>
                  </a:lnTo>
                  <a:lnTo>
                    <a:pt x="172840" y="83334"/>
                  </a:lnTo>
                  <a:lnTo>
                    <a:pt x="172329" y="82459"/>
                  </a:lnTo>
                  <a:lnTo>
                    <a:pt x="172214" y="81221"/>
                  </a:lnTo>
                  <a:lnTo>
                    <a:pt x="171555" y="80810"/>
                  </a:lnTo>
                  <a:lnTo>
                    <a:pt x="171245" y="80033"/>
                  </a:lnTo>
                  <a:lnTo>
                    <a:pt x="170320" y="79228"/>
                  </a:lnTo>
                  <a:lnTo>
                    <a:pt x="168801" y="79132"/>
                  </a:lnTo>
                  <a:lnTo>
                    <a:pt x="167722" y="78262"/>
                  </a:lnTo>
                  <a:lnTo>
                    <a:pt x="167559" y="77497"/>
                  </a:lnTo>
                  <a:lnTo>
                    <a:pt x="164605" y="77075"/>
                  </a:lnTo>
                  <a:lnTo>
                    <a:pt x="164219" y="77213"/>
                  </a:lnTo>
                  <a:lnTo>
                    <a:pt x="165440" y="74053"/>
                  </a:lnTo>
                  <a:lnTo>
                    <a:pt x="167541" y="73364"/>
                  </a:lnTo>
                  <a:lnTo>
                    <a:pt x="168896" y="73727"/>
                  </a:lnTo>
                  <a:lnTo>
                    <a:pt x="168992" y="73343"/>
                  </a:lnTo>
                  <a:lnTo>
                    <a:pt x="170024" y="72315"/>
                  </a:lnTo>
                  <a:lnTo>
                    <a:pt x="167954" y="71626"/>
                  </a:lnTo>
                  <a:lnTo>
                    <a:pt x="168110" y="70893"/>
                  </a:lnTo>
                  <a:lnTo>
                    <a:pt x="167675" y="70729"/>
                  </a:lnTo>
                  <a:lnTo>
                    <a:pt x="167622" y="70404"/>
                  </a:lnTo>
                  <a:lnTo>
                    <a:pt x="167885" y="68263"/>
                  </a:lnTo>
                  <a:lnTo>
                    <a:pt x="171305" y="65494"/>
                  </a:lnTo>
                  <a:lnTo>
                    <a:pt x="170385" y="64101"/>
                  </a:lnTo>
                  <a:lnTo>
                    <a:pt x="170412" y="63549"/>
                  </a:lnTo>
                  <a:lnTo>
                    <a:pt x="171074" y="63130"/>
                  </a:lnTo>
                  <a:lnTo>
                    <a:pt x="170764" y="62659"/>
                  </a:lnTo>
                  <a:lnTo>
                    <a:pt x="171028" y="62482"/>
                  </a:lnTo>
                  <a:lnTo>
                    <a:pt x="170318" y="61623"/>
                  </a:lnTo>
                  <a:lnTo>
                    <a:pt x="171265" y="60782"/>
                  </a:lnTo>
                  <a:lnTo>
                    <a:pt x="170669" y="60131"/>
                  </a:lnTo>
                  <a:lnTo>
                    <a:pt x="171489" y="59361"/>
                  </a:lnTo>
                  <a:lnTo>
                    <a:pt x="168338" y="55622"/>
                  </a:lnTo>
                  <a:lnTo>
                    <a:pt x="169592" y="53978"/>
                  </a:lnTo>
                  <a:lnTo>
                    <a:pt x="170566" y="54348"/>
                  </a:lnTo>
                  <a:lnTo>
                    <a:pt x="171383" y="55186"/>
                  </a:lnTo>
                  <a:lnTo>
                    <a:pt x="172432" y="53959"/>
                  </a:lnTo>
                  <a:lnTo>
                    <a:pt x="172796" y="53268"/>
                  </a:lnTo>
                  <a:lnTo>
                    <a:pt x="171843" y="51944"/>
                  </a:lnTo>
                  <a:lnTo>
                    <a:pt x="170823" y="51216"/>
                  </a:lnTo>
                  <a:lnTo>
                    <a:pt x="171530" y="50392"/>
                  </a:lnTo>
                  <a:lnTo>
                    <a:pt x="172401" y="49853"/>
                  </a:lnTo>
                  <a:lnTo>
                    <a:pt x="172189" y="48953"/>
                  </a:lnTo>
                  <a:lnTo>
                    <a:pt x="174150" y="47135"/>
                  </a:lnTo>
                  <a:lnTo>
                    <a:pt x="176549" y="43442"/>
                  </a:lnTo>
                  <a:lnTo>
                    <a:pt x="178115" y="41838"/>
                  </a:lnTo>
                  <a:lnTo>
                    <a:pt x="179367" y="41508"/>
                  </a:lnTo>
                  <a:lnTo>
                    <a:pt x="180005" y="41613"/>
                  </a:lnTo>
                  <a:lnTo>
                    <a:pt x="183810" y="40492"/>
                  </a:lnTo>
                  <a:lnTo>
                    <a:pt x="186946" y="41330"/>
                  </a:lnTo>
                  <a:lnTo>
                    <a:pt x="188708" y="41073"/>
                  </a:lnTo>
                  <a:lnTo>
                    <a:pt x="189449" y="41452"/>
                  </a:lnTo>
                  <a:lnTo>
                    <a:pt x="190164" y="41114"/>
                  </a:lnTo>
                  <a:lnTo>
                    <a:pt x="190339" y="41441"/>
                  </a:lnTo>
                  <a:lnTo>
                    <a:pt x="192300" y="38162"/>
                  </a:lnTo>
                  <a:lnTo>
                    <a:pt x="193245" y="32832"/>
                  </a:lnTo>
                  <a:lnTo>
                    <a:pt x="195136" y="31326"/>
                  </a:lnTo>
                  <a:lnTo>
                    <a:pt x="196546" y="31049"/>
                  </a:lnTo>
                  <a:lnTo>
                    <a:pt x="198002" y="31505"/>
                  </a:lnTo>
                  <a:lnTo>
                    <a:pt x="199526" y="33141"/>
                  </a:lnTo>
                  <a:lnTo>
                    <a:pt x="203008" y="32131"/>
                  </a:lnTo>
                  <a:lnTo>
                    <a:pt x="204102" y="31423"/>
                  </a:lnTo>
                  <a:lnTo>
                    <a:pt x="206091" y="29190"/>
                  </a:lnTo>
                  <a:lnTo>
                    <a:pt x="206515" y="28481"/>
                  </a:lnTo>
                  <a:lnTo>
                    <a:pt x="206627" y="27225"/>
                  </a:lnTo>
                  <a:lnTo>
                    <a:pt x="207685" y="26358"/>
                  </a:lnTo>
                  <a:lnTo>
                    <a:pt x="208897" y="26009"/>
                  </a:lnTo>
                  <a:lnTo>
                    <a:pt x="210201" y="26079"/>
                  </a:lnTo>
                  <a:lnTo>
                    <a:pt x="211387" y="26753"/>
                  </a:lnTo>
                  <a:lnTo>
                    <a:pt x="212988" y="26024"/>
                  </a:lnTo>
                  <a:lnTo>
                    <a:pt x="216033" y="25497"/>
                  </a:lnTo>
                  <a:lnTo>
                    <a:pt x="217207" y="24963"/>
                  </a:lnTo>
                  <a:lnTo>
                    <a:pt x="221876" y="20253"/>
                  </a:lnTo>
                  <a:lnTo>
                    <a:pt x="224875" y="16117"/>
                  </a:lnTo>
                  <a:lnTo>
                    <a:pt x="228681" y="14173"/>
                  </a:lnTo>
                  <a:lnTo>
                    <a:pt x="233044" y="10306"/>
                  </a:lnTo>
                  <a:lnTo>
                    <a:pt x="236056" y="8414"/>
                  </a:lnTo>
                  <a:lnTo>
                    <a:pt x="236617" y="7854"/>
                  </a:lnTo>
                  <a:lnTo>
                    <a:pt x="236987" y="7998"/>
                  </a:lnTo>
                  <a:lnTo>
                    <a:pt x="237304" y="7629"/>
                  </a:lnTo>
                  <a:lnTo>
                    <a:pt x="237597" y="7870"/>
                  </a:lnTo>
                  <a:lnTo>
                    <a:pt x="237045" y="8275"/>
                  </a:lnTo>
                  <a:lnTo>
                    <a:pt x="236800" y="9081"/>
                  </a:lnTo>
                  <a:lnTo>
                    <a:pt x="236325" y="9551"/>
                  </a:lnTo>
                  <a:lnTo>
                    <a:pt x="235986" y="9401"/>
                  </a:lnTo>
                  <a:lnTo>
                    <a:pt x="235759" y="10004"/>
                  </a:lnTo>
                  <a:lnTo>
                    <a:pt x="235284" y="10035"/>
                  </a:lnTo>
                  <a:lnTo>
                    <a:pt x="235748" y="10673"/>
                  </a:lnTo>
                  <a:lnTo>
                    <a:pt x="235784" y="11352"/>
                  </a:lnTo>
                  <a:lnTo>
                    <a:pt x="236076" y="11335"/>
                  </a:lnTo>
                  <a:lnTo>
                    <a:pt x="236459" y="11762"/>
                  </a:lnTo>
                  <a:lnTo>
                    <a:pt x="236432" y="12798"/>
                  </a:lnTo>
                  <a:lnTo>
                    <a:pt x="236917" y="12508"/>
                  </a:lnTo>
                  <a:lnTo>
                    <a:pt x="236861" y="12680"/>
                  </a:lnTo>
                  <a:lnTo>
                    <a:pt x="237304" y="12792"/>
                  </a:lnTo>
                  <a:lnTo>
                    <a:pt x="237184" y="13318"/>
                  </a:lnTo>
                  <a:lnTo>
                    <a:pt x="237672" y="13912"/>
                  </a:lnTo>
                  <a:lnTo>
                    <a:pt x="237601" y="14460"/>
                  </a:lnTo>
                  <a:lnTo>
                    <a:pt x="237801" y="14875"/>
                  </a:lnTo>
                  <a:lnTo>
                    <a:pt x="238268" y="14398"/>
                  </a:lnTo>
                  <a:lnTo>
                    <a:pt x="238563" y="14485"/>
                  </a:lnTo>
                  <a:lnTo>
                    <a:pt x="239231" y="14168"/>
                  </a:lnTo>
                  <a:lnTo>
                    <a:pt x="242578" y="14578"/>
                  </a:lnTo>
                  <a:lnTo>
                    <a:pt x="243011" y="14344"/>
                  </a:lnTo>
                  <a:lnTo>
                    <a:pt x="243935" y="14531"/>
                  </a:lnTo>
                  <a:lnTo>
                    <a:pt x="243654" y="13413"/>
                  </a:lnTo>
                  <a:lnTo>
                    <a:pt x="245810" y="13676"/>
                  </a:lnTo>
                  <a:lnTo>
                    <a:pt x="249112" y="14695"/>
                  </a:lnTo>
                  <a:lnTo>
                    <a:pt x="252494" y="13120"/>
                  </a:lnTo>
                  <a:lnTo>
                    <a:pt x="253852" y="13360"/>
                  </a:lnTo>
                  <a:lnTo>
                    <a:pt x="256384" y="14240"/>
                  </a:lnTo>
                  <a:lnTo>
                    <a:pt x="258447" y="14525"/>
                  </a:lnTo>
                  <a:lnTo>
                    <a:pt x="261005" y="15204"/>
                  </a:lnTo>
                  <a:lnTo>
                    <a:pt x="262669" y="15209"/>
                  </a:lnTo>
                  <a:lnTo>
                    <a:pt x="263828" y="15681"/>
                  </a:lnTo>
                  <a:lnTo>
                    <a:pt x="264029" y="14611"/>
                  </a:lnTo>
                  <a:lnTo>
                    <a:pt x="264641" y="14261"/>
                  </a:lnTo>
                  <a:lnTo>
                    <a:pt x="265365" y="14645"/>
                  </a:lnTo>
                  <a:lnTo>
                    <a:pt x="265406" y="14059"/>
                  </a:lnTo>
                  <a:lnTo>
                    <a:pt x="265694" y="14127"/>
                  </a:lnTo>
                  <a:lnTo>
                    <a:pt x="265826" y="13800"/>
                  </a:lnTo>
                  <a:lnTo>
                    <a:pt x="265415" y="13739"/>
                  </a:lnTo>
                  <a:lnTo>
                    <a:pt x="265219" y="13238"/>
                  </a:lnTo>
                  <a:lnTo>
                    <a:pt x="265505" y="12976"/>
                  </a:lnTo>
                  <a:lnTo>
                    <a:pt x="265350" y="12501"/>
                  </a:lnTo>
                  <a:lnTo>
                    <a:pt x="265706" y="12206"/>
                  </a:lnTo>
                  <a:lnTo>
                    <a:pt x="265855" y="12531"/>
                  </a:lnTo>
                  <a:lnTo>
                    <a:pt x="266111" y="12231"/>
                  </a:lnTo>
                  <a:lnTo>
                    <a:pt x="266029" y="11645"/>
                  </a:lnTo>
                  <a:lnTo>
                    <a:pt x="265544" y="11773"/>
                  </a:lnTo>
                  <a:lnTo>
                    <a:pt x="265563" y="11545"/>
                  </a:lnTo>
                  <a:lnTo>
                    <a:pt x="265960" y="11613"/>
                  </a:lnTo>
                  <a:lnTo>
                    <a:pt x="265905" y="11012"/>
                  </a:lnTo>
                  <a:lnTo>
                    <a:pt x="265584" y="9816"/>
                  </a:lnTo>
                  <a:lnTo>
                    <a:pt x="266100" y="9838"/>
                  </a:lnTo>
                  <a:lnTo>
                    <a:pt x="267096" y="9232"/>
                  </a:lnTo>
                  <a:lnTo>
                    <a:pt x="267593" y="9303"/>
                  </a:lnTo>
                  <a:lnTo>
                    <a:pt x="269163" y="10281"/>
                  </a:lnTo>
                  <a:lnTo>
                    <a:pt x="270114" y="10097"/>
                  </a:lnTo>
                  <a:lnTo>
                    <a:pt x="270648" y="10417"/>
                  </a:lnTo>
                  <a:lnTo>
                    <a:pt x="271293" y="10158"/>
                  </a:lnTo>
                  <a:lnTo>
                    <a:pt x="271512" y="9202"/>
                  </a:lnTo>
                  <a:lnTo>
                    <a:pt x="272536" y="7837"/>
                  </a:lnTo>
                  <a:lnTo>
                    <a:pt x="275963" y="6472"/>
                  </a:lnTo>
                  <a:lnTo>
                    <a:pt x="281110" y="6464"/>
                  </a:lnTo>
                  <a:lnTo>
                    <a:pt x="281655" y="6640"/>
                  </a:lnTo>
                  <a:lnTo>
                    <a:pt x="281776" y="6468"/>
                  </a:lnTo>
                  <a:lnTo>
                    <a:pt x="285057" y="7532"/>
                  </a:lnTo>
                  <a:lnTo>
                    <a:pt x="284976" y="9805"/>
                  </a:lnTo>
                  <a:lnTo>
                    <a:pt x="285734" y="14915"/>
                  </a:lnTo>
                  <a:lnTo>
                    <a:pt x="287024" y="14500"/>
                  </a:lnTo>
                  <a:lnTo>
                    <a:pt x="288474" y="14622"/>
                  </a:lnTo>
                  <a:lnTo>
                    <a:pt x="289834" y="13933"/>
                  </a:lnTo>
                  <a:lnTo>
                    <a:pt x="291596" y="13520"/>
                  </a:lnTo>
                  <a:lnTo>
                    <a:pt x="292533" y="13996"/>
                  </a:lnTo>
                  <a:lnTo>
                    <a:pt x="293899" y="15289"/>
                  </a:lnTo>
                  <a:lnTo>
                    <a:pt x="295559" y="16260"/>
                  </a:lnTo>
                  <a:lnTo>
                    <a:pt x="296391" y="15758"/>
                  </a:lnTo>
                  <a:lnTo>
                    <a:pt x="296919" y="14519"/>
                  </a:lnTo>
                  <a:lnTo>
                    <a:pt x="300033" y="11837"/>
                  </a:lnTo>
                  <a:lnTo>
                    <a:pt x="299903" y="11725"/>
                  </a:lnTo>
                  <a:lnTo>
                    <a:pt x="300463" y="11051"/>
                  </a:lnTo>
                  <a:lnTo>
                    <a:pt x="301422" y="11911"/>
                  </a:lnTo>
                  <a:lnTo>
                    <a:pt x="301466" y="11613"/>
                  </a:lnTo>
                  <a:lnTo>
                    <a:pt x="303431" y="9593"/>
                  </a:lnTo>
                  <a:lnTo>
                    <a:pt x="306448" y="7260"/>
                  </a:lnTo>
                  <a:lnTo>
                    <a:pt x="303514" y="3339"/>
                  </a:lnTo>
                  <a:lnTo>
                    <a:pt x="304769" y="1973"/>
                  </a:lnTo>
                  <a:lnTo>
                    <a:pt x="304743" y="883"/>
                  </a:lnTo>
                  <a:lnTo>
                    <a:pt x="305218" y="0"/>
                  </a:lnTo>
                  <a:lnTo>
                    <a:pt x="308525" y="2405"/>
                  </a:lnTo>
                  <a:lnTo>
                    <a:pt x="309410" y="3450"/>
                  </a:lnTo>
                  <a:lnTo>
                    <a:pt x="310907" y="5950"/>
                  </a:lnTo>
                  <a:lnTo>
                    <a:pt x="312419" y="7331"/>
                  </a:lnTo>
                  <a:lnTo>
                    <a:pt x="315002" y="9289"/>
                  </a:lnTo>
                  <a:lnTo>
                    <a:pt x="316712" y="10254"/>
                  </a:lnTo>
                  <a:lnTo>
                    <a:pt x="319503" y="12453"/>
                  </a:lnTo>
                  <a:lnTo>
                    <a:pt x="319280" y="13974"/>
                  </a:lnTo>
                  <a:lnTo>
                    <a:pt x="318956" y="14695"/>
                  </a:lnTo>
                  <a:lnTo>
                    <a:pt x="316277" y="19301"/>
                  </a:lnTo>
                  <a:lnTo>
                    <a:pt x="317530" y="20067"/>
                  </a:lnTo>
                  <a:lnTo>
                    <a:pt x="318267" y="19290"/>
                  </a:lnTo>
                  <a:lnTo>
                    <a:pt x="319127" y="17625"/>
                  </a:lnTo>
                  <a:lnTo>
                    <a:pt x="319724" y="16969"/>
                  </a:lnTo>
                  <a:lnTo>
                    <a:pt x="320912" y="18468"/>
                  </a:lnTo>
                  <a:lnTo>
                    <a:pt x="321204" y="18372"/>
                  </a:lnTo>
                  <a:lnTo>
                    <a:pt x="321321" y="18588"/>
                  </a:lnTo>
                  <a:lnTo>
                    <a:pt x="324126" y="22757"/>
                  </a:lnTo>
                  <a:lnTo>
                    <a:pt x="324934" y="22220"/>
                  </a:lnTo>
                  <a:lnTo>
                    <a:pt x="328298" y="29089"/>
                  </a:lnTo>
                  <a:lnTo>
                    <a:pt x="327914" y="29341"/>
                  </a:lnTo>
                  <a:lnTo>
                    <a:pt x="328449" y="30442"/>
                  </a:lnTo>
                  <a:lnTo>
                    <a:pt x="327129" y="33081"/>
                  </a:lnTo>
                  <a:lnTo>
                    <a:pt x="325241" y="35342"/>
                  </a:lnTo>
                  <a:lnTo>
                    <a:pt x="323599" y="34211"/>
                  </a:lnTo>
                  <a:lnTo>
                    <a:pt x="321749" y="33634"/>
                  </a:lnTo>
                  <a:lnTo>
                    <a:pt x="321164" y="33664"/>
                  </a:lnTo>
                  <a:lnTo>
                    <a:pt x="322018" y="36196"/>
                  </a:lnTo>
                  <a:lnTo>
                    <a:pt x="321932" y="36547"/>
                  </a:lnTo>
                  <a:lnTo>
                    <a:pt x="321513" y="36750"/>
                  </a:lnTo>
                  <a:lnTo>
                    <a:pt x="322018" y="38449"/>
                  </a:lnTo>
                  <a:lnTo>
                    <a:pt x="323268" y="40212"/>
                  </a:lnTo>
                  <a:lnTo>
                    <a:pt x="324128" y="41918"/>
                  </a:lnTo>
                  <a:lnTo>
                    <a:pt x="324958" y="41678"/>
                  </a:lnTo>
                  <a:lnTo>
                    <a:pt x="325426" y="42270"/>
                  </a:lnTo>
                  <a:lnTo>
                    <a:pt x="325745" y="43324"/>
                  </a:lnTo>
                  <a:lnTo>
                    <a:pt x="326477" y="44452"/>
                  </a:lnTo>
                  <a:lnTo>
                    <a:pt x="328277" y="46376"/>
                  </a:lnTo>
                  <a:lnTo>
                    <a:pt x="328207" y="46647"/>
                  </a:lnTo>
                  <a:lnTo>
                    <a:pt x="330155" y="47601"/>
                  </a:lnTo>
                  <a:lnTo>
                    <a:pt x="330662" y="46145"/>
                  </a:lnTo>
                  <a:lnTo>
                    <a:pt x="331650" y="45043"/>
                  </a:lnTo>
                  <a:lnTo>
                    <a:pt x="332127" y="43906"/>
                  </a:lnTo>
                  <a:lnTo>
                    <a:pt x="332151" y="43282"/>
                  </a:lnTo>
                  <a:lnTo>
                    <a:pt x="332758" y="42347"/>
                  </a:lnTo>
                  <a:lnTo>
                    <a:pt x="333302" y="42193"/>
                  </a:lnTo>
                  <a:lnTo>
                    <a:pt x="333354" y="41788"/>
                  </a:lnTo>
                  <a:lnTo>
                    <a:pt x="333948" y="41016"/>
                  </a:lnTo>
                  <a:lnTo>
                    <a:pt x="334026" y="40384"/>
                  </a:lnTo>
                  <a:lnTo>
                    <a:pt x="334848" y="38662"/>
                  </a:lnTo>
                  <a:lnTo>
                    <a:pt x="336447" y="36533"/>
                  </a:lnTo>
                  <a:lnTo>
                    <a:pt x="336900" y="35539"/>
                  </a:lnTo>
                  <a:lnTo>
                    <a:pt x="338916" y="33562"/>
                  </a:lnTo>
                  <a:lnTo>
                    <a:pt x="339939" y="34132"/>
                  </a:lnTo>
                  <a:lnTo>
                    <a:pt x="340385" y="34835"/>
                  </a:lnTo>
                  <a:lnTo>
                    <a:pt x="340840" y="34920"/>
                  </a:lnTo>
                  <a:lnTo>
                    <a:pt x="341625" y="36454"/>
                  </a:lnTo>
                  <a:lnTo>
                    <a:pt x="342377" y="37063"/>
                  </a:lnTo>
                  <a:lnTo>
                    <a:pt x="342663" y="37954"/>
                  </a:lnTo>
                  <a:lnTo>
                    <a:pt x="342946" y="38170"/>
                  </a:lnTo>
                  <a:lnTo>
                    <a:pt x="344649" y="37004"/>
                  </a:lnTo>
                  <a:lnTo>
                    <a:pt x="345245" y="38095"/>
                  </a:lnTo>
                  <a:lnTo>
                    <a:pt x="345758" y="36555"/>
                  </a:lnTo>
                  <a:lnTo>
                    <a:pt x="345912" y="36628"/>
                  </a:lnTo>
                  <a:lnTo>
                    <a:pt x="346835" y="35383"/>
                  </a:lnTo>
                  <a:lnTo>
                    <a:pt x="348540" y="36649"/>
                  </a:lnTo>
                  <a:lnTo>
                    <a:pt x="349749" y="35790"/>
                  </a:lnTo>
                  <a:lnTo>
                    <a:pt x="350807" y="34333"/>
                  </a:lnTo>
                  <a:lnTo>
                    <a:pt x="351556" y="35090"/>
                  </a:lnTo>
                  <a:lnTo>
                    <a:pt x="352377" y="34806"/>
                  </a:lnTo>
                  <a:lnTo>
                    <a:pt x="354507" y="32512"/>
                  </a:lnTo>
                  <a:lnTo>
                    <a:pt x="355575" y="31711"/>
                  </a:lnTo>
                  <a:lnTo>
                    <a:pt x="355932" y="29996"/>
                  </a:lnTo>
                  <a:lnTo>
                    <a:pt x="355946" y="27115"/>
                  </a:lnTo>
                  <a:lnTo>
                    <a:pt x="357861" y="24783"/>
                  </a:lnTo>
                  <a:lnTo>
                    <a:pt x="364324" y="21658"/>
                  </a:lnTo>
                  <a:lnTo>
                    <a:pt x="364882" y="22020"/>
                  </a:lnTo>
                  <a:lnTo>
                    <a:pt x="365772" y="24142"/>
                  </a:lnTo>
                  <a:lnTo>
                    <a:pt x="366734" y="25003"/>
                  </a:lnTo>
                  <a:lnTo>
                    <a:pt x="367766" y="25121"/>
                  </a:lnTo>
                  <a:lnTo>
                    <a:pt x="369329" y="25925"/>
                  </a:lnTo>
                  <a:lnTo>
                    <a:pt x="371417" y="26354"/>
                  </a:lnTo>
                  <a:lnTo>
                    <a:pt x="372052" y="26714"/>
                  </a:lnTo>
                  <a:lnTo>
                    <a:pt x="372638" y="28569"/>
                  </a:lnTo>
                  <a:lnTo>
                    <a:pt x="374802" y="31825"/>
                  </a:lnTo>
                  <a:lnTo>
                    <a:pt x="373947" y="32911"/>
                  </a:lnTo>
                  <a:lnTo>
                    <a:pt x="373543" y="33102"/>
                  </a:lnTo>
                  <a:lnTo>
                    <a:pt x="373498" y="33409"/>
                  </a:lnTo>
                  <a:lnTo>
                    <a:pt x="372777" y="33388"/>
                  </a:lnTo>
                  <a:lnTo>
                    <a:pt x="372277" y="33916"/>
                  </a:lnTo>
                  <a:lnTo>
                    <a:pt x="371411" y="33541"/>
                  </a:lnTo>
                  <a:lnTo>
                    <a:pt x="370095" y="33939"/>
                  </a:lnTo>
                  <a:lnTo>
                    <a:pt x="369817" y="33762"/>
                  </a:lnTo>
                  <a:lnTo>
                    <a:pt x="366030" y="29879"/>
                  </a:lnTo>
                  <a:lnTo>
                    <a:pt x="364800" y="29061"/>
                  </a:lnTo>
                  <a:lnTo>
                    <a:pt x="363372" y="29116"/>
                  </a:lnTo>
                  <a:lnTo>
                    <a:pt x="361551" y="27785"/>
                  </a:lnTo>
                  <a:lnTo>
                    <a:pt x="360455" y="28154"/>
                  </a:lnTo>
                  <a:lnTo>
                    <a:pt x="358321" y="27623"/>
                  </a:lnTo>
                  <a:lnTo>
                    <a:pt x="356545" y="35533"/>
                  </a:lnTo>
                  <a:lnTo>
                    <a:pt x="356949" y="35730"/>
                  </a:lnTo>
                  <a:lnTo>
                    <a:pt x="357281" y="36370"/>
                  </a:lnTo>
                  <a:lnTo>
                    <a:pt x="356956" y="38280"/>
                  </a:lnTo>
                  <a:lnTo>
                    <a:pt x="359134" y="39147"/>
                  </a:lnTo>
                  <a:lnTo>
                    <a:pt x="361498" y="40475"/>
                  </a:lnTo>
                  <a:lnTo>
                    <a:pt x="361805" y="43442"/>
                  </a:lnTo>
                  <a:lnTo>
                    <a:pt x="363125" y="43543"/>
                  </a:lnTo>
                  <a:lnTo>
                    <a:pt x="363634" y="44061"/>
                  </a:lnTo>
                  <a:lnTo>
                    <a:pt x="363510" y="44543"/>
                  </a:lnTo>
                  <a:lnTo>
                    <a:pt x="363000" y="44692"/>
                  </a:lnTo>
                  <a:lnTo>
                    <a:pt x="362139" y="46234"/>
                  </a:lnTo>
                  <a:lnTo>
                    <a:pt x="361239" y="46986"/>
                  </a:lnTo>
                  <a:lnTo>
                    <a:pt x="357682" y="47401"/>
                  </a:lnTo>
                  <a:lnTo>
                    <a:pt x="357420" y="48601"/>
                  </a:lnTo>
                  <a:lnTo>
                    <a:pt x="357947" y="48936"/>
                  </a:lnTo>
                  <a:lnTo>
                    <a:pt x="358688" y="52715"/>
                  </a:lnTo>
                  <a:lnTo>
                    <a:pt x="358988" y="53051"/>
                  </a:lnTo>
                  <a:lnTo>
                    <a:pt x="359712" y="53015"/>
                  </a:lnTo>
                  <a:lnTo>
                    <a:pt x="360017" y="52724"/>
                  </a:lnTo>
                  <a:lnTo>
                    <a:pt x="360268" y="52899"/>
                  </a:lnTo>
                  <a:lnTo>
                    <a:pt x="360886" y="52810"/>
                  </a:lnTo>
                  <a:lnTo>
                    <a:pt x="362601" y="56115"/>
                  </a:lnTo>
                  <a:lnTo>
                    <a:pt x="367308" y="54421"/>
                  </a:lnTo>
                  <a:lnTo>
                    <a:pt x="374285" y="53278"/>
                  </a:lnTo>
                  <a:lnTo>
                    <a:pt x="375100" y="49735"/>
                  </a:lnTo>
                  <a:lnTo>
                    <a:pt x="377098" y="49788"/>
                  </a:lnTo>
                  <a:lnTo>
                    <a:pt x="383087" y="49320"/>
                  </a:lnTo>
                  <a:lnTo>
                    <a:pt x="383277" y="49393"/>
                  </a:lnTo>
                  <a:lnTo>
                    <a:pt x="382450" y="50587"/>
                  </a:lnTo>
                  <a:lnTo>
                    <a:pt x="381465" y="51391"/>
                  </a:lnTo>
                  <a:lnTo>
                    <a:pt x="382184" y="52262"/>
                  </a:lnTo>
                  <a:lnTo>
                    <a:pt x="382425" y="53032"/>
                  </a:lnTo>
                  <a:lnTo>
                    <a:pt x="385667" y="55179"/>
                  </a:lnTo>
                  <a:lnTo>
                    <a:pt x="390589" y="58785"/>
                  </a:lnTo>
                  <a:lnTo>
                    <a:pt x="391876" y="59968"/>
                  </a:lnTo>
                  <a:lnTo>
                    <a:pt x="396334" y="64075"/>
                  </a:lnTo>
                  <a:lnTo>
                    <a:pt x="397259" y="65112"/>
                  </a:lnTo>
                  <a:lnTo>
                    <a:pt x="398573" y="67367"/>
                  </a:lnTo>
                  <a:lnTo>
                    <a:pt x="401931" y="70988"/>
                  </a:lnTo>
                  <a:lnTo>
                    <a:pt x="403329" y="69286"/>
                  </a:lnTo>
                  <a:lnTo>
                    <a:pt x="406259" y="72890"/>
                  </a:lnTo>
                  <a:lnTo>
                    <a:pt x="408577" y="73687"/>
                  </a:lnTo>
                  <a:lnTo>
                    <a:pt x="410500" y="74683"/>
                  </a:lnTo>
                  <a:lnTo>
                    <a:pt x="410313" y="74797"/>
                  </a:lnTo>
                  <a:lnTo>
                    <a:pt x="410649" y="75572"/>
                  </a:lnTo>
                  <a:lnTo>
                    <a:pt x="409663" y="76224"/>
                  </a:lnTo>
                  <a:lnTo>
                    <a:pt x="408855" y="78603"/>
                  </a:lnTo>
                  <a:lnTo>
                    <a:pt x="408219" y="79618"/>
                  </a:lnTo>
                  <a:lnTo>
                    <a:pt x="410120" y="80695"/>
                  </a:lnTo>
                  <a:lnTo>
                    <a:pt x="409456" y="81507"/>
                  </a:lnTo>
                  <a:lnTo>
                    <a:pt x="410864" y="82824"/>
                  </a:lnTo>
                  <a:lnTo>
                    <a:pt x="411635" y="82378"/>
                  </a:lnTo>
                  <a:lnTo>
                    <a:pt x="412359" y="83145"/>
                  </a:lnTo>
                  <a:lnTo>
                    <a:pt x="413812" y="81944"/>
                  </a:lnTo>
                  <a:lnTo>
                    <a:pt x="414072" y="82171"/>
                  </a:lnTo>
                  <a:lnTo>
                    <a:pt x="414723" y="81295"/>
                  </a:lnTo>
                  <a:lnTo>
                    <a:pt x="417383" y="83964"/>
                  </a:lnTo>
                  <a:lnTo>
                    <a:pt x="418227" y="84505"/>
                  </a:lnTo>
                  <a:lnTo>
                    <a:pt x="418004" y="85133"/>
                  </a:lnTo>
                  <a:lnTo>
                    <a:pt x="416937" y="85617"/>
                  </a:lnTo>
                  <a:lnTo>
                    <a:pt x="418318" y="87226"/>
                  </a:lnTo>
                  <a:lnTo>
                    <a:pt x="419268" y="86137"/>
                  </a:lnTo>
                  <a:lnTo>
                    <a:pt x="420712" y="86939"/>
                  </a:lnTo>
                  <a:lnTo>
                    <a:pt x="422103" y="88993"/>
                  </a:lnTo>
                  <a:lnTo>
                    <a:pt x="422288" y="90833"/>
                  </a:lnTo>
                  <a:lnTo>
                    <a:pt x="421969" y="91893"/>
                  </a:lnTo>
                  <a:lnTo>
                    <a:pt x="422716" y="93055"/>
                  </a:lnTo>
                  <a:lnTo>
                    <a:pt x="424051" y="94093"/>
                  </a:lnTo>
                  <a:lnTo>
                    <a:pt x="427559" y="97607"/>
                  </a:lnTo>
                  <a:lnTo>
                    <a:pt x="425477" y="100329"/>
                  </a:lnTo>
                  <a:lnTo>
                    <a:pt x="427800" y="100472"/>
                  </a:lnTo>
                  <a:lnTo>
                    <a:pt x="429366" y="101002"/>
                  </a:lnTo>
                  <a:lnTo>
                    <a:pt x="429587" y="100458"/>
                  </a:lnTo>
                  <a:lnTo>
                    <a:pt x="430371" y="101243"/>
                  </a:lnTo>
                  <a:lnTo>
                    <a:pt x="430916" y="101299"/>
                  </a:lnTo>
                  <a:lnTo>
                    <a:pt x="431673" y="100980"/>
                  </a:lnTo>
                  <a:lnTo>
                    <a:pt x="431976" y="99964"/>
                  </a:lnTo>
                  <a:lnTo>
                    <a:pt x="431681" y="99595"/>
                  </a:lnTo>
                  <a:lnTo>
                    <a:pt x="431889" y="98881"/>
                  </a:lnTo>
                  <a:lnTo>
                    <a:pt x="432408" y="98231"/>
                  </a:lnTo>
                  <a:lnTo>
                    <a:pt x="432902" y="98931"/>
                  </a:lnTo>
                  <a:lnTo>
                    <a:pt x="433989" y="99690"/>
                  </a:lnTo>
                  <a:lnTo>
                    <a:pt x="437289" y="101403"/>
                  </a:lnTo>
                  <a:lnTo>
                    <a:pt x="437468" y="103026"/>
                  </a:lnTo>
                  <a:lnTo>
                    <a:pt x="438030" y="103556"/>
                  </a:lnTo>
                  <a:lnTo>
                    <a:pt x="437337" y="104686"/>
                  </a:lnTo>
                  <a:lnTo>
                    <a:pt x="437616" y="104913"/>
                  </a:lnTo>
                  <a:lnTo>
                    <a:pt x="439689" y="106173"/>
                  </a:lnTo>
                  <a:lnTo>
                    <a:pt x="443928" y="107267"/>
                  </a:lnTo>
                  <a:lnTo>
                    <a:pt x="443288" y="109316"/>
                  </a:lnTo>
                  <a:lnTo>
                    <a:pt x="448058" y="110161"/>
                  </a:lnTo>
                  <a:lnTo>
                    <a:pt x="451101" y="109941"/>
                  </a:lnTo>
                  <a:lnTo>
                    <a:pt x="451145" y="109562"/>
                  </a:lnTo>
                  <a:lnTo>
                    <a:pt x="456599" y="107166"/>
                  </a:lnTo>
                  <a:lnTo>
                    <a:pt x="457607" y="107981"/>
                  </a:lnTo>
                  <a:lnTo>
                    <a:pt x="460750" y="109096"/>
                  </a:lnTo>
                  <a:lnTo>
                    <a:pt x="460034" y="109832"/>
                  </a:lnTo>
                  <a:lnTo>
                    <a:pt x="460031" y="110562"/>
                  </a:lnTo>
                  <a:lnTo>
                    <a:pt x="456785" y="112080"/>
                  </a:lnTo>
                  <a:lnTo>
                    <a:pt x="455020" y="115625"/>
                  </a:lnTo>
                  <a:lnTo>
                    <a:pt x="455257" y="116015"/>
                  </a:lnTo>
                  <a:lnTo>
                    <a:pt x="456695" y="116857"/>
                  </a:lnTo>
                  <a:lnTo>
                    <a:pt x="456924" y="114886"/>
                  </a:lnTo>
                  <a:lnTo>
                    <a:pt x="459080" y="115438"/>
                  </a:lnTo>
                  <a:lnTo>
                    <a:pt x="458720" y="117761"/>
                  </a:lnTo>
                  <a:lnTo>
                    <a:pt x="457216" y="117808"/>
                  </a:lnTo>
                  <a:lnTo>
                    <a:pt x="457166" y="117510"/>
                  </a:lnTo>
                  <a:lnTo>
                    <a:pt x="456255" y="117007"/>
                  </a:lnTo>
                  <a:lnTo>
                    <a:pt x="455851" y="117215"/>
                  </a:lnTo>
                  <a:lnTo>
                    <a:pt x="456616" y="118525"/>
                  </a:lnTo>
                  <a:lnTo>
                    <a:pt x="457747" y="118263"/>
                  </a:lnTo>
                  <a:lnTo>
                    <a:pt x="458716" y="119658"/>
                  </a:lnTo>
                  <a:lnTo>
                    <a:pt x="459002" y="119594"/>
                  </a:lnTo>
                  <a:lnTo>
                    <a:pt x="458977" y="119416"/>
                  </a:lnTo>
                  <a:lnTo>
                    <a:pt x="460244" y="119403"/>
                  </a:lnTo>
                  <a:lnTo>
                    <a:pt x="459801" y="118776"/>
                  </a:lnTo>
                  <a:lnTo>
                    <a:pt x="459903" y="118467"/>
                  </a:lnTo>
                  <a:lnTo>
                    <a:pt x="459985" y="118676"/>
                  </a:lnTo>
                  <a:lnTo>
                    <a:pt x="460413" y="118686"/>
                  </a:lnTo>
                  <a:lnTo>
                    <a:pt x="460508" y="118325"/>
                  </a:lnTo>
                  <a:lnTo>
                    <a:pt x="461464" y="118480"/>
                  </a:lnTo>
                  <a:lnTo>
                    <a:pt x="461853" y="118869"/>
                  </a:lnTo>
                  <a:lnTo>
                    <a:pt x="462727" y="118532"/>
                  </a:lnTo>
                  <a:lnTo>
                    <a:pt x="463040" y="118852"/>
                  </a:lnTo>
                  <a:lnTo>
                    <a:pt x="464372" y="123912"/>
                  </a:lnTo>
                  <a:lnTo>
                    <a:pt x="464290" y="128385"/>
                  </a:lnTo>
                  <a:lnTo>
                    <a:pt x="463505" y="132914"/>
                  </a:lnTo>
                  <a:lnTo>
                    <a:pt x="464271" y="133771"/>
                  </a:lnTo>
                  <a:lnTo>
                    <a:pt x="464460" y="134794"/>
                  </a:lnTo>
                  <a:lnTo>
                    <a:pt x="466426" y="135545"/>
                  </a:lnTo>
                  <a:lnTo>
                    <a:pt x="467900" y="139813"/>
                  </a:lnTo>
                  <a:lnTo>
                    <a:pt x="468533" y="142608"/>
                  </a:lnTo>
                  <a:lnTo>
                    <a:pt x="466046" y="143337"/>
                  </a:lnTo>
                  <a:lnTo>
                    <a:pt x="463135" y="144904"/>
                  </a:lnTo>
                  <a:lnTo>
                    <a:pt x="459128" y="145726"/>
                  </a:lnTo>
                  <a:lnTo>
                    <a:pt x="457771" y="147593"/>
                  </a:lnTo>
                  <a:lnTo>
                    <a:pt x="456567" y="148063"/>
                  </a:lnTo>
                  <a:lnTo>
                    <a:pt x="457045" y="147276"/>
                  </a:lnTo>
                  <a:lnTo>
                    <a:pt x="457043" y="146782"/>
                  </a:lnTo>
                  <a:lnTo>
                    <a:pt x="456331" y="146351"/>
                  </a:lnTo>
                  <a:lnTo>
                    <a:pt x="454772" y="143614"/>
                  </a:lnTo>
                  <a:lnTo>
                    <a:pt x="454671" y="142960"/>
                  </a:lnTo>
                  <a:lnTo>
                    <a:pt x="452897" y="141274"/>
                  </a:lnTo>
                  <a:lnTo>
                    <a:pt x="452520" y="140398"/>
                  </a:lnTo>
                  <a:lnTo>
                    <a:pt x="450690" y="141519"/>
                  </a:lnTo>
                  <a:lnTo>
                    <a:pt x="450300" y="142889"/>
                  </a:lnTo>
                  <a:lnTo>
                    <a:pt x="450379" y="143444"/>
                  </a:lnTo>
                  <a:lnTo>
                    <a:pt x="452217" y="144248"/>
                  </a:lnTo>
                  <a:lnTo>
                    <a:pt x="453398" y="145749"/>
                  </a:lnTo>
                  <a:lnTo>
                    <a:pt x="453170" y="148196"/>
                  </a:lnTo>
                  <a:lnTo>
                    <a:pt x="450655" y="147761"/>
                  </a:lnTo>
                  <a:lnTo>
                    <a:pt x="446562" y="147978"/>
                  </a:lnTo>
                  <a:lnTo>
                    <a:pt x="445437" y="148536"/>
                  </a:lnTo>
                  <a:lnTo>
                    <a:pt x="443934" y="150121"/>
                  </a:lnTo>
                  <a:lnTo>
                    <a:pt x="441732" y="151173"/>
                  </a:lnTo>
                  <a:lnTo>
                    <a:pt x="442336" y="153276"/>
                  </a:lnTo>
                  <a:lnTo>
                    <a:pt x="447657" y="152772"/>
                  </a:lnTo>
                  <a:lnTo>
                    <a:pt x="448281" y="152480"/>
                  </a:lnTo>
                  <a:lnTo>
                    <a:pt x="448290" y="153189"/>
                  </a:lnTo>
                  <a:lnTo>
                    <a:pt x="447678" y="157051"/>
                  </a:lnTo>
                  <a:lnTo>
                    <a:pt x="446775" y="159871"/>
                  </a:lnTo>
                  <a:lnTo>
                    <a:pt x="446811" y="160384"/>
                  </a:lnTo>
                  <a:lnTo>
                    <a:pt x="445207" y="160373"/>
                  </a:lnTo>
                  <a:lnTo>
                    <a:pt x="444927" y="161397"/>
                  </a:lnTo>
                  <a:lnTo>
                    <a:pt x="443719" y="160412"/>
                  </a:lnTo>
                  <a:lnTo>
                    <a:pt x="442672" y="159995"/>
                  </a:lnTo>
                  <a:lnTo>
                    <a:pt x="442926" y="161397"/>
                  </a:lnTo>
                  <a:lnTo>
                    <a:pt x="443855" y="161856"/>
                  </a:lnTo>
                  <a:lnTo>
                    <a:pt x="443841" y="163979"/>
                  </a:lnTo>
                  <a:lnTo>
                    <a:pt x="442453" y="167781"/>
                  </a:lnTo>
                  <a:lnTo>
                    <a:pt x="441696" y="169050"/>
                  </a:lnTo>
                  <a:lnTo>
                    <a:pt x="440857" y="171428"/>
                  </a:lnTo>
                  <a:lnTo>
                    <a:pt x="439759" y="173261"/>
                  </a:lnTo>
                  <a:lnTo>
                    <a:pt x="439203" y="174860"/>
                  </a:lnTo>
                  <a:lnTo>
                    <a:pt x="439904" y="178617"/>
                  </a:lnTo>
                  <a:lnTo>
                    <a:pt x="439693" y="180560"/>
                  </a:lnTo>
                  <a:lnTo>
                    <a:pt x="439011" y="180899"/>
                  </a:lnTo>
                  <a:lnTo>
                    <a:pt x="438858" y="182519"/>
                  </a:lnTo>
                  <a:lnTo>
                    <a:pt x="439177" y="183914"/>
                  </a:lnTo>
                  <a:lnTo>
                    <a:pt x="439705" y="183902"/>
                  </a:lnTo>
                  <a:lnTo>
                    <a:pt x="441552" y="184604"/>
                  </a:lnTo>
                  <a:lnTo>
                    <a:pt x="443108" y="184637"/>
                  </a:lnTo>
                  <a:lnTo>
                    <a:pt x="443499" y="185707"/>
                  </a:lnTo>
                  <a:lnTo>
                    <a:pt x="443307" y="187444"/>
                  </a:lnTo>
                  <a:lnTo>
                    <a:pt x="443586" y="187964"/>
                  </a:lnTo>
                  <a:lnTo>
                    <a:pt x="443564" y="188883"/>
                  </a:lnTo>
                  <a:lnTo>
                    <a:pt x="442830" y="189408"/>
                  </a:lnTo>
                  <a:lnTo>
                    <a:pt x="442521" y="190035"/>
                  </a:lnTo>
                  <a:lnTo>
                    <a:pt x="441690" y="190783"/>
                  </a:lnTo>
                  <a:lnTo>
                    <a:pt x="441612" y="192106"/>
                  </a:lnTo>
                  <a:lnTo>
                    <a:pt x="441030" y="192570"/>
                  </a:lnTo>
                  <a:lnTo>
                    <a:pt x="440864" y="192226"/>
                  </a:lnTo>
                  <a:lnTo>
                    <a:pt x="440280" y="192828"/>
                  </a:lnTo>
                  <a:lnTo>
                    <a:pt x="439828" y="192696"/>
                  </a:lnTo>
                  <a:lnTo>
                    <a:pt x="438741" y="193693"/>
                  </a:lnTo>
                  <a:lnTo>
                    <a:pt x="437659" y="194271"/>
                  </a:lnTo>
                  <a:lnTo>
                    <a:pt x="437620" y="195253"/>
                  </a:lnTo>
                  <a:lnTo>
                    <a:pt x="438433" y="198996"/>
                  </a:lnTo>
                  <a:lnTo>
                    <a:pt x="438638" y="199228"/>
                  </a:lnTo>
                  <a:lnTo>
                    <a:pt x="439242" y="199263"/>
                  </a:lnTo>
                  <a:lnTo>
                    <a:pt x="440439" y="200106"/>
                  </a:lnTo>
                  <a:lnTo>
                    <a:pt x="441776" y="200158"/>
                  </a:lnTo>
                  <a:lnTo>
                    <a:pt x="442542" y="199578"/>
                  </a:lnTo>
                  <a:lnTo>
                    <a:pt x="443235" y="200206"/>
                  </a:lnTo>
                  <a:lnTo>
                    <a:pt x="444971" y="200306"/>
                  </a:lnTo>
                  <a:lnTo>
                    <a:pt x="446180" y="200038"/>
                  </a:lnTo>
                  <a:lnTo>
                    <a:pt x="446996" y="202659"/>
                  </a:lnTo>
                  <a:lnTo>
                    <a:pt x="447632" y="203760"/>
                  </a:lnTo>
                  <a:lnTo>
                    <a:pt x="447882" y="204017"/>
                  </a:lnTo>
                  <a:lnTo>
                    <a:pt x="449556" y="203192"/>
                  </a:lnTo>
                  <a:lnTo>
                    <a:pt x="451253" y="205308"/>
                  </a:lnTo>
                  <a:lnTo>
                    <a:pt x="451766" y="207857"/>
                  </a:lnTo>
                  <a:lnTo>
                    <a:pt x="451235" y="208582"/>
                  </a:lnTo>
                  <a:lnTo>
                    <a:pt x="452146" y="210255"/>
                  </a:lnTo>
                  <a:lnTo>
                    <a:pt x="453097" y="214529"/>
                  </a:lnTo>
                  <a:lnTo>
                    <a:pt x="453937" y="216693"/>
                  </a:lnTo>
                  <a:lnTo>
                    <a:pt x="453823" y="217582"/>
                  </a:lnTo>
                  <a:lnTo>
                    <a:pt x="450709" y="218643"/>
                  </a:lnTo>
                  <a:lnTo>
                    <a:pt x="449441" y="219982"/>
                  </a:lnTo>
                  <a:lnTo>
                    <a:pt x="448612" y="220532"/>
                  </a:lnTo>
                  <a:lnTo>
                    <a:pt x="447546" y="221820"/>
                  </a:lnTo>
                  <a:lnTo>
                    <a:pt x="446735" y="224045"/>
                  </a:lnTo>
                  <a:lnTo>
                    <a:pt x="446984" y="225694"/>
                  </a:lnTo>
                  <a:lnTo>
                    <a:pt x="446685" y="226499"/>
                  </a:lnTo>
                  <a:lnTo>
                    <a:pt x="445626" y="227047"/>
                  </a:lnTo>
                  <a:lnTo>
                    <a:pt x="445431" y="228363"/>
                  </a:lnTo>
                  <a:lnTo>
                    <a:pt x="444919" y="228987"/>
                  </a:lnTo>
                  <a:lnTo>
                    <a:pt x="443458" y="229253"/>
                  </a:lnTo>
                  <a:lnTo>
                    <a:pt x="442554" y="229706"/>
                  </a:lnTo>
                  <a:lnTo>
                    <a:pt x="441572" y="230756"/>
                  </a:lnTo>
                  <a:lnTo>
                    <a:pt x="441210" y="231579"/>
                  </a:lnTo>
                  <a:lnTo>
                    <a:pt x="440794" y="231813"/>
                  </a:lnTo>
                  <a:lnTo>
                    <a:pt x="440656" y="232459"/>
                  </a:lnTo>
                  <a:lnTo>
                    <a:pt x="441790" y="234715"/>
                  </a:lnTo>
                  <a:lnTo>
                    <a:pt x="441906" y="235573"/>
                  </a:lnTo>
                  <a:lnTo>
                    <a:pt x="442472" y="236295"/>
                  </a:lnTo>
                  <a:lnTo>
                    <a:pt x="442359" y="237734"/>
                  </a:lnTo>
                  <a:lnTo>
                    <a:pt x="442628" y="238540"/>
                  </a:lnTo>
                  <a:lnTo>
                    <a:pt x="444210" y="240728"/>
                  </a:lnTo>
                  <a:lnTo>
                    <a:pt x="444577" y="242222"/>
                  </a:lnTo>
                  <a:lnTo>
                    <a:pt x="446095" y="242841"/>
                  </a:lnTo>
                  <a:lnTo>
                    <a:pt x="446517" y="244245"/>
                  </a:lnTo>
                  <a:lnTo>
                    <a:pt x="446828" y="244531"/>
                  </a:lnTo>
                  <a:lnTo>
                    <a:pt x="449434" y="244981"/>
                  </a:lnTo>
                  <a:lnTo>
                    <a:pt x="451059" y="247257"/>
                  </a:lnTo>
                  <a:lnTo>
                    <a:pt x="452241" y="250151"/>
                  </a:lnTo>
                  <a:lnTo>
                    <a:pt x="452479" y="252055"/>
                  </a:lnTo>
                  <a:lnTo>
                    <a:pt x="452145" y="255536"/>
                  </a:lnTo>
                  <a:lnTo>
                    <a:pt x="452366" y="256271"/>
                  </a:lnTo>
                  <a:lnTo>
                    <a:pt x="452195" y="257773"/>
                  </a:lnTo>
                  <a:lnTo>
                    <a:pt x="452685" y="258241"/>
                  </a:lnTo>
                  <a:lnTo>
                    <a:pt x="452546" y="259583"/>
                  </a:lnTo>
                  <a:lnTo>
                    <a:pt x="451738" y="262044"/>
                  </a:lnTo>
                  <a:lnTo>
                    <a:pt x="451921" y="263171"/>
                  </a:lnTo>
                  <a:lnTo>
                    <a:pt x="451682" y="264150"/>
                  </a:lnTo>
                  <a:lnTo>
                    <a:pt x="452593" y="266099"/>
                  </a:lnTo>
                  <a:lnTo>
                    <a:pt x="452666" y="266701"/>
                  </a:lnTo>
                  <a:lnTo>
                    <a:pt x="452108" y="267945"/>
                  </a:lnTo>
                  <a:lnTo>
                    <a:pt x="453131" y="269361"/>
                  </a:lnTo>
                  <a:lnTo>
                    <a:pt x="453413" y="269371"/>
                  </a:lnTo>
                  <a:lnTo>
                    <a:pt x="452782" y="271342"/>
                  </a:lnTo>
                  <a:lnTo>
                    <a:pt x="453050" y="271260"/>
                  </a:lnTo>
                  <a:lnTo>
                    <a:pt x="453893" y="272464"/>
                  </a:lnTo>
                  <a:lnTo>
                    <a:pt x="456539" y="272888"/>
                  </a:lnTo>
                  <a:lnTo>
                    <a:pt x="458599" y="273525"/>
                  </a:lnTo>
                  <a:lnTo>
                    <a:pt x="460560" y="274698"/>
                  </a:lnTo>
                  <a:lnTo>
                    <a:pt x="460711" y="275502"/>
                  </a:lnTo>
                  <a:lnTo>
                    <a:pt x="461431" y="276573"/>
                  </a:lnTo>
                  <a:lnTo>
                    <a:pt x="462713" y="277446"/>
                  </a:lnTo>
                  <a:lnTo>
                    <a:pt x="462112" y="278315"/>
                  </a:lnTo>
                  <a:lnTo>
                    <a:pt x="463116" y="279859"/>
                  </a:lnTo>
                  <a:lnTo>
                    <a:pt x="462871" y="280112"/>
                  </a:lnTo>
                  <a:lnTo>
                    <a:pt x="463392" y="281695"/>
                  </a:lnTo>
                  <a:lnTo>
                    <a:pt x="464425" y="282617"/>
                  </a:lnTo>
                  <a:lnTo>
                    <a:pt x="463844" y="285345"/>
                  </a:lnTo>
                  <a:lnTo>
                    <a:pt x="461465" y="290119"/>
                  </a:lnTo>
                  <a:lnTo>
                    <a:pt x="462422" y="290351"/>
                  </a:lnTo>
                  <a:lnTo>
                    <a:pt x="463253" y="291604"/>
                  </a:lnTo>
                  <a:lnTo>
                    <a:pt x="463804" y="292849"/>
                  </a:lnTo>
                  <a:lnTo>
                    <a:pt x="463967" y="294667"/>
                  </a:lnTo>
                  <a:lnTo>
                    <a:pt x="462330" y="293441"/>
                  </a:lnTo>
                  <a:lnTo>
                    <a:pt x="460269" y="292838"/>
                  </a:lnTo>
                  <a:lnTo>
                    <a:pt x="459251" y="293237"/>
                  </a:lnTo>
                  <a:lnTo>
                    <a:pt x="458623" y="293094"/>
                  </a:lnTo>
                  <a:lnTo>
                    <a:pt x="455584" y="293691"/>
                  </a:lnTo>
                  <a:lnTo>
                    <a:pt x="454439" y="294780"/>
                  </a:lnTo>
                  <a:lnTo>
                    <a:pt x="453704" y="294670"/>
                  </a:lnTo>
                  <a:lnTo>
                    <a:pt x="453816" y="295191"/>
                  </a:lnTo>
                  <a:lnTo>
                    <a:pt x="453554" y="295601"/>
                  </a:lnTo>
                  <a:lnTo>
                    <a:pt x="453480" y="296513"/>
                  </a:lnTo>
                  <a:lnTo>
                    <a:pt x="453939" y="299337"/>
                  </a:lnTo>
                  <a:lnTo>
                    <a:pt x="452852" y="302201"/>
                  </a:lnTo>
                  <a:lnTo>
                    <a:pt x="453911" y="302160"/>
                  </a:lnTo>
                  <a:lnTo>
                    <a:pt x="454619" y="302418"/>
                  </a:lnTo>
                  <a:lnTo>
                    <a:pt x="456868" y="303671"/>
                  </a:lnTo>
                  <a:lnTo>
                    <a:pt x="458379" y="304787"/>
                  </a:lnTo>
                  <a:lnTo>
                    <a:pt x="460704" y="306992"/>
                  </a:lnTo>
                  <a:lnTo>
                    <a:pt x="463156" y="307312"/>
                  </a:lnTo>
                  <a:lnTo>
                    <a:pt x="463327" y="308124"/>
                  </a:lnTo>
                  <a:lnTo>
                    <a:pt x="463586" y="308449"/>
                  </a:lnTo>
                  <a:lnTo>
                    <a:pt x="463864" y="308328"/>
                  </a:lnTo>
                  <a:lnTo>
                    <a:pt x="464289" y="309635"/>
                  </a:lnTo>
                  <a:lnTo>
                    <a:pt x="465060" y="311001"/>
                  </a:lnTo>
                  <a:lnTo>
                    <a:pt x="467077" y="312613"/>
                  </a:lnTo>
                  <a:lnTo>
                    <a:pt x="467768" y="312853"/>
                  </a:lnTo>
                  <a:lnTo>
                    <a:pt x="467526" y="313254"/>
                  </a:lnTo>
                  <a:lnTo>
                    <a:pt x="467762" y="313906"/>
                  </a:lnTo>
                  <a:lnTo>
                    <a:pt x="469231" y="314966"/>
                  </a:lnTo>
                  <a:lnTo>
                    <a:pt x="469045" y="315137"/>
                  </a:lnTo>
                  <a:lnTo>
                    <a:pt x="469976" y="315750"/>
                  </a:lnTo>
                  <a:lnTo>
                    <a:pt x="469954" y="316056"/>
                  </a:lnTo>
                  <a:lnTo>
                    <a:pt x="470939" y="316942"/>
                  </a:lnTo>
                  <a:lnTo>
                    <a:pt x="471860" y="318196"/>
                  </a:lnTo>
                  <a:lnTo>
                    <a:pt x="473384" y="318725"/>
                  </a:lnTo>
                  <a:lnTo>
                    <a:pt x="473691" y="321395"/>
                  </a:lnTo>
                  <a:lnTo>
                    <a:pt x="475012" y="322458"/>
                  </a:lnTo>
                  <a:lnTo>
                    <a:pt x="475429" y="325605"/>
                  </a:lnTo>
                  <a:lnTo>
                    <a:pt x="475957" y="327201"/>
                  </a:lnTo>
                  <a:lnTo>
                    <a:pt x="476560" y="327999"/>
                  </a:lnTo>
                  <a:lnTo>
                    <a:pt x="476857" y="328895"/>
                  </a:lnTo>
                  <a:lnTo>
                    <a:pt x="477275" y="329002"/>
                  </a:lnTo>
                  <a:lnTo>
                    <a:pt x="478654" y="328539"/>
                  </a:lnTo>
                  <a:lnTo>
                    <a:pt x="479119" y="327781"/>
                  </a:lnTo>
                  <a:lnTo>
                    <a:pt x="480231" y="326744"/>
                  </a:lnTo>
                  <a:lnTo>
                    <a:pt x="483526" y="324787"/>
                  </a:lnTo>
                  <a:lnTo>
                    <a:pt x="484928" y="323133"/>
                  </a:lnTo>
                  <a:lnTo>
                    <a:pt x="486287" y="322258"/>
                  </a:lnTo>
                  <a:lnTo>
                    <a:pt x="486863" y="322183"/>
                  </a:lnTo>
                  <a:lnTo>
                    <a:pt x="488398" y="322951"/>
                  </a:lnTo>
                  <a:lnTo>
                    <a:pt x="490518" y="325468"/>
                  </a:lnTo>
                  <a:lnTo>
                    <a:pt x="491879" y="325551"/>
                  </a:lnTo>
                  <a:lnTo>
                    <a:pt x="492631" y="324979"/>
                  </a:lnTo>
                  <a:lnTo>
                    <a:pt x="493455" y="324889"/>
                  </a:lnTo>
                  <a:lnTo>
                    <a:pt x="495509" y="325940"/>
                  </a:lnTo>
                  <a:lnTo>
                    <a:pt x="495655" y="326204"/>
                  </a:lnTo>
                  <a:lnTo>
                    <a:pt x="495510" y="326869"/>
                  </a:lnTo>
                  <a:lnTo>
                    <a:pt x="498318" y="327933"/>
                  </a:lnTo>
                  <a:lnTo>
                    <a:pt x="499683" y="327949"/>
                  </a:lnTo>
                  <a:lnTo>
                    <a:pt x="500870" y="327605"/>
                  </a:lnTo>
                  <a:lnTo>
                    <a:pt x="502013" y="328905"/>
                  </a:lnTo>
                  <a:lnTo>
                    <a:pt x="503662" y="330148"/>
                  </a:lnTo>
                  <a:lnTo>
                    <a:pt x="504400" y="330071"/>
                  </a:lnTo>
                  <a:lnTo>
                    <a:pt x="505647" y="329013"/>
                  </a:lnTo>
                  <a:lnTo>
                    <a:pt x="506007" y="329301"/>
                  </a:lnTo>
                  <a:lnTo>
                    <a:pt x="506863" y="333888"/>
                  </a:lnTo>
                  <a:lnTo>
                    <a:pt x="508430" y="336379"/>
                  </a:lnTo>
                  <a:lnTo>
                    <a:pt x="508762" y="338860"/>
                  </a:lnTo>
                  <a:lnTo>
                    <a:pt x="509359" y="340325"/>
                  </a:lnTo>
                  <a:lnTo>
                    <a:pt x="510608" y="341481"/>
                  </a:lnTo>
                  <a:lnTo>
                    <a:pt x="512814" y="342138"/>
                  </a:lnTo>
                  <a:lnTo>
                    <a:pt x="513224" y="343523"/>
                  </a:lnTo>
                  <a:lnTo>
                    <a:pt x="512677" y="343029"/>
                  </a:lnTo>
                  <a:lnTo>
                    <a:pt x="513598" y="347334"/>
                  </a:lnTo>
                  <a:lnTo>
                    <a:pt x="514524" y="348595"/>
                  </a:lnTo>
                  <a:lnTo>
                    <a:pt x="514312" y="348685"/>
                  </a:lnTo>
                  <a:lnTo>
                    <a:pt x="514491" y="348794"/>
                  </a:lnTo>
                  <a:lnTo>
                    <a:pt x="514574" y="351636"/>
                  </a:lnTo>
                  <a:lnTo>
                    <a:pt x="514283" y="353187"/>
                  </a:lnTo>
                  <a:lnTo>
                    <a:pt x="515396" y="357148"/>
                  </a:lnTo>
                  <a:lnTo>
                    <a:pt x="516778" y="360012"/>
                  </a:lnTo>
                  <a:lnTo>
                    <a:pt x="513617" y="367583"/>
                  </a:lnTo>
                  <a:lnTo>
                    <a:pt x="513807" y="368157"/>
                  </a:lnTo>
                  <a:lnTo>
                    <a:pt x="514983" y="369731"/>
                  </a:lnTo>
                  <a:lnTo>
                    <a:pt x="519015" y="371826"/>
                  </a:lnTo>
                  <a:lnTo>
                    <a:pt x="521006" y="372524"/>
                  </a:lnTo>
                  <a:lnTo>
                    <a:pt x="522632" y="373579"/>
                  </a:lnTo>
                  <a:lnTo>
                    <a:pt x="520904" y="376124"/>
                  </a:lnTo>
                  <a:lnTo>
                    <a:pt x="518121" y="382267"/>
                  </a:lnTo>
                  <a:lnTo>
                    <a:pt x="515038" y="382111"/>
                  </a:lnTo>
                  <a:lnTo>
                    <a:pt x="511637" y="384530"/>
                  </a:lnTo>
                  <a:lnTo>
                    <a:pt x="512287" y="388699"/>
                  </a:lnTo>
                  <a:lnTo>
                    <a:pt x="513294" y="392293"/>
                  </a:lnTo>
                  <a:lnTo>
                    <a:pt x="513909" y="393060"/>
                  </a:lnTo>
                  <a:lnTo>
                    <a:pt x="518066" y="396319"/>
                  </a:lnTo>
                  <a:lnTo>
                    <a:pt x="519675" y="398279"/>
                  </a:lnTo>
                  <a:lnTo>
                    <a:pt x="521187" y="398473"/>
                  </a:lnTo>
                  <a:lnTo>
                    <a:pt x="520709" y="398947"/>
                  </a:lnTo>
                  <a:lnTo>
                    <a:pt x="522323" y="401442"/>
                  </a:lnTo>
                  <a:lnTo>
                    <a:pt x="516777" y="402567"/>
                  </a:lnTo>
                  <a:lnTo>
                    <a:pt x="516828" y="404235"/>
                  </a:lnTo>
                  <a:lnTo>
                    <a:pt x="514375" y="405880"/>
                  </a:lnTo>
                  <a:lnTo>
                    <a:pt x="512588" y="406441"/>
                  </a:lnTo>
                  <a:lnTo>
                    <a:pt x="511308" y="407248"/>
                  </a:lnTo>
                  <a:lnTo>
                    <a:pt x="510505" y="409869"/>
                  </a:lnTo>
                  <a:lnTo>
                    <a:pt x="506441" y="410345"/>
                  </a:lnTo>
                  <a:lnTo>
                    <a:pt x="505017" y="407570"/>
                  </a:lnTo>
                  <a:lnTo>
                    <a:pt x="503488" y="405710"/>
                  </a:lnTo>
                  <a:lnTo>
                    <a:pt x="502413" y="404883"/>
                  </a:lnTo>
                  <a:lnTo>
                    <a:pt x="498127" y="404990"/>
                  </a:lnTo>
                  <a:lnTo>
                    <a:pt x="497080" y="405726"/>
                  </a:lnTo>
                  <a:lnTo>
                    <a:pt x="496646" y="407299"/>
                  </a:lnTo>
                  <a:lnTo>
                    <a:pt x="493384" y="408201"/>
                  </a:lnTo>
                  <a:lnTo>
                    <a:pt x="491526" y="409984"/>
                  </a:lnTo>
                  <a:lnTo>
                    <a:pt x="488795" y="411441"/>
                  </a:lnTo>
                  <a:lnTo>
                    <a:pt x="487860" y="413081"/>
                  </a:lnTo>
                  <a:lnTo>
                    <a:pt x="486426" y="414473"/>
                  </a:lnTo>
                  <a:lnTo>
                    <a:pt x="483668" y="415168"/>
                  </a:lnTo>
                  <a:lnTo>
                    <a:pt x="481934" y="414913"/>
                  </a:lnTo>
                  <a:lnTo>
                    <a:pt x="480263" y="417098"/>
                  </a:lnTo>
                  <a:lnTo>
                    <a:pt x="479066" y="417617"/>
                  </a:lnTo>
                  <a:lnTo>
                    <a:pt x="478790" y="417244"/>
                  </a:lnTo>
                  <a:lnTo>
                    <a:pt x="478444" y="417196"/>
                  </a:lnTo>
                  <a:lnTo>
                    <a:pt x="477838" y="418960"/>
                  </a:lnTo>
                  <a:lnTo>
                    <a:pt x="477112" y="419740"/>
                  </a:lnTo>
                  <a:lnTo>
                    <a:pt x="475101" y="419659"/>
                  </a:lnTo>
                  <a:lnTo>
                    <a:pt x="473694" y="421006"/>
                  </a:lnTo>
                  <a:lnTo>
                    <a:pt x="471600" y="421491"/>
                  </a:lnTo>
                  <a:lnTo>
                    <a:pt x="470851" y="420948"/>
                  </a:lnTo>
                  <a:lnTo>
                    <a:pt x="469597" y="420673"/>
                  </a:lnTo>
                  <a:lnTo>
                    <a:pt x="468842" y="420241"/>
                  </a:lnTo>
                  <a:lnTo>
                    <a:pt x="467846" y="420196"/>
                  </a:lnTo>
                  <a:lnTo>
                    <a:pt x="466009" y="419428"/>
                  </a:lnTo>
                  <a:lnTo>
                    <a:pt x="464481" y="420033"/>
                  </a:lnTo>
                  <a:lnTo>
                    <a:pt x="464020" y="420618"/>
                  </a:lnTo>
                  <a:lnTo>
                    <a:pt x="462837" y="419790"/>
                  </a:lnTo>
                  <a:lnTo>
                    <a:pt x="462165" y="419989"/>
                  </a:lnTo>
                  <a:lnTo>
                    <a:pt x="460665" y="419330"/>
                  </a:lnTo>
                  <a:lnTo>
                    <a:pt x="459629" y="419264"/>
                  </a:lnTo>
                  <a:lnTo>
                    <a:pt x="458590" y="419751"/>
                  </a:lnTo>
                  <a:lnTo>
                    <a:pt x="458151" y="419352"/>
                  </a:lnTo>
                  <a:lnTo>
                    <a:pt x="457632" y="419274"/>
                  </a:lnTo>
                  <a:lnTo>
                    <a:pt x="455556" y="419530"/>
                  </a:lnTo>
                  <a:lnTo>
                    <a:pt x="454335" y="420681"/>
                  </a:lnTo>
                  <a:lnTo>
                    <a:pt x="452900" y="421284"/>
                  </a:lnTo>
                  <a:lnTo>
                    <a:pt x="452354" y="421947"/>
                  </a:lnTo>
                  <a:lnTo>
                    <a:pt x="451851" y="422159"/>
                  </a:lnTo>
                  <a:lnTo>
                    <a:pt x="448463" y="417878"/>
                  </a:lnTo>
                  <a:lnTo>
                    <a:pt x="446285" y="417630"/>
                  </a:lnTo>
                  <a:lnTo>
                    <a:pt x="445189" y="417222"/>
                  </a:lnTo>
                  <a:lnTo>
                    <a:pt x="444009" y="417317"/>
                  </a:lnTo>
                  <a:lnTo>
                    <a:pt x="444747" y="419040"/>
                  </a:lnTo>
                  <a:lnTo>
                    <a:pt x="444478" y="420297"/>
                  </a:lnTo>
                  <a:lnTo>
                    <a:pt x="443404" y="424272"/>
                  </a:lnTo>
                  <a:lnTo>
                    <a:pt x="441297" y="429662"/>
                  </a:lnTo>
                  <a:lnTo>
                    <a:pt x="441273" y="430307"/>
                  </a:lnTo>
                  <a:lnTo>
                    <a:pt x="440008" y="432552"/>
                  </a:lnTo>
                  <a:lnTo>
                    <a:pt x="440106" y="434657"/>
                  </a:lnTo>
                  <a:lnTo>
                    <a:pt x="436810" y="436475"/>
                  </a:lnTo>
                  <a:lnTo>
                    <a:pt x="429369" y="437881"/>
                  </a:lnTo>
                  <a:lnTo>
                    <a:pt x="427888" y="437636"/>
                  </a:lnTo>
                  <a:lnTo>
                    <a:pt x="426424" y="437068"/>
                  </a:lnTo>
                  <a:lnTo>
                    <a:pt x="424146" y="435345"/>
                  </a:lnTo>
                  <a:lnTo>
                    <a:pt x="421735" y="432677"/>
                  </a:lnTo>
                  <a:lnTo>
                    <a:pt x="420015" y="431404"/>
                  </a:lnTo>
                  <a:lnTo>
                    <a:pt x="410497" y="432845"/>
                  </a:lnTo>
                  <a:lnTo>
                    <a:pt x="403493" y="434717"/>
                  </a:lnTo>
                  <a:lnTo>
                    <a:pt x="400410" y="436972"/>
                  </a:lnTo>
                  <a:lnTo>
                    <a:pt x="399200" y="438129"/>
                  </a:lnTo>
                  <a:lnTo>
                    <a:pt x="397846" y="441942"/>
                  </a:lnTo>
                  <a:lnTo>
                    <a:pt x="393673" y="446131"/>
                  </a:lnTo>
                  <a:lnTo>
                    <a:pt x="387962" y="447955"/>
                  </a:lnTo>
                  <a:lnTo>
                    <a:pt x="385553" y="450052"/>
                  </a:lnTo>
                  <a:lnTo>
                    <a:pt x="383323" y="450109"/>
                  </a:lnTo>
                  <a:lnTo>
                    <a:pt x="381073" y="449619"/>
                  </a:lnTo>
                  <a:lnTo>
                    <a:pt x="371696" y="456455"/>
                  </a:lnTo>
                  <a:lnTo>
                    <a:pt x="367911" y="457963"/>
                  </a:lnTo>
                  <a:lnTo>
                    <a:pt x="365137" y="459818"/>
                  </a:lnTo>
                  <a:lnTo>
                    <a:pt x="363010" y="461643"/>
                  </a:lnTo>
                  <a:lnTo>
                    <a:pt x="360921" y="461532"/>
                  </a:lnTo>
                  <a:lnTo>
                    <a:pt x="356610" y="462229"/>
                  </a:lnTo>
                  <a:lnTo>
                    <a:pt x="352787" y="466193"/>
                  </a:lnTo>
                  <a:lnTo>
                    <a:pt x="350367" y="467875"/>
                  </a:lnTo>
                  <a:lnTo>
                    <a:pt x="348614" y="467689"/>
                  </a:lnTo>
                  <a:lnTo>
                    <a:pt x="345937" y="468426"/>
                  </a:lnTo>
                  <a:lnTo>
                    <a:pt x="345303" y="468991"/>
                  </a:lnTo>
                  <a:lnTo>
                    <a:pt x="343598" y="469130"/>
                  </a:lnTo>
                  <a:lnTo>
                    <a:pt x="341635" y="469886"/>
                  </a:lnTo>
                  <a:lnTo>
                    <a:pt x="341172" y="470339"/>
                  </a:lnTo>
                  <a:lnTo>
                    <a:pt x="337354" y="470914"/>
                  </a:lnTo>
                  <a:lnTo>
                    <a:pt x="336782" y="470647"/>
                  </a:lnTo>
                  <a:lnTo>
                    <a:pt x="337614" y="473114"/>
                  </a:lnTo>
                  <a:lnTo>
                    <a:pt x="338626" y="473777"/>
                  </a:lnTo>
                  <a:lnTo>
                    <a:pt x="339727" y="475137"/>
                  </a:lnTo>
                  <a:lnTo>
                    <a:pt x="339262" y="479072"/>
                  </a:lnTo>
                  <a:lnTo>
                    <a:pt x="340978" y="483256"/>
                  </a:lnTo>
                  <a:lnTo>
                    <a:pt x="346555" y="487958"/>
                  </a:lnTo>
                  <a:lnTo>
                    <a:pt x="349124" y="492065"/>
                  </a:lnTo>
                  <a:lnTo>
                    <a:pt x="350110" y="492732"/>
                  </a:lnTo>
                  <a:lnTo>
                    <a:pt x="352657" y="493864"/>
                  </a:lnTo>
                  <a:lnTo>
                    <a:pt x="354786" y="495853"/>
                  </a:lnTo>
                  <a:lnTo>
                    <a:pt x="357381" y="496981"/>
                  </a:lnTo>
                  <a:lnTo>
                    <a:pt x="354679" y="501246"/>
                  </a:lnTo>
                  <a:lnTo>
                    <a:pt x="357341" y="504582"/>
                  </a:lnTo>
                  <a:lnTo>
                    <a:pt x="358158" y="507054"/>
                  </a:lnTo>
                  <a:lnTo>
                    <a:pt x="364050" y="508548"/>
                  </a:lnTo>
                  <a:lnTo>
                    <a:pt x="365675" y="507204"/>
                  </a:lnTo>
                  <a:lnTo>
                    <a:pt x="366741" y="506746"/>
                  </a:lnTo>
                  <a:lnTo>
                    <a:pt x="368549" y="507473"/>
                  </a:lnTo>
                  <a:lnTo>
                    <a:pt x="369486" y="508739"/>
                  </a:lnTo>
                  <a:lnTo>
                    <a:pt x="371109" y="508451"/>
                  </a:lnTo>
                  <a:lnTo>
                    <a:pt x="374402" y="507127"/>
                  </a:lnTo>
                  <a:lnTo>
                    <a:pt x="376620" y="507317"/>
                  </a:lnTo>
                  <a:lnTo>
                    <a:pt x="380108" y="508342"/>
                  </a:lnTo>
                  <a:lnTo>
                    <a:pt x="382218" y="509615"/>
                  </a:lnTo>
                  <a:lnTo>
                    <a:pt x="383249" y="511644"/>
                  </a:lnTo>
                  <a:lnTo>
                    <a:pt x="384613" y="513006"/>
                  </a:lnTo>
                  <a:lnTo>
                    <a:pt x="384665" y="514555"/>
                  </a:lnTo>
                  <a:lnTo>
                    <a:pt x="386053" y="517184"/>
                  </a:lnTo>
                  <a:lnTo>
                    <a:pt x="387674" y="518229"/>
                  </a:lnTo>
                  <a:lnTo>
                    <a:pt x="389346" y="519032"/>
                  </a:lnTo>
                  <a:lnTo>
                    <a:pt x="391358" y="519276"/>
                  </a:lnTo>
                  <a:lnTo>
                    <a:pt x="391773" y="519001"/>
                  </a:lnTo>
                  <a:lnTo>
                    <a:pt x="392361" y="519018"/>
                  </a:lnTo>
                  <a:lnTo>
                    <a:pt x="396429" y="519826"/>
                  </a:lnTo>
                  <a:lnTo>
                    <a:pt x="398592" y="521821"/>
                  </a:lnTo>
                  <a:lnTo>
                    <a:pt x="401197" y="521564"/>
                  </a:lnTo>
                  <a:lnTo>
                    <a:pt x="407631" y="523474"/>
                  </a:lnTo>
                  <a:lnTo>
                    <a:pt x="410423" y="524485"/>
                  </a:lnTo>
                  <a:lnTo>
                    <a:pt x="410915" y="524990"/>
                  </a:lnTo>
                  <a:lnTo>
                    <a:pt x="411566" y="526011"/>
                  </a:lnTo>
                  <a:lnTo>
                    <a:pt x="405625" y="529126"/>
                  </a:lnTo>
                  <a:lnTo>
                    <a:pt x="403549" y="530968"/>
                  </a:lnTo>
                  <a:lnTo>
                    <a:pt x="400859" y="535445"/>
                  </a:lnTo>
                  <a:lnTo>
                    <a:pt x="398795" y="536210"/>
                  </a:lnTo>
                  <a:lnTo>
                    <a:pt x="397623" y="537593"/>
                  </a:lnTo>
                  <a:lnTo>
                    <a:pt x="397904" y="539191"/>
                  </a:lnTo>
                  <a:lnTo>
                    <a:pt x="397898" y="545996"/>
                  </a:lnTo>
                  <a:lnTo>
                    <a:pt x="398197" y="547229"/>
                  </a:lnTo>
                  <a:lnTo>
                    <a:pt x="398122" y="549517"/>
                  </a:lnTo>
                  <a:lnTo>
                    <a:pt x="399228" y="553833"/>
                  </a:lnTo>
                  <a:lnTo>
                    <a:pt x="398083" y="555115"/>
                  </a:lnTo>
                  <a:lnTo>
                    <a:pt x="397960" y="556232"/>
                  </a:lnTo>
                  <a:lnTo>
                    <a:pt x="398166" y="558738"/>
                  </a:lnTo>
                  <a:lnTo>
                    <a:pt x="397014" y="561034"/>
                  </a:lnTo>
                  <a:lnTo>
                    <a:pt x="396948" y="561387"/>
                  </a:lnTo>
                  <a:lnTo>
                    <a:pt x="397195" y="561694"/>
                  </a:lnTo>
                  <a:lnTo>
                    <a:pt x="397031" y="562573"/>
                  </a:lnTo>
                  <a:lnTo>
                    <a:pt x="396369" y="563147"/>
                  </a:lnTo>
                  <a:lnTo>
                    <a:pt x="393106" y="563754"/>
                  </a:lnTo>
                  <a:lnTo>
                    <a:pt x="391681" y="564736"/>
                  </a:lnTo>
                  <a:lnTo>
                    <a:pt x="391234" y="564731"/>
                  </a:lnTo>
                  <a:lnTo>
                    <a:pt x="390992" y="564960"/>
                  </a:lnTo>
                  <a:lnTo>
                    <a:pt x="391121" y="565831"/>
                  </a:lnTo>
                  <a:lnTo>
                    <a:pt x="389744" y="567108"/>
                  </a:lnTo>
                  <a:lnTo>
                    <a:pt x="389929" y="567961"/>
                  </a:lnTo>
                  <a:lnTo>
                    <a:pt x="389479" y="569236"/>
                  </a:lnTo>
                  <a:lnTo>
                    <a:pt x="389752" y="569927"/>
                  </a:lnTo>
                  <a:lnTo>
                    <a:pt x="389288" y="570230"/>
                  </a:lnTo>
                  <a:lnTo>
                    <a:pt x="389577" y="571456"/>
                  </a:lnTo>
                  <a:lnTo>
                    <a:pt x="389099" y="574717"/>
                  </a:lnTo>
                  <a:lnTo>
                    <a:pt x="387790" y="576118"/>
                  </a:lnTo>
                  <a:lnTo>
                    <a:pt x="389103" y="577357"/>
                  </a:lnTo>
                  <a:lnTo>
                    <a:pt x="387595" y="579730"/>
                  </a:lnTo>
                  <a:lnTo>
                    <a:pt x="388305" y="582022"/>
                  </a:lnTo>
                  <a:lnTo>
                    <a:pt x="388398" y="583140"/>
                  </a:lnTo>
                  <a:lnTo>
                    <a:pt x="382426" y="587563"/>
                  </a:lnTo>
                  <a:lnTo>
                    <a:pt x="383977" y="592802"/>
                  </a:lnTo>
                  <a:lnTo>
                    <a:pt x="384117" y="594746"/>
                  </a:lnTo>
                  <a:lnTo>
                    <a:pt x="385671" y="595422"/>
                  </a:lnTo>
                  <a:lnTo>
                    <a:pt x="387814" y="595615"/>
                  </a:lnTo>
                  <a:lnTo>
                    <a:pt x="390346" y="594469"/>
                  </a:lnTo>
                  <a:lnTo>
                    <a:pt x="392578" y="597067"/>
                  </a:lnTo>
                  <a:lnTo>
                    <a:pt x="390177" y="599922"/>
                  </a:lnTo>
                  <a:lnTo>
                    <a:pt x="391303" y="602890"/>
                  </a:lnTo>
                  <a:lnTo>
                    <a:pt x="393118" y="604162"/>
                  </a:lnTo>
                  <a:lnTo>
                    <a:pt x="392940" y="605664"/>
                  </a:lnTo>
                  <a:lnTo>
                    <a:pt x="393110" y="606253"/>
                  </a:lnTo>
                  <a:lnTo>
                    <a:pt x="391483" y="608459"/>
                  </a:lnTo>
                  <a:lnTo>
                    <a:pt x="390517" y="610763"/>
                  </a:lnTo>
                  <a:lnTo>
                    <a:pt x="389178" y="611316"/>
                  </a:lnTo>
                  <a:lnTo>
                    <a:pt x="386823" y="614398"/>
                  </a:lnTo>
                  <a:lnTo>
                    <a:pt x="385365" y="617295"/>
                  </a:lnTo>
                  <a:lnTo>
                    <a:pt x="383297" y="618818"/>
                  </a:lnTo>
                  <a:lnTo>
                    <a:pt x="383020" y="621333"/>
                  </a:lnTo>
                  <a:lnTo>
                    <a:pt x="381671" y="621933"/>
                  </a:lnTo>
                  <a:lnTo>
                    <a:pt x="379544" y="620828"/>
                  </a:lnTo>
                  <a:lnTo>
                    <a:pt x="375684" y="618352"/>
                  </a:lnTo>
                  <a:lnTo>
                    <a:pt x="373469" y="617686"/>
                  </a:lnTo>
                  <a:lnTo>
                    <a:pt x="368887" y="618478"/>
                  </a:lnTo>
                  <a:lnTo>
                    <a:pt x="365035" y="618271"/>
                  </a:lnTo>
                  <a:lnTo>
                    <a:pt x="364338" y="617101"/>
                  </a:lnTo>
                  <a:lnTo>
                    <a:pt x="359185" y="618347"/>
                  </a:lnTo>
                  <a:lnTo>
                    <a:pt x="355307" y="618785"/>
                  </a:lnTo>
                  <a:lnTo>
                    <a:pt x="352051" y="620173"/>
                  </a:lnTo>
                  <a:lnTo>
                    <a:pt x="348648" y="622237"/>
                  </a:lnTo>
                  <a:lnTo>
                    <a:pt x="344954" y="618351"/>
                  </a:lnTo>
                  <a:lnTo>
                    <a:pt x="342956" y="618321"/>
                  </a:lnTo>
                  <a:lnTo>
                    <a:pt x="338215" y="615016"/>
                  </a:lnTo>
                  <a:lnTo>
                    <a:pt x="337668" y="616049"/>
                  </a:lnTo>
                  <a:lnTo>
                    <a:pt x="333871" y="616123"/>
                  </a:lnTo>
                  <a:lnTo>
                    <a:pt x="333535" y="615482"/>
                  </a:lnTo>
                  <a:lnTo>
                    <a:pt x="332460" y="615112"/>
                  </a:lnTo>
                  <a:lnTo>
                    <a:pt x="330680" y="616355"/>
                  </a:lnTo>
                  <a:lnTo>
                    <a:pt x="328254" y="616778"/>
                  </a:lnTo>
                  <a:lnTo>
                    <a:pt x="326694" y="615890"/>
                  </a:lnTo>
                  <a:lnTo>
                    <a:pt x="325811" y="616109"/>
                  </a:lnTo>
                  <a:lnTo>
                    <a:pt x="323979" y="617305"/>
                  </a:lnTo>
                  <a:lnTo>
                    <a:pt x="323108" y="617093"/>
                  </a:lnTo>
                  <a:lnTo>
                    <a:pt x="321545" y="615836"/>
                  </a:lnTo>
                  <a:lnTo>
                    <a:pt x="321386" y="614490"/>
                  </a:lnTo>
                  <a:lnTo>
                    <a:pt x="320284" y="614352"/>
                  </a:lnTo>
                  <a:lnTo>
                    <a:pt x="318293" y="610851"/>
                  </a:lnTo>
                  <a:lnTo>
                    <a:pt x="317165" y="610728"/>
                  </a:lnTo>
                  <a:lnTo>
                    <a:pt x="316491" y="611069"/>
                  </a:lnTo>
                  <a:lnTo>
                    <a:pt x="313655" y="614155"/>
                  </a:lnTo>
                  <a:lnTo>
                    <a:pt x="312398" y="616301"/>
                  </a:lnTo>
                  <a:lnTo>
                    <a:pt x="312159" y="619319"/>
                  </a:lnTo>
                  <a:lnTo>
                    <a:pt x="309957" y="624358"/>
                  </a:lnTo>
                  <a:lnTo>
                    <a:pt x="307515" y="624363"/>
                  </a:lnTo>
                  <a:lnTo>
                    <a:pt x="308941" y="628396"/>
                  </a:lnTo>
                  <a:lnTo>
                    <a:pt x="310011" y="630152"/>
                  </a:lnTo>
                  <a:lnTo>
                    <a:pt x="310030" y="630902"/>
                  </a:lnTo>
                  <a:lnTo>
                    <a:pt x="309278" y="632585"/>
                  </a:lnTo>
                  <a:lnTo>
                    <a:pt x="307794" y="633586"/>
                  </a:lnTo>
                  <a:lnTo>
                    <a:pt x="303348" y="635352"/>
                  </a:lnTo>
                  <a:lnTo>
                    <a:pt x="299339" y="634895"/>
                  </a:lnTo>
                  <a:lnTo>
                    <a:pt x="296092" y="636489"/>
                  </a:lnTo>
                  <a:lnTo>
                    <a:pt x="292481" y="637600"/>
                  </a:lnTo>
                  <a:lnTo>
                    <a:pt x="290557" y="637859"/>
                  </a:lnTo>
                  <a:lnTo>
                    <a:pt x="283029" y="639690"/>
                  </a:lnTo>
                  <a:lnTo>
                    <a:pt x="280441" y="640114"/>
                  </a:lnTo>
                  <a:lnTo>
                    <a:pt x="273447" y="640617"/>
                  </a:lnTo>
                  <a:lnTo>
                    <a:pt x="270615" y="642012"/>
                  </a:lnTo>
                  <a:lnTo>
                    <a:pt x="267157" y="643007"/>
                  </a:lnTo>
                  <a:lnTo>
                    <a:pt x="264205" y="643454"/>
                  </a:lnTo>
                  <a:lnTo>
                    <a:pt x="264183" y="643660"/>
                  </a:lnTo>
                  <a:lnTo>
                    <a:pt x="260601" y="643252"/>
                  </a:lnTo>
                  <a:lnTo>
                    <a:pt x="258996" y="643449"/>
                  </a:lnTo>
                  <a:lnTo>
                    <a:pt x="258523" y="641994"/>
                  </a:lnTo>
                  <a:lnTo>
                    <a:pt x="253229" y="641714"/>
                  </a:lnTo>
                  <a:lnTo>
                    <a:pt x="250942" y="642504"/>
                  </a:lnTo>
                  <a:lnTo>
                    <a:pt x="249472" y="642183"/>
                  </a:lnTo>
                  <a:lnTo>
                    <a:pt x="248112" y="643053"/>
                  </a:lnTo>
                  <a:lnTo>
                    <a:pt x="246860" y="642995"/>
                  </a:lnTo>
                  <a:lnTo>
                    <a:pt x="245809" y="642406"/>
                  </a:lnTo>
                  <a:lnTo>
                    <a:pt x="244825" y="642597"/>
                  </a:lnTo>
                  <a:lnTo>
                    <a:pt x="243025" y="645060"/>
                  </a:lnTo>
                  <a:lnTo>
                    <a:pt x="242120" y="645660"/>
                  </a:lnTo>
                  <a:lnTo>
                    <a:pt x="239605" y="645175"/>
                  </a:lnTo>
                  <a:lnTo>
                    <a:pt x="237517" y="644021"/>
                  </a:lnTo>
                  <a:lnTo>
                    <a:pt x="236504" y="643805"/>
                  </a:lnTo>
                  <a:lnTo>
                    <a:pt x="235980" y="643925"/>
                  </a:lnTo>
                  <a:lnTo>
                    <a:pt x="233343" y="645604"/>
                  </a:lnTo>
                  <a:lnTo>
                    <a:pt x="231216" y="646182"/>
                  </a:lnTo>
                  <a:lnTo>
                    <a:pt x="229014" y="645593"/>
                  </a:lnTo>
                  <a:lnTo>
                    <a:pt x="228317" y="645615"/>
                  </a:lnTo>
                  <a:lnTo>
                    <a:pt x="228466" y="645397"/>
                  </a:lnTo>
                  <a:lnTo>
                    <a:pt x="205390" y="627064"/>
                  </a:lnTo>
                  <a:lnTo>
                    <a:pt x="204260" y="627455"/>
                  </a:lnTo>
                  <a:lnTo>
                    <a:pt x="201179" y="627217"/>
                  </a:lnTo>
                  <a:lnTo>
                    <a:pt x="199803" y="627505"/>
                  </a:lnTo>
                  <a:lnTo>
                    <a:pt x="199559" y="627376"/>
                  </a:lnTo>
                  <a:lnTo>
                    <a:pt x="198493" y="627940"/>
                  </a:lnTo>
                  <a:lnTo>
                    <a:pt x="198167" y="629523"/>
                  </a:lnTo>
                  <a:lnTo>
                    <a:pt x="195790" y="631977"/>
                  </a:lnTo>
                  <a:lnTo>
                    <a:pt x="195193" y="632335"/>
                  </a:lnTo>
                  <a:lnTo>
                    <a:pt x="193164" y="632850"/>
                  </a:lnTo>
                  <a:lnTo>
                    <a:pt x="191318" y="635050"/>
                  </a:lnTo>
                  <a:lnTo>
                    <a:pt x="186041" y="636901"/>
                  </a:lnTo>
                  <a:lnTo>
                    <a:pt x="184096" y="638186"/>
                  </a:lnTo>
                  <a:lnTo>
                    <a:pt x="181391" y="638528"/>
                  </a:lnTo>
                  <a:lnTo>
                    <a:pt x="179063" y="640029"/>
                  </a:lnTo>
                  <a:lnTo>
                    <a:pt x="177129" y="640199"/>
                  </a:lnTo>
                  <a:lnTo>
                    <a:pt x="171904" y="641455"/>
                  </a:lnTo>
                  <a:lnTo>
                    <a:pt x="170877" y="642625"/>
                  </a:lnTo>
                  <a:lnTo>
                    <a:pt x="165629" y="645889"/>
                  </a:lnTo>
                  <a:lnTo>
                    <a:pt x="161053" y="646419"/>
                  </a:lnTo>
                  <a:lnTo>
                    <a:pt x="156326" y="647434"/>
                  </a:lnTo>
                  <a:lnTo>
                    <a:pt x="154102" y="648211"/>
                  </a:lnTo>
                  <a:lnTo>
                    <a:pt x="150150" y="647478"/>
                  </a:lnTo>
                  <a:lnTo>
                    <a:pt x="145132" y="644247"/>
                  </a:lnTo>
                  <a:lnTo>
                    <a:pt x="141214" y="642998"/>
                  </a:lnTo>
                  <a:lnTo>
                    <a:pt x="139436" y="642997"/>
                  </a:lnTo>
                  <a:lnTo>
                    <a:pt x="137405" y="645924"/>
                  </a:lnTo>
                  <a:lnTo>
                    <a:pt x="134438" y="649101"/>
                  </a:lnTo>
                  <a:lnTo>
                    <a:pt x="134854" y="651414"/>
                  </a:lnTo>
                  <a:lnTo>
                    <a:pt x="134086" y="653184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pg59">
              <a:extLst>
                <a:ext uri="{FF2B5EF4-FFF2-40B4-BE49-F238E27FC236}">
                  <a16:creationId xmlns:a16="http://schemas.microsoft.com/office/drawing/2014/main" id="{393A692B-D45B-E305-8A11-F33D37F07ED5}"/>
                </a:ext>
              </a:extLst>
            </p:cNvPr>
            <p:cNvSpPr/>
            <p:nvPr/>
          </p:nvSpPr>
          <p:spPr>
            <a:xfrm>
              <a:off x="7050027" y="988236"/>
              <a:ext cx="694794" cy="484503"/>
            </a:xfrm>
            <a:custGeom>
              <a:avLst/>
              <a:gdLst/>
              <a:ahLst/>
              <a:cxnLst/>
              <a:rect l="0" t="0" r="0" b="0"/>
              <a:pathLst>
                <a:path w="694794" h="484503">
                  <a:moveTo>
                    <a:pt x="145958" y="429160"/>
                  </a:moveTo>
                  <a:lnTo>
                    <a:pt x="146155" y="427395"/>
                  </a:lnTo>
                  <a:lnTo>
                    <a:pt x="148635" y="425306"/>
                  </a:lnTo>
                  <a:lnTo>
                    <a:pt x="149177" y="424040"/>
                  </a:lnTo>
                  <a:lnTo>
                    <a:pt x="148412" y="423868"/>
                  </a:lnTo>
                  <a:lnTo>
                    <a:pt x="146889" y="424099"/>
                  </a:lnTo>
                  <a:lnTo>
                    <a:pt x="146833" y="422175"/>
                  </a:lnTo>
                  <a:lnTo>
                    <a:pt x="145281" y="421709"/>
                  </a:lnTo>
                  <a:lnTo>
                    <a:pt x="144764" y="421346"/>
                  </a:lnTo>
                  <a:lnTo>
                    <a:pt x="144117" y="421320"/>
                  </a:lnTo>
                  <a:lnTo>
                    <a:pt x="145151" y="418806"/>
                  </a:lnTo>
                  <a:lnTo>
                    <a:pt x="144882" y="417781"/>
                  </a:lnTo>
                  <a:lnTo>
                    <a:pt x="146885" y="417352"/>
                  </a:lnTo>
                  <a:lnTo>
                    <a:pt x="147031" y="417592"/>
                  </a:lnTo>
                  <a:lnTo>
                    <a:pt x="148830" y="416731"/>
                  </a:lnTo>
                  <a:lnTo>
                    <a:pt x="149802" y="416517"/>
                  </a:lnTo>
                  <a:lnTo>
                    <a:pt x="150971" y="413543"/>
                  </a:lnTo>
                  <a:lnTo>
                    <a:pt x="150359" y="410803"/>
                  </a:lnTo>
                  <a:lnTo>
                    <a:pt x="150086" y="410758"/>
                  </a:lnTo>
                  <a:lnTo>
                    <a:pt x="148556" y="411646"/>
                  </a:lnTo>
                  <a:lnTo>
                    <a:pt x="147222" y="408098"/>
                  </a:lnTo>
                  <a:lnTo>
                    <a:pt x="145755" y="408676"/>
                  </a:lnTo>
                  <a:lnTo>
                    <a:pt x="145839" y="407763"/>
                  </a:lnTo>
                  <a:lnTo>
                    <a:pt x="145962" y="407580"/>
                  </a:lnTo>
                  <a:lnTo>
                    <a:pt x="145381" y="405994"/>
                  </a:lnTo>
                  <a:lnTo>
                    <a:pt x="145371" y="404718"/>
                  </a:lnTo>
                  <a:lnTo>
                    <a:pt x="145221" y="404574"/>
                  </a:lnTo>
                  <a:lnTo>
                    <a:pt x="144080" y="405107"/>
                  </a:lnTo>
                  <a:lnTo>
                    <a:pt x="143252" y="404435"/>
                  </a:lnTo>
                  <a:lnTo>
                    <a:pt x="143273" y="403152"/>
                  </a:lnTo>
                  <a:lnTo>
                    <a:pt x="143425" y="402622"/>
                  </a:lnTo>
                  <a:lnTo>
                    <a:pt x="143775" y="402576"/>
                  </a:lnTo>
                  <a:lnTo>
                    <a:pt x="143902" y="401713"/>
                  </a:lnTo>
                  <a:lnTo>
                    <a:pt x="143771" y="400896"/>
                  </a:lnTo>
                  <a:lnTo>
                    <a:pt x="141722" y="400683"/>
                  </a:lnTo>
                  <a:lnTo>
                    <a:pt x="140413" y="400786"/>
                  </a:lnTo>
                  <a:lnTo>
                    <a:pt x="140536" y="401182"/>
                  </a:lnTo>
                  <a:lnTo>
                    <a:pt x="138081" y="402108"/>
                  </a:lnTo>
                  <a:lnTo>
                    <a:pt x="138305" y="402637"/>
                  </a:lnTo>
                  <a:lnTo>
                    <a:pt x="137825" y="402986"/>
                  </a:lnTo>
                  <a:lnTo>
                    <a:pt x="137932" y="403503"/>
                  </a:lnTo>
                  <a:lnTo>
                    <a:pt x="135734" y="404051"/>
                  </a:lnTo>
                  <a:lnTo>
                    <a:pt x="135460" y="403924"/>
                  </a:lnTo>
                  <a:lnTo>
                    <a:pt x="134239" y="404397"/>
                  </a:lnTo>
                  <a:lnTo>
                    <a:pt x="134068" y="403878"/>
                  </a:lnTo>
                  <a:lnTo>
                    <a:pt x="130913" y="405006"/>
                  </a:lnTo>
                  <a:lnTo>
                    <a:pt x="129553" y="401507"/>
                  </a:lnTo>
                  <a:lnTo>
                    <a:pt x="127272" y="401845"/>
                  </a:lnTo>
                  <a:lnTo>
                    <a:pt x="124584" y="402639"/>
                  </a:lnTo>
                  <a:lnTo>
                    <a:pt x="123328" y="402933"/>
                  </a:lnTo>
                  <a:lnTo>
                    <a:pt x="120157" y="403565"/>
                  </a:lnTo>
                  <a:lnTo>
                    <a:pt x="118822" y="401048"/>
                  </a:lnTo>
                  <a:lnTo>
                    <a:pt x="119529" y="398683"/>
                  </a:lnTo>
                  <a:lnTo>
                    <a:pt x="120396" y="398469"/>
                  </a:lnTo>
                  <a:lnTo>
                    <a:pt x="119804" y="396849"/>
                  </a:lnTo>
                  <a:lnTo>
                    <a:pt x="123062" y="395915"/>
                  </a:lnTo>
                  <a:lnTo>
                    <a:pt x="124476" y="395733"/>
                  </a:lnTo>
                  <a:lnTo>
                    <a:pt x="124673" y="392749"/>
                  </a:lnTo>
                  <a:lnTo>
                    <a:pt x="125872" y="392662"/>
                  </a:lnTo>
                  <a:lnTo>
                    <a:pt x="125771" y="391895"/>
                  </a:lnTo>
                  <a:lnTo>
                    <a:pt x="124884" y="391728"/>
                  </a:lnTo>
                  <a:lnTo>
                    <a:pt x="124653" y="390985"/>
                  </a:lnTo>
                  <a:lnTo>
                    <a:pt x="124800" y="390265"/>
                  </a:lnTo>
                  <a:lnTo>
                    <a:pt x="125821" y="390053"/>
                  </a:lnTo>
                  <a:lnTo>
                    <a:pt x="125526" y="389314"/>
                  </a:lnTo>
                  <a:lnTo>
                    <a:pt x="125493" y="388079"/>
                  </a:lnTo>
                  <a:lnTo>
                    <a:pt x="125849" y="388069"/>
                  </a:lnTo>
                  <a:lnTo>
                    <a:pt x="125827" y="387100"/>
                  </a:lnTo>
                  <a:lnTo>
                    <a:pt x="128747" y="386819"/>
                  </a:lnTo>
                  <a:lnTo>
                    <a:pt x="133176" y="385668"/>
                  </a:lnTo>
                  <a:lnTo>
                    <a:pt x="132579" y="382172"/>
                  </a:lnTo>
                  <a:lnTo>
                    <a:pt x="134206" y="381563"/>
                  </a:lnTo>
                  <a:lnTo>
                    <a:pt x="133793" y="380377"/>
                  </a:lnTo>
                  <a:lnTo>
                    <a:pt x="136511" y="379194"/>
                  </a:lnTo>
                  <a:lnTo>
                    <a:pt x="135588" y="377266"/>
                  </a:lnTo>
                  <a:lnTo>
                    <a:pt x="135261" y="375397"/>
                  </a:lnTo>
                  <a:lnTo>
                    <a:pt x="133802" y="372811"/>
                  </a:lnTo>
                  <a:lnTo>
                    <a:pt x="135375" y="371881"/>
                  </a:lnTo>
                  <a:lnTo>
                    <a:pt x="137075" y="369517"/>
                  </a:lnTo>
                  <a:lnTo>
                    <a:pt x="139932" y="368371"/>
                  </a:lnTo>
                  <a:lnTo>
                    <a:pt x="137898" y="364310"/>
                  </a:lnTo>
                  <a:lnTo>
                    <a:pt x="137998" y="364180"/>
                  </a:lnTo>
                  <a:lnTo>
                    <a:pt x="146502" y="359820"/>
                  </a:lnTo>
                  <a:lnTo>
                    <a:pt x="146267" y="359136"/>
                  </a:lnTo>
                  <a:lnTo>
                    <a:pt x="146071" y="359125"/>
                  </a:lnTo>
                  <a:lnTo>
                    <a:pt x="146316" y="359031"/>
                  </a:lnTo>
                  <a:lnTo>
                    <a:pt x="143543" y="352724"/>
                  </a:lnTo>
                  <a:lnTo>
                    <a:pt x="142413" y="350428"/>
                  </a:lnTo>
                  <a:lnTo>
                    <a:pt x="141549" y="349379"/>
                  </a:lnTo>
                  <a:lnTo>
                    <a:pt x="138645" y="347200"/>
                  </a:lnTo>
                  <a:lnTo>
                    <a:pt x="138446" y="346390"/>
                  </a:lnTo>
                  <a:lnTo>
                    <a:pt x="135329" y="347305"/>
                  </a:lnTo>
                  <a:lnTo>
                    <a:pt x="133101" y="344144"/>
                  </a:lnTo>
                  <a:lnTo>
                    <a:pt x="130495" y="341389"/>
                  </a:lnTo>
                  <a:lnTo>
                    <a:pt x="128337" y="341291"/>
                  </a:lnTo>
                  <a:lnTo>
                    <a:pt x="127564" y="342163"/>
                  </a:lnTo>
                  <a:lnTo>
                    <a:pt x="127287" y="343238"/>
                  </a:lnTo>
                  <a:lnTo>
                    <a:pt x="126443" y="344622"/>
                  </a:lnTo>
                  <a:lnTo>
                    <a:pt x="125540" y="345175"/>
                  </a:lnTo>
                  <a:lnTo>
                    <a:pt x="125261" y="345013"/>
                  </a:lnTo>
                  <a:lnTo>
                    <a:pt x="121988" y="345606"/>
                  </a:lnTo>
                  <a:lnTo>
                    <a:pt x="119656" y="345438"/>
                  </a:lnTo>
                  <a:lnTo>
                    <a:pt x="118593" y="345769"/>
                  </a:lnTo>
                  <a:lnTo>
                    <a:pt x="117728" y="341606"/>
                  </a:lnTo>
                  <a:lnTo>
                    <a:pt x="115687" y="343172"/>
                  </a:lnTo>
                  <a:lnTo>
                    <a:pt x="116002" y="345132"/>
                  </a:lnTo>
                  <a:lnTo>
                    <a:pt x="114094" y="345685"/>
                  </a:lnTo>
                  <a:lnTo>
                    <a:pt x="108464" y="348045"/>
                  </a:lnTo>
                  <a:lnTo>
                    <a:pt x="106998" y="348219"/>
                  </a:lnTo>
                  <a:lnTo>
                    <a:pt x="103791" y="347696"/>
                  </a:lnTo>
                  <a:lnTo>
                    <a:pt x="102817" y="347212"/>
                  </a:lnTo>
                  <a:lnTo>
                    <a:pt x="101747" y="346454"/>
                  </a:lnTo>
                  <a:lnTo>
                    <a:pt x="101398" y="344690"/>
                  </a:lnTo>
                  <a:lnTo>
                    <a:pt x="103245" y="342137"/>
                  </a:lnTo>
                  <a:lnTo>
                    <a:pt x="104388" y="341126"/>
                  </a:lnTo>
                  <a:lnTo>
                    <a:pt x="105942" y="340240"/>
                  </a:lnTo>
                  <a:lnTo>
                    <a:pt x="106600" y="338761"/>
                  </a:lnTo>
                  <a:lnTo>
                    <a:pt x="107039" y="338321"/>
                  </a:lnTo>
                  <a:lnTo>
                    <a:pt x="107170" y="337669"/>
                  </a:lnTo>
                  <a:lnTo>
                    <a:pt x="111244" y="339242"/>
                  </a:lnTo>
                  <a:lnTo>
                    <a:pt x="111616" y="339711"/>
                  </a:lnTo>
                  <a:lnTo>
                    <a:pt x="111219" y="340053"/>
                  </a:lnTo>
                  <a:lnTo>
                    <a:pt x="110683" y="340082"/>
                  </a:lnTo>
                  <a:lnTo>
                    <a:pt x="111867" y="340362"/>
                  </a:lnTo>
                  <a:lnTo>
                    <a:pt x="112430" y="341499"/>
                  </a:lnTo>
                  <a:lnTo>
                    <a:pt x="112910" y="341302"/>
                  </a:lnTo>
                  <a:lnTo>
                    <a:pt x="113870" y="344099"/>
                  </a:lnTo>
                  <a:lnTo>
                    <a:pt x="115264" y="343387"/>
                  </a:lnTo>
                  <a:lnTo>
                    <a:pt x="114423" y="341372"/>
                  </a:lnTo>
                  <a:lnTo>
                    <a:pt x="116116" y="338786"/>
                  </a:lnTo>
                  <a:lnTo>
                    <a:pt x="116882" y="335779"/>
                  </a:lnTo>
                  <a:lnTo>
                    <a:pt x="117789" y="334513"/>
                  </a:lnTo>
                  <a:lnTo>
                    <a:pt x="121817" y="330255"/>
                  </a:lnTo>
                  <a:lnTo>
                    <a:pt x="121569" y="330002"/>
                  </a:lnTo>
                  <a:lnTo>
                    <a:pt x="122580" y="328908"/>
                  </a:lnTo>
                  <a:lnTo>
                    <a:pt x="121571" y="327363"/>
                  </a:lnTo>
                  <a:lnTo>
                    <a:pt x="123898" y="326628"/>
                  </a:lnTo>
                  <a:lnTo>
                    <a:pt x="123586" y="322932"/>
                  </a:lnTo>
                  <a:lnTo>
                    <a:pt x="123482" y="322753"/>
                  </a:lnTo>
                  <a:lnTo>
                    <a:pt x="122939" y="322811"/>
                  </a:lnTo>
                  <a:lnTo>
                    <a:pt x="123289" y="319285"/>
                  </a:lnTo>
                  <a:lnTo>
                    <a:pt x="120394" y="317634"/>
                  </a:lnTo>
                  <a:lnTo>
                    <a:pt x="118218" y="315750"/>
                  </a:lnTo>
                  <a:lnTo>
                    <a:pt x="117729" y="315338"/>
                  </a:lnTo>
                  <a:lnTo>
                    <a:pt x="117370" y="318399"/>
                  </a:lnTo>
                  <a:lnTo>
                    <a:pt x="115874" y="319479"/>
                  </a:lnTo>
                  <a:lnTo>
                    <a:pt x="115022" y="320448"/>
                  </a:lnTo>
                  <a:lnTo>
                    <a:pt x="114266" y="321879"/>
                  </a:lnTo>
                  <a:lnTo>
                    <a:pt x="114096" y="322683"/>
                  </a:lnTo>
                  <a:lnTo>
                    <a:pt x="103791" y="323252"/>
                  </a:lnTo>
                  <a:lnTo>
                    <a:pt x="102420" y="323575"/>
                  </a:lnTo>
                  <a:lnTo>
                    <a:pt x="99592" y="323550"/>
                  </a:lnTo>
                  <a:lnTo>
                    <a:pt x="95634" y="323865"/>
                  </a:lnTo>
                  <a:lnTo>
                    <a:pt x="94576" y="324016"/>
                  </a:lnTo>
                  <a:lnTo>
                    <a:pt x="92204" y="324858"/>
                  </a:lnTo>
                  <a:lnTo>
                    <a:pt x="90767" y="324991"/>
                  </a:lnTo>
                  <a:lnTo>
                    <a:pt x="89391" y="324375"/>
                  </a:lnTo>
                  <a:lnTo>
                    <a:pt x="88252" y="324216"/>
                  </a:lnTo>
                  <a:lnTo>
                    <a:pt x="87686" y="321802"/>
                  </a:lnTo>
                  <a:lnTo>
                    <a:pt x="87404" y="321756"/>
                  </a:lnTo>
                  <a:lnTo>
                    <a:pt x="86698" y="320914"/>
                  </a:lnTo>
                  <a:lnTo>
                    <a:pt x="86250" y="319569"/>
                  </a:lnTo>
                  <a:lnTo>
                    <a:pt x="86069" y="316912"/>
                  </a:lnTo>
                  <a:lnTo>
                    <a:pt x="86641" y="315771"/>
                  </a:lnTo>
                  <a:lnTo>
                    <a:pt x="85517" y="311690"/>
                  </a:lnTo>
                  <a:lnTo>
                    <a:pt x="90800" y="310470"/>
                  </a:lnTo>
                  <a:lnTo>
                    <a:pt x="92549" y="310764"/>
                  </a:lnTo>
                  <a:lnTo>
                    <a:pt x="92872" y="310267"/>
                  </a:lnTo>
                  <a:lnTo>
                    <a:pt x="92939" y="308718"/>
                  </a:lnTo>
                  <a:lnTo>
                    <a:pt x="92491" y="308021"/>
                  </a:lnTo>
                  <a:lnTo>
                    <a:pt x="92145" y="307908"/>
                  </a:lnTo>
                  <a:lnTo>
                    <a:pt x="92201" y="307626"/>
                  </a:lnTo>
                  <a:lnTo>
                    <a:pt x="93723" y="305549"/>
                  </a:lnTo>
                  <a:lnTo>
                    <a:pt x="93495" y="305395"/>
                  </a:lnTo>
                  <a:lnTo>
                    <a:pt x="83957" y="307337"/>
                  </a:lnTo>
                  <a:lnTo>
                    <a:pt x="83439" y="307277"/>
                  </a:lnTo>
                  <a:lnTo>
                    <a:pt x="83055" y="306655"/>
                  </a:lnTo>
                  <a:lnTo>
                    <a:pt x="81539" y="307512"/>
                  </a:lnTo>
                  <a:lnTo>
                    <a:pt x="79084" y="307950"/>
                  </a:lnTo>
                  <a:lnTo>
                    <a:pt x="78403" y="306188"/>
                  </a:lnTo>
                  <a:lnTo>
                    <a:pt x="79913" y="305634"/>
                  </a:lnTo>
                  <a:lnTo>
                    <a:pt x="79703" y="304535"/>
                  </a:lnTo>
                  <a:lnTo>
                    <a:pt x="78935" y="302976"/>
                  </a:lnTo>
                  <a:lnTo>
                    <a:pt x="77712" y="303277"/>
                  </a:lnTo>
                  <a:lnTo>
                    <a:pt x="77168" y="303685"/>
                  </a:lnTo>
                  <a:lnTo>
                    <a:pt x="76296" y="303739"/>
                  </a:lnTo>
                  <a:lnTo>
                    <a:pt x="75706" y="304302"/>
                  </a:lnTo>
                  <a:lnTo>
                    <a:pt x="72304" y="305094"/>
                  </a:lnTo>
                  <a:lnTo>
                    <a:pt x="72508" y="305942"/>
                  </a:lnTo>
                  <a:lnTo>
                    <a:pt x="69801" y="306536"/>
                  </a:lnTo>
                  <a:lnTo>
                    <a:pt x="66068" y="306475"/>
                  </a:lnTo>
                  <a:lnTo>
                    <a:pt x="66085" y="305750"/>
                  </a:lnTo>
                  <a:lnTo>
                    <a:pt x="63459" y="305480"/>
                  </a:lnTo>
                  <a:lnTo>
                    <a:pt x="60973" y="306002"/>
                  </a:lnTo>
                  <a:lnTo>
                    <a:pt x="58345" y="305914"/>
                  </a:lnTo>
                  <a:lnTo>
                    <a:pt x="54593" y="306223"/>
                  </a:lnTo>
                  <a:lnTo>
                    <a:pt x="54317" y="304568"/>
                  </a:lnTo>
                  <a:lnTo>
                    <a:pt x="57207" y="303895"/>
                  </a:lnTo>
                  <a:lnTo>
                    <a:pt x="60183" y="302206"/>
                  </a:lnTo>
                  <a:lnTo>
                    <a:pt x="63533" y="302402"/>
                  </a:lnTo>
                  <a:lnTo>
                    <a:pt x="63332" y="299940"/>
                  </a:lnTo>
                  <a:lnTo>
                    <a:pt x="61647" y="299937"/>
                  </a:lnTo>
                  <a:lnTo>
                    <a:pt x="61908" y="298551"/>
                  </a:lnTo>
                  <a:lnTo>
                    <a:pt x="60853" y="298580"/>
                  </a:lnTo>
                  <a:lnTo>
                    <a:pt x="60393" y="296960"/>
                  </a:lnTo>
                  <a:lnTo>
                    <a:pt x="61104" y="296242"/>
                  </a:lnTo>
                  <a:lnTo>
                    <a:pt x="61389" y="294359"/>
                  </a:lnTo>
                  <a:lnTo>
                    <a:pt x="61828" y="293224"/>
                  </a:lnTo>
                  <a:lnTo>
                    <a:pt x="62487" y="292216"/>
                  </a:lnTo>
                  <a:lnTo>
                    <a:pt x="62946" y="292065"/>
                  </a:lnTo>
                  <a:lnTo>
                    <a:pt x="62092" y="291580"/>
                  </a:lnTo>
                  <a:lnTo>
                    <a:pt x="62083" y="290934"/>
                  </a:lnTo>
                  <a:lnTo>
                    <a:pt x="62574" y="289983"/>
                  </a:lnTo>
                  <a:lnTo>
                    <a:pt x="61595" y="286496"/>
                  </a:lnTo>
                  <a:lnTo>
                    <a:pt x="61866" y="286172"/>
                  </a:lnTo>
                  <a:lnTo>
                    <a:pt x="62744" y="286034"/>
                  </a:lnTo>
                  <a:lnTo>
                    <a:pt x="63928" y="285485"/>
                  </a:lnTo>
                  <a:lnTo>
                    <a:pt x="63255" y="284132"/>
                  </a:lnTo>
                  <a:lnTo>
                    <a:pt x="63069" y="283126"/>
                  </a:lnTo>
                  <a:lnTo>
                    <a:pt x="63960" y="282926"/>
                  </a:lnTo>
                  <a:lnTo>
                    <a:pt x="64036" y="283402"/>
                  </a:lnTo>
                  <a:lnTo>
                    <a:pt x="65363" y="283123"/>
                  </a:lnTo>
                  <a:lnTo>
                    <a:pt x="65212" y="282283"/>
                  </a:lnTo>
                  <a:lnTo>
                    <a:pt x="66572" y="281769"/>
                  </a:lnTo>
                  <a:lnTo>
                    <a:pt x="65434" y="280411"/>
                  </a:lnTo>
                  <a:lnTo>
                    <a:pt x="66457" y="279812"/>
                  </a:lnTo>
                  <a:lnTo>
                    <a:pt x="69285" y="277539"/>
                  </a:lnTo>
                  <a:lnTo>
                    <a:pt x="70076" y="276500"/>
                  </a:lnTo>
                  <a:lnTo>
                    <a:pt x="71856" y="275199"/>
                  </a:lnTo>
                  <a:lnTo>
                    <a:pt x="72871" y="273754"/>
                  </a:lnTo>
                  <a:lnTo>
                    <a:pt x="75343" y="271047"/>
                  </a:lnTo>
                  <a:lnTo>
                    <a:pt x="77102" y="268369"/>
                  </a:lnTo>
                  <a:lnTo>
                    <a:pt x="80955" y="269363"/>
                  </a:lnTo>
                  <a:lnTo>
                    <a:pt x="81495" y="269762"/>
                  </a:lnTo>
                  <a:lnTo>
                    <a:pt x="82322" y="268391"/>
                  </a:lnTo>
                  <a:lnTo>
                    <a:pt x="83130" y="268919"/>
                  </a:lnTo>
                  <a:lnTo>
                    <a:pt x="85485" y="270227"/>
                  </a:lnTo>
                  <a:lnTo>
                    <a:pt x="88251" y="272190"/>
                  </a:lnTo>
                  <a:lnTo>
                    <a:pt x="90313" y="274309"/>
                  </a:lnTo>
                  <a:lnTo>
                    <a:pt x="91761" y="276176"/>
                  </a:lnTo>
                  <a:lnTo>
                    <a:pt x="93448" y="275186"/>
                  </a:lnTo>
                  <a:lnTo>
                    <a:pt x="94122" y="276121"/>
                  </a:lnTo>
                  <a:lnTo>
                    <a:pt x="103443" y="275237"/>
                  </a:lnTo>
                  <a:lnTo>
                    <a:pt x="109115" y="275180"/>
                  </a:lnTo>
                  <a:lnTo>
                    <a:pt x="109794" y="275183"/>
                  </a:lnTo>
                  <a:lnTo>
                    <a:pt x="109947" y="274021"/>
                  </a:lnTo>
                  <a:lnTo>
                    <a:pt x="111652" y="274264"/>
                  </a:lnTo>
                  <a:lnTo>
                    <a:pt x="111966" y="272073"/>
                  </a:lnTo>
                  <a:lnTo>
                    <a:pt x="113207" y="272553"/>
                  </a:lnTo>
                  <a:lnTo>
                    <a:pt x="113408" y="271283"/>
                  </a:lnTo>
                  <a:lnTo>
                    <a:pt x="117471" y="271163"/>
                  </a:lnTo>
                  <a:lnTo>
                    <a:pt x="117827" y="267898"/>
                  </a:lnTo>
                  <a:lnTo>
                    <a:pt x="120916" y="267953"/>
                  </a:lnTo>
                  <a:lnTo>
                    <a:pt x="121145" y="262757"/>
                  </a:lnTo>
                  <a:lnTo>
                    <a:pt x="119795" y="263201"/>
                  </a:lnTo>
                  <a:lnTo>
                    <a:pt x="120440" y="255835"/>
                  </a:lnTo>
                  <a:lnTo>
                    <a:pt x="120193" y="248947"/>
                  </a:lnTo>
                  <a:lnTo>
                    <a:pt x="101547" y="247080"/>
                  </a:lnTo>
                  <a:lnTo>
                    <a:pt x="103029" y="245199"/>
                  </a:lnTo>
                  <a:lnTo>
                    <a:pt x="102852" y="245112"/>
                  </a:lnTo>
                  <a:lnTo>
                    <a:pt x="103968" y="238936"/>
                  </a:lnTo>
                  <a:lnTo>
                    <a:pt x="104383" y="238051"/>
                  </a:lnTo>
                  <a:lnTo>
                    <a:pt x="104771" y="237289"/>
                  </a:lnTo>
                  <a:lnTo>
                    <a:pt x="106451" y="236238"/>
                  </a:lnTo>
                  <a:lnTo>
                    <a:pt x="107407" y="233665"/>
                  </a:lnTo>
                  <a:lnTo>
                    <a:pt x="108198" y="233100"/>
                  </a:lnTo>
                  <a:lnTo>
                    <a:pt x="108888" y="232145"/>
                  </a:lnTo>
                  <a:lnTo>
                    <a:pt x="116329" y="231956"/>
                  </a:lnTo>
                  <a:lnTo>
                    <a:pt x="116995" y="233563"/>
                  </a:lnTo>
                  <a:lnTo>
                    <a:pt x="117894" y="233747"/>
                  </a:lnTo>
                  <a:lnTo>
                    <a:pt x="117956" y="233571"/>
                  </a:lnTo>
                  <a:lnTo>
                    <a:pt x="119383" y="234039"/>
                  </a:lnTo>
                  <a:lnTo>
                    <a:pt x="121270" y="235341"/>
                  </a:lnTo>
                  <a:lnTo>
                    <a:pt x="122826" y="236063"/>
                  </a:lnTo>
                  <a:lnTo>
                    <a:pt x="123722" y="236823"/>
                  </a:lnTo>
                  <a:lnTo>
                    <a:pt x="125677" y="236586"/>
                  </a:lnTo>
                  <a:lnTo>
                    <a:pt x="127502" y="235432"/>
                  </a:lnTo>
                  <a:lnTo>
                    <a:pt x="128956" y="235899"/>
                  </a:lnTo>
                  <a:lnTo>
                    <a:pt x="129410" y="235720"/>
                  </a:lnTo>
                  <a:lnTo>
                    <a:pt x="130102" y="234767"/>
                  </a:lnTo>
                  <a:lnTo>
                    <a:pt x="130160" y="234192"/>
                  </a:lnTo>
                  <a:lnTo>
                    <a:pt x="129631" y="232962"/>
                  </a:lnTo>
                  <a:lnTo>
                    <a:pt x="129913" y="232399"/>
                  </a:lnTo>
                  <a:lnTo>
                    <a:pt x="129892" y="231687"/>
                  </a:lnTo>
                  <a:lnTo>
                    <a:pt x="128695" y="229731"/>
                  </a:lnTo>
                  <a:lnTo>
                    <a:pt x="129133" y="228659"/>
                  </a:lnTo>
                  <a:lnTo>
                    <a:pt x="130183" y="227486"/>
                  </a:lnTo>
                  <a:lnTo>
                    <a:pt x="131592" y="226428"/>
                  </a:lnTo>
                  <a:lnTo>
                    <a:pt x="132985" y="226064"/>
                  </a:lnTo>
                  <a:lnTo>
                    <a:pt x="133932" y="226324"/>
                  </a:lnTo>
                  <a:lnTo>
                    <a:pt x="134903" y="227737"/>
                  </a:lnTo>
                  <a:lnTo>
                    <a:pt x="135988" y="228272"/>
                  </a:lnTo>
                  <a:lnTo>
                    <a:pt x="136808" y="224870"/>
                  </a:lnTo>
                  <a:lnTo>
                    <a:pt x="138846" y="218304"/>
                  </a:lnTo>
                  <a:lnTo>
                    <a:pt x="137912" y="214867"/>
                  </a:lnTo>
                  <a:lnTo>
                    <a:pt x="131666" y="213864"/>
                  </a:lnTo>
                  <a:lnTo>
                    <a:pt x="131598" y="212665"/>
                  </a:lnTo>
                  <a:lnTo>
                    <a:pt x="131109" y="212241"/>
                  </a:lnTo>
                  <a:lnTo>
                    <a:pt x="130460" y="212080"/>
                  </a:lnTo>
                  <a:lnTo>
                    <a:pt x="128726" y="214634"/>
                  </a:lnTo>
                  <a:lnTo>
                    <a:pt x="126337" y="216955"/>
                  </a:lnTo>
                  <a:lnTo>
                    <a:pt x="126577" y="217593"/>
                  </a:lnTo>
                  <a:lnTo>
                    <a:pt x="126297" y="218178"/>
                  </a:lnTo>
                  <a:lnTo>
                    <a:pt x="125401" y="218172"/>
                  </a:lnTo>
                  <a:lnTo>
                    <a:pt x="125102" y="216551"/>
                  </a:lnTo>
                  <a:lnTo>
                    <a:pt x="124836" y="216277"/>
                  </a:lnTo>
                  <a:lnTo>
                    <a:pt x="124392" y="216275"/>
                  </a:lnTo>
                  <a:lnTo>
                    <a:pt x="119807" y="221697"/>
                  </a:lnTo>
                  <a:lnTo>
                    <a:pt x="110465" y="221347"/>
                  </a:lnTo>
                  <a:lnTo>
                    <a:pt x="109380" y="221712"/>
                  </a:lnTo>
                  <a:lnTo>
                    <a:pt x="109161" y="222385"/>
                  </a:lnTo>
                  <a:lnTo>
                    <a:pt x="109821" y="223415"/>
                  </a:lnTo>
                  <a:lnTo>
                    <a:pt x="109751" y="223873"/>
                  </a:lnTo>
                  <a:lnTo>
                    <a:pt x="109088" y="224283"/>
                  </a:lnTo>
                  <a:lnTo>
                    <a:pt x="108973" y="224686"/>
                  </a:lnTo>
                  <a:lnTo>
                    <a:pt x="109426" y="225545"/>
                  </a:lnTo>
                  <a:lnTo>
                    <a:pt x="109867" y="225833"/>
                  </a:lnTo>
                  <a:lnTo>
                    <a:pt x="107679" y="226416"/>
                  </a:lnTo>
                  <a:lnTo>
                    <a:pt x="106709" y="226468"/>
                  </a:lnTo>
                  <a:lnTo>
                    <a:pt x="108508" y="231799"/>
                  </a:lnTo>
                  <a:lnTo>
                    <a:pt x="101664" y="230860"/>
                  </a:lnTo>
                  <a:lnTo>
                    <a:pt x="102422" y="236843"/>
                  </a:lnTo>
                  <a:lnTo>
                    <a:pt x="98463" y="236442"/>
                  </a:lnTo>
                  <a:lnTo>
                    <a:pt x="92645" y="236660"/>
                  </a:lnTo>
                  <a:lnTo>
                    <a:pt x="92958" y="234982"/>
                  </a:lnTo>
                  <a:lnTo>
                    <a:pt x="92793" y="223322"/>
                  </a:lnTo>
                  <a:lnTo>
                    <a:pt x="91061" y="223550"/>
                  </a:lnTo>
                  <a:lnTo>
                    <a:pt x="90411" y="223389"/>
                  </a:lnTo>
                  <a:lnTo>
                    <a:pt x="90510" y="222948"/>
                  </a:lnTo>
                  <a:lnTo>
                    <a:pt x="86051" y="220032"/>
                  </a:lnTo>
                  <a:lnTo>
                    <a:pt x="86940" y="215914"/>
                  </a:lnTo>
                  <a:lnTo>
                    <a:pt x="75396" y="219499"/>
                  </a:lnTo>
                  <a:lnTo>
                    <a:pt x="64180" y="203404"/>
                  </a:lnTo>
                  <a:lnTo>
                    <a:pt x="66863" y="200694"/>
                  </a:lnTo>
                  <a:lnTo>
                    <a:pt x="56334" y="190676"/>
                  </a:lnTo>
                  <a:lnTo>
                    <a:pt x="54216" y="191410"/>
                  </a:lnTo>
                  <a:lnTo>
                    <a:pt x="53171" y="190977"/>
                  </a:lnTo>
                  <a:lnTo>
                    <a:pt x="52511" y="191135"/>
                  </a:lnTo>
                  <a:lnTo>
                    <a:pt x="51021" y="190801"/>
                  </a:lnTo>
                  <a:lnTo>
                    <a:pt x="48792" y="188553"/>
                  </a:lnTo>
                  <a:lnTo>
                    <a:pt x="46261" y="186820"/>
                  </a:lnTo>
                  <a:lnTo>
                    <a:pt x="45941" y="186694"/>
                  </a:lnTo>
                  <a:lnTo>
                    <a:pt x="44335" y="186993"/>
                  </a:lnTo>
                  <a:lnTo>
                    <a:pt x="41258" y="189403"/>
                  </a:lnTo>
                  <a:lnTo>
                    <a:pt x="40328" y="189351"/>
                  </a:lnTo>
                  <a:lnTo>
                    <a:pt x="38043" y="190703"/>
                  </a:lnTo>
                  <a:lnTo>
                    <a:pt x="38520" y="194903"/>
                  </a:lnTo>
                  <a:lnTo>
                    <a:pt x="34946" y="194115"/>
                  </a:lnTo>
                  <a:lnTo>
                    <a:pt x="29490" y="193692"/>
                  </a:lnTo>
                  <a:lnTo>
                    <a:pt x="25469" y="192528"/>
                  </a:lnTo>
                  <a:lnTo>
                    <a:pt x="23669" y="192449"/>
                  </a:lnTo>
                  <a:lnTo>
                    <a:pt x="20363" y="193828"/>
                  </a:lnTo>
                  <a:lnTo>
                    <a:pt x="20738" y="192003"/>
                  </a:lnTo>
                  <a:lnTo>
                    <a:pt x="20043" y="189210"/>
                  </a:lnTo>
                  <a:lnTo>
                    <a:pt x="18599" y="188203"/>
                  </a:lnTo>
                  <a:lnTo>
                    <a:pt x="16183" y="188689"/>
                  </a:lnTo>
                  <a:lnTo>
                    <a:pt x="14822" y="189408"/>
                  </a:lnTo>
                  <a:lnTo>
                    <a:pt x="14444" y="189991"/>
                  </a:lnTo>
                  <a:lnTo>
                    <a:pt x="14720" y="192750"/>
                  </a:lnTo>
                  <a:lnTo>
                    <a:pt x="14436" y="193850"/>
                  </a:lnTo>
                  <a:lnTo>
                    <a:pt x="14028" y="194426"/>
                  </a:lnTo>
                  <a:lnTo>
                    <a:pt x="9775" y="190984"/>
                  </a:lnTo>
                  <a:lnTo>
                    <a:pt x="7088" y="189228"/>
                  </a:lnTo>
                  <a:lnTo>
                    <a:pt x="8709" y="187460"/>
                  </a:lnTo>
                  <a:lnTo>
                    <a:pt x="9351" y="186402"/>
                  </a:lnTo>
                  <a:lnTo>
                    <a:pt x="9542" y="184934"/>
                  </a:lnTo>
                  <a:lnTo>
                    <a:pt x="8989" y="184003"/>
                  </a:lnTo>
                  <a:lnTo>
                    <a:pt x="7229" y="182912"/>
                  </a:lnTo>
                  <a:lnTo>
                    <a:pt x="6099" y="182485"/>
                  </a:lnTo>
                  <a:lnTo>
                    <a:pt x="4283" y="182706"/>
                  </a:lnTo>
                  <a:lnTo>
                    <a:pt x="2105" y="181284"/>
                  </a:lnTo>
                  <a:lnTo>
                    <a:pt x="0" y="180480"/>
                  </a:lnTo>
                  <a:lnTo>
                    <a:pt x="388" y="179808"/>
                  </a:lnTo>
                  <a:lnTo>
                    <a:pt x="5219" y="178781"/>
                  </a:lnTo>
                  <a:lnTo>
                    <a:pt x="8393" y="180013"/>
                  </a:lnTo>
                  <a:lnTo>
                    <a:pt x="12424" y="181340"/>
                  </a:lnTo>
                  <a:lnTo>
                    <a:pt x="13963" y="180707"/>
                  </a:lnTo>
                  <a:lnTo>
                    <a:pt x="16105" y="179348"/>
                  </a:lnTo>
                  <a:lnTo>
                    <a:pt x="16854" y="178147"/>
                  </a:lnTo>
                  <a:lnTo>
                    <a:pt x="17222" y="176007"/>
                  </a:lnTo>
                  <a:lnTo>
                    <a:pt x="18683" y="174136"/>
                  </a:lnTo>
                  <a:lnTo>
                    <a:pt x="18199" y="172096"/>
                  </a:lnTo>
                  <a:lnTo>
                    <a:pt x="18903" y="170944"/>
                  </a:lnTo>
                  <a:lnTo>
                    <a:pt x="21260" y="171049"/>
                  </a:lnTo>
                  <a:lnTo>
                    <a:pt x="22476" y="171745"/>
                  </a:lnTo>
                  <a:lnTo>
                    <a:pt x="22897" y="172309"/>
                  </a:lnTo>
                  <a:lnTo>
                    <a:pt x="23627" y="172375"/>
                  </a:lnTo>
                  <a:lnTo>
                    <a:pt x="23398" y="173753"/>
                  </a:lnTo>
                  <a:lnTo>
                    <a:pt x="23725" y="174581"/>
                  </a:lnTo>
                  <a:lnTo>
                    <a:pt x="24195" y="175062"/>
                  </a:lnTo>
                  <a:lnTo>
                    <a:pt x="25596" y="175137"/>
                  </a:lnTo>
                  <a:lnTo>
                    <a:pt x="26570" y="174978"/>
                  </a:lnTo>
                  <a:lnTo>
                    <a:pt x="29703" y="173499"/>
                  </a:lnTo>
                  <a:lnTo>
                    <a:pt x="30700" y="173247"/>
                  </a:lnTo>
                  <a:lnTo>
                    <a:pt x="32024" y="172057"/>
                  </a:lnTo>
                  <a:lnTo>
                    <a:pt x="35138" y="171793"/>
                  </a:lnTo>
                  <a:lnTo>
                    <a:pt x="35294" y="171029"/>
                  </a:lnTo>
                  <a:lnTo>
                    <a:pt x="36584" y="168684"/>
                  </a:lnTo>
                  <a:lnTo>
                    <a:pt x="36493" y="168324"/>
                  </a:lnTo>
                  <a:lnTo>
                    <a:pt x="37060" y="166811"/>
                  </a:lnTo>
                  <a:lnTo>
                    <a:pt x="36964" y="165844"/>
                  </a:lnTo>
                  <a:lnTo>
                    <a:pt x="36196" y="164246"/>
                  </a:lnTo>
                  <a:lnTo>
                    <a:pt x="37574" y="164068"/>
                  </a:lnTo>
                  <a:lnTo>
                    <a:pt x="37100" y="160926"/>
                  </a:lnTo>
                  <a:lnTo>
                    <a:pt x="36774" y="160037"/>
                  </a:lnTo>
                  <a:lnTo>
                    <a:pt x="36186" y="159733"/>
                  </a:lnTo>
                  <a:lnTo>
                    <a:pt x="36666" y="158949"/>
                  </a:lnTo>
                  <a:lnTo>
                    <a:pt x="36673" y="158329"/>
                  </a:lnTo>
                  <a:lnTo>
                    <a:pt x="36516" y="158387"/>
                  </a:lnTo>
                  <a:lnTo>
                    <a:pt x="35749" y="154937"/>
                  </a:lnTo>
                  <a:lnTo>
                    <a:pt x="36906" y="154605"/>
                  </a:lnTo>
                  <a:lnTo>
                    <a:pt x="37960" y="152876"/>
                  </a:lnTo>
                  <a:lnTo>
                    <a:pt x="40948" y="150512"/>
                  </a:lnTo>
                  <a:lnTo>
                    <a:pt x="41126" y="150594"/>
                  </a:lnTo>
                  <a:lnTo>
                    <a:pt x="46138" y="147917"/>
                  </a:lnTo>
                  <a:lnTo>
                    <a:pt x="48218" y="143730"/>
                  </a:lnTo>
                  <a:lnTo>
                    <a:pt x="48239" y="142681"/>
                  </a:lnTo>
                  <a:lnTo>
                    <a:pt x="47902" y="141064"/>
                  </a:lnTo>
                  <a:lnTo>
                    <a:pt x="48033" y="138642"/>
                  </a:lnTo>
                  <a:lnTo>
                    <a:pt x="50025" y="134306"/>
                  </a:lnTo>
                  <a:lnTo>
                    <a:pt x="52466" y="134296"/>
                  </a:lnTo>
                  <a:lnTo>
                    <a:pt x="54003" y="126209"/>
                  </a:lnTo>
                  <a:lnTo>
                    <a:pt x="54515" y="122697"/>
                  </a:lnTo>
                  <a:lnTo>
                    <a:pt x="53207" y="123307"/>
                  </a:lnTo>
                  <a:lnTo>
                    <a:pt x="52981" y="121405"/>
                  </a:lnTo>
                  <a:lnTo>
                    <a:pt x="50904" y="114394"/>
                  </a:lnTo>
                  <a:lnTo>
                    <a:pt x="51066" y="112707"/>
                  </a:lnTo>
                  <a:lnTo>
                    <a:pt x="51861" y="110004"/>
                  </a:lnTo>
                  <a:lnTo>
                    <a:pt x="52551" y="108776"/>
                  </a:lnTo>
                  <a:lnTo>
                    <a:pt x="44733" y="106303"/>
                  </a:lnTo>
                  <a:lnTo>
                    <a:pt x="47895" y="101725"/>
                  </a:lnTo>
                  <a:lnTo>
                    <a:pt x="49869" y="99364"/>
                  </a:lnTo>
                  <a:lnTo>
                    <a:pt x="52251" y="101417"/>
                  </a:lnTo>
                  <a:lnTo>
                    <a:pt x="53796" y="101447"/>
                  </a:lnTo>
                  <a:lnTo>
                    <a:pt x="53820" y="101713"/>
                  </a:lnTo>
                  <a:lnTo>
                    <a:pt x="54195" y="101905"/>
                  </a:lnTo>
                  <a:lnTo>
                    <a:pt x="54769" y="102147"/>
                  </a:lnTo>
                  <a:lnTo>
                    <a:pt x="55127" y="101366"/>
                  </a:lnTo>
                  <a:lnTo>
                    <a:pt x="58410" y="91225"/>
                  </a:lnTo>
                  <a:lnTo>
                    <a:pt x="59106" y="85838"/>
                  </a:lnTo>
                  <a:lnTo>
                    <a:pt x="59917" y="75257"/>
                  </a:lnTo>
                  <a:lnTo>
                    <a:pt x="59858" y="73139"/>
                  </a:lnTo>
                  <a:lnTo>
                    <a:pt x="60557" y="70356"/>
                  </a:lnTo>
                  <a:lnTo>
                    <a:pt x="60768" y="70364"/>
                  </a:lnTo>
                  <a:lnTo>
                    <a:pt x="62006" y="68942"/>
                  </a:lnTo>
                  <a:lnTo>
                    <a:pt x="62873" y="68475"/>
                  </a:lnTo>
                  <a:lnTo>
                    <a:pt x="63462" y="67792"/>
                  </a:lnTo>
                  <a:lnTo>
                    <a:pt x="65527" y="66567"/>
                  </a:lnTo>
                  <a:lnTo>
                    <a:pt x="65583" y="64363"/>
                  </a:lnTo>
                  <a:lnTo>
                    <a:pt x="65148" y="60615"/>
                  </a:lnTo>
                  <a:lnTo>
                    <a:pt x="66492" y="57290"/>
                  </a:lnTo>
                  <a:lnTo>
                    <a:pt x="66223" y="56209"/>
                  </a:lnTo>
                  <a:lnTo>
                    <a:pt x="65604" y="55723"/>
                  </a:lnTo>
                  <a:lnTo>
                    <a:pt x="65770" y="54080"/>
                  </a:lnTo>
                  <a:lnTo>
                    <a:pt x="67571" y="53202"/>
                  </a:lnTo>
                  <a:lnTo>
                    <a:pt x="68873" y="51298"/>
                  </a:lnTo>
                  <a:lnTo>
                    <a:pt x="70471" y="50821"/>
                  </a:lnTo>
                  <a:lnTo>
                    <a:pt x="72501" y="49800"/>
                  </a:lnTo>
                  <a:lnTo>
                    <a:pt x="72532" y="49188"/>
                  </a:lnTo>
                  <a:lnTo>
                    <a:pt x="73316" y="47857"/>
                  </a:lnTo>
                  <a:lnTo>
                    <a:pt x="73349" y="47574"/>
                  </a:lnTo>
                  <a:lnTo>
                    <a:pt x="72846" y="46856"/>
                  </a:lnTo>
                  <a:lnTo>
                    <a:pt x="71529" y="46037"/>
                  </a:lnTo>
                  <a:lnTo>
                    <a:pt x="70817" y="45237"/>
                  </a:lnTo>
                  <a:lnTo>
                    <a:pt x="70483" y="43736"/>
                  </a:lnTo>
                  <a:lnTo>
                    <a:pt x="69315" y="41151"/>
                  </a:lnTo>
                  <a:lnTo>
                    <a:pt x="69436" y="38328"/>
                  </a:lnTo>
                  <a:lnTo>
                    <a:pt x="69355" y="37707"/>
                  </a:lnTo>
                  <a:lnTo>
                    <a:pt x="68922" y="37403"/>
                  </a:lnTo>
                  <a:lnTo>
                    <a:pt x="67831" y="36453"/>
                  </a:lnTo>
                  <a:lnTo>
                    <a:pt x="68001" y="35682"/>
                  </a:lnTo>
                  <a:lnTo>
                    <a:pt x="68370" y="34875"/>
                  </a:lnTo>
                  <a:lnTo>
                    <a:pt x="69199" y="34287"/>
                  </a:lnTo>
                  <a:lnTo>
                    <a:pt x="70109" y="33047"/>
                  </a:lnTo>
                  <a:lnTo>
                    <a:pt x="70728" y="31519"/>
                  </a:lnTo>
                  <a:lnTo>
                    <a:pt x="70541" y="30432"/>
                  </a:lnTo>
                  <a:lnTo>
                    <a:pt x="70775" y="30226"/>
                  </a:lnTo>
                  <a:lnTo>
                    <a:pt x="75415" y="28264"/>
                  </a:lnTo>
                  <a:lnTo>
                    <a:pt x="78585" y="26388"/>
                  </a:lnTo>
                  <a:lnTo>
                    <a:pt x="79984" y="27503"/>
                  </a:lnTo>
                  <a:lnTo>
                    <a:pt x="81758" y="28076"/>
                  </a:lnTo>
                  <a:lnTo>
                    <a:pt x="88292" y="29454"/>
                  </a:lnTo>
                  <a:lnTo>
                    <a:pt x="91406" y="31623"/>
                  </a:lnTo>
                  <a:lnTo>
                    <a:pt x="91988" y="30794"/>
                  </a:lnTo>
                  <a:lnTo>
                    <a:pt x="91976" y="30380"/>
                  </a:lnTo>
                  <a:lnTo>
                    <a:pt x="90116" y="27073"/>
                  </a:lnTo>
                  <a:lnTo>
                    <a:pt x="92244" y="25937"/>
                  </a:lnTo>
                  <a:lnTo>
                    <a:pt x="93232" y="26273"/>
                  </a:lnTo>
                  <a:lnTo>
                    <a:pt x="93479" y="26116"/>
                  </a:lnTo>
                  <a:lnTo>
                    <a:pt x="93663" y="19114"/>
                  </a:lnTo>
                  <a:lnTo>
                    <a:pt x="92989" y="18162"/>
                  </a:lnTo>
                  <a:lnTo>
                    <a:pt x="93396" y="18115"/>
                  </a:lnTo>
                  <a:lnTo>
                    <a:pt x="94206" y="16892"/>
                  </a:lnTo>
                  <a:lnTo>
                    <a:pt x="96809" y="14529"/>
                  </a:lnTo>
                  <a:lnTo>
                    <a:pt x="100788" y="11770"/>
                  </a:lnTo>
                  <a:lnTo>
                    <a:pt x="105267" y="15738"/>
                  </a:lnTo>
                  <a:lnTo>
                    <a:pt x="109684" y="17049"/>
                  </a:lnTo>
                  <a:lnTo>
                    <a:pt x="111257" y="17386"/>
                  </a:lnTo>
                  <a:lnTo>
                    <a:pt x="112700" y="17412"/>
                  </a:lnTo>
                  <a:lnTo>
                    <a:pt x="113277" y="19029"/>
                  </a:lnTo>
                  <a:lnTo>
                    <a:pt x="116465" y="20415"/>
                  </a:lnTo>
                  <a:lnTo>
                    <a:pt x="118006" y="20410"/>
                  </a:lnTo>
                  <a:lnTo>
                    <a:pt x="120748" y="20897"/>
                  </a:lnTo>
                  <a:lnTo>
                    <a:pt x="122631" y="20926"/>
                  </a:lnTo>
                  <a:lnTo>
                    <a:pt x="124126" y="20502"/>
                  </a:lnTo>
                  <a:lnTo>
                    <a:pt x="125125" y="20479"/>
                  </a:lnTo>
                  <a:lnTo>
                    <a:pt x="127347" y="20829"/>
                  </a:lnTo>
                  <a:lnTo>
                    <a:pt x="132580" y="23427"/>
                  </a:lnTo>
                  <a:lnTo>
                    <a:pt x="131647" y="26877"/>
                  </a:lnTo>
                  <a:lnTo>
                    <a:pt x="130052" y="25787"/>
                  </a:lnTo>
                  <a:lnTo>
                    <a:pt x="129936" y="25971"/>
                  </a:lnTo>
                  <a:lnTo>
                    <a:pt x="132511" y="27778"/>
                  </a:lnTo>
                  <a:lnTo>
                    <a:pt x="133710" y="28280"/>
                  </a:lnTo>
                  <a:lnTo>
                    <a:pt x="135677" y="28478"/>
                  </a:lnTo>
                  <a:lnTo>
                    <a:pt x="138535" y="29937"/>
                  </a:lnTo>
                  <a:lnTo>
                    <a:pt x="142307" y="32603"/>
                  </a:lnTo>
                  <a:lnTo>
                    <a:pt x="144266" y="34325"/>
                  </a:lnTo>
                  <a:lnTo>
                    <a:pt x="146559" y="24970"/>
                  </a:lnTo>
                  <a:lnTo>
                    <a:pt x="145542" y="24538"/>
                  </a:lnTo>
                  <a:lnTo>
                    <a:pt x="143282" y="24568"/>
                  </a:lnTo>
                  <a:lnTo>
                    <a:pt x="142505" y="24224"/>
                  </a:lnTo>
                  <a:lnTo>
                    <a:pt x="143734" y="20690"/>
                  </a:lnTo>
                  <a:lnTo>
                    <a:pt x="147196" y="14051"/>
                  </a:lnTo>
                  <a:lnTo>
                    <a:pt x="147597" y="14280"/>
                  </a:lnTo>
                  <a:lnTo>
                    <a:pt x="147676" y="13809"/>
                  </a:lnTo>
                  <a:lnTo>
                    <a:pt x="151610" y="14680"/>
                  </a:lnTo>
                  <a:lnTo>
                    <a:pt x="153837" y="14323"/>
                  </a:lnTo>
                  <a:lnTo>
                    <a:pt x="153962" y="14759"/>
                  </a:lnTo>
                  <a:lnTo>
                    <a:pt x="157268" y="14057"/>
                  </a:lnTo>
                  <a:lnTo>
                    <a:pt x="159213" y="14625"/>
                  </a:lnTo>
                  <a:lnTo>
                    <a:pt x="159895" y="16360"/>
                  </a:lnTo>
                  <a:lnTo>
                    <a:pt x="160572" y="16961"/>
                  </a:lnTo>
                  <a:lnTo>
                    <a:pt x="162006" y="17095"/>
                  </a:lnTo>
                  <a:lnTo>
                    <a:pt x="165244" y="16546"/>
                  </a:lnTo>
                  <a:lnTo>
                    <a:pt x="165210" y="15078"/>
                  </a:lnTo>
                  <a:lnTo>
                    <a:pt x="164944" y="14504"/>
                  </a:lnTo>
                  <a:lnTo>
                    <a:pt x="168106" y="14262"/>
                  </a:lnTo>
                  <a:lnTo>
                    <a:pt x="169690" y="12879"/>
                  </a:lnTo>
                  <a:lnTo>
                    <a:pt x="170574" y="12471"/>
                  </a:lnTo>
                  <a:lnTo>
                    <a:pt x="172906" y="11950"/>
                  </a:lnTo>
                  <a:lnTo>
                    <a:pt x="177552" y="11388"/>
                  </a:lnTo>
                  <a:lnTo>
                    <a:pt x="180064" y="11350"/>
                  </a:lnTo>
                  <a:lnTo>
                    <a:pt x="181565" y="11559"/>
                  </a:lnTo>
                  <a:lnTo>
                    <a:pt x="182042" y="11753"/>
                  </a:lnTo>
                  <a:lnTo>
                    <a:pt x="186196" y="11690"/>
                  </a:lnTo>
                  <a:lnTo>
                    <a:pt x="187896" y="11866"/>
                  </a:lnTo>
                  <a:lnTo>
                    <a:pt x="191886" y="11215"/>
                  </a:lnTo>
                  <a:lnTo>
                    <a:pt x="193755" y="11638"/>
                  </a:lnTo>
                  <a:lnTo>
                    <a:pt x="195607" y="12514"/>
                  </a:lnTo>
                  <a:lnTo>
                    <a:pt x="199246" y="13269"/>
                  </a:lnTo>
                  <a:lnTo>
                    <a:pt x="198526" y="15487"/>
                  </a:lnTo>
                  <a:lnTo>
                    <a:pt x="198122" y="17724"/>
                  </a:lnTo>
                  <a:lnTo>
                    <a:pt x="199263" y="20547"/>
                  </a:lnTo>
                  <a:lnTo>
                    <a:pt x="199420" y="23152"/>
                  </a:lnTo>
                  <a:lnTo>
                    <a:pt x="200005" y="24039"/>
                  </a:lnTo>
                  <a:lnTo>
                    <a:pt x="200220" y="29759"/>
                  </a:lnTo>
                  <a:lnTo>
                    <a:pt x="201095" y="32161"/>
                  </a:lnTo>
                  <a:lnTo>
                    <a:pt x="202204" y="33982"/>
                  </a:lnTo>
                  <a:lnTo>
                    <a:pt x="203019" y="36689"/>
                  </a:lnTo>
                  <a:lnTo>
                    <a:pt x="203579" y="37601"/>
                  </a:lnTo>
                  <a:lnTo>
                    <a:pt x="204591" y="38598"/>
                  </a:lnTo>
                  <a:lnTo>
                    <a:pt x="208882" y="35584"/>
                  </a:lnTo>
                  <a:lnTo>
                    <a:pt x="210414" y="35306"/>
                  </a:lnTo>
                  <a:lnTo>
                    <a:pt x="210433" y="34277"/>
                  </a:lnTo>
                  <a:lnTo>
                    <a:pt x="213869" y="34212"/>
                  </a:lnTo>
                  <a:lnTo>
                    <a:pt x="214399" y="33369"/>
                  </a:lnTo>
                  <a:lnTo>
                    <a:pt x="216993" y="33995"/>
                  </a:lnTo>
                  <a:lnTo>
                    <a:pt x="219483" y="34160"/>
                  </a:lnTo>
                  <a:lnTo>
                    <a:pt x="221452" y="35870"/>
                  </a:lnTo>
                  <a:lnTo>
                    <a:pt x="223009" y="34273"/>
                  </a:lnTo>
                  <a:lnTo>
                    <a:pt x="223545" y="35341"/>
                  </a:lnTo>
                  <a:lnTo>
                    <a:pt x="225093" y="36988"/>
                  </a:lnTo>
                  <a:lnTo>
                    <a:pt x="227740" y="32211"/>
                  </a:lnTo>
                  <a:lnTo>
                    <a:pt x="228907" y="28154"/>
                  </a:lnTo>
                  <a:lnTo>
                    <a:pt x="229776" y="26363"/>
                  </a:lnTo>
                  <a:lnTo>
                    <a:pt x="230348" y="25743"/>
                  </a:lnTo>
                  <a:lnTo>
                    <a:pt x="232408" y="26361"/>
                  </a:lnTo>
                  <a:lnTo>
                    <a:pt x="235001" y="27845"/>
                  </a:lnTo>
                  <a:lnTo>
                    <a:pt x="237341" y="26201"/>
                  </a:lnTo>
                  <a:lnTo>
                    <a:pt x="241596" y="24597"/>
                  </a:lnTo>
                  <a:lnTo>
                    <a:pt x="243305" y="23687"/>
                  </a:lnTo>
                  <a:lnTo>
                    <a:pt x="244710" y="22572"/>
                  </a:lnTo>
                  <a:lnTo>
                    <a:pt x="246124" y="21948"/>
                  </a:lnTo>
                  <a:lnTo>
                    <a:pt x="247330" y="20663"/>
                  </a:lnTo>
                  <a:lnTo>
                    <a:pt x="253460" y="18670"/>
                  </a:lnTo>
                  <a:lnTo>
                    <a:pt x="255457" y="17003"/>
                  </a:lnTo>
                  <a:lnTo>
                    <a:pt x="256873" y="17524"/>
                  </a:lnTo>
                  <a:lnTo>
                    <a:pt x="257210" y="17610"/>
                  </a:lnTo>
                  <a:lnTo>
                    <a:pt x="258721" y="16741"/>
                  </a:lnTo>
                  <a:lnTo>
                    <a:pt x="260353" y="18740"/>
                  </a:lnTo>
                  <a:lnTo>
                    <a:pt x="264018" y="20712"/>
                  </a:lnTo>
                  <a:lnTo>
                    <a:pt x="265525" y="22186"/>
                  </a:lnTo>
                  <a:lnTo>
                    <a:pt x="267509" y="21004"/>
                  </a:lnTo>
                  <a:lnTo>
                    <a:pt x="268083" y="21952"/>
                  </a:lnTo>
                  <a:lnTo>
                    <a:pt x="268698" y="21397"/>
                  </a:lnTo>
                  <a:lnTo>
                    <a:pt x="274722" y="17817"/>
                  </a:lnTo>
                  <a:lnTo>
                    <a:pt x="273857" y="15830"/>
                  </a:lnTo>
                  <a:lnTo>
                    <a:pt x="275832" y="15299"/>
                  </a:lnTo>
                  <a:lnTo>
                    <a:pt x="278192" y="10573"/>
                  </a:lnTo>
                  <a:lnTo>
                    <a:pt x="278562" y="9412"/>
                  </a:lnTo>
                  <a:lnTo>
                    <a:pt x="278711" y="9456"/>
                  </a:lnTo>
                  <a:lnTo>
                    <a:pt x="280754" y="5751"/>
                  </a:lnTo>
                  <a:lnTo>
                    <a:pt x="281591" y="6074"/>
                  </a:lnTo>
                  <a:lnTo>
                    <a:pt x="281991" y="3607"/>
                  </a:lnTo>
                  <a:lnTo>
                    <a:pt x="284325" y="0"/>
                  </a:lnTo>
                  <a:lnTo>
                    <a:pt x="287071" y="1086"/>
                  </a:lnTo>
                  <a:lnTo>
                    <a:pt x="289332" y="2957"/>
                  </a:lnTo>
                  <a:lnTo>
                    <a:pt x="290860" y="3777"/>
                  </a:lnTo>
                  <a:lnTo>
                    <a:pt x="294955" y="6809"/>
                  </a:lnTo>
                  <a:lnTo>
                    <a:pt x="296807" y="7802"/>
                  </a:lnTo>
                  <a:lnTo>
                    <a:pt x="296159" y="9622"/>
                  </a:lnTo>
                  <a:lnTo>
                    <a:pt x="298810" y="7148"/>
                  </a:lnTo>
                  <a:lnTo>
                    <a:pt x="300083" y="6660"/>
                  </a:lnTo>
                  <a:lnTo>
                    <a:pt x="308041" y="6189"/>
                  </a:lnTo>
                  <a:lnTo>
                    <a:pt x="314584" y="4727"/>
                  </a:lnTo>
                  <a:lnTo>
                    <a:pt x="315392" y="4744"/>
                  </a:lnTo>
                  <a:lnTo>
                    <a:pt x="318048" y="5696"/>
                  </a:lnTo>
                  <a:lnTo>
                    <a:pt x="318787" y="5588"/>
                  </a:lnTo>
                  <a:lnTo>
                    <a:pt x="321638" y="6637"/>
                  </a:lnTo>
                  <a:lnTo>
                    <a:pt x="323972" y="7496"/>
                  </a:lnTo>
                  <a:lnTo>
                    <a:pt x="324463" y="9018"/>
                  </a:lnTo>
                  <a:lnTo>
                    <a:pt x="324217" y="10130"/>
                  </a:lnTo>
                  <a:lnTo>
                    <a:pt x="324935" y="12679"/>
                  </a:lnTo>
                  <a:lnTo>
                    <a:pt x="326300" y="13496"/>
                  </a:lnTo>
                  <a:lnTo>
                    <a:pt x="327047" y="15783"/>
                  </a:lnTo>
                  <a:lnTo>
                    <a:pt x="326596" y="18923"/>
                  </a:lnTo>
                  <a:lnTo>
                    <a:pt x="326835" y="25971"/>
                  </a:lnTo>
                  <a:lnTo>
                    <a:pt x="327692" y="26511"/>
                  </a:lnTo>
                  <a:lnTo>
                    <a:pt x="331210" y="34089"/>
                  </a:lnTo>
                  <a:lnTo>
                    <a:pt x="329824" y="35046"/>
                  </a:lnTo>
                  <a:lnTo>
                    <a:pt x="329289" y="36402"/>
                  </a:lnTo>
                  <a:lnTo>
                    <a:pt x="328815" y="40992"/>
                  </a:lnTo>
                  <a:lnTo>
                    <a:pt x="327619" y="41459"/>
                  </a:lnTo>
                  <a:lnTo>
                    <a:pt x="326698" y="48111"/>
                  </a:lnTo>
                  <a:lnTo>
                    <a:pt x="326045" y="48571"/>
                  </a:lnTo>
                  <a:lnTo>
                    <a:pt x="324029" y="50887"/>
                  </a:lnTo>
                  <a:lnTo>
                    <a:pt x="322917" y="53314"/>
                  </a:lnTo>
                  <a:lnTo>
                    <a:pt x="322507" y="54302"/>
                  </a:lnTo>
                  <a:lnTo>
                    <a:pt x="321229" y="55989"/>
                  </a:lnTo>
                  <a:lnTo>
                    <a:pt x="317281" y="60379"/>
                  </a:lnTo>
                  <a:lnTo>
                    <a:pt x="313832" y="64891"/>
                  </a:lnTo>
                  <a:lnTo>
                    <a:pt x="313273" y="65881"/>
                  </a:lnTo>
                  <a:lnTo>
                    <a:pt x="312471" y="68585"/>
                  </a:lnTo>
                  <a:lnTo>
                    <a:pt x="320094" y="71352"/>
                  </a:lnTo>
                  <a:lnTo>
                    <a:pt x="319743" y="73917"/>
                  </a:lnTo>
                  <a:lnTo>
                    <a:pt x="319664" y="85196"/>
                  </a:lnTo>
                  <a:lnTo>
                    <a:pt x="318585" y="92018"/>
                  </a:lnTo>
                  <a:lnTo>
                    <a:pt x="318985" y="94992"/>
                  </a:lnTo>
                  <a:lnTo>
                    <a:pt x="321739" y="99300"/>
                  </a:lnTo>
                  <a:lnTo>
                    <a:pt x="321991" y="103075"/>
                  </a:lnTo>
                  <a:lnTo>
                    <a:pt x="321834" y="105816"/>
                  </a:lnTo>
                  <a:lnTo>
                    <a:pt x="322573" y="107868"/>
                  </a:lnTo>
                  <a:lnTo>
                    <a:pt x="321024" y="108391"/>
                  </a:lnTo>
                  <a:lnTo>
                    <a:pt x="317885" y="108251"/>
                  </a:lnTo>
                  <a:lnTo>
                    <a:pt x="315744" y="107604"/>
                  </a:lnTo>
                  <a:lnTo>
                    <a:pt x="314128" y="107685"/>
                  </a:lnTo>
                  <a:lnTo>
                    <a:pt x="311683" y="110222"/>
                  </a:lnTo>
                  <a:lnTo>
                    <a:pt x="312720" y="109978"/>
                  </a:lnTo>
                  <a:lnTo>
                    <a:pt x="312437" y="112544"/>
                  </a:lnTo>
                  <a:lnTo>
                    <a:pt x="308787" y="113260"/>
                  </a:lnTo>
                  <a:lnTo>
                    <a:pt x="310709" y="117930"/>
                  </a:lnTo>
                  <a:lnTo>
                    <a:pt x="299243" y="120000"/>
                  </a:lnTo>
                  <a:lnTo>
                    <a:pt x="296289" y="119847"/>
                  </a:lnTo>
                  <a:lnTo>
                    <a:pt x="292324" y="136597"/>
                  </a:lnTo>
                  <a:lnTo>
                    <a:pt x="292006" y="137232"/>
                  </a:lnTo>
                  <a:lnTo>
                    <a:pt x="291536" y="140968"/>
                  </a:lnTo>
                  <a:lnTo>
                    <a:pt x="291624" y="142110"/>
                  </a:lnTo>
                  <a:lnTo>
                    <a:pt x="292752" y="145707"/>
                  </a:lnTo>
                  <a:lnTo>
                    <a:pt x="295321" y="144973"/>
                  </a:lnTo>
                  <a:lnTo>
                    <a:pt x="301113" y="145376"/>
                  </a:lnTo>
                  <a:lnTo>
                    <a:pt x="301574" y="145724"/>
                  </a:lnTo>
                  <a:lnTo>
                    <a:pt x="301202" y="156669"/>
                  </a:lnTo>
                  <a:lnTo>
                    <a:pt x="301583" y="156535"/>
                  </a:lnTo>
                  <a:lnTo>
                    <a:pt x="301489" y="159464"/>
                  </a:lnTo>
                  <a:lnTo>
                    <a:pt x="300985" y="159599"/>
                  </a:lnTo>
                  <a:lnTo>
                    <a:pt x="300807" y="165495"/>
                  </a:lnTo>
                  <a:lnTo>
                    <a:pt x="299591" y="165274"/>
                  </a:lnTo>
                  <a:lnTo>
                    <a:pt x="298622" y="164557"/>
                  </a:lnTo>
                  <a:lnTo>
                    <a:pt x="297896" y="172071"/>
                  </a:lnTo>
                  <a:lnTo>
                    <a:pt x="298331" y="172090"/>
                  </a:lnTo>
                  <a:lnTo>
                    <a:pt x="297999" y="179323"/>
                  </a:lnTo>
                  <a:lnTo>
                    <a:pt x="299156" y="184739"/>
                  </a:lnTo>
                  <a:lnTo>
                    <a:pt x="299364" y="188738"/>
                  </a:lnTo>
                  <a:lnTo>
                    <a:pt x="299252" y="191169"/>
                  </a:lnTo>
                  <a:lnTo>
                    <a:pt x="291823" y="191439"/>
                  </a:lnTo>
                  <a:lnTo>
                    <a:pt x="291803" y="196509"/>
                  </a:lnTo>
                  <a:lnTo>
                    <a:pt x="292291" y="196878"/>
                  </a:lnTo>
                  <a:lnTo>
                    <a:pt x="293994" y="197757"/>
                  </a:lnTo>
                  <a:lnTo>
                    <a:pt x="299947" y="202225"/>
                  </a:lnTo>
                  <a:lnTo>
                    <a:pt x="300782" y="202344"/>
                  </a:lnTo>
                  <a:lnTo>
                    <a:pt x="304120" y="201920"/>
                  </a:lnTo>
                  <a:lnTo>
                    <a:pt x="305302" y="202104"/>
                  </a:lnTo>
                  <a:lnTo>
                    <a:pt x="306095" y="202715"/>
                  </a:lnTo>
                  <a:lnTo>
                    <a:pt x="306376" y="202215"/>
                  </a:lnTo>
                  <a:lnTo>
                    <a:pt x="311850" y="202216"/>
                  </a:lnTo>
                  <a:lnTo>
                    <a:pt x="311661" y="195117"/>
                  </a:lnTo>
                  <a:lnTo>
                    <a:pt x="318465" y="195059"/>
                  </a:lnTo>
                  <a:lnTo>
                    <a:pt x="318434" y="193723"/>
                  </a:lnTo>
                  <a:lnTo>
                    <a:pt x="321917" y="193377"/>
                  </a:lnTo>
                  <a:lnTo>
                    <a:pt x="324688" y="192624"/>
                  </a:lnTo>
                  <a:lnTo>
                    <a:pt x="324697" y="192798"/>
                  </a:lnTo>
                  <a:lnTo>
                    <a:pt x="325787" y="192334"/>
                  </a:lnTo>
                  <a:lnTo>
                    <a:pt x="327265" y="191029"/>
                  </a:lnTo>
                  <a:lnTo>
                    <a:pt x="330423" y="193918"/>
                  </a:lnTo>
                  <a:lnTo>
                    <a:pt x="332266" y="194200"/>
                  </a:lnTo>
                  <a:lnTo>
                    <a:pt x="332446" y="196505"/>
                  </a:lnTo>
                  <a:lnTo>
                    <a:pt x="337943" y="198989"/>
                  </a:lnTo>
                  <a:lnTo>
                    <a:pt x="338912" y="199336"/>
                  </a:lnTo>
                  <a:lnTo>
                    <a:pt x="341908" y="196135"/>
                  </a:lnTo>
                  <a:lnTo>
                    <a:pt x="342157" y="196319"/>
                  </a:lnTo>
                  <a:lnTo>
                    <a:pt x="345744" y="194220"/>
                  </a:lnTo>
                  <a:lnTo>
                    <a:pt x="346036" y="196640"/>
                  </a:lnTo>
                  <a:lnTo>
                    <a:pt x="346456" y="197889"/>
                  </a:lnTo>
                  <a:lnTo>
                    <a:pt x="347306" y="199351"/>
                  </a:lnTo>
                  <a:lnTo>
                    <a:pt x="348360" y="200878"/>
                  </a:lnTo>
                  <a:lnTo>
                    <a:pt x="349402" y="204831"/>
                  </a:lnTo>
                  <a:lnTo>
                    <a:pt x="360220" y="203754"/>
                  </a:lnTo>
                  <a:lnTo>
                    <a:pt x="360990" y="203930"/>
                  </a:lnTo>
                  <a:lnTo>
                    <a:pt x="361770" y="204894"/>
                  </a:lnTo>
                  <a:lnTo>
                    <a:pt x="362493" y="205335"/>
                  </a:lnTo>
                  <a:lnTo>
                    <a:pt x="361234" y="201702"/>
                  </a:lnTo>
                  <a:lnTo>
                    <a:pt x="365481" y="202451"/>
                  </a:lnTo>
                  <a:lnTo>
                    <a:pt x="368025" y="202105"/>
                  </a:lnTo>
                  <a:lnTo>
                    <a:pt x="370526" y="202199"/>
                  </a:lnTo>
                  <a:lnTo>
                    <a:pt x="370243" y="204677"/>
                  </a:lnTo>
                  <a:lnTo>
                    <a:pt x="367715" y="208741"/>
                  </a:lnTo>
                  <a:lnTo>
                    <a:pt x="364792" y="208517"/>
                  </a:lnTo>
                  <a:lnTo>
                    <a:pt x="363722" y="210433"/>
                  </a:lnTo>
                  <a:lnTo>
                    <a:pt x="364562" y="211222"/>
                  </a:lnTo>
                  <a:lnTo>
                    <a:pt x="365701" y="213338"/>
                  </a:lnTo>
                  <a:lnTo>
                    <a:pt x="367457" y="214500"/>
                  </a:lnTo>
                  <a:lnTo>
                    <a:pt x="368159" y="215251"/>
                  </a:lnTo>
                  <a:lnTo>
                    <a:pt x="369117" y="215422"/>
                  </a:lnTo>
                  <a:lnTo>
                    <a:pt x="370677" y="215142"/>
                  </a:lnTo>
                  <a:lnTo>
                    <a:pt x="372832" y="215230"/>
                  </a:lnTo>
                  <a:lnTo>
                    <a:pt x="373099" y="215448"/>
                  </a:lnTo>
                  <a:lnTo>
                    <a:pt x="373696" y="215257"/>
                  </a:lnTo>
                  <a:lnTo>
                    <a:pt x="374794" y="216075"/>
                  </a:lnTo>
                  <a:lnTo>
                    <a:pt x="376870" y="219068"/>
                  </a:lnTo>
                  <a:lnTo>
                    <a:pt x="377495" y="220587"/>
                  </a:lnTo>
                  <a:lnTo>
                    <a:pt x="378986" y="222316"/>
                  </a:lnTo>
                  <a:lnTo>
                    <a:pt x="380430" y="223155"/>
                  </a:lnTo>
                  <a:lnTo>
                    <a:pt x="382361" y="223158"/>
                  </a:lnTo>
                  <a:lnTo>
                    <a:pt x="383404" y="223857"/>
                  </a:lnTo>
                  <a:lnTo>
                    <a:pt x="383678" y="224839"/>
                  </a:lnTo>
                  <a:lnTo>
                    <a:pt x="383353" y="225967"/>
                  </a:lnTo>
                  <a:lnTo>
                    <a:pt x="382340" y="226857"/>
                  </a:lnTo>
                  <a:lnTo>
                    <a:pt x="379894" y="227313"/>
                  </a:lnTo>
                  <a:lnTo>
                    <a:pt x="379568" y="227985"/>
                  </a:lnTo>
                  <a:lnTo>
                    <a:pt x="379969" y="228721"/>
                  </a:lnTo>
                  <a:lnTo>
                    <a:pt x="382360" y="230159"/>
                  </a:lnTo>
                  <a:lnTo>
                    <a:pt x="383582" y="232664"/>
                  </a:lnTo>
                  <a:lnTo>
                    <a:pt x="384491" y="232906"/>
                  </a:lnTo>
                  <a:lnTo>
                    <a:pt x="386487" y="232459"/>
                  </a:lnTo>
                  <a:lnTo>
                    <a:pt x="387330" y="232594"/>
                  </a:lnTo>
                  <a:lnTo>
                    <a:pt x="387614" y="231314"/>
                  </a:lnTo>
                  <a:lnTo>
                    <a:pt x="386871" y="230743"/>
                  </a:lnTo>
                  <a:lnTo>
                    <a:pt x="386733" y="229584"/>
                  </a:lnTo>
                  <a:lnTo>
                    <a:pt x="385994" y="228885"/>
                  </a:lnTo>
                  <a:lnTo>
                    <a:pt x="384500" y="228008"/>
                  </a:lnTo>
                  <a:lnTo>
                    <a:pt x="384419" y="227657"/>
                  </a:lnTo>
                  <a:lnTo>
                    <a:pt x="384998" y="225354"/>
                  </a:lnTo>
                  <a:lnTo>
                    <a:pt x="386952" y="223833"/>
                  </a:lnTo>
                  <a:lnTo>
                    <a:pt x="387134" y="222774"/>
                  </a:lnTo>
                  <a:lnTo>
                    <a:pt x="384197" y="223136"/>
                  </a:lnTo>
                  <a:lnTo>
                    <a:pt x="382638" y="222727"/>
                  </a:lnTo>
                  <a:lnTo>
                    <a:pt x="381647" y="222057"/>
                  </a:lnTo>
                  <a:lnTo>
                    <a:pt x="381457" y="220607"/>
                  </a:lnTo>
                  <a:lnTo>
                    <a:pt x="381941" y="218645"/>
                  </a:lnTo>
                  <a:lnTo>
                    <a:pt x="382235" y="218444"/>
                  </a:lnTo>
                  <a:lnTo>
                    <a:pt x="387040" y="219112"/>
                  </a:lnTo>
                  <a:lnTo>
                    <a:pt x="388472" y="218749"/>
                  </a:lnTo>
                  <a:lnTo>
                    <a:pt x="390232" y="219887"/>
                  </a:lnTo>
                  <a:lnTo>
                    <a:pt x="391075" y="219792"/>
                  </a:lnTo>
                  <a:lnTo>
                    <a:pt x="391912" y="219382"/>
                  </a:lnTo>
                  <a:lnTo>
                    <a:pt x="392181" y="218981"/>
                  </a:lnTo>
                  <a:lnTo>
                    <a:pt x="392515" y="216938"/>
                  </a:lnTo>
                  <a:lnTo>
                    <a:pt x="393723" y="216102"/>
                  </a:lnTo>
                  <a:lnTo>
                    <a:pt x="394834" y="216313"/>
                  </a:lnTo>
                  <a:lnTo>
                    <a:pt x="395212" y="216112"/>
                  </a:lnTo>
                  <a:lnTo>
                    <a:pt x="395527" y="214903"/>
                  </a:lnTo>
                  <a:lnTo>
                    <a:pt x="394714" y="213357"/>
                  </a:lnTo>
                  <a:lnTo>
                    <a:pt x="393404" y="212049"/>
                  </a:lnTo>
                  <a:lnTo>
                    <a:pt x="393454" y="211180"/>
                  </a:lnTo>
                  <a:lnTo>
                    <a:pt x="394406" y="210648"/>
                  </a:lnTo>
                  <a:lnTo>
                    <a:pt x="396250" y="211192"/>
                  </a:lnTo>
                  <a:lnTo>
                    <a:pt x="397444" y="212088"/>
                  </a:lnTo>
                  <a:lnTo>
                    <a:pt x="398013" y="213545"/>
                  </a:lnTo>
                  <a:lnTo>
                    <a:pt x="397676" y="214969"/>
                  </a:lnTo>
                  <a:lnTo>
                    <a:pt x="396322" y="216769"/>
                  </a:lnTo>
                  <a:lnTo>
                    <a:pt x="396324" y="217536"/>
                  </a:lnTo>
                  <a:lnTo>
                    <a:pt x="397085" y="219226"/>
                  </a:lnTo>
                  <a:lnTo>
                    <a:pt x="398400" y="219807"/>
                  </a:lnTo>
                  <a:lnTo>
                    <a:pt x="400865" y="219520"/>
                  </a:lnTo>
                  <a:lnTo>
                    <a:pt x="402646" y="220237"/>
                  </a:lnTo>
                  <a:lnTo>
                    <a:pt x="403295" y="221092"/>
                  </a:lnTo>
                  <a:lnTo>
                    <a:pt x="403779" y="223366"/>
                  </a:lnTo>
                  <a:lnTo>
                    <a:pt x="404622" y="224668"/>
                  </a:lnTo>
                  <a:lnTo>
                    <a:pt x="407445" y="225548"/>
                  </a:lnTo>
                  <a:lnTo>
                    <a:pt x="409022" y="227202"/>
                  </a:lnTo>
                  <a:lnTo>
                    <a:pt x="412822" y="232606"/>
                  </a:lnTo>
                  <a:lnTo>
                    <a:pt x="413937" y="236246"/>
                  </a:lnTo>
                  <a:lnTo>
                    <a:pt x="415226" y="236958"/>
                  </a:lnTo>
                  <a:lnTo>
                    <a:pt x="417022" y="237286"/>
                  </a:lnTo>
                  <a:lnTo>
                    <a:pt x="417949" y="237841"/>
                  </a:lnTo>
                  <a:lnTo>
                    <a:pt x="420331" y="240752"/>
                  </a:lnTo>
                  <a:lnTo>
                    <a:pt x="421175" y="243468"/>
                  </a:lnTo>
                  <a:lnTo>
                    <a:pt x="421515" y="246551"/>
                  </a:lnTo>
                  <a:lnTo>
                    <a:pt x="423473" y="247450"/>
                  </a:lnTo>
                  <a:lnTo>
                    <a:pt x="422524" y="244583"/>
                  </a:lnTo>
                  <a:lnTo>
                    <a:pt x="425708" y="244663"/>
                  </a:lnTo>
                  <a:lnTo>
                    <a:pt x="426137" y="243277"/>
                  </a:lnTo>
                  <a:lnTo>
                    <a:pt x="426784" y="242826"/>
                  </a:lnTo>
                  <a:lnTo>
                    <a:pt x="427457" y="241667"/>
                  </a:lnTo>
                  <a:lnTo>
                    <a:pt x="428632" y="241151"/>
                  </a:lnTo>
                  <a:lnTo>
                    <a:pt x="430041" y="241388"/>
                  </a:lnTo>
                  <a:lnTo>
                    <a:pt x="431294" y="242760"/>
                  </a:lnTo>
                  <a:lnTo>
                    <a:pt x="432383" y="243349"/>
                  </a:lnTo>
                  <a:lnTo>
                    <a:pt x="433848" y="243626"/>
                  </a:lnTo>
                  <a:lnTo>
                    <a:pt x="435587" y="243469"/>
                  </a:lnTo>
                  <a:lnTo>
                    <a:pt x="436118" y="243295"/>
                  </a:lnTo>
                  <a:lnTo>
                    <a:pt x="436841" y="242594"/>
                  </a:lnTo>
                  <a:lnTo>
                    <a:pt x="439105" y="239913"/>
                  </a:lnTo>
                  <a:lnTo>
                    <a:pt x="444292" y="244889"/>
                  </a:lnTo>
                  <a:lnTo>
                    <a:pt x="450400" y="242744"/>
                  </a:lnTo>
                  <a:lnTo>
                    <a:pt x="446889" y="240348"/>
                  </a:lnTo>
                  <a:lnTo>
                    <a:pt x="444247" y="235995"/>
                  </a:lnTo>
                  <a:lnTo>
                    <a:pt x="440135" y="233921"/>
                  </a:lnTo>
                  <a:lnTo>
                    <a:pt x="445034" y="231127"/>
                  </a:lnTo>
                  <a:lnTo>
                    <a:pt x="445191" y="227515"/>
                  </a:lnTo>
                  <a:lnTo>
                    <a:pt x="445959" y="226685"/>
                  </a:lnTo>
                  <a:lnTo>
                    <a:pt x="447905" y="226206"/>
                  </a:lnTo>
                  <a:lnTo>
                    <a:pt x="448591" y="226187"/>
                  </a:lnTo>
                  <a:lnTo>
                    <a:pt x="449322" y="226545"/>
                  </a:lnTo>
                  <a:lnTo>
                    <a:pt x="450415" y="225384"/>
                  </a:lnTo>
                  <a:lnTo>
                    <a:pt x="451459" y="225366"/>
                  </a:lnTo>
                  <a:lnTo>
                    <a:pt x="451965" y="225035"/>
                  </a:lnTo>
                  <a:lnTo>
                    <a:pt x="452976" y="223537"/>
                  </a:lnTo>
                  <a:lnTo>
                    <a:pt x="453460" y="221960"/>
                  </a:lnTo>
                  <a:lnTo>
                    <a:pt x="455068" y="220375"/>
                  </a:lnTo>
                  <a:lnTo>
                    <a:pt x="455643" y="221102"/>
                  </a:lnTo>
                  <a:lnTo>
                    <a:pt x="458612" y="221436"/>
                  </a:lnTo>
                  <a:lnTo>
                    <a:pt x="459554" y="221249"/>
                  </a:lnTo>
                  <a:lnTo>
                    <a:pt x="460844" y="221342"/>
                  </a:lnTo>
                  <a:lnTo>
                    <a:pt x="463082" y="222054"/>
                  </a:lnTo>
                  <a:lnTo>
                    <a:pt x="462993" y="223205"/>
                  </a:lnTo>
                  <a:lnTo>
                    <a:pt x="461441" y="226659"/>
                  </a:lnTo>
                  <a:lnTo>
                    <a:pt x="459607" y="226416"/>
                  </a:lnTo>
                  <a:lnTo>
                    <a:pt x="459926" y="228166"/>
                  </a:lnTo>
                  <a:lnTo>
                    <a:pt x="460687" y="228411"/>
                  </a:lnTo>
                  <a:lnTo>
                    <a:pt x="483430" y="220422"/>
                  </a:lnTo>
                  <a:lnTo>
                    <a:pt x="483194" y="219632"/>
                  </a:lnTo>
                  <a:lnTo>
                    <a:pt x="480689" y="211759"/>
                  </a:lnTo>
                  <a:lnTo>
                    <a:pt x="485717" y="209536"/>
                  </a:lnTo>
                  <a:lnTo>
                    <a:pt x="486000" y="210149"/>
                  </a:lnTo>
                  <a:lnTo>
                    <a:pt x="487567" y="209007"/>
                  </a:lnTo>
                  <a:lnTo>
                    <a:pt x="489110" y="206021"/>
                  </a:lnTo>
                  <a:lnTo>
                    <a:pt x="497436" y="212770"/>
                  </a:lnTo>
                  <a:lnTo>
                    <a:pt x="499720" y="210823"/>
                  </a:lnTo>
                  <a:lnTo>
                    <a:pt x="501916" y="209448"/>
                  </a:lnTo>
                  <a:lnTo>
                    <a:pt x="504037" y="206353"/>
                  </a:lnTo>
                  <a:lnTo>
                    <a:pt x="505324" y="204875"/>
                  </a:lnTo>
                  <a:lnTo>
                    <a:pt x="517088" y="216027"/>
                  </a:lnTo>
                  <a:lnTo>
                    <a:pt x="528459" y="216193"/>
                  </a:lnTo>
                  <a:lnTo>
                    <a:pt x="539589" y="226368"/>
                  </a:lnTo>
                  <a:lnTo>
                    <a:pt x="547591" y="217472"/>
                  </a:lnTo>
                  <a:lnTo>
                    <a:pt x="545823" y="212172"/>
                  </a:lnTo>
                  <a:lnTo>
                    <a:pt x="544183" y="210912"/>
                  </a:lnTo>
                  <a:lnTo>
                    <a:pt x="541754" y="210496"/>
                  </a:lnTo>
                  <a:lnTo>
                    <a:pt x="540836" y="210018"/>
                  </a:lnTo>
                  <a:lnTo>
                    <a:pt x="540155" y="208590"/>
                  </a:lnTo>
                  <a:lnTo>
                    <a:pt x="540194" y="207410"/>
                  </a:lnTo>
                  <a:lnTo>
                    <a:pt x="540493" y="207012"/>
                  </a:lnTo>
                  <a:lnTo>
                    <a:pt x="545047" y="207853"/>
                  </a:lnTo>
                  <a:lnTo>
                    <a:pt x="545928" y="208680"/>
                  </a:lnTo>
                  <a:lnTo>
                    <a:pt x="546934" y="211987"/>
                  </a:lnTo>
                  <a:lnTo>
                    <a:pt x="547953" y="214437"/>
                  </a:lnTo>
                  <a:lnTo>
                    <a:pt x="556710" y="219615"/>
                  </a:lnTo>
                  <a:lnTo>
                    <a:pt x="559069" y="219721"/>
                  </a:lnTo>
                  <a:lnTo>
                    <a:pt x="583513" y="222188"/>
                  </a:lnTo>
                  <a:lnTo>
                    <a:pt x="584013" y="220252"/>
                  </a:lnTo>
                  <a:lnTo>
                    <a:pt x="585026" y="219487"/>
                  </a:lnTo>
                  <a:lnTo>
                    <a:pt x="585840" y="218143"/>
                  </a:lnTo>
                  <a:lnTo>
                    <a:pt x="587230" y="216870"/>
                  </a:lnTo>
                  <a:lnTo>
                    <a:pt x="591104" y="215420"/>
                  </a:lnTo>
                  <a:lnTo>
                    <a:pt x="594425" y="213312"/>
                  </a:lnTo>
                  <a:lnTo>
                    <a:pt x="595360" y="213337"/>
                  </a:lnTo>
                  <a:lnTo>
                    <a:pt x="596438" y="213846"/>
                  </a:lnTo>
                  <a:lnTo>
                    <a:pt x="596845" y="214292"/>
                  </a:lnTo>
                  <a:lnTo>
                    <a:pt x="599485" y="214923"/>
                  </a:lnTo>
                  <a:lnTo>
                    <a:pt x="602853" y="216821"/>
                  </a:lnTo>
                  <a:lnTo>
                    <a:pt x="605761" y="218730"/>
                  </a:lnTo>
                  <a:lnTo>
                    <a:pt x="606851" y="219071"/>
                  </a:lnTo>
                  <a:lnTo>
                    <a:pt x="610716" y="218779"/>
                  </a:lnTo>
                  <a:lnTo>
                    <a:pt x="612600" y="220337"/>
                  </a:lnTo>
                  <a:lnTo>
                    <a:pt x="613964" y="221980"/>
                  </a:lnTo>
                  <a:lnTo>
                    <a:pt x="617038" y="223633"/>
                  </a:lnTo>
                  <a:lnTo>
                    <a:pt x="614140" y="229077"/>
                  </a:lnTo>
                  <a:lnTo>
                    <a:pt x="652360" y="251556"/>
                  </a:lnTo>
                  <a:lnTo>
                    <a:pt x="653681" y="252955"/>
                  </a:lnTo>
                  <a:lnTo>
                    <a:pt x="659482" y="263222"/>
                  </a:lnTo>
                  <a:lnTo>
                    <a:pt x="661457" y="262106"/>
                  </a:lnTo>
                  <a:lnTo>
                    <a:pt x="663175" y="265863"/>
                  </a:lnTo>
                  <a:lnTo>
                    <a:pt x="663944" y="266944"/>
                  </a:lnTo>
                  <a:lnTo>
                    <a:pt x="665567" y="268293"/>
                  </a:lnTo>
                  <a:lnTo>
                    <a:pt x="667704" y="270555"/>
                  </a:lnTo>
                  <a:lnTo>
                    <a:pt x="670834" y="272934"/>
                  </a:lnTo>
                  <a:lnTo>
                    <a:pt x="671351" y="273988"/>
                  </a:lnTo>
                  <a:lnTo>
                    <a:pt x="672890" y="275656"/>
                  </a:lnTo>
                  <a:lnTo>
                    <a:pt x="674497" y="278044"/>
                  </a:lnTo>
                  <a:lnTo>
                    <a:pt x="674359" y="278424"/>
                  </a:lnTo>
                  <a:lnTo>
                    <a:pt x="674949" y="279764"/>
                  </a:lnTo>
                  <a:lnTo>
                    <a:pt x="674410" y="283927"/>
                  </a:lnTo>
                  <a:lnTo>
                    <a:pt x="673957" y="290011"/>
                  </a:lnTo>
                  <a:lnTo>
                    <a:pt x="674906" y="300362"/>
                  </a:lnTo>
                  <a:lnTo>
                    <a:pt x="675708" y="302545"/>
                  </a:lnTo>
                  <a:lnTo>
                    <a:pt x="692073" y="330551"/>
                  </a:lnTo>
                  <a:lnTo>
                    <a:pt x="694794" y="332244"/>
                  </a:lnTo>
                  <a:lnTo>
                    <a:pt x="684455" y="330442"/>
                  </a:lnTo>
                  <a:lnTo>
                    <a:pt x="678334" y="319888"/>
                  </a:lnTo>
                  <a:lnTo>
                    <a:pt x="671095" y="322567"/>
                  </a:lnTo>
                  <a:lnTo>
                    <a:pt x="673248" y="324638"/>
                  </a:lnTo>
                  <a:lnTo>
                    <a:pt x="675513" y="327793"/>
                  </a:lnTo>
                  <a:lnTo>
                    <a:pt x="674895" y="328220"/>
                  </a:lnTo>
                  <a:lnTo>
                    <a:pt x="674799" y="328550"/>
                  </a:lnTo>
                  <a:lnTo>
                    <a:pt x="666737" y="334092"/>
                  </a:lnTo>
                  <a:lnTo>
                    <a:pt x="664673" y="335100"/>
                  </a:lnTo>
                  <a:lnTo>
                    <a:pt x="664458" y="335205"/>
                  </a:lnTo>
                  <a:lnTo>
                    <a:pt x="663052" y="335329"/>
                  </a:lnTo>
                  <a:lnTo>
                    <a:pt x="661834" y="335961"/>
                  </a:lnTo>
                  <a:lnTo>
                    <a:pt x="660401" y="338860"/>
                  </a:lnTo>
                  <a:lnTo>
                    <a:pt x="660231" y="340393"/>
                  </a:lnTo>
                  <a:lnTo>
                    <a:pt x="659761" y="341107"/>
                  </a:lnTo>
                  <a:lnTo>
                    <a:pt x="658574" y="341828"/>
                  </a:lnTo>
                  <a:lnTo>
                    <a:pt x="656939" y="341759"/>
                  </a:lnTo>
                  <a:lnTo>
                    <a:pt x="654146" y="341370"/>
                  </a:lnTo>
                  <a:lnTo>
                    <a:pt x="652003" y="340520"/>
                  </a:lnTo>
                  <a:lnTo>
                    <a:pt x="650054" y="340497"/>
                  </a:lnTo>
                  <a:lnTo>
                    <a:pt x="647096" y="342433"/>
                  </a:lnTo>
                  <a:lnTo>
                    <a:pt x="646130" y="343968"/>
                  </a:lnTo>
                  <a:lnTo>
                    <a:pt x="646009" y="344511"/>
                  </a:lnTo>
                  <a:lnTo>
                    <a:pt x="645477" y="344873"/>
                  </a:lnTo>
                  <a:lnTo>
                    <a:pt x="644387" y="346877"/>
                  </a:lnTo>
                  <a:lnTo>
                    <a:pt x="643807" y="347438"/>
                  </a:lnTo>
                  <a:lnTo>
                    <a:pt x="640646" y="347671"/>
                  </a:lnTo>
                  <a:lnTo>
                    <a:pt x="639589" y="348198"/>
                  </a:lnTo>
                  <a:lnTo>
                    <a:pt x="637316" y="350142"/>
                  </a:lnTo>
                  <a:lnTo>
                    <a:pt x="636097" y="350349"/>
                  </a:lnTo>
                  <a:lnTo>
                    <a:pt x="634702" y="351340"/>
                  </a:lnTo>
                  <a:lnTo>
                    <a:pt x="633270" y="351341"/>
                  </a:lnTo>
                  <a:lnTo>
                    <a:pt x="632267" y="350823"/>
                  </a:lnTo>
                  <a:lnTo>
                    <a:pt x="629705" y="350055"/>
                  </a:lnTo>
                  <a:lnTo>
                    <a:pt x="630174" y="349319"/>
                  </a:lnTo>
                  <a:lnTo>
                    <a:pt x="628764" y="349087"/>
                  </a:lnTo>
                  <a:lnTo>
                    <a:pt x="627672" y="349807"/>
                  </a:lnTo>
                  <a:lnTo>
                    <a:pt x="627294" y="350603"/>
                  </a:lnTo>
                  <a:lnTo>
                    <a:pt x="625601" y="351302"/>
                  </a:lnTo>
                  <a:lnTo>
                    <a:pt x="622622" y="351124"/>
                  </a:lnTo>
                  <a:lnTo>
                    <a:pt x="621428" y="351967"/>
                  </a:lnTo>
                  <a:lnTo>
                    <a:pt x="619304" y="352537"/>
                  </a:lnTo>
                  <a:lnTo>
                    <a:pt x="618629" y="353304"/>
                  </a:lnTo>
                  <a:lnTo>
                    <a:pt x="616931" y="353984"/>
                  </a:lnTo>
                  <a:lnTo>
                    <a:pt x="616223" y="355081"/>
                  </a:lnTo>
                  <a:lnTo>
                    <a:pt x="615683" y="357165"/>
                  </a:lnTo>
                  <a:lnTo>
                    <a:pt x="614940" y="357996"/>
                  </a:lnTo>
                  <a:lnTo>
                    <a:pt x="613904" y="358694"/>
                  </a:lnTo>
                  <a:lnTo>
                    <a:pt x="613797" y="359001"/>
                  </a:lnTo>
                  <a:lnTo>
                    <a:pt x="614143" y="360138"/>
                  </a:lnTo>
                  <a:lnTo>
                    <a:pt x="614829" y="360579"/>
                  </a:lnTo>
                  <a:lnTo>
                    <a:pt x="616836" y="360616"/>
                  </a:lnTo>
                  <a:lnTo>
                    <a:pt x="618366" y="360091"/>
                  </a:lnTo>
                  <a:lnTo>
                    <a:pt x="619596" y="359948"/>
                  </a:lnTo>
                  <a:lnTo>
                    <a:pt x="620939" y="361642"/>
                  </a:lnTo>
                  <a:lnTo>
                    <a:pt x="622659" y="363283"/>
                  </a:lnTo>
                  <a:lnTo>
                    <a:pt x="622574" y="364243"/>
                  </a:lnTo>
                  <a:lnTo>
                    <a:pt x="620695" y="367007"/>
                  </a:lnTo>
                  <a:lnTo>
                    <a:pt x="617969" y="367895"/>
                  </a:lnTo>
                  <a:lnTo>
                    <a:pt x="616393" y="369704"/>
                  </a:lnTo>
                  <a:lnTo>
                    <a:pt x="615532" y="370296"/>
                  </a:lnTo>
                  <a:lnTo>
                    <a:pt x="614684" y="371279"/>
                  </a:lnTo>
                  <a:lnTo>
                    <a:pt x="614263" y="372416"/>
                  </a:lnTo>
                  <a:lnTo>
                    <a:pt x="614210" y="373345"/>
                  </a:lnTo>
                  <a:lnTo>
                    <a:pt x="614004" y="373467"/>
                  </a:lnTo>
                  <a:lnTo>
                    <a:pt x="612901" y="374177"/>
                  </a:lnTo>
                  <a:lnTo>
                    <a:pt x="610466" y="374703"/>
                  </a:lnTo>
                  <a:lnTo>
                    <a:pt x="608264" y="376163"/>
                  </a:lnTo>
                  <a:lnTo>
                    <a:pt x="607604" y="376371"/>
                  </a:lnTo>
                  <a:lnTo>
                    <a:pt x="603441" y="375943"/>
                  </a:lnTo>
                  <a:lnTo>
                    <a:pt x="600036" y="377391"/>
                  </a:lnTo>
                  <a:lnTo>
                    <a:pt x="598233" y="378777"/>
                  </a:lnTo>
                  <a:lnTo>
                    <a:pt x="596357" y="379605"/>
                  </a:lnTo>
                  <a:lnTo>
                    <a:pt x="592365" y="379517"/>
                  </a:lnTo>
                  <a:lnTo>
                    <a:pt x="591414" y="379728"/>
                  </a:lnTo>
                  <a:lnTo>
                    <a:pt x="591589" y="380338"/>
                  </a:lnTo>
                  <a:lnTo>
                    <a:pt x="593240" y="380430"/>
                  </a:lnTo>
                  <a:lnTo>
                    <a:pt x="595076" y="381072"/>
                  </a:lnTo>
                  <a:lnTo>
                    <a:pt x="596444" y="380935"/>
                  </a:lnTo>
                  <a:lnTo>
                    <a:pt x="597270" y="381097"/>
                  </a:lnTo>
                  <a:lnTo>
                    <a:pt x="598482" y="382779"/>
                  </a:lnTo>
                  <a:lnTo>
                    <a:pt x="598343" y="384209"/>
                  </a:lnTo>
                  <a:lnTo>
                    <a:pt x="592453" y="388634"/>
                  </a:lnTo>
                  <a:lnTo>
                    <a:pt x="593173" y="390189"/>
                  </a:lnTo>
                  <a:lnTo>
                    <a:pt x="592822" y="391130"/>
                  </a:lnTo>
                  <a:lnTo>
                    <a:pt x="591593" y="391974"/>
                  </a:lnTo>
                  <a:lnTo>
                    <a:pt x="591633" y="392544"/>
                  </a:lnTo>
                  <a:lnTo>
                    <a:pt x="591259" y="392630"/>
                  </a:lnTo>
                  <a:lnTo>
                    <a:pt x="590764" y="392250"/>
                  </a:lnTo>
                  <a:lnTo>
                    <a:pt x="590708" y="392885"/>
                  </a:lnTo>
                  <a:lnTo>
                    <a:pt x="590314" y="393467"/>
                  </a:lnTo>
                  <a:lnTo>
                    <a:pt x="589752" y="393993"/>
                  </a:lnTo>
                  <a:lnTo>
                    <a:pt x="589249" y="393735"/>
                  </a:lnTo>
                  <a:lnTo>
                    <a:pt x="588748" y="394829"/>
                  </a:lnTo>
                  <a:lnTo>
                    <a:pt x="587622" y="394421"/>
                  </a:lnTo>
                  <a:lnTo>
                    <a:pt x="587645" y="394265"/>
                  </a:lnTo>
                  <a:lnTo>
                    <a:pt x="587130" y="394412"/>
                  </a:lnTo>
                  <a:lnTo>
                    <a:pt x="586278" y="393995"/>
                  </a:lnTo>
                  <a:lnTo>
                    <a:pt x="586028" y="394581"/>
                  </a:lnTo>
                  <a:lnTo>
                    <a:pt x="585825" y="397353"/>
                  </a:lnTo>
                  <a:lnTo>
                    <a:pt x="584429" y="399011"/>
                  </a:lnTo>
                  <a:lnTo>
                    <a:pt x="584747" y="401313"/>
                  </a:lnTo>
                  <a:lnTo>
                    <a:pt x="584543" y="402007"/>
                  </a:lnTo>
                  <a:lnTo>
                    <a:pt x="584198" y="401824"/>
                  </a:lnTo>
                  <a:lnTo>
                    <a:pt x="584427" y="403901"/>
                  </a:lnTo>
                  <a:lnTo>
                    <a:pt x="583701" y="403929"/>
                  </a:lnTo>
                  <a:lnTo>
                    <a:pt x="582210" y="403426"/>
                  </a:lnTo>
                  <a:lnTo>
                    <a:pt x="577495" y="403500"/>
                  </a:lnTo>
                  <a:lnTo>
                    <a:pt x="573894" y="405589"/>
                  </a:lnTo>
                  <a:lnTo>
                    <a:pt x="573044" y="405820"/>
                  </a:lnTo>
                  <a:lnTo>
                    <a:pt x="571664" y="405739"/>
                  </a:lnTo>
                  <a:lnTo>
                    <a:pt x="570730" y="406088"/>
                  </a:lnTo>
                  <a:lnTo>
                    <a:pt x="569395" y="406219"/>
                  </a:lnTo>
                  <a:lnTo>
                    <a:pt x="568529" y="406983"/>
                  </a:lnTo>
                  <a:lnTo>
                    <a:pt x="568060" y="406256"/>
                  </a:lnTo>
                  <a:lnTo>
                    <a:pt x="567606" y="406213"/>
                  </a:lnTo>
                  <a:lnTo>
                    <a:pt x="567084" y="405502"/>
                  </a:lnTo>
                  <a:lnTo>
                    <a:pt x="566737" y="405487"/>
                  </a:lnTo>
                  <a:lnTo>
                    <a:pt x="566779" y="404837"/>
                  </a:lnTo>
                  <a:lnTo>
                    <a:pt x="565432" y="404403"/>
                  </a:lnTo>
                  <a:lnTo>
                    <a:pt x="564676" y="403671"/>
                  </a:lnTo>
                  <a:lnTo>
                    <a:pt x="564033" y="401984"/>
                  </a:lnTo>
                  <a:lnTo>
                    <a:pt x="563781" y="400071"/>
                  </a:lnTo>
                  <a:lnTo>
                    <a:pt x="563982" y="399126"/>
                  </a:lnTo>
                  <a:lnTo>
                    <a:pt x="565163" y="398045"/>
                  </a:lnTo>
                  <a:lnTo>
                    <a:pt x="565499" y="395735"/>
                  </a:lnTo>
                  <a:lnTo>
                    <a:pt x="566182" y="395089"/>
                  </a:lnTo>
                  <a:lnTo>
                    <a:pt x="566147" y="394232"/>
                  </a:lnTo>
                  <a:lnTo>
                    <a:pt x="567407" y="391454"/>
                  </a:lnTo>
                  <a:lnTo>
                    <a:pt x="567410" y="391034"/>
                  </a:lnTo>
                  <a:lnTo>
                    <a:pt x="565487" y="389999"/>
                  </a:lnTo>
                  <a:lnTo>
                    <a:pt x="565558" y="389774"/>
                  </a:lnTo>
                  <a:lnTo>
                    <a:pt x="562247" y="388671"/>
                  </a:lnTo>
                  <a:lnTo>
                    <a:pt x="559655" y="388303"/>
                  </a:lnTo>
                  <a:lnTo>
                    <a:pt x="559367" y="387626"/>
                  </a:lnTo>
                  <a:lnTo>
                    <a:pt x="558457" y="386880"/>
                  </a:lnTo>
                  <a:lnTo>
                    <a:pt x="557029" y="386253"/>
                  </a:lnTo>
                  <a:lnTo>
                    <a:pt x="555364" y="384070"/>
                  </a:lnTo>
                  <a:lnTo>
                    <a:pt x="552144" y="381884"/>
                  </a:lnTo>
                  <a:lnTo>
                    <a:pt x="551264" y="381765"/>
                  </a:lnTo>
                  <a:lnTo>
                    <a:pt x="551569" y="381058"/>
                  </a:lnTo>
                  <a:lnTo>
                    <a:pt x="548468" y="379206"/>
                  </a:lnTo>
                  <a:lnTo>
                    <a:pt x="545944" y="376233"/>
                  </a:lnTo>
                  <a:lnTo>
                    <a:pt x="545060" y="375668"/>
                  </a:lnTo>
                  <a:lnTo>
                    <a:pt x="544212" y="375629"/>
                  </a:lnTo>
                  <a:lnTo>
                    <a:pt x="539634" y="373697"/>
                  </a:lnTo>
                  <a:lnTo>
                    <a:pt x="538635" y="373921"/>
                  </a:lnTo>
                  <a:lnTo>
                    <a:pt x="538505" y="373571"/>
                  </a:lnTo>
                  <a:lnTo>
                    <a:pt x="538790" y="372871"/>
                  </a:lnTo>
                  <a:lnTo>
                    <a:pt x="538359" y="372141"/>
                  </a:lnTo>
                  <a:lnTo>
                    <a:pt x="536865" y="371217"/>
                  </a:lnTo>
                  <a:lnTo>
                    <a:pt x="533550" y="367857"/>
                  </a:lnTo>
                  <a:lnTo>
                    <a:pt x="532462" y="367224"/>
                  </a:lnTo>
                  <a:lnTo>
                    <a:pt x="531531" y="367383"/>
                  </a:lnTo>
                  <a:lnTo>
                    <a:pt x="528338" y="366640"/>
                  </a:lnTo>
                  <a:lnTo>
                    <a:pt x="526271" y="366493"/>
                  </a:lnTo>
                  <a:lnTo>
                    <a:pt x="525311" y="365790"/>
                  </a:lnTo>
                  <a:lnTo>
                    <a:pt x="524473" y="363843"/>
                  </a:lnTo>
                  <a:lnTo>
                    <a:pt x="524581" y="362340"/>
                  </a:lnTo>
                  <a:lnTo>
                    <a:pt x="524336" y="361740"/>
                  </a:lnTo>
                  <a:lnTo>
                    <a:pt x="521764" y="361766"/>
                  </a:lnTo>
                  <a:lnTo>
                    <a:pt x="519969" y="361166"/>
                  </a:lnTo>
                  <a:lnTo>
                    <a:pt x="518304" y="360932"/>
                  </a:lnTo>
                  <a:lnTo>
                    <a:pt x="515158" y="358954"/>
                  </a:lnTo>
                  <a:lnTo>
                    <a:pt x="511136" y="357675"/>
                  </a:lnTo>
                  <a:lnTo>
                    <a:pt x="509252" y="356106"/>
                  </a:lnTo>
                  <a:lnTo>
                    <a:pt x="509226" y="355070"/>
                  </a:lnTo>
                  <a:lnTo>
                    <a:pt x="509739" y="353470"/>
                  </a:lnTo>
                  <a:lnTo>
                    <a:pt x="509407" y="352811"/>
                  </a:lnTo>
                  <a:lnTo>
                    <a:pt x="507449" y="351799"/>
                  </a:lnTo>
                  <a:lnTo>
                    <a:pt x="506009" y="350598"/>
                  </a:lnTo>
                  <a:lnTo>
                    <a:pt x="500638" y="349337"/>
                  </a:lnTo>
                  <a:lnTo>
                    <a:pt x="498641" y="348370"/>
                  </a:lnTo>
                  <a:lnTo>
                    <a:pt x="498592" y="346741"/>
                  </a:lnTo>
                  <a:lnTo>
                    <a:pt x="499185" y="344733"/>
                  </a:lnTo>
                  <a:lnTo>
                    <a:pt x="498282" y="339702"/>
                  </a:lnTo>
                  <a:lnTo>
                    <a:pt x="497980" y="337459"/>
                  </a:lnTo>
                  <a:lnTo>
                    <a:pt x="497238" y="337570"/>
                  </a:lnTo>
                  <a:lnTo>
                    <a:pt x="495739" y="338132"/>
                  </a:lnTo>
                  <a:lnTo>
                    <a:pt x="495737" y="338572"/>
                  </a:lnTo>
                  <a:lnTo>
                    <a:pt x="494431" y="339451"/>
                  </a:lnTo>
                  <a:lnTo>
                    <a:pt x="494037" y="340905"/>
                  </a:lnTo>
                  <a:lnTo>
                    <a:pt x="492008" y="341245"/>
                  </a:lnTo>
                  <a:lnTo>
                    <a:pt x="489136" y="343512"/>
                  </a:lnTo>
                  <a:lnTo>
                    <a:pt x="487864" y="343647"/>
                  </a:lnTo>
                  <a:lnTo>
                    <a:pt x="486182" y="344494"/>
                  </a:lnTo>
                  <a:lnTo>
                    <a:pt x="483880" y="345021"/>
                  </a:lnTo>
                  <a:lnTo>
                    <a:pt x="482545" y="344776"/>
                  </a:lnTo>
                  <a:lnTo>
                    <a:pt x="481922" y="344239"/>
                  </a:lnTo>
                  <a:lnTo>
                    <a:pt x="478913" y="344088"/>
                  </a:lnTo>
                  <a:lnTo>
                    <a:pt x="479638" y="345134"/>
                  </a:lnTo>
                  <a:lnTo>
                    <a:pt x="481059" y="345272"/>
                  </a:lnTo>
                  <a:lnTo>
                    <a:pt x="482019" y="345805"/>
                  </a:lnTo>
                  <a:lnTo>
                    <a:pt x="482600" y="346961"/>
                  </a:lnTo>
                  <a:lnTo>
                    <a:pt x="482656" y="347747"/>
                  </a:lnTo>
                  <a:lnTo>
                    <a:pt x="483251" y="348015"/>
                  </a:lnTo>
                  <a:lnTo>
                    <a:pt x="483690" y="348843"/>
                  </a:lnTo>
                  <a:lnTo>
                    <a:pt x="483991" y="348828"/>
                  </a:lnTo>
                  <a:lnTo>
                    <a:pt x="484621" y="350023"/>
                  </a:lnTo>
                  <a:lnTo>
                    <a:pt x="484905" y="350162"/>
                  </a:lnTo>
                  <a:lnTo>
                    <a:pt x="484878" y="350405"/>
                  </a:lnTo>
                  <a:lnTo>
                    <a:pt x="485660" y="351042"/>
                  </a:lnTo>
                  <a:lnTo>
                    <a:pt x="485929" y="352157"/>
                  </a:lnTo>
                  <a:lnTo>
                    <a:pt x="485777" y="353685"/>
                  </a:lnTo>
                  <a:lnTo>
                    <a:pt x="486091" y="354077"/>
                  </a:lnTo>
                  <a:lnTo>
                    <a:pt x="485998" y="355050"/>
                  </a:lnTo>
                  <a:lnTo>
                    <a:pt x="484537" y="357382"/>
                  </a:lnTo>
                  <a:lnTo>
                    <a:pt x="483036" y="358768"/>
                  </a:lnTo>
                  <a:lnTo>
                    <a:pt x="481862" y="360901"/>
                  </a:lnTo>
                  <a:lnTo>
                    <a:pt x="482011" y="362198"/>
                  </a:lnTo>
                  <a:lnTo>
                    <a:pt x="483513" y="363833"/>
                  </a:lnTo>
                  <a:lnTo>
                    <a:pt x="484294" y="365536"/>
                  </a:lnTo>
                  <a:lnTo>
                    <a:pt x="483410" y="367750"/>
                  </a:lnTo>
                  <a:lnTo>
                    <a:pt x="483079" y="367332"/>
                  </a:lnTo>
                  <a:lnTo>
                    <a:pt x="482643" y="367430"/>
                  </a:lnTo>
                  <a:lnTo>
                    <a:pt x="481943" y="367035"/>
                  </a:lnTo>
                  <a:lnTo>
                    <a:pt x="480269" y="367493"/>
                  </a:lnTo>
                  <a:lnTo>
                    <a:pt x="480247" y="367122"/>
                  </a:lnTo>
                  <a:lnTo>
                    <a:pt x="479978" y="366943"/>
                  </a:lnTo>
                  <a:lnTo>
                    <a:pt x="479586" y="367304"/>
                  </a:lnTo>
                  <a:lnTo>
                    <a:pt x="479128" y="367171"/>
                  </a:lnTo>
                  <a:lnTo>
                    <a:pt x="479183" y="367441"/>
                  </a:lnTo>
                  <a:lnTo>
                    <a:pt x="478684" y="367523"/>
                  </a:lnTo>
                  <a:lnTo>
                    <a:pt x="478582" y="367920"/>
                  </a:lnTo>
                  <a:lnTo>
                    <a:pt x="477665" y="368000"/>
                  </a:lnTo>
                  <a:lnTo>
                    <a:pt x="477487" y="367729"/>
                  </a:lnTo>
                  <a:lnTo>
                    <a:pt x="476438" y="368188"/>
                  </a:lnTo>
                  <a:lnTo>
                    <a:pt x="475399" y="367620"/>
                  </a:lnTo>
                  <a:lnTo>
                    <a:pt x="475557" y="367233"/>
                  </a:lnTo>
                  <a:lnTo>
                    <a:pt x="474233" y="367339"/>
                  </a:lnTo>
                  <a:lnTo>
                    <a:pt x="474049" y="366780"/>
                  </a:lnTo>
                  <a:lnTo>
                    <a:pt x="472927" y="366692"/>
                  </a:lnTo>
                  <a:lnTo>
                    <a:pt x="472664" y="366429"/>
                  </a:lnTo>
                  <a:lnTo>
                    <a:pt x="472426" y="366540"/>
                  </a:lnTo>
                  <a:lnTo>
                    <a:pt x="472425" y="366274"/>
                  </a:lnTo>
                  <a:lnTo>
                    <a:pt x="471851" y="365925"/>
                  </a:lnTo>
                  <a:lnTo>
                    <a:pt x="471977" y="365578"/>
                  </a:lnTo>
                  <a:lnTo>
                    <a:pt x="471717" y="365262"/>
                  </a:lnTo>
                  <a:lnTo>
                    <a:pt x="471301" y="365268"/>
                  </a:lnTo>
                  <a:lnTo>
                    <a:pt x="470923" y="364562"/>
                  </a:lnTo>
                  <a:lnTo>
                    <a:pt x="469999" y="364766"/>
                  </a:lnTo>
                  <a:lnTo>
                    <a:pt x="469136" y="364575"/>
                  </a:lnTo>
                  <a:lnTo>
                    <a:pt x="469070" y="364217"/>
                  </a:lnTo>
                  <a:lnTo>
                    <a:pt x="468236" y="364302"/>
                  </a:lnTo>
                  <a:lnTo>
                    <a:pt x="468105" y="363746"/>
                  </a:lnTo>
                  <a:lnTo>
                    <a:pt x="468390" y="363541"/>
                  </a:lnTo>
                  <a:lnTo>
                    <a:pt x="467711" y="361899"/>
                  </a:lnTo>
                  <a:lnTo>
                    <a:pt x="467952" y="361613"/>
                  </a:lnTo>
                  <a:lnTo>
                    <a:pt x="467480" y="361410"/>
                  </a:lnTo>
                  <a:lnTo>
                    <a:pt x="467974" y="361212"/>
                  </a:lnTo>
                  <a:lnTo>
                    <a:pt x="468004" y="360508"/>
                  </a:lnTo>
                  <a:lnTo>
                    <a:pt x="467330" y="359523"/>
                  </a:lnTo>
                  <a:lnTo>
                    <a:pt x="467475" y="358770"/>
                  </a:lnTo>
                  <a:lnTo>
                    <a:pt x="467029" y="358586"/>
                  </a:lnTo>
                  <a:lnTo>
                    <a:pt x="467308" y="357732"/>
                  </a:lnTo>
                  <a:lnTo>
                    <a:pt x="466998" y="357709"/>
                  </a:lnTo>
                  <a:lnTo>
                    <a:pt x="466814" y="357350"/>
                  </a:lnTo>
                  <a:lnTo>
                    <a:pt x="466980" y="357149"/>
                  </a:lnTo>
                  <a:lnTo>
                    <a:pt x="466490" y="356399"/>
                  </a:lnTo>
                  <a:lnTo>
                    <a:pt x="466458" y="355982"/>
                  </a:lnTo>
                  <a:lnTo>
                    <a:pt x="466673" y="356000"/>
                  </a:lnTo>
                  <a:lnTo>
                    <a:pt x="466249" y="355490"/>
                  </a:lnTo>
                  <a:lnTo>
                    <a:pt x="466245" y="354716"/>
                  </a:lnTo>
                  <a:lnTo>
                    <a:pt x="465673" y="354365"/>
                  </a:lnTo>
                  <a:lnTo>
                    <a:pt x="465746" y="354139"/>
                  </a:lnTo>
                  <a:lnTo>
                    <a:pt x="464613" y="352411"/>
                  </a:lnTo>
                  <a:lnTo>
                    <a:pt x="462044" y="350586"/>
                  </a:lnTo>
                  <a:lnTo>
                    <a:pt x="462082" y="350345"/>
                  </a:lnTo>
                  <a:lnTo>
                    <a:pt x="459468" y="350511"/>
                  </a:lnTo>
                  <a:lnTo>
                    <a:pt x="458619" y="352340"/>
                  </a:lnTo>
                  <a:lnTo>
                    <a:pt x="457370" y="353746"/>
                  </a:lnTo>
                  <a:lnTo>
                    <a:pt x="458740" y="355019"/>
                  </a:lnTo>
                  <a:lnTo>
                    <a:pt x="459989" y="357297"/>
                  </a:lnTo>
                  <a:lnTo>
                    <a:pt x="461132" y="358729"/>
                  </a:lnTo>
                  <a:lnTo>
                    <a:pt x="460779" y="358917"/>
                  </a:lnTo>
                  <a:lnTo>
                    <a:pt x="459602" y="358774"/>
                  </a:lnTo>
                  <a:lnTo>
                    <a:pt x="459209" y="358379"/>
                  </a:lnTo>
                  <a:lnTo>
                    <a:pt x="457557" y="357692"/>
                  </a:lnTo>
                  <a:lnTo>
                    <a:pt x="454961" y="357393"/>
                  </a:lnTo>
                  <a:lnTo>
                    <a:pt x="454147" y="356311"/>
                  </a:lnTo>
                  <a:lnTo>
                    <a:pt x="453615" y="360190"/>
                  </a:lnTo>
                  <a:lnTo>
                    <a:pt x="452861" y="362647"/>
                  </a:lnTo>
                  <a:lnTo>
                    <a:pt x="458288" y="363861"/>
                  </a:lnTo>
                  <a:lnTo>
                    <a:pt x="459413" y="364316"/>
                  </a:lnTo>
                  <a:lnTo>
                    <a:pt x="459797" y="366185"/>
                  </a:lnTo>
                  <a:lnTo>
                    <a:pt x="460838" y="367297"/>
                  </a:lnTo>
                  <a:lnTo>
                    <a:pt x="461418" y="373119"/>
                  </a:lnTo>
                  <a:lnTo>
                    <a:pt x="462583" y="374040"/>
                  </a:lnTo>
                  <a:lnTo>
                    <a:pt x="461248" y="375756"/>
                  </a:lnTo>
                  <a:lnTo>
                    <a:pt x="459458" y="376593"/>
                  </a:lnTo>
                  <a:lnTo>
                    <a:pt x="459040" y="377149"/>
                  </a:lnTo>
                  <a:lnTo>
                    <a:pt x="458563" y="377150"/>
                  </a:lnTo>
                  <a:lnTo>
                    <a:pt x="458725" y="378654"/>
                  </a:lnTo>
                  <a:lnTo>
                    <a:pt x="459256" y="379213"/>
                  </a:lnTo>
                  <a:lnTo>
                    <a:pt x="459538" y="379209"/>
                  </a:lnTo>
                  <a:lnTo>
                    <a:pt x="459619" y="379503"/>
                  </a:lnTo>
                  <a:lnTo>
                    <a:pt x="460691" y="379295"/>
                  </a:lnTo>
                  <a:lnTo>
                    <a:pt x="460721" y="379723"/>
                  </a:lnTo>
                  <a:lnTo>
                    <a:pt x="460355" y="379942"/>
                  </a:lnTo>
                  <a:lnTo>
                    <a:pt x="459946" y="379790"/>
                  </a:lnTo>
                  <a:lnTo>
                    <a:pt x="459835" y="380237"/>
                  </a:lnTo>
                  <a:lnTo>
                    <a:pt x="459036" y="380359"/>
                  </a:lnTo>
                  <a:lnTo>
                    <a:pt x="459077" y="380547"/>
                  </a:lnTo>
                  <a:lnTo>
                    <a:pt x="458843" y="380627"/>
                  </a:lnTo>
                  <a:lnTo>
                    <a:pt x="457719" y="380155"/>
                  </a:lnTo>
                  <a:lnTo>
                    <a:pt x="456630" y="380730"/>
                  </a:lnTo>
                  <a:lnTo>
                    <a:pt x="456485" y="380423"/>
                  </a:lnTo>
                  <a:lnTo>
                    <a:pt x="456310" y="380723"/>
                  </a:lnTo>
                  <a:lnTo>
                    <a:pt x="455725" y="380502"/>
                  </a:lnTo>
                  <a:lnTo>
                    <a:pt x="455643" y="380709"/>
                  </a:lnTo>
                  <a:lnTo>
                    <a:pt x="455289" y="380255"/>
                  </a:lnTo>
                  <a:lnTo>
                    <a:pt x="455189" y="380548"/>
                  </a:lnTo>
                  <a:lnTo>
                    <a:pt x="454941" y="380424"/>
                  </a:lnTo>
                  <a:lnTo>
                    <a:pt x="454881" y="380086"/>
                  </a:lnTo>
                  <a:lnTo>
                    <a:pt x="454738" y="380340"/>
                  </a:lnTo>
                  <a:lnTo>
                    <a:pt x="454484" y="380237"/>
                  </a:lnTo>
                  <a:lnTo>
                    <a:pt x="453938" y="380934"/>
                  </a:lnTo>
                  <a:lnTo>
                    <a:pt x="453588" y="380869"/>
                  </a:lnTo>
                  <a:lnTo>
                    <a:pt x="452868" y="381490"/>
                  </a:lnTo>
                  <a:lnTo>
                    <a:pt x="452366" y="381389"/>
                  </a:lnTo>
                  <a:lnTo>
                    <a:pt x="452337" y="380834"/>
                  </a:lnTo>
                  <a:lnTo>
                    <a:pt x="452095" y="381032"/>
                  </a:lnTo>
                  <a:lnTo>
                    <a:pt x="451824" y="380699"/>
                  </a:lnTo>
                  <a:lnTo>
                    <a:pt x="451213" y="379980"/>
                  </a:lnTo>
                  <a:lnTo>
                    <a:pt x="450846" y="380201"/>
                  </a:lnTo>
                  <a:lnTo>
                    <a:pt x="450146" y="379835"/>
                  </a:lnTo>
                  <a:lnTo>
                    <a:pt x="449950" y="380195"/>
                  </a:lnTo>
                  <a:lnTo>
                    <a:pt x="449650" y="379894"/>
                  </a:lnTo>
                  <a:lnTo>
                    <a:pt x="448898" y="379799"/>
                  </a:lnTo>
                  <a:lnTo>
                    <a:pt x="448777" y="379969"/>
                  </a:lnTo>
                  <a:lnTo>
                    <a:pt x="448491" y="379579"/>
                  </a:lnTo>
                  <a:lnTo>
                    <a:pt x="447304" y="379525"/>
                  </a:lnTo>
                  <a:lnTo>
                    <a:pt x="447279" y="379162"/>
                  </a:lnTo>
                  <a:lnTo>
                    <a:pt x="446717" y="379160"/>
                  </a:lnTo>
                  <a:lnTo>
                    <a:pt x="446360" y="379647"/>
                  </a:lnTo>
                  <a:lnTo>
                    <a:pt x="445823" y="379315"/>
                  </a:lnTo>
                  <a:lnTo>
                    <a:pt x="445734" y="379526"/>
                  </a:lnTo>
                  <a:lnTo>
                    <a:pt x="445569" y="379364"/>
                  </a:lnTo>
                  <a:lnTo>
                    <a:pt x="445148" y="379602"/>
                  </a:lnTo>
                  <a:lnTo>
                    <a:pt x="445060" y="379211"/>
                  </a:lnTo>
                  <a:lnTo>
                    <a:pt x="444486" y="379270"/>
                  </a:lnTo>
                  <a:lnTo>
                    <a:pt x="444262" y="378857"/>
                  </a:lnTo>
                  <a:lnTo>
                    <a:pt x="443937" y="378895"/>
                  </a:lnTo>
                  <a:lnTo>
                    <a:pt x="443309" y="378297"/>
                  </a:lnTo>
                  <a:lnTo>
                    <a:pt x="440706" y="378014"/>
                  </a:lnTo>
                  <a:lnTo>
                    <a:pt x="440170" y="377809"/>
                  </a:lnTo>
                  <a:lnTo>
                    <a:pt x="440011" y="377498"/>
                  </a:lnTo>
                  <a:lnTo>
                    <a:pt x="437183" y="377509"/>
                  </a:lnTo>
                  <a:lnTo>
                    <a:pt x="437031" y="377325"/>
                  </a:lnTo>
                  <a:lnTo>
                    <a:pt x="436615" y="377602"/>
                  </a:lnTo>
                  <a:lnTo>
                    <a:pt x="437262" y="379541"/>
                  </a:lnTo>
                  <a:lnTo>
                    <a:pt x="436851" y="381858"/>
                  </a:lnTo>
                  <a:lnTo>
                    <a:pt x="434044" y="383024"/>
                  </a:lnTo>
                  <a:lnTo>
                    <a:pt x="432712" y="383995"/>
                  </a:lnTo>
                  <a:lnTo>
                    <a:pt x="432512" y="386363"/>
                  </a:lnTo>
                  <a:lnTo>
                    <a:pt x="431496" y="388187"/>
                  </a:lnTo>
                  <a:lnTo>
                    <a:pt x="429631" y="389555"/>
                  </a:lnTo>
                  <a:lnTo>
                    <a:pt x="428468" y="390800"/>
                  </a:lnTo>
                  <a:lnTo>
                    <a:pt x="428881" y="391603"/>
                  </a:lnTo>
                  <a:lnTo>
                    <a:pt x="428574" y="392358"/>
                  </a:lnTo>
                  <a:lnTo>
                    <a:pt x="429045" y="392901"/>
                  </a:lnTo>
                  <a:lnTo>
                    <a:pt x="428795" y="392941"/>
                  </a:lnTo>
                  <a:lnTo>
                    <a:pt x="429062" y="393102"/>
                  </a:lnTo>
                  <a:lnTo>
                    <a:pt x="428689" y="393474"/>
                  </a:lnTo>
                  <a:lnTo>
                    <a:pt x="428765" y="393856"/>
                  </a:lnTo>
                  <a:lnTo>
                    <a:pt x="428959" y="393663"/>
                  </a:lnTo>
                  <a:lnTo>
                    <a:pt x="429208" y="393818"/>
                  </a:lnTo>
                  <a:lnTo>
                    <a:pt x="429144" y="394520"/>
                  </a:lnTo>
                  <a:lnTo>
                    <a:pt x="429525" y="395079"/>
                  </a:lnTo>
                  <a:lnTo>
                    <a:pt x="429843" y="394690"/>
                  </a:lnTo>
                  <a:lnTo>
                    <a:pt x="430087" y="395185"/>
                  </a:lnTo>
                  <a:lnTo>
                    <a:pt x="430794" y="395382"/>
                  </a:lnTo>
                  <a:lnTo>
                    <a:pt x="430810" y="395705"/>
                  </a:lnTo>
                  <a:lnTo>
                    <a:pt x="431805" y="395601"/>
                  </a:lnTo>
                  <a:lnTo>
                    <a:pt x="432097" y="395284"/>
                  </a:lnTo>
                  <a:lnTo>
                    <a:pt x="432520" y="395400"/>
                  </a:lnTo>
                  <a:lnTo>
                    <a:pt x="432626" y="395179"/>
                  </a:lnTo>
                  <a:lnTo>
                    <a:pt x="433334" y="396166"/>
                  </a:lnTo>
                  <a:lnTo>
                    <a:pt x="433495" y="395920"/>
                  </a:lnTo>
                  <a:lnTo>
                    <a:pt x="434173" y="396091"/>
                  </a:lnTo>
                  <a:lnTo>
                    <a:pt x="434490" y="396405"/>
                  </a:lnTo>
                  <a:lnTo>
                    <a:pt x="434731" y="396055"/>
                  </a:lnTo>
                  <a:lnTo>
                    <a:pt x="434915" y="396492"/>
                  </a:lnTo>
                  <a:lnTo>
                    <a:pt x="435054" y="396367"/>
                  </a:lnTo>
                  <a:lnTo>
                    <a:pt x="435292" y="396652"/>
                  </a:lnTo>
                  <a:lnTo>
                    <a:pt x="435320" y="396347"/>
                  </a:lnTo>
                  <a:lnTo>
                    <a:pt x="435791" y="396332"/>
                  </a:lnTo>
                  <a:lnTo>
                    <a:pt x="435603" y="396753"/>
                  </a:lnTo>
                  <a:lnTo>
                    <a:pt x="436034" y="396822"/>
                  </a:lnTo>
                  <a:lnTo>
                    <a:pt x="435960" y="397036"/>
                  </a:lnTo>
                  <a:lnTo>
                    <a:pt x="436188" y="397171"/>
                  </a:lnTo>
                  <a:lnTo>
                    <a:pt x="435922" y="397379"/>
                  </a:lnTo>
                  <a:lnTo>
                    <a:pt x="436161" y="397634"/>
                  </a:lnTo>
                  <a:lnTo>
                    <a:pt x="435840" y="397487"/>
                  </a:lnTo>
                  <a:lnTo>
                    <a:pt x="435848" y="397775"/>
                  </a:lnTo>
                  <a:lnTo>
                    <a:pt x="436528" y="398045"/>
                  </a:lnTo>
                  <a:lnTo>
                    <a:pt x="436277" y="398464"/>
                  </a:lnTo>
                  <a:lnTo>
                    <a:pt x="436513" y="399080"/>
                  </a:lnTo>
                  <a:lnTo>
                    <a:pt x="436110" y="399140"/>
                  </a:lnTo>
                  <a:lnTo>
                    <a:pt x="436584" y="399970"/>
                  </a:lnTo>
                  <a:lnTo>
                    <a:pt x="436459" y="400423"/>
                  </a:lnTo>
                  <a:lnTo>
                    <a:pt x="436960" y="400574"/>
                  </a:lnTo>
                  <a:lnTo>
                    <a:pt x="436743" y="400996"/>
                  </a:lnTo>
                  <a:lnTo>
                    <a:pt x="437343" y="400956"/>
                  </a:lnTo>
                  <a:lnTo>
                    <a:pt x="437763" y="401230"/>
                  </a:lnTo>
                  <a:lnTo>
                    <a:pt x="437588" y="401619"/>
                  </a:lnTo>
                  <a:lnTo>
                    <a:pt x="438395" y="401757"/>
                  </a:lnTo>
                  <a:lnTo>
                    <a:pt x="438354" y="402397"/>
                  </a:lnTo>
                  <a:lnTo>
                    <a:pt x="438101" y="402317"/>
                  </a:lnTo>
                  <a:lnTo>
                    <a:pt x="438076" y="402568"/>
                  </a:lnTo>
                  <a:lnTo>
                    <a:pt x="438376" y="402779"/>
                  </a:lnTo>
                  <a:lnTo>
                    <a:pt x="438664" y="403602"/>
                  </a:lnTo>
                  <a:lnTo>
                    <a:pt x="439097" y="403662"/>
                  </a:lnTo>
                  <a:lnTo>
                    <a:pt x="439346" y="403978"/>
                  </a:lnTo>
                  <a:lnTo>
                    <a:pt x="439525" y="403805"/>
                  </a:lnTo>
                  <a:lnTo>
                    <a:pt x="440208" y="403967"/>
                  </a:lnTo>
                  <a:lnTo>
                    <a:pt x="440641" y="404911"/>
                  </a:lnTo>
                  <a:lnTo>
                    <a:pt x="440466" y="405581"/>
                  </a:lnTo>
                  <a:lnTo>
                    <a:pt x="436950" y="406041"/>
                  </a:lnTo>
                  <a:lnTo>
                    <a:pt x="430668" y="404976"/>
                  </a:lnTo>
                  <a:lnTo>
                    <a:pt x="428932" y="404256"/>
                  </a:lnTo>
                  <a:lnTo>
                    <a:pt x="428519" y="404865"/>
                  </a:lnTo>
                  <a:lnTo>
                    <a:pt x="428709" y="404371"/>
                  </a:lnTo>
                  <a:lnTo>
                    <a:pt x="427919" y="403927"/>
                  </a:lnTo>
                  <a:lnTo>
                    <a:pt x="427752" y="404207"/>
                  </a:lnTo>
                  <a:lnTo>
                    <a:pt x="426349" y="404443"/>
                  </a:lnTo>
                  <a:lnTo>
                    <a:pt x="425177" y="404167"/>
                  </a:lnTo>
                  <a:lnTo>
                    <a:pt x="425008" y="404349"/>
                  </a:lnTo>
                  <a:lnTo>
                    <a:pt x="424866" y="403935"/>
                  </a:lnTo>
                  <a:lnTo>
                    <a:pt x="423475" y="404411"/>
                  </a:lnTo>
                  <a:lnTo>
                    <a:pt x="423340" y="404830"/>
                  </a:lnTo>
                  <a:lnTo>
                    <a:pt x="422766" y="405119"/>
                  </a:lnTo>
                  <a:lnTo>
                    <a:pt x="422798" y="405318"/>
                  </a:lnTo>
                  <a:lnTo>
                    <a:pt x="422540" y="405108"/>
                  </a:lnTo>
                  <a:lnTo>
                    <a:pt x="422344" y="405578"/>
                  </a:lnTo>
                  <a:lnTo>
                    <a:pt x="422075" y="405330"/>
                  </a:lnTo>
                  <a:lnTo>
                    <a:pt x="421979" y="405500"/>
                  </a:lnTo>
                  <a:lnTo>
                    <a:pt x="421918" y="405121"/>
                  </a:lnTo>
                  <a:lnTo>
                    <a:pt x="421549" y="405163"/>
                  </a:lnTo>
                  <a:lnTo>
                    <a:pt x="421544" y="405506"/>
                  </a:lnTo>
                  <a:lnTo>
                    <a:pt x="421258" y="405482"/>
                  </a:lnTo>
                  <a:lnTo>
                    <a:pt x="420885" y="405279"/>
                  </a:lnTo>
                  <a:lnTo>
                    <a:pt x="420921" y="404986"/>
                  </a:lnTo>
                  <a:lnTo>
                    <a:pt x="420114" y="404806"/>
                  </a:lnTo>
                  <a:lnTo>
                    <a:pt x="420114" y="404508"/>
                  </a:lnTo>
                  <a:lnTo>
                    <a:pt x="419952" y="404715"/>
                  </a:lnTo>
                  <a:lnTo>
                    <a:pt x="419494" y="404659"/>
                  </a:lnTo>
                  <a:lnTo>
                    <a:pt x="419601" y="404862"/>
                  </a:lnTo>
                  <a:lnTo>
                    <a:pt x="419369" y="404772"/>
                  </a:lnTo>
                  <a:lnTo>
                    <a:pt x="419259" y="404973"/>
                  </a:lnTo>
                  <a:lnTo>
                    <a:pt x="418868" y="404863"/>
                  </a:lnTo>
                  <a:lnTo>
                    <a:pt x="418684" y="404406"/>
                  </a:lnTo>
                  <a:lnTo>
                    <a:pt x="417169" y="404638"/>
                  </a:lnTo>
                  <a:lnTo>
                    <a:pt x="416757" y="404277"/>
                  </a:lnTo>
                  <a:lnTo>
                    <a:pt x="415372" y="404543"/>
                  </a:lnTo>
                  <a:lnTo>
                    <a:pt x="414861" y="404310"/>
                  </a:lnTo>
                  <a:lnTo>
                    <a:pt x="414575" y="404554"/>
                  </a:lnTo>
                  <a:lnTo>
                    <a:pt x="413726" y="404670"/>
                  </a:lnTo>
                  <a:lnTo>
                    <a:pt x="410511" y="404845"/>
                  </a:lnTo>
                  <a:lnTo>
                    <a:pt x="408655" y="405819"/>
                  </a:lnTo>
                  <a:lnTo>
                    <a:pt x="408485" y="402698"/>
                  </a:lnTo>
                  <a:lnTo>
                    <a:pt x="410290" y="396964"/>
                  </a:lnTo>
                  <a:lnTo>
                    <a:pt x="411903" y="394067"/>
                  </a:lnTo>
                  <a:lnTo>
                    <a:pt x="410569" y="393013"/>
                  </a:lnTo>
                  <a:lnTo>
                    <a:pt x="407115" y="391966"/>
                  </a:lnTo>
                  <a:lnTo>
                    <a:pt x="406161" y="389998"/>
                  </a:lnTo>
                  <a:lnTo>
                    <a:pt x="406030" y="388167"/>
                  </a:lnTo>
                  <a:lnTo>
                    <a:pt x="404044" y="386030"/>
                  </a:lnTo>
                  <a:lnTo>
                    <a:pt x="401991" y="385140"/>
                  </a:lnTo>
                  <a:lnTo>
                    <a:pt x="401354" y="385923"/>
                  </a:lnTo>
                  <a:lnTo>
                    <a:pt x="400239" y="386734"/>
                  </a:lnTo>
                  <a:lnTo>
                    <a:pt x="399889" y="387268"/>
                  </a:lnTo>
                  <a:lnTo>
                    <a:pt x="398517" y="387709"/>
                  </a:lnTo>
                  <a:lnTo>
                    <a:pt x="397932" y="387458"/>
                  </a:lnTo>
                  <a:lnTo>
                    <a:pt x="396499" y="387622"/>
                  </a:lnTo>
                  <a:lnTo>
                    <a:pt x="395542" y="388280"/>
                  </a:lnTo>
                  <a:lnTo>
                    <a:pt x="396846" y="389603"/>
                  </a:lnTo>
                  <a:lnTo>
                    <a:pt x="397412" y="389708"/>
                  </a:lnTo>
                  <a:lnTo>
                    <a:pt x="397522" y="390400"/>
                  </a:lnTo>
                  <a:lnTo>
                    <a:pt x="398515" y="391054"/>
                  </a:lnTo>
                  <a:lnTo>
                    <a:pt x="398727" y="391403"/>
                  </a:lnTo>
                  <a:lnTo>
                    <a:pt x="398644" y="391758"/>
                  </a:lnTo>
                  <a:lnTo>
                    <a:pt x="399279" y="391730"/>
                  </a:lnTo>
                  <a:lnTo>
                    <a:pt x="399327" y="392593"/>
                  </a:lnTo>
                  <a:lnTo>
                    <a:pt x="399760" y="392522"/>
                  </a:lnTo>
                  <a:lnTo>
                    <a:pt x="399898" y="393018"/>
                  </a:lnTo>
                  <a:lnTo>
                    <a:pt x="400502" y="392916"/>
                  </a:lnTo>
                  <a:lnTo>
                    <a:pt x="400748" y="393141"/>
                  </a:lnTo>
                  <a:lnTo>
                    <a:pt x="401353" y="394627"/>
                  </a:lnTo>
                  <a:lnTo>
                    <a:pt x="401762" y="394638"/>
                  </a:lnTo>
                  <a:lnTo>
                    <a:pt x="401825" y="395106"/>
                  </a:lnTo>
                  <a:lnTo>
                    <a:pt x="402448" y="395945"/>
                  </a:lnTo>
                  <a:lnTo>
                    <a:pt x="402918" y="396026"/>
                  </a:lnTo>
                  <a:lnTo>
                    <a:pt x="403325" y="396511"/>
                  </a:lnTo>
                  <a:lnTo>
                    <a:pt x="403302" y="396900"/>
                  </a:lnTo>
                  <a:lnTo>
                    <a:pt x="403697" y="397538"/>
                  </a:lnTo>
                  <a:lnTo>
                    <a:pt x="403744" y="398220"/>
                  </a:lnTo>
                  <a:lnTo>
                    <a:pt x="402649" y="398298"/>
                  </a:lnTo>
                  <a:lnTo>
                    <a:pt x="402120" y="399029"/>
                  </a:lnTo>
                  <a:lnTo>
                    <a:pt x="403421" y="399666"/>
                  </a:lnTo>
                  <a:lnTo>
                    <a:pt x="402507" y="400312"/>
                  </a:lnTo>
                  <a:lnTo>
                    <a:pt x="401544" y="401523"/>
                  </a:lnTo>
                  <a:lnTo>
                    <a:pt x="402314" y="402882"/>
                  </a:lnTo>
                  <a:lnTo>
                    <a:pt x="402242" y="403643"/>
                  </a:lnTo>
                  <a:lnTo>
                    <a:pt x="401336" y="405207"/>
                  </a:lnTo>
                  <a:lnTo>
                    <a:pt x="400211" y="405974"/>
                  </a:lnTo>
                  <a:lnTo>
                    <a:pt x="398235" y="407125"/>
                  </a:lnTo>
                  <a:lnTo>
                    <a:pt x="395621" y="407949"/>
                  </a:lnTo>
                  <a:lnTo>
                    <a:pt x="394132" y="407391"/>
                  </a:lnTo>
                  <a:lnTo>
                    <a:pt x="393187" y="407358"/>
                  </a:lnTo>
                  <a:lnTo>
                    <a:pt x="390719" y="403690"/>
                  </a:lnTo>
                  <a:lnTo>
                    <a:pt x="390374" y="403625"/>
                  </a:lnTo>
                  <a:lnTo>
                    <a:pt x="389845" y="403017"/>
                  </a:lnTo>
                  <a:lnTo>
                    <a:pt x="389713" y="402502"/>
                  </a:lnTo>
                  <a:lnTo>
                    <a:pt x="388788" y="401237"/>
                  </a:lnTo>
                  <a:lnTo>
                    <a:pt x="388766" y="400735"/>
                  </a:lnTo>
                  <a:lnTo>
                    <a:pt x="388132" y="400288"/>
                  </a:lnTo>
                  <a:lnTo>
                    <a:pt x="387254" y="400224"/>
                  </a:lnTo>
                  <a:lnTo>
                    <a:pt x="387112" y="399815"/>
                  </a:lnTo>
                  <a:lnTo>
                    <a:pt x="386827" y="399743"/>
                  </a:lnTo>
                  <a:lnTo>
                    <a:pt x="386524" y="398757"/>
                  </a:lnTo>
                  <a:lnTo>
                    <a:pt x="386462" y="399777"/>
                  </a:lnTo>
                  <a:lnTo>
                    <a:pt x="385944" y="401331"/>
                  </a:lnTo>
                  <a:lnTo>
                    <a:pt x="384651" y="401310"/>
                  </a:lnTo>
                  <a:lnTo>
                    <a:pt x="383206" y="401113"/>
                  </a:lnTo>
                  <a:lnTo>
                    <a:pt x="382895" y="400083"/>
                  </a:lnTo>
                  <a:lnTo>
                    <a:pt x="381053" y="398212"/>
                  </a:lnTo>
                  <a:lnTo>
                    <a:pt x="380487" y="399541"/>
                  </a:lnTo>
                  <a:lnTo>
                    <a:pt x="379718" y="403258"/>
                  </a:lnTo>
                  <a:lnTo>
                    <a:pt x="378982" y="404150"/>
                  </a:lnTo>
                  <a:lnTo>
                    <a:pt x="380043" y="405507"/>
                  </a:lnTo>
                  <a:lnTo>
                    <a:pt x="380353" y="405559"/>
                  </a:lnTo>
                  <a:lnTo>
                    <a:pt x="382751" y="408111"/>
                  </a:lnTo>
                  <a:lnTo>
                    <a:pt x="382545" y="408833"/>
                  </a:lnTo>
                  <a:lnTo>
                    <a:pt x="381056" y="410938"/>
                  </a:lnTo>
                  <a:lnTo>
                    <a:pt x="379393" y="408577"/>
                  </a:lnTo>
                  <a:lnTo>
                    <a:pt x="379641" y="411816"/>
                  </a:lnTo>
                  <a:lnTo>
                    <a:pt x="382120" y="411494"/>
                  </a:lnTo>
                  <a:lnTo>
                    <a:pt x="386870" y="413538"/>
                  </a:lnTo>
                  <a:lnTo>
                    <a:pt x="387265" y="413734"/>
                  </a:lnTo>
                  <a:lnTo>
                    <a:pt x="387593" y="415407"/>
                  </a:lnTo>
                  <a:lnTo>
                    <a:pt x="385980" y="416498"/>
                  </a:lnTo>
                  <a:lnTo>
                    <a:pt x="385153" y="417668"/>
                  </a:lnTo>
                  <a:lnTo>
                    <a:pt x="384100" y="418443"/>
                  </a:lnTo>
                  <a:lnTo>
                    <a:pt x="380414" y="419950"/>
                  </a:lnTo>
                  <a:lnTo>
                    <a:pt x="378814" y="420921"/>
                  </a:lnTo>
                  <a:lnTo>
                    <a:pt x="377588" y="420301"/>
                  </a:lnTo>
                  <a:lnTo>
                    <a:pt x="377196" y="420659"/>
                  </a:lnTo>
                  <a:lnTo>
                    <a:pt x="376384" y="420056"/>
                  </a:lnTo>
                  <a:lnTo>
                    <a:pt x="375767" y="420126"/>
                  </a:lnTo>
                  <a:lnTo>
                    <a:pt x="375191" y="418437"/>
                  </a:lnTo>
                  <a:lnTo>
                    <a:pt x="374481" y="418838"/>
                  </a:lnTo>
                  <a:lnTo>
                    <a:pt x="373750" y="417984"/>
                  </a:lnTo>
                  <a:lnTo>
                    <a:pt x="372317" y="417431"/>
                  </a:lnTo>
                  <a:lnTo>
                    <a:pt x="371731" y="417598"/>
                  </a:lnTo>
                  <a:lnTo>
                    <a:pt x="371759" y="418134"/>
                  </a:lnTo>
                  <a:lnTo>
                    <a:pt x="370261" y="421338"/>
                  </a:lnTo>
                  <a:lnTo>
                    <a:pt x="370195" y="423182"/>
                  </a:lnTo>
                  <a:lnTo>
                    <a:pt x="369716" y="424194"/>
                  </a:lnTo>
                  <a:lnTo>
                    <a:pt x="367737" y="423207"/>
                  </a:lnTo>
                  <a:lnTo>
                    <a:pt x="367296" y="423608"/>
                  </a:lnTo>
                  <a:lnTo>
                    <a:pt x="367167" y="424093"/>
                  </a:lnTo>
                  <a:lnTo>
                    <a:pt x="366460" y="424077"/>
                  </a:lnTo>
                  <a:lnTo>
                    <a:pt x="366555" y="424453"/>
                  </a:lnTo>
                  <a:lnTo>
                    <a:pt x="366193" y="425152"/>
                  </a:lnTo>
                  <a:lnTo>
                    <a:pt x="366606" y="425600"/>
                  </a:lnTo>
                  <a:lnTo>
                    <a:pt x="366105" y="426078"/>
                  </a:lnTo>
                  <a:lnTo>
                    <a:pt x="365884" y="425998"/>
                  </a:lnTo>
                  <a:lnTo>
                    <a:pt x="365935" y="426768"/>
                  </a:lnTo>
                  <a:lnTo>
                    <a:pt x="365177" y="427101"/>
                  </a:lnTo>
                  <a:lnTo>
                    <a:pt x="365182" y="427346"/>
                  </a:lnTo>
                  <a:lnTo>
                    <a:pt x="364575" y="427811"/>
                  </a:lnTo>
                  <a:lnTo>
                    <a:pt x="363851" y="427925"/>
                  </a:lnTo>
                  <a:lnTo>
                    <a:pt x="363747" y="428791"/>
                  </a:lnTo>
                  <a:lnTo>
                    <a:pt x="363278" y="428511"/>
                  </a:lnTo>
                  <a:lnTo>
                    <a:pt x="362765" y="429024"/>
                  </a:lnTo>
                  <a:lnTo>
                    <a:pt x="362901" y="429768"/>
                  </a:lnTo>
                  <a:lnTo>
                    <a:pt x="362142" y="431359"/>
                  </a:lnTo>
                  <a:lnTo>
                    <a:pt x="362233" y="431897"/>
                  </a:lnTo>
                  <a:lnTo>
                    <a:pt x="361490" y="432177"/>
                  </a:lnTo>
                  <a:lnTo>
                    <a:pt x="362088" y="433051"/>
                  </a:lnTo>
                  <a:lnTo>
                    <a:pt x="361356" y="435867"/>
                  </a:lnTo>
                  <a:lnTo>
                    <a:pt x="361056" y="435908"/>
                  </a:lnTo>
                  <a:lnTo>
                    <a:pt x="360816" y="436287"/>
                  </a:lnTo>
                  <a:lnTo>
                    <a:pt x="358897" y="436079"/>
                  </a:lnTo>
                  <a:lnTo>
                    <a:pt x="357476" y="436504"/>
                  </a:lnTo>
                  <a:lnTo>
                    <a:pt x="356275" y="436812"/>
                  </a:lnTo>
                  <a:lnTo>
                    <a:pt x="355786" y="437171"/>
                  </a:lnTo>
                  <a:lnTo>
                    <a:pt x="356032" y="438691"/>
                  </a:lnTo>
                  <a:lnTo>
                    <a:pt x="357652" y="439352"/>
                  </a:lnTo>
                  <a:lnTo>
                    <a:pt x="356657" y="445789"/>
                  </a:lnTo>
                  <a:lnTo>
                    <a:pt x="354521" y="446001"/>
                  </a:lnTo>
                  <a:lnTo>
                    <a:pt x="352030" y="445113"/>
                  </a:lnTo>
                  <a:lnTo>
                    <a:pt x="351104" y="445101"/>
                  </a:lnTo>
                  <a:lnTo>
                    <a:pt x="349024" y="445647"/>
                  </a:lnTo>
                  <a:lnTo>
                    <a:pt x="347699" y="446572"/>
                  </a:lnTo>
                  <a:lnTo>
                    <a:pt x="346606" y="446228"/>
                  </a:lnTo>
                  <a:lnTo>
                    <a:pt x="346644" y="445995"/>
                  </a:lnTo>
                  <a:lnTo>
                    <a:pt x="345892" y="445528"/>
                  </a:lnTo>
                  <a:lnTo>
                    <a:pt x="345495" y="445549"/>
                  </a:lnTo>
                  <a:lnTo>
                    <a:pt x="345222" y="445055"/>
                  </a:lnTo>
                  <a:lnTo>
                    <a:pt x="344412" y="444679"/>
                  </a:lnTo>
                  <a:lnTo>
                    <a:pt x="344235" y="444874"/>
                  </a:lnTo>
                  <a:lnTo>
                    <a:pt x="343622" y="444415"/>
                  </a:lnTo>
                  <a:lnTo>
                    <a:pt x="342514" y="444586"/>
                  </a:lnTo>
                  <a:lnTo>
                    <a:pt x="342602" y="443966"/>
                  </a:lnTo>
                  <a:lnTo>
                    <a:pt x="341992" y="443757"/>
                  </a:lnTo>
                  <a:lnTo>
                    <a:pt x="341962" y="443476"/>
                  </a:lnTo>
                  <a:lnTo>
                    <a:pt x="341745" y="443622"/>
                  </a:lnTo>
                  <a:lnTo>
                    <a:pt x="341711" y="443285"/>
                  </a:lnTo>
                  <a:lnTo>
                    <a:pt x="340068" y="442435"/>
                  </a:lnTo>
                  <a:lnTo>
                    <a:pt x="339354" y="442577"/>
                  </a:lnTo>
                  <a:lnTo>
                    <a:pt x="339439" y="442155"/>
                  </a:lnTo>
                  <a:lnTo>
                    <a:pt x="338872" y="441703"/>
                  </a:lnTo>
                  <a:lnTo>
                    <a:pt x="338493" y="440553"/>
                  </a:lnTo>
                  <a:lnTo>
                    <a:pt x="338046" y="441038"/>
                  </a:lnTo>
                  <a:lnTo>
                    <a:pt x="337907" y="440463"/>
                  </a:lnTo>
                  <a:lnTo>
                    <a:pt x="336259" y="439439"/>
                  </a:lnTo>
                  <a:lnTo>
                    <a:pt x="335023" y="437967"/>
                  </a:lnTo>
                  <a:lnTo>
                    <a:pt x="334293" y="439179"/>
                  </a:lnTo>
                  <a:lnTo>
                    <a:pt x="330871" y="438704"/>
                  </a:lnTo>
                  <a:lnTo>
                    <a:pt x="329997" y="439337"/>
                  </a:lnTo>
                  <a:lnTo>
                    <a:pt x="329170" y="438961"/>
                  </a:lnTo>
                  <a:lnTo>
                    <a:pt x="325681" y="440100"/>
                  </a:lnTo>
                  <a:lnTo>
                    <a:pt x="326228" y="446477"/>
                  </a:lnTo>
                  <a:lnTo>
                    <a:pt x="326592" y="448026"/>
                  </a:lnTo>
                  <a:lnTo>
                    <a:pt x="326329" y="449873"/>
                  </a:lnTo>
                  <a:lnTo>
                    <a:pt x="329708" y="452063"/>
                  </a:lnTo>
                  <a:lnTo>
                    <a:pt x="332909" y="453138"/>
                  </a:lnTo>
                  <a:lnTo>
                    <a:pt x="335143" y="454072"/>
                  </a:lnTo>
                  <a:lnTo>
                    <a:pt x="341526" y="454387"/>
                  </a:lnTo>
                  <a:lnTo>
                    <a:pt x="347210" y="455141"/>
                  </a:lnTo>
                  <a:lnTo>
                    <a:pt x="350919" y="455891"/>
                  </a:lnTo>
                  <a:lnTo>
                    <a:pt x="352915" y="455878"/>
                  </a:lnTo>
                  <a:lnTo>
                    <a:pt x="353960" y="455344"/>
                  </a:lnTo>
                  <a:lnTo>
                    <a:pt x="354985" y="454418"/>
                  </a:lnTo>
                  <a:lnTo>
                    <a:pt x="355600" y="454589"/>
                  </a:lnTo>
                  <a:lnTo>
                    <a:pt x="356285" y="455308"/>
                  </a:lnTo>
                  <a:lnTo>
                    <a:pt x="356564" y="456059"/>
                  </a:lnTo>
                  <a:lnTo>
                    <a:pt x="355894" y="457178"/>
                  </a:lnTo>
                  <a:lnTo>
                    <a:pt x="356964" y="458670"/>
                  </a:lnTo>
                  <a:lnTo>
                    <a:pt x="358181" y="459859"/>
                  </a:lnTo>
                  <a:lnTo>
                    <a:pt x="358941" y="461828"/>
                  </a:lnTo>
                  <a:lnTo>
                    <a:pt x="359956" y="462590"/>
                  </a:lnTo>
                  <a:lnTo>
                    <a:pt x="361668" y="463020"/>
                  </a:lnTo>
                  <a:lnTo>
                    <a:pt x="361873" y="463549"/>
                  </a:lnTo>
                  <a:lnTo>
                    <a:pt x="361109" y="463962"/>
                  </a:lnTo>
                  <a:lnTo>
                    <a:pt x="361026" y="464561"/>
                  </a:lnTo>
                  <a:lnTo>
                    <a:pt x="360355" y="464977"/>
                  </a:lnTo>
                  <a:lnTo>
                    <a:pt x="359997" y="464586"/>
                  </a:lnTo>
                  <a:lnTo>
                    <a:pt x="358762" y="464306"/>
                  </a:lnTo>
                  <a:lnTo>
                    <a:pt x="354151" y="464334"/>
                  </a:lnTo>
                  <a:lnTo>
                    <a:pt x="351008" y="464041"/>
                  </a:lnTo>
                  <a:lnTo>
                    <a:pt x="350223" y="464266"/>
                  </a:lnTo>
                  <a:lnTo>
                    <a:pt x="349849" y="464102"/>
                  </a:lnTo>
                  <a:lnTo>
                    <a:pt x="349637" y="464524"/>
                  </a:lnTo>
                  <a:lnTo>
                    <a:pt x="349282" y="464505"/>
                  </a:lnTo>
                  <a:lnTo>
                    <a:pt x="349363" y="465679"/>
                  </a:lnTo>
                  <a:lnTo>
                    <a:pt x="349840" y="466076"/>
                  </a:lnTo>
                  <a:lnTo>
                    <a:pt x="349670" y="466293"/>
                  </a:lnTo>
                  <a:lnTo>
                    <a:pt x="349987" y="466566"/>
                  </a:lnTo>
                  <a:lnTo>
                    <a:pt x="349793" y="467618"/>
                  </a:lnTo>
                  <a:lnTo>
                    <a:pt x="349466" y="468131"/>
                  </a:lnTo>
                  <a:lnTo>
                    <a:pt x="349745" y="468312"/>
                  </a:lnTo>
                  <a:lnTo>
                    <a:pt x="349384" y="468978"/>
                  </a:lnTo>
                  <a:lnTo>
                    <a:pt x="349608" y="469009"/>
                  </a:lnTo>
                  <a:lnTo>
                    <a:pt x="349950" y="469707"/>
                  </a:lnTo>
                  <a:lnTo>
                    <a:pt x="350530" y="470247"/>
                  </a:lnTo>
                  <a:lnTo>
                    <a:pt x="350925" y="471155"/>
                  </a:lnTo>
                  <a:lnTo>
                    <a:pt x="350711" y="471210"/>
                  </a:lnTo>
                  <a:lnTo>
                    <a:pt x="350976" y="472489"/>
                  </a:lnTo>
                  <a:lnTo>
                    <a:pt x="350496" y="472756"/>
                  </a:lnTo>
                  <a:lnTo>
                    <a:pt x="350376" y="473502"/>
                  </a:lnTo>
                  <a:lnTo>
                    <a:pt x="350101" y="473706"/>
                  </a:lnTo>
                  <a:lnTo>
                    <a:pt x="348584" y="474261"/>
                  </a:lnTo>
                  <a:lnTo>
                    <a:pt x="345869" y="474406"/>
                  </a:lnTo>
                  <a:lnTo>
                    <a:pt x="340571" y="475880"/>
                  </a:lnTo>
                  <a:lnTo>
                    <a:pt x="339745" y="476431"/>
                  </a:lnTo>
                  <a:lnTo>
                    <a:pt x="338832" y="476558"/>
                  </a:lnTo>
                  <a:lnTo>
                    <a:pt x="336837" y="478020"/>
                  </a:lnTo>
                  <a:lnTo>
                    <a:pt x="336519" y="478013"/>
                  </a:lnTo>
                  <a:lnTo>
                    <a:pt x="335651" y="479084"/>
                  </a:lnTo>
                  <a:lnTo>
                    <a:pt x="335335" y="479134"/>
                  </a:lnTo>
                  <a:lnTo>
                    <a:pt x="335438" y="479389"/>
                  </a:lnTo>
                  <a:lnTo>
                    <a:pt x="334907" y="480331"/>
                  </a:lnTo>
                  <a:lnTo>
                    <a:pt x="334663" y="480398"/>
                  </a:lnTo>
                  <a:lnTo>
                    <a:pt x="334670" y="480933"/>
                  </a:lnTo>
                  <a:lnTo>
                    <a:pt x="334389" y="481187"/>
                  </a:lnTo>
                  <a:lnTo>
                    <a:pt x="332404" y="482311"/>
                  </a:lnTo>
                  <a:lnTo>
                    <a:pt x="332005" y="482887"/>
                  </a:lnTo>
                  <a:lnTo>
                    <a:pt x="330942" y="483216"/>
                  </a:lnTo>
                  <a:lnTo>
                    <a:pt x="330709" y="483540"/>
                  </a:lnTo>
                  <a:lnTo>
                    <a:pt x="330041" y="483717"/>
                  </a:lnTo>
                  <a:lnTo>
                    <a:pt x="330024" y="483971"/>
                  </a:lnTo>
                  <a:lnTo>
                    <a:pt x="328371" y="484503"/>
                  </a:lnTo>
                  <a:lnTo>
                    <a:pt x="327754" y="484265"/>
                  </a:lnTo>
                  <a:lnTo>
                    <a:pt x="327066" y="483588"/>
                  </a:lnTo>
                  <a:lnTo>
                    <a:pt x="326562" y="483744"/>
                  </a:lnTo>
                  <a:lnTo>
                    <a:pt x="326353" y="483489"/>
                  </a:lnTo>
                  <a:lnTo>
                    <a:pt x="326410" y="483095"/>
                  </a:lnTo>
                  <a:lnTo>
                    <a:pt x="325738" y="483164"/>
                  </a:lnTo>
                  <a:lnTo>
                    <a:pt x="325481" y="482551"/>
                  </a:lnTo>
                  <a:lnTo>
                    <a:pt x="325001" y="482735"/>
                  </a:lnTo>
                  <a:lnTo>
                    <a:pt x="323847" y="482343"/>
                  </a:lnTo>
                  <a:lnTo>
                    <a:pt x="323735" y="481904"/>
                  </a:lnTo>
                  <a:lnTo>
                    <a:pt x="322920" y="481095"/>
                  </a:lnTo>
                  <a:lnTo>
                    <a:pt x="323094" y="480618"/>
                  </a:lnTo>
                  <a:lnTo>
                    <a:pt x="322742" y="480208"/>
                  </a:lnTo>
                  <a:lnTo>
                    <a:pt x="322458" y="480948"/>
                  </a:lnTo>
                  <a:lnTo>
                    <a:pt x="321924" y="480314"/>
                  </a:lnTo>
                  <a:lnTo>
                    <a:pt x="321461" y="480262"/>
                  </a:lnTo>
                  <a:lnTo>
                    <a:pt x="321189" y="480537"/>
                  </a:lnTo>
                  <a:lnTo>
                    <a:pt x="320764" y="478337"/>
                  </a:lnTo>
                  <a:lnTo>
                    <a:pt x="320310" y="478156"/>
                  </a:lnTo>
                  <a:lnTo>
                    <a:pt x="320134" y="477639"/>
                  </a:lnTo>
                  <a:lnTo>
                    <a:pt x="320790" y="476588"/>
                  </a:lnTo>
                  <a:lnTo>
                    <a:pt x="320261" y="476627"/>
                  </a:lnTo>
                  <a:lnTo>
                    <a:pt x="319922" y="476363"/>
                  </a:lnTo>
                  <a:lnTo>
                    <a:pt x="319890" y="475786"/>
                  </a:lnTo>
                  <a:lnTo>
                    <a:pt x="320527" y="475378"/>
                  </a:lnTo>
                  <a:lnTo>
                    <a:pt x="319588" y="473966"/>
                  </a:lnTo>
                  <a:lnTo>
                    <a:pt x="319735" y="472733"/>
                  </a:lnTo>
                  <a:lnTo>
                    <a:pt x="318438" y="471827"/>
                  </a:lnTo>
                  <a:lnTo>
                    <a:pt x="318403" y="471323"/>
                  </a:lnTo>
                  <a:lnTo>
                    <a:pt x="317693" y="470965"/>
                  </a:lnTo>
                  <a:lnTo>
                    <a:pt x="317001" y="470137"/>
                  </a:lnTo>
                  <a:lnTo>
                    <a:pt x="316987" y="469604"/>
                  </a:lnTo>
                  <a:lnTo>
                    <a:pt x="316417" y="469164"/>
                  </a:lnTo>
                  <a:lnTo>
                    <a:pt x="315406" y="466694"/>
                  </a:lnTo>
                  <a:lnTo>
                    <a:pt x="315535" y="465824"/>
                  </a:lnTo>
                  <a:lnTo>
                    <a:pt x="315051" y="465092"/>
                  </a:lnTo>
                  <a:lnTo>
                    <a:pt x="314818" y="463831"/>
                  </a:lnTo>
                  <a:lnTo>
                    <a:pt x="313759" y="462905"/>
                  </a:lnTo>
                  <a:lnTo>
                    <a:pt x="312698" y="463135"/>
                  </a:lnTo>
                  <a:lnTo>
                    <a:pt x="312244" y="462811"/>
                  </a:lnTo>
                  <a:lnTo>
                    <a:pt x="312155" y="462624"/>
                  </a:lnTo>
                  <a:lnTo>
                    <a:pt x="312573" y="462104"/>
                  </a:lnTo>
                  <a:lnTo>
                    <a:pt x="311034" y="460249"/>
                  </a:lnTo>
                  <a:lnTo>
                    <a:pt x="309854" y="460478"/>
                  </a:lnTo>
                  <a:lnTo>
                    <a:pt x="308502" y="459835"/>
                  </a:lnTo>
                  <a:lnTo>
                    <a:pt x="307550" y="459378"/>
                  </a:lnTo>
                  <a:lnTo>
                    <a:pt x="306654" y="458139"/>
                  </a:lnTo>
                  <a:lnTo>
                    <a:pt x="306534" y="457606"/>
                  </a:lnTo>
                  <a:lnTo>
                    <a:pt x="306726" y="457182"/>
                  </a:lnTo>
                  <a:lnTo>
                    <a:pt x="307110" y="456780"/>
                  </a:lnTo>
                  <a:lnTo>
                    <a:pt x="307417" y="456766"/>
                  </a:lnTo>
                  <a:lnTo>
                    <a:pt x="307484" y="456496"/>
                  </a:lnTo>
                  <a:lnTo>
                    <a:pt x="307098" y="455831"/>
                  </a:lnTo>
                  <a:lnTo>
                    <a:pt x="306824" y="455844"/>
                  </a:lnTo>
                  <a:lnTo>
                    <a:pt x="306401" y="456367"/>
                  </a:lnTo>
                  <a:lnTo>
                    <a:pt x="306178" y="456220"/>
                  </a:lnTo>
                  <a:lnTo>
                    <a:pt x="306152" y="455706"/>
                  </a:lnTo>
                  <a:lnTo>
                    <a:pt x="306462" y="455383"/>
                  </a:lnTo>
                  <a:lnTo>
                    <a:pt x="305653" y="454145"/>
                  </a:lnTo>
                  <a:lnTo>
                    <a:pt x="305153" y="453998"/>
                  </a:lnTo>
                  <a:lnTo>
                    <a:pt x="305268" y="453051"/>
                  </a:lnTo>
                  <a:lnTo>
                    <a:pt x="304651" y="452887"/>
                  </a:lnTo>
                  <a:lnTo>
                    <a:pt x="304026" y="453201"/>
                  </a:lnTo>
                  <a:lnTo>
                    <a:pt x="303754" y="453086"/>
                  </a:lnTo>
                  <a:lnTo>
                    <a:pt x="303494" y="452379"/>
                  </a:lnTo>
                  <a:lnTo>
                    <a:pt x="302599" y="452320"/>
                  </a:lnTo>
                  <a:lnTo>
                    <a:pt x="302739" y="451655"/>
                  </a:lnTo>
                  <a:lnTo>
                    <a:pt x="302138" y="451469"/>
                  </a:lnTo>
                  <a:lnTo>
                    <a:pt x="302617" y="450144"/>
                  </a:lnTo>
                  <a:lnTo>
                    <a:pt x="302355" y="449125"/>
                  </a:lnTo>
                  <a:lnTo>
                    <a:pt x="300326" y="447940"/>
                  </a:lnTo>
                  <a:lnTo>
                    <a:pt x="300027" y="447477"/>
                  </a:lnTo>
                  <a:lnTo>
                    <a:pt x="300264" y="447136"/>
                  </a:lnTo>
                  <a:lnTo>
                    <a:pt x="300207" y="444963"/>
                  </a:lnTo>
                  <a:lnTo>
                    <a:pt x="300772" y="442757"/>
                  </a:lnTo>
                  <a:lnTo>
                    <a:pt x="300570" y="441964"/>
                  </a:lnTo>
                  <a:lnTo>
                    <a:pt x="300049" y="441306"/>
                  </a:lnTo>
                  <a:lnTo>
                    <a:pt x="299859" y="441533"/>
                  </a:lnTo>
                  <a:lnTo>
                    <a:pt x="298591" y="441530"/>
                  </a:lnTo>
                  <a:lnTo>
                    <a:pt x="297984" y="442034"/>
                  </a:lnTo>
                  <a:lnTo>
                    <a:pt x="296988" y="441547"/>
                  </a:lnTo>
                  <a:lnTo>
                    <a:pt x="296039" y="442090"/>
                  </a:lnTo>
                  <a:lnTo>
                    <a:pt x="295333" y="441791"/>
                  </a:lnTo>
                  <a:lnTo>
                    <a:pt x="294897" y="441940"/>
                  </a:lnTo>
                  <a:lnTo>
                    <a:pt x="294021" y="441722"/>
                  </a:lnTo>
                  <a:lnTo>
                    <a:pt x="293855" y="442023"/>
                  </a:lnTo>
                  <a:lnTo>
                    <a:pt x="293161" y="441767"/>
                  </a:lnTo>
                  <a:lnTo>
                    <a:pt x="292316" y="442108"/>
                  </a:lnTo>
                  <a:lnTo>
                    <a:pt x="290854" y="441837"/>
                  </a:lnTo>
                  <a:lnTo>
                    <a:pt x="288632" y="440637"/>
                  </a:lnTo>
                  <a:lnTo>
                    <a:pt x="287495" y="440356"/>
                  </a:lnTo>
                  <a:lnTo>
                    <a:pt x="287334" y="438391"/>
                  </a:lnTo>
                  <a:lnTo>
                    <a:pt x="286695" y="437417"/>
                  </a:lnTo>
                  <a:lnTo>
                    <a:pt x="286087" y="437158"/>
                  </a:lnTo>
                  <a:lnTo>
                    <a:pt x="285843" y="436105"/>
                  </a:lnTo>
                  <a:lnTo>
                    <a:pt x="288755" y="434295"/>
                  </a:lnTo>
                  <a:lnTo>
                    <a:pt x="288702" y="432271"/>
                  </a:lnTo>
                  <a:lnTo>
                    <a:pt x="287313" y="427231"/>
                  </a:lnTo>
                  <a:lnTo>
                    <a:pt x="291361" y="425903"/>
                  </a:lnTo>
                  <a:lnTo>
                    <a:pt x="292614" y="425726"/>
                  </a:lnTo>
                  <a:lnTo>
                    <a:pt x="289435" y="422947"/>
                  </a:lnTo>
                  <a:lnTo>
                    <a:pt x="288928" y="421648"/>
                  </a:lnTo>
                  <a:lnTo>
                    <a:pt x="284912" y="422783"/>
                  </a:lnTo>
                  <a:lnTo>
                    <a:pt x="283243" y="416435"/>
                  </a:lnTo>
                  <a:lnTo>
                    <a:pt x="280961" y="417048"/>
                  </a:lnTo>
                  <a:lnTo>
                    <a:pt x="277259" y="417524"/>
                  </a:lnTo>
                  <a:lnTo>
                    <a:pt x="274494" y="416199"/>
                  </a:lnTo>
                  <a:lnTo>
                    <a:pt x="271530" y="415431"/>
                  </a:lnTo>
                  <a:lnTo>
                    <a:pt x="270194" y="414960"/>
                  </a:lnTo>
                  <a:lnTo>
                    <a:pt x="267560" y="414802"/>
                  </a:lnTo>
                  <a:lnTo>
                    <a:pt x="265186" y="415176"/>
                  </a:lnTo>
                  <a:lnTo>
                    <a:pt x="262584" y="415067"/>
                  </a:lnTo>
                  <a:lnTo>
                    <a:pt x="262564" y="414750"/>
                  </a:lnTo>
                  <a:lnTo>
                    <a:pt x="261091" y="414837"/>
                  </a:lnTo>
                  <a:lnTo>
                    <a:pt x="261129" y="416357"/>
                  </a:lnTo>
                  <a:lnTo>
                    <a:pt x="260256" y="415885"/>
                  </a:lnTo>
                  <a:lnTo>
                    <a:pt x="256505" y="416845"/>
                  </a:lnTo>
                  <a:lnTo>
                    <a:pt x="257362" y="415265"/>
                  </a:lnTo>
                  <a:lnTo>
                    <a:pt x="259117" y="414533"/>
                  </a:lnTo>
                  <a:lnTo>
                    <a:pt x="259922" y="413961"/>
                  </a:lnTo>
                  <a:lnTo>
                    <a:pt x="262520" y="410647"/>
                  </a:lnTo>
                  <a:lnTo>
                    <a:pt x="263659" y="409589"/>
                  </a:lnTo>
                  <a:lnTo>
                    <a:pt x="266130" y="408704"/>
                  </a:lnTo>
                  <a:lnTo>
                    <a:pt x="270618" y="403946"/>
                  </a:lnTo>
                  <a:lnTo>
                    <a:pt x="271580" y="402584"/>
                  </a:lnTo>
                  <a:lnTo>
                    <a:pt x="273003" y="401244"/>
                  </a:lnTo>
                  <a:lnTo>
                    <a:pt x="273131" y="400475"/>
                  </a:lnTo>
                  <a:lnTo>
                    <a:pt x="271965" y="400827"/>
                  </a:lnTo>
                  <a:lnTo>
                    <a:pt x="271078" y="400778"/>
                  </a:lnTo>
                  <a:lnTo>
                    <a:pt x="270229" y="400469"/>
                  </a:lnTo>
                  <a:lnTo>
                    <a:pt x="269794" y="399396"/>
                  </a:lnTo>
                  <a:lnTo>
                    <a:pt x="268788" y="399765"/>
                  </a:lnTo>
                  <a:lnTo>
                    <a:pt x="268343" y="397114"/>
                  </a:lnTo>
                  <a:lnTo>
                    <a:pt x="265139" y="396276"/>
                  </a:lnTo>
                  <a:lnTo>
                    <a:pt x="264199" y="393434"/>
                  </a:lnTo>
                  <a:lnTo>
                    <a:pt x="263326" y="392444"/>
                  </a:lnTo>
                  <a:lnTo>
                    <a:pt x="265232" y="391959"/>
                  </a:lnTo>
                  <a:lnTo>
                    <a:pt x="268864" y="392259"/>
                  </a:lnTo>
                  <a:lnTo>
                    <a:pt x="270720" y="392578"/>
                  </a:lnTo>
                  <a:lnTo>
                    <a:pt x="271484" y="392938"/>
                  </a:lnTo>
                  <a:lnTo>
                    <a:pt x="268620" y="388408"/>
                  </a:lnTo>
                  <a:lnTo>
                    <a:pt x="268093" y="388326"/>
                  </a:lnTo>
                  <a:lnTo>
                    <a:pt x="267861" y="388042"/>
                  </a:lnTo>
                  <a:lnTo>
                    <a:pt x="267129" y="386030"/>
                  </a:lnTo>
                  <a:lnTo>
                    <a:pt x="265746" y="384000"/>
                  </a:lnTo>
                  <a:lnTo>
                    <a:pt x="262805" y="381301"/>
                  </a:lnTo>
                  <a:lnTo>
                    <a:pt x="261341" y="380365"/>
                  </a:lnTo>
                  <a:lnTo>
                    <a:pt x="260847" y="379530"/>
                  </a:lnTo>
                  <a:lnTo>
                    <a:pt x="259718" y="378578"/>
                  </a:lnTo>
                  <a:lnTo>
                    <a:pt x="259332" y="378215"/>
                  </a:lnTo>
                  <a:lnTo>
                    <a:pt x="258917" y="378770"/>
                  </a:lnTo>
                  <a:lnTo>
                    <a:pt x="258147" y="379127"/>
                  </a:lnTo>
                  <a:lnTo>
                    <a:pt x="254688" y="379169"/>
                  </a:lnTo>
                  <a:lnTo>
                    <a:pt x="253167" y="380029"/>
                  </a:lnTo>
                  <a:lnTo>
                    <a:pt x="251013" y="382439"/>
                  </a:lnTo>
                  <a:lnTo>
                    <a:pt x="245847" y="391548"/>
                  </a:lnTo>
                  <a:lnTo>
                    <a:pt x="240445" y="389569"/>
                  </a:lnTo>
                  <a:lnTo>
                    <a:pt x="237545" y="387908"/>
                  </a:lnTo>
                  <a:lnTo>
                    <a:pt x="235887" y="385691"/>
                  </a:lnTo>
                  <a:lnTo>
                    <a:pt x="235272" y="383015"/>
                  </a:lnTo>
                  <a:lnTo>
                    <a:pt x="232542" y="383698"/>
                  </a:lnTo>
                  <a:lnTo>
                    <a:pt x="229828" y="382771"/>
                  </a:lnTo>
                  <a:lnTo>
                    <a:pt x="227262" y="382515"/>
                  </a:lnTo>
                  <a:lnTo>
                    <a:pt x="225414" y="380973"/>
                  </a:lnTo>
                  <a:lnTo>
                    <a:pt x="223989" y="381321"/>
                  </a:lnTo>
                  <a:lnTo>
                    <a:pt x="223696" y="382452"/>
                  </a:lnTo>
                  <a:lnTo>
                    <a:pt x="222827" y="383660"/>
                  </a:lnTo>
                  <a:lnTo>
                    <a:pt x="219799" y="384534"/>
                  </a:lnTo>
                  <a:lnTo>
                    <a:pt x="219364" y="379589"/>
                  </a:lnTo>
                  <a:lnTo>
                    <a:pt x="218452" y="377376"/>
                  </a:lnTo>
                  <a:lnTo>
                    <a:pt x="214634" y="378123"/>
                  </a:lnTo>
                  <a:lnTo>
                    <a:pt x="212491" y="378247"/>
                  </a:lnTo>
                  <a:lnTo>
                    <a:pt x="212084" y="377871"/>
                  </a:lnTo>
                  <a:lnTo>
                    <a:pt x="209951" y="379574"/>
                  </a:lnTo>
                  <a:lnTo>
                    <a:pt x="206120" y="380863"/>
                  </a:lnTo>
                  <a:lnTo>
                    <a:pt x="201552" y="381967"/>
                  </a:lnTo>
                  <a:lnTo>
                    <a:pt x="199135" y="383213"/>
                  </a:lnTo>
                  <a:lnTo>
                    <a:pt x="197952" y="383447"/>
                  </a:lnTo>
                  <a:lnTo>
                    <a:pt x="195290" y="385533"/>
                  </a:lnTo>
                  <a:lnTo>
                    <a:pt x="194684" y="384611"/>
                  </a:lnTo>
                  <a:lnTo>
                    <a:pt x="193815" y="384840"/>
                  </a:lnTo>
                  <a:lnTo>
                    <a:pt x="194140" y="385480"/>
                  </a:lnTo>
                  <a:lnTo>
                    <a:pt x="192937" y="386360"/>
                  </a:lnTo>
                  <a:lnTo>
                    <a:pt x="190718" y="388634"/>
                  </a:lnTo>
                  <a:lnTo>
                    <a:pt x="191812" y="388711"/>
                  </a:lnTo>
                  <a:lnTo>
                    <a:pt x="191975" y="392043"/>
                  </a:lnTo>
                  <a:lnTo>
                    <a:pt x="192802" y="393216"/>
                  </a:lnTo>
                  <a:lnTo>
                    <a:pt x="193547" y="393977"/>
                  </a:lnTo>
                  <a:lnTo>
                    <a:pt x="193736" y="399147"/>
                  </a:lnTo>
                  <a:lnTo>
                    <a:pt x="195291" y="399438"/>
                  </a:lnTo>
                  <a:lnTo>
                    <a:pt x="195248" y="400629"/>
                  </a:lnTo>
                  <a:lnTo>
                    <a:pt x="198509" y="401129"/>
                  </a:lnTo>
                  <a:lnTo>
                    <a:pt x="199801" y="401006"/>
                  </a:lnTo>
                  <a:lnTo>
                    <a:pt x="198561" y="408672"/>
                  </a:lnTo>
                  <a:lnTo>
                    <a:pt x="197806" y="410864"/>
                  </a:lnTo>
                  <a:lnTo>
                    <a:pt x="196862" y="410930"/>
                  </a:lnTo>
                  <a:lnTo>
                    <a:pt x="194839" y="410318"/>
                  </a:lnTo>
                  <a:lnTo>
                    <a:pt x="193981" y="410374"/>
                  </a:lnTo>
                  <a:lnTo>
                    <a:pt x="193880" y="411803"/>
                  </a:lnTo>
                  <a:lnTo>
                    <a:pt x="193021" y="412996"/>
                  </a:lnTo>
                  <a:lnTo>
                    <a:pt x="192439" y="414301"/>
                  </a:lnTo>
                  <a:lnTo>
                    <a:pt x="190629" y="414012"/>
                  </a:lnTo>
                  <a:lnTo>
                    <a:pt x="190682" y="416387"/>
                  </a:lnTo>
                  <a:lnTo>
                    <a:pt x="190247" y="420225"/>
                  </a:lnTo>
                  <a:lnTo>
                    <a:pt x="190300" y="422621"/>
                  </a:lnTo>
                  <a:lnTo>
                    <a:pt x="190691" y="428011"/>
                  </a:lnTo>
                  <a:lnTo>
                    <a:pt x="191123" y="430853"/>
                  </a:lnTo>
                  <a:lnTo>
                    <a:pt x="189526" y="430711"/>
                  </a:lnTo>
                  <a:lnTo>
                    <a:pt x="188536" y="430235"/>
                  </a:lnTo>
                  <a:lnTo>
                    <a:pt x="185293" y="429625"/>
                  </a:lnTo>
                  <a:lnTo>
                    <a:pt x="184785" y="429293"/>
                  </a:lnTo>
                  <a:lnTo>
                    <a:pt x="182907" y="429154"/>
                  </a:lnTo>
                  <a:lnTo>
                    <a:pt x="182469" y="429352"/>
                  </a:lnTo>
                  <a:lnTo>
                    <a:pt x="181303" y="429161"/>
                  </a:lnTo>
                  <a:lnTo>
                    <a:pt x="179475" y="429287"/>
                  </a:lnTo>
                  <a:lnTo>
                    <a:pt x="175917" y="428679"/>
                  </a:lnTo>
                  <a:lnTo>
                    <a:pt x="174154" y="429640"/>
                  </a:lnTo>
                  <a:lnTo>
                    <a:pt x="171256" y="430561"/>
                  </a:lnTo>
                  <a:lnTo>
                    <a:pt x="169382" y="431484"/>
                  </a:lnTo>
                  <a:lnTo>
                    <a:pt x="167991" y="433771"/>
                  </a:lnTo>
                  <a:lnTo>
                    <a:pt x="167890" y="434662"/>
                  </a:lnTo>
                  <a:lnTo>
                    <a:pt x="167372" y="434329"/>
                  </a:lnTo>
                  <a:lnTo>
                    <a:pt x="164986" y="433981"/>
                  </a:lnTo>
                  <a:lnTo>
                    <a:pt x="162349" y="433991"/>
                  </a:lnTo>
                  <a:lnTo>
                    <a:pt x="162049" y="434163"/>
                  </a:lnTo>
                  <a:lnTo>
                    <a:pt x="161803" y="433946"/>
                  </a:lnTo>
                  <a:lnTo>
                    <a:pt x="159810" y="433796"/>
                  </a:lnTo>
                  <a:lnTo>
                    <a:pt x="156218" y="433806"/>
                  </a:lnTo>
                  <a:lnTo>
                    <a:pt x="154571" y="433304"/>
                  </a:lnTo>
                  <a:lnTo>
                    <a:pt x="152906" y="434543"/>
                  </a:lnTo>
                  <a:lnTo>
                    <a:pt x="152494" y="433189"/>
                  </a:lnTo>
                  <a:lnTo>
                    <a:pt x="151848" y="432240"/>
                  </a:lnTo>
                  <a:lnTo>
                    <a:pt x="150607" y="431160"/>
                  </a:lnTo>
                  <a:lnTo>
                    <a:pt x="149590" y="432218"/>
                  </a:lnTo>
                  <a:lnTo>
                    <a:pt x="148041" y="432652"/>
                  </a:lnTo>
                  <a:lnTo>
                    <a:pt x="145054" y="434250"/>
                  </a:lnTo>
                  <a:lnTo>
                    <a:pt x="145013" y="433132"/>
                  </a:lnTo>
                  <a:lnTo>
                    <a:pt x="144528" y="432100"/>
                  </a:lnTo>
                  <a:lnTo>
                    <a:pt x="145363" y="42962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pg60">
              <a:extLst>
                <a:ext uri="{FF2B5EF4-FFF2-40B4-BE49-F238E27FC236}">
                  <a16:creationId xmlns:a16="http://schemas.microsoft.com/office/drawing/2014/main" id="{C3929120-FB2E-27BE-F9BC-B0CE01B38008}"/>
                </a:ext>
              </a:extLst>
            </p:cNvPr>
            <p:cNvSpPr/>
            <p:nvPr/>
          </p:nvSpPr>
          <p:spPr>
            <a:xfrm>
              <a:off x="7334274" y="1092893"/>
              <a:ext cx="13582" cy="13501"/>
            </a:xfrm>
            <a:custGeom>
              <a:avLst/>
              <a:gdLst/>
              <a:ahLst/>
              <a:cxnLst/>
              <a:rect l="0" t="0" r="0" b="0"/>
              <a:pathLst>
                <a:path w="13582" h="13501">
                  <a:moveTo>
                    <a:pt x="5587" y="803"/>
                  </a:moveTo>
                  <a:lnTo>
                    <a:pt x="3422" y="109"/>
                  </a:lnTo>
                  <a:lnTo>
                    <a:pt x="3165" y="1536"/>
                  </a:lnTo>
                  <a:lnTo>
                    <a:pt x="2325" y="1343"/>
                  </a:lnTo>
                  <a:lnTo>
                    <a:pt x="2256" y="1612"/>
                  </a:lnTo>
                  <a:lnTo>
                    <a:pt x="1638" y="2873"/>
                  </a:lnTo>
                  <a:lnTo>
                    <a:pt x="1748" y="4344"/>
                  </a:lnTo>
                  <a:lnTo>
                    <a:pt x="1203" y="9465"/>
                  </a:lnTo>
                  <a:lnTo>
                    <a:pt x="903" y="10609"/>
                  </a:lnTo>
                  <a:lnTo>
                    <a:pt x="0" y="12205"/>
                  </a:lnTo>
                  <a:lnTo>
                    <a:pt x="174" y="12296"/>
                  </a:lnTo>
                  <a:lnTo>
                    <a:pt x="495" y="11814"/>
                  </a:lnTo>
                  <a:lnTo>
                    <a:pt x="1181" y="12178"/>
                  </a:lnTo>
                  <a:lnTo>
                    <a:pt x="1508" y="11624"/>
                  </a:lnTo>
                  <a:lnTo>
                    <a:pt x="2234" y="11967"/>
                  </a:lnTo>
                  <a:lnTo>
                    <a:pt x="4775" y="12462"/>
                  </a:lnTo>
                  <a:lnTo>
                    <a:pt x="12252" y="13501"/>
                  </a:lnTo>
                  <a:lnTo>
                    <a:pt x="13528" y="7401"/>
                  </a:lnTo>
                  <a:lnTo>
                    <a:pt x="13582" y="894"/>
                  </a:lnTo>
                  <a:lnTo>
                    <a:pt x="8176" y="613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pg61">
              <a:extLst>
                <a:ext uri="{FF2B5EF4-FFF2-40B4-BE49-F238E27FC236}">
                  <a16:creationId xmlns:a16="http://schemas.microsoft.com/office/drawing/2014/main" id="{AA3E25EC-FABA-CDEA-2A4E-4375E0E3270E}"/>
                </a:ext>
              </a:extLst>
            </p:cNvPr>
            <p:cNvSpPr/>
            <p:nvPr/>
          </p:nvSpPr>
          <p:spPr>
            <a:xfrm>
              <a:off x="6406993" y="225880"/>
              <a:ext cx="512054" cy="470270"/>
            </a:xfrm>
            <a:custGeom>
              <a:avLst/>
              <a:gdLst/>
              <a:ahLst/>
              <a:cxnLst/>
              <a:rect l="0" t="0" r="0" b="0"/>
              <a:pathLst>
                <a:path w="512054" h="470270">
                  <a:moveTo>
                    <a:pt x="48896" y="434005"/>
                  </a:moveTo>
                  <a:lnTo>
                    <a:pt x="48813" y="433540"/>
                  </a:lnTo>
                  <a:lnTo>
                    <a:pt x="49818" y="433556"/>
                  </a:lnTo>
                  <a:lnTo>
                    <a:pt x="50349" y="433985"/>
                  </a:lnTo>
                  <a:lnTo>
                    <a:pt x="49838" y="434092"/>
                  </a:lnTo>
                  <a:lnTo>
                    <a:pt x="50018" y="434726"/>
                  </a:lnTo>
                  <a:lnTo>
                    <a:pt x="50514" y="435174"/>
                  </a:lnTo>
                  <a:lnTo>
                    <a:pt x="50921" y="434658"/>
                  </a:lnTo>
                  <a:lnTo>
                    <a:pt x="51473" y="434822"/>
                  </a:lnTo>
                  <a:lnTo>
                    <a:pt x="51573" y="435787"/>
                  </a:lnTo>
                  <a:lnTo>
                    <a:pt x="52040" y="436376"/>
                  </a:lnTo>
                  <a:lnTo>
                    <a:pt x="51059" y="437097"/>
                  </a:lnTo>
                  <a:lnTo>
                    <a:pt x="51385" y="437234"/>
                  </a:lnTo>
                  <a:lnTo>
                    <a:pt x="51165" y="437556"/>
                  </a:lnTo>
                  <a:lnTo>
                    <a:pt x="51416" y="438085"/>
                  </a:lnTo>
                  <a:lnTo>
                    <a:pt x="51163" y="438370"/>
                  </a:lnTo>
                  <a:lnTo>
                    <a:pt x="51022" y="437887"/>
                  </a:lnTo>
                  <a:lnTo>
                    <a:pt x="50662" y="437846"/>
                  </a:lnTo>
                  <a:lnTo>
                    <a:pt x="50926" y="438598"/>
                  </a:lnTo>
                  <a:lnTo>
                    <a:pt x="50683" y="439767"/>
                  </a:lnTo>
                  <a:lnTo>
                    <a:pt x="50380" y="440054"/>
                  </a:lnTo>
                  <a:lnTo>
                    <a:pt x="50272" y="439835"/>
                  </a:lnTo>
                  <a:lnTo>
                    <a:pt x="50033" y="439937"/>
                  </a:lnTo>
                  <a:lnTo>
                    <a:pt x="50288" y="440092"/>
                  </a:lnTo>
                  <a:lnTo>
                    <a:pt x="49821" y="440738"/>
                  </a:lnTo>
                  <a:lnTo>
                    <a:pt x="49860" y="441201"/>
                  </a:lnTo>
                  <a:lnTo>
                    <a:pt x="49394" y="441445"/>
                  </a:lnTo>
                  <a:lnTo>
                    <a:pt x="50928" y="442223"/>
                  </a:lnTo>
                  <a:lnTo>
                    <a:pt x="50793" y="442676"/>
                  </a:lnTo>
                  <a:lnTo>
                    <a:pt x="51403" y="443796"/>
                  </a:lnTo>
                  <a:lnTo>
                    <a:pt x="51838" y="444163"/>
                  </a:lnTo>
                  <a:lnTo>
                    <a:pt x="52366" y="444157"/>
                  </a:lnTo>
                  <a:lnTo>
                    <a:pt x="52744" y="444597"/>
                  </a:lnTo>
                  <a:lnTo>
                    <a:pt x="52836" y="444961"/>
                  </a:lnTo>
                  <a:lnTo>
                    <a:pt x="52591" y="445025"/>
                  </a:lnTo>
                  <a:lnTo>
                    <a:pt x="52611" y="445361"/>
                  </a:lnTo>
                  <a:lnTo>
                    <a:pt x="53377" y="445599"/>
                  </a:lnTo>
                  <a:lnTo>
                    <a:pt x="53344" y="445171"/>
                  </a:lnTo>
                  <a:lnTo>
                    <a:pt x="53035" y="445014"/>
                  </a:lnTo>
                  <a:lnTo>
                    <a:pt x="53081" y="444817"/>
                  </a:lnTo>
                  <a:lnTo>
                    <a:pt x="53316" y="444840"/>
                  </a:lnTo>
                  <a:lnTo>
                    <a:pt x="53797" y="445235"/>
                  </a:lnTo>
                  <a:lnTo>
                    <a:pt x="54325" y="445316"/>
                  </a:lnTo>
                  <a:lnTo>
                    <a:pt x="54527" y="445832"/>
                  </a:lnTo>
                  <a:lnTo>
                    <a:pt x="57190" y="447458"/>
                  </a:lnTo>
                  <a:lnTo>
                    <a:pt x="57371" y="447742"/>
                  </a:lnTo>
                  <a:lnTo>
                    <a:pt x="57158" y="448248"/>
                  </a:lnTo>
                  <a:lnTo>
                    <a:pt x="57248" y="448384"/>
                  </a:lnTo>
                  <a:lnTo>
                    <a:pt x="57492" y="448124"/>
                  </a:lnTo>
                  <a:lnTo>
                    <a:pt x="58031" y="449402"/>
                  </a:lnTo>
                  <a:lnTo>
                    <a:pt x="57826" y="450997"/>
                  </a:lnTo>
                  <a:lnTo>
                    <a:pt x="58772" y="451714"/>
                  </a:lnTo>
                  <a:lnTo>
                    <a:pt x="58515" y="451286"/>
                  </a:lnTo>
                  <a:lnTo>
                    <a:pt x="59522" y="451449"/>
                  </a:lnTo>
                  <a:lnTo>
                    <a:pt x="59871" y="451656"/>
                  </a:lnTo>
                  <a:lnTo>
                    <a:pt x="59850" y="451884"/>
                  </a:lnTo>
                  <a:lnTo>
                    <a:pt x="60246" y="451696"/>
                  </a:lnTo>
                  <a:lnTo>
                    <a:pt x="62210" y="452252"/>
                  </a:lnTo>
                  <a:lnTo>
                    <a:pt x="62528" y="452997"/>
                  </a:lnTo>
                  <a:lnTo>
                    <a:pt x="62334" y="453325"/>
                  </a:lnTo>
                  <a:lnTo>
                    <a:pt x="62546" y="453713"/>
                  </a:lnTo>
                  <a:lnTo>
                    <a:pt x="62391" y="454777"/>
                  </a:lnTo>
                  <a:lnTo>
                    <a:pt x="62642" y="454930"/>
                  </a:lnTo>
                  <a:lnTo>
                    <a:pt x="63525" y="454726"/>
                  </a:lnTo>
                  <a:lnTo>
                    <a:pt x="63003" y="455437"/>
                  </a:lnTo>
                  <a:lnTo>
                    <a:pt x="62744" y="455320"/>
                  </a:lnTo>
                  <a:lnTo>
                    <a:pt x="62161" y="456271"/>
                  </a:lnTo>
                  <a:lnTo>
                    <a:pt x="61266" y="456544"/>
                  </a:lnTo>
                  <a:lnTo>
                    <a:pt x="61196" y="456974"/>
                  </a:lnTo>
                  <a:lnTo>
                    <a:pt x="60842" y="457039"/>
                  </a:lnTo>
                  <a:lnTo>
                    <a:pt x="60224" y="458139"/>
                  </a:lnTo>
                  <a:lnTo>
                    <a:pt x="60811" y="460886"/>
                  </a:lnTo>
                  <a:lnTo>
                    <a:pt x="61667" y="463112"/>
                  </a:lnTo>
                  <a:lnTo>
                    <a:pt x="61711" y="465051"/>
                  </a:lnTo>
                  <a:lnTo>
                    <a:pt x="57295" y="465802"/>
                  </a:lnTo>
                  <a:lnTo>
                    <a:pt x="57928" y="466903"/>
                  </a:lnTo>
                  <a:lnTo>
                    <a:pt x="56437" y="468657"/>
                  </a:lnTo>
                  <a:lnTo>
                    <a:pt x="54928" y="469691"/>
                  </a:lnTo>
                  <a:lnTo>
                    <a:pt x="52235" y="470270"/>
                  </a:lnTo>
                  <a:lnTo>
                    <a:pt x="51220" y="469070"/>
                  </a:lnTo>
                  <a:lnTo>
                    <a:pt x="50406" y="468618"/>
                  </a:lnTo>
                  <a:lnTo>
                    <a:pt x="47353" y="467540"/>
                  </a:lnTo>
                  <a:lnTo>
                    <a:pt x="43475" y="466659"/>
                  </a:lnTo>
                  <a:lnTo>
                    <a:pt x="35378" y="463150"/>
                  </a:lnTo>
                  <a:lnTo>
                    <a:pt x="35069" y="463002"/>
                  </a:lnTo>
                  <a:lnTo>
                    <a:pt x="35954" y="462209"/>
                  </a:lnTo>
                  <a:lnTo>
                    <a:pt x="36282" y="462347"/>
                  </a:lnTo>
                  <a:lnTo>
                    <a:pt x="36921" y="461630"/>
                  </a:lnTo>
                  <a:lnTo>
                    <a:pt x="36562" y="461220"/>
                  </a:lnTo>
                  <a:lnTo>
                    <a:pt x="36681" y="460605"/>
                  </a:lnTo>
                  <a:lnTo>
                    <a:pt x="36158" y="459562"/>
                  </a:lnTo>
                  <a:lnTo>
                    <a:pt x="36592" y="458815"/>
                  </a:lnTo>
                  <a:lnTo>
                    <a:pt x="36446" y="458548"/>
                  </a:lnTo>
                  <a:lnTo>
                    <a:pt x="36910" y="458385"/>
                  </a:lnTo>
                  <a:lnTo>
                    <a:pt x="36681" y="458222"/>
                  </a:lnTo>
                  <a:lnTo>
                    <a:pt x="36936" y="458076"/>
                  </a:lnTo>
                  <a:lnTo>
                    <a:pt x="36643" y="457607"/>
                  </a:lnTo>
                  <a:lnTo>
                    <a:pt x="36916" y="457278"/>
                  </a:lnTo>
                  <a:lnTo>
                    <a:pt x="36852" y="456640"/>
                  </a:lnTo>
                  <a:lnTo>
                    <a:pt x="37163" y="456562"/>
                  </a:lnTo>
                  <a:lnTo>
                    <a:pt x="37268" y="455589"/>
                  </a:lnTo>
                  <a:lnTo>
                    <a:pt x="37082" y="454506"/>
                  </a:lnTo>
                  <a:lnTo>
                    <a:pt x="37451" y="453794"/>
                  </a:lnTo>
                  <a:lnTo>
                    <a:pt x="37387" y="453127"/>
                  </a:lnTo>
                  <a:lnTo>
                    <a:pt x="37941" y="452748"/>
                  </a:lnTo>
                  <a:lnTo>
                    <a:pt x="37764" y="452474"/>
                  </a:lnTo>
                  <a:lnTo>
                    <a:pt x="38038" y="451860"/>
                  </a:lnTo>
                  <a:lnTo>
                    <a:pt x="37916" y="451107"/>
                  </a:lnTo>
                  <a:lnTo>
                    <a:pt x="38434" y="450129"/>
                  </a:lnTo>
                  <a:lnTo>
                    <a:pt x="38248" y="449727"/>
                  </a:lnTo>
                  <a:lnTo>
                    <a:pt x="38533" y="447906"/>
                  </a:lnTo>
                  <a:lnTo>
                    <a:pt x="37795" y="447812"/>
                  </a:lnTo>
                  <a:lnTo>
                    <a:pt x="38015" y="447133"/>
                  </a:lnTo>
                  <a:lnTo>
                    <a:pt x="37172" y="447673"/>
                  </a:lnTo>
                  <a:lnTo>
                    <a:pt x="36805" y="447426"/>
                  </a:lnTo>
                  <a:lnTo>
                    <a:pt x="36184" y="447750"/>
                  </a:lnTo>
                  <a:lnTo>
                    <a:pt x="35192" y="445545"/>
                  </a:lnTo>
                  <a:lnTo>
                    <a:pt x="32816" y="441916"/>
                  </a:lnTo>
                  <a:lnTo>
                    <a:pt x="34517" y="442346"/>
                  </a:lnTo>
                  <a:lnTo>
                    <a:pt x="35184" y="443351"/>
                  </a:lnTo>
                  <a:lnTo>
                    <a:pt x="37102" y="442962"/>
                  </a:lnTo>
                  <a:lnTo>
                    <a:pt x="38140" y="442448"/>
                  </a:lnTo>
                  <a:lnTo>
                    <a:pt x="39076" y="441889"/>
                  </a:lnTo>
                  <a:lnTo>
                    <a:pt x="38884" y="441507"/>
                  </a:lnTo>
                  <a:lnTo>
                    <a:pt x="39033" y="441377"/>
                  </a:lnTo>
                  <a:lnTo>
                    <a:pt x="40341" y="441426"/>
                  </a:lnTo>
                  <a:lnTo>
                    <a:pt x="40772" y="441199"/>
                  </a:lnTo>
                  <a:lnTo>
                    <a:pt x="41891" y="441387"/>
                  </a:lnTo>
                  <a:lnTo>
                    <a:pt x="42316" y="440958"/>
                  </a:lnTo>
                  <a:lnTo>
                    <a:pt x="42922" y="439579"/>
                  </a:lnTo>
                  <a:lnTo>
                    <a:pt x="43876" y="436202"/>
                  </a:lnTo>
                  <a:lnTo>
                    <a:pt x="41963" y="434282"/>
                  </a:lnTo>
                  <a:lnTo>
                    <a:pt x="39957" y="431417"/>
                  </a:lnTo>
                  <a:lnTo>
                    <a:pt x="35120" y="431324"/>
                  </a:lnTo>
                  <a:lnTo>
                    <a:pt x="31095" y="431999"/>
                  </a:lnTo>
                  <a:lnTo>
                    <a:pt x="30181" y="431889"/>
                  </a:lnTo>
                  <a:lnTo>
                    <a:pt x="31037" y="430809"/>
                  </a:lnTo>
                  <a:lnTo>
                    <a:pt x="28559" y="430888"/>
                  </a:lnTo>
                  <a:lnTo>
                    <a:pt x="28471" y="428413"/>
                  </a:lnTo>
                  <a:lnTo>
                    <a:pt x="29260" y="427373"/>
                  </a:lnTo>
                  <a:lnTo>
                    <a:pt x="30307" y="427362"/>
                  </a:lnTo>
                  <a:lnTo>
                    <a:pt x="30930" y="426270"/>
                  </a:lnTo>
                  <a:lnTo>
                    <a:pt x="32744" y="424867"/>
                  </a:lnTo>
                  <a:lnTo>
                    <a:pt x="31738" y="422755"/>
                  </a:lnTo>
                  <a:lnTo>
                    <a:pt x="29991" y="422273"/>
                  </a:lnTo>
                  <a:lnTo>
                    <a:pt x="30291" y="421670"/>
                  </a:lnTo>
                  <a:lnTo>
                    <a:pt x="28579" y="420344"/>
                  </a:lnTo>
                  <a:lnTo>
                    <a:pt x="29461" y="418700"/>
                  </a:lnTo>
                  <a:lnTo>
                    <a:pt x="29917" y="415864"/>
                  </a:lnTo>
                  <a:lnTo>
                    <a:pt x="30779" y="414717"/>
                  </a:lnTo>
                  <a:lnTo>
                    <a:pt x="29966" y="414322"/>
                  </a:lnTo>
                  <a:lnTo>
                    <a:pt x="29862" y="412699"/>
                  </a:lnTo>
                  <a:lnTo>
                    <a:pt x="30136" y="411272"/>
                  </a:lnTo>
                  <a:lnTo>
                    <a:pt x="29148" y="409744"/>
                  </a:lnTo>
                  <a:lnTo>
                    <a:pt x="30222" y="409703"/>
                  </a:lnTo>
                  <a:lnTo>
                    <a:pt x="30590" y="407814"/>
                  </a:lnTo>
                  <a:lnTo>
                    <a:pt x="30579" y="405425"/>
                  </a:lnTo>
                  <a:lnTo>
                    <a:pt x="29634" y="405423"/>
                  </a:lnTo>
                  <a:lnTo>
                    <a:pt x="30028" y="404628"/>
                  </a:lnTo>
                  <a:lnTo>
                    <a:pt x="29329" y="402324"/>
                  </a:lnTo>
                  <a:lnTo>
                    <a:pt x="29002" y="399849"/>
                  </a:lnTo>
                  <a:lnTo>
                    <a:pt x="28636" y="399578"/>
                  </a:lnTo>
                  <a:lnTo>
                    <a:pt x="28431" y="398077"/>
                  </a:lnTo>
                  <a:lnTo>
                    <a:pt x="29370" y="396958"/>
                  </a:lnTo>
                  <a:lnTo>
                    <a:pt x="29590" y="396154"/>
                  </a:lnTo>
                  <a:lnTo>
                    <a:pt x="29549" y="394476"/>
                  </a:lnTo>
                  <a:lnTo>
                    <a:pt x="29076" y="394313"/>
                  </a:lnTo>
                  <a:lnTo>
                    <a:pt x="28836" y="395060"/>
                  </a:lnTo>
                  <a:lnTo>
                    <a:pt x="27746" y="394607"/>
                  </a:lnTo>
                  <a:lnTo>
                    <a:pt x="26610" y="393616"/>
                  </a:lnTo>
                  <a:lnTo>
                    <a:pt x="26703" y="392844"/>
                  </a:lnTo>
                  <a:lnTo>
                    <a:pt x="24405" y="392818"/>
                  </a:lnTo>
                  <a:lnTo>
                    <a:pt x="18987" y="393620"/>
                  </a:lnTo>
                  <a:lnTo>
                    <a:pt x="19011" y="393071"/>
                  </a:lnTo>
                  <a:lnTo>
                    <a:pt x="18839" y="390931"/>
                  </a:lnTo>
                  <a:lnTo>
                    <a:pt x="18404" y="389624"/>
                  </a:lnTo>
                  <a:lnTo>
                    <a:pt x="15396" y="387375"/>
                  </a:lnTo>
                  <a:lnTo>
                    <a:pt x="14286" y="386254"/>
                  </a:lnTo>
                  <a:lnTo>
                    <a:pt x="13675" y="385264"/>
                  </a:lnTo>
                  <a:lnTo>
                    <a:pt x="8618" y="382884"/>
                  </a:lnTo>
                  <a:lnTo>
                    <a:pt x="6169" y="379131"/>
                  </a:lnTo>
                  <a:lnTo>
                    <a:pt x="3474" y="378699"/>
                  </a:lnTo>
                  <a:lnTo>
                    <a:pt x="0" y="377474"/>
                  </a:lnTo>
                  <a:lnTo>
                    <a:pt x="140" y="372623"/>
                  </a:lnTo>
                  <a:lnTo>
                    <a:pt x="1805" y="370962"/>
                  </a:lnTo>
                  <a:lnTo>
                    <a:pt x="2550" y="369308"/>
                  </a:lnTo>
                  <a:lnTo>
                    <a:pt x="5439" y="367257"/>
                  </a:lnTo>
                  <a:lnTo>
                    <a:pt x="10128" y="362655"/>
                  </a:lnTo>
                  <a:lnTo>
                    <a:pt x="13680" y="360191"/>
                  </a:lnTo>
                  <a:lnTo>
                    <a:pt x="14487" y="359876"/>
                  </a:lnTo>
                  <a:lnTo>
                    <a:pt x="17065" y="356984"/>
                  </a:lnTo>
                  <a:lnTo>
                    <a:pt x="14451" y="351430"/>
                  </a:lnTo>
                  <a:lnTo>
                    <a:pt x="14137" y="348640"/>
                  </a:lnTo>
                  <a:lnTo>
                    <a:pt x="13554" y="346862"/>
                  </a:lnTo>
                  <a:lnTo>
                    <a:pt x="11971" y="344870"/>
                  </a:lnTo>
                  <a:lnTo>
                    <a:pt x="10083" y="344534"/>
                  </a:lnTo>
                  <a:lnTo>
                    <a:pt x="9613" y="344252"/>
                  </a:lnTo>
                  <a:lnTo>
                    <a:pt x="9384" y="344144"/>
                  </a:lnTo>
                  <a:lnTo>
                    <a:pt x="9515" y="343723"/>
                  </a:lnTo>
                  <a:lnTo>
                    <a:pt x="9230" y="343482"/>
                  </a:lnTo>
                  <a:lnTo>
                    <a:pt x="9834" y="342763"/>
                  </a:lnTo>
                  <a:lnTo>
                    <a:pt x="9727" y="342394"/>
                  </a:lnTo>
                  <a:lnTo>
                    <a:pt x="9544" y="342492"/>
                  </a:lnTo>
                  <a:lnTo>
                    <a:pt x="9447" y="341928"/>
                  </a:lnTo>
                  <a:lnTo>
                    <a:pt x="9960" y="342028"/>
                  </a:lnTo>
                  <a:lnTo>
                    <a:pt x="9766" y="341799"/>
                  </a:lnTo>
                  <a:lnTo>
                    <a:pt x="9971" y="340729"/>
                  </a:lnTo>
                  <a:lnTo>
                    <a:pt x="11438" y="337921"/>
                  </a:lnTo>
                  <a:lnTo>
                    <a:pt x="11724" y="336047"/>
                  </a:lnTo>
                  <a:lnTo>
                    <a:pt x="11673" y="334424"/>
                  </a:lnTo>
                  <a:lnTo>
                    <a:pt x="12011" y="333307"/>
                  </a:lnTo>
                  <a:lnTo>
                    <a:pt x="12409" y="332532"/>
                  </a:lnTo>
                  <a:lnTo>
                    <a:pt x="12742" y="332768"/>
                  </a:lnTo>
                  <a:lnTo>
                    <a:pt x="13542" y="332477"/>
                  </a:lnTo>
                  <a:lnTo>
                    <a:pt x="13328" y="331969"/>
                  </a:lnTo>
                  <a:lnTo>
                    <a:pt x="13555" y="331823"/>
                  </a:lnTo>
                  <a:lnTo>
                    <a:pt x="13447" y="331650"/>
                  </a:lnTo>
                  <a:lnTo>
                    <a:pt x="13138" y="331777"/>
                  </a:lnTo>
                  <a:lnTo>
                    <a:pt x="13417" y="331599"/>
                  </a:lnTo>
                  <a:lnTo>
                    <a:pt x="13125" y="331426"/>
                  </a:lnTo>
                  <a:lnTo>
                    <a:pt x="13379" y="331319"/>
                  </a:lnTo>
                  <a:lnTo>
                    <a:pt x="13410" y="331110"/>
                  </a:lnTo>
                  <a:lnTo>
                    <a:pt x="13216" y="331161"/>
                  </a:lnTo>
                  <a:lnTo>
                    <a:pt x="13444" y="330794"/>
                  </a:lnTo>
                  <a:lnTo>
                    <a:pt x="13206" y="330648"/>
                  </a:lnTo>
                  <a:lnTo>
                    <a:pt x="13439" y="330336"/>
                  </a:lnTo>
                  <a:lnTo>
                    <a:pt x="13382" y="329859"/>
                  </a:lnTo>
                  <a:lnTo>
                    <a:pt x="13076" y="329551"/>
                  </a:lnTo>
                  <a:lnTo>
                    <a:pt x="13422" y="329152"/>
                  </a:lnTo>
                  <a:lnTo>
                    <a:pt x="13208" y="328770"/>
                  </a:lnTo>
                  <a:lnTo>
                    <a:pt x="13517" y="328710"/>
                  </a:lnTo>
                  <a:lnTo>
                    <a:pt x="12734" y="327367"/>
                  </a:lnTo>
                  <a:lnTo>
                    <a:pt x="12499" y="326217"/>
                  </a:lnTo>
                  <a:lnTo>
                    <a:pt x="11613" y="325460"/>
                  </a:lnTo>
                  <a:lnTo>
                    <a:pt x="11222" y="325407"/>
                  </a:lnTo>
                  <a:lnTo>
                    <a:pt x="10554" y="324485"/>
                  </a:lnTo>
                  <a:lnTo>
                    <a:pt x="11192" y="323881"/>
                  </a:lnTo>
                  <a:lnTo>
                    <a:pt x="11587" y="323992"/>
                  </a:lnTo>
                  <a:lnTo>
                    <a:pt x="11896" y="322985"/>
                  </a:lnTo>
                  <a:lnTo>
                    <a:pt x="12444" y="322474"/>
                  </a:lnTo>
                  <a:lnTo>
                    <a:pt x="13598" y="322282"/>
                  </a:lnTo>
                  <a:lnTo>
                    <a:pt x="15116" y="322557"/>
                  </a:lnTo>
                  <a:lnTo>
                    <a:pt x="17326" y="321575"/>
                  </a:lnTo>
                  <a:lnTo>
                    <a:pt x="18727" y="321333"/>
                  </a:lnTo>
                  <a:lnTo>
                    <a:pt x="20770" y="320554"/>
                  </a:lnTo>
                  <a:lnTo>
                    <a:pt x="21612" y="319226"/>
                  </a:lnTo>
                  <a:lnTo>
                    <a:pt x="22437" y="319118"/>
                  </a:lnTo>
                  <a:lnTo>
                    <a:pt x="23562" y="317072"/>
                  </a:lnTo>
                  <a:lnTo>
                    <a:pt x="25489" y="316008"/>
                  </a:lnTo>
                  <a:lnTo>
                    <a:pt x="27636" y="314374"/>
                  </a:lnTo>
                  <a:lnTo>
                    <a:pt x="29039" y="313960"/>
                  </a:lnTo>
                  <a:lnTo>
                    <a:pt x="29756" y="313440"/>
                  </a:lnTo>
                  <a:lnTo>
                    <a:pt x="30130" y="311979"/>
                  </a:lnTo>
                  <a:lnTo>
                    <a:pt x="30667" y="311925"/>
                  </a:lnTo>
                  <a:lnTo>
                    <a:pt x="33072" y="314811"/>
                  </a:lnTo>
                  <a:lnTo>
                    <a:pt x="34432" y="315933"/>
                  </a:lnTo>
                  <a:lnTo>
                    <a:pt x="36157" y="316741"/>
                  </a:lnTo>
                  <a:lnTo>
                    <a:pt x="37448" y="318045"/>
                  </a:lnTo>
                  <a:lnTo>
                    <a:pt x="39385" y="316367"/>
                  </a:lnTo>
                  <a:lnTo>
                    <a:pt x="40294" y="312207"/>
                  </a:lnTo>
                  <a:lnTo>
                    <a:pt x="40210" y="311545"/>
                  </a:lnTo>
                  <a:lnTo>
                    <a:pt x="39175" y="311656"/>
                  </a:lnTo>
                  <a:lnTo>
                    <a:pt x="39279" y="310305"/>
                  </a:lnTo>
                  <a:lnTo>
                    <a:pt x="40222" y="307113"/>
                  </a:lnTo>
                  <a:lnTo>
                    <a:pt x="41263" y="304937"/>
                  </a:lnTo>
                  <a:lnTo>
                    <a:pt x="41751" y="301170"/>
                  </a:lnTo>
                  <a:lnTo>
                    <a:pt x="41223" y="295929"/>
                  </a:lnTo>
                  <a:lnTo>
                    <a:pt x="41950" y="295083"/>
                  </a:lnTo>
                  <a:lnTo>
                    <a:pt x="45712" y="294720"/>
                  </a:lnTo>
                  <a:lnTo>
                    <a:pt x="47916" y="294090"/>
                  </a:lnTo>
                  <a:lnTo>
                    <a:pt x="50741" y="292763"/>
                  </a:lnTo>
                  <a:lnTo>
                    <a:pt x="53628" y="292265"/>
                  </a:lnTo>
                  <a:lnTo>
                    <a:pt x="53628" y="287898"/>
                  </a:lnTo>
                  <a:lnTo>
                    <a:pt x="52353" y="288974"/>
                  </a:lnTo>
                  <a:lnTo>
                    <a:pt x="51472" y="289035"/>
                  </a:lnTo>
                  <a:lnTo>
                    <a:pt x="49916" y="284222"/>
                  </a:lnTo>
                  <a:lnTo>
                    <a:pt x="49768" y="283063"/>
                  </a:lnTo>
                  <a:lnTo>
                    <a:pt x="50286" y="281909"/>
                  </a:lnTo>
                  <a:lnTo>
                    <a:pt x="51124" y="280976"/>
                  </a:lnTo>
                  <a:lnTo>
                    <a:pt x="51202" y="280289"/>
                  </a:lnTo>
                  <a:lnTo>
                    <a:pt x="49542" y="278601"/>
                  </a:lnTo>
                  <a:lnTo>
                    <a:pt x="47985" y="276161"/>
                  </a:lnTo>
                  <a:lnTo>
                    <a:pt x="46977" y="276323"/>
                  </a:lnTo>
                  <a:lnTo>
                    <a:pt x="46340" y="275930"/>
                  </a:lnTo>
                  <a:lnTo>
                    <a:pt x="45263" y="275733"/>
                  </a:lnTo>
                  <a:lnTo>
                    <a:pt x="44096" y="275837"/>
                  </a:lnTo>
                  <a:lnTo>
                    <a:pt x="42838" y="275207"/>
                  </a:lnTo>
                  <a:lnTo>
                    <a:pt x="41099" y="274099"/>
                  </a:lnTo>
                  <a:lnTo>
                    <a:pt x="38728" y="271864"/>
                  </a:lnTo>
                  <a:lnTo>
                    <a:pt x="36681" y="271072"/>
                  </a:lnTo>
                  <a:lnTo>
                    <a:pt x="37094" y="270657"/>
                  </a:lnTo>
                  <a:lnTo>
                    <a:pt x="38675" y="269411"/>
                  </a:lnTo>
                  <a:lnTo>
                    <a:pt x="39624" y="267429"/>
                  </a:lnTo>
                  <a:lnTo>
                    <a:pt x="38602" y="265273"/>
                  </a:lnTo>
                  <a:lnTo>
                    <a:pt x="38965" y="260600"/>
                  </a:lnTo>
                  <a:lnTo>
                    <a:pt x="38619" y="259281"/>
                  </a:lnTo>
                  <a:lnTo>
                    <a:pt x="39357" y="256690"/>
                  </a:lnTo>
                  <a:lnTo>
                    <a:pt x="36826" y="255589"/>
                  </a:lnTo>
                  <a:lnTo>
                    <a:pt x="36053" y="254934"/>
                  </a:lnTo>
                  <a:lnTo>
                    <a:pt x="35482" y="254236"/>
                  </a:lnTo>
                  <a:lnTo>
                    <a:pt x="34282" y="251760"/>
                  </a:lnTo>
                  <a:lnTo>
                    <a:pt x="33315" y="250834"/>
                  </a:lnTo>
                  <a:lnTo>
                    <a:pt x="32418" y="250355"/>
                  </a:lnTo>
                  <a:lnTo>
                    <a:pt x="31052" y="250583"/>
                  </a:lnTo>
                  <a:lnTo>
                    <a:pt x="30880" y="250441"/>
                  </a:lnTo>
                  <a:lnTo>
                    <a:pt x="30773" y="250714"/>
                  </a:lnTo>
                  <a:lnTo>
                    <a:pt x="28981" y="250725"/>
                  </a:lnTo>
                  <a:lnTo>
                    <a:pt x="28360" y="251164"/>
                  </a:lnTo>
                  <a:lnTo>
                    <a:pt x="26923" y="251128"/>
                  </a:lnTo>
                  <a:lnTo>
                    <a:pt x="27554" y="249487"/>
                  </a:lnTo>
                  <a:lnTo>
                    <a:pt x="28725" y="248142"/>
                  </a:lnTo>
                  <a:lnTo>
                    <a:pt x="28899" y="247006"/>
                  </a:lnTo>
                  <a:lnTo>
                    <a:pt x="28574" y="246045"/>
                  </a:lnTo>
                  <a:lnTo>
                    <a:pt x="29721" y="245461"/>
                  </a:lnTo>
                  <a:lnTo>
                    <a:pt x="30950" y="244373"/>
                  </a:lnTo>
                  <a:lnTo>
                    <a:pt x="32074" y="244611"/>
                  </a:lnTo>
                  <a:lnTo>
                    <a:pt x="32725" y="245361"/>
                  </a:lnTo>
                  <a:lnTo>
                    <a:pt x="33850" y="244622"/>
                  </a:lnTo>
                  <a:lnTo>
                    <a:pt x="33683" y="242790"/>
                  </a:lnTo>
                  <a:lnTo>
                    <a:pt x="32607" y="241070"/>
                  </a:lnTo>
                  <a:lnTo>
                    <a:pt x="31838" y="240900"/>
                  </a:lnTo>
                  <a:lnTo>
                    <a:pt x="29720" y="242804"/>
                  </a:lnTo>
                  <a:lnTo>
                    <a:pt x="28685" y="242661"/>
                  </a:lnTo>
                  <a:lnTo>
                    <a:pt x="28537" y="241891"/>
                  </a:lnTo>
                  <a:lnTo>
                    <a:pt x="30012" y="238405"/>
                  </a:lnTo>
                  <a:lnTo>
                    <a:pt x="30771" y="237875"/>
                  </a:lnTo>
                  <a:lnTo>
                    <a:pt x="31180" y="237854"/>
                  </a:lnTo>
                  <a:lnTo>
                    <a:pt x="31342" y="238057"/>
                  </a:lnTo>
                  <a:lnTo>
                    <a:pt x="31941" y="239522"/>
                  </a:lnTo>
                  <a:lnTo>
                    <a:pt x="32339" y="238768"/>
                  </a:lnTo>
                  <a:lnTo>
                    <a:pt x="33471" y="234524"/>
                  </a:lnTo>
                  <a:lnTo>
                    <a:pt x="33487" y="233094"/>
                  </a:lnTo>
                  <a:lnTo>
                    <a:pt x="33474" y="232935"/>
                  </a:lnTo>
                  <a:lnTo>
                    <a:pt x="34732" y="232487"/>
                  </a:lnTo>
                  <a:lnTo>
                    <a:pt x="33726" y="230077"/>
                  </a:lnTo>
                  <a:lnTo>
                    <a:pt x="33831" y="229413"/>
                  </a:lnTo>
                  <a:lnTo>
                    <a:pt x="34466" y="228322"/>
                  </a:lnTo>
                  <a:lnTo>
                    <a:pt x="33501" y="227052"/>
                  </a:lnTo>
                  <a:lnTo>
                    <a:pt x="31722" y="227464"/>
                  </a:lnTo>
                  <a:lnTo>
                    <a:pt x="32681" y="224365"/>
                  </a:lnTo>
                  <a:lnTo>
                    <a:pt x="33150" y="225025"/>
                  </a:lnTo>
                  <a:lnTo>
                    <a:pt x="34291" y="225491"/>
                  </a:lnTo>
                  <a:lnTo>
                    <a:pt x="34530" y="224249"/>
                  </a:lnTo>
                  <a:lnTo>
                    <a:pt x="34367" y="223756"/>
                  </a:lnTo>
                  <a:lnTo>
                    <a:pt x="35111" y="222610"/>
                  </a:lnTo>
                  <a:lnTo>
                    <a:pt x="35381" y="222318"/>
                  </a:lnTo>
                  <a:lnTo>
                    <a:pt x="36331" y="223827"/>
                  </a:lnTo>
                  <a:lnTo>
                    <a:pt x="37413" y="221699"/>
                  </a:lnTo>
                  <a:lnTo>
                    <a:pt x="39550" y="222894"/>
                  </a:lnTo>
                  <a:lnTo>
                    <a:pt x="43415" y="223969"/>
                  </a:lnTo>
                  <a:lnTo>
                    <a:pt x="45371" y="224208"/>
                  </a:lnTo>
                  <a:lnTo>
                    <a:pt x="50057" y="223361"/>
                  </a:lnTo>
                  <a:lnTo>
                    <a:pt x="53795" y="220990"/>
                  </a:lnTo>
                  <a:lnTo>
                    <a:pt x="54118" y="220094"/>
                  </a:lnTo>
                  <a:lnTo>
                    <a:pt x="54230" y="218161"/>
                  </a:lnTo>
                  <a:lnTo>
                    <a:pt x="54799" y="216680"/>
                  </a:lnTo>
                  <a:lnTo>
                    <a:pt x="55271" y="213580"/>
                  </a:lnTo>
                  <a:lnTo>
                    <a:pt x="54312" y="210976"/>
                  </a:lnTo>
                  <a:lnTo>
                    <a:pt x="53727" y="210487"/>
                  </a:lnTo>
                  <a:lnTo>
                    <a:pt x="52580" y="210024"/>
                  </a:lnTo>
                  <a:lnTo>
                    <a:pt x="51974" y="209035"/>
                  </a:lnTo>
                  <a:lnTo>
                    <a:pt x="50968" y="204839"/>
                  </a:lnTo>
                  <a:lnTo>
                    <a:pt x="50023" y="202894"/>
                  </a:lnTo>
                  <a:lnTo>
                    <a:pt x="48151" y="201401"/>
                  </a:lnTo>
                  <a:lnTo>
                    <a:pt x="46653" y="199451"/>
                  </a:lnTo>
                  <a:lnTo>
                    <a:pt x="45928" y="198965"/>
                  </a:lnTo>
                  <a:lnTo>
                    <a:pt x="43739" y="198223"/>
                  </a:lnTo>
                  <a:lnTo>
                    <a:pt x="43015" y="192151"/>
                  </a:lnTo>
                  <a:lnTo>
                    <a:pt x="43054" y="191503"/>
                  </a:lnTo>
                  <a:lnTo>
                    <a:pt x="43593" y="190431"/>
                  </a:lnTo>
                  <a:lnTo>
                    <a:pt x="44882" y="189501"/>
                  </a:lnTo>
                  <a:lnTo>
                    <a:pt x="47563" y="188596"/>
                  </a:lnTo>
                  <a:lnTo>
                    <a:pt x="49915" y="186915"/>
                  </a:lnTo>
                  <a:lnTo>
                    <a:pt x="52545" y="183080"/>
                  </a:lnTo>
                  <a:lnTo>
                    <a:pt x="54586" y="181198"/>
                  </a:lnTo>
                  <a:lnTo>
                    <a:pt x="55367" y="180861"/>
                  </a:lnTo>
                  <a:lnTo>
                    <a:pt x="56114" y="181165"/>
                  </a:lnTo>
                  <a:lnTo>
                    <a:pt x="57939" y="182669"/>
                  </a:lnTo>
                  <a:lnTo>
                    <a:pt x="59306" y="184344"/>
                  </a:lnTo>
                  <a:lnTo>
                    <a:pt x="60476" y="185155"/>
                  </a:lnTo>
                  <a:lnTo>
                    <a:pt x="64098" y="186253"/>
                  </a:lnTo>
                  <a:lnTo>
                    <a:pt x="67941" y="186260"/>
                  </a:lnTo>
                  <a:lnTo>
                    <a:pt x="69697" y="185349"/>
                  </a:lnTo>
                  <a:lnTo>
                    <a:pt x="69754" y="182818"/>
                  </a:lnTo>
                  <a:lnTo>
                    <a:pt x="68730" y="179794"/>
                  </a:lnTo>
                  <a:lnTo>
                    <a:pt x="68659" y="178721"/>
                  </a:lnTo>
                  <a:lnTo>
                    <a:pt x="69053" y="175250"/>
                  </a:lnTo>
                  <a:lnTo>
                    <a:pt x="67180" y="174381"/>
                  </a:lnTo>
                  <a:lnTo>
                    <a:pt x="65524" y="174042"/>
                  </a:lnTo>
                  <a:lnTo>
                    <a:pt x="64403" y="175068"/>
                  </a:lnTo>
                  <a:lnTo>
                    <a:pt x="61352" y="172674"/>
                  </a:lnTo>
                  <a:lnTo>
                    <a:pt x="61334" y="171482"/>
                  </a:lnTo>
                  <a:lnTo>
                    <a:pt x="62734" y="171935"/>
                  </a:lnTo>
                  <a:lnTo>
                    <a:pt x="64136" y="171825"/>
                  </a:lnTo>
                  <a:lnTo>
                    <a:pt x="64551" y="170120"/>
                  </a:lnTo>
                  <a:lnTo>
                    <a:pt x="65128" y="168884"/>
                  </a:lnTo>
                  <a:lnTo>
                    <a:pt x="62756" y="168701"/>
                  </a:lnTo>
                  <a:lnTo>
                    <a:pt x="62932" y="167458"/>
                  </a:lnTo>
                  <a:lnTo>
                    <a:pt x="61089" y="166896"/>
                  </a:lnTo>
                  <a:lnTo>
                    <a:pt x="60506" y="166280"/>
                  </a:lnTo>
                  <a:lnTo>
                    <a:pt x="62030" y="165678"/>
                  </a:lnTo>
                  <a:lnTo>
                    <a:pt x="63412" y="163146"/>
                  </a:lnTo>
                  <a:lnTo>
                    <a:pt x="64681" y="163804"/>
                  </a:lnTo>
                  <a:lnTo>
                    <a:pt x="65487" y="161463"/>
                  </a:lnTo>
                  <a:lnTo>
                    <a:pt x="61823" y="160081"/>
                  </a:lnTo>
                  <a:lnTo>
                    <a:pt x="59933" y="158438"/>
                  </a:lnTo>
                  <a:lnTo>
                    <a:pt x="60204" y="157793"/>
                  </a:lnTo>
                  <a:lnTo>
                    <a:pt x="61072" y="156843"/>
                  </a:lnTo>
                  <a:lnTo>
                    <a:pt x="62334" y="156096"/>
                  </a:lnTo>
                  <a:lnTo>
                    <a:pt x="64027" y="153607"/>
                  </a:lnTo>
                  <a:lnTo>
                    <a:pt x="65565" y="152936"/>
                  </a:lnTo>
                  <a:lnTo>
                    <a:pt x="64480" y="151884"/>
                  </a:lnTo>
                  <a:lnTo>
                    <a:pt x="63732" y="151926"/>
                  </a:lnTo>
                  <a:lnTo>
                    <a:pt x="61060" y="151180"/>
                  </a:lnTo>
                  <a:lnTo>
                    <a:pt x="60679" y="149509"/>
                  </a:lnTo>
                  <a:lnTo>
                    <a:pt x="61684" y="147139"/>
                  </a:lnTo>
                  <a:lnTo>
                    <a:pt x="61467" y="145849"/>
                  </a:lnTo>
                  <a:lnTo>
                    <a:pt x="62293" y="146281"/>
                  </a:lnTo>
                  <a:lnTo>
                    <a:pt x="62373" y="145181"/>
                  </a:lnTo>
                  <a:lnTo>
                    <a:pt x="62614" y="144330"/>
                  </a:lnTo>
                  <a:lnTo>
                    <a:pt x="62051" y="138326"/>
                  </a:lnTo>
                  <a:lnTo>
                    <a:pt x="62682" y="135267"/>
                  </a:lnTo>
                  <a:lnTo>
                    <a:pt x="63014" y="133416"/>
                  </a:lnTo>
                  <a:lnTo>
                    <a:pt x="61617" y="126783"/>
                  </a:lnTo>
                  <a:lnTo>
                    <a:pt x="61291" y="122568"/>
                  </a:lnTo>
                  <a:lnTo>
                    <a:pt x="61466" y="122662"/>
                  </a:lnTo>
                  <a:lnTo>
                    <a:pt x="62619" y="120815"/>
                  </a:lnTo>
                  <a:lnTo>
                    <a:pt x="65056" y="117809"/>
                  </a:lnTo>
                  <a:lnTo>
                    <a:pt x="67229" y="116571"/>
                  </a:lnTo>
                  <a:lnTo>
                    <a:pt x="66101" y="115244"/>
                  </a:lnTo>
                  <a:lnTo>
                    <a:pt x="64405" y="115213"/>
                  </a:lnTo>
                  <a:lnTo>
                    <a:pt x="63237" y="114696"/>
                  </a:lnTo>
                  <a:lnTo>
                    <a:pt x="62145" y="113532"/>
                  </a:lnTo>
                  <a:lnTo>
                    <a:pt x="61512" y="111741"/>
                  </a:lnTo>
                  <a:lnTo>
                    <a:pt x="61214" y="111419"/>
                  </a:lnTo>
                  <a:lnTo>
                    <a:pt x="59628" y="110405"/>
                  </a:lnTo>
                  <a:lnTo>
                    <a:pt x="57663" y="109731"/>
                  </a:lnTo>
                  <a:lnTo>
                    <a:pt x="56544" y="108528"/>
                  </a:lnTo>
                  <a:lnTo>
                    <a:pt x="52547" y="105465"/>
                  </a:lnTo>
                  <a:lnTo>
                    <a:pt x="52070" y="104723"/>
                  </a:lnTo>
                  <a:lnTo>
                    <a:pt x="51046" y="103933"/>
                  </a:lnTo>
                  <a:lnTo>
                    <a:pt x="50616" y="101956"/>
                  </a:lnTo>
                  <a:lnTo>
                    <a:pt x="49245" y="101175"/>
                  </a:lnTo>
                  <a:lnTo>
                    <a:pt x="47904" y="100907"/>
                  </a:lnTo>
                  <a:lnTo>
                    <a:pt x="47184" y="100013"/>
                  </a:lnTo>
                  <a:lnTo>
                    <a:pt x="46878" y="98671"/>
                  </a:lnTo>
                  <a:lnTo>
                    <a:pt x="47341" y="97829"/>
                  </a:lnTo>
                  <a:lnTo>
                    <a:pt x="46677" y="96999"/>
                  </a:lnTo>
                  <a:lnTo>
                    <a:pt x="45371" y="93216"/>
                  </a:lnTo>
                  <a:lnTo>
                    <a:pt x="45081" y="91349"/>
                  </a:lnTo>
                  <a:lnTo>
                    <a:pt x="44201" y="90623"/>
                  </a:lnTo>
                  <a:lnTo>
                    <a:pt x="44005" y="89618"/>
                  </a:lnTo>
                  <a:lnTo>
                    <a:pt x="43758" y="89376"/>
                  </a:lnTo>
                  <a:lnTo>
                    <a:pt x="43029" y="89023"/>
                  </a:lnTo>
                  <a:lnTo>
                    <a:pt x="37521" y="88149"/>
                  </a:lnTo>
                  <a:lnTo>
                    <a:pt x="37915" y="87681"/>
                  </a:lnTo>
                  <a:lnTo>
                    <a:pt x="37929" y="87320"/>
                  </a:lnTo>
                  <a:lnTo>
                    <a:pt x="38532" y="87146"/>
                  </a:lnTo>
                  <a:lnTo>
                    <a:pt x="38789" y="86930"/>
                  </a:lnTo>
                  <a:lnTo>
                    <a:pt x="39624" y="86858"/>
                  </a:lnTo>
                  <a:lnTo>
                    <a:pt x="39747" y="86551"/>
                  </a:lnTo>
                  <a:lnTo>
                    <a:pt x="41935" y="85052"/>
                  </a:lnTo>
                  <a:lnTo>
                    <a:pt x="43133" y="84816"/>
                  </a:lnTo>
                  <a:lnTo>
                    <a:pt x="43672" y="84396"/>
                  </a:lnTo>
                  <a:lnTo>
                    <a:pt x="43842" y="83584"/>
                  </a:lnTo>
                  <a:lnTo>
                    <a:pt x="44172" y="83379"/>
                  </a:lnTo>
                  <a:lnTo>
                    <a:pt x="44513" y="83789"/>
                  </a:lnTo>
                  <a:lnTo>
                    <a:pt x="44561" y="83570"/>
                  </a:lnTo>
                  <a:lnTo>
                    <a:pt x="45499" y="83664"/>
                  </a:lnTo>
                  <a:lnTo>
                    <a:pt x="46654" y="84817"/>
                  </a:lnTo>
                  <a:lnTo>
                    <a:pt x="47920" y="84986"/>
                  </a:lnTo>
                  <a:lnTo>
                    <a:pt x="48342" y="84695"/>
                  </a:lnTo>
                  <a:lnTo>
                    <a:pt x="48877" y="84762"/>
                  </a:lnTo>
                  <a:lnTo>
                    <a:pt x="49064" y="84331"/>
                  </a:lnTo>
                  <a:lnTo>
                    <a:pt x="50509" y="83507"/>
                  </a:lnTo>
                  <a:lnTo>
                    <a:pt x="49718" y="82686"/>
                  </a:lnTo>
                  <a:lnTo>
                    <a:pt x="50111" y="82322"/>
                  </a:lnTo>
                  <a:lnTo>
                    <a:pt x="49938" y="81807"/>
                  </a:lnTo>
                  <a:lnTo>
                    <a:pt x="50451" y="81826"/>
                  </a:lnTo>
                  <a:lnTo>
                    <a:pt x="51112" y="81293"/>
                  </a:lnTo>
                  <a:lnTo>
                    <a:pt x="51918" y="81384"/>
                  </a:lnTo>
                  <a:lnTo>
                    <a:pt x="52403" y="81174"/>
                  </a:lnTo>
                  <a:lnTo>
                    <a:pt x="52837" y="80642"/>
                  </a:lnTo>
                  <a:lnTo>
                    <a:pt x="52608" y="79768"/>
                  </a:lnTo>
                  <a:lnTo>
                    <a:pt x="53573" y="79006"/>
                  </a:lnTo>
                  <a:lnTo>
                    <a:pt x="53692" y="78519"/>
                  </a:lnTo>
                  <a:lnTo>
                    <a:pt x="54756" y="78186"/>
                  </a:lnTo>
                  <a:lnTo>
                    <a:pt x="55170" y="77524"/>
                  </a:lnTo>
                  <a:lnTo>
                    <a:pt x="55853" y="77195"/>
                  </a:lnTo>
                  <a:lnTo>
                    <a:pt x="56751" y="77882"/>
                  </a:lnTo>
                  <a:lnTo>
                    <a:pt x="58898" y="78842"/>
                  </a:lnTo>
                  <a:lnTo>
                    <a:pt x="61051" y="81014"/>
                  </a:lnTo>
                  <a:lnTo>
                    <a:pt x="66105" y="82701"/>
                  </a:lnTo>
                  <a:lnTo>
                    <a:pt x="68837" y="84322"/>
                  </a:lnTo>
                  <a:lnTo>
                    <a:pt x="69911" y="83870"/>
                  </a:lnTo>
                  <a:lnTo>
                    <a:pt x="71409" y="82421"/>
                  </a:lnTo>
                  <a:lnTo>
                    <a:pt x="72640" y="81690"/>
                  </a:lnTo>
                  <a:lnTo>
                    <a:pt x="71846" y="80015"/>
                  </a:lnTo>
                  <a:lnTo>
                    <a:pt x="75741" y="77133"/>
                  </a:lnTo>
                  <a:lnTo>
                    <a:pt x="77115" y="75772"/>
                  </a:lnTo>
                  <a:lnTo>
                    <a:pt x="78943" y="72077"/>
                  </a:lnTo>
                  <a:lnTo>
                    <a:pt x="79751" y="69450"/>
                  </a:lnTo>
                  <a:lnTo>
                    <a:pt x="83339" y="67805"/>
                  </a:lnTo>
                  <a:lnTo>
                    <a:pt x="85234" y="67272"/>
                  </a:lnTo>
                  <a:lnTo>
                    <a:pt x="86360" y="65716"/>
                  </a:lnTo>
                  <a:lnTo>
                    <a:pt x="87682" y="64628"/>
                  </a:lnTo>
                  <a:lnTo>
                    <a:pt x="88435" y="64303"/>
                  </a:lnTo>
                  <a:lnTo>
                    <a:pt x="89419" y="63295"/>
                  </a:lnTo>
                  <a:lnTo>
                    <a:pt x="89770" y="61524"/>
                  </a:lnTo>
                  <a:lnTo>
                    <a:pt x="89534" y="60760"/>
                  </a:lnTo>
                  <a:lnTo>
                    <a:pt x="92935" y="61715"/>
                  </a:lnTo>
                  <a:lnTo>
                    <a:pt x="94757" y="59600"/>
                  </a:lnTo>
                  <a:lnTo>
                    <a:pt x="96029" y="59308"/>
                  </a:lnTo>
                  <a:lnTo>
                    <a:pt x="97474" y="58654"/>
                  </a:lnTo>
                  <a:lnTo>
                    <a:pt x="98144" y="58482"/>
                  </a:lnTo>
                  <a:lnTo>
                    <a:pt x="102104" y="58927"/>
                  </a:lnTo>
                  <a:lnTo>
                    <a:pt x="105000" y="56229"/>
                  </a:lnTo>
                  <a:lnTo>
                    <a:pt x="106636" y="56671"/>
                  </a:lnTo>
                  <a:lnTo>
                    <a:pt x="108001" y="57593"/>
                  </a:lnTo>
                  <a:lnTo>
                    <a:pt x="108435" y="57456"/>
                  </a:lnTo>
                  <a:lnTo>
                    <a:pt x="109392" y="57947"/>
                  </a:lnTo>
                  <a:lnTo>
                    <a:pt x="110674" y="57710"/>
                  </a:lnTo>
                  <a:lnTo>
                    <a:pt x="114178" y="57811"/>
                  </a:lnTo>
                  <a:lnTo>
                    <a:pt x="115165" y="58521"/>
                  </a:lnTo>
                  <a:lnTo>
                    <a:pt x="117071" y="58921"/>
                  </a:lnTo>
                  <a:lnTo>
                    <a:pt x="117668" y="59189"/>
                  </a:lnTo>
                  <a:lnTo>
                    <a:pt x="117923" y="59638"/>
                  </a:lnTo>
                  <a:lnTo>
                    <a:pt x="119328" y="59988"/>
                  </a:lnTo>
                  <a:lnTo>
                    <a:pt x="119379" y="59812"/>
                  </a:lnTo>
                  <a:lnTo>
                    <a:pt x="119822" y="60003"/>
                  </a:lnTo>
                  <a:lnTo>
                    <a:pt x="121544" y="57476"/>
                  </a:lnTo>
                  <a:lnTo>
                    <a:pt x="122360" y="56945"/>
                  </a:lnTo>
                  <a:lnTo>
                    <a:pt x="124931" y="56980"/>
                  </a:lnTo>
                  <a:lnTo>
                    <a:pt x="124933" y="56704"/>
                  </a:lnTo>
                  <a:lnTo>
                    <a:pt x="125230" y="56705"/>
                  </a:lnTo>
                  <a:lnTo>
                    <a:pt x="125202" y="56878"/>
                  </a:lnTo>
                  <a:lnTo>
                    <a:pt x="127990" y="56670"/>
                  </a:lnTo>
                  <a:lnTo>
                    <a:pt x="128394" y="57363"/>
                  </a:lnTo>
                  <a:lnTo>
                    <a:pt x="129071" y="58494"/>
                  </a:lnTo>
                  <a:lnTo>
                    <a:pt x="129755" y="59042"/>
                  </a:lnTo>
                  <a:lnTo>
                    <a:pt x="135212" y="60988"/>
                  </a:lnTo>
                  <a:lnTo>
                    <a:pt x="136686" y="62179"/>
                  </a:lnTo>
                  <a:lnTo>
                    <a:pt x="138660" y="63155"/>
                  </a:lnTo>
                  <a:lnTo>
                    <a:pt x="138862" y="63559"/>
                  </a:lnTo>
                  <a:lnTo>
                    <a:pt x="140130" y="63925"/>
                  </a:lnTo>
                  <a:lnTo>
                    <a:pt x="142501" y="65219"/>
                  </a:lnTo>
                  <a:lnTo>
                    <a:pt x="144138" y="65593"/>
                  </a:lnTo>
                  <a:lnTo>
                    <a:pt x="143948" y="65153"/>
                  </a:lnTo>
                  <a:lnTo>
                    <a:pt x="143848" y="64880"/>
                  </a:lnTo>
                  <a:lnTo>
                    <a:pt x="144140" y="64730"/>
                  </a:lnTo>
                  <a:lnTo>
                    <a:pt x="144436" y="63999"/>
                  </a:lnTo>
                  <a:lnTo>
                    <a:pt x="144190" y="63745"/>
                  </a:lnTo>
                  <a:lnTo>
                    <a:pt x="144479" y="63541"/>
                  </a:lnTo>
                  <a:lnTo>
                    <a:pt x="144361" y="61804"/>
                  </a:lnTo>
                  <a:lnTo>
                    <a:pt x="144783" y="61521"/>
                  </a:lnTo>
                  <a:lnTo>
                    <a:pt x="144278" y="61426"/>
                  </a:lnTo>
                  <a:lnTo>
                    <a:pt x="144695" y="60746"/>
                  </a:lnTo>
                  <a:lnTo>
                    <a:pt x="144328" y="60195"/>
                  </a:lnTo>
                  <a:lnTo>
                    <a:pt x="144308" y="59320"/>
                  </a:lnTo>
                  <a:lnTo>
                    <a:pt x="147041" y="58665"/>
                  </a:lnTo>
                  <a:lnTo>
                    <a:pt x="149418" y="59820"/>
                  </a:lnTo>
                  <a:lnTo>
                    <a:pt x="151100" y="60048"/>
                  </a:lnTo>
                  <a:lnTo>
                    <a:pt x="151755" y="58052"/>
                  </a:lnTo>
                  <a:lnTo>
                    <a:pt x="150923" y="54872"/>
                  </a:lnTo>
                  <a:lnTo>
                    <a:pt x="150115" y="53074"/>
                  </a:lnTo>
                  <a:lnTo>
                    <a:pt x="149643" y="49200"/>
                  </a:lnTo>
                  <a:lnTo>
                    <a:pt x="147649" y="48984"/>
                  </a:lnTo>
                  <a:lnTo>
                    <a:pt x="149388" y="43925"/>
                  </a:lnTo>
                  <a:lnTo>
                    <a:pt x="151804" y="44020"/>
                  </a:lnTo>
                  <a:lnTo>
                    <a:pt x="154375" y="45087"/>
                  </a:lnTo>
                  <a:lnTo>
                    <a:pt x="156178" y="40715"/>
                  </a:lnTo>
                  <a:lnTo>
                    <a:pt x="157286" y="38428"/>
                  </a:lnTo>
                  <a:lnTo>
                    <a:pt x="158810" y="36549"/>
                  </a:lnTo>
                  <a:lnTo>
                    <a:pt x="159929" y="33409"/>
                  </a:lnTo>
                  <a:lnTo>
                    <a:pt x="162646" y="27986"/>
                  </a:lnTo>
                  <a:lnTo>
                    <a:pt x="163012" y="26133"/>
                  </a:lnTo>
                  <a:lnTo>
                    <a:pt x="163783" y="24231"/>
                  </a:lnTo>
                  <a:lnTo>
                    <a:pt x="164202" y="22016"/>
                  </a:lnTo>
                  <a:lnTo>
                    <a:pt x="160916" y="19124"/>
                  </a:lnTo>
                  <a:lnTo>
                    <a:pt x="160051" y="18628"/>
                  </a:lnTo>
                  <a:lnTo>
                    <a:pt x="159649" y="16752"/>
                  </a:lnTo>
                  <a:lnTo>
                    <a:pt x="159031" y="15488"/>
                  </a:lnTo>
                  <a:lnTo>
                    <a:pt x="157676" y="14093"/>
                  </a:lnTo>
                  <a:lnTo>
                    <a:pt x="157864" y="12902"/>
                  </a:lnTo>
                  <a:lnTo>
                    <a:pt x="157448" y="10922"/>
                  </a:lnTo>
                  <a:lnTo>
                    <a:pt x="157720" y="7932"/>
                  </a:lnTo>
                  <a:lnTo>
                    <a:pt x="157817" y="7590"/>
                  </a:lnTo>
                  <a:lnTo>
                    <a:pt x="158632" y="6855"/>
                  </a:lnTo>
                  <a:lnTo>
                    <a:pt x="158832" y="5484"/>
                  </a:lnTo>
                  <a:lnTo>
                    <a:pt x="158521" y="3590"/>
                  </a:lnTo>
                  <a:lnTo>
                    <a:pt x="158748" y="2148"/>
                  </a:lnTo>
                  <a:lnTo>
                    <a:pt x="159429" y="104"/>
                  </a:lnTo>
                  <a:lnTo>
                    <a:pt x="160561" y="0"/>
                  </a:lnTo>
                  <a:lnTo>
                    <a:pt x="162485" y="495"/>
                  </a:lnTo>
                  <a:lnTo>
                    <a:pt x="163666" y="865"/>
                  </a:lnTo>
                  <a:lnTo>
                    <a:pt x="164884" y="1790"/>
                  </a:lnTo>
                  <a:lnTo>
                    <a:pt x="166559" y="2239"/>
                  </a:lnTo>
                  <a:lnTo>
                    <a:pt x="171725" y="2778"/>
                  </a:lnTo>
                  <a:lnTo>
                    <a:pt x="172264" y="3201"/>
                  </a:lnTo>
                  <a:lnTo>
                    <a:pt x="172722" y="3851"/>
                  </a:lnTo>
                  <a:lnTo>
                    <a:pt x="172775" y="4655"/>
                  </a:lnTo>
                  <a:lnTo>
                    <a:pt x="173543" y="5361"/>
                  </a:lnTo>
                  <a:lnTo>
                    <a:pt x="174114" y="6621"/>
                  </a:lnTo>
                  <a:lnTo>
                    <a:pt x="175968" y="7908"/>
                  </a:lnTo>
                  <a:lnTo>
                    <a:pt x="176256" y="8476"/>
                  </a:lnTo>
                  <a:lnTo>
                    <a:pt x="175479" y="9579"/>
                  </a:lnTo>
                  <a:lnTo>
                    <a:pt x="175016" y="11092"/>
                  </a:lnTo>
                  <a:lnTo>
                    <a:pt x="174359" y="11948"/>
                  </a:lnTo>
                  <a:lnTo>
                    <a:pt x="174908" y="13863"/>
                  </a:lnTo>
                  <a:lnTo>
                    <a:pt x="174761" y="14654"/>
                  </a:lnTo>
                  <a:lnTo>
                    <a:pt x="173678" y="16108"/>
                  </a:lnTo>
                  <a:lnTo>
                    <a:pt x="174567" y="16707"/>
                  </a:lnTo>
                  <a:lnTo>
                    <a:pt x="175648" y="17866"/>
                  </a:lnTo>
                  <a:lnTo>
                    <a:pt x="177339" y="18863"/>
                  </a:lnTo>
                  <a:lnTo>
                    <a:pt x="178076" y="18966"/>
                  </a:lnTo>
                  <a:lnTo>
                    <a:pt x="178023" y="19232"/>
                  </a:lnTo>
                  <a:lnTo>
                    <a:pt x="178949" y="19486"/>
                  </a:lnTo>
                  <a:lnTo>
                    <a:pt x="179017" y="20139"/>
                  </a:lnTo>
                  <a:lnTo>
                    <a:pt x="179951" y="21683"/>
                  </a:lnTo>
                  <a:lnTo>
                    <a:pt x="181313" y="22049"/>
                  </a:lnTo>
                  <a:lnTo>
                    <a:pt x="181836" y="22531"/>
                  </a:lnTo>
                  <a:lnTo>
                    <a:pt x="182910" y="22989"/>
                  </a:lnTo>
                  <a:lnTo>
                    <a:pt x="184471" y="23108"/>
                  </a:lnTo>
                  <a:lnTo>
                    <a:pt x="186326" y="23617"/>
                  </a:lnTo>
                  <a:lnTo>
                    <a:pt x="187901" y="24433"/>
                  </a:lnTo>
                  <a:lnTo>
                    <a:pt x="189269" y="25887"/>
                  </a:lnTo>
                  <a:lnTo>
                    <a:pt x="192124" y="23654"/>
                  </a:lnTo>
                  <a:lnTo>
                    <a:pt x="194284" y="22444"/>
                  </a:lnTo>
                  <a:lnTo>
                    <a:pt x="195848" y="21214"/>
                  </a:lnTo>
                  <a:lnTo>
                    <a:pt x="200040" y="23873"/>
                  </a:lnTo>
                  <a:lnTo>
                    <a:pt x="206113" y="28301"/>
                  </a:lnTo>
                  <a:lnTo>
                    <a:pt x="211480" y="23291"/>
                  </a:lnTo>
                  <a:lnTo>
                    <a:pt x="211678" y="22923"/>
                  </a:lnTo>
                  <a:lnTo>
                    <a:pt x="211465" y="22312"/>
                  </a:lnTo>
                  <a:lnTo>
                    <a:pt x="212555" y="21752"/>
                  </a:lnTo>
                  <a:lnTo>
                    <a:pt x="212173" y="21000"/>
                  </a:lnTo>
                  <a:lnTo>
                    <a:pt x="214015" y="18036"/>
                  </a:lnTo>
                  <a:lnTo>
                    <a:pt x="214300" y="18254"/>
                  </a:lnTo>
                  <a:lnTo>
                    <a:pt x="215581" y="16800"/>
                  </a:lnTo>
                  <a:lnTo>
                    <a:pt x="216734" y="14206"/>
                  </a:lnTo>
                  <a:lnTo>
                    <a:pt x="218514" y="15686"/>
                  </a:lnTo>
                  <a:lnTo>
                    <a:pt x="220793" y="16638"/>
                  </a:lnTo>
                  <a:lnTo>
                    <a:pt x="221948" y="16570"/>
                  </a:lnTo>
                  <a:lnTo>
                    <a:pt x="222408" y="16222"/>
                  </a:lnTo>
                  <a:lnTo>
                    <a:pt x="223705" y="16485"/>
                  </a:lnTo>
                  <a:lnTo>
                    <a:pt x="225753" y="16348"/>
                  </a:lnTo>
                  <a:lnTo>
                    <a:pt x="226799" y="15384"/>
                  </a:lnTo>
                  <a:lnTo>
                    <a:pt x="227953" y="15104"/>
                  </a:lnTo>
                  <a:lnTo>
                    <a:pt x="229034" y="15739"/>
                  </a:lnTo>
                  <a:lnTo>
                    <a:pt x="229464" y="14861"/>
                  </a:lnTo>
                  <a:lnTo>
                    <a:pt x="230601" y="15166"/>
                  </a:lnTo>
                  <a:lnTo>
                    <a:pt x="231384" y="14639"/>
                  </a:lnTo>
                  <a:lnTo>
                    <a:pt x="232235" y="15088"/>
                  </a:lnTo>
                  <a:lnTo>
                    <a:pt x="233255" y="13813"/>
                  </a:lnTo>
                  <a:lnTo>
                    <a:pt x="233624" y="13848"/>
                  </a:lnTo>
                  <a:lnTo>
                    <a:pt x="235344" y="14499"/>
                  </a:lnTo>
                  <a:lnTo>
                    <a:pt x="239001" y="14961"/>
                  </a:lnTo>
                  <a:lnTo>
                    <a:pt x="243217" y="17769"/>
                  </a:lnTo>
                  <a:lnTo>
                    <a:pt x="245822" y="17453"/>
                  </a:lnTo>
                  <a:lnTo>
                    <a:pt x="248904" y="18020"/>
                  </a:lnTo>
                  <a:lnTo>
                    <a:pt x="252045" y="18239"/>
                  </a:lnTo>
                  <a:lnTo>
                    <a:pt x="252648" y="18537"/>
                  </a:lnTo>
                  <a:lnTo>
                    <a:pt x="253180" y="17939"/>
                  </a:lnTo>
                  <a:lnTo>
                    <a:pt x="254911" y="19300"/>
                  </a:lnTo>
                  <a:lnTo>
                    <a:pt x="255679" y="20517"/>
                  </a:lnTo>
                  <a:lnTo>
                    <a:pt x="258441" y="21208"/>
                  </a:lnTo>
                  <a:lnTo>
                    <a:pt x="261263" y="24677"/>
                  </a:lnTo>
                  <a:lnTo>
                    <a:pt x="262322" y="25449"/>
                  </a:lnTo>
                  <a:lnTo>
                    <a:pt x="264093" y="26146"/>
                  </a:lnTo>
                  <a:lnTo>
                    <a:pt x="265484" y="26294"/>
                  </a:lnTo>
                  <a:lnTo>
                    <a:pt x="266958" y="26893"/>
                  </a:lnTo>
                  <a:lnTo>
                    <a:pt x="271387" y="30254"/>
                  </a:lnTo>
                  <a:lnTo>
                    <a:pt x="273125" y="30784"/>
                  </a:lnTo>
                  <a:lnTo>
                    <a:pt x="275462" y="31922"/>
                  </a:lnTo>
                  <a:lnTo>
                    <a:pt x="276630" y="32165"/>
                  </a:lnTo>
                  <a:lnTo>
                    <a:pt x="277095" y="33114"/>
                  </a:lnTo>
                  <a:lnTo>
                    <a:pt x="276633" y="34293"/>
                  </a:lnTo>
                  <a:lnTo>
                    <a:pt x="277884" y="36728"/>
                  </a:lnTo>
                  <a:lnTo>
                    <a:pt x="278765" y="39670"/>
                  </a:lnTo>
                  <a:lnTo>
                    <a:pt x="278888" y="40804"/>
                  </a:lnTo>
                  <a:lnTo>
                    <a:pt x="280025" y="42318"/>
                  </a:lnTo>
                  <a:lnTo>
                    <a:pt x="281785" y="43688"/>
                  </a:lnTo>
                  <a:lnTo>
                    <a:pt x="284021" y="44656"/>
                  </a:lnTo>
                  <a:lnTo>
                    <a:pt x="286462" y="45098"/>
                  </a:lnTo>
                  <a:lnTo>
                    <a:pt x="288476" y="45048"/>
                  </a:lnTo>
                  <a:lnTo>
                    <a:pt x="292041" y="46230"/>
                  </a:lnTo>
                  <a:lnTo>
                    <a:pt x="293598" y="47587"/>
                  </a:lnTo>
                  <a:lnTo>
                    <a:pt x="295960" y="50667"/>
                  </a:lnTo>
                  <a:lnTo>
                    <a:pt x="297137" y="51702"/>
                  </a:lnTo>
                  <a:lnTo>
                    <a:pt x="300534" y="55769"/>
                  </a:lnTo>
                  <a:lnTo>
                    <a:pt x="302761" y="57678"/>
                  </a:lnTo>
                  <a:lnTo>
                    <a:pt x="304161" y="58556"/>
                  </a:lnTo>
                  <a:lnTo>
                    <a:pt x="309466" y="60750"/>
                  </a:lnTo>
                  <a:lnTo>
                    <a:pt x="314880" y="64427"/>
                  </a:lnTo>
                  <a:lnTo>
                    <a:pt x="315584" y="64256"/>
                  </a:lnTo>
                  <a:lnTo>
                    <a:pt x="316847" y="64397"/>
                  </a:lnTo>
                  <a:lnTo>
                    <a:pt x="320558" y="65215"/>
                  </a:lnTo>
                  <a:lnTo>
                    <a:pt x="320894" y="65274"/>
                  </a:lnTo>
                  <a:lnTo>
                    <a:pt x="325549" y="66805"/>
                  </a:lnTo>
                  <a:lnTo>
                    <a:pt x="329402" y="66405"/>
                  </a:lnTo>
                  <a:lnTo>
                    <a:pt x="330201" y="66081"/>
                  </a:lnTo>
                  <a:lnTo>
                    <a:pt x="331910" y="66048"/>
                  </a:lnTo>
                  <a:lnTo>
                    <a:pt x="332701" y="65251"/>
                  </a:lnTo>
                  <a:lnTo>
                    <a:pt x="334373" y="65186"/>
                  </a:lnTo>
                  <a:lnTo>
                    <a:pt x="334921" y="64829"/>
                  </a:lnTo>
                  <a:lnTo>
                    <a:pt x="337962" y="66072"/>
                  </a:lnTo>
                  <a:lnTo>
                    <a:pt x="341902" y="66574"/>
                  </a:lnTo>
                  <a:lnTo>
                    <a:pt x="343149" y="67715"/>
                  </a:lnTo>
                  <a:lnTo>
                    <a:pt x="344181" y="69974"/>
                  </a:lnTo>
                  <a:lnTo>
                    <a:pt x="345394" y="71482"/>
                  </a:lnTo>
                  <a:lnTo>
                    <a:pt x="347340" y="73033"/>
                  </a:lnTo>
                  <a:lnTo>
                    <a:pt x="347728" y="73586"/>
                  </a:lnTo>
                  <a:lnTo>
                    <a:pt x="349001" y="72473"/>
                  </a:lnTo>
                  <a:lnTo>
                    <a:pt x="350211" y="72001"/>
                  </a:lnTo>
                  <a:lnTo>
                    <a:pt x="351443" y="70886"/>
                  </a:lnTo>
                  <a:lnTo>
                    <a:pt x="352472" y="69117"/>
                  </a:lnTo>
                  <a:lnTo>
                    <a:pt x="353556" y="67895"/>
                  </a:lnTo>
                  <a:lnTo>
                    <a:pt x="355990" y="66536"/>
                  </a:lnTo>
                  <a:lnTo>
                    <a:pt x="357235" y="65425"/>
                  </a:lnTo>
                  <a:lnTo>
                    <a:pt x="358419" y="63419"/>
                  </a:lnTo>
                  <a:lnTo>
                    <a:pt x="358916" y="63617"/>
                  </a:lnTo>
                  <a:lnTo>
                    <a:pt x="359479" y="63520"/>
                  </a:lnTo>
                  <a:lnTo>
                    <a:pt x="360623" y="62850"/>
                  </a:lnTo>
                  <a:lnTo>
                    <a:pt x="361605" y="64661"/>
                  </a:lnTo>
                  <a:lnTo>
                    <a:pt x="362120" y="64603"/>
                  </a:lnTo>
                  <a:lnTo>
                    <a:pt x="362593" y="65741"/>
                  </a:lnTo>
                  <a:lnTo>
                    <a:pt x="364022" y="67700"/>
                  </a:lnTo>
                  <a:lnTo>
                    <a:pt x="364155" y="67610"/>
                  </a:lnTo>
                  <a:lnTo>
                    <a:pt x="366141" y="69716"/>
                  </a:lnTo>
                  <a:lnTo>
                    <a:pt x="365990" y="71358"/>
                  </a:lnTo>
                  <a:lnTo>
                    <a:pt x="370125" y="72312"/>
                  </a:lnTo>
                  <a:lnTo>
                    <a:pt x="369886" y="74231"/>
                  </a:lnTo>
                  <a:lnTo>
                    <a:pt x="371576" y="74252"/>
                  </a:lnTo>
                  <a:lnTo>
                    <a:pt x="371813" y="74940"/>
                  </a:lnTo>
                  <a:lnTo>
                    <a:pt x="372473" y="74590"/>
                  </a:lnTo>
                  <a:lnTo>
                    <a:pt x="373124" y="75577"/>
                  </a:lnTo>
                  <a:lnTo>
                    <a:pt x="374154" y="75237"/>
                  </a:lnTo>
                  <a:lnTo>
                    <a:pt x="376303" y="75293"/>
                  </a:lnTo>
                  <a:lnTo>
                    <a:pt x="376857" y="75504"/>
                  </a:lnTo>
                  <a:lnTo>
                    <a:pt x="379659" y="76887"/>
                  </a:lnTo>
                  <a:lnTo>
                    <a:pt x="381948" y="79283"/>
                  </a:lnTo>
                  <a:lnTo>
                    <a:pt x="382996" y="80041"/>
                  </a:lnTo>
                  <a:lnTo>
                    <a:pt x="383641" y="80366"/>
                  </a:lnTo>
                  <a:lnTo>
                    <a:pt x="390249" y="82013"/>
                  </a:lnTo>
                  <a:lnTo>
                    <a:pt x="393059" y="83647"/>
                  </a:lnTo>
                  <a:lnTo>
                    <a:pt x="396001" y="86619"/>
                  </a:lnTo>
                  <a:lnTo>
                    <a:pt x="396696" y="87625"/>
                  </a:lnTo>
                  <a:lnTo>
                    <a:pt x="396885" y="91930"/>
                  </a:lnTo>
                  <a:lnTo>
                    <a:pt x="398260" y="96769"/>
                  </a:lnTo>
                  <a:lnTo>
                    <a:pt x="398004" y="99964"/>
                  </a:lnTo>
                  <a:lnTo>
                    <a:pt x="398599" y="101312"/>
                  </a:lnTo>
                  <a:lnTo>
                    <a:pt x="400216" y="102542"/>
                  </a:lnTo>
                  <a:lnTo>
                    <a:pt x="400491" y="103175"/>
                  </a:lnTo>
                  <a:lnTo>
                    <a:pt x="400229" y="104999"/>
                  </a:lnTo>
                  <a:lnTo>
                    <a:pt x="400424" y="105142"/>
                  </a:lnTo>
                  <a:lnTo>
                    <a:pt x="400436" y="109081"/>
                  </a:lnTo>
                  <a:lnTo>
                    <a:pt x="401455" y="113163"/>
                  </a:lnTo>
                  <a:lnTo>
                    <a:pt x="401877" y="113835"/>
                  </a:lnTo>
                  <a:lnTo>
                    <a:pt x="404614" y="115550"/>
                  </a:lnTo>
                  <a:lnTo>
                    <a:pt x="406352" y="117686"/>
                  </a:lnTo>
                  <a:lnTo>
                    <a:pt x="407632" y="120175"/>
                  </a:lnTo>
                  <a:lnTo>
                    <a:pt x="409270" y="121419"/>
                  </a:lnTo>
                  <a:lnTo>
                    <a:pt x="410677" y="121987"/>
                  </a:lnTo>
                  <a:lnTo>
                    <a:pt x="417607" y="123706"/>
                  </a:lnTo>
                  <a:lnTo>
                    <a:pt x="424827" y="124799"/>
                  </a:lnTo>
                  <a:lnTo>
                    <a:pt x="427476" y="126046"/>
                  </a:lnTo>
                  <a:lnTo>
                    <a:pt x="432012" y="127312"/>
                  </a:lnTo>
                  <a:lnTo>
                    <a:pt x="434771" y="128764"/>
                  </a:lnTo>
                  <a:lnTo>
                    <a:pt x="438437" y="130280"/>
                  </a:lnTo>
                  <a:lnTo>
                    <a:pt x="443298" y="131575"/>
                  </a:lnTo>
                  <a:lnTo>
                    <a:pt x="446937" y="132906"/>
                  </a:lnTo>
                  <a:lnTo>
                    <a:pt x="454327" y="134439"/>
                  </a:lnTo>
                  <a:lnTo>
                    <a:pt x="457953" y="135604"/>
                  </a:lnTo>
                  <a:lnTo>
                    <a:pt x="465958" y="140555"/>
                  </a:lnTo>
                  <a:lnTo>
                    <a:pt x="467198" y="141588"/>
                  </a:lnTo>
                  <a:lnTo>
                    <a:pt x="468508" y="142210"/>
                  </a:lnTo>
                  <a:lnTo>
                    <a:pt x="471321" y="144592"/>
                  </a:lnTo>
                  <a:lnTo>
                    <a:pt x="472504" y="145201"/>
                  </a:lnTo>
                  <a:lnTo>
                    <a:pt x="472928" y="145970"/>
                  </a:lnTo>
                  <a:lnTo>
                    <a:pt x="474810" y="147257"/>
                  </a:lnTo>
                  <a:lnTo>
                    <a:pt x="477607" y="148461"/>
                  </a:lnTo>
                  <a:lnTo>
                    <a:pt x="480559" y="148670"/>
                  </a:lnTo>
                  <a:lnTo>
                    <a:pt x="483878" y="147936"/>
                  </a:lnTo>
                  <a:lnTo>
                    <a:pt x="487264" y="148016"/>
                  </a:lnTo>
                  <a:lnTo>
                    <a:pt x="488330" y="151646"/>
                  </a:lnTo>
                  <a:lnTo>
                    <a:pt x="484103" y="151402"/>
                  </a:lnTo>
                  <a:lnTo>
                    <a:pt x="481837" y="151761"/>
                  </a:lnTo>
                  <a:lnTo>
                    <a:pt x="481624" y="158973"/>
                  </a:lnTo>
                  <a:lnTo>
                    <a:pt x="483629" y="159591"/>
                  </a:lnTo>
                  <a:lnTo>
                    <a:pt x="485380" y="159458"/>
                  </a:lnTo>
                  <a:lnTo>
                    <a:pt x="483672" y="164379"/>
                  </a:lnTo>
                  <a:lnTo>
                    <a:pt x="484711" y="165187"/>
                  </a:lnTo>
                  <a:lnTo>
                    <a:pt x="486801" y="167934"/>
                  </a:lnTo>
                  <a:lnTo>
                    <a:pt x="489697" y="169367"/>
                  </a:lnTo>
                  <a:lnTo>
                    <a:pt x="492161" y="171332"/>
                  </a:lnTo>
                  <a:lnTo>
                    <a:pt x="494898" y="172688"/>
                  </a:lnTo>
                  <a:lnTo>
                    <a:pt x="495606" y="172827"/>
                  </a:lnTo>
                  <a:lnTo>
                    <a:pt x="496807" y="172379"/>
                  </a:lnTo>
                  <a:lnTo>
                    <a:pt x="497778" y="172391"/>
                  </a:lnTo>
                  <a:lnTo>
                    <a:pt x="498247" y="172099"/>
                  </a:lnTo>
                  <a:lnTo>
                    <a:pt x="499519" y="172325"/>
                  </a:lnTo>
                  <a:lnTo>
                    <a:pt x="500498" y="172769"/>
                  </a:lnTo>
                  <a:lnTo>
                    <a:pt x="501361" y="171816"/>
                  </a:lnTo>
                  <a:lnTo>
                    <a:pt x="502752" y="172330"/>
                  </a:lnTo>
                  <a:lnTo>
                    <a:pt x="505685" y="174617"/>
                  </a:lnTo>
                  <a:lnTo>
                    <a:pt x="506927" y="173842"/>
                  </a:lnTo>
                  <a:lnTo>
                    <a:pt x="508681" y="174383"/>
                  </a:lnTo>
                  <a:lnTo>
                    <a:pt x="509845" y="175412"/>
                  </a:lnTo>
                  <a:lnTo>
                    <a:pt x="510192" y="176017"/>
                  </a:lnTo>
                  <a:lnTo>
                    <a:pt x="511846" y="175384"/>
                  </a:lnTo>
                  <a:lnTo>
                    <a:pt x="512054" y="177295"/>
                  </a:lnTo>
                  <a:lnTo>
                    <a:pt x="511923" y="178688"/>
                  </a:lnTo>
                  <a:lnTo>
                    <a:pt x="511833" y="180577"/>
                  </a:lnTo>
                  <a:lnTo>
                    <a:pt x="510243" y="180636"/>
                  </a:lnTo>
                  <a:lnTo>
                    <a:pt x="510219" y="179967"/>
                  </a:lnTo>
                  <a:lnTo>
                    <a:pt x="505666" y="179715"/>
                  </a:lnTo>
                  <a:lnTo>
                    <a:pt x="505748" y="179164"/>
                  </a:lnTo>
                  <a:lnTo>
                    <a:pt x="505227" y="178840"/>
                  </a:lnTo>
                  <a:lnTo>
                    <a:pt x="501644" y="178464"/>
                  </a:lnTo>
                  <a:lnTo>
                    <a:pt x="501618" y="178034"/>
                  </a:lnTo>
                  <a:lnTo>
                    <a:pt x="501033" y="177734"/>
                  </a:lnTo>
                  <a:lnTo>
                    <a:pt x="498476" y="177106"/>
                  </a:lnTo>
                  <a:lnTo>
                    <a:pt x="498593" y="179852"/>
                  </a:lnTo>
                  <a:lnTo>
                    <a:pt x="495195" y="179820"/>
                  </a:lnTo>
                  <a:lnTo>
                    <a:pt x="495258" y="179286"/>
                  </a:lnTo>
                  <a:lnTo>
                    <a:pt x="494705" y="179132"/>
                  </a:lnTo>
                  <a:lnTo>
                    <a:pt x="495371" y="177617"/>
                  </a:lnTo>
                  <a:lnTo>
                    <a:pt x="494014" y="176569"/>
                  </a:lnTo>
                  <a:lnTo>
                    <a:pt x="493224" y="177894"/>
                  </a:lnTo>
                  <a:lnTo>
                    <a:pt x="492078" y="177525"/>
                  </a:lnTo>
                  <a:lnTo>
                    <a:pt x="491268" y="184041"/>
                  </a:lnTo>
                  <a:lnTo>
                    <a:pt x="486920" y="182336"/>
                  </a:lnTo>
                  <a:lnTo>
                    <a:pt x="484088" y="180579"/>
                  </a:lnTo>
                  <a:lnTo>
                    <a:pt x="482624" y="180025"/>
                  </a:lnTo>
                  <a:lnTo>
                    <a:pt x="482398" y="183975"/>
                  </a:lnTo>
                  <a:lnTo>
                    <a:pt x="479931" y="184416"/>
                  </a:lnTo>
                  <a:lnTo>
                    <a:pt x="479665" y="187155"/>
                  </a:lnTo>
                  <a:lnTo>
                    <a:pt x="479146" y="189170"/>
                  </a:lnTo>
                  <a:lnTo>
                    <a:pt x="479101" y="192074"/>
                  </a:lnTo>
                  <a:lnTo>
                    <a:pt x="479309" y="193367"/>
                  </a:lnTo>
                  <a:lnTo>
                    <a:pt x="480318" y="193264"/>
                  </a:lnTo>
                  <a:lnTo>
                    <a:pt x="481069" y="193730"/>
                  </a:lnTo>
                  <a:lnTo>
                    <a:pt x="481775" y="194278"/>
                  </a:lnTo>
                  <a:lnTo>
                    <a:pt x="482533" y="195448"/>
                  </a:lnTo>
                  <a:lnTo>
                    <a:pt x="482884" y="195004"/>
                  </a:lnTo>
                  <a:lnTo>
                    <a:pt x="483819" y="196580"/>
                  </a:lnTo>
                  <a:lnTo>
                    <a:pt x="485360" y="197974"/>
                  </a:lnTo>
                  <a:lnTo>
                    <a:pt x="485436" y="198698"/>
                  </a:lnTo>
                  <a:lnTo>
                    <a:pt x="486153" y="199485"/>
                  </a:lnTo>
                  <a:lnTo>
                    <a:pt x="486711" y="200922"/>
                  </a:lnTo>
                  <a:lnTo>
                    <a:pt x="486604" y="201590"/>
                  </a:lnTo>
                  <a:lnTo>
                    <a:pt x="487640" y="202150"/>
                  </a:lnTo>
                  <a:lnTo>
                    <a:pt x="489255" y="202255"/>
                  </a:lnTo>
                  <a:lnTo>
                    <a:pt x="490489" y="202040"/>
                  </a:lnTo>
                  <a:lnTo>
                    <a:pt x="490962" y="202364"/>
                  </a:lnTo>
                  <a:lnTo>
                    <a:pt x="491623" y="208490"/>
                  </a:lnTo>
                  <a:lnTo>
                    <a:pt x="491666" y="212753"/>
                  </a:lnTo>
                  <a:lnTo>
                    <a:pt x="491263" y="213704"/>
                  </a:lnTo>
                  <a:lnTo>
                    <a:pt x="491814" y="214382"/>
                  </a:lnTo>
                  <a:lnTo>
                    <a:pt x="492378" y="214438"/>
                  </a:lnTo>
                  <a:lnTo>
                    <a:pt x="494444" y="213813"/>
                  </a:lnTo>
                  <a:lnTo>
                    <a:pt x="495218" y="213239"/>
                  </a:lnTo>
                  <a:lnTo>
                    <a:pt x="496026" y="211173"/>
                  </a:lnTo>
                  <a:lnTo>
                    <a:pt x="496249" y="211309"/>
                  </a:lnTo>
                  <a:lnTo>
                    <a:pt x="497478" y="209716"/>
                  </a:lnTo>
                  <a:lnTo>
                    <a:pt x="498816" y="208691"/>
                  </a:lnTo>
                  <a:lnTo>
                    <a:pt x="500223" y="209723"/>
                  </a:lnTo>
                  <a:lnTo>
                    <a:pt x="501327" y="210068"/>
                  </a:lnTo>
                  <a:lnTo>
                    <a:pt x="502112" y="210582"/>
                  </a:lnTo>
                  <a:lnTo>
                    <a:pt x="502628" y="211861"/>
                  </a:lnTo>
                  <a:lnTo>
                    <a:pt x="503135" y="212191"/>
                  </a:lnTo>
                  <a:lnTo>
                    <a:pt x="503095" y="212506"/>
                  </a:lnTo>
                  <a:lnTo>
                    <a:pt x="504084" y="213157"/>
                  </a:lnTo>
                  <a:lnTo>
                    <a:pt x="503984" y="213547"/>
                  </a:lnTo>
                  <a:lnTo>
                    <a:pt x="504332" y="214077"/>
                  </a:lnTo>
                  <a:lnTo>
                    <a:pt x="504533" y="215177"/>
                  </a:lnTo>
                  <a:lnTo>
                    <a:pt x="504195" y="215616"/>
                  </a:lnTo>
                  <a:lnTo>
                    <a:pt x="504654" y="217735"/>
                  </a:lnTo>
                  <a:lnTo>
                    <a:pt x="505318" y="218785"/>
                  </a:lnTo>
                  <a:lnTo>
                    <a:pt x="505832" y="219154"/>
                  </a:lnTo>
                  <a:lnTo>
                    <a:pt x="505932" y="219613"/>
                  </a:lnTo>
                  <a:lnTo>
                    <a:pt x="506237" y="219668"/>
                  </a:lnTo>
                  <a:lnTo>
                    <a:pt x="506156" y="219923"/>
                  </a:lnTo>
                  <a:lnTo>
                    <a:pt x="506813" y="220835"/>
                  </a:lnTo>
                  <a:lnTo>
                    <a:pt x="507792" y="221461"/>
                  </a:lnTo>
                  <a:lnTo>
                    <a:pt x="507759" y="221871"/>
                  </a:lnTo>
                  <a:lnTo>
                    <a:pt x="508116" y="221882"/>
                  </a:lnTo>
                  <a:lnTo>
                    <a:pt x="508615" y="223886"/>
                  </a:lnTo>
                  <a:lnTo>
                    <a:pt x="508393" y="225011"/>
                  </a:lnTo>
                  <a:lnTo>
                    <a:pt x="508684" y="225243"/>
                  </a:lnTo>
                  <a:lnTo>
                    <a:pt x="508599" y="225633"/>
                  </a:lnTo>
                  <a:lnTo>
                    <a:pt x="509205" y="226667"/>
                  </a:lnTo>
                  <a:lnTo>
                    <a:pt x="509131" y="227227"/>
                  </a:lnTo>
                  <a:lnTo>
                    <a:pt x="510048" y="228828"/>
                  </a:lnTo>
                  <a:lnTo>
                    <a:pt x="510351" y="228704"/>
                  </a:lnTo>
                  <a:lnTo>
                    <a:pt x="511140" y="229442"/>
                  </a:lnTo>
                  <a:lnTo>
                    <a:pt x="511085" y="229899"/>
                  </a:lnTo>
                  <a:lnTo>
                    <a:pt x="511712" y="230721"/>
                  </a:lnTo>
                  <a:lnTo>
                    <a:pt x="511728" y="231443"/>
                  </a:lnTo>
                  <a:lnTo>
                    <a:pt x="510844" y="231978"/>
                  </a:lnTo>
                  <a:lnTo>
                    <a:pt x="510914" y="232269"/>
                  </a:lnTo>
                  <a:lnTo>
                    <a:pt x="510368" y="232319"/>
                  </a:lnTo>
                  <a:lnTo>
                    <a:pt x="509931" y="232130"/>
                  </a:lnTo>
                  <a:lnTo>
                    <a:pt x="508813" y="232202"/>
                  </a:lnTo>
                  <a:lnTo>
                    <a:pt x="508261" y="232560"/>
                  </a:lnTo>
                  <a:lnTo>
                    <a:pt x="507637" y="232595"/>
                  </a:lnTo>
                  <a:lnTo>
                    <a:pt x="505045" y="233926"/>
                  </a:lnTo>
                  <a:lnTo>
                    <a:pt x="503644" y="235060"/>
                  </a:lnTo>
                  <a:lnTo>
                    <a:pt x="502238" y="235272"/>
                  </a:lnTo>
                  <a:lnTo>
                    <a:pt x="500973" y="236731"/>
                  </a:lnTo>
                  <a:lnTo>
                    <a:pt x="500243" y="238097"/>
                  </a:lnTo>
                  <a:lnTo>
                    <a:pt x="498879" y="237821"/>
                  </a:lnTo>
                  <a:lnTo>
                    <a:pt x="494614" y="238255"/>
                  </a:lnTo>
                  <a:lnTo>
                    <a:pt x="491563" y="239798"/>
                  </a:lnTo>
                  <a:lnTo>
                    <a:pt x="490646" y="239426"/>
                  </a:lnTo>
                  <a:lnTo>
                    <a:pt x="489260" y="239387"/>
                  </a:lnTo>
                  <a:lnTo>
                    <a:pt x="487065" y="239823"/>
                  </a:lnTo>
                  <a:lnTo>
                    <a:pt x="482189" y="238920"/>
                  </a:lnTo>
                  <a:lnTo>
                    <a:pt x="481142" y="239343"/>
                  </a:lnTo>
                  <a:lnTo>
                    <a:pt x="480121" y="240236"/>
                  </a:lnTo>
                  <a:lnTo>
                    <a:pt x="478996" y="239523"/>
                  </a:lnTo>
                  <a:lnTo>
                    <a:pt x="478227" y="239421"/>
                  </a:lnTo>
                  <a:lnTo>
                    <a:pt x="476411" y="241963"/>
                  </a:lnTo>
                  <a:lnTo>
                    <a:pt x="476464" y="244780"/>
                  </a:lnTo>
                  <a:lnTo>
                    <a:pt x="475998" y="246460"/>
                  </a:lnTo>
                  <a:lnTo>
                    <a:pt x="476294" y="247419"/>
                  </a:lnTo>
                  <a:lnTo>
                    <a:pt x="476047" y="248524"/>
                  </a:lnTo>
                  <a:lnTo>
                    <a:pt x="475442" y="249460"/>
                  </a:lnTo>
                  <a:lnTo>
                    <a:pt x="475398" y="251326"/>
                  </a:lnTo>
                  <a:lnTo>
                    <a:pt x="475006" y="251832"/>
                  </a:lnTo>
                  <a:lnTo>
                    <a:pt x="473165" y="252861"/>
                  </a:lnTo>
                  <a:lnTo>
                    <a:pt x="471991" y="252898"/>
                  </a:lnTo>
                  <a:lnTo>
                    <a:pt x="472135" y="253471"/>
                  </a:lnTo>
                  <a:lnTo>
                    <a:pt x="471660" y="253947"/>
                  </a:lnTo>
                  <a:lnTo>
                    <a:pt x="470482" y="254228"/>
                  </a:lnTo>
                  <a:lnTo>
                    <a:pt x="468476" y="252942"/>
                  </a:lnTo>
                  <a:lnTo>
                    <a:pt x="468083" y="253561"/>
                  </a:lnTo>
                  <a:lnTo>
                    <a:pt x="468184" y="254605"/>
                  </a:lnTo>
                  <a:lnTo>
                    <a:pt x="467812" y="254409"/>
                  </a:lnTo>
                  <a:lnTo>
                    <a:pt x="467395" y="254397"/>
                  </a:lnTo>
                  <a:lnTo>
                    <a:pt x="466397" y="255776"/>
                  </a:lnTo>
                  <a:lnTo>
                    <a:pt x="466251" y="255682"/>
                  </a:lnTo>
                  <a:lnTo>
                    <a:pt x="462907" y="259108"/>
                  </a:lnTo>
                  <a:lnTo>
                    <a:pt x="461742" y="259647"/>
                  </a:lnTo>
                  <a:lnTo>
                    <a:pt x="459502" y="260065"/>
                  </a:lnTo>
                  <a:lnTo>
                    <a:pt x="458321" y="259803"/>
                  </a:lnTo>
                  <a:lnTo>
                    <a:pt x="457148" y="258455"/>
                  </a:lnTo>
                  <a:lnTo>
                    <a:pt x="456184" y="256895"/>
                  </a:lnTo>
                  <a:lnTo>
                    <a:pt x="455613" y="255185"/>
                  </a:lnTo>
                  <a:lnTo>
                    <a:pt x="455336" y="254906"/>
                  </a:lnTo>
                  <a:lnTo>
                    <a:pt x="454056" y="254618"/>
                  </a:lnTo>
                  <a:lnTo>
                    <a:pt x="453675" y="254826"/>
                  </a:lnTo>
                  <a:lnTo>
                    <a:pt x="453366" y="255815"/>
                  </a:lnTo>
                  <a:lnTo>
                    <a:pt x="455130" y="258488"/>
                  </a:lnTo>
                  <a:lnTo>
                    <a:pt x="455172" y="259783"/>
                  </a:lnTo>
                  <a:lnTo>
                    <a:pt x="454020" y="262714"/>
                  </a:lnTo>
                  <a:lnTo>
                    <a:pt x="451784" y="263366"/>
                  </a:lnTo>
                  <a:lnTo>
                    <a:pt x="451572" y="263705"/>
                  </a:lnTo>
                  <a:lnTo>
                    <a:pt x="450803" y="263861"/>
                  </a:lnTo>
                  <a:lnTo>
                    <a:pt x="449951" y="263559"/>
                  </a:lnTo>
                  <a:lnTo>
                    <a:pt x="449076" y="262859"/>
                  </a:lnTo>
                  <a:lnTo>
                    <a:pt x="448610" y="262385"/>
                  </a:lnTo>
                  <a:lnTo>
                    <a:pt x="446431" y="262695"/>
                  </a:lnTo>
                  <a:lnTo>
                    <a:pt x="443420" y="261812"/>
                  </a:lnTo>
                  <a:lnTo>
                    <a:pt x="442043" y="261254"/>
                  </a:lnTo>
                  <a:lnTo>
                    <a:pt x="440500" y="260268"/>
                  </a:lnTo>
                  <a:lnTo>
                    <a:pt x="435090" y="259606"/>
                  </a:lnTo>
                  <a:lnTo>
                    <a:pt x="434217" y="260048"/>
                  </a:lnTo>
                  <a:lnTo>
                    <a:pt x="433837" y="261099"/>
                  </a:lnTo>
                  <a:lnTo>
                    <a:pt x="434879" y="262275"/>
                  </a:lnTo>
                  <a:lnTo>
                    <a:pt x="436255" y="264801"/>
                  </a:lnTo>
                  <a:lnTo>
                    <a:pt x="436576" y="266907"/>
                  </a:lnTo>
                  <a:lnTo>
                    <a:pt x="436303" y="268413"/>
                  </a:lnTo>
                  <a:lnTo>
                    <a:pt x="436522" y="268524"/>
                  </a:lnTo>
                  <a:lnTo>
                    <a:pt x="436512" y="269247"/>
                  </a:lnTo>
                  <a:lnTo>
                    <a:pt x="436972" y="270321"/>
                  </a:lnTo>
                  <a:lnTo>
                    <a:pt x="432072" y="268978"/>
                  </a:lnTo>
                  <a:lnTo>
                    <a:pt x="432008" y="269223"/>
                  </a:lnTo>
                  <a:lnTo>
                    <a:pt x="430894" y="268949"/>
                  </a:lnTo>
                  <a:lnTo>
                    <a:pt x="428451" y="267754"/>
                  </a:lnTo>
                  <a:lnTo>
                    <a:pt x="427802" y="267043"/>
                  </a:lnTo>
                  <a:lnTo>
                    <a:pt x="426434" y="266637"/>
                  </a:lnTo>
                  <a:lnTo>
                    <a:pt x="422787" y="268296"/>
                  </a:lnTo>
                  <a:lnTo>
                    <a:pt x="422085" y="269292"/>
                  </a:lnTo>
                  <a:lnTo>
                    <a:pt x="420978" y="270121"/>
                  </a:lnTo>
                  <a:lnTo>
                    <a:pt x="420528" y="270885"/>
                  </a:lnTo>
                  <a:lnTo>
                    <a:pt x="419913" y="270885"/>
                  </a:lnTo>
                  <a:lnTo>
                    <a:pt x="419822" y="271449"/>
                  </a:lnTo>
                  <a:lnTo>
                    <a:pt x="419256" y="271719"/>
                  </a:lnTo>
                  <a:lnTo>
                    <a:pt x="418470" y="271707"/>
                  </a:lnTo>
                  <a:lnTo>
                    <a:pt x="418429" y="272301"/>
                  </a:lnTo>
                  <a:lnTo>
                    <a:pt x="417896" y="272580"/>
                  </a:lnTo>
                  <a:lnTo>
                    <a:pt x="417486" y="274024"/>
                  </a:lnTo>
                  <a:lnTo>
                    <a:pt x="417281" y="274310"/>
                  </a:lnTo>
                  <a:lnTo>
                    <a:pt x="416940" y="274076"/>
                  </a:lnTo>
                  <a:lnTo>
                    <a:pt x="416667" y="274877"/>
                  </a:lnTo>
                  <a:lnTo>
                    <a:pt x="416226" y="274784"/>
                  </a:lnTo>
                  <a:lnTo>
                    <a:pt x="415978" y="275130"/>
                  </a:lnTo>
                  <a:lnTo>
                    <a:pt x="415414" y="275092"/>
                  </a:lnTo>
                  <a:lnTo>
                    <a:pt x="415234" y="275555"/>
                  </a:lnTo>
                  <a:lnTo>
                    <a:pt x="414742" y="275556"/>
                  </a:lnTo>
                  <a:lnTo>
                    <a:pt x="414624" y="276145"/>
                  </a:lnTo>
                  <a:lnTo>
                    <a:pt x="415353" y="277149"/>
                  </a:lnTo>
                  <a:lnTo>
                    <a:pt x="418139" y="280634"/>
                  </a:lnTo>
                  <a:lnTo>
                    <a:pt x="422866" y="283859"/>
                  </a:lnTo>
                  <a:lnTo>
                    <a:pt x="427697" y="289142"/>
                  </a:lnTo>
                  <a:lnTo>
                    <a:pt x="427399" y="292238"/>
                  </a:lnTo>
                  <a:lnTo>
                    <a:pt x="426675" y="294119"/>
                  </a:lnTo>
                  <a:lnTo>
                    <a:pt x="426446" y="295414"/>
                  </a:lnTo>
                  <a:lnTo>
                    <a:pt x="425083" y="299838"/>
                  </a:lnTo>
                  <a:lnTo>
                    <a:pt x="424628" y="299699"/>
                  </a:lnTo>
                  <a:lnTo>
                    <a:pt x="419775" y="307054"/>
                  </a:lnTo>
                  <a:lnTo>
                    <a:pt x="418558" y="306363"/>
                  </a:lnTo>
                  <a:lnTo>
                    <a:pt x="416157" y="311039"/>
                  </a:lnTo>
                  <a:lnTo>
                    <a:pt x="415304" y="310656"/>
                  </a:lnTo>
                  <a:lnTo>
                    <a:pt x="414834" y="311571"/>
                  </a:lnTo>
                  <a:lnTo>
                    <a:pt x="416431" y="312507"/>
                  </a:lnTo>
                  <a:lnTo>
                    <a:pt x="416139" y="313126"/>
                  </a:lnTo>
                  <a:lnTo>
                    <a:pt x="418118" y="316599"/>
                  </a:lnTo>
                  <a:lnTo>
                    <a:pt x="418987" y="317309"/>
                  </a:lnTo>
                  <a:lnTo>
                    <a:pt x="423058" y="319307"/>
                  </a:lnTo>
                  <a:lnTo>
                    <a:pt x="422321" y="322001"/>
                  </a:lnTo>
                  <a:lnTo>
                    <a:pt x="422939" y="322935"/>
                  </a:lnTo>
                  <a:lnTo>
                    <a:pt x="423015" y="323678"/>
                  </a:lnTo>
                  <a:lnTo>
                    <a:pt x="423501" y="324397"/>
                  </a:lnTo>
                  <a:lnTo>
                    <a:pt x="421125" y="326549"/>
                  </a:lnTo>
                  <a:lnTo>
                    <a:pt x="419041" y="327458"/>
                  </a:lnTo>
                  <a:lnTo>
                    <a:pt x="418505" y="328110"/>
                  </a:lnTo>
                  <a:lnTo>
                    <a:pt x="418033" y="329299"/>
                  </a:lnTo>
                  <a:lnTo>
                    <a:pt x="417764" y="329203"/>
                  </a:lnTo>
                  <a:lnTo>
                    <a:pt x="416340" y="330657"/>
                  </a:lnTo>
                  <a:lnTo>
                    <a:pt x="415379" y="331270"/>
                  </a:lnTo>
                  <a:lnTo>
                    <a:pt x="414583" y="332280"/>
                  </a:lnTo>
                  <a:lnTo>
                    <a:pt x="409466" y="336408"/>
                  </a:lnTo>
                  <a:lnTo>
                    <a:pt x="405223" y="341084"/>
                  </a:lnTo>
                  <a:lnTo>
                    <a:pt x="401970" y="340442"/>
                  </a:lnTo>
                  <a:lnTo>
                    <a:pt x="401889" y="342994"/>
                  </a:lnTo>
                  <a:lnTo>
                    <a:pt x="405684" y="344009"/>
                  </a:lnTo>
                  <a:lnTo>
                    <a:pt x="405661" y="344215"/>
                  </a:lnTo>
                  <a:lnTo>
                    <a:pt x="406945" y="344703"/>
                  </a:lnTo>
                  <a:lnTo>
                    <a:pt x="408014" y="347819"/>
                  </a:lnTo>
                  <a:lnTo>
                    <a:pt x="410042" y="347050"/>
                  </a:lnTo>
                  <a:lnTo>
                    <a:pt x="416357" y="348723"/>
                  </a:lnTo>
                  <a:lnTo>
                    <a:pt x="417222" y="349041"/>
                  </a:lnTo>
                  <a:lnTo>
                    <a:pt x="418469" y="350134"/>
                  </a:lnTo>
                  <a:lnTo>
                    <a:pt x="419618" y="350713"/>
                  </a:lnTo>
                  <a:lnTo>
                    <a:pt x="423333" y="352067"/>
                  </a:lnTo>
                  <a:lnTo>
                    <a:pt x="423016" y="353632"/>
                  </a:lnTo>
                  <a:lnTo>
                    <a:pt x="425763" y="355615"/>
                  </a:lnTo>
                  <a:lnTo>
                    <a:pt x="427566" y="355978"/>
                  </a:lnTo>
                  <a:lnTo>
                    <a:pt x="427250" y="357538"/>
                  </a:lnTo>
                  <a:lnTo>
                    <a:pt x="430277" y="358232"/>
                  </a:lnTo>
                  <a:lnTo>
                    <a:pt x="429456" y="363756"/>
                  </a:lnTo>
                  <a:lnTo>
                    <a:pt x="429420" y="363937"/>
                  </a:lnTo>
                  <a:lnTo>
                    <a:pt x="429730" y="364014"/>
                  </a:lnTo>
                  <a:lnTo>
                    <a:pt x="429022" y="364610"/>
                  </a:lnTo>
                  <a:lnTo>
                    <a:pt x="428481" y="365451"/>
                  </a:lnTo>
                  <a:lnTo>
                    <a:pt x="427686" y="365121"/>
                  </a:lnTo>
                  <a:lnTo>
                    <a:pt x="426282" y="365168"/>
                  </a:lnTo>
                  <a:lnTo>
                    <a:pt x="420179" y="366338"/>
                  </a:lnTo>
                  <a:lnTo>
                    <a:pt x="419730" y="368189"/>
                  </a:lnTo>
                  <a:lnTo>
                    <a:pt x="417747" y="367512"/>
                  </a:lnTo>
                  <a:lnTo>
                    <a:pt x="415523" y="366131"/>
                  </a:lnTo>
                  <a:lnTo>
                    <a:pt x="414384" y="365829"/>
                  </a:lnTo>
                  <a:lnTo>
                    <a:pt x="413995" y="364589"/>
                  </a:lnTo>
                  <a:lnTo>
                    <a:pt x="413747" y="364441"/>
                  </a:lnTo>
                  <a:lnTo>
                    <a:pt x="411322" y="364418"/>
                  </a:lnTo>
                  <a:lnTo>
                    <a:pt x="409253" y="363850"/>
                  </a:lnTo>
                  <a:lnTo>
                    <a:pt x="408318" y="363108"/>
                  </a:lnTo>
                  <a:lnTo>
                    <a:pt x="406231" y="362059"/>
                  </a:lnTo>
                  <a:lnTo>
                    <a:pt x="405571" y="361209"/>
                  </a:lnTo>
                  <a:lnTo>
                    <a:pt x="404118" y="360279"/>
                  </a:lnTo>
                  <a:lnTo>
                    <a:pt x="403914" y="359925"/>
                  </a:lnTo>
                  <a:lnTo>
                    <a:pt x="403544" y="360748"/>
                  </a:lnTo>
                  <a:lnTo>
                    <a:pt x="401058" y="362758"/>
                  </a:lnTo>
                  <a:lnTo>
                    <a:pt x="400536" y="363739"/>
                  </a:lnTo>
                  <a:lnTo>
                    <a:pt x="401620" y="366700"/>
                  </a:lnTo>
                  <a:lnTo>
                    <a:pt x="402673" y="368651"/>
                  </a:lnTo>
                  <a:lnTo>
                    <a:pt x="403783" y="371008"/>
                  </a:lnTo>
                  <a:lnTo>
                    <a:pt x="405184" y="375869"/>
                  </a:lnTo>
                  <a:lnTo>
                    <a:pt x="397979" y="376018"/>
                  </a:lnTo>
                  <a:lnTo>
                    <a:pt x="398009" y="377738"/>
                  </a:lnTo>
                  <a:lnTo>
                    <a:pt x="395874" y="377198"/>
                  </a:lnTo>
                  <a:lnTo>
                    <a:pt x="395507" y="378952"/>
                  </a:lnTo>
                  <a:lnTo>
                    <a:pt x="395534" y="380312"/>
                  </a:lnTo>
                  <a:lnTo>
                    <a:pt x="396142" y="383585"/>
                  </a:lnTo>
                  <a:lnTo>
                    <a:pt x="392518" y="383555"/>
                  </a:lnTo>
                  <a:lnTo>
                    <a:pt x="393997" y="385222"/>
                  </a:lnTo>
                  <a:lnTo>
                    <a:pt x="395201" y="387116"/>
                  </a:lnTo>
                  <a:lnTo>
                    <a:pt x="395764" y="387140"/>
                  </a:lnTo>
                  <a:lnTo>
                    <a:pt x="397523" y="390309"/>
                  </a:lnTo>
                  <a:lnTo>
                    <a:pt x="397053" y="389992"/>
                  </a:lnTo>
                  <a:lnTo>
                    <a:pt x="397185" y="392074"/>
                  </a:lnTo>
                  <a:lnTo>
                    <a:pt x="396400" y="395734"/>
                  </a:lnTo>
                  <a:lnTo>
                    <a:pt x="396824" y="402282"/>
                  </a:lnTo>
                  <a:lnTo>
                    <a:pt x="395849" y="401986"/>
                  </a:lnTo>
                  <a:lnTo>
                    <a:pt x="394773" y="402100"/>
                  </a:lnTo>
                  <a:lnTo>
                    <a:pt x="394689" y="401858"/>
                  </a:lnTo>
                  <a:lnTo>
                    <a:pt x="394358" y="402249"/>
                  </a:lnTo>
                  <a:lnTo>
                    <a:pt x="392939" y="402209"/>
                  </a:lnTo>
                  <a:lnTo>
                    <a:pt x="392922" y="402393"/>
                  </a:lnTo>
                  <a:lnTo>
                    <a:pt x="391987" y="402762"/>
                  </a:lnTo>
                  <a:lnTo>
                    <a:pt x="391802" y="403244"/>
                  </a:lnTo>
                  <a:lnTo>
                    <a:pt x="392061" y="403393"/>
                  </a:lnTo>
                  <a:lnTo>
                    <a:pt x="390402" y="404555"/>
                  </a:lnTo>
                  <a:lnTo>
                    <a:pt x="389789" y="404719"/>
                  </a:lnTo>
                  <a:lnTo>
                    <a:pt x="389401" y="404406"/>
                  </a:lnTo>
                  <a:lnTo>
                    <a:pt x="388396" y="404901"/>
                  </a:lnTo>
                  <a:lnTo>
                    <a:pt x="386611" y="404899"/>
                  </a:lnTo>
                  <a:lnTo>
                    <a:pt x="386448" y="405239"/>
                  </a:lnTo>
                  <a:lnTo>
                    <a:pt x="384935" y="405695"/>
                  </a:lnTo>
                  <a:lnTo>
                    <a:pt x="384812" y="407153"/>
                  </a:lnTo>
                  <a:lnTo>
                    <a:pt x="384451" y="407100"/>
                  </a:lnTo>
                  <a:lnTo>
                    <a:pt x="382460" y="412786"/>
                  </a:lnTo>
                  <a:lnTo>
                    <a:pt x="382954" y="414505"/>
                  </a:lnTo>
                  <a:lnTo>
                    <a:pt x="383767" y="416214"/>
                  </a:lnTo>
                  <a:lnTo>
                    <a:pt x="381749" y="420384"/>
                  </a:lnTo>
                  <a:lnTo>
                    <a:pt x="379071" y="420066"/>
                  </a:lnTo>
                  <a:lnTo>
                    <a:pt x="378288" y="420160"/>
                  </a:lnTo>
                  <a:lnTo>
                    <a:pt x="373460" y="421538"/>
                  </a:lnTo>
                  <a:lnTo>
                    <a:pt x="370212" y="422034"/>
                  </a:lnTo>
                  <a:lnTo>
                    <a:pt x="365578" y="422599"/>
                  </a:lnTo>
                  <a:lnTo>
                    <a:pt x="364809" y="422431"/>
                  </a:lnTo>
                  <a:lnTo>
                    <a:pt x="359906" y="420766"/>
                  </a:lnTo>
                  <a:lnTo>
                    <a:pt x="356645" y="418731"/>
                  </a:lnTo>
                  <a:lnTo>
                    <a:pt x="352816" y="417346"/>
                  </a:lnTo>
                  <a:lnTo>
                    <a:pt x="351651" y="417458"/>
                  </a:lnTo>
                  <a:lnTo>
                    <a:pt x="351744" y="418252"/>
                  </a:lnTo>
                  <a:lnTo>
                    <a:pt x="350941" y="423510"/>
                  </a:lnTo>
                  <a:lnTo>
                    <a:pt x="350232" y="426488"/>
                  </a:lnTo>
                  <a:lnTo>
                    <a:pt x="350165" y="426647"/>
                  </a:lnTo>
                  <a:lnTo>
                    <a:pt x="347388" y="425534"/>
                  </a:lnTo>
                  <a:lnTo>
                    <a:pt x="346413" y="429390"/>
                  </a:lnTo>
                  <a:lnTo>
                    <a:pt x="345270" y="432313"/>
                  </a:lnTo>
                  <a:lnTo>
                    <a:pt x="344991" y="433699"/>
                  </a:lnTo>
                  <a:lnTo>
                    <a:pt x="344019" y="433103"/>
                  </a:lnTo>
                  <a:lnTo>
                    <a:pt x="342366" y="432784"/>
                  </a:lnTo>
                  <a:lnTo>
                    <a:pt x="340867" y="432147"/>
                  </a:lnTo>
                  <a:lnTo>
                    <a:pt x="338712" y="431909"/>
                  </a:lnTo>
                  <a:lnTo>
                    <a:pt x="337033" y="431301"/>
                  </a:lnTo>
                  <a:lnTo>
                    <a:pt x="330058" y="429998"/>
                  </a:lnTo>
                  <a:lnTo>
                    <a:pt x="328416" y="429982"/>
                  </a:lnTo>
                  <a:lnTo>
                    <a:pt x="322382" y="428773"/>
                  </a:lnTo>
                  <a:lnTo>
                    <a:pt x="321402" y="428822"/>
                  </a:lnTo>
                  <a:lnTo>
                    <a:pt x="322631" y="419858"/>
                  </a:lnTo>
                  <a:lnTo>
                    <a:pt x="321873" y="420045"/>
                  </a:lnTo>
                  <a:lnTo>
                    <a:pt x="321698" y="415375"/>
                  </a:lnTo>
                  <a:lnTo>
                    <a:pt x="321894" y="414109"/>
                  </a:lnTo>
                  <a:lnTo>
                    <a:pt x="322760" y="413912"/>
                  </a:lnTo>
                  <a:lnTo>
                    <a:pt x="323748" y="414832"/>
                  </a:lnTo>
                  <a:lnTo>
                    <a:pt x="324106" y="414446"/>
                  </a:lnTo>
                  <a:lnTo>
                    <a:pt x="324267" y="414553"/>
                  </a:lnTo>
                  <a:lnTo>
                    <a:pt x="324277" y="415126"/>
                  </a:lnTo>
                  <a:lnTo>
                    <a:pt x="324763" y="415396"/>
                  </a:lnTo>
                  <a:lnTo>
                    <a:pt x="326996" y="415832"/>
                  </a:lnTo>
                  <a:lnTo>
                    <a:pt x="327495" y="416173"/>
                  </a:lnTo>
                  <a:lnTo>
                    <a:pt x="330584" y="415596"/>
                  </a:lnTo>
                  <a:lnTo>
                    <a:pt x="333698" y="413502"/>
                  </a:lnTo>
                  <a:lnTo>
                    <a:pt x="335241" y="412959"/>
                  </a:lnTo>
                  <a:lnTo>
                    <a:pt x="335498" y="412639"/>
                  </a:lnTo>
                  <a:lnTo>
                    <a:pt x="337931" y="411943"/>
                  </a:lnTo>
                  <a:lnTo>
                    <a:pt x="347603" y="406996"/>
                  </a:lnTo>
                  <a:lnTo>
                    <a:pt x="345998" y="403488"/>
                  </a:lnTo>
                  <a:lnTo>
                    <a:pt x="345396" y="403404"/>
                  </a:lnTo>
                  <a:lnTo>
                    <a:pt x="344586" y="400502"/>
                  </a:lnTo>
                  <a:lnTo>
                    <a:pt x="344191" y="397875"/>
                  </a:lnTo>
                  <a:lnTo>
                    <a:pt x="342393" y="398132"/>
                  </a:lnTo>
                  <a:lnTo>
                    <a:pt x="340906" y="397178"/>
                  </a:lnTo>
                  <a:lnTo>
                    <a:pt x="339460" y="395446"/>
                  </a:lnTo>
                  <a:lnTo>
                    <a:pt x="338451" y="395143"/>
                  </a:lnTo>
                  <a:lnTo>
                    <a:pt x="337373" y="396105"/>
                  </a:lnTo>
                  <a:lnTo>
                    <a:pt x="335899" y="396291"/>
                  </a:lnTo>
                  <a:lnTo>
                    <a:pt x="334137" y="396871"/>
                  </a:lnTo>
                  <a:lnTo>
                    <a:pt x="330348" y="395884"/>
                  </a:lnTo>
                  <a:lnTo>
                    <a:pt x="329085" y="395810"/>
                  </a:lnTo>
                  <a:lnTo>
                    <a:pt x="326840" y="396168"/>
                  </a:lnTo>
                  <a:lnTo>
                    <a:pt x="326096" y="393574"/>
                  </a:lnTo>
                  <a:lnTo>
                    <a:pt x="323650" y="392103"/>
                  </a:lnTo>
                  <a:lnTo>
                    <a:pt x="321617" y="390234"/>
                  </a:lnTo>
                  <a:lnTo>
                    <a:pt x="318374" y="390731"/>
                  </a:lnTo>
                  <a:lnTo>
                    <a:pt x="318271" y="390003"/>
                  </a:lnTo>
                  <a:lnTo>
                    <a:pt x="315882" y="390245"/>
                  </a:lnTo>
                  <a:lnTo>
                    <a:pt x="315776" y="387858"/>
                  </a:lnTo>
                  <a:lnTo>
                    <a:pt x="315286" y="387879"/>
                  </a:lnTo>
                  <a:lnTo>
                    <a:pt x="314751" y="385411"/>
                  </a:lnTo>
                  <a:lnTo>
                    <a:pt x="313717" y="378728"/>
                  </a:lnTo>
                  <a:lnTo>
                    <a:pt x="312870" y="375386"/>
                  </a:lnTo>
                  <a:lnTo>
                    <a:pt x="312617" y="371975"/>
                  </a:lnTo>
                  <a:lnTo>
                    <a:pt x="311991" y="369342"/>
                  </a:lnTo>
                  <a:lnTo>
                    <a:pt x="317219" y="369607"/>
                  </a:lnTo>
                  <a:lnTo>
                    <a:pt x="324024" y="372137"/>
                  </a:lnTo>
                  <a:lnTo>
                    <a:pt x="327369" y="373132"/>
                  </a:lnTo>
                  <a:lnTo>
                    <a:pt x="327786" y="368756"/>
                  </a:lnTo>
                  <a:lnTo>
                    <a:pt x="327192" y="368431"/>
                  </a:lnTo>
                  <a:lnTo>
                    <a:pt x="326152" y="368530"/>
                  </a:lnTo>
                  <a:lnTo>
                    <a:pt x="325629" y="368186"/>
                  </a:lnTo>
                  <a:lnTo>
                    <a:pt x="325596" y="367521"/>
                  </a:lnTo>
                  <a:lnTo>
                    <a:pt x="324174" y="366329"/>
                  </a:lnTo>
                  <a:lnTo>
                    <a:pt x="324082" y="365774"/>
                  </a:lnTo>
                  <a:lnTo>
                    <a:pt x="323042" y="365530"/>
                  </a:lnTo>
                  <a:lnTo>
                    <a:pt x="323243" y="365219"/>
                  </a:lnTo>
                  <a:lnTo>
                    <a:pt x="322557" y="364597"/>
                  </a:lnTo>
                  <a:lnTo>
                    <a:pt x="322665" y="364371"/>
                  </a:lnTo>
                  <a:lnTo>
                    <a:pt x="322348" y="364170"/>
                  </a:lnTo>
                  <a:lnTo>
                    <a:pt x="322408" y="363752"/>
                  </a:lnTo>
                  <a:lnTo>
                    <a:pt x="322002" y="363407"/>
                  </a:lnTo>
                  <a:lnTo>
                    <a:pt x="321736" y="362460"/>
                  </a:lnTo>
                  <a:lnTo>
                    <a:pt x="320792" y="362087"/>
                  </a:lnTo>
                  <a:lnTo>
                    <a:pt x="320659" y="361488"/>
                  </a:lnTo>
                  <a:lnTo>
                    <a:pt x="319032" y="360485"/>
                  </a:lnTo>
                  <a:lnTo>
                    <a:pt x="317446" y="358705"/>
                  </a:lnTo>
                  <a:lnTo>
                    <a:pt x="316822" y="358605"/>
                  </a:lnTo>
                  <a:lnTo>
                    <a:pt x="314759" y="357240"/>
                  </a:lnTo>
                  <a:lnTo>
                    <a:pt x="313376" y="356910"/>
                  </a:lnTo>
                  <a:lnTo>
                    <a:pt x="311473" y="355153"/>
                  </a:lnTo>
                  <a:lnTo>
                    <a:pt x="309714" y="354068"/>
                  </a:lnTo>
                  <a:lnTo>
                    <a:pt x="308694" y="352830"/>
                  </a:lnTo>
                  <a:lnTo>
                    <a:pt x="306622" y="352044"/>
                  </a:lnTo>
                  <a:lnTo>
                    <a:pt x="308221" y="348818"/>
                  </a:lnTo>
                  <a:lnTo>
                    <a:pt x="309782" y="346922"/>
                  </a:lnTo>
                  <a:lnTo>
                    <a:pt x="307785" y="345424"/>
                  </a:lnTo>
                  <a:lnTo>
                    <a:pt x="306342" y="345269"/>
                  </a:lnTo>
                  <a:lnTo>
                    <a:pt x="303769" y="344213"/>
                  </a:lnTo>
                  <a:lnTo>
                    <a:pt x="301473" y="342428"/>
                  </a:lnTo>
                  <a:lnTo>
                    <a:pt x="301698" y="341828"/>
                  </a:lnTo>
                  <a:lnTo>
                    <a:pt x="301556" y="341478"/>
                  </a:lnTo>
                  <a:lnTo>
                    <a:pt x="301408" y="341705"/>
                  </a:lnTo>
                  <a:lnTo>
                    <a:pt x="301033" y="341701"/>
                  </a:lnTo>
                  <a:lnTo>
                    <a:pt x="301088" y="341107"/>
                  </a:lnTo>
                  <a:lnTo>
                    <a:pt x="300652" y="341047"/>
                  </a:lnTo>
                  <a:lnTo>
                    <a:pt x="300185" y="341538"/>
                  </a:lnTo>
                  <a:lnTo>
                    <a:pt x="300029" y="341306"/>
                  </a:lnTo>
                  <a:lnTo>
                    <a:pt x="299668" y="341583"/>
                  </a:lnTo>
                  <a:lnTo>
                    <a:pt x="298874" y="341664"/>
                  </a:lnTo>
                  <a:lnTo>
                    <a:pt x="298235" y="341468"/>
                  </a:lnTo>
                  <a:lnTo>
                    <a:pt x="297869" y="341600"/>
                  </a:lnTo>
                  <a:lnTo>
                    <a:pt x="297640" y="341994"/>
                  </a:lnTo>
                  <a:lnTo>
                    <a:pt x="297190" y="341963"/>
                  </a:lnTo>
                  <a:lnTo>
                    <a:pt x="296738" y="342496"/>
                  </a:lnTo>
                  <a:lnTo>
                    <a:pt x="296470" y="342381"/>
                  </a:lnTo>
                  <a:lnTo>
                    <a:pt x="296446" y="342895"/>
                  </a:lnTo>
                  <a:lnTo>
                    <a:pt x="296040" y="343134"/>
                  </a:lnTo>
                  <a:lnTo>
                    <a:pt x="295186" y="343115"/>
                  </a:lnTo>
                  <a:lnTo>
                    <a:pt x="293867" y="343617"/>
                  </a:lnTo>
                  <a:lnTo>
                    <a:pt x="293572" y="343529"/>
                  </a:lnTo>
                  <a:lnTo>
                    <a:pt x="292546" y="344105"/>
                  </a:lnTo>
                  <a:lnTo>
                    <a:pt x="291839" y="343978"/>
                  </a:lnTo>
                  <a:lnTo>
                    <a:pt x="291353" y="344406"/>
                  </a:lnTo>
                  <a:lnTo>
                    <a:pt x="288177" y="345375"/>
                  </a:lnTo>
                  <a:lnTo>
                    <a:pt x="287638" y="345825"/>
                  </a:lnTo>
                  <a:lnTo>
                    <a:pt x="286291" y="346226"/>
                  </a:lnTo>
                  <a:lnTo>
                    <a:pt x="286327" y="346605"/>
                  </a:lnTo>
                  <a:lnTo>
                    <a:pt x="283314" y="346382"/>
                  </a:lnTo>
                  <a:lnTo>
                    <a:pt x="283318" y="347568"/>
                  </a:lnTo>
                  <a:lnTo>
                    <a:pt x="280703" y="352582"/>
                  </a:lnTo>
                  <a:lnTo>
                    <a:pt x="280341" y="353662"/>
                  </a:lnTo>
                  <a:lnTo>
                    <a:pt x="280230" y="355006"/>
                  </a:lnTo>
                  <a:lnTo>
                    <a:pt x="279822" y="355565"/>
                  </a:lnTo>
                  <a:lnTo>
                    <a:pt x="278574" y="355769"/>
                  </a:lnTo>
                  <a:lnTo>
                    <a:pt x="276776" y="358301"/>
                  </a:lnTo>
                  <a:lnTo>
                    <a:pt x="274976" y="362810"/>
                  </a:lnTo>
                  <a:lnTo>
                    <a:pt x="273914" y="364000"/>
                  </a:lnTo>
                  <a:lnTo>
                    <a:pt x="272872" y="365699"/>
                  </a:lnTo>
                  <a:lnTo>
                    <a:pt x="271647" y="364610"/>
                  </a:lnTo>
                  <a:lnTo>
                    <a:pt x="265731" y="360637"/>
                  </a:lnTo>
                  <a:lnTo>
                    <a:pt x="263719" y="359036"/>
                  </a:lnTo>
                  <a:lnTo>
                    <a:pt x="262276" y="359329"/>
                  </a:lnTo>
                  <a:lnTo>
                    <a:pt x="260909" y="360604"/>
                  </a:lnTo>
                  <a:lnTo>
                    <a:pt x="259914" y="362067"/>
                  </a:lnTo>
                  <a:lnTo>
                    <a:pt x="258844" y="360627"/>
                  </a:lnTo>
                  <a:lnTo>
                    <a:pt x="258123" y="360115"/>
                  </a:lnTo>
                  <a:lnTo>
                    <a:pt x="257239" y="360010"/>
                  </a:lnTo>
                  <a:lnTo>
                    <a:pt x="256744" y="361234"/>
                  </a:lnTo>
                  <a:lnTo>
                    <a:pt x="256487" y="361187"/>
                  </a:lnTo>
                  <a:lnTo>
                    <a:pt x="256047" y="361132"/>
                  </a:lnTo>
                  <a:lnTo>
                    <a:pt x="255866" y="360424"/>
                  </a:lnTo>
                  <a:lnTo>
                    <a:pt x="255471" y="360573"/>
                  </a:lnTo>
                  <a:lnTo>
                    <a:pt x="255249" y="359107"/>
                  </a:lnTo>
                  <a:lnTo>
                    <a:pt x="255499" y="358473"/>
                  </a:lnTo>
                  <a:lnTo>
                    <a:pt x="255108" y="357749"/>
                  </a:lnTo>
                  <a:lnTo>
                    <a:pt x="254443" y="355302"/>
                  </a:lnTo>
                  <a:lnTo>
                    <a:pt x="254190" y="353599"/>
                  </a:lnTo>
                  <a:lnTo>
                    <a:pt x="252283" y="349640"/>
                  </a:lnTo>
                  <a:lnTo>
                    <a:pt x="250377" y="349589"/>
                  </a:lnTo>
                  <a:lnTo>
                    <a:pt x="246080" y="347157"/>
                  </a:lnTo>
                  <a:lnTo>
                    <a:pt x="244434" y="346857"/>
                  </a:lnTo>
                  <a:lnTo>
                    <a:pt x="243096" y="346987"/>
                  </a:lnTo>
                  <a:lnTo>
                    <a:pt x="240860" y="346134"/>
                  </a:lnTo>
                  <a:lnTo>
                    <a:pt x="240026" y="346301"/>
                  </a:lnTo>
                  <a:lnTo>
                    <a:pt x="238547" y="346114"/>
                  </a:lnTo>
                  <a:lnTo>
                    <a:pt x="237078" y="346792"/>
                  </a:lnTo>
                  <a:lnTo>
                    <a:pt x="236389" y="346722"/>
                  </a:lnTo>
                  <a:lnTo>
                    <a:pt x="233257" y="347521"/>
                  </a:lnTo>
                  <a:lnTo>
                    <a:pt x="233760" y="350037"/>
                  </a:lnTo>
                  <a:lnTo>
                    <a:pt x="232817" y="349681"/>
                  </a:lnTo>
                  <a:lnTo>
                    <a:pt x="231840" y="348898"/>
                  </a:lnTo>
                  <a:lnTo>
                    <a:pt x="231546" y="348315"/>
                  </a:lnTo>
                  <a:lnTo>
                    <a:pt x="230095" y="347462"/>
                  </a:lnTo>
                  <a:lnTo>
                    <a:pt x="229239" y="348337"/>
                  </a:lnTo>
                  <a:lnTo>
                    <a:pt x="228227" y="350969"/>
                  </a:lnTo>
                  <a:lnTo>
                    <a:pt x="228078" y="353226"/>
                  </a:lnTo>
                  <a:lnTo>
                    <a:pt x="227180" y="354957"/>
                  </a:lnTo>
                  <a:lnTo>
                    <a:pt x="225736" y="356725"/>
                  </a:lnTo>
                  <a:lnTo>
                    <a:pt x="224224" y="357622"/>
                  </a:lnTo>
                  <a:lnTo>
                    <a:pt x="223194" y="357719"/>
                  </a:lnTo>
                  <a:lnTo>
                    <a:pt x="222638" y="358050"/>
                  </a:lnTo>
                  <a:lnTo>
                    <a:pt x="220351" y="361582"/>
                  </a:lnTo>
                  <a:lnTo>
                    <a:pt x="219403" y="363691"/>
                  </a:lnTo>
                  <a:lnTo>
                    <a:pt x="218381" y="366225"/>
                  </a:lnTo>
                  <a:lnTo>
                    <a:pt x="216911" y="368491"/>
                  </a:lnTo>
                  <a:lnTo>
                    <a:pt x="217452" y="368895"/>
                  </a:lnTo>
                  <a:lnTo>
                    <a:pt x="212682" y="376080"/>
                  </a:lnTo>
                  <a:lnTo>
                    <a:pt x="213369" y="376130"/>
                  </a:lnTo>
                  <a:lnTo>
                    <a:pt x="212832" y="377334"/>
                  </a:lnTo>
                  <a:lnTo>
                    <a:pt x="211825" y="378760"/>
                  </a:lnTo>
                  <a:lnTo>
                    <a:pt x="213554" y="380029"/>
                  </a:lnTo>
                  <a:lnTo>
                    <a:pt x="215594" y="380902"/>
                  </a:lnTo>
                  <a:lnTo>
                    <a:pt x="214139" y="382843"/>
                  </a:lnTo>
                  <a:lnTo>
                    <a:pt x="214811" y="383879"/>
                  </a:lnTo>
                  <a:lnTo>
                    <a:pt x="213504" y="385402"/>
                  </a:lnTo>
                  <a:lnTo>
                    <a:pt x="212548" y="384555"/>
                  </a:lnTo>
                  <a:lnTo>
                    <a:pt x="212712" y="384296"/>
                  </a:lnTo>
                  <a:lnTo>
                    <a:pt x="212994" y="384447"/>
                  </a:lnTo>
                  <a:lnTo>
                    <a:pt x="213215" y="384189"/>
                  </a:lnTo>
                  <a:lnTo>
                    <a:pt x="212970" y="383945"/>
                  </a:lnTo>
                  <a:lnTo>
                    <a:pt x="213056" y="383513"/>
                  </a:lnTo>
                  <a:lnTo>
                    <a:pt x="212541" y="383132"/>
                  </a:lnTo>
                  <a:lnTo>
                    <a:pt x="212814" y="383050"/>
                  </a:lnTo>
                  <a:lnTo>
                    <a:pt x="212813" y="382822"/>
                  </a:lnTo>
                  <a:lnTo>
                    <a:pt x="212133" y="382594"/>
                  </a:lnTo>
                  <a:lnTo>
                    <a:pt x="211972" y="382064"/>
                  </a:lnTo>
                  <a:lnTo>
                    <a:pt x="211642" y="382134"/>
                  </a:lnTo>
                  <a:lnTo>
                    <a:pt x="211533" y="381342"/>
                  </a:lnTo>
                  <a:lnTo>
                    <a:pt x="210786" y="382168"/>
                  </a:lnTo>
                  <a:lnTo>
                    <a:pt x="210246" y="381883"/>
                  </a:lnTo>
                  <a:lnTo>
                    <a:pt x="210216" y="381432"/>
                  </a:lnTo>
                  <a:lnTo>
                    <a:pt x="209395" y="381544"/>
                  </a:lnTo>
                  <a:lnTo>
                    <a:pt x="209037" y="381911"/>
                  </a:lnTo>
                  <a:lnTo>
                    <a:pt x="208939" y="382806"/>
                  </a:lnTo>
                  <a:lnTo>
                    <a:pt x="207326" y="382465"/>
                  </a:lnTo>
                  <a:lnTo>
                    <a:pt x="206158" y="381577"/>
                  </a:lnTo>
                  <a:lnTo>
                    <a:pt x="205861" y="381574"/>
                  </a:lnTo>
                  <a:lnTo>
                    <a:pt x="205195" y="382934"/>
                  </a:lnTo>
                  <a:lnTo>
                    <a:pt x="204813" y="382826"/>
                  </a:lnTo>
                  <a:lnTo>
                    <a:pt x="204537" y="382391"/>
                  </a:lnTo>
                  <a:lnTo>
                    <a:pt x="203995" y="382386"/>
                  </a:lnTo>
                  <a:lnTo>
                    <a:pt x="203285" y="386768"/>
                  </a:lnTo>
                  <a:lnTo>
                    <a:pt x="202529" y="386215"/>
                  </a:lnTo>
                  <a:lnTo>
                    <a:pt x="202622" y="388224"/>
                  </a:lnTo>
                  <a:lnTo>
                    <a:pt x="201146" y="389862"/>
                  </a:lnTo>
                  <a:lnTo>
                    <a:pt x="199369" y="389044"/>
                  </a:lnTo>
                  <a:lnTo>
                    <a:pt x="198787" y="389337"/>
                  </a:lnTo>
                  <a:lnTo>
                    <a:pt x="198984" y="389606"/>
                  </a:lnTo>
                  <a:lnTo>
                    <a:pt x="198482" y="390062"/>
                  </a:lnTo>
                  <a:lnTo>
                    <a:pt x="198229" y="390972"/>
                  </a:lnTo>
                  <a:lnTo>
                    <a:pt x="197417" y="392221"/>
                  </a:lnTo>
                  <a:lnTo>
                    <a:pt x="194781" y="393517"/>
                  </a:lnTo>
                  <a:lnTo>
                    <a:pt x="192790" y="394817"/>
                  </a:lnTo>
                  <a:lnTo>
                    <a:pt x="191405" y="396176"/>
                  </a:lnTo>
                  <a:lnTo>
                    <a:pt x="190114" y="395176"/>
                  </a:lnTo>
                  <a:lnTo>
                    <a:pt x="187491" y="391487"/>
                  </a:lnTo>
                  <a:lnTo>
                    <a:pt x="186508" y="390828"/>
                  </a:lnTo>
                  <a:lnTo>
                    <a:pt x="185652" y="390855"/>
                  </a:lnTo>
                  <a:lnTo>
                    <a:pt x="184752" y="389664"/>
                  </a:lnTo>
                  <a:lnTo>
                    <a:pt x="184620" y="389263"/>
                  </a:lnTo>
                  <a:lnTo>
                    <a:pt x="184217" y="389088"/>
                  </a:lnTo>
                  <a:lnTo>
                    <a:pt x="182043" y="388692"/>
                  </a:lnTo>
                  <a:lnTo>
                    <a:pt x="181543" y="388318"/>
                  </a:lnTo>
                  <a:lnTo>
                    <a:pt x="179796" y="387713"/>
                  </a:lnTo>
                  <a:lnTo>
                    <a:pt x="178796" y="387734"/>
                  </a:lnTo>
                  <a:lnTo>
                    <a:pt x="177660" y="387421"/>
                  </a:lnTo>
                  <a:lnTo>
                    <a:pt x="175694" y="384831"/>
                  </a:lnTo>
                  <a:lnTo>
                    <a:pt x="174665" y="382220"/>
                  </a:lnTo>
                  <a:lnTo>
                    <a:pt x="174771" y="381027"/>
                  </a:lnTo>
                  <a:lnTo>
                    <a:pt x="173943" y="379735"/>
                  </a:lnTo>
                  <a:lnTo>
                    <a:pt x="173891" y="379006"/>
                  </a:lnTo>
                  <a:lnTo>
                    <a:pt x="173544" y="378821"/>
                  </a:lnTo>
                  <a:lnTo>
                    <a:pt x="173748" y="378521"/>
                  </a:lnTo>
                  <a:lnTo>
                    <a:pt x="173519" y="378123"/>
                  </a:lnTo>
                  <a:lnTo>
                    <a:pt x="172911" y="378059"/>
                  </a:lnTo>
                  <a:lnTo>
                    <a:pt x="172910" y="377670"/>
                  </a:lnTo>
                  <a:lnTo>
                    <a:pt x="172580" y="377779"/>
                  </a:lnTo>
                  <a:lnTo>
                    <a:pt x="172118" y="376646"/>
                  </a:lnTo>
                  <a:lnTo>
                    <a:pt x="172306" y="375651"/>
                  </a:lnTo>
                  <a:lnTo>
                    <a:pt x="171888" y="374808"/>
                  </a:lnTo>
                  <a:lnTo>
                    <a:pt x="171731" y="373606"/>
                  </a:lnTo>
                  <a:lnTo>
                    <a:pt x="171251" y="373326"/>
                  </a:lnTo>
                  <a:lnTo>
                    <a:pt x="171052" y="372413"/>
                  </a:lnTo>
                  <a:lnTo>
                    <a:pt x="170358" y="371317"/>
                  </a:lnTo>
                  <a:lnTo>
                    <a:pt x="170422" y="371022"/>
                  </a:lnTo>
                  <a:lnTo>
                    <a:pt x="169286" y="371109"/>
                  </a:lnTo>
                  <a:lnTo>
                    <a:pt x="168339" y="370655"/>
                  </a:lnTo>
                  <a:lnTo>
                    <a:pt x="167895" y="369947"/>
                  </a:lnTo>
                  <a:lnTo>
                    <a:pt x="167563" y="370140"/>
                  </a:lnTo>
                  <a:lnTo>
                    <a:pt x="167579" y="370713"/>
                  </a:lnTo>
                  <a:lnTo>
                    <a:pt x="166857" y="370691"/>
                  </a:lnTo>
                  <a:lnTo>
                    <a:pt x="166696" y="370573"/>
                  </a:lnTo>
                  <a:lnTo>
                    <a:pt x="167261" y="369373"/>
                  </a:lnTo>
                  <a:lnTo>
                    <a:pt x="167150" y="369054"/>
                  </a:lnTo>
                  <a:lnTo>
                    <a:pt x="166457" y="369064"/>
                  </a:lnTo>
                  <a:lnTo>
                    <a:pt x="165340" y="368683"/>
                  </a:lnTo>
                  <a:lnTo>
                    <a:pt x="164322" y="368996"/>
                  </a:lnTo>
                  <a:lnTo>
                    <a:pt x="164516" y="369792"/>
                  </a:lnTo>
                  <a:lnTo>
                    <a:pt x="164372" y="369937"/>
                  </a:lnTo>
                  <a:lnTo>
                    <a:pt x="163377" y="369585"/>
                  </a:lnTo>
                  <a:lnTo>
                    <a:pt x="161649" y="370625"/>
                  </a:lnTo>
                  <a:lnTo>
                    <a:pt x="161399" y="371010"/>
                  </a:lnTo>
                  <a:lnTo>
                    <a:pt x="160067" y="372038"/>
                  </a:lnTo>
                  <a:lnTo>
                    <a:pt x="159931" y="372822"/>
                  </a:lnTo>
                  <a:lnTo>
                    <a:pt x="159198" y="373028"/>
                  </a:lnTo>
                  <a:lnTo>
                    <a:pt x="159096" y="373651"/>
                  </a:lnTo>
                  <a:lnTo>
                    <a:pt x="158230" y="373800"/>
                  </a:lnTo>
                  <a:lnTo>
                    <a:pt x="157715" y="374265"/>
                  </a:lnTo>
                  <a:lnTo>
                    <a:pt x="157452" y="374968"/>
                  </a:lnTo>
                  <a:lnTo>
                    <a:pt x="156716" y="374931"/>
                  </a:lnTo>
                  <a:lnTo>
                    <a:pt x="156601" y="376927"/>
                  </a:lnTo>
                  <a:lnTo>
                    <a:pt x="155675" y="378264"/>
                  </a:lnTo>
                  <a:lnTo>
                    <a:pt x="155710" y="379125"/>
                  </a:lnTo>
                  <a:lnTo>
                    <a:pt x="155462" y="379647"/>
                  </a:lnTo>
                  <a:lnTo>
                    <a:pt x="155069" y="379724"/>
                  </a:lnTo>
                  <a:lnTo>
                    <a:pt x="155158" y="379331"/>
                  </a:lnTo>
                  <a:lnTo>
                    <a:pt x="154841" y="379038"/>
                  </a:lnTo>
                  <a:lnTo>
                    <a:pt x="154335" y="379401"/>
                  </a:lnTo>
                  <a:lnTo>
                    <a:pt x="154929" y="379835"/>
                  </a:lnTo>
                  <a:lnTo>
                    <a:pt x="155242" y="380627"/>
                  </a:lnTo>
                  <a:lnTo>
                    <a:pt x="154120" y="381131"/>
                  </a:lnTo>
                  <a:lnTo>
                    <a:pt x="154005" y="381464"/>
                  </a:lnTo>
                  <a:lnTo>
                    <a:pt x="153634" y="381453"/>
                  </a:lnTo>
                  <a:lnTo>
                    <a:pt x="153697" y="382324"/>
                  </a:lnTo>
                  <a:lnTo>
                    <a:pt x="153043" y="381956"/>
                  </a:lnTo>
                  <a:lnTo>
                    <a:pt x="152678" y="382116"/>
                  </a:lnTo>
                  <a:lnTo>
                    <a:pt x="152429" y="382668"/>
                  </a:lnTo>
                  <a:lnTo>
                    <a:pt x="152615" y="383618"/>
                  </a:lnTo>
                  <a:lnTo>
                    <a:pt x="153368" y="383431"/>
                  </a:lnTo>
                  <a:lnTo>
                    <a:pt x="155176" y="384447"/>
                  </a:lnTo>
                  <a:lnTo>
                    <a:pt x="157187" y="385039"/>
                  </a:lnTo>
                  <a:lnTo>
                    <a:pt x="157448" y="385351"/>
                  </a:lnTo>
                  <a:lnTo>
                    <a:pt x="157519" y="385957"/>
                  </a:lnTo>
                  <a:lnTo>
                    <a:pt x="156577" y="386121"/>
                  </a:lnTo>
                  <a:lnTo>
                    <a:pt x="155736" y="387348"/>
                  </a:lnTo>
                  <a:lnTo>
                    <a:pt x="155707" y="388306"/>
                  </a:lnTo>
                  <a:lnTo>
                    <a:pt x="155407" y="388996"/>
                  </a:lnTo>
                  <a:lnTo>
                    <a:pt x="156046" y="391302"/>
                  </a:lnTo>
                  <a:lnTo>
                    <a:pt x="155100" y="391704"/>
                  </a:lnTo>
                  <a:lnTo>
                    <a:pt x="153948" y="391635"/>
                  </a:lnTo>
                  <a:lnTo>
                    <a:pt x="153945" y="390370"/>
                  </a:lnTo>
                  <a:lnTo>
                    <a:pt x="151365" y="390857"/>
                  </a:lnTo>
                  <a:lnTo>
                    <a:pt x="151072" y="391353"/>
                  </a:lnTo>
                  <a:lnTo>
                    <a:pt x="149902" y="390385"/>
                  </a:lnTo>
                  <a:lnTo>
                    <a:pt x="148822" y="390326"/>
                  </a:lnTo>
                  <a:lnTo>
                    <a:pt x="148563" y="389669"/>
                  </a:lnTo>
                  <a:lnTo>
                    <a:pt x="145631" y="390114"/>
                  </a:lnTo>
                  <a:lnTo>
                    <a:pt x="145242" y="389533"/>
                  </a:lnTo>
                  <a:lnTo>
                    <a:pt x="144252" y="389528"/>
                  </a:lnTo>
                  <a:lnTo>
                    <a:pt x="143303" y="388969"/>
                  </a:lnTo>
                  <a:lnTo>
                    <a:pt x="143470" y="388082"/>
                  </a:lnTo>
                  <a:lnTo>
                    <a:pt x="139569" y="387889"/>
                  </a:lnTo>
                  <a:lnTo>
                    <a:pt x="139406" y="389092"/>
                  </a:lnTo>
                  <a:lnTo>
                    <a:pt x="134307" y="389903"/>
                  </a:lnTo>
                  <a:lnTo>
                    <a:pt x="133310" y="389657"/>
                  </a:lnTo>
                  <a:lnTo>
                    <a:pt x="133050" y="387026"/>
                  </a:lnTo>
                  <a:lnTo>
                    <a:pt x="127904" y="387888"/>
                  </a:lnTo>
                  <a:lnTo>
                    <a:pt x="127594" y="388313"/>
                  </a:lnTo>
                  <a:lnTo>
                    <a:pt x="127209" y="389742"/>
                  </a:lnTo>
                  <a:lnTo>
                    <a:pt x="126142" y="389664"/>
                  </a:lnTo>
                  <a:lnTo>
                    <a:pt x="126109" y="393909"/>
                  </a:lnTo>
                  <a:lnTo>
                    <a:pt x="125824" y="394011"/>
                  </a:lnTo>
                  <a:lnTo>
                    <a:pt x="125827" y="394513"/>
                  </a:lnTo>
                  <a:lnTo>
                    <a:pt x="124609" y="395220"/>
                  </a:lnTo>
                  <a:lnTo>
                    <a:pt x="124738" y="396333"/>
                  </a:lnTo>
                  <a:lnTo>
                    <a:pt x="121674" y="397141"/>
                  </a:lnTo>
                  <a:lnTo>
                    <a:pt x="122218" y="399434"/>
                  </a:lnTo>
                  <a:lnTo>
                    <a:pt x="122030" y="399577"/>
                  </a:lnTo>
                  <a:lnTo>
                    <a:pt x="120694" y="399316"/>
                  </a:lnTo>
                  <a:lnTo>
                    <a:pt x="117831" y="399827"/>
                  </a:lnTo>
                  <a:lnTo>
                    <a:pt x="118098" y="400554"/>
                  </a:lnTo>
                  <a:lnTo>
                    <a:pt x="113009" y="402322"/>
                  </a:lnTo>
                  <a:lnTo>
                    <a:pt x="108283" y="402757"/>
                  </a:lnTo>
                  <a:lnTo>
                    <a:pt x="107864" y="403488"/>
                  </a:lnTo>
                  <a:lnTo>
                    <a:pt x="107653" y="404658"/>
                  </a:lnTo>
                  <a:lnTo>
                    <a:pt x="108103" y="406264"/>
                  </a:lnTo>
                  <a:lnTo>
                    <a:pt x="107967" y="407310"/>
                  </a:lnTo>
                  <a:lnTo>
                    <a:pt x="108944" y="410142"/>
                  </a:lnTo>
                  <a:lnTo>
                    <a:pt x="110106" y="411531"/>
                  </a:lnTo>
                  <a:lnTo>
                    <a:pt x="109913" y="411779"/>
                  </a:lnTo>
                  <a:lnTo>
                    <a:pt x="108872" y="411713"/>
                  </a:lnTo>
                  <a:lnTo>
                    <a:pt x="108306" y="411915"/>
                  </a:lnTo>
                  <a:lnTo>
                    <a:pt x="107610" y="413163"/>
                  </a:lnTo>
                  <a:lnTo>
                    <a:pt x="105074" y="414355"/>
                  </a:lnTo>
                  <a:lnTo>
                    <a:pt x="103613" y="413899"/>
                  </a:lnTo>
                  <a:lnTo>
                    <a:pt x="102789" y="412704"/>
                  </a:lnTo>
                  <a:lnTo>
                    <a:pt x="101948" y="412037"/>
                  </a:lnTo>
                  <a:lnTo>
                    <a:pt x="99709" y="412035"/>
                  </a:lnTo>
                  <a:lnTo>
                    <a:pt x="99371" y="411826"/>
                  </a:lnTo>
                  <a:lnTo>
                    <a:pt x="98666" y="412108"/>
                  </a:lnTo>
                  <a:lnTo>
                    <a:pt x="97808" y="413957"/>
                  </a:lnTo>
                  <a:lnTo>
                    <a:pt x="97884" y="414753"/>
                  </a:lnTo>
                  <a:lnTo>
                    <a:pt x="98275" y="415513"/>
                  </a:lnTo>
                  <a:lnTo>
                    <a:pt x="98167" y="415872"/>
                  </a:lnTo>
                  <a:lnTo>
                    <a:pt x="98497" y="416532"/>
                  </a:lnTo>
                  <a:lnTo>
                    <a:pt x="98350" y="416856"/>
                  </a:lnTo>
                  <a:lnTo>
                    <a:pt x="98018" y="416807"/>
                  </a:lnTo>
                  <a:lnTo>
                    <a:pt x="98210" y="417264"/>
                  </a:lnTo>
                  <a:lnTo>
                    <a:pt x="97970" y="417324"/>
                  </a:lnTo>
                  <a:lnTo>
                    <a:pt x="97930" y="417832"/>
                  </a:lnTo>
                  <a:lnTo>
                    <a:pt x="98051" y="418376"/>
                  </a:lnTo>
                  <a:lnTo>
                    <a:pt x="97724" y="419026"/>
                  </a:lnTo>
                  <a:lnTo>
                    <a:pt x="97885" y="419194"/>
                  </a:lnTo>
                  <a:lnTo>
                    <a:pt x="97042" y="419888"/>
                  </a:lnTo>
                  <a:lnTo>
                    <a:pt x="97034" y="420312"/>
                  </a:lnTo>
                  <a:lnTo>
                    <a:pt x="96604" y="420328"/>
                  </a:lnTo>
                  <a:lnTo>
                    <a:pt x="96392" y="420605"/>
                  </a:lnTo>
                  <a:lnTo>
                    <a:pt x="95691" y="420514"/>
                  </a:lnTo>
                  <a:lnTo>
                    <a:pt x="95474" y="420824"/>
                  </a:lnTo>
                  <a:lnTo>
                    <a:pt x="94784" y="420817"/>
                  </a:lnTo>
                  <a:lnTo>
                    <a:pt x="91123" y="420340"/>
                  </a:lnTo>
                  <a:lnTo>
                    <a:pt x="90532" y="420588"/>
                  </a:lnTo>
                  <a:lnTo>
                    <a:pt x="88870" y="420005"/>
                  </a:lnTo>
                  <a:lnTo>
                    <a:pt x="87765" y="420689"/>
                  </a:lnTo>
                  <a:lnTo>
                    <a:pt x="84551" y="424528"/>
                  </a:lnTo>
                  <a:lnTo>
                    <a:pt x="83374" y="424062"/>
                  </a:lnTo>
                  <a:lnTo>
                    <a:pt x="79487" y="424394"/>
                  </a:lnTo>
                  <a:lnTo>
                    <a:pt x="78516" y="424453"/>
                  </a:lnTo>
                  <a:lnTo>
                    <a:pt x="76717" y="423816"/>
                  </a:lnTo>
                  <a:lnTo>
                    <a:pt x="73634" y="421838"/>
                  </a:lnTo>
                  <a:lnTo>
                    <a:pt x="71034" y="418825"/>
                  </a:lnTo>
                  <a:lnTo>
                    <a:pt x="70055" y="417971"/>
                  </a:lnTo>
                  <a:lnTo>
                    <a:pt x="68085" y="417288"/>
                  </a:lnTo>
                  <a:lnTo>
                    <a:pt x="63408" y="412574"/>
                  </a:lnTo>
                  <a:lnTo>
                    <a:pt x="62038" y="411947"/>
                  </a:lnTo>
                  <a:lnTo>
                    <a:pt x="60252" y="411490"/>
                  </a:lnTo>
                  <a:lnTo>
                    <a:pt x="58927" y="410552"/>
                  </a:lnTo>
                  <a:lnTo>
                    <a:pt x="57184" y="410342"/>
                  </a:lnTo>
                  <a:lnTo>
                    <a:pt x="57104" y="410072"/>
                  </a:lnTo>
                  <a:lnTo>
                    <a:pt x="56698" y="409948"/>
                  </a:lnTo>
                  <a:lnTo>
                    <a:pt x="55547" y="410181"/>
                  </a:lnTo>
                  <a:lnTo>
                    <a:pt x="55318" y="409873"/>
                  </a:lnTo>
                  <a:lnTo>
                    <a:pt x="54223" y="409723"/>
                  </a:lnTo>
                  <a:lnTo>
                    <a:pt x="53018" y="408316"/>
                  </a:lnTo>
                  <a:lnTo>
                    <a:pt x="52983" y="407312"/>
                  </a:lnTo>
                  <a:lnTo>
                    <a:pt x="53241" y="407045"/>
                  </a:lnTo>
                  <a:lnTo>
                    <a:pt x="52714" y="406554"/>
                  </a:lnTo>
                  <a:lnTo>
                    <a:pt x="52682" y="406154"/>
                  </a:lnTo>
                  <a:lnTo>
                    <a:pt x="51592" y="406708"/>
                  </a:lnTo>
                  <a:lnTo>
                    <a:pt x="52233" y="407198"/>
                  </a:lnTo>
                  <a:lnTo>
                    <a:pt x="51852" y="407756"/>
                  </a:lnTo>
                  <a:lnTo>
                    <a:pt x="52155" y="408097"/>
                  </a:lnTo>
                  <a:lnTo>
                    <a:pt x="51869" y="408288"/>
                  </a:lnTo>
                  <a:lnTo>
                    <a:pt x="51446" y="408171"/>
                  </a:lnTo>
                  <a:lnTo>
                    <a:pt x="51497" y="408616"/>
                  </a:lnTo>
                  <a:lnTo>
                    <a:pt x="50844" y="409218"/>
                  </a:lnTo>
                  <a:lnTo>
                    <a:pt x="51051" y="409497"/>
                  </a:lnTo>
                  <a:lnTo>
                    <a:pt x="50930" y="409720"/>
                  </a:lnTo>
                  <a:lnTo>
                    <a:pt x="50542" y="409725"/>
                  </a:lnTo>
                  <a:lnTo>
                    <a:pt x="49961" y="410233"/>
                  </a:lnTo>
                  <a:lnTo>
                    <a:pt x="50378" y="410711"/>
                  </a:lnTo>
                  <a:lnTo>
                    <a:pt x="50809" y="410828"/>
                  </a:lnTo>
                  <a:lnTo>
                    <a:pt x="51218" y="411455"/>
                  </a:lnTo>
                  <a:lnTo>
                    <a:pt x="50808" y="412132"/>
                  </a:lnTo>
                  <a:lnTo>
                    <a:pt x="51060" y="412248"/>
                  </a:lnTo>
                  <a:lnTo>
                    <a:pt x="51308" y="411906"/>
                  </a:lnTo>
                  <a:lnTo>
                    <a:pt x="51424" y="412334"/>
                  </a:lnTo>
                  <a:lnTo>
                    <a:pt x="52054" y="412631"/>
                  </a:lnTo>
                  <a:lnTo>
                    <a:pt x="52003" y="413126"/>
                  </a:lnTo>
                  <a:lnTo>
                    <a:pt x="52645" y="412960"/>
                  </a:lnTo>
                  <a:lnTo>
                    <a:pt x="53162" y="413769"/>
                  </a:lnTo>
                  <a:lnTo>
                    <a:pt x="53102" y="414085"/>
                  </a:lnTo>
                  <a:lnTo>
                    <a:pt x="52392" y="414150"/>
                  </a:lnTo>
                  <a:lnTo>
                    <a:pt x="52325" y="414733"/>
                  </a:lnTo>
                  <a:lnTo>
                    <a:pt x="51872" y="414868"/>
                  </a:lnTo>
                  <a:lnTo>
                    <a:pt x="51684" y="414619"/>
                  </a:lnTo>
                  <a:lnTo>
                    <a:pt x="49569" y="416466"/>
                  </a:lnTo>
                  <a:lnTo>
                    <a:pt x="49950" y="416711"/>
                  </a:lnTo>
                  <a:lnTo>
                    <a:pt x="49605" y="417193"/>
                  </a:lnTo>
                  <a:lnTo>
                    <a:pt x="49724" y="417469"/>
                  </a:lnTo>
                  <a:lnTo>
                    <a:pt x="50211" y="417091"/>
                  </a:lnTo>
                  <a:lnTo>
                    <a:pt x="50582" y="417635"/>
                  </a:lnTo>
                  <a:lnTo>
                    <a:pt x="49943" y="418311"/>
                  </a:lnTo>
                  <a:lnTo>
                    <a:pt x="49437" y="418272"/>
                  </a:lnTo>
                  <a:lnTo>
                    <a:pt x="49312" y="419478"/>
                  </a:lnTo>
                  <a:lnTo>
                    <a:pt x="49976" y="421200"/>
                  </a:lnTo>
                  <a:lnTo>
                    <a:pt x="51019" y="421661"/>
                  </a:lnTo>
                  <a:lnTo>
                    <a:pt x="50636" y="421976"/>
                  </a:lnTo>
                  <a:lnTo>
                    <a:pt x="50996" y="422233"/>
                  </a:lnTo>
                  <a:lnTo>
                    <a:pt x="51171" y="422787"/>
                  </a:lnTo>
                  <a:lnTo>
                    <a:pt x="50718" y="422914"/>
                  </a:lnTo>
                  <a:lnTo>
                    <a:pt x="50668" y="423357"/>
                  </a:lnTo>
                  <a:lnTo>
                    <a:pt x="50222" y="423229"/>
                  </a:lnTo>
                  <a:lnTo>
                    <a:pt x="50165" y="423942"/>
                  </a:lnTo>
                  <a:lnTo>
                    <a:pt x="50328" y="424081"/>
                  </a:lnTo>
                  <a:lnTo>
                    <a:pt x="50057" y="424565"/>
                  </a:lnTo>
                  <a:lnTo>
                    <a:pt x="50850" y="424798"/>
                  </a:lnTo>
                  <a:lnTo>
                    <a:pt x="50779" y="425325"/>
                  </a:lnTo>
                  <a:lnTo>
                    <a:pt x="51282" y="425631"/>
                  </a:lnTo>
                  <a:lnTo>
                    <a:pt x="50862" y="425922"/>
                  </a:lnTo>
                  <a:lnTo>
                    <a:pt x="50441" y="425869"/>
                  </a:lnTo>
                  <a:lnTo>
                    <a:pt x="50335" y="426368"/>
                  </a:lnTo>
                  <a:lnTo>
                    <a:pt x="49962" y="426202"/>
                  </a:lnTo>
                  <a:lnTo>
                    <a:pt x="50106" y="426637"/>
                  </a:lnTo>
                  <a:lnTo>
                    <a:pt x="49075" y="427136"/>
                  </a:lnTo>
                  <a:lnTo>
                    <a:pt x="48936" y="427985"/>
                  </a:lnTo>
                  <a:lnTo>
                    <a:pt x="48427" y="428023"/>
                  </a:lnTo>
                  <a:lnTo>
                    <a:pt x="48410" y="427394"/>
                  </a:lnTo>
                  <a:lnTo>
                    <a:pt x="48207" y="427266"/>
                  </a:lnTo>
                  <a:lnTo>
                    <a:pt x="47764" y="427957"/>
                  </a:lnTo>
                  <a:lnTo>
                    <a:pt x="47962" y="428106"/>
                  </a:lnTo>
                  <a:lnTo>
                    <a:pt x="47714" y="428655"/>
                  </a:lnTo>
                  <a:lnTo>
                    <a:pt x="47410" y="428561"/>
                  </a:lnTo>
                  <a:lnTo>
                    <a:pt x="47140" y="428769"/>
                  </a:lnTo>
                  <a:lnTo>
                    <a:pt x="47172" y="429424"/>
                  </a:lnTo>
                  <a:lnTo>
                    <a:pt x="46635" y="429599"/>
                  </a:lnTo>
                  <a:lnTo>
                    <a:pt x="46457" y="430511"/>
                  </a:lnTo>
                  <a:lnTo>
                    <a:pt x="47050" y="430350"/>
                  </a:lnTo>
                  <a:lnTo>
                    <a:pt x="47135" y="430504"/>
                  </a:lnTo>
                  <a:lnTo>
                    <a:pt x="46996" y="430729"/>
                  </a:lnTo>
                  <a:lnTo>
                    <a:pt x="46716" y="430635"/>
                  </a:lnTo>
                  <a:lnTo>
                    <a:pt x="46390" y="431054"/>
                  </a:lnTo>
                  <a:lnTo>
                    <a:pt x="46237" y="431481"/>
                  </a:lnTo>
                  <a:lnTo>
                    <a:pt x="46372" y="431994"/>
                  </a:lnTo>
                  <a:lnTo>
                    <a:pt x="46976" y="432676"/>
                  </a:lnTo>
                  <a:lnTo>
                    <a:pt x="46476" y="432839"/>
                  </a:lnTo>
                  <a:lnTo>
                    <a:pt x="46627" y="433305"/>
                  </a:lnTo>
                  <a:lnTo>
                    <a:pt x="47449" y="433931"/>
                  </a:lnTo>
                  <a:lnTo>
                    <a:pt x="47943" y="433507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pg62">
              <a:extLst>
                <a:ext uri="{FF2B5EF4-FFF2-40B4-BE49-F238E27FC236}">
                  <a16:creationId xmlns:a16="http://schemas.microsoft.com/office/drawing/2014/main" id="{DB3740E7-C07D-5281-7902-F5107119EB33}"/>
                </a:ext>
              </a:extLst>
            </p:cNvPr>
            <p:cNvSpPr/>
            <p:nvPr/>
          </p:nvSpPr>
          <p:spPr>
            <a:xfrm>
              <a:off x="6978710" y="1849345"/>
              <a:ext cx="821986" cy="290069"/>
            </a:xfrm>
            <a:custGeom>
              <a:avLst/>
              <a:gdLst/>
              <a:ahLst/>
              <a:cxnLst/>
              <a:rect l="0" t="0" r="0" b="0"/>
              <a:pathLst>
                <a:path w="821986" h="290069">
                  <a:moveTo>
                    <a:pt x="535974" y="239221"/>
                  </a:moveTo>
                  <a:lnTo>
                    <a:pt x="533596" y="240012"/>
                  </a:lnTo>
                  <a:lnTo>
                    <a:pt x="532112" y="240901"/>
                  </a:lnTo>
                  <a:lnTo>
                    <a:pt x="526975" y="245199"/>
                  </a:lnTo>
                  <a:lnTo>
                    <a:pt x="523827" y="247070"/>
                  </a:lnTo>
                  <a:lnTo>
                    <a:pt x="520795" y="248013"/>
                  </a:lnTo>
                  <a:lnTo>
                    <a:pt x="517173" y="250167"/>
                  </a:lnTo>
                  <a:lnTo>
                    <a:pt x="514847" y="250176"/>
                  </a:lnTo>
                  <a:lnTo>
                    <a:pt x="514239" y="250410"/>
                  </a:lnTo>
                  <a:lnTo>
                    <a:pt x="513868" y="249266"/>
                  </a:lnTo>
                  <a:lnTo>
                    <a:pt x="513212" y="248188"/>
                  </a:lnTo>
                  <a:lnTo>
                    <a:pt x="511690" y="248830"/>
                  </a:lnTo>
                  <a:lnTo>
                    <a:pt x="511169" y="249378"/>
                  </a:lnTo>
                  <a:lnTo>
                    <a:pt x="510816" y="249305"/>
                  </a:lnTo>
                  <a:lnTo>
                    <a:pt x="508427" y="250323"/>
                  </a:lnTo>
                  <a:lnTo>
                    <a:pt x="507988" y="250709"/>
                  </a:lnTo>
                  <a:lnTo>
                    <a:pt x="507762" y="250600"/>
                  </a:lnTo>
                  <a:lnTo>
                    <a:pt x="507117" y="251038"/>
                  </a:lnTo>
                  <a:lnTo>
                    <a:pt x="504702" y="251735"/>
                  </a:lnTo>
                  <a:lnTo>
                    <a:pt x="503704" y="252245"/>
                  </a:lnTo>
                  <a:lnTo>
                    <a:pt x="501688" y="247573"/>
                  </a:lnTo>
                  <a:lnTo>
                    <a:pt x="499243" y="247845"/>
                  </a:lnTo>
                  <a:lnTo>
                    <a:pt x="497625" y="246733"/>
                  </a:lnTo>
                  <a:lnTo>
                    <a:pt x="497714" y="246280"/>
                  </a:lnTo>
                  <a:lnTo>
                    <a:pt x="495864" y="242794"/>
                  </a:lnTo>
                  <a:lnTo>
                    <a:pt x="495071" y="242307"/>
                  </a:lnTo>
                  <a:lnTo>
                    <a:pt x="487672" y="240929"/>
                  </a:lnTo>
                  <a:lnTo>
                    <a:pt x="485219" y="242406"/>
                  </a:lnTo>
                  <a:lnTo>
                    <a:pt x="484770" y="241951"/>
                  </a:lnTo>
                  <a:lnTo>
                    <a:pt x="482448" y="241457"/>
                  </a:lnTo>
                  <a:lnTo>
                    <a:pt x="482283" y="241182"/>
                  </a:lnTo>
                  <a:lnTo>
                    <a:pt x="481027" y="240655"/>
                  </a:lnTo>
                  <a:lnTo>
                    <a:pt x="477839" y="240016"/>
                  </a:lnTo>
                  <a:lnTo>
                    <a:pt x="473850" y="241916"/>
                  </a:lnTo>
                  <a:lnTo>
                    <a:pt x="473233" y="242023"/>
                  </a:lnTo>
                  <a:lnTo>
                    <a:pt x="471110" y="242197"/>
                  </a:lnTo>
                  <a:lnTo>
                    <a:pt x="470182" y="241824"/>
                  </a:lnTo>
                  <a:lnTo>
                    <a:pt x="466376" y="241346"/>
                  </a:lnTo>
                  <a:lnTo>
                    <a:pt x="465483" y="241548"/>
                  </a:lnTo>
                  <a:lnTo>
                    <a:pt x="465121" y="241956"/>
                  </a:lnTo>
                  <a:lnTo>
                    <a:pt x="464815" y="243742"/>
                  </a:lnTo>
                  <a:lnTo>
                    <a:pt x="463443" y="242201"/>
                  </a:lnTo>
                  <a:lnTo>
                    <a:pt x="461590" y="238536"/>
                  </a:lnTo>
                  <a:lnTo>
                    <a:pt x="460793" y="236683"/>
                  </a:lnTo>
                  <a:lnTo>
                    <a:pt x="459330" y="235321"/>
                  </a:lnTo>
                  <a:lnTo>
                    <a:pt x="453057" y="232272"/>
                  </a:lnTo>
                  <a:lnTo>
                    <a:pt x="451262" y="230723"/>
                  </a:lnTo>
                  <a:lnTo>
                    <a:pt x="450775" y="230756"/>
                  </a:lnTo>
                  <a:lnTo>
                    <a:pt x="449172" y="229744"/>
                  </a:lnTo>
                  <a:lnTo>
                    <a:pt x="448511" y="229034"/>
                  </a:lnTo>
                  <a:lnTo>
                    <a:pt x="447566" y="226777"/>
                  </a:lnTo>
                  <a:lnTo>
                    <a:pt x="447413" y="224835"/>
                  </a:lnTo>
                  <a:lnTo>
                    <a:pt x="446737" y="223212"/>
                  </a:lnTo>
                  <a:lnTo>
                    <a:pt x="438902" y="221287"/>
                  </a:lnTo>
                  <a:lnTo>
                    <a:pt x="439146" y="222801"/>
                  </a:lnTo>
                  <a:lnTo>
                    <a:pt x="439651" y="224102"/>
                  </a:lnTo>
                  <a:lnTo>
                    <a:pt x="438910" y="225453"/>
                  </a:lnTo>
                  <a:lnTo>
                    <a:pt x="437170" y="227649"/>
                  </a:lnTo>
                  <a:lnTo>
                    <a:pt x="435357" y="228457"/>
                  </a:lnTo>
                  <a:lnTo>
                    <a:pt x="433854" y="229671"/>
                  </a:lnTo>
                  <a:lnTo>
                    <a:pt x="432084" y="230707"/>
                  </a:lnTo>
                  <a:lnTo>
                    <a:pt x="430418" y="230907"/>
                  </a:lnTo>
                  <a:lnTo>
                    <a:pt x="428914" y="230486"/>
                  </a:lnTo>
                  <a:lnTo>
                    <a:pt x="426552" y="231366"/>
                  </a:lnTo>
                  <a:lnTo>
                    <a:pt x="425254" y="231038"/>
                  </a:lnTo>
                  <a:lnTo>
                    <a:pt x="424215" y="231233"/>
                  </a:lnTo>
                  <a:lnTo>
                    <a:pt x="423556" y="230992"/>
                  </a:lnTo>
                  <a:lnTo>
                    <a:pt x="422209" y="231020"/>
                  </a:lnTo>
                  <a:lnTo>
                    <a:pt x="420988" y="230526"/>
                  </a:lnTo>
                  <a:lnTo>
                    <a:pt x="419778" y="230364"/>
                  </a:lnTo>
                  <a:lnTo>
                    <a:pt x="418723" y="229727"/>
                  </a:lnTo>
                  <a:lnTo>
                    <a:pt x="417463" y="229817"/>
                  </a:lnTo>
                  <a:lnTo>
                    <a:pt x="409648" y="228187"/>
                  </a:lnTo>
                  <a:lnTo>
                    <a:pt x="408401" y="226218"/>
                  </a:lnTo>
                  <a:lnTo>
                    <a:pt x="404700" y="225255"/>
                  </a:lnTo>
                  <a:lnTo>
                    <a:pt x="403987" y="224873"/>
                  </a:lnTo>
                  <a:lnTo>
                    <a:pt x="402669" y="225474"/>
                  </a:lnTo>
                  <a:lnTo>
                    <a:pt x="401826" y="226182"/>
                  </a:lnTo>
                  <a:lnTo>
                    <a:pt x="400847" y="226237"/>
                  </a:lnTo>
                  <a:lnTo>
                    <a:pt x="400102" y="226757"/>
                  </a:lnTo>
                  <a:lnTo>
                    <a:pt x="398717" y="226844"/>
                  </a:lnTo>
                  <a:lnTo>
                    <a:pt x="396505" y="227617"/>
                  </a:lnTo>
                  <a:lnTo>
                    <a:pt x="385543" y="233926"/>
                  </a:lnTo>
                  <a:lnTo>
                    <a:pt x="384713" y="234706"/>
                  </a:lnTo>
                  <a:lnTo>
                    <a:pt x="384764" y="235959"/>
                  </a:lnTo>
                  <a:lnTo>
                    <a:pt x="383886" y="236699"/>
                  </a:lnTo>
                  <a:lnTo>
                    <a:pt x="381881" y="237495"/>
                  </a:lnTo>
                  <a:lnTo>
                    <a:pt x="379666" y="240057"/>
                  </a:lnTo>
                  <a:lnTo>
                    <a:pt x="375350" y="240872"/>
                  </a:lnTo>
                  <a:lnTo>
                    <a:pt x="373770" y="240366"/>
                  </a:lnTo>
                  <a:lnTo>
                    <a:pt x="376549" y="236692"/>
                  </a:lnTo>
                  <a:lnTo>
                    <a:pt x="377927" y="235545"/>
                  </a:lnTo>
                  <a:lnTo>
                    <a:pt x="378668" y="231786"/>
                  </a:lnTo>
                  <a:lnTo>
                    <a:pt x="378572" y="230900"/>
                  </a:lnTo>
                  <a:lnTo>
                    <a:pt x="378123" y="230038"/>
                  </a:lnTo>
                  <a:lnTo>
                    <a:pt x="377915" y="228524"/>
                  </a:lnTo>
                  <a:lnTo>
                    <a:pt x="377483" y="227305"/>
                  </a:lnTo>
                  <a:lnTo>
                    <a:pt x="376287" y="226652"/>
                  </a:lnTo>
                  <a:lnTo>
                    <a:pt x="375217" y="226778"/>
                  </a:lnTo>
                  <a:lnTo>
                    <a:pt x="374185" y="226381"/>
                  </a:lnTo>
                  <a:lnTo>
                    <a:pt x="370020" y="223627"/>
                  </a:lnTo>
                  <a:lnTo>
                    <a:pt x="369935" y="221017"/>
                  </a:lnTo>
                  <a:lnTo>
                    <a:pt x="369127" y="220010"/>
                  </a:lnTo>
                  <a:lnTo>
                    <a:pt x="368507" y="217824"/>
                  </a:lnTo>
                  <a:lnTo>
                    <a:pt x="368915" y="216617"/>
                  </a:lnTo>
                  <a:lnTo>
                    <a:pt x="368675" y="214606"/>
                  </a:lnTo>
                  <a:lnTo>
                    <a:pt x="369087" y="213702"/>
                  </a:lnTo>
                  <a:lnTo>
                    <a:pt x="368948" y="213210"/>
                  </a:lnTo>
                  <a:lnTo>
                    <a:pt x="369342" y="211790"/>
                  </a:lnTo>
                  <a:lnTo>
                    <a:pt x="369254" y="211454"/>
                  </a:lnTo>
                  <a:lnTo>
                    <a:pt x="369432" y="211349"/>
                  </a:lnTo>
                  <a:lnTo>
                    <a:pt x="369154" y="209932"/>
                  </a:lnTo>
                  <a:lnTo>
                    <a:pt x="369549" y="209458"/>
                  </a:lnTo>
                  <a:lnTo>
                    <a:pt x="369324" y="209347"/>
                  </a:lnTo>
                  <a:lnTo>
                    <a:pt x="368846" y="209160"/>
                  </a:lnTo>
                  <a:lnTo>
                    <a:pt x="367207" y="211510"/>
                  </a:lnTo>
                  <a:lnTo>
                    <a:pt x="367030" y="212324"/>
                  </a:lnTo>
                  <a:lnTo>
                    <a:pt x="365560" y="213173"/>
                  </a:lnTo>
                  <a:lnTo>
                    <a:pt x="365746" y="213418"/>
                  </a:lnTo>
                  <a:lnTo>
                    <a:pt x="364783" y="213602"/>
                  </a:lnTo>
                  <a:lnTo>
                    <a:pt x="362588" y="215310"/>
                  </a:lnTo>
                  <a:lnTo>
                    <a:pt x="361702" y="215591"/>
                  </a:lnTo>
                  <a:lnTo>
                    <a:pt x="361233" y="216078"/>
                  </a:lnTo>
                  <a:lnTo>
                    <a:pt x="359489" y="216124"/>
                  </a:lnTo>
                  <a:lnTo>
                    <a:pt x="357099" y="216888"/>
                  </a:lnTo>
                  <a:lnTo>
                    <a:pt x="354833" y="218459"/>
                  </a:lnTo>
                  <a:lnTo>
                    <a:pt x="354194" y="219321"/>
                  </a:lnTo>
                  <a:lnTo>
                    <a:pt x="352863" y="219578"/>
                  </a:lnTo>
                  <a:lnTo>
                    <a:pt x="350085" y="220664"/>
                  </a:lnTo>
                  <a:lnTo>
                    <a:pt x="348163" y="221792"/>
                  </a:lnTo>
                  <a:lnTo>
                    <a:pt x="346835" y="221773"/>
                  </a:lnTo>
                  <a:lnTo>
                    <a:pt x="345719" y="222339"/>
                  </a:lnTo>
                  <a:lnTo>
                    <a:pt x="344470" y="223290"/>
                  </a:lnTo>
                  <a:lnTo>
                    <a:pt x="343484" y="224585"/>
                  </a:lnTo>
                  <a:lnTo>
                    <a:pt x="342433" y="228189"/>
                  </a:lnTo>
                  <a:lnTo>
                    <a:pt x="341637" y="227891"/>
                  </a:lnTo>
                  <a:lnTo>
                    <a:pt x="340008" y="227998"/>
                  </a:lnTo>
                  <a:lnTo>
                    <a:pt x="338336" y="229106"/>
                  </a:lnTo>
                  <a:lnTo>
                    <a:pt x="336307" y="229831"/>
                  </a:lnTo>
                  <a:lnTo>
                    <a:pt x="336262" y="229231"/>
                  </a:lnTo>
                  <a:lnTo>
                    <a:pt x="335749" y="232462"/>
                  </a:lnTo>
                  <a:lnTo>
                    <a:pt x="334888" y="234731"/>
                  </a:lnTo>
                  <a:lnTo>
                    <a:pt x="333210" y="235665"/>
                  </a:lnTo>
                  <a:lnTo>
                    <a:pt x="332144" y="234506"/>
                  </a:lnTo>
                  <a:lnTo>
                    <a:pt x="330233" y="234207"/>
                  </a:lnTo>
                  <a:lnTo>
                    <a:pt x="327720" y="231854"/>
                  </a:lnTo>
                  <a:lnTo>
                    <a:pt x="326791" y="230271"/>
                  </a:lnTo>
                  <a:lnTo>
                    <a:pt x="326055" y="230462"/>
                  </a:lnTo>
                  <a:lnTo>
                    <a:pt x="323486" y="232241"/>
                  </a:lnTo>
                  <a:lnTo>
                    <a:pt x="322136" y="234068"/>
                  </a:lnTo>
                  <a:lnTo>
                    <a:pt x="321238" y="234841"/>
                  </a:lnTo>
                  <a:lnTo>
                    <a:pt x="321051" y="235343"/>
                  </a:lnTo>
                  <a:lnTo>
                    <a:pt x="320388" y="235429"/>
                  </a:lnTo>
                  <a:lnTo>
                    <a:pt x="319052" y="236251"/>
                  </a:lnTo>
                  <a:lnTo>
                    <a:pt x="319421" y="237832"/>
                  </a:lnTo>
                  <a:lnTo>
                    <a:pt x="318659" y="237429"/>
                  </a:lnTo>
                  <a:lnTo>
                    <a:pt x="316035" y="235050"/>
                  </a:lnTo>
                  <a:lnTo>
                    <a:pt x="313519" y="231476"/>
                  </a:lnTo>
                  <a:lnTo>
                    <a:pt x="313002" y="229905"/>
                  </a:lnTo>
                  <a:lnTo>
                    <a:pt x="313142" y="229605"/>
                  </a:lnTo>
                  <a:lnTo>
                    <a:pt x="312897" y="228917"/>
                  </a:lnTo>
                  <a:lnTo>
                    <a:pt x="313507" y="228712"/>
                  </a:lnTo>
                  <a:lnTo>
                    <a:pt x="315151" y="227395"/>
                  </a:lnTo>
                  <a:lnTo>
                    <a:pt x="314152" y="223785"/>
                  </a:lnTo>
                  <a:lnTo>
                    <a:pt x="314522" y="221722"/>
                  </a:lnTo>
                  <a:lnTo>
                    <a:pt x="313650" y="220604"/>
                  </a:lnTo>
                  <a:lnTo>
                    <a:pt x="312861" y="220182"/>
                  </a:lnTo>
                  <a:lnTo>
                    <a:pt x="312086" y="217367"/>
                  </a:lnTo>
                  <a:lnTo>
                    <a:pt x="311008" y="215238"/>
                  </a:lnTo>
                  <a:lnTo>
                    <a:pt x="309155" y="214099"/>
                  </a:lnTo>
                  <a:lnTo>
                    <a:pt x="308636" y="213431"/>
                  </a:lnTo>
                  <a:lnTo>
                    <a:pt x="307084" y="212387"/>
                  </a:lnTo>
                  <a:lnTo>
                    <a:pt x="306074" y="211179"/>
                  </a:lnTo>
                  <a:lnTo>
                    <a:pt x="304099" y="212471"/>
                  </a:lnTo>
                  <a:lnTo>
                    <a:pt x="303058" y="213661"/>
                  </a:lnTo>
                  <a:lnTo>
                    <a:pt x="301825" y="214077"/>
                  </a:lnTo>
                  <a:lnTo>
                    <a:pt x="301194" y="213988"/>
                  </a:lnTo>
                  <a:lnTo>
                    <a:pt x="300180" y="214400"/>
                  </a:lnTo>
                  <a:lnTo>
                    <a:pt x="299647" y="214203"/>
                  </a:lnTo>
                  <a:lnTo>
                    <a:pt x="298638" y="214921"/>
                  </a:lnTo>
                  <a:lnTo>
                    <a:pt x="297949" y="215137"/>
                  </a:lnTo>
                  <a:lnTo>
                    <a:pt x="297324" y="216033"/>
                  </a:lnTo>
                  <a:lnTo>
                    <a:pt x="296111" y="217130"/>
                  </a:lnTo>
                  <a:lnTo>
                    <a:pt x="293490" y="217948"/>
                  </a:lnTo>
                  <a:lnTo>
                    <a:pt x="291903" y="218196"/>
                  </a:lnTo>
                  <a:lnTo>
                    <a:pt x="290333" y="219025"/>
                  </a:lnTo>
                  <a:lnTo>
                    <a:pt x="288151" y="219708"/>
                  </a:lnTo>
                  <a:lnTo>
                    <a:pt x="287754" y="220047"/>
                  </a:lnTo>
                  <a:lnTo>
                    <a:pt x="284564" y="220887"/>
                  </a:lnTo>
                  <a:lnTo>
                    <a:pt x="283534" y="221585"/>
                  </a:lnTo>
                  <a:lnTo>
                    <a:pt x="282957" y="221737"/>
                  </a:lnTo>
                  <a:lnTo>
                    <a:pt x="281765" y="221475"/>
                  </a:lnTo>
                  <a:lnTo>
                    <a:pt x="278730" y="219962"/>
                  </a:lnTo>
                  <a:lnTo>
                    <a:pt x="275219" y="220675"/>
                  </a:lnTo>
                  <a:lnTo>
                    <a:pt x="273377" y="221715"/>
                  </a:lnTo>
                  <a:lnTo>
                    <a:pt x="272074" y="221615"/>
                  </a:lnTo>
                  <a:lnTo>
                    <a:pt x="266892" y="222590"/>
                  </a:lnTo>
                  <a:lnTo>
                    <a:pt x="266077" y="222371"/>
                  </a:lnTo>
                  <a:lnTo>
                    <a:pt x="265572" y="222605"/>
                  </a:lnTo>
                  <a:lnTo>
                    <a:pt x="264617" y="222361"/>
                  </a:lnTo>
                  <a:lnTo>
                    <a:pt x="262429" y="222502"/>
                  </a:lnTo>
                  <a:lnTo>
                    <a:pt x="261516" y="222883"/>
                  </a:lnTo>
                  <a:lnTo>
                    <a:pt x="260648" y="223841"/>
                  </a:lnTo>
                  <a:lnTo>
                    <a:pt x="259790" y="224217"/>
                  </a:lnTo>
                  <a:lnTo>
                    <a:pt x="258367" y="224356"/>
                  </a:lnTo>
                  <a:lnTo>
                    <a:pt x="256920" y="224890"/>
                  </a:lnTo>
                  <a:lnTo>
                    <a:pt x="256002" y="226416"/>
                  </a:lnTo>
                  <a:lnTo>
                    <a:pt x="255688" y="226607"/>
                  </a:lnTo>
                  <a:lnTo>
                    <a:pt x="253565" y="227118"/>
                  </a:lnTo>
                  <a:lnTo>
                    <a:pt x="252680" y="229013"/>
                  </a:lnTo>
                  <a:lnTo>
                    <a:pt x="249186" y="232384"/>
                  </a:lnTo>
                  <a:lnTo>
                    <a:pt x="248003" y="234091"/>
                  </a:lnTo>
                  <a:lnTo>
                    <a:pt x="247051" y="234556"/>
                  </a:lnTo>
                  <a:lnTo>
                    <a:pt x="244796" y="236769"/>
                  </a:lnTo>
                  <a:lnTo>
                    <a:pt x="243093" y="237678"/>
                  </a:lnTo>
                  <a:lnTo>
                    <a:pt x="243080" y="238566"/>
                  </a:lnTo>
                  <a:lnTo>
                    <a:pt x="241990" y="241218"/>
                  </a:lnTo>
                  <a:lnTo>
                    <a:pt x="242496" y="241674"/>
                  </a:lnTo>
                  <a:lnTo>
                    <a:pt x="242316" y="241857"/>
                  </a:lnTo>
                  <a:lnTo>
                    <a:pt x="243157" y="242443"/>
                  </a:lnTo>
                  <a:lnTo>
                    <a:pt x="243902" y="242567"/>
                  </a:lnTo>
                  <a:lnTo>
                    <a:pt x="244594" y="243375"/>
                  </a:lnTo>
                  <a:lnTo>
                    <a:pt x="245886" y="242879"/>
                  </a:lnTo>
                  <a:lnTo>
                    <a:pt x="246473" y="243307"/>
                  </a:lnTo>
                  <a:lnTo>
                    <a:pt x="248211" y="246195"/>
                  </a:lnTo>
                  <a:lnTo>
                    <a:pt x="247275" y="246426"/>
                  </a:lnTo>
                  <a:lnTo>
                    <a:pt x="247670" y="247280"/>
                  </a:lnTo>
                  <a:lnTo>
                    <a:pt x="248544" y="248281"/>
                  </a:lnTo>
                  <a:lnTo>
                    <a:pt x="249232" y="250162"/>
                  </a:lnTo>
                  <a:lnTo>
                    <a:pt x="244362" y="251213"/>
                  </a:lnTo>
                  <a:lnTo>
                    <a:pt x="239245" y="252800"/>
                  </a:lnTo>
                  <a:lnTo>
                    <a:pt x="236984" y="251046"/>
                  </a:lnTo>
                  <a:lnTo>
                    <a:pt x="236395" y="251226"/>
                  </a:lnTo>
                  <a:lnTo>
                    <a:pt x="236073" y="251589"/>
                  </a:lnTo>
                  <a:lnTo>
                    <a:pt x="235831" y="252243"/>
                  </a:lnTo>
                  <a:lnTo>
                    <a:pt x="234278" y="253979"/>
                  </a:lnTo>
                  <a:lnTo>
                    <a:pt x="234075" y="254614"/>
                  </a:lnTo>
                  <a:lnTo>
                    <a:pt x="229391" y="256388"/>
                  </a:lnTo>
                  <a:lnTo>
                    <a:pt x="226858" y="257095"/>
                  </a:lnTo>
                  <a:lnTo>
                    <a:pt x="224765" y="257253"/>
                  </a:lnTo>
                  <a:lnTo>
                    <a:pt x="221733" y="258424"/>
                  </a:lnTo>
                  <a:lnTo>
                    <a:pt x="216647" y="258769"/>
                  </a:lnTo>
                  <a:lnTo>
                    <a:pt x="215715" y="259110"/>
                  </a:lnTo>
                  <a:lnTo>
                    <a:pt x="214243" y="258996"/>
                  </a:lnTo>
                  <a:lnTo>
                    <a:pt x="213617" y="259466"/>
                  </a:lnTo>
                  <a:lnTo>
                    <a:pt x="213969" y="259712"/>
                  </a:lnTo>
                  <a:lnTo>
                    <a:pt x="213899" y="260251"/>
                  </a:lnTo>
                  <a:lnTo>
                    <a:pt x="214327" y="260768"/>
                  </a:lnTo>
                  <a:lnTo>
                    <a:pt x="213308" y="261834"/>
                  </a:lnTo>
                  <a:lnTo>
                    <a:pt x="212588" y="263707"/>
                  </a:lnTo>
                  <a:lnTo>
                    <a:pt x="211227" y="265077"/>
                  </a:lnTo>
                  <a:lnTo>
                    <a:pt x="211572" y="267449"/>
                  </a:lnTo>
                  <a:lnTo>
                    <a:pt x="210971" y="268904"/>
                  </a:lnTo>
                  <a:lnTo>
                    <a:pt x="209178" y="270528"/>
                  </a:lnTo>
                  <a:lnTo>
                    <a:pt x="206902" y="271606"/>
                  </a:lnTo>
                  <a:lnTo>
                    <a:pt x="206678" y="272739"/>
                  </a:lnTo>
                  <a:lnTo>
                    <a:pt x="207119" y="274155"/>
                  </a:lnTo>
                  <a:lnTo>
                    <a:pt x="204106" y="281703"/>
                  </a:lnTo>
                  <a:lnTo>
                    <a:pt x="202350" y="280947"/>
                  </a:lnTo>
                  <a:lnTo>
                    <a:pt x="196863" y="280408"/>
                  </a:lnTo>
                  <a:lnTo>
                    <a:pt x="184044" y="283017"/>
                  </a:lnTo>
                  <a:lnTo>
                    <a:pt x="184776" y="281678"/>
                  </a:lnTo>
                  <a:lnTo>
                    <a:pt x="185062" y="281644"/>
                  </a:lnTo>
                  <a:lnTo>
                    <a:pt x="185095" y="281890"/>
                  </a:lnTo>
                  <a:lnTo>
                    <a:pt x="185852" y="281790"/>
                  </a:lnTo>
                  <a:lnTo>
                    <a:pt x="186043" y="281323"/>
                  </a:lnTo>
                  <a:lnTo>
                    <a:pt x="186298" y="281339"/>
                  </a:lnTo>
                  <a:lnTo>
                    <a:pt x="187047" y="282115"/>
                  </a:lnTo>
                  <a:lnTo>
                    <a:pt x="187627" y="281793"/>
                  </a:lnTo>
                  <a:lnTo>
                    <a:pt x="188472" y="280566"/>
                  </a:lnTo>
                  <a:lnTo>
                    <a:pt x="188083" y="280085"/>
                  </a:lnTo>
                  <a:lnTo>
                    <a:pt x="188177" y="279828"/>
                  </a:lnTo>
                  <a:lnTo>
                    <a:pt x="189242" y="279191"/>
                  </a:lnTo>
                  <a:lnTo>
                    <a:pt x="188975" y="278209"/>
                  </a:lnTo>
                  <a:lnTo>
                    <a:pt x="189638" y="275736"/>
                  </a:lnTo>
                  <a:lnTo>
                    <a:pt x="190832" y="275289"/>
                  </a:lnTo>
                  <a:lnTo>
                    <a:pt x="191145" y="274734"/>
                  </a:lnTo>
                  <a:lnTo>
                    <a:pt x="190098" y="273417"/>
                  </a:lnTo>
                  <a:lnTo>
                    <a:pt x="190559" y="271021"/>
                  </a:lnTo>
                  <a:lnTo>
                    <a:pt x="190546" y="269786"/>
                  </a:lnTo>
                  <a:lnTo>
                    <a:pt x="190161" y="269145"/>
                  </a:lnTo>
                  <a:lnTo>
                    <a:pt x="190553" y="267349"/>
                  </a:lnTo>
                  <a:lnTo>
                    <a:pt x="189482" y="267110"/>
                  </a:lnTo>
                  <a:lnTo>
                    <a:pt x="189205" y="266576"/>
                  </a:lnTo>
                  <a:lnTo>
                    <a:pt x="189952" y="265690"/>
                  </a:lnTo>
                  <a:lnTo>
                    <a:pt x="190395" y="265658"/>
                  </a:lnTo>
                  <a:lnTo>
                    <a:pt x="190511" y="264679"/>
                  </a:lnTo>
                  <a:lnTo>
                    <a:pt x="189698" y="261072"/>
                  </a:lnTo>
                  <a:lnTo>
                    <a:pt x="190413" y="260141"/>
                  </a:lnTo>
                  <a:lnTo>
                    <a:pt x="190719" y="258438"/>
                  </a:lnTo>
                  <a:lnTo>
                    <a:pt x="191314" y="257421"/>
                  </a:lnTo>
                  <a:lnTo>
                    <a:pt x="192462" y="253756"/>
                  </a:lnTo>
                  <a:lnTo>
                    <a:pt x="193020" y="253053"/>
                  </a:lnTo>
                  <a:lnTo>
                    <a:pt x="192228" y="251775"/>
                  </a:lnTo>
                  <a:lnTo>
                    <a:pt x="193739" y="250472"/>
                  </a:lnTo>
                  <a:lnTo>
                    <a:pt x="194349" y="250372"/>
                  </a:lnTo>
                  <a:lnTo>
                    <a:pt x="195191" y="249532"/>
                  </a:lnTo>
                  <a:lnTo>
                    <a:pt x="193925" y="245341"/>
                  </a:lnTo>
                  <a:lnTo>
                    <a:pt x="193817" y="243318"/>
                  </a:lnTo>
                  <a:lnTo>
                    <a:pt x="194087" y="241675"/>
                  </a:lnTo>
                  <a:lnTo>
                    <a:pt x="196107" y="240905"/>
                  </a:lnTo>
                  <a:lnTo>
                    <a:pt x="195984" y="239831"/>
                  </a:lnTo>
                  <a:lnTo>
                    <a:pt x="194421" y="238384"/>
                  </a:lnTo>
                  <a:lnTo>
                    <a:pt x="191153" y="233817"/>
                  </a:lnTo>
                  <a:lnTo>
                    <a:pt x="190328" y="231532"/>
                  </a:lnTo>
                  <a:lnTo>
                    <a:pt x="188637" y="227994"/>
                  </a:lnTo>
                  <a:lnTo>
                    <a:pt x="189350" y="227528"/>
                  </a:lnTo>
                  <a:lnTo>
                    <a:pt x="191880" y="224719"/>
                  </a:lnTo>
                  <a:lnTo>
                    <a:pt x="192998" y="223791"/>
                  </a:lnTo>
                  <a:lnTo>
                    <a:pt x="193743" y="222303"/>
                  </a:lnTo>
                  <a:lnTo>
                    <a:pt x="193982" y="220675"/>
                  </a:lnTo>
                  <a:lnTo>
                    <a:pt x="193194" y="216995"/>
                  </a:lnTo>
                  <a:lnTo>
                    <a:pt x="192371" y="215258"/>
                  </a:lnTo>
                  <a:lnTo>
                    <a:pt x="192119" y="213589"/>
                  </a:lnTo>
                  <a:lnTo>
                    <a:pt x="192485" y="211428"/>
                  </a:lnTo>
                  <a:lnTo>
                    <a:pt x="191705" y="208222"/>
                  </a:lnTo>
                  <a:lnTo>
                    <a:pt x="192208" y="206727"/>
                  </a:lnTo>
                  <a:lnTo>
                    <a:pt x="189927" y="205891"/>
                  </a:lnTo>
                  <a:lnTo>
                    <a:pt x="187692" y="206131"/>
                  </a:lnTo>
                  <a:lnTo>
                    <a:pt x="187051" y="205256"/>
                  </a:lnTo>
                  <a:lnTo>
                    <a:pt x="186337" y="203055"/>
                  </a:lnTo>
                  <a:lnTo>
                    <a:pt x="184024" y="202585"/>
                  </a:lnTo>
                  <a:lnTo>
                    <a:pt x="177775" y="200610"/>
                  </a:lnTo>
                  <a:lnTo>
                    <a:pt x="174971" y="197150"/>
                  </a:lnTo>
                  <a:lnTo>
                    <a:pt x="175112" y="195143"/>
                  </a:lnTo>
                  <a:lnTo>
                    <a:pt x="172910" y="192502"/>
                  </a:lnTo>
                  <a:lnTo>
                    <a:pt x="170723" y="191874"/>
                  </a:lnTo>
                  <a:lnTo>
                    <a:pt x="168147" y="194256"/>
                  </a:lnTo>
                  <a:lnTo>
                    <a:pt x="166475" y="198869"/>
                  </a:lnTo>
                  <a:lnTo>
                    <a:pt x="164125" y="198756"/>
                  </a:lnTo>
                  <a:lnTo>
                    <a:pt x="160664" y="199723"/>
                  </a:lnTo>
                  <a:lnTo>
                    <a:pt x="155314" y="200432"/>
                  </a:lnTo>
                  <a:lnTo>
                    <a:pt x="153467" y="202601"/>
                  </a:lnTo>
                  <a:lnTo>
                    <a:pt x="152296" y="202400"/>
                  </a:lnTo>
                  <a:lnTo>
                    <a:pt x="150565" y="204577"/>
                  </a:lnTo>
                  <a:lnTo>
                    <a:pt x="148654" y="203830"/>
                  </a:lnTo>
                  <a:lnTo>
                    <a:pt x="144044" y="205276"/>
                  </a:lnTo>
                  <a:lnTo>
                    <a:pt x="141383" y="208097"/>
                  </a:lnTo>
                  <a:lnTo>
                    <a:pt x="140609" y="201863"/>
                  </a:lnTo>
                  <a:lnTo>
                    <a:pt x="141373" y="200773"/>
                  </a:lnTo>
                  <a:lnTo>
                    <a:pt x="141589" y="199890"/>
                  </a:lnTo>
                  <a:lnTo>
                    <a:pt x="141623" y="193346"/>
                  </a:lnTo>
                  <a:lnTo>
                    <a:pt x="139653" y="191020"/>
                  </a:lnTo>
                  <a:lnTo>
                    <a:pt x="139363" y="190214"/>
                  </a:lnTo>
                  <a:lnTo>
                    <a:pt x="139789" y="188316"/>
                  </a:lnTo>
                  <a:lnTo>
                    <a:pt x="138026" y="187479"/>
                  </a:lnTo>
                  <a:lnTo>
                    <a:pt x="137389" y="186639"/>
                  </a:lnTo>
                  <a:lnTo>
                    <a:pt x="136392" y="184332"/>
                  </a:lnTo>
                  <a:lnTo>
                    <a:pt x="133564" y="181583"/>
                  </a:lnTo>
                  <a:lnTo>
                    <a:pt x="133903" y="180633"/>
                  </a:lnTo>
                  <a:lnTo>
                    <a:pt x="133425" y="179157"/>
                  </a:lnTo>
                  <a:lnTo>
                    <a:pt x="132839" y="178456"/>
                  </a:lnTo>
                  <a:lnTo>
                    <a:pt x="132687" y="177398"/>
                  </a:lnTo>
                  <a:lnTo>
                    <a:pt x="132907" y="177012"/>
                  </a:lnTo>
                  <a:lnTo>
                    <a:pt x="131951" y="175888"/>
                  </a:lnTo>
                  <a:lnTo>
                    <a:pt x="131012" y="173797"/>
                  </a:lnTo>
                  <a:lnTo>
                    <a:pt x="128829" y="170166"/>
                  </a:lnTo>
                  <a:lnTo>
                    <a:pt x="127212" y="166390"/>
                  </a:lnTo>
                  <a:lnTo>
                    <a:pt x="127023" y="163313"/>
                  </a:lnTo>
                  <a:lnTo>
                    <a:pt x="126565" y="161430"/>
                  </a:lnTo>
                  <a:lnTo>
                    <a:pt x="124657" y="160583"/>
                  </a:lnTo>
                  <a:lnTo>
                    <a:pt x="121363" y="161728"/>
                  </a:lnTo>
                  <a:lnTo>
                    <a:pt x="111468" y="162021"/>
                  </a:lnTo>
                  <a:lnTo>
                    <a:pt x="106876" y="160756"/>
                  </a:lnTo>
                  <a:lnTo>
                    <a:pt x="104554" y="160847"/>
                  </a:lnTo>
                  <a:lnTo>
                    <a:pt x="102725" y="159856"/>
                  </a:lnTo>
                  <a:lnTo>
                    <a:pt x="101613" y="159557"/>
                  </a:lnTo>
                  <a:lnTo>
                    <a:pt x="100483" y="159580"/>
                  </a:lnTo>
                  <a:lnTo>
                    <a:pt x="99791" y="160727"/>
                  </a:lnTo>
                  <a:lnTo>
                    <a:pt x="98363" y="161642"/>
                  </a:lnTo>
                  <a:lnTo>
                    <a:pt x="97532" y="161595"/>
                  </a:lnTo>
                  <a:lnTo>
                    <a:pt x="96145" y="161081"/>
                  </a:lnTo>
                  <a:lnTo>
                    <a:pt x="95084" y="161391"/>
                  </a:lnTo>
                  <a:lnTo>
                    <a:pt x="93506" y="161193"/>
                  </a:lnTo>
                  <a:lnTo>
                    <a:pt x="92350" y="161449"/>
                  </a:lnTo>
                  <a:lnTo>
                    <a:pt x="91900" y="162851"/>
                  </a:lnTo>
                  <a:lnTo>
                    <a:pt x="91249" y="163771"/>
                  </a:lnTo>
                  <a:lnTo>
                    <a:pt x="91053" y="165052"/>
                  </a:lnTo>
                  <a:lnTo>
                    <a:pt x="90600" y="165864"/>
                  </a:lnTo>
                  <a:lnTo>
                    <a:pt x="89837" y="165149"/>
                  </a:lnTo>
                  <a:lnTo>
                    <a:pt x="89494" y="165232"/>
                  </a:lnTo>
                  <a:lnTo>
                    <a:pt x="85090" y="167258"/>
                  </a:lnTo>
                  <a:lnTo>
                    <a:pt x="83719" y="167601"/>
                  </a:lnTo>
                  <a:lnTo>
                    <a:pt x="82485" y="168693"/>
                  </a:lnTo>
                  <a:lnTo>
                    <a:pt x="81314" y="169120"/>
                  </a:lnTo>
                  <a:lnTo>
                    <a:pt x="79887" y="169182"/>
                  </a:lnTo>
                  <a:lnTo>
                    <a:pt x="79304" y="169078"/>
                  </a:lnTo>
                  <a:lnTo>
                    <a:pt x="78845" y="168605"/>
                  </a:lnTo>
                  <a:lnTo>
                    <a:pt x="79010" y="166364"/>
                  </a:lnTo>
                  <a:lnTo>
                    <a:pt x="78598" y="165135"/>
                  </a:lnTo>
                  <a:lnTo>
                    <a:pt x="76782" y="166574"/>
                  </a:lnTo>
                  <a:lnTo>
                    <a:pt x="73982" y="164347"/>
                  </a:lnTo>
                  <a:lnTo>
                    <a:pt x="73037" y="162488"/>
                  </a:lnTo>
                  <a:lnTo>
                    <a:pt x="71921" y="162018"/>
                  </a:lnTo>
                  <a:lnTo>
                    <a:pt x="67855" y="161448"/>
                  </a:lnTo>
                  <a:lnTo>
                    <a:pt x="65517" y="159993"/>
                  </a:lnTo>
                  <a:lnTo>
                    <a:pt x="64524" y="158974"/>
                  </a:lnTo>
                  <a:lnTo>
                    <a:pt x="64394" y="158493"/>
                  </a:lnTo>
                  <a:lnTo>
                    <a:pt x="64589" y="157952"/>
                  </a:lnTo>
                  <a:lnTo>
                    <a:pt x="64187" y="156874"/>
                  </a:lnTo>
                  <a:lnTo>
                    <a:pt x="63328" y="156031"/>
                  </a:lnTo>
                  <a:lnTo>
                    <a:pt x="61316" y="155503"/>
                  </a:lnTo>
                  <a:lnTo>
                    <a:pt x="59939" y="155583"/>
                  </a:lnTo>
                  <a:lnTo>
                    <a:pt x="58911" y="156111"/>
                  </a:lnTo>
                  <a:lnTo>
                    <a:pt x="58074" y="158718"/>
                  </a:lnTo>
                  <a:lnTo>
                    <a:pt x="56100" y="161932"/>
                  </a:lnTo>
                  <a:lnTo>
                    <a:pt x="55456" y="161758"/>
                  </a:lnTo>
                  <a:lnTo>
                    <a:pt x="53214" y="162265"/>
                  </a:lnTo>
                  <a:lnTo>
                    <a:pt x="51771" y="162939"/>
                  </a:lnTo>
                  <a:lnTo>
                    <a:pt x="50383" y="163059"/>
                  </a:lnTo>
                  <a:lnTo>
                    <a:pt x="46865" y="164267"/>
                  </a:lnTo>
                  <a:lnTo>
                    <a:pt x="46179" y="165090"/>
                  </a:lnTo>
                  <a:lnTo>
                    <a:pt x="44229" y="166330"/>
                  </a:lnTo>
                  <a:lnTo>
                    <a:pt x="43237" y="167557"/>
                  </a:lnTo>
                  <a:lnTo>
                    <a:pt x="42265" y="168039"/>
                  </a:lnTo>
                  <a:lnTo>
                    <a:pt x="39217" y="166832"/>
                  </a:lnTo>
                  <a:lnTo>
                    <a:pt x="38269" y="167483"/>
                  </a:lnTo>
                  <a:lnTo>
                    <a:pt x="36540" y="168179"/>
                  </a:lnTo>
                  <a:lnTo>
                    <a:pt x="36239" y="168535"/>
                  </a:lnTo>
                  <a:lnTo>
                    <a:pt x="34591" y="169001"/>
                  </a:lnTo>
                  <a:lnTo>
                    <a:pt x="33453" y="168945"/>
                  </a:lnTo>
                  <a:lnTo>
                    <a:pt x="32721" y="169211"/>
                  </a:lnTo>
                  <a:lnTo>
                    <a:pt x="32442" y="169401"/>
                  </a:lnTo>
                  <a:lnTo>
                    <a:pt x="31677" y="170993"/>
                  </a:lnTo>
                  <a:lnTo>
                    <a:pt x="30307" y="172696"/>
                  </a:lnTo>
                  <a:lnTo>
                    <a:pt x="30083" y="172577"/>
                  </a:lnTo>
                  <a:lnTo>
                    <a:pt x="28966" y="173133"/>
                  </a:lnTo>
                  <a:lnTo>
                    <a:pt x="28544" y="173640"/>
                  </a:lnTo>
                  <a:lnTo>
                    <a:pt x="26426" y="173993"/>
                  </a:lnTo>
                  <a:lnTo>
                    <a:pt x="24856" y="173847"/>
                  </a:lnTo>
                  <a:lnTo>
                    <a:pt x="22122" y="176034"/>
                  </a:lnTo>
                  <a:lnTo>
                    <a:pt x="20614" y="176243"/>
                  </a:lnTo>
                  <a:lnTo>
                    <a:pt x="19553" y="177027"/>
                  </a:lnTo>
                  <a:lnTo>
                    <a:pt x="18358" y="176408"/>
                  </a:lnTo>
                  <a:lnTo>
                    <a:pt x="17028" y="177190"/>
                  </a:lnTo>
                  <a:lnTo>
                    <a:pt x="15366" y="177715"/>
                  </a:lnTo>
                  <a:lnTo>
                    <a:pt x="12799" y="177297"/>
                  </a:lnTo>
                  <a:lnTo>
                    <a:pt x="11116" y="176195"/>
                  </a:lnTo>
                  <a:lnTo>
                    <a:pt x="8296" y="176577"/>
                  </a:lnTo>
                  <a:lnTo>
                    <a:pt x="7052" y="176154"/>
                  </a:lnTo>
                  <a:lnTo>
                    <a:pt x="5672" y="175004"/>
                  </a:lnTo>
                  <a:lnTo>
                    <a:pt x="5042" y="174760"/>
                  </a:lnTo>
                  <a:lnTo>
                    <a:pt x="4788" y="173940"/>
                  </a:lnTo>
                  <a:lnTo>
                    <a:pt x="4269" y="173258"/>
                  </a:lnTo>
                  <a:lnTo>
                    <a:pt x="2806" y="172437"/>
                  </a:lnTo>
                  <a:lnTo>
                    <a:pt x="1245" y="170140"/>
                  </a:lnTo>
                  <a:lnTo>
                    <a:pt x="931" y="169110"/>
                  </a:lnTo>
                  <a:lnTo>
                    <a:pt x="1741" y="168519"/>
                  </a:lnTo>
                  <a:lnTo>
                    <a:pt x="3301" y="166481"/>
                  </a:lnTo>
                  <a:lnTo>
                    <a:pt x="3712" y="163924"/>
                  </a:lnTo>
                  <a:lnTo>
                    <a:pt x="3645" y="161478"/>
                  </a:lnTo>
                  <a:lnTo>
                    <a:pt x="2248" y="157368"/>
                  </a:lnTo>
                  <a:lnTo>
                    <a:pt x="2338" y="156360"/>
                  </a:lnTo>
                  <a:lnTo>
                    <a:pt x="1292" y="155959"/>
                  </a:lnTo>
                  <a:lnTo>
                    <a:pt x="0" y="153268"/>
                  </a:lnTo>
                  <a:lnTo>
                    <a:pt x="377" y="150949"/>
                  </a:lnTo>
                  <a:lnTo>
                    <a:pt x="298" y="150247"/>
                  </a:lnTo>
                  <a:lnTo>
                    <a:pt x="1056" y="148612"/>
                  </a:lnTo>
                  <a:lnTo>
                    <a:pt x="1119" y="146262"/>
                  </a:lnTo>
                  <a:lnTo>
                    <a:pt x="1454" y="146046"/>
                  </a:lnTo>
                  <a:lnTo>
                    <a:pt x="2046" y="144739"/>
                  </a:lnTo>
                  <a:lnTo>
                    <a:pt x="2989" y="143971"/>
                  </a:lnTo>
                  <a:lnTo>
                    <a:pt x="3618" y="143741"/>
                  </a:lnTo>
                  <a:lnTo>
                    <a:pt x="4343" y="143849"/>
                  </a:lnTo>
                  <a:lnTo>
                    <a:pt x="6727" y="143168"/>
                  </a:lnTo>
                  <a:lnTo>
                    <a:pt x="8295" y="142129"/>
                  </a:lnTo>
                  <a:lnTo>
                    <a:pt x="10606" y="141604"/>
                  </a:lnTo>
                  <a:lnTo>
                    <a:pt x="15032" y="138567"/>
                  </a:lnTo>
                  <a:lnTo>
                    <a:pt x="17136" y="137482"/>
                  </a:lnTo>
                  <a:lnTo>
                    <a:pt x="17765" y="136402"/>
                  </a:lnTo>
                  <a:lnTo>
                    <a:pt x="18124" y="134062"/>
                  </a:lnTo>
                  <a:lnTo>
                    <a:pt x="18142" y="132950"/>
                  </a:lnTo>
                  <a:lnTo>
                    <a:pt x="17599" y="131652"/>
                  </a:lnTo>
                  <a:lnTo>
                    <a:pt x="17453" y="130611"/>
                  </a:lnTo>
                  <a:lnTo>
                    <a:pt x="18193" y="129519"/>
                  </a:lnTo>
                  <a:lnTo>
                    <a:pt x="20227" y="129668"/>
                  </a:lnTo>
                  <a:lnTo>
                    <a:pt x="22101" y="129277"/>
                  </a:lnTo>
                  <a:lnTo>
                    <a:pt x="23397" y="128457"/>
                  </a:lnTo>
                  <a:lnTo>
                    <a:pt x="24642" y="128308"/>
                  </a:lnTo>
                  <a:lnTo>
                    <a:pt x="25385" y="127711"/>
                  </a:lnTo>
                  <a:lnTo>
                    <a:pt x="25866" y="127608"/>
                  </a:lnTo>
                  <a:lnTo>
                    <a:pt x="26696" y="128316"/>
                  </a:lnTo>
                  <a:lnTo>
                    <a:pt x="28031" y="128549"/>
                  </a:lnTo>
                  <a:lnTo>
                    <a:pt x="29077" y="129204"/>
                  </a:lnTo>
                  <a:lnTo>
                    <a:pt x="30186" y="128710"/>
                  </a:lnTo>
                  <a:lnTo>
                    <a:pt x="30972" y="128038"/>
                  </a:lnTo>
                  <a:lnTo>
                    <a:pt x="30723" y="126647"/>
                  </a:lnTo>
                  <a:lnTo>
                    <a:pt x="31017" y="126108"/>
                  </a:lnTo>
                  <a:lnTo>
                    <a:pt x="34176" y="122387"/>
                  </a:lnTo>
                  <a:lnTo>
                    <a:pt x="34625" y="119203"/>
                  </a:lnTo>
                  <a:lnTo>
                    <a:pt x="36120" y="118817"/>
                  </a:lnTo>
                  <a:lnTo>
                    <a:pt x="36897" y="118305"/>
                  </a:lnTo>
                  <a:lnTo>
                    <a:pt x="37836" y="117196"/>
                  </a:lnTo>
                  <a:lnTo>
                    <a:pt x="38764" y="115494"/>
                  </a:lnTo>
                  <a:lnTo>
                    <a:pt x="38681" y="113971"/>
                  </a:lnTo>
                  <a:lnTo>
                    <a:pt x="38004" y="112706"/>
                  </a:lnTo>
                  <a:lnTo>
                    <a:pt x="38808" y="111598"/>
                  </a:lnTo>
                  <a:lnTo>
                    <a:pt x="39395" y="109869"/>
                  </a:lnTo>
                  <a:lnTo>
                    <a:pt x="39854" y="106848"/>
                  </a:lnTo>
                  <a:lnTo>
                    <a:pt x="40521" y="106313"/>
                  </a:lnTo>
                  <a:lnTo>
                    <a:pt x="41380" y="105059"/>
                  </a:lnTo>
                  <a:lnTo>
                    <a:pt x="41156" y="103351"/>
                  </a:lnTo>
                  <a:lnTo>
                    <a:pt x="40788" y="102914"/>
                  </a:lnTo>
                  <a:lnTo>
                    <a:pt x="40638" y="102236"/>
                  </a:lnTo>
                  <a:lnTo>
                    <a:pt x="41792" y="101919"/>
                  </a:lnTo>
                  <a:lnTo>
                    <a:pt x="42698" y="100990"/>
                  </a:lnTo>
                  <a:lnTo>
                    <a:pt x="45508" y="99162"/>
                  </a:lnTo>
                  <a:lnTo>
                    <a:pt x="46401" y="98857"/>
                  </a:lnTo>
                  <a:lnTo>
                    <a:pt x="49920" y="98918"/>
                  </a:lnTo>
                  <a:lnTo>
                    <a:pt x="56801" y="101410"/>
                  </a:lnTo>
                  <a:lnTo>
                    <a:pt x="59278" y="103978"/>
                  </a:lnTo>
                  <a:lnTo>
                    <a:pt x="59719" y="107705"/>
                  </a:lnTo>
                  <a:lnTo>
                    <a:pt x="58122" y="110586"/>
                  </a:lnTo>
                  <a:lnTo>
                    <a:pt x="57673" y="112082"/>
                  </a:lnTo>
                  <a:lnTo>
                    <a:pt x="58584" y="113623"/>
                  </a:lnTo>
                  <a:lnTo>
                    <a:pt x="59325" y="116671"/>
                  </a:lnTo>
                  <a:lnTo>
                    <a:pt x="58082" y="118040"/>
                  </a:lnTo>
                  <a:lnTo>
                    <a:pt x="55892" y="118544"/>
                  </a:lnTo>
                  <a:lnTo>
                    <a:pt x="55804" y="121934"/>
                  </a:lnTo>
                  <a:lnTo>
                    <a:pt x="56694" y="124534"/>
                  </a:lnTo>
                  <a:lnTo>
                    <a:pt x="57790" y="124920"/>
                  </a:lnTo>
                  <a:lnTo>
                    <a:pt x="59227" y="126209"/>
                  </a:lnTo>
                  <a:lnTo>
                    <a:pt x="61639" y="125492"/>
                  </a:lnTo>
                  <a:lnTo>
                    <a:pt x="63887" y="125186"/>
                  </a:lnTo>
                  <a:lnTo>
                    <a:pt x="65528" y="123397"/>
                  </a:lnTo>
                  <a:lnTo>
                    <a:pt x="66089" y="123178"/>
                  </a:lnTo>
                  <a:lnTo>
                    <a:pt x="68029" y="123335"/>
                  </a:lnTo>
                  <a:lnTo>
                    <a:pt x="69497" y="123126"/>
                  </a:lnTo>
                  <a:lnTo>
                    <a:pt x="69596" y="122423"/>
                  </a:lnTo>
                  <a:lnTo>
                    <a:pt x="70411" y="121024"/>
                  </a:lnTo>
                  <a:lnTo>
                    <a:pt x="71469" y="120127"/>
                  </a:lnTo>
                  <a:lnTo>
                    <a:pt x="71953" y="118994"/>
                  </a:lnTo>
                  <a:lnTo>
                    <a:pt x="72883" y="117961"/>
                  </a:lnTo>
                  <a:lnTo>
                    <a:pt x="72436" y="117624"/>
                  </a:lnTo>
                  <a:lnTo>
                    <a:pt x="71964" y="116402"/>
                  </a:lnTo>
                  <a:lnTo>
                    <a:pt x="72235" y="114168"/>
                  </a:lnTo>
                  <a:lnTo>
                    <a:pt x="71851" y="112202"/>
                  </a:lnTo>
                  <a:lnTo>
                    <a:pt x="71966" y="110311"/>
                  </a:lnTo>
                  <a:lnTo>
                    <a:pt x="76993" y="105835"/>
                  </a:lnTo>
                  <a:lnTo>
                    <a:pt x="77597" y="105959"/>
                  </a:lnTo>
                  <a:lnTo>
                    <a:pt x="78580" y="104049"/>
                  </a:lnTo>
                  <a:lnTo>
                    <a:pt x="79706" y="103170"/>
                  </a:lnTo>
                  <a:lnTo>
                    <a:pt x="79842" y="102499"/>
                  </a:lnTo>
                  <a:lnTo>
                    <a:pt x="81043" y="100489"/>
                  </a:lnTo>
                  <a:lnTo>
                    <a:pt x="82020" y="100305"/>
                  </a:lnTo>
                  <a:lnTo>
                    <a:pt x="83012" y="100686"/>
                  </a:lnTo>
                  <a:lnTo>
                    <a:pt x="85917" y="100595"/>
                  </a:lnTo>
                  <a:lnTo>
                    <a:pt x="88539" y="97910"/>
                  </a:lnTo>
                  <a:lnTo>
                    <a:pt x="88981" y="96616"/>
                  </a:lnTo>
                  <a:lnTo>
                    <a:pt x="91729" y="94049"/>
                  </a:lnTo>
                  <a:lnTo>
                    <a:pt x="93861" y="92930"/>
                  </a:lnTo>
                  <a:lnTo>
                    <a:pt x="96096" y="91099"/>
                  </a:lnTo>
                  <a:lnTo>
                    <a:pt x="95937" y="90464"/>
                  </a:lnTo>
                  <a:lnTo>
                    <a:pt x="96182" y="88970"/>
                  </a:lnTo>
                  <a:lnTo>
                    <a:pt x="95964" y="88251"/>
                  </a:lnTo>
                  <a:lnTo>
                    <a:pt x="96101" y="86413"/>
                  </a:lnTo>
                  <a:lnTo>
                    <a:pt x="95749" y="84869"/>
                  </a:lnTo>
                  <a:lnTo>
                    <a:pt x="94708" y="83820"/>
                  </a:lnTo>
                  <a:lnTo>
                    <a:pt x="94658" y="82185"/>
                  </a:lnTo>
                  <a:lnTo>
                    <a:pt x="95773" y="81614"/>
                  </a:lnTo>
                  <a:lnTo>
                    <a:pt x="97068" y="79383"/>
                  </a:lnTo>
                  <a:lnTo>
                    <a:pt x="98041" y="78364"/>
                  </a:lnTo>
                  <a:lnTo>
                    <a:pt x="99598" y="77517"/>
                  </a:lnTo>
                  <a:lnTo>
                    <a:pt x="101153" y="77787"/>
                  </a:lnTo>
                  <a:lnTo>
                    <a:pt x="102506" y="78500"/>
                  </a:lnTo>
                  <a:lnTo>
                    <a:pt x="103931" y="77759"/>
                  </a:lnTo>
                  <a:lnTo>
                    <a:pt x="106736" y="76900"/>
                  </a:lnTo>
                  <a:lnTo>
                    <a:pt x="108128" y="75542"/>
                  </a:lnTo>
                  <a:lnTo>
                    <a:pt x="109632" y="74837"/>
                  </a:lnTo>
                  <a:lnTo>
                    <a:pt x="109940" y="74237"/>
                  </a:lnTo>
                  <a:lnTo>
                    <a:pt x="111000" y="73786"/>
                  </a:lnTo>
                  <a:lnTo>
                    <a:pt x="111198" y="73302"/>
                  </a:lnTo>
                  <a:lnTo>
                    <a:pt x="113539" y="72733"/>
                  </a:lnTo>
                  <a:lnTo>
                    <a:pt x="115851" y="72919"/>
                  </a:lnTo>
                  <a:lnTo>
                    <a:pt x="116332" y="72330"/>
                  </a:lnTo>
                  <a:lnTo>
                    <a:pt x="116932" y="72049"/>
                  </a:lnTo>
                  <a:lnTo>
                    <a:pt x="119110" y="72609"/>
                  </a:lnTo>
                  <a:lnTo>
                    <a:pt x="119607" y="72100"/>
                  </a:lnTo>
                  <a:lnTo>
                    <a:pt x="122192" y="70539"/>
                  </a:lnTo>
                  <a:lnTo>
                    <a:pt x="123471" y="63439"/>
                  </a:lnTo>
                  <a:lnTo>
                    <a:pt x="125665" y="61754"/>
                  </a:lnTo>
                  <a:lnTo>
                    <a:pt x="131816" y="60145"/>
                  </a:lnTo>
                  <a:lnTo>
                    <a:pt x="132447" y="57123"/>
                  </a:lnTo>
                  <a:lnTo>
                    <a:pt x="134279" y="51749"/>
                  </a:lnTo>
                  <a:lnTo>
                    <a:pt x="136419" y="50040"/>
                  </a:lnTo>
                  <a:lnTo>
                    <a:pt x="137560" y="49470"/>
                  </a:lnTo>
                  <a:lnTo>
                    <a:pt x="138019" y="48030"/>
                  </a:lnTo>
                  <a:lnTo>
                    <a:pt x="142926" y="45222"/>
                  </a:lnTo>
                  <a:lnTo>
                    <a:pt x="144077" y="45901"/>
                  </a:lnTo>
                  <a:lnTo>
                    <a:pt x="146684" y="46524"/>
                  </a:lnTo>
                  <a:lnTo>
                    <a:pt x="148504" y="47342"/>
                  </a:lnTo>
                  <a:lnTo>
                    <a:pt x="152512" y="46808"/>
                  </a:lnTo>
                  <a:lnTo>
                    <a:pt x="153504" y="46219"/>
                  </a:lnTo>
                  <a:lnTo>
                    <a:pt x="154870" y="46007"/>
                  </a:lnTo>
                  <a:lnTo>
                    <a:pt x="156498" y="47457"/>
                  </a:lnTo>
                  <a:lnTo>
                    <a:pt x="159897" y="49864"/>
                  </a:lnTo>
                  <a:lnTo>
                    <a:pt x="163745" y="49562"/>
                  </a:lnTo>
                  <a:lnTo>
                    <a:pt x="166328" y="48719"/>
                  </a:lnTo>
                  <a:lnTo>
                    <a:pt x="167971" y="47338"/>
                  </a:lnTo>
                  <a:lnTo>
                    <a:pt x="169810" y="45073"/>
                  </a:lnTo>
                  <a:lnTo>
                    <a:pt x="171285" y="44211"/>
                  </a:lnTo>
                  <a:lnTo>
                    <a:pt x="172291" y="42835"/>
                  </a:lnTo>
                  <a:lnTo>
                    <a:pt x="174801" y="42381"/>
                  </a:lnTo>
                  <a:lnTo>
                    <a:pt x="178361" y="41262"/>
                  </a:lnTo>
                  <a:lnTo>
                    <a:pt x="184248" y="42421"/>
                  </a:lnTo>
                  <a:lnTo>
                    <a:pt x="184975" y="42233"/>
                  </a:lnTo>
                  <a:lnTo>
                    <a:pt x="188003" y="40479"/>
                  </a:lnTo>
                  <a:lnTo>
                    <a:pt x="188494" y="40998"/>
                  </a:lnTo>
                  <a:lnTo>
                    <a:pt x="191673" y="40843"/>
                  </a:lnTo>
                  <a:lnTo>
                    <a:pt x="193723" y="42667"/>
                  </a:lnTo>
                  <a:lnTo>
                    <a:pt x="194714" y="42936"/>
                  </a:lnTo>
                  <a:lnTo>
                    <a:pt x="195538" y="42931"/>
                  </a:lnTo>
                  <a:lnTo>
                    <a:pt x="195904" y="42677"/>
                  </a:lnTo>
                  <a:lnTo>
                    <a:pt x="198716" y="42551"/>
                  </a:lnTo>
                  <a:lnTo>
                    <a:pt x="200160" y="41294"/>
                  </a:lnTo>
                  <a:lnTo>
                    <a:pt x="202917" y="40645"/>
                  </a:lnTo>
                  <a:lnTo>
                    <a:pt x="204082" y="40051"/>
                  </a:lnTo>
                  <a:lnTo>
                    <a:pt x="204648" y="40180"/>
                  </a:lnTo>
                  <a:lnTo>
                    <a:pt x="206790" y="38289"/>
                  </a:lnTo>
                  <a:lnTo>
                    <a:pt x="207102" y="37472"/>
                  </a:lnTo>
                  <a:lnTo>
                    <a:pt x="209328" y="36196"/>
                  </a:lnTo>
                  <a:lnTo>
                    <a:pt x="209992" y="35434"/>
                  </a:lnTo>
                  <a:lnTo>
                    <a:pt x="211530" y="31941"/>
                  </a:lnTo>
                  <a:lnTo>
                    <a:pt x="212039" y="30207"/>
                  </a:lnTo>
                  <a:lnTo>
                    <a:pt x="213018" y="29322"/>
                  </a:lnTo>
                  <a:lnTo>
                    <a:pt x="214936" y="28321"/>
                  </a:lnTo>
                  <a:lnTo>
                    <a:pt x="219554" y="27361"/>
                  </a:lnTo>
                  <a:lnTo>
                    <a:pt x="220222" y="27707"/>
                  </a:lnTo>
                  <a:lnTo>
                    <a:pt x="222145" y="26932"/>
                  </a:lnTo>
                  <a:lnTo>
                    <a:pt x="226412" y="26563"/>
                  </a:lnTo>
                  <a:lnTo>
                    <a:pt x="228366" y="25747"/>
                  </a:lnTo>
                  <a:lnTo>
                    <a:pt x="232408" y="25442"/>
                  </a:lnTo>
                  <a:lnTo>
                    <a:pt x="234695" y="24715"/>
                  </a:lnTo>
                  <a:lnTo>
                    <a:pt x="237690" y="25648"/>
                  </a:lnTo>
                  <a:lnTo>
                    <a:pt x="241816" y="24393"/>
                  </a:lnTo>
                  <a:lnTo>
                    <a:pt x="246217" y="21796"/>
                  </a:lnTo>
                  <a:lnTo>
                    <a:pt x="248359" y="21865"/>
                  </a:lnTo>
                  <a:lnTo>
                    <a:pt x="251926" y="17511"/>
                  </a:lnTo>
                  <a:lnTo>
                    <a:pt x="255003" y="15799"/>
                  </a:lnTo>
                  <a:lnTo>
                    <a:pt x="255382" y="14605"/>
                  </a:lnTo>
                  <a:lnTo>
                    <a:pt x="255207" y="13430"/>
                  </a:lnTo>
                  <a:lnTo>
                    <a:pt x="257227" y="13185"/>
                  </a:lnTo>
                  <a:lnTo>
                    <a:pt x="257008" y="12631"/>
                  </a:lnTo>
                  <a:lnTo>
                    <a:pt x="256754" y="9620"/>
                  </a:lnTo>
                  <a:lnTo>
                    <a:pt x="256955" y="7359"/>
                  </a:lnTo>
                  <a:lnTo>
                    <a:pt x="257558" y="6374"/>
                  </a:lnTo>
                  <a:lnTo>
                    <a:pt x="258032" y="2947"/>
                  </a:lnTo>
                  <a:lnTo>
                    <a:pt x="260402" y="2338"/>
                  </a:lnTo>
                  <a:lnTo>
                    <a:pt x="260626" y="1907"/>
                  </a:lnTo>
                  <a:lnTo>
                    <a:pt x="262291" y="1210"/>
                  </a:lnTo>
                  <a:lnTo>
                    <a:pt x="265070" y="0"/>
                  </a:lnTo>
                  <a:lnTo>
                    <a:pt x="265813" y="118"/>
                  </a:lnTo>
                  <a:lnTo>
                    <a:pt x="266757" y="725"/>
                  </a:lnTo>
                  <a:lnTo>
                    <a:pt x="269361" y="1740"/>
                  </a:lnTo>
                  <a:lnTo>
                    <a:pt x="274061" y="4646"/>
                  </a:lnTo>
                  <a:lnTo>
                    <a:pt x="278545" y="6171"/>
                  </a:lnTo>
                  <a:lnTo>
                    <a:pt x="279257" y="6540"/>
                  </a:lnTo>
                  <a:lnTo>
                    <a:pt x="279710" y="7149"/>
                  </a:lnTo>
                  <a:lnTo>
                    <a:pt x="282072" y="7924"/>
                  </a:lnTo>
                  <a:lnTo>
                    <a:pt x="283009" y="9445"/>
                  </a:lnTo>
                  <a:lnTo>
                    <a:pt x="283887" y="10165"/>
                  </a:lnTo>
                  <a:lnTo>
                    <a:pt x="284936" y="11745"/>
                  </a:lnTo>
                  <a:lnTo>
                    <a:pt x="289380" y="13732"/>
                  </a:lnTo>
                  <a:lnTo>
                    <a:pt x="294498" y="12905"/>
                  </a:lnTo>
                  <a:lnTo>
                    <a:pt x="297072" y="12042"/>
                  </a:lnTo>
                  <a:lnTo>
                    <a:pt x="298268" y="11191"/>
                  </a:lnTo>
                  <a:lnTo>
                    <a:pt x="300576" y="11678"/>
                  </a:lnTo>
                  <a:lnTo>
                    <a:pt x="300907" y="11571"/>
                  </a:lnTo>
                  <a:lnTo>
                    <a:pt x="302362" y="12190"/>
                  </a:lnTo>
                  <a:lnTo>
                    <a:pt x="305936" y="11661"/>
                  </a:lnTo>
                  <a:lnTo>
                    <a:pt x="311969" y="6135"/>
                  </a:lnTo>
                  <a:lnTo>
                    <a:pt x="315387" y="7458"/>
                  </a:lnTo>
                  <a:lnTo>
                    <a:pt x="319305" y="10649"/>
                  </a:lnTo>
                  <a:lnTo>
                    <a:pt x="320304" y="12440"/>
                  </a:lnTo>
                  <a:lnTo>
                    <a:pt x="320896" y="15461"/>
                  </a:lnTo>
                  <a:lnTo>
                    <a:pt x="321908" y="17153"/>
                  </a:lnTo>
                  <a:lnTo>
                    <a:pt x="323125" y="17348"/>
                  </a:lnTo>
                  <a:lnTo>
                    <a:pt x="324434" y="17866"/>
                  </a:lnTo>
                  <a:lnTo>
                    <a:pt x="325671" y="18751"/>
                  </a:lnTo>
                  <a:lnTo>
                    <a:pt x="326867" y="20321"/>
                  </a:lnTo>
                  <a:lnTo>
                    <a:pt x="327879" y="20661"/>
                  </a:lnTo>
                  <a:lnTo>
                    <a:pt x="328803" y="20535"/>
                  </a:lnTo>
                  <a:lnTo>
                    <a:pt x="329951" y="20893"/>
                  </a:lnTo>
                  <a:lnTo>
                    <a:pt x="331981" y="20918"/>
                  </a:lnTo>
                  <a:lnTo>
                    <a:pt x="333815" y="19766"/>
                  </a:lnTo>
                  <a:lnTo>
                    <a:pt x="334544" y="18292"/>
                  </a:lnTo>
                  <a:lnTo>
                    <a:pt x="336078" y="17169"/>
                  </a:lnTo>
                  <a:lnTo>
                    <a:pt x="336439" y="17675"/>
                  </a:lnTo>
                  <a:lnTo>
                    <a:pt x="338814" y="18978"/>
                  </a:lnTo>
                  <a:lnTo>
                    <a:pt x="340039" y="19594"/>
                  </a:lnTo>
                  <a:lnTo>
                    <a:pt x="341182" y="19763"/>
                  </a:lnTo>
                  <a:lnTo>
                    <a:pt x="343789" y="24069"/>
                  </a:lnTo>
                  <a:lnTo>
                    <a:pt x="347033" y="26357"/>
                  </a:lnTo>
                  <a:lnTo>
                    <a:pt x="347422" y="27422"/>
                  </a:lnTo>
                  <a:lnTo>
                    <a:pt x="347285" y="29194"/>
                  </a:lnTo>
                  <a:lnTo>
                    <a:pt x="345149" y="32778"/>
                  </a:lnTo>
                  <a:lnTo>
                    <a:pt x="345494" y="33572"/>
                  </a:lnTo>
                  <a:lnTo>
                    <a:pt x="345248" y="35646"/>
                  </a:lnTo>
                  <a:lnTo>
                    <a:pt x="345773" y="37305"/>
                  </a:lnTo>
                  <a:lnTo>
                    <a:pt x="345634" y="37898"/>
                  </a:lnTo>
                  <a:lnTo>
                    <a:pt x="343177" y="39177"/>
                  </a:lnTo>
                  <a:lnTo>
                    <a:pt x="341511" y="40645"/>
                  </a:lnTo>
                  <a:lnTo>
                    <a:pt x="341313" y="41275"/>
                  </a:lnTo>
                  <a:lnTo>
                    <a:pt x="340919" y="41518"/>
                  </a:lnTo>
                  <a:lnTo>
                    <a:pt x="340037" y="41466"/>
                  </a:lnTo>
                  <a:lnTo>
                    <a:pt x="340533" y="42801"/>
                  </a:lnTo>
                  <a:lnTo>
                    <a:pt x="341501" y="44291"/>
                  </a:lnTo>
                  <a:lnTo>
                    <a:pt x="340820" y="44956"/>
                  </a:lnTo>
                  <a:lnTo>
                    <a:pt x="341325" y="45415"/>
                  </a:lnTo>
                  <a:lnTo>
                    <a:pt x="341698" y="45358"/>
                  </a:lnTo>
                  <a:lnTo>
                    <a:pt x="343132" y="49143"/>
                  </a:lnTo>
                  <a:lnTo>
                    <a:pt x="343778" y="48528"/>
                  </a:lnTo>
                  <a:lnTo>
                    <a:pt x="345004" y="48711"/>
                  </a:lnTo>
                  <a:lnTo>
                    <a:pt x="345107" y="50548"/>
                  </a:lnTo>
                  <a:lnTo>
                    <a:pt x="344242" y="51032"/>
                  </a:lnTo>
                  <a:lnTo>
                    <a:pt x="344448" y="51434"/>
                  </a:lnTo>
                  <a:lnTo>
                    <a:pt x="347910" y="51567"/>
                  </a:lnTo>
                  <a:lnTo>
                    <a:pt x="351184" y="51173"/>
                  </a:lnTo>
                  <a:lnTo>
                    <a:pt x="352242" y="50172"/>
                  </a:lnTo>
                  <a:lnTo>
                    <a:pt x="355781" y="48289"/>
                  </a:lnTo>
                  <a:lnTo>
                    <a:pt x="357478" y="47730"/>
                  </a:lnTo>
                  <a:lnTo>
                    <a:pt x="359493" y="47486"/>
                  </a:lnTo>
                  <a:lnTo>
                    <a:pt x="359075" y="46391"/>
                  </a:lnTo>
                  <a:lnTo>
                    <a:pt x="359023" y="45342"/>
                  </a:lnTo>
                  <a:lnTo>
                    <a:pt x="360393" y="42832"/>
                  </a:lnTo>
                  <a:lnTo>
                    <a:pt x="360712" y="41809"/>
                  </a:lnTo>
                  <a:lnTo>
                    <a:pt x="361512" y="40705"/>
                  </a:lnTo>
                  <a:lnTo>
                    <a:pt x="362707" y="39916"/>
                  </a:lnTo>
                  <a:lnTo>
                    <a:pt x="363556" y="39808"/>
                  </a:lnTo>
                  <a:lnTo>
                    <a:pt x="364318" y="38411"/>
                  </a:lnTo>
                  <a:lnTo>
                    <a:pt x="367281" y="38620"/>
                  </a:lnTo>
                  <a:lnTo>
                    <a:pt x="367607" y="39004"/>
                  </a:lnTo>
                  <a:lnTo>
                    <a:pt x="369245" y="39421"/>
                  </a:lnTo>
                  <a:lnTo>
                    <a:pt x="371015" y="39329"/>
                  </a:lnTo>
                  <a:lnTo>
                    <a:pt x="373248" y="40162"/>
                  </a:lnTo>
                  <a:lnTo>
                    <a:pt x="374139" y="41676"/>
                  </a:lnTo>
                  <a:lnTo>
                    <a:pt x="374131" y="42574"/>
                  </a:lnTo>
                  <a:lnTo>
                    <a:pt x="376636" y="41411"/>
                  </a:lnTo>
                  <a:lnTo>
                    <a:pt x="377767" y="40492"/>
                  </a:lnTo>
                  <a:lnTo>
                    <a:pt x="378056" y="38355"/>
                  </a:lnTo>
                  <a:lnTo>
                    <a:pt x="378752" y="36967"/>
                  </a:lnTo>
                  <a:lnTo>
                    <a:pt x="379153" y="34702"/>
                  </a:lnTo>
                  <a:lnTo>
                    <a:pt x="379415" y="34342"/>
                  </a:lnTo>
                  <a:lnTo>
                    <a:pt x="380516" y="33919"/>
                  </a:lnTo>
                  <a:lnTo>
                    <a:pt x="382104" y="34151"/>
                  </a:lnTo>
                  <a:lnTo>
                    <a:pt x="382949" y="33852"/>
                  </a:lnTo>
                  <a:lnTo>
                    <a:pt x="384282" y="33838"/>
                  </a:lnTo>
                  <a:lnTo>
                    <a:pt x="385817" y="34141"/>
                  </a:lnTo>
                  <a:lnTo>
                    <a:pt x="387436" y="33809"/>
                  </a:lnTo>
                  <a:lnTo>
                    <a:pt x="387302" y="33550"/>
                  </a:lnTo>
                  <a:lnTo>
                    <a:pt x="387498" y="33416"/>
                  </a:lnTo>
                  <a:lnTo>
                    <a:pt x="387677" y="31731"/>
                  </a:lnTo>
                  <a:lnTo>
                    <a:pt x="390169" y="29715"/>
                  </a:lnTo>
                  <a:lnTo>
                    <a:pt x="392211" y="28631"/>
                  </a:lnTo>
                  <a:lnTo>
                    <a:pt x="393626" y="28556"/>
                  </a:lnTo>
                  <a:lnTo>
                    <a:pt x="394730" y="28160"/>
                  </a:lnTo>
                  <a:lnTo>
                    <a:pt x="395117" y="27562"/>
                  </a:lnTo>
                  <a:lnTo>
                    <a:pt x="395383" y="26290"/>
                  </a:lnTo>
                  <a:lnTo>
                    <a:pt x="395696" y="25968"/>
                  </a:lnTo>
                  <a:lnTo>
                    <a:pt x="397897" y="25233"/>
                  </a:lnTo>
                  <a:lnTo>
                    <a:pt x="398539" y="26600"/>
                  </a:lnTo>
                  <a:lnTo>
                    <a:pt x="398890" y="28181"/>
                  </a:lnTo>
                  <a:lnTo>
                    <a:pt x="398768" y="29766"/>
                  </a:lnTo>
                  <a:lnTo>
                    <a:pt x="398347" y="30078"/>
                  </a:lnTo>
                  <a:lnTo>
                    <a:pt x="397543" y="30100"/>
                  </a:lnTo>
                  <a:lnTo>
                    <a:pt x="396598" y="31311"/>
                  </a:lnTo>
                  <a:lnTo>
                    <a:pt x="396391" y="32865"/>
                  </a:lnTo>
                  <a:lnTo>
                    <a:pt x="396547" y="33855"/>
                  </a:lnTo>
                  <a:lnTo>
                    <a:pt x="390741" y="31654"/>
                  </a:lnTo>
                  <a:lnTo>
                    <a:pt x="390792" y="32121"/>
                  </a:lnTo>
                  <a:lnTo>
                    <a:pt x="392053" y="33897"/>
                  </a:lnTo>
                  <a:lnTo>
                    <a:pt x="393252" y="36524"/>
                  </a:lnTo>
                  <a:lnTo>
                    <a:pt x="392858" y="37227"/>
                  </a:lnTo>
                  <a:lnTo>
                    <a:pt x="392639" y="38826"/>
                  </a:lnTo>
                  <a:lnTo>
                    <a:pt x="392302" y="39552"/>
                  </a:lnTo>
                  <a:lnTo>
                    <a:pt x="392836" y="40568"/>
                  </a:lnTo>
                  <a:lnTo>
                    <a:pt x="392200" y="42963"/>
                  </a:lnTo>
                  <a:lnTo>
                    <a:pt x="390863" y="45027"/>
                  </a:lnTo>
                  <a:lnTo>
                    <a:pt x="387440" y="48070"/>
                  </a:lnTo>
                  <a:lnTo>
                    <a:pt x="387704" y="48714"/>
                  </a:lnTo>
                  <a:lnTo>
                    <a:pt x="388613" y="49625"/>
                  </a:lnTo>
                  <a:lnTo>
                    <a:pt x="392333" y="50827"/>
                  </a:lnTo>
                  <a:lnTo>
                    <a:pt x="393390" y="51380"/>
                  </a:lnTo>
                  <a:lnTo>
                    <a:pt x="395636" y="53844"/>
                  </a:lnTo>
                  <a:lnTo>
                    <a:pt x="398519" y="54916"/>
                  </a:lnTo>
                  <a:lnTo>
                    <a:pt x="400940" y="52530"/>
                  </a:lnTo>
                  <a:lnTo>
                    <a:pt x="402413" y="48633"/>
                  </a:lnTo>
                  <a:lnTo>
                    <a:pt x="402093" y="47248"/>
                  </a:lnTo>
                  <a:lnTo>
                    <a:pt x="402221" y="46368"/>
                  </a:lnTo>
                  <a:lnTo>
                    <a:pt x="402618" y="45593"/>
                  </a:lnTo>
                  <a:lnTo>
                    <a:pt x="403333" y="44885"/>
                  </a:lnTo>
                  <a:lnTo>
                    <a:pt x="404572" y="44514"/>
                  </a:lnTo>
                  <a:lnTo>
                    <a:pt x="407403" y="45104"/>
                  </a:lnTo>
                  <a:lnTo>
                    <a:pt x="409327" y="44862"/>
                  </a:lnTo>
                  <a:lnTo>
                    <a:pt x="411124" y="43832"/>
                  </a:lnTo>
                  <a:lnTo>
                    <a:pt x="412100" y="43917"/>
                  </a:lnTo>
                  <a:lnTo>
                    <a:pt x="414458" y="43416"/>
                  </a:lnTo>
                  <a:lnTo>
                    <a:pt x="415500" y="43616"/>
                  </a:lnTo>
                  <a:lnTo>
                    <a:pt x="417020" y="41630"/>
                  </a:lnTo>
                  <a:lnTo>
                    <a:pt x="417378" y="40475"/>
                  </a:lnTo>
                  <a:lnTo>
                    <a:pt x="420176" y="42322"/>
                  </a:lnTo>
                  <a:lnTo>
                    <a:pt x="421175" y="42558"/>
                  </a:lnTo>
                  <a:lnTo>
                    <a:pt x="422622" y="43454"/>
                  </a:lnTo>
                  <a:lnTo>
                    <a:pt x="423677" y="45168"/>
                  </a:lnTo>
                  <a:lnTo>
                    <a:pt x="424422" y="45414"/>
                  </a:lnTo>
                  <a:lnTo>
                    <a:pt x="425164" y="46598"/>
                  </a:lnTo>
                  <a:lnTo>
                    <a:pt x="425131" y="47167"/>
                  </a:lnTo>
                  <a:lnTo>
                    <a:pt x="424290" y="47546"/>
                  </a:lnTo>
                  <a:lnTo>
                    <a:pt x="423409" y="48314"/>
                  </a:lnTo>
                  <a:lnTo>
                    <a:pt x="421331" y="51620"/>
                  </a:lnTo>
                  <a:lnTo>
                    <a:pt x="420885" y="51993"/>
                  </a:lnTo>
                  <a:lnTo>
                    <a:pt x="419243" y="52476"/>
                  </a:lnTo>
                  <a:lnTo>
                    <a:pt x="417157" y="54928"/>
                  </a:lnTo>
                  <a:lnTo>
                    <a:pt x="415170" y="60361"/>
                  </a:lnTo>
                  <a:lnTo>
                    <a:pt x="416856" y="62293"/>
                  </a:lnTo>
                  <a:lnTo>
                    <a:pt x="418750" y="63026"/>
                  </a:lnTo>
                  <a:lnTo>
                    <a:pt x="418108" y="64542"/>
                  </a:lnTo>
                  <a:lnTo>
                    <a:pt x="418045" y="65709"/>
                  </a:lnTo>
                  <a:lnTo>
                    <a:pt x="417954" y="67075"/>
                  </a:lnTo>
                  <a:lnTo>
                    <a:pt x="417711" y="67251"/>
                  </a:lnTo>
                  <a:lnTo>
                    <a:pt x="417822" y="69103"/>
                  </a:lnTo>
                  <a:lnTo>
                    <a:pt x="416465" y="69539"/>
                  </a:lnTo>
                  <a:lnTo>
                    <a:pt x="414631" y="71259"/>
                  </a:lnTo>
                  <a:lnTo>
                    <a:pt x="415307" y="72005"/>
                  </a:lnTo>
                  <a:lnTo>
                    <a:pt x="414816" y="72890"/>
                  </a:lnTo>
                  <a:lnTo>
                    <a:pt x="415206" y="72933"/>
                  </a:lnTo>
                  <a:lnTo>
                    <a:pt x="416086" y="73960"/>
                  </a:lnTo>
                  <a:lnTo>
                    <a:pt x="414673" y="75030"/>
                  </a:lnTo>
                  <a:lnTo>
                    <a:pt x="413037" y="77151"/>
                  </a:lnTo>
                  <a:lnTo>
                    <a:pt x="412979" y="78122"/>
                  </a:lnTo>
                  <a:lnTo>
                    <a:pt x="412341" y="79348"/>
                  </a:lnTo>
                  <a:lnTo>
                    <a:pt x="412271" y="81046"/>
                  </a:lnTo>
                  <a:lnTo>
                    <a:pt x="410956" y="81777"/>
                  </a:lnTo>
                  <a:lnTo>
                    <a:pt x="411017" y="83111"/>
                  </a:lnTo>
                  <a:lnTo>
                    <a:pt x="410180" y="84456"/>
                  </a:lnTo>
                  <a:lnTo>
                    <a:pt x="410277" y="85064"/>
                  </a:lnTo>
                  <a:lnTo>
                    <a:pt x="409803" y="86174"/>
                  </a:lnTo>
                  <a:lnTo>
                    <a:pt x="409848" y="86998"/>
                  </a:lnTo>
                  <a:lnTo>
                    <a:pt x="410410" y="88280"/>
                  </a:lnTo>
                  <a:lnTo>
                    <a:pt x="412223" y="90077"/>
                  </a:lnTo>
                  <a:lnTo>
                    <a:pt x="413350" y="91576"/>
                  </a:lnTo>
                  <a:lnTo>
                    <a:pt x="414156" y="91952"/>
                  </a:lnTo>
                  <a:lnTo>
                    <a:pt x="414471" y="92375"/>
                  </a:lnTo>
                  <a:lnTo>
                    <a:pt x="415142" y="94797"/>
                  </a:lnTo>
                  <a:lnTo>
                    <a:pt x="416097" y="95528"/>
                  </a:lnTo>
                  <a:lnTo>
                    <a:pt x="415047" y="97056"/>
                  </a:lnTo>
                  <a:lnTo>
                    <a:pt x="414128" y="97889"/>
                  </a:lnTo>
                  <a:lnTo>
                    <a:pt x="415202" y="99024"/>
                  </a:lnTo>
                  <a:lnTo>
                    <a:pt x="415369" y="100699"/>
                  </a:lnTo>
                  <a:lnTo>
                    <a:pt x="415108" y="101522"/>
                  </a:lnTo>
                  <a:lnTo>
                    <a:pt x="415186" y="102749"/>
                  </a:lnTo>
                  <a:lnTo>
                    <a:pt x="416472" y="102290"/>
                  </a:lnTo>
                  <a:lnTo>
                    <a:pt x="417059" y="102482"/>
                  </a:lnTo>
                  <a:lnTo>
                    <a:pt x="417862" y="102365"/>
                  </a:lnTo>
                  <a:lnTo>
                    <a:pt x="419685" y="101179"/>
                  </a:lnTo>
                  <a:lnTo>
                    <a:pt x="420614" y="100882"/>
                  </a:lnTo>
                  <a:lnTo>
                    <a:pt x="421459" y="100860"/>
                  </a:lnTo>
                  <a:lnTo>
                    <a:pt x="422411" y="101203"/>
                  </a:lnTo>
                  <a:lnTo>
                    <a:pt x="423741" y="101077"/>
                  </a:lnTo>
                  <a:lnTo>
                    <a:pt x="425241" y="101295"/>
                  </a:lnTo>
                  <a:lnTo>
                    <a:pt x="426759" y="100395"/>
                  </a:lnTo>
                  <a:lnTo>
                    <a:pt x="426802" y="101302"/>
                  </a:lnTo>
                  <a:lnTo>
                    <a:pt x="427440" y="102743"/>
                  </a:lnTo>
                  <a:lnTo>
                    <a:pt x="428227" y="102897"/>
                  </a:lnTo>
                  <a:lnTo>
                    <a:pt x="431200" y="102349"/>
                  </a:lnTo>
                  <a:lnTo>
                    <a:pt x="432748" y="100080"/>
                  </a:lnTo>
                  <a:lnTo>
                    <a:pt x="433901" y="99836"/>
                  </a:lnTo>
                  <a:lnTo>
                    <a:pt x="435068" y="99084"/>
                  </a:lnTo>
                  <a:lnTo>
                    <a:pt x="436755" y="98674"/>
                  </a:lnTo>
                  <a:lnTo>
                    <a:pt x="437226" y="98421"/>
                  </a:lnTo>
                  <a:lnTo>
                    <a:pt x="437659" y="97641"/>
                  </a:lnTo>
                  <a:lnTo>
                    <a:pt x="439256" y="97088"/>
                  </a:lnTo>
                  <a:lnTo>
                    <a:pt x="440122" y="96492"/>
                  </a:lnTo>
                  <a:lnTo>
                    <a:pt x="440899" y="96383"/>
                  </a:lnTo>
                  <a:lnTo>
                    <a:pt x="441268" y="95774"/>
                  </a:lnTo>
                  <a:lnTo>
                    <a:pt x="442287" y="95563"/>
                  </a:lnTo>
                  <a:lnTo>
                    <a:pt x="442970" y="95157"/>
                  </a:lnTo>
                  <a:lnTo>
                    <a:pt x="446819" y="94654"/>
                  </a:lnTo>
                  <a:lnTo>
                    <a:pt x="447742" y="93989"/>
                  </a:lnTo>
                  <a:lnTo>
                    <a:pt x="447995" y="93454"/>
                  </a:lnTo>
                  <a:lnTo>
                    <a:pt x="449370" y="92619"/>
                  </a:lnTo>
                  <a:lnTo>
                    <a:pt x="450738" y="92643"/>
                  </a:lnTo>
                  <a:lnTo>
                    <a:pt x="451410" y="92964"/>
                  </a:lnTo>
                  <a:lnTo>
                    <a:pt x="451871" y="92239"/>
                  </a:lnTo>
                  <a:lnTo>
                    <a:pt x="452175" y="90970"/>
                  </a:lnTo>
                  <a:lnTo>
                    <a:pt x="453436" y="89265"/>
                  </a:lnTo>
                  <a:lnTo>
                    <a:pt x="454342" y="89906"/>
                  </a:lnTo>
                  <a:lnTo>
                    <a:pt x="456082" y="91922"/>
                  </a:lnTo>
                  <a:lnTo>
                    <a:pt x="458934" y="92013"/>
                  </a:lnTo>
                  <a:lnTo>
                    <a:pt x="460981" y="93159"/>
                  </a:lnTo>
                  <a:lnTo>
                    <a:pt x="461298" y="93074"/>
                  </a:lnTo>
                  <a:lnTo>
                    <a:pt x="461858" y="92390"/>
                  </a:lnTo>
                  <a:lnTo>
                    <a:pt x="462673" y="92151"/>
                  </a:lnTo>
                  <a:lnTo>
                    <a:pt x="463688" y="90906"/>
                  </a:lnTo>
                  <a:lnTo>
                    <a:pt x="465005" y="90345"/>
                  </a:lnTo>
                  <a:lnTo>
                    <a:pt x="467164" y="89827"/>
                  </a:lnTo>
                  <a:lnTo>
                    <a:pt x="471843" y="89780"/>
                  </a:lnTo>
                  <a:lnTo>
                    <a:pt x="473575" y="89337"/>
                  </a:lnTo>
                  <a:lnTo>
                    <a:pt x="476306" y="89312"/>
                  </a:lnTo>
                  <a:lnTo>
                    <a:pt x="477973" y="88960"/>
                  </a:lnTo>
                  <a:lnTo>
                    <a:pt x="479241" y="89114"/>
                  </a:lnTo>
                  <a:lnTo>
                    <a:pt x="482262" y="88473"/>
                  </a:lnTo>
                  <a:lnTo>
                    <a:pt x="485565" y="88519"/>
                  </a:lnTo>
                  <a:lnTo>
                    <a:pt x="487417" y="89523"/>
                  </a:lnTo>
                  <a:lnTo>
                    <a:pt x="489602" y="89443"/>
                  </a:lnTo>
                  <a:lnTo>
                    <a:pt x="491258" y="88472"/>
                  </a:lnTo>
                  <a:lnTo>
                    <a:pt x="495148" y="85267"/>
                  </a:lnTo>
                  <a:lnTo>
                    <a:pt x="496316" y="84817"/>
                  </a:lnTo>
                  <a:lnTo>
                    <a:pt x="501839" y="84742"/>
                  </a:lnTo>
                  <a:lnTo>
                    <a:pt x="503729" y="86251"/>
                  </a:lnTo>
                  <a:lnTo>
                    <a:pt x="504081" y="87119"/>
                  </a:lnTo>
                  <a:lnTo>
                    <a:pt x="504842" y="88065"/>
                  </a:lnTo>
                  <a:lnTo>
                    <a:pt x="504044" y="89977"/>
                  </a:lnTo>
                  <a:lnTo>
                    <a:pt x="502652" y="90268"/>
                  </a:lnTo>
                  <a:lnTo>
                    <a:pt x="500830" y="89769"/>
                  </a:lnTo>
                  <a:lnTo>
                    <a:pt x="500311" y="90005"/>
                  </a:lnTo>
                  <a:lnTo>
                    <a:pt x="499921" y="89124"/>
                  </a:lnTo>
                  <a:lnTo>
                    <a:pt x="496449" y="90296"/>
                  </a:lnTo>
                  <a:lnTo>
                    <a:pt x="496574" y="90474"/>
                  </a:lnTo>
                  <a:lnTo>
                    <a:pt x="496212" y="90863"/>
                  </a:lnTo>
                  <a:lnTo>
                    <a:pt x="494974" y="90009"/>
                  </a:lnTo>
                  <a:lnTo>
                    <a:pt x="493707" y="89532"/>
                  </a:lnTo>
                  <a:lnTo>
                    <a:pt x="493408" y="91141"/>
                  </a:lnTo>
                  <a:lnTo>
                    <a:pt x="492575" y="92677"/>
                  </a:lnTo>
                  <a:lnTo>
                    <a:pt x="491689" y="93349"/>
                  </a:lnTo>
                  <a:lnTo>
                    <a:pt x="494232" y="93441"/>
                  </a:lnTo>
                  <a:lnTo>
                    <a:pt x="494188" y="94778"/>
                  </a:lnTo>
                  <a:lnTo>
                    <a:pt x="497764" y="96343"/>
                  </a:lnTo>
                  <a:lnTo>
                    <a:pt x="498389" y="97353"/>
                  </a:lnTo>
                  <a:lnTo>
                    <a:pt x="499306" y="98064"/>
                  </a:lnTo>
                  <a:lnTo>
                    <a:pt x="499748" y="99591"/>
                  </a:lnTo>
                  <a:lnTo>
                    <a:pt x="500575" y="100433"/>
                  </a:lnTo>
                  <a:lnTo>
                    <a:pt x="499722" y="100581"/>
                  </a:lnTo>
                  <a:lnTo>
                    <a:pt x="499769" y="101420"/>
                  </a:lnTo>
                  <a:lnTo>
                    <a:pt x="497318" y="103181"/>
                  </a:lnTo>
                  <a:lnTo>
                    <a:pt x="497062" y="103664"/>
                  </a:lnTo>
                  <a:lnTo>
                    <a:pt x="497635" y="106621"/>
                  </a:lnTo>
                  <a:lnTo>
                    <a:pt x="494620" y="107986"/>
                  </a:lnTo>
                  <a:lnTo>
                    <a:pt x="494724" y="112550"/>
                  </a:lnTo>
                  <a:lnTo>
                    <a:pt x="499516" y="111760"/>
                  </a:lnTo>
                  <a:lnTo>
                    <a:pt x="500916" y="111788"/>
                  </a:lnTo>
                  <a:lnTo>
                    <a:pt x="502332" y="112609"/>
                  </a:lnTo>
                  <a:lnTo>
                    <a:pt x="503970" y="112528"/>
                  </a:lnTo>
                  <a:lnTo>
                    <a:pt x="506169" y="113503"/>
                  </a:lnTo>
                  <a:lnTo>
                    <a:pt x="508905" y="115480"/>
                  </a:lnTo>
                  <a:lnTo>
                    <a:pt x="510416" y="114490"/>
                  </a:lnTo>
                  <a:lnTo>
                    <a:pt x="513791" y="114158"/>
                  </a:lnTo>
                  <a:lnTo>
                    <a:pt x="516940" y="116522"/>
                  </a:lnTo>
                  <a:lnTo>
                    <a:pt x="518209" y="117836"/>
                  </a:lnTo>
                  <a:lnTo>
                    <a:pt x="519514" y="117822"/>
                  </a:lnTo>
                  <a:lnTo>
                    <a:pt x="520226" y="118113"/>
                  </a:lnTo>
                  <a:lnTo>
                    <a:pt x="521042" y="119154"/>
                  </a:lnTo>
                  <a:lnTo>
                    <a:pt x="522129" y="123131"/>
                  </a:lnTo>
                  <a:lnTo>
                    <a:pt x="522564" y="123283"/>
                  </a:lnTo>
                  <a:lnTo>
                    <a:pt x="521984" y="125998"/>
                  </a:lnTo>
                  <a:lnTo>
                    <a:pt x="523616" y="126119"/>
                  </a:lnTo>
                  <a:lnTo>
                    <a:pt x="523217" y="126805"/>
                  </a:lnTo>
                  <a:lnTo>
                    <a:pt x="523249" y="127252"/>
                  </a:lnTo>
                  <a:lnTo>
                    <a:pt x="523996" y="127389"/>
                  </a:lnTo>
                  <a:lnTo>
                    <a:pt x="525150" y="127132"/>
                  </a:lnTo>
                  <a:lnTo>
                    <a:pt x="525484" y="126879"/>
                  </a:lnTo>
                  <a:lnTo>
                    <a:pt x="525310" y="125807"/>
                  </a:lnTo>
                  <a:lnTo>
                    <a:pt x="525737" y="125283"/>
                  </a:lnTo>
                  <a:lnTo>
                    <a:pt x="525544" y="124600"/>
                  </a:lnTo>
                  <a:lnTo>
                    <a:pt x="526195" y="124864"/>
                  </a:lnTo>
                  <a:lnTo>
                    <a:pt x="527220" y="124184"/>
                  </a:lnTo>
                  <a:lnTo>
                    <a:pt x="527101" y="122862"/>
                  </a:lnTo>
                  <a:lnTo>
                    <a:pt x="528155" y="122698"/>
                  </a:lnTo>
                  <a:lnTo>
                    <a:pt x="528818" y="125096"/>
                  </a:lnTo>
                  <a:lnTo>
                    <a:pt x="529882" y="125121"/>
                  </a:lnTo>
                  <a:lnTo>
                    <a:pt x="529936" y="124117"/>
                  </a:lnTo>
                  <a:lnTo>
                    <a:pt x="530130" y="124042"/>
                  </a:lnTo>
                  <a:lnTo>
                    <a:pt x="532034" y="124136"/>
                  </a:lnTo>
                  <a:lnTo>
                    <a:pt x="532160" y="124465"/>
                  </a:lnTo>
                  <a:lnTo>
                    <a:pt x="534138" y="123519"/>
                  </a:lnTo>
                  <a:lnTo>
                    <a:pt x="533050" y="121952"/>
                  </a:lnTo>
                  <a:lnTo>
                    <a:pt x="532155" y="122561"/>
                  </a:lnTo>
                  <a:lnTo>
                    <a:pt x="531556" y="120936"/>
                  </a:lnTo>
                  <a:lnTo>
                    <a:pt x="529105" y="118658"/>
                  </a:lnTo>
                  <a:lnTo>
                    <a:pt x="527922" y="118292"/>
                  </a:lnTo>
                  <a:lnTo>
                    <a:pt x="528002" y="118914"/>
                  </a:lnTo>
                  <a:lnTo>
                    <a:pt x="524037" y="118312"/>
                  </a:lnTo>
                  <a:lnTo>
                    <a:pt x="518762" y="115072"/>
                  </a:lnTo>
                  <a:lnTo>
                    <a:pt x="517972" y="110769"/>
                  </a:lnTo>
                  <a:lnTo>
                    <a:pt x="521010" y="109712"/>
                  </a:lnTo>
                  <a:lnTo>
                    <a:pt x="530117" y="107889"/>
                  </a:lnTo>
                  <a:lnTo>
                    <a:pt x="530660" y="107219"/>
                  </a:lnTo>
                  <a:lnTo>
                    <a:pt x="536495" y="108372"/>
                  </a:lnTo>
                  <a:lnTo>
                    <a:pt x="541410" y="108422"/>
                  </a:lnTo>
                  <a:lnTo>
                    <a:pt x="542010" y="108212"/>
                  </a:lnTo>
                  <a:lnTo>
                    <a:pt x="547352" y="108802"/>
                  </a:lnTo>
                  <a:lnTo>
                    <a:pt x="551443" y="110337"/>
                  </a:lnTo>
                  <a:lnTo>
                    <a:pt x="553484" y="110478"/>
                  </a:lnTo>
                  <a:lnTo>
                    <a:pt x="559091" y="112272"/>
                  </a:lnTo>
                  <a:lnTo>
                    <a:pt x="561042" y="112554"/>
                  </a:lnTo>
                  <a:lnTo>
                    <a:pt x="561857" y="112383"/>
                  </a:lnTo>
                  <a:lnTo>
                    <a:pt x="562329" y="111569"/>
                  </a:lnTo>
                  <a:lnTo>
                    <a:pt x="562607" y="110837"/>
                  </a:lnTo>
                  <a:lnTo>
                    <a:pt x="566195" y="105488"/>
                  </a:lnTo>
                  <a:lnTo>
                    <a:pt x="567261" y="103989"/>
                  </a:lnTo>
                  <a:lnTo>
                    <a:pt x="568339" y="101770"/>
                  </a:lnTo>
                  <a:lnTo>
                    <a:pt x="569591" y="100063"/>
                  </a:lnTo>
                  <a:lnTo>
                    <a:pt x="570616" y="99189"/>
                  </a:lnTo>
                  <a:lnTo>
                    <a:pt x="574711" y="96745"/>
                  </a:lnTo>
                  <a:lnTo>
                    <a:pt x="576483" y="96562"/>
                  </a:lnTo>
                  <a:lnTo>
                    <a:pt x="579834" y="96822"/>
                  </a:lnTo>
                  <a:lnTo>
                    <a:pt x="581862" y="96411"/>
                  </a:lnTo>
                  <a:lnTo>
                    <a:pt x="581374" y="94228"/>
                  </a:lnTo>
                  <a:lnTo>
                    <a:pt x="581579" y="94292"/>
                  </a:lnTo>
                  <a:lnTo>
                    <a:pt x="582457" y="93507"/>
                  </a:lnTo>
                  <a:lnTo>
                    <a:pt x="585407" y="93870"/>
                  </a:lnTo>
                  <a:lnTo>
                    <a:pt x="586885" y="93739"/>
                  </a:lnTo>
                  <a:lnTo>
                    <a:pt x="588632" y="93192"/>
                  </a:lnTo>
                  <a:lnTo>
                    <a:pt x="590759" y="91123"/>
                  </a:lnTo>
                  <a:lnTo>
                    <a:pt x="590394" y="89322"/>
                  </a:lnTo>
                  <a:lnTo>
                    <a:pt x="590476" y="86786"/>
                  </a:lnTo>
                  <a:lnTo>
                    <a:pt x="592636" y="84797"/>
                  </a:lnTo>
                  <a:lnTo>
                    <a:pt x="594158" y="82673"/>
                  </a:lnTo>
                  <a:lnTo>
                    <a:pt x="594390" y="81760"/>
                  </a:lnTo>
                  <a:lnTo>
                    <a:pt x="594929" y="81433"/>
                  </a:lnTo>
                  <a:lnTo>
                    <a:pt x="595040" y="80742"/>
                  </a:lnTo>
                  <a:lnTo>
                    <a:pt x="596196" y="80513"/>
                  </a:lnTo>
                  <a:lnTo>
                    <a:pt x="596753" y="80067"/>
                  </a:lnTo>
                  <a:lnTo>
                    <a:pt x="597559" y="80941"/>
                  </a:lnTo>
                  <a:lnTo>
                    <a:pt x="598332" y="80745"/>
                  </a:lnTo>
                  <a:lnTo>
                    <a:pt x="599797" y="80273"/>
                  </a:lnTo>
                  <a:lnTo>
                    <a:pt x="601039" y="79566"/>
                  </a:lnTo>
                  <a:lnTo>
                    <a:pt x="601461" y="78842"/>
                  </a:lnTo>
                  <a:lnTo>
                    <a:pt x="602259" y="78890"/>
                  </a:lnTo>
                  <a:lnTo>
                    <a:pt x="603973" y="78125"/>
                  </a:lnTo>
                  <a:lnTo>
                    <a:pt x="604899" y="76765"/>
                  </a:lnTo>
                  <a:lnTo>
                    <a:pt x="605736" y="76484"/>
                  </a:lnTo>
                  <a:lnTo>
                    <a:pt x="606021" y="76694"/>
                  </a:lnTo>
                  <a:lnTo>
                    <a:pt x="607830" y="74062"/>
                  </a:lnTo>
                  <a:lnTo>
                    <a:pt x="608381" y="73609"/>
                  </a:lnTo>
                  <a:lnTo>
                    <a:pt x="609090" y="73474"/>
                  </a:lnTo>
                  <a:lnTo>
                    <a:pt x="611078" y="74902"/>
                  </a:lnTo>
                  <a:lnTo>
                    <a:pt x="614597" y="74445"/>
                  </a:lnTo>
                  <a:lnTo>
                    <a:pt x="618025" y="74518"/>
                  </a:lnTo>
                  <a:lnTo>
                    <a:pt x="618628" y="75651"/>
                  </a:lnTo>
                  <a:lnTo>
                    <a:pt x="619345" y="75634"/>
                  </a:lnTo>
                  <a:lnTo>
                    <a:pt x="619920" y="78645"/>
                  </a:lnTo>
                  <a:lnTo>
                    <a:pt x="619518" y="80963"/>
                  </a:lnTo>
                  <a:lnTo>
                    <a:pt x="623575" y="82389"/>
                  </a:lnTo>
                  <a:lnTo>
                    <a:pt x="623302" y="83476"/>
                  </a:lnTo>
                  <a:lnTo>
                    <a:pt x="627613" y="84335"/>
                  </a:lnTo>
                  <a:lnTo>
                    <a:pt x="627064" y="86931"/>
                  </a:lnTo>
                  <a:lnTo>
                    <a:pt x="630321" y="87181"/>
                  </a:lnTo>
                  <a:lnTo>
                    <a:pt x="633072" y="86762"/>
                  </a:lnTo>
                  <a:lnTo>
                    <a:pt x="635905" y="86980"/>
                  </a:lnTo>
                  <a:lnTo>
                    <a:pt x="635987" y="84329"/>
                  </a:lnTo>
                  <a:lnTo>
                    <a:pt x="637037" y="82800"/>
                  </a:lnTo>
                  <a:lnTo>
                    <a:pt x="637329" y="81418"/>
                  </a:lnTo>
                  <a:lnTo>
                    <a:pt x="637447" y="78227"/>
                  </a:lnTo>
                  <a:lnTo>
                    <a:pt x="637878" y="75607"/>
                  </a:lnTo>
                  <a:lnTo>
                    <a:pt x="637802" y="72766"/>
                  </a:lnTo>
                  <a:lnTo>
                    <a:pt x="638016" y="72093"/>
                  </a:lnTo>
                  <a:lnTo>
                    <a:pt x="638733" y="70733"/>
                  </a:lnTo>
                  <a:lnTo>
                    <a:pt x="639827" y="69793"/>
                  </a:lnTo>
                  <a:lnTo>
                    <a:pt x="640831" y="69339"/>
                  </a:lnTo>
                  <a:lnTo>
                    <a:pt x="643652" y="68801"/>
                  </a:lnTo>
                  <a:lnTo>
                    <a:pt x="642527" y="68004"/>
                  </a:lnTo>
                  <a:lnTo>
                    <a:pt x="641663" y="65738"/>
                  </a:lnTo>
                  <a:lnTo>
                    <a:pt x="640601" y="65095"/>
                  </a:lnTo>
                  <a:lnTo>
                    <a:pt x="639710" y="63666"/>
                  </a:lnTo>
                  <a:lnTo>
                    <a:pt x="638033" y="61919"/>
                  </a:lnTo>
                  <a:lnTo>
                    <a:pt x="639007" y="59486"/>
                  </a:lnTo>
                  <a:lnTo>
                    <a:pt x="641035" y="59671"/>
                  </a:lnTo>
                  <a:lnTo>
                    <a:pt x="641733" y="56888"/>
                  </a:lnTo>
                  <a:lnTo>
                    <a:pt x="643159" y="57302"/>
                  </a:lnTo>
                  <a:lnTo>
                    <a:pt x="642966" y="58174"/>
                  </a:lnTo>
                  <a:lnTo>
                    <a:pt x="644319" y="58609"/>
                  </a:lnTo>
                  <a:lnTo>
                    <a:pt x="646000" y="58490"/>
                  </a:lnTo>
                  <a:lnTo>
                    <a:pt x="646605" y="58650"/>
                  </a:lnTo>
                  <a:lnTo>
                    <a:pt x="646626" y="55614"/>
                  </a:lnTo>
                  <a:lnTo>
                    <a:pt x="647087" y="55609"/>
                  </a:lnTo>
                  <a:lnTo>
                    <a:pt x="647197" y="52503"/>
                  </a:lnTo>
                  <a:lnTo>
                    <a:pt x="646405" y="52356"/>
                  </a:lnTo>
                  <a:lnTo>
                    <a:pt x="645835" y="52507"/>
                  </a:lnTo>
                  <a:lnTo>
                    <a:pt x="645922" y="51848"/>
                  </a:lnTo>
                  <a:lnTo>
                    <a:pt x="648131" y="52586"/>
                  </a:lnTo>
                  <a:lnTo>
                    <a:pt x="651398" y="55140"/>
                  </a:lnTo>
                  <a:lnTo>
                    <a:pt x="654361" y="57135"/>
                  </a:lnTo>
                  <a:lnTo>
                    <a:pt x="653226" y="57582"/>
                  </a:lnTo>
                  <a:lnTo>
                    <a:pt x="652573" y="58852"/>
                  </a:lnTo>
                  <a:lnTo>
                    <a:pt x="651106" y="60020"/>
                  </a:lnTo>
                  <a:lnTo>
                    <a:pt x="650516" y="61693"/>
                  </a:lnTo>
                  <a:lnTo>
                    <a:pt x="650909" y="62600"/>
                  </a:lnTo>
                  <a:lnTo>
                    <a:pt x="652619" y="62783"/>
                  </a:lnTo>
                  <a:lnTo>
                    <a:pt x="655335" y="62633"/>
                  </a:lnTo>
                  <a:lnTo>
                    <a:pt x="656929" y="62841"/>
                  </a:lnTo>
                  <a:lnTo>
                    <a:pt x="658712" y="63245"/>
                  </a:lnTo>
                  <a:lnTo>
                    <a:pt x="659542" y="63934"/>
                  </a:lnTo>
                  <a:lnTo>
                    <a:pt x="661332" y="64515"/>
                  </a:lnTo>
                  <a:lnTo>
                    <a:pt x="661789" y="64897"/>
                  </a:lnTo>
                  <a:lnTo>
                    <a:pt x="664604" y="63700"/>
                  </a:lnTo>
                  <a:lnTo>
                    <a:pt x="666185" y="62720"/>
                  </a:lnTo>
                  <a:lnTo>
                    <a:pt x="666817" y="62203"/>
                  </a:lnTo>
                  <a:lnTo>
                    <a:pt x="667425" y="60859"/>
                  </a:lnTo>
                  <a:lnTo>
                    <a:pt x="668410" y="60001"/>
                  </a:lnTo>
                  <a:lnTo>
                    <a:pt x="670955" y="60335"/>
                  </a:lnTo>
                  <a:lnTo>
                    <a:pt x="672573" y="59069"/>
                  </a:lnTo>
                  <a:lnTo>
                    <a:pt x="675137" y="59955"/>
                  </a:lnTo>
                  <a:lnTo>
                    <a:pt x="676066" y="60050"/>
                  </a:lnTo>
                  <a:lnTo>
                    <a:pt x="680957" y="58915"/>
                  </a:lnTo>
                  <a:lnTo>
                    <a:pt x="684548" y="57444"/>
                  </a:lnTo>
                  <a:lnTo>
                    <a:pt x="686084" y="57120"/>
                  </a:lnTo>
                  <a:lnTo>
                    <a:pt x="686727" y="57162"/>
                  </a:lnTo>
                  <a:lnTo>
                    <a:pt x="687924" y="57980"/>
                  </a:lnTo>
                  <a:lnTo>
                    <a:pt x="692071" y="62087"/>
                  </a:lnTo>
                  <a:lnTo>
                    <a:pt x="692892" y="61083"/>
                  </a:lnTo>
                  <a:lnTo>
                    <a:pt x="693905" y="60886"/>
                  </a:lnTo>
                  <a:lnTo>
                    <a:pt x="694348" y="60080"/>
                  </a:lnTo>
                  <a:lnTo>
                    <a:pt x="694750" y="59999"/>
                  </a:lnTo>
                  <a:lnTo>
                    <a:pt x="695430" y="59168"/>
                  </a:lnTo>
                  <a:lnTo>
                    <a:pt x="699184" y="59846"/>
                  </a:lnTo>
                  <a:lnTo>
                    <a:pt x="699838" y="59695"/>
                  </a:lnTo>
                  <a:lnTo>
                    <a:pt x="700288" y="58786"/>
                  </a:lnTo>
                  <a:lnTo>
                    <a:pt x="701522" y="57875"/>
                  </a:lnTo>
                  <a:lnTo>
                    <a:pt x="701290" y="57147"/>
                  </a:lnTo>
                  <a:lnTo>
                    <a:pt x="701829" y="58160"/>
                  </a:lnTo>
                  <a:lnTo>
                    <a:pt x="703449" y="57611"/>
                  </a:lnTo>
                  <a:lnTo>
                    <a:pt x="703507" y="57303"/>
                  </a:lnTo>
                  <a:lnTo>
                    <a:pt x="706774" y="58532"/>
                  </a:lnTo>
                  <a:lnTo>
                    <a:pt x="714388" y="62978"/>
                  </a:lnTo>
                  <a:lnTo>
                    <a:pt x="713367" y="63511"/>
                  </a:lnTo>
                  <a:lnTo>
                    <a:pt x="761310" y="81536"/>
                  </a:lnTo>
                  <a:lnTo>
                    <a:pt x="761464" y="81318"/>
                  </a:lnTo>
                  <a:lnTo>
                    <a:pt x="767242" y="86262"/>
                  </a:lnTo>
                  <a:lnTo>
                    <a:pt x="767678" y="85610"/>
                  </a:lnTo>
                  <a:lnTo>
                    <a:pt x="772230" y="89045"/>
                  </a:lnTo>
                  <a:lnTo>
                    <a:pt x="773898" y="87135"/>
                  </a:lnTo>
                  <a:lnTo>
                    <a:pt x="774312" y="87943"/>
                  </a:lnTo>
                  <a:lnTo>
                    <a:pt x="776412" y="88964"/>
                  </a:lnTo>
                  <a:lnTo>
                    <a:pt x="775739" y="90078"/>
                  </a:lnTo>
                  <a:lnTo>
                    <a:pt x="774889" y="90782"/>
                  </a:lnTo>
                  <a:lnTo>
                    <a:pt x="774979" y="91110"/>
                  </a:lnTo>
                  <a:lnTo>
                    <a:pt x="776182" y="91494"/>
                  </a:lnTo>
                  <a:lnTo>
                    <a:pt x="776227" y="91860"/>
                  </a:lnTo>
                  <a:lnTo>
                    <a:pt x="785812" y="100223"/>
                  </a:lnTo>
                  <a:lnTo>
                    <a:pt x="791536" y="90420"/>
                  </a:lnTo>
                  <a:lnTo>
                    <a:pt x="793489" y="87996"/>
                  </a:lnTo>
                  <a:lnTo>
                    <a:pt x="797352" y="82424"/>
                  </a:lnTo>
                  <a:lnTo>
                    <a:pt x="801415" y="77669"/>
                  </a:lnTo>
                  <a:lnTo>
                    <a:pt x="804293" y="73753"/>
                  </a:lnTo>
                  <a:lnTo>
                    <a:pt x="805685" y="72453"/>
                  </a:lnTo>
                  <a:lnTo>
                    <a:pt x="813422" y="81647"/>
                  </a:lnTo>
                  <a:lnTo>
                    <a:pt x="818646" y="88028"/>
                  </a:lnTo>
                  <a:lnTo>
                    <a:pt x="818231" y="88594"/>
                  </a:lnTo>
                  <a:lnTo>
                    <a:pt x="816438" y="88593"/>
                  </a:lnTo>
                  <a:lnTo>
                    <a:pt x="816428" y="89432"/>
                  </a:lnTo>
                  <a:lnTo>
                    <a:pt x="817649" y="93115"/>
                  </a:lnTo>
                  <a:lnTo>
                    <a:pt x="815074" y="95084"/>
                  </a:lnTo>
                  <a:lnTo>
                    <a:pt x="813912" y="96850"/>
                  </a:lnTo>
                  <a:lnTo>
                    <a:pt x="812120" y="101896"/>
                  </a:lnTo>
                  <a:lnTo>
                    <a:pt x="812049" y="104761"/>
                  </a:lnTo>
                  <a:lnTo>
                    <a:pt x="813179" y="104831"/>
                  </a:lnTo>
                  <a:lnTo>
                    <a:pt x="813503" y="104278"/>
                  </a:lnTo>
                  <a:lnTo>
                    <a:pt x="813375" y="103677"/>
                  </a:lnTo>
                  <a:lnTo>
                    <a:pt x="814522" y="103586"/>
                  </a:lnTo>
                  <a:lnTo>
                    <a:pt x="814664" y="103037"/>
                  </a:lnTo>
                  <a:lnTo>
                    <a:pt x="813790" y="102070"/>
                  </a:lnTo>
                  <a:lnTo>
                    <a:pt x="814490" y="101529"/>
                  </a:lnTo>
                  <a:lnTo>
                    <a:pt x="814827" y="100524"/>
                  </a:lnTo>
                  <a:lnTo>
                    <a:pt x="816021" y="100143"/>
                  </a:lnTo>
                  <a:lnTo>
                    <a:pt x="816522" y="101108"/>
                  </a:lnTo>
                  <a:lnTo>
                    <a:pt x="817644" y="101119"/>
                  </a:lnTo>
                  <a:lnTo>
                    <a:pt x="818103" y="100633"/>
                  </a:lnTo>
                  <a:lnTo>
                    <a:pt x="818436" y="99182"/>
                  </a:lnTo>
                  <a:lnTo>
                    <a:pt x="818332" y="98381"/>
                  </a:lnTo>
                  <a:lnTo>
                    <a:pt x="819201" y="98849"/>
                  </a:lnTo>
                  <a:lnTo>
                    <a:pt x="820192" y="98342"/>
                  </a:lnTo>
                  <a:lnTo>
                    <a:pt x="820599" y="98421"/>
                  </a:lnTo>
                  <a:lnTo>
                    <a:pt x="821267" y="98834"/>
                  </a:lnTo>
                  <a:lnTo>
                    <a:pt x="821986" y="101165"/>
                  </a:lnTo>
                  <a:lnTo>
                    <a:pt x="818339" y="106012"/>
                  </a:lnTo>
                  <a:lnTo>
                    <a:pt x="814101" y="111455"/>
                  </a:lnTo>
                  <a:lnTo>
                    <a:pt x="812425" y="110884"/>
                  </a:lnTo>
                  <a:lnTo>
                    <a:pt x="812000" y="114722"/>
                  </a:lnTo>
                  <a:lnTo>
                    <a:pt x="811937" y="115751"/>
                  </a:lnTo>
                  <a:lnTo>
                    <a:pt x="811557" y="116464"/>
                  </a:lnTo>
                  <a:lnTo>
                    <a:pt x="809395" y="117447"/>
                  </a:lnTo>
                  <a:lnTo>
                    <a:pt x="808252" y="118905"/>
                  </a:lnTo>
                  <a:lnTo>
                    <a:pt x="806975" y="119898"/>
                  </a:lnTo>
                  <a:lnTo>
                    <a:pt x="804767" y="121042"/>
                  </a:lnTo>
                  <a:lnTo>
                    <a:pt x="799802" y="123037"/>
                  </a:lnTo>
                  <a:lnTo>
                    <a:pt x="798988" y="124313"/>
                  </a:lnTo>
                  <a:lnTo>
                    <a:pt x="798318" y="124812"/>
                  </a:lnTo>
                  <a:lnTo>
                    <a:pt x="797202" y="125075"/>
                  </a:lnTo>
                  <a:lnTo>
                    <a:pt x="791822" y="125421"/>
                  </a:lnTo>
                  <a:lnTo>
                    <a:pt x="789484" y="126633"/>
                  </a:lnTo>
                  <a:lnTo>
                    <a:pt x="787633" y="128541"/>
                  </a:lnTo>
                  <a:lnTo>
                    <a:pt x="787502" y="129837"/>
                  </a:lnTo>
                  <a:lnTo>
                    <a:pt x="787186" y="130391"/>
                  </a:lnTo>
                  <a:lnTo>
                    <a:pt x="785998" y="131342"/>
                  </a:lnTo>
                  <a:lnTo>
                    <a:pt x="784748" y="131491"/>
                  </a:lnTo>
                  <a:lnTo>
                    <a:pt x="783881" y="131954"/>
                  </a:lnTo>
                  <a:lnTo>
                    <a:pt x="782976" y="132086"/>
                  </a:lnTo>
                  <a:lnTo>
                    <a:pt x="780890" y="130561"/>
                  </a:lnTo>
                  <a:lnTo>
                    <a:pt x="778685" y="130385"/>
                  </a:lnTo>
                  <a:lnTo>
                    <a:pt x="775496" y="129070"/>
                  </a:lnTo>
                  <a:lnTo>
                    <a:pt x="775864" y="130587"/>
                  </a:lnTo>
                  <a:lnTo>
                    <a:pt x="776835" y="131590"/>
                  </a:lnTo>
                  <a:lnTo>
                    <a:pt x="786179" y="138832"/>
                  </a:lnTo>
                  <a:lnTo>
                    <a:pt x="792507" y="144280"/>
                  </a:lnTo>
                  <a:lnTo>
                    <a:pt x="799085" y="149458"/>
                  </a:lnTo>
                  <a:lnTo>
                    <a:pt x="801898" y="151304"/>
                  </a:lnTo>
                  <a:lnTo>
                    <a:pt x="804788" y="152818"/>
                  </a:lnTo>
                  <a:lnTo>
                    <a:pt x="808476" y="155516"/>
                  </a:lnTo>
                  <a:lnTo>
                    <a:pt x="809533" y="156767"/>
                  </a:lnTo>
                  <a:lnTo>
                    <a:pt x="810146" y="156878"/>
                  </a:lnTo>
                  <a:lnTo>
                    <a:pt x="811006" y="157698"/>
                  </a:lnTo>
                  <a:lnTo>
                    <a:pt x="814985" y="160298"/>
                  </a:lnTo>
                  <a:lnTo>
                    <a:pt x="816255" y="161636"/>
                  </a:lnTo>
                  <a:lnTo>
                    <a:pt x="817414" y="163362"/>
                  </a:lnTo>
                  <a:lnTo>
                    <a:pt x="819843" y="168002"/>
                  </a:lnTo>
                  <a:lnTo>
                    <a:pt x="814625" y="173489"/>
                  </a:lnTo>
                  <a:lnTo>
                    <a:pt x="810446" y="176696"/>
                  </a:lnTo>
                  <a:lnTo>
                    <a:pt x="812002" y="177684"/>
                  </a:lnTo>
                  <a:lnTo>
                    <a:pt x="803373" y="186894"/>
                  </a:lnTo>
                  <a:lnTo>
                    <a:pt x="805598" y="188618"/>
                  </a:lnTo>
                  <a:lnTo>
                    <a:pt x="809217" y="192644"/>
                  </a:lnTo>
                  <a:lnTo>
                    <a:pt x="793617" y="199715"/>
                  </a:lnTo>
                  <a:lnTo>
                    <a:pt x="791417" y="199885"/>
                  </a:lnTo>
                  <a:lnTo>
                    <a:pt x="790119" y="200506"/>
                  </a:lnTo>
                  <a:lnTo>
                    <a:pt x="785652" y="204067"/>
                  </a:lnTo>
                  <a:lnTo>
                    <a:pt x="783131" y="207249"/>
                  </a:lnTo>
                  <a:lnTo>
                    <a:pt x="782782" y="206983"/>
                  </a:lnTo>
                  <a:lnTo>
                    <a:pt x="780565" y="209062"/>
                  </a:lnTo>
                  <a:lnTo>
                    <a:pt x="779540" y="210477"/>
                  </a:lnTo>
                  <a:lnTo>
                    <a:pt x="778823" y="212410"/>
                  </a:lnTo>
                  <a:lnTo>
                    <a:pt x="778888" y="213291"/>
                  </a:lnTo>
                  <a:lnTo>
                    <a:pt x="779821" y="215469"/>
                  </a:lnTo>
                  <a:lnTo>
                    <a:pt x="780350" y="217882"/>
                  </a:lnTo>
                  <a:lnTo>
                    <a:pt x="780182" y="220384"/>
                  </a:lnTo>
                  <a:lnTo>
                    <a:pt x="780417" y="220842"/>
                  </a:lnTo>
                  <a:lnTo>
                    <a:pt x="781139" y="220949"/>
                  </a:lnTo>
                  <a:lnTo>
                    <a:pt x="780893" y="222676"/>
                  </a:lnTo>
                  <a:lnTo>
                    <a:pt x="780202" y="224287"/>
                  </a:lnTo>
                  <a:lnTo>
                    <a:pt x="780332" y="225757"/>
                  </a:lnTo>
                  <a:lnTo>
                    <a:pt x="780106" y="228011"/>
                  </a:lnTo>
                  <a:lnTo>
                    <a:pt x="778932" y="229852"/>
                  </a:lnTo>
                  <a:lnTo>
                    <a:pt x="778352" y="230101"/>
                  </a:lnTo>
                  <a:lnTo>
                    <a:pt x="776168" y="232653"/>
                  </a:lnTo>
                  <a:lnTo>
                    <a:pt x="774732" y="235217"/>
                  </a:lnTo>
                  <a:lnTo>
                    <a:pt x="772774" y="233159"/>
                  </a:lnTo>
                  <a:lnTo>
                    <a:pt x="771283" y="232673"/>
                  </a:lnTo>
                  <a:lnTo>
                    <a:pt x="767617" y="233871"/>
                  </a:lnTo>
                  <a:lnTo>
                    <a:pt x="766229" y="234631"/>
                  </a:lnTo>
                  <a:lnTo>
                    <a:pt x="765442" y="234631"/>
                  </a:lnTo>
                  <a:lnTo>
                    <a:pt x="762257" y="236891"/>
                  </a:lnTo>
                  <a:lnTo>
                    <a:pt x="761461" y="239214"/>
                  </a:lnTo>
                  <a:lnTo>
                    <a:pt x="756730" y="247456"/>
                  </a:lnTo>
                  <a:lnTo>
                    <a:pt x="756468" y="248407"/>
                  </a:lnTo>
                  <a:lnTo>
                    <a:pt x="756531" y="249455"/>
                  </a:lnTo>
                  <a:lnTo>
                    <a:pt x="755743" y="253034"/>
                  </a:lnTo>
                  <a:lnTo>
                    <a:pt x="754861" y="255528"/>
                  </a:lnTo>
                  <a:lnTo>
                    <a:pt x="753986" y="256942"/>
                  </a:lnTo>
                  <a:lnTo>
                    <a:pt x="752992" y="257886"/>
                  </a:lnTo>
                  <a:lnTo>
                    <a:pt x="751896" y="258495"/>
                  </a:lnTo>
                  <a:lnTo>
                    <a:pt x="751636" y="258989"/>
                  </a:lnTo>
                  <a:lnTo>
                    <a:pt x="749478" y="260830"/>
                  </a:lnTo>
                  <a:lnTo>
                    <a:pt x="747678" y="261813"/>
                  </a:lnTo>
                  <a:lnTo>
                    <a:pt x="746527" y="261902"/>
                  </a:lnTo>
                  <a:lnTo>
                    <a:pt x="746022" y="263004"/>
                  </a:lnTo>
                  <a:lnTo>
                    <a:pt x="736942" y="253472"/>
                  </a:lnTo>
                  <a:lnTo>
                    <a:pt x="737398" y="250652"/>
                  </a:lnTo>
                  <a:lnTo>
                    <a:pt x="738500" y="246646"/>
                  </a:lnTo>
                  <a:lnTo>
                    <a:pt x="739662" y="244326"/>
                  </a:lnTo>
                  <a:lnTo>
                    <a:pt x="740204" y="243698"/>
                  </a:lnTo>
                  <a:lnTo>
                    <a:pt x="738026" y="236184"/>
                  </a:lnTo>
                  <a:lnTo>
                    <a:pt x="736561" y="233464"/>
                  </a:lnTo>
                  <a:lnTo>
                    <a:pt x="739171" y="233382"/>
                  </a:lnTo>
                  <a:lnTo>
                    <a:pt x="741430" y="232000"/>
                  </a:lnTo>
                  <a:lnTo>
                    <a:pt x="743850" y="231016"/>
                  </a:lnTo>
                  <a:lnTo>
                    <a:pt x="740483" y="228784"/>
                  </a:lnTo>
                  <a:lnTo>
                    <a:pt x="737548" y="227224"/>
                  </a:lnTo>
                  <a:lnTo>
                    <a:pt x="723664" y="225001"/>
                  </a:lnTo>
                  <a:lnTo>
                    <a:pt x="716031" y="223075"/>
                  </a:lnTo>
                  <a:lnTo>
                    <a:pt x="712606" y="221582"/>
                  </a:lnTo>
                  <a:lnTo>
                    <a:pt x="711903" y="221232"/>
                  </a:lnTo>
                  <a:lnTo>
                    <a:pt x="710880" y="219655"/>
                  </a:lnTo>
                  <a:lnTo>
                    <a:pt x="710301" y="219241"/>
                  </a:lnTo>
                  <a:lnTo>
                    <a:pt x="710662" y="219074"/>
                  </a:lnTo>
                  <a:lnTo>
                    <a:pt x="711017" y="218419"/>
                  </a:lnTo>
                  <a:lnTo>
                    <a:pt x="710879" y="216161"/>
                  </a:lnTo>
                  <a:lnTo>
                    <a:pt x="710171" y="215989"/>
                  </a:lnTo>
                  <a:lnTo>
                    <a:pt x="709948" y="215034"/>
                  </a:lnTo>
                  <a:lnTo>
                    <a:pt x="709394" y="214249"/>
                  </a:lnTo>
                  <a:lnTo>
                    <a:pt x="709772" y="212975"/>
                  </a:lnTo>
                  <a:lnTo>
                    <a:pt x="709158" y="212181"/>
                  </a:lnTo>
                  <a:lnTo>
                    <a:pt x="708511" y="211980"/>
                  </a:lnTo>
                  <a:lnTo>
                    <a:pt x="708274" y="211034"/>
                  </a:lnTo>
                  <a:lnTo>
                    <a:pt x="707822" y="210742"/>
                  </a:lnTo>
                  <a:lnTo>
                    <a:pt x="709522" y="206652"/>
                  </a:lnTo>
                  <a:lnTo>
                    <a:pt x="709931" y="205332"/>
                  </a:lnTo>
                  <a:lnTo>
                    <a:pt x="709959" y="204232"/>
                  </a:lnTo>
                  <a:lnTo>
                    <a:pt x="708064" y="203718"/>
                  </a:lnTo>
                  <a:lnTo>
                    <a:pt x="708340" y="202896"/>
                  </a:lnTo>
                  <a:lnTo>
                    <a:pt x="702961" y="200576"/>
                  </a:lnTo>
                  <a:lnTo>
                    <a:pt x="698924" y="197807"/>
                  </a:lnTo>
                  <a:lnTo>
                    <a:pt x="692399" y="194277"/>
                  </a:lnTo>
                  <a:lnTo>
                    <a:pt x="691965" y="193652"/>
                  </a:lnTo>
                  <a:lnTo>
                    <a:pt x="691797" y="192376"/>
                  </a:lnTo>
                  <a:lnTo>
                    <a:pt x="692001" y="190646"/>
                  </a:lnTo>
                  <a:lnTo>
                    <a:pt x="692831" y="189911"/>
                  </a:lnTo>
                  <a:lnTo>
                    <a:pt x="693316" y="190103"/>
                  </a:lnTo>
                  <a:lnTo>
                    <a:pt x="693445" y="190794"/>
                  </a:lnTo>
                  <a:lnTo>
                    <a:pt x="693747" y="190708"/>
                  </a:lnTo>
                  <a:lnTo>
                    <a:pt x="693741" y="188601"/>
                  </a:lnTo>
                  <a:lnTo>
                    <a:pt x="694311" y="188041"/>
                  </a:lnTo>
                  <a:lnTo>
                    <a:pt x="694475" y="187945"/>
                  </a:lnTo>
                  <a:lnTo>
                    <a:pt x="695118" y="188361"/>
                  </a:lnTo>
                  <a:lnTo>
                    <a:pt x="696054" y="187500"/>
                  </a:lnTo>
                  <a:lnTo>
                    <a:pt x="696361" y="187521"/>
                  </a:lnTo>
                  <a:lnTo>
                    <a:pt x="696919" y="188522"/>
                  </a:lnTo>
                  <a:lnTo>
                    <a:pt x="697175" y="188610"/>
                  </a:lnTo>
                  <a:lnTo>
                    <a:pt x="697219" y="187547"/>
                  </a:lnTo>
                  <a:lnTo>
                    <a:pt x="696947" y="186943"/>
                  </a:lnTo>
                  <a:lnTo>
                    <a:pt x="697112" y="186405"/>
                  </a:lnTo>
                  <a:lnTo>
                    <a:pt x="697621" y="186394"/>
                  </a:lnTo>
                  <a:lnTo>
                    <a:pt x="699819" y="187209"/>
                  </a:lnTo>
                  <a:lnTo>
                    <a:pt x="699401" y="185564"/>
                  </a:lnTo>
                  <a:lnTo>
                    <a:pt x="699807" y="184863"/>
                  </a:lnTo>
                  <a:lnTo>
                    <a:pt x="701563" y="184474"/>
                  </a:lnTo>
                  <a:lnTo>
                    <a:pt x="702479" y="185056"/>
                  </a:lnTo>
                  <a:lnTo>
                    <a:pt x="703219" y="185087"/>
                  </a:lnTo>
                  <a:lnTo>
                    <a:pt x="703139" y="184256"/>
                  </a:lnTo>
                  <a:lnTo>
                    <a:pt x="703726" y="184092"/>
                  </a:lnTo>
                  <a:lnTo>
                    <a:pt x="702697" y="184103"/>
                  </a:lnTo>
                  <a:lnTo>
                    <a:pt x="702463" y="183768"/>
                  </a:lnTo>
                  <a:lnTo>
                    <a:pt x="702654" y="182742"/>
                  </a:lnTo>
                  <a:lnTo>
                    <a:pt x="703329" y="182189"/>
                  </a:lnTo>
                  <a:lnTo>
                    <a:pt x="704384" y="181998"/>
                  </a:lnTo>
                  <a:lnTo>
                    <a:pt x="704231" y="180714"/>
                  </a:lnTo>
                  <a:lnTo>
                    <a:pt x="705052" y="179894"/>
                  </a:lnTo>
                  <a:lnTo>
                    <a:pt x="706042" y="178019"/>
                  </a:lnTo>
                  <a:lnTo>
                    <a:pt x="706611" y="177748"/>
                  </a:lnTo>
                  <a:lnTo>
                    <a:pt x="707662" y="177708"/>
                  </a:lnTo>
                  <a:lnTo>
                    <a:pt x="706571" y="176319"/>
                  </a:lnTo>
                  <a:lnTo>
                    <a:pt x="706377" y="175577"/>
                  </a:lnTo>
                  <a:lnTo>
                    <a:pt x="701215" y="160625"/>
                  </a:lnTo>
                  <a:lnTo>
                    <a:pt x="699825" y="155826"/>
                  </a:lnTo>
                  <a:lnTo>
                    <a:pt x="695605" y="154051"/>
                  </a:lnTo>
                  <a:lnTo>
                    <a:pt x="695400" y="153979"/>
                  </a:lnTo>
                  <a:lnTo>
                    <a:pt x="694535" y="169717"/>
                  </a:lnTo>
                  <a:lnTo>
                    <a:pt x="669271" y="168416"/>
                  </a:lnTo>
                  <a:lnTo>
                    <a:pt x="641846" y="167431"/>
                  </a:lnTo>
                  <a:lnTo>
                    <a:pt x="642480" y="128681"/>
                  </a:lnTo>
                  <a:lnTo>
                    <a:pt x="627733" y="134592"/>
                  </a:lnTo>
                  <a:lnTo>
                    <a:pt x="627717" y="134378"/>
                  </a:lnTo>
                  <a:lnTo>
                    <a:pt x="626802" y="134543"/>
                  </a:lnTo>
                  <a:lnTo>
                    <a:pt x="623957" y="135666"/>
                  </a:lnTo>
                  <a:lnTo>
                    <a:pt x="624152" y="136156"/>
                  </a:lnTo>
                  <a:lnTo>
                    <a:pt x="623293" y="136498"/>
                  </a:lnTo>
                  <a:lnTo>
                    <a:pt x="625017" y="139094"/>
                  </a:lnTo>
                  <a:lnTo>
                    <a:pt x="625093" y="140119"/>
                  </a:lnTo>
                  <a:lnTo>
                    <a:pt x="622180" y="143946"/>
                  </a:lnTo>
                  <a:lnTo>
                    <a:pt x="625716" y="144896"/>
                  </a:lnTo>
                  <a:lnTo>
                    <a:pt x="625842" y="144032"/>
                  </a:lnTo>
                  <a:lnTo>
                    <a:pt x="626824" y="144513"/>
                  </a:lnTo>
                  <a:lnTo>
                    <a:pt x="627194" y="145120"/>
                  </a:lnTo>
                  <a:lnTo>
                    <a:pt x="627149" y="145858"/>
                  </a:lnTo>
                  <a:lnTo>
                    <a:pt x="629737" y="148803"/>
                  </a:lnTo>
                  <a:lnTo>
                    <a:pt x="631822" y="151769"/>
                  </a:lnTo>
                  <a:lnTo>
                    <a:pt x="629033" y="151358"/>
                  </a:lnTo>
                  <a:lnTo>
                    <a:pt x="626707" y="150638"/>
                  </a:lnTo>
                  <a:lnTo>
                    <a:pt x="625277" y="159150"/>
                  </a:lnTo>
                  <a:lnTo>
                    <a:pt x="622998" y="164745"/>
                  </a:lnTo>
                  <a:lnTo>
                    <a:pt x="621454" y="163662"/>
                  </a:lnTo>
                  <a:lnTo>
                    <a:pt x="617709" y="161640"/>
                  </a:lnTo>
                  <a:lnTo>
                    <a:pt x="616943" y="160735"/>
                  </a:lnTo>
                  <a:lnTo>
                    <a:pt x="616378" y="160771"/>
                  </a:lnTo>
                  <a:lnTo>
                    <a:pt x="613035" y="168356"/>
                  </a:lnTo>
                  <a:lnTo>
                    <a:pt x="613337" y="168490"/>
                  </a:lnTo>
                  <a:lnTo>
                    <a:pt x="613244" y="168701"/>
                  </a:lnTo>
                  <a:lnTo>
                    <a:pt x="612714" y="169086"/>
                  </a:lnTo>
                  <a:lnTo>
                    <a:pt x="611891" y="170951"/>
                  </a:lnTo>
                  <a:lnTo>
                    <a:pt x="611240" y="170792"/>
                  </a:lnTo>
                  <a:lnTo>
                    <a:pt x="610560" y="172514"/>
                  </a:lnTo>
                  <a:lnTo>
                    <a:pt x="610334" y="172634"/>
                  </a:lnTo>
                  <a:lnTo>
                    <a:pt x="609725" y="175884"/>
                  </a:lnTo>
                  <a:lnTo>
                    <a:pt x="609481" y="183224"/>
                  </a:lnTo>
                  <a:lnTo>
                    <a:pt x="607706" y="189203"/>
                  </a:lnTo>
                  <a:lnTo>
                    <a:pt x="608313" y="189367"/>
                  </a:lnTo>
                  <a:lnTo>
                    <a:pt x="608290" y="189593"/>
                  </a:lnTo>
                  <a:lnTo>
                    <a:pt x="614500" y="191381"/>
                  </a:lnTo>
                  <a:lnTo>
                    <a:pt x="615184" y="194740"/>
                  </a:lnTo>
                  <a:lnTo>
                    <a:pt x="616422" y="194643"/>
                  </a:lnTo>
                  <a:lnTo>
                    <a:pt x="617110" y="195584"/>
                  </a:lnTo>
                  <a:lnTo>
                    <a:pt x="616949" y="197241"/>
                  </a:lnTo>
                  <a:lnTo>
                    <a:pt x="616347" y="198694"/>
                  </a:lnTo>
                  <a:lnTo>
                    <a:pt x="615877" y="198386"/>
                  </a:lnTo>
                  <a:lnTo>
                    <a:pt x="615406" y="199278"/>
                  </a:lnTo>
                  <a:lnTo>
                    <a:pt x="624801" y="202302"/>
                  </a:lnTo>
                  <a:lnTo>
                    <a:pt x="624755" y="202466"/>
                  </a:lnTo>
                  <a:lnTo>
                    <a:pt x="631268" y="204297"/>
                  </a:lnTo>
                  <a:lnTo>
                    <a:pt x="631740" y="206787"/>
                  </a:lnTo>
                  <a:lnTo>
                    <a:pt x="631632" y="207402"/>
                  </a:lnTo>
                  <a:lnTo>
                    <a:pt x="630377" y="207096"/>
                  </a:lnTo>
                  <a:lnTo>
                    <a:pt x="628923" y="207387"/>
                  </a:lnTo>
                  <a:lnTo>
                    <a:pt x="628597" y="207664"/>
                  </a:lnTo>
                  <a:lnTo>
                    <a:pt x="627299" y="207223"/>
                  </a:lnTo>
                  <a:lnTo>
                    <a:pt x="627349" y="206967"/>
                  </a:lnTo>
                  <a:lnTo>
                    <a:pt x="626093" y="206408"/>
                  </a:lnTo>
                  <a:lnTo>
                    <a:pt x="625508" y="208243"/>
                  </a:lnTo>
                  <a:lnTo>
                    <a:pt x="623039" y="207574"/>
                  </a:lnTo>
                  <a:lnTo>
                    <a:pt x="622129" y="211325"/>
                  </a:lnTo>
                  <a:lnTo>
                    <a:pt x="622308" y="211408"/>
                  </a:lnTo>
                  <a:lnTo>
                    <a:pt x="621346" y="214690"/>
                  </a:lnTo>
                  <a:lnTo>
                    <a:pt x="620829" y="214580"/>
                  </a:lnTo>
                  <a:lnTo>
                    <a:pt x="620267" y="216740"/>
                  </a:lnTo>
                  <a:lnTo>
                    <a:pt x="619938" y="218384"/>
                  </a:lnTo>
                  <a:lnTo>
                    <a:pt x="620350" y="219358"/>
                  </a:lnTo>
                  <a:lnTo>
                    <a:pt x="619026" y="223775"/>
                  </a:lnTo>
                  <a:lnTo>
                    <a:pt x="618398" y="228923"/>
                  </a:lnTo>
                  <a:lnTo>
                    <a:pt x="618022" y="230655"/>
                  </a:lnTo>
                  <a:lnTo>
                    <a:pt x="617793" y="230710"/>
                  </a:lnTo>
                  <a:lnTo>
                    <a:pt x="617629" y="231287"/>
                  </a:lnTo>
                  <a:lnTo>
                    <a:pt x="611293" y="232080"/>
                  </a:lnTo>
                  <a:lnTo>
                    <a:pt x="611435" y="233146"/>
                  </a:lnTo>
                  <a:lnTo>
                    <a:pt x="611116" y="239644"/>
                  </a:lnTo>
                  <a:lnTo>
                    <a:pt x="611167" y="244434"/>
                  </a:lnTo>
                  <a:lnTo>
                    <a:pt x="611009" y="247744"/>
                  </a:lnTo>
                  <a:lnTo>
                    <a:pt x="610620" y="249865"/>
                  </a:lnTo>
                  <a:lnTo>
                    <a:pt x="610440" y="253833"/>
                  </a:lnTo>
                  <a:lnTo>
                    <a:pt x="609784" y="259268"/>
                  </a:lnTo>
                  <a:lnTo>
                    <a:pt x="610087" y="262416"/>
                  </a:lnTo>
                  <a:lnTo>
                    <a:pt x="609415" y="272877"/>
                  </a:lnTo>
                  <a:lnTo>
                    <a:pt x="609631" y="277359"/>
                  </a:lnTo>
                  <a:lnTo>
                    <a:pt x="609178" y="279793"/>
                  </a:lnTo>
                  <a:lnTo>
                    <a:pt x="607824" y="285014"/>
                  </a:lnTo>
                  <a:lnTo>
                    <a:pt x="605653" y="290069"/>
                  </a:lnTo>
                  <a:lnTo>
                    <a:pt x="599735" y="285514"/>
                  </a:lnTo>
                  <a:lnTo>
                    <a:pt x="599842" y="285252"/>
                  </a:lnTo>
                  <a:lnTo>
                    <a:pt x="596095" y="281616"/>
                  </a:lnTo>
                  <a:lnTo>
                    <a:pt x="590347" y="276607"/>
                  </a:lnTo>
                  <a:lnTo>
                    <a:pt x="580532" y="267116"/>
                  </a:lnTo>
                  <a:lnTo>
                    <a:pt x="578264" y="266995"/>
                  </a:lnTo>
                  <a:lnTo>
                    <a:pt x="568220" y="264726"/>
                  </a:lnTo>
                  <a:lnTo>
                    <a:pt x="562561" y="259733"/>
                  </a:lnTo>
                  <a:lnTo>
                    <a:pt x="553580" y="252779"/>
                  </a:lnTo>
                  <a:lnTo>
                    <a:pt x="553881" y="252309"/>
                  </a:lnTo>
                  <a:lnTo>
                    <a:pt x="551449" y="250663"/>
                  </a:lnTo>
                  <a:lnTo>
                    <a:pt x="544963" y="245469"/>
                  </a:lnTo>
                  <a:lnTo>
                    <a:pt x="545486" y="244836"/>
                  </a:lnTo>
                  <a:lnTo>
                    <a:pt x="546841" y="243957"/>
                  </a:lnTo>
                  <a:lnTo>
                    <a:pt x="548819" y="241625"/>
                  </a:lnTo>
                  <a:lnTo>
                    <a:pt x="545638" y="238204"/>
                  </a:lnTo>
                  <a:lnTo>
                    <a:pt x="543458" y="238667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pg63">
              <a:extLst>
                <a:ext uri="{FF2B5EF4-FFF2-40B4-BE49-F238E27FC236}">
                  <a16:creationId xmlns:a16="http://schemas.microsoft.com/office/drawing/2014/main" id="{89AC8B57-FA9C-9DDA-24C0-C4DB58661EC3}"/>
                </a:ext>
              </a:extLst>
            </p:cNvPr>
            <p:cNvSpPr/>
            <p:nvPr/>
          </p:nvSpPr>
          <p:spPr>
            <a:xfrm>
              <a:off x="7547139" y="2099894"/>
              <a:ext cx="247958" cy="593354"/>
            </a:xfrm>
            <a:custGeom>
              <a:avLst/>
              <a:gdLst/>
              <a:ahLst/>
              <a:cxnLst/>
              <a:rect l="0" t="0" r="0" b="0"/>
              <a:pathLst>
                <a:path w="247958" h="593354">
                  <a:moveTo>
                    <a:pt x="40329" y="587987"/>
                  </a:moveTo>
                  <a:lnTo>
                    <a:pt x="39392" y="587242"/>
                  </a:lnTo>
                  <a:lnTo>
                    <a:pt x="36582" y="586990"/>
                  </a:lnTo>
                  <a:lnTo>
                    <a:pt x="33470" y="587259"/>
                  </a:lnTo>
                  <a:lnTo>
                    <a:pt x="32295" y="586960"/>
                  </a:lnTo>
                  <a:lnTo>
                    <a:pt x="31401" y="585158"/>
                  </a:lnTo>
                  <a:lnTo>
                    <a:pt x="31163" y="582592"/>
                  </a:lnTo>
                  <a:lnTo>
                    <a:pt x="29755" y="581783"/>
                  </a:lnTo>
                  <a:lnTo>
                    <a:pt x="28086" y="580358"/>
                  </a:lnTo>
                  <a:lnTo>
                    <a:pt x="25307" y="579093"/>
                  </a:lnTo>
                  <a:lnTo>
                    <a:pt x="23524" y="575820"/>
                  </a:lnTo>
                  <a:lnTo>
                    <a:pt x="20535" y="574678"/>
                  </a:lnTo>
                  <a:lnTo>
                    <a:pt x="18856" y="572541"/>
                  </a:lnTo>
                  <a:lnTo>
                    <a:pt x="16318" y="570621"/>
                  </a:lnTo>
                  <a:lnTo>
                    <a:pt x="14899" y="570103"/>
                  </a:lnTo>
                  <a:lnTo>
                    <a:pt x="13963" y="569395"/>
                  </a:lnTo>
                  <a:lnTo>
                    <a:pt x="10334" y="563774"/>
                  </a:lnTo>
                  <a:lnTo>
                    <a:pt x="9632" y="561679"/>
                  </a:lnTo>
                  <a:lnTo>
                    <a:pt x="9625" y="560993"/>
                  </a:lnTo>
                  <a:lnTo>
                    <a:pt x="9239" y="560722"/>
                  </a:lnTo>
                  <a:lnTo>
                    <a:pt x="8985" y="559506"/>
                  </a:lnTo>
                  <a:lnTo>
                    <a:pt x="9759" y="556596"/>
                  </a:lnTo>
                  <a:lnTo>
                    <a:pt x="9867" y="555810"/>
                  </a:lnTo>
                  <a:lnTo>
                    <a:pt x="9615" y="555453"/>
                  </a:lnTo>
                  <a:lnTo>
                    <a:pt x="9778" y="555117"/>
                  </a:lnTo>
                  <a:lnTo>
                    <a:pt x="8359" y="553711"/>
                  </a:lnTo>
                  <a:lnTo>
                    <a:pt x="7693" y="552167"/>
                  </a:lnTo>
                  <a:lnTo>
                    <a:pt x="6288" y="549911"/>
                  </a:lnTo>
                  <a:lnTo>
                    <a:pt x="5114" y="549869"/>
                  </a:lnTo>
                  <a:lnTo>
                    <a:pt x="3648" y="548839"/>
                  </a:lnTo>
                  <a:lnTo>
                    <a:pt x="2687" y="548715"/>
                  </a:lnTo>
                  <a:lnTo>
                    <a:pt x="300" y="546293"/>
                  </a:lnTo>
                  <a:lnTo>
                    <a:pt x="0" y="545332"/>
                  </a:lnTo>
                  <a:lnTo>
                    <a:pt x="278" y="543736"/>
                  </a:lnTo>
                  <a:lnTo>
                    <a:pt x="964" y="542597"/>
                  </a:lnTo>
                  <a:lnTo>
                    <a:pt x="572" y="539062"/>
                  </a:lnTo>
                  <a:lnTo>
                    <a:pt x="932" y="536037"/>
                  </a:lnTo>
                  <a:lnTo>
                    <a:pt x="1200" y="535581"/>
                  </a:lnTo>
                  <a:lnTo>
                    <a:pt x="3024" y="534138"/>
                  </a:lnTo>
                  <a:lnTo>
                    <a:pt x="3842" y="533937"/>
                  </a:lnTo>
                  <a:lnTo>
                    <a:pt x="4633" y="533257"/>
                  </a:lnTo>
                  <a:lnTo>
                    <a:pt x="5637" y="533046"/>
                  </a:lnTo>
                  <a:lnTo>
                    <a:pt x="6081" y="532395"/>
                  </a:lnTo>
                  <a:lnTo>
                    <a:pt x="6985" y="531629"/>
                  </a:lnTo>
                  <a:lnTo>
                    <a:pt x="7879" y="531349"/>
                  </a:lnTo>
                  <a:lnTo>
                    <a:pt x="8292" y="530798"/>
                  </a:lnTo>
                  <a:lnTo>
                    <a:pt x="11190" y="530588"/>
                  </a:lnTo>
                  <a:lnTo>
                    <a:pt x="12799" y="529664"/>
                  </a:lnTo>
                  <a:lnTo>
                    <a:pt x="15770" y="529038"/>
                  </a:lnTo>
                  <a:lnTo>
                    <a:pt x="17343" y="528337"/>
                  </a:lnTo>
                  <a:lnTo>
                    <a:pt x="17511" y="527553"/>
                  </a:lnTo>
                  <a:lnTo>
                    <a:pt x="18344" y="526747"/>
                  </a:lnTo>
                  <a:lnTo>
                    <a:pt x="19665" y="526795"/>
                  </a:lnTo>
                  <a:lnTo>
                    <a:pt x="21531" y="526258"/>
                  </a:lnTo>
                  <a:lnTo>
                    <a:pt x="22617" y="525442"/>
                  </a:lnTo>
                  <a:lnTo>
                    <a:pt x="23192" y="526352"/>
                  </a:lnTo>
                  <a:lnTo>
                    <a:pt x="24821" y="526147"/>
                  </a:lnTo>
                  <a:lnTo>
                    <a:pt x="27724" y="524017"/>
                  </a:lnTo>
                  <a:lnTo>
                    <a:pt x="28020" y="523267"/>
                  </a:lnTo>
                  <a:lnTo>
                    <a:pt x="28950" y="522942"/>
                  </a:lnTo>
                  <a:lnTo>
                    <a:pt x="29071" y="522481"/>
                  </a:lnTo>
                  <a:lnTo>
                    <a:pt x="28522" y="521802"/>
                  </a:lnTo>
                  <a:lnTo>
                    <a:pt x="28502" y="518908"/>
                  </a:lnTo>
                  <a:lnTo>
                    <a:pt x="28122" y="517398"/>
                  </a:lnTo>
                  <a:lnTo>
                    <a:pt x="28388" y="516880"/>
                  </a:lnTo>
                  <a:lnTo>
                    <a:pt x="28264" y="516550"/>
                  </a:lnTo>
                  <a:lnTo>
                    <a:pt x="28487" y="516464"/>
                  </a:lnTo>
                  <a:lnTo>
                    <a:pt x="28845" y="515252"/>
                  </a:lnTo>
                  <a:lnTo>
                    <a:pt x="29305" y="514683"/>
                  </a:lnTo>
                  <a:lnTo>
                    <a:pt x="29571" y="513638"/>
                  </a:lnTo>
                  <a:lnTo>
                    <a:pt x="29081" y="511704"/>
                  </a:lnTo>
                  <a:lnTo>
                    <a:pt x="29216" y="510429"/>
                  </a:lnTo>
                  <a:lnTo>
                    <a:pt x="28933" y="510153"/>
                  </a:lnTo>
                  <a:lnTo>
                    <a:pt x="29184" y="509095"/>
                  </a:lnTo>
                  <a:lnTo>
                    <a:pt x="28901" y="508211"/>
                  </a:lnTo>
                  <a:lnTo>
                    <a:pt x="29398" y="506711"/>
                  </a:lnTo>
                  <a:lnTo>
                    <a:pt x="29079" y="505924"/>
                  </a:lnTo>
                  <a:lnTo>
                    <a:pt x="29157" y="505509"/>
                  </a:lnTo>
                  <a:lnTo>
                    <a:pt x="29304" y="505209"/>
                  </a:lnTo>
                  <a:lnTo>
                    <a:pt x="31201" y="504100"/>
                  </a:lnTo>
                  <a:lnTo>
                    <a:pt x="33094" y="501537"/>
                  </a:lnTo>
                  <a:lnTo>
                    <a:pt x="34221" y="500603"/>
                  </a:lnTo>
                  <a:lnTo>
                    <a:pt x="34634" y="499896"/>
                  </a:lnTo>
                  <a:lnTo>
                    <a:pt x="35877" y="498656"/>
                  </a:lnTo>
                  <a:lnTo>
                    <a:pt x="35433" y="498108"/>
                  </a:lnTo>
                  <a:lnTo>
                    <a:pt x="35469" y="497756"/>
                  </a:lnTo>
                  <a:lnTo>
                    <a:pt x="34694" y="497096"/>
                  </a:lnTo>
                  <a:lnTo>
                    <a:pt x="34626" y="496785"/>
                  </a:lnTo>
                  <a:lnTo>
                    <a:pt x="35109" y="495460"/>
                  </a:lnTo>
                  <a:lnTo>
                    <a:pt x="35289" y="494045"/>
                  </a:lnTo>
                  <a:lnTo>
                    <a:pt x="34837" y="491614"/>
                  </a:lnTo>
                  <a:lnTo>
                    <a:pt x="32981" y="489539"/>
                  </a:lnTo>
                  <a:lnTo>
                    <a:pt x="32827" y="488860"/>
                  </a:lnTo>
                  <a:lnTo>
                    <a:pt x="32318" y="488513"/>
                  </a:lnTo>
                  <a:lnTo>
                    <a:pt x="31754" y="487172"/>
                  </a:lnTo>
                  <a:lnTo>
                    <a:pt x="31364" y="486936"/>
                  </a:lnTo>
                  <a:lnTo>
                    <a:pt x="32022" y="486717"/>
                  </a:lnTo>
                  <a:lnTo>
                    <a:pt x="32198" y="486514"/>
                  </a:lnTo>
                  <a:lnTo>
                    <a:pt x="32105" y="486060"/>
                  </a:lnTo>
                  <a:lnTo>
                    <a:pt x="32909" y="485351"/>
                  </a:lnTo>
                  <a:lnTo>
                    <a:pt x="33976" y="485860"/>
                  </a:lnTo>
                  <a:lnTo>
                    <a:pt x="34984" y="485631"/>
                  </a:lnTo>
                  <a:lnTo>
                    <a:pt x="36347" y="484351"/>
                  </a:lnTo>
                  <a:lnTo>
                    <a:pt x="38092" y="483691"/>
                  </a:lnTo>
                  <a:lnTo>
                    <a:pt x="38217" y="483372"/>
                  </a:lnTo>
                  <a:lnTo>
                    <a:pt x="37652" y="482799"/>
                  </a:lnTo>
                  <a:lnTo>
                    <a:pt x="37827" y="481831"/>
                  </a:lnTo>
                  <a:lnTo>
                    <a:pt x="36172" y="481960"/>
                  </a:lnTo>
                  <a:lnTo>
                    <a:pt x="35182" y="481718"/>
                  </a:lnTo>
                  <a:lnTo>
                    <a:pt x="34535" y="481089"/>
                  </a:lnTo>
                  <a:lnTo>
                    <a:pt x="32122" y="479835"/>
                  </a:lnTo>
                  <a:lnTo>
                    <a:pt x="34446" y="477700"/>
                  </a:lnTo>
                  <a:lnTo>
                    <a:pt x="33010" y="477193"/>
                  </a:lnTo>
                  <a:lnTo>
                    <a:pt x="32420" y="476300"/>
                  </a:lnTo>
                  <a:lnTo>
                    <a:pt x="31860" y="476186"/>
                  </a:lnTo>
                  <a:lnTo>
                    <a:pt x="31402" y="476185"/>
                  </a:lnTo>
                  <a:lnTo>
                    <a:pt x="30227" y="477245"/>
                  </a:lnTo>
                  <a:lnTo>
                    <a:pt x="29402" y="477198"/>
                  </a:lnTo>
                  <a:lnTo>
                    <a:pt x="29498" y="474933"/>
                  </a:lnTo>
                  <a:lnTo>
                    <a:pt x="29282" y="473777"/>
                  </a:lnTo>
                  <a:lnTo>
                    <a:pt x="28661" y="473974"/>
                  </a:lnTo>
                  <a:lnTo>
                    <a:pt x="28317" y="474702"/>
                  </a:lnTo>
                  <a:lnTo>
                    <a:pt x="27164" y="474817"/>
                  </a:lnTo>
                  <a:lnTo>
                    <a:pt x="26971" y="473771"/>
                  </a:lnTo>
                  <a:lnTo>
                    <a:pt x="27764" y="472720"/>
                  </a:lnTo>
                  <a:lnTo>
                    <a:pt x="29240" y="471610"/>
                  </a:lnTo>
                  <a:lnTo>
                    <a:pt x="29522" y="470863"/>
                  </a:lnTo>
                  <a:lnTo>
                    <a:pt x="30219" y="470145"/>
                  </a:lnTo>
                  <a:lnTo>
                    <a:pt x="31121" y="469923"/>
                  </a:lnTo>
                  <a:lnTo>
                    <a:pt x="30897" y="469616"/>
                  </a:lnTo>
                  <a:lnTo>
                    <a:pt x="30970" y="468794"/>
                  </a:lnTo>
                  <a:lnTo>
                    <a:pt x="32196" y="468600"/>
                  </a:lnTo>
                  <a:lnTo>
                    <a:pt x="32773" y="468174"/>
                  </a:lnTo>
                  <a:lnTo>
                    <a:pt x="33044" y="467652"/>
                  </a:lnTo>
                  <a:lnTo>
                    <a:pt x="33350" y="465656"/>
                  </a:lnTo>
                  <a:lnTo>
                    <a:pt x="33252" y="465418"/>
                  </a:lnTo>
                  <a:lnTo>
                    <a:pt x="32997" y="465589"/>
                  </a:lnTo>
                  <a:lnTo>
                    <a:pt x="31470" y="465592"/>
                  </a:lnTo>
                  <a:lnTo>
                    <a:pt x="30601" y="465173"/>
                  </a:lnTo>
                  <a:lnTo>
                    <a:pt x="28749" y="463347"/>
                  </a:lnTo>
                  <a:lnTo>
                    <a:pt x="28060" y="463004"/>
                  </a:lnTo>
                  <a:lnTo>
                    <a:pt x="27488" y="463236"/>
                  </a:lnTo>
                  <a:lnTo>
                    <a:pt x="27017" y="462444"/>
                  </a:lnTo>
                  <a:lnTo>
                    <a:pt x="27049" y="461834"/>
                  </a:lnTo>
                  <a:lnTo>
                    <a:pt x="26787" y="461595"/>
                  </a:lnTo>
                  <a:lnTo>
                    <a:pt x="27911" y="460977"/>
                  </a:lnTo>
                  <a:lnTo>
                    <a:pt x="28770" y="459939"/>
                  </a:lnTo>
                  <a:lnTo>
                    <a:pt x="29138" y="460085"/>
                  </a:lnTo>
                  <a:lnTo>
                    <a:pt x="30395" y="459413"/>
                  </a:lnTo>
                  <a:lnTo>
                    <a:pt x="28114" y="456530"/>
                  </a:lnTo>
                  <a:lnTo>
                    <a:pt x="27620" y="456251"/>
                  </a:lnTo>
                  <a:lnTo>
                    <a:pt x="26517" y="456290"/>
                  </a:lnTo>
                  <a:lnTo>
                    <a:pt x="24633" y="455774"/>
                  </a:lnTo>
                  <a:lnTo>
                    <a:pt x="23962" y="455827"/>
                  </a:lnTo>
                  <a:lnTo>
                    <a:pt x="23595" y="455313"/>
                  </a:lnTo>
                  <a:lnTo>
                    <a:pt x="23151" y="452761"/>
                  </a:lnTo>
                  <a:lnTo>
                    <a:pt x="22146" y="451076"/>
                  </a:lnTo>
                  <a:lnTo>
                    <a:pt x="22142" y="450676"/>
                  </a:lnTo>
                  <a:lnTo>
                    <a:pt x="22830" y="449310"/>
                  </a:lnTo>
                  <a:lnTo>
                    <a:pt x="23260" y="448989"/>
                  </a:lnTo>
                  <a:lnTo>
                    <a:pt x="24183" y="446766"/>
                  </a:lnTo>
                  <a:lnTo>
                    <a:pt x="23895" y="446467"/>
                  </a:lnTo>
                  <a:lnTo>
                    <a:pt x="23449" y="446443"/>
                  </a:lnTo>
                  <a:lnTo>
                    <a:pt x="22772" y="445719"/>
                  </a:lnTo>
                  <a:lnTo>
                    <a:pt x="21619" y="443303"/>
                  </a:lnTo>
                  <a:lnTo>
                    <a:pt x="21703" y="442012"/>
                  </a:lnTo>
                  <a:lnTo>
                    <a:pt x="21377" y="441383"/>
                  </a:lnTo>
                  <a:lnTo>
                    <a:pt x="21740" y="440049"/>
                  </a:lnTo>
                  <a:lnTo>
                    <a:pt x="21990" y="439833"/>
                  </a:lnTo>
                  <a:lnTo>
                    <a:pt x="22146" y="436348"/>
                  </a:lnTo>
                  <a:lnTo>
                    <a:pt x="23757" y="438329"/>
                  </a:lnTo>
                  <a:lnTo>
                    <a:pt x="24898" y="439007"/>
                  </a:lnTo>
                  <a:lnTo>
                    <a:pt x="25878" y="439134"/>
                  </a:lnTo>
                  <a:lnTo>
                    <a:pt x="26862" y="437832"/>
                  </a:lnTo>
                  <a:lnTo>
                    <a:pt x="27306" y="436811"/>
                  </a:lnTo>
                  <a:lnTo>
                    <a:pt x="27189" y="435763"/>
                  </a:lnTo>
                  <a:lnTo>
                    <a:pt x="27668" y="433561"/>
                  </a:lnTo>
                  <a:lnTo>
                    <a:pt x="25583" y="431354"/>
                  </a:lnTo>
                  <a:lnTo>
                    <a:pt x="25070" y="431316"/>
                  </a:lnTo>
                  <a:lnTo>
                    <a:pt x="24555" y="430032"/>
                  </a:lnTo>
                  <a:lnTo>
                    <a:pt x="23025" y="428574"/>
                  </a:lnTo>
                  <a:lnTo>
                    <a:pt x="22580" y="427721"/>
                  </a:lnTo>
                  <a:lnTo>
                    <a:pt x="22217" y="427612"/>
                  </a:lnTo>
                  <a:lnTo>
                    <a:pt x="21597" y="425699"/>
                  </a:lnTo>
                  <a:lnTo>
                    <a:pt x="21155" y="425205"/>
                  </a:lnTo>
                  <a:lnTo>
                    <a:pt x="20529" y="423977"/>
                  </a:lnTo>
                  <a:lnTo>
                    <a:pt x="20247" y="422832"/>
                  </a:lnTo>
                  <a:lnTo>
                    <a:pt x="19930" y="422526"/>
                  </a:lnTo>
                  <a:lnTo>
                    <a:pt x="19625" y="420430"/>
                  </a:lnTo>
                  <a:lnTo>
                    <a:pt x="18427" y="417346"/>
                  </a:lnTo>
                  <a:lnTo>
                    <a:pt x="17526" y="411390"/>
                  </a:lnTo>
                  <a:lnTo>
                    <a:pt x="17162" y="411062"/>
                  </a:lnTo>
                  <a:lnTo>
                    <a:pt x="16578" y="408756"/>
                  </a:lnTo>
                  <a:lnTo>
                    <a:pt x="16724" y="406227"/>
                  </a:lnTo>
                  <a:lnTo>
                    <a:pt x="16017" y="404798"/>
                  </a:lnTo>
                  <a:lnTo>
                    <a:pt x="16169" y="404326"/>
                  </a:lnTo>
                  <a:lnTo>
                    <a:pt x="15184" y="403176"/>
                  </a:lnTo>
                  <a:lnTo>
                    <a:pt x="14941" y="402299"/>
                  </a:lnTo>
                  <a:lnTo>
                    <a:pt x="14573" y="401995"/>
                  </a:lnTo>
                  <a:lnTo>
                    <a:pt x="14430" y="402157"/>
                  </a:lnTo>
                  <a:lnTo>
                    <a:pt x="13597" y="401378"/>
                  </a:lnTo>
                  <a:lnTo>
                    <a:pt x="13397" y="400865"/>
                  </a:lnTo>
                  <a:lnTo>
                    <a:pt x="11990" y="400422"/>
                  </a:lnTo>
                  <a:lnTo>
                    <a:pt x="11090" y="398700"/>
                  </a:lnTo>
                  <a:lnTo>
                    <a:pt x="10844" y="397635"/>
                  </a:lnTo>
                  <a:lnTo>
                    <a:pt x="10817" y="397201"/>
                  </a:lnTo>
                  <a:lnTo>
                    <a:pt x="10085" y="396267"/>
                  </a:lnTo>
                  <a:lnTo>
                    <a:pt x="8227" y="395123"/>
                  </a:lnTo>
                  <a:lnTo>
                    <a:pt x="7697" y="394011"/>
                  </a:lnTo>
                  <a:lnTo>
                    <a:pt x="7661" y="392475"/>
                  </a:lnTo>
                  <a:lnTo>
                    <a:pt x="6891" y="390821"/>
                  </a:lnTo>
                  <a:lnTo>
                    <a:pt x="7047" y="390366"/>
                  </a:lnTo>
                  <a:lnTo>
                    <a:pt x="6760" y="389769"/>
                  </a:lnTo>
                  <a:lnTo>
                    <a:pt x="6672" y="388071"/>
                  </a:lnTo>
                  <a:lnTo>
                    <a:pt x="6823" y="387919"/>
                  </a:lnTo>
                  <a:lnTo>
                    <a:pt x="6061" y="383827"/>
                  </a:lnTo>
                  <a:lnTo>
                    <a:pt x="5559" y="382271"/>
                  </a:lnTo>
                  <a:lnTo>
                    <a:pt x="5534" y="381121"/>
                  </a:lnTo>
                  <a:lnTo>
                    <a:pt x="6125" y="381702"/>
                  </a:lnTo>
                  <a:lnTo>
                    <a:pt x="6583" y="381636"/>
                  </a:lnTo>
                  <a:lnTo>
                    <a:pt x="6838" y="382215"/>
                  </a:lnTo>
                  <a:lnTo>
                    <a:pt x="7361" y="382441"/>
                  </a:lnTo>
                  <a:lnTo>
                    <a:pt x="8694" y="382431"/>
                  </a:lnTo>
                  <a:lnTo>
                    <a:pt x="9442" y="382179"/>
                  </a:lnTo>
                  <a:lnTo>
                    <a:pt x="9633" y="382525"/>
                  </a:lnTo>
                  <a:lnTo>
                    <a:pt x="10126" y="382727"/>
                  </a:lnTo>
                  <a:lnTo>
                    <a:pt x="10464" y="382418"/>
                  </a:lnTo>
                  <a:lnTo>
                    <a:pt x="11996" y="382598"/>
                  </a:lnTo>
                  <a:lnTo>
                    <a:pt x="12728" y="382500"/>
                  </a:lnTo>
                  <a:lnTo>
                    <a:pt x="13172" y="382195"/>
                  </a:lnTo>
                  <a:lnTo>
                    <a:pt x="13729" y="382548"/>
                  </a:lnTo>
                  <a:lnTo>
                    <a:pt x="14943" y="382508"/>
                  </a:lnTo>
                  <a:lnTo>
                    <a:pt x="15801" y="381886"/>
                  </a:lnTo>
                  <a:lnTo>
                    <a:pt x="16778" y="382519"/>
                  </a:lnTo>
                  <a:lnTo>
                    <a:pt x="18130" y="382594"/>
                  </a:lnTo>
                  <a:lnTo>
                    <a:pt x="19240" y="382350"/>
                  </a:lnTo>
                  <a:lnTo>
                    <a:pt x="19366" y="382700"/>
                  </a:lnTo>
                  <a:lnTo>
                    <a:pt x="20458" y="382840"/>
                  </a:lnTo>
                  <a:lnTo>
                    <a:pt x="21770" y="382111"/>
                  </a:lnTo>
                  <a:lnTo>
                    <a:pt x="22869" y="381961"/>
                  </a:lnTo>
                  <a:lnTo>
                    <a:pt x="23521" y="381524"/>
                  </a:lnTo>
                  <a:lnTo>
                    <a:pt x="23647" y="381030"/>
                  </a:lnTo>
                  <a:lnTo>
                    <a:pt x="25309" y="380012"/>
                  </a:lnTo>
                  <a:lnTo>
                    <a:pt x="27969" y="380648"/>
                  </a:lnTo>
                  <a:lnTo>
                    <a:pt x="30400" y="380909"/>
                  </a:lnTo>
                  <a:lnTo>
                    <a:pt x="30386" y="382326"/>
                  </a:lnTo>
                  <a:lnTo>
                    <a:pt x="30903" y="383171"/>
                  </a:lnTo>
                  <a:lnTo>
                    <a:pt x="31289" y="383384"/>
                  </a:lnTo>
                  <a:lnTo>
                    <a:pt x="32777" y="382664"/>
                  </a:lnTo>
                  <a:lnTo>
                    <a:pt x="34126" y="383006"/>
                  </a:lnTo>
                  <a:lnTo>
                    <a:pt x="32512" y="384872"/>
                  </a:lnTo>
                  <a:lnTo>
                    <a:pt x="32065" y="386649"/>
                  </a:lnTo>
                  <a:lnTo>
                    <a:pt x="32423" y="388209"/>
                  </a:lnTo>
                  <a:lnTo>
                    <a:pt x="32230" y="388253"/>
                  </a:lnTo>
                  <a:lnTo>
                    <a:pt x="32038" y="389676"/>
                  </a:lnTo>
                  <a:lnTo>
                    <a:pt x="31854" y="389815"/>
                  </a:lnTo>
                  <a:lnTo>
                    <a:pt x="31930" y="390991"/>
                  </a:lnTo>
                  <a:lnTo>
                    <a:pt x="31252" y="393655"/>
                  </a:lnTo>
                  <a:lnTo>
                    <a:pt x="31209" y="394782"/>
                  </a:lnTo>
                  <a:lnTo>
                    <a:pt x="30991" y="395067"/>
                  </a:lnTo>
                  <a:lnTo>
                    <a:pt x="31401" y="395936"/>
                  </a:lnTo>
                  <a:lnTo>
                    <a:pt x="31496" y="397645"/>
                  </a:lnTo>
                  <a:lnTo>
                    <a:pt x="31325" y="397904"/>
                  </a:lnTo>
                  <a:lnTo>
                    <a:pt x="32466" y="399440"/>
                  </a:lnTo>
                  <a:lnTo>
                    <a:pt x="32625" y="400297"/>
                  </a:lnTo>
                  <a:lnTo>
                    <a:pt x="33117" y="400680"/>
                  </a:lnTo>
                  <a:lnTo>
                    <a:pt x="33051" y="401057"/>
                  </a:lnTo>
                  <a:lnTo>
                    <a:pt x="33943" y="401878"/>
                  </a:lnTo>
                  <a:lnTo>
                    <a:pt x="34435" y="402865"/>
                  </a:lnTo>
                  <a:lnTo>
                    <a:pt x="34197" y="403675"/>
                  </a:lnTo>
                  <a:lnTo>
                    <a:pt x="35033" y="404514"/>
                  </a:lnTo>
                  <a:lnTo>
                    <a:pt x="34920" y="405055"/>
                  </a:lnTo>
                  <a:lnTo>
                    <a:pt x="35193" y="405925"/>
                  </a:lnTo>
                  <a:lnTo>
                    <a:pt x="34878" y="407659"/>
                  </a:lnTo>
                  <a:lnTo>
                    <a:pt x="34992" y="409386"/>
                  </a:lnTo>
                  <a:lnTo>
                    <a:pt x="35399" y="409680"/>
                  </a:lnTo>
                  <a:lnTo>
                    <a:pt x="35525" y="410190"/>
                  </a:lnTo>
                  <a:lnTo>
                    <a:pt x="35879" y="410334"/>
                  </a:lnTo>
                  <a:lnTo>
                    <a:pt x="35788" y="410966"/>
                  </a:lnTo>
                  <a:lnTo>
                    <a:pt x="35427" y="411464"/>
                  </a:lnTo>
                  <a:lnTo>
                    <a:pt x="35877" y="412235"/>
                  </a:lnTo>
                  <a:lnTo>
                    <a:pt x="35639" y="412783"/>
                  </a:lnTo>
                  <a:lnTo>
                    <a:pt x="36203" y="413291"/>
                  </a:lnTo>
                  <a:lnTo>
                    <a:pt x="36199" y="413833"/>
                  </a:lnTo>
                  <a:lnTo>
                    <a:pt x="35734" y="414254"/>
                  </a:lnTo>
                  <a:lnTo>
                    <a:pt x="36545" y="415017"/>
                  </a:lnTo>
                  <a:lnTo>
                    <a:pt x="36857" y="415837"/>
                  </a:lnTo>
                  <a:lnTo>
                    <a:pt x="37877" y="415916"/>
                  </a:lnTo>
                  <a:lnTo>
                    <a:pt x="39650" y="417479"/>
                  </a:lnTo>
                  <a:lnTo>
                    <a:pt x="42478" y="418806"/>
                  </a:lnTo>
                  <a:lnTo>
                    <a:pt x="42954" y="419513"/>
                  </a:lnTo>
                  <a:lnTo>
                    <a:pt x="43800" y="417934"/>
                  </a:lnTo>
                  <a:lnTo>
                    <a:pt x="44162" y="418384"/>
                  </a:lnTo>
                  <a:lnTo>
                    <a:pt x="45030" y="418638"/>
                  </a:lnTo>
                  <a:lnTo>
                    <a:pt x="44763" y="417269"/>
                  </a:lnTo>
                  <a:lnTo>
                    <a:pt x="44978" y="415601"/>
                  </a:lnTo>
                  <a:lnTo>
                    <a:pt x="44576" y="414165"/>
                  </a:lnTo>
                  <a:lnTo>
                    <a:pt x="43539" y="412089"/>
                  </a:lnTo>
                  <a:lnTo>
                    <a:pt x="43143" y="409836"/>
                  </a:lnTo>
                  <a:lnTo>
                    <a:pt x="41964" y="409127"/>
                  </a:lnTo>
                  <a:lnTo>
                    <a:pt x="40411" y="408617"/>
                  </a:lnTo>
                  <a:lnTo>
                    <a:pt x="39205" y="402622"/>
                  </a:lnTo>
                  <a:lnTo>
                    <a:pt x="39223" y="399429"/>
                  </a:lnTo>
                  <a:lnTo>
                    <a:pt x="40812" y="399976"/>
                  </a:lnTo>
                  <a:lnTo>
                    <a:pt x="41387" y="397111"/>
                  </a:lnTo>
                  <a:lnTo>
                    <a:pt x="43484" y="389392"/>
                  </a:lnTo>
                  <a:lnTo>
                    <a:pt x="44620" y="389706"/>
                  </a:lnTo>
                  <a:lnTo>
                    <a:pt x="44858" y="390737"/>
                  </a:lnTo>
                  <a:lnTo>
                    <a:pt x="45714" y="391665"/>
                  </a:lnTo>
                  <a:lnTo>
                    <a:pt x="46732" y="392610"/>
                  </a:lnTo>
                  <a:lnTo>
                    <a:pt x="48018" y="393357"/>
                  </a:lnTo>
                  <a:lnTo>
                    <a:pt x="46673" y="395890"/>
                  </a:lnTo>
                  <a:lnTo>
                    <a:pt x="45722" y="398276"/>
                  </a:lnTo>
                  <a:lnTo>
                    <a:pt x="45033" y="399046"/>
                  </a:lnTo>
                  <a:lnTo>
                    <a:pt x="43741" y="401816"/>
                  </a:lnTo>
                  <a:lnTo>
                    <a:pt x="44229" y="404361"/>
                  </a:lnTo>
                  <a:lnTo>
                    <a:pt x="46679" y="402354"/>
                  </a:lnTo>
                  <a:lnTo>
                    <a:pt x="47089" y="402557"/>
                  </a:lnTo>
                  <a:lnTo>
                    <a:pt x="50112" y="401666"/>
                  </a:lnTo>
                  <a:lnTo>
                    <a:pt x="53359" y="397641"/>
                  </a:lnTo>
                  <a:lnTo>
                    <a:pt x="54431" y="399538"/>
                  </a:lnTo>
                  <a:lnTo>
                    <a:pt x="54608" y="400431"/>
                  </a:lnTo>
                  <a:lnTo>
                    <a:pt x="54846" y="400478"/>
                  </a:lnTo>
                  <a:lnTo>
                    <a:pt x="54977" y="401223"/>
                  </a:lnTo>
                  <a:lnTo>
                    <a:pt x="54622" y="403381"/>
                  </a:lnTo>
                  <a:lnTo>
                    <a:pt x="55712" y="406628"/>
                  </a:lnTo>
                  <a:lnTo>
                    <a:pt x="55803" y="408336"/>
                  </a:lnTo>
                  <a:lnTo>
                    <a:pt x="55569" y="408411"/>
                  </a:lnTo>
                  <a:lnTo>
                    <a:pt x="55693" y="408596"/>
                  </a:lnTo>
                  <a:lnTo>
                    <a:pt x="55453" y="408943"/>
                  </a:lnTo>
                  <a:lnTo>
                    <a:pt x="55420" y="409778"/>
                  </a:lnTo>
                  <a:lnTo>
                    <a:pt x="55809" y="410486"/>
                  </a:lnTo>
                  <a:lnTo>
                    <a:pt x="55893" y="410281"/>
                  </a:lnTo>
                  <a:lnTo>
                    <a:pt x="58082" y="409605"/>
                  </a:lnTo>
                  <a:lnTo>
                    <a:pt x="59170" y="411262"/>
                  </a:lnTo>
                  <a:lnTo>
                    <a:pt x="59966" y="411850"/>
                  </a:lnTo>
                  <a:lnTo>
                    <a:pt x="61675" y="412596"/>
                  </a:lnTo>
                  <a:lnTo>
                    <a:pt x="62808" y="412625"/>
                  </a:lnTo>
                  <a:lnTo>
                    <a:pt x="63498" y="413111"/>
                  </a:lnTo>
                  <a:lnTo>
                    <a:pt x="63891" y="414067"/>
                  </a:lnTo>
                  <a:lnTo>
                    <a:pt x="64213" y="414205"/>
                  </a:lnTo>
                  <a:lnTo>
                    <a:pt x="65726" y="414177"/>
                  </a:lnTo>
                  <a:lnTo>
                    <a:pt x="66613" y="414522"/>
                  </a:lnTo>
                  <a:lnTo>
                    <a:pt x="69289" y="413969"/>
                  </a:lnTo>
                  <a:lnTo>
                    <a:pt x="72033" y="411954"/>
                  </a:lnTo>
                  <a:lnTo>
                    <a:pt x="74627" y="410462"/>
                  </a:lnTo>
                  <a:lnTo>
                    <a:pt x="75461" y="410318"/>
                  </a:lnTo>
                  <a:lnTo>
                    <a:pt x="78044" y="409130"/>
                  </a:lnTo>
                  <a:lnTo>
                    <a:pt x="79194" y="408046"/>
                  </a:lnTo>
                  <a:lnTo>
                    <a:pt x="77556" y="406126"/>
                  </a:lnTo>
                  <a:lnTo>
                    <a:pt x="76713" y="404548"/>
                  </a:lnTo>
                  <a:lnTo>
                    <a:pt x="74150" y="403662"/>
                  </a:lnTo>
                  <a:lnTo>
                    <a:pt x="73001" y="402897"/>
                  </a:lnTo>
                  <a:lnTo>
                    <a:pt x="72240" y="401183"/>
                  </a:lnTo>
                  <a:lnTo>
                    <a:pt x="71404" y="400359"/>
                  </a:lnTo>
                  <a:lnTo>
                    <a:pt x="70701" y="398988"/>
                  </a:lnTo>
                  <a:lnTo>
                    <a:pt x="70696" y="398541"/>
                  </a:lnTo>
                  <a:lnTo>
                    <a:pt x="69247" y="397233"/>
                  </a:lnTo>
                  <a:lnTo>
                    <a:pt x="69434" y="396441"/>
                  </a:lnTo>
                  <a:lnTo>
                    <a:pt x="67855" y="394525"/>
                  </a:lnTo>
                  <a:lnTo>
                    <a:pt x="67561" y="393610"/>
                  </a:lnTo>
                  <a:lnTo>
                    <a:pt x="66568" y="392613"/>
                  </a:lnTo>
                  <a:lnTo>
                    <a:pt x="64014" y="392103"/>
                  </a:lnTo>
                  <a:lnTo>
                    <a:pt x="63324" y="391713"/>
                  </a:lnTo>
                  <a:lnTo>
                    <a:pt x="61011" y="388593"/>
                  </a:lnTo>
                  <a:lnTo>
                    <a:pt x="60682" y="387563"/>
                  </a:lnTo>
                  <a:lnTo>
                    <a:pt x="59690" y="386476"/>
                  </a:lnTo>
                  <a:lnTo>
                    <a:pt x="59617" y="385919"/>
                  </a:lnTo>
                  <a:lnTo>
                    <a:pt x="57851" y="383423"/>
                  </a:lnTo>
                  <a:lnTo>
                    <a:pt x="57550" y="383380"/>
                  </a:lnTo>
                  <a:lnTo>
                    <a:pt x="56433" y="382277"/>
                  </a:lnTo>
                  <a:lnTo>
                    <a:pt x="56033" y="382216"/>
                  </a:lnTo>
                  <a:lnTo>
                    <a:pt x="55784" y="381568"/>
                  </a:lnTo>
                  <a:lnTo>
                    <a:pt x="55493" y="381658"/>
                  </a:lnTo>
                  <a:lnTo>
                    <a:pt x="55053" y="381149"/>
                  </a:lnTo>
                  <a:lnTo>
                    <a:pt x="54880" y="381205"/>
                  </a:lnTo>
                  <a:lnTo>
                    <a:pt x="53720" y="379572"/>
                  </a:lnTo>
                  <a:lnTo>
                    <a:pt x="53071" y="379321"/>
                  </a:lnTo>
                  <a:lnTo>
                    <a:pt x="52919" y="378698"/>
                  </a:lnTo>
                  <a:lnTo>
                    <a:pt x="52698" y="378719"/>
                  </a:lnTo>
                  <a:lnTo>
                    <a:pt x="51754" y="377513"/>
                  </a:lnTo>
                  <a:lnTo>
                    <a:pt x="50938" y="376973"/>
                  </a:lnTo>
                  <a:lnTo>
                    <a:pt x="51191" y="376490"/>
                  </a:lnTo>
                  <a:lnTo>
                    <a:pt x="51244" y="375056"/>
                  </a:lnTo>
                  <a:lnTo>
                    <a:pt x="52507" y="371043"/>
                  </a:lnTo>
                  <a:lnTo>
                    <a:pt x="52748" y="367893"/>
                  </a:lnTo>
                  <a:lnTo>
                    <a:pt x="52532" y="366986"/>
                  </a:lnTo>
                  <a:lnTo>
                    <a:pt x="53048" y="365633"/>
                  </a:lnTo>
                  <a:lnTo>
                    <a:pt x="53395" y="362716"/>
                  </a:lnTo>
                  <a:lnTo>
                    <a:pt x="54357" y="359424"/>
                  </a:lnTo>
                  <a:lnTo>
                    <a:pt x="54642" y="359208"/>
                  </a:lnTo>
                  <a:lnTo>
                    <a:pt x="54688" y="358444"/>
                  </a:lnTo>
                  <a:lnTo>
                    <a:pt x="55028" y="357999"/>
                  </a:lnTo>
                  <a:lnTo>
                    <a:pt x="55631" y="354458"/>
                  </a:lnTo>
                  <a:lnTo>
                    <a:pt x="55643" y="353158"/>
                  </a:lnTo>
                  <a:lnTo>
                    <a:pt x="55950" y="353036"/>
                  </a:lnTo>
                  <a:lnTo>
                    <a:pt x="56556" y="352152"/>
                  </a:lnTo>
                  <a:lnTo>
                    <a:pt x="57129" y="350620"/>
                  </a:lnTo>
                  <a:lnTo>
                    <a:pt x="58766" y="348043"/>
                  </a:lnTo>
                  <a:lnTo>
                    <a:pt x="59871" y="347606"/>
                  </a:lnTo>
                  <a:lnTo>
                    <a:pt x="59985" y="344382"/>
                  </a:lnTo>
                  <a:lnTo>
                    <a:pt x="59475" y="341566"/>
                  </a:lnTo>
                  <a:lnTo>
                    <a:pt x="59816" y="341307"/>
                  </a:lnTo>
                  <a:lnTo>
                    <a:pt x="59509" y="340306"/>
                  </a:lnTo>
                  <a:lnTo>
                    <a:pt x="59849" y="339752"/>
                  </a:lnTo>
                  <a:lnTo>
                    <a:pt x="59738" y="339364"/>
                  </a:lnTo>
                  <a:lnTo>
                    <a:pt x="59059" y="339218"/>
                  </a:lnTo>
                  <a:lnTo>
                    <a:pt x="59056" y="338389"/>
                  </a:lnTo>
                  <a:lnTo>
                    <a:pt x="58642" y="338033"/>
                  </a:lnTo>
                  <a:lnTo>
                    <a:pt x="58598" y="337010"/>
                  </a:lnTo>
                  <a:lnTo>
                    <a:pt x="58088" y="336814"/>
                  </a:lnTo>
                  <a:lnTo>
                    <a:pt x="58136" y="336546"/>
                  </a:lnTo>
                  <a:lnTo>
                    <a:pt x="57305" y="336199"/>
                  </a:lnTo>
                  <a:lnTo>
                    <a:pt x="55430" y="335906"/>
                  </a:lnTo>
                  <a:lnTo>
                    <a:pt x="54718" y="334965"/>
                  </a:lnTo>
                  <a:lnTo>
                    <a:pt x="54611" y="333615"/>
                  </a:lnTo>
                  <a:lnTo>
                    <a:pt x="54386" y="333098"/>
                  </a:lnTo>
                  <a:lnTo>
                    <a:pt x="54533" y="332321"/>
                  </a:lnTo>
                  <a:lnTo>
                    <a:pt x="56455" y="329049"/>
                  </a:lnTo>
                  <a:lnTo>
                    <a:pt x="56136" y="328055"/>
                  </a:lnTo>
                  <a:lnTo>
                    <a:pt x="52614" y="325945"/>
                  </a:lnTo>
                  <a:lnTo>
                    <a:pt x="51556" y="325039"/>
                  </a:lnTo>
                  <a:lnTo>
                    <a:pt x="49212" y="324051"/>
                  </a:lnTo>
                  <a:lnTo>
                    <a:pt x="47345" y="322900"/>
                  </a:lnTo>
                  <a:lnTo>
                    <a:pt x="47021" y="322468"/>
                  </a:lnTo>
                  <a:lnTo>
                    <a:pt x="47099" y="321609"/>
                  </a:lnTo>
                  <a:lnTo>
                    <a:pt x="46632" y="320154"/>
                  </a:lnTo>
                  <a:lnTo>
                    <a:pt x="45894" y="319197"/>
                  </a:lnTo>
                  <a:lnTo>
                    <a:pt x="44714" y="318964"/>
                  </a:lnTo>
                  <a:lnTo>
                    <a:pt x="44273" y="319774"/>
                  </a:lnTo>
                  <a:lnTo>
                    <a:pt x="43637" y="320008"/>
                  </a:lnTo>
                  <a:lnTo>
                    <a:pt x="43420" y="319405"/>
                  </a:lnTo>
                  <a:lnTo>
                    <a:pt x="43770" y="318969"/>
                  </a:lnTo>
                  <a:lnTo>
                    <a:pt x="43789" y="318255"/>
                  </a:lnTo>
                  <a:lnTo>
                    <a:pt x="43474" y="317466"/>
                  </a:lnTo>
                  <a:lnTo>
                    <a:pt x="40838" y="314857"/>
                  </a:lnTo>
                  <a:lnTo>
                    <a:pt x="41830" y="312881"/>
                  </a:lnTo>
                  <a:lnTo>
                    <a:pt x="41397" y="312693"/>
                  </a:lnTo>
                  <a:lnTo>
                    <a:pt x="40983" y="312050"/>
                  </a:lnTo>
                  <a:lnTo>
                    <a:pt x="41219" y="311598"/>
                  </a:lnTo>
                  <a:lnTo>
                    <a:pt x="40392" y="308229"/>
                  </a:lnTo>
                  <a:lnTo>
                    <a:pt x="39564" y="307168"/>
                  </a:lnTo>
                  <a:lnTo>
                    <a:pt x="37141" y="304950"/>
                  </a:lnTo>
                  <a:lnTo>
                    <a:pt x="36389" y="303178"/>
                  </a:lnTo>
                  <a:lnTo>
                    <a:pt x="36236" y="302263"/>
                  </a:lnTo>
                  <a:lnTo>
                    <a:pt x="36185" y="301443"/>
                  </a:lnTo>
                  <a:lnTo>
                    <a:pt x="36486" y="300811"/>
                  </a:lnTo>
                  <a:lnTo>
                    <a:pt x="36291" y="300501"/>
                  </a:lnTo>
                  <a:lnTo>
                    <a:pt x="36701" y="299171"/>
                  </a:lnTo>
                  <a:lnTo>
                    <a:pt x="36503" y="296937"/>
                  </a:lnTo>
                  <a:lnTo>
                    <a:pt x="37064" y="295446"/>
                  </a:lnTo>
                  <a:lnTo>
                    <a:pt x="38525" y="293401"/>
                  </a:lnTo>
                  <a:lnTo>
                    <a:pt x="38618" y="292862"/>
                  </a:lnTo>
                  <a:lnTo>
                    <a:pt x="39026" y="292433"/>
                  </a:lnTo>
                  <a:lnTo>
                    <a:pt x="39126" y="291383"/>
                  </a:lnTo>
                  <a:lnTo>
                    <a:pt x="39578" y="290649"/>
                  </a:lnTo>
                  <a:lnTo>
                    <a:pt x="39438" y="290482"/>
                  </a:lnTo>
                  <a:lnTo>
                    <a:pt x="39632" y="289307"/>
                  </a:lnTo>
                  <a:lnTo>
                    <a:pt x="42165" y="286880"/>
                  </a:lnTo>
                  <a:lnTo>
                    <a:pt x="42042" y="286228"/>
                  </a:lnTo>
                  <a:lnTo>
                    <a:pt x="43436" y="286167"/>
                  </a:lnTo>
                  <a:lnTo>
                    <a:pt x="44118" y="285378"/>
                  </a:lnTo>
                  <a:lnTo>
                    <a:pt x="43835" y="285062"/>
                  </a:lnTo>
                  <a:lnTo>
                    <a:pt x="44072" y="284738"/>
                  </a:lnTo>
                  <a:lnTo>
                    <a:pt x="44227" y="284804"/>
                  </a:lnTo>
                  <a:lnTo>
                    <a:pt x="44398" y="284456"/>
                  </a:lnTo>
                  <a:lnTo>
                    <a:pt x="44752" y="284629"/>
                  </a:lnTo>
                  <a:lnTo>
                    <a:pt x="44401" y="280696"/>
                  </a:lnTo>
                  <a:lnTo>
                    <a:pt x="45531" y="280611"/>
                  </a:lnTo>
                  <a:lnTo>
                    <a:pt x="46799" y="280150"/>
                  </a:lnTo>
                  <a:lnTo>
                    <a:pt x="47162" y="279957"/>
                  </a:lnTo>
                  <a:lnTo>
                    <a:pt x="47628" y="279187"/>
                  </a:lnTo>
                  <a:lnTo>
                    <a:pt x="48349" y="279235"/>
                  </a:lnTo>
                  <a:lnTo>
                    <a:pt x="52525" y="276639"/>
                  </a:lnTo>
                  <a:lnTo>
                    <a:pt x="54169" y="274142"/>
                  </a:lnTo>
                  <a:lnTo>
                    <a:pt x="55989" y="270748"/>
                  </a:lnTo>
                  <a:lnTo>
                    <a:pt x="56963" y="267114"/>
                  </a:lnTo>
                  <a:lnTo>
                    <a:pt x="57766" y="265629"/>
                  </a:lnTo>
                  <a:lnTo>
                    <a:pt x="58661" y="263168"/>
                  </a:lnTo>
                  <a:lnTo>
                    <a:pt x="60071" y="263588"/>
                  </a:lnTo>
                  <a:lnTo>
                    <a:pt x="60826" y="263060"/>
                  </a:lnTo>
                  <a:lnTo>
                    <a:pt x="60721" y="261346"/>
                  </a:lnTo>
                  <a:lnTo>
                    <a:pt x="61001" y="259740"/>
                  </a:lnTo>
                  <a:lnTo>
                    <a:pt x="61231" y="259734"/>
                  </a:lnTo>
                  <a:lnTo>
                    <a:pt x="61860" y="258394"/>
                  </a:lnTo>
                  <a:lnTo>
                    <a:pt x="61188" y="258676"/>
                  </a:lnTo>
                  <a:lnTo>
                    <a:pt x="61157" y="258492"/>
                  </a:lnTo>
                  <a:lnTo>
                    <a:pt x="62527" y="257581"/>
                  </a:lnTo>
                  <a:lnTo>
                    <a:pt x="63924" y="254628"/>
                  </a:lnTo>
                  <a:lnTo>
                    <a:pt x="64408" y="252530"/>
                  </a:lnTo>
                  <a:lnTo>
                    <a:pt x="65429" y="252094"/>
                  </a:lnTo>
                  <a:lnTo>
                    <a:pt x="66029" y="248112"/>
                  </a:lnTo>
                  <a:lnTo>
                    <a:pt x="66097" y="247195"/>
                  </a:lnTo>
                  <a:lnTo>
                    <a:pt x="65608" y="246426"/>
                  </a:lnTo>
                  <a:lnTo>
                    <a:pt x="65992" y="245612"/>
                  </a:lnTo>
                  <a:lnTo>
                    <a:pt x="65873" y="244860"/>
                  </a:lnTo>
                  <a:lnTo>
                    <a:pt x="65721" y="244262"/>
                  </a:lnTo>
                  <a:lnTo>
                    <a:pt x="64688" y="243038"/>
                  </a:lnTo>
                  <a:lnTo>
                    <a:pt x="64693" y="240958"/>
                  </a:lnTo>
                  <a:lnTo>
                    <a:pt x="64057" y="240448"/>
                  </a:lnTo>
                  <a:lnTo>
                    <a:pt x="64079" y="239369"/>
                  </a:lnTo>
                  <a:lnTo>
                    <a:pt x="63905" y="238638"/>
                  </a:lnTo>
                  <a:lnTo>
                    <a:pt x="63444" y="238158"/>
                  </a:lnTo>
                  <a:lnTo>
                    <a:pt x="63088" y="235993"/>
                  </a:lnTo>
                  <a:lnTo>
                    <a:pt x="63688" y="235301"/>
                  </a:lnTo>
                  <a:lnTo>
                    <a:pt x="63721" y="234970"/>
                  </a:lnTo>
                  <a:lnTo>
                    <a:pt x="64640" y="234352"/>
                  </a:lnTo>
                  <a:lnTo>
                    <a:pt x="64844" y="233781"/>
                  </a:lnTo>
                  <a:lnTo>
                    <a:pt x="66014" y="232648"/>
                  </a:lnTo>
                  <a:lnTo>
                    <a:pt x="66577" y="231686"/>
                  </a:lnTo>
                  <a:lnTo>
                    <a:pt x="67447" y="229195"/>
                  </a:lnTo>
                  <a:lnTo>
                    <a:pt x="66545" y="225952"/>
                  </a:lnTo>
                  <a:lnTo>
                    <a:pt x="67219" y="222759"/>
                  </a:lnTo>
                  <a:lnTo>
                    <a:pt x="67123" y="221597"/>
                  </a:lnTo>
                  <a:lnTo>
                    <a:pt x="67449" y="220261"/>
                  </a:lnTo>
                  <a:lnTo>
                    <a:pt x="68178" y="219004"/>
                  </a:lnTo>
                  <a:lnTo>
                    <a:pt x="68191" y="218197"/>
                  </a:lnTo>
                  <a:lnTo>
                    <a:pt x="67681" y="215769"/>
                  </a:lnTo>
                  <a:lnTo>
                    <a:pt x="66477" y="213896"/>
                  </a:lnTo>
                  <a:lnTo>
                    <a:pt x="65801" y="211568"/>
                  </a:lnTo>
                  <a:lnTo>
                    <a:pt x="66206" y="211516"/>
                  </a:lnTo>
                  <a:lnTo>
                    <a:pt x="66789" y="210783"/>
                  </a:lnTo>
                  <a:lnTo>
                    <a:pt x="66613" y="210239"/>
                  </a:lnTo>
                  <a:lnTo>
                    <a:pt x="69708" y="206545"/>
                  </a:lnTo>
                  <a:lnTo>
                    <a:pt x="67351" y="205015"/>
                  </a:lnTo>
                  <a:lnTo>
                    <a:pt x="66223" y="203548"/>
                  </a:lnTo>
                  <a:lnTo>
                    <a:pt x="66317" y="202703"/>
                  </a:lnTo>
                  <a:lnTo>
                    <a:pt x="66051" y="200735"/>
                  </a:lnTo>
                  <a:lnTo>
                    <a:pt x="65393" y="199598"/>
                  </a:lnTo>
                  <a:lnTo>
                    <a:pt x="65525" y="198151"/>
                  </a:lnTo>
                  <a:lnTo>
                    <a:pt x="66234" y="197485"/>
                  </a:lnTo>
                  <a:lnTo>
                    <a:pt x="64392" y="197165"/>
                  </a:lnTo>
                  <a:lnTo>
                    <a:pt x="63605" y="193916"/>
                  </a:lnTo>
                  <a:lnTo>
                    <a:pt x="63891" y="193815"/>
                  </a:lnTo>
                  <a:lnTo>
                    <a:pt x="64198" y="192613"/>
                  </a:lnTo>
                  <a:lnTo>
                    <a:pt x="64985" y="193669"/>
                  </a:lnTo>
                  <a:lnTo>
                    <a:pt x="64988" y="193312"/>
                  </a:lnTo>
                  <a:lnTo>
                    <a:pt x="65435" y="193339"/>
                  </a:lnTo>
                  <a:lnTo>
                    <a:pt x="65770" y="192918"/>
                  </a:lnTo>
                  <a:lnTo>
                    <a:pt x="65061" y="192175"/>
                  </a:lnTo>
                  <a:lnTo>
                    <a:pt x="64824" y="191348"/>
                  </a:lnTo>
                  <a:lnTo>
                    <a:pt x="63558" y="190952"/>
                  </a:lnTo>
                  <a:lnTo>
                    <a:pt x="62910" y="189585"/>
                  </a:lnTo>
                  <a:lnTo>
                    <a:pt x="62584" y="189457"/>
                  </a:lnTo>
                  <a:lnTo>
                    <a:pt x="61885" y="188334"/>
                  </a:lnTo>
                  <a:lnTo>
                    <a:pt x="63202" y="185868"/>
                  </a:lnTo>
                  <a:lnTo>
                    <a:pt x="64671" y="184297"/>
                  </a:lnTo>
                  <a:lnTo>
                    <a:pt x="65210" y="182253"/>
                  </a:lnTo>
                  <a:lnTo>
                    <a:pt x="66119" y="180902"/>
                  </a:lnTo>
                  <a:lnTo>
                    <a:pt x="65766" y="179430"/>
                  </a:lnTo>
                  <a:lnTo>
                    <a:pt x="66172" y="177516"/>
                  </a:lnTo>
                  <a:lnTo>
                    <a:pt x="67012" y="175908"/>
                  </a:lnTo>
                  <a:lnTo>
                    <a:pt x="69187" y="172790"/>
                  </a:lnTo>
                  <a:lnTo>
                    <a:pt x="70607" y="169798"/>
                  </a:lnTo>
                  <a:lnTo>
                    <a:pt x="71608" y="169034"/>
                  </a:lnTo>
                  <a:lnTo>
                    <a:pt x="71865" y="167414"/>
                  </a:lnTo>
                  <a:lnTo>
                    <a:pt x="72848" y="165716"/>
                  </a:lnTo>
                  <a:lnTo>
                    <a:pt x="72871" y="165289"/>
                  </a:lnTo>
                  <a:lnTo>
                    <a:pt x="72722" y="164134"/>
                  </a:lnTo>
                  <a:lnTo>
                    <a:pt x="72934" y="162532"/>
                  </a:lnTo>
                  <a:lnTo>
                    <a:pt x="73783" y="161428"/>
                  </a:lnTo>
                  <a:lnTo>
                    <a:pt x="74312" y="160157"/>
                  </a:lnTo>
                  <a:lnTo>
                    <a:pt x="74557" y="160234"/>
                  </a:lnTo>
                  <a:lnTo>
                    <a:pt x="75332" y="158054"/>
                  </a:lnTo>
                  <a:lnTo>
                    <a:pt x="75530" y="156696"/>
                  </a:lnTo>
                  <a:lnTo>
                    <a:pt x="76532" y="154945"/>
                  </a:lnTo>
                  <a:lnTo>
                    <a:pt x="77282" y="152069"/>
                  </a:lnTo>
                  <a:lnTo>
                    <a:pt x="77908" y="151086"/>
                  </a:lnTo>
                  <a:lnTo>
                    <a:pt x="78518" y="151064"/>
                  </a:lnTo>
                  <a:lnTo>
                    <a:pt x="78122" y="150520"/>
                  </a:lnTo>
                  <a:lnTo>
                    <a:pt x="78283" y="150373"/>
                  </a:lnTo>
                  <a:lnTo>
                    <a:pt x="78085" y="149665"/>
                  </a:lnTo>
                  <a:lnTo>
                    <a:pt x="77641" y="149006"/>
                  </a:lnTo>
                  <a:lnTo>
                    <a:pt x="77383" y="148049"/>
                  </a:lnTo>
                  <a:lnTo>
                    <a:pt x="77863" y="146711"/>
                  </a:lnTo>
                  <a:lnTo>
                    <a:pt x="77841" y="145984"/>
                  </a:lnTo>
                  <a:lnTo>
                    <a:pt x="78721" y="145028"/>
                  </a:lnTo>
                  <a:lnTo>
                    <a:pt x="79287" y="145056"/>
                  </a:lnTo>
                  <a:lnTo>
                    <a:pt x="79466" y="144533"/>
                  </a:lnTo>
                  <a:lnTo>
                    <a:pt x="78173" y="139035"/>
                  </a:lnTo>
                  <a:lnTo>
                    <a:pt x="77124" y="139383"/>
                  </a:lnTo>
                  <a:lnTo>
                    <a:pt x="77006" y="137975"/>
                  </a:lnTo>
                  <a:lnTo>
                    <a:pt x="77183" y="137020"/>
                  </a:lnTo>
                  <a:lnTo>
                    <a:pt x="76159" y="137270"/>
                  </a:lnTo>
                  <a:lnTo>
                    <a:pt x="72638" y="139015"/>
                  </a:lnTo>
                  <a:lnTo>
                    <a:pt x="71220" y="139191"/>
                  </a:lnTo>
                  <a:lnTo>
                    <a:pt x="70662" y="138614"/>
                  </a:lnTo>
                  <a:lnTo>
                    <a:pt x="70527" y="137055"/>
                  </a:lnTo>
                  <a:lnTo>
                    <a:pt x="68470" y="136544"/>
                  </a:lnTo>
                  <a:lnTo>
                    <a:pt x="66945" y="136877"/>
                  </a:lnTo>
                  <a:lnTo>
                    <a:pt x="66161" y="136315"/>
                  </a:lnTo>
                  <a:lnTo>
                    <a:pt x="66356" y="133576"/>
                  </a:lnTo>
                  <a:lnTo>
                    <a:pt x="68018" y="132975"/>
                  </a:lnTo>
                  <a:lnTo>
                    <a:pt x="68901" y="133020"/>
                  </a:lnTo>
                  <a:lnTo>
                    <a:pt x="69813" y="132733"/>
                  </a:lnTo>
                  <a:lnTo>
                    <a:pt x="71433" y="132858"/>
                  </a:lnTo>
                  <a:lnTo>
                    <a:pt x="71422" y="131265"/>
                  </a:lnTo>
                  <a:lnTo>
                    <a:pt x="68947" y="129868"/>
                  </a:lnTo>
                  <a:lnTo>
                    <a:pt x="68524" y="129267"/>
                  </a:lnTo>
                  <a:lnTo>
                    <a:pt x="67831" y="129475"/>
                  </a:lnTo>
                  <a:lnTo>
                    <a:pt x="67444" y="128842"/>
                  </a:lnTo>
                  <a:lnTo>
                    <a:pt x="66697" y="128885"/>
                  </a:lnTo>
                  <a:lnTo>
                    <a:pt x="66072" y="127607"/>
                  </a:lnTo>
                  <a:lnTo>
                    <a:pt x="65091" y="126885"/>
                  </a:lnTo>
                  <a:lnTo>
                    <a:pt x="66929" y="121226"/>
                  </a:lnTo>
                  <a:lnTo>
                    <a:pt x="63662" y="121187"/>
                  </a:lnTo>
                  <a:lnTo>
                    <a:pt x="62756" y="120692"/>
                  </a:lnTo>
                  <a:lnTo>
                    <a:pt x="59600" y="119964"/>
                  </a:lnTo>
                  <a:lnTo>
                    <a:pt x="59624" y="119530"/>
                  </a:lnTo>
                  <a:lnTo>
                    <a:pt x="58682" y="117583"/>
                  </a:lnTo>
                  <a:lnTo>
                    <a:pt x="60057" y="116650"/>
                  </a:lnTo>
                  <a:lnTo>
                    <a:pt x="58675" y="115933"/>
                  </a:lnTo>
                  <a:lnTo>
                    <a:pt x="56772" y="115342"/>
                  </a:lnTo>
                  <a:lnTo>
                    <a:pt x="52825" y="115394"/>
                  </a:lnTo>
                  <a:lnTo>
                    <a:pt x="49585" y="116063"/>
                  </a:lnTo>
                  <a:lnTo>
                    <a:pt x="48806" y="116449"/>
                  </a:lnTo>
                  <a:lnTo>
                    <a:pt x="47687" y="117515"/>
                  </a:lnTo>
                  <a:lnTo>
                    <a:pt x="47212" y="116647"/>
                  </a:lnTo>
                  <a:lnTo>
                    <a:pt x="44390" y="114311"/>
                  </a:lnTo>
                  <a:lnTo>
                    <a:pt x="44544" y="113681"/>
                  </a:lnTo>
                  <a:lnTo>
                    <a:pt x="43573" y="113558"/>
                  </a:lnTo>
                  <a:lnTo>
                    <a:pt x="42446" y="112988"/>
                  </a:lnTo>
                  <a:lnTo>
                    <a:pt x="41509" y="113610"/>
                  </a:lnTo>
                  <a:lnTo>
                    <a:pt x="39282" y="116658"/>
                  </a:lnTo>
                  <a:lnTo>
                    <a:pt x="38516" y="116974"/>
                  </a:lnTo>
                  <a:lnTo>
                    <a:pt x="38531" y="117307"/>
                  </a:lnTo>
                  <a:lnTo>
                    <a:pt x="37895" y="118200"/>
                  </a:lnTo>
                  <a:lnTo>
                    <a:pt x="36338" y="118234"/>
                  </a:lnTo>
                  <a:lnTo>
                    <a:pt x="34098" y="117526"/>
                  </a:lnTo>
                  <a:lnTo>
                    <a:pt x="31115" y="118439"/>
                  </a:lnTo>
                  <a:lnTo>
                    <a:pt x="31219" y="119057"/>
                  </a:lnTo>
                  <a:lnTo>
                    <a:pt x="31992" y="119254"/>
                  </a:lnTo>
                  <a:lnTo>
                    <a:pt x="32098" y="119800"/>
                  </a:lnTo>
                  <a:lnTo>
                    <a:pt x="32350" y="119986"/>
                  </a:lnTo>
                  <a:lnTo>
                    <a:pt x="22752" y="123559"/>
                  </a:lnTo>
                  <a:lnTo>
                    <a:pt x="20872" y="125878"/>
                  </a:lnTo>
                  <a:lnTo>
                    <a:pt x="19980" y="125203"/>
                  </a:lnTo>
                  <a:lnTo>
                    <a:pt x="18514" y="124660"/>
                  </a:lnTo>
                  <a:lnTo>
                    <a:pt x="18440" y="122554"/>
                  </a:lnTo>
                  <a:lnTo>
                    <a:pt x="16102" y="121553"/>
                  </a:lnTo>
                  <a:lnTo>
                    <a:pt x="15120" y="121355"/>
                  </a:lnTo>
                  <a:lnTo>
                    <a:pt x="14039" y="121504"/>
                  </a:lnTo>
                  <a:lnTo>
                    <a:pt x="13368" y="121255"/>
                  </a:lnTo>
                  <a:lnTo>
                    <a:pt x="11275" y="118719"/>
                  </a:lnTo>
                  <a:lnTo>
                    <a:pt x="11981" y="117292"/>
                  </a:lnTo>
                  <a:lnTo>
                    <a:pt x="12530" y="117903"/>
                  </a:lnTo>
                  <a:lnTo>
                    <a:pt x="13981" y="117319"/>
                  </a:lnTo>
                  <a:lnTo>
                    <a:pt x="14240" y="118077"/>
                  </a:lnTo>
                  <a:lnTo>
                    <a:pt x="14917" y="118023"/>
                  </a:lnTo>
                  <a:lnTo>
                    <a:pt x="15514" y="117740"/>
                  </a:lnTo>
                  <a:lnTo>
                    <a:pt x="14711" y="116103"/>
                  </a:lnTo>
                  <a:lnTo>
                    <a:pt x="18756" y="114562"/>
                  </a:lnTo>
                  <a:lnTo>
                    <a:pt x="19421" y="114644"/>
                  </a:lnTo>
                  <a:lnTo>
                    <a:pt x="20032" y="115357"/>
                  </a:lnTo>
                  <a:lnTo>
                    <a:pt x="22091" y="115317"/>
                  </a:lnTo>
                  <a:lnTo>
                    <a:pt x="22398" y="115579"/>
                  </a:lnTo>
                  <a:lnTo>
                    <a:pt x="23451" y="115777"/>
                  </a:lnTo>
                  <a:lnTo>
                    <a:pt x="28753" y="115532"/>
                  </a:lnTo>
                  <a:lnTo>
                    <a:pt x="30260" y="115998"/>
                  </a:lnTo>
                  <a:lnTo>
                    <a:pt x="30496" y="115998"/>
                  </a:lnTo>
                  <a:lnTo>
                    <a:pt x="30376" y="115775"/>
                  </a:lnTo>
                  <a:lnTo>
                    <a:pt x="30962" y="115062"/>
                  </a:lnTo>
                  <a:lnTo>
                    <a:pt x="31170" y="115227"/>
                  </a:lnTo>
                  <a:lnTo>
                    <a:pt x="31767" y="114831"/>
                  </a:lnTo>
                  <a:lnTo>
                    <a:pt x="32231" y="114819"/>
                  </a:lnTo>
                  <a:lnTo>
                    <a:pt x="32784" y="115233"/>
                  </a:lnTo>
                  <a:lnTo>
                    <a:pt x="34193" y="115535"/>
                  </a:lnTo>
                  <a:lnTo>
                    <a:pt x="34392" y="116090"/>
                  </a:lnTo>
                  <a:lnTo>
                    <a:pt x="34047" y="116731"/>
                  </a:lnTo>
                  <a:lnTo>
                    <a:pt x="35275" y="116921"/>
                  </a:lnTo>
                  <a:lnTo>
                    <a:pt x="36398" y="115537"/>
                  </a:lnTo>
                  <a:lnTo>
                    <a:pt x="36329" y="114976"/>
                  </a:lnTo>
                  <a:lnTo>
                    <a:pt x="35806" y="114490"/>
                  </a:lnTo>
                  <a:lnTo>
                    <a:pt x="36191" y="114435"/>
                  </a:lnTo>
                  <a:lnTo>
                    <a:pt x="36382" y="113241"/>
                  </a:lnTo>
                  <a:lnTo>
                    <a:pt x="37212" y="112249"/>
                  </a:lnTo>
                  <a:lnTo>
                    <a:pt x="37764" y="110456"/>
                  </a:lnTo>
                  <a:lnTo>
                    <a:pt x="37897" y="109140"/>
                  </a:lnTo>
                  <a:lnTo>
                    <a:pt x="38167" y="108810"/>
                  </a:lnTo>
                  <a:lnTo>
                    <a:pt x="39445" y="108384"/>
                  </a:lnTo>
                  <a:lnTo>
                    <a:pt x="39600" y="107150"/>
                  </a:lnTo>
                  <a:lnTo>
                    <a:pt x="39394" y="107088"/>
                  </a:lnTo>
                  <a:lnTo>
                    <a:pt x="40071" y="104555"/>
                  </a:lnTo>
                  <a:lnTo>
                    <a:pt x="42275" y="106847"/>
                  </a:lnTo>
                  <a:lnTo>
                    <a:pt x="43932" y="106105"/>
                  </a:lnTo>
                  <a:lnTo>
                    <a:pt x="43939" y="104796"/>
                  </a:lnTo>
                  <a:lnTo>
                    <a:pt x="44312" y="103869"/>
                  </a:lnTo>
                  <a:lnTo>
                    <a:pt x="45189" y="103659"/>
                  </a:lnTo>
                  <a:lnTo>
                    <a:pt x="46347" y="102795"/>
                  </a:lnTo>
                  <a:lnTo>
                    <a:pt x="48091" y="102313"/>
                  </a:lnTo>
                  <a:lnTo>
                    <a:pt x="49908" y="101053"/>
                  </a:lnTo>
                  <a:lnTo>
                    <a:pt x="57842" y="98628"/>
                  </a:lnTo>
                  <a:lnTo>
                    <a:pt x="59268" y="97747"/>
                  </a:lnTo>
                  <a:lnTo>
                    <a:pt x="59172" y="98275"/>
                  </a:lnTo>
                  <a:lnTo>
                    <a:pt x="60537" y="97533"/>
                  </a:lnTo>
                  <a:lnTo>
                    <a:pt x="62672" y="96816"/>
                  </a:lnTo>
                  <a:lnTo>
                    <a:pt x="60887" y="90622"/>
                  </a:lnTo>
                  <a:lnTo>
                    <a:pt x="59524" y="87019"/>
                  </a:lnTo>
                  <a:lnTo>
                    <a:pt x="55025" y="77390"/>
                  </a:lnTo>
                  <a:lnTo>
                    <a:pt x="51930" y="71924"/>
                  </a:lnTo>
                  <a:lnTo>
                    <a:pt x="56916" y="73281"/>
                  </a:lnTo>
                  <a:lnTo>
                    <a:pt x="62668" y="74351"/>
                  </a:lnTo>
                  <a:lnTo>
                    <a:pt x="72231" y="69718"/>
                  </a:lnTo>
                  <a:lnTo>
                    <a:pt x="74134" y="62203"/>
                  </a:lnTo>
                  <a:lnTo>
                    <a:pt x="76022" y="48838"/>
                  </a:lnTo>
                  <a:lnTo>
                    <a:pt x="76777" y="42330"/>
                  </a:lnTo>
                  <a:lnTo>
                    <a:pt x="81400" y="30169"/>
                  </a:lnTo>
                  <a:lnTo>
                    <a:pt x="86048" y="31141"/>
                  </a:lnTo>
                  <a:lnTo>
                    <a:pt x="88198" y="31302"/>
                  </a:lnTo>
                  <a:lnTo>
                    <a:pt x="92624" y="32345"/>
                  </a:lnTo>
                  <a:lnTo>
                    <a:pt x="99072" y="32668"/>
                  </a:lnTo>
                  <a:lnTo>
                    <a:pt x="101396" y="20664"/>
                  </a:lnTo>
                  <a:lnTo>
                    <a:pt x="100930" y="12791"/>
                  </a:lnTo>
                  <a:lnTo>
                    <a:pt x="101523" y="8920"/>
                  </a:lnTo>
                  <a:lnTo>
                    <a:pt x="101368" y="6776"/>
                  </a:lnTo>
                  <a:lnTo>
                    <a:pt x="100577" y="4248"/>
                  </a:lnTo>
                  <a:lnTo>
                    <a:pt x="101630" y="4212"/>
                  </a:lnTo>
                  <a:lnTo>
                    <a:pt x="101834" y="1875"/>
                  </a:lnTo>
                  <a:lnTo>
                    <a:pt x="105445" y="1750"/>
                  </a:lnTo>
                  <a:lnTo>
                    <a:pt x="107120" y="1953"/>
                  </a:lnTo>
                  <a:lnTo>
                    <a:pt x="107247" y="1219"/>
                  </a:lnTo>
                  <a:lnTo>
                    <a:pt x="105625" y="737"/>
                  </a:lnTo>
                  <a:lnTo>
                    <a:pt x="105835" y="0"/>
                  </a:lnTo>
                  <a:lnTo>
                    <a:pt x="115777" y="2280"/>
                  </a:lnTo>
                  <a:lnTo>
                    <a:pt x="117744" y="2421"/>
                  </a:lnTo>
                  <a:lnTo>
                    <a:pt x="118397" y="2977"/>
                  </a:lnTo>
                  <a:lnTo>
                    <a:pt x="120106" y="2928"/>
                  </a:lnTo>
                  <a:lnTo>
                    <a:pt x="127070" y="4074"/>
                  </a:lnTo>
                  <a:lnTo>
                    <a:pt x="130687" y="4384"/>
                  </a:lnTo>
                  <a:lnTo>
                    <a:pt x="132766" y="5041"/>
                  </a:lnTo>
                  <a:lnTo>
                    <a:pt x="133068" y="2809"/>
                  </a:lnTo>
                  <a:lnTo>
                    <a:pt x="134043" y="1802"/>
                  </a:lnTo>
                  <a:lnTo>
                    <a:pt x="134002" y="809"/>
                  </a:lnTo>
                  <a:lnTo>
                    <a:pt x="137427" y="1103"/>
                  </a:lnTo>
                  <a:lnTo>
                    <a:pt x="140969" y="2519"/>
                  </a:lnTo>
                  <a:lnTo>
                    <a:pt x="140922" y="2717"/>
                  </a:lnTo>
                  <a:lnTo>
                    <a:pt x="141841" y="3864"/>
                  </a:lnTo>
                  <a:lnTo>
                    <a:pt x="143478" y="4918"/>
                  </a:lnTo>
                  <a:lnTo>
                    <a:pt x="143507" y="5174"/>
                  </a:lnTo>
                  <a:lnTo>
                    <a:pt x="149710" y="7081"/>
                  </a:lnTo>
                  <a:lnTo>
                    <a:pt x="150665" y="7135"/>
                  </a:lnTo>
                  <a:lnTo>
                    <a:pt x="151573" y="6858"/>
                  </a:lnTo>
                  <a:lnTo>
                    <a:pt x="156820" y="8420"/>
                  </a:lnTo>
                  <a:lnTo>
                    <a:pt x="160771" y="9720"/>
                  </a:lnTo>
                  <a:lnTo>
                    <a:pt x="163942" y="11425"/>
                  </a:lnTo>
                  <a:lnTo>
                    <a:pt x="164591" y="12001"/>
                  </a:lnTo>
                  <a:lnTo>
                    <a:pt x="164943" y="13413"/>
                  </a:lnTo>
                  <a:lnTo>
                    <a:pt x="164075" y="18854"/>
                  </a:lnTo>
                  <a:lnTo>
                    <a:pt x="162717" y="20565"/>
                  </a:lnTo>
                  <a:lnTo>
                    <a:pt x="163153" y="21642"/>
                  </a:lnTo>
                  <a:lnTo>
                    <a:pt x="162351" y="21813"/>
                  </a:lnTo>
                  <a:lnTo>
                    <a:pt x="161907" y="22397"/>
                  </a:lnTo>
                  <a:lnTo>
                    <a:pt x="161383" y="25405"/>
                  </a:lnTo>
                  <a:lnTo>
                    <a:pt x="161491" y="26814"/>
                  </a:lnTo>
                  <a:lnTo>
                    <a:pt x="158606" y="32002"/>
                  </a:lnTo>
                  <a:lnTo>
                    <a:pt x="157406" y="36379"/>
                  </a:lnTo>
                  <a:lnTo>
                    <a:pt x="155263" y="39146"/>
                  </a:lnTo>
                  <a:lnTo>
                    <a:pt x="155989" y="40128"/>
                  </a:lnTo>
                  <a:lnTo>
                    <a:pt x="157288" y="40780"/>
                  </a:lnTo>
                  <a:lnTo>
                    <a:pt x="157939" y="42158"/>
                  </a:lnTo>
                  <a:lnTo>
                    <a:pt x="158212" y="45055"/>
                  </a:lnTo>
                  <a:lnTo>
                    <a:pt x="158773" y="46111"/>
                  </a:lnTo>
                  <a:lnTo>
                    <a:pt x="158762" y="47056"/>
                  </a:lnTo>
                  <a:lnTo>
                    <a:pt x="159110" y="48446"/>
                  </a:lnTo>
                  <a:lnTo>
                    <a:pt x="160545" y="49443"/>
                  </a:lnTo>
                  <a:lnTo>
                    <a:pt x="161093" y="49658"/>
                  </a:lnTo>
                  <a:lnTo>
                    <a:pt x="161599" y="50270"/>
                  </a:lnTo>
                  <a:lnTo>
                    <a:pt x="162226" y="52456"/>
                  </a:lnTo>
                  <a:lnTo>
                    <a:pt x="162269" y="54256"/>
                  </a:lnTo>
                  <a:lnTo>
                    <a:pt x="161086" y="59027"/>
                  </a:lnTo>
                  <a:lnTo>
                    <a:pt x="161193" y="60490"/>
                  </a:lnTo>
                  <a:lnTo>
                    <a:pt x="161973" y="62054"/>
                  </a:lnTo>
                  <a:lnTo>
                    <a:pt x="161628" y="65069"/>
                  </a:lnTo>
                  <a:lnTo>
                    <a:pt x="162426" y="69882"/>
                  </a:lnTo>
                  <a:lnTo>
                    <a:pt x="162244" y="71101"/>
                  </a:lnTo>
                  <a:lnTo>
                    <a:pt x="161579" y="72063"/>
                  </a:lnTo>
                  <a:lnTo>
                    <a:pt x="161169" y="73157"/>
                  </a:lnTo>
                  <a:lnTo>
                    <a:pt x="159982" y="74337"/>
                  </a:lnTo>
                  <a:lnTo>
                    <a:pt x="157883" y="75730"/>
                  </a:lnTo>
                  <a:lnTo>
                    <a:pt x="157288" y="76955"/>
                  </a:lnTo>
                  <a:lnTo>
                    <a:pt x="157872" y="78760"/>
                  </a:lnTo>
                  <a:lnTo>
                    <a:pt x="158775" y="80411"/>
                  </a:lnTo>
                  <a:lnTo>
                    <a:pt x="159630" y="81638"/>
                  </a:lnTo>
                  <a:lnTo>
                    <a:pt x="159985" y="84179"/>
                  </a:lnTo>
                  <a:lnTo>
                    <a:pt x="158773" y="86695"/>
                  </a:lnTo>
                  <a:lnTo>
                    <a:pt x="157106" y="88272"/>
                  </a:lnTo>
                  <a:lnTo>
                    <a:pt x="156270" y="89411"/>
                  </a:lnTo>
                  <a:lnTo>
                    <a:pt x="155644" y="91785"/>
                  </a:lnTo>
                  <a:lnTo>
                    <a:pt x="155304" y="95922"/>
                  </a:lnTo>
                  <a:lnTo>
                    <a:pt x="155388" y="98451"/>
                  </a:lnTo>
                  <a:lnTo>
                    <a:pt x="154713" y="101222"/>
                  </a:lnTo>
                  <a:lnTo>
                    <a:pt x="155282" y="104686"/>
                  </a:lnTo>
                  <a:lnTo>
                    <a:pt x="155236" y="105454"/>
                  </a:lnTo>
                  <a:lnTo>
                    <a:pt x="155873" y="108374"/>
                  </a:lnTo>
                  <a:lnTo>
                    <a:pt x="156454" y="110576"/>
                  </a:lnTo>
                  <a:lnTo>
                    <a:pt x="156982" y="111291"/>
                  </a:lnTo>
                  <a:lnTo>
                    <a:pt x="157731" y="114404"/>
                  </a:lnTo>
                  <a:lnTo>
                    <a:pt x="157758" y="115147"/>
                  </a:lnTo>
                  <a:lnTo>
                    <a:pt x="156803" y="117121"/>
                  </a:lnTo>
                  <a:lnTo>
                    <a:pt x="156816" y="118225"/>
                  </a:lnTo>
                  <a:lnTo>
                    <a:pt x="157645" y="119505"/>
                  </a:lnTo>
                  <a:lnTo>
                    <a:pt x="158711" y="120430"/>
                  </a:lnTo>
                  <a:lnTo>
                    <a:pt x="158601" y="121355"/>
                  </a:lnTo>
                  <a:lnTo>
                    <a:pt x="159781" y="123244"/>
                  </a:lnTo>
                  <a:lnTo>
                    <a:pt x="162008" y="126393"/>
                  </a:lnTo>
                  <a:lnTo>
                    <a:pt x="164089" y="128628"/>
                  </a:lnTo>
                  <a:lnTo>
                    <a:pt x="164667" y="130518"/>
                  </a:lnTo>
                  <a:lnTo>
                    <a:pt x="166330" y="131982"/>
                  </a:lnTo>
                  <a:lnTo>
                    <a:pt x="166598" y="133143"/>
                  </a:lnTo>
                  <a:lnTo>
                    <a:pt x="168290" y="136197"/>
                  </a:lnTo>
                  <a:lnTo>
                    <a:pt x="168542" y="139805"/>
                  </a:lnTo>
                  <a:lnTo>
                    <a:pt x="169473" y="141746"/>
                  </a:lnTo>
                  <a:lnTo>
                    <a:pt x="169167" y="143052"/>
                  </a:lnTo>
                  <a:lnTo>
                    <a:pt x="169271" y="145947"/>
                  </a:lnTo>
                  <a:lnTo>
                    <a:pt x="170874" y="148457"/>
                  </a:lnTo>
                  <a:lnTo>
                    <a:pt x="170849" y="149660"/>
                  </a:lnTo>
                  <a:lnTo>
                    <a:pt x="171231" y="151575"/>
                  </a:lnTo>
                  <a:lnTo>
                    <a:pt x="171805" y="152283"/>
                  </a:lnTo>
                  <a:lnTo>
                    <a:pt x="173465" y="153322"/>
                  </a:lnTo>
                  <a:lnTo>
                    <a:pt x="176052" y="154250"/>
                  </a:lnTo>
                  <a:lnTo>
                    <a:pt x="177298" y="155340"/>
                  </a:lnTo>
                  <a:lnTo>
                    <a:pt x="177965" y="157010"/>
                  </a:lnTo>
                  <a:lnTo>
                    <a:pt x="177996" y="158512"/>
                  </a:lnTo>
                  <a:lnTo>
                    <a:pt x="176168" y="164108"/>
                  </a:lnTo>
                  <a:lnTo>
                    <a:pt x="176301" y="166494"/>
                  </a:lnTo>
                  <a:lnTo>
                    <a:pt x="176076" y="167317"/>
                  </a:lnTo>
                  <a:lnTo>
                    <a:pt x="176474" y="167327"/>
                  </a:lnTo>
                  <a:lnTo>
                    <a:pt x="177601" y="167001"/>
                  </a:lnTo>
                  <a:lnTo>
                    <a:pt x="179552" y="167064"/>
                  </a:lnTo>
                  <a:lnTo>
                    <a:pt x="180873" y="167730"/>
                  </a:lnTo>
                  <a:lnTo>
                    <a:pt x="184594" y="168735"/>
                  </a:lnTo>
                  <a:lnTo>
                    <a:pt x="189241" y="170989"/>
                  </a:lnTo>
                  <a:lnTo>
                    <a:pt x="190368" y="171940"/>
                  </a:lnTo>
                  <a:lnTo>
                    <a:pt x="192484" y="172830"/>
                  </a:lnTo>
                  <a:lnTo>
                    <a:pt x="194179" y="174134"/>
                  </a:lnTo>
                  <a:lnTo>
                    <a:pt x="197296" y="175683"/>
                  </a:lnTo>
                  <a:lnTo>
                    <a:pt x="198973" y="177627"/>
                  </a:lnTo>
                  <a:lnTo>
                    <a:pt x="200169" y="177813"/>
                  </a:lnTo>
                  <a:lnTo>
                    <a:pt x="202309" y="179452"/>
                  </a:lnTo>
                  <a:lnTo>
                    <a:pt x="203363" y="179997"/>
                  </a:lnTo>
                  <a:lnTo>
                    <a:pt x="205426" y="179833"/>
                  </a:lnTo>
                  <a:lnTo>
                    <a:pt x="206332" y="179258"/>
                  </a:lnTo>
                  <a:lnTo>
                    <a:pt x="207241" y="178050"/>
                  </a:lnTo>
                  <a:lnTo>
                    <a:pt x="208353" y="177797"/>
                  </a:lnTo>
                  <a:lnTo>
                    <a:pt x="210272" y="177845"/>
                  </a:lnTo>
                  <a:lnTo>
                    <a:pt x="211923" y="178563"/>
                  </a:lnTo>
                  <a:lnTo>
                    <a:pt x="214944" y="179042"/>
                  </a:lnTo>
                  <a:lnTo>
                    <a:pt x="215216" y="178809"/>
                  </a:lnTo>
                  <a:lnTo>
                    <a:pt x="215511" y="177187"/>
                  </a:lnTo>
                  <a:lnTo>
                    <a:pt x="215795" y="176931"/>
                  </a:lnTo>
                  <a:lnTo>
                    <a:pt x="220906" y="175941"/>
                  </a:lnTo>
                  <a:lnTo>
                    <a:pt x="223229" y="176278"/>
                  </a:lnTo>
                  <a:lnTo>
                    <a:pt x="226248" y="177516"/>
                  </a:lnTo>
                  <a:lnTo>
                    <a:pt x="228005" y="177491"/>
                  </a:lnTo>
                  <a:lnTo>
                    <a:pt x="225711" y="181135"/>
                  </a:lnTo>
                  <a:lnTo>
                    <a:pt x="225342" y="182370"/>
                  </a:lnTo>
                  <a:lnTo>
                    <a:pt x="224813" y="186120"/>
                  </a:lnTo>
                  <a:lnTo>
                    <a:pt x="223814" y="188914"/>
                  </a:lnTo>
                  <a:lnTo>
                    <a:pt x="223176" y="189946"/>
                  </a:lnTo>
                  <a:lnTo>
                    <a:pt x="223392" y="190817"/>
                  </a:lnTo>
                  <a:lnTo>
                    <a:pt x="224189" y="191810"/>
                  </a:lnTo>
                  <a:lnTo>
                    <a:pt x="226736" y="193994"/>
                  </a:lnTo>
                  <a:lnTo>
                    <a:pt x="227623" y="195778"/>
                  </a:lnTo>
                  <a:lnTo>
                    <a:pt x="228548" y="196741"/>
                  </a:lnTo>
                  <a:lnTo>
                    <a:pt x="230215" y="200502"/>
                  </a:lnTo>
                  <a:lnTo>
                    <a:pt x="231503" y="201814"/>
                  </a:lnTo>
                  <a:lnTo>
                    <a:pt x="231828" y="203861"/>
                  </a:lnTo>
                  <a:lnTo>
                    <a:pt x="232817" y="205150"/>
                  </a:lnTo>
                  <a:lnTo>
                    <a:pt x="233444" y="207452"/>
                  </a:lnTo>
                  <a:lnTo>
                    <a:pt x="232772" y="209403"/>
                  </a:lnTo>
                  <a:lnTo>
                    <a:pt x="232690" y="211022"/>
                  </a:lnTo>
                  <a:lnTo>
                    <a:pt x="233146" y="212378"/>
                  </a:lnTo>
                  <a:lnTo>
                    <a:pt x="234603" y="214799"/>
                  </a:lnTo>
                  <a:lnTo>
                    <a:pt x="235780" y="217579"/>
                  </a:lnTo>
                  <a:lnTo>
                    <a:pt x="235973" y="218525"/>
                  </a:lnTo>
                  <a:lnTo>
                    <a:pt x="237176" y="219848"/>
                  </a:lnTo>
                  <a:lnTo>
                    <a:pt x="239417" y="223052"/>
                  </a:lnTo>
                  <a:lnTo>
                    <a:pt x="241943" y="225429"/>
                  </a:lnTo>
                  <a:lnTo>
                    <a:pt x="243927" y="227753"/>
                  </a:lnTo>
                  <a:lnTo>
                    <a:pt x="246556" y="232686"/>
                  </a:lnTo>
                  <a:lnTo>
                    <a:pt x="247248" y="235611"/>
                  </a:lnTo>
                  <a:lnTo>
                    <a:pt x="246850" y="238282"/>
                  </a:lnTo>
                  <a:lnTo>
                    <a:pt x="247106" y="239968"/>
                  </a:lnTo>
                  <a:lnTo>
                    <a:pt x="246197" y="242895"/>
                  </a:lnTo>
                  <a:lnTo>
                    <a:pt x="244860" y="244503"/>
                  </a:lnTo>
                  <a:lnTo>
                    <a:pt x="244146" y="244818"/>
                  </a:lnTo>
                  <a:lnTo>
                    <a:pt x="242485" y="246390"/>
                  </a:lnTo>
                  <a:lnTo>
                    <a:pt x="242967" y="248183"/>
                  </a:lnTo>
                  <a:lnTo>
                    <a:pt x="243544" y="249319"/>
                  </a:lnTo>
                  <a:lnTo>
                    <a:pt x="243499" y="249983"/>
                  </a:lnTo>
                  <a:lnTo>
                    <a:pt x="243950" y="250623"/>
                  </a:lnTo>
                  <a:lnTo>
                    <a:pt x="243978" y="251245"/>
                  </a:lnTo>
                  <a:lnTo>
                    <a:pt x="244332" y="251511"/>
                  </a:lnTo>
                  <a:lnTo>
                    <a:pt x="244359" y="252363"/>
                  </a:lnTo>
                  <a:lnTo>
                    <a:pt x="244675" y="252603"/>
                  </a:lnTo>
                  <a:lnTo>
                    <a:pt x="245082" y="253531"/>
                  </a:lnTo>
                  <a:lnTo>
                    <a:pt x="244797" y="253690"/>
                  </a:lnTo>
                  <a:lnTo>
                    <a:pt x="245315" y="254193"/>
                  </a:lnTo>
                  <a:lnTo>
                    <a:pt x="245241" y="254935"/>
                  </a:lnTo>
                  <a:lnTo>
                    <a:pt x="245819" y="255635"/>
                  </a:lnTo>
                  <a:lnTo>
                    <a:pt x="245689" y="256208"/>
                  </a:lnTo>
                  <a:lnTo>
                    <a:pt x="246270" y="256294"/>
                  </a:lnTo>
                  <a:lnTo>
                    <a:pt x="246279" y="256690"/>
                  </a:lnTo>
                  <a:lnTo>
                    <a:pt x="247090" y="257447"/>
                  </a:lnTo>
                  <a:lnTo>
                    <a:pt x="247440" y="258197"/>
                  </a:lnTo>
                  <a:lnTo>
                    <a:pt x="247374" y="258668"/>
                  </a:lnTo>
                  <a:lnTo>
                    <a:pt x="247929" y="259371"/>
                  </a:lnTo>
                  <a:lnTo>
                    <a:pt x="247958" y="259729"/>
                  </a:lnTo>
                  <a:lnTo>
                    <a:pt x="247469" y="260211"/>
                  </a:lnTo>
                  <a:lnTo>
                    <a:pt x="247814" y="261345"/>
                  </a:lnTo>
                  <a:lnTo>
                    <a:pt x="247666" y="261967"/>
                  </a:lnTo>
                  <a:lnTo>
                    <a:pt x="247905" y="262753"/>
                  </a:lnTo>
                  <a:lnTo>
                    <a:pt x="247797" y="263437"/>
                  </a:lnTo>
                  <a:lnTo>
                    <a:pt x="247266" y="263954"/>
                  </a:lnTo>
                  <a:lnTo>
                    <a:pt x="247282" y="265936"/>
                  </a:lnTo>
                  <a:lnTo>
                    <a:pt x="245893" y="267195"/>
                  </a:lnTo>
                  <a:lnTo>
                    <a:pt x="245048" y="268962"/>
                  </a:lnTo>
                  <a:lnTo>
                    <a:pt x="244189" y="269907"/>
                  </a:lnTo>
                  <a:lnTo>
                    <a:pt x="243033" y="269276"/>
                  </a:lnTo>
                  <a:lnTo>
                    <a:pt x="240088" y="269653"/>
                  </a:lnTo>
                  <a:lnTo>
                    <a:pt x="238001" y="269550"/>
                  </a:lnTo>
                  <a:lnTo>
                    <a:pt x="237308" y="269695"/>
                  </a:lnTo>
                  <a:lnTo>
                    <a:pt x="237056" y="269964"/>
                  </a:lnTo>
                  <a:lnTo>
                    <a:pt x="235097" y="270149"/>
                  </a:lnTo>
                  <a:lnTo>
                    <a:pt x="232455" y="271068"/>
                  </a:lnTo>
                  <a:lnTo>
                    <a:pt x="230620" y="270829"/>
                  </a:lnTo>
                  <a:lnTo>
                    <a:pt x="228239" y="272915"/>
                  </a:lnTo>
                  <a:lnTo>
                    <a:pt x="228317" y="273182"/>
                  </a:lnTo>
                  <a:lnTo>
                    <a:pt x="226688" y="275386"/>
                  </a:lnTo>
                  <a:lnTo>
                    <a:pt x="224371" y="277273"/>
                  </a:lnTo>
                  <a:lnTo>
                    <a:pt x="224027" y="277308"/>
                  </a:lnTo>
                  <a:lnTo>
                    <a:pt x="222557" y="278383"/>
                  </a:lnTo>
                  <a:lnTo>
                    <a:pt x="223739" y="279976"/>
                  </a:lnTo>
                  <a:lnTo>
                    <a:pt x="225561" y="281567"/>
                  </a:lnTo>
                  <a:lnTo>
                    <a:pt x="225728" y="282737"/>
                  </a:lnTo>
                  <a:lnTo>
                    <a:pt x="226083" y="283243"/>
                  </a:lnTo>
                  <a:lnTo>
                    <a:pt x="225903" y="283605"/>
                  </a:lnTo>
                  <a:lnTo>
                    <a:pt x="226070" y="283811"/>
                  </a:lnTo>
                  <a:lnTo>
                    <a:pt x="226525" y="283728"/>
                  </a:lnTo>
                  <a:lnTo>
                    <a:pt x="226840" y="283953"/>
                  </a:lnTo>
                  <a:lnTo>
                    <a:pt x="226915" y="284445"/>
                  </a:lnTo>
                  <a:lnTo>
                    <a:pt x="227221" y="284479"/>
                  </a:lnTo>
                  <a:lnTo>
                    <a:pt x="227343" y="284827"/>
                  </a:lnTo>
                  <a:lnTo>
                    <a:pt x="227102" y="285035"/>
                  </a:lnTo>
                  <a:lnTo>
                    <a:pt x="227145" y="285388"/>
                  </a:lnTo>
                  <a:lnTo>
                    <a:pt x="228006" y="285526"/>
                  </a:lnTo>
                  <a:lnTo>
                    <a:pt x="228887" y="286098"/>
                  </a:lnTo>
                  <a:lnTo>
                    <a:pt x="229011" y="288193"/>
                  </a:lnTo>
                  <a:lnTo>
                    <a:pt x="228666" y="289347"/>
                  </a:lnTo>
                  <a:lnTo>
                    <a:pt x="227294" y="290254"/>
                  </a:lnTo>
                  <a:lnTo>
                    <a:pt x="226024" y="290381"/>
                  </a:lnTo>
                  <a:lnTo>
                    <a:pt x="225023" y="290909"/>
                  </a:lnTo>
                  <a:lnTo>
                    <a:pt x="223922" y="292148"/>
                  </a:lnTo>
                  <a:lnTo>
                    <a:pt x="223622" y="293471"/>
                  </a:lnTo>
                  <a:lnTo>
                    <a:pt x="224058" y="294910"/>
                  </a:lnTo>
                  <a:lnTo>
                    <a:pt x="223596" y="295843"/>
                  </a:lnTo>
                  <a:lnTo>
                    <a:pt x="222812" y="296527"/>
                  </a:lnTo>
                  <a:lnTo>
                    <a:pt x="222347" y="297396"/>
                  </a:lnTo>
                  <a:lnTo>
                    <a:pt x="219505" y="299763"/>
                  </a:lnTo>
                  <a:lnTo>
                    <a:pt x="219041" y="300123"/>
                  </a:lnTo>
                  <a:lnTo>
                    <a:pt x="218080" y="300308"/>
                  </a:lnTo>
                  <a:lnTo>
                    <a:pt x="215798" y="299444"/>
                  </a:lnTo>
                  <a:lnTo>
                    <a:pt x="215108" y="299670"/>
                  </a:lnTo>
                  <a:lnTo>
                    <a:pt x="214600" y="299469"/>
                  </a:lnTo>
                  <a:lnTo>
                    <a:pt x="212946" y="300947"/>
                  </a:lnTo>
                  <a:lnTo>
                    <a:pt x="211815" y="301339"/>
                  </a:lnTo>
                  <a:lnTo>
                    <a:pt x="210983" y="301273"/>
                  </a:lnTo>
                  <a:lnTo>
                    <a:pt x="209699" y="301824"/>
                  </a:lnTo>
                  <a:lnTo>
                    <a:pt x="209337" y="302231"/>
                  </a:lnTo>
                  <a:lnTo>
                    <a:pt x="208676" y="302204"/>
                  </a:lnTo>
                  <a:lnTo>
                    <a:pt x="207266" y="304144"/>
                  </a:lnTo>
                  <a:lnTo>
                    <a:pt x="204664" y="305876"/>
                  </a:lnTo>
                  <a:lnTo>
                    <a:pt x="204626" y="306584"/>
                  </a:lnTo>
                  <a:lnTo>
                    <a:pt x="204210" y="306795"/>
                  </a:lnTo>
                  <a:lnTo>
                    <a:pt x="203248" y="308271"/>
                  </a:lnTo>
                  <a:lnTo>
                    <a:pt x="203323" y="309361"/>
                  </a:lnTo>
                  <a:lnTo>
                    <a:pt x="203092" y="309846"/>
                  </a:lnTo>
                  <a:lnTo>
                    <a:pt x="203209" y="310006"/>
                  </a:lnTo>
                  <a:lnTo>
                    <a:pt x="202943" y="310193"/>
                  </a:lnTo>
                  <a:lnTo>
                    <a:pt x="202861" y="311037"/>
                  </a:lnTo>
                  <a:lnTo>
                    <a:pt x="203124" y="311252"/>
                  </a:lnTo>
                  <a:lnTo>
                    <a:pt x="203142" y="312598"/>
                  </a:lnTo>
                  <a:lnTo>
                    <a:pt x="203903" y="314451"/>
                  </a:lnTo>
                  <a:lnTo>
                    <a:pt x="204409" y="314887"/>
                  </a:lnTo>
                  <a:lnTo>
                    <a:pt x="204419" y="315292"/>
                  </a:lnTo>
                  <a:lnTo>
                    <a:pt x="205215" y="316503"/>
                  </a:lnTo>
                  <a:lnTo>
                    <a:pt x="205132" y="317069"/>
                  </a:lnTo>
                  <a:lnTo>
                    <a:pt x="205543" y="317857"/>
                  </a:lnTo>
                  <a:lnTo>
                    <a:pt x="205562" y="318391"/>
                  </a:lnTo>
                  <a:lnTo>
                    <a:pt x="205354" y="318555"/>
                  </a:lnTo>
                  <a:lnTo>
                    <a:pt x="205625" y="319010"/>
                  </a:lnTo>
                  <a:lnTo>
                    <a:pt x="205458" y="319674"/>
                  </a:lnTo>
                  <a:lnTo>
                    <a:pt x="205802" y="320346"/>
                  </a:lnTo>
                  <a:lnTo>
                    <a:pt x="205717" y="321013"/>
                  </a:lnTo>
                  <a:lnTo>
                    <a:pt x="205941" y="321417"/>
                  </a:lnTo>
                  <a:lnTo>
                    <a:pt x="205840" y="322904"/>
                  </a:lnTo>
                  <a:lnTo>
                    <a:pt x="205306" y="324214"/>
                  </a:lnTo>
                  <a:lnTo>
                    <a:pt x="204536" y="325029"/>
                  </a:lnTo>
                  <a:lnTo>
                    <a:pt x="205267" y="329095"/>
                  </a:lnTo>
                  <a:lnTo>
                    <a:pt x="205507" y="332678"/>
                  </a:lnTo>
                  <a:lnTo>
                    <a:pt x="205280" y="333276"/>
                  </a:lnTo>
                  <a:lnTo>
                    <a:pt x="202758" y="336538"/>
                  </a:lnTo>
                  <a:lnTo>
                    <a:pt x="202806" y="337833"/>
                  </a:lnTo>
                  <a:lnTo>
                    <a:pt x="202608" y="338383"/>
                  </a:lnTo>
                  <a:lnTo>
                    <a:pt x="202778" y="339037"/>
                  </a:lnTo>
                  <a:lnTo>
                    <a:pt x="202372" y="339773"/>
                  </a:lnTo>
                  <a:lnTo>
                    <a:pt x="201561" y="340741"/>
                  </a:lnTo>
                  <a:lnTo>
                    <a:pt x="201188" y="340765"/>
                  </a:lnTo>
                  <a:lnTo>
                    <a:pt x="200742" y="341270"/>
                  </a:lnTo>
                  <a:lnTo>
                    <a:pt x="199296" y="342078"/>
                  </a:lnTo>
                  <a:lnTo>
                    <a:pt x="199247" y="342506"/>
                  </a:lnTo>
                  <a:lnTo>
                    <a:pt x="198778" y="342743"/>
                  </a:lnTo>
                  <a:lnTo>
                    <a:pt x="198347" y="344067"/>
                  </a:lnTo>
                  <a:lnTo>
                    <a:pt x="197564" y="344672"/>
                  </a:lnTo>
                  <a:lnTo>
                    <a:pt x="197455" y="345423"/>
                  </a:lnTo>
                  <a:lnTo>
                    <a:pt x="196558" y="347110"/>
                  </a:lnTo>
                  <a:lnTo>
                    <a:pt x="196207" y="347162"/>
                  </a:lnTo>
                  <a:lnTo>
                    <a:pt x="196131" y="347591"/>
                  </a:lnTo>
                  <a:lnTo>
                    <a:pt x="195857" y="347782"/>
                  </a:lnTo>
                  <a:lnTo>
                    <a:pt x="195869" y="348468"/>
                  </a:lnTo>
                  <a:lnTo>
                    <a:pt x="196140" y="348889"/>
                  </a:lnTo>
                  <a:lnTo>
                    <a:pt x="195965" y="349228"/>
                  </a:lnTo>
                  <a:lnTo>
                    <a:pt x="196284" y="349522"/>
                  </a:lnTo>
                  <a:lnTo>
                    <a:pt x="195982" y="349933"/>
                  </a:lnTo>
                  <a:lnTo>
                    <a:pt x="196096" y="350305"/>
                  </a:lnTo>
                  <a:lnTo>
                    <a:pt x="194976" y="352912"/>
                  </a:lnTo>
                  <a:lnTo>
                    <a:pt x="194843" y="353708"/>
                  </a:lnTo>
                  <a:lnTo>
                    <a:pt x="193738" y="354553"/>
                  </a:lnTo>
                  <a:lnTo>
                    <a:pt x="193022" y="356034"/>
                  </a:lnTo>
                  <a:lnTo>
                    <a:pt x="192507" y="356604"/>
                  </a:lnTo>
                  <a:lnTo>
                    <a:pt x="189602" y="359511"/>
                  </a:lnTo>
                  <a:lnTo>
                    <a:pt x="188299" y="360490"/>
                  </a:lnTo>
                  <a:lnTo>
                    <a:pt x="188611" y="363524"/>
                  </a:lnTo>
                  <a:lnTo>
                    <a:pt x="189377" y="364660"/>
                  </a:lnTo>
                  <a:lnTo>
                    <a:pt x="189453" y="365256"/>
                  </a:lnTo>
                  <a:lnTo>
                    <a:pt x="189819" y="365615"/>
                  </a:lnTo>
                  <a:lnTo>
                    <a:pt x="190864" y="365946"/>
                  </a:lnTo>
                  <a:lnTo>
                    <a:pt x="191198" y="367398"/>
                  </a:lnTo>
                  <a:lnTo>
                    <a:pt x="190825" y="368146"/>
                  </a:lnTo>
                  <a:lnTo>
                    <a:pt x="191319" y="368469"/>
                  </a:lnTo>
                  <a:lnTo>
                    <a:pt x="191518" y="369329"/>
                  </a:lnTo>
                  <a:lnTo>
                    <a:pt x="191419" y="369527"/>
                  </a:lnTo>
                  <a:lnTo>
                    <a:pt x="191126" y="369471"/>
                  </a:lnTo>
                  <a:lnTo>
                    <a:pt x="191318" y="370027"/>
                  </a:lnTo>
                  <a:lnTo>
                    <a:pt x="190880" y="370604"/>
                  </a:lnTo>
                  <a:lnTo>
                    <a:pt x="190786" y="371590"/>
                  </a:lnTo>
                  <a:lnTo>
                    <a:pt x="190025" y="372069"/>
                  </a:lnTo>
                  <a:lnTo>
                    <a:pt x="189987" y="372562"/>
                  </a:lnTo>
                  <a:lnTo>
                    <a:pt x="189348" y="372353"/>
                  </a:lnTo>
                  <a:lnTo>
                    <a:pt x="189038" y="372821"/>
                  </a:lnTo>
                  <a:lnTo>
                    <a:pt x="189015" y="373878"/>
                  </a:lnTo>
                  <a:lnTo>
                    <a:pt x="188599" y="374350"/>
                  </a:lnTo>
                  <a:lnTo>
                    <a:pt x="188898" y="375393"/>
                  </a:lnTo>
                  <a:lnTo>
                    <a:pt x="188838" y="376295"/>
                  </a:lnTo>
                  <a:lnTo>
                    <a:pt x="187428" y="378471"/>
                  </a:lnTo>
                  <a:lnTo>
                    <a:pt x="187309" y="380298"/>
                  </a:lnTo>
                  <a:lnTo>
                    <a:pt x="187482" y="380548"/>
                  </a:lnTo>
                  <a:lnTo>
                    <a:pt x="187148" y="381622"/>
                  </a:lnTo>
                  <a:lnTo>
                    <a:pt x="187237" y="383230"/>
                  </a:lnTo>
                  <a:lnTo>
                    <a:pt x="186760" y="384280"/>
                  </a:lnTo>
                  <a:lnTo>
                    <a:pt x="186960" y="384863"/>
                  </a:lnTo>
                  <a:lnTo>
                    <a:pt x="186103" y="385813"/>
                  </a:lnTo>
                  <a:lnTo>
                    <a:pt x="186189" y="387659"/>
                  </a:lnTo>
                  <a:lnTo>
                    <a:pt x="185489" y="388793"/>
                  </a:lnTo>
                  <a:lnTo>
                    <a:pt x="185191" y="390569"/>
                  </a:lnTo>
                  <a:lnTo>
                    <a:pt x="185974" y="392642"/>
                  </a:lnTo>
                  <a:lnTo>
                    <a:pt x="186728" y="393086"/>
                  </a:lnTo>
                  <a:lnTo>
                    <a:pt x="187108" y="392820"/>
                  </a:lnTo>
                  <a:lnTo>
                    <a:pt x="187643" y="392912"/>
                  </a:lnTo>
                  <a:lnTo>
                    <a:pt x="187604" y="393571"/>
                  </a:lnTo>
                  <a:lnTo>
                    <a:pt x="187243" y="393975"/>
                  </a:lnTo>
                  <a:lnTo>
                    <a:pt x="187966" y="395279"/>
                  </a:lnTo>
                  <a:lnTo>
                    <a:pt x="189292" y="395554"/>
                  </a:lnTo>
                  <a:lnTo>
                    <a:pt x="190234" y="396348"/>
                  </a:lnTo>
                  <a:lnTo>
                    <a:pt x="192237" y="397661"/>
                  </a:lnTo>
                  <a:lnTo>
                    <a:pt x="192981" y="396885"/>
                  </a:lnTo>
                  <a:lnTo>
                    <a:pt x="193653" y="398418"/>
                  </a:lnTo>
                  <a:lnTo>
                    <a:pt x="194219" y="398473"/>
                  </a:lnTo>
                  <a:lnTo>
                    <a:pt x="194687" y="397998"/>
                  </a:lnTo>
                  <a:lnTo>
                    <a:pt x="194990" y="398023"/>
                  </a:lnTo>
                  <a:lnTo>
                    <a:pt x="195064" y="398401"/>
                  </a:lnTo>
                  <a:lnTo>
                    <a:pt x="195684" y="399069"/>
                  </a:lnTo>
                  <a:lnTo>
                    <a:pt x="196151" y="398847"/>
                  </a:lnTo>
                  <a:lnTo>
                    <a:pt x="196323" y="399048"/>
                  </a:lnTo>
                  <a:lnTo>
                    <a:pt x="196367" y="399930"/>
                  </a:lnTo>
                  <a:lnTo>
                    <a:pt x="196791" y="400354"/>
                  </a:lnTo>
                  <a:lnTo>
                    <a:pt x="197590" y="400621"/>
                  </a:lnTo>
                  <a:lnTo>
                    <a:pt x="197846" y="401242"/>
                  </a:lnTo>
                  <a:lnTo>
                    <a:pt x="198353" y="401103"/>
                  </a:lnTo>
                  <a:lnTo>
                    <a:pt x="198363" y="401461"/>
                  </a:lnTo>
                  <a:lnTo>
                    <a:pt x="198070" y="401546"/>
                  </a:lnTo>
                  <a:lnTo>
                    <a:pt x="197701" y="402122"/>
                  </a:lnTo>
                  <a:lnTo>
                    <a:pt x="198012" y="402412"/>
                  </a:lnTo>
                  <a:lnTo>
                    <a:pt x="199280" y="401925"/>
                  </a:lnTo>
                  <a:lnTo>
                    <a:pt x="200060" y="402089"/>
                  </a:lnTo>
                  <a:lnTo>
                    <a:pt x="200217" y="402457"/>
                  </a:lnTo>
                  <a:lnTo>
                    <a:pt x="199943" y="402941"/>
                  </a:lnTo>
                  <a:lnTo>
                    <a:pt x="200056" y="403498"/>
                  </a:lnTo>
                  <a:lnTo>
                    <a:pt x="200691" y="403758"/>
                  </a:lnTo>
                  <a:lnTo>
                    <a:pt x="201537" y="405208"/>
                  </a:lnTo>
                  <a:lnTo>
                    <a:pt x="202280" y="405719"/>
                  </a:lnTo>
                  <a:lnTo>
                    <a:pt x="202886" y="406578"/>
                  </a:lnTo>
                  <a:lnTo>
                    <a:pt x="204035" y="407334"/>
                  </a:lnTo>
                  <a:lnTo>
                    <a:pt x="204962" y="409553"/>
                  </a:lnTo>
                  <a:lnTo>
                    <a:pt x="205465" y="409890"/>
                  </a:lnTo>
                  <a:lnTo>
                    <a:pt x="205483" y="410304"/>
                  </a:lnTo>
                  <a:lnTo>
                    <a:pt x="206357" y="411710"/>
                  </a:lnTo>
                  <a:lnTo>
                    <a:pt x="206025" y="413938"/>
                  </a:lnTo>
                  <a:lnTo>
                    <a:pt x="206911" y="415043"/>
                  </a:lnTo>
                  <a:lnTo>
                    <a:pt x="207433" y="416449"/>
                  </a:lnTo>
                  <a:lnTo>
                    <a:pt x="208775" y="417778"/>
                  </a:lnTo>
                  <a:lnTo>
                    <a:pt x="209040" y="418377"/>
                  </a:lnTo>
                  <a:lnTo>
                    <a:pt x="209220" y="418063"/>
                  </a:lnTo>
                  <a:lnTo>
                    <a:pt x="209213" y="418580"/>
                  </a:lnTo>
                  <a:lnTo>
                    <a:pt x="210706" y="418663"/>
                  </a:lnTo>
                  <a:lnTo>
                    <a:pt x="212661" y="419580"/>
                  </a:lnTo>
                  <a:lnTo>
                    <a:pt x="213109" y="419387"/>
                  </a:lnTo>
                  <a:lnTo>
                    <a:pt x="213596" y="419813"/>
                  </a:lnTo>
                  <a:lnTo>
                    <a:pt x="215333" y="420433"/>
                  </a:lnTo>
                  <a:lnTo>
                    <a:pt x="215810" y="421251"/>
                  </a:lnTo>
                  <a:lnTo>
                    <a:pt x="216308" y="421095"/>
                  </a:lnTo>
                  <a:lnTo>
                    <a:pt x="217102" y="421878"/>
                  </a:lnTo>
                  <a:lnTo>
                    <a:pt x="217189" y="422385"/>
                  </a:lnTo>
                  <a:lnTo>
                    <a:pt x="216769" y="422288"/>
                  </a:lnTo>
                  <a:lnTo>
                    <a:pt x="217094" y="422709"/>
                  </a:lnTo>
                  <a:lnTo>
                    <a:pt x="216977" y="423615"/>
                  </a:lnTo>
                  <a:lnTo>
                    <a:pt x="218596" y="424891"/>
                  </a:lnTo>
                  <a:lnTo>
                    <a:pt x="218955" y="426809"/>
                  </a:lnTo>
                  <a:lnTo>
                    <a:pt x="219056" y="429606"/>
                  </a:lnTo>
                  <a:lnTo>
                    <a:pt x="219475" y="430784"/>
                  </a:lnTo>
                  <a:lnTo>
                    <a:pt x="219770" y="433074"/>
                  </a:lnTo>
                  <a:lnTo>
                    <a:pt x="218778" y="435362"/>
                  </a:lnTo>
                  <a:lnTo>
                    <a:pt x="219800" y="437427"/>
                  </a:lnTo>
                  <a:lnTo>
                    <a:pt x="217415" y="441355"/>
                  </a:lnTo>
                  <a:lnTo>
                    <a:pt x="214524" y="449370"/>
                  </a:lnTo>
                  <a:lnTo>
                    <a:pt x="213910" y="450214"/>
                  </a:lnTo>
                  <a:lnTo>
                    <a:pt x="214209" y="451181"/>
                  </a:lnTo>
                  <a:lnTo>
                    <a:pt x="213870" y="452275"/>
                  </a:lnTo>
                  <a:lnTo>
                    <a:pt x="214485" y="453788"/>
                  </a:lnTo>
                  <a:lnTo>
                    <a:pt x="213640" y="454810"/>
                  </a:lnTo>
                  <a:lnTo>
                    <a:pt x="212735" y="456705"/>
                  </a:lnTo>
                  <a:lnTo>
                    <a:pt x="208106" y="460578"/>
                  </a:lnTo>
                  <a:lnTo>
                    <a:pt x="206070" y="462756"/>
                  </a:lnTo>
                  <a:lnTo>
                    <a:pt x="206882" y="463230"/>
                  </a:lnTo>
                  <a:lnTo>
                    <a:pt x="207044" y="464372"/>
                  </a:lnTo>
                  <a:lnTo>
                    <a:pt x="207755" y="464826"/>
                  </a:lnTo>
                  <a:lnTo>
                    <a:pt x="208119" y="465802"/>
                  </a:lnTo>
                  <a:lnTo>
                    <a:pt x="208191" y="466958"/>
                  </a:lnTo>
                  <a:lnTo>
                    <a:pt x="207750" y="467039"/>
                  </a:lnTo>
                  <a:lnTo>
                    <a:pt x="206903" y="467681"/>
                  </a:lnTo>
                  <a:lnTo>
                    <a:pt x="206327" y="468651"/>
                  </a:lnTo>
                  <a:lnTo>
                    <a:pt x="205797" y="468996"/>
                  </a:lnTo>
                  <a:lnTo>
                    <a:pt x="204821" y="468903"/>
                  </a:lnTo>
                  <a:lnTo>
                    <a:pt x="203701" y="469426"/>
                  </a:lnTo>
                  <a:lnTo>
                    <a:pt x="203518" y="469952"/>
                  </a:lnTo>
                  <a:lnTo>
                    <a:pt x="202005" y="471242"/>
                  </a:lnTo>
                  <a:lnTo>
                    <a:pt x="201824" y="470743"/>
                  </a:lnTo>
                  <a:lnTo>
                    <a:pt x="200737" y="471343"/>
                  </a:lnTo>
                  <a:lnTo>
                    <a:pt x="199710" y="472309"/>
                  </a:lnTo>
                  <a:lnTo>
                    <a:pt x="200893" y="473851"/>
                  </a:lnTo>
                  <a:lnTo>
                    <a:pt x="199448" y="474612"/>
                  </a:lnTo>
                  <a:lnTo>
                    <a:pt x="197757" y="475962"/>
                  </a:lnTo>
                  <a:lnTo>
                    <a:pt x="196061" y="477655"/>
                  </a:lnTo>
                  <a:lnTo>
                    <a:pt x="194320" y="479888"/>
                  </a:lnTo>
                  <a:lnTo>
                    <a:pt x="191682" y="481750"/>
                  </a:lnTo>
                  <a:lnTo>
                    <a:pt x="193694" y="483705"/>
                  </a:lnTo>
                  <a:lnTo>
                    <a:pt x="194264" y="484818"/>
                  </a:lnTo>
                  <a:lnTo>
                    <a:pt x="195983" y="486342"/>
                  </a:lnTo>
                  <a:lnTo>
                    <a:pt x="195639" y="488415"/>
                  </a:lnTo>
                  <a:lnTo>
                    <a:pt x="194766" y="489588"/>
                  </a:lnTo>
                  <a:lnTo>
                    <a:pt x="194541" y="491244"/>
                  </a:lnTo>
                  <a:lnTo>
                    <a:pt x="192601" y="492459"/>
                  </a:lnTo>
                  <a:lnTo>
                    <a:pt x="191894" y="494216"/>
                  </a:lnTo>
                  <a:lnTo>
                    <a:pt x="189756" y="496065"/>
                  </a:lnTo>
                  <a:lnTo>
                    <a:pt x="185728" y="495662"/>
                  </a:lnTo>
                  <a:lnTo>
                    <a:pt x="184572" y="496138"/>
                  </a:lnTo>
                  <a:lnTo>
                    <a:pt x="182539" y="498026"/>
                  </a:lnTo>
                  <a:lnTo>
                    <a:pt x="180892" y="498999"/>
                  </a:lnTo>
                  <a:lnTo>
                    <a:pt x="180343" y="499015"/>
                  </a:lnTo>
                  <a:lnTo>
                    <a:pt x="178540" y="498360"/>
                  </a:lnTo>
                  <a:lnTo>
                    <a:pt x="177504" y="498731"/>
                  </a:lnTo>
                  <a:lnTo>
                    <a:pt x="176156" y="500010"/>
                  </a:lnTo>
                  <a:lnTo>
                    <a:pt x="176389" y="500389"/>
                  </a:lnTo>
                  <a:lnTo>
                    <a:pt x="178411" y="500146"/>
                  </a:lnTo>
                  <a:lnTo>
                    <a:pt x="180209" y="501058"/>
                  </a:lnTo>
                  <a:lnTo>
                    <a:pt x="181377" y="502339"/>
                  </a:lnTo>
                  <a:lnTo>
                    <a:pt x="183293" y="503230"/>
                  </a:lnTo>
                  <a:lnTo>
                    <a:pt x="185435" y="504814"/>
                  </a:lnTo>
                  <a:lnTo>
                    <a:pt x="185090" y="508323"/>
                  </a:lnTo>
                  <a:lnTo>
                    <a:pt x="184088" y="510251"/>
                  </a:lnTo>
                  <a:lnTo>
                    <a:pt x="184005" y="513127"/>
                  </a:lnTo>
                  <a:lnTo>
                    <a:pt x="184744" y="513822"/>
                  </a:lnTo>
                  <a:lnTo>
                    <a:pt x="184683" y="514051"/>
                  </a:lnTo>
                  <a:lnTo>
                    <a:pt x="183663" y="514436"/>
                  </a:lnTo>
                  <a:lnTo>
                    <a:pt x="183144" y="516490"/>
                  </a:lnTo>
                  <a:lnTo>
                    <a:pt x="182799" y="516920"/>
                  </a:lnTo>
                  <a:lnTo>
                    <a:pt x="182231" y="517310"/>
                  </a:lnTo>
                  <a:lnTo>
                    <a:pt x="180638" y="517748"/>
                  </a:lnTo>
                  <a:lnTo>
                    <a:pt x="180025" y="518704"/>
                  </a:lnTo>
                  <a:lnTo>
                    <a:pt x="179374" y="518972"/>
                  </a:lnTo>
                  <a:lnTo>
                    <a:pt x="178087" y="518837"/>
                  </a:lnTo>
                  <a:lnTo>
                    <a:pt x="173659" y="519619"/>
                  </a:lnTo>
                  <a:lnTo>
                    <a:pt x="171067" y="521084"/>
                  </a:lnTo>
                  <a:lnTo>
                    <a:pt x="169755" y="522264"/>
                  </a:lnTo>
                  <a:lnTo>
                    <a:pt x="168279" y="524327"/>
                  </a:lnTo>
                  <a:lnTo>
                    <a:pt x="167799" y="525408"/>
                  </a:lnTo>
                  <a:lnTo>
                    <a:pt x="165366" y="528059"/>
                  </a:lnTo>
                  <a:lnTo>
                    <a:pt x="164576" y="529186"/>
                  </a:lnTo>
                  <a:lnTo>
                    <a:pt x="164346" y="530079"/>
                  </a:lnTo>
                  <a:lnTo>
                    <a:pt x="163560" y="530631"/>
                  </a:lnTo>
                  <a:lnTo>
                    <a:pt x="162119" y="532930"/>
                  </a:lnTo>
                  <a:lnTo>
                    <a:pt x="160999" y="534142"/>
                  </a:lnTo>
                  <a:lnTo>
                    <a:pt x="160475" y="536702"/>
                  </a:lnTo>
                  <a:lnTo>
                    <a:pt x="159149" y="536142"/>
                  </a:lnTo>
                  <a:lnTo>
                    <a:pt x="156712" y="536100"/>
                  </a:lnTo>
                  <a:lnTo>
                    <a:pt x="156200" y="535766"/>
                  </a:lnTo>
                  <a:lnTo>
                    <a:pt x="154860" y="536190"/>
                  </a:lnTo>
                  <a:lnTo>
                    <a:pt x="154658" y="536952"/>
                  </a:lnTo>
                  <a:lnTo>
                    <a:pt x="153987" y="536910"/>
                  </a:lnTo>
                  <a:lnTo>
                    <a:pt x="153079" y="535439"/>
                  </a:lnTo>
                  <a:lnTo>
                    <a:pt x="152296" y="535216"/>
                  </a:lnTo>
                  <a:lnTo>
                    <a:pt x="151178" y="534371"/>
                  </a:lnTo>
                  <a:lnTo>
                    <a:pt x="148398" y="535561"/>
                  </a:lnTo>
                  <a:lnTo>
                    <a:pt x="145090" y="538400"/>
                  </a:lnTo>
                  <a:lnTo>
                    <a:pt x="144836" y="539446"/>
                  </a:lnTo>
                  <a:lnTo>
                    <a:pt x="144783" y="540080"/>
                  </a:lnTo>
                  <a:lnTo>
                    <a:pt x="144305" y="540044"/>
                  </a:lnTo>
                  <a:lnTo>
                    <a:pt x="142596" y="541485"/>
                  </a:lnTo>
                  <a:lnTo>
                    <a:pt x="141645" y="541564"/>
                  </a:lnTo>
                  <a:lnTo>
                    <a:pt x="140643" y="541283"/>
                  </a:lnTo>
                  <a:lnTo>
                    <a:pt x="140027" y="541600"/>
                  </a:lnTo>
                  <a:lnTo>
                    <a:pt x="139252" y="541581"/>
                  </a:lnTo>
                  <a:lnTo>
                    <a:pt x="138572" y="542689"/>
                  </a:lnTo>
                  <a:lnTo>
                    <a:pt x="137830" y="543174"/>
                  </a:lnTo>
                  <a:lnTo>
                    <a:pt x="136503" y="543100"/>
                  </a:lnTo>
                  <a:lnTo>
                    <a:pt x="134360" y="543686"/>
                  </a:lnTo>
                  <a:lnTo>
                    <a:pt x="133102" y="545370"/>
                  </a:lnTo>
                  <a:lnTo>
                    <a:pt x="132329" y="545869"/>
                  </a:lnTo>
                  <a:lnTo>
                    <a:pt x="131724" y="546969"/>
                  </a:lnTo>
                  <a:lnTo>
                    <a:pt x="132011" y="547443"/>
                  </a:lnTo>
                  <a:lnTo>
                    <a:pt x="131807" y="548431"/>
                  </a:lnTo>
                  <a:lnTo>
                    <a:pt x="130846" y="549007"/>
                  </a:lnTo>
                  <a:lnTo>
                    <a:pt x="130586" y="549080"/>
                  </a:lnTo>
                  <a:lnTo>
                    <a:pt x="129853" y="551950"/>
                  </a:lnTo>
                  <a:lnTo>
                    <a:pt x="129139" y="552379"/>
                  </a:lnTo>
                  <a:lnTo>
                    <a:pt x="127540" y="554844"/>
                  </a:lnTo>
                  <a:lnTo>
                    <a:pt x="126220" y="556231"/>
                  </a:lnTo>
                  <a:lnTo>
                    <a:pt x="125605" y="556636"/>
                  </a:lnTo>
                  <a:lnTo>
                    <a:pt x="124749" y="556583"/>
                  </a:lnTo>
                  <a:lnTo>
                    <a:pt x="124713" y="557076"/>
                  </a:lnTo>
                  <a:lnTo>
                    <a:pt x="122877" y="557682"/>
                  </a:lnTo>
                  <a:lnTo>
                    <a:pt x="121713" y="558394"/>
                  </a:lnTo>
                  <a:lnTo>
                    <a:pt x="120491" y="558583"/>
                  </a:lnTo>
                  <a:lnTo>
                    <a:pt x="119902" y="560153"/>
                  </a:lnTo>
                  <a:lnTo>
                    <a:pt x="119866" y="562921"/>
                  </a:lnTo>
                  <a:lnTo>
                    <a:pt x="119374" y="563141"/>
                  </a:lnTo>
                  <a:lnTo>
                    <a:pt x="119660" y="566075"/>
                  </a:lnTo>
                  <a:lnTo>
                    <a:pt x="119315" y="566833"/>
                  </a:lnTo>
                  <a:lnTo>
                    <a:pt x="116952" y="567705"/>
                  </a:lnTo>
                  <a:lnTo>
                    <a:pt x="116429" y="568387"/>
                  </a:lnTo>
                  <a:lnTo>
                    <a:pt x="114510" y="569588"/>
                  </a:lnTo>
                  <a:lnTo>
                    <a:pt x="114198" y="570015"/>
                  </a:lnTo>
                  <a:lnTo>
                    <a:pt x="113632" y="570275"/>
                  </a:lnTo>
                  <a:lnTo>
                    <a:pt x="112944" y="571606"/>
                  </a:lnTo>
                  <a:lnTo>
                    <a:pt x="111908" y="572632"/>
                  </a:lnTo>
                  <a:lnTo>
                    <a:pt x="111093" y="572817"/>
                  </a:lnTo>
                  <a:lnTo>
                    <a:pt x="110684" y="572640"/>
                  </a:lnTo>
                  <a:lnTo>
                    <a:pt x="110398" y="573165"/>
                  </a:lnTo>
                  <a:lnTo>
                    <a:pt x="109371" y="573879"/>
                  </a:lnTo>
                  <a:lnTo>
                    <a:pt x="108422" y="573812"/>
                  </a:lnTo>
                  <a:lnTo>
                    <a:pt x="107863" y="575382"/>
                  </a:lnTo>
                  <a:lnTo>
                    <a:pt x="107053" y="576037"/>
                  </a:lnTo>
                  <a:lnTo>
                    <a:pt x="106177" y="576480"/>
                  </a:lnTo>
                  <a:lnTo>
                    <a:pt x="105607" y="578707"/>
                  </a:lnTo>
                  <a:lnTo>
                    <a:pt x="104094" y="579885"/>
                  </a:lnTo>
                  <a:lnTo>
                    <a:pt x="103292" y="580322"/>
                  </a:lnTo>
                  <a:lnTo>
                    <a:pt x="102937" y="580286"/>
                  </a:lnTo>
                  <a:lnTo>
                    <a:pt x="101182" y="582188"/>
                  </a:lnTo>
                  <a:lnTo>
                    <a:pt x="100674" y="583095"/>
                  </a:lnTo>
                  <a:lnTo>
                    <a:pt x="99748" y="583481"/>
                  </a:lnTo>
                  <a:lnTo>
                    <a:pt x="95894" y="583858"/>
                  </a:lnTo>
                  <a:lnTo>
                    <a:pt x="91702" y="585658"/>
                  </a:lnTo>
                  <a:lnTo>
                    <a:pt x="89795" y="586935"/>
                  </a:lnTo>
                  <a:lnTo>
                    <a:pt x="88748" y="586836"/>
                  </a:lnTo>
                  <a:lnTo>
                    <a:pt x="87755" y="587360"/>
                  </a:lnTo>
                  <a:lnTo>
                    <a:pt x="85468" y="587756"/>
                  </a:lnTo>
                  <a:lnTo>
                    <a:pt x="85122" y="588127"/>
                  </a:lnTo>
                  <a:lnTo>
                    <a:pt x="82545" y="588067"/>
                  </a:lnTo>
                  <a:lnTo>
                    <a:pt x="77014" y="590372"/>
                  </a:lnTo>
                  <a:lnTo>
                    <a:pt x="75961" y="591323"/>
                  </a:lnTo>
                  <a:lnTo>
                    <a:pt x="74710" y="592014"/>
                  </a:lnTo>
                  <a:lnTo>
                    <a:pt x="71235" y="592307"/>
                  </a:lnTo>
                  <a:lnTo>
                    <a:pt x="69362" y="592073"/>
                  </a:lnTo>
                  <a:lnTo>
                    <a:pt x="65357" y="592368"/>
                  </a:lnTo>
                  <a:lnTo>
                    <a:pt x="62606" y="591999"/>
                  </a:lnTo>
                  <a:lnTo>
                    <a:pt x="59994" y="590936"/>
                  </a:lnTo>
                  <a:lnTo>
                    <a:pt x="59414" y="590779"/>
                  </a:lnTo>
                  <a:lnTo>
                    <a:pt x="57717" y="591126"/>
                  </a:lnTo>
                  <a:lnTo>
                    <a:pt x="54966" y="591186"/>
                  </a:lnTo>
                  <a:lnTo>
                    <a:pt x="54118" y="591127"/>
                  </a:lnTo>
                  <a:lnTo>
                    <a:pt x="52123" y="590421"/>
                  </a:lnTo>
                  <a:lnTo>
                    <a:pt x="51449" y="590429"/>
                  </a:lnTo>
                  <a:lnTo>
                    <a:pt x="50989" y="591202"/>
                  </a:lnTo>
                  <a:lnTo>
                    <a:pt x="49653" y="591954"/>
                  </a:lnTo>
                  <a:lnTo>
                    <a:pt x="49186" y="591975"/>
                  </a:lnTo>
                  <a:lnTo>
                    <a:pt x="48839" y="592317"/>
                  </a:lnTo>
                  <a:lnTo>
                    <a:pt x="48220" y="592171"/>
                  </a:lnTo>
                  <a:lnTo>
                    <a:pt x="47032" y="592406"/>
                  </a:lnTo>
                  <a:lnTo>
                    <a:pt x="46502" y="593033"/>
                  </a:lnTo>
                  <a:lnTo>
                    <a:pt x="45049" y="593354"/>
                  </a:lnTo>
                  <a:lnTo>
                    <a:pt x="44714" y="593027"/>
                  </a:lnTo>
                  <a:lnTo>
                    <a:pt x="42774" y="591232"/>
                  </a:lnTo>
                  <a:lnTo>
                    <a:pt x="41868" y="590904"/>
                  </a:lnTo>
                  <a:lnTo>
                    <a:pt x="41527" y="590094"/>
                  </a:lnTo>
                  <a:lnTo>
                    <a:pt x="41611" y="589676"/>
                  </a:lnTo>
                  <a:lnTo>
                    <a:pt x="41064" y="589244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pg64">
              <a:extLst>
                <a:ext uri="{FF2B5EF4-FFF2-40B4-BE49-F238E27FC236}">
                  <a16:creationId xmlns:a16="http://schemas.microsoft.com/office/drawing/2014/main" id="{ED21A45C-85BF-7EAE-260E-E5CC988DD9BB}"/>
                </a:ext>
              </a:extLst>
            </p:cNvPr>
            <p:cNvSpPr/>
            <p:nvPr/>
          </p:nvSpPr>
          <p:spPr>
            <a:xfrm>
              <a:off x="6063173" y="566928"/>
              <a:ext cx="793907" cy="719790"/>
            </a:xfrm>
            <a:custGeom>
              <a:avLst/>
              <a:gdLst/>
              <a:ahLst/>
              <a:cxnLst/>
              <a:rect l="0" t="0" r="0" b="0"/>
              <a:pathLst>
                <a:path w="793907" h="719790">
                  <a:moveTo>
                    <a:pt x="183727" y="626836"/>
                  </a:moveTo>
                  <a:lnTo>
                    <a:pt x="182763" y="626695"/>
                  </a:lnTo>
                  <a:lnTo>
                    <a:pt x="181934" y="626896"/>
                  </a:lnTo>
                  <a:lnTo>
                    <a:pt x="180076" y="625767"/>
                  </a:lnTo>
                  <a:lnTo>
                    <a:pt x="178699" y="624077"/>
                  </a:lnTo>
                  <a:lnTo>
                    <a:pt x="177394" y="623533"/>
                  </a:lnTo>
                  <a:lnTo>
                    <a:pt x="177203" y="622705"/>
                  </a:lnTo>
                  <a:lnTo>
                    <a:pt x="175809" y="621571"/>
                  </a:lnTo>
                  <a:lnTo>
                    <a:pt x="174828" y="621426"/>
                  </a:lnTo>
                  <a:lnTo>
                    <a:pt x="174349" y="621705"/>
                  </a:lnTo>
                  <a:lnTo>
                    <a:pt x="172987" y="621516"/>
                  </a:lnTo>
                  <a:lnTo>
                    <a:pt x="171888" y="621908"/>
                  </a:lnTo>
                  <a:lnTo>
                    <a:pt x="170933" y="621533"/>
                  </a:lnTo>
                  <a:lnTo>
                    <a:pt x="170970" y="621134"/>
                  </a:lnTo>
                  <a:lnTo>
                    <a:pt x="170644" y="621016"/>
                  </a:lnTo>
                  <a:lnTo>
                    <a:pt x="170566" y="620713"/>
                  </a:lnTo>
                  <a:lnTo>
                    <a:pt x="169563" y="620254"/>
                  </a:lnTo>
                  <a:lnTo>
                    <a:pt x="168580" y="620297"/>
                  </a:lnTo>
                  <a:lnTo>
                    <a:pt x="166773" y="619269"/>
                  </a:lnTo>
                  <a:lnTo>
                    <a:pt x="165908" y="619340"/>
                  </a:lnTo>
                  <a:lnTo>
                    <a:pt x="164849" y="620183"/>
                  </a:lnTo>
                  <a:lnTo>
                    <a:pt x="163704" y="620669"/>
                  </a:lnTo>
                  <a:lnTo>
                    <a:pt x="162721" y="620480"/>
                  </a:lnTo>
                  <a:lnTo>
                    <a:pt x="162473" y="620969"/>
                  </a:lnTo>
                  <a:lnTo>
                    <a:pt x="161911" y="620957"/>
                  </a:lnTo>
                  <a:lnTo>
                    <a:pt x="161722" y="621479"/>
                  </a:lnTo>
                  <a:lnTo>
                    <a:pt x="161091" y="622034"/>
                  </a:lnTo>
                  <a:lnTo>
                    <a:pt x="161151" y="622332"/>
                  </a:lnTo>
                  <a:lnTo>
                    <a:pt x="160774" y="623024"/>
                  </a:lnTo>
                  <a:lnTo>
                    <a:pt x="160170" y="623061"/>
                  </a:lnTo>
                  <a:lnTo>
                    <a:pt x="160146" y="623574"/>
                  </a:lnTo>
                  <a:lnTo>
                    <a:pt x="159682" y="624345"/>
                  </a:lnTo>
                  <a:lnTo>
                    <a:pt x="158378" y="624907"/>
                  </a:lnTo>
                  <a:lnTo>
                    <a:pt x="157816" y="625570"/>
                  </a:lnTo>
                  <a:lnTo>
                    <a:pt x="155944" y="626095"/>
                  </a:lnTo>
                  <a:lnTo>
                    <a:pt x="155454" y="627434"/>
                  </a:lnTo>
                  <a:lnTo>
                    <a:pt x="154510" y="628608"/>
                  </a:lnTo>
                  <a:lnTo>
                    <a:pt x="154059" y="629096"/>
                  </a:lnTo>
                  <a:lnTo>
                    <a:pt x="153414" y="628997"/>
                  </a:lnTo>
                  <a:lnTo>
                    <a:pt x="152727" y="630047"/>
                  </a:lnTo>
                  <a:lnTo>
                    <a:pt x="152448" y="629985"/>
                  </a:lnTo>
                  <a:lnTo>
                    <a:pt x="152362" y="630652"/>
                  </a:lnTo>
                  <a:lnTo>
                    <a:pt x="152161" y="630474"/>
                  </a:lnTo>
                  <a:lnTo>
                    <a:pt x="151636" y="630786"/>
                  </a:lnTo>
                  <a:lnTo>
                    <a:pt x="150985" y="630642"/>
                  </a:lnTo>
                  <a:lnTo>
                    <a:pt x="149548" y="631039"/>
                  </a:lnTo>
                  <a:lnTo>
                    <a:pt x="148640" y="630937"/>
                  </a:lnTo>
                  <a:lnTo>
                    <a:pt x="148335" y="631278"/>
                  </a:lnTo>
                  <a:lnTo>
                    <a:pt x="146624" y="630640"/>
                  </a:lnTo>
                  <a:lnTo>
                    <a:pt x="146243" y="630821"/>
                  </a:lnTo>
                  <a:lnTo>
                    <a:pt x="146052" y="630543"/>
                  </a:lnTo>
                  <a:lnTo>
                    <a:pt x="145931" y="630754"/>
                  </a:lnTo>
                  <a:lnTo>
                    <a:pt x="145188" y="629821"/>
                  </a:lnTo>
                  <a:lnTo>
                    <a:pt x="145271" y="629397"/>
                  </a:lnTo>
                  <a:lnTo>
                    <a:pt x="144973" y="629389"/>
                  </a:lnTo>
                  <a:lnTo>
                    <a:pt x="144631" y="628993"/>
                  </a:lnTo>
                  <a:lnTo>
                    <a:pt x="144946" y="628538"/>
                  </a:lnTo>
                  <a:lnTo>
                    <a:pt x="146696" y="627626"/>
                  </a:lnTo>
                  <a:lnTo>
                    <a:pt x="146748" y="627123"/>
                  </a:lnTo>
                  <a:lnTo>
                    <a:pt x="146349" y="626270"/>
                  </a:lnTo>
                  <a:lnTo>
                    <a:pt x="146734" y="624975"/>
                  </a:lnTo>
                  <a:lnTo>
                    <a:pt x="147335" y="624396"/>
                  </a:lnTo>
                  <a:lnTo>
                    <a:pt x="147620" y="623696"/>
                  </a:lnTo>
                  <a:lnTo>
                    <a:pt x="147627" y="623311"/>
                  </a:lnTo>
                  <a:lnTo>
                    <a:pt x="147261" y="623105"/>
                  </a:lnTo>
                  <a:lnTo>
                    <a:pt x="147484" y="622657"/>
                  </a:lnTo>
                  <a:lnTo>
                    <a:pt x="147405" y="621591"/>
                  </a:lnTo>
                  <a:lnTo>
                    <a:pt x="149441" y="620010"/>
                  </a:lnTo>
                  <a:lnTo>
                    <a:pt x="149731" y="620071"/>
                  </a:lnTo>
                  <a:lnTo>
                    <a:pt x="150362" y="619552"/>
                  </a:lnTo>
                  <a:lnTo>
                    <a:pt x="151370" y="619522"/>
                  </a:lnTo>
                  <a:lnTo>
                    <a:pt x="151617" y="618947"/>
                  </a:lnTo>
                  <a:lnTo>
                    <a:pt x="152672" y="618661"/>
                  </a:lnTo>
                  <a:lnTo>
                    <a:pt x="154410" y="616218"/>
                  </a:lnTo>
                  <a:lnTo>
                    <a:pt x="154995" y="615767"/>
                  </a:lnTo>
                  <a:lnTo>
                    <a:pt x="154775" y="615503"/>
                  </a:lnTo>
                  <a:lnTo>
                    <a:pt x="155176" y="614329"/>
                  </a:lnTo>
                  <a:lnTo>
                    <a:pt x="156571" y="614058"/>
                  </a:lnTo>
                  <a:lnTo>
                    <a:pt x="158013" y="614452"/>
                  </a:lnTo>
                  <a:lnTo>
                    <a:pt x="158249" y="614833"/>
                  </a:lnTo>
                  <a:lnTo>
                    <a:pt x="159326" y="614930"/>
                  </a:lnTo>
                  <a:lnTo>
                    <a:pt x="160245" y="614315"/>
                  </a:lnTo>
                  <a:lnTo>
                    <a:pt x="161070" y="614394"/>
                  </a:lnTo>
                  <a:lnTo>
                    <a:pt x="161541" y="613543"/>
                  </a:lnTo>
                  <a:lnTo>
                    <a:pt x="161955" y="613455"/>
                  </a:lnTo>
                  <a:lnTo>
                    <a:pt x="162814" y="612057"/>
                  </a:lnTo>
                  <a:lnTo>
                    <a:pt x="163553" y="611871"/>
                  </a:lnTo>
                  <a:lnTo>
                    <a:pt x="163802" y="611334"/>
                  </a:lnTo>
                  <a:lnTo>
                    <a:pt x="164858" y="610616"/>
                  </a:lnTo>
                  <a:lnTo>
                    <a:pt x="165193" y="611070"/>
                  </a:lnTo>
                  <a:lnTo>
                    <a:pt x="165655" y="610952"/>
                  </a:lnTo>
                  <a:lnTo>
                    <a:pt x="168076" y="608900"/>
                  </a:lnTo>
                  <a:lnTo>
                    <a:pt x="168156" y="608038"/>
                  </a:lnTo>
                  <a:lnTo>
                    <a:pt x="168000" y="607901"/>
                  </a:lnTo>
                  <a:lnTo>
                    <a:pt x="168199" y="607282"/>
                  </a:lnTo>
                  <a:lnTo>
                    <a:pt x="168050" y="607120"/>
                  </a:lnTo>
                  <a:lnTo>
                    <a:pt x="168584" y="606635"/>
                  </a:lnTo>
                  <a:lnTo>
                    <a:pt x="168450" y="606371"/>
                  </a:lnTo>
                  <a:lnTo>
                    <a:pt x="168727" y="606071"/>
                  </a:lnTo>
                  <a:lnTo>
                    <a:pt x="169960" y="605729"/>
                  </a:lnTo>
                  <a:lnTo>
                    <a:pt x="169914" y="605479"/>
                  </a:lnTo>
                  <a:lnTo>
                    <a:pt x="170326" y="605232"/>
                  </a:lnTo>
                  <a:lnTo>
                    <a:pt x="170219" y="604453"/>
                  </a:lnTo>
                  <a:lnTo>
                    <a:pt x="170450" y="604470"/>
                  </a:lnTo>
                  <a:lnTo>
                    <a:pt x="171086" y="603574"/>
                  </a:lnTo>
                  <a:lnTo>
                    <a:pt x="171549" y="603346"/>
                  </a:lnTo>
                  <a:lnTo>
                    <a:pt x="172242" y="602322"/>
                  </a:lnTo>
                  <a:lnTo>
                    <a:pt x="172214" y="601665"/>
                  </a:lnTo>
                  <a:lnTo>
                    <a:pt x="177316" y="599189"/>
                  </a:lnTo>
                  <a:lnTo>
                    <a:pt x="177391" y="597085"/>
                  </a:lnTo>
                  <a:lnTo>
                    <a:pt x="176693" y="595675"/>
                  </a:lnTo>
                  <a:lnTo>
                    <a:pt x="177278" y="594202"/>
                  </a:lnTo>
                  <a:lnTo>
                    <a:pt x="178438" y="593048"/>
                  </a:lnTo>
                  <a:lnTo>
                    <a:pt x="178242" y="592006"/>
                  </a:lnTo>
                  <a:lnTo>
                    <a:pt x="178904" y="591510"/>
                  </a:lnTo>
                  <a:lnTo>
                    <a:pt x="179148" y="590701"/>
                  </a:lnTo>
                  <a:lnTo>
                    <a:pt x="178976" y="590033"/>
                  </a:lnTo>
                  <a:lnTo>
                    <a:pt x="179132" y="589712"/>
                  </a:lnTo>
                  <a:lnTo>
                    <a:pt x="174254" y="589818"/>
                  </a:lnTo>
                  <a:lnTo>
                    <a:pt x="172570" y="587719"/>
                  </a:lnTo>
                  <a:lnTo>
                    <a:pt x="171630" y="587206"/>
                  </a:lnTo>
                  <a:lnTo>
                    <a:pt x="170614" y="585768"/>
                  </a:lnTo>
                  <a:lnTo>
                    <a:pt x="169823" y="584118"/>
                  </a:lnTo>
                  <a:lnTo>
                    <a:pt x="169801" y="583131"/>
                  </a:lnTo>
                  <a:lnTo>
                    <a:pt x="169942" y="582246"/>
                  </a:lnTo>
                  <a:lnTo>
                    <a:pt x="170245" y="581903"/>
                  </a:lnTo>
                  <a:lnTo>
                    <a:pt x="171960" y="580993"/>
                  </a:lnTo>
                  <a:lnTo>
                    <a:pt x="172165" y="580459"/>
                  </a:lnTo>
                  <a:lnTo>
                    <a:pt x="171465" y="579085"/>
                  </a:lnTo>
                  <a:lnTo>
                    <a:pt x="170117" y="578087"/>
                  </a:lnTo>
                  <a:lnTo>
                    <a:pt x="170120" y="577448"/>
                  </a:lnTo>
                  <a:lnTo>
                    <a:pt x="169687" y="576668"/>
                  </a:lnTo>
                  <a:lnTo>
                    <a:pt x="169212" y="576567"/>
                  </a:lnTo>
                  <a:lnTo>
                    <a:pt x="168500" y="575695"/>
                  </a:lnTo>
                  <a:lnTo>
                    <a:pt x="167958" y="575413"/>
                  </a:lnTo>
                  <a:lnTo>
                    <a:pt x="167762" y="574802"/>
                  </a:lnTo>
                  <a:lnTo>
                    <a:pt x="166326" y="574285"/>
                  </a:lnTo>
                  <a:lnTo>
                    <a:pt x="165667" y="574477"/>
                  </a:lnTo>
                  <a:lnTo>
                    <a:pt x="164993" y="574110"/>
                  </a:lnTo>
                  <a:lnTo>
                    <a:pt x="164931" y="573805"/>
                  </a:lnTo>
                  <a:lnTo>
                    <a:pt x="163721" y="573549"/>
                  </a:lnTo>
                  <a:lnTo>
                    <a:pt x="163026" y="573619"/>
                  </a:lnTo>
                  <a:lnTo>
                    <a:pt x="162658" y="573918"/>
                  </a:lnTo>
                  <a:lnTo>
                    <a:pt x="162117" y="573733"/>
                  </a:lnTo>
                  <a:lnTo>
                    <a:pt x="161478" y="574220"/>
                  </a:lnTo>
                  <a:lnTo>
                    <a:pt x="159905" y="574556"/>
                  </a:lnTo>
                  <a:lnTo>
                    <a:pt x="159435" y="574204"/>
                  </a:lnTo>
                  <a:lnTo>
                    <a:pt x="158704" y="574421"/>
                  </a:lnTo>
                  <a:lnTo>
                    <a:pt x="156954" y="573983"/>
                  </a:lnTo>
                  <a:lnTo>
                    <a:pt x="156381" y="574039"/>
                  </a:lnTo>
                  <a:lnTo>
                    <a:pt x="156092" y="573623"/>
                  </a:lnTo>
                  <a:lnTo>
                    <a:pt x="154118" y="572482"/>
                  </a:lnTo>
                  <a:lnTo>
                    <a:pt x="154161" y="572149"/>
                  </a:lnTo>
                  <a:lnTo>
                    <a:pt x="152970" y="571432"/>
                  </a:lnTo>
                  <a:lnTo>
                    <a:pt x="152264" y="570281"/>
                  </a:lnTo>
                  <a:lnTo>
                    <a:pt x="151273" y="568776"/>
                  </a:lnTo>
                  <a:lnTo>
                    <a:pt x="149977" y="568010"/>
                  </a:lnTo>
                  <a:lnTo>
                    <a:pt x="149569" y="567500"/>
                  </a:lnTo>
                  <a:lnTo>
                    <a:pt x="149643" y="567308"/>
                  </a:lnTo>
                  <a:lnTo>
                    <a:pt x="148891" y="566557"/>
                  </a:lnTo>
                  <a:lnTo>
                    <a:pt x="148115" y="566255"/>
                  </a:lnTo>
                  <a:lnTo>
                    <a:pt x="147792" y="565914"/>
                  </a:lnTo>
                  <a:lnTo>
                    <a:pt x="147123" y="566001"/>
                  </a:lnTo>
                  <a:lnTo>
                    <a:pt x="145149" y="567203"/>
                  </a:lnTo>
                  <a:lnTo>
                    <a:pt x="144161" y="567144"/>
                  </a:lnTo>
                  <a:lnTo>
                    <a:pt x="143658" y="566650"/>
                  </a:lnTo>
                  <a:lnTo>
                    <a:pt x="143166" y="567063"/>
                  </a:lnTo>
                  <a:lnTo>
                    <a:pt x="142821" y="566641"/>
                  </a:lnTo>
                  <a:lnTo>
                    <a:pt x="142559" y="566841"/>
                  </a:lnTo>
                  <a:lnTo>
                    <a:pt x="141373" y="564714"/>
                  </a:lnTo>
                  <a:lnTo>
                    <a:pt x="140092" y="564690"/>
                  </a:lnTo>
                  <a:lnTo>
                    <a:pt x="139769" y="564153"/>
                  </a:lnTo>
                  <a:lnTo>
                    <a:pt x="139301" y="564374"/>
                  </a:lnTo>
                  <a:lnTo>
                    <a:pt x="138754" y="564289"/>
                  </a:lnTo>
                  <a:lnTo>
                    <a:pt x="138288" y="563426"/>
                  </a:lnTo>
                  <a:lnTo>
                    <a:pt x="138444" y="563209"/>
                  </a:lnTo>
                  <a:lnTo>
                    <a:pt x="138646" y="563404"/>
                  </a:lnTo>
                  <a:lnTo>
                    <a:pt x="139093" y="563325"/>
                  </a:lnTo>
                  <a:lnTo>
                    <a:pt x="139266" y="562491"/>
                  </a:lnTo>
                  <a:lnTo>
                    <a:pt x="139592" y="562553"/>
                  </a:lnTo>
                  <a:lnTo>
                    <a:pt x="139626" y="561570"/>
                  </a:lnTo>
                  <a:lnTo>
                    <a:pt x="139927" y="561000"/>
                  </a:lnTo>
                  <a:lnTo>
                    <a:pt x="139050" y="559830"/>
                  </a:lnTo>
                  <a:lnTo>
                    <a:pt x="139708" y="558763"/>
                  </a:lnTo>
                  <a:lnTo>
                    <a:pt x="138866" y="557829"/>
                  </a:lnTo>
                  <a:lnTo>
                    <a:pt x="138851" y="557300"/>
                  </a:lnTo>
                  <a:lnTo>
                    <a:pt x="138615" y="557120"/>
                  </a:lnTo>
                  <a:lnTo>
                    <a:pt x="138063" y="556856"/>
                  </a:lnTo>
                  <a:lnTo>
                    <a:pt x="138040" y="556455"/>
                  </a:lnTo>
                  <a:lnTo>
                    <a:pt x="137222" y="555774"/>
                  </a:lnTo>
                  <a:lnTo>
                    <a:pt x="137533" y="555276"/>
                  </a:lnTo>
                  <a:lnTo>
                    <a:pt x="137137" y="555136"/>
                  </a:lnTo>
                  <a:lnTo>
                    <a:pt x="137158" y="554647"/>
                  </a:lnTo>
                  <a:lnTo>
                    <a:pt x="137028" y="554541"/>
                  </a:lnTo>
                  <a:lnTo>
                    <a:pt x="136757" y="554889"/>
                  </a:lnTo>
                  <a:lnTo>
                    <a:pt x="136772" y="554622"/>
                  </a:lnTo>
                  <a:lnTo>
                    <a:pt x="136364" y="554330"/>
                  </a:lnTo>
                  <a:lnTo>
                    <a:pt x="136533" y="553315"/>
                  </a:lnTo>
                  <a:lnTo>
                    <a:pt x="135730" y="552003"/>
                  </a:lnTo>
                  <a:lnTo>
                    <a:pt x="135709" y="550733"/>
                  </a:lnTo>
                  <a:lnTo>
                    <a:pt x="135371" y="550499"/>
                  </a:lnTo>
                  <a:lnTo>
                    <a:pt x="133567" y="547169"/>
                  </a:lnTo>
                  <a:lnTo>
                    <a:pt x="129808" y="542594"/>
                  </a:lnTo>
                  <a:lnTo>
                    <a:pt x="127971" y="540857"/>
                  </a:lnTo>
                  <a:lnTo>
                    <a:pt x="126531" y="538840"/>
                  </a:lnTo>
                  <a:lnTo>
                    <a:pt x="126263" y="538295"/>
                  </a:lnTo>
                  <a:lnTo>
                    <a:pt x="126465" y="537820"/>
                  </a:lnTo>
                  <a:lnTo>
                    <a:pt x="126081" y="537489"/>
                  </a:lnTo>
                  <a:lnTo>
                    <a:pt x="126236" y="536439"/>
                  </a:lnTo>
                  <a:lnTo>
                    <a:pt x="126559" y="536522"/>
                  </a:lnTo>
                  <a:lnTo>
                    <a:pt x="126162" y="535936"/>
                  </a:lnTo>
                  <a:lnTo>
                    <a:pt x="126165" y="534680"/>
                  </a:lnTo>
                  <a:lnTo>
                    <a:pt x="125494" y="533750"/>
                  </a:lnTo>
                  <a:lnTo>
                    <a:pt x="124680" y="533610"/>
                  </a:lnTo>
                  <a:lnTo>
                    <a:pt x="124760" y="533360"/>
                  </a:lnTo>
                  <a:lnTo>
                    <a:pt x="124085" y="532703"/>
                  </a:lnTo>
                  <a:lnTo>
                    <a:pt x="124353" y="532496"/>
                  </a:lnTo>
                  <a:lnTo>
                    <a:pt x="124093" y="532189"/>
                  </a:lnTo>
                  <a:lnTo>
                    <a:pt x="123342" y="532064"/>
                  </a:lnTo>
                  <a:lnTo>
                    <a:pt x="123028" y="532356"/>
                  </a:lnTo>
                  <a:lnTo>
                    <a:pt x="123024" y="532044"/>
                  </a:lnTo>
                  <a:lnTo>
                    <a:pt x="122522" y="532209"/>
                  </a:lnTo>
                  <a:lnTo>
                    <a:pt x="122417" y="532484"/>
                  </a:lnTo>
                  <a:lnTo>
                    <a:pt x="121708" y="532449"/>
                  </a:lnTo>
                  <a:lnTo>
                    <a:pt x="121556" y="532684"/>
                  </a:lnTo>
                  <a:lnTo>
                    <a:pt x="120502" y="532808"/>
                  </a:lnTo>
                  <a:lnTo>
                    <a:pt x="119873" y="532497"/>
                  </a:lnTo>
                  <a:lnTo>
                    <a:pt x="118714" y="532545"/>
                  </a:lnTo>
                  <a:lnTo>
                    <a:pt x="117971" y="532059"/>
                  </a:lnTo>
                  <a:lnTo>
                    <a:pt x="117537" y="532191"/>
                  </a:lnTo>
                  <a:lnTo>
                    <a:pt x="117344" y="531309"/>
                  </a:lnTo>
                  <a:lnTo>
                    <a:pt x="116872" y="530845"/>
                  </a:lnTo>
                  <a:lnTo>
                    <a:pt x="116583" y="530921"/>
                  </a:lnTo>
                  <a:lnTo>
                    <a:pt x="116501" y="530611"/>
                  </a:lnTo>
                  <a:lnTo>
                    <a:pt x="115783" y="530378"/>
                  </a:lnTo>
                  <a:lnTo>
                    <a:pt x="115275" y="529536"/>
                  </a:lnTo>
                  <a:lnTo>
                    <a:pt x="114419" y="529549"/>
                  </a:lnTo>
                  <a:lnTo>
                    <a:pt x="113602" y="529257"/>
                  </a:lnTo>
                  <a:lnTo>
                    <a:pt x="113198" y="528561"/>
                  </a:lnTo>
                  <a:lnTo>
                    <a:pt x="111941" y="528549"/>
                  </a:lnTo>
                  <a:lnTo>
                    <a:pt x="111301" y="528951"/>
                  </a:lnTo>
                  <a:lnTo>
                    <a:pt x="109798" y="529014"/>
                  </a:lnTo>
                  <a:lnTo>
                    <a:pt x="109412" y="528772"/>
                  </a:lnTo>
                  <a:lnTo>
                    <a:pt x="107903" y="528870"/>
                  </a:lnTo>
                  <a:lnTo>
                    <a:pt x="107126" y="528666"/>
                  </a:lnTo>
                  <a:lnTo>
                    <a:pt x="106891" y="528189"/>
                  </a:lnTo>
                  <a:lnTo>
                    <a:pt x="106238" y="528053"/>
                  </a:lnTo>
                  <a:lnTo>
                    <a:pt x="106027" y="527797"/>
                  </a:lnTo>
                  <a:lnTo>
                    <a:pt x="104887" y="527886"/>
                  </a:lnTo>
                  <a:lnTo>
                    <a:pt x="103964" y="527431"/>
                  </a:lnTo>
                  <a:lnTo>
                    <a:pt x="103612" y="527008"/>
                  </a:lnTo>
                  <a:lnTo>
                    <a:pt x="103084" y="527121"/>
                  </a:lnTo>
                  <a:lnTo>
                    <a:pt x="102428" y="526612"/>
                  </a:lnTo>
                  <a:lnTo>
                    <a:pt x="102013" y="525605"/>
                  </a:lnTo>
                  <a:lnTo>
                    <a:pt x="101106" y="525073"/>
                  </a:lnTo>
                  <a:lnTo>
                    <a:pt x="100515" y="525097"/>
                  </a:lnTo>
                  <a:lnTo>
                    <a:pt x="100322" y="524649"/>
                  </a:lnTo>
                  <a:lnTo>
                    <a:pt x="99405" y="524175"/>
                  </a:lnTo>
                  <a:lnTo>
                    <a:pt x="99128" y="523057"/>
                  </a:lnTo>
                  <a:lnTo>
                    <a:pt x="99319" y="522428"/>
                  </a:lnTo>
                  <a:lnTo>
                    <a:pt x="97660" y="519446"/>
                  </a:lnTo>
                  <a:lnTo>
                    <a:pt x="97672" y="518917"/>
                  </a:lnTo>
                  <a:lnTo>
                    <a:pt x="97916" y="517272"/>
                  </a:lnTo>
                  <a:lnTo>
                    <a:pt x="99685" y="514425"/>
                  </a:lnTo>
                  <a:lnTo>
                    <a:pt x="99706" y="513598"/>
                  </a:lnTo>
                  <a:lnTo>
                    <a:pt x="100711" y="512110"/>
                  </a:lnTo>
                  <a:lnTo>
                    <a:pt x="100999" y="510688"/>
                  </a:lnTo>
                  <a:lnTo>
                    <a:pt x="101437" y="510155"/>
                  </a:lnTo>
                  <a:lnTo>
                    <a:pt x="101224" y="509364"/>
                  </a:lnTo>
                  <a:lnTo>
                    <a:pt x="101306" y="508544"/>
                  </a:lnTo>
                  <a:lnTo>
                    <a:pt x="100446" y="506641"/>
                  </a:lnTo>
                  <a:lnTo>
                    <a:pt x="101048" y="504410"/>
                  </a:lnTo>
                  <a:lnTo>
                    <a:pt x="100784" y="503697"/>
                  </a:lnTo>
                  <a:lnTo>
                    <a:pt x="99657" y="502175"/>
                  </a:lnTo>
                  <a:lnTo>
                    <a:pt x="99975" y="501406"/>
                  </a:lnTo>
                  <a:lnTo>
                    <a:pt x="99630" y="501431"/>
                  </a:lnTo>
                  <a:lnTo>
                    <a:pt x="98745" y="500142"/>
                  </a:lnTo>
                  <a:lnTo>
                    <a:pt x="97510" y="499020"/>
                  </a:lnTo>
                  <a:lnTo>
                    <a:pt x="97506" y="497084"/>
                  </a:lnTo>
                  <a:lnTo>
                    <a:pt x="97169" y="496714"/>
                  </a:lnTo>
                  <a:lnTo>
                    <a:pt x="96249" y="496063"/>
                  </a:lnTo>
                  <a:lnTo>
                    <a:pt x="94872" y="495654"/>
                  </a:lnTo>
                  <a:lnTo>
                    <a:pt x="94003" y="495032"/>
                  </a:lnTo>
                  <a:lnTo>
                    <a:pt x="91866" y="488635"/>
                  </a:lnTo>
                  <a:lnTo>
                    <a:pt x="89355" y="486088"/>
                  </a:lnTo>
                  <a:lnTo>
                    <a:pt x="91127" y="486039"/>
                  </a:lnTo>
                  <a:lnTo>
                    <a:pt x="92745" y="485235"/>
                  </a:lnTo>
                  <a:lnTo>
                    <a:pt x="95025" y="484866"/>
                  </a:lnTo>
                  <a:lnTo>
                    <a:pt x="95760" y="484473"/>
                  </a:lnTo>
                  <a:lnTo>
                    <a:pt x="98705" y="483955"/>
                  </a:lnTo>
                  <a:lnTo>
                    <a:pt x="99752" y="484219"/>
                  </a:lnTo>
                  <a:lnTo>
                    <a:pt x="100227" y="483861"/>
                  </a:lnTo>
                  <a:lnTo>
                    <a:pt x="103066" y="483291"/>
                  </a:lnTo>
                  <a:lnTo>
                    <a:pt x="104106" y="482065"/>
                  </a:lnTo>
                  <a:lnTo>
                    <a:pt x="104644" y="481794"/>
                  </a:lnTo>
                  <a:lnTo>
                    <a:pt x="104951" y="480921"/>
                  </a:lnTo>
                  <a:lnTo>
                    <a:pt x="105653" y="480126"/>
                  </a:lnTo>
                  <a:lnTo>
                    <a:pt x="105794" y="479306"/>
                  </a:lnTo>
                  <a:lnTo>
                    <a:pt x="106202" y="479050"/>
                  </a:lnTo>
                  <a:lnTo>
                    <a:pt x="106441" y="478436"/>
                  </a:lnTo>
                  <a:lnTo>
                    <a:pt x="109216" y="477285"/>
                  </a:lnTo>
                  <a:lnTo>
                    <a:pt x="109560" y="477314"/>
                  </a:lnTo>
                  <a:lnTo>
                    <a:pt x="110293" y="476510"/>
                  </a:lnTo>
                  <a:lnTo>
                    <a:pt x="111089" y="476464"/>
                  </a:lnTo>
                  <a:lnTo>
                    <a:pt x="111532" y="475934"/>
                  </a:lnTo>
                  <a:lnTo>
                    <a:pt x="112402" y="475907"/>
                  </a:lnTo>
                  <a:lnTo>
                    <a:pt x="113738" y="475123"/>
                  </a:lnTo>
                  <a:lnTo>
                    <a:pt x="113922" y="474686"/>
                  </a:lnTo>
                  <a:lnTo>
                    <a:pt x="113756" y="474406"/>
                  </a:lnTo>
                  <a:lnTo>
                    <a:pt x="114040" y="473923"/>
                  </a:lnTo>
                  <a:lnTo>
                    <a:pt x="113793" y="473232"/>
                  </a:lnTo>
                  <a:lnTo>
                    <a:pt x="113914" y="472658"/>
                  </a:lnTo>
                  <a:lnTo>
                    <a:pt x="113537" y="472344"/>
                  </a:lnTo>
                  <a:lnTo>
                    <a:pt x="113496" y="471636"/>
                  </a:lnTo>
                  <a:lnTo>
                    <a:pt x="113144" y="471685"/>
                  </a:lnTo>
                  <a:lnTo>
                    <a:pt x="113185" y="471225"/>
                  </a:lnTo>
                  <a:lnTo>
                    <a:pt x="112441" y="470586"/>
                  </a:lnTo>
                  <a:lnTo>
                    <a:pt x="112108" y="469895"/>
                  </a:lnTo>
                  <a:lnTo>
                    <a:pt x="111940" y="468683"/>
                  </a:lnTo>
                  <a:lnTo>
                    <a:pt x="110997" y="465938"/>
                  </a:lnTo>
                  <a:lnTo>
                    <a:pt x="111839" y="464917"/>
                  </a:lnTo>
                  <a:lnTo>
                    <a:pt x="112851" y="464662"/>
                  </a:lnTo>
                  <a:lnTo>
                    <a:pt x="112720" y="464556"/>
                  </a:lnTo>
                  <a:lnTo>
                    <a:pt x="113045" y="464366"/>
                  </a:lnTo>
                  <a:lnTo>
                    <a:pt x="113607" y="464354"/>
                  </a:lnTo>
                  <a:lnTo>
                    <a:pt x="113896" y="463974"/>
                  </a:lnTo>
                  <a:lnTo>
                    <a:pt x="114320" y="464069"/>
                  </a:lnTo>
                  <a:lnTo>
                    <a:pt x="114643" y="463599"/>
                  </a:lnTo>
                  <a:lnTo>
                    <a:pt x="115042" y="463764"/>
                  </a:lnTo>
                  <a:lnTo>
                    <a:pt x="115020" y="463037"/>
                  </a:lnTo>
                  <a:lnTo>
                    <a:pt x="114867" y="463174"/>
                  </a:lnTo>
                  <a:lnTo>
                    <a:pt x="114912" y="462853"/>
                  </a:lnTo>
                  <a:lnTo>
                    <a:pt x="114692" y="462756"/>
                  </a:lnTo>
                  <a:lnTo>
                    <a:pt x="114843" y="462592"/>
                  </a:lnTo>
                  <a:lnTo>
                    <a:pt x="114577" y="462487"/>
                  </a:lnTo>
                  <a:lnTo>
                    <a:pt x="114810" y="461432"/>
                  </a:lnTo>
                  <a:lnTo>
                    <a:pt x="114588" y="460502"/>
                  </a:lnTo>
                  <a:lnTo>
                    <a:pt x="114772" y="459749"/>
                  </a:lnTo>
                  <a:lnTo>
                    <a:pt x="114731" y="457275"/>
                  </a:lnTo>
                  <a:lnTo>
                    <a:pt x="114984" y="457123"/>
                  </a:lnTo>
                  <a:lnTo>
                    <a:pt x="115266" y="456227"/>
                  </a:lnTo>
                  <a:lnTo>
                    <a:pt x="116011" y="455436"/>
                  </a:lnTo>
                  <a:lnTo>
                    <a:pt x="117693" y="454702"/>
                  </a:lnTo>
                  <a:lnTo>
                    <a:pt x="118074" y="454319"/>
                  </a:lnTo>
                  <a:lnTo>
                    <a:pt x="118275" y="454438"/>
                  </a:lnTo>
                  <a:lnTo>
                    <a:pt x="118860" y="454114"/>
                  </a:lnTo>
                  <a:lnTo>
                    <a:pt x="118886" y="453756"/>
                  </a:lnTo>
                  <a:lnTo>
                    <a:pt x="119367" y="453292"/>
                  </a:lnTo>
                  <a:lnTo>
                    <a:pt x="120070" y="453035"/>
                  </a:lnTo>
                  <a:lnTo>
                    <a:pt x="121020" y="453276"/>
                  </a:lnTo>
                  <a:lnTo>
                    <a:pt x="121185" y="452982"/>
                  </a:lnTo>
                  <a:lnTo>
                    <a:pt x="121439" y="453251"/>
                  </a:lnTo>
                  <a:lnTo>
                    <a:pt x="121736" y="452692"/>
                  </a:lnTo>
                  <a:lnTo>
                    <a:pt x="122368" y="452604"/>
                  </a:lnTo>
                  <a:lnTo>
                    <a:pt x="122254" y="452294"/>
                  </a:lnTo>
                  <a:lnTo>
                    <a:pt x="123197" y="452066"/>
                  </a:lnTo>
                  <a:lnTo>
                    <a:pt x="123692" y="451600"/>
                  </a:lnTo>
                  <a:lnTo>
                    <a:pt x="124400" y="451593"/>
                  </a:lnTo>
                  <a:lnTo>
                    <a:pt x="124551" y="451173"/>
                  </a:lnTo>
                  <a:lnTo>
                    <a:pt x="125558" y="450866"/>
                  </a:lnTo>
                  <a:lnTo>
                    <a:pt x="125802" y="450486"/>
                  </a:lnTo>
                  <a:lnTo>
                    <a:pt x="126670" y="451027"/>
                  </a:lnTo>
                  <a:lnTo>
                    <a:pt x="127553" y="450734"/>
                  </a:lnTo>
                  <a:lnTo>
                    <a:pt x="128171" y="451374"/>
                  </a:lnTo>
                  <a:lnTo>
                    <a:pt x="128624" y="451499"/>
                  </a:lnTo>
                  <a:lnTo>
                    <a:pt x="129206" y="451289"/>
                  </a:lnTo>
                  <a:lnTo>
                    <a:pt x="129140" y="451660"/>
                  </a:lnTo>
                  <a:lnTo>
                    <a:pt x="129500" y="451371"/>
                  </a:lnTo>
                  <a:lnTo>
                    <a:pt x="130059" y="451538"/>
                  </a:lnTo>
                  <a:lnTo>
                    <a:pt x="130385" y="451232"/>
                  </a:lnTo>
                  <a:lnTo>
                    <a:pt x="130484" y="451621"/>
                  </a:lnTo>
                  <a:lnTo>
                    <a:pt x="130789" y="451462"/>
                  </a:lnTo>
                  <a:lnTo>
                    <a:pt x="131610" y="451722"/>
                  </a:lnTo>
                  <a:lnTo>
                    <a:pt x="131762" y="451241"/>
                  </a:lnTo>
                  <a:lnTo>
                    <a:pt x="132207" y="451142"/>
                  </a:lnTo>
                  <a:lnTo>
                    <a:pt x="132483" y="451382"/>
                  </a:lnTo>
                  <a:lnTo>
                    <a:pt x="132740" y="451282"/>
                  </a:lnTo>
                  <a:lnTo>
                    <a:pt x="133087" y="451765"/>
                  </a:lnTo>
                  <a:lnTo>
                    <a:pt x="133397" y="451509"/>
                  </a:lnTo>
                  <a:lnTo>
                    <a:pt x="133537" y="452027"/>
                  </a:lnTo>
                  <a:lnTo>
                    <a:pt x="133782" y="451792"/>
                  </a:lnTo>
                  <a:lnTo>
                    <a:pt x="134081" y="451918"/>
                  </a:lnTo>
                  <a:lnTo>
                    <a:pt x="134397" y="451514"/>
                  </a:lnTo>
                  <a:lnTo>
                    <a:pt x="135105" y="451890"/>
                  </a:lnTo>
                  <a:lnTo>
                    <a:pt x="135648" y="451808"/>
                  </a:lnTo>
                  <a:lnTo>
                    <a:pt x="135722" y="452101"/>
                  </a:lnTo>
                  <a:lnTo>
                    <a:pt x="136358" y="452446"/>
                  </a:lnTo>
                  <a:lnTo>
                    <a:pt x="136629" y="452262"/>
                  </a:lnTo>
                  <a:lnTo>
                    <a:pt x="137371" y="452747"/>
                  </a:lnTo>
                  <a:lnTo>
                    <a:pt x="138490" y="452875"/>
                  </a:lnTo>
                  <a:lnTo>
                    <a:pt x="138532" y="453214"/>
                  </a:lnTo>
                  <a:lnTo>
                    <a:pt x="139367" y="452744"/>
                  </a:lnTo>
                  <a:lnTo>
                    <a:pt x="139323" y="453101"/>
                  </a:lnTo>
                  <a:lnTo>
                    <a:pt x="139722" y="453135"/>
                  </a:lnTo>
                  <a:lnTo>
                    <a:pt x="139791" y="452947"/>
                  </a:lnTo>
                  <a:lnTo>
                    <a:pt x="139976" y="453065"/>
                  </a:lnTo>
                  <a:lnTo>
                    <a:pt x="139811" y="453203"/>
                  </a:lnTo>
                  <a:lnTo>
                    <a:pt x="140092" y="453176"/>
                  </a:lnTo>
                  <a:lnTo>
                    <a:pt x="139904" y="453589"/>
                  </a:lnTo>
                  <a:lnTo>
                    <a:pt x="140710" y="453893"/>
                  </a:lnTo>
                  <a:lnTo>
                    <a:pt x="140951" y="453873"/>
                  </a:lnTo>
                  <a:lnTo>
                    <a:pt x="140964" y="453489"/>
                  </a:lnTo>
                  <a:lnTo>
                    <a:pt x="141154" y="453767"/>
                  </a:lnTo>
                  <a:lnTo>
                    <a:pt x="141374" y="453670"/>
                  </a:lnTo>
                  <a:lnTo>
                    <a:pt x="141198" y="453535"/>
                  </a:lnTo>
                  <a:lnTo>
                    <a:pt x="141538" y="453495"/>
                  </a:lnTo>
                  <a:lnTo>
                    <a:pt x="141489" y="454117"/>
                  </a:lnTo>
                  <a:lnTo>
                    <a:pt x="141835" y="454110"/>
                  </a:lnTo>
                  <a:lnTo>
                    <a:pt x="141872" y="453813"/>
                  </a:lnTo>
                  <a:lnTo>
                    <a:pt x="142205" y="454239"/>
                  </a:lnTo>
                  <a:lnTo>
                    <a:pt x="142341" y="454085"/>
                  </a:lnTo>
                  <a:lnTo>
                    <a:pt x="142404" y="454446"/>
                  </a:lnTo>
                  <a:lnTo>
                    <a:pt x="142714" y="454376"/>
                  </a:lnTo>
                  <a:lnTo>
                    <a:pt x="142921" y="454610"/>
                  </a:lnTo>
                  <a:lnTo>
                    <a:pt x="143157" y="454401"/>
                  </a:lnTo>
                  <a:lnTo>
                    <a:pt x="143513" y="455387"/>
                  </a:lnTo>
                  <a:lnTo>
                    <a:pt x="144902" y="449718"/>
                  </a:lnTo>
                  <a:lnTo>
                    <a:pt x="146831" y="446403"/>
                  </a:lnTo>
                  <a:lnTo>
                    <a:pt x="146071" y="444087"/>
                  </a:lnTo>
                  <a:lnTo>
                    <a:pt x="145698" y="444013"/>
                  </a:lnTo>
                  <a:lnTo>
                    <a:pt x="145268" y="443928"/>
                  </a:lnTo>
                  <a:lnTo>
                    <a:pt x="144389" y="444144"/>
                  </a:lnTo>
                  <a:lnTo>
                    <a:pt x="143849" y="443722"/>
                  </a:lnTo>
                  <a:lnTo>
                    <a:pt x="143160" y="443743"/>
                  </a:lnTo>
                  <a:lnTo>
                    <a:pt x="142803" y="443777"/>
                  </a:lnTo>
                  <a:lnTo>
                    <a:pt x="142709" y="443424"/>
                  </a:lnTo>
                  <a:lnTo>
                    <a:pt x="141945" y="443205"/>
                  </a:lnTo>
                  <a:lnTo>
                    <a:pt x="141473" y="443385"/>
                  </a:lnTo>
                  <a:lnTo>
                    <a:pt x="140985" y="442797"/>
                  </a:lnTo>
                  <a:lnTo>
                    <a:pt x="140909" y="442999"/>
                  </a:lnTo>
                  <a:lnTo>
                    <a:pt x="140423" y="442994"/>
                  </a:lnTo>
                  <a:lnTo>
                    <a:pt x="139921" y="442674"/>
                  </a:lnTo>
                  <a:lnTo>
                    <a:pt x="139775" y="443106"/>
                  </a:lnTo>
                  <a:lnTo>
                    <a:pt x="139183" y="443173"/>
                  </a:lnTo>
                  <a:lnTo>
                    <a:pt x="138866" y="442690"/>
                  </a:lnTo>
                  <a:lnTo>
                    <a:pt x="137888" y="442406"/>
                  </a:lnTo>
                  <a:lnTo>
                    <a:pt x="136752" y="441598"/>
                  </a:lnTo>
                  <a:lnTo>
                    <a:pt x="136455" y="440719"/>
                  </a:lnTo>
                  <a:lnTo>
                    <a:pt x="136560" y="439950"/>
                  </a:lnTo>
                  <a:lnTo>
                    <a:pt x="135752" y="439371"/>
                  </a:lnTo>
                  <a:lnTo>
                    <a:pt x="135717" y="438816"/>
                  </a:lnTo>
                  <a:lnTo>
                    <a:pt x="136182" y="437586"/>
                  </a:lnTo>
                  <a:lnTo>
                    <a:pt x="135405" y="436490"/>
                  </a:lnTo>
                  <a:lnTo>
                    <a:pt x="135141" y="435680"/>
                  </a:lnTo>
                  <a:lnTo>
                    <a:pt x="135217" y="434985"/>
                  </a:lnTo>
                  <a:lnTo>
                    <a:pt x="135561" y="434423"/>
                  </a:lnTo>
                  <a:lnTo>
                    <a:pt x="136961" y="433887"/>
                  </a:lnTo>
                  <a:lnTo>
                    <a:pt x="137027" y="433123"/>
                  </a:lnTo>
                  <a:lnTo>
                    <a:pt x="137305" y="432815"/>
                  </a:lnTo>
                  <a:lnTo>
                    <a:pt x="136722" y="432480"/>
                  </a:lnTo>
                  <a:lnTo>
                    <a:pt x="137115" y="432234"/>
                  </a:lnTo>
                  <a:lnTo>
                    <a:pt x="136809" y="431919"/>
                  </a:lnTo>
                  <a:lnTo>
                    <a:pt x="136820" y="431195"/>
                  </a:lnTo>
                  <a:lnTo>
                    <a:pt x="136227" y="430854"/>
                  </a:lnTo>
                  <a:lnTo>
                    <a:pt x="136142" y="430075"/>
                  </a:lnTo>
                  <a:lnTo>
                    <a:pt x="135468" y="429469"/>
                  </a:lnTo>
                  <a:lnTo>
                    <a:pt x="135002" y="429409"/>
                  </a:lnTo>
                  <a:lnTo>
                    <a:pt x="133362" y="427165"/>
                  </a:lnTo>
                  <a:lnTo>
                    <a:pt x="132515" y="426751"/>
                  </a:lnTo>
                  <a:lnTo>
                    <a:pt x="131571" y="426661"/>
                  </a:lnTo>
                  <a:lnTo>
                    <a:pt x="131342" y="425572"/>
                  </a:lnTo>
                  <a:lnTo>
                    <a:pt x="130705" y="424687"/>
                  </a:lnTo>
                  <a:lnTo>
                    <a:pt x="129707" y="424742"/>
                  </a:lnTo>
                  <a:lnTo>
                    <a:pt x="129408" y="424439"/>
                  </a:lnTo>
                  <a:lnTo>
                    <a:pt x="129776" y="424192"/>
                  </a:lnTo>
                  <a:lnTo>
                    <a:pt x="129440" y="423867"/>
                  </a:lnTo>
                  <a:lnTo>
                    <a:pt x="128913" y="423715"/>
                  </a:lnTo>
                  <a:lnTo>
                    <a:pt x="128699" y="423189"/>
                  </a:lnTo>
                  <a:lnTo>
                    <a:pt x="128335" y="423204"/>
                  </a:lnTo>
                  <a:lnTo>
                    <a:pt x="127588" y="422542"/>
                  </a:lnTo>
                  <a:lnTo>
                    <a:pt x="126918" y="422417"/>
                  </a:lnTo>
                  <a:lnTo>
                    <a:pt x="126740" y="421738"/>
                  </a:lnTo>
                  <a:lnTo>
                    <a:pt x="126133" y="421807"/>
                  </a:lnTo>
                  <a:lnTo>
                    <a:pt x="126066" y="421211"/>
                  </a:lnTo>
                  <a:lnTo>
                    <a:pt x="125712" y="421392"/>
                  </a:lnTo>
                  <a:lnTo>
                    <a:pt x="125269" y="421170"/>
                  </a:lnTo>
                  <a:lnTo>
                    <a:pt x="125305" y="420927"/>
                  </a:lnTo>
                  <a:lnTo>
                    <a:pt x="125771" y="420891"/>
                  </a:lnTo>
                  <a:lnTo>
                    <a:pt x="125726" y="420647"/>
                  </a:lnTo>
                  <a:lnTo>
                    <a:pt x="125483" y="420692"/>
                  </a:lnTo>
                  <a:lnTo>
                    <a:pt x="125252" y="420128"/>
                  </a:lnTo>
                  <a:lnTo>
                    <a:pt x="124636" y="419746"/>
                  </a:lnTo>
                  <a:lnTo>
                    <a:pt x="124630" y="420180"/>
                  </a:lnTo>
                  <a:lnTo>
                    <a:pt x="124331" y="420055"/>
                  </a:lnTo>
                  <a:lnTo>
                    <a:pt x="124173" y="419574"/>
                  </a:lnTo>
                  <a:lnTo>
                    <a:pt x="123732" y="419450"/>
                  </a:lnTo>
                  <a:lnTo>
                    <a:pt x="123181" y="419295"/>
                  </a:lnTo>
                  <a:lnTo>
                    <a:pt x="122475" y="418567"/>
                  </a:lnTo>
                  <a:lnTo>
                    <a:pt x="121762" y="418614"/>
                  </a:lnTo>
                  <a:lnTo>
                    <a:pt x="120876" y="417999"/>
                  </a:lnTo>
                  <a:lnTo>
                    <a:pt x="120790" y="417617"/>
                  </a:lnTo>
                  <a:lnTo>
                    <a:pt x="119946" y="417513"/>
                  </a:lnTo>
                  <a:lnTo>
                    <a:pt x="119881" y="417220"/>
                  </a:lnTo>
                  <a:lnTo>
                    <a:pt x="119509" y="417322"/>
                  </a:lnTo>
                  <a:lnTo>
                    <a:pt x="119433" y="417116"/>
                  </a:lnTo>
                  <a:lnTo>
                    <a:pt x="119661" y="417001"/>
                  </a:lnTo>
                  <a:lnTo>
                    <a:pt x="119016" y="416686"/>
                  </a:lnTo>
                  <a:lnTo>
                    <a:pt x="118611" y="416887"/>
                  </a:lnTo>
                  <a:lnTo>
                    <a:pt x="117944" y="416544"/>
                  </a:lnTo>
                  <a:lnTo>
                    <a:pt x="117343" y="416764"/>
                  </a:lnTo>
                  <a:lnTo>
                    <a:pt x="116923" y="416307"/>
                  </a:lnTo>
                  <a:lnTo>
                    <a:pt x="116562" y="416745"/>
                  </a:lnTo>
                  <a:lnTo>
                    <a:pt x="115562" y="416836"/>
                  </a:lnTo>
                  <a:lnTo>
                    <a:pt x="114364" y="416016"/>
                  </a:lnTo>
                  <a:lnTo>
                    <a:pt x="113252" y="416844"/>
                  </a:lnTo>
                  <a:lnTo>
                    <a:pt x="112334" y="416927"/>
                  </a:lnTo>
                  <a:lnTo>
                    <a:pt x="112021" y="416522"/>
                  </a:lnTo>
                  <a:lnTo>
                    <a:pt x="110853" y="416153"/>
                  </a:lnTo>
                  <a:lnTo>
                    <a:pt x="110098" y="415347"/>
                  </a:lnTo>
                  <a:lnTo>
                    <a:pt x="109693" y="415437"/>
                  </a:lnTo>
                  <a:lnTo>
                    <a:pt x="108623" y="414663"/>
                  </a:lnTo>
                  <a:lnTo>
                    <a:pt x="107847" y="414688"/>
                  </a:lnTo>
                  <a:lnTo>
                    <a:pt x="107373" y="414532"/>
                  </a:lnTo>
                  <a:lnTo>
                    <a:pt x="107179" y="414194"/>
                  </a:lnTo>
                  <a:lnTo>
                    <a:pt x="106820" y="414192"/>
                  </a:lnTo>
                  <a:lnTo>
                    <a:pt x="106337" y="413776"/>
                  </a:lnTo>
                  <a:lnTo>
                    <a:pt x="106448" y="413123"/>
                  </a:lnTo>
                  <a:lnTo>
                    <a:pt x="104434" y="412186"/>
                  </a:lnTo>
                  <a:lnTo>
                    <a:pt x="104344" y="411374"/>
                  </a:lnTo>
                  <a:lnTo>
                    <a:pt x="103956" y="411131"/>
                  </a:lnTo>
                  <a:lnTo>
                    <a:pt x="103051" y="411461"/>
                  </a:lnTo>
                  <a:lnTo>
                    <a:pt x="102724" y="411273"/>
                  </a:lnTo>
                  <a:lnTo>
                    <a:pt x="102292" y="411422"/>
                  </a:lnTo>
                  <a:lnTo>
                    <a:pt x="101894" y="410982"/>
                  </a:lnTo>
                  <a:lnTo>
                    <a:pt x="101150" y="411023"/>
                  </a:lnTo>
                  <a:lnTo>
                    <a:pt x="101036" y="410724"/>
                  </a:lnTo>
                  <a:lnTo>
                    <a:pt x="100580" y="411050"/>
                  </a:lnTo>
                  <a:lnTo>
                    <a:pt x="100077" y="410907"/>
                  </a:lnTo>
                  <a:lnTo>
                    <a:pt x="98904" y="410068"/>
                  </a:lnTo>
                  <a:lnTo>
                    <a:pt x="96980" y="410088"/>
                  </a:lnTo>
                  <a:lnTo>
                    <a:pt x="96696" y="410426"/>
                  </a:lnTo>
                  <a:lnTo>
                    <a:pt x="95791" y="410469"/>
                  </a:lnTo>
                  <a:lnTo>
                    <a:pt x="95166" y="410171"/>
                  </a:lnTo>
                  <a:lnTo>
                    <a:pt x="94376" y="410985"/>
                  </a:lnTo>
                  <a:lnTo>
                    <a:pt x="93499" y="410857"/>
                  </a:lnTo>
                  <a:lnTo>
                    <a:pt x="93232" y="411086"/>
                  </a:lnTo>
                  <a:lnTo>
                    <a:pt x="92615" y="410895"/>
                  </a:lnTo>
                  <a:lnTo>
                    <a:pt x="91702" y="411087"/>
                  </a:lnTo>
                  <a:lnTo>
                    <a:pt x="91283" y="410704"/>
                  </a:lnTo>
                  <a:lnTo>
                    <a:pt x="90670" y="410852"/>
                  </a:lnTo>
                  <a:lnTo>
                    <a:pt x="90485" y="410488"/>
                  </a:lnTo>
                  <a:lnTo>
                    <a:pt x="90056" y="410938"/>
                  </a:lnTo>
                  <a:lnTo>
                    <a:pt x="89894" y="410857"/>
                  </a:lnTo>
                  <a:lnTo>
                    <a:pt x="89996" y="410625"/>
                  </a:lnTo>
                  <a:lnTo>
                    <a:pt x="89517" y="410534"/>
                  </a:lnTo>
                  <a:lnTo>
                    <a:pt x="89394" y="410910"/>
                  </a:lnTo>
                  <a:lnTo>
                    <a:pt x="89036" y="411117"/>
                  </a:lnTo>
                  <a:lnTo>
                    <a:pt x="88106" y="411291"/>
                  </a:lnTo>
                  <a:lnTo>
                    <a:pt x="87292" y="410697"/>
                  </a:lnTo>
                  <a:lnTo>
                    <a:pt x="86585" y="410700"/>
                  </a:lnTo>
                  <a:lnTo>
                    <a:pt x="86394" y="410443"/>
                  </a:lnTo>
                  <a:lnTo>
                    <a:pt x="85578" y="410204"/>
                  </a:lnTo>
                  <a:lnTo>
                    <a:pt x="85335" y="410710"/>
                  </a:lnTo>
                  <a:lnTo>
                    <a:pt x="84964" y="410401"/>
                  </a:lnTo>
                  <a:lnTo>
                    <a:pt x="84303" y="410440"/>
                  </a:lnTo>
                  <a:lnTo>
                    <a:pt x="83207" y="409486"/>
                  </a:lnTo>
                  <a:lnTo>
                    <a:pt x="82383" y="409527"/>
                  </a:lnTo>
                  <a:lnTo>
                    <a:pt x="81550" y="409040"/>
                  </a:lnTo>
                  <a:lnTo>
                    <a:pt x="81322" y="409149"/>
                  </a:lnTo>
                  <a:lnTo>
                    <a:pt x="81292" y="408823"/>
                  </a:lnTo>
                  <a:lnTo>
                    <a:pt x="81068" y="408982"/>
                  </a:lnTo>
                  <a:lnTo>
                    <a:pt x="81118" y="409238"/>
                  </a:lnTo>
                  <a:lnTo>
                    <a:pt x="80861" y="409176"/>
                  </a:lnTo>
                  <a:lnTo>
                    <a:pt x="80711" y="409438"/>
                  </a:lnTo>
                  <a:lnTo>
                    <a:pt x="79301" y="408499"/>
                  </a:lnTo>
                  <a:lnTo>
                    <a:pt x="79189" y="408752"/>
                  </a:lnTo>
                  <a:lnTo>
                    <a:pt x="78739" y="408546"/>
                  </a:lnTo>
                  <a:lnTo>
                    <a:pt x="78536" y="409048"/>
                  </a:lnTo>
                  <a:lnTo>
                    <a:pt x="78106" y="409175"/>
                  </a:lnTo>
                  <a:lnTo>
                    <a:pt x="77951" y="408976"/>
                  </a:lnTo>
                  <a:lnTo>
                    <a:pt x="77280" y="409236"/>
                  </a:lnTo>
                  <a:lnTo>
                    <a:pt x="76995" y="409162"/>
                  </a:lnTo>
                  <a:lnTo>
                    <a:pt x="77145" y="408940"/>
                  </a:lnTo>
                  <a:lnTo>
                    <a:pt x="76761" y="408835"/>
                  </a:lnTo>
                  <a:lnTo>
                    <a:pt x="76817" y="409111"/>
                  </a:lnTo>
                  <a:lnTo>
                    <a:pt x="76343" y="408920"/>
                  </a:lnTo>
                  <a:lnTo>
                    <a:pt x="76318" y="409178"/>
                  </a:lnTo>
                  <a:lnTo>
                    <a:pt x="75911" y="408955"/>
                  </a:lnTo>
                  <a:lnTo>
                    <a:pt x="76248" y="408854"/>
                  </a:lnTo>
                  <a:lnTo>
                    <a:pt x="75725" y="408585"/>
                  </a:lnTo>
                  <a:lnTo>
                    <a:pt x="74827" y="408693"/>
                  </a:lnTo>
                  <a:lnTo>
                    <a:pt x="73996" y="408343"/>
                  </a:lnTo>
                  <a:lnTo>
                    <a:pt x="73850" y="408050"/>
                  </a:lnTo>
                  <a:lnTo>
                    <a:pt x="73615" y="408293"/>
                  </a:lnTo>
                  <a:lnTo>
                    <a:pt x="73532" y="407771"/>
                  </a:lnTo>
                  <a:lnTo>
                    <a:pt x="73192" y="407964"/>
                  </a:lnTo>
                  <a:lnTo>
                    <a:pt x="73199" y="407600"/>
                  </a:lnTo>
                  <a:lnTo>
                    <a:pt x="72727" y="407764"/>
                  </a:lnTo>
                  <a:lnTo>
                    <a:pt x="72679" y="407982"/>
                  </a:lnTo>
                  <a:lnTo>
                    <a:pt x="72231" y="407616"/>
                  </a:lnTo>
                  <a:lnTo>
                    <a:pt x="71259" y="407857"/>
                  </a:lnTo>
                  <a:lnTo>
                    <a:pt x="70921" y="407341"/>
                  </a:lnTo>
                  <a:lnTo>
                    <a:pt x="69912" y="407107"/>
                  </a:lnTo>
                  <a:lnTo>
                    <a:pt x="70010" y="406703"/>
                  </a:lnTo>
                  <a:lnTo>
                    <a:pt x="69802" y="406624"/>
                  </a:lnTo>
                  <a:lnTo>
                    <a:pt x="69730" y="407011"/>
                  </a:lnTo>
                  <a:lnTo>
                    <a:pt x="69274" y="406706"/>
                  </a:lnTo>
                  <a:lnTo>
                    <a:pt x="68508" y="407436"/>
                  </a:lnTo>
                  <a:lnTo>
                    <a:pt x="68344" y="407298"/>
                  </a:lnTo>
                  <a:lnTo>
                    <a:pt x="67853" y="407471"/>
                  </a:lnTo>
                  <a:lnTo>
                    <a:pt x="67808" y="407284"/>
                  </a:lnTo>
                  <a:lnTo>
                    <a:pt x="67420" y="407457"/>
                  </a:lnTo>
                  <a:lnTo>
                    <a:pt x="67229" y="407285"/>
                  </a:lnTo>
                  <a:lnTo>
                    <a:pt x="67449" y="407073"/>
                  </a:lnTo>
                  <a:lnTo>
                    <a:pt x="66882" y="407316"/>
                  </a:lnTo>
                  <a:lnTo>
                    <a:pt x="66169" y="407167"/>
                  </a:lnTo>
                  <a:lnTo>
                    <a:pt x="65965" y="407399"/>
                  </a:lnTo>
                  <a:lnTo>
                    <a:pt x="65457" y="407270"/>
                  </a:lnTo>
                  <a:lnTo>
                    <a:pt x="65355" y="407004"/>
                  </a:lnTo>
                  <a:lnTo>
                    <a:pt x="64931" y="407012"/>
                  </a:lnTo>
                  <a:lnTo>
                    <a:pt x="64479" y="406606"/>
                  </a:lnTo>
                  <a:lnTo>
                    <a:pt x="64567" y="406111"/>
                  </a:lnTo>
                  <a:lnTo>
                    <a:pt x="64854" y="406127"/>
                  </a:lnTo>
                  <a:lnTo>
                    <a:pt x="64435" y="405749"/>
                  </a:lnTo>
                  <a:lnTo>
                    <a:pt x="64599" y="405212"/>
                  </a:lnTo>
                  <a:lnTo>
                    <a:pt x="65307" y="404622"/>
                  </a:lnTo>
                  <a:lnTo>
                    <a:pt x="66347" y="404232"/>
                  </a:lnTo>
                  <a:lnTo>
                    <a:pt x="66196" y="404078"/>
                  </a:lnTo>
                  <a:lnTo>
                    <a:pt x="66409" y="404068"/>
                  </a:lnTo>
                  <a:lnTo>
                    <a:pt x="66428" y="403828"/>
                  </a:lnTo>
                  <a:lnTo>
                    <a:pt x="66860" y="404059"/>
                  </a:lnTo>
                  <a:lnTo>
                    <a:pt x="67145" y="403846"/>
                  </a:lnTo>
                  <a:lnTo>
                    <a:pt x="67074" y="403223"/>
                  </a:lnTo>
                  <a:lnTo>
                    <a:pt x="67411" y="403040"/>
                  </a:lnTo>
                  <a:lnTo>
                    <a:pt x="67443" y="402621"/>
                  </a:lnTo>
                  <a:lnTo>
                    <a:pt x="67230" y="402060"/>
                  </a:lnTo>
                  <a:lnTo>
                    <a:pt x="67703" y="401814"/>
                  </a:lnTo>
                  <a:lnTo>
                    <a:pt x="67769" y="401539"/>
                  </a:lnTo>
                  <a:lnTo>
                    <a:pt x="68377" y="401803"/>
                  </a:lnTo>
                  <a:lnTo>
                    <a:pt x="68098" y="401597"/>
                  </a:lnTo>
                  <a:lnTo>
                    <a:pt x="68310" y="401615"/>
                  </a:lnTo>
                  <a:lnTo>
                    <a:pt x="68297" y="401068"/>
                  </a:lnTo>
                  <a:lnTo>
                    <a:pt x="68510" y="401084"/>
                  </a:lnTo>
                  <a:lnTo>
                    <a:pt x="68546" y="400756"/>
                  </a:lnTo>
                  <a:lnTo>
                    <a:pt x="68584" y="401036"/>
                  </a:lnTo>
                  <a:lnTo>
                    <a:pt x="69093" y="400605"/>
                  </a:lnTo>
                  <a:lnTo>
                    <a:pt x="69387" y="399636"/>
                  </a:lnTo>
                  <a:lnTo>
                    <a:pt x="69647" y="399651"/>
                  </a:lnTo>
                  <a:lnTo>
                    <a:pt x="69458" y="399323"/>
                  </a:lnTo>
                  <a:lnTo>
                    <a:pt x="69664" y="399030"/>
                  </a:lnTo>
                  <a:lnTo>
                    <a:pt x="69537" y="398495"/>
                  </a:lnTo>
                  <a:lnTo>
                    <a:pt x="69292" y="398322"/>
                  </a:lnTo>
                  <a:lnTo>
                    <a:pt x="69473" y="398160"/>
                  </a:lnTo>
                  <a:lnTo>
                    <a:pt x="69192" y="398055"/>
                  </a:lnTo>
                  <a:lnTo>
                    <a:pt x="68713" y="397005"/>
                  </a:lnTo>
                  <a:lnTo>
                    <a:pt x="68132" y="396904"/>
                  </a:lnTo>
                  <a:lnTo>
                    <a:pt x="67825" y="396470"/>
                  </a:lnTo>
                  <a:lnTo>
                    <a:pt x="67493" y="396571"/>
                  </a:lnTo>
                  <a:lnTo>
                    <a:pt x="67332" y="396260"/>
                  </a:lnTo>
                  <a:lnTo>
                    <a:pt x="67113" y="396339"/>
                  </a:lnTo>
                  <a:lnTo>
                    <a:pt x="67203" y="396130"/>
                  </a:lnTo>
                  <a:lnTo>
                    <a:pt x="66779" y="395793"/>
                  </a:lnTo>
                  <a:lnTo>
                    <a:pt x="66497" y="395117"/>
                  </a:lnTo>
                  <a:lnTo>
                    <a:pt x="66044" y="394913"/>
                  </a:lnTo>
                  <a:lnTo>
                    <a:pt x="65918" y="395070"/>
                  </a:lnTo>
                  <a:lnTo>
                    <a:pt x="65603" y="394561"/>
                  </a:lnTo>
                  <a:lnTo>
                    <a:pt x="65071" y="394368"/>
                  </a:lnTo>
                  <a:lnTo>
                    <a:pt x="64830" y="394511"/>
                  </a:lnTo>
                  <a:lnTo>
                    <a:pt x="64907" y="394233"/>
                  </a:lnTo>
                  <a:lnTo>
                    <a:pt x="64439" y="393748"/>
                  </a:lnTo>
                  <a:lnTo>
                    <a:pt x="64035" y="393787"/>
                  </a:lnTo>
                  <a:lnTo>
                    <a:pt x="63974" y="393307"/>
                  </a:lnTo>
                  <a:lnTo>
                    <a:pt x="63126" y="392837"/>
                  </a:lnTo>
                  <a:lnTo>
                    <a:pt x="62869" y="392299"/>
                  </a:lnTo>
                  <a:lnTo>
                    <a:pt x="63026" y="392226"/>
                  </a:lnTo>
                  <a:lnTo>
                    <a:pt x="62400" y="391133"/>
                  </a:lnTo>
                  <a:lnTo>
                    <a:pt x="62155" y="391249"/>
                  </a:lnTo>
                  <a:lnTo>
                    <a:pt x="61846" y="390568"/>
                  </a:lnTo>
                  <a:lnTo>
                    <a:pt x="61141" y="390039"/>
                  </a:lnTo>
                  <a:lnTo>
                    <a:pt x="61033" y="389700"/>
                  </a:lnTo>
                  <a:lnTo>
                    <a:pt x="60058" y="388866"/>
                  </a:lnTo>
                  <a:lnTo>
                    <a:pt x="59052" y="388429"/>
                  </a:lnTo>
                  <a:lnTo>
                    <a:pt x="58696" y="387953"/>
                  </a:lnTo>
                  <a:lnTo>
                    <a:pt x="58671" y="387511"/>
                  </a:lnTo>
                  <a:lnTo>
                    <a:pt x="58108" y="386821"/>
                  </a:lnTo>
                  <a:lnTo>
                    <a:pt x="58360" y="385970"/>
                  </a:lnTo>
                  <a:lnTo>
                    <a:pt x="58111" y="385833"/>
                  </a:lnTo>
                  <a:lnTo>
                    <a:pt x="58008" y="385337"/>
                  </a:lnTo>
                  <a:lnTo>
                    <a:pt x="57554" y="384983"/>
                  </a:lnTo>
                  <a:lnTo>
                    <a:pt x="57123" y="385017"/>
                  </a:lnTo>
                  <a:lnTo>
                    <a:pt x="56869" y="384430"/>
                  </a:lnTo>
                  <a:lnTo>
                    <a:pt x="56420" y="384320"/>
                  </a:lnTo>
                  <a:lnTo>
                    <a:pt x="55898" y="383538"/>
                  </a:lnTo>
                  <a:lnTo>
                    <a:pt x="55084" y="383169"/>
                  </a:lnTo>
                  <a:lnTo>
                    <a:pt x="54636" y="382670"/>
                  </a:lnTo>
                  <a:lnTo>
                    <a:pt x="53463" y="382486"/>
                  </a:lnTo>
                  <a:lnTo>
                    <a:pt x="52721" y="381904"/>
                  </a:lnTo>
                  <a:lnTo>
                    <a:pt x="51321" y="381753"/>
                  </a:lnTo>
                  <a:lnTo>
                    <a:pt x="51136" y="380989"/>
                  </a:lnTo>
                  <a:lnTo>
                    <a:pt x="50717" y="380934"/>
                  </a:lnTo>
                  <a:lnTo>
                    <a:pt x="50194" y="380104"/>
                  </a:lnTo>
                  <a:lnTo>
                    <a:pt x="49076" y="380406"/>
                  </a:lnTo>
                  <a:lnTo>
                    <a:pt x="48526" y="380021"/>
                  </a:lnTo>
                  <a:lnTo>
                    <a:pt x="48031" y="380212"/>
                  </a:lnTo>
                  <a:lnTo>
                    <a:pt x="47422" y="379931"/>
                  </a:lnTo>
                  <a:lnTo>
                    <a:pt x="47106" y="380094"/>
                  </a:lnTo>
                  <a:lnTo>
                    <a:pt x="46273" y="379496"/>
                  </a:lnTo>
                  <a:lnTo>
                    <a:pt x="45800" y="379489"/>
                  </a:lnTo>
                  <a:lnTo>
                    <a:pt x="45589" y="379132"/>
                  </a:lnTo>
                  <a:lnTo>
                    <a:pt x="44926" y="378977"/>
                  </a:lnTo>
                  <a:lnTo>
                    <a:pt x="44531" y="379206"/>
                  </a:lnTo>
                  <a:lnTo>
                    <a:pt x="43972" y="379169"/>
                  </a:lnTo>
                  <a:lnTo>
                    <a:pt x="43434" y="379539"/>
                  </a:lnTo>
                  <a:lnTo>
                    <a:pt x="43155" y="379228"/>
                  </a:lnTo>
                  <a:lnTo>
                    <a:pt x="42544" y="379231"/>
                  </a:lnTo>
                  <a:lnTo>
                    <a:pt x="41879" y="379528"/>
                  </a:lnTo>
                  <a:lnTo>
                    <a:pt x="41833" y="379748"/>
                  </a:lnTo>
                  <a:lnTo>
                    <a:pt x="37434" y="379365"/>
                  </a:lnTo>
                  <a:lnTo>
                    <a:pt x="36408" y="379170"/>
                  </a:lnTo>
                  <a:lnTo>
                    <a:pt x="36093" y="378625"/>
                  </a:lnTo>
                  <a:lnTo>
                    <a:pt x="35540" y="378659"/>
                  </a:lnTo>
                  <a:lnTo>
                    <a:pt x="35228" y="378334"/>
                  </a:lnTo>
                  <a:lnTo>
                    <a:pt x="32809" y="377697"/>
                  </a:lnTo>
                  <a:lnTo>
                    <a:pt x="31443" y="377144"/>
                  </a:lnTo>
                  <a:lnTo>
                    <a:pt x="31508" y="376886"/>
                  </a:lnTo>
                  <a:lnTo>
                    <a:pt x="30478" y="376112"/>
                  </a:lnTo>
                  <a:lnTo>
                    <a:pt x="30185" y="375274"/>
                  </a:lnTo>
                  <a:lnTo>
                    <a:pt x="30386" y="375002"/>
                  </a:lnTo>
                  <a:lnTo>
                    <a:pt x="30041" y="374155"/>
                  </a:lnTo>
                  <a:lnTo>
                    <a:pt x="30335" y="371895"/>
                  </a:lnTo>
                  <a:lnTo>
                    <a:pt x="30076" y="371062"/>
                  </a:lnTo>
                  <a:lnTo>
                    <a:pt x="29478" y="370844"/>
                  </a:lnTo>
                  <a:lnTo>
                    <a:pt x="28723" y="370085"/>
                  </a:lnTo>
                  <a:lnTo>
                    <a:pt x="29095" y="368606"/>
                  </a:lnTo>
                  <a:lnTo>
                    <a:pt x="27798" y="367820"/>
                  </a:lnTo>
                  <a:lnTo>
                    <a:pt x="27627" y="366719"/>
                  </a:lnTo>
                  <a:lnTo>
                    <a:pt x="28108" y="365790"/>
                  </a:lnTo>
                  <a:lnTo>
                    <a:pt x="30061" y="364429"/>
                  </a:lnTo>
                  <a:lnTo>
                    <a:pt x="31391" y="362380"/>
                  </a:lnTo>
                  <a:lnTo>
                    <a:pt x="30016" y="360945"/>
                  </a:lnTo>
                  <a:lnTo>
                    <a:pt x="29634" y="360148"/>
                  </a:lnTo>
                  <a:lnTo>
                    <a:pt x="29632" y="358702"/>
                  </a:lnTo>
                  <a:lnTo>
                    <a:pt x="29925" y="357763"/>
                  </a:lnTo>
                  <a:lnTo>
                    <a:pt x="31517" y="356404"/>
                  </a:lnTo>
                  <a:lnTo>
                    <a:pt x="30731" y="355789"/>
                  </a:lnTo>
                  <a:lnTo>
                    <a:pt x="30336" y="355816"/>
                  </a:lnTo>
                  <a:lnTo>
                    <a:pt x="29085" y="355122"/>
                  </a:lnTo>
                  <a:lnTo>
                    <a:pt x="27983" y="353828"/>
                  </a:lnTo>
                  <a:lnTo>
                    <a:pt x="27291" y="352121"/>
                  </a:lnTo>
                  <a:lnTo>
                    <a:pt x="26705" y="351716"/>
                  </a:lnTo>
                  <a:lnTo>
                    <a:pt x="25777" y="350191"/>
                  </a:lnTo>
                  <a:lnTo>
                    <a:pt x="24111" y="349127"/>
                  </a:lnTo>
                  <a:lnTo>
                    <a:pt x="22677" y="348526"/>
                  </a:lnTo>
                  <a:lnTo>
                    <a:pt x="22209" y="347950"/>
                  </a:lnTo>
                  <a:lnTo>
                    <a:pt x="20960" y="347254"/>
                  </a:lnTo>
                  <a:lnTo>
                    <a:pt x="19484" y="345667"/>
                  </a:lnTo>
                  <a:lnTo>
                    <a:pt x="20159" y="344128"/>
                  </a:lnTo>
                  <a:lnTo>
                    <a:pt x="17615" y="342135"/>
                  </a:lnTo>
                  <a:lnTo>
                    <a:pt x="15871" y="341599"/>
                  </a:lnTo>
                  <a:lnTo>
                    <a:pt x="14929" y="340231"/>
                  </a:lnTo>
                  <a:lnTo>
                    <a:pt x="16863" y="338519"/>
                  </a:lnTo>
                  <a:lnTo>
                    <a:pt x="17133" y="338016"/>
                  </a:lnTo>
                  <a:lnTo>
                    <a:pt x="17561" y="335642"/>
                  </a:lnTo>
                  <a:lnTo>
                    <a:pt x="16966" y="334346"/>
                  </a:lnTo>
                  <a:lnTo>
                    <a:pt x="13288" y="332829"/>
                  </a:lnTo>
                  <a:lnTo>
                    <a:pt x="13010" y="333981"/>
                  </a:lnTo>
                  <a:lnTo>
                    <a:pt x="11042" y="336456"/>
                  </a:lnTo>
                  <a:lnTo>
                    <a:pt x="10201" y="337112"/>
                  </a:lnTo>
                  <a:lnTo>
                    <a:pt x="10018" y="336466"/>
                  </a:lnTo>
                  <a:lnTo>
                    <a:pt x="9138" y="336298"/>
                  </a:lnTo>
                  <a:lnTo>
                    <a:pt x="8157" y="335736"/>
                  </a:lnTo>
                  <a:lnTo>
                    <a:pt x="5132" y="332617"/>
                  </a:lnTo>
                  <a:lnTo>
                    <a:pt x="3493" y="331365"/>
                  </a:lnTo>
                  <a:lnTo>
                    <a:pt x="2603" y="331272"/>
                  </a:lnTo>
                  <a:lnTo>
                    <a:pt x="660" y="331545"/>
                  </a:lnTo>
                  <a:lnTo>
                    <a:pt x="0" y="331006"/>
                  </a:lnTo>
                  <a:lnTo>
                    <a:pt x="84" y="330331"/>
                  </a:lnTo>
                  <a:lnTo>
                    <a:pt x="1503" y="329628"/>
                  </a:lnTo>
                  <a:lnTo>
                    <a:pt x="5906" y="329679"/>
                  </a:lnTo>
                  <a:lnTo>
                    <a:pt x="6875" y="329173"/>
                  </a:lnTo>
                  <a:lnTo>
                    <a:pt x="8520" y="323176"/>
                  </a:lnTo>
                  <a:lnTo>
                    <a:pt x="10854" y="321456"/>
                  </a:lnTo>
                  <a:lnTo>
                    <a:pt x="9751" y="317258"/>
                  </a:lnTo>
                  <a:lnTo>
                    <a:pt x="4124" y="315215"/>
                  </a:lnTo>
                  <a:lnTo>
                    <a:pt x="2867" y="314958"/>
                  </a:lnTo>
                  <a:lnTo>
                    <a:pt x="1846" y="314285"/>
                  </a:lnTo>
                  <a:lnTo>
                    <a:pt x="3187" y="311421"/>
                  </a:lnTo>
                  <a:lnTo>
                    <a:pt x="6471" y="307695"/>
                  </a:lnTo>
                  <a:lnTo>
                    <a:pt x="9998" y="308606"/>
                  </a:lnTo>
                  <a:lnTo>
                    <a:pt x="11533" y="309335"/>
                  </a:lnTo>
                  <a:lnTo>
                    <a:pt x="13420" y="311262"/>
                  </a:lnTo>
                  <a:lnTo>
                    <a:pt x="13623" y="310149"/>
                  </a:lnTo>
                  <a:lnTo>
                    <a:pt x="13410" y="308410"/>
                  </a:lnTo>
                  <a:lnTo>
                    <a:pt x="13839" y="309018"/>
                  </a:lnTo>
                  <a:lnTo>
                    <a:pt x="15513" y="304529"/>
                  </a:lnTo>
                  <a:lnTo>
                    <a:pt x="16389" y="304568"/>
                  </a:lnTo>
                  <a:lnTo>
                    <a:pt x="17029" y="304950"/>
                  </a:lnTo>
                  <a:lnTo>
                    <a:pt x="17339" y="304558"/>
                  </a:lnTo>
                  <a:lnTo>
                    <a:pt x="18415" y="304450"/>
                  </a:lnTo>
                  <a:lnTo>
                    <a:pt x="18764" y="304086"/>
                  </a:lnTo>
                  <a:lnTo>
                    <a:pt x="19535" y="304154"/>
                  </a:lnTo>
                  <a:lnTo>
                    <a:pt x="20389" y="304829"/>
                  </a:lnTo>
                  <a:lnTo>
                    <a:pt x="21281" y="304498"/>
                  </a:lnTo>
                  <a:lnTo>
                    <a:pt x="24292" y="302250"/>
                  </a:lnTo>
                  <a:lnTo>
                    <a:pt x="25297" y="301945"/>
                  </a:lnTo>
                  <a:lnTo>
                    <a:pt x="26260" y="300204"/>
                  </a:lnTo>
                  <a:lnTo>
                    <a:pt x="26256" y="299580"/>
                  </a:lnTo>
                  <a:lnTo>
                    <a:pt x="26633" y="299176"/>
                  </a:lnTo>
                  <a:lnTo>
                    <a:pt x="26457" y="299021"/>
                  </a:lnTo>
                  <a:lnTo>
                    <a:pt x="28036" y="297771"/>
                  </a:lnTo>
                  <a:lnTo>
                    <a:pt x="28406" y="296609"/>
                  </a:lnTo>
                  <a:lnTo>
                    <a:pt x="29409" y="296276"/>
                  </a:lnTo>
                  <a:lnTo>
                    <a:pt x="29940" y="296434"/>
                  </a:lnTo>
                  <a:lnTo>
                    <a:pt x="30386" y="296279"/>
                  </a:lnTo>
                  <a:lnTo>
                    <a:pt x="31159" y="296893"/>
                  </a:lnTo>
                  <a:lnTo>
                    <a:pt x="31187" y="297557"/>
                  </a:lnTo>
                  <a:lnTo>
                    <a:pt x="31892" y="298272"/>
                  </a:lnTo>
                  <a:lnTo>
                    <a:pt x="33370" y="298966"/>
                  </a:lnTo>
                  <a:lnTo>
                    <a:pt x="34334" y="299719"/>
                  </a:lnTo>
                  <a:lnTo>
                    <a:pt x="35342" y="300876"/>
                  </a:lnTo>
                  <a:lnTo>
                    <a:pt x="36013" y="302161"/>
                  </a:lnTo>
                  <a:lnTo>
                    <a:pt x="36825" y="300704"/>
                  </a:lnTo>
                  <a:lnTo>
                    <a:pt x="38084" y="301001"/>
                  </a:lnTo>
                  <a:lnTo>
                    <a:pt x="42245" y="302855"/>
                  </a:lnTo>
                  <a:lnTo>
                    <a:pt x="43214" y="303018"/>
                  </a:lnTo>
                  <a:lnTo>
                    <a:pt x="44571" y="303863"/>
                  </a:lnTo>
                  <a:lnTo>
                    <a:pt x="45752" y="305091"/>
                  </a:lnTo>
                  <a:lnTo>
                    <a:pt x="47743" y="305533"/>
                  </a:lnTo>
                  <a:lnTo>
                    <a:pt x="47729" y="304004"/>
                  </a:lnTo>
                  <a:lnTo>
                    <a:pt x="47947" y="303661"/>
                  </a:lnTo>
                  <a:lnTo>
                    <a:pt x="48615" y="298640"/>
                  </a:lnTo>
                  <a:lnTo>
                    <a:pt x="48360" y="296913"/>
                  </a:lnTo>
                  <a:lnTo>
                    <a:pt x="49145" y="296661"/>
                  </a:lnTo>
                  <a:lnTo>
                    <a:pt x="51204" y="293897"/>
                  </a:lnTo>
                  <a:lnTo>
                    <a:pt x="51553" y="293018"/>
                  </a:lnTo>
                  <a:lnTo>
                    <a:pt x="51005" y="292641"/>
                  </a:lnTo>
                  <a:lnTo>
                    <a:pt x="50786" y="291991"/>
                  </a:lnTo>
                  <a:lnTo>
                    <a:pt x="50860" y="290167"/>
                  </a:lnTo>
                  <a:lnTo>
                    <a:pt x="52343" y="287147"/>
                  </a:lnTo>
                  <a:lnTo>
                    <a:pt x="53365" y="287231"/>
                  </a:lnTo>
                  <a:lnTo>
                    <a:pt x="57656" y="288496"/>
                  </a:lnTo>
                  <a:lnTo>
                    <a:pt x="58883" y="289517"/>
                  </a:lnTo>
                  <a:lnTo>
                    <a:pt x="61215" y="290379"/>
                  </a:lnTo>
                  <a:lnTo>
                    <a:pt x="61841" y="288951"/>
                  </a:lnTo>
                  <a:lnTo>
                    <a:pt x="62897" y="283996"/>
                  </a:lnTo>
                  <a:lnTo>
                    <a:pt x="63745" y="284929"/>
                  </a:lnTo>
                  <a:lnTo>
                    <a:pt x="65151" y="285733"/>
                  </a:lnTo>
                  <a:lnTo>
                    <a:pt x="66007" y="287165"/>
                  </a:lnTo>
                  <a:lnTo>
                    <a:pt x="66586" y="287662"/>
                  </a:lnTo>
                  <a:lnTo>
                    <a:pt x="66502" y="287954"/>
                  </a:lnTo>
                  <a:lnTo>
                    <a:pt x="66877" y="288665"/>
                  </a:lnTo>
                  <a:lnTo>
                    <a:pt x="67393" y="288578"/>
                  </a:lnTo>
                  <a:lnTo>
                    <a:pt x="67232" y="288950"/>
                  </a:lnTo>
                  <a:lnTo>
                    <a:pt x="67625" y="289395"/>
                  </a:lnTo>
                  <a:lnTo>
                    <a:pt x="67911" y="289224"/>
                  </a:lnTo>
                  <a:lnTo>
                    <a:pt x="68151" y="289688"/>
                  </a:lnTo>
                  <a:lnTo>
                    <a:pt x="69114" y="290016"/>
                  </a:lnTo>
                  <a:lnTo>
                    <a:pt x="69777" y="290941"/>
                  </a:lnTo>
                  <a:lnTo>
                    <a:pt x="71600" y="291652"/>
                  </a:lnTo>
                  <a:lnTo>
                    <a:pt x="71735" y="292038"/>
                  </a:lnTo>
                  <a:lnTo>
                    <a:pt x="72665" y="292299"/>
                  </a:lnTo>
                  <a:lnTo>
                    <a:pt x="72777" y="290938"/>
                  </a:lnTo>
                  <a:lnTo>
                    <a:pt x="73461" y="289945"/>
                  </a:lnTo>
                  <a:lnTo>
                    <a:pt x="74353" y="287644"/>
                  </a:lnTo>
                  <a:lnTo>
                    <a:pt x="74474" y="285773"/>
                  </a:lnTo>
                  <a:lnTo>
                    <a:pt x="75486" y="282757"/>
                  </a:lnTo>
                  <a:lnTo>
                    <a:pt x="75605" y="279667"/>
                  </a:lnTo>
                  <a:lnTo>
                    <a:pt x="76080" y="278918"/>
                  </a:lnTo>
                  <a:lnTo>
                    <a:pt x="76266" y="278213"/>
                  </a:lnTo>
                  <a:lnTo>
                    <a:pt x="76135" y="277966"/>
                  </a:lnTo>
                  <a:lnTo>
                    <a:pt x="76616" y="277420"/>
                  </a:lnTo>
                  <a:lnTo>
                    <a:pt x="76584" y="277008"/>
                  </a:lnTo>
                  <a:lnTo>
                    <a:pt x="77356" y="276292"/>
                  </a:lnTo>
                  <a:lnTo>
                    <a:pt x="77362" y="275955"/>
                  </a:lnTo>
                  <a:lnTo>
                    <a:pt x="77824" y="276070"/>
                  </a:lnTo>
                  <a:lnTo>
                    <a:pt x="79128" y="275097"/>
                  </a:lnTo>
                  <a:lnTo>
                    <a:pt x="79963" y="275210"/>
                  </a:lnTo>
                  <a:lnTo>
                    <a:pt x="80250" y="274860"/>
                  </a:lnTo>
                  <a:lnTo>
                    <a:pt x="80991" y="274570"/>
                  </a:lnTo>
                  <a:lnTo>
                    <a:pt x="80663" y="274446"/>
                  </a:lnTo>
                  <a:lnTo>
                    <a:pt x="80901" y="274125"/>
                  </a:lnTo>
                  <a:lnTo>
                    <a:pt x="81957" y="274066"/>
                  </a:lnTo>
                  <a:lnTo>
                    <a:pt x="82083" y="273824"/>
                  </a:lnTo>
                  <a:lnTo>
                    <a:pt x="82240" y="274121"/>
                  </a:lnTo>
                  <a:lnTo>
                    <a:pt x="82804" y="274095"/>
                  </a:lnTo>
                  <a:lnTo>
                    <a:pt x="83487" y="273485"/>
                  </a:lnTo>
                  <a:lnTo>
                    <a:pt x="83879" y="273741"/>
                  </a:lnTo>
                  <a:lnTo>
                    <a:pt x="84628" y="273618"/>
                  </a:lnTo>
                  <a:lnTo>
                    <a:pt x="84855" y="273422"/>
                  </a:lnTo>
                  <a:lnTo>
                    <a:pt x="84715" y="273113"/>
                  </a:lnTo>
                  <a:lnTo>
                    <a:pt x="84900" y="272795"/>
                  </a:lnTo>
                  <a:lnTo>
                    <a:pt x="84680" y="272153"/>
                  </a:lnTo>
                  <a:lnTo>
                    <a:pt x="84820" y="271563"/>
                  </a:lnTo>
                  <a:lnTo>
                    <a:pt x="85329" y="271080"/>
                  </a:lnTo>
                  <a:lnTo>
                    <a:pt x="85248" y="270525"/>
                  </a:lnTo>
                  <a:lnTo>
                    <a:pt x="85539" y="270306"/>
                  </a:lnTo>
                  <a:lnTo>
                    <a:pt x="85400" y="270036"/>
                  </a:lnTo>
                  <a:lnTo>
                    <a:pt x="85948" y="269219"/>
                  </a:lnTo>
                  <a:lnTo>
                    <a:pt x="86626" y="268950"/>
                  </a:lnTo>
                  <a:lnTo>
                    <a:pt x="87499" y="269018"/>
                  </a:lnTo>
                  <a:lnTo>
                    <a:pt x="87660" y="268341"/>
                  </a:lnTo>
                  <a:lnTo>
                    <a:pt x="88861" y="266957"/>
                  </a:lnTo>
                  <a:lnTo>
                    <a:pt x="89400" y="266812"/>
                  </a:lnTo>
                  <a:lnTo>
                    <a:pt x="89833" y="266014"/>
                  </a:lnTo>
                  <a:lnTo>
                    <a:pt x="91040" y="265018"/>
                  </a:lnTo>
                  <a:lnTo>
                    <a:pt x="92515" y="264313"/>
                  </a:lnTo>
                  <a:lnTo>
                    <a:pt x="93168" y="263453"/>
                  </a:lnTo>
                  <a:lnTo>
                    <a:pt x="93405" y="263869"/>
                  </a:lnTo>
                  <a:lnTo>
                    <a:pt x="94112" y="263485"/>
                  </a:lnTo>
                  <a:lnTo>
                    <a:pt x="96211" y="264689"/>
                  </a:lnTo>
                  <a:lnTo>
                    <a:pt x="98049" y="264580"/>
                  </a:lnTo>
                  <a:lnTo>
                    <a:pt x="99804" y="264897"/>
                  </a:lnTo>
                  <a:lnTo>
                    <a:pt x="99679" y="265446"/>
                  </a:lnTo>
                  <a:lnTo>
                    <a:pt x="100517" y="266267"/>
                  </a:lnTo>
                  <a:lnTo>
                    <a:pt x="101353" y="266663"/>
                  </a:lnTo>
                  <a:lnTo>
                    <a:pt x="101412" y="267171"/>
                  </a:lnTo>
                  <a:lnTo>
                    <a:pt x="101961" y="267261"/>
                  </a:lnTo>
                  <a:lnTo>
                    <a:pt x="101754" y="265359"/>
                  </a:lnTo>
                  <a:lnTo>
                    <a:pt x="101914" y="264829"/>
                  </a:lnTo>
                  <a:lnTo>
                    <a:pt x="102744" y="264250"/>
                  </a:lnTo>
                  <a:lnTo>
                    <a:pt x="104570" y="264308"/>
                  </a:lnTo>
                  <a:lnTo>
                    <a:pt x="104680" y="263364"/>
                  </a:lnTo>
                  <a:lnTo>
                    <a:pt x="105924" y="263177"/>
                  </a:lnTo>
                  <a:lnTo>
                    <a:pt x="105371" y="262098"/>
                  </a:lnTo>
                  <a:lnTo>
                    <a:pt x="105202" y="260858"/>
                  </a:lnTo>
                  <a:lnTo>
                    <a:pt x="104470" y="259843"/>
                  </a:lnTo>
                  <a:lnTo>
                    <a:pt x="104373" y="258446"/>
                  </a:lnTo>
                  <a:lnTo>
                    <a:pt x="103407" y="258268"/>
                  </a:lnTo>
                  <a:lnTo>
                    <a:pt x="103521" y="257411"/>
                  </a:lnTo>
                  <a:lnTo>
                    <a:pt x="104524" y="257231"/>
                  </a:lnTo>
                  <a:lnTo>
                    <a:pt x="107866" y="258029"/>
                  </a:lnTo>
                  <a:lnTo>
                    <a:pt x="110052" y="257491"/>
                  </a:lnTo>
                  <a:lnTo>
                    <a:pt x="111304" y="258133"/>
                  </a:lnTo>
                  <a:lnTo>
                    <a:pt x="113548" y="258613"/>
                  </a:lnTo>
                  <a:lnTo>
                    <a:pt x="115484" y="257798"/>
                  </a:lnTo>
                  <a:lnTo>
                    <a:pt x="117490" y="257694"/>
                  </a:lnTo>
                  <a:lnTo>
                    <a:pt x="118967" y="257964"/>
                  </a:lnTo>
                  <a:lnTo>
                    <a:pt x="120746" y="257820"/>
                  </a:lnTo>
                  <a:lnTo>
                    <a:pt x="121512" y="258161"/>
                  </a:lnTo>
                  <a:lnTo>
                    <a:pt x="122891" y="259303"/>
                  </a:lnTo>
                  <a:lnTo>
                    <a:pt x="123065" y="258977"/>
                  </a:lnTo>
                  <a:lnTo>
                    <a:pt x="124222" y="260180"/>
                  </a:lnTo>
                  <a:lnTo>
                    <a:pt x="125615" y="261846"/>
                  </a:lnTo>
                  <a:lnTo>
                    <a:pt x="127557" y="263328"/>
                  </a:lnTo>
                  <a:lnTo>
                    <a:pt x="127918" y="263833"/>
                  </a:lnTo>
                  <a:lnTo>
                    <a:pt x="129188" y="265316"/>
                  </a:lnTo>
                  <a:lnTo>
                    <a:pt x="130198" y="267891"/>
                  </a:lnTo>
                  <a:lnTo>
                    <a:pt x="129973" y="267969"/>
                  </a:lnTo>
                  <a:lnTo>
                    <a:pt x="130340" y="268834"/>
                  </a:lnTo>
                  <a:lnTo>
                    <a:pt x="131601" y="269616"/>
                  </a:lnTo>
                  <a:lnTo>
                    <a:pt x="133822" y="270119"/>
                  </a:lnTo>
                  <a:lnTo>
                    <a:pt x="135179" y="270706"/>
                  </a:lnTo>
                  <a:lnTo>
                    <a:pt x="136989" y="271234"/>
                  </a:lnTo>
                  <a:lnTo>
                    <a:pt x="137714" y="271104"/>
                  </a:lnTo>
                  <a:lnTo>
                    <a:pt x="138362" y="271626"/>
                  </a:lnTo>
                  <a:lnTo>
                    <a:pt x="139916" y="271589"/>
                  </a:lnTo>
                  <a:lnTo>
                    <a:pt x="142144" y="272019"/>
                  </a:lnTo>
                  <a:lnTo>
                    <a:pt x="143979" y="271597"/>
                  </a:lnTo>
                  <a:lnTo>
                    <a:pt x="147861" y="271772"/>
                  </a:lnTo>
                  <a:lnTo>
                    <a:pt x="149356" y="272497"/>
                  </a:lnTo>
                  <a:lnTo>
                    <a:pt x="149852" y="273062"/>
                  </a:lnTo>
                  <a:lnTo>
                    <a:pt x="153731" y="275470"/>
                  </a:lnTo>
                  <a:lnTo>
                    <a:pt x="155546" y="276267"/>
                  </a:lnTo>
                  <a:lnTo>
                    <a:pt x="155799" y="276667"/>
                  </a:lnTo>
                  <a:lnTo>
                    <a:pt x="155976" y="276563"/>
                  </a:lnTo>
                  <a:lnTo>
                    <a:pt x="156872" y="277033"/>
                  </a:lnTo>
                  <a:lnTo>
                    <a:pt x="156923" y="277618"/>
                  </a:lnTo>
                  <a:lnTo>
                    <a:pt x="157978" y="278202"/>
                  </a:lnTo>
                  <a:lnTo>
                    <a:pt x="158315" y="277978"/>
                  </a:lnTo>
                  <a:lnTo>
                    <a:pt x="159329" y="276272"/>
                  </a:lnTo>
                  <a:lnTo>
                    <a:pt x="158730" y="274255"/>
                  </a:lnTo>
                  <a:lnTo>
                    <a:pt x="159319" y="268878"/>
                  </a:lnTo>
                  <a:lnTo>
                    <a:pt x="162324" y="264984"/>
                  </a:lnTo>
                  <a:lnTo>
                    <a:pt x="162971" y="263793"/>
                  </a:lnTo>
                  <a:lnTo>
                    <a:pt x="164951" y="261422"/>
                  </a:lnTo>
                  <a:lnTo>
                    <a:pt x="166491" y="258861"/>
                  </a:lnTo>
                  <a:lnTo>
                    <a:pt x="166679" y="257506"/>
                  </a:lnTo>
                  <a:lnTo>
                    <a:pt x="167279" y="255877"/>
                  </a:lnTo>
                  <a:lnTo>
                    <a:pt x="169449" y="251690"/>
                  </a:lnTo>
                  <a:lnTo>
                    <a:pt x="170044" y="248836"/>
                  </a:lnTo>
                  <a:lnTo>
                    <a:pt x="171105" y="246111"/>
                  </a:lnTo>
                  <a:lnTo>
                    <a:pt x="171135" y="245371"/>
                  </a:lnTo>
                  <a:lnTo>
                    <a:pt x="173176" y="244707"/>
                  </a:lnTo>
                  <a:lnTo>
                    <a:pt x="175508" y="243449"/>
                  </a:lnTo>
                  <a:lnTo>
                    <a:pt x="176110" y="244457"/>
                  </a:lnTo>
                  <a:lnTo>
                    <a:pt x="176735" y="247287"/>
                  </a:lnTo>
                  <a:lnTo>
                    <a:pt x="178241" y="248801"/>
                  </a:lnTo>
                  <a:lnTo>
                    <a:pt x="181017" y="249847"/>
                  </a:lnTo>
                  <a:lnTo>
                    <a:pt x="184679" y="250645"/>
                  </a:lnTo>
                  <a:lnTo>
                    <a:pt x="184943" y="251140"/>
                  </a:lnTo>
                  <a:lnTo>
                    <a:pt x="184846" y="251459"/>
                  </a:lnTo>
                  <a:lnTo>
                    <a:pt x="185496" y="252208"/>
                  </a:lnTo>
                  <a:lnTo>
                    <a:pt x="186054" y="252491"/>
                  </a:lnTo>
                  <a:lnTo>
                    <a:pt x="186458" y="253375"/>
                  </a:lnTo>
                  <a:lnTo>
                    <a:pt x="188391" y="254812"/>
                  </a:lnTo>
                  <a:lnTo>
                    <a:pt x="189291" y="255100"/>
                  </a:lnTo>
                  <a:lnTo>
                    <a:pt x="189791" y="255526"/>
                  </a:lnTo>
                  <a:lnTo>
                    <a:pt x="192265" y="254709"/>
                  </a:lnTo>
                  <a:lnTo>
                    <a:pt x="195725" y="254687"/>
                  </a:lnTo>
                  <a:lnTo>
                    <a:pt x="196645" y="254074"/>
                  </a:lnTo>
                  <a:lnTo>
                    <a:pt x="197245" y="252396"/>
                  </a:lnTo>
                  <a:lnTo>
                    <a:pt x="198262" y="251063"/>
                  </a:lnTo>
                  <a:lnTo>
                    <a:pt x="200876" y="249662"/>
                  </a:lnTo>
                  <a:lnTo>
                    <a:pt x="203193" y="247501"/>
                  </a:lnTo>
                  <a:lnTo>
                    <a:pt x="204383" y="246979"/>
                  </a:lnTo>
                  <a:lnTo>
                    <a:pt x="205940" y="245763"/>
                  </a:lnTo>
                  <a:lnTo>
                    <a:pt x="207565" y="245066"/>
                  </a:lnTo>
                  <a:lnTo>
                    <a:pt x="208388" y="244229"/>
                  </a:lnTo>
                  <a:lnTo>
                    <a:pt x="208822" y="244073"/>
                  </a:lnTo>
                  <a:lnTo>
                    <a:pt x="210762" y="241509"/>
                  </a:lnTo>
                  <a:lnTo>
                    <a:pt x="211081" y="240493"/>
                  </a:lnTo>
                  <a:lnTo>
                    <a:pt x="211015" y="239607"/>
                  </a:lnTo>
                  <a:lnTo>
                    <a:pt x="212736" y="237997"/>
                  </a:lnTo>
                  <a:lnTo>
                    <a:pt x="215618" y="240045"/>
                  </a:lnTo>
                  <a:lnTo>
                    <a:pt x="216099" y="240958"/>
                  </a:lnTo>
                  <a:lnTo>
                    <a:pt x="216560" y="241322"/>
                  </a:lnTo>
                  <a:lnTo>
                    <a:pt x="218239" y="241944"/>
                  </a:lnTo>
                  <a:lnTo>
                    <a:pt x="222058" y="244068"/>
                  </a:lnTo>
                  <a:lnTo>
                    <a:pt x="223039" y="244926"/>
                  </a:lnTo>
                  <a:lnTo>
                    <a:pt x="223994" y="248194"/>
                  </a:lnTo>
                  <a:lnTo>
                    <a:pt x="223643" y="248432"/>
                  </a:lnTo>
                  <a:lnTo>
                    <a:pt x="224206" y="249700"/>
                  </a:lnTo>
                  <a:lnTo>
                    <a:pt x="224230" y="250844"/>
                  </a:lnTo>
                  <a:lnTo>
                    <a:pt x="225723" y="250919"/>
                  </a:lnTo>
                  <a:lnTo>
                    <a:pt x="226138" y="250922"/>
                  </a:lnTo>
                  <a:lnTo>
                    <a:pt x="226765" y="251567"/>
                  </a:lnTo>
                  <a:lnTo>
                    <a:pt x="227816" y="252067"/>
                  </a:lnTo>
                  <a:lnTo>
                    <a:pt x="229214" y="252125"/>
                  </a:lnTo>
                  <a:lnTo>
                    <a:pt x="231111" y="249372"/>
                  </a:lnTo>
                  <a:lnTo>
                    <a:pt x="231657" y="249219"/>
                  </a:lnTo>
                  <a:lnTo>
                    <a:pt x="231135" y="246628"/>
                  </a:lnTo>
                  <a:lnTo>
                    <a:pt x="230681" y="245876"/>
                  </a:lnTo>
                  <a:lnTo>
                    <a:pt x="231372" y="244686"/>
                  </a:lnTo>
                  <a:lnTo>
                    <a:pt x="231364" y="243451"/>
                  </a:lnTo>
                  <a:lnTo>
                    <a:pt x="230857" y="242289"/>
                  </a:lnTo>
                  <a:lnTo>
                    <a:pt x="229264" y="241823"/>
                  </a:lnTo>
                  <a:lnTo>
                    <a:pt x="229080" y="241425"/>
                  </a:lnTo>
                  <a:lnTo>
                    <a:pt x="229481" y="239942"/>
                  </a:lnTo>
                  <a:lnTo>
                    <a:pt x="230896" y="237667"/>
                  </a:lnTo>
                  <a:lnTo>
                    <a:pt x="231749" y="236904"/>
                  </a:lnTo>
                  <a:lnTo>
                    <a:pt x="232444" y="235543"/>
                  </a:lnTo>
                  <a:lnTo>
                    <a:pt x="233014" y="233038"/>
                  </a:lnTo>
                  <a:lnTo>
                    <a:pt x="232891" y="232067"/>
                  </a:lnTo>
                  <a:lnTo>
                    <a:pt x="233081" y="231700"/>
                  </a:lnTo>
                  <a:lnTo>
                    <a:pt x="233704" y="231129"/>
                  </a:lnTo>
                  <a:lnTo>
                    <a:pt x="233959" y="228847"/>
                  </a:lnTo>
                  <a:lnTo>
                    <a:pt x="234751" y="227134"/>
                  </a:lnTo>
                  <a:lnTo>
                    <a:pt x="234721" y="226757"/>
                  </a:lnTo>
                  <a:lnTo>
                    <a:pt x="234009" y="225897"/>
                  </a:lnTo>
                  <a:lnTo>
                    <a:pt x="234312" y="225268"/>
                  </a:lnTo>
                  <a:lnTo>
                    <a:pt x="234301" y="224171"/>
                  </a:lnTo>
                  <a:lnTo>
                    <a:pt x="234748" y="223646"/>
                  </a:lnTo>
                  <a:lnTo>
                    <a:pt x="234225" y="222552"/>
                  </a:lnTo>
                  <a:lnTo>
                    <a:pt x="234410" y="221624"/>
                  </a:lnTo>
                  <a:lnTo>
                    <a:pt x="235909" y="219820"/>
                  </a:lnTo>
                  <a:lnTo>
                    <a:pt x="236423" y="219574"/>
                  </a:lnTo>
                  <a:lnTo>
                    <a:pt x="240248" y="218481"/>
                  </a:lnTo>
                  <a:lnTo>
                    <a:pt x="242552" y="219069"/>
                  </a:lnTo>
                  <a:lnTo>
                    <a:pt x="244109" y="218126"/>
                  </a:lnTo>
                  <a:lnTo>
                    <a:pt x="244110" y="217810"/>
                  </a:lnTo>
                  <a:lnTo>
                    <a:pt x="243814" y="217836"/>
                  </a:lnTo>
                  <a:lnTo>
                    <a:pt x="243565" y="217313"/>
                  </a:lnTo>
                  <a:lnTo>
                    <a:pt x="243653" y="215708"/>
                  </a:lnTo>
                  <a:lnTo>
                    <a:pt x="243352" y="215418"/>
                  </a:lnTo>
                  <a:lnTo>
                    <a:pt x="243004" y="215439"/>
                  </a:lnTo>
                  <a:lnTo>
                    <a:pt x="242963" y="214668"/>
                  </a:lnTo>
                  <a:lnTo>
                    <a:pt x="242658" y="214585"/>
                  </a:lnTo>
                  <a:lnTo>
                    <a:pt x="242830" y="214377"/>
                  </a:lnTo>
                  <a:lnTo>
                    <a:pt x="242543" y="214623"/>
                  </a:lnTo>
                  <a:lnTo>
                    <a:pt x="242585" y="214257"/>
                  </a:lnTo>
                  <a:lnTo>
                    <a:pt x="242799" y="214181"/>
                  </a:lnTo>
                  <a:lnTo>
                    <a:pt x="242723" y="213598"/>
                  </a:lnTo>
                  <a:lnTo>
                    <a:pt x="241759" y="212769"/>
                  </a:lnTo>
                  <a:lnTo>
                    <a:pt x="241349" y="211389"/>
                  </a:lnTo>
                  <a:lnTo>
                    <a:pt x="240907" y="211097"/>
                  </a:lnTo>
                  <a:lnTo>
                    <a:pt x="240928" y="210843"/>
                  </a:lnTo>
                  <a:lnTo>
                    <a:pt x="239177" y="209314"/>
                  </a:lnTo>
                  <a:lnTo>
                    <a:pt x="238604" y="209221"/>
                  </a:lnTo>
                  <a:lnTo>
                    <a:pt x="238148" y="209520"/>
                  </a:lnTo>
                  <a:lnTo>
                    <a:pt x="235128" y="209886"/>
                  </a:lnTo>
                  <a:lnTo>
                    <a:pt x="232585" y="209618"/>
                  </a:lnTo>
                  <a:lnTo>
                    <a:pt x="230297" y="209086"/>
                  </a:lnTo>
                  <a:lnTo>
                    <a:pt x="227700" y="205860"/>
                  </a:lnTo>
                  <a:lnTo>
                    <a:pt x="225849" y="203116"/>
                  </a:lnTo>
                  <a:lnTo>
                    <a:pt x="222272" y="201356"/>
                  </a:lnTo>
                  <a:lnTo>
                    <a:pt x="222571" y="199972"/>
                  </a:lnTo>
                  <a:lnTo>
                    <a:pt x="223017" y="200063"/>
                  </a:lnTo>
                  <a:lnTo>
                    <a:pt x="223202" y="199897"/>
                  </a:lnTo>
                  <a:lnTo>
                    <a:pt x="223756" y="197417"/>
                  </a:lnTo>
                  <a:lnTo>
                    <a:pt x="224329" y="196589"/>
                  </a:lnTo>
                  <a:lnTo>
                    <a:pt x="224004" y="195688"/>
                  </a:lnTo>
                  <a:lnTo>
                    <a:pt x="223600" y="195671"/>
                  </a:lnTo>
                  <a:lnTo>
                    <a:pt x="223109" y="194804"/>
                  </a:lnTo>
                  <a:lnTo>
                    <a:pt x="223024" y="193572"/>
                  </a:lnTo>
                  <a:lnTo>
                    <a:pt x="221723" y="191436"/>
                  </a:lnTo>
                  <a:lnTo>
                    <a:pt x="221247" y="191530"/>
                  </a:lnTo>
                  <a:lnTo>
                    <a:pt x="220149" y="191212"/>
                  </a:lnTo>
                  <a:lnTo>
                    <a:pt x="219127" y="189808"/>
                  </a:lnTo>
                  <a:lnTo>
                    <a:pt x="217383" y="188784"/>
                  </a:lnTo>
                  <a:lnTo>
                    <a:pt x="216157" y="188487"/>
                  </a:lnTo>
                  <a:lnTo>
                    <a:pt x="214662" y="188452"/>
                  </a:lnTo>
                  <a:lnTo>
                    <a:pt x="212462" y="188718"/>
                  </a:lnTo>
                  <a:lnTo>
                    <a:pt x="210347" y="183424"/>
                  </a:lnTo>
                  <a:lnTo>
                    <a:pt x="206719" y="182886"/>
                  </a:lnTo>
                  <a:lnTo>
                    <a:pt x="203952" y="183071"/>
                  </a:lnTo>
                  <a:lnTo>
                    <a:pt x="204239" y="181969"/>
                  </a:lnTo>
                  <a:lnTo>
                    <a:pt x="204112" y="181224"/>
                  </a:lnTo>
                  <a:lnTo>
                    <a:pt x="204449" y="180481"/>
                  </a:lnTo>
                  <a:lnTo>
                    <a:pt x="204474" y="179104"/>
                  </a:lnTo>
                  <a:lnTo>
                    <a:pt x="203168" y="178671"/>
                  </a:lnTo>
                  <a:lnTo>
                    <a:pt x="201469" y="176856"/>
                  </a:lnTo>
                  <a:lnTo>
                    <a:pt x="200630" y="175119"/>
                  </a:lnTo>
                  <a:lnTo>
                    <a:pt x="199359" y="174120"/>
                  </a:lnTo>
                  <a:lnTo>
                    <a:pt x="199201" y="173532"/>
                  </a:lnTo>
                  <a:lnTo>
                    <a:pt x="200848" y="172548"/>
                  </a:lnTo>
                  <a:lnTo>
                    <a:pt x="201107" y="172784"/>
                  </a:lnTo>
                  <a:lnTo>
                    <a:pt x="201713" y="172742"/>
                  </a:lnTo>
                  <a:lnTo>
                    <a:pt x="205608" y="171221"/>
                  </a:lnTo>
                  <a:lnTo>
                    <a:pt x="210027" y="170323"/>
                  </a:lnTo>
                  <a:lnTo>
                    <a:pt x="211759" y="169520"/>
                  </a:lnTo>
                  <a:lnTo>
                    <a:pt x="211222" y="165142"/>
                  </a:lnTo>
                  <a:lnTo>
                    <a:pt x="210760" y="164061"/>
                  </a:lnTo>
                  <a:lnTo>
                    <a:pt x="210575" y="162844"/>
                  </a:lnTo>
                  <a:lnTo>
                    <a:pt x="210761" y="161850"/>
                  </a:lnTo>
                  <a:lnTo>
                    <a:pt x="211715" y="159959"/>
                  </a:lnTo>
                  <a:lnTo>
                    <a:pt x="211634" y="159511"/>
                  </a:lnTo>
                  <a:lnTo>
                    <a:pt x="212008" y="159183"/>
                  </a:lnTo>
                  <a:lnTo>
                    <a:pt x="211583" y="156734"/>
                  </a:lnTo>
                  <a:lnTo>
                    <a:pt x="208477" y="151124"/>
                  </a:lnTo>
                  <a:lnTo>
                    <a:pt x="205415" y="147846"/>
                  </a:lnTo>
                  <a:lnTo>
                    <a:pt x="204169" y="144919"/>
                  </a:lnTo>
                  <a:lnTo>
                    <a:pt x="203074" y="142898"/>
                  </a:lnTo>
                  <a:lnTo>
                    <a:pt x="202042" y="141719"/>
                  </a:lnTo>
                  <a:lnTo>
                    <a:pt x="201348" y="141407"/>
                  </a:lnTo>
                  <a:lnTo>
                    <a:pt x="199758" y="141305"/>
                  </a:lnTo>
                  <a:lnTo>
                    <a:pt x="199910" y="138981"/>
                  </a:lnTo>
                  <a:lnTo>
                    <a:pt x="201142" y="138444"/>
                  </a:lnTo>
                  <a:lnTo>
                    <a:pt x="203308" y="139123"/>
                  </a:lnTo>
                  <a:lnTo>
                    <a:pt x="204678" y="139856"/>
                  </a:lnTo>
                  <a:lnTo>
                    <a:pt x="207730" y="140215"/>
                  </a:lnTo>
                  <a:lnTo>
                    <a:pt x="208538" y="138978"/>
                  </a:lnTo>
                  <a:lnTo>
                    <a:pt x="210342" y="139320"/>
                  </a:lnTo>
                  <a:lnTo>
                    <a:pt x="209556" y="140289"/>
                  </a:lnTo>
                  <a:lnTo>
                    <a:pt x="209541" y="141552"/>
                  </a:lnTo>
                  <a:lnTo>
                    <a:pt x="209801" y="142057"/>
                  </a:lnTo>
                  <a:lnTo>
                    <a:pt x="215942" y="141644"/>
                  </a:lnTo>
                  <a:lnTo>
                    <a:pt x="217004" y="141855"/>
                  </a:lnTo>
                  <a:lnTo>
                    <a:pt x="218231" y="141583"/>
                  </a:lnTo>
                  <a:lnTo>
                    <a:pt x="219166" y="139749"/>
                  </a:lnTo>
                  <a:lnTo>
                    <a:pt x="218700" y="139026"/>
                  </a:lnTo>
                  <a:lnTo>
                    <a:pt x="218774" y="138148"/>
                  </a:lnTo>
                  <a:lnTo>
                    <a:pt x="218392" y="137560"/>
                  </a:lnTo>
                  <a:lnTo>
                    <a:pt x="217980" y="134649"/>
                  </a:lnTo>
                  <a:lnTo>
                    <a:pt x="218481" y="134122"/>
                  </a:lnTo>
                  <a:lnTo>
                    <a:pt x="217996" y="132468"/>
                  </a:lnTo>
                  <a:lnTo>
                    <a:pt x="217077" y="131887"/>
                  </a:lnTo>
                  <a:lnTo>
                    <a:pt x="217465" y="131642"/>
                  </a:lnTo>
                  <a:lnTo>
                    <a:pt x="215832" y="129814"/>
                  </a:lnTo>
                  <a:lnTo>
                    <a:pt x="214246" y="129072"/>
                  </a:lnTo>
                  <a:lnTo>
                    <a:pt x="214460" y="127697"/>
                  </a:lnTo>
                  <a:lnTo>
                    <a:pt x="214993" y="127203"/>
                  </a:lnTo>
                  <a:lnTo>
                    <a:pt x="216307" y="128409"/>
                  </a:lnTo>
                  <a:lnTo>
                    <a:pt x="217601" y="128725"/>
                  </a:lnTo>
                  <a:lnTo>
                    <a:pt x="219769" y="130120"/>
                  </a:lnTo>
                  <a:lnTo>
                    <a:pt x="221332" y="130346"/>
                  </a:lnTo>
                  <a:lnTo>
                    <a:pt x="222084" y="132142"/>
                  </a:lnTo>
                  <a:lnTo>
                    <a:pt x="226378" y="132076"/>
                  </a:lnTo>
                  <a:lnTo>
                    <a:pt x="234741" y="132922"/>
                  </a:lnTo>
                  <a:lnTo>
                    <a:pt x="240387" y="132883"/>
                  </a:lnTo>
                  <a:lnTo>
                    <a:pt x="242815" y="132241"/>
                  </a:lnTo>
                  <a:lnTo>
                    <a:pt x="242606" y="129829"/>
                  </a:lnTo>
                  <a:lnTo>
                    <a:pt x="245004" y="129774"/>
                  </a:lnTo>
                  <a:lnTo>
                    <a:pt x="246046" y="130317"/>
                  </a:lnTo>
                  <a:lnTo>
                    <a:pt x="246801" y="131149"/>
                  </a:lnTo>
                  <a:lnTo>
                    <a:pt x="248068" y="131136"/>
                  </a:lnTo>
                  <a:lnTo>
                    <a:pt x="248044" y="130178"/>
                  </a:lnTo>
                  <a:lnTo>
                    <a:pt x="246678" y="127341"/>
                  </a:lnTo>
                  <a:lnTo>
                    <a:pt x="246348" y="125991"/>
                  </a:lnTo>
                  <a:lnTo>
                    <a:pt x="247668" y="126426"/>
                  </a:lnTo>
                  <a:lnTo>
                    <a:pt x="248688" y="127149"/>
                  </a:lnTo>
                  <a:lnTo>
                    <a:pt x="251832" y="127737"/>
                  </a:lnTo>
                  <a:lnTo>
                    <a:pt x="252495" y="126308"/>
                  </a:lnTo>
                  <a:lnTo>
                    <a:pt x="253780" y="126582"/>
                  </a:lnTo>
                  <a:lnTo>
                    <a:pt x="256000" y="128120"/>
                  </a:lnTo>
                  <a:lnTo>
                    <a:pt x="257267" y="126262"/>
                  </a:lnTo>
                  <a:lnTo>
                    <a:pt x="258025" y="124665"/>
                  </a:lnTo>
                  <a:lnTo>
                    <a:pt x="258677" y="125142"/>
                  </a:lnTo>
                  <a:lnTo>
                    <a:pt x="259528" y="125349"/>
                  </a:lnTo>
                  <a:lnTo>
                    <a:pt x="262081" y="125587"/>
                  </a:lnTo>
                  <a:lnTo>
                    <a:pt x="262460" y="126007"/>
                  </a:lnTo>
                  <a:lnTo>
                    <a:pt x="262967" y="126016"/>
                  </a:lnTo>
                  <a:lnTo>
                    <a:pt x="263318" y="126346"/>
                  </a:lnTo>
                  <a:lnTo>
                    <a:pt x="263648" y="126148"/>
                  </a:lnTo>
                  <a:lnTo>
                    <a:pt x="263782" y="126375"/>
                  </a:lnTo>
                  <a:lnTo>
                    <a:pt x="264218" y="126123"/>
                  </a:lnTo>
                  <a:lnTo>
                    <a:pt x="264586" y="126219"/>
                  </a:lnTo>
                  <a:lnTo>
                    <a:pt x="266249" y="127386"/>
                  </a:lnTo>
                  <a:lnTo>
                    <a:pt x="266967" y="127437"/>
                  </a:lnTo>
                  <a:lnTo>
                    <a:pt x="268483" y="128253"/>
                  </a:lnTo>
                  <a:lnTo>
                    <a:pt x="272025" y="129586"/>
                  </a:lnTo>
                  <a:lnTo>
                    <a:pt x="274913" y="129907"/>
                  </a:lnTo>
                  <a:lnTo>
                    <a:pt x="278824" y="129384"/>
                  </a:lnTo>
                  <a:lnTo>
                    <a:pt x="280201" y="132878"/>
                  </a:lnTo>
                  <a:lnTo>
                    <a:pt x="280389" y="132786"/>
                  </a:lnTo>
                  <a:lnTo>
                    <a:pt x="282831" y="136661"/>
                  </a:lnTo>
                  <a:lnTo>
                    <a:pt x="283570" y="138280"/>
                  </a:lnTo>
                  <a:lnTo>
                    <a:pt x="285753" y="138446"/>
                  </a:lnTo>
                  <a:lnTo>
                    <a:pt x="286119" y="138885"/>
                  </a:lnTo>
                  <a:lnTo>
                    <a:pt x="286959" y="138670"/>
                  </a:lnTo>
                  <a:lnTo>
                    <a:pt x="289526" y="139378"/>
                  </a:lnTo>
                  <a:lnTo>
                    <a:pt x="291081" y="139224"/>
                  </a:lnTo>
                  <a:lnTo>
                    <a:pt x="291917" y="139476"/>
                  </a:lnTo>
                  <a:lnTo>
                    <a:pt x="294062" y="139510"/>
                  </a:lnTo>
                  <a:lnTo>
                    <a:pt x="294425" y="139145"/>
                  </a:lnTo>
                  <a:lnTo>
                    <a:pt x="296076" y="138669"/>
                  </a:lnTo>
                  <a:lnTo>
                    <a:pt x="296083" y="138262"/>
                  </a:lnTo>
                  <a:lnTo>
                    <a:pt x="296737" y="137705"/>
                  </a:lnTo>
                  <a:lnTo>
                    <a:pt x="297007" y="137464"/>
                  </a:lnTo>
                  <a:lnTo>
                    <a:pt x="296933" y="137234"/>
                  </a:lnTo>
                  <a:lnTo>
                    <a:pt x="297523" y="137139"/>
                  </a:lnTo>
                  <a:lnTo>
                    <a:pt x="297829" y="136854"/>
                  </a:lnTo>
                  <a:lnTo>
                    <a:pt x="298471" y="135663"/>
                  </a:lnTo>
                  <a:lnTo>
                    <a:pt x="298960" y="135270"/>
                  </a:lnTo>
                  <a:lnTo>
                    <a:pt x="298932" y="134694"/>
                  </a:lnTo>
                  <a:lnTo>
                    <a:pt x="299147" y="134594"/>
                  </a:lnTo>
                  <a:lnTo>
                    <a:pt x="299248" y="133762"/>
                  </a:lnTo>
                  <a:lnTo>
                    <a:pt x="299409" y="133725"/>
                  </a:lnTo>
                  <a:lnTo>
                    <a:pt x="299243" y="133353"/>
                  </a:lnTo>
                  <a:lnTo>
                    <a:pt x="299734" y="132721"/>
                  </a:lnTo>
                  <a:lnTo>
                    <a:pt x="299434" y="132452"/>
                  </a:lnTo>
                  <a:lnTo>
                    <a:pt x="299778" y="132428"/>
                  </a:lnTo>
                  <a:lnTo>
                    <a:pt x="300052" y="131929"/>
                  </a:lnTo>
                  <a:lnTo>
                    <a:pt x="301058" y="131668"/>
                  </a:lnTo>
                  <a:lnTo>
                    <a:pt x="301387" y="131220"/>
                  </a:lnTo>
                  <a:lnTo>
                    <a:pt x="301914" y="131315"/>
                  </a:lnTo>
                  <a:lnTo>
                    <a:pt x="302168" y="130953"/>
                  </a:lnTo>
                  <a:lnTo>
                    <a:pt x="302696" y="131156"/>
                  </a:lnTo>
                  <a:lnTo>
                    <a:pt x="303767" y="130389"/>
                  </a:lnTo>
                  <a:lnTo>
                    <a:pt x="303794" y="129736"/>
                  </a:lnTo>
                  <a:lnTo>
                    <a:pt x="304902" y="129642"/>
                  </a:lnTo>
                  <a:lnTo>
                    <a:pt x="305699" y="129265"/>
                  </a:lnTo>
                  <a:lnTo>
                    <a:pt x="305821" y="129683"/>
                  </a:lnTo>
                  <a:lnTo>
                    <a:pt x="306477" y="129733"/>
                  </a:lnTo>
                  <a:lnTo>
                    <a:pt x="306602" y="129527"/>
                  </a:lnTo>
                  <a:lnTo>
                    <a:pt x="306929" y="129748"/>
                  </a:lnTo>
                  <a:lnTo>
                    <a:pt x="307814" y="130766"/>
                  </a:lnTo>
                  <a:lnTo>
                    <a:pt x="308390" y="130690"/>
                  </a:lnTo>
                  <a:lnTo>
                    <a:pt x="308436" y="131671"/>
                  </a:lnTo>
                  <a:lnTo>
                    <a:pt x="309765" y="133653"/>
                  </a:lnTo>
                  <a:lnTo>
                    <a:pt x="310274" y="134813"/>
                  </a:lnTo>
                  <a:lnTo>
                    <a:pt x="311115" y="135837"/>
                  </a:lnTo>
                  <a:lnTo>
                    <a:pt x="313285" y="136072"/>
                  </a:lnTo>
                  <a:lnTo>
                    <a:pt x="315809" y="138335"/>
                  </a:lnTo>
                  <a:lnTo>
                    <a:pt x="320311" y="141158"/>
                  </a:lnTo>
                  <a:lnTo>
                    <a:pt x="320902" y="141516"/>
                  </a:lnTo>
                  <a:lnTo>
                    <a:pt x="326191" y="141826"/>
                  </a:lnTo>
                  <a:lnTo>
                    <a:pt x="328531" y="141381"/>
                  </a:lnTo>
                  <a:lnTo>
                    <a:pt x="329137" y="140752"/>
                  </a:lnTo>
                  <a:lnTo>
                    <a:pt x="332037" y="145009"/>
                  </a:lnTo>
                  <a:lnTo>
                    <a:pt x="333348" y="145061"/>
                  </a:lnTo>
                  <a:lnTo>
                    <a:pt x="333759" y="145773"/>
                  </a:lnTo>
                  <a:lnTo>
                    <a:pt x="335133" y="147108"/>
                  </a:lnTo>
                  <a:lnTo>
                    <a:pt x="336411" y="147337"/>
                  </a:lnTo>
                  <a:lnTo>
                    <a:pt x="337298" y="147207"/>
                  </a:lnTo>
                  <a:lnTo>
                    <a:pt x="342339" y="148391"/>
                  </a:lnTo>
                  <a:lnTo>
                    <a:pt x="342529" y="147831"/>
                  </a:lnTo>
                  <a:lnTo>
                    <a:pt x="341900" y="145951"/>
                  </a:lnTo>
                  <a:lnTo>
                    <a:pt x="340484" y="143262"/>
                  </a:lnTo>
                  <a:lnTo>
                    <a:pt x="340563" y="141144"/>
                  </a:lnTo>
                  <a:lnTo>
                    <a:pt x="341491" y="138879"/>
                  </a:lnTo>
                  <a:lnTo>
                    <a:pt x="341566" y="136929"/>
                  </a:lnTo>
                  <a:lnTo>
                    <a:pt x="340506" y="134952"/>
                  </a:lnTo>
                  <a:lnTo>
                    <a:pt x="337845" y="131454"/>
                  </a:lnTo>
                  <a:lnTo>
                    <a:pt x="337183" y="129235"/>
                  </a:lnTo>
                  <a:lnTo>
                    <a:pt x="337593" y="128086"/>
                  </a:lnTo>
                  <a:lnTo>
                    <a:pt x="337088" y="128008"/>
                  </a:lnTo>
                  <a:lnTo>
                    <a:pt x="336824" y="127642"/>
                  </a:lnTo>
                  <a:lnTo>
                    <a:pt x="336152" y="127828"/>
                  </a:lnTo>
                  <a:lnTo>
                    <a:pt x="335345" y="127636"/>
                  </a:lnTo>
                  <a:lnTo>
                    <a:pt x="335522" y="128212"/>
                  </a:lnTo>
                  <a:lnTo>
                    <a:pt x="335016" y="128467"/>
                  </a:lnTo>
                  <a:lnTo>
                    <a:pt x="333587" y="127868"/>
                  </a:lnTo>
                  <a:lnTo>
                    <a:pt x="333101" y="128013"/>
                  </a:lnTo>
                  <a:lnTo>
                    <a:pt x="332383" y="127582"/>
                  </a:lnTo>
                  <a:lnTo>
                    <a:pt x="332565" y="127228"/>
                  </a:lnTo>
                  <a:lnTo>
                    <a:pt x="332073" y="126704"/>
                  </a:lnTo>
                  <a:lnTo>
                    <a:pt x="332457" y="126527"/>
                  </a:lnTo>
                  <a:lnTo>
                    <a:pt x="331994" y="126228"/>
                  </a:lnTo>
                  <a:lnTo>
                    <a:pt x="331596" y="125373"/>
                  </a:lnTo>
                  <a:lnTo>
                    <a:pt x="333962" y="125522"/>
                  </a:lnTo>
                  <a:lnTo>
                    <a:pt x="332646" y="124156"/>
                  </a:lnTo>
                  <a:lnTo>
                    <a:pt x="332009" y="122540"/>
                  </a:lnTo>
                  <a:lnTo>
                    <a:pt x="331382" y="122386"/>
                  </a:lnTo>
                  <a:lnTo>
                    <a:pt x="329923" y="123042"/>
                  </a:lnTo>
                  <a:lnTo>
                    <a:pt x="328325" y="120848"/>
                  </a:lnTo>
                  <a:lnTo>
                    <a:pt x="328602" y="120336"/>
                  </a:lnTo>
                  <a:lnTo>
                    <a:pt x="327482" y="119552"/>
                  </a:lnTo>
                  <a:lnTo>
                    <a:pt x="328385" y="115901"/>
                  </a:lnTo>
                  <a:lnTo>
                    <a:pt x="328564" y="115197"/>
                  </a:lnTo>
                  <a:lnTo>
                    <a:pt x="329473" y="115794"/>
                  </a:lnTo>
                  <a:lnTo>
                    <a:pt x="331470" y="116015"/>
                  </a:lnTo>
                  <a:lnTo>
                    <a:pt x="331684" y="115821"/>
                  </a:lnTo>
                  <a:lnTo>
                    <a:pt x="331980" y="116150"/>
                  </a:lnTo>
                  <a:lnTo>
                    <a:pt x="332330" y="115950"/>
                  </a:lnTo>
                  <a:lnTo>
                    <a:pt x="333050" y="116402"/>
                  </a:lnTo>
                  <a:lnTo>
                    <a:pt x="334261" y="116372"/>
                  </a:lnTo>
                  <a:lnTo>
                    <a:pt x="334536" y="116834"/>
                  </a:lnTo>
                  <a:lnTo>
                    <a:pt x="336046" y="117515"/>
                  </a:lnTo>
                  <a:lnTo>
                    <a:pt x="335961" y="116729"/>
                  </a:lnTo>
                  <a:lnTo>
                    <a:pt x="337441" y="116805"/>
                  </a:lnTo>
                  <a:lnTo>
                    <a:pt x="336910" y="111836"/>
                  </a:lnTo>
                  <a:lnTo>
                    <a:pt x="340361" y="111683"/>
                  </a:lnTo>
                  <a:lnTo>
                    <a:pt x="340445" y="112059"/>
                  </a:lnTo>
                  <a:lnTo>
                    <a:pt x="340931" y="112277"/>
                  </a:lnTo>
                  <a:lnTo>
                    <a:pt x="341661" y="111382"/>
                  </a:lnTo>
                  <a:lnTo>
                    <a:pt x="342541" y="111276"/>
                  </a:lnTo>
                  <a:lnTo>
                    <a:pt x="343236" y="110891"/>
                  </a:lnTo>
                  <a:lnTo>
                    <a:pt x="344417" y="110897"/>
                  </a:lnTo>
                  <a:lnTo>
                    <a:pt x="346785" y="110391"/>
                  </a:lnTo>
                  <a:lnTo>
                    <a:pt x="348431" y="110810"/>
                  </a:lnTo>
                  <a:lnTo>
                    <a:pt x="348623" y="110204"/>
                  </a:lnTo>
                  <a:lnTo>
                    <a:pt x="350677" y="111031"/>
                  </a:lnTo>
                  <a:lnTo>
                    <a:pt x="353501" y="111724"/>
                  </a:lnTo>
                  <a:lnTo>
                    <a:pt x="353250" y="112506"/>
                  </a:lnTo>
                  <a:lnTo>
                    <a:pt x="354223" y="113053"/>
                  </a:lnTo>
                  <a:lnTo>
                    <a:pt x="354618" y="114375"/>
                  </a:lnTo>
                  <a:lnTo>
                    <a:pt x="355083" y="114550"/>
                  </a:lnTo>
                  <a:lnTo>
                    <a:pt x="355112" y="115002"/>
                  </a:lnTo>
                  <a:lnTo>
                    <a:pt x="355703" y="115116"/>
                  </a:lnTo>
                  <a:lnTo>
                    <a:pt x="355669" y="115352"/>
                  </a:lnTo>
                  <a:lnTo>
                    <a:pt x="356561" y="115910"/>
                  </a:lnTo>
                  <a:lnTo>
                    <a:pt x="356344" y="116107"/>
                  </a:lnTo>
                  <a:lnTo>
                    <a:pt x="356912" y="116840"/>
                  </a:lnTo>
                  <a:lnTo>
                    <a:pt x="356627" y="116954"/>
                  </a:lnTo>
                  <a:lnTo>
                    <a:pt x="355920" y="118286"/>
                  </a:lnTo>
                  <a:lnTo>
                    <a:pt x="355575" y="118497"/>
                  </a:lnTo>
                  <a:lnTo>
                    <a:pt x="355392" y="118230"/>
                  </a:lnTo>
                  <a:lnTo>
                    <a:pt x="354724" y="118142"/>
                  </a:lnTo>
                  <a:lnTo>
                    <a:pt x="354334" y="118457"/>
                  </a:lnTo>
                  <a:lnTo>
                    <a:pt x="354222" y="119471"/>
                  </a:lnTo>
                  <a:lnTo>
                    <a:pt x="354393" y="119651"/>
                  </a:lnTo>
                  <a:lnTo>
                    <a:pt x="353954" y="120131"/>
                  </a:lnTo>
                  <a:lnTo>
                    <a:pt x="354148" y="121018"/>
                  </a:lnTo>
                  <a:lnTo>
                    <a:pt x="353625" y="122486"/>
                  </a:lnTo>
                  <a:lnTo>
                    <a:pt x="354031" y="123826"/>
                  </a:lnTo>
                  <a:lnTo>
                    <a:pt x="353896" y="124150"/>
                  </a:lnTo>
                  <a:lnTo>
                    <a:pt x="354256" y="124252"/>
                  </a:lnTo>
                  <a:lnTo>
                    <a:pt x="354930" y="125169"/>
                  </a:lnTo>
                  <a:lnTo>
                    <a:pt x="357089" y="127122"/>
                  </a:lnTo>
                  <a:lnTo>
                    <a:pt x="357326" y="128514"/>
                  </a:lnTo>
                  <a:lnTo>
                    <a:pt x="356846" y="129261"/>
                  </a:lnTo>
                  <a:lnTo>
                    <a:pt x="359009" y="135117"/>
                  </a:lnTo>
                  <a:lnTo>
                    <a:pt x="358894" y="136952"/>
                  </a:lnTo>
                  <a:lnTo>
                    <a:pt x="359304" y="137341"/>
                  </a:lnTo>
                  <a:lnTo>
                    <a:pt x="359135" y="137643"/>
                  </a:lnTo>
                  <a:lnTo>
                    <a:pt x="359247" y="139115"/>
                  </a:lnTo>
                  <a:lnTo>
                    <a:pt x="361491" y="139882"/>
                  </a:lnTo>
                  <a:lnTo>
                    <a:pt x="362702" y="141803"/>
                  </a:lnTo>
                  <a:lnTo>
                    <a:pt x="363577" y="144584"/>
                  </a:lnTo>
                  <a:lnTo>
                    <a:pt x="364778" y="147127"/>
                  </a:lnTo>
                  <a:lnTo>
                    <a:pt x="368929" y="148280"/>
                  </a:lnTo>
                  <a:lnTo>
                    <a:pt x="369667" y="148897"/>
                  </a:lnTo>
                  <a:lnTo>
                    <a:pt x="370055" y="148452"/>
                  </a:lnTo>
                  <a:lnTo>
                    <a:pt x="371942" y="147779"/>
                  </a:lnTo>
                  <a:lnTo>
                    <a:pt x="373614" y="145061"/>
                  </a:lnTo>
                  <a:lnTo>
                    <a:pt x="373805" y="143237"/>
                  </a:lnTo>
                  <a:lnTo>
                    <a:pt x="374146" y="143255"/>
                  </a:lnTo>
                  <a:lnTo>
                    <a:pt x="374452" y="142461"/>
                  </a:lnTo>
                  <a:lnTo>
                    <a:pt x="374364" y="141945"/>
                  </a:lnTo>
                  <a:lnTo>
                    <a:pt x="374774" y="141819"/>
                  </a:lnTo>
                  <a:lnTo>
                    <a:pt x="374531" y="141726"/>
                  </a:lnTo>
                  <a:lnTo>
                    <a:pt x="374779" y="141221"/>
                  </a:lnTo>
                  <a:lnTo>
                    <a:pt x="374595" y="140605"/>
                  </a:lnTo>
                  <a:lnTo>
                    <a:pt x="375012" y="138464"/>
                  </a:lnTo>
                  <a:lnTo>
                    <a:pt x="375285" y="138033"/>
                  </a:lnTo>
                  <a:lnTo>
                    <a:pt x="375673" y="138230"/>
                  </a:lnTo>
                  <a:lnTo>
                    <a:pt x="376062" y="137914"/>
                  </a:lnTo>
                  <a:lnTo>
                    <a:pt x="376222" y="137131"/>
                  </a:lnTo>
                  <a:lnTo>
                    <a:pt x="376478" y="136992"/>
                  </a:lnTo>
                  <a:lnTo>
                    <a:pt x="376561" y="136151"/>
                  </a:lnTo>
                  <a:lnTo>
                    <a:pt x="376789" y="136147"/>
                  </a:lnTo>
                  <a:lnTo>
                    <a:pt x="376482" y="135856"/>
                  </a:lnTo>
                  <a:lnTo>
                    <a:pt x="377028" y="135576"/>
                  </a:lnTo>
                  <a:lnTo>
                    <a:pt x="376760" y="134819"/>
                  </a:lnTo>
                  <a:lnTo>
                    <a:pt x="376979" y="134412"/>
                  </a:lnTo>
                  <a:lnTo>
                    <a:pt x="376756" y="134369"/>
                  </a:lnTo>
                  <a:lnTo>
                    <a:pt x="376863" y="133981"/>
                  </a:lnTo>
                  <a:lnTo>
                    <a:pt x="377167" y="134061"/>
                  </a:lnTo>
                  <a:lnTo>
                    <a:pt x="376848" y="133534"/>
                  </a:lnTo>
                  <a:lnTo>
                    <a:pt x="377182" y="133228"/>
                  </a:lnTo>
                  <a:lnTo>
                    <a:pt x="376875" y="132625"/>
                  </a:lnTo>
                  <a:lnTo>
                    <a:pt x="376863" y="132007"/>
                  </a:lnTo>
                  <a:lnTo>
                    <a:pt x="377731" y="131201"/>
                  </a:lnTo>
                  <a:lnTo>
                    <a:pt x="377808" y="130514"/>
                  </a:lnTo>
                  <a:lnTo>
                    <a:pt x="378352" y="129982"/>
                  </a:lnTo>
                  <a:lnTo>
                    <a:pt x="377656" y="129016"/>
                  </a:lnTo>
                  <a:lnTo>
                    <a:pt x="378275" y="128610"/>
                  </a:lnTo>
                  <a:lnTo>
                    <a:pt x="378474" y="128015"/>
                  </a:lnTo>
                  <a:lnTo>
                    <a:pt x="378472" y="127792"/>
                  </a:lnTo>
                  <a:lnTo>
                    <a:pt x="378201" y="127770"/>
                  </a:lnTo>
                  <a:lnTo>
                    <a:pt x="378356" y="126422"/>
                  </a:lnTo>
                  <a:lnTo>
                    <a:pt x="378929" y="125487"/>
                  </a:lnTo>
                  <a:lnTo>
                    <a:pt x="378567" y="125334"/>
                  </a:lnTo>
                  <a:lnTo>
                    <a:pt x="378906" y="125015"/>
                  </a:lnTo>
                  <a:lnTo>
                    <a:pt x="378672" y="124881"/>
                  </a:lnTo>
                  <a:lnTo>
                    <a:pt x="378512" y="124231"/>
                  </a:lnTo>
                  <a:lnTo>
                    <a:pt x="378889" y="124005"/>
                  </a:lnTo>
                  <a:lnTo>
                    <a:pt x="378660" y="123961"/>
                  </a:lnTo>
                  <a:lnTo>
                    <a:pt x="378687" y="123598"/>
                  </a:lnTo>
                  <a:lnTo>
                    <a:pt x="378997" y="123511"/>
                  </a:lnTo>
                  <a:lnTo>
                    <a:pt x="378623" y="122691"/>
                  </a:lnTo>
                  <a:lnTo>
                    <a:pt x="378851" y="122143"/>
                  </a:lnTo>
                  <a:lnTo>
                    <a:pt x="379198" y="122102"/>
                  </a:lnTo>
                  <a:lnTo>
                    <a:pt x="387295" y="125611"/>
                  </a:lnTo>
                  <a:lnTo>
                    <a:pt x="391173" y="126492"/>
                  </a:lnTo>
                  <a:lnTo>
                    <a:pt x="394226" y="127571"/>
                  </a:lnTo>
                  <a:lnTo>
                    <a:pt x="395040" y="128022"/>
                  </a:lnTo>
                  <a:lnTo>
                    <a:pt x="396055" y="129222"/>
                  </a:lnTo>
                  <a:lnTo>
                    <a:pt x="398748" y="128644"/>
                  </a:lnTo>
                  <a:lnTo>
                    <a:pt x="400257" y="127610"/>
                  </a:lnTo>
                  <a:lnTo>
                    <a:pt x="401748" y="125856"/>
                  </a:lnTo>
                  <a:lnTo>
                    <a:pt x="401115" y="124754"/>
                  </a:lnTo>
                  <a:lnTo>
                    <a:pt x="405531" y="124004"/>
                  </a:lnTo>
                  <a:lnTo>
                    <a:pt x="405487" y="122064"/>
                  </a:lnTo>
                  <a:lnTo>
                    <a:pt x="404631" y="119838"/>
                  </a:lnTo>
                  <a:lnTo>
                    <a:pt x="404044" y="117092"/>
                  </a:lnTo>
                  <a:lnTo>
                    <a:pt x="404662" y="115991"/>
                  </a:lnTo>
                  <a:lnTo>
                    <a:pt x="405016" y="115926"/>
                  </a:lnTo>
                  <a:lnTo>
                    <a:pt x="405086" y="115496"/>
                  </a:lnTo>
                  <a:lnTo>
                    <a:pt x="405981" y="115223"/>
                  </a:lnTo>
                  <a:lnTo>
                    <a:pt x="406564" y="114272"/>
                  </a:lnTo>
                  <a:lnTo>
                    <a:pt x="406823" y="114389"/>
                  </a:lnTo>
                  <a:lnTo>
                    <a:pt x="407345" y="113678"/>
                  </a:lnTo>
                  <a:lnTo>
                    <a:pt x="406462" y="113882"/>
                  </a:lnTo>
                  <a:lnTo>
                    <a:pt x="406211" y="113729"/>
                  </a:lnTo>
                  <a:lnTo>
                    <a:pt x="406365" y="112665"/>
                  </a:lnTo>
                  <a:lnTo>
                    <a:pt x="406154" y="112277"/>
                  </a:lnTo>
                  <a:lnTo>
                    <a:pt x="406348" y="111949"/>
                  </a:lnTo>
                  <a:lnTo>
                    <a:pt x="406030" y="111204"/>
                  </a:lnTo>
                  <a:lnTo>
                    <a:pt x="404066" y="110648"/>
                  </a:lnTo>
                  <a:lnTo>
                    <a:pt x="403670" y="110836"/>
                  </a:lnTo>
                  <a:lnTo>
                    <a:pt x="403691" y="110608"/>
                  </a:lnTo>
                  <a:lnTo>
                    <a:pt x="403342" y="110402"/>
                  </a:lnTo>
                  <a:lnTo>
                    <a:pt x="402335" y="110238"/>
                  </a:lnTo>
                  <a:lnTo>
                    <a:pt x="402592" y="110666"/>
                  </a:lnTo>
                  <a:lnTo>
                    <a:pt x="401646" y="109949"/>
                  </a:lnTo>
                  <a:lnTo>
                    <a:pt x="401851" y="108354"/>
                  </a:lnTo>
                  <a:lnTo>
                    <a:pt x="401312" y="107076"/>
                  </a:lnTo>
                  <a:lnTo>
                    <a:pt x="401068" y="107336"/>
                  </a:lnTo>
                  <a:lnTo>
                    <a:pt x="400978" y="107201"/>
                  </a:lnTo>
                  <a:lnTo>
                    <a:pt x="401191" y="106694"/>
                  </a:lnTo>
                  <a:lnTo>
                    <a:pt x="401010" y="106411"/>
                  </a:lnTo>
                  <a:lnTo>
                    <a:pt x="398347" y="104784"/>
                  </a:lnTo>
                  <a:lnTo>
                    <a:pt x="398145" y="104269"/>
                  </a:lnTo>
                  <a:lnTo>
                    <a:pt x="397617" y="104187"/>
                  </a:lnTo>
                  <a:lnTo>
                    <a:pt x="397136" y="103793"/>
                  </a:lnTo>
                  <a:lnTo>
                    <a:pt x="396901" y="103770"/>
                  </a:lnTo>
                  <a:lnTo>
                    <a:pt x="396855" y="103966"/>
                  </a:lnTo>
                  <a:lnTo>
                    <a:pt x="397164" y="104124"/>
                  </a:lnTo>
                  <a:lnTo>
                    <a:pt x="397197" y="104551"/>
                  </a:lnTo>
                  <a:lnTo>
                    <a:pt x="396431" y="104314"/>
                  </a:lnTo>
                  <a:lnTo>
                    <a:pt x="396411" y="103977"/>
                  </a:lnTo>
                  <a:lnTo>
                    <a:pt x="396656" y="103913"/>
                  </a:lnTo>
                  <a:lnTo>
                    <a:pt x="396564" y="103549"/>
                  </a:lnTo>
                  <a:lnTo>
                    <a:pt x="396186" y="103110"/>
                  </a:lnTo>
                  <a:lnTo>
                    <a:pt x="395658" y="103115"/>
                  </a:lnTo>
                  <a:lnTo>
                    <a:pt x="395223" y="102749"/>
                  </a:lnTo>
                  <a:lnTo>
                    <a:pt x="394613" y="101628"/>
                  </a:lnTo>
                  <a:lnTo>
                    <a:pt x="394748" y="101175"/>
                  </a:lnTo>
                  <a:lnTo>
                    <a:pt x="393214" y="100398"/>
                  </a:lnTo>
                  <a:lnTo>
                    <a:pt x="393679" y="100153"/>
                  </a:lnTo>
                  <a:lnTo>
                    <a:pt x="393641" y="99691"/>
                  </a:lnTo>
                  <a:lnTo>
                    <a:pt x="394108" y="99044"/>
                  </a:lnTo>
                  <a:lnTo>
                    <a:pt x="393853" y="98889"/>
                  </a:lnTo>
                  <a:lnTo>
                    <a:pt x="394092" y="98787"/>
                  </a:lnTo>
                  <a:lnTo>
                    <a:pt x="394200" y="99006"/>
                  </a:lnTo>
                  <a:lnTo>
                    <a:pt x="394503" y="98719"/>
                  </a:lnTo>
                  <a:lnTo>
                    <a:pt x="394746" y="97550"/>
                  </a:lnTo>
                  <a:lnTo>
                    <a:pt x="394482" y="96798"/>
                  </a:lnTo>
                  <a:lnTo>
                    <a:pt x="394842" y="96839"/>
                  </a:lnTo>
                  <a:lnTo>
                    <a:pt x="394983" y="97323"/>
                  </a:lnTo>
                  <a:lnTo>
                    <a:pt x="395236" y="97037"/>
                  </a:lnTo>
                  <a:lnTo>
                    <a:pt x="394985" y="96509"/>
                  </a:lnTo>
                  <a:lnTo>
                    <a:pt x="395205" y="96186"/>
                  </a:lnTo>
                  <a:lnTo>
                    <a:pt x="394879" y="96049"/>
                  </a:lnTo>
                  <a:lnTo>
                    <a:pt x="395860" y="95329"/>
                  </a:lnTo>
                  <a:lnTo>
                    <a:pt x="395393" y="94739"/>
                  </a:lnTo>
                  <a:lnTo>
                    <a:pt x="395293" y="93774"/>
                  </a:lnTo>
                  <a:lnTo>
                    <a:pt x="394741" y="93610"/>
                  </a:lnTo>
                  <a:lnTo>
                    <a:pt x="394334" y="94126"/>
                  </a:lnTo>
                  <a:lnTo>
                    <a:pt x="393837" y="93679"/>
                  </a:lnTo>
                  <a:lnTo>
                    <a:pt x="393658" y="93044"/>
                  </a:lnTo>
                  <a:lnTo>
                    <a:pt x="394169" y="92937"/>
                  </a:lnTo>
                  <a:lnTo>
                    <a:pt x="393638" y="92509"/>
                  </a:lnTo>
                  <a:lnTo>
                    <a:pt x="392632" y="92492"/>
                  </a:lnTo>
                  <a:lnTo>
                    <a:pt x="392716" y="92958"/>
                  </a:lnTo>
                  <a:lnTo>
                    <a:pt x="391763" y="92459"/>
                  </a:lnTo>
                  <a:lnTo>
                    <a:pt x="391269" y="92883"/>
                  </a:lnTo>
                  <a:lnTo>
                    <a:pt x="390447" y="92257"/>
                  </a:lnTo>
                  <a:lnTo>
                    <a:pt x="390296" y="91791"/>
                  </a:lnTo>
                  <a:lnTo>
                    <a:pt x="390796" y="91628"/>
                  </a:lnTo>
                  <a:lnTo>
                    <a:pt x="390192" y="90946"/>
                  </a:lnTo>
                  <a:lnTo>
                    <a:pt x="390057" y="90433"/>
                  </a:lnTo>
                  <a:lnTo>
                    <a:pt x="390210" y="90006"/>
                  </a:lnTo>
                  <a:lnTo>
                    <a:pt x="390536" y="89587"/>
                  </a:lnTo>
                  <a:lnTo>
                    <a:pt x="390816" y="89682"/>
                  </a:lnTo>
                  <a:lnTo>
                    <a:pt x="390955" y="89456"/>
                  </a:lnTo>
                  <a:lnTo>
                    <a:pt x="390870" y="89303"/>
                  </a:lnTo>
                  <a:lnTo>
                    <a:pt x="390277" y="89463"/>
                  </a:lnTo>
                  <a:lnTo>
                    <a:pt x="390455" y="88551"/>
                  </a:lnTo>
                  <a:lnTo>
                    <a:pt x="390992" y="88376"/>
                  </a:lnTo>
                  <a:lnTo>
                    <a:pt x="390960" y="87721"/>
                  </a:lnTo>
                  <a:lnTo>
                    <a:pt x="391230" y="87513"/>
                  </a:lnTo>
                  <a:lnTo>
                    <a:pt x="391534" y="87608"/>
                  </a:lnTo>
                  <a:lnTo>
                    <a:pt x="391782" y="87058"/>
                  </a:lnTo>
                  <a:lnTo>
                    <a:pt x="391584" y="86909"/>
                  </a:lnTo>
                  <a:lnTo>
                    <a:pt x="392027" y="86218"/>
                  </a:lnTo>
                  <a:lnTo>
                    <a:pt x="392230" y="86347"/>
                  </a:lnTo>
                  <a:lnTo>
                    <a:pt x="392247" y="86976"/>
                  </a:lnTo>
                  <a:lnTo>
                    <a:pt x="392756" y="86938"/>
                  </a:lnTo>
                  <a:lnTo>
                    <a:pt x="392895" y="86088"/>
                  </a:lnTo>
                  <a:lnTo>
                    <a:pt x="393926" y="85589"/>
                  </a:lnTo>
                  <a:lnTo>
                    <a:pt x="393782" y="85154"/>
                  </a:lnTo>
                  <a:lnTo>
                    <a:pt x="394155" y="85320"/>
                  </a:lnTo>
                  <a:lnTo>
                    <a:pt x="394261" y="84822"/>
                  </a:lnTo>
                  <a:lnTo>
                    <a:pt x="394682" y="84875"/>
                  </a:lnTo>
                  <a:lnTo>
                    <a:pt x="395102" y="84583"/>
                  </a:lnTo>
                  <a:lnTo>
                    <a:pt x="394599" y="84277"/>
                  </a:lnTo>
                  <a:lnTo>
                    <a:pt x="394670" y="83751"/>
                  </a:lnTo>
                  <a:lnTo>
                    <a:pt x="393877" y="83517"/>
                  </a:lnTo>
                  <a:lnTo>
                    <a:pt x="394148" y="83033"/>
                  </a:lnTo>
                  <a:lnTo>
                    <a:pt x="393985" y="82895"/>
                  </a:lnTo>
                  <a:lnTo>
                    <a:pt x="394042" y="82181"/>
                  </a:lnTo>
                  <a:lnTo>
                    <a:pt x="394488" y="82309"/>
                  </a:lnTo>
                  <a:lnTo>
                    <a:pt x="394538" y="81867"/>
                  </a:lnTo>
                  <a:lnTo>
                    <a:pt x="394991" y="81740"/>
                  </a:lnTo>
                  <a:lnTo>
                    <a:pt x="394815" y="81185"/>
                  </a:lnTo>
                  <a:lnTo>
                    <a:pt x="394456" y="80928"/>
                  </a:lnTo>
                  <a:lnTo>
                    <a:pt x="394839" y="80613"/>
                  </a:lnTo>
                  <a:lnTo>
                    <a:pt x="393796" y="80152"/>
                  </a:lnTo>
                  <a:lnTo>
                    <a:pt x="393132" y="78430"/>
                  </a:lnTo>
                  <a:lnTo>
                    <a:pt x="393257" y="77224"/>
                  </a:lnTo>
                  <a:lnTo>
                    <a:pt x="393763" y="77263"/>
                  </a:lnTo>
                  <a:lnTo>
                    <a:pt x="394402" y="76587"/>
                  </a:lnTo>
                  <a:lnTo>
                    <a:pt x="394031" y="76043"/>
                  </a:lnTo>
                  <a:lnTo>
                    <a:pt x="393544" y="76422"/>
                  </a:lnTo>
                  <a:lnTo>
                    <a:pt x="393425" y="76145"/>
                  </a:lnTo>
                  <a:lnTo>
                    <a:pt x="393770" y="75663"/>
                  </a:lnTo>
                  <a:lnTo>
                    <a:pt x="393389" y="75419"/>
                  </a:lnTo>
                  <a:lnTo>
                    <a:pt x="395504" y="73571"/>
                  </a:lnTo>
                  <a:lnTo>
                    <a:pt x="395692" y="73820"/>
                  </a:lnTo>
                  <a:lnTo>
                    <a:pt x="396145" y="73685"/>
                  </a:lnTo>
                  <a:lnTo>
                    <a:pt x="396212" y="73102"/>
                  </a:lnTo>
                  <a:lnTo>
                    <a:pt x="396921" y="73037"/>
                  </a:lnTo>
                  <a:lnTo>
                    <a:pt x="396982" y="72721"/>
                  </a:lnTo>
                  <a:lnTo>
                    <a:pt x="396465" y="71912"/>
                  </a:lnTo>
                  <a:lnTo>
                    <a:pt x="395823" y="72079"/>
                  </a:lnTo>
                  <a:lnTo>
                    <a:pt x="395874" y="71583"/>
                  </a:lnTo>
                  <a:lnTo>
                    <a:pt x="395244" y="71287"/>
                  </a:lnTo>
                  <a:lnTo>
                    <a:pt x="395128" y="70858"/>
                  </a:lnTo>
                  <a:lnTo>
                    <a:pt x="394880" y="71200"/>
                  </a:lnTo>
                  <a:lnTo>
                    <a:pt x="394628" y="71084"/>
                  </a:lnTo>
                  <a:lnTo>
                    <a:pt x="395038" y="70408"/>
                  </a:lnTo>
                  <a:lnTo>
                    <a:pt x="394629" y="69780"/>
                  </a:lnTo>
                  <a:lnTo>
                    <a:pt x="394198" y="69663"/>
                  </a:lnTo>
                  <a:lnTo>
                    <a:pt x="393781" y="69186"/>
                  </a:lnTo>
                  <a:lnTo>
                    <a:pt x="394362" y="68677"/>
                  </a:lnTo>
                  <a:lnTo>
                    <a:pt x="394750" y="68672"/>
                  </a:lnTo>
                  <a:lnTo>
                    <a:pt x="394871" y="68449"/>
                  </a:lnTo>
                  <a:lnTo>
                    <a:pt x="394664" y="68170"/>
                  </a:lnTo>
                  <a:lnTo>
                    <a:pt x="395317" y="67568"/>
                  </a:lnTo>
                  <a:lnTo>
                    <a:pt x="395266" y="67123"/>
                  </a:lnTo>
                  <a:lnTo>
                    <a:pt x="395689" y="67240"/>
                  </a:lnTo>
                  <a:lnTo>
                    <a:pt x="395975" y="67049"/>
                  </a:lnTo>
                  <a:lnTo>
                    <a:pt x="395672" y="66708"/>
                  </a:lnTo>
                  <a:lnTo>
                    <a:pt x="396053" y="66150"/>
                  </a:lnTo>
                  <a:lnTo>
                    <a:pt x="395412" y="65660"/>
                  </a:lnTo>
                  <a:lnTo>
                    <a:pt x="396502" y="65107"/>
                  </a:lnTo>
                  <a:lnTo>
                    <a:pt x="396534" y="65506"/>
                  </a:lnTo>
                  <a:lnTo>
                    <a:pt x="397061" y="65997"/>
                  </a:lnTo>
                  <a:lnTo>
                    <a:pt x="396803" y="66264"/>
                  </a:lnTo>
                  <a:lnTo>
                    <a:pt x="396838" y="67268"/>
                  </a:lnTo>
                  <a:lnTo>
                    <a:pt x="398043" y="68676"/>
                  </a:lnTo>
                  <a:lnTo>
                    <a:pt x="399138" y="68826"/>
                  </a:lnTo>
                  <a:lnTo>
                    <a:pt x="399367" y="69133"/>
                  </a:lnTo>
                  <a:lnTo>
                    <a:pt x="400518" y="68900"/>
                  </a:lnTo>
                  <a:lnTo>
                    <a:pt x="400924" y="69024"/>
                  </a:lnTo>
                  <a:lnTo>
                    <a:pt x="401004" y="69294"/>
                  </a:lnTo>
                  <a:lnTo>
                    <a:pt x="402747" y="69504"/>
                  </a:lnTo>
                  <a:lnTo>
                    <a:pt x="404072" y="70443"/>
                  </a:lnTo>
                  <a:lnTo>
                    <a:pt x="405858" y="70899"/>
                  </a:lnTo>
                  <a:lnTo>
                    <a:pt x="407228" y="71526"/>
                  </a:lnTo>
                  <a:lnTo>
                    <a:pt x="411905" y="76240"/>
                  </a:lnTo>
                  <a:lnTo>
                    <a:pt x="413875" y="76924"/>
                  </a:lnTo>
                  <a:lnTo>
                    <a:pt x="414854" y="77777"/>
                  </a:lnTo>
                  <a:lnTo>
                    <a:pt x="417454" y="80790"/>
                  </a:lnTo>
                  <a:lnTo>
                    <a:pt x="420537" y="82768"/>
                  </a:lnTo>
                  <a:lnTo>
                    <a:pt x="422336" y="83405"/>
                  </a:lnTo>
                  <a:lnTo>
                    <a:pt x="423307" y="83346"/>
                  </a:lnTo>
                  <a:lnTo>
                    <a:pt x="427194" y="83014"/>
                  </a:lnTo>
                  <a:lnTo>
                    <a:pt x="428371" y="83480"/>
                  </a:lnTo>
                  <a:lnTo>
                    <a:pt x="431585" y="79642"/>
                  </a:lnTo>
                  <a:lnTo>
                    <a:pt x="432690" y="78957"/>
                  </a:lnTo>
                  <a:lnTo>
                    <a:pt x="434352" y="79540"/>
                  </a:lnTo>
                  <a:lnTo>
                    <a:pt x="434942" y="79292"/>
                  </a:lnTo>
                  <a:lnTo>
                    <a:pt x="438604" y="79770"/>
                  </a:lnTo>
                  <a:lnTo>
                    <a:pt x="439294" y="79776"/>
                  </a:lnTo>
                  <a:lnTo>
                    <a:pt x="439511" y="79467"/>
                  </a:lnTo>
                  <a:lnTo>
                    <a:pt x="440212" y="79558"/>
                  </a:lnTo>
                  <a:lnTo>
                    <a:pt x="440424" y="79280"/>
                  </a:lnTo>
                  <a:lnTo>
                    <a:pt x="440854" y="79264"/>
                  </a:lnTo>
                  <a:lnTo>
                    <a:pt x="440862" y="78840"/>
                  </a:lnTo>
                  <a:lnTo>
                    <a:pt x="441705" y="78146"/>
                  </a:lnTo>
                  <a:lnTo>
                    <a:pt x="441544" y="77979"/>
                  </a:lnTo>
                  <a:lnTo>
                    <a:pt x="441871" y="77328"/>
                  </a:lnTo>
                  <a:lnTo>
                    <a:pt x="441750" y="76784"/>
                  </a:lnTo>
                  <a:lnTo>
                    <a:pt x="441790" y="76276"/>
                  </a:lnTo>
                  <a:lnTo>
                    <a:pt x="442030" y="76216"/>
                  </a:lnTo>
                  <a:lnTo>
                    <a:pt x="441838" y="75759"/>
                  </a:lnTo>
                  <a:lnTo>
                    <a:pt x="442170" y="75808"/>
                  </a:lnTo>
                  <a:lnTo>
                    <a:pt x="442317" y="75484"/>
                  </a:lnTo>
                  <a:lnTo>
                    <a:pt x="441987" y="74824"/>
                  </a:lnTo>
                  <a:lnTo>
                    <a:pt x="442095" y="74465"/>
                  </a:lnTo>
                  <a:lnTo>
                    <a:pt x="441704" y="73705"/>
                  </a:lnTo>
                  <a:lnTo>
                    <a:pt x="441628" y="72909"/>
                  </a:lnTo>
                  <a:lnTo>
                    <a:pt x="442486" y="71060"/>
                  </a:lnTo>
                  <a:lnTo>
                    <a:pt x="443191" y="70778"/>
                  </a:lnTo>
                  <a:lnTo>
                    <a:pt x="443529" y="70987"/>
                  </a:lnTo>
                  <a:lnTo>
                    <a:pt x="445767" y="70989"/>
                  </a:lnTo>
                  <a:lnTo>
                    <a:pt x="446608" y="71656"/>
                  </a:lnTo>
                  <a:lnTo>
                    <a:pt x="447433" y="72851"/>
                  </a:lnTo>
                  <a:lnTo>
                    <a:pt x="448894" y="73308"/>
                  </a:lnTo>
                  <a:lnTo>
                    <a:pt x="451430" y="72116"/>
                  </a:lnTo>
                  <a:lnTo>
                    <a:pt x="452126" y="70867"/>
                  </a:lnTo>
                  <a:lnTo>
                    <a:pt x="452692" y="70665"/>
                  </a:lnTo>
                  <a:lnTo>
                    <a:pt x="453733" y="70731"/>
                  </a:lnTo>
                  <a:lnTo>
                    <a:pt x="453926" y="70483"/>
                  </a:lnTo>
                  <a:lnTo>
                    <a:pt x="452764" y="69094"/>
                  </a:lnTo>
                  <a:lnTo>
                    <a:pt x="451787" y="66263"/>
                  </a:lnTo>
                  <a:lnTo>
                    <a:pt x="451923" y="65216"/>
                  </a:lnTo>
                  <a:lnTo>
                    <a:pt x="451473" y="63610"/>
                  </a:lnTo>
                  <a:lnTo>
                    <a:pt x="451684" y="62440"/>
                  </a:lnTo>
                  <a:lnTo>
                    <a:pt x="452103" y="61709"/>
                  </a:lnTo>
                  <a:lnTo>
                    <a:pt x="456829" y="61275"/>
                  </a:lnTo>
                  <a:lnTo>
                    <a:pt x="461918" y="59506"/>
                  </a:lnTo>
                  <a:lnTo>
                    <a:pt x="461651" y="58779"/>
                  </a:lnTo>
                  <a:lnTo>
                    <a:pt x="464514" y="58268"/>
                  </a:lnTo>
                  <a:lnTo>
                    <a:pt x="465850" y="58529"/>
                  </a:lnTo>
                  <a:lnTo>
                    <a:pt x="466038" y="58386"/>
                  </a:lnTo>
                  <a:lnTo>
                    <a:pt x="465494" y="56093"/>
                  </a:lnTo>
                  <a:lnTo>
                    <a:pt x="468558" y="55285"/>
                  </a:lnTo>
                  <a:lnTo>
                    <a:pt x="468429" y="54173"/>
                  </a:lnTo>
                  <a:lnTo>
                    <a:pt x="469647" y="53466"/>
                  </a:lnTo>
                  <a:lnTo>
                    <a:pt x="469644" y="52963"/>
                  </a:lnTo>
                  <a:lnTo>
                    <a:pt x="469929" y="52861"/>
                  </a:lnTo>
                  <a:lnTo>
                    <a:pt x="469962" y="48616"/>
                  </a:lnTo>
                  <a:lnTo>
                    <a:pt x="471029" y="48695"/>
                  </a:lnTo>
                  <a:lnTo>
                    <a:pt x="471414" y="47265"/>
                  </a:lnTo>
                  <a:lnTo>
                    <a:pt x="471724" y="46840"/>
                  </a:lnTo>
                  <a:lnTo>
                    <a:pt x="476870" y="45979"/>
                  </a:lnTo>
                  <a:lnTo>
                    <a:pt x="477130" y="48609"/>
                  </a:lnTo>
                  <a:lnTo>
                    <a:pt x="478127" y="48855"/>
                  </a:lnTo>
                  <a:lnTo>
                    <a:pt x="483226" y="48044"/>
                  </a:lnTo>
                  <a:lnTo>
                    <a:pt x="483389" y="46842"/>
                  </a:lnTo>
                  <a:lnTo>
                    <a:pt x="487290" y="47034"/>
                  </a:lnTo>
                  <a:lnTo>
                    <a:pt x="487123" y="47922"/>
                  </a:lnTo>
                  <a:lnTo>
                    <a:pt x="488072" y="48481"/>
                  </a:lnTo>
                  <a:lnTo>
                    <a:pt x="489062" y="48486"/>
                  </a:lnTo>
                  <a:lnTo>
                    <a:pt x="489451" y="49067"/>
                  </a:lnTo>
                  <a:lnTo>
                    <a:pt x="492383" y="48621"/>
                  </a:lnTo>
                  <a:lnTo>
                    <a:pt x="492642" y="49278"/>
                  </a:lnTo>
                  <a:lnTo>
                    <a:pt x="493722" y="49337"/>
                  </a:lnTo>
                  <a:lnTo>
                    <a:pt x="494892" y="50305"/>
                  </a:lnTo>
                  <a:lnTo>
                    <a:pt x="495185" y="49810"/>
                  </a:lnTo>
                  <a:lnTo>
                    <a:pt x="497765" y="49323"/>
                  </a:lnTo>
                  <a:lnTo>
                    <a:pt x="497768" y="50587"/>
                  </a:lnTo>
                  <a:lnTo>
                    <a:pt x="498920" y="50656"/>
                  </a:lnTo>
                  <a:lnTo>
                    <a:pt x="499866" y="50254"/>
                  </a:lnTo>
                  <a:lnTo>
                    <a:pt x="499227" y="47948"/>
                  </a:lnTo>
                  <a:lnTo>
                    <a:pt x="499527" y="47258"/>
                  </a:lnTo>
                  <a:lnTo>
                    <a:pt x="499556" y="46301"/>
                  </a:lnTo>
                  <a:lnTo>
                    <a:pt x="500397" y="45073"/>
                  </a:lnTo>
                  <a:lnTo>
                    <a:pt x="501339" y="44909"/>
                  </a:lnTo>
                  <a:lnTo>
                    <a:pt x="501268" y="44303"/>
                  </a:lnTo>
                  <a:lnTo>
                    <a:pt x="501007" y="43991"/>
                  </a:lnTo>
                  <a:lnTo>
                    <a:pt x="498996" y="43399"/>
                  </a:lnTo>
                  <a:lnTo>
                    <a:pt x="497188" y="42383"/>
                  </a:lnTo>
                  <a:lnTo>
                    <a:pt x="496435" y="42570"/>
                  </a:lnTo>
                  <a:lnTo>
                    <a:pt x="496249" y="41621"/>
                  </a:lnTo>
                  <a:lnTo>
                    <a:pt x="496498" y="41068"/>
                  </a:lnTo>
                  <a:lnTo>
                    <a:pt x="496863" y="40908"/>
                  </a:lnTo>
                  <a:lnTo>
                    <a:pt x="497517" y="41276"/>
                  </a:lnTo>
                  <a:lnTo>
                    <a:pt x="497454" y="40405"/>
                  </a:lnTo>
                  <a:lnTo>
                    <a:pt x="497825" y="40416"/>
                  </a:lnTo>
                  <a:lnTo>
                    <a:pt x="497940" y="40083"/>
                  </a:lnTo>
                  <a:lnTo>
                    <a:pt x="499062" y="39579"/>
                  </a:lnTo>
                  <a:lnTo>
                    <a:pt x="498749" y="38787"/>
                  </a:lnTo>
                  <a:lnTo>
                    <a:pt x="498154" y="38353"/>
                  </a:lnTo>
                  <a:lnTo>
                    <a:pt x="498661" y="37991"/>
                  </a:lnTo>
                  <a:lnTo>
                    <a:pt x="498978" y="38283"/>
                  </a:lnTo>
                  <a:lnTo>
                    <a:pt x="498889" y="38677"/>
                  </a:lnTo>
                  <a:lnTo>
                    <a:pt x="499282" y="38600"/>
                  </a:lnTo>
                  <a:lnTo>
                    <a:pt x="499530" y="38077"/>
                  </a:lnTo>
                  <a:lnTo>
                    <a:pt x="499495" y="37216"/>
                  </a:lnTo>
                  <a:lnTo>
                    <a:pt x="500421" y="35880"/>
                  </a:lnTo>
                  <a:lnTo>
                    <a:pt x="500536" y="33884"/>
                  </a:lnTo>
                  <a:lnTo>
                    <a:pt x="501272" y="33921"/>
                  </a:lnTo>
                  <a:lnTo>
                    <a:pt x="501535" y="33217"/>
                  </a:lnTo>
                  <a:lnTo>
                    <a:pt x="502050" y="32752"/>
                  </a:lnTo>
                  <a:lnTo>
                    <a:pt x="502916" y="32603"/>
                  </a:lnTo>
                  <a:lnTo>
                    <a:pt x="503018" y="31980"/>
                  </a:lnTo>
                  <a:lnTo>
                    <a:pt x="503750" y="31774"/>
                  </a:lnTo>
                  <a:lnTo>
                    <a:pt x="503887" y="30990"/>
                  </a:lnTo>
                  <a:lnTo>
                    <a:pt x="505219" y="29962"/>
                  </a:lnTo>
                  <a:lnTo>
                    <a:pt x="505469" y="29577"/>
                  </a:lnTo>
                  <a:lnTo>
                    <a:pt x="507197" y="28537"/>
                  </a:lnTo>
                  <a:lnTo>
                    <a:pt x="508192" y="28889"/>
                  </a:lnTo>
                  <a:lnTo>
                    <a:pt x="508336" y="28744"/>
                  </a:lnTo>
                  <a:lnTo>
                    <a:pt x="508142" y="27949"/>
                  </a:lnTo>
                  <a:lnTo>
                    <a:pt x="509160" y="27635"/>
                  </a:lnTo>
                  <a:lnTo>
                    <a:pt x="510277" y="28016"/>
                  </a:lnTo>
                  <a:lnTo>
                    <a:pt x="510970" y="28006"/>
                  </a:lnTo>
                  <a:lnTo>
                    <a:pt x="511081" y="28325"/>
                  </a:lnTo>
                  <a:lnTo>
                    <a:pt x="510516" y="29526"/>
                  </a:lnTo>
                  <a:lnTo>
                    <a:pt x="510677" y="29643"/>
                  </a:lnTo>
                  <a:lnTo>
                    <a:pt x="511399" y="29665"/>
                  </a:lnTo>
                  <a:lnTo>
                    <a:pt x="511383" y="29093"/>
                  </a:lnTo>
                  <a:lnTo>
                    <a:pt x="511715" y="28899"/>
                  </a:lnTo>
                  <a:lnTo>
                    <a:pt x="512159" y="29607"/>
                  </a:lnTo>
                  <a:lnTo>
                    <a:pt x="513106" y="30061"/>
                  </a:lnTo>
                  <a:lnTo>
                    <a:pt x="514242" y="29974"/>
                  </a:lnTo>
                  <a:lnTo>
                    <a:pt x="514178" y="30269"/>
                  </a:lnTo>
                  <a:lnTo>
                    <a:pt x="514872" y="31365"/>
                  </a:lnTo>
                  <a:lnTo>
                    <a:pt x="515071" y="32278"/>
                  </a:lnTo>
                  <a:lnTo>
                    <a:pt x="515551" y="32558"/>
                  </a:lnTo>
                  <a:lnTo>
                    <a:pt x="515708" y="33760"/>
                  </a:lnTo>
                  <a:lnTo>
                    <a:pt x="516126" y="34603"/>
                  </a:lnTo>
                  <a:lnTo>
                    <a:pt x="515938" y="35598"/>
                  </a:lnTo>
                  <a:lnTo>
                    <a:pt x="516400" y="36731"/>
                  </a:lnTo>
                  <a:lnTo>
                    <a:pt x="516729" y="36623"/>
                  </a:lnTo>
                  <a:lnTo>
                    <a:pt x="516731" y="37011"/>
                  </a:lnTo>
                  <a:lnTo>
                    <a:pt x="517339" y="37075"/>
                  </a:lnTo>
                  <a:lnTo>
                    <a:pt x="517568" y="37473"/>
                  </a:lnTo>
                  <a:lnTo>
                    <a:pt x="517364" y="37773"/>
                  </a:lnTo>
                  <a:lnTo>
                    <a:pt x="517711" y="37958"/>
                  </a:lnTo>
                  <a:lnTo>
                    <a:pt x="517762" y="38687"/>
                  </a:lnTo>
                  <a:lnTo>
                    <a:pt x="518591" y="39979"/>
                  </a:lnTo>
                  <a:lnTo>
                    <a:pt x="518485" y="41172"/>
                  </a:lnTo>
                  <a:lnTo>
                    <a:pt x="519513" y="43783"/>
                  </a:lnTo>
                  <a:lnTo>
                    <a:pt x="521479" y="46373"/>
                  </a:lnTo>
                  <a:lnTo>
                    <a:pt x="522616" y="46687"/>
                  </a:lnTo>
                  <a:lnTo>
                    <a:pt x="523616" y="46665"/>
                  </a:lnTo>
                  <a:lnTo>
                    <a:pt x="525363" y="47270"/>
                  </a:lnTo>
                  <a:lnTo>
                    <a:pt x="525863" y="47644"/>
                  </a:lnTo>
                  <a:lnTo>
                    <a:pt x="528037" y="48040"/>
                  </a:lnTo>
                  <a:lnTo>
                    <a:pt x="528440" y="48216"/>
                  </a:lnTo>
                  <a:lnTo>
                    <a:pt x="528572" y="48617"/>
                  </a:lnTo>
                  <a:lnTo>
                    <a:pt x="529472" y="49807"/>
                  </a:lnTo>
                  <a:lnTo>
                    <a:pt x="530328" y="49781"/>
                  </a:lnTo>
                  <a:lnTo>
                    <a:pt x="531311" y="50440"/>
                  </a:lnTo>
                  <a:lnTo>
                    <a:pt x="533934" y="54128"/>
                  </a:lnTo>
                  <a:lnTo>
                    <a:pt x="535225" y="55128"/>
                  </a:lnTo>
                  <a:lnTo>
                    <a:pt x="536610" y="53769"/>
                  </a:lnTo>
                  <a:lnTo>
                    <a:pt x="538601" y="52470"/>
                  </a:lnTo>
                  <a:lnTo>
                    <a:pt x="541237" y="51173"/>
                  </a:lnTo>
                  <a:lnTo>
                    <a:pt x="542049" y="49924"/>
                  </a:lnTo>
                  <a:lnTo>
                    <a:pt x="542302" y="49014"/>
                  </a:lnTo>
                  <a:lnTo>
                    <a:pt x="542804" y="48558"/>
                  </a:lnTo>
                  <a:lnTo>
                    <a:pt x="542607" y="48289"/>
                  </a:lnTo>
                  <a:lnTo>
                    <a:pt x="543189" y="47996"/>
                  </a:lnTo>
                  <a:lnTo>
                    <a:pt x="544966" y="48814"/>
                  </a:lnTo>
                  <a:lnTo>
                    <a:pt x="546442" y="47176"/>
                  </a:lnTo>
                  <a:lnTo>
                    <a:pt x="546349" y="45167"/>
                  </a:lnTo>
                  <a:lnTo>
                    <a:pt x="547105" y="45721"/>
                  </a:lnTo>
                  <a:lnTo>
                    <a:pt x="547814" y="41338"/>
                  </a:lnTo>
                  <a:lnTo>
                    <a:pt x="548357" y="41344"/>
                  </a:lnTo>
                  <a:lnTo>
                    <a:pt x="548633" y="41779"/>
                  </a:lnTo>
                  <a:lnTo>
                    <a:pt x="549015" y="41887"/>
                  </a:lnTo>
                  <a:lnTo>
                    <a:pt x="549681" y="40526"/>
                  </a:lnTo>
                  <a:lnTo>
                    <a:pt x="549978" y="40529"/>
                  </a:lnTo>
                  <a:lnTo>
                    <a:pt x="551146" y="41417"/>
                  </a:lnTo>
                  <a:lnTo>
                    <a:pt x="552759" y="41758"/>
                  </a:lnTo>
                  <a:lnTo>
                    <a:pt x="552857" y="40863"/>
                  </a:lnTo>
                  <a:lnTo>
                    <a:pt x="553215" y="40496"/>
                  </a:lnTo>
                  <a:lnTo>
                    <a:pt x="554035" y="40384"/>
                  </a:lnTo>
                  <a:lnTo>
                    <a:pt x="554066" y="40835"/>
                  </a:lnTo>
                  <a:lnTo>
                    <a:pt x="554606" y="41120"/>
                  </a:lnTo>
                  <a:lnTo>
                    <a:pt x="555353" y="40294"/>
                  </a:lnTo>
                  <a:lnTo>
                    <a:pt x="555462" y="41086"/>
                  </a:lnTo>
                  <a:lnTo>
                    <a:pt x="555792" y="41016"/>
                  </a:lnTo>
                  <a:lnTo>
                    <a:pt x="555953" y="41546"/>
                  </a:lnTo>
                  <a:lnTo>
                    <a:pt x="556633" y="41774"/>
                  </a:lnTo>
                  <a:lnTo>
                    <a:pt x="556634" y="42002"/>
                  </a:lnTo>
                  <a:lnTo>
                    <a:pt x="556361" y="42084"/>
                  </a:lnTo>
                  <a:lnTo>
                    <a:pt x="556876" y="42465"/>
                  </a:lnTo>
                  <a:lnTo>
                    <a:pt x="556790" y="42897"/>
                  </a:lnTo>
                  <a:lnTo>
                    <a:pt x="557035" y="43141"/>
                  </a:lnTo>
                  <a:lnTo>
                    <a:pt x="556814" y="43400"/>
                  </a:lnTo>
                  <a:lnTo>
                    <a:pt x="556532" y="43248"/>
                  </a:lnTo>
                  <a:lnTo>
                    <a:pt x="556368" y="43507"/>
                  </a:lnTo>
                  <a:lnTo>
                    <a:pt x="557324" y="44354"/>
                  </a:lnTo>
                  <a:lnTo>
                    <a:pt x="558631" y="42831"/>
                  </a:lnTo>
                  <a:lnTo>
                    <a:pt x="557959" y="41795"/>
                  </a:lnTo>
                  <a:lnTo>
                    <a:pt x="559413" y="39854"/>
                  </a:lnTo>
                  <a:lnTo>
                    <a:pt x="557374" y="38981"/>
                  </a:lnTo>
                  <a:lnTo>
                    <a:pt x="555645" y="37712"/>
                  </a:lnTo>
                  <a:lnTo>
                    <a:pt x="556652" y="36286"/>
                  </a:lnTo>
                  <a:lnTo>
                    <a:pt x="557189" y="35083"/>
                  </a:lnTo>
                  <a:lnTo>
                    <a:pt x="556502" y="35032"/>
                  </a:lnTo>
                  <a:lnTo>
                    <a:pt x="561272" y="27847"/>
                  </a:lnTo>
                  <a:lnTo>
                    <a:pt x="560731" y="27443"/>
                  </a:lnTo>
                  <a:lnTo>
                    <a:pt x="562201" y="25177"/>
                  </a:lnTo>
                  <a:lnTo>
                    <a:pt x="563223" y="22643"/>
                  </a:lnTo>
                  <a:lnTo>
                    <a:pt x="564171" y="20534"/>
                  </a:lnTo>
                  <a:lnTo>
                    <a:pt x="566458" y="17002"/>
                  </a:lnTo>
                  <a:lnTo>
                    <a:pt x="567014" y="16671"/>
                  </a:lnTo>
                  <a:lnTo>
                    <a:pt x="568044" y="16574"/>
                  </a:lnTo>
                  <a:lnTo>
                    <a:pt x="569556" y="15677"/>
                  </a:lnTo>
                  <a:lnTo>
                    <a:pt x="571000" y="13910"/>
                  </a:lnTo>
                  <a:lnTo>
                    <a:pt x="571898" y="12178"/>
                  </a:lnTo>
                  <a:lnTo>
                    <a:pt x="572047" y="9921"/>
                  </a:lnTo>
                  <a:lnTo>
                    <a:pt x="573059" y="7290"/>
                  </a:lnTo>
                  <a:lnTo>
                    <a:pt x="573914" y="6414"/>
                  </a:lnTo>
                  <a:lnTo>
                    <a:pt x="575366" y="7267"/>
                  </a:lnTo>
                  <a:lnTo>
                    <a:pt x="575660" y="7850"/>
                  </a:lnTo>
                  <a:lnTo>
                    <a:pt x="576637" y="8633"/>
                  </a:lnTo>
                  <a:lnTo>
                    <a:pt x="577580" y="8989"/>
                  </a:lnTo>
                  <a:lnTo>
                    <a:pt x="577077" y="6473"/>
                  </a:lnTo>
                  <a:lnTo>
                    <a:pt x="580209" y="5674"/>
                  </a:lnTo>
                  <a:lnTo>
                    <a:pt x="580898" y="5744"/>
                  </a:lnTo>
                  <a:lnTo>
                    <a:pt x="582367" y="5066"/>
                  </a:lnTo>
                  <a:lnTo>
                    <a:pt x="583846" y="5253"/>
                  </a:lnTo>
                  <a:lnTo>
                    <a:pt x="584680" y="5086"/>
                  </a:lnTo>
                  <a:lnTo>
                    <a:pt x="586916" y="5939"/>
                  </a:lnTo>
                  <a:lnTo>
                    <a:pt x="588254" y="5810"/>
                  </a:lnTo>
                  <a:lnTo>
                    <a:pt x="589900" y="6109"/>
                  </a:lnTo>
                  <a:lnTo>
                    <a:pt x="594197" y="8541"/>
                  </a:lnTo>
                  <a:lnTo>
                    <a:pt x="596103" y="8592"/>
                  </a:lnTo>
                  <a:lnTo>
                    <a:pt x="598009" y="12551"/>
                  </a:lnTo>
                  <a:lnTo>
                    <a:pt x="598263" y="14254"/>
                  </a:lnTo>
                  <a:lnTo>
                    <a:pt x="598928" y="16701"/>
                  </a:lnTo>
                  <a:lnTo>
                    <a:pt x="599319" y="17425"/>
                  </a:lnTo>
                  <a:lnTo>
                    <a:pt x="599069" y="18059"/>
                  </a:lnTo>
                  <a:lnTo>
                    <a:pt x="599291" y="19525"/>
                  </a:lnTo>
                  <a:lnTo>
                    <a:pt x="599686" y="19376"/>
                  </a:lnTo>
                  <a:lnTo>
                    <a:pt x="599867" y="20084"/>
                  </a:lnTo>
                  <a:lnTo>
                    <a:pt x="600307" y="20140"/>
                  </a:lnTo>
                  <a:lnTo>
                    <a:pt x="600564" y="20186"/>
                  </a:lnTo>
                  <a:lnTo>
                    <a:pt x="601059" y="18963"/>
                  </a:lnTo>
                  <a:lnTo>
                    <a:pt x="601943" y="19067"/>
                  </a:lnTo>
                  <a:lnTo>
                    <a:pt x="602664" y="19579"/>
                  </a:lnTo>
                  <a:lnTo>
                    <a:pt x="603734" y="21019"/>
                  </a:lnTo>
                  <a:lnTo>
                    <a:pt x="604729" y="19557"/>
                  </a:lnTo>
                  <a:lnTo>
                    <a:pt x="606096" y="18281"/>
                  </a:lnTo>
                  <a:lnTo>
                    <a:pt x="607539" y="17988"/>
                  </a:lnTo>
                  <a:lnTo>
                    <a:pt x="609550" y="19589"/>
                  </a:lnTo>
                  <a:lnTo>
                    <a:pt x="615467" y="23562"/>
                  </a:lnTo>
                  <a:lnTo>
                    <a:pt x="616692" y="24651"/>
                  </a:lnTo>
                  <a:lnTo>
                    <a:pt x="617734" y="22953"/>
                  </a:lnTo>
                  <a:lnTo>
                    <a:pt x="618796" y="21762"/>
                  </a:lnTo>
                  <a:lnTo>
                    <a:pt x="620596" y="17254"/>
                  </a:lnTo>
                  <a:lnTo>
                    <a:pt x="622394" y="14721"/>
                  </a:lnTo>
                  <a:lnTo>
                    <a:pt x="623641" y="14517"/>
                  </a:lnTo>
                  <a:lnTo>
                    <a:pt x="624050" y="13958"/>
                  </a:lnTo>
                  <a:lnTo>
                    <a:pt x="624161" y="12614"/>
                  </a:lnTo>
                  <a:lnTo>
                    <a:pt x="624522" y="11535"/>
                  </a:lnTo>
                  <a:lnTo>
                    <a:pt x="627138" y="6520"/>
                  </a:lnTo>
                  <a:lnTo>
                    <a:pt x="627134" y="5334"/>
                  </a:lnTo>
                  <a:lnTo>
                    <a:pt x="630147" y="5557"/>
                  </a:lnTo>
                  <a:lnTo>
                    <a:pt x="630111" y="5178"/>
                  </a:lnTo>
                  <a:lnTo>
                    <a:pt x="631458" y="4777"/>
                  </a:lnTo>
                  <a:lnTo>
                    <a:pt x="631997" y="4327"/>
                  </a:lnTo>
                  <a:lnTo>
                    <a:pt x="635173" y="3358"/>
                  </a:lnTo>
                  <a:lnTo>
                    <a:pt x="635659" y="2931"/>
                  </a:lnTo>
                  <a:lnTo>
                    <a:pt x="636366" y="3058"/>
                  </a:lnTo>
                  <a:lnTo>
                    <a:pt x="637392" y="2482"/>
                  </a:lnTo>
                  <a:lnTo>
                    <a:pt x="637687" y="2570"/>
                  </a:lnTo>
                  <a:lnTo>
                    <a:pt x="639006" y="2067"/>
                  </a:lnTo>
                  <a:lnTo>
                    <a:pt x="639860" y="2086"/>
                  </a:lnTo>
                  <a:lnTo>
                    <a:pt x="640266" y="1847"/>
                  </a:lnTo>
                  <a:lnTo>
                    <a:pt x="640290" y="1333"/>
                  </a:lnTo>
                  <a:lnTo>
                    <a:pt x="640558" y="1449"/>
                  </a:lnTo>
                  <a:lnTo>
                    <a:pt x="641009" y="916"/>
                  </a:lnTo>
                  <a:lnTo>
                    <a:pt x="641460" y="946"/>
                  </a:lnTo>
                  <a:lnTo>
                    <a:pt x="641689" y="552"/>
                  </a:lnTo>
                  <a:lnTo>
                    <a:pt x="642055" y="420"/>
                  </a:lnTo>
                  <a:lnTo>
                    <a:pt x="642694" y="616"/>
                  </a:lnTo>
                  <a:lnTo>
                    <a:pt x="643488" y="535"/>
                  </a:lnTo>
                  <a:lnTo>
                    <a:pt x="643848" y="258"/>
                  </a:lnTo>
                  <a:lnTo>
                    <a:pt x="644005" y="490"/>
                  </a:lnTo>
                  <a:lnTo>
                    <a:pt x="644472" y="0"/>
                  </a:lnTo>
                  <a:lnTo>
                    <a:pt x="644907" y="60"/>
                  </a:lnTo>
                  <a:lnTo>
                    <a:pt x="644853" y="653"/>
                  </a:lnTo>
                  <a:lnTo>
                    <a:pt x="645228" y="658"/>
                  </a:lnTo>
                  <a:lnTo>
                    <a:pt x="645376" y="430"/>
                  </a:lnTo>
                  <a:lnTo>
                    <a:pt x="645518" y="781"/>
                  </a:lnTo>
                  <a:lnTo>
                    <a:pt x="645293" y="1381"/>
                  </a:lnTo>
                  <a:lnTo>
                    <a:pt x="647588" y="3165"/>
                  </a:lnTo>
                  <a:lnTo>
                    <a:pt x="650162" y="4221"/>
                  </a:lnTo>
                  <a:lnTo>
                    <a:pt x="651605" y="4376"/>
                  </a:lnTo>
                  <a:lnTo>
                    <a:pt x="653602" y="5874"/>
                  </a:lnTo>
                  <a:lnTo>
                    <a:pt x="652041" y="7770"/>
                  </a:lnTo>
                  <a:lnTo>
                    <a:pt x="650442" y="10996"/>
                  </a:lnTo>
                  <a:lnTo>
                    <a:pt x="652514" y="11782"/>
                  </a:lnTo>
                  <a:lnTo>
                    <a:pt x="653534" y="13020"/>
                  </a:lnTo>
                  <a:lnTo>
                    <a:pt x="655293" y="14105"/>
                  </a:lnTo>
                  <a:lnTo>
                    <a:pt x="657196" y="15862"/>
                  </a:lnTo>
                  <a:lnTo>
                    <a:pt x="658579" y="16192"/>
                  </a:lnTo>
                  <a:lnTo>
                    <a:pt x="660642" y="17558"/>
                  </a:lnTo>
                  <a:lnTo>
                    <a:pt x="661266" y="17658"/>
                  </a:lnTo>
                  <a:lnTo>
                    <a:pt x="662852" y="19437"/>
                  </a:lnTo>
                  <a:lnTo>
                    <a:pt x="664479" y="20441"/>
                  </a:lnTo>
                  <a:lnTo>
                    <a:pt x="664612" y="21039"/>
                  </a:lnTo>
                  <a:lnTo>
                    <a:pt x="665556" y="21412"/>
                  </a:lnTo>
                  <a:lnTo>
                    <a:pt x="665822" y="22360"/>
                  </a:lnTo>
                  <a:lnTo>
                    <a:pt x="666228" y="22704"/>
                  </a:lnTo>
                  <a:lnTo>
                    <a:pt x="666168" y="23122"/>
                  </a:lnTo>
                  <a:lnTo>
                    <a:pt x="666485" y="23323"/>
                  </a:lnTo>
                  <a:lnTo>
                    <a:pt x="666377" y="23549"/>
                  </a:lnTo>
                  <a:lnTo>
                    <a:pt x="667063" y="24171"/>
                  </a:lnTo>
                  <a:lnTo>
                    <a:pt x="666862" y="24482"/>
                  </a:lnTo>
                  <a:lnTo>
                    <a:pt x="667902" y="24727"/>
                  </a:lnTo>
                  <a:lnTo>
                    <a:pt x="667994" y="25281"/>
                  </a:lnTo>
                  <a:lnTo>
                    <a:pt x="669416" y="26474"/>
                  </a:lnTo>
                  <a:lnTo>
                    <a:pt x="669449" y="27139"/>
                  </a:lnTo>
                  <a:lnTo>
                    <a:pt x="669972" y="27482"/>
                  </a:lnTo>
                  <a:lnTo>
                    <a:pt x="671012" y="27384"/>
                  </a:lnTo>
                  <a:lnTo>
                    <a:pt x="671606" y="27709"/>
                  </a:lnTo>
                  <a:lnTo>
                    <a:pt x="671189" y="32084"/>
                  </a:lnTo>
                  <a:lnTo>
                    <a:pt x="667844" y="31089"/>
                  </a:lnTo>
                  <a:lnTo>
                    <a:pt x="661039" y="28560"/>
                  </a:lnTo>
                  <a:lnTo>
                    <a:pt x="655811" y="28295"/>
                  </a:lnTo>
                  <a:lnTo>
                    <a:pt x="656437" y="30928"/>
                  </a:lnTo>
                  <a:lnTo>
                    <a:pt x="656689" y="34338"/>
                  </a:lnTo>
                  <a:lnTo>
                    <a:pt x="657537" y="37680"/>
                  </a:lnTo>
                  <a:lnTo>
                    <a:pt x="658571" y="44363"/>
                  </a:lnTo>
                  <a:lnTo>
                    <a:pt x="659106" y="46832"/>
                  </a:lnTo>
                  <a:lnTo>
                    <a:pt x="659596" y="46810"/>
                  </a:lnTo>
                  <a:lnTo>
                    <a:pt x="659702" y="49197"/>
                  </a:lnTo>
                  <a:lnTo>
                    <a:pt x="662091" y="48955"/>
                  </a:lnTo>
                  <a:lnTo>
                    <a:pt x="662194" y="49683"/>
                  </a:lnTo>
                  <a:lnTo>
                    <a:pt x="665437" y="49186"/>
                  </a:lnTo>
                  <a:lnTo>
                    <a:pt x="667470" y="51055"/>
                  </a:lnTo>
                  <a:lnTo>
                    <a:pt x="669916" y="52526"/>
                  </a:lnTo>
                  <a:lnTo>
                    <a:pt x="670659" y="55120"/>
                  </a:lnTo>
                  <a:lnTo>
                    <a:pt x="672905" y="54762"/>
                  </a:lnTo>
                  <a:lnTo>
                    <a:pt x="674168" y="54836"/>
                  </a:lnTo>
                  <a:lnTo>
                    <a:pt x="677957" y="55823"/>
                  </a:lnTo>
                  <a:lnTo>
                    <a:pt x="679719" y="55244"/>
                  </a:lnTo>
                  <a:lnTo>
                    <a:pt x="681193" y="55057"/>
                  </a:lnTo>
                  <a:lnTo>
                    <a:pt x="682270" y="54096"/>
                  </a:lnTo>
                  <a:lnTo>
                    <a:pt x="683280" y="54399"/>
                  </a:lnTo>
                  <a:lnTo>
                    <a:pt x="684726" y="56130"/>
                  </a:lnTo>
                  <a:lnTo>
                    <a:pt x="686213" y="57084"/>
                  </a:lnTo>
                  <a:lnTo>
                    <a:pt x="688011" y="56827"/>
                  </a:lnTo>
                  <a:lnTo>
                    <a:pt x="688406" y="59454"/>
                  </a:lnTo>
                  <a:lnTo>
                    <a:pt x="689216" y="62356"/>
                  </a:lnTo>
                  <a:lnTo>
                    <a:pt x="689818" y="62440"/>
                  </a:lnTo>
                  <a:lnTo>
                    <a:pt x="691423" y="65948"/>
                  </a:lnTo>
                  <a:lnTo>
                    <a:pt x="681751" y="70896"/>
                  </a:lnTo>
                  <a:lnTo>
                    <a:pt x="679318" y="71591"/>
                  </a:lnTo>
                  <a:lnTo>
                    <a:pt x="679061" y="71912"/>
                  </a:lnTo>
                  <a:lnTo>
                    <a:pt x="677518" y="72454"/>
                  </a:lnTo>
                  <a:lnTo>
                    <a:pt x="674404" y="74548"/>
                  </a:lnTo>
                  <a:lnTo>
                    <a:pt x="671315" y="75125"/>
                  </a:lnTo>
                  <a:lnTo>
                    <a:pt x="670816" y="74784"/>
                  </a:lnTo>
                  <a:lnTo>
                    <a:pt x="668583" y="74348"/>
                  </a:lnTo>
                  <a:lnTo>
                    <a:pt x="668097" y="74078"/>
                  </a:lnTo>
                  <a:lnTo>
                    <a:pt x="668087" y="73506"/>
                  </a:lnTo>
                  <a:lnTo>
                    <a:pt x="667926" y="73398"/>
                  </a:lnTo>
                  <a:lnTo>
                    <a:pt x="667568" y="73784"/>
                  </a:lnTo>
                  <a:lnTo>
                    <a:pt x="666580" y="72864"/>
                  </a:lnTo>
                  <a:lnTo>
                    <a:pt x="665714" y="73061"/>
                  </a:lnTo>
                  <a:lnTo>
                    <a:pt x="665518" y="74327"/>
                  </a:lnTo>
                  <a:lnTo>
                    <a:pt x="665693" y="78997"/>
                  </a:lnTo>
                  <a:lnTo>
                    <a:pt x="666451" y="78810"/>
                  </a:lnTo>
                  <a:lnTo>
                    <a:pt x="665222" y="87774"/>
                  </a:lnTo>
                  <a:lnTo>
                    <a:pt x="666202" y="87725"/>
                  </a:lnTo>
                  <a:lnTo>
                    <a:pt x="672236" y="88934"/>
                  </a:lnTo>
                  <a:lnTo>
                    <a:pt x="673878" y="88951"/>
                  </a:lnTo>
                  <a:lnTo>
                    <a:pt x="680853" y="90253"/>
                  </a:lnTo>
                  <a:lnTo>
                    <a:pt x="679770" y="96428"/>
                  </a:lnTo>
                  <a:lnTo>
                    <a:pt x="678712" y="99798"/>
                  </a:lnTo>
                  <a:lnTo>
                    <a:pt x="678898" y="100278"/>
                  </a:lnTo>
                  <a:lnTo>
                    <a:pt x="680607" y="101390"/>
                  </a:lnTo>
                  <a:lnTo>
                    <a:pt x="679222" y="104016"/>
                  </a:lnTo>
                  <a:lnTo>
                    <a:pt x="677333" y="108793"/>
                  </a:lnTo>
                  <a:lnTo>
                    <a:pt x="677133" y="109076"/>
                  </a:lnTo>
                  <a:lnTo>
                    <a:pt x="676222" y="108362"/>
                  </a:lnTo>
                  <a:lnTo>
                    <a:pt x="676288" y="112625"/>
                  </a:lnTo>
                  <a:lnTo>
                    <a:pt x="676041" y="114914"/>
                  </a:lnTo>
                  <a:lnTo>
                    <a:pt x="674762" y="120634"/>
                  </a:lnTo>
                  <a:lnTo>
                    <a:pt x="676215" y="120471"/>
                  </a:lnTo>
                  <a:lnTo>
                    <a:pt x="678372" y="120898"/>
                  </a:lnTo>
                  <a:lnTo>
                    <a:pt x="679863" y="120946"/>
                  </a:lnTo>
                  <a:lnTo>
                    <a:pt x="680522" y="121402"/>
                  </a:lnTo>
                  <a:lnTo>
                    <a:pt x="680499" y="121802"/>
                  </a:lnTo>
                  <a:lnTo>
                    <a:pt x="681507" y="123075"/>
                  </a:lnTo>
                  <a:lnTo>
                    <a:pt x="684036" y="123786"/>
                  </a:lnTo>
                  <a:lnTo>
                    <a:pt x="684887" y="124637"/>
                  </a:lnTo>
                  <a:lnTo>
                    <a:pt x="685999" y="125097"/>
                  </a:lnTo>
                  <a:lnTo>
                    <a:pt x="686619" y="127172"/>
                  </a:lnTo>
                  <a:lnTo>
                    <a:pt x="687893" y="128139"/>
                  </a:lnTo>
                  <a:lnTo>
                    <a:pt x="687788" y="128311"/>
                  </a:lnTo>
                  <a:lnTo>
                    <a:pt x="688560" y="129182"/>
                  </a:lnTo>
                  <a:lnTo>
                    <a:pt x="688569" y="129458"/>
                  </a:lnTo>
                  <a:lnTo>
                    <a:pt x="689264" y="129772"/>
                  </a:lnTo>
                  <a:lnTo>
                    <a:pt x="689863" y="130583"/>
                  </a:lnTo>
                  <a:lnTo>
                    <a:pt x="690970" y="131204"/>
                  </a:lnTo>
                  <a:lnTo>
                    <a:pt x="691402" y="131828"/>
                  </a:lnTo>
                  <a:lnTo>
                    <a:pt x="691836" y="131851"/>
                  </a:lnTo>
                  <a:lnTo>
                    <a:pt x="691924" y="132244"/>
                  </a:lnTo>
                  <a:lnTo>
                    <a:pt x="692589" y="132504"/>
                  </a:lnTo>
                  <a:lnTo>
                    <a:pt x="693332" y="133254"/>
                  </a:lnTo>
                  <a:lnTo>
                    <a:pt x="693318" y="133583"/>
                  </a:lnTo>
                  <a:lnTo>
                    <a:pt x="693861" y="134331"/>
                  </a:lnTo>
                  <a:lnTo>
                    <a:pt x="694253" y="134490"/>
                  </a:lnTo>
                  <a:lnTo>
                    <a:pt x="695034" y="135549"/>
                  </a:lnTo>
                  <a:lnTo>
                    <a:pt x="697184" y="136926"/>
                  </a:lnTo>
                  <a:lnTo>
                    <a:pt x="697187" y="137217"/>
                  </a:lnTo>
                  <a:lnTo>
                    <a:pt x="698278" y="138594"/>
                  </a:lnTo>
                  <a:lnTo>
                    <a:pt x="697983" y="140255"/>
                  </a:lnTo>
                  <a:lnTo>
                    <a:pt x="699132" y="141674"/>
                  </a:lnTo>
                  <a:lnTo>
                    <a:pt x="699311" y="143214"/>
                  </a:lnTo>
                  <a:lnTo>
                    <a:pt x="698786" y="144544"/>
                  </a:lnTo>
                  <a:lnTo>
                    <a:pt x="699692" y="145042"/>
                  </a:lnTo>
                  <a:lnTo>
                    <a:pt x="702382" y="148284"/>
                  </a:lnTo>
                  <a:lnTo>
                    <a:pt x="701931" y="150269"/>
                  </a:lnTo>
                  <a:lnTo>
                    <a:pt x="702022" y="150903"/>
                  </a:lnTo>
                  <a:lnTo>
                    <a:pt x="702358" y="151567"/>
                  </a:lnTo>
                  <a:lnTo>
                    <a:pt x="703015" y="151867"/>
                  </a:lnTo>
                  <a:lnTo>
                    <a:pt x="702442" y="155465"/>
                  </a:lnTo>
                  <a:lnTo>
                    <a:pt x="701506" y="158833"/>
                  </a:lnTo>
                  <a:lnTo>
                    <a:pt x="701932" y="160188"/>
                  </a:lnTo>
                  <a:lnTo>
                    <a:pt x="702618" y="161193"/>
                  </a:lnTo>
                  <a:lnTo>
                    <a:pt x="703252" y="162784"/>
                  </a:lnTo>
                  <a:lnTo>
                    <a:pt x="702194" y="163026"/>
                  </a:lnTo>
                  <a:lnTo>
                    <a:pt x="699474" y="162732"/>
                  </a:lnTo>
                  <a:lnTo>
                    <a:pt x="698547" y="162036"/>
                  </a:lnTo>
                  <a:lnTo>
                    <a:pt x="696671" y="161293"/>
                  </a:lnTo>
                  <a:lnTo>
                    <a:pt x="696395" y="160987"/>
                  </a:lnTo>
                  <a:lnTo>
                    <a:pt x="695225" y="163685"/>
                  </a:lnTo>
                  <a:lnTo>
                    <a:pt x="693275" y="166304"/>
                  </a:lnTo>
                  <a:lnTo>
                    <a:pt x="692479" y="167926"/>
                  </a:lnTo>
                  <a:lnTo>
                    <a:pt x="691712" y="167119"/>
                  </a:lnTo>
                  <a:lnTo>
                    <a:pt x="690453" y="167404"/>
                  </a:lnTo>
                  <a:lnTo>
                    <a:pt x="690085" y="166989"/>
                  </a:lnTo>
                  <a:lnTo>
                    <a:pt x="689289" y="166867"/>
                  </a:lnTo>
                  <a:lnTo>
                    <a:pt x="688687" y="167073"/>
                  </a:lnTo>
                  <a:lnTo>
                    <a:pt x="687895" y="166703"/>
                  </a:lnTo>
                  <a:lnTo>
                    <a:pt x="685098" y="167021"/>
                  </a:lnTo>
                  <a:lnTo>
                    <a:pt x="683976" y="167378"/>
                  </a:lnTo>
                  <a:lnTo>
                    <a:pt x="682929" y="167025"/>
                  </a:lnTo>
                  <a:lnTo>
                    <a:pt x="680605" y="165482"/>
                  </a:lnTo>
                  <a:lnTo>
                    <a:pt x="678906" y="163960"/>
                  </a:lnTo>
                  <a:lnTo>
                    <a:pt x="677919" y="163916"/>
                  </a:lnTo>
                  <a:lnTo>
                    <a:pt x="677282" y="163427"/>
                  </a:lnTo>
                  <a:lnTo>
                    <a:pt x="676277" y="163878"/>
                  </a:lnTo>
                  <a:lnTo>
                    <a:pt x="675921" y="163488"/>
                  </a:lnTo>
                  <a:lnTo>
                    <a:pt x="674731" y="163350"/>
                  </a:lnTo>
                  <a:lnTo>
                    <a:pt x="674232" y="164098"/>
                  </a:lnTo>
                  <a:lnTo>
                    <a:pt x="673820" y="165367"/>
                  </a:lnTo>
                  <a:lnTo>
                    <a:pt x="673342" y="165717"/>
                  </a:lnTo>
                  <a:lnTo>
                    <a:pt x="673047" y="166898"/>
                  </a:lnTo>
                  <a:lnTo>
                    <a:pt x="673575" y="166985"/>
                  </a:lnTo>
                  <a:lnTo>
                    <a:pt x="673241" y="168415"/>
                  </a:lnTo>
                  <a:lnTo>
                    <a:pt x="671028" y="170943"/>
                  </a:lnTo>
                  <a:lnTo>
                    <a:pt x="670175" y="172626"/>
                  </a:lnTo>
                  <a:lnTo>
                    <a:pt x="671776" y="175024"/>
                  </a:lnTo>
                  <a:lnTo>
                    <a:pt x="672522" y="175565"/>
                  </a:lnTo>
                  <a:lnTo>
                    <a:pt x="677030" y="177008"/>
                  </a:lnTo>
                  <a:lnTo>
                    <a:pt x="678877" y="178145"/>
                  </a:lnTo>
                  <a:lnTo>
                    <a:pt x="681787" y="181146"/>
                  </a:lnTo>
                  <a:lnTo>
                    <a:pt x="683111" y="182101"/>
                  </a:lnTo>
                  <a:lnTo>
                    <a:pt x="684516" y="184378"/>
                  </a:lnTo>
                  <a:lnTo>
                    <a:pt x="687537" y="187413"/>
                  </a:lnTo>
                  <a:lnTo>
                    <a:pt x="694719" y="192242"/>
                  </a:lnTo>
                  <a:lnTo>
                    <a:pt x="693356" y="194839"/>
                  </a:lnTo>
                  <a:lnTo>
                    <a:pt x="691881" y="199052"/>
                  </a:lnTo>
                  <a:lnTo>
                    <a:pt x="692812" y="199381"/>
                  </a:lnTo>
                  <a:lnTo>
                    <a:pt x="693322" y="200216"/>
                  </a:lnTo>
                  <a:lnTo>
                    <a:pt x="693349" y="201116"/>
                  </a:lnTo>
                  <a:lnTo>
                    <a:pt x="695778" y="201046"/>
                  </a:lnTo>
                  <a:lnTo>
                    <a:pt x="699771" y="202040"/>
                  </a:lnTo>
                  <a:lnTo>
                    <a:pt x="700983" y="202510"/>
                  </a:lnTo>
                  <a:lnTo>
                    <a:pt x="701676" y="203265"/>
                  </a:lnTo>
                  <a:lnTo>
                    <a:pt x="702806" y="203200"/>
                  </a:lnTo>
                  <a:lnTo>
                    <a:pt x="703930" y="203639"/>
                  </a:lnTo>
                  <a:lnTo>
                    <a:pt x="707783" y="204072"/>
                  </a:lnTo>
                  <a:lnTo>
                    <a:pt x="708138" y="204285"/>
                  </a:lnTo>
                  <a:lnTo>
                    <a:pt x="708026" y="204607"/>
                  </a:lnTo>
                  <a:lnTo>
                    <a:pt x="709498" y="205119"/>
                  </a:lnTo>
                  <a:lnTo>
                    <a:pt x="709359" y="205544"/>
                  </a:lnTo>
                  <a:lnTo>
                    <a:pt x="711804" y="206279"/>
                  </a:lnTo>
                  <a:lnTo>
                    <a:pt x="712665" y="206982"/>
                  </a:lnTo>
                  <a:lnTo>
                    <a:pt x="714010" y="207427"/>
                  </a:lnTo>
                  <a:lnTo>
                    <a:pt x="714603" y="207924"/>
                  </a:lnTo>
                  <a:lnTo>
                    <a:pt x="714473" y="208116"/>
                  </a:lnTo>
                  <a:lnTo>
                    <a:pt x="715346" y="208523"/>
                  </a:lnTo>
                  <a:lnTo>
                    <a:pt x="715304" y="208831"/>
                  </a:lnTo>
                  <a:lnTo>
                    <a:pt x="715823" y="209400"/>
                  </a:lnTo>
                  <a:lnTo>
                    <a:pt x="717328" y="209784"/>
                  </a:lnTo>
                  <a:lnTo>
                    <a:pt x="718281" y="210620"/>
                  </a:lnTo>
                  <a:lnTo>
                    <a:pt x="719220" y="210926"/>
                  </a:lnTo>
                  <a:lnTo>
                    <a:pt x="722402" y="212865"/>
                  </a:lnTo>
                  <a:lnTo>
                    <a:pt x="723564" y="213073"/>
                  </a:lnTo>
                  <a:lnTo>
                    <a:pt x="725002" y="209285"/>
                  </a:lnTo>
                  <a:lnTo>
                    <a:pt x="726919" y="205182"/>
                  </a:lnTo>
                  <a:lnTo>
                    <a:pt x="725389" y="204665"/>
                  </a:lnTo>
                  <a:lnTo>
                    <a:pt x="726481" y="199956"/>
                  </a:lnTo>
                  <a:lnTo>
                    <a:pt x="728049" y="201006"/>
                  </a:lnTo>
                  <a:lnTo>
                    <a:pt x="730433" y="201056"/>
                  </a:lnTo>
                  <a:lnTo>
                    <a:pt x="730806" y="201339"/>
                  </a:lnTo>
                  <a:lnTo>
                    <a:pt x="731056" y="202189"/>
                  </a:lnTo>
                  <a:lnTo>
                    <a:pt x="731828" y="202789"/>
                  </a:lnTo>
                  <a:lnTo>
                    <a:pt x="733885" y="199596"/>
                  </a:lnTo>
                  <a:lnTo>
                    <a:pt x="734627" y="199865"/>
                  </a:lnTo>
                  <a:lnTo>
                    <a:pt x="736702" y="195670"/>
                  </a:lnTo>
                  <a:lnTo>
                    <a:pt x="744351" y="198415"/>
                  </a:lnTo>
                  <a:lnTo>
                    <a:pt x="745795" y="199222"/>
                  </a:lnTo>
                  <a:lnTo>
                    <a:pt x="747652" y="200507"/>
                  </a:lnTo>
                  <a:lnTo>
                    <a:pt x="747905" y="201313"/>
                  </a:lnTo>
                  <a:lnTo>
                    <a:pt x="747838" y="202856"/>
                  </a:lnTo>
                  <a:lnTo>
                    <a:pt x="751058" y="203375"/>
                  </a:lnTo>
                  <a:lnTo>
                    <a:pt x="751900" y="203180"/>
                  </a:lnTo>
                  <a:lnTo>
                    <a:pt x="752304" y="203758"/>
                  </a:lnTo>
                  <a:lnTo>
                    <a:pt x="755415" y="203090"/>
                  </a:lnTo>
                  <a:lnTo>
                    <a:pt x="757589" y="203272"/>
                  </a:lnTo>
                  <a:lnTo>
                    <a:pt x="758030" y="203638"/>
                  </a:lnTo>
                  <a:lnTo>
                    <a:pt x="759706" y="203897"/>
                  </a:lnTo>
                  <a:lnTo>
                    <a:pt x="760583" y="204961"/>
                  </a:lnTo>
                  <a:lnTo>
                    <a:pt x="761200" y="205277"/>
                  </a:lnTo>
                  <a:lnTo>
                    <a:pt x="761882" y="205545"/>
                  </a:lnTo>
                  <a:lnTo>
                    <a:pt x="763470" y="205507"/>
                  </a:lnTo>
                  <a:lnTo>
                    <a:pt x="767414" y="207190"/>
                  </a:lnTo>
                  <a:lnTo>
                    <a:pt x="767352" y="208072"/>
                  </a:lnTo>
                  <a:lnTo>
                    <a:pt x="771251" y="207523"/>
                  </a:lnTo>
                  <a:lnTo>
                    <a:pt x="775167" y="207477"/>
                  </a:lnTo>
                  <a:lnTo>
                    <a:pt x="775307" y="208937"/>
                  </a:lnTo>
                  <a:lnTo>
                    <a:pt x="779515" y="210651"/>
                  </a:lnTo>
                  <a:lnTo>
                    <a:pt x="782398" y="211092"/>
                  </a:lnTo>
                  <a:lnTo>
                    <a:pt x="788283" y="211380"/>
                  </a:lnTo>
                  <a:lnTo>
                    <a:pt x="789854" y="211126"/>
                  </a:lnTo>
                  <a:lnTo>
                    <a:pt x="791808" y="210041"/>
                  </a:lnTo>
                  <a:lnTo>
                    <a:pt x="792450" y="210668"/>
                  </a:lnTo>
                  <a:lnTo>
                    <a:pt x="792217" y="212032"/>
                  </a:lnTo>
                  <a:lnTo>
                    <a:pt x="793125" y="214460"/>
                  </a:lnTo>
                  <a:lnTo>
                    <a:pt x="792861" y="216277"/>
                  </a:lnTo>
                  <a:lnTo>
                    <a:pt x="793180" y="219402"/>
                  </a:lnTo>
                  <a:lnTo>
                    <a:pt x="793907" y="219839"/>
                  </a:lnTo>
                  <a:lnTo>
                    <a:pt x="793797" y="220292"/>
                  </a:lnTo>
                  <a:lnTo>
                    <a:pt x="793491" y="220786"/>
                  </a:lnTo>
                  <a:lnTo>
                    <a:pt x="791740" y="220827"/>
                  </a:lnTo>
                  <a:lnTo>
                    <a:pt x="789883" y="221689"/>
                  </a:lnTo>
                  <a:lnTo>
                    <a:pt x="789562" y="222368"/>
                  </a:lnTo>
                  <a:lnTo>
                    <a:pt x="789868" y="222923"/>
                  </a:lnTo>
                  <a:lnTo>
                    <a:pt x="789663" y="223620"/>
                  </a:lnTo>
                  <a:lnTo>
                    <a:pt x="788272" y="225063"/>
                  </a:lnTo>
                  <a:lnTo>
                    <a:pt x="788157" y="225995"/>
                  </a:lnTo>
                  <a:lnTo>
                    <a:pt x="787940" y="226073"/>
                  </a:lnTo>
                  <a:lnTo>
                    <a:pt x="787535" y="225731"/>
                  </a:lnTo>
                  <a:lnTo>
                    <a:pt x="784327" y="227132"/>
                  </a:lnTo>
                  <a:lnTo>
                    <a:pt x="782503" y="225448"/>
                  </a:lnTo>
                  <a:lnTo>
                    <a:pt x="781722" y="228421"/>
                  </a:lnTo>
                  <a:lnTo>
                    <a:pt x="781079" y="232138"/>
                  </a:lnTo>
                  <a:lnTo>
                    <a:pt x="777368" y="230697"/>
                  </a:lnTo>
                  <a:lnTo>
                    <a:pt x="770156" y="227165"/>
                  </a:lnTo>
                  <a:lnTo>
                    <a:pt x="768825" y="227068"/>
                  </a:lnTo>
                  <a:lnTo>
                    <a:pt x="767772" y="227254"/>
                  </a:lnTo>
                  <a:lnTo>
                    <a:pt x="767093" y="227550"/>
                  </a:lnTo>
                  <a:lnTo>
                    <a:pt x="766078" y="228569"/>
                  </a:lnTo>
                  <a:lnTo>
                    <a:pt x="765555" y="229669"/>
                  </a:lnTo>
                  <a:lnTo>
                    <a:pt x="765648" y="230667"/>
                  </a:lnTo>
                  <a:lnTo>
                    <a:pt x="766381" y="231739"/>
                  </a:lnTo>
                  <a:lnTo>
                    <a:pt x="766471" y="232370"/>
                  </a:lnTo>
                  <a:lnTo>
                    <a:pt x="765718" y="234037"/>
                  </a:lnTo>
                  <a:lnTo>
                    <a:pt x="764328" y="235840"/>
                  </a:lnTo>
                  <a:lnTo>
                    <a:pt x="762723" y="237132"/>
                  </a:lnTo>
                  <a:lnTo>
                    <a:pt x="761458" y="239408"/>
                  </a:lnTo>
                  <a:lnTo>
                    <a:pt x="759919" y="240264"/>
                  </a:lnTo>
                  <a:lnTo>
                    <a:pt x="756504" y="242825"/>
                  </a:lnTo>
                  <a:lnTo>
                    <a:pt x="754788" y="245340"/>
                  </a:lnTo>
                  <a:lnTo>
                    <a:pt x="754730" y="246295"/>
                  </a:lnTo>
                  <a:lnTo>
                    <a:pt x="755537" y="249978"/>
                  </a:lnTo>
                  <a:lnTo>
                    <a:pt x="754801" y="252514"/>
                  </a:lnTo>
                  <a:lnTo>
                    <a:pt x="755204" y="252793"/>
                  </a:lnTo>
                  <a:lnTo>
                    <a:pt x="755207" y="253810"/>
                  </a:lnTo>
                  <a:lnTo>
                    <a:pt x="754879" y="254715"/>
                  </a:lnTo>
                  <a:lnTo>
                    <a:pt x="755445" y="256471"/>
                  </a:lnTo>
                  <a:lnTo>
                    <a:pt x="757958" y="256916"/>
                  </a:lnTo>
                  <a:lnTo>
                    <a:pt x="760264" y="258589"/>
                  </a:lnTo>
                  <a:lnTo>
                    <a:pt x="761985" y="259273"/>
                  </a:lnTo>
                  <a:lnTo>
                    <a:pt x="762959" y="260989"/>
                  </a:lnTo>
                  <a:lnTo>
                    <a:pt x="764208" y="262593"/>
                  </a:lnTo>
                  <a:lnTo>
                    <a:pt x="766656" y="264360"/>
                  </a:lnTo>
                  <a:lnTo>
                    <a:pt x="767658" y="264682"/>
                  </a:lnTo>
                  <a:lnTo>
                    <a:pt x="767451" y="266076"/>
                  </a:lnTo>
                  <a:lnTo>
                    <a:pt x="767762" y="266396"/>
                  </a:lnTo>
                  <a:lnTo>
                    <a:pt x="768453" y="266550"/>
                  </a:lnTo>
                  <a:lnTo>
                    <a:pt x="768497" y="267842"/>
                  </a:lnTo>
                  <a:lnTo>
                    <a:pt x="769469" y="267917"/>
                  </a:lnTo>
                  <a:lnTo>
                    <a:pt x="769021" y="268975"/>
                  </a:lnTo>
                  <a:lnTo>
                    <a:pt x="769371" y="269659"/>
                  </a:lnTo>
                  <a:lnTo>
                    <a:pt x="766905" y="269398"/>
                  </a:lnTo>
                  <a:lnTo>
                    <a:pt x="766756" y="271007"/>
                  </a:lnTo>
                  <a:lnTo>
                    <a:pt x="765017" y="271089"/>
                  </a:lnTo>
                  <a:lnTo>
                    <a:pt x="760706" y="270491"/>
                  </a:lnTo>
                  <a:lnTo>
                    <a:pt x="758576" y="270632"/>
                  </a:lnTo>
                  <a:lnTo>
                    <a:pt x="757571" y="270314"/>
                  </a:lnTo>
                  <a:lnTo>
                    <a:pt x="756099" y="270268"/>
                  </a:lnTo>
                  <a:lnTo>
                    <a:pt x="754718" y="269439"/>
                  </a:lnTo>
                  <a:lnTo>
                    <a:pt x="753918" y="269494"/>
                  </a:lnTo>
                  <a:lnTo>
                    <a:pt x="753504" y="269825"/>
                  </a:lnTo>
                  <a:lnTo>
                    <a:pt x="753929" y="271915"/>
                  </a:lnTo>
                  <a:lnTo>
                    <a:pt x="755950" y="272318"/>
                  </a:lnTo>
                  <a:lnTo>
                    <a:pt x="756097" y="272150"/>
                  </a:lnTo>
                  <a:lnTo>
                    <a:pt x="757257" y="273566"/>
                  </a:lnTo>
                  <a:lnTo>
                    <a:pt x="756436" y="273969"/>
                  </a:lnTo>
                  <a:lnTo>
                    <a:pt x="756108" y="275136"/>
                  </a:lnTo>
                  <a:lnTo>
                    <a:pt x="757344" y="276605"/>
                  </a:lnTo>
                  <a:lnTo>
                    <a:pt x="758840" y="277800"/>
                  </a:lnTo>
                  <a:lnTo>
                    <a:pt x="760297" y="278528"/>
                  </a:lnTo>
                  <a:lnTo>
                    <a:pt x="761679" y="279053"/>
                  </a:lnTo>
                  <a:lnTo>
                    <a:pt x="763920" y="279362"/>
                  </a:lnTo>
                  <a:lnTo>
                    <a:pt x="764793" y="280204"/>
                  </a:lnTo>
                  <a:lnTo>
                    <a:pt x="764757" y="280800"/>
                  </a:lnTo>
                  <a:lnTo>
                    <a:pt x="765016" y="281416"/>
                  </a:lnTo>
                  <a:lnTo>
                    <a:pt x="764897" y="282105"/>
                  </a:lnTo>
                  <a:lnTo>
                    <a:pt x="763059" y="283237"/>
                  </a:lnTo>
                  <a:lnTo>
                    <a:pt x="762635" y="283293"/>
                  </a:lnTo>
                  <a:lnTo>
                    <a:pt x="763080" y="282394"/>
                  </a:lnTo>
                  <a:lnTo>
                    <a:pt x="764350" y="281954"/>
                  </a:lnTo>
                  <a:lnTo>
                    <a:pt x="764516" y="281525"/>
                  </a:lnTo>
                  <a:lnTo>
                    <a:pt x="764192" y="280352"/>
                  </a:lnTo>
                  <a:lnTo>
                    <a:pt x="761429" y="279546"/>
                  </a:lnTo>
                  <a:lnTo>
                    <a:pt x="758336" y="278105"/>
                  </a:lnTo>
                  <a:lnTo>
                    <a:pt x="757571" y="277431"/>
                  </a:lnTo>
                  <a:lnTo>
                    <a:pt x="755491" y="275001"/>
                  </a:lnTo>
                  <a:lnTo>
                    <a:pt x="755312" y="274333"/>
                  </a:lnTo>
                  <a:lnTo>
                    <a:pt x="755700" y="273845"/>
                  </a:lnTo>
                  <a:lnTo>
                    <a:pt x="755712" y="272670"/>
                  </a:lnTo>
                  <a:lnTo>
                    <a:pt x="753396" y="272660"/>
                  </a:lnTo>
                  <a:lnTo>
                    <a:pt x="753000" y="270999"/>
                  </a:lnTo>
                  <a:lnTo>
                    <a:pt x="752132" y="270476"/>
                  </a:lnTo>
                  <a:lnTo>
                    <a:pt x="751551" y="269009"/>
                  </a:lnTo>
                  <a:lnTo>
                    <a:pt x="751181" y="268827"/>
                  </a:lnTo>
                  <a:lnTo>
                    <a:pt x="748768" y="271747"/>
                  </a:lnTo>
                  <a:lnTo>
                    <a:pt x="747744" y="275370"/>
                  </a:lnTo>
                  <a:lnTo>
                    <a:pt x="748362" y="277720"/>
                  </a:lnTo>
                  <a:lnTo>
                    <a:pt x="748379" y="279217"/>
                  </a:lnTo>
                  <a:lnTo>
                    <a:pt x="747646" y="280699"/>
                  </a:lnTo>
                  <a:lnTo>
                    <a:pt x="746105" y="281079"/>
                  </a:lnTo>
                  <a:lnTo>
                    <a:pt x="745900" y="281525"/>
                  </a:lnTo>
                  <a:lnTo>
                    <a:pt x="746004" y="282171"/>
                  </a:lnTo>
                  <a:lnTo>
                    <a:pt x="743545" y="282181"/>
                  </a:lnTo>
                  <a:lnTo>
                    <a:pt x="742111" y="278362"/>
                  </a:lnTo>
                  <a:lnTo>
                    <a:pt x="739891" y="278038"/>
                  </a:lnTo>
                  <a:lnTo>
                    <a:pt x="739345" y="277839"/>
                  </a:lnTo>
                  <a:lnTo>
                    <a:pt x="739144" y="277490"/>
                  </a:lnTo>
                  <a:lnTo>
                    <a:pt x="739763" y="276596"/>
                  </a:lnTo>
                  <a:lnTo>
                    <a:pt x="739320" y="274947"/>
                  </a:lnTo>
                  <a:lnTo>
                    <a:pt x="737520" y="271390"/>
                  </a:lnTo>
                  <a:lnTo>
                    <a:pt x="736618" y="270256"/>
                  </a:lnTo>
                  <a:lnTo>
                    <a:pt x="736748" y="270188"/>
                  </a:lnTo>
                  <a:lnTo>
                    <a:pt x="735033" y="268591"/>
                  </a:lnTo>
                  <a:lnTo>
                    <a:pt x="734813" y="267308"/>
                  </a:lnTo>
                  <a:lnTo>
                    <a:pt x="735936" y="264086"/>
                  </a:lnTo>
                  <a:lnTo>
                    <a:pt x="735031" y="263915"/>
                  </a:lnTo>
                  <a:lnTo>
                    <a:pt x="732516" y="265266"/>
                  </a:lnTo>
                  <a:lnTo>
                    <a:pt x="731388" y="265635"/>
                  </a:lnTo>
                  <a:lnTo>
                    <a:pt x="730814" y="262850"/>
                  </a:lnTo>
                  <a:lnTo>
                    <a:pt x="730487" y="262375"/>
                  </a:lnTo>
                  <a:lnTo>
                    <a:pt x="729816" y="262599"/>
                  </a:lnTo>
                  <a:lnTo>
                    <a:pt x="728865" y="263266"/>
                  </a:lnTo>
                  <a:lnTo>
                    <a:pt x="727779" y="263517"/>
                  </a:lnTo>
                  <a:lnTo>
                    <a:pt x="727039" y="263129"/>
                  </a:lnTo>
                  <a:lnTo>
                    <a:pt x="724212" y="260670"/>
                  </a:lnTo>
                  <a:lnTo>
                    <a:pt x="723300" y="260298"/>
                  </a:lnTo>
                  <a:lnTo>
                    <a:pt x="722326" y="260545"/>
                  </a:lnTo>
                  <a:lnTo>
                    <a:pt x="722003" y="260841"/>
                  </a:lnTo>
                  <a:lnTo>
                    <a:pt x="721025" y="260986"/>
                  </a:lnTo>
                  <a:lnTo>
                    <a:pt x="719291" y="259444"/>
                  </a:lnTo>
                  <a:lnTo>
                    <a:pt x="718151" y="258917"/>
                  </a:lnTo>
                  <a:lnTo>
                    <a:pt x="716993" y="256327"/>
                  </a:lnTo>
                  <a:lnTo>
                    <a:pt x="715993" y="255713"/>
                  </a:lnTo>
                  <a:lnTo>
                    <a:pt x="715118" y="255426"/>
                  </a:lnTo>
                  <a:lnTo>
                    <a:pt x="713656" y="255605"/>
                  </a:lnTo>
                  <a:lnTo>
                    <a:pt x="712255" y="255219"/>
                  </a:lnTo>
                  <a:lnTo>
                    <a:pt x="711548" y="255284"/>
                  </a:lnTo>
                  <a:lnTo>
                    <a:pt x="710428" y="254232"/>
                  </a:lnTo>
                  <a:lnTo>
                    <a:pt x="708178" y="253693"/>
                  </a:lnTo>
                  <a:lnTo>
                    <a:pt x="707888" y="253816"/>
                  </a:lnTo>
                  <a:lnTo>
                    <a:pt x="707796" y="254439"/>
                  </a:lnTo>
                  <a:lnTo>
                    <a:pt x="707020" y="254673"/>
                  </a:lnTo>
                  <a:lnTo>
                    <a:pt x="706237" y="254578"/>
                  </a:lnTo>
                  <a:lnTo>
                    <a:pt x="706060" y="254271"/>
                  </a:lnTo>
                  <a:lnTo>
                    <a:pt x="704809" y="253641"/>
                  </a:lnTo>
                  <a:lnTo>
                    <a:pt x="704105" y="253455"/>
                  </a:lnTo>
                  <a:lnTo>
                    <a:pt x="702960" y="253747"/>
                  </a:lnTo>
                  <a:lnTo>
                    <a:pt x="701536" y="255354"/>
                  </a:lnTo>
                  <a:lnTo>
                    <a:pt x="700794" y="255724"/>
                  </a:lnTo>
                  <a:lnTo>
                    <a:pt x="698260" y="255416"/>
                  </a:lnTo>
                  <a:lnTo>
                    <a:pt x="696369" y="255569"/>
                  </a:lnTo>
                  <a:lnTo>
                    <a:pt x="695529" y="255329"/>
                  </a:lnTo>
                  <a:lnTo>
                    <a:pt x="694340" y="255569"/>
                  </a:lnTo>
                  <a:lnTo>
                    <a:pt x="693803" y="255028"/>
                  </a:lnTo>
                  <a:lnTo>
                    <a:pt x="693265" y="253467"/>
                  </a:lnTo>
                  <a:lnTo>
                    <a:pt x="692996" y="253340"/>
                  </a:lnTo>
                  <a:lnTo>
                    <a:pt x="690893" y="254709"/>
                  </a:lnTo>
                  <a:lnTo>
                    <a:pt x="689552" y="255064"/>
                  </a:lnTo>
                  <a:lnTo>
                    <a:pt x="688587" y="255152"/>
                  </a:lnTo>
                  <a:lnTo>
                    <a:pt x="687576" y="254841"/>
                  </a:lnTo>
                  <a:lnTo>
                    <a:pt x="686889" y="254164"/>
                  </a:lnTo>
                  <a:lnTo>
                    <a:pt x="685464" y="255374"/>
                  </a:lnTo>
                  <a:lnTo>
                    <a:pt x="684073" y="257230"/>
                  </a:lnTo>
                  <a:lnTo>
                    <a:pt x="683238" y="257549"/>
                  </a:lnTo>
                  <a:lnTo>
                    <a:pt x="682747" y="258088"/>
                  </a:lnTo>
                  <a:lnTo>
                    <a:pt x="682388" y="259824"/>
                  </a:lnTo>
                  <a:lnTo>
                    <a:pt x="682613" y="261756"/>
                  </a:lnTo>
                  <a:lnTo>
                    <a:pt x="681374" y="262512"/>
                  </a:lnTo>
                  <a:lnTo>
                    <a:pt x="680070" y="265140"/>
                  </a:lnTo>
                  <a:lnTo>
                    <a:pt x="679231" y="264971"/>
                  </a:lnTo>
                  <a:lnTo>
                    <a:pt x="678555" y="268198"/>
                  </a:lnTo>
                  <a:lnTo>
                    <a:pt x="678287" y="271286"/>
                  </a:lnTo>
                  <a:lnTo>
                    <a:pt x="676512" y="273583"/>
                  </a:lnTo>
                  <a:lnTo>
                    <a:pt x="676245" y="275110"/>
                  </a:lnTo>
                  <a:lnTo>
                    <a:pt x="676288" y="276518"/>
                  </a:lnTo>
                  <a:lnTo>
                    <a:pt x="676475" y="276814"/>
                  </a:lnTo>
                  <a:lnTo>
                    <a:pt x="676249" y="277174"/>
                  </a:lnTo>
                  <a:lnTo>
                    <a:pt x="677584" y="278891"/>
                  </a:lnTo>
                  <a:lnTo>
                    <a:pt x="678316" y="279200"/>
                  </a:lnTo>
                  <a:lnTo>
                    <a:pt x="678822" y="279600"/>
                  </a:lnTo>
                  <a:lnTo>
                    <a:pt x="678880" y="279941"/>
                  </a:lnTo>
                  <a:lnTo>
                    <a:pt x="679703" y="280307"/>
                  </a:lnTo>
                  <a:lnTo>
                    <a:pt x="680149" y="280803"/>
                  </a:lnTo>
                  <a:lnTo>
                    <a:pt x="680466" y="280768"/>
                  </a:lnTo>
                  <a:lnTo>
                    <a:pt x="680798" y="281622"/>
                  </a:lnTo>
                  <a:lnTo>
                    <a:pt x="681076" y="281810"/>
                  </a:lnTo>
                  <a:lnTo>
                    <a:pt x="680971" y="282265"/>
                  </a:lnTo>
                  <a:lnTo>
                    <a:pt x="681469" y="282563"/>
                  </a:lnTo>
                  <a:lnTo>
                    <a:pt x="681450" y="283287"/>
                  </a:lnTo>
                  <a:lnTo>
                    <a:pt x="682041" y="283759"/>
                  </a:lnTo>
                  <a:lnTo>
                    <a:pt x="681846" y="284784"/>
                  </a:lnTo>
                  <a:lnTo>
                    <a:pt x="682001" y="285043"/>
                  </a:lnTo>
                  <a:lnTo>
                    <a:pt x="682879" y="285310"/>
                  </a:lnTo>
                  <a:lnTo>
                    <a:pt x="682998" y="286016"/>
                  </a:lnTo>
                  <a:lnTo>
                    <a:pt x="684233" y="287197"/>
                  </a:lnTo>
                  <a:lnTo>
                    <a:pt x="684396" y="287541"/>
                  </a:lnTo>
                  <a:lnTo>
                    <a:pt x="684234" y="288045"/>
                  </a:lnTo>
                  <a:lnTo>
                    <a:pt x="685345" y="290082"/>
                  </a:lnTo>
                  <a:lnTo>
                    <a:pt x="686016" y="290127"/>
                  </a:lnTo>
                  <a:lnTo>
                    <a:pt x="686652" y="290413"/>
                  </a:lnTo>
                  <a:lnTo>
                    <a:pt x="686873" y="291133"/>
                  </a:lnTo>
                  <a:lnTo>
                    <a:pt x="687949" y="292508"/>
                  </a:lnTo>
                  <a:lnTo>
                    <a:pt x="688226" y="293855"/>
                  </a:lnTo>
                  <a:lnTo>
                    <a:pt x="688061" y="294028"/>
                  </a:lnTo>
                  <a:lnTo>
                    <a:pt x="687048" y="293215"/>
                  </a:lnTo>
                  <a:lnTo>
                    <a:pt x="686064" y="292897"/>
                  </a:lnTo>
                  <a:lnTo>
                    <a:pt x="683638" y="293195"/>
                  </a:lnTo>
                  <a:lnTo>
                    <a:pt x="681305" y="295022"/>
                  </a:lnTo>
                  <a:lnTo>
                    <a:pt x="680826" y="296109"/>
                  </a:lnTo>
                  <a:lnTo>
                    <a:pt x="677660" y="298032"/>
                  </a:lnTo>
                  <a:lnTo>
                    <a:pt x="676405" y="298385"/>
                  </a:lnTo>
                  <a:lnTo>
                    <a:pt x="672971" y="297583"/>
                  </a:lnTo>
                  <a:lnTo>
                    <a:pt x="672272" y="297124"/>
                  </a:lnTo>
                  <a:lnTo>
                    <a:pt x="671860" y="296469"/>
                  </a:lnTo>
                  <a:lnTo>
                    <a:pt x="670356" y="292697"/>
                  </a:lnTo>
                  <a:lnTo>
                    <a:pt x="667811" y="289564"/>
                  </a:lnTo>
                  <a:lnTo>
                    <a:pt x="666879" y="289231"/>
                  </a:lnTo>
                  <a:lnTo>
                    <a:pt x="666326" y="289309"/>
                  </a:lnTo>
                  <a:lnTo>
                    <a:pt x="665321" y="290277"/>
                  </a:lnTo>
                  <a:lnTo>
                    <a:pt x="665429" y="290788"/>
                  </a:lnTo>
                  <a:lnTo>
                    <a:pt x="667090" y="294675"/>
                  </a:lnTo>
                  <a:lnTo>
                    <a:pt x="667458" y="297326"/>
                  </a:lnTo>
                  <a:lnTo>
                    <a:pt x="667066" y="301610"/>
                  </a:lnTo>
                  <a:lnTo>
                    <a:pt x="666654" y="302235"/>
                  </a:lnTo>
                  <a:lnTo>
                    <a:pt x="665444" y="303084"/>
                  </a:lnTo>
                  <a:lnTo>
                    <a:pt x="662034" y="305711"/>
                  </a:lnTo>
                  <a:lnTo>
                    <a:pt x="660573" y="306228"/>
                  </a:lnTo>
                  <a:lnTo>
                    <a:pt x="659513" y="306095"/>
                  </a:lnTo>
                  <a:lnTo>
                    <a:pt x="657488" y="304920"/>
                  </a:lnTo>
                  <a:lnTo>
                    <a:pt x="655034" y="303965"/>
                  </a:lnTo>
                  <a:lnTo>
                    <a:pt x="650916" y="301560"/>
                  </a:lnTo>
                  <a:lnTo>
                    <a:pt x="648551" y="298749"/>
                  </a:lnTo>
                  <a:lnTo>
                    <a:pt x="648072" y="295681"/>
                  </a:lnTo>
                  <a:lnTo>
                    <a:pt x="647104" y="294415"/>
                  </a:lnTo>
                  <a:lnTo>
                    <a:pt x="646169" y="294022"/>
                  </a:lnTo>
                  <a:lnTo>
                    <a:pt x="644992" y="294105"/>
                  </a:lnTo>
                  <a:lnTo>
                    <a:pt x="644494" y="294414"/>
                  </a:lnTo>
                  <a:lnTo>
                    <a:pt x="643464" y="295766"/>
                  </a:lnTo>
                  <a:lnTo>
                    <a:pt x="642109" y="298280"/>
                  </a:lnTo>
                  <a:lnTo>
                    <a:pt x="640793" y="299640"/>
                  </a:lnTo>
                  <a:lnTo>
                    <a:pt x="639822" y="300266"/>
                  </a:lnTo>
                  <a:lnTo>
                    <a:pt x="639317" y="300227"/>
                  </a:lnTo>
                  <a:lnTo>
                    <a:pt x="638882" y="300002"/>
                  </a:lnTo>
                  <a:lnTo>
                    <a:pt x="638494" y="299194"/>
                  </a:lnTo>
                  <a:lnTo>
                    <a:pt x="638012" y="299220"/>
                  </a:lnTo>
                  <a:lnTo>
                    <a:pt x="636792" y="299870"/>
                  </a:lnTo>
                  <a:lnTo>
                    <a:pt x="636629" y="300352"/>
                  </a:lnTo>
                  <a:lnTo>
                    <a:pt x="635938" y="300777"/>
                  </a:lnTo>
                  <a:lnTo>
                    <a:pt x="634403" y="305761"/>
                  </a:lnTo>
                  <a:lnTo>
                    <a:pt x="632465" y="308249"/>
                  </a:lnTo>
                  <a:lnTo>
                    <a:pt x="632418" y="308584"/>
                  </a:lnTo>
                  <a:lnTo>
                    <a:pt x="632177" y="308576"/>
                  </a:lnTo>
                  <a:lnTo>
                    <a:pt x="632277" y="308835"/>
                  </a:lnTo>
                  <a:lnTo>
                    <a:pt x="631781" y="309701"/>
                  </a:lnTo>
                  <a:lnTo>
                    <a:pt x="631581" y="310855"/>
                  </a:lnTo>
                  <a:lnTo>
                    <a:pt x="631072" y="311780"/>
                  </a:lnTo>
                  <a:lnTo>
                    <a:pt x="631130" y="312203"/>
                  </a:lnTo>
                  <a:lnTo>
                    <a:pt x="630313" y="313469"/>
                  </a:lnTo>
                  <a:lnTo>
                    <a:pt x="630249" y="314053"/>
                  </a:lnTo>
                  <a:lnTo>
                    <a:pt x="629302" y="315007"/>
                  </a:lnTo>
                  <a:lnTo>
                    <a:pt x="629323" y="315383"/>
                  </a:lnTo>
                  <a:lnTo>
                    <a:pt x="628491" y="316316"/>
                  </a:lnTo>
                  <a:lnTo>
                    <a:pt x="625223" y="318616"/>
                  </a:lnTo>
                  <a:lnTo>
                    <a:pt x="623139" y="316727"/>
                  </a:lnTo>
                  <a:lnTo>
                    <a:pt x="621399" y="315932"/>
                  </a:lnTo>
                  <a:lnTo>
                    <a:pt x="620432" y="315921"/>
                  </a:lnTo>
                  <a:lnTo>
                    <a:pt x="618792" y="316359"/>
                  </a:lnTo>
                  <a:lnTo>
                    <a:pt x="617176" y="317252"/>
                  </a:lnTo>
                  <a:lnTo>
                    <a:pt x="616249" y="316973"/>
                  </a:lnTo>
                  <a:lnTo>
                    <a:pt x="615832" y="317086"/>
                  </a:lnTo>
                  <a:lnTo>
                    <a:pt x="615059" y="316280"/>
                  </a:lnTo>
                  <a:lnTo>
                    <a:pt x="614641" y="316384"/>
                  </a:lnTo>
                  <a:lnTo>
                    <a:pt x="613997" y="316013"/>
                  </a:lnTo>
                  <a:lnTo>
                    <a:pt x="613225" y="316005"/>
                  </a:lnTo>
                  <a:lnTo>
                    <a:pt x="611312" y="315270"/>
                  </a:lnTo>
                  <a:lnTo>
                    <a:pt x="610434" y="315365"/>
                  </a:lnTo>
                  <a:lnTo>
                    <a:pt x="609407" y="314992"/>
                  </a:lnTo>
                  <a:lnTo>
                    <a:pt x="608840" y="313497"/>
                  </a:lnTo>
                  <a:lnTo>
                    <a:pt x="608122" y="313255"/>
                  </a:lnTo>
                  <a:lnTo>
                    <a:pt x="608619" y="310107"/>
                  </a:lnTo>
                  <a:lnTo>
                    <a:pt x="607896" y="309529"/>
                  </a:lnTo>
                  <a:lnTo>
                    <a:pt x="605377" y="308359"/>
                  </a:lnTo>
                  <a:lnTo>
                    <a:pt x="605291" y="308103"/>
                  </a:lnTo>
                  <a:lnTo>
                    <a:pt x="606534" y="307546"/>
                  </a:lnTo>
                  <a:lnTo>
                    <a:pt x="607136" y="306320"/>
                  </a:lnTo>
                  <a:lnTo>
                    <a:pt x="607265" y="305519"/>
                  </a:lnTo>
                  <a:lnTo>
                    <a:pt x="608209" y="305403"/>
                  </a:lnTo>
                  <a:lnTo>
                    <a:pt x="608602" y="304480"/>
                  </a:lnTo>
                  <a:lnTo>
                    <a:pt x="608540" y="301618"/>
                  </a:lnTo>
                  <a:lnTo>
                    <a:pt x="608736" y="300754"/>
                  </a:lnTo>
                  <a:lnTo>
                    <a:pt x="610078" y="299889"/>
                  </a:lnTo>
                  <a:lnTo>
                    <a:pt x="608801" y="298590"/>
                  </a:lnTo>
                  <a:lnTo>
                    <a:pt x="609544" y="297306"/>
                  </a:lnTo>
                  <a:lnTo>
                    <a:pt x="607025" y="295858"/>
                  </a:lnTo>
                  <a:lnTo>
                    <a:pt x="606640" y="295398"/>
                  </a:lnTo>
                  <a:lnTo>
                    <a:pt x="606255" y="295731"/>
                  </a:lnTo>
                  <a:lnTo>
                    <a:pt x="606335" y="296577"/>
                  </a:lnTo>
                  <a:lnTo>
                    <a:pt x="606105" y="296842"/>
                  </a:lnTo>
                  <a:lnTo>
                    <a:pt x="604063" y="296573"/>
                  </a:lnTo>
                  <a:lnTo>
                    <a:pt x="601636" y="294703"/>
                  </a:lnTo>
                  <a:lnTo>
                    <a:pt x="601007" y="292863"/>
                  </a:lnTo>
                  <a:lnTo>
                    <a:pt x="602373" y="288828"/>
                  </a:lnTo>
                  <a:lnTo>
                    <a:pt x="602559" y="287526"/>
                  </a:lnTo>
                  <a:lnTo>
                    <a:pt x="602241" y="286623"/>
                  </a:lnTo>
                  <a:lnTo>
                    <a:pt x="601619" y="286302"/>
                  </a:lnTo>
                  <a:lnTo>
                    <a:pt x="597233" y="286735"/>
                  </a:lnTo>
                  <a:lnTo>
                    <a:pt x="597256" y="285880"/>
                  </a:lnTo>
                  <a:lnTo>
                    <a:pt x="596833" y="285169"/>
                  </a:lnTo>
                  <a:lnTo>
                    <a:pt x="596769" y="284203"/>
                  </a:lnTo>
                  <a:lnTo>
                    <a:pt x="596572" y="284012"/>
                  </a:lnTo>
                  <a:lnTo>
                    <a:pt x="596665" y="283400"/>
                  </a:lnTo>
                  <a:lnTo>
                    <a:pt x="597949" y="281777"/>
                  </a:lnTo>
                  <a:lnTo>
                    <a:pt x="598454" y="280120"/>
                  </a:lnTo>
                  <a:lnTo>
                    <a:pt x="598012" y="278512"/>
                  </a:lnTo>
                  <a:lnTo>
                    <a:pt x="598286" y="277319"/>
                  </a:lnTo>
                  <a:lnTo>
                    <a:pt x="597716" y="277501"/>
                  </a:lnTo>
                  <a:lnTo>
                    <a:pt x="597799" y="276599"/>
                  </a:lnTo>
                  <a:lnTo>
                    <a:pt x="596926" y="276435"/>
                  </a:lnTo>
                  <a:lnTo>
                    <a:pt x="598405" y="272035"/>
                  </a:lnTo>
                  <a:lnTo>
                    <a:pt x="599248" y="272355"/>
                  </a:lnTo>
                  <a:lnTo>
                    <a:pt x="599627" y="270391"/>
                  </a:lnTo>
                  <a:lnTo>
                    <a:pt x="599661" y="269474"/>
                  </a:lnTo>
                  <a:lnTo>
                    <a:pt x="599181" y="266898"/>
                  </a:lnTo>
                  <a:lnTo>
                    <a:pt x="598865" y="265788"/>
                  </a:lnTo>
                  <a:lnTo>
                    <a:pt x="597869" y="264454"/>
                  </a:lnTo>
                  <a:lnTo>
                    <a:pt x="597490" y="262823"/>
                  </a:lnTo>
                  <a:lnTo>
                    <a:pt x="595576" y="263751"/>
                  </a:lnTo>
                  <a:lnTo>
                    <a:pt x="596979" y="265048"/>
                  </a:lnTo>
                  <a:lnTo>
                    <a:pt x="596779" y="265634"/>
                  </a:lnTo>
                  <a:lnTo>
                    <a:pt x="596943" y="266546"/>
                  </a:lnTo>
                  <a:lnTo>
                    <a:pt x="595715" y="266926"/>
                  </a:lnTo>
                  <a:lnTo>
                    <a:pt x="594214" y="269876"/>
                  </a:lnTo>
                  <a:lnTo>
                    <a:pt x="591729" y="271470"/>
                  </a:lnTo>
                  <a:lnTo>
                    <a:pt x="591284" y="270677"/>
                  </a:lnTo>
                  <a:lnTo>
                    <a:pt x="592264" y="269060"/>
                  </a:lnTo>
                  <a:lnTo>
                    <a:pt x="592487" y="267208"/>
                  </a:lnTo>
                  <a:lnTo>
                    <a:pt x="592245" y="266529"/>
                  </a:lnTo>
                  <a:lnTo>
                    <a:pt x="591718" y="266108"/>
                  </a:lnTo>
                  <a:lnTo>
                    <a:pt x="589664" y="265625"/>
                  </a:lnTo>
                  <a:lnTo>
                    <a:pt x="588977" y="265166"/>
                  </a:lnTo>
                  <a:lnTo>
                    <a:pt x="588588" y="265299"/>
                  </a:lnTo>
                  <a:lnTo>
                    <a:pt x="588545" y="265958"/>
                  </a:lnTo>
                  <a:lnTo>
                    <a:pt x="587293" y="265952"/>
                  </a:lnTo>
                  <a:lnTo>
                    <a:pt x="586565" y="266372"/>
                  </a:lnTo>
                  <a:lnTo>
                    <a:pt x="586437" y="267562"/>
                  </a:lnTo>
                  <a:lnTo>
                    <a:pt x="584630" y="267331"/>
                  </a:lnTo>
                  <a:lnTo>
                    <a:pt x="582115" y="267560"/>
                  </a:lnTo>
                  <a:lnTo>
                    <a:pt x="581629" y="268331"/>
                  </a:lnTo>
                  <a:lnTo>
                    <a:pt x="580932" y="268150"/>
                  </a:lnTo>
                  <a:lnTo>
                    <a:pt x="580642" y="268630"/>
                  </a:lnTo>
                  <a:lnTo>
                    <a:pt x="580299" y="268451"/>
                  </a:lnTo>
                  <a:lnTo>
                    <a:pt x="580340" y="268716"/>
                  </a:lnTo>
                  <a:lnTo>
                    <a:pt x="579434" y="269453"/>
                  </a:lnTo>
                  <a:lnTo>
                    <a:pt x="579410" y="272047"/>
                  </a:lnTo>
                  <a:lnTo>
                    <a:pt x="579652" y="272141"/>
                  </a:lnTo>
                  <a:lnTo>
                    <a:pt x="579848" y="273027"/>
                  </a:lnTo>
                  <a:lnTo>
                    <a:pt x="579828" y="273282"/>
                  </a:lnTo>
                  <a:lnTo>
                    <a:pt x="579214" y="273540"/>
                  </a:lnTo>
                  <a:lnTo>
                    <a:pt x="578957" y="273583"/>
                  </a:lnTo>
                  <a:lnTo>
                    <a:pt x="578945" y="273074"/>
                  </a:lnTo>
                  <a:lnTo>
                    <a:pt x="577001" y="273116"/>
                  </a:lnTo>
                  <a:lnTo>
                    <a:pt x="573872" y="272245"/>
                  </a:lnTo>
                  <a:lnTo>
                    <a:pt x="572246" y="272615"/>
                  </a:lnTo>
                  <a:lnTo>
                    <a:pt x="571754" y="273019"/>
                  </a:lnTo>
                  <a:lnTo>
                    <a:pt x="569596" y="273728"/>
                  </a:lnTo>
                  <a:lnTo>
                    <a:pt x="567704" y="272969"/>
                  </a:lnTo>
                  <a:lnTo>
                    <a:pt x="566925" y="272170"/>
                  </a:lnTo>
                  <a:lnTo>
                    <a:pt x="565946" y="272356"/>
                  </a:lnTo>
                  <a:lnTo>
                    <a:pt x="565143" y="273493"/>
                  </a:lnTo>
                  <a:lnTo>
                    <a:pt x="565069" y="274288"/>
                  </a:lnTo>
                  <a:lnTo>
                    <a:pt x="567006" y="277054"/>
                  </a:lnTo>
                  <a:lnTo>
                    <a:pt x="567836" y="277712"/>
                  </a:lnTo>
                  <a:lnTo>
                    <a:pt x="567930" y="278318"/>
                  </a:lnTo>
                  <a:lnTo>
                    <a:pt x="567414" y="280597"/>
                  </a:lnTo>
                  <a:lnTo>
                    <a:pt x="566637" y="280928"/>
                  </a:lnTo>
                  <a:lnTo>
                    <a:pt x="566272" y="281797"/>
                  </a:lnTo>
                  <a:lnTo>
                    <a:pt x="566209" y="283364"/>
                  </a:lnTo>
                  <a:lnTo>
                    <a:pt x="566473" y="284430"/>
                  </a:lnTo>
                  <a:lnTo>
                    <a:pt x="565592" y="285299"/>
                  </a:lnTo>
                  <a:lnTo>
                    <a:pt x="564504" y="285902"/>
                  </a:lnTo>
                  <a:lnTo>
                    <a:pt x="563202" y="287686"/>
                  </a:lnTo>
                  <a:lnTo>
                    <a:pt x="562691" y="289060"/>
                  </a:lnTo>
                  <a:lnTo>
                    <a:pt x="561863" y="289571"/>
                  </a:lnTo>
                  <a:lnTo>
                    <a:pt x="560777" y="291167"/>
                  </a:lnTo>
                  <a:lnTo>
                    <a:pt x="560860" y="292183"/>
                  </a:lnTo>
                  <a:lnTo>
                    <a:pt x="562541" y="292953"/>
                  </a:lnTo>
                  <a:lnTo>
                    <a:pt x="563006" y="294056"/>
                  </a:lnTo>
                  <a:lnTo>
                    <a:pt x="564333" y="292387"/>
                  </a:lnTo>
                  <a:lnTo>
                    <a:pt x="564836" y="292157"/>
                  </a:lnTo>
                  <a:lnTo>
                    <a:pt x="565662" y="292416"/>
                  </a:lnTo>
                  <a:lnTo>
                    <a:pt x="566280" y="293185"/>
                  </a:lnTo>
                  <a:lnTo>
                    <a:pt x="566980" y="296523"/>
                  </a:lnTo>
                  <a:lnTo>
                    <a:pt x="567594" y="297300"/>
                  </a:lnTo>
                  <a:lnTo>
                    <a:pt x="568484" y="297605"/>
                  </a:lnTo>
                  <a:lnTo>
                    <a:pt x="568568" y="297872"/>
                  </a:lnTo>
                  <a:lnTo>
                    <a:pt x="569348" y="299699"/>
                  </a:lnTo>
                  <a:lnTo>
                    <a:pt x="569310" y="300081"/>
                  </a:lnTo>
                  <a:lnTo>
                    <a:pt x="568367" y="301626"/>
                  </a:lnTo>
                  <a:lnTo>
                    <a:pt x="567324" y="305067"/>
                  </a:lnTo>
                  <a:lnTo>
                    <a:pt x="566920" y="305288"/>
                  </a:lnTo>
                  <a:lnTo>
                    <a:pt x="566737" y="305325"/>
                  </a:lnTo>
                  <a:lnTo>
                    <a:pt x="566285" y="304083"/>
                  </a:lnTo>
                  <a:lnTo>
                    <a:pt x="566621" y="301951"/>
                  </a:lnTo>
                  <a:lnTo>
                    <a:pt x="566541" y="301615"/>
                  </a:lnTo>
                  <a:lnTo>
                    <a:pt x="566016" y="301280"/>
                  </a:lnTo>
                  <a:lnTo>
                    <a:pt x="564986" y="302318"/>
                  </a:lnTo>
                  <a:lnTo>
                    <a:pt x="564294" y="303549"/>
                  </a:lnTo>
                  <a:lnTo>
                    <a:pt x="562034" y="304492"/>
                  </a:lnTo>
                  <a:lnTo>
                    <a:pt x="562335" y="305479"/>
                  </a:lnTo>
                  <a:lnTo>
                    <a:pt x="562819" y="306005"/>
                  </a:lnTo>
                  <a:lnTo>
                    <a:pt x="562709" y="306744"/>
                  </a:lnTo>
                  <a:lnTo>
                    <a:pt x="559455" y="306712"/>
                  </a:lnTo>
                  <a:lnTo>
                    <a:pt x="558239" y="307931"/>
                  </a:lnTo>
                  <a:lnTo>
                    <a:pt x="557518" y="310264"/>
                  </a:lnTo>
                  <a:lnTo>
                    <a:pt x="555928" y="311797"/>
                  </a:lnTo>
                  <a:lnTo>
                    <a:pt x="555006" y="314225"/>
                  </a:lnTo>
                  <a:lnTo>
                    <a:pt x="554151" y="314379"/>
                  </a:lnTo>
                  <a:lnTo>
                    <a:pt x="552661" y="313696"/>
                  </a:lnTo>
                  <a:lnTo>
                    <a:pt x="551801" y="313816"/>
                  </a:lnTo>
                  <a:lnTo>
                    <a:pt x="551608" y="314116"/>
                  </a:lnTo>
                  <a:lnTo>
                    <a:pt x="551750" y="315724"/>
                  </a:lnTo>
                  <a:lnTo>
                    <a:pt x="551766" y="316234"/>
                  </a:lnTo>
                  <a:lnTo>
                    <a:pt x="551003" y="318096"/>
                  </a:lnTo>
                  <a:lnTo>
                    <a:pt x="551050" y="318550"/>
                  </a:lnTo>
                  <a:lnTo>
                    <a:pt x="551814" y="319104"/>
                  </a:lnTo>
                  <a:lnTo>
                    <a:pt x="554126" y="320012"/>
                  </a:lnTo>
                  <a:lnTo>
                    <a:pt x="555325" y="321393"/>
                  </a:lnTo>
                  <a:lnTo>
                    <a:pt x="557458" y="323157"/>
                  </a:lnTo>
                  <a:lnTo>
                    <a:pt x="557288" y="323461"/>
                  </a:lnTo>
                  <a:lnTo>
                    <a:pt x="555368" y="323866"/>
                  </a:lnTo>
                  <a:lnTo>
                    <a:pt x="555052" y="324326"/>
                  </a:lnTo>
                  <a:lnTo>
                    <a:pt x="555760" y="325198"/>
                  </a:lnTo>
                  <a:lnTo>
                    <a:pt x="555531" y="326146"/>
                  </a:lnTo>
                  <a:lnTo>
                    <a:pt x="556042" y="327553"/>
                  </a:lnTo>
                  <a:lnTo>
                    <a:pt x="556738" y="328521"/>
                  </a:lnTo>
                  <a:lnTo>
                    <a:pt x="558022" y="329369"/>
                  </a:lnTo>
                  <a:lnTo>
                    <a:pt x="558129" y="329672"/>
                  </a:lnTo>
                  <a:lnTo>
                    <a:pt x="558362" y="333982"/>
                  </a:lnTo>
                  <a:lnTo>
                    <a:pt x="558822" y="334341"/>
                  </a:lnTo>
                  <a:lnTo>
                    <a:pt x="560068" y="332841"/>
                  </a:lnTo>
                  <a:lnTo>
                    <a:pt x="561363" y="332211"/>
                  </a:lnTo>
                  <a:lnTo>
                    <a:pt x="561765" y="332602"/>
                  </a:lnTo>
                  <a:lnTo>
                    <a:pt x="562763" y="334553"/>
                  </a:lnTo>
                  <a:lnTo>
                    <a:pt x="562904" y="336326"/>
                  </a:lnTo>
                  <a:lnTo>
                    <a:pt x="563203" y="336650"/>
                  </a:lnTo>
                  <a:lnTo>
                    <a:pt x="564588" y="337300"/>
                  </a:lnTo>
                  <a:lnTo>
                    <a:pt x="566084" y="337653"/>
                  </a:lnTo>
                  <a:lnTo>
                    <a:pt x="566288" y="338113"/>
                  </a:lnTo>
                  <a:lnTo>
                    <a:pt x="565628" y="338738"/>
                  </a:lnTo>
                  <a:lnTo>
                    <a:pt x="564776" y="338629"/>
                  </a:lnTo>
                  <a:lnTo>
                    <a:pt x="562890" y="339673"/>
                  </a:lnTo>
                  <a:lnTo>
                    <a:pt x="562264" y="340599"/>
                  </a:lnTo>
                  <a:lnTo>
                    <a:pt x="562464" y="341788"/>
                  </a:lnTo>
                  <a:lnTo>
                    <a:pt x="562824" y="342226"/>
                  </a:lnTo>
                  <a:lnTo>
                    <a:pt x="565740" y="341305"/>
                  </a:lnTo>
                  <a:lnTo>
                    <a:pt x="566912" y="341627"/>
                  </a:lnTo>
                  <a:lnTo>
                    <a:pt x="566853" y="342459"/>
                  </a:lnTo>
                  <a:lnTo>
                    <a:pt x="566275" y="343663"/>
                  </a:lnTo>
                  <a:lnTo>
                    <a:pt x="565916" y="344064"/>
                  </a:lnTo>
                  <a:lnTo>
                    <a:pt x="564541" y="344584"/>
                  </a:lnTo>
                  <a:lnTo>
                    <a:pt x="564317" y="345695"/>
                  </a:lnTo>
                  <a:lnTo>
                    <a:pt x="565275" y="346931"/>
                  </a:lnTo>
                  <a:lnTo>
                    <a:pt x="567307" y="347240"/>
                  </a:lnTo>
                  <a:lnTo>
                    <a:pt x="567934" y="347568"/>
                  </a:lnTo>
                  <a:lnTo>
                    <a:pt x="566346" y="349320"/>
                  </a:lnTo>
                  <a:lnTo>
                    <a:pt x="566304" y="349583"/>
                  </a:lnTo>
                  <a:lnTo>
                    <a:pt x="567230" y="350977"/>
                  </a:lnTo>
                  <a:lnTo>
                    <a:pt x="566711" y="352608"/>
                  </a:lnTo>
                  <a:lnTo>
                    <a:pt x="565249" y="355044"/>
                  </a:lnTo>
                  <a:lnTo>
                    <a:pt x="565207" y="355389"/>
                  </a:lnTo>
                  <a:lnTo>
                    <a:pt x="565764" y="356164"/>
                  </a:lnTo>
                  <a:lnTo>
                    <a:pt x="566909" y="356876"/>
                  </a:lnTo>
                  <a:lnTo>
                    <a:pt x="569380" y="357351"/>
                  </a:lnTo>
                  <a:lnTo>
                    <a:pt x="570732" y="359214"/>
                  </a:lnTo>
                  <a:lnTo>
                    <a:pt x="570179" y="360148"/>
                  </a:lnTo>
                  <a:lnTo>
                    <a:pt x="569809" y="361611"/>
                  </a:lnTo>
                  <a:lnTo>
                    <a:pt x="570372" y="363032"/>
                  </a:lnTo>
                  <a:lnTo>
                    <a:pt x="570635" y="364845"/>
                  </a:lnTo>
                  <a:lnTo>
                    <a:pt x="570329" y="365816"/>
                  </a:lnTo>
                  <a:lnTo>
                    <a:pt x="570778" y="368057"/>
                  </a:lnTo>
                  <a:lnTo>
                    <a:pt x="570470" y="369047"/>
                  </a:lnTo>
                  <a:lnTo>
                    <a:pt x="570768" y="370565"/>
                  </a:lnTo>
                  <a:lnTo>
                    <a:pt x="570663" y="372009"/>
                  </a:lnTo>
                  <a:lnTo>
                    <a:pt x="572066" y="373323"/>
                  </a:lnTo>
                  <a:lnTo>
                    <a:pt x="571757" y="377023"/>
                  </a:lnTo>
                  <a:lnTo>
                    <a:pt x="570955" y="377920"/>
                  </a:lnTo>
                  <a:lnTo>
                    <a:pt x="570948" y="378298"/>
                  </a:lnTo>
                  <a:lnTo>
                    <a:pt x="572322" y="381366"/>
                  </a:lnTo>
                  <a:lnTo>
                    <a:pt x="573245" y="381923"/>
                  </a:lnTo>
                  <a:lnTo>
                    <a:pt x="573985" y="383658"/>
                  </a:lnTo>
                  <a:lnTo>
                    <a:pt x="573933" y="384096"/>
                  </a:lnTo>
                  <a:lnTo>
                    <a:pt x="572960" y="385209"/>
                  </a:lnTo>
                  <a:lnTo>
                    <a:pt x="571308" y="383248"/>
                  </a:lnTo>
                  <a:lnTo>
                    <a:pt x="569433" y="382506"/>
                  </a:lnTo>
                  <a:lnTo>
                    <a:pt x="568564" y="382883"/>
                  </a:lnTo>
                  <a:lnTo>
                    <a:pt x="568342" y="383750"/>
                  </a:lnTo>
                  <a:lnTo>
                    <a:pt x="569312" y="384655"/>
                  </a:lnTo>
                  <a:lnTo>
                    <a:pt x="570193" y="386123"/>
                  </a:lnTo>
                  <a:lnTo>
                    <a:pt x="571061" y="387081"/>
                  </a:lnTo>
                  <a:lnTo>
                    <a:pt x="571294" y="388194"/>
                  </a:lnTo>
                  <a:lnTo>
                    <a:pt x="570110" y="388421"/>
                  </a:lnTo>
                  <a:lnTo>
                    <a:pt x="567734" y="387533"/>
                  </a:lnTo>
                  <a:lnTo>
                    <a:pt x="565595" y="387877"/>
                  </a:lnTo>
                  <a:lnTo>
                    <a:pt x="563826" y="389989"/>
                  </a:lnTo>
                  <a:lnTo>
                    <a:pt x="564535" y="392044"/>
                  </a:lnTo>
                  <a:lnTo>
                    <a:pt x="564577" y="394795"/>
                  </a:lnTo>
                  <a:lnTo>
                    <a:pt x="563475" y="395132"/>
                  </a:lnTo>
                  <a:lnTo>
                    <a:pt x="562250" y="396368"/>
                  </a:lnTo>
                  <a:lnTo>
                    <a:pt x="561030" y="399607"/>
                  </a:lnTo>
                  <a:lnTo>
                    <a:pt x="559691" y="400540"/>
                  </a:lnTo>
                  <a:lnTo>
                    <a:pt x="558244" y="402130"/>
                  </a:lnTo>
                  <a:lnTo>
                    <a:pt x="556375" y="401909"/>
                  </a:lnTo>
                  <a:lnTo>
                    <a:pt x="555583" y="402714"/>
                  </a:lnTo>
                  <a:lnTo>
                    <a:pt x="555814" y="403096"/>
                  </a:lnTo>
                  <a:lnTo>
                    <a:pt x="555424" y="404034"/>
                  </a:lnTo>
                  <a:lnTo>
                    <a:pt x="555818" y="404785"/>
                  </a:lnTo>
                  <a:lnTo>
                    <a:pt x="555722" y="405580"/>
                  </a:lnTo>
                  <a:lnTo>
                    <a:pt x="553870" y="407609"/>
                  </a:lnTo>
                  <a:lnTo>
                    <a:pt x="553285" y="409745"/>
                  </a:lnTo>
                  <a:lnTo>
                    <a:pt x="554493" y="411328"/>
                  </a:lnTo>
                  <a:lnTo>
                    <a:pt x="554218" y="412079"/>
                  </a:lnTo>
                  <a:lnTo>
                    <a:pt x="554447" y="413284"/>
                  </a:lnTo>
                  <a:lnTo>
                    <a:pt x="554958" y="414156"/>
                  </a:lnTo>
                  <a:lnTo>
                    <a:pt x="555442" y="414385"/>
                  </a:lnTo>
                  <a:lnTo>
                    <a:pt x="555838" y="415290"/>
                  </a:lnTo>
                  <a:lnTo>
                    <a:pt x="556935" y="416360"/>
                  </a:lnTo>
                  <a:lnTo>
                    <a:pt x="556539" y="417280"/>
                  </a:lnTo>
                  <a:lnTo>
                    <a:pt x="557792" y="418905"/>
                  </a:lnTo>
                  <a:lnTo>
                    <a:pt x="558001" y="420019"/>
                  </a:lnTo>
                  <a:lnTo>
                    <a:pt x="557690" y="420566"/>
                  </a:lnTo>
                  <a:lnTo>
                    <a:pt x="557950" y="421612"/>
                  </a:lnTo>
                  <a:lnTo>
                    <a:pt x="557465" y="422293"/>
                  </a:lnTo>
                  <a:lnTo>
                    <a:pt x="557802" y="422496"/>
                  </a:lnTo>
                  <a:lnTo>
                    <a:pt x="557723" y="423290"/>
                  </a:lnTo>
                  <a:lnTo>
                    <a:pt x="557377" y="423770"/>
                  </a:lnTo>
                  <a:lnTo>
                    <a:pt x="557487" y="424282"/>
                  </a:lnTo>
                  <a:lnTo>
                    <a:pt x="558305" y="425100"/>
                  </a:lnTo>
                  <a:lnTo>
                    <a:pt x="558895" y="425333"/>
                  </a:lnTo>
                  <a:lnTo>
                    <a:pt x="559288" y="425979"/>
                  </a:lnTo>
                  <a:lnTo>
                    <a:pt x="560269" y="426282"/>
                  </a:lnTo>
                  <a:lnTo>
                    <a:pt x="560480" y="426631"/>
                  </a:lnTo>
                  <a:lnTo>
                    <a:pt x="561529" y="427126"/>
                  </a:lnTo>
                  <a:lnTo>
                    <a:pt x="563721" y="426927"/>
                  </a:lnTo>
                  <a:lnTo>
                    <a:pt x="564497" y="427618"/>
                  </a:lnTo>
                  <a:lnTo>
                    <a:pt x="564799" y="427982"/>
                  </a:lnTo>
                  <a:lnTo>
                    <a:pt x="564791" y="428766"/>
                  </a:lnTo>
                  <a:lnTo>
                    <a:pt x="565362" y="429468"/>
                  </a:lnTo>
                  <a:lnTo>
                    <a:pt x="565806" y="430567"/>
                  </a:lnTo>
                  <a:lnTo>
                    <a:pt x="566272" y="430780"/>
                  </a:lnTo>
                  <a:lnTo>
                    <a:pt x="566126" y="431134"/>
                  </a:lnTo>
                  <a:lnTo>
                    <a:pt x="567171" y="432179"/>
                  </a:lnTo>
                  <a:lnTo>
                    <a:pt x="567111" y="433154"/>
                  </a:lnTo>
                  <a:lnTo>
                    <a:pt x="567860" y="433740"/>
                  </a:lnTo>
                  <a:lnTo>
                    <a:pt x="568262" y="433609"/>
                  </a:lnTo>
                  <a:lnTo>
                    <a:pt x="568507" y="434216"/>
                  </a:lnTo>
                  <a:lnTo>
                    <a:pt x="568500" y="434397"/>
                  </a:lnTo>
                  <a:lnTo>
                    <a:pt x="569489" y="434646"/>
                  </a:lnTo>
                  <a:lnTo>
                    <a:pt x="569547" y="434869"/>
                  </a:lnTo>
                  <a:lnTo>
                    <a:pt x="570049" y="434756"/>
                  </a:lnTo>
                  <a:lnTo>
                    <a:pt x="570484" y="435613"/>
                  </a:lnTo>
                  <a:lnTo>
                    <a:pt x="570632" y="436147"/>
                  </a:lnTo>
                  <a:lnTo>
                    <a:pt x="570305" y="436654"/>
                  </a:lnTo>
                  <a:lnTo>
                    <a:pt x="570664" y="436849"/>
                  </a:lnTo>
                  <a:lnTo>
                    <a:pt x="570644" y="437214"/>
                  </a:lnTo>
                  <a:lnTo>
                    <a:pt x="569990" y="438281"/>
                  </a:lnTo>
                  <a:lnTo>
                    <a:pt x="570430" y="438813"/>
                  </a:lnTo>
                  <a:lnTo>
                    <a:pt x="570776" y="440070"/>
                  </a:lnTo>
                  <a:lnTo>
                    <a:pt x="570031" y="442988"/>
                  </a:lnTo>
                  <a:lnTo>
                    <a:pt x="568571" y="445742"/>
                  </a:lnTo>
                  <a:lnTo>
                    <a:pt x="568241" y="446824"/>
                  </a:lnTo>
                  <a:lnTo>
                    <a:pt x="568402" y="448360"/>
                  </a:lnTo>
                  <a:lnTo>
                    <a:pt x="566990" y="448461"/>
                  </a:lnTo>
                  <a:lnTo>
                    <a:pt x="564944" y="448359"/>
                  </a:lnTo>
                  <a:lnTo>
                    <a:pt x="561260" y="449128"/>
                  </a:lnTo>
                  <a:lnTo>
                    <a:pt x="558432" y="449324"/>
                  </a:lnTo>
                  <a:lnTo>
                    <a:pt x="555842" y="450599"/>
                  </a:lnTo>
                  <a:lnTo>
                    <a:pt x="552727" y="452831"/>
                  </a:lnTo>
                  <a:lnTo>
                    <a:pt x="546688" y="453813"/>
                  </a:lnTo>
                  <a:lnTo>
                    <a:pt x="542942" y="454146"/>
                  </a:lnTo>
                  <a:lnTo>
                    <a:pt x="541569" y="454539"/>
                  </a:lnTo>
                  <a:lnTo>
                    <a:pt x="539130" y="455762"/>
                  </a:lnTo>
                  <a:lnTo>
                    <a:pt x="539650" y="457838"/>
                  </a:lnTo>
                  <a:lnTo>
                    <a:pt x="539152" y="458101"/>
                  </a:lnTo>
                  <a:lnTo>
                    <a:pt x="536004" y="456690"/>
                  </a:lnTo>
                  <a:lnTo>
                    <a:pt x="533636" y="455236"/>
                  </a:lnTo>
                  <a:lnTo>
                    <a:pt x="533234" y="456004"/>
                  </a:lnTo>
                  <a:lnTo>
                    <a:pt x="535416" y="457641"/>
                  </a:lnTo>
                  <a:lnTo>
                    <a:pt x="537892" y="458769"/>
                  </a:lnTo>
                  <a:lnTo>
                    <a:pt x="537213" y="459231"/>
                  </a:lnTo>
                  <a:lnTo>
                    <a:pt x="533863" y="460504"/>
                  </a:lnTo>
                  <a:lnTo>
                    <a:pt x="530237" y="463600"/>
                  </a:lnTo>
                  <a:lnTo>
                    <a:pt x="526710" y="464875"/>
                  </a:lnTo>
                  <a:lnTo>
                    <a:pt x="527057" y="468067"/>
                  </a:lnTo>
                  <a:lnTo>
                    <a:pt x="526923" y="469827"/>
                  </a:lnTo>
                  <a:lnTo>
                    <a:pt x="526544" y="470908"/>
                  </a:lnTo>
                  <a:lnTo>
                    <a:pt x="526707" y="472713"/>
                  </a:lnTo>
                  <a:lnTo>
                    <a:pt x="528372" y="476313"/>
                  </a:lnTo>
                  <a:lnTo>
                    <a:pt x="531138" y="480476"/>
                  </a:lnTo>
                  <a:lnTo>
                    <a:pt x="531656" y="481155"/>
                  </a:lnTo>
                  <a:lnTo>
                    <a:pt x="532016" y="481139"/>
                  </a:lnTo>
                  <a:lnTo>
                    <a:pt x="532428" y="482523"/>
                  </a:lnTo>
                  <a:lnTo>
                    <a:pt x="532456" y="484343"/>
                  </a:lnTo>
                  <a:lnTo>
                    <a:pt x="531225" y="485850"/>
                  </a:lnTo>
                  <a:lnTo>
                    <a:pt x="530850" y="487044"/>
                  </a:lnTo>
                  <a:lnTo>
                    <a:pt x="531845" y="488810"/>
                  </a:lnTo>
                  <a:lnTo>
                    <a:pt x="531633" y="489048"/>
                  </a:lnTo>
                  <a:lnTo>
                    <a:pt x="531742" y="490056"/>
                  </a:lnTo>
                  <a:lnTo>
                    <a:pt x="533226" y="492445"/>
                  </a:lnTo>
                  <a:lnTo>
                    <a:pt x="533184" y="492805"/>
                  </a:lnTo>
                  <a:lnTo>
                    <a:pt x="533852" y="494246"/>
                  </a:lnTo>
                  <a:lnTo>
                    <a:pt x="533793" y="494718"/>
                  </a:lnTo>
                  <a:lnTo>
                    <a:pt x="534406" y="495887"/>
                  </a:lnTo>
                  <a:lnTo>
                    <a:pt x="534861" y="497599"/>
                  </a:lnTo>
                  <a:lnTo>
                    <a:pt x="534571" y="497871"/>
                  </a:lnTo>
                  <a:lnTo>
                    <a:pt x="534813" y="498245"/>
                  </a:lnTo>
                  <a:lnTo>
                    <a:pt x="535328" y="498223"/>
                  </a:lnTo>
                  <a:lnTo>
                    <a:pt x="535944" y="497934"/>
                  </a:lnTo>
                  <a:lnTo>
                    <a:pt x="537085" y="496490"/>
                  </a:lnTo>
                  <a:lnTo>
                    <a:pt x="537809" y="496393"/>
                  </a:lnTo>
                  <a:lnTo>
                    <a:pt x="537854" y="496808"/>
                  </a:lnTo>
                  <a:lnTo>
                    <a:pt x="538196" y="496831"/>
                  </a:lnTo>
                  <a:lnTo>
                    <a:pt x="539240" y="495784"/>
                  </a:lnTo>
                  <a:lnTo>
                    <a:pt x="540294" y="495759"/>
                  </a:lnTo>
                  <a:lnTo>
                    <a:pt x="540588" y="496158"/>
                  </a:lnTo>
                  <a:lnTo>
                    <a:pt x="543028" y="497945"/>
                  </a:lnTo>
                  <a:lnTo>
                    <a:pt x="544013" y="498102"/>
                  </a:lnTo>
                  <a:lnTo>
                    <a:pt x="546820" y="497415"/>
                  </a:lnTo>
                  <a:lnTo>
                    <a:pt x="547848" y="496589"/>
                  </a:lnTo>
                  <a:lnTo>
                    <a:pt x="548696" y="496565"/>
                  </a:lnTo>
                  <a:lnTo>
                    <a:pt x="549415" y="496258"/>
                  </a:lnTo>
                  <a:lnTo>
                    <a:pt x="550877" y="496573"/>
                  </a:lnTo>
                  <a:lnTo>
                    <a:pt x="552525" y="496257"/>
                  </a:lnTo>
                  <a:lnTo>
                    <a:pt x="553204" y="496093"/>
                  </a:lnTo>
                  <a:lnTo>
                    <a:pt x="553552" y="496430"/>
                  </a:lnTo>
                  <a:lnTo>
                    <a:pt x="555257" y="496753"/>
                  </a:lnTo>
                  <a:lnTo>
                    <a:pt x="561889" y="501648"/>
                  </a:lnTo>
                  <a:lnTo>
                    <a:pt x="561764" y="502154"/>
                  </a:lnTo>
                  <a:lnTo>
                    <a:pt x="561330" y="502238"/>
                  </a:lnTo>
                  <a:lnTo>
                    <a:pt x="561143" y="503068"/>
                  </a:lnTo>
                  <a:lnTo>
                    <a:pt x="560553" y="503425"/>
                  </a:lnTo>
                  <a:lnTo>
                    <a:pt x="560738" y="503972"/>
                  </a:lnTo>
                  <a:lnTo>
                    <a:pt x="560598" y="505011"/>
                  </a:lnTo>
                  <a:lnTo>
                    <a:pt x="560908" y="505229"/>
                  </a:lnTo>
                  <a:lnTo>
                    <a:pt x="560721" y="506774"/>
                  </a:lnTo>
                  <a:lnTo>
                    <a:pt x="561194" y="507306"/>
                  </a:lnTo>
                  <a:lnTo>
                    <a:pt x="561254" y="508190"/>
                  </a:lnTo>
                  <a:lnTo>
                    <a:pt x="561857" y="508981"/>
                  </a:lnTo>
                  <a:lnTo>
                    <a:pt x="561929" y="509466"/>
                  </a:lnTo>
                  <a:lnTo>
                    <a:pt x="562625" y="509862"/>
                  </a:lnTo>
                  <a:lnTo>
                    <a:pt x="563464" y="511156"/>
                  </a:lnTo>
                  <a:lnTo>
                    <a:pt x="563489" y="511794"/>
                  </a:lnTo>
                  <a:lnTo>
                    <a:pt x="564341" y="512307"/>
                  </a:lnTo>
                  <a:lnTo>
                    <a:pt x="564783" y="513057"/>
                  </a:lnTo>
                  <a:lnTo>
                    <a:pt x="567331" y="512476"/>
                  </a:lnTo>
                  <a:lnTo>
                    <a:pt x="568139" y="512783"/>
                  </a:lnTo>
                  <a:lnTo>
                    <a:pt x="569193" y="512570"/>
                  </a:lnTo>
                  <a:lnTo>
                    <a:pt x="569850" y="512747"/>
                  </a:lnTo>
                  <a:lnTo>
                    <a:pt x="570526" y="513788"/>
                  </a:lnTo>
                  <a:lnTo>
                    <a:pt x="570811" y="513787"/>
                  </a:lnTo>
                  <a:lnTo>
                    <a:pt x="572566" y="517261"/>
                  </a:lnTo>
                  <a:lnTo>
                    <a:pt x="572793" y="519820"/>
                  </a:lnTo>
                  <a:lnTo>
                    <a:pt x="573175" y="520025"/>
                  </a:lnTo>
                  <a:lnTo>
                    <a:pt x="573569" y="520683"/>
                  </a:lnTo>
                  <a:lnTo>
                    <a:pt x="573986" y="522145"/>
                  </a:lnTo>
                  <a:lnTo>
                    <a:pt x="576670" y="522466"/>
                  </a:lnTo>
                  <a:lnTo>
                    <a:pt x="579080" y="532149"/>
                  </a:lnTo>
                  <a:lnTo>
                    <a:pt x="579704" y="536204"/>
                  </a:lnTo>
                  <a:lnTo>
                    <a:pt x="581908" y="535845"/>
                  </a:lnTo>
                  <a:lnTo>
                    <a:pt x="585277" y="535895"/>
                  </a:lnTo>
                  <a:lnTo>
                    <a:pt x="588645" y="537578"/>
                  </a:lnTo>
                  <a:lnTo>
                    <a:pt x="586958" y="539939"/>
                  </a:lnTo>
                  <a:lnTo>
                    <a:pt x="585841" y="542207"/>
                  </a:lnTo>
                  <a:lnTo>
                    <a:pt x="584404" y="544377"/>
                  </a:lnTo>
                  <a:lnTo>
                    <a:pt x="583200" y="549564"/>
                  </a:lnTo>
                  <a:lnTo>
                    <a:pt x="581790" y="552573"/>
                  </a:lnTo>
                  <a:lnTo>
                    <a:pt x="582316" y="553326"/>
                  </a:lnTo>
                  <a:lnTo>
                    <a:pt x="583211" y="553688"/>
                  </a:lnTo>
                  <a:lnTo>
                    <a:pt x="584507" y="554700"/>
                  </a:lnTo>
                  <a:lnTo>
                    <a:pt x="585366" y="555444"/>
                  </a:lnTo>
                  <a:lnTo>
                    <a:pt x="586534" y="557114"/>
                  </a:lnTo>
                  <a:lnTo>
                    <a:pt x="588064" y="558686"/>
                  </a:lnTo>
                  <a:lnTo>
                    <a:pt x="588600" y="559946"/>
                  </a:lnTo>
                  <a:lnTo>
                    <a:pt x="588142" y="560073"/>
                  </a:lnTo>
                  <a:lnTo>
                    <a:pt x="587998" y="561362"/>
                  </a:lnTo>
                  <a:lnTo>
                    <a:pt x="590168" y="560795"/>
                  </a:lnTo>
                  <a:lnTo>
                    <a:pt x="591958" y="560027"/>
                  </a:lnTo>
                  <a:lnTo>
                    <a:pt x="592880" y="558812"/>
                  </a:lnTo>
                  <a:lnTo>
                    <a:pt x="595369" y="557149"/>
                  </a:lnTo>
                  <a:lnTo>
                    <a:pt x="596450" y="556797"/>
                  </a:lnTo>
                  <a:lnTo>
                    <a:pt x="598128" y="555539"/>
                  </a:lnTo>
                  <a:lnTo>
                    <a:pt x="599513" y="555764"/>
                  </a:lnTo>
                  <a:lnTo>
                    <a:pt x="602097" y="555713"/>
                  </a:lnTo>
                  <a:lnTo>
                    <a:pt x="602577" y="554928"/>
                  </a:lnTo>
                  <a:lnTo>
                    <a:pt x="601931" y="554757"/>
                  </a:lnTo>
                  <a:lnTo>
                    <a:pt x="602093" y="554375"/>
                  </a:lnTo>
                  <a:lnTo>
                    <a:pt x="603246" y="554509"/>
                  </a:lnTo>
                  <a:lnTo>
                    <a:pt x="603910" y="553311"/>
                  </a:lnTo>
                  <a:lnTo>
                    <a:pt x="604778" y="552637"/>
                  </a:lnTo>
                  <a:lnTo>
                    <a:pt x="605888" y="553011"/>
                  </a:lnTo>
                  <a:lnTo>
                    <a:pt x="606479" y="552609"/>
                  </a:lnTo>
                  <a:lnTo>
                    <a:pt x="607690" y="553373"/>
                  </a:lnTo>
                  <a:lnTo>
                    <a:pt x="608252" y="555216"/>
                  </a:lnTo>
                  <a:lnTo>
                    <a:pt x="609596" y="556683"/>
                  </a:lnTo>
                  <a:lnTo>
                    <a:pt x="609610" y="557264"/>
                  </a:lnTo>
                  <a:lnTo>
                    <a:pt x="610103" y="557693"/>
                  </a:lnTo>
                  <a:lnTo>
                    <a:pt x="610812" y="557842"/>
                  </a:lnTo>
                  <a:lnTo>
                    <a:pt x="610730" y="558255"/>
                  </a:lnTo>
                  <a:lnTo>
                    <a:pt x="610213" y="558834"/>
                  </a:lnTo>
                  <a:lnTo>
                    <a:pt x="608900" y="559502"/>
                  </a:lnTo>
                  <a:lnTo>
                    <a:pt x="608705" y="560183"/>
                  </a:lnTo>
                  <a:lnTo>
                    <a:pt x="608227" y="560450"/>
                  </a:lnTo>
                  <a:lnTo>
                    <a:pt x="608113" y="563031"/>
                  </a:lnTo>
                  <a:lnTo>
                    <a:pt x="607780" y="562965"/>
                  </a:lnTo>
                  <a:lnTo>
                    <a:pt x="607526" y="563326"/>
                  </a:lnTo>
                  <a:lnTo>
                    <a:pt x="607685" y="563693"/>
                  </a:lnTo>
                  <a:lnTo>
                    <a:pt x="607978" y="563764"/>
                  </a:lnTo>
                  <a:lnTo>
                    <a:pt x="607861" y="563983"/>
                  </a:lnTo>
                  <a:lnTo>
                    <a:pt x="608292" y="564281"/>
                  </a:lnTo>
                  <a:lnTo>
                    <a:pt x="607906" y="565156"/>
                  </a:lnTo>
                  <a:lnTo>
                    <a:pt x="607359" y="565629"/>
                  </a:lnTo>
                  <a:lnTo>
                    <a:pt x="606045" y="567601"/>
                  </a:lnTo>
                  <a:lnTo>
                    <a:pt x="606779" y="567498"/>
                  </a:lnTo>
                  <a:lnTo>
                    <a:pt x="608156" y="568766"/>
                  </a:lnTo>
                  <a:lnTo>
                    <a:pt x="608269" y="566890"/>
                  </a:lnTo>
                  <a:lnTo>
                    <a:pt x="612288" y="567073"/>
                  </a:lnTo>
                  <a:lnTo>
                    <a:pt x="612705" y="567882"/>
                  </a:lnTo>
                  <a:lnTo>
                    <a:pt x="613479" y="568364"/>
                  </a:lnTo>
                  <a:lnTo>
                    <a:pt x="614672" y="566749"/>
                  </a:lnTo>
                  <a:lnTo>
                    <a:pt x="616135" y="567420"/>
                  </a:lnTo>
                  <a:lnTo>
                    <a:pt x="617217" y="567627"/>
                  </a:lnTo>
                  <a:lnTo>
                    <a:pt x="617839" y="567580"/>
                  </a:lnTo>
                  <a:lnTo>
                    <a:pt x="618466" y="566831"/>
                  </a:lnTo>
                  <a:lnTo>
                    <a:pt x="619300" y="567324"/>
                  </a:lnTo>
                  <a:lnTo>
                    <a:pt x="619914" y="567424"/>
                  </a:lnTo>
                  <a:lnTo>
                    <a:pt x="620745" y="567212"/>
                  </a:lnTo>
                  <a:lnTo>
                    <a:pt x="620828" y="567685"/>
                  </a:lnTo>
                  <a:lnTo>
                    <a:pt x="621547" y="568707"/>
                  </a:lnTo>
                  <a:lnTo>
                    <a:pt x="620294" y="570154"/>
                  </a:lnTo>
                  <a:lnTo>
                    <a:pt x="619265" y="570369"/>
                  </a:lnTo>
                  <a:lnTo>
                    <a:pt x="620915" y="570844"/>
                  </a:lnTo>
                  <a:lnTo>
                    <a:pt x="621636" y="572282"/>
                  </a:lnTo>
                  <a:lnTo>
                    <a:pt x="620287" y="577260"/>
                  </a:lnTo>
                  <a:lnTo>
                    <a:pt x="620374" y="577971"/>
                  </a:lnTo>
                  <a:lnTo>
                    <a:pt x="619736" y="578808"/>
                  </a:lnTo>
                  <a:lnTo>
                    <a:pt x="619420" y="579746"/>
                  </a:lnTo>
                  <a:lnTo>
                    <a:pt x="618240" y="580931"/>
                  </a:lnTo>
                  <a:lnTo>
                    <a:pt x="617517" y="581177"/>
                  </a:lnTo>
                  <a:lnTo>
                    <a:pt x="617768" y="581559"/>
                  </a:lnTo>
                  <a:lnTo>
                    <a:pt x="621031" y="579879"/>
                  </a:lnTo>
                  <a:lnTo>
                    <a:pt x="621357" y="580044"/>
                  </a:lnTo>
                  <a:lnTo>
                    <a:pt x="621228" y="580910"/>
                  </a:lnTo>
                  <a:lnTo>
                    <a:pt x="620074" y="583276"/>
                  </a:lnTo>
                  <a:lnTo>
                    <a:pt x="619739" y="585200"/>
                  </a:lnTo>
                  <a:lnTo>
                    <a:pt x="619383" y="585882"/>
                  </a:lnTo>
                  <a:lnTo>
                    <a:pt x="622063" y="585915"/>
                  </a:lnTo>
                  <a:lnTo>
                    <a:pt x="627753" y="584448"/>
                  </a:lnTo>
                  <a:lnTo>
                    <a:pt x="628263" y="585569"/>
                  </a:lnTo>
                  <a:lnTo>
                    <a:pt x="629471" y="585610"/>
                  </a:lnTo>
                  <a:lnTo>
                    <a:pt x="630482" y="584942"/>
                  </a:lnTo>
                  <a:lnTo>
                    <a:pt x="630740" y="585282"/>
                  </a:lnTo>
                  <a:lnTo>
                    <a:pt x="631193" y="584488"/>
                  </a:lnTo>
                  <a:lnTo>
                    <a:pt x="631862" y="584076"/>
                  </a:lnTo>
                  <a:lnTo>
                    <a:pt x="631280" y="586857"/>
                  </a:lnTo>
                  <a:lnTo>
                    <a:pt x="630286" y="587625"/>
                  </a:lnTo>
                  <a:lnTo>
                    <a:pt x="627942" y="588857"/>
                  </a:lnTo>
                  <a:lnTo>
                    <a:pt x="626740" y="590080"/>
                  </a:lnTo>
                  <a:lnTo>
                    <a:pt x="625845" y="590713"/>
                  </a:lnTo>
                  <a:lnTo>
                    <a:pt x="625470" y="590742"/>
                  </a:lnTo>
                  <a:lnTo>
                    <a:pt x="624767" y="591521"/>
                  </a:lnTo>
                  <a:lnTo>
                    <a:pt x="624294" y="592727"/>
                  </a:lnTo>
                  <a:lnTo>
                    <a:pt x="623745" y="593261"/>
                  </a:lnTo>
                  <a:lnTo>
                    <a:pt x="623387" y="594884"/>
                  </a:lnTo>
                  <a:lnTo>
                    <a:pt x="623442" y="595788"/>
                  </a:lnTo>
                  <a:lnTo>
                    <a:pt x="622941" y="596456"/>
                  </a:lnTo>
                  <a:lnTo>
                    <a:pt x="623148" y="596564"/>
                  </a:lnTo>
                  <a:lnTo>
                    <a:pt x="622806" y="597984"/>
                  </a:lnTo>
                  <a:lnTo>
                    <a:pt x="622082" y="598068"/>
                  </a:lnTo>
                  <a:lnTo>
                    <a:pt x="621640" y="598620"/>
                  </a:lnTo>
                  <a:lnTo>
                    <a:pt x="620128" y="599396"/>
                  </a:lnTo>
                  <a:lnTo>
                    <a:pt x="618232" y="599445"/>
                  </a:lnTo>
                  <a:lnTo>
                    <a:pt x="617196" y="599972"/>
                  </a:lnTo>
                  <a:lnTo>
                    <a:pt x="614174" y="600498"/>
                  </a:lnTo>
                  <a:lnTo>
                    <a:pt x="613821" y="601681"/>
                  </a:lnTo>
                  <a:lnTo>
                    <a:pt x="613104" y="602638"/>
                  </a:lnTo>
                  <a:lnTo>
                    <a:pt x="613255" y="603118"/>
                  </a:lnTo>
                  <a:lnTo>
                    <a:pt x="613060" y="604391"/>
                  </a:lnTo>
                  <a:lnTo>
                    <a:pt x="613640" y="606563"/>
                  </a:lnTo>
                  <a:lnTo>
                    <a:pt x="613477" y="609171"/>
                  </a:lnTo>
                  <a:lnTo>
                    <a:pt x="613105" y="610102"/>
                  </a:lnTo>
                  <a:lnTo>
                    <a:pt x="611127" y="609485"/>
                  </a:lnTo>
                  <a:lnTo>
                    <a:pt x="609343" y="608545"/>
                  </a:lnTo>
                  <a:lnTo>
                    <a:pt x="607716" y="610201"/>
                  </a:lnTo>
                  <a:lnTo>
                    <a:pt x="604641" y="612311"/>
                  </a:lnTo>
                  <a:lnTo>
                    <a:pt x="603811" y="612357"/>
                  </a:lnTo>
                  <a:lnTo>
                    <a:pt x="602767" y="612081"/>
                  </a:lnTo>
                  <a:lnTo>
                    <a:pt x="599212" y="610296"/>
                  </a:lnTo>
                  <a:lnTo>
                    <a:pt x="596761" y="609269"/>
                  </a:lnTo>
                  <a:lnTo>
                    <a:pt x="595333" y="609170"/>
                  </a:lnTo>
                  <a:lnTo>
                    <a:pt x="593082" y="607899"/>
                  </a:lnTo>
                  <a:lnTo>
                    <a:pt x="595230" y="603814"/>
                  </a:lnTo>
                  <a:lnTo>
                    <a:pt x="594366" y="601746"/>
                  </a:lnTo>
                  <a:lnTo>
                    <a:pt x="589990" y="603160"/>
                  </a:lnTo>
                  <a:lnTo>
                    <a:pt x="589654" y="605289"/>
                  </a:lnTo>
                  <a:lnTo>
                    <a:pt x="588979" y="606910"/>
                  </a:lnTo>
                  <a:lnTo>
                    <a:pt x="588812" y="607987"/>
                  </a:lnTo>
                  <a:lnTo>
                    <a:pt x="589042" y="610525"/>
                  </a:lnTo>
                  <a:lnTo>
                    <a:pt x="589977" y="612355"/>
                  </a:lnTo>
                  <a:lnTo>
                    <a:pt x="590130" y="613839"/>
                  </a:lnTo>
                  <a:lnTo>
                    <a:pt x="589861" y="615989"/>
                  </a:lnTo>
                  <a:lnTo>
                    <a:pt x="590003" y="616903"/>
                  </a:lnTo>
                  <a:lnTo>
                    <a:pt x="590846" y="618432"/>
                  </a:lnTo>
                  <a:lnTo>
                    <a:pt x="591695" y="621266"/>
                  </a:lnTo>
                  <a:lnTo>
                    <a:pt x="585450" y="621232"/>
                  </a:lnTo>
                  <a:lnTo>
                    <a:pt x="584675" y="622559"/>
                  </a:lnTo>
                  <a:lnTo>
                    <a:pt x="583096" y="622464"/>
                  </a:lnTo>
                  <a:lnTo>
                    <a:pt x="581534" y="623296"/>
                  </a:lnTo>
                  <a:lnTo>
                    <a:pt x="581378" y="624814"/>
                  </a:lnTo>
                  <a:lnTo>
                    <a:pt x="578803" y="621666"/>
                  </a:lnTo>
                  <a:lnTo>
                    <a:pt x="577069" y="617277"/>
                  </a:lnTo>
                  <a:lnTo>
                    <a:pt x="576560" y="616623"/>
                  </a:lnTo>
                  <a:lnTo>
                    <a:pt x="576067" y="616695"/>
                  </a:lnTo>
                  <a:lnTo>
                    <a:pt x="575631" y="614066"/>
                  </a:lnTo>
                  <a:lnTo>
                    <a:pt x="575205" y="613541"/>
                  </a:lnTo>
                  <a:lnTo>
                    <a:pt x="575006" y="612832"/>
                  </a:lnTo>
                  <a:lnTo>
                    <a:pt x="574186" y="612170"/>
                  </a:lnTo>
                  <a:lnTo>
                    <a:pt x="573932" y="611648"/>
                  </a:lnTo>
                  <a:lnTo>
                    <a:pt x="571676" y="612562"/>
                  </a:lnTo>
                  <a:lnTo>
                    <a:pt x="571363" y="612005"/>
                  </a:lnTo>
                  <a:lnTo>
                    <a:pt x="570947" y="612075"/>
                  </a:lnTo>
                  <a:lnTo>
                    <a:pt x="570978" y="613137"/>
                  </a:lnTo>
                  <a:lnTo>
                    <a:pt x="568530" y="613441"/>
                  </a:lnTo>
                  <a:lnTo>
                    <a:pt x="568600" y="613690"/>
                  </a:lnTo>
                  <a:lnTo>
                    <a:pt x="567722" y="614796"/>
                  </a:lnTo>
                  <a:lnTo>
                    <a:pt x="566332" y="615834"/>
                  </a:lnTo>
                  <a:lnTo>
                    <a:pt x="565768" y="615263"/>
                  </a:lnTo>
                  <a:lnTo>
                    <a:pt x="564309" y="614676"/>
                  </a:lnTo>
                  <a:lnTo>
                    <a:pt x="564438" y="618985"/>
                  </a:lnTo>
                  <a:lnTo>
                    <a:pt x="559622" y="617799"/>
                  </a:lnTo>
                  <a:lnTo>
                    <a:pt x="559646" y="618184"/>
                  </a:lnTo>
                  <a:lnTo>
                    <a:pt x="559236" y="618346"/>
                  </a:lnTo>
                  <a:lnTo>
                    <a:pt x="558658" y="618212"/>
                  </a:lnTo>
                  <a:lnTo>
                    <a:pt x="557657" y="620681"/>
                  </a:lnTo>
                  <a:lnTo>
                    <a:pt x="556144" y="622391"/>
                  </a:lnTo>
                  <a:lnTo>
                    <a:pt x="554630" y="625102"/>
                  </a:lnTo>
                  <a:lnTo>
                    <a:pt x="553029" y="625580"/>
                  </a:lnTo>
                  <a:lnTo>
                    <a:pt x="552973" y="625225"/>
                  </a:lnTo>
                  <a:lnTo>
                    <a:pt x="552375" y="625179"/>
                  </a:lnTo>
                  <a:lnTo>
                    <a:pt x="550178" y="625978"/>
                  </a:lnTo>
                  <a:lnTo>
                    <a:pt x="547839" y="626446"/>
                  </a:lnTo>
                  <a:lnTo>
                    <a:pt x="546632" y="626194"/>
                  </a:lnTo>
                  <a:lnTo>
                    <a:pt x="547882" y="623168"/>
                  </a:lnTo>
                  <a:lnTo>
                    <a:pt x="547675" y="623049"/>
                  </a:lnTo>
                  <a:lnTo>
                    <a:pt x="546917" y="624171"/>
                  </a:lnTo>
                  <a:lnTo>
                    <a:pt x="545509" y="623688"/>
                  </a:lnTo>
                  <a:lnTo>
                    <a:pt x="545260" y="622176"/>
                  </a:lnTo>
                  <a:lnTo>
                    <a:pt x="543846" y="622010"/>
                  </a:lnTo>
                  <a:lnTo>
                    <a:pt x="543328" y="623565"/>
                  </a:lnTo>
                  <a:lnTo>
                    <a:pt x="541406" y="623282"/>
                  </a:lnTo>
                  <a:lnTo>
                    <a:pt x="541330" y="624666"/>
                  </a:lnTo>
                  <a:lnTo>
                    <a:pt x="544182" y="626290"/>
                  </a:lnTo>
                  <a:lnTo>
                    <a:pt x="543008" y="629291"/>
                  </a:lnTo>
                  <a:lnTo>
                    <a:pt x="542403" y="629847"/>
                  </a:lnTo>
                  <a:lnTo>
                    <a:pt x="542844" y="629968"/>
                  </a:lnTo>
                  <a:lnTo>
                    <a:pt x="543165" y="630626"/>
                  </a:lnTo>
                  <a:lnTo>
                    <a:pt x="543759" y="630690"/>
                  </a:lnTo>
                  <a:lnTo>
                    <a:pt x="543833" y="631294"/>
                  </a:lnTo>
                  <a:lnTo>
                    <a:pt x="542751" y="632285"/>
                  </a:lnTo>
                  <a:lnTo>
                    <a:pt x="542639" y="632863"/>
                  </a:lnTo>
                  <a:lnTo>
                    <a:pt x="539145" y="638228"/>
                  </a:lnTo>
                  <a:lnTo>
                    <a:pt x="538554" y="638402"/>
                  </a:lnTo>
                  <a:lnTo>
                    <a:pt x="537737" y="639261"/>
                  </a:lnTo>
                  <a:lnTo>
                    <a:pt x="537157" y="639470"/>
                  </a:lnTo>
                  <a:lnTo>
                    <a:pt x="536893" y="640170"/>
                  </a:lnTo>
                  <a:lnTo>
                    <a:pt x="531062" y="643041"/>
                  </a:lnTo>
                  <a:lnTo>
                    <a:pt x="529349" y="644543"/>
                  </a:lnTo>
                  <a:lnTo>
                    <a:pt x="529122" y="644015"/>
                  </a:lnTo>
                  <a:lnTo>
                    <a:pt x="528877" y="644025"/>
                  </a:lnTo>
                  <a:lnTo>
                    <a:pt x="528079" y="644795"/>
                  </a:lnTo>
                  <a:lnTo>
                    <a:pt x="526595" y="645711"/>
                  </a:lnTo>
                  <a:lnTo>
                    <a:pt x="525106" y="645630"/>
                  </a:lnTo>
                  <a:lnTo>
                    <a:pt x="523498" y="644941"/>
                  </a:lnTo>
                  <a:lnTo>
                    <a:pt x="522470" y="644992"/>
                  </a:lnTo>
                  <a:lnTo>
                    <a:pt x="522507" y="645626"/>
                  </a:lnTo>
                  <a:lnTo>
                    <a:pt x="520935" y="645212"/>
                  </a:lnTo>
                  <a:lnTo>
                    <a:pt x="520269" y="645320"/>
                  </a:lnTo>
                  <a:lnTo>
                    <a:pt x="519633" y="645048"/>
                  </a:lnTo>
                  <a:lnTo>
                    <a:pt x="518542" y="645312"/>
                  </a:lnTo>
                  <a:lnTo>
                    <a:pt x="517452" y="646273"/>
                  </a:lnTo>
                  <a:lnTo>
                    <a:pt x="515288" y="644584"/>
                  </a:lnTo>
                  <a:lnTo>
                    <a:pt x="512130" y="643068"/>
                  </a:lnTo>
                  <a:lnTo>
                    <a:pt x="511731" y="644123"/>
                  </a:lnTo>
                  <a:lnTo>
                    <a:pt x="512132" y="645724"/>
                  </a:lnTo>
                  <a:lnTo>
                    <a:pt x="511228" y="646241"/>
                  </a:lnTo>
                  <a:lnTo>
                    <a:pt x="511284" y="646618"/>
                  </a:lnTo>
                  <a:lnTo>
                    <a:pt x="510013" y="647508"/>
                  </a:lnTo>
                  <a:lnTo>
                    <a:pt x="509374" y="648556"/>
                  </a:lnTo>
                  <a:lnTo>
                    <a:pt x="508428" y="648109"/>
                  </a:lnTo>
                  <a:lnTo>
                    <a:pt x="506833" y="647868"/>
                  </a:lnTo>
                  <a:lnTo>
                    <a:pt x="505371" y="647136"/>
                  </a:lnTo>
                  <a:lnTo>
                    <a:pt x="504457" y="647339"/>
                  </a:lnTo>
                  <a:lnTo>
                    <a:pt x="504178" y="646914"/>
                  </a:lnTo>
                  <a:lnTo>
                    <a:pt x="503722" y="647129"/>
                  </a:lnTo>
                  <a:lnTo>
                    <a:pt x="502333" y="646115"/>
                  </a:lnTo>
                  <a:lnTo>
                    <a:pt x="502067" y="645813"/>
                  </a:lnTo>
                  <a:lnTo>
                    <a:pt x="501228" y="646102"/>
                  </a:lnTo>
                  <a:lnTo>
                    <a:pt x="499930" y="645396"/>
                  </a:lnTo>
                  <a:lnTo>
                    <a:pt x="498070" y="645471"/>
                  </a:lnTo>
                  <a:lnTo>
                    <a:pt x="491818" y="642805"/>
                  </a:lnTo>
                  <a:lnTo>
                    <a:pt x="489082" y="649296"/>
                  </a:lnTo>
                  <a:lnTo>
                    <a:pt x="490899" y="649370"/>
                  </a:lnTo>
                  <a:lnTo>
                    <a:pt x="491686" y="649964"/>
                  </a:lnTo>
                  <a:lnTo>
                    <a:pt x="492707" y="649800"/>
                  </a:lnTo>
                  <a:lnTo>
                    <a:pt x="492100" y="653327"/>
                  </a:lnTo>
                  <a:lnTo>
                    <a:pt x="492543" y="653408"/>
                  </a:lnTo>
                  <a:lnTo>
                    <a:pt x="492275" y="655402"/>
                  </a:lnTo>
                  <a:lnTo>
                    <a:pt x="493424" y="656166"/>
                  </a:lnTo>
                  <a:lnTo>
                    <a:pt x="494836" y="657786"/>
                  </a:lnTo>
                  <a:lnTo>
                    <a:pt x="495509" y="658137"/>
                  </a:lnTo>
                  <a:lnTo>
                    <a:pt x="495680" y="659188"/>
                  </a:lnTo>
                  <a:lnTo>
                    <a:pt x="493949" y="660902"/>
                  </a:lnTo>
                  <a:lnTo>
                    <a:pt x="493249" y="661279"/>
                  </a:lnTo>
                  <a:lnTo>
                    <a:pt x="493506" y="662381"/>
                  </a:lnTo>
                  <a:lnTo>
                    <a:pt x="493012" y="662827"/>
                  </a:lnTo>
                  <a:lnTo>
                    <a:pt x="493714" y="663490"/>
                  </a:lnTo>
                  <a:lnTo>
                    <a:pt x="493602" y="663965"/>
                  </a:lnTo>
                  <a:lnTo>
                    <a:pt x="494113" y="664692"/>
                  </a:lnTo>
                  <a:lnTo>
                    <a:pt x="495015" y="664953"/>
                  </a:lnTo>
                  <a:lnTo>
                    <a:pt x="495105" y="665359"/>
                  </a:lnTo>
                  <a:lnTo>
                    <a:pt x="495660" y="665322"/>
                  </a:lnTo>
                  <a:lnTo>
                    <a:pt x="495788" y="665888"/>
                  </a:lnTo>
                  <a:lnTo>
                    <a:pt x="496238" y="666123"/>
                  </a:lnTo>
                  <a:lnTo>
                    <a:pt x="497250" y="667011"/>
                  </a:lnTo>
                  <a:lnTo>
                    <a:pt x="500110" y="668172"/>
                  </a:lnTo>
                  <a:lnTo>
                    <a:pt x="501553" y="670176"/>
                  </a:lnTo>
                  <a:lnTo>
                    <a:pt x="501714" y="671186"/>
                  </a:lnTo>
                  <a:lnTo>
                    <a:pt x="502325" y="671710"/>
                  </a:lnTo>
                  <a:lnTo>
                    <a:pt x="502414" y="671973"/>
                  </a:lnTo>
                  <a:lnTo>
                    <a:pt x="501842" y="672678"/>
                  </a:lnTo>
                  <a:lnTo>
                    <a:pt x="501756" y="674401"/>
                  </a:lnTo>
                  <a:lnTo>
                    <a:pt x="501181" y="675452"/>
                  </a:lnTo>
                  <a:lnTo>
                    <a:pt x="501175" y="676014"/>
                  </a:lnTo>
                  <a:lnTo>
                    <a:pt x="499401" y="675330"/>
                  </a:lnTo>
                  <a:lnTo>
                    <a:pt x="497453" y="674133"/>
                  </a:lnTo>
                  <a:lnTo>
                    <a:pt x="495406" y="673595"/>
                  </a:lnTo>
                  <a:lnTo>
                    <a:pt x="493838" y="673073"/>
                  </a:lnTo>
                  <a:lnTo>
                    <a:pt x="492211" y="672066"/>
                  </a:lnTo>
                  <a:lnTo>
                    <a:pt x="490381" y="671545"/>
                  </a:lnTo>
                  <a:lnTo>
                    <a:pt x="488801" y="669787"/>
                  </a:lnTo>
                  <a:lnTo>
                    <a:pt x="487684" y="669300"/>
                  </a:lnTo>
                  <a:lnTo>
                    <a:pt x="485344" y="669060"/>
                  </a:lnTo>
                  <a:lnTo>
                    <a:pt x="480509" y="669633"/>
                  </a:lnTo>
                  <a:lnTo>
                    <a:pt x="479315" y="669592"/>
                  </a:lnTo>
                  <a:lnTo>
                    <a:pt x="475799" y="669108"/>
                  </a:lnTo>
                  <a:lnTo>
                    <a:pt x="473703" y="668078"/>
                  </a:lnTo>
                  <a:lnTo>
                    <a:pt x="473815" y="669568"/>
                  </a:lnTo>
                  <a:lnTo>
                    <a:pt x="471337" y="667955"/>
                  </a:lnTo>
                  <a:lnTo>
                    <a:pt x="470588" y="667265"/>
                  </a:lnTo>
                  <a:lnTo>
                    <a:pt x="470697" y="666764"/>
                  </a:lnTo>
                  <a:lnTo>
                    <a:pt x="468845" y="666160"/>
                  </a:lnTo>
                  <a:lnTo>
                    <a:pt x="467267" y="664571"/>
                  </a:lnTo>
                  <a:lnTo>
                    <a:pt x="466654" y="664293"/>
                  </a:lnTo>
                  <a:lnTo>
                    <a:pt x="464058" y="664631"/>
                  </a:lnTo>
                  <a:lnTo>
                    <a:pt x="461191" y="664242"/>
                  </a:lnTo>
                  <a:lnTo>
                    <a:pt x="460294" y="664333"/>
                  </a:lnTo>
                  <a:lnTo>
                    <a:pt x="456352" y="662678"/>
                  </a:lnTo>
                  <a:lnTo>
                    <a:pt x="456390" y="661564"/>
                  </a:lnTo>
                  <a:lnTo>
                    <a:pt x="455970" y="661322"/>
                  </a:lnTo>
                  <a:lnTo>
                    <a:pt x="451038" y="660731"/>
                  </a:lnTo>
                  <a:lnTo>
                    <a:pt x="449420" y="659668"/>
                  </a:lnTo>
                  <a:lnTo>
                    <a:pt x="449033" y="658778"/>
                  </a:lnTo>
                  <a:lnTo>
                    <a:pt x="448531" y="659112"/>
                  </a:lnTo>
                  <a:lnTo>
                    <a:pt x="448363" y="659330"/>
                  </a:lnTo>
                  <a:lnTo>
                    <a:pt x="448610" y="662503"/>
                  </a:lnTo>
                  <a:lnTo>
                    <a:pt x="444689" y="663675"/>
                  </a:lnTo>
                  <a:lnTo>
                    <a:pt x="445033" y="664624"/>
                  </a:lnTo>
                  <a:lnTo>
                    <a:pt x="444842" y="665448"/>
                  </a:lnTo>
                  <a:lnTo>
                    <a:pt x="443404" y="666155"/>
                  </a:lnTo>
                  <a:lnTo>
                    <a:pt x="442513" y="665638"/>
                  </a:lnTo>
                  <a:lnTo>
                    <a:pt x="441843" y="665874"/>
                  </a:lnTo>
                  <a:lnTo>
                    <a:pt x="441031" y="666412"/>
                  </a:lnTo>
                  <a:lnTo>
                    <a:pt x="440315" y="667618"/>
                  </a:lnTo>
                  <a:lnTo>
                    <a:pt x="439807" y="668048"/>
                  </a:lnTo>
                  <a:lnTo>
                    <a:pt x="440023" y="671830"/>
                  </a:lnTo>
                  <a:lnTo>
                    <a:pt x="439832" y="672755"/>
                  </a:lnTo>
                  <a:lnTo>
                    <a:pt x="439488" y="673259"/>
                  </a:lnTo>
                  <a:lnTo>
                    <a:pt x="439171" y="673292"/>
                  </a:lnTo>
                  <a:lnTo>
                    <a:pt x="437715" y="672199"/>
                  </a:lnTo>
                  <a:lnTo>
                    <a:pt x="437099" y="672623"/>
                  </a:lnTo>
                  <a:lnTo>
                    <a:pt x="436892" y="673635"/>
                  </a:lnTo>
                  <a:lnTo>
                    <a:pt x="436525" y="674244"/>
                  </a:lnTo>
                  <a:lnTo>
                    <a:pt x="436628" y="675906"/>
                  </a:lnTo>
                  <a:lnTo>
                    <a:pt x="435930" y="678360"/>
                  </a:lnTo>
                  <a:lnTo>
                    <a:pt x="436123" y="678990"/>
                  </a:lnTo>
                  <a:lnTo>
                    <a:pt x="431082" y="679018"/>
                  </a:lnTo>
                  <a:lnTo>
                    <a:pt x="431060" y="678186"/>
                  </a:lnTo>
                  <a:lnTo>
                    <a:pt x="430208" y="677047"/>
                  </a:lnTo>
                  <a:lnTo>
                    <a:pt x="430256" y="675237"/>
                  </a:lnTo>
                  <a:lnTo>
                    <a:pt x="428981" y="673815"/>
                  </a:lnTo>
                  <a:lnTo>
                    <a:pt x="427193" y="670391"/>
                  </a:lnTo>
                  <a:lnTo>
                    <a:pt x="426148" y="669331"/>
                  </a:lnTo>
                  <a:lnTo>
                    <a:pt x="425453" y="669208"/>
                  </a:lnTo>
                  <a:lnTo>
                    <a:pt x="424487" y="668609"/>
                  </a:lnTo>
                  <a:lnTo>
                    <a:pt x="424109" y="667703"/>
                  </a:lnTo>
                  <a:lnTo>
                    <a:pt x="423403" y="666944"/>
                  </a:lnTo>
                  <a:lnTo>
                    <a:pt x="422266" y="664290"/>
                  </a:lnTo>
                  <a:lnTo>
                    <a:pt x="421865" y="664482"/>
                  </a:lnTo>
                  <a:lnTo>
                    <a:pt x="422053" y="665155"/>
                  </a:lnTo>
                  <a:lnTo>
                    <a:pt x="421937" y="666123"/>
                  </a:lnTo>
                  <a:lnTo>
                    <a:pt x="421168" y="666384"/>
                  </a:lnTo>
                  <a:lnTo>
                    <a:pt x="419890" y="665751"/>
                  </a:lnTo>
                  <a:lnTo>
                    <a:pt x="419498" y="664442"/>
                  </a:lnTo>
                  <a:lnTo>
                    <a:pt x="419129" y="665181"/>
                  </a:lnTo>
                  <a:lnTo>
                    <a:pt x="419379" y="665728"/>
                  </a:lnTo>
                  <a:lnTo>
                    <a:pt x="419250" y="666345"/>
                  </a:lnTo>
                  <a:lnTo>
                    <a:pt x="419638" y="666746"/>
                  </a:lnTo>
                  <a:lnTo>
                    <a:pt x="419428" y="668044"/>
                  </a:lnTo>
                  <a:lnTo>
                    <a:pt x="418900" y="668468"/>
                  </a:lnTo>
                  <a:lnTo>
                    <a:pt x="418454" y="669718"/>
                  </a:lnTo>
                  <a:lnTo>
                    <a:pt x="418631" y="670158"/>
                  </a:lnTo>
                  <a:lnTo>
                    <a:pt x="418581" y="671390"/>
                  </a:lnTo>
                  <a:lnTo>
                    <a:pt x="418910" y="671879"/>
                  </a:lnTo>
                  <a:lnTo>
                    <a:pt x="418829" y="672642"/>
                  </a:lnTo>
                  <a:lnTo>
                    <a:pt x="418370" y="673566"/>
                  </a:lnTo>
                  <a:lnTo>
                    <a:pt x="419049" y="676032"/>
                  </a:lnTo>
                  <a:lnTo>
                    <a:pt x="419240" y="679156"/>
                  </a:lnTo>
                  <a:lnTo>
                    <a:pt x="419089" y="679857"/>
                  </a:lnTo>
                  <a:lnTo>
                    <a:pt x="419476" y="680798"/>
                  </a:lnTo>
                  <a:lnTo>
                    <a:pt x="419514" y="682236"/>
                  </a:lnTo>
                  <a:lnTo>
                    <a:pt x="419219" y="682847"/>
                  </a:lnTo>
                  <a:lnTo>
                    <a:pt x="417397" y="683573"/>
                  </a:lnTo>
                  <a:lnTo>
                    <a:pt x="416933" y="684006"/>
                  </a:lnTo>
                  <a:lnTo>
                    <a:pt x="415091" y="684094"/>
                  </a:lnTo>
                  <a:lnTo>
                    <a:pt x="414398" y="685012"/>
                  </a:lnTo>
                  <a:lnTo>
                    <a:pt x="414248" y="685590"/>
                  </a:lnTo>
                  <a:lnTo>
                    <a:pt x="413384" y="686383"/>
                  </a:lnTo>
                  <a:lnTo>
                    <a:pt x="410331" y="687489"/>
                  </a:lnTo>
                  <a:lnTo>
                    <a:pt x="410008" y="687797"/>
                  </a:lnTo>
                  <a:lnTo>
                    <a:pt x="410071" y="688658"/>
                  </a:lnTo>
                  <a:lnTo>
                    <a:pt x="411060" y="689646"/>
                  </a:lnTo>
                  <a:lnTo>
                    <a:pt x="410900" y="689968"/>
                  </a:lnTo>
                  <a:lnTo>
                    <a:pt x="411139" y="690933"/>
                  </a:lnTo>
                  <a:lnTo>
                    <a:pt x="410683" y="692839"/>
                  </a:lnTo>
                  <a:lnTo>
                    <a:pt x="409714" y="694922"/>
                  </a:lnTo>
                  <a:lnTo>
                    <a:pt x="410211" y="696828"/>
                  </a:lnTo>
                  <a:lnTo>
                    <a:pt x="410152" y="698094"/>
                  </a:lnTo>
                  <a:lnTo>
                    <a:pt x="409384" y="697984"/>
                  </a:lnTo>
                  <a:lnTo>
                    <a:pt x="408910" y="698500"/>
                  </a:lnTo>
                  <a:lnTo>
                    <a:pt x="408356" y="698415"/>
                  </a:lnTo>
                  <a:lnTo>
                    <a:pt x="407634" y="697456"/>
                  </a:lnTo>
                  <a:lnTo>
                    <a:pt x="404603" y="696372"/>
                  </a:lnTo>
                  <a:lnTo>
                    <a:pt x="403867" y="695472"/>
                  </a:lnTo>
                  <a:lnTo>
                    <a:pt x="402943" y="695470"/>
                  </a:lnTo>
                  <a:lnTo>
                    <a:pt x="401593" y="694886"/>
                  </a:lnTo>
                  <a:lnTo>
                    <a:pt x="400784" y="695124"/>
                  </a:lnTo>
                  <a:lnTo>
                    <a:pt x="400378" y="694826"/>
                  </a:lnTo>
                  <a:lnTo>
                    <a:pt x="400063" y="694969"/>
                  </a:lnTo>
                  <a:lnTo>
                    <a:pt x="399336" y="694645"/>
                  </a:lnTo>
                  <a:lnTo>
                    <a:pt x="398972" y="693652"/>
                  </a:lnTo>
                  <a:lnTo>
                    <a:pt x="398337" y="693733"/>
                  </a:lnTo>
                  <a:lnTo>
                    <a:pt x="398325" y="693034"/>
                  </a:lnTo>
                  <a:lnTo>
                    <a:pt x="397929" y="692320"/>
                  </a:lnTo>
                  <a:lnTo>
                    <a:pt x="396562" y="690811"/>
                  </a:lnTo>
                  <a:lnTo>
                    <a:pt x="395218" y="691619"/>
                  </a:lnTo>
                  <a:lnTo>
                    <a:pt x="394672" y="692312"/>
                  </a:lnTo>
                  <a:lnTo>
                    <a:pt x="394009" y="692440"/>
                  </a:lnTo>
                  <a:lnTo>
                    <a:pt x="393663" y="692889"/>
                  </a:lnTo>
                  <a:lnTo>
                    <a:pt x="393231" y="692810"/>
                  </a:lnTo>
                  <a:lnTo>
                    <a:pt x="392564" y="693588"/>
                  </a:lnTo>
                  <a:lnTo>
                    <a:pt x="392271" y="693478"/>
                  </a:lnTo>
                  <a:lnTo>
                    <a:pt x="391107" y="694654"/>
                  </a:lnTo>
                  <a:lnTo>
                    <a:pt x="389971" y="694395"/>
                  </a:lnTo>
                  <a:lnTo>
                    <a:pt x="389186" y="694652"/>
                  </a:lnTo>
                  <a:lnTo>
                    <a:pt x="387923" y="694146"/>
                  </a:lnTo>
                  <a:lnTo>
                    <a:pt x="386501" y="694444"/>
                  </a:lnTo>
                  <a:lnTo>
                    <a:pt x="386131" y="694857"/>
                  </a:lnTo>
                  <a:lnTo>
                    <a:pt x="385837" y="694614"/>
                  </a:lnTo>
                  <a:lnTo>
                    <a:pt x="385769" y="694853"/>
                  </a:lnTo>
                  <a:lnTo>
                    <a:pt x="385168" y="694864"/>
                  </a:lnTo>
                  <a:lnTo>
                    <a:pt x="385101" y="695092"/>
                  </a:lnTo>
                  <a:lnTo>
                    <a:pt x="384756" y="694890"/>
                  </a:lnTo>
                  <a:lnTo>
                    <a:pt x="383180" y="694792"/>
                  </a:lnTo>
                  <a:lnTo>
                    <a:pt x="382279" y="695134"/>
                  </a:lnTo>
                  <a:lnTo>
                    <a:pt x="381049" y="696021"/>
                  </a:lnTo>
                  <a:lnTo>
                    <a:pt x="380703" y="696464"/>
                  </a:lnTo>
                  <a:lnTo>
                    <a:pt x="380294" y="698190"/>
                  </a:lnTo>
                  <a:lnTo>
                    <a:pt x="379332" y="699905"/>
                  </a:lnTo>
                  <a:lnTo>
                    <a:pt x="378119" y="700656"/>
                  </a:lnTo>
                  <a:lnTo>
                    <a:pt x="377739" y="701302"/>
                  </a:lnTo>
                  <a:lnTo>
                    <a:pt x="379210" y="704676"/>
                  </a:lnTo>
                  <a:lnTo>
                    <a:pt x="379613" y="705143"/>
                  </a:lnTo>
                  <a:lnTo>
                    <a:pt x="380570" y="705688"/>
                  </a:lnTo>
                  <a:lnTo>
                    <a:pt x="382820" y="705654"/>
                  </a:lnTo>
                  <a:lnTo>
                    <a:pt x="383485" y="705432"/>
                  </a:lnTo>
                  <a:lnTo>
                    <a:pt x="383669" y="705835"/>
                  </a:lnTo>
                  <a:lnTo>
                    <a:pt x="383183" y="706488"/>
                  </a:lnTo>
                  <a:lnTo>
                    <a:pt x="382092" y="706776"/>
                  </a:lnTo>
                  <a:lnTo>
                    <a:pt x="380220" y="708436"/>
                  </a:lnTo>
                  <a:lnTo>
                    <a:pt x="380193" y="709132"/>
                  </a:lnTo>
                  <a:lnTo>
                    <a:pt x="380710" y="709398"/>
                  </a:lnTo>
                  <a:lnTo>
                    <a:pt x="382779" y="709584"/>
                  </a:lnTo>
                  <a:lnTo>
                    <a:pt x="382555" y="711075"/>
                  </a:lnTo>
                  <a:lnTo>
                    <a:pt x="382644" y="713071"/>
                  </a:lnTo>
                  <a:lnTo>
                    <a:pt x="382431" y="713597"/>
                  </a:lnTo>
                  <a:lnTo>
                    <a:pt x="381906" y="713577"/>
                  </a:lnTo>
                  <a:lnTo>
                    <a:pt x="381741" y="713927"/>
                  </a:lnTo>
                  <a:lnTo>
                    <a:pt x="381132" y="713578"/>
                  </a:lnTo>
                  <a:lnTo>
                    <a:pt x="380180" y="713457"/>
                  </a:lnTo>
                  <a:lnTo>
                    <a:pt x="377676" y="713979"/>
                  </a:lnTo>
                  <a:lnTo>
                    <a:pt x="378034" y="715777"/>
                  </a:lnTo>
                  <a:lnTo>
                    <a:pt x="376653" y="718418"/>
                  </a:lnTo>
                  <a:lnTo>
                    <a:pt x="376728" y="718934"/>
                  </a:lnTo>
                  <a:lnTo>
                    <a:pt x="375101" y="719228"/>
                  </a:lnTo>
                  <a:lnTo>
                    <a:pt x="373900" y="718978"/>
                  </a:lnTo>
                  <a:lnTo>
                    <a:pt x="371324" y="719717"/>
                  </a:lnTo>
                  <a:lnTo>
                    <a:pt x="367232" y="719790"/>
                  </a:lnTo>
                  <a:lnTo>
                    <a:pt x="365284" y="719555"/>
                  </a:lnTo>
                  <a:lnTo>
                    <a:pt x="363535" y="718117"/>
                  </a:lnTo>
                  <a:lnTo>
                    <a:pt x="362908" y="716576"/>
                  </a:lnTo>
                  <a:lnTo>
                    <a:pt x="362120" y="716393"/>
                  </a:lnTo>
                  <a:lnTo>
                    <a:pt x="360757" y="716604"/>
                  </a:lnTo>
                  <a:lnTo>
                    <a:pt x="360236" y="716428"/>
                  </a:lnTo>
                  <a:lnTo>
                    <a:pt x="360248" y="715889"/>
                  </a:lnTo>
                  <a:lnTo>
                    <a:pt x="359568" y="713938"/>
                  </a:lnTo>
                  <a:lnTo>
                    <a:pt x="358445" y="711927"/>
                  </a:lnTo>
                  <a:lnTo>
                    <a:pt x="357745" y="711360"/>
                  </a:lnTo>
                  <a:lnTo>
                    <a:pt x="357399" y="711401"/>
                  </a:lnTo>
                  <a:lnTo>
                    <a:pt x="357015" y="710791"/>
                  </a:lnTo>
                  <a:lnTo>
                    <a:pt x="356908" y="711861"/>
                  </a:lnTo>
                  <a:lnTo>
                    <a:pt x="357344" y="712539"/>
                  </a:lnTo>
                  <a:lnTo>
                    <a:pt x="357104" y="713677"/>
                  </a:lnTo>
                  <a:lnTo>
                    <a:pt x="356789" y="713846"/>
                  </a:lnTo>
                  <a:lnTo>
                    <a:pt x="356398" y="713561"/>
                  </a:lnTo>
                  <a:lnTo>
                    <a:pt x="355642" y="714708"/>
                  </a:lnTo>
                  <a:lnTo>
                    <a:pt x="353099" y="715821"/>
                  </a:lnTo>
                  <a:lnTo>
                    <a:pt x="352416" y="715864"/>
                  </a:lnTo>
                  <a:lnTo>
                    <a:pt x="351933" y="715628"/>
                  </a:lnTo>
                  <a:lnTo>
                    <a:pt x="351869" y="715064"/>
                  </a:lnTo>
                  <a:lnTo>
                    <a:pt x="351539" y="714917"/>
                  </a:lnTo>
                  <a:lnTo>
                    <a:pt x="351660" y="713579"/>
                  </a:lnTo>
                  <a:lnTo>
                    <a:pt x="351307" y="712408"/>
                  </a:lnTo>
                  <a:lnTo>
                    <a:pt x="350398" y="711529"/>
                  </a:lnTo>
                  <a:lnTo>
                    <a:pt x="349551" y="711605"/>
                  </a:lnTo>
                  <a:lnTo>
                    <a:pt x="349134" y="711382"/>
                  </a:lnTo>
                  <a:lnTo>
                    <a:pt x="346809" y="708740"/>
                  </a:lnTo>
                  <a:lnTo>
                    <a:pt x="346099" y="705546"/>
                  </a:lnTo>
                  <a:lnTo>
                    <a:pt x="341238" y="705740"/>
                  </a:lnTo>
                  <a:lnTo>
                    <a:pt x="341321" y="706856"/>
                  </a:lnTo>
                  <a:lnTo>
                    <a:pt x="340575" y="710196"/>
                  </a:lnTo>
                  <a:lnTo>
                    <a:pt x="339830" y="710775"/>
                  </a:lnTo>
                  <a:lnTo>
                    <a:pt x="339276" y="712360"/>
                  </a:lnTo>
                  <a:lnTo>
                    <a:pt x="338370" y="712530"/>
                  </a:lnTo>
                  <a:lnTo>
                    <a:pt x="338417" y="710955"/>
                  </a:lnTo>
                  <a:lnTo>
                    <a:pt x="337953" y="710168"/>
                  </a:lnTo>
                  <a:lnTo>
                    <a:pt x="336143" y="709415"/>
                  </a:lnTo>
                  <a:lnTo>
                    <a:pt x="334990" y="707354"/>
                  </a:lnTo>
                  <a:lnTo>
                    <a:pt x="336062" y="702093"/>
                  </a:lnTo>
                  <a:lnTo>
                    <a:pt x="335867" y="700301"/>
                  </a:lnTo>
                  <a:lnTo>
                    <a:pt x="338048" y="699631"/>
                  </a:lnTo>
                  <a:lnTo>
                    <a:pt x="338985" y="698834"/>
                  </a:lnTo>
                  <a:lnTo>
                    <a:pt x="340283" y="697212"/>
                  </a:lnTo>
                  <a:lnTo>
                    <a:pt x="339878" y="696351"/>
                  </a:lnTo>
                  <a:lnTo>
                    <a:pt x="339083" y="695581"/>
                  </a:lnTo>
                  <a:lnTo>
                    <a:pt x="337192" y="696161"/>
                  </a:lnTo>
                  <a:lnTo>
                    <a:pt x="336548" y="696225"/>
                  </a:lnTo>
                  <a:lnTo>
                    <a:pt x="336217" y="696036"/>
                  </a:lnTo>
                  <a:lnTo>
                    <a:pt x="336173" y="694993"/>
                  </a:lnTo>
                  <a:lnTo>
                    <a:pt x="336494" y="694049"/>
                  </a:lnTo>
                  <a:lnTo>
                    <a:pt x="338207" y="692996"/>
                  </a:lnTo>
                  <a:lnTo>
                    <a:pt x="339245" y="693303"/>
                  </a:lnTo>
                  <a:lnTo>
                    <a:pt x="339857" y="692490"/>
                  </a:lnTo>
                  <a:lnTo>
                    <a:pt x="339049" y="689960"/>
                  </a:lnTo>
                  <a:lnTo>
                    <a:pt x="339467" y="688978"/>
                  </a:lnTo>
                  <a:lnTo>
                    <a:pt x="339280" y="688086"/>
                  </a:lnTo>
                  <a:lnTo>
                    <a:pt x="338332" y="687239"/>
                  </a:lnTo>
                  <a:lnTo>
                    <a:pt x="338161" y="686009"/>
                  </a:lnTo>
                  <a:lnTo>
                    <a:pt x="336264" y="685467"/>
                  </a:lnTo>
                  <a:lnTo>
                    <a:pt x="334727" y="686124"/>
                  </a:lnTo>
                  <a:lnTo>
                    <a:pt x="333132" y="685763"/>
                  </a:lnTo>
                  <a:lnTo>
                    <a:pt x="332626" y="686188"/>
                  </a:lnTo>
                  <a:lnTo>
                    <a:pt x="331514" y="687765"/>
                  </a:lnTo>
                  <a:lnTo>
                    <a:pt x="331429" y="688777"/>
                  </a:lnTo>
                  <a:lnTo>
                    <a:pt x="331749" y="690753"/>
                  </a:lnTo>
                  <a:lnTo>
                    <a:pt x="331212" y="691512"/>
                  </a:lnTo>
                  <a:lnTo>
                    <a:pt x="330553" y="693242"/>
                  </a:lnTo>
                  <a:lnTo>
                    <a:pt x="329003" y="693436"/>
                  </a:lnTo>
                  <a:lnTo>
                    <a:pt x="327411" y="692599"/>
                  </a:lnTo>
                  <a:lnTo>
                    <a:pt x="326034" y="691370"/>
                  </a:lnTo>
                  <a:lnTo>
                    <a:pt x="323689" y="689823"/>
                  </a:lnTo>
                  <a:lnTo>
                    <a:pt x="321920" y="690011"/>
                  </a:lnTo>
                  <a:lnTo>
                    <a:pt x="321382" y="689232"/>
                  </a:lnTo>
                  <a:lnTo>
                    <a:pt x="320436" y="688913"/>
                  </a:lnTo>
                  <a:lnTo>
                    <a:pt x="317039" y="689245"/>
                  </a:lnTo>
                  <a:lnTo>
                    <a:pt x="315786" y="689048"/>
                  </a:lnTo>
                  <a:lnTo>
                    <a:pt x="313841" y="687944"/>
                  </a:lnTo>
                  <a:lnTo>
                    <a:pt x="310865" y="687022"/>
                  </a:lnTo>
                  <a:lnTo>
                    <a:pt x="309406" y="687071"/>
                  </a:lnTo>
                  <a:lnTo>
                    <a:pt x="306833" y="686692"/>
                  </a:lnTo>
                  <a:lnTo>
                    <a:pt x="304234" y="686975"/>
                  </a:lnTo>
                  <a:lnTo>
                    <a:pt x="299716" y="686484"/>
                  </a:lnTo>
                  <a:lnTo>
                    <a:pt x="298133" y="685778"/>
                  </a:lnTo>
                  <a:lnTo>
                    <a:pt x="296169" y="685824"/>
                  </a:lnTo>
                  <a:lnTo>
                    <a:pt x="295596" y="685339"/>
                  </a:lnTo>
                  <a:lnTo>
                    <a:pt x="294662" y="685036"/>
                  </a:lnTo>
                  <a:lnTo>
                    <a:pt x="294467" y="683461"/>
                  </a:lnTo>
                  <a:lnTo>
                    <a:pt x="294031" y="682547"/>
                  </a:lnTo>
                  <a:lnTo>
                    <a:pt x="293892" y="680530"/>
                  </a:lnTo>
                  <a:lnTo>
                    <a:pt x="293656" y="680307"/>
                  </a:lnTo>
                  <a:lnTo>
                    <a:pt x="293076" y="679747"/>
                  </a:lnTo>
                  <a:lnTo>
                    <a:pt x="293007" y="679378"/>
                  </a:lnTo>
                  <a:lnTo>
                    <a:pt x="293370" y="678256"/>
                  </a:lnTo>
                  <a:lnTo>
                    <a:pt x="293240" y="677372"/>
                  </a:lnTo>
                  <a:lnTo>
                    <a:pt x="291490" y="675174"/>
                  </a:lnTo>
                  <a:lnTo>
                    <a:pt x="290527" y="674844"/>
                  </a:lnTo>
                  <a:lnTo>
                    <a:pt x="290107" y="674376"/>
                  </a:lnTo>
                  <a:lnTo>
                    <a:pt x="289831" y="673321"/>
                  </a:lnTo>
                  <a:lnTo>
                    <a:pt x="289845" y="671684"/>
                  </a:lnTo>
                  <a:lnTo>
                    <a:pt x="289118" y="670873"/>
                  </a:lnTo>
                  <a:lnTo>
                    <a:pt x="288043" y="670165"/>
                  </a:lnTo>
                  <a:lnTo>
                    <a:pt x="287199" y="670359"/>
                  </a:lnTo>
                  <a:lnTo>
                    <a:pt x="287877" y="672400"/>
                  </a:lnTo>
                  <a:lnTo>
                    <a:pt x="287645" y="673368"/>
                  </a:lnTo>
                  <a:lnTo>
                    <a:pt x="287859" y="674005"/>
                  </a:lnTo>
                  <a:lnTo>
                    <a:pt x="288579" y="675041"/>
                  </a:lnTo>
                  <a:lnTo>
                    <a:pt x="288791" y="676102"/>
                  </a:lnTo>
                  <a:lnTo>
                    <a:pt x="290985" y="678488"/>
                  </a:lnTo>
                  <a:lnTo>
                    <a:pt x="289854" y="679496"/>
                  </a:lnTo>
                  <a:lnTo>
                    <a:pt x="289274" y="678881"/>
                  </a:lnTo>
                  <a:lnTo>
                    <a:pt x="288964" y="677914"/>
                  </a:lnTo>
                  <a:lnTo>
                    <a:pt x="287004" y="676718"/>
                  </a:lnTo>
                  <a:lnTo>
                    <a:pt x="285008" y="676141"/>
                  </a:lnTo>
                  <a:lnTo>
                    <a:pt x="283918" y="674769"/>
                  </a:lnTo>
                  <a:lnTo>
                    <a:pt x="283231" y="674436"/>
                  </a:lnTo>
                  <a:lnTo>
                    <a:pt x="282489" y="673687"/>
                  </a:lnTo>
                  <a:lnTo>
                    <a:pt x="281706" y="671713"/>
                  </a:lnTo>
                  <a:lnTo>
                    <a:pt x="280682" y="671161"/>
                  </a:lnTo>
                  <a:lnTo>
                    <a:pt x="279516" y="670149"/>
                  </a:lnTo>
                  <a:lnTo>
                    <a:pt x="278563" y="668689"/>
                  </a:lnTo>
                  <a:lnTo>
                    <a:pt x="277946" y="668411"/>
                  </a:lnTo>
                  <a:lnTo>
                    <a:pt x="276751" y="668376"/>
                  </a:lnTo>
                  <a:lnTo>
                    <a:pt x="272491" y="667111"/>
                  </a:lnTo>
                  <a:lnTo>
                    <a:pt x="271758" y="667522"/>
                  </a:lnTo>
                  <a:lnTo>
                    <a:pt x="270922" y="667273"/>
                  </a:lnTo>
                  <a:lnTo>
                    <a:pt x="268560" y="667357"/>
                  </a:lnTo>
                  <a:lnTo>
                    <a:pt x="267200" y="666572"/>
                  </a:lnTo>
                  <a:lnTo>
                    <a:pt x="266995" y="666044"/>
                  </a:lnTo>
                  <a:lnTo>
                    <a:pt x="266044" y="665825"/>
                  </a:lnTo>
                  <a:lnTo>
                    <a:pt x="265858" y="665506"/>
                  </a:lnTo>
                  <a:lnTo>
                    <a:pt x="263995" y="664490"/>
                  </a:lnTo>
                  <a:lnTo>
                    <a:pt x="261649" y="662784"/>
                  </a:lnTo>
                  <a:lnTo>
                    <a:pt x="260698" y="662466"/>
                  </a:lnTo>
                  <a:lnTo>
                    <a:pt x="259413" y="662423"/>
                  </a:lnTo>
                  <a:lnTo>
                    <a:pt x="258322" y="661908"/>
                  </a:lnTo>
                  <a:lnTo>
                    <a:pt x="257579" y="661149"/>
                  </a:lnTo>
                  <a:lnTo>
                    <a:pt x="257365" y="660430"/>
                  </a:lnTo>
                  <a:lnTo>
                    <a:pt x="256411" y="659160"/>
                  </a:lnTo>
                  <a:lnTo>
                    <a:pt x="253282" y="657553"/>
                  </a:lnTo>
                  <a:lnTo>
                    <a:pt x="252495" y="657534"/>
                  </a:lnTo>
                  <a:lnTo>
                    <a:pt x="251982" y="657995"/>
                  </a:lnTo>
                  <a:lnTo>
                    <a:pt x="251030" y="660334"/>
                  </a:lnTo>
                  <a:lnTo>
                    <a:pt x="250243" y="661514"/>
                  </a:lnTo>
                  <a:lnTo>
                    <a:pt x="249031" y="661307"/>
                  </a:lnTo>
                  <a:lnTo>
                    <a:pt x="248504" y="661463"/>
                  </a:lnTo>
                  <a:lnTo>
                    <a:pt x="247646" y="660468"/>
                  </a:lnTo>
                  <a:lnTo>
                    <a:pt x="246695" y="659910"/>
                  </a:lnTo>
                  <a:lnTo>
                    <a:pt x="246058" y="659945"/>
                  </a:lnTo>
                  <a:lnTo>
                    <a:pt x="245261" y="659369"/>
                  </a:lnTo>
                  <a:lnTo>
                    <a:pt x="244539" y="658220"/>
                  </a:lnTo>
                  <a:lnTo>
                    <a:pt x="243998" y="658053"/>
                  </a:lnTo>
                  <a:lnTo>
                    <a:pt x="243570" y="658239"/>
                  </a:lnTo>
                  <a:lnTo>
                    <a:pt x="243462" y="658065"/>
                  </a:lnTo>
                  <a:lnTo>
                    <a:pt x="243006" y="658373"/>
                  </a:lnTo>
                  <a:lnTo>
                    <a:pt x="241262" y="657962"/>
                  </a:lnTo>
                  <a:lnTo>
                    <a:pt x="240780" y="657134"/>
                  </a:lnTo>
                  <a:lnTo>
                    <a:pt x="241054" y="656733"/>
                  </a:lnTo>
                  <a:lnTo>
                    <a:pt x="240894" y="656349"/>
                  </a:lnTo>
                  <a:lnTo>
                    <a:pt x="240100" y="655484"/>
                  </a:lnTo>
                  <a:lnTo>
                    <a:pt x="240564" y="653716"/>
                  </a:lnTo>
                  <a:lnTo>
                    <a:pt x="240326" y="650950"/>
                  </a:lnTo>
                  <a:lnTo>
                    <a:pt x="239854" y="650215"/>
                  </a:lnTo>
                  <a:lnTo>
                    <a:pt x="238904" y="650169"/>
                  </a:lnTo>
                  <a:lnTo>
                    <a:pt x="238063" y="649608"/>
                  </a:lnTo>
                  <a:lnTo>
                    <a:pt x="237248" y="648619"/>
                  </a:lnTo>
                  <a:lnTo>
                    <a:pt x="235882" y="647528"/>
                  </a:lnTo>
                  <a:lnTo>
                    <a:pt x="232357" y="646135"/>
                  </a:lnTo>
                  <a:lnTo>
                    <a:pt x="230943" y="645975"/>
                  </a:lnTo>
                  <a:lnTo>
                    <a:pt x="230254" y="646267"/>
                  </a:lnTo>
                  <a:lnTo>
                    <a:pt x="230247" y="646620"/>
                  </a:lnTo>
                  <a:lnTo>
                    <a:pt x="231510" y="649166"/>
                  </a:lnTo>
                  <a:lnTo>
                    <a:pt x="232287" y="649978"/>
                  </a:lnTo>
                  <a:lnTo>
                    <a:pt x="232262" y="650461"/>
                  </a:lnTo>
                  <a:lnTo>
                    <a:pt x="230337" y="652501"/>
                  </a:lnTo>
                  <a:lnTo>
                    <a:pt x="229013" y="652796"/>
                  </a:lnTo>
                  <a:lnTo>
                    <a:pt x="228339" y="653333"/>
                  </a:lnTo>
                  <a:lnTo>
                    <a:pt x="227216" y="653525"/>
                  </a:lnTo>
                  <a:lnTo>
                    <a:pt x="226693" y="653941"/>
                  </a:lnTo>
                  <a:lnTo>
                    <a:pt x="226068" y="655259"/>
                  </a:lnTo>
                  <a:lnTo>
                    <a:pt x="225574" y="655743"/>
                  </a:lnTo>
                  <a:lnTo>
                    <a:pt x="224789" y="655552"/>
                  </a:lnTo>
                  <a:lnTo>
                    <a:pt x="223648" y="656207"/>
                  </a:lnTo>
                  <a:lnTo>
                    <a:pt x="221569" y="654739"/>
                  </a:lnTo>
                  <a:lnTo>
                    <a:pt x="219876" y="652829"/>
                  </a:lnTo>
                  <a:lnTo>
                    <a:pt x="217552" y="651661"/>
                  </a:lnTo>
                  <a:lnTo>
                    <a:pt x="215139" y="648193"/>
                  </a:lnTo>
                  <a:lnTo>
                    <a:pt x="213656" y="648508"/>
                  </a:lnTo>
                  <a:lnTo>
                    <a:pt x="212125" y="649474"/>
                  </a:lnTo>
                  <a:lnTo>
                    <a:pt x="211898" y="649951"/>
                  </a:lnTo>
                  <a:lnTo>
                    <a:pt x="212053" y="651023"/>
                  </a:lnTo>
                  <a:lnTo>
                    <a:pt x="211857" y="652544"/>
                  </a:lnTo>
                  <a:lnTo>
                    <a:pt x="210036" y="654026"/>
                  </a:lnTo>
                  <a:lnTo>
                    <a:pt x="209345" y="655284"/>
                  </a:lnTo>
                  <a:lnTo>
                    <a:pt x="209009" y="657385"/>
                  </a:lnTo>
                  <a:lnTo>
                    <a:pt x="207871" y="658567"/>
                  </a:lnTo>
                  <a:lnTo>
                    <a:pt x="208432" y="659437"/>
                  </a:lnTo>
                  <a:lnTo>
                    <a:pt x="207886" y="660666"/>
                  </a:lnTo>
                  <a:lnTo>
                    <a:pt x="206338" y="662287"/>
                  </a:lnTo>
                  <a:lnTo>
                    <a:pt x="205322" y="663803"/>
                  </a:lnTo>
                  <a:lnTo>
                    <a:pt x="203980" y="664205"/>
                  </a:lnTo>
                  <a:lnTo>
                    <a:pt x="203037" y="665026"/>
                  </a:lnTo>
                  <a:lnTo>
                    <a:pt x="202643" y="665529"/>
                  </a:lnTo>
                  <a:lnTo>
                    <a:pt x="202583" y="666170"/>
                  </a:lnTo>
                  <a:lnTo>
                    <a:pt x="202198" y="666379"/>
                  </a:lnTo>
                  <a:lnTo>
                    <a:pt x="201778" y="667241"/>
                  </a:lnTo>
                  <a:lnTo>
                    <a:pt x="200927" y="667721"/>
                  </a:lnTo>
                  <a:lnTo>
                    <a:pt x="200571" y="668343"/>
                  </a:lnTo>
                  <a:lnTo>
                    <a:pt x="199988" y="668156"/>
                  </a:lnTo>
                  <a:lnTo>
                    <a:pt x="198923" y="668526"/>
                  </a:lnTo>
                  <a:lnTo>
                    <a:pt x="197424" y="668279"/>
                  </a:lnTo>
                  <a:lnTo>
                    <a:pt x="196928" y="667326"/>
                  </a:lnTo>
                  <a:lnTo>
                    <a:pt x="196042" y="664380"/>
                  </a:lnTo>
                  <a:lnTo>
                    <a:pt x="195935" y="662577"/>
                  </a:lnTo>
                  <a:lnTo>
                    <a:pt x="194111" y="661755"/>
                  </a:lnTo>
                  <a:lnTo>
                    <a:pt x="194268" y="660307"/>
                  </a:lnTo>
                  <a:lnTo>
                    <a:pt x="195005" y="657969"/>
                  </a:lnTo>
                  <a:lnTo>
                    <a:pt x="194637" y="657374"/>
                  </a:lnTo>
                  <a:lnTo>
                    <a:pt x="194705" y="656666"/>
                  </a:lnTo>
                  <a:lnTo>
                    <a:pt x="194278" y="655448"/>
                  </a:lnTo>
                  <a:lnTo>
                    <a:pt x="194329" y="654014"/>
                  </a:lnTo>
                  <a:lnTo>
                    <a:pt x="195238" y="652652"/>
                  </a:lnTo>
                  <a:lnTo>
                    <a:pt x="196758" y="651665"/>
                  </a:lnTo>
                  <a:lnTo>
                    <a:pt x="198361" y="649679"/>
                  </a:lnTo>
                  <a:lnTo>
                    <a:pt x="197567" y="648855"/>
                  </a:lnTo>
                  <a:lnTo>
                    <a:pt x="197156" y="649049"/>
                  </a:lnTo>
                  <a:lnTo>
                    <a:pt x="196012" y="648202"/>
                  </a:lnTo>
                  <a:lnTo>
                    <a:pt x="195554" y="648228"/>
                  </a:lnTo>
                  <a:lnTo>
                    <a:pt x="195274" y="647772"/>
                  </a:lnTo>
                  <a:lnTo>
                    <a:pt x="196135" y="647153"/>
                  </a:lnTo>
                  <a:lnTo>
                    <a:pt x="196642" y="646392"/>
                  </a:lnTo>
                  <a:lnTo>
                    <a:pt x="196506" y="645489"/>
                  </a:lnTo>
                  <a:lnTo>
                    <a:pt x="196206" y="645176"/>
                  </a:lnTo>
                  <a:lnTo>
                    <a:pt x="196120" y="644404"/>
                  </a:lnTo>
                  <a:lnTo>
                    <a:pt x="196351" y="643643"/>
                  </a:lnTo>
                  <a:lnTo>
                    <a:pt x="196097" y="643368"/>
                  </a:lnTo>
                  <a:lnTo>
                    <a:pt x="196279" y="642167"/>
                  </a:lnTo>
                  <a:lnTo>
                    <a:pt x="195905" y="641490"/>
                  </a:lnTo>
                  <a:lnTo>
                    <a:pt x="195697" y="639962"/>
                  </a:lnTo>
                  <a:lnTo>
                    <a:pt x="196393" y="637991"/>
                  </a:lnTo>
                  <a:lnTo>
                    <a:pt x="195524" y="631837"/>
                  </a:lnTo>
                  <a:lnTo>
                    <a:pt x="195923" y="630328"/>
                  </a:lnTo>
                  <a:lnTo>
                    <a:pt x="195263" y="629613"/>
                  </a:lnTo>
                  <a:lnTo>
                    <a:pt x="193901" y="629307"/>
                  </a:lnTo>
                  <a:lnTo>
                    <a:pt x="193916" y="628691"/>
                  </a:lnTo>
                  <a:lnTo>
                    <a:pt x="193282" y="628230"/>
                  </a:lnTo>
                  <a:lnTo>
                    <a:pt x="192225" y="627929"/>
                  </a:lnTo>
                  <a:lnTo>
                    <a:pt x="191606" y="627352"/>
                  </a:lnTo>
                  <a:lnTo>
                    <a:pt x="190310" y="626878"/>
                  </a:lnTo>
                  <a:lnTo>
                    <a:pt x="189066" y="626740"/>
                  </a:lnTo>
                  <a:lnTo>
                    <a:pt x="187510" y="626089"/>
                  </a:lnTo>
                  <a:lnTo>
                    <a:pt x="187247" y="625034"/>
                  </a:lnTo>
                  <a:lnTo>
                    <a:pt x="186034" y="626833"/>
                  </a:lnTo>
                  <a:lnTo>
                    <a:pt x="185481" y="626661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pg65">
              <a:extLst>
                <a:ext uri="{FF2B5EF4-FFF2-40B4-BE49-F238E27FC236}">
                  <a16:creationId xmlns:a16="http://schemas.microsoft.com/office/drawing/2014/main" id="{5A88FD6B-E0BE-AACD-7FF4-3BF4B37ED2AE}"/>
                </a:ext>
              </a:extLst>
            </p:cNvPr>
            <p:cNvSpPr/>
            <p:nvPr/>
          </p:nvSpPr>
          <p:spPr>
            <a:xfrm>
              <a:off x="5500236" y="1223604"/>
              <a:ext cx="174520" cy="265368"/>
            </a:xfrm>
            <a:custGeom>
              <a:avLst/>
              <a:gdLst/>
              <a:ahLst/>
              <a:cxnLst/>
              <a:rect l="0" t="0" r="0" b="0"/>
              <a:pathLst>
                <a:path w="174520" h="265368">
                  <a:moveTo>
                    <a:pt x="99815" y="246448"/>
                  </a:moveTo>
                  <a:lnTo>
                    <a:pt x="102501" y="249816"/>
                  </a:lnTo>
                  <a:lnTo>
                    <a:pt x="100840" y="251675"/>
                  </a:lnTo>
                  <a:lnTo>
                    <a:pt x="102107" y="253360"/>
                  </a:lnTo>
                  <a:lnTo>
                    <a:pt x="99959" y="253207"/>
                  </a:lnTo>
                  <a:lnTo>
                    <a:pt x="99658" y="254494"/>
                  </a:lnTo>
                  <a:lnTo>
                    <a:pt x="98585" y="255736"/>
                  </a:lnTo>
                  <a:lnTo>
                    <a:pt x="97477" y="255661"/>
                  </a:lnTo>
                  <a:lnTo>
                    <a:pt x="97155" y="255426"/>
                  </a:lnTo>
                  <a:lnTo>
                    <a:pt x="96857" y="256002"/>
                  </a:lnTo>
                  <a:lnTo>
                    <a:pt x="94887" y="257893"/>
                  </a:lnTo>
                  <a:lnTo>
                    <a:pt x="94250" y="258903"/>
                  </a:lnTo>
                  <a:lnTo>
                    <a:pt x="93298" y="259660"/>
                  </a:lnTo>
                  <a:lnTo>
                    <a:pt x="92913" y="260567"/>
                  </a:lnTo>
                  <a:lnTo>
                    <a:pt x="91302" y="261498"/>
                  </a:lnTo>
                  <a:lnTo>
                    <a:pt x="89379" y="262256"/>
                  </a:lnTo>
                  <a:lnTo>
                    <a:pt x="89243" y="262823"/>
                  </a:lnTo>
                  <a:lnTo>
                    <a:pt x="88237" y="262621"/>
                  </a:lnTo>
                  <a:lnTo>
                    <a:pt x="86655" y="261704"/>
                  </a:lnTo>
                  <a:lnTo>
                    <a:pt x="86254" y="264637"/>
                  </a:lnTo>
                  <a:lnTo>
                    <a:pt x="85568" y="265368"/>
                  </a:lnTo>
                  <a:lnTo>
                    <a:pt x="85075" y="264859"/>
                  </a:lnTo>
                  <a:lnTo>
                    <a:pt x="79005" y="261264"/>
                  </a:lnTo>
                  <a:lnTo>
                    <a:pt x="80116" y="258971"/>
                  </a:lnTo>
                  <a:lnTo>
                    <a:pt x="78057" y="257877"/>
                  </a:lnTo>
                  <a:lnTo>
                    <a:pt x="75636" y="256230"/>
                  </a:lnTo>
                  <a:lnTo>
                    <a:pt x="74097" y="254882"/>
                  </a:lnTo>
                  <a:lnTo>
                    <a:pt x="71932" y="253696"/>
                  </a:lnTo>
                  <a:lnTo>
                    <a:pt x="74100" y="251479"/>
                  </a:lnTo>
                  <a:lnTo>
                    <a:pt x="74941" y="250080"/>
                  </a:lnTo>
                  <a:lnTo>
                    <a:pt x="74135" y="249033"/>
                  </a:lnTo>
                  <a:lnTo>
                    <a:pt x="74523" y="248896"/>
                  </a:lnTo>
                  <a:lnTo>
                    <a:pt x="72425" y="246211"/>
                  </a:lnTo>
                  <a:lnTo>
                    <a:pt x="71819" y="244912"/>
                  </a:lnTo>
                  <a:lnTo>
                    <a:pt x="66938" y="236998"/>
                  </a:lnTo>
                  <a:lnTo>
                    <a:pt x="65527" y="235147"/>
                  </a:lnTo>
                  <a:lnTo>
                    <a:pt x="64396" y="234228"/>
                  </a:lnTo>
                  <a:lnTo>
                    <a:pt x="63587" y="233125"/>
                  </a:lnTo>
                  <a:lnTo>
                    <a:pt x="62784" y="233689"/>
                  </a:lnTo>
                  <a:lnTo>
                    <a:pt x="60463" y="233799"/>
                  </a:lnTo>
                  <a:lnTo>
                    <a:pt x="59834" y="234519"/>
                  </a:lnTo>
                  <a:lnTo>
                    <a:pt x="58994" y="235035"/>
                  </a:lnTo>
                  <a:lnTo>
                    <a:pt x="57157" y="232988"/>
                  </a:lnTo>
                  <a:lnTo>
                    <a:pt x="55871" y="233092"/>
                  </a:lnTo>
                  <a:lnTo>
                    <a:pt x="53975" y="233682"/>
                  </a:lnTo>
                  <a:lnTo>
                    <a:pt x="51992" y="234678"/>
                  </a:lnTo>
                  <a:lnTo>
                    <a:pt x="50528" y="234783"/>
                  </a:lnTo>
                  <a:lnTo>
                    <a:pt x="47811" y="229238"/>
                  </a:lnTo>
                  <a:lnTo>
                    <a:pt x="46093" y="229322"/>
                  </a:lnTo>
                  <a:lnTo>
                    <a:pt x="43559" y="229825"/>
                  </a:lnTo>
                  <a:lnTo>
                    <a:pt x="42714" y="228240"/>
                  </a:lnTo>
                  <a:lnTo>
                    <a:pt x="40807" y="228842"/>
                  </a:lnTo>
                  <a:lnTo>
                    <a:pt x="39486" y="229687"/>
                  </a:lnTo>
                  <a:lnTo>
                    <a:pt x="37554" y="224661"/>
                  </a:lnTo>
                  <a:lnTo>
                    <a:pt x="37694" y="224225"/>
                  </a:lnTo>
                  <a:lnTo>
                    <a:pt x="36652" y="222886"/>
                  </a:lnTo>
                  <a:lnTo>
                    <a:pt x="34642" y="220808"/>
                  </a:lnTo>
                  <a:lnTo>
                    <a:pt x="33095" y="219799"/>
                  </a:lnTo>
                  <a:lnTo>
                    <a:pt x="27361" y="214879"/>
                  </a:lnTo>
                  <a:lnTo>
                    <a:pt x="25174" y="211403"/>
                  </a:lnTo>
                  <a:lnTo>
                    <a:pt x="24389" y="211681"/>
                  </a:lnTo>
                  <a:lnTo>
                    <a:pt x="23670" y="210327"/>
                  </a:lnTo>
                  <a:lnTo>
                    <a:pt x="22877" y="210955"/>
                  </a:lnTo>
                  <a:lnTo>
                    <a:pt x="19145" y="210027"/>
                  </a:lnTo>
                  <a:lnTo>
                    <a:pt x="25687" y="205678"/>
                  </a:lnTo>
                  <a:lnTo>
                    <a:pt x="36682" y="199934"/>
                  </a:lnTo>
                  <a:lnTo>
                    <a:pt x="35756" y="197666"/>
                  </a:lnTo>
                  <a:lnTo>
                    <a:pt x="30121" y="192122"/>
                  </a:lnTo>
                  <a:lnTo>
                    <a:pt x="27817" y="190151"/>
                  </a:lnTo>
                  <a:lnTo>
                    <a:pt x="31389" y="189683"/>
                  </a:lnTo>
                  <a:lnTo>
                    <a:pt x="30270" y="188799"/>
                  </a:lnTo>
                  <a:lnTo>
                    <a:pt x="33912" y="187108"/>
                  </a:lnTo>
                  <a:lnTo>
                    <a:pt x="33877" y="184311"/>
                  </a:lnTo>
                  <a:lnTo>
                    <a:pt x="33400" y="180036"/>
                  </a:lnTo>
                  <a:lnTo>
                    <a:pt x="33997" y="179927"/>
                  </a:lnTo>
                  <a:lnTo>
                    <a:pt x="33387" y="179897"/>
                  </a:lnTo>
                  <a:lnTo>
                    <a:pt x="33255" y="179084"/>
                  </a:lnTo>
                  <a:lnTo>
                    <a:pt x="32604" y="173077"/>
                  </a:lnTo>
                  <a:lnTo>
                    <a:pt x="32917" y="173025"/>
                  </a:lnTo>
                  <a:lnTo>
                    <a:pt x="32511" y="172248"/>
                  </a:lnTo>
                  <a:lnTo>
                    <a:pt x="32329" y="170926"/>
                  </a:lnTo>
                  <a:lnTo>
                    <a:pt x="31862" y="165695"/>
                  </a:lnTo>
                  <a:lnTo>
                    <a:pt x="31988" y="165355"/>
                  </a:lnTo>
                  <a:lnTo>
                    <a:pt x="31715" y="164663"/>
                  </a:lnTo>
                  <a:lnTo>
                    <a:pt x="31760" y="163309"/>
                  </a:lnTo>
                  <a:lnTo>
                    <a:pt x="32151" y="162940"/>
                  </a:lnTo>
                  <a:lnTo>
                    <a:pt x="31868" y="162853"/>
                  </a:lnTo>
                  <a:lnTo>
                    <a:pt x="32809" y="161431"/>
                  </a:lnTo>
                  <a:lnTo>
                    <a:pt x="38292" y="156331"/>
                  </a:lnTo>
                  <a:lnTo>
                    <a:pt x="35953" y="154727"/>
                  </a:lnTo>
                  <a:lnTo>
                    <a:pt x="34404" y="154618"/>
                  </a:lnTo>
                  <a:lnTo>
                    <a:pt x="33924" y="153998"/>
                  </a:lnTo>
                  <a:lnTo>
                    <a:pt x="33287" y="153733"/>
                  </a:lnTo>
                  <a:lnTo>
                    <a:pt x="32861" y="152963"/>
                  </a:lnTo>
                  <a:lnTo>
                    <a:pt x="30451" y="150634"/>
                  </a:lnTo>
                  <a:lnTo>
                    <a:pt x="26851" y="150332"/>
                  </a:lnTo>
                  <a:lnTo>
                    <a:pt x="26235" y="150451"/>
                  </a:lnTo>
                  <a:lnTo>
                    <a:pt x="24306" y="149445"/>
                  </a:lnTo>
                  <a:lnTo>
                    <a:pt x="23157" y="148406"/>
                  </a:lnTo>
                  <a:lnTo>
                    <a:pt x="22632" y="147568"/>
                  </a:lnTo>
                  <a:lnTo>
                    <a:pt x="21213" y="148761"/>
                  </a:lnTo>
                  <a:lnTo>
                    <a:pt x="18659" y="145696"/>
                  </a:lnTo>
                  <a:lnTo>
                    <a:pt x="17311" y="144495"/>
                  </a:lnTo>
                  <a:lnTo>
                    <a:pt x="17271" y="143470"/>
                  </a:lnTo>
                  <a:lnTo>
                    <a:pt x="18018" y="142719"/>
                  </a:lnTo>
                  <a:lnTo>
                    <a:pt x="19421" y="142826"/>
                  </a:lnTo>
                  <a:lnTo>
                    <a:pt x="22208" y="140819"/>
                  </a:lnTo>
                  <a:lnTo>
                    <a:pt x="24185" y="139979"/>
                  </a:lnTo>
                  <a:lnTo>
                    <a:pt x="23082" y="138929"/>
                  </a:lnTo>
                  <a:lnTo>
                    <a:pt x="22164" y="138519"/>
                  </a:lnTo>
                  <a:lnTo>
                    <a:pt x="21052" y="137357"/>
                  </a:lnTo>
                  <a:lnTo>
                    <a:pt x="19222" y="135004"/>
                  </a:lnTo>
                  <a:lnTo>
                    <a:pt x="19211" y="134546"/>
                  </a:lnTo>
                  <a:lnTo>
                    <a:pt x="18130" y="132773"/>
                  </a:lnTo>
                  <a:lnTo>
                    <a:pt x="17601" y="129754"/>
                  </a:lnTo>
                  <a:lnTo>
                    <a:pt x="17798" y="129347"/>
                  </a:lnTo>
                  <a:lnTo>
                    <a:pt x="18140" y="129350"/>
                  </a:lnTo>
                  <a:lnTo>
                    <a:pt x="17308" y="127138"/>
                  </a:lnTo>
                  <a:lnTo>
                    <a:pt x="17061" y="125847"/>
                  </a:lnTo>
                  <a:lnTo>
                    <a:pt x="16075" y="124363"/>
                  </a:lnTo>
                  <a:lnTo>
                    <a:pt x="15655" y="124085"/>
                  </a:lnTo>
                  <a:lnTo>
                    <a:pt x="15738" y="123597"/>
                  </a:lnTo>
                  <a:lnTo>
                    <a:pt x="15325" y="123352"/>
                  </a:lnTo>
                  <a:lnTo>
                    <a:pt x="15502" y="123265"/>
                  </a:lnTo>
                  <a:lnTo>
                    <a:pt x="15076" y="122676"/>
                  </a:lnTo>
                  <a:lnTo>
                    <a:pt x="15237" y="121920"/>
                  </a:lnTo>
                  <a:lnTo>
                    <a:pt x="15082" y="121265"/>
                  </a:lnTo>
                  <a:lnTo>
                    <a:pt x="14666" y="121111"/>
                  </a:lnTo>
                  <a:lnTo>
                    <a:pt x="14532" y="120579"/>
                  </a:lnTo>
                  <a:lnTo>
                    <a:pt x="13979" y="120131"/>
                  </a:lnTo>
                  <a:lnTo>
                    <a:pt x="14182" y="119598"/>
                  </a:lnTo>
                  <a:lnTo>
                    <a:pt x="13861" y="119120"/>
                  </a:lnTo>
                  <a:lnTo>
                    <a:pt x="13814" y="117843"/>
                  </a:lnTo>
                  <a:lnTo>
                    <a:pt x="12864" y="117795"/>
                  </a:lnTo>
                  <a:lnTo>
                    <a:pt x="10668" y="116601"/>
                  </a:lnTo>
                  <a:lnTo>
                    <a:pt x="6212" y="115788"/>
                  </a:lnTo>
                  <a:lnTo>
                    <a:pt x="3610" y="114768"/>
                  </a:lnTo>
                  <a:lnTo>
                    <a:pt x="2684" y="114684"/>
                  </a:lnTo>
                  <a:lnTo>
                    <a:pt x="2027" y="114873"/>
                  </a:lnTo>
                  <a:lnTo>
                    <a:pt x="0" y="114089"/>
                  </a:lnTo>
                  <a:lnTo>
                    <a:pt x="155" y="113117"/>
                  </a:lnTo>
                  <a:lnTo>
                    <a:pt x="884" y="112454"/>
                  </a:lnTo>
                  <a:lnTo>
                    <a:pt x="2600" y="109993"/>
                  </a:lnTo>
                  <a:lnTo>
                    <a:pt x="9315" y="110698"/>
                  </a:lnTo>
                  <a:lnTo>
                    <a:pt x="9633" y="108038"/>
                  </a:lnTo>
                  <a:lnTo>
                    <a:pt x="8555" y="107542"/>
                  </a:lnTo>
                  <a:lnTo>
                    <a:pt x="8631" y="107015"/>
                  </a:lnTo>
                  <a:lnTo>
                    <a:pt x="10028" y="107861"/>
                  </a:lnTo>
                  <a:lnTo>
                    <a:pt x="11607" y="108379"/>
                  </a:lnTo>
                  <a:lnTo>
                    <a:pt x="12664" y="109111"/>
                  </a:lnTo>
                  <a:lnTo>
                    <a:pt x="13846" y="109358"/>
                  </a:lnTo>
                  <a:lnTo>
                    <a:pt x="14147" y="107754"/>
                  </a:lnTo>
                  <a:lnTo>
                    <a:pt x="14737" y="106924"/>
                  </a:lnTo>
                  <a:lnTo>
                    <a:pt x="14117" y="106569"/>
                  </a:lnTo>
                  <a:lnTo>
                    <a:pt x="13108" y="105111"/>
                  </a:lnTo>
                  <a:lnTo>
                    <a:pt x="13914" y="104196"/>
                  </a:lnTo>
                  <a:lnTo>
                    <a:pt x="13898" y="103190"/>
                  </a:lnTo>
                  <a:lnTo>
                    <a:pt x="13337" y="102908"/>
                  </a:lnTo>
                  <a:lnTo>
                    <a:pt x="12839" y="102279"/>
                  </a:lnTo>
                  <a:lnTo>
                    <a:pt x="11405" y="101738"/>
                  </a:lnTo>
                  <a:lnTo>
                    <a:pt x="11022" y="101246"/>
                  </a:lnTo>
                  <a:lnTo>
                    <a:pt x="11720" y="99662"/>
                  </a:lnTo>
                  <a:lnTo>
                    <a:pt x="10647" y="99191"/>
                  </a:lnTo>
                  <a:lnTo>
                    <a:pt x="10194" y="98604"/>
                  </a:lnTo>
                  <a:lnTo>
                    <a:pt x="10275" y="97987"/>
                  </a:lnTo>
                  <a:lnTo>
                    <a:pt x="10780" y="97179"/>
                  </a:lnTo>
                  <a:lnTo>
                    <a:pt x="9055" y="96756"/>
                  </a:lnTo>
                  <a:lnTo>
                    <a:pt x="8492" y="95708"/>
                  </a:lnTo>
                  <a:lnTo>
                    <a:pt x="8823" y="94814"/>
                  </a:lnTo>
                  <a:lnTo>
                    <a:pt x="8614" y="93638"/>
                  </a:lnTo>
                  <a:lnTo>
                    <a:pt x="9464" y="92699"/>
                  </a:lnTo>
                  <a:lnTo>
                    <a:pt x="9267" y="91954"/>
                  </a:lnTo>
                  <a:lnTo>
                    <a:pt x="10123" y="91550"/>
                  </a:lnTo>
                  <a:lnTo>
                    <a:pt x="10557" y="90632"/>
                  </a:lnTo>
                  <a:lnTo>
                    <a:pt x="10490" y="90393"/>
                  </a:lnTo>
                  <a:lnTo>
                    <a:pt x="10300" y="90471"/>
                  </a:lnTo>
                  <a:lnTo>
                    <a:pt x="10452" y="89910"/>
                  </a:lnTo>
                  <a:lnTo>
                    <a:pt x="10077" y="88077"/>
                  </a:lnTo>
                  <a:lnTo>
                    <a:pt x="9378" y="86768"/>
                  </a:lnTo>
                  <a:lnTo>
                    <a:pt x="10453" y="85453"/>
                  </a:lnTo>
                  <a:lnTo>
                    <a:pt x="11508" y="83579"/>
                  </a:lnTo>
                  <a:lnTo>
                    <a:pt x="12123" y="81773"/>
                  </a:lnTo>
                  <a:lnTo>
                    <a:pt x="12092" y="80876"/>
                  </a:lnTo>
                  <a:lnTo>
                    <a:pt x="11870" y="80060"/>
                  </a:lnTo>
                  <a:lnTo>
                    <a:pt x="10376" y="77986"/>
                  </a:lnTo>
                  <a:lnTo>
                    <a:pt x="9369" y="75781"/>
                  </a:lnTo>
                  <a:lnTo>
                    <a:pt x="9093" y="74643"/>
                  </a:lnTo>
                  <a:lnTo>
                    <a:pt x="9212" y="72736"/>
                  </a:lnTo>
                  <a:lnTo>
                    <a:pt x="10541" y="72446"/>
                  </a:lnTo>
                  <a:lnTo>
                    <a:pt x="11450" y="72571"/>
                  </a:lnTo>
                  <a:lnTo>
                    <a:pt x="13705" y="74189"/>
                  </a:lnTo>
                  <a:lnTo>
                    <a:pt x="14268" y="75478"/>
                  </a:lnTo>
                  <a:lnTo>
                    <a:pt x="15559" y="74984"/>
                  </a:lnTo>
                  <a:lnTo>
                    <a:pt x="12590" y="71250"/>
                  </a:lnTo>
                  <a:lnTo>
                    <a:pt x="10845" y="67105"/>
                  </a:lnTo>
                  <a:lnTo>
                    <a:pt x="10615" y="66047"/>
                  </a:lnTo>
                  <a:lnTo>
                    <a:pt x="11101" y="65881"/>
                  </a:lnTo>
                  <a:lnTo>
                    <a:pt x="11824" y="65161"/>
                  </a:lnTo>
                  <a:lnTo>
                    <a:pt x="11084" y="64765"/>
                  </a:lnTo>
                  <a:lnTo>
                    <a:pt x="11006" y="64045"/>
                  </a:lnTo>
                  <a:lnTo>
                    <a:pt x="10204" y="63561"/>
                  </a:lnTo>
                  <a:lnTo>
                    <a:pt x="10721" y="61124"/>
                  </a:lnTo>
                  <a:lnTo>
                    <a:pt x="10477" y="60424"/>
                  </a:lnTo>
                  <a:lnTo>
                    <a:pt x="9702" y="59452"/>
                  </a:lnTo>
                  <a:lnTo>
                    <a:pt x="10089" y="59595"/>
                  </a:lnTo>
                  <a:lnTo>
                    <a:pt x="11029" y="60856"/>
                  </a:lnTo>
                  <a:lnTo>
                    <a:pt x="12667" y="60677"/>
                  </a:lnTo>
                  <a:lnTo>
                    <a:pt x="14649" y="60124"/>
                  </a:lnTo>
                  <a:lnTo>
                    <a:pt x="15738" y="60051"/>
                  </a:lnTo>
                  <a:lnTo>
                    <a:pt x="16870" y="60407"/>
                  </a:lnTo>
                  <a:lnTo>
                    <a:pt x="18453" y="59853"/>
                  </a:lnTo>
                  <a:lnTo>
                    <a:pt x="19496" y="60125"/>
                  </a:lnTo>
                  <a:lnTo>
                    <a:pt x="20117" y="58970"/>
                  </a:lnTo>
                  <a:lnTo>
                    <a:pt x="20007" y="58401"/>
                  </a:lnTo>
                  <a:lnTo>
                    <a:pt x="21386" y="56286"/>
                  </a:lnTo>
                  <a:lnTo>
                    <a:pt x="20993" y="55148"/>
                  </a:lnTo>
                  <a:lnTo>
                    <a:pt x="21574" y="55940"/>
                  </a:lnTo>
                  <a:lnTo>
                    <a:pt x="22261" y="56382"/>
                  </a:lnTo>
                  <a:lnTo>
                    <a:pt x="22677" y="56280"/>
                  </a:lnTo>
                  <a:lnTo>
                    <a:pt x="22935" y="56647"/>
                  </a:lnTo>
                  <a:lnTo>
                    <a:pt x="25206" y="56145"/>
                  </a:lnTo>
                  <a:lnTo>
                    <a:pt x="26154" y="56441"/>
                  </a:lnTo>
                  <a:lnTo>
                    <a:pt x="27041" y="56306"/>
                  </a:lnTo>
                  <a:lnTo>
                    <a:pt x="25917" y="54121"/>
                  </a:lnTo>
                  <a:lnTo>
                    <a:pt x="26835" y="51467"/>
                  </a:lnTo>
                  <a:lnTo>
                    <a:pt x="27910" y="50786"/>
                  </a:lnTo>
                  <a:lnTo>
                    <a:pt x="29561" y="48763"/>
                  </a:lnTo>
                  <a:lnTo>
                    <a:pt x="30187" y="48860"/>
                  </a:lnTo>
                  <a:lnTo>
                    <a:pt x="30872" y="49629"/>
                  </a:lnTo>
                  <a:lnTo>
                    <a:pt x="32129" y="50140"/>
                  </a:lnTo>
                  <a:lnTo>
                    <a:pt x="31949" y="49562"/>
                  </a:lnTo>
                  <a:lnTo>
                    <a:pt x="32181" y="48592"/>
                  </a:lnTo>
                  <a:lnTo>
                    <a:pt x="33542" y="46400"/>
                  </a:lnTo>
                  <a:lnTo>
                    <a:pt x="34093" y="45051"/>
                  </a:lnTo>
                  <a:lnTo>
                    <a:pt x="35260" y="44223"/>
                  </a:lnTo>
                  <a:lnTo>
                    <a:pt x="36208" y="42218"/>
                  </a:lnTo>
                  <a:lnTo>
                    <a:pt x="36919" y="41427"/>
                  </a:lnTo>
                  <a:lnTo>
                    <a:pt x="37327" y="40503"/>
                  </a:lnTo>
                  <a:lnTo>
                    <a:pt x="37466" y="39103"/>
                  </a:lnTo>
                  <a:lnTo>
                    <a:pt x="37282" y="38435"/>
                  </a:lnTo>
                  <a:lnTo>
                    <a:pt x="37676" y="37523"/>
                  </a:lnTo>
                  <a:lnTo>
                    <a:pt x="38097" y="37254"/>
                  </a:lnTo>
                  <a:lnTo>
                    <a:pt x="37933" y="36815"/>
                  </a:lnTo>
                  <a:lnTo>
                    <a:pt x="38308" y="36237"/>
                  </a:lnTo>
                  <a:lnTo>
                    <a:pt x="38060" y="34891"/>
                  </a:lnTo>
                  <a:lnTo>
                    <a:pt x="38551" y="34641"/>
                  </a:lnTo>
                  <a:lnTo>
                    <a:pt x="38581" y="33947"/>
                  </a:lnTo>
                  <a:lnTo>
                    <a:pt x="39228" y="33868"/>
                  </a:lnTo>
                  <a:lnTo>
                    <a:pt x="39995" y="32820"/>
                  </a:lnTo>
                  <a:lnTo>
                    <a:pt x="38655" y="31144"/>
                  </a:lnTo>
                  <a:lnTo>
                    <a:pt x="38024" y="31032"/>
                  </a:lnTo>
                  <a:lnTo>
                    <a:pt x="37600" y="30466"/>
                  </a:lnTo>
                  <a:lnTo>
                    <a:pt x="36955" y="30250"/>
                  </a:lnTo>
                  <a:lnTo>
                    <a:pt x="37181" y="29736"/>
                  </a:lnTo>
                  <a:lnTo>
                    <a:pt x="40017" y="29152"/>
                  </a:lnTo>
                  <a:lnTo>
                    <a:pt x="41159" y="27991"/>
                  </a:lnTo>
                  <a:lnTo>
                    <a:pt x="43325" y="26589"/>
                  </a:lnTo>
                  <a:lnTo>
                    <a:pt x="45934" y="26768"/>
                  </a:lnTo>
                  <a:lnTo>
                    <a:pt x="46099" y="25060"/>
                  </a:lnTo>
                  <a:lnTo>
                    <a:pt x="46892" y="23343"/>
                  </a:lnTo>
                  <a:lnTo>
                    <a:pt x="47004" y="21494"/>
                  </a:lnTo>
                  <a:lnTo>
                    <a:pt x="47395" y="19825"/>
                  </a:lnTo>
                  <a:lnTo>
                    <a:pt x="47203" y="18589"/>
                  </a:lnTo>
                  <a:lnTo>
                    <a:pt x="47314" y="17351"/>
                  </a:lnTo>
                  <a:lnTo>
                    <a:pt x="46921" y="16766"/>
                  </a:lnTo>
                  <a:lnTo>
                    <a:pt x="46115" y="13909"/>
                  </a:lnTo>
                  <a:lnTo>
                    <a:pt x="45535" y="12929"/>
                  </a:lnTo>
                  <a:lnTo>
                    <a:pt x="46872" y="10784"/>
                  </a:lnTo>
                  <a:lnTo>
                    <a:pt x="46686" y="9345"/>
                  </a:lnTo>
                  <a:lnTo>
                    <a:pt x="45890" y="8683"/>
                  </a:lnTo>
                  <a:lnTo>
                    <a:pt x="45824" y="8380"/>
                  </a:lnTo>
                  <a:lnTo>
                    <a:pt x="46055" y="6785"/>
                  </a:lnTo>
                  <a:lnTo>
                    <a:pt x="46510" y="5927"/>
                  </a:lnTo>
                  <a:lnTo>
                    <a:pt x="46209" y="4188"/>
                  </a:lnTo>
                  <a:lnTo>
                    <a:pt x="46512" y="3019"/>
                  </a:lnTo>
                  <a:lnTo>
                    <a:pt x="46963" y="2640"/>
                  </a:lnTo>
                  <a:lnTo>
                    <a:pt x="47017" y="1576"/>
                  </a:lnTo>
                  <a:lnTo>
                    <a:pt x="47639" y="1155"/>
                  </a:lnTo>
                  <a:lnTo>
                    <a:pt x="49086" y="545"/>
                  </a:lnTo>
                  <a:lnTo>
                    <a:pt x="49608" y="102"/>
                  </a:lnTo>
                  <a:lnTo>
                    <a:pt x="50735" y="251"/>
                  </a:lnTo>
                  <a:lnTo>
                    <a:pt x="51237" y="0"/>
                  </a:lnTo>
                  <a:lnTo>
                    <a:pt x="51508" y="360"/>
                  </a:lnTo>
                  <a:lnTo>
                    <a:pt x="51223" y="2422"/>
                  </a:lnTo>
                  <a:lnTo>
                    <a:pt x="50447" y="4402"/>
                  </a:lnTo>
                  <a:lnTo>
                    <a:pt x="49989" y="8566"/>
                  </a:lnTo>
                  <a:lnTo>
                    <a:pt x="50256" y="10001"/>
                  </a:lnTo>
                  <a:lnTo>
                    <a:pt x="50877" y="10656"/>
                  </a:lnTo>
                  <a:lnTo>
                    <a:pt x="52262" y="11461"/>
                  </a:lnTo>
                  <a:lnTo>
                    <a:pt x="50387" y="12288"/>
                  </a:lnTo>
                  <a:lnTo>
                    <a:pt x="51132" y="12780"/>
                  </a:lnTo>
                  <a:lnTo>
                    <a:pt x="50953" y="13851"/>
                  </a:lnTo>
                  <a:lnTo>
                    <a:pt x="51078" y="15049"/>
                  </a:lnTo>
                  <a:lnTo>
                    <a:pt x="49620" y="14942"/>
                  </a:lnTo>
                  <a:lnTo>
                    <a:pt x="47773" y="15239"/>
                  </a:lnTo>
                  <a:lnTo>
                    <a:pt x="48060" y="16585"/>
                  </a:lnTo>
                  <a:lnTo>
                    <a:pt x="47776" y="20295"/>
                  </a:lnTo>
                  <a:lnTo>
                    <a:pt x="48183" y="21086"/>
                  </a:lnTo>
                  <a:lnTo>
                    <a:pt x="48372" y="21093"/>
                  </a:lnTo>
                  <a:lnTo>
                    <a:pt x="50460" y="20620"/>
                  </a:lnTo>
                  <a:lnTo>
                    <a:pt x="51222" y="19777"/>
                  </a:lnTo>
                  <a:lnTo>
                    <a:pt x="52312" y="19483"/>
                  </a:lnTo>
                  <a:lnTo>
                    <a:pt x="51025" y="23165"/>
                  </a:lnTo>
                  <a:lnTo>
                    <a:pt x="49524" y="24559"/>
                  </a:lnTo>
                  <a:lnTo>
                    <a:pt x="49019" y="25888"/>
                  </a:lnTo>
                  <a:lnTo>
                    <a:pt x="49174" y="27350"/>
                  </a:lnTo>
                  <a:lnTo>
                    <a:pt x="50002" y="28947"/>
                  </a:lnTo>
                  <a:lnTo>
                    <a:pt x="49559" y="29968"/>
                  </a:lnTo>
                  <a:lnTo>
                    <a:pt x="50273" y="32399"/>
                  </a:lnTo>
                  <a:lnTo>
                    <a:pt x="50544" y="36218"/>
                  </a:lnTo>
                  <a:lnTo>
                    <a:pt x="51744" y="37548"/>
                  </a:lnTo>
                  <a:lnTo>
                    <a:pt x="51756" y="38258"/>
                  </a:lnTo>
                  <a:lnTo>
                    <a:pt x="53047" y="37169"/>
                  </a:lnTo>
                  <a:lnTo>
                    <a:pt x="53143" y="36469"/>
                  </a:lnTo>
                  <a:lnTo>
                    <a:pt x="53725" y="35731"/>
                  </a:lnTo>
                  <a:lnTo>
                    <a:pt x="53886" y="34922"/>
                  </a:lnTo>
                  <a:lnTo>
                    <a:pt x="54610" y="34799"/>
                  </a:lnTo>
                  <a:lnTo>
                    <a:pt x="56260" y="33806"/>
                  </a:lnTo>
                  <a:lnTo>
                    <a:pt x="56693" y="33912"/>
                  </a:lnTo>
                  <a:lnTo>
                    <a:pt x="57407" y="33463"/>
                  </a:lnTo>
                  <a:lnTo>
                    <a:pt x="58399" y="33454"/>
                  </a:lnTo>
                  <a:lnTo>
                    <a:pt x="60400" y="32826"/>
                  </a:lnTo>
                  <a:lnTo>
                    <a:pt x="60242" y="32739"/>
                  </a:lnTo>
                  <a:lnTo>
                    <a:pt x="60589" y="32484"/>
                  </a:lnTo>
                  <a:lnTo>
                    <a:pt x="60400" y="32825"/>
                  </a:lnTo>
                  <a:lnTo>
                    <a:pt x="60823" y="37151"/>
                  </a:lnTo>
                  <a:lnTo>
                    <a:pt x="63610" y="37578"/>
                  </a:lnTo>
                  <a:lnTo>
                    <a:pt x="64496" y="38082"/>
                  </a:lnTo>
                  <a:lnTo>
                    <a:pt x="66979" y="36396"/>
                  </a:lnTo>
                  <a:lnTo>
                    <a:pt x="67505" y="36802"/>
                  </a:lnTo>
                  <a:lnTo>
                    <a:pt x="69183" y="34493"/>
                  </a:lnTo>
                  <a:lnTo>
                    <a:pt x="69763" y="34634"/>
                  </a:lnTo>
                  <a:lnTo>
                    <a:pt x="69851" y="35052"/>
                  </a:lnTo>
                  <a:lnTo>
                    <a:pt x="70672" y="35099"/>
                  </a:lnTo>
                  <a:lnTo>
                    <a:pt x="72339" y="36023"/>
                  </a:lnTo>
                  <a:lnTo>
                    <a:pt x="72955" y="35520"/>
                  </a:lnTo>
                  <a:lnTo>
                    <a:pt x="73999" y="37058"/>
                  </a:lnTo>
                  <a:lnTo>
                    <a:pt x="74309" y="37315"/>
                  </a:lnTo>
                  <a:lnTo>
                    <a:pt x="74950" y="37363"/>
                  </a:lnTo>
                  <a:lnTo>
                    <a:pt x="74977" y="39022"/>
                  </a:lnTo>
                  <a:lnTo>
                    <a:pt x="74200" y="39199"/>
                  </a:lnTo>
                  <a:lnTo>
                    <a:pt x="74611" y="39519"/>
                  </a:lnTo>
                  <a:lnTo>
                    <a:pt x="74891" y="40514"/>
                  </a:lnTo>
                  <a:lnTo>
                    <a:pt x="76010" y="40803"/>
                  </a:lnTo>
                  <a:lnTo>
                    <a:pt x="77740" y="41780"/>
                  </a:lnTo>
                  <a:lnTo>
                    <a:pt x="80489" y="41914"/>
                  </a:lnTo>
                  <a:lnTo>
                    <a:pt x="81671" y="41297"/>
                  </a:lnTo>
                  <a:lnTo>
                    <a:pt x="83282" y="39418"/>
                  </a:lnTo>
                  <a:lnTo>
                    <a:pt x="86414" y="40624"/>
                  </a:lnTo>
                  <a:lnTo>
                    <a:pt x="86829" y="40609"/>
                  </a:lnTo>
                  <a:lnTo>
                    <a:pt x="88118" y="42562"/>
                  </a:lnTo>
                  <a:lnTo>
                    <a:pt x="88657" y="42682"/>
                  </a:lnTo>
                  <a:lnTo>
                    <a:pt x="88780" y="42991"/>
                  </a:lnTo>
                  <a:lnTo>
                    <a:pt x="89279" y="43211"/>
                  </a:lnTo>
                  <a:lnTo>
                    <a:pt x="89865" y="42965"/>
                  </a:lnTo>
                  <a:lnTo>
                    <a:pt x="89701" y="43531"/>
                  </a:lnTo>
                  <a:lnTo>
                    <a:pt x="90169" y="44623"/>
                  </a:lnTo>
                  <a:lnTo>
                    <a:pt x="90013" y="45091"/>
                  </a:lnTo>
                  <a:lnTo>
                    <a:pt x="90359" y="45766"/>
                  </a:lnTo>
                  <a:lnTo>
                    <a:pt x="90567" y="47217"/>
                  </a:lnTo>
                  <a:lnTo>
                    <a:pt x="91008" y="47419"/>
                  </a:lnTo>
                  <a:lnTo>
                    <a:pt x="91162" y="48436"/>
                  </a:lnTo>
                  <a:lnTo>
                    <a:pt x="91909" y="49521"/>
                  </a:lnTo>
                  <a:lnTo>
                    <a:pt x="91922" y="50249"/>
                  </a:lnTo>
                  <a:lnTo>
                    <a:pt x="93508" y="50576"/>
                  </a:lnTo>
                  <a:lnTo>
                    <a:pt x="93938" y="52080"/>
                  </a:lnTo>
                  <a:lnTo>
                    <a:pt x="93905" y="52391"/>
                  </a:lnTo>
                  <a:lnTo>
                    <a:pt x="93170" y="53230"/>
                  </a:lnTo>
                  <a:lnTo>
                    <a:pt x="93424" y="53684"/>
                  </a:lnTo>
                  <a:lnTo>
                    <a:pt x="94711" y="53209"/>
                  </a:lnTo>
                  <a:lnTo>
                    <a:pt x="95945" y="53981"/>
                  </a:lnTo>
                  <a:lnTo>
                    <a:pt x="97119" y="53580"/>
                  </a:lnTo>
                  <a:lnTo>
                    <a:pt x="98205" y="52838"/>
                  </a:lnTo>
                  <a:lnTo>
                    <a:pt x="100899" y="53500"/>
                  </a:lnTo>
                  <a:lnTo>
                    <a:pt x="101110" y="53010"/>
                  </a:lnTo>
                  <a:lnTo>
                    <a:pt x="102118" y="53765"/>
                  </a:lnTo>
                  <a:lnTo>
                    <a:pt x="103455" y="54379"/>
                  </a:lnTo>
                  <a:lnTo>
                    <a:pt x="104240" y="54097"/>
                  </a:lnTo>
                  <a:lnTo>
                    <a:pt x="104811" y="52978"/>
                  </a:lnTo>
                  <a:lnTo>
                    <a:pt x="107676" y="55562"/>
                  </a:lnTo>
                  <a:lnTo>
                    <a:pt x="108388" y="55954"/>
                  </a:lnTo>
                  <a:lnTo>
                    <a:pt x="108318" y="58125"/>
                  </a:lnTo>
                  <a:lnTo>
                    <a:pt x="108309" y="60250"/>
                  </a:lnTo>
                  <a:lnTo>
                    <a:pt x="104603" y="61240"/>
                  </a:lnTo>
                  <a:lnTo>
                    <a:pt x="103770" y="62107"/>
                  </a:lnTo>
                  <a:lnTo>
                    <a:pt x="102810" y="62290"/>
                  </a:lnTo>
                  <a:lnTo>
                    <a:pt x="101092" y="65144"/>
                  </a:lnTo>
                  <a:lnTo>
                    <a:pt x="100467" y="65149"/>
                  </a:lnTo>
                  <a:lnTo>
                    <a:pt x="99572" y="65768"/>
                  </a:lnTo>
                  <a:lnTo>
                    <a:pt x="98899" y="65427"/>
                  </a:lnTo>
                  <a:lnTo>
                    <a:pt x="98358" y="65661"/>
                  </a:lnTo>
                  <a:lnTo>
                    <a:pt x="96480" y="65632"/>
                  </a:lnTo>
                  <a:lnTo>
                    <a:pt x="96140" y="66623"/>
                  </a:lnTo>
                  <a:lnTo>
                    <a:pt x="95870" y="66822"/>
                  </a:lnTo>
                  <a:lnTo>
                    <a:pt x="95396" y="66749"/>
                  </a:lnTo>
                  <a:lnTo>
                    <a:pt x="95264" y="67157"/>
                  </a:lnTo>
                  <a:lnTo>
                    <a:pt x="94818" y="67434"/>
                  </a:lnTo>
                  <a:lnTo>
                    <a:pt x="95736" y="67736"/>
                  </a:lnTo>
                  <a:lnTo>
                    <a:pt x="96943" y="69198"/>
                  </a:lnTo>
                  <a:lnTo>
                    <a:pt x="97319" y="69286"/>
                  </a:lnTo>
                  <a:lnTo>
                    <a:pt x="97684" y="69693"/>
                  </a:lnTo>
                  <a:lnTo>
                    <a:pt x="97835" y="70495"/>
                  </a:lnTo>
                  <a:lnTo>
                    <a:pt x="98494" y="70876"/>
                  </a:lnTo>
                  <a:lnTo>
                    <a:pt x="98698" y="70716"/>
                  </a:lnTo>
                  <a:lnTo>
                    <a:pt x="99943" y="71597"/>
                  </a:lnTo>
                  <a:lnTo>
                    <a:pt x="98914" y="73981"/>
                  </a:lnTo>
                  <a:lnTo>
                    <a:pt x="99395" y="74152"/>
                  </a:lnTo>
                  <a:lnTo>
                    <a:pt x="99632" y="74668"/>
                  </a:lnTo>
                  <a:lnTo>
                    <a:pt x="98913" y="74593"/>
                  </a:lnTo>
                  <a:lnTo>
                    <a:pt x="98912" y="75070"/>
                  </a:lnTo>
                  <a:lnTo>
                    <a:pt x="99338" y="75307"/>
                  </a:lnTo>
                  <a:lnTo>
                    <a:pt x="100190" y="74953"/>
                  </a:lnTo>
                  <a:lnTo>
                    <a:pt x="100093" y="75689"/>
                  </a:lnTo>
                  <a:lnTo>
                    <a:pt x="100706" y="75492"/>
                  </a:lnTo>
                  <a:lnTo>
                    <a:pt x="103446" y="75574"/>
                  </a:lnTo>
                  <a:lnTo>
                    <a:pt x="102887" y="77312"/>
                  </a:lnTo>
                  <a:lnTo>
                    <a:pt x="103168" y="77416"/>
                  </a:lnTo>
                  <a:lnTo>
                    <a:pt x="103405" y="79057"/>
                  </a:lnTo>
                  <a:lnTo>
                    <a:pt x="104257" y="78880"/>
                  </a:lnTo>
                  <a:lnTo>
                    <a:pt x="104792" y="78417"/>
                  </a:lnTo>
                  <a:lnTo>
                    <a:pt x="105686" y="78650"/>
                  </a:lnTo>
                  <a:lnTo>
                    <a:pt x="106641" y="79538"/>
                  </a:lnTo>
                  <a:lnTo>
                    <a:pt x="107401" y="79723"/>
                  </a:lnTo>
                  <a:lnTo>
                    <a:pt x="107384" y="79908"/>
                  </a:lnTo>
                  <a:lnTo>
                    <a:pt x="107840" y="79813"/>
                  </a:lnTo>
                  <a:lnTo>
                    <a:pt x="107868" y="80107"/>
                  </a:lnTo>
                  <a:lnTo>
                    <a:pt x="108342" y="79993"/>
                  </a:lnTo>
                  <a:lnTo>
                    <a:pt x="108652" y="80218"/>
                  </a:lnTo>
                  <a:lnTo>
                    <a:pt x="109254" y="79961"/>
                  </a:lnTo>
                  <a:lnTo>
                    <a:pt x="110490" y="80324"/>
                  </a:lnTo>
                  <a:lnTo>
                    <a:pt x="110817" y="80039"/>
                  </a:lnTo>
                  <a:lnTo>
                    <a:pt x="111355" y="80220"/>
                  </a:lnTo>
                  <a:lnTo>
                    <a:pt x="112431" y="80108"/>
                  </a:lnTo>
                  <a:lnTo>
                    <a:pt x="112837" y="79733"/>
                  </a:lnTo>
                  <a:lnTo>
                    <a:pt x="114826" y="79403"/>
                  </a:lnTo>
                  <a:lnTo>
                    <a:pt x="115406" y="78911"/>
                  </a:lnTo>
                  <a:lnTo>
                    <a:pt x="116630" y="79019"/>
                  </a:lnTo>
                  <a:lnTo>
                    <a:pt x="116918" y="78751"/>
                  </a:lnTo>
                  <a:lnTo>
                    <a:pt x="117671" y="78744"/>
                  </a:lnTo>
                  <a:lnTo>
                    <a:pt x="119967" y="82419"/>
                  </a:lnTo>
                  <a:lnTo>
                    <a:pt x="120901" y="83453"/>
                  </a:lnTo>
                  <a:lnTo>
                    <a:pt x="121440" y="84846"/>
                  </a:lnTo>
                  <a:lnTo>
                    <a:pt x="120077" y="85062"/>
                  </a:lnTo>
                  <a:lnTo>
                    <a:pt x="118088" y="85668"/>
                  </a:lnTo>
                  <a:lnTo>
                    <a:pt x="116183" y="85486"/>
                  </a:lnTo>
                  <a:lnTo>
                    <a:pt x="115451" y="86174"/>
                  </a:lnTo>
                  <a:lnTo>
                    <a:pt x="114867" y="86212"/>
                  </a:lnTo>
                  <a:lnTo>
                    <a:pt x="113491" y="85564"/>
                  </a:lnTo>
                  <a:lnTo>
                    <a:pt x="112550" y="85790"/>
                  </a:lnTo>
                  <a:lnTo>
                    <a:pt x="111775" y="85100"/>
                  </a:lnTo>
                  <a:lnTo>
                    <a:pt x="111044" y="84851"/>
                  </a:lnTo>
                  <a:lnTo>
                    <a:pt x="110301" y="84999"/>
                  </a:lnTo>
                  <a:lnTo>
                    <a:pt x="109776" y="84686"/>
                  </a:lnTo>
                  <a:lnTo>
                    <a:pt x="108762" y="84665"/>
                  </a:lnTo>
                  <a:lnTo>
                    <a:pt x="107442" y="85214"/>
                  </a:lnTo>
                  <a:lnTo>
                    <a:pt x="107188" y="84965"/>
                  </a:lnTo>
                  <a:lnTo>
                    <a:pt x="106707" y="85063"/>
                  </a:lnTo>
                  <a:lnTo>
                    <a:pt x="107175" y="87178"/>
                  </a:lnTo>
                  <a:lnTo>
                    <a:pt x="105918" y="86341"/>
                  </a:lnTo>
                  <a:lnTo>
                    <a:pt x="104253" y="85838"/>
                  </a:lnTo>
                  <a:lnTo>
                    <a:pt x="102655" y="84777"/>
                  </a:lnTo>
                  <a:lnTo>
                    <a:pt x="100820" y="83989"/>
                  </a:lnTo>
                  <a:lnTo>
                    <a:pt x="100844" y="84511"/>
                  </a:lnTo>
                  <a:lnTo>
                    <a:pt x="99599" y="84749"/>
                  </a:lnTo>
                  <a:lnTo>
                    <a:pt x="99712" y="85131"/>
                  </a:lnTo>
                  <a:lnTo>
                    <a:pt x="98180" y="85802"/>
                  </a:lnTo>
                  <a:lnTo>
                    <a:pt x="97622" y="85319"/>
                  </a:lnTo>
                  <a:lnTo>
                    <a:pt x="94880" y="87318"/>
                  </a:lnTo>
                  <a:lnTo>
                    <a:pt x="96455" y="89291"/>
                  </a:lnTo>
                  <a:lnTo>
                    <a:pt x="95839" y="89409"/>
                  </a:lnTo>
                  <a:lnTo>
                    <a:pt x="94181" y="89335"/>
                  </a:lnTo>
                  <a:lnTo>
                    <a:pt x="92774" y="88264"/>
                  </a:lnTo>
                  <a:lnTo>
                    <a:pt x="88304" y="86869"/>
                  </a:lnTo>
                  <a:lnTo>
                    <a:pt x="87323" y="87105"/>
                  </a:lnTo>
                  <a:lnTo>
                    <a:pt x="87161" y="87777"/>
                  </a:lnTo>
                  <a:lnTo>
                    <a:pt x="84218" y="87389"/>
                  </a:lnTo>
                  <a:lnTo>
                    <a:pt x="82196" y="87913"/>
                  </a:lnTo>
                  <a:lnTo>
                    <a:pt x="79767" y="87771"/>
                  </a:lnTo>
                  <a:lnTo>
                    <a:pt x="76256" y="86321"/>
                  </a:lnTo>
                  <a:lnTo>
                    <a:pt x="76103" y="86561"/>
                  </a:lnTo>
                  <a:lnTo>
                    <a:pt x="74079" y="85669"/>
                  </a:lnTo>
                  <a:lnTo>
                    <a:pt x="73485" y="87091"/>
                  </a:lnTo>
                  <a:lnTo>
                    <a:pt x="72841" y="90241"/>
                  </a:lnTo>
                  <a:lnTo>
                    <a:pt x="74090" y="90783"/>
                  </a:lnTo>
                  <a:lnTo>
                    <a:pt x="75079" y="91581"/>
                  </a:lnTo>
                  <a:lnTo>
                    <a:pt x="76195" y="92919"/>
                  </a:lnTo>
                  <a:lnTo>
                    <a:pt x="81113" y="97699"/>
                  </a:lnTo>
                  <a:lnTo>
                    <a:pt x="84500" y="101783"/>
                  </a:lnTo>
                  <a:lnTo>
                    <a:pt x="88231" y="105151"/>
                  </a:lnTo>
                  <a:lnTo>
                    <a:pt x="93305" y="110457"/>
                  </a:lnTo>
                  <a:lnTo>
                    <a:pt x="94331" y="113739"/>
                  </a:lnTo>
                  <a:lnTo>
                    <a:pt x="95959" y="120519"/>
                  </a:lnTo>
                  <a:lnTo>
                    <a:pt x="97287" y="123756"/>
                  </a:lnTo>
                  <a:lnTo>
                    <a:pt x="99993" y="129956"/>
                  </a:lnTo>
                  <a:lnTo>
                    <a:pt x="101718" y="137181"/>
                  </a:lnTo>
                  <a:lnTo>
                    <a:pt x="103509" y="146075"/>
                  </a:lnTo>
                  <a:lnTo>
                    <a:pt x="105002" y="150109"/>
                  </a:lnTo>
                  <a:lnTo>
                    <a:pt x="106820" y="152973"/>
                  </a:lnTo>
                  <a:lnTo>
                    <a:pt x="110605" y="157693"/>
                  </a:lnTo>
                  <a:lnTo>
                    <a:pt x="113789" y="160669"/>
                  </a:lnTo>
                  <a:lnTo>
                    <a:pt x="117786" y="163540"/>
                  </a:lnTo>
                  <a:lnTo>
                    <a:pt x="121785" y="165950"/>
                  </a:lnTo>
                  <a:lnTo>
                    <a:pt x="126526" y="168140"/>
                  </a:lnTo>
                  <a:lnTo>
                    <a:pt x="129907" y="169410"/>
                  </a:lnTo>
                  <a:lnTo>
                    <a:pt x="136335" y="170695"/>
                  </a:lnTo>
                  <a:lnTo>
                    <a:pt x="140042" y="171312"/>
                  </a:lnTo>
                  <a:lnTo>
                    <a:pt x="142727" y="172406"/>
                  </a:lnTo>
                  <a:lnTo>
                    <a:pt x="146498" y="174366"/>
                  </a:lnTo>
                  <a:lnTo>
                    <a:pt x="148343" y="175792"/>
                  </a:lnTo>
                  <a:lnTo>
                    <a:pt x="150589" y="178051"/>
                  </a:lnTo>
                  <a:lnTo>
                    <a:pt x="151496" y="179501"/>
                  </a:lnTo>
                  <a:lnTo>
                    <a:pt x="153388" y="181514"/>
                  </a:lnTo>
                  <a:lnTo>
                    <a:pt x="159514" y="186950"/>
                  </a:lnTo>
                  <a:lnTo>
                    <a:pt x="168466" y="191682"/>
                  </a:lnTo>
                  <a:lnTo>
                    <a:pt x="163050" y="198314"/>
                  </a:lnTo>
                  <a:lnTo>
                    <a:pt x="168668" y="199232"/>
                  </a:lnTo>
                  <a:lnTo>
                    <a:pt x="174520" y="204624"/>
                  </a:lnTo>
                  <a:lnTo>
                    <a:pt x="174164" y="205379"/>
                  </a:lnTo>
                  <a:lnTo>
                    <a:pt x="166153" y="209104"/>
                  </a:lnTo>
                  <a:lnTo>
                    <a:pt x="165571" y="209981"/>
                  </a:lnTo>
                  <a:lnTo>
                    <a:pt x="164059" y="211353"/>
                  </a:lnTo>
                  <a:lnTo>
                    <a:pt x="163669" y="212760"/>
                  </a:lnTo>
                  <a:lnTo>
                    <a:pt x="163125" y="213342"/>
                  </a:lnTo>
                  <a:lnTo>
                    <a:pt x="161351" y="214037"/>
                  </a:lnTo>
                  <a:lnTo>
                    <a:pt x="158339" y="214249"/>
                  </a:lnTo>
                  <a:lnTo>
                    <a:pt x="157417" y="214104"/>
                  </a:lnTo>
                  <a:lnTo>
                    <a:pt x="157394" y="215006"/>
                  </a:lnTo>
                  <a:lnTo>
                    <a:pt x="157681" y="215143"/>
                  </a:lnTo>
                  <a:lnTo>
                    <a:pt x="158944" y="215416"/>
                  </a:lnTo>
                  <a:lnTo>
                    <a:pt x="159901" y="216369"/>
                  </a:lnTo>
                  <a:lnTo>
                    <a:pt x="156766" y="218868"/>
                  </a:lnTo>
                  <a:lnTo>
                    <a:pt x="155155" y="219849"/>
                  </a:lnTo>
                  <a:lnTo>
                    <a:pt x="154946" y="220459"/>
                  </a:lnTo>
                  <a:lnTo>
                    <a:pt x="156516" y="221271"/>
                  </a:lnTo>
                  <a:lnTo>
                    <a:pt x="156780" y="221966"/>
                  </a:lnTo>
                  <a:lnTo>
                    <a:pt x="156720" y="222680"/>
                  </a:lnTo>
                  <a:lnTo>
                    <a:pt x="156222" y="223170"/>
                  </a:lnTo>
                  <a:lnTo>
                    <a:pt x="154614" y="225888"/>
                  </a:lnTo>
                  <a:lnTo>
                    <a:pt x="154783" y="226284"/>
                  </a:lnTo>
                  <a:lnTo>
                    <a:pt x="154036" y="228659"/>
                  </a:lnTo>
                  <a:lnTo>
                    <a:pt x="153443" y="229550"/>
                  </a:lnTo>
                  <a:lnTo>
                    <a:pt x="152904" y="229469"/>
                  </a:lnTo>
                  <a:lnTo>
                    <a:pt x="152136" y="231412"/>
                  </a:lnTo>
                  <a:lnTo>
                    <a:pt x="152400" y="232019"/>
                  </a:lnTo>
                  <a:lnTo>
                    <a:pt x="152221" y="232501"/>
                  </a:lnTo>
                  <a:lnTo>
                    <a:pt x="151459" y="233302"/>
                  </a:lnTo>
                  <a:lnTo>
                    <a:pt x="151223" y="233935"/>
                  </a:lnTo>
                  <a:lnTo>
                    <a:pt x="150453" y="233563"/>
                  </a:lnTo>
                  <a:lnTo>
                    <a:pt x="149967" y="233849"/>
                  </a:lnTo>
                  <a:lnTo>
                    <a:pt x="147442" y="232478"/>
                  </a:lnTo>
                  <a:lnTo>
                    <a:pt x="144842" y="229934"/>
                  </a:lnTo>
                  <a:lnTo>
                    <a:pt x="141097" y="228636"/>
                  </a:lnTo>
                  <a:lnTo>
                    <a:pt x="137522" y="227094"/>
                  </a:lnTo>
                  <a:lnTo>
                    <a:pt x="135418" y="225660"/>
                  </a:lnTo>
                  <a:lnTo>
                    <a:pt x="132060" y="226574"/>
                  </a:lnTo>
                  <a:lnTo>
                    <a:pt x="130771" y="226169"/>
                  </a:lnTo>
                  <a:lnTo>
                    <a:pt x="130579" y="226696"/>
                  </a:lnTo>
                  <a:lnTo>
                    <a:pt x="129090" y="227908"/>
                  </a:lnTo>
                  <a:lnTo>
                    <a:pt x="129341" y="228591"/>
                  </a:lnTo>
                  <a:lnTo>
                    <a:pt x="128198" y="229910"/>
                  </a:lnTo>
                  <a:lnTo>
                    <a:pt x="127732" y="231223"/>
                  </a:lnTo>
                  <a:lnTo>
                    <a:pt x="126461" y="231397"/>
                  </a:lnTo>
                  <a:lnTo>
                    <a:pt x="124744" y="232054"/>
                  </a:lnTo>
                  <a:lnTo>
                    <a:pt x="124542" y="232871"/>
                  </a:lnTo>
                  <a:lnTo>
                    <a:pt x="124907" y="233876"/>
                  </a:lnTo>
                  <a:lnTo>
                    <a:pt x="122563" y="234317"/>
                  </a:lnTo>
                  <a:lnTo>
                    <a:pt x="123000" y="235908"/>
                  </a:lnTo>
                  <a:lnTo>
                    <a:pt x="118022" y="237909"/>
                  </a:lnTo>
                  <a:lnTo>
                    <a:pt x="118434" y="239002"/>
                  </a:lnTo>
                  <a:lnTo>
                    <a:pt x="111425" y="240160"/>
                  </a:lnTo>
                  <a:lnTo>
                    <a:pt x="107802" y="240171"/>
                  </a:lnTo>
                  <a:lnTo>
                    <a:pt x="107827" y="238452"/>
                  </a:lnTo>
                  <a:lnTo>
                    <a:pt x="107588" y="237892"/>
                  </a:lnTo>
                  <a:lnTo>
                    <a:pt x="107214" y="238108"/>
                  </a:lnTo>
                  <a:lnTo>
                    <a:pt x="104054" y="237966"/>
                  </a:lnTo>
                  <a:lnTo>
                    <a:pt x="103864" y="237889"/>
                  </a:lnTo>
                  <a:lnTo>
                    <a:pt x="103579" y="240374"/>
                  </a:lnTo>
                  <a:lnTo>
                    <a:pt x="101384" y="241980"/>
                  </a:lnTo>
                  <a:lnTo>
                    <a:pt x="101099" y="243606"/>
                  </a:lnTo>
                  <a:lnTo>
                    <a:pt x="101031" y="244120"/>
                  </a:lnTo>
                  <a:lnTo>
                    <a:pt x="98888" y="244655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pg66">
              <a:extLst>
                <a:ext uri="{FF2B5EF4-FFF2-40B4-BE49-F238E27FC236}">
                  <a16:creationId xmlns:a16="http://schemas.microsoft.com/office/drawing/2014/main" id="{5A55B34F-EE34-8870-1690-301F667A4EC4}"/>
                </a:ext>
              </a:extLst>
            </p:cNvPr>
            <p:cNvSpPr/>
            <p:nvPr/>
          </p:nvSpPr>
          <p:spPr>
            <a:xfrm>
              <a:off x="5643984" y="1681557"/>
              <a:ext cx="98931" cy="104368"/>
            </a:xfrm>
            <a:custGeom>
              <a:avLst/>
              <a:gdLst/>
              <a:ahLst/>
              <a:cxnLst/>
              <a:rect l="0" t="0" r="0" b="0"/>
              <a:pathLst>
                <a:path w="98931" h="104368">
                  <a:moveTo>
                    <a:pt x="77768" y="71315"/>
                  </a:moveTo>
                  <a:lnTo>
                    <a:pt x="78700" y="70635"/>
                  </a:lnTo>
                  <a:lnTo>
                    <a:pt x="78766" y="71490"/>
                  </a:lnTo>
                  <a:lnTo>
                    <a:pt x="78968" y="71679"/>
                  </a:lnTo>
                  <a:lnTo>
                    <a:pt x="78774" y="72062"/>
                  </a:lnTo>
                  <a:lnTo>
                    <a:pt x="79159" y="72455"/>
                  </a:lnTo>
                  <a:lnTo>
                    <a:pt x="79033" y="73376"/>
                  </a:lnTo>
                  <a:lnTo>
                    <a:pt x="79816" y="73414"/>
                  </a:lnTo>
                  <a:lnTo>
                    <a:pt x="79626" y="73946"/>
                  </a:lnTo>
                  <a:lnTo>
                    <a:pt x="79897" y="74153"/>
                  </a:lnTo>
                  <a:lnTo>
                    <a:pt x="79851" y="74783"/>
                  </a:lnTo>
                  <a:lnTo>
                    <a:pt x="79581" y="75125"/>
                  </a:lnTo>
                  <a:lnTo>
                    <a:pt x="79263" y="75130"/>
                  </a:lnTo>
                  <a:lnTo>
                    <a:pt x="79394" y="75673"/>
                  </a:lnTo>
                  <a:lnTo>
                    <a:pt x="78868" y="76431"/>
                  </a:lnTo>
                  <a:lnTo>
                    <a:pt x="78903" y="76798"/>
                  </a:lnTo>
                  <a:lnTo>
                    <a:pt x="79230" y="76914"/>
                  </a:lnTo>
                  <a:lnTo>
                    <a:pt x="78991" y="78337"/>
                  </a:lnTo>
                  <a:lnTo>
                    <a:pt x="79238" y="78385"/>
                  </a:lnTo>
                  <a:lnTo>
                    <a:pt x="79165" y="78766"/>
                  </a:lnTo>
                  <a:lnTo>
                    <a:pt x="78566" y="79282"/>
                  </a:lnTo>
                  <a:lnTo>
                    <a:pt x="78740" y="80087"/>
                  </a:lnTo>
                  <a:lnTo>
                    <a:pt x="78300" y="80769"/>
                  </a:lnTo>
                  <a:lnTo>
                    <a:pt x="78323" y="81396"/>
                  </a:lnTo>
                  <a:lnTo>
                    <a:pt x="77102" y="82374"/>
                  </a:lnTo>
                  <a:lnTo>
                    <a:pt x="76446" y="83299"/>
                  </a:lnTo>
                  <a:lnTo>
                    <a:pt x="75612" y="83746"/>
                  </a:lnTo>
                  <a:lnTo>
                    <a:pt x="74788" y="82721"/>
                  </a:lnTo>
                  <a:lnTo>
                    <a:pt x="74271" y="82533"/>
                  </a:lnTo>
                  <a:lnTo>
                    <a:pt x="72118" y="83670"/>
                  </a:lnTo>
                  <a:lnTo>
                    <a:pt x="68432" y="84960"/>
                  </a:lnTo>
                  <a:lnTo>
                    <a:pt x="68851" y="86938"/>
                  </a:lnTo>
                  <a:lnTo>
                    <a:pt x="67684" y="86736"/>
                  </a:lnTo>
                  <a:lnTo>
                    <a:pt x="66531" y="85968"/>
                  </a:lnTo>
                  <a:lnTo>
                    <a:pt x="65881" y="86780"/>
                  </a:lnTo>
                  <a:lnTo>
                    <a:pt x="65187" y="86704"/>
                  </a:lnTo>
                  <a:lnTo>
                    <a:pt x="64473" y="87136"/>
                  </a:lnTo>
                  <a:lnTo>
                    <a:pt x="63475" y="86095"/>
                  </a:lnTo>
                  <a:lnTo>
                    <a:pt x="62611" y="86175"/>
                  </a:lnTo>
                  <a:lnTo>
                    <a:pt x="62137" y="86467"/>
                  </a:lnTo>
                  <a:lnTo>
                    <a:pt x="60948" y="88058"/>
                  </a:lnTo>
                  <a:lnTo>
                    <a:pt x="60510" y="89710"/>
                  </a:lnTo>
                  <a:lnTo>
                    <a:pt x="59463" y="90172"/>
                  </a:lnTo>
                  <a:lnTo>
                    <a:pt x="59733" y="90607"/>
                  </a:lnTo>
                  <a:lnTo>
                    <a:pt x="57861" y="91976"/>
                  </a:lnTo>
                  <a:lnTo>
                    <a:pt x="57185" y="93942"/>
                  </a:lnTo>
                  <a:lnTo>
                    <a:pt x="57646" y="95048"/>
                  </a:lnTo>
                  <a:lnTo>
                    <a:pt x="57310" y="95063"/>
                  </a:lnTo>
                  <a:lnTo>
                    <a:pt x="57242" y="95322"/>
                  </a:lnTo>
                  <a:lnTo>
                    <a:pt x="56408" y="95180"/>
                  </a:lnTo>
                  <a:lnTo>
                    <a:pt x="56193" y="95905"/>
                  </a:lnTo>
                  <a:lnTo>
                    <a:pt x="55681" y="95623"/>
                  </a:lnTo>
                  <a:lnTo>
                    <a:pt x="54984" y="95877"/>
                  </a:lnTo>
                  <a:lnTo>
                    <a:pt x="53650" y="95832"/>
                  </a:lnTo>
                  <a:lnTo>
                    <a:pt x="51327" y="96223"/>
                  </a:lnTo>
                  <a:lnTo>
                    <a:pt x="50113" y="97086"/>
                  </a:lnTo>
                  <a:lnTo>
                    <a:pt x="46931" y="98041"/>
                  </a:lnTo>
                  <a:lnTo>
                    <a:pt x="45815" y="99641"/>
                  </a:lnTo>
                  <a:lnTo>
                    <a:pt x="44795" y="101998"/>
                  </a:lnTo>
                  <a:lnTo>
                    <a:pt x="44832" y="104141"/>
                  </a:lnTo>
                  <a:lnTo>
                    <a:pt x="43499" y="104368"/>
                  </a:lnTo>
                  <a:lnTo>
                    <a:pt x="42303" y="100620"/>
                  </a:lnTo>
                  <a:lnTo>
                    <a:pt x="40913" y="100962"/>
                  </a:lnTo>
                  <a:lnTo>
                    <a:pt x="40815" y="100542"/>
                  </a:lnTo>
                  <a:lnTo>
                    <a:pt x="40455" y="100325"/>
                  </a:lnTo>
                  <a:lnTo>
                    <a:pt x="40599" y="100131"/>
                  </a:lnTo>
                  <a:lnTo>
                    <a:pt x="40294" y="100150"/>
                  </a:lnTo>
                  <a:lnTo>
                    <a:pt x="38840" y="100885"/>
                  </a:lnTo>
                  <a:lnTo>
                    <a:pt x="38138" y="100162"/>
                  </a:lnTo>
                  <a:lnTo>
                    <a:pt x="38040" y="100437"/>
                  </a:lnTo>
                  <a:lnTo>
                    <a:pt x="37577" y="100131"/>
                  </a:lnTo>
                  <a:lnTo>
                    <a:pt x="37882" y="99885"/>
                  </a:lnTo>
                  <a:lnTo>
                    <a:pt x="36959" y="98915"/>
                  </a:lnTo>
                  <a:lnTo>
                    <a:pt x="36729" y="98335"/>
                  </a:lnTo>
                  <a:lnTo>
                    <a:pt x="35794" y="97615"/>
                  </a:lnTo>
                  <a:lnTo>
                    <a:pt x="35916" y="97327"/>
                  </a:lnTo>
                  <a:lnTo>
                    <a:pt x="35109" y="97068"/>
                  </a:lnTo>
                  <a:lnTo>
                    <a:pt x="35294" y="96479"/>
                  </a:lnTo>
                  <a:lnTo>
                    <a:pt x="34857" y="96306"/>
                  </a:lnTo>
                  <a:lnTo>
                    <a:pt x="33146" y="92921"/>
                  </a:lnTo>
                  <a:lnTo>
                    <a:pt x="32342" y="92037"/>
                  </a:lnTo>
                  <a:lnTo>
                    <a:pt x="31317" y="91341"/>
                  </a:lnTo>
                  <a:lnTo>
                    <a:pt x="31033" y="91499"/>
                  </a:lnTo>
                  <a:lnTo>
                    <a:pt x="31575" y="91866"/>
                  </a:lnTo>
                  <a:lnTo>
                    <a:pt x="29081" y="93565"/>
                  </a:lnTo>
                  <a:lnTo>
                    <a:pt x="28520" y="93231"/>
                  </a:lnTo>
                  <a:lnTo>
                    <a:pt x="28499" y="92869"/>
                  </a:lnTo>
                  <a:lnTo>
                    <a:pt x="28863" y="92682"/>
                  </a:lnTo>
                  <a:lnTo>
                    <a:pt x="28409" y="91795"/>
                  </a:lnTo>
                  <a:lnTo>
                    <a:pt x="28163" y="91901"/>
                  </a:lnTo>
                  <a:lnTo>
                    <a:pt x="28047" y="91646"/>
                  </a:lnTo>
                  <a:lnTo>
                    <a:pt x="28477" y="91125"/>
                  </a:lnTo>
                  <a:lnTo>
                    <a:pt x="27644" y="90191"/>
                  </a:lnTo>
                  <a:lnTo>
                    <a:pt x="25619" y="90789"/>
                  </a:lnTo>
                  <a:lnTo>
                    <a:pt x="24931" y="89736"/>
                  </a:lnTo>
                  <a:lnTo>
                    <a:pt x="23072" y="90748"/>
                  </a:lnTo>
                  <a:lnTo>
                    <a:pt x="21622" y="88211"/>
                  </a:lnTo>
                  <a:lnTo>
                    <a:pt x="20824" y="88508"/>
                  </a:lnTo>
                  <a:lnTo>
                    <a:pt x="20520" y="87019"/>
                  </a:lnTo>
                  <a:lnTo>
                    <a:pt x="19171" y="87083"/>
                  </a:lnTo>
                  <a:lnTo>
                    <a:pt x="18613" y="85239"/>
                  </a:lnTo>
                  <a:lnTo>
                    <a:pt x="16817" y="85415"/>
                  </a:lnTo>
                  <a:lnTo>
                    <a:pt x="16545" y="84957"/>
                  </a:lnTo>
                  <a:lnTo>
                    <a:pt x="15664" y="85706"/>
                  </a:lnTo>
                  <a:lnTo>
                    <a:pt x="13854" y="85951"/>
                  </a:lnTo>
                  <a:lnTo>
                    <a:pt x="10767" y="86792"/>
                  </a:lnTo>
                  <a:lnTo>
                    <a:pt x="10020" y="87225"/>
                  </a:lnTo>
                  <a:lnTo>
                    <a:pt x="5121" y="86153"/>
                  </a:lnTo>
                  <a:lnTo>
                    <a:pt x="5423" y="84534"/>
                  </a:lnTo>
                  <a:lnTo>
                    <a:pt x="5371" y="83109"/>
                  </a:lnTo>
                  <a:lnTo>
                    <a:pt x="4928" y="81853"/>
                  </a:lnTo>
                  <a:lnTo>
                    <a:pt x="4153" y="80712"/>
                  </a:lnTo>
                  <a:lnTo>
                    <a:pt x="4001" y="76441"/>
                  </a:lnTo>
                  <a:lnTo>
                    <a:pt x="2052" y="74520"/>
                  </a:lnTo>
                  <a:lnTo>
                    <a:pt x="1649" y="73129"/>
                  </a:lnTo>
                  <a:lnTo>
                    <a:pt x="864" y="72672"/>
                  </a:lnTo>
                  <a:lnTo>
                    <a:pt x="965" y="72302"/>
                  </a:lnTo>
                  <a:lnTo>
                    <a:pt x="1146" y="71657"/>
                  </a:lnTo>
                  <a:lnTo>
                    <a:pt x="719" y="70790"/>
                  </a:lnTo>
                  <a:lnTo>
                    <a:pt x="939" y="69995"/>
                  </a:lnTo>
                  <a:lnTo>
                    <a:pt x="291" y="69201"/>
                  </a:lnTo>
                  <a:lnTo>
                    <a:pt x="260" y="68468"/>
                  </a:lnTo>
                  <a:lnTo>
                    <a:pt x="718" y="67804"/>
                  </a:lnTo>
                  <a:lnTo>
                    <a:pt x="1526" y="67468"/>
                  </a:lnTo>
                  <a:lnTo>
                    <a:pt x="1035" y="65356"/>
                  </a:lnTo>
                  <a:lnTo>
                    <a:pt x="1098" y="64249"/>
                  </a:lnTo>
                  <a:lnTo>
                    <a:pt x="0" y="64147"/>
                  </a:lnTo>
                  <a:lnTo>
                    <a:pt x="11" y="63884"/>
                  </a:lnTo>
                  <a:lnTo>
                    <a:pt x="42" y="63524"/>
                  </a:lnTo>
                  <a:lnTo>
                    <a:pt x="719" y="63641"/>
                  </a:lnTo>
                  <a:lnTo>
                    <a:pt x="451" y="60982"/>
                  </a:lnTo>
                  <a:lnTo>
                    <a:pt x="802" y="58481"/>
                  </a:lnTo>
                  <a:lnTo>
                    <a:pt x="2366" y="58928"/>
                  </a:lnTo>
                  <a:lnTo>
                    <a:pt x="2347" y="56558"/>
                  </a:lnTo>
                  <a:lnTo>
                    <a:pt x="1871" y="56245"/>
                  </a:lnTo>
                  <a:lnTo>
                    <a:pt x="2613" y="51977"/>
                  </a:lnTo>
                  <a:lnTo>
                    <a:pt x="3977" y="50918"/>
                  </a:lnTo>
                  <a:lnTo>
                    <a:pt x="6413" y="50440"/>
                  </a:lnTo>
                  <a:lnTo>
                    <a:pt x="9496" y="48976"/>
                  </a:lnTo>
                  <a:lnTo>
                    <a:pt x="10677" y="47384"/>
                  </a:lnTo>
                  <a:lnTo>
                    <a:pt x="10574" y="46870"/>
                  </a:lnTo>
                  <a:lnTo>
                    <a:pt x="10486" y="45229"/>
                  </a:lnTo>
                  <a:lnTo>
                    <a:pt x="12115" y="44400"/>
                  </a:lnTo>
                  <a:lnTo>
                    <a:pt x="14326" y="42023"/>
                  </a:lnTo>
                  <a:lnTo>
                    <a:pt x="16805" y="40410"/>
                  </a:lnTo>
                  <a:lnTo>
                    <a:pt x="19866" y="38002"/>
                  </a:lnTo>
                  <a:lnTo>
                    <a:pt x="20253" y="37337"/>
                  </a:lnTo>
                  <a:lnTo>
                    <a:pt x="20705" y="36540"/>
                  </a:lnTo>
                  <a:lnTo>
                    <a:pt x="21341" y="33829"/>
                  </a:lnTo>
                  <a:lnTo>
                    <a:pt x="22129" y="32375"/>
                  </a:lnTo>
                  <a:lnTo>
                    <a:pt x="22372" y="30783"/>
                  </a:lnTo>
                  <a:lnTo>
                    <a:pt x="23222" y="29132"/>
                  </a:lnTo>
                  <a:lnTo>
                    <a:pt x="23423" y="29041"/>
                  </a:lnTo>
                  <a:lnTo>
                    <a:pt x="24236" y="29437"/>
                  </a:lnTo>
                  <a:lnTo>
                    <a:pt x="25111" y="29246"/>
                  </a:lnTo>
                  <a:lnTo>
                    <a:pt x="27270" y="29288"/>
                  </a:lnTo>
                  <a:lnTo>
                    <a:pt x="27974" y="29478"/>
                  </a:lnTo>
                  <a:lnTo>
                    <a:pt x="28291" y="30008"/>
                  </a:lnTo>
                  <a:lnTo>
                    <a:pt x="29990" y="28437"/>
                  </a:lnTo>
                  <a:lnTo>
                    <a:pt x="31607" y="26523"/>
                  </a:lnTo>
                  <a:lnTo>
                    <a:pt x="31963" y="25169"/>
                  </a:lnTo>
                  <a:lnTo>
                    <a:pt x="31798" y="23724"/>
                  </a:lnTo>
                  <a:lnTo>
                    <a:pt x="32031" y="23052"/>
                  </a:lnTo>
                  <a:lnTo>
                    <a:pt x="32561" y="22500"/>
                  </a:lnTo>
                  <a:lnTo>
                    <a:pt x="32499" y="22119"/>
                  </a:lnTo>
                  <a:lnTo>
                    <a:pt x="33819" y="21524"/>
                  </a:lnTo>
                  <a:lnTo>
                    <a:pt x="34316" y="21464"/>
                  </a:lnTo>
                  <a:lnTo>
                    <a:pt x="34613" y="21691"/>
                  </a:lnTo>
                  <a:lnTo>
                    <a:pt x="35273" y="21483"/>
                  </a:lnTo>
                  <a:lnTo>
                    <a:pt x="35737" y="20923"/>
                  </a:lnTo>
                  <a:lnTo>
                    <a:pt x="36473" y="20626"/>
                  </a:lnTo>
                  <a:lnTo>
                    <a:pt x="36858" y="20763"/>
                  </a:lnTo>
                  <a:lnTo>
                    <a:pt x="37016" y="20483"/>
                  </a:lnTo>
                  <a:lnTo>
                    <a:pt x="38132" y="21067"/>
                  </a:lnTo>
                  <a:lnTo>
                    <a:pt x="38797" y="21149"/>
                  </a:lnTo>
                  <a:lnTo>
                    <a:pt x="37964" y="22656"/>
                  </a:lnTo>
                  <a:lnTo>
                    <a:pt x="37815" y="24111"/>
                  </a:lnTo>
                  <a:lnTo>
                    <a:pt x="39477" y="25128"/>
                  </a:lnTo>
                  <a:lnTo>
                    <a:pt x="40367" y="24823"/>
                  </a:lnTo>
                  <a:lnTo>
                    <a:pt x="42489" y="26430"/>
                  </a:lnTo>
                  <a:lnTo>
                    <a:pt x="42661" y="26117"/>
                  </a:lnTo>
                  <a:lnTo>
                    <a:pt x="44368" y="26936"/>
                  </a:lnTo>
                  <a:lnTo>
                    <a:pt x="48269" y="26423"/>
                  </a:lnTo>
                  <a:lnTo>
                    <a:pt x="47956" y="24825"/>
                  </a:lnTo>
                  <a:lnTo>
                    <a:pt x="49949" y="23909"/>
                  </a:lnTo>
                  <a:lnTo>
                    <a:pt x="50326" y="24465"/>
                  </a:lnTo>
                  <a:lnTo>
                    <a:pt x="51026" y="24592"/>
                  </a:lnTo>
                  <a:lnTo>
                    <a:pt x="50969" y="24056"/>
                  </a:lnTo>
                  <a:lnTo>
                    <a:pt x="52416" y="23788"/>
                  </a:lnTo>
                  <a:lnTo>
                    <a:pt x="52181" y="21628"/>
                  </a:lnTo>
                  <a:lnTo>
                    <a:pt x="54476" y="21086"/>
                  </a:lnTo>
                  <a:lnTo>
                    <a:pt x="53695" y="19179"/>
                  </a:lnTo>
                  <a:lnTo>
                    <a:pt x="59736" y="17467"/>
                  </a:lnTo>
                  <a:lnTo>
                    <a:pt x="59814" y="17226"/>
                  </a:lnTo>
                  <a:lnTo>
                    <a:pt x="60040" y="17262"/>
                  </a:lnTo>
                  <a:lnTo>
                    <a:pt x="61280" y="14362"/>
                  </a:lnTo>
                  <a:lnTo>
                    <a:pt x="63952" y="15816"/>
                  </a:lnTo>
                  <a:lnTo>
                    <a:pt x="64931" y="14190"/>
                  </a:lnTo>
                  <a:lnTo>
                    <a:pt x="66782" y="15239"/>
                  </a:lnTo>
                  <a:lnTo>
                    <a:pt x="69251" y="13348"/>
                  </a:lnTo>
                  <a:lnTo>
                    <a:pt x="69470" y="13536"/>
                  </a:lnTo>
                  <a:lnTo>
                    <a:pt x="69373" y="15863"/>
                  </a:lnTo>
                  <a:lnTo>
                    <a:pt x="70205" y="15937"/>
                  </a:lnTo>
                  <a:lnTo>
                    <a:pt x="73191" y="16974"/>
                  </a:lnTo>
                  <a:lnTo>
                    <a:pt x="74983" y="14622"/>
                  </a:lnTo>
                  <a:lnTo>
                    <a:pt x="76707" y="15129"/>
                  </a:lnTo>
                  <a:lnTo>
                    <a:pt x="77005" y="11468"/>
                  </a:lnTo>
                  <a:lnTo>
                    <a:pt x="77404" y="10883"/>
                  </a:lnTo>
                  <a:lnTo>
                    <a:pt x="80657" y="7986"/>
                  </a:lnTo>
                  <a:lnTo>
                    <a:pt x="81381" y="6965"/>
                  </a:lnTo>
                  <a:lnTo>
                    <a:pt x="82203" y="4775"/>
                  </a:lnTo>
                  <a:lnTo>
                    <a:pt x="81833" y="1577"/>
                  </a:lnTo>
                  <a:lnTo>
                    <a:pt x="84156" y="1969"/>
                  </a:lnTo>
                  <a:lnTo>
                    <a:pt x="84783" y="0"/>
                  </a:lnTo>
                  <a:lnTo>
                    <a:pt x="86096" y="335"/>
                  </a:lnTo>
                  <a:lnTo>
                    <a:pt x="86031" y="2149"/>
                  </a:lnTo>
                  <a:lnTo>
                    <a:pt x="86347" y="3383"/>
                  </a:lnTo>
                  <a:lnTo>
                    <a:pt x="87111" y="4488"/>
                  </a:lnTo>
                  <a:lnTo>
                    <a:pt x="87951" y="5035"/>
                  </a:lnTo>
                  <a:lnTo>
                    <a:pt x="93266" y="3651"/>
                  </a:lnTo>
                  <a:lnTo>
                    <a:pt x="96338" y="2266"/>
                  </a:lnTo>
                  <a:lnTo>
                    <a:pt x="97559" y="2213"/>
                  </a:lnTo>
                  <a:lnTo>
                    <a:pt x="98321" y="2999"/>
                  </a:lnTo>
                  <a:lnTo>
                    <a:pt x="98931" y="4533"/>
                  </a:lnTo>
                  <a:lnTo>
                    <a:pt x="98797" y="6314"/>
                  </a:lnTo>
                  <a:lnTo>
                    <a:pt x="98346" y="7354"/>
                  </a:lnTo>
                  <a:lnTo>
                    <a:pt x="96927" y="9439"/>
                  </a:lnTo>
                  <a:lnTo>
                    <a:pt x="95287" y="10485"/>
                  </a:lnTo>
                  <a:lnTo>
                    <a:pt x="92946" y="11096"/>
                  </a:lnTo>
                  <a:lnTo>
                    <a:pt x="89729" y="10892"/>
                  </a:lnTo>
                  <a:lnTo>
                    <a:pt x="85510" y="11538"/>
                  </a:lnTo>
                  <a:lnTo>
                    <a:pt x="84199" y="12169"/>
                  </a:lnTo>
                  <a:lnTo>
                    <a:pt x="83010" y="13328"/>
                  </a:lnTo>
                  <a:lnTo>
                    <a:pt x="82403" y="15408"/>
                  </a:lnTo>
                  <a:lnTo>
                    <a:pt x="82948" y="17507"/>
                  </a:lnTo>
                  <a:lnTo>
                    <a:pt x="85115" y="20877"/>
                  </a:lnTo>
                  <a:lnTo>
                    <a:pt x="86693" y="22458"/>
                  </a:lnTo>
                  <a:lnTo>
                    <a:pt x="87431" y="23630"/>
                  </a:lnTo>
                  <a:lnTo>
                    <a:pt x="88014" y="25916"/>
                  </a:lnTo>
                  <a:lnTo>
                    <a:pt x="87489" y="28437"/>
                  </a:lnTo>
                  <a:lnTo>
                    <a:pt x="81050" y="39719"/>
                  </a:lnTo>
                  <a:lnTo>
                    <a:pt x="85646" y="41439"/>
                  </a:lnTo>
                  <a:lnTo>
                    <a:pt x="85918" y="40988"/>
                  </a:lnTo>
                  <a:lnTo>
                    <a:pt x="86409" y="41187"/>
                  </a:lnTo>
                  <a:lnTo>
                    <a:pt x="88410" y="42248"/>
                  </a:lnTo>
                  <a:lnTo>
                    <a:pt x="88277" y="42896"/>
                  </a:lnTo>
                  <a:lnTo>
                    <a:pt x="89278" y="43092"/>
                  </a:lnTo>
                  <a:lnTo>
                    <a:pt x="88706" y="44165"/>
                  </a:lnTo>
                  <a:lnTo>
                    <a:pt x="89346" y="44450"/>
                  </a:lnTo>
                  <a:lnTo>
                    <a:pt x="87435" y="48681"/>
                  </a:lnTo>
                  <a:lnTo>
                    <a:pt x="87233" y="50223"/>
                  </a:lnTo>
                  <a:lnTo>
                    <a:pt x="87391" y="53125"/>
                  </a:lnTo>
                  <a:lnTo>
                    <a:pt x="87223" y="54834"/>
                  </a:lnTo>
                  <a:lnTo>
                    <a:pt x="87415" y="56115"/>
                  </a:lnTo>
                  <a:lnTo>
                    <a:pt x="87834" y="56841"/>
                  </a:lnTo>
                  <a:lnTo>
                    <a:pt x="87503" y="58071"/>
                  </a:lnTo>
                  <a:lnTo>
                    <a:pt x="87717" y="59224"/>
                  </a:lnTo>
                  <a:lnTo>
                    <a:pt x="87338" y="59988"/>
                  </a:lnTo>
                  <a:lnTo>
                    <a:pt x="87164" y="61324"/>
                  </a:lnTo>
                  <a:lnTo>
                    <a:pt x="84671" y="64194"/>
                  </a:lnTo>
                  <a:lnTo>
                    <a:pt x="84380" y="65113"/>
                  </a:lnTo>
                  <a:lnTo>
                    <a:pt x="84944" y="67230"/>
                  </a:lnTo>
                  <a:lnTo>
                    <a:pt x="85536" y="67621"/>
                  </a:lnTo>
                  <a:lnTo>
                    <a:pt x="85457" y="67791"/>
                  </a:lnTo>
                  <a:lnTo>
                    <a:pt x="86340" y="68838"/>
                  </a:lnTo>
                  <a:lnTo>
                    <a:pt x="87816" y="69308"/>
                  </a:lnTo>
                  <a:lnTo>
                    <a:pt x="87154" y="71214"/>
                  </a:lnTo>
                  <a:lnTo>
                    <a:pt x="86084" y="70682"/>
                  </a:lnTo>
                  <a:lnTo>
                    <a:pt x="86058" y="71392"/>
                  </a:lnTo>
                  <a:lnTo>
                    <a:pt x="85240" y="72864"/>
                  </a:lnTo>
                  <a:lnTo>
                    <a:pt x="84114" y="72510"/>
                  </a:lnTo>
                  <a:lnTo>
                    <a:pt x="82024" y="71341"/>
                  </a:lnTo>
                  <a:lnTo>
                    <a:pt x="79788" y="70699"/>
                  </a:lnTo>
                  <a:lnTo>
                    <a:pt x="78233" y="69536"/>
                  </a:lnTo>
                  <a:lnTo>
                    <a:pt x="77871" y="69764"/>
                  </a:lnTo>
                  <a:lnTo>
                    <a:pt x="77630" y="70611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pg82">
              <a:extLst>
                <a:ext uri="{FF2B5EF4-FFF2-40B4-BE49-F238E27FC236}">
                  <a16:creationId xmlns:a16="http://schemas.microsoft.com/office/drawing/2014/main" id="{EF555471-EF7A-3AE8-870D-A7CD2AAC2553}"/>
                </a:ext>
              </a:extLst>
            </p:cNvPr>
            <p:cNvSpPr/>
            <p:nvPr/>
          </p:nvSpPr>
          <p:spPr>
            <a:xfrm>
              <a:off x="4980500" y="1421597"/>
              <a:ext cx="443068" cy="402700"/>
            </a:xfrm>
            <a:custGeom>
              <a:avLst/>
              <a:gdLst/>
              <a:ahLst/>
              <a:cxnLst/>
              <a:rect l="0" t="0" r="0" b="0"/>
              <a:pathLst>
                <a:path w="443068" h="402700">
                  <a:moveTo>
                    <a:pt x="164806" y="367936"/>
                  </a:moveTo>
                  <a:lnTo>
                    <a:pt x="164490" y="370156"/>
                  </a:lnTo>
                  <a:lnTo>
                    <a:pt x="164895" y="371507"/>
                  </a:lnTo>
                  <a:lnTo>
                    <a:pt x="164687" y="372917"/>
                  </a:lnTo>
                  <a:lnTo>
                    <a:pt x="164863" y="375092"/>
                  </a:lnTo>
                  <a:lnTo>
                    <a:pt x="162183" y="375406"/>
                  </a:lnTo>
                  <a:lnTo>
                    <a:pt x="158840" y="375053"/>
                  </a:lnTo>
                  <a:lnTo>
                    <a:pt x="154633" y="375014"/>
                  </a:lnTo>
                  <a:lnTo>
                    <a:pt x="148628" y="373673"/>
                  </a:lnTo>
                  <a:lnTo>
                    <a:pt x="145958" y="372252"/>
                  </a:lnTo>
                  <a:lnTo>
                    <a:pt x="145188" y="371539"/>
                  </a:lnTo>
                  <a:lnTo>
                    <a:pt x="142802" y="373569"/>
                  </a:lnTo>
                  <a:lnTo>
                    <a:pt x="142432" y="374431"/>
                  </a:lnTo>
                  <a:lnTo>
                    <a:pt x="140884" y="375049"/>
                  </a:lnTo>
                  <a:lnTo>
                    <a:pt x="141211" y="376334"/>
                  </a:lnTo>
                  <a:lnTo>
                    <a:pt x="140902" y="378375"/>
                  </a:lnTo>
                  <a:lnTo>
                    <a:pt x="139650" y="381674"/>
                  </a:lnTo>
                  <a:lnTo>
                    <a:pt x="140323" y="383850"/>
                  </a:lnTo>
                  <a:lnTo>
                    <a:pt x="137674" y="384941"/>
                  </a:lnTo>
                  <a:lnTo>
                    <a:pt x="137041" y="383454"/>
                  </a:lnTo>
                  <a:lnTo>
                    <a:pt x="135066" y="381265"/>
                  </a:lnTo>
                  <a:lnTo>
                    <a:pt x="134309" y="379855"/>
                  </a:lnTo>
                  <a:lnTo>
                    <a:pt x="132858" y="378727"/>
                  </a:lnTo>
                  <a:lnTo>
                    <a:pt x="133364" y="376985"/>
                  </a:lnTo>
                  <a:lnTo>
                    <a:pt x="133584" y="374974"/>
                  </a:lnTo>
                  <a:lnTo>
                    <a:pt x="132462" y="374823"/>
                  </a:lnTo>
                  <a:lnTo>
                    <a:pt x="130509" y="371958"/>
                  </a:lnTo>
                  <a:lnTo>
                    <a:pt x="131470" y="371113"/>
                  </a:lnTo>
                  <a:lnTo>
                    <a:pt x="128651" y="367379"/>
                  </a:lnTo>
                  <a:lnTo>
                    <a:pt x="127695" y="366920"/>
                  </a:lnTo>
                  <a:lnTo>
                    <a:pt x="123765" y="365909"/>
                  </a:lnTo>
                  <a:lnTo>
                    <a:pt x="123433" y="365330"/>
                  </a:lnTo>
                  <a:lnTo>
                    <a:pt x="123203" y="365566"/>
                  </a:lnTo>
                  <a:lnTo>
                    <a:pt x="122892" y="365289"/>
                  </a:lnTo>
                  <a:lnTo>
                    <a:pt x="123068" y="364299"/>
                  </a:lnTo>
                  <a:lnTo>
                    <a:pt x="122904" y="364010"/>
                  </a:lnTo>
                  <a:lnTo>
                    <a:pt x="123248" y="363940"/>
                  </a:lnTo>
                  <a:lnTo>
                    <a:pt x="122733" y="363756"/>
                  </a:lnTo>
                  <a:lnTo>
                    <a:pt x="122700" y="363243"/>
                  </a:lnTo>
                  <a:lnTo>
                    <a:pt x="122996" y="363217"/>
                  </a:lnTo>
                  <a:lnTo>
                    <a:pt x="123213" y="362664"/>
                  </a:lnTo>
                  <a:lnTo>
                    <a:pt x="123799" y="362138"/>
                  </a:lnTo>
                  <a:lnTo>
                    <a:pt x="124413" y="362072"/>
                  </a:lnTo>
                  <a:lnTo>
                    <a:pt x="124959" y="361393"/>
                  </a:lnTo>
                  <a:lnTo>
                    <a:pt x="123232" y="360682"/>
                  </a:lnTo>
                  <a:lnTo>
                    <a:pt x="122753" y="359775"/>
                  </a:lnTo>
                  <a:lnTo>
                    <a:pt x="120375" y="358500"/>
                  </a:lnTo>
                  <a:lnTo>
                    <a:pt x="120016" y="357895"/>
                  </a:lnTo>
                  <a:lnTo>
                    <a:pt x="124523" y="356293"/>
                  </a:lnTo>
                  <a:lnTo>
                    <a:pt x="123832" y="353274"/>
                  </a:lnTo>
                  <a:lnTo>
                    <a:pt x="125580" y="352903"/>
                  </a:lnTo>
                  <a:lnTo>
                    <a:pt x="128330" y="353456"/>
                  </a:lnTo>
                  <a:lnTo>
                    <a:pt x="129091" y="350809"/>
                  </a:lnTo>
                  <a:lnTo>
                    <a:pt x="130381" y="350590"/>
                  </a:lnTo>
                  <a:lnTo>
                    <a:pt x="131121" y="350198"/>
                  </a:lnTo>
                  <a:lnTo>
                    <a:pt x="128767" y="349367"/>
                  </a:lnTo>
                  <a:lnTo>
                    <a:pt x="125065" y="349921"/>
                  </a:lnTo>
                  <a:lnTo>
                    <a:pt x="124832" y="349111"/>
                  </a:lnTo>
                  <a:lnTo>
                    <a:pt x="124124" y="349186"/>
                  </a:lnTo>
                  <a:lnTo>
                    <a:pt x="123491" y="346914"/>
                  </a:lnTo>
                  <a:lnTo>
                    <a:pt x="124082" y="346153"/>
                  </a:lnTo>
                  <a:lnTo>
                    <a:pt x="123637" y="345337"/>
                  </a:lnTo>
                  <a:lnTo>
                    <a:pt x="123260" y="343260"/>
                  </a:lnTo>
                  <a:lnTo>
                    <a:pt x="121670" y="343467"/>
                  </a:lnTo>
                  <a:lnTo>
                    <a:pt x="121496" y="342783"/>
                  </a:lnTo>
                  <a:lnTo>
                    <a:pt x="117267" y="344191"/>
                  </a:lnTo>
                  <a:lnTo>
                    <a:pt x="116480" y="344342"/>
                  </a:lnTo>
                  <a:lnTo>
                    <a:pt x="116408" y="344177"/>
                  </a:lnTo>
                  <a:lnTo>
                    <a:pt x="111876" y="345884"/>
                  </a:lnTo>
                  <a:lnTo>
                    <a:pt x="112328" y="344524"/>
                  </a:lnTo>
                  <a:lnTo>
                    <a:pt x="113233" y="343391"/>
                  </a:lnTo>
                  <a:lnTo>
                    <a:pt x="115936" y="341738"/>
                  </a:lnTo>
                  <a:lnTo>
                    <a:pt x="114872" y="339731"/>
                  </a:lnTo>
                  <a:lnTo>
                    <a:pt x="113801" y="338503"/>
                  </a:lnTo>
                  <a:lnTo>
                    <a:pt x="111957" y="336414"/>
                  </a:lnTo>
                  <a:lnTo>
                    <a:pt x="109672" y="332389"/>
                  </a:lnTo>
                  <a:lnTo>
                    <a:pt x="107698" y="330284"/>
                  </a:lnTo>
                  <a:lnTo>
                    <a:pt x="105240" y="334183"/>
                  </a:lnTo>
                  <a:lnTo>
                    <a:pt x="103369" y="331574"/>
                  </a:lnTo>
                  <a:lnTo>
                    <a:pt x="101771" y="329143"/>
                  </a:lnTo>
                  <a:lnTo>
                    <a:pt x="104226" y="328474"/>
                  </a:lnTo>
                  <a:lnTo>
                    <a:pt x="102732" y="321846"/>
                  </a:lnTo>
                  <a:lnTo>
                    <a:pt x="102756" y="321563"/>
                  </a:lnTo>
                  <a:lnTo>
                    <a:pt x="100644" y="319868"/>
                  </a:lnTo>
                  <a:lnTo>
                    <a:pt x="100167" y="319799"/>
                  </a:lnTo>
                  <a:lnTo>
                    <a:pt x="98762" y="320379"/>
                  </a:lnTo>
                  <a:lnTo>
                    <a:pt x="96272" y="320340"/>
                  </a:lnTo>
                  <a:lnTo>
                    <a:pt x="95923" y="321688"/>
                  </a:lnTo>
                  <a:lnTo>
                    <a:pt x="94665" y="322742"/>
                  </a:lnTo>
                  <a:lnTo>
                    <a:pt x="92987" y="323133"/>
                  </a:lnTo>
                  <a:lnTo>
                    <a:pt x="91347" y="322904"/>
                  </a:lnTo>
                  <a:lnTo>
                    <a:pt x="90425" y="323633"/>
                  </a:lnTo>
                  <a:lnTo>
                    <a:pt x="90338" y="323934"/>
                  </a:lnTo>
                  <a:lnTo>
                    <a:pt x="90971" y="325092"/>
                  </a:lnTo>
                  <a:lnTo>
                    <a:pt x="92095" y="326048"/>
                  </a:lnTo>
                  <a:lnTo>
                    <a:pt x="95603" y="326699"/>
                  </a:lnTo>
                  <a:lnTo>
                    <a:pt x="95879" y="326981"/>
                  </a:lnTo>
                  <a:lnTo>
                    <a:pt x="96038" y="327891"/>
                  </a:lnTo>
                  <a:lnTo>
                    <a:pt x="95661" y="328857"/>
                  </a:lnTo>
                  <a:lnTo>
                    <a:pt x="94492" y="330350"/>
                  </a:lnTo>
                  <a:lnTo>
                    <a:pt x="93809" y="330759"/>
                  </a:lnTo>
                  <a:lnTo>
                    <a:pt x="92394" y="330814"/>
                  </a:lnTo>
                  <a:lnTo>
                    <a:pt x="90485" y="331473"/>
                  </a:lnTo>
                  <a:lnTo>
                    <a:pt x="88509" y="333168"/>
                  </a:lnTo>
                  <a:lnTo>
                    <a:pt x="88071" y="334079"/>
                  </a:lnTo>
                  <a:lnTo>
                    <a:pt x="87023" y="333906"/>
                  </a:lnTo>
                  <a:lnTo>
                    <a:pt x="83176" y="331731"/>
                  </a:lnTo>
                  <a:lnTo>
                    <a:pt x="82405" y="330996"/>
                  </a:lnTo>
                  <a:lnTo>
                    <a:pt x="80558" y="327615"/>
                  </a:lnTo>
                  <a:lnTo>
                    <a:pt x="79901" y="326794"/>
                  </a:lnTo>
                  <a:lnTo>
                    <a:pt x="77765" y="326418"/>
                  </a:lnTo>
                  <a:lnTo>
                    <a:pt x="76164" y="324753"/>
                  </a:lnTo>
                  <a:lnTo>
                    <a:pt x="75021" y="322979"/>
                  </a:lnTo>
                  <a:lnTo>
                    <a:pt x="73371" y="322494"/>
                  </a:lnTo>
                  <a:lnTo>
                    <a:pt x="74880" y="319460"/>
                  </a:lnTo>
                  <a:lnTo>
                    <a:pt x="75003" y="318658"/>
                  </a:lnTo>
                  <a:lnTo>
                    <a:pt x="74614" y="318604"/>
                  </a:lnTo>
                  <a:lnTo>
                    <a:pt x="75880" y="313413"/>
                  </a:lnTo>
                  <a:lnTo>
                    <a:pt x="74291" y="311934"/>
                  </a:lnTo>
                  <a:lnTo>
                    <a:pt x="74028" y="310818"/>
                  </a:lnTo>
                  <a:lnTo>
                    <a:pt x="72416" y="308732"/>
                  </a:lnTo>
                  <a:lnTo>
                    <a:pt x="71647" y="308194"/>
                  </a:lnTo>
                  <a:lnTo>
                    <a:pt x="72337" y="307603"/>
                  </a:lnTo>
                  <a:lnTo>
                    <a:pt x="72207" y="307381"/>
                  </a:lnTo>
                  <a:lnTo>
                    <a:pt x="73093" y="307181"/>
                  </a:lnTo>
                  <a:lnTo>
                    <a:pt x="74437" y="305685"/>
                  </a:lnTo>
                  <a:lnTo>
                    <a:pt x="76967" y="303733"/>
                  </a:lnTo>
                  <a:lnTo>
                    <a:pt x="77860" y="302627"/>
                  </a:lnTo>
                  <a:lnTo>
                    <a:pt x="77962" y="302184"/>
                  </a:lnTo>
                  <a:lnTo>
                    <a:pt x="80982" y="298693"/>
                  </a:lnTo>
                  <a:lnTo>
                    <a:pt x="81150" y="298843"/>
                  </a:lnTo>
                  <a:lnTo>
                    <a:pt x="82882" y="296221"/>
                  </a:lnTo>
                  <a:lnTo>
                    <a:pt x="83806" y="295359"/>
                  </a:lnTo>
                  <a:lnTo>
                    <a:pt x="81788" y="294700"/>
                  </a:lnTo>
                  <a:lnTo>
                    <a:pt x="80948" y="294015"/>
                  </a:lnTo>
                  <a:lnTo>
                    <a:pt x="80900" y="293661"/>
                  </a:lnTo>
                  <a:lnTo>
                    <a:pt x="81489" y="292976"/>
                  </a:lnTo>
                  <a:lnTo>
                    <a:pt x="81969" y="291174"/>
                  </a:lnTo>
                  <a:lnTo>
                    <a:pt x="81714" y="288841"/>
                  </a:lnTo>
                  <a:lnTo>
                    <a:pt x="81081" y="287613"/>
                  </a:lnTo>
                  <a:lnTo>
                    <a:pt x="81384" y="286766"/>
                  </a:lnTo>
                  <a:lnTo>
                    <a:pt x="79190" y="286536"/>
                  </a:lnTo>
                  <a:lnTo>
                    <a:pt x="77565" y="284566"/>
                  </a:lnTo>
                  <a:lnTo>
                    <a:pt x="73745" y="285405"/>
                  </a:lnTo>
                  <a:lnTo>
                    <a:pt x="70942" y="282138"/>
                  </a:lnTo>
                  <a:lnTo>
                    <a:pt x="70948" y="281814"/>
                  </a:lnTo>
                  <a:lnTo>
                    <a:pt x="69606" y="279701"/>
                  </a:lnTo>
                  <a:lnTo>
                    <a:pt x="68078" y="280416"/>
                  </a:lnTo>
                  <a:lnTo>
                    <a:pt x="64273" y="281529"/>
                  </a:lnTo>
                  <a:lnTo>
                    <a:pt x="62093" y="281517"/>
                  </a:lnTo>
                  <a:lnTo>
                    <a:pt x="61049" y="279285"/>
                  </a:lnTo>
                  <a:lnTo>
                    <a:pt x="60435" y="277329"/>
                  </a:lnTo>
                  <a:lnTo>
                    <a:pt x="59462" y="276969"/>
                  </a:lnTo>
                  <a:lnTo>
                    <a:pt x="59132" y="275713"/>
                  </a:lnTo>
                  <a:lnTo>
                    <a:pt x="58068" y="273348"/>
                  </a:lnTo>
                  <a:lnTo>
                    <a:pt x="58676" y="273002"/>
                  </a:lnTo>
                  <a:lnTo>
                    <a:pt x="58676" y="272711"/>
                  </a:lnTo>
                  <a:lnTo>
                    <a:pt x="58431" y="272893"/>
                  </a:lnTo>
                  <a:lnTo>
                    <a:pt x="58107" y="272455"/>
                  </a:lnTo>
                  <a:lnTo>
                    <a:pt x="56758" y="273085"/>
                  </a:lnTo>
                  <a:lnTo>
                    <a:pt x="55785" y="272654"/>
                  </a:lnTo>
                  <a:lnTo>
                    <a:pt x="55667" y="272412"/>
                  </a:lnTo>
                  <a:lnTo>
                    <a:pt x="54468" y="272534"/>
                  </a:lnTo>
                  <a:lnTo>
                    <a:pt x="54346" y="272248"/>
                  </a:lnTo>
                  <a:lnTo>
                    <a:pt x="53763" y="272454"/>
                  </a:lnTo>
                  <a:lnTo>
                    <a:pt x="53109" y="273489"/>
                  </a:lnTo>
                  <a:lnTo>
                    <a:pt x="51832" y="273574"/>
                  </a:lnTo>
                  <a:lnTo>
                    <a:pt x="51103" y="270360"/>
                  </a:lnTo>
                  <a:lnTo>
                    <a:pt x="51103" y="264892"/>
                  </a:lnTo>
                  <a:lnTo>
                    <a:pt x="50418" y="260826"/>
                  </a:lnTo>
                  <a:lnTo>
                    <a:pt x="50945" y="260812"/>
                  </a:lnTo>
                  <a:lnTo>
                    <a:pt x="49622" y="255876"/>
                  </a:lnTo>
                  <a:lnTo>
                    <a:pt x="50211" y="255417"/>
                  </a:lnTo>
                  <a:lnTo>
                    <a:pt x="50134" y="254622"/>
                  </a:lnTo>
                  <a:lnTo>
                    <a:pt x="48860" y="252323"/>
                  </a:lnTo>
                  <a:lnTo>
                    <a:pt x="49620" y="251777"/>
                  </a:lnTo>
                  <a:lnTo>
                    <a:pt x="50622" y="251446"/>
                  </a:lnTo>
                  <a:lnTo>
                    <a:pt x="50807" y="250579"/>
                  </a:lnTo>
                  <a:lnTo>
                    <a:pt x="49882" y="249554"/>
                  </a:lnTo>
                  <a:lnTo>
                    <a:pt x="46649" y="248018"/>
                  </a:lnTo>
                  <a:lnTo>
                    <a:pt x="45766" y="246670"/>
                  </a:lnTo>
                  <a:lnTo>
                    <a:pt x="45189" y="244430"/>
                  </a:lnTo>
                  <a:lnTo>
                    <a:pt x="41101" y="243924"/>
                  </a:lnTo>
                  <a:lnTo>
                    <a:pt x="41040" y="244462"/>
                  </a:lnTo>
                  <a:lnTo>
                    <a:pt x="38791" y="244464"/>
                  </a:lnTo>
                  <a:lnTo>
                    <a:pt x="38842" y="244826"/>
                  </a:lnTo>
                  <a:lnTo>
                    <a:pt x="35793" y="245315"/>
                  </a:lnTo>
                  <a:lnTo>
                    <a:pt x="35853" y="245928"/>
                  </a:lnTo>
                  <a:lnTo>
                    <a:pt x="35568" y="245669"/>
                  </a:lnTo>
                  <a:lnTo>
                    <a:pt x="33242" y="244677"/>
                  </a:lnTo>
                  <a:lnTo>
                    <a:pt x="32134" y="244533"/>
                  </a:lnTo>
                  <a:lnTo>
                    <a:pt x="32669" y="243787"/>
                  </a:lnTo>
                  <a:lnTo>
                    <a:pt x="32653" y="243251"/>
                  </a:lnTo>
                  <a:lnTo>
                    <a:pt x="32985" y="243100"/>
                  </a:lnTo>
                  <a:lnTo>
                    <a:pt x="31368" y="241749"/>
                  </a:lnTo>
                  <a:lnTo>
                    <a:pt x="30057" y="241301"/>
                  </a:lnTo>
                  <a:lnTo>
                    <a:pt x="30337" y="239568"/>
                  </a:lnTo>
                  <a:lnTo>
                    <a:pt x="30177" y="238412"/>
                  </a:lnTo>
                  <a:lnTo>
                    <a:pt x="29066" y="237942"/>
                  </a:lnTo>
                  <a:lnTo>
                    <a:pt x="27797" y="236885"/>
                  </a:lnTo>
                  <a:lnTo>
                    <a:pt x="25584" y="236898"/>
                  </a:lnTo>
                  <a:lnTo>
                    <a:pt x="25492" y="236575"/>
                  </a:lnTo>
                  <a:lnTo>
                    <a:pt x="23596" y="236291"/>
                  </a:lnTo>
                  <a:lnTo>
                    <a:pt x="22334" y="236983"/>
                  </a:lnTo>
                  <a:lnTo>
                    <a:pt x="20948" y="237276"/>
                  </a:lnTo>
                  <a:lnTo>
                    <a:pt x="20366" y="236173"/>
                  </a:lnTo>
                  <a:lnTo>
                    <a:pt x="19827" y="236006"/>
                  </a:lnTo>
                  <a:lnTo>
                    <a:pt x="19846" y="235807"/>
                  </a:lnTo>
                  <a:lnTo>
                    <a:pt x="15299" y="236387"/>
                  </a:lnTo>
                  <a:lnTo>
                    <a:pt x="14499" y="235754"/>
                  </a:lnTo>
                  <a:lnTo>
                    <a:pt x="13059" y="236299"/>
                  </a:lnTo>
                  <a:lnTo>
                    <a:pt x="11365" y="236408"/>
                  </a:lnTo>
                  <a:lnTo>
                    <a:pt x="9724" y="236186"/>
                  </a:lnTo>
                  <a:lnTo>
                    <a:pt x="7607" y="232078"/>
                  </a:lnTo>
                  <a:lnTo>
                    <a:pt x="6113" y="230265"/>
                  </a:lnTo>
                  <a:lnTo>
                    <a:pt x="4993" y="231006"/>
                  </a:lnTo>
                  <a:lnTo>
                    <a:pt x="4030" y="230185"/>
                  </a:lnTo>
                  <a:lnTo>
                    <a:pt x="3236" y="231047"/>
                  </a:lnTo>
                  <a:lnTo>
                    <a:pt x="2236" y="230347"/>
                  </a:lnTo>
                  <a:lnTo>
                    <a:pt x="3004" y="229525"/>
                  </a:lnTo>
                  <a:lnTo>
                    <a:pt x="2944" y="229092"/>
                  </a:lnTo>
                  <a:lnTo>
                    <a:pt x="2294" y="228241"/>
                  </a:lnTo>
                  <a:lnTo>
                    <a:pt x="2380" y="227758"/>
                  </a:lnTo>
                  <a:lnTo>
                    <a:pt x="2751" y="226874"/>
                  </a:lnTo>
                  <a:lnTo>
                    <a:pt x="3191" y="226764"/>
                  </a:lnTo>
                  <a:lnTo>
                    <a:pt x="3092" y="226315"/>
                  </a:lnTo>
                  <a:lnTo>
                    <a:pt x="3929" y="225596"/>
                  </a:lnTo>
                  <a:lnTo>
                    <a:pt x="3404" y="224495"/>
                  </a:lnTo>
                  <a:lnTo>
                    <a:pt x="1371" y="223384"/>
                  </a:lnTo>
                  <a:lnTo>
                    <a:pt x="2574" y="222294"/>
                  </a:lnTo>
                  <a:lnTo>
                    <a:pt x="1889" y="220721"/>
                  </a:lnTo>
                  <a:lnTo>
                    <a:pt x="533" y="220256"/>
                  </a:lnTo>
                  <a:lnTo>
                    <a:pt x="285" y="221084"/>
                  </a:lnTo>
                  <a:lnTo>
                    <a:pt x="0" y="220908"/>
                  </a:lnTo>
                  <a:lnTo>
                    <a:pt x="503" y="219332"/>
                  </a:lnTo>
                  <a:lnTo>
                    <a:pt x="3492" y="215660"/>
                  </a:lnTo>
                  <a:lnTo>
                    <a:pt x="3906" y="214799"/>
                  </a:lnTo>
                  <a:lnTo>
                    <a:pt x="4006" y="213502"/>
                  </a:lnTo>
                  <a:lnTo>
                    <a:pt x="5072" y="212355"/>
                  </a:lnTo>
                  <a:lnTo>
                    <a:pt x="8891" y="213171"/>
                  </a:lnTo>
                  <a:lnTo>
                    <a:pt x="9381" y="211725"/>
                  </a:lnTo>
                  <a:lnTo>
                    <a:pt x="11206" y="210125"/>
                  </a:lnTo>
                  <a:lnTo>
                    <a:pt x="12790" y="206665"/>
                  </a:lnTo>
                  <a:lnTo>
                    <a:pt x="15936" y="207590"/>
                  </a:lnTo>
                  <a:lnTo>
                    <a:pt x="16321" y="207471"/>
                  </a:lnTo>
                  <a:lnTo>
                    <a:pt x="16215" y="207158"/>
                  </a:lnTo>
                  <a:lnTo>
                    <a:pt x="16418" y="206718"/>
                  </a:lnTo>
                  <a:lnTo>
                    <a:pt x="19336" y="206757"/>
                  </a:lnTo>
                  <a:lnTo>
                    <a:pt x="19381" y="206382"/>
                  </a:lnTo>
                  <a:lnTo>
                    <a:pt x="20337" y="206743"/>
                  </a:lnTo>
                  <a:lnTo>
                    <a:pt x="21527" y="202580"/>
                  </a:lnTo>
                  <a:lnTo>
                    <a:pt x="22133" y="199396"/>
                  </a:lnTo>
                  <a:lnTo>
                    <a:pt x="22880" y="199171"/>
                  </a:lnTo>
                  <a:lnTo>
                    <a:pt x="22626" y="198303"/>
                  </a:lnTo>
                  <a:lnTo>
                    <a:pt x="21899" y="198117"/>
                  </a:lnTo>
                  <a:lnTo>
                    <a:pt x="21463" y="195453"/>
                  </a:lnTo>
                  <a:lnTo>
                    <a:pt x="23944" y="194829"/>
                  </a:lnTo>
                  <a:lnTo>
                    <a:pt x="23262" y="194095"/>
                  </a:lnTo>
                  <a:lnTo>
                    <a:pt x="22901" y="193297"/>
                  </a:lnTo>
                  <a:lnTo>
                    <a:pt x="23999" y="192377"/>
                  </a:lnTo>
                  <a:lnTo>
                    <a:pt x="27141" y="192254"/>
                  </a:lnTo>
                  <a:lnTo>
                    <a:pt x="26270" y="190487"/>
                  </a:lnTo>
                  <a:lnTo>
                    <a:pt x="24085" y="187639"/>
                  </a:lnTo>
                  <a:lnTo>
                    <a:pt x="24257" y="187377"/>
                  </a:lnTo>
                  <a:lnTo>
                    <a:pt x="23952" y="186243"/>
                  </a:lnTo>
                  <a:lnTo>
                    <a:pt x="23270" y="186182"/>
                  </a:lnTo>
                  <a:lnTo>
                    <a:pt x="22965" y="184521"/>
                  </a:lnTo>
                  <a:lnTo>
                    <a:pt x="22555" y="183571"/>
                  </a:lnTo>
                  <a:lnTo>
                    <a:pt x="21913" y="182797"/>
                  </a:lnTo>
                  <a:lnTo>
                    <a:pt x="20094" y="181834"/>
                  </a:lnTo>
                  <a:lnTo>
                    <a:pt x="19272" y="180804"/>
                  </a:lnTo>
                  <a:lnTo>
                    <a:pt x="20797" y="179377"/>
                  </a:lnTo>
                  <a:lnTo>
                    <a:pt x="23696" y="179764"/>
                  </a:lnTo>
                  <a:lnTo>
                    <a:pt x="26275" y="179579"/>
                  </a:lnTo>
                  <a:lnTo>
                    <a:pt x="26424" y="178942"/>
                  </a:lnTo>
                  <a:lnTo>
                    <a:pt x="28777" y="179282"/>
                  </a:lnTo>
                  <a:lnTo>
                    <a:pt x="32320" y="178661"/>
                  </a:lnTo>
                  <a:lnTo>
                    <a:pt x="32575" y="177346"/>
                  </a:lnTo>
                  <a:lnTo>
                    <a:pt x="30940" y="175876"/>
                  </a:lnTo>
                  <a:lnTo>
                    <a:pt x="29571" y="175876"/>
                  </a:lnTo>
                  <a:lnTo>
                    <a:pt x="28808" y="175016"/>
                  </a:lnTo>
                  <a:lnTo>
                    <a:pt x="28503" y="174227"/>
                  </a:lnTo>
                  <a:lnTo>
                    <a:pt x="28642" y="173365"/>
                  </a:lnTo>
                  <a:lnTo>
                    <a:pt x="29652" y="173070"/>
                  </a:lnTo>
                  <a:lnTo>
                    <a:pt x="29869" y="172317"/>
                  </a:lnTo>
                  <a:lnTo>
                    <a:pt x="31019" y="171863"/>
                  </a:lnTo>
                  <a:lnTo>
                    <a:pt x="30989" y="172926"/>
                  </a:lnTo>
                  <a:lnTo>
                    <a:pt x="32221" y="172544"/>
                  </a:lnTo>
                  <a:lnTo>
                    <a:pt x="32957" y="172574"/>
                  </a:lnTo>
                  <a:lnTo>
                    <a:pt x="34949" y="173534"/>
                  </a:lnTo>
                  <a:lnTo>
                    <a:pt x="38059" y="171369"/>
                  </a:lnTo>
                  <a:lnTo>
                    <a:pt x="38421" y="171329"/>
                  </a:lnTo>
                  <a:lnTo>
                    <a:pt x="38075" y="170781"/>
                  </a:lnTo>
                  <a:lnTo>
                    <a:pt x="40397" y="170821"/>
                  </a:lnTo>
                  <a:lnTo>
                    <a:pt x="40789" y="170133"/>
                  </a:lnTo>
                  <a:lnTo>
                    <a:pt x="40275" y="169527"/>
                  </a:lnTo>
                  <a:lnTo>
                    <a:pt x="40218" y="168375"/>
                  </a:lnTo>
                  <a:lnTo>
                    <a:pt x="38337" y="167074"/>
                  </a:lnTo>
                  <a:lnTo>
                    <a:pt x="35694" y="166281"/>
                  </a:lnTo>
                  <a:lnTo>
                    <a:pt x="34737" y="165590"/>
                  </a:lnTo>
                  <a:lnTo>
                    <a:pt x="34578" y="164792"/>
                  </a:lnTo>
                  <a:lnTo>
                    <a:pt x="35544" y="164143"/>
                  </a:lnTo>
                  <a:lnTo>
                    <a:pt x="36550" y="163075"/>
                  </a:lnTo>
                  <a:lnTo>
                    <a:pt x="38968" y="162228"/>
                  </a:lnTo>
                  <a:lnTo>
                    <a:pt x="39761" y="164978"/>
                  </a:lnTo>
                  <a:lnTo>
                    <a:pt x="41035" y="164660"/>
                  </a:lnTo>
                  <a:lnTo>
                    <a:pt x="42431" y="164709"/>
                  </a:lnTo>
                  <a:lnTo>
                    <a:pt x="42113" y="165907"/>
                  </a:lnTo>
                  <a:lnTo>
                    <a:pt x="43901" y="166006"/>
                  </a:lnTo>
                  <a:lnTo>
                    <a:pt x="43478" y="167760"/>
                  </a:lnTo>
                  <a:lnTo>
                    <a:pt x="44810" y="168058"/>
                  </a:lnTo>
                  <a:lnTo>
                    <a:pt x="44257" y="169421"/>
                  </a:lnTo>
                  <a:lnTo>
                    <a:pt x="42826" y="169018"/>
                  </a:lnTo>
                  <a:lnTo>
                    <a:pt x="42015" y="170598"/>
                  </a:lnTo>
                  <a:lnTo>
                    <a:pt x="44083" y="171577"/>
                  </a:lnTo>
                  <a:lnTo>
                    <a:pt x="46961" y="173891"/>
                  </a:lnTo>
                  <a:lnTo>
                    <a:pt x="49307" y="174651"/>
                  </a:lnTo>
                  <a:lnTo>
                    <a:pt x="50831" y="174777"/>
                  </a:lnTo>
                  <a:lnTo>
                    <a:pt x="53463" y="175786"/>
                  </a:lnTo>
                  <a:lnTo>
                    <a:pt x="52595" y="173905"/>
                  </a:lnTo>
                  <a:lnTo>
                    <a:pt x="51356" y="171979"/>
                  </a:lnTo>
                  <a:lnTo>
                    <a:pt x="51537" y="171056"/>
                  </a:lnTo>
                  <a:lnTo>
                    <a:pt x="50921" y="169693"/>
                  </a:lnTo>
                  <a:lnTo>
                    <a:pt x="48801" y="169012"/>
                  </a:lnTo>
                  <a:lnTo>
                    <a:pt x="49201" y="168332"/>
                  </a:lnTo>
                  <a:lnTo>
                    <a:pt x="50170" y="167551"/>
                  </a:lnTo>
                  <a:lnTo>
                    <a:pt x="50288" y="166873"/>
                  </a:lnTo>
                  <a:lnTo>
                    <a:pt x="51248" y="165936"/>
                  </a:lnTo>
                  <a:lnTo>
                    <a:pt x="52824" y="163801"/>
                  </a:lnTo>
                  <a:lnTo>
                    <a:pt x="55144" y="164284"/>
                  </a:lnTo>
                  <a:lnTo>
                    <a:pt x="55062" y="164013"/>
                  </a:lnTo>
                  <a:lnTo>
                    <a:pt x="55375" y="163546"/>
                  </a:lnTo>
                  <a:lnTo>
                    <a:pt x="56428" y="163812"/>
                  </a:lnTo>
                  <a:lnTo>
                    <a:pt x="57562" y="163349"/>
                  </a:lnTo>
                  <a:lnTo>
                    <a:pt x="58096" y="160908"/>
                  </a:lnTo>
                  <a:lnTo>
                    <a:pt x="58816" y="159588"/>
                  </a:lnTo>
                  <a:lnTo>
                    <a:pt x="58725" y="159384"/>
                  </a:lnTo>
                  <a:lnTo>
                    <a:pt x="59621" y="158892"/>
                  </a:lnTo>
                  <a:lnTo>
                    <a:pt x="59783" y="158528"/>
                  </a:lnTo>
                  <a:lnTo>
                    <a:pt x="60809" y="158088"/>
                  </a:lnTo>
                  <a:lnTo>
                    <a:pt x="62768" y="157854"/>
                  </a:lnTo>
                  <a:lnTo>
                    <a:pt x="64035" y="157952"/>
                  </a:lnTo>
                  <a:lnTo>
                    <a:pt x="65156" y="158607"/>
                  </a:lnTo>
                  <a:lnTo>
                    <a:pt x="66313" y="158895"/>
                  </a:lnTo>
                  <a:lnTo>
                    <a:pt x="66685" y="157217"/>
                  </a:lnTo>
                  <a:lnTo>
                    <a:pt x="65123" y="156844"/>
                  </a:lnTo>
                  <a:lnTo>
                    <a:pt x="65374" y="156032"/>
                  </a:lnTo>
                  <a:lnTo>
                    <a:pt x="64936" y="155452"/>
                  </a:lnTo>
                  <a:lnTo>
                    <a:pt x="65886" y="154967"/>
                  </a:lnTo>
                  <a:lnTo>
                    <a:pt x="66343" y="152721"/>
                  </a:lnTo>
                  <a:lnTo>
                    <a:pt x="67754" y="150177"/>
                  </a:lnTo>
                  <a:lnTo>
                    <a:pt x="69301" y="149840"/>
                  </a:lnTo>
                  <a:lnTo>
                    <a:pt x="69701" y="149310"/>
                  </a:lnTo>
                  <a:lnTo>
                    <a:pt x="70643" y="146212"/>
                  </a:lnTo>
                  <a:lnTo>
                    <a:pt x="71649" y="144430"/>
                  </a:lnTo>
                  <a:lnTo>
                    <a:pt x="72088" y="141810"/>
                  </a:lnTo>
                  <a:lnTo>
                    <a:pt x="71340" y="139944"/>
                  </a:lnTo>
                  <a:lnTo>
                    <a:pt x="70460" y="138523"/>
                  </a:lnTo>
                  <a:lnTo>
                    <a:pt x="69543" y="136619"/>
                  </a:lnTo>
                  <a:lnTo>
                    <a:pt x="68960" y="134707"/>
                  </a:lnTo>
                  <a:lnTo>
                    <a:pt x="69711" y="134525"/>
                  </a:lnTo>
                  <a:lnTo>
                    <a:pt x="69604" y="133270"/>
                  </a:lnTo>
                  <a:lnTo>
                    <a:pt x="70065" y="131144"/>
                  </a:lnTo>
                  <a:lnTo>
                    <a:pt x="71454" y="130503"/>
                  </a:lnTo>
                  <a:lnTo>
                    <a:pt x="71524" y="129767"/>
                  </a:lnTo>
                  <a:lnTo>
                    <a:pt x="72496" y="129049"/>
                  </a:lnTo>
                  <a:lnTo>
                    <a:pt x="72668" y="128257"/>
                  </a:lnTo>
                  <a:lnTo>
                    <a:pt x="73010" y="128127"/>
                  </a:lnTo>
                  <a:lnTo>
                    <a:pt x="73554" y="128587"/>
                  </a:lnTo>
                  <a:lnTo>
                    <a:pt x="74055" y="130979"/>
                  </a:lnTo>
                  <a:lnTo>
                    <a:pt x="76509" y="130633"/>
                  </a:lnTo>
                  <a:lnTo>
                    <a:pt x="77778" y="130939"/>
                  </a:lnTo>
                  <a:lnTo>
                    <a:pt x="77943" y="131155"/>
                  </a:lnTo>
                  <a:lnTo>
                    <a:pt x="77385" y="131677"/>
                  </a:lnTo>
                  <a:lnTo>
                    <a:pt x="77178" y="132344"/>
                  </a:lnTo>
                  <a:lnTo>
                    <a:pt x="78079" y="133932"/>
                  </a:lnTo>
                  <a:lnTo>
                    <a:pt x="78608" y="135714"/>
                  </a:lnTo>
                  <a:lnTo>
                    <a:pt x="79186" y="136414"/>
                  </a:lnTo>
                  <a:lnTo>
                    <a:pt x="79425" y="136138"/>
                  </a:lnTo>
                  <a:lnTo>
                    <a:pt x="80199" y="136089"/>
                  </a:lnTo>
                  <a:lnTo>
                    <a:pt x="80929" y="135613"/>
                  </a:lnTo>
                  <a:lnTo>
                    <a:pt x="81045" y="136158"/>
                  </a:lnTo>
                  <a:lnTo>
                    <a:pt x="82464" y="136888"/>
                  </a:lnTo>
                  <a:lnTo>
                    <a:pt x="82760" y="139411"/>
                  </a:lnTo>
                  <a:lnTo>
                    <a:pt x="82715" y="139680"/>
                  </a:lnTo>
                  <a:lnTo>
                    <a:pt x="82016" y="139771"/>
                  </a:lnTo>
                  <a:lnTo>
                    <a:pt x="82166" y="141885"/>
                  </a:lnTo>
                  <a:lnTo>
                    <a:pt x="84112" y="142400"/>
                  </a:lnTo>
                  <a:lnTo>
                    <a:pt x="83990" y="143798"/>
                  </a:lnTo>
                  <a:lnTo>
                    <a:pt x="84419" y="144136"/>
                  </a:lnTo>
                  <a:lnTo>
                    <a:pt x="85155" y="144289"/>
                  </a:lnTo>
                  <a:lnTo>
                    <a:pt x="87167" y="144163"/>
                  </a:lnTo>
                  <a:lnTo>
                    <a:pt x="87404" y="144871"/>
                  </a:lnTo>
                  <a:lnTo>
                    <a:pt x="88867" y="144277"/>
                  </a:lnTo>
                  <a:lnTo>
                    <a:pt x="90257" y="144159"/>
                  </a:lnTo>
                  <a:lnTo>
                    <a:pt x="91051" y="144591"/>
                  </a:lnTo>
                  <a:lnTo>
                    <a:pt x="93321" y="144696"/>
                  </a:lnTo>
                  <a:lnTo>
                    <a:pt x="96019" y="145609"/>
                  </a:lnTo>
                  <a:lnTo>
                    <a:pt x="97464" y="145707"/>
                  </a:lnTo>
                  <a:lnTo>
                    <a:pt x="98337" y="146029"/>
                  </a:lnTo>
                  <a:lnTo>
                    <a:pt x="101980" y="144647"/>
                  </a:lnTo>
                  <a:lnTo>
                    <a:pt x="104227" y="144703"/>
                  </a:lnTo>
                  <a:lnTo>
                    <a:pt x="107975" y="145382"/>
                  </a:lnTo>
                  <a:lnTo>
                    <a:pt x="109092" y="145923"/>
                  </a:lnTo>
                  <a:lnTo>
                    <a:pt x="110521" y="146234"/>
                  </a:lnTo>
                  <a:lnTo>
                    <a:pt x="111831" y="149181"/>
                  </a:lnTo>
                  <a:lnTo>
                    <a:pt x="112892" y="150186"/>
                  </a:lnTo>
                  <a:lnTo>
                    <a:pt x="115193" y="150494"/>
                  </a:lnTo>
                  <a:lnTo>
                    <a:pt x="116071" y="150854"/>
                  </a:lnTo>
                  <a:lnTo>
                    <a:pt x="118772" y="150465"/>
                  </a:lnTo>
                  <a:lnTo>
                    <a:pt x="120625" y="151188"/>
                  </a:lnTo>
                  <a:lnTo>
                    <a:pt x="121424" y="151134"/>
                  </a:lnTo>
                  <a:lnTo>
                    <a:pt x="124152" y="148798"/>
                  </a:lnTo>
                  <a:lnTo>
                    <a:pt x="125356" y="148323"/>
                  </a:lnTo>
                  <a:lnTo>
                    <a:pt x="126369" y="147544"/>
                  </a:lnTo>
                  <a:lnTo>
                    <a:pt x="126749" y="147194"/>
                  </a:lnTo>
                  <a:lnTo>
                    <a:pt x="126424" y="146619"/>
                  </a:lnTo>
                  <a:lnTo>
                    <a:pt x="124364" y="143823"/>
                  </a:lnTo>
                  <a:lnTo>
                    <a:pt x="123422" y="142349"/>
                  </a:lnTo>
                  <a:lnTo>
                    <a:pt x="123304" y="141788"/>
                  </a:lnTo>
                  <a:lnTo>
                    <a:pt x="122349" y="140745"/>
                  </a:lnTo>
                  <a:lnTo>
                    <a:pt x="122496" y="139625"/>
                  </a:lnTo>
                  <a:lnTo>
                    <a:pt x="123912" y="139588"/>
                  </a:lnTo>
                  <a:lnTo>
                    <a:pt x="123804" y="139098"/>
                  </a:lnTo>
                  <a:lnTo>
                    <a:pt x="124533" y="138819"/>
                  </a:lnTo>
                  <a:lnTo>
                    <a:pt x="123880" y="137420"/>
                  </a:lnTo>
                  <a:lnTo>
                    <a:pt x="122919" y="137118"/>
                  </a:lnTo>
                  <a:lnTo>
                    <a:pt x="123063" y="136778"/>
                  </a:lnTo>
                  <a:lnTo>
                    <a:pt x="123780" y="135369"/>
                  </a:lnTo>
                  <a:lnTo>
                    <a:pt x="125319" y="133428"/>
                  </a:lnTo>
                  <a:lnTo>
                    <a:pt x="126505" y="132851"/>
                  </a:lnTo>
                  <a:lnTo>
                    <a:pt x="126713" y="132501"/>
                  </a:lnTo>
                  <a:lnTo>
                    <a:pt x="129467" y="131291"/>
                  </a:lnTo>
                  <a:lnTo>
                    <a:pt x="132677" y="130614"/>
                  </a:lnTo>
                  <a:lnTo>
                    <a:pt x="133720" y="130188"/>
                  </a:lnTo>
                  <a:lnTo>
                    <a:pt x="135406" y="130619"/>
                  </a:lnTo>
                  <a:lnTo>
                    <a:pt x="139404" y="129873"/>
                  </a:lnTo>
                  <a:lnTo>
                    <a:pt x="138157" y="124594"/>
                  </a:lnTo>
                  <a:lnTo>
                    <a:pt x="137379" y="122529"/>
                  </a:lnTo>
                  <a:lnTo>
                    <a:pt x="135162" y="123095"/>
                  </a:lnTo>
                  <a:lnTo>
                    <a:pt x="133443" y="119491"/>
                  </a:lnTo>
                  <a:lnTo>
                    <a:pt x="133083" y="119665"/>
                  </a:lnTo>
                  <a:lnTo>
                    <a:pt x="132284" y="119571"/>
                  </a:lnTo>
                  <a:lnTo>
                    <a:pt x="132199" y="119912"/>
                  </a:lnTo>
                  <a:lnTo>
                    <a:pt x="132432" y="120291"/>
                  </a:lnTo>
                  <a:lnTo>
                    <a:pt x="131824" y="120598"/>
                  </a:lnTo>
                  <a:lnTo>
                    <a:pt x="131542" y="121159"/>
                  </a:lnTo>
                  <a:lnTo>
                    <a:pt x="130873" y="120905"/>
                  </a:lnTo>
                  <a:lnTo>
                    <a:pt x="131028" y="120158"/>
                  </a:lnTo>
                  <a:lnTo>
                    <a:pt x="130320" y="119716"/>
                  </a:lnTo>
                  <a:lnTo>
                    <a:pt x="130518" y="118632"/>
                  </a:lnTo>
                  <a:lnTo>
                    <a:pt x="129966" y="118340"/>
                  </a:lnTo>
                  <a:lnTo>
                    <a:pt x="129636" y="117578"/>
                  </a:lnTo>
                  <a:lnTo>
                    <a:pt x="128945" y="117736"/>
                  </a:lnTo>
                  <a:lnTo>
                    <a:pt x="127354" y="117410"/>
                  </a:lnTo>
                  <a:lnTo>
                    <a:pt x="125593" y="115919"/>
                  </a:lnTo>
                  <a:lnTo>
                    <a:pt x="123606" y="115699"/>
                  </a:lnTo>
                  <a:lnTo>
                    <a:pt x="122525" y="115946"/>
                  </a:lnTo>
                  <a:lnTo>
                    <a:pt x="119657" y="114411"/>
                  </a:lnTo>
                  <a:lnTo>
                    <a:pt x="119151" y="113931"/>
                  </a:lnTo>
                  <a:lnTo>
                    <a:pt x="118246" y="113785"/>
                  </a:lnTo>
                  <a:lnTo>
                    <a:pt x="117169" y="112130"/>
                  </a:lnTo>
                  <a:lnTo>
                    <a:pt x="117054" y="109787"/>
                  </a:lnTo>
                  <a:lnTo>
                    <a:pt x="116188" y="109426"/>
                  </a:lnTo>
                  <a:lnTo>
                    <a:pt x="115427" y="108564"/>
                  </a:lnTo>
                  <a:lnTo>
                    <a:pt x="114172" y="108428"/>
                  </a:lnTo>
                  <a:lnTo>
                    <a:pt x="112056" y="108681"/>
                  </a:lnTo>
                  <a:lnTo>
                    <a:pt x="109199" y="107783"/>
                  </a:lnTo>
                  <a:lnTo>
                    <a:pt x="108309" y="106385"/>
                  </a:lnTo>
                  <a:lnTo>
                    <a:pt x="107482" y="105693"/>
                  </a:lnTo>
                  <a:lnTo>
                    <a:pt x="107437" y="103523"/>
                  </a:lnTo>
                  <a:lnTo>
                    <a:pt x="106747" y="102805"/>
                  </a:lnTo>
                  <a:lnTo>
                    <a:pt x="105053" y="101911"/>
                  </a:lnTo>
                  <a:lnTo>
                    <a:pt x="104259" y="101166"/>
                  </a:lnTo>
                  <a:lnTo>
                    <a:pt x="106137" y="98144"/>
                  </a:lnTo>
                  <a:lnTo>
                    <a:pt x="106245" y="96792"/>
                  </a:lnTo>
                  <a:lnTo>
                    <a:pt x="105914" y="96390"/>
                  </a:lnTo>
                  <a:lnTo>
                    <a:pt x="104435" y="97169"/>
                  </a:lnTo>
                  <a:lnTo>
                    <a:pt x="103602" y="98025"/>
                  </a:lnTo>
                  <a:lnTo>
                    <a:pt x="102279" y="98662"/>
                  </a:lnTo>
                  <a:lnTo>
                    <a:pt x="99786" y="96393"/>
                  </a:lnTo>
                  <a:lnTo>
                    <a:pt x="99528" y="96431"/>
                  </a:lnTo>
                  <a:lnTo>
                    <a:pt x="99374" y="95885"/>
                  </a:lnTo>
                  <a:lnTo>
                    <a:pt x="98260" y="95684"/>
                  </a:lnTo>
                  <a:lnTo>
                    <a:pt x="97368" y="95794"/>
                  </a:lnTo>
                  <a:lnTo>
                    <a:pt x="93163" y="94551"/>
                  </a:lnTo>
                  <a:lnTo>
                    <a:pt x="92907" y="94269"/>
                  </a:lnTo>
                  <a:lnTo>
                    <a:pt x="97391" y="91777"/>
                  </a:lnTo>
                  <a:lnTo>
                    <a:pt x="96379" y="89921"/>
                  </a:lnTo>
                  <a:lnTo>
                    <a:pt x="94971" y="90202"/>
                  </a:lnTo>
                  <a:lnTo>
                    <a:pt x="94106" y="88790"/>
                  </a:lnTo>
                  <a:lnTo>
                    <a:pt x="94103" y="88035"/>
                  </a:lnTo>
                  <a:lnTo>
                    <a:pt x="93235" y="86031"/>
                  </a:lnTo>
                  <a:lnTo>
                    <a:pt x="93116" y="85149"/>
                  </a:lnTo>
                  <a:lnTo>
                    <a:pt x="94015" y="84571"/>
                  </a:lnTo>
                  <a:lnTo>
                    <a:pt x="94154" y="81802"/>
                  </a:lnTo>
                  <a:lnTo>
                    <a:pt x="97192" y="82325"/>
                  </a:lnTo>
                  <a:lnTo>
                    <a:pt x="99741" y="81193"/>
                  </a:lnTo>
                  <a:lnTo>
                    <a:pt x="102188" y="81115"/>
                  </a:lnTo>
                  <a:lnTo>
                    <a:pt x="103708" y="81394"/>
                  </a:lnTo>
                  <a:lnTo>
                    <a:pt x="106208" y="80973"/>
                  </a:lnTo>
                  <a:lnTo>
                    <a:pt x="111228" y="81321"/>
                  </a:lnTo>
                  <a:lnTo>
                    <a:pt x="115305" y="81922"/>
                  </a:lnTo>
                  <a:lnTo>
                    <a:pt x="116385" y="81184"/>
                  </a:lnTo>
                  <a:lnTo>
                    <a:pt x="118078" y="79650"/>
                  </a:lnTo>
                  <a:lnTo>
                    <a:pt x="119852" y="77601"/>
                  </a:lnTo>
                  <a:lnTo>
                    <a:pt x="122033" y="76664"/>
                  </a:lnTo>
                  <a:lnTo>
                    <a:pt x="122245" y="76176"/>
                  </a:lnTo>
                  <a:lnTo>
                    <a:pt x="122685" y="76085"/>
                  </a:lnTo>
                  <a:lnTo>
                    <a:pt x="124585" y="76305"/>
                  </a:lnTo>
                  <a:lnTo>
                    <a:pt x="127356" y="77369"/>
                  </a:lnTo>
                  <a:lnTo>
                    <a:pt x="129937" y="77687"/>
                  </a:lnTo>
                  <a:lnTo>
                    <a:pt x="134599" y="78819"/>
                  </a:lnTo>
                  <a:lnTo>
                    <a:pt x="136165" y="78915"/>
                  </a:lnTo>
                  <a:lnTo>
                    <a:pt x="139011" y="78404"/>
                  </a:lnTo>
                  <a:lnTo>
                    <a:pt x="140793" y="78988"/>
                  </a:lnTo>
                  <a:lnTo>
                    <a:pt x="142791" y="78971"/>
                  </a:lnTo>
                  <a:lnTo>
                    <a:pt x="143691" y="78535"/>
                  </a:lnTo>
                  <a:lnTo>
                    <a:pt x="144046" y="77885"/>
                  </a:lnTo>
                  <a:lnTo>
                    <a:pt x="144253" y="74689"/>
                  </a:lnTo>
                  <a:lnTo>
                    <a:pt x="143902" y="74016"/>
                  </a:lnTo>
                  <a:lnTo>
                    <a:pt x="145926" y="72440"/>
                  </a:lnTo>
                  <a:lnTo>
                    <a:pt x="146845" y="71381"/>
                  </a:lnTo>
                  <a:lnTo>
                    <a:pt x="148424" y="70783"/>
                  </a:lnTo>
                  <a:lnTo>
                    <a:pt x="151499" y="68904"/>
                  </a:lnTo>
                  <a:lnTo>
                    <a:pt x="154433" y="68152"/>
                  </a:lnTo>
                  <a:lnTo>
                    <a:pt x="155431" y="68198"/>
                  </a:lnTo>
                  <a:lnTo>
                    <a:pt x="156103" y="67985"/>
                  </a:lnTo>
                  <a:lnTo>
                    <a:pt x="157434" y="68198"/>
                  </a:lnTo>
                  <a:lnTo>
                    <a:pt x="158293" y="67862"/>
                  </a:lnTo>
                  <a:lnTo>
                    <a:pt x="159591" y="67840"/>
                  </a:lnTo>
                  <a:lnTo>
                    <a:pt x="160185" y="67507"/>
                  </a:lnTo>
                  <a:lnTo>
                    <a:pt x="162097" y="67066"/>
                  </a:lnTo>
                  <a:lnTo>
                    <a:pt x="162314" y="67103"/>
                  </a:lnTo>
                  <a:lnTo>
                    <a:pt x="162440" y="67546"/>
                  </a:lnTo>
                  <a:lnTo>
                    <a:pt x="163519" y="67310"/>
                  </a:lnTo>
                  <a:lnTo>
                    <a:pt x="164450" y="66581"/>
                  </a:lnTo>
                  <a:lnTo>
                    <a:pt x="163903" y="64645"/>
                  </a:lnTo>
                  <a:lnTo>
                    <a:pt x="164817" y="64375"/>
                  </a:lnTo>
                  <a:lnTo>
                    <a:pt x="164615" y="63728"/>
                  </a:lnTo>
                  <a:lnTo>
                    <a:pt x="164979" y="63588"/>
                  </a:lnTo>
                  <a:lnTo>
                    <a:pt x="164121" y="60571"/>
                  </a:lnTo>
                  <a:lnTo>
                    <a:pt x="164491" y="60405"/>
                  </a:lnTo>
                  <a:lnTo>
                    <a:pt x="165878" y="60195"/>
                  </a:lnTo>
                  <a:lnTo>
                    <a:pt x="167047" y="59691"/>
                  </a:lnTo>
                  <a:lnTo>
                    <a:pt x="167118" y="58670"/>
                  </a:lnTo>
                  <a:lnTo>
                    <a:pt x="168500" y="58175"/>
                  </a:lnTo>
                  <a:lnTo>
                    <a:pt x="170537" y="56572"/>
                  </a:lnTo>
                  <a:lnTo>
                    <a:pt x="171679" y="56571"/>
                  </a:lnTo>
                  <a:lnTo>
                    <a:pt x="172239" y="57022"/>
                  </a:lnTo>
                  <a:lnTo>
                    <a:pt x="172042" y="58614"/>
                  </a:lnTo>
                  <a:lnTo>
                    <a:pt x="173478" y="58887"/>
                  </a:lnTo>
                  <a:lnTo>
                    <a:pt x="175069" y="59760"/>
                  </a:lnTo>
                  <a:lnTo>
                    <a:pt x="176098" y="59766"/>
                  </a:lnTo>
                  <a:lnTo>
                    <a:pt x="176684" y="60276"/>
                  </a:lnTo>
                  <a:lnTo>
                    <a:pt x="177335" y="60238"/>
                  </a:lnTo>
                  <a:lnTo>
                    <a:pt x="179348" y="62108"/>
                  </a:lnTo>
                  <a:lnTo>
                    <a:pt x="178958" y="62731"/>
                  </a:lnTo>
                  <a:lnTo>
                    <a:pt x="179894" y="63556"/>
                  </a:lnTo>
                  <a:lnTo>
                    <a:pt x="181539" y="64115"/>
                  </a:lnTo>
                  <a:lnTo>
                    <a:pt x="182400" y="63523"/>
                  </a:lnTo>
                  <a:lnTo>
                    <a:pt x="183574" y="64523"/>
                  </a:lnTo>
                  <a:lnTo>
                    <a:pt x="184186" y="65405"/>
                  </a:lnTo>
                  <a:lnTo>
                    <a:pt x="183221" y="66150"/>
                  </a:lnTo>
                  <a:lnTo>
                    <a:pt x="184282" y="67196"/>
                  </a:lnTo>
                  <a:lnTo>
                    <a:pt x="185089" y="66394"/>
                  </a:lnTo>
                  <a:lnTo>
                    <a:pt x="186414" y="67544"/>
                  </a:lnTo>
                  <a:lnTo>
                    <a:pt x="187749" y="66072"/>
                  </a:lnTo>
                  <a:lnTo>
                    <a:pt x="189473" y="67020"/>
                  </a:lnTo>
                  <a:lnTo>
                    <a:pt x="190549" y="67131"/>
                  </a:lnTo>
                  <a:lnTo>
                    <a:pt x="191549" y="68694"/>
                  </a:lnTo>
                  <a:lnTo>
                    <a:pt x="193882" y="69950"/>
                  </a:lnTo>
                  <a:lnTo>
                    <a:pt x="193870" y="70602"/>
                  </a:lnTo>
                  <a:lnTo>
                    <a:pt x="198790" y="72040"/>
                  </a:lnTo>
                  <a:lnTo>
                    <a:pt x="197843" y="74109"/>
                  </a:lnTo>
                  <a:lnTo>
                    <a:pt x="199250" y="74767"/>
                  </a:lnTo>
                  <a:lnTo>
                    <a:pt x="199605" y="75217"/>
                  </a:lnTo>
                  <a:lnTo>
                    <a:pt x="199734" y="73710"/>
                  </a:lnTo>
                  <a:lnTo>
                    <a:pt x="200475" y="72907"/>
                  </a:lnTo>
                  <a:lnTo>
                    <a:pt x="200773" y="71997"/>
                  </a:lnTo>
                  <a:lnTo>
                    <a:pt x="201889" y="73643"/>
                  </a:lnTo>
                  <a:lnTo>
                    <a:pt x="204191" y="71413"/>
                  </a:lnTo>
                  <a:lnTo>
                    <a:pt x="208835" y="71352"/>
                  </a:lnTo>
                  <a:lnTo>
                    <a:pt x="208966" y="66910"/>
                  </a:lnTo>
                  <a:lnTo>
                    <a:pt x="209463" y="65068"/>
                  </a:lnTo>
                  <a:lnTo>
                    <a:pt x="210013" y="65244"/>
                  </a:lnTo>
                  <a:lnTo>
                    <a:pt x="210875" y="61674"/>
                  </a:lnTo>
                  <a:lnTo>
                    <a:pt x="211541" y="60168"/>
                  </a:lnTo>
                  <a:lnTo>
                    <a:pt x="212537" y="59867"/>
                  </a:lnTo>
                  <a:lnTo>
                    <a:pt x="213758" y="59855"/>
                  </a:lnTo>
                  <a:lnTo>
                    <a:pt x="214722" y="59080"/>
                  </a:lnTo>
                  <a:lnTo>
                    <a:pt x="215359" y="59120"/>
                  </a:lnTo>
                  <a:lnTo>
                    <a:pt x="216918" y="61236"/>
                  </a:lnTo>
                  <a:lnTo>
                    <a:pt x="215599" y="62653"/>
                  </a:lnTo>
                  <a:lnTo>
                    <a:pt x="215627" y="63231"/>
                  </a:lnTo>
                  <a:lnTo>
                    <a:pt x="217151" y="62494"/>
                  </a:lnTo>
                  <a:lnTo>
                    <a:pt x="218065" y="64975"/>
                  </a:lnTo>
                  <a:lnTo>
                    <a:pt x="218809" y="65995"/>
                  </a:lnTo>
                  <a:lnTo>
                    <a:pt x="219255" y="66235"/>
                  </a:lnTo>
                  <a:lnTo>
                    <a:pt x="220638" y="65582"/>
                  </a:lnTo>
                  <a:lnTo>
                    <a:pt x="221977" y="63911"/>
                  </a:lnTo>
                  <a:lnTo>
                    <a:pt x="220947" y="61701"/>
                  </a:lnTo>
                  <a:lnTo>
                    <a:pt x="220735" y="60555"/>
                  </a:lnTo>
                  <a:lnTo>
                    <a:pt x="224082" y="59268"/>
                  </a:lnTo>
                  <a:lnTo>
                    <a:pt x="227163" y="58961"/>
                  </a:lnTo>
                  <a:lnTo>
                    <a:pt x="228329" y="59431"/>
                  </a:lnTo>
                  <a:lnTo>
                    <a:pt x="229721" y="57641"/>
                  </a:lnTo>
                  <a:lnTo>
                    <a:pt x="230118" y="56633"/>
                  </a:lnTo>
                  <a:lnTo>
                    <a:pt x="229782" y="54496"/>
                  </a:lnTo>
                  <a:lnTo>
                    <a:pt x="230059" y="53767"/>
                  </a:lnTo>
                  <a:lnTo>
                    <a:pt x="233161" y="53954"/>
                  </a:lnTo>
                  <a:lnTo>
                    <a:pt x="234279" y="53775"/>
                  </a:lnTo>
                  <a:lnTo>
                    <a:pt x="235035" y="56315"/>
                  </a:lnTo>
                  <a:lnTo>
                    <a:pt x="234132" y="56911"/>
                  </a:lnTo>
                  <a:lnTo>
                    <a:pt x="235441" y="56720"/>
                  </a:lnTo>
                  <a:lnTo>
                    <a:pt x="236105" y="56164"/>
                  </a:lnTo>
                  <a:lnTo>
                    <a:pt x="238361" y="55498"/>
                  </a:lnTo>
                  <a:lnTo>
                    <a:pt x="240115" y="55613"/>
                  </a:lnTo>
                  <a:lnTo>
                    <a:pt x="240807" y="55986"/>
                  </a:lnTo>
                  <a:lnTo>
                    <a:pt x="241254" y="55862"/>
                  </a:lnTo>
                  <a:lnTo>
                    <a:pt x="242290" y="56498"/>
                  </a:lnTo>
                  <a:lnTo>
                    <a:pt x="242151" y="56902"/>
                  </a:lnTo>
                  <a:lnTo>
                    <a:pt x="242351" y="57020"/>
                  </a:lnTo>
                  <a:lnTo>
                    <a:pt x="243872" y="57223"/>
                  </a:lnTo>
                  <a:lnTo>
                    <a:pt x="245548" y="57826"/>
                  </a:lnTo>
                  <a:lnTo>
                    <a:pt x="245170" y="59476"/>
                  </a:lnTo>
                  <a:lnTo>
                    <a:pt x="249333" y="59817"/>
                  </a:lnTo>
                  <a:lnTo>
                    <a:pt x="253878" y="61522"/>
                  </a:lnTo>
                  <a:lnTo>
                    <a:pt x="255485" y="61196"/>
                  </a:lnTo>
                  <a:lnTo>
                    <a:pt x="254452" y="59581"/>
                  </a:lnTo>
                  <a:lnTo>
                    <a:pt x="254101" y="56825"/>
                  </a:lnTo>
                  <a:lnTo>
                    <a:pt x="254454" y="54034"/>
                  </a:lnTo>
                  <a:lnTo>
                    <a:pt x="255114" y="54111"/>
                  </a:lnTo>
                  <a:lnTo>
                    <a:pt x="255256" y="53280"/>
                  </a:lnTo>
                  <a:lnTo>
                    <a:pt x="256032" y="51936"/>
                  </a:lnTo>
                  <a:lnTo>
                    <a:pt x="256642" y="51954"/>
                  </a:lnTo>
                  <a:lnTo>
                    <a:pt x="257689" y="50097"/>
                  </a:lnTo>
                  <a:lnTo>
                    <a:pt x="258194" y="50099"/>
                  </a:lnTo>
                  <a:lnTo>
                    <a:pt x="259156" y="48537"/>
                  </a:lnTo>
                  <a:lnTo>
                    <a:pt x="259380" y="47144"/>
                  </a:lnTo>
                  <a:lnTo>
                    <a:pt x="260442" y="45694"/>
                  </a:lnTo>
                  <a:lnTo>
                    <a:pt x="259447" y="45086"/>
                  </a:lnTo>
                  <a:lnTo>
                    <a:pt x="257817" y="45039"/>
                  </a:lnTo>
                  <a:lnTo>
                    <a:pt x="257805" y="42269"/>
                  </a:lnTo>
                  <a:lnTo>
                    <a:pt x="257606" y="42155"/>
                  </a:lnTo>
                  <a:lnTo>
                    <a:pt x="256618" y="42319"/>
                  </a:lnTo>
                  <a:lnTo>
                    <a:pt x="254863" y="43564"/>
                  </a:lnTo>
                  <a:lnTo>
                    <a:pt x="254506" y="43269"/>
                  </a:lnTo>
                  <a:lnTo>
                    <a:pt x="254539" y="42981"/>
                  </a:lnTo>
                  <a:lnTo>
                    <a:pt x="256163" y="41662"/>
                  </a:lnTo>
                  <a:lnTo>
                    <a:pt x="256247" y="40341"/>
                  </a:lnTo>
                  <a:lnTo>
                    <a:pt x="255711" y="38848"/>
                  </a:lnTo>
                  <a:lnTo>
                    <a:pt x="255918" y="37584"/>
                  </a:lnTo>
                  <a:lnTo>
                    <a:pt x="255579" y="37503"/>
                  </a:lnTo>
                  <a:lnTo>
                    <a:pt x="255579" y="37246"/>
                  </a:lnTo>
                  <a:lnTo>
                    <a:pt x="255722" y="36592"/>
                  </a:lnTo>
                  <a:lnTo>
                    <a:pt x="256560" y="35747"/>
                  </a:lnTo>
                  <a:lnTo>
                    <a:pt x="256580" y="35425"/>
                  </a:lnTo>
                  <a:lnTo>
                    <a:pt x="254877" y="34382"/>
                  </a:lnTo>
                  <a:lnTo>
                    <a:pt x="255572" y="33083"/>
                  </a:lnTo>
                  <a:lnTo>
                    <a:pt x="253783" y="32596"/>
                  </a:lnTo>
                  <a:lnTo>
                    <a:pt x="252947" y="31670"/>
                  </a:lnTo>
                  <a:lnTo>
                    <a:pt x="252719" y="30654"/>
                  </a:lnTo>
                  <a:lnTo>
                    <a:pt x="251117" y="30015"/>
                  </a:lnTo>
                  <a:lnTo>
                    <a:pt x="251098" y="29149"/>
                  </a:lnTo>
                  <a:lnTo>
                    <a:pt x="250817" y="29002"/>
                  </a:lnTo>
                  <a:lnTo>
                    <a:pt x="251123" y="28849"/>
                  </a:lnTo>
                  <a:lnTo>
                    <a:pt x="251142" y="28571"/>
                  </a:lnTo>
                  <a:lnTo>
                    <a:pt x="254089" y="28001"/>
                  </a:lnTo>
                  <a:lnTo>
                    <a:pt x="255381" y="27371"/>
                  </a:lnTo>
                  <a:lnTo>
                    <a:pt x="257384" y="25677"/>
                  </a:lnTo>
                  <a:lnTo>
                    <a:pt x="257999" y="25704"/>
                  </a:lnTo>
                  <a:lnTo>
                    <a:pt x="258685" y="24821"/>
                  </a:lnTo>
                  <a:lnTo>
                    <a:pt x="259053" y="25015"/>
                  </a:lnTo>
                  <a:lnTo>
                    <a:pt x="261636" y="24555"/>
                  </a:lnTo>
                  <a:lnTo>
                    <a:pt x="262484" y="23819"/>
                  </a:lnTo>
                  <a:lnTo>
                    <a:pt x="265464" y="24489"/>
                  </a:lnTo>
                  <a:lnTo>
                    <a:pt x="266364" y="25081"/>
                  </a:lnTo>
                  <a:lnTo>
                    <a:pt x="267640" y="24429"/>
                  </a:lnTo>
                  <a:lnTo>
                    <a:pt x="269741" y="24362"/>
                  </a:lnTo>
                  <a:lnTo>
                    <a:pt x="271290" y="23858"/>
                  </a:lnTo>
                  <a:lnTo>
                    <a:pt x="275558" y="23897"/>
                  </a:lnTo>
                  <a:lnTo>
                    <a:pt x="278769" y="23076"/>
                  </a:lnTo>
                  <a:lnTo>
                    <a:pt x="280598" y="21871"/>
                  </a:lnTo>
                  <a:lnTo>
                    <a:pt x="280768" y="21940"/>
                  </a:lnTo>
                  <a:lnTo>
                    <a:pt x="280903" y="20902"/>
                  </a:lnTo>
                  <a:lnTo>
                    <a:pt x="281898" y="19134"/>
                  </a:lnTo>
                  <a:lnTo>
                    <a:pt x="281091" y="17315"/>
                  </a:lnTo>
                  <a:lnTo>
                    <a:pt x="281396" y="16454"/>
                  </a:lnTo>
                  <a:lnTo>
                    <a:pt x="282767" y="16141"/>
                  </a:lnTo>
                  <a:lnTo>
                    <a:pt x="283002" y="15643"/>
                  </a:lnTo>
                  <a:lnTo>
                    <a:pt x="284161" y="16215"/>
                  </a:lnTo>
                  <a:lnTo>
                    <a:pt x="284174" y="15042"/>
                  </a:lnTo>
                  <a:lnTo>
                    <a:pt x="284487" y="15039"/>
                  </a:lnTo>
                  <a:lnTo>
                    <a:pt x="284434" y="14169"/>
                  </a:lnTo>
                  <a:lnTo>
                    <a:pt x="283271" y="13434"/>
                  </a:lnTo>
                  <a:lnTo>
                    <a:pt x="284532" y="11451"/>
                  </a:lnTo>
                  <a:lnTo>
                    <a:pt x="285406" y="11029"/>
                  </a:lnTo>
                  <a:lnTo>
                    <a:pt x="286972" y="11384"/>
                  </a:lnTo>
                  <a:lnTo>
                    <a:pt x="288520" y="12101"/>
                  </a:lnTo>
                  <a:lnTo>
                    <a:pt x="289608" y="12960"/>
                  </a:lnTo>
                  <a:lnTo>
                    <a:pt x="290054" y="13027"/>
                  </a:lnTo>
                  <a:lnTo>
                    <a:pt x="291675" y="12634"/>
                  </a:lnTo>
                  <a:lnTo>
                    <a:pt x="292840" y="12795"/>
                  </a:lnTo>
                  <a:lnTo>
                    <a:pt x="295036" y="12292"/>
                  </a:lnTo>
                  <a:lnTo>
                    <a:pt x="295622" y="10649"/>
                  </a:lnTo>
                  <a:lnTo>
                    <a:pt x="296093" y="10651"/>
                  </a:lnTo>
                  <a:lnTo>
                    <a:pt x="298258" y="13016"/>
                  </a:lnTo>
                  <a:lnTo>
                    <a:pt x="298855" y="15049"/>
                  </a:lnTo>
                  <a:lnTo>
                    <a:pt x="301101" y="15703"/>
                  </a:lnTo>
                  <a:lnTo>
                    <a:pt x="302395" y="16753"/>
                  </a:lnTo>
                  <a:lnTo>
                    <a:pt x="304244" y="16567"/>
                  </a:lnTo>
                  <a:lnTo>
                    <a:pt x="306340" y="16191"/>
                  </a:lnTo>
                  <a:lnTo>
                    <a:pt x="308624" y="16676"/>
                  </a:lnTo>
                  <a:lnTo>
                    <a:pt x="309601" y="17413"/>
                  </a:lnTo>
                  <a:lnTo>
                    <a:pt x="311147" y="17878"/>
                  </a:lnTo>
                  <a:lnTo>
                    <a:pt x="313912" y="17792"/>
                  </a:lnTo>
                  <a:lnTo>
                    <a:pt x="314787" y="17480"/>
                  </a:lnTo>
                  <a:lnTo>
                    <a:pt x="315925" y="16343"/>
                  </a:lnTo>
                  <a:lnTo>
                    <a:pt x="318034" y="15021"/>
                  </a:lnTo>
                  <a:lnTo>
                    <a:pt x="319144" y="13513"/>
                  </a:lnTo>
                  <a:lnTo>
                    <a:pt x="320686" y="12550"/>
                  </a:lnTo>
                  <a:lnTo>
                    <a:pt x="322449" y="10776"/>
                  </a:lnTo>
                  <a:lnTo>
                    <a:pt x="322641" y="10432"/>
                  </a:lnTo>
                  <a:lnTo>
                    <a:pt x="322021" y="8964"/>
                  </a:lnTo>
                  <a:lnTo>
                    <a:pt x="321988" y="7405"/>
                  </a:lnTo>
                  <a:lnTo>
                    <a:pt x="322251" y="6663"/>
                  </a:lnTo>
                  <a:lnTo>
                    <a:pt x="322719" y="6314"/>
                  </a:lnTo>
                  <a:lnTo>
                    <a:pt x="323461" y="7495"/>
                  </a:lnTo>
                  <a:lnTo>
                    <a:pt x="326094" y="9624"/>
                  </a:lnTo>
                  <a:lnTo>
                    <a:pt x="329459" y="11206"/>
                  </a:lnTo>
                  <a:lnTo>
                    <a:pt x="332949" y="12223"/>
                  </a:lnTo>
                  <a:lnTo>
                    <a:pt x="334286" y="11909"/>
                  </a:lnTo>
                  <a:lnTo>
                    <a:pt x="335740" y="12233"/>
                  </a:lnTo>
                  <a:lnTo>
                    <a:pt x="337240" y="12161"/>
                  </a:lnTo>
                  <a:lnTo>
                    <a:pt x="337975" y="12371"/>
                  </a:lnTo>
                  <a:lnTo>
                    <a:pt x="341383" y="12517"/>
                  </a:lnTo>
                  <a:lnTo>
                    <a:pt x="341307" y="12926"/>
                  </a:lnTo>
                  <a:lnTo>
                    <a:pt x="341827" y="12488"/>
                  </a:lnTo>
                  <a:lnTo>
                    <a:pt x="343205" y="11915"/>
                  </a:lnTo>
                  <a:lnTo>
                    <a:pt x="344127" y="12034"/>
                  </a:lnTo>
                  <a:lnTo>
                    <a:pt x="345239" y="11858"/>
                  </a:lnTo>
                  <a:lnTo>
                    <a:pt x="346992" y="10990"/>
                  </a:lnTo>
                  <a:lnTo>
                    <a:pt x="347729" y="10377"/>
                  </a:lnTo>
                  <a:lnTo>
                    <a:pt x="347846" y="7388"/>
                  </a:lnTo>
                  <a:lnTo>
                    <a:pt x="349333" y="5190"/>
                  </a:lnTo>
                  <a:lnTo>
                    <a:pt x="349811" y="4055"/>
                  </a:lnTo>
                  <a:lnTo>
                    <a:pt x="351865" y="2041"/>
                  </a:lnTo>
                  <a:lnTo>
                    <a:pt x="353503" y="1664"/>
                  </a:lnTo>
                  <a:lnTo>
                    <a:pt x="354793" y="679"/>
                  </a:lnTo>
                  <a:lnTo>
                    <a:pt x="358677" y="0"/>
                  </a:lnTo>
                  <a:lnTo>
                    <a:pt x="360760" y="85"/>
                  </a:lnTo>
                  <a:lnTo>
                    <a:pt x="361380" y="516"/>
                  </a:lnTo>
                  <a:lnTo>
                    <a:pt x="362548" y="1939"/>
                  </a:lnTo>
                  <a:lnTo>
                    <a:pt x="364664" y="3387"/>
                  </a:lnTo>
                  <a:lnTo>
                    <a:pt x="365639" y="5472"/>
                  </a:lnTo>
                  <a:lnTo>
                    <a:pt x="366957" y="7029"/>
                  </a:lnTo>
                  <a:lnTo>
                    <a:pt x="368179" y="10856"/>
                  </a:lnTo>
                  <a:lnTo>
                    <a:pt x="369372" y="11446"/>
                  </a:lnTo>
                  <a:lnTo>
                    <a:pt x="369454" y="11048"/>
                  </a:lnTo>
                  <a:lnTo>
                    <a:pt x="371689" y="11847"/>
                  </a:lnTo>
                  <a:lnTo>
                    <a:pt x="373530" y="13779"/>
                  </a:lnTo>
                  <a:lnTo>
                    <a:pt x="375412" y="14506"/>
                  </a:lnTo>
                  <a:lnTo>
                    <a:pt x="374506" y="15464"/>
                  </a:lnTo>
                  <a:lnTo>
                    <a:pt x="373709" y="15265"/>
                  </a:lnTo>
                  <a:lnTo>
                    <a:pt x="370180" y="16853"/>
                  </a:lnTo>
                  <a:lnTo>
                    <a:pt x="370022" y="16416"/>
                  </a:lnTo>
                  <a:lnTo>
                    <a:pt x="366935" y="17488"/>
                  </a:lnTo>
                  <a:lnTo>
                    <a:pt x="366396" y="17946"/>
                  </a:lnTo>
                  <a:lnTo>
                    <a:pt x="364569" y="17989"/>
                  </a:lnTo>
                  <a:lnTo>
                    <a:pt x="362565" y="19186"/>
                  </a:lnTo>
                  <a:lnTo>
                    <a:pt x="362294" y="20077"/>
                  </a:lnTo>
                  <a:lnTo>
                    <a:pt x="361205" y="20477"/>
                  </a:lnTo>
                  <a:lnTo>
                    <a:pt x="360344" y="22627"/>
                  </a:lnTo>
                  <a:lnTo>
                    <a:pt x="360019" y="24389"/>
                  </a:lnTo>
                  <a:lnTo>
                    <a:pt x="357873" y="28300"/>
                  </a:lnTo>
                  <a:lnTo>
                    <a:pt x="357318" y="30537"/>
                  </a:lnTo>
                  <a:lnTo>
                    <a:pt x="357449" y="33098"/>
                  </a:lnTo>
                  <a:lnTo>
                    <a:pt x="357990" y="35073"/>
                  </a:lnTo>
                  <a:lnTo>
                    <a:pt x="358139" y="35527"/>
                  </a:lnTo>
                  <a:lnTo>
                    <a:pt x="359611" y="36093"/>
                  </a:lnTo>
                  <a:lnTo>
                    <a:pt x="361198" y="37053"/>
                  </a:lnTo>
                  <a:lnTo>
                    <a:pt x="361339" y="37640"/>
                  </a:lnTo>
                  <a:lnTo>
                    <a:pt x="362169" y="38520"/>
                  </a:lnTo>
                  <a:lnTo>
                    <a:pt x="363791" y="39398"/>
                  </a:lnTo>
                  <a:lnTo>
                    <a:pt x="363827" y="40243"/>
                  </a:lnTo>
                  <a:lnTo>
                    <a:pt x="366166" y="39910"/>
                  </a:lnTo>
                  <a:lnTo>
                    <a:pt x="369507" y="40400"/>
                  </a:lnTo>
                  <a:lnTo>
                    <a:pt x="370005" y="44577"/>
                  </a:lnTo>
                  <a:lnTo>
                    <a:pt x="370784" y="45432"/>
                  </a:lnTo>
                  <a:lnTo>
                    <a:pt x="373034" y="46618"/>
                  </a:lnTo>
                  <a:lnTo>
                    <a:pt x="374394" y="46921"/>
                  </a:lnTo>
                  <a:lnTo>
                    <a:pt x="375490" y="46765"/>
                  </a:lnTo>
                  <a:lnTo>
                    <a:pt x="377924" y="45630"/>
                  </a:lnTo>
                  <a:lnTo>
                    <a:pt x="380542" y="45535"/>
                  </a:lnTo>
                  <a:lnTo>
                    <a:pt x="381980" y="52112"/>
                  </a:lnTo>
                  <a:lnTo>
                    <a:pt x="381177" y="55448"/>
                  </a:lnTo>
                  <a:lnTo>
                    <a:pt x="380077" y="56457"/>
                  </a:lnTo>
                  <a:lnTo>
                    <a:pt x="385668" y="56606"/>
                  </a:lnTo>
                  <a:lnTo>
                    <a:pt x="388078" y="57099"/>
                  </a:lnTo>
                  <a:lnTo>
                    <a:pt x="390553" y="57794"/>
                  </a:lnTo>
                  <a:lnTo>
                    <a:pt x="393960" y="56975"/>
                  </a:lnTo>
                  <a:lnTo>
                    <a:pt x="395541" y="57230"/>
                  </a:lnTo>
                  <a:lnTo>
                    <a:pt x="397254" y="57093"/>
                  </a:lnTo>
                  <a:lnTo>
                    <a:pt x="401436" y="57428"/>
                  </a:lnTo>
                  <a:lnTo>
                    <a:pt x="402754" y="57183"/>
                  </a:lnTo>
                  <a:lnTo>
                    <a:pt x="403968" y="56605"/>
                  </a:lnTo>
                  <a:lnTo>
                    <a:pt x="404377" y="56842"/>
                  </a:lnTo>
                  <a:lnTo>
                    <a:pt x="405388" y="56514"/>
                  </a:lnTo>
                  <a:lnTo>
                    <a:pt x="412576" y="55846"/>
                  </a:lnTo>
                  <a:lnTo>
                    <a:pt x="418350" y="56205"/>
                  </a:lnTo>
                  <a:lnTo>
                    <a:pt x="422658" y="55977"/>
                  </a:lnTo>
                  <a:lnTo>
                    <a:pt x="424128" y="55484"/>
                  </a:lnTo>
                  <a:lnTo>
                    <a:pt x="424673" y="62016"/>
                  </a:lnTo>
                  <a:lnTo>
                    <a:pt x="423708" y="65357"/>
                  </a:lnTo>
                  <a:lnTo>
                    <a:pt x="423715" y="66564"/>
                  </a:lnTo>
                  <a:lnTo>
                    <a:pt x="425924" y="74676"/>
                  </a:lnTo>
                  <a:lnTo>
                    <a:pt x="426508" y="77820"/>
                  </a:lnTo>
                  <a:lnTo>
                    <a:pt x="426466" y="79589"/>
                  </a:lnTo>
                  <a:lnTo>
                    <a:pt x="427617" y="82156"/>
                  </a:lnTo>
                  <a:lnTo>
                    <a:pt x="425133" y="83856"/>
                  </a:lnTo>
                  <a:lnTo>
                    <a:pt x="425300" y="84297"/>
                  </a:lnTo>
                  <a:lnTo>
                    <a:pt x="423695" y="87139"/>
                  </a:lnTo>
                  <a:lnTo>
                    <a:pt x="422359" y="91322"/>
                  </a:lnTo>
                  <a:lnTo>
                    <a:pt x="421617" y="91883"/>
                  </a:lnTo>
                  <a:lnTo>
                    <a:pt x="421523" y="93333"/>
                  </a:lnTo>
                  <a:lnTo>
                    <a:pt x="420940" y="93625"/>
                  </a:lnTo>
                  <a:lnTo>
                    <a:pt x="421653" y="97113"/>
                  </a:lnTo>
                  <a:lnTo>
                    <a:pt x="425101" y="106080"/>
                  </a:lnTo>
                  <a:lnTo>
                    <a:pt x="424882" y="107209"/>
                  </a:lnTo>
                  <a:lnTo>
                    <a:pt x="424692" y="108257"/>
                  </a:lnTo>
                  <a:lnTo>
                    <a:pt x="425445" y="111623"/>
                  </a:lnTo>
                  <a:lnTo>
                    <a:pt x="426326" y="111227"/>
                  </a:lnTo>
                  <a:lnTo>
                    <a:pt x="427646" y="111592"/>
                  </a:lnTo>
                  <a:lnTo>
                    <a:pt x="427205" y="113238"/>
                  </a:lnTo>
                  <a:lnTo>
                    <a:pt x="426480" y="114190"/>
                  </a:lnTo>
                  <a:lnTo>
                    <a:pt x="429736" y="114234"/>
                  </a:lnTo>
                  <a:lnTo>
                    <a:pt x="430943" y="114000"/>
                  </a:lnTo>
                  <a:lnTo>
                    <a:pt x="431113" y="114461"/>
                  </a:lnTo>
                  <a:lnTo>
                    <a:pt x="431526" y="114717"/>
                  </a:lnTo>
                  <a:lnTo>
                    <a:pt x="433659" y="114596"/>
                  </a:lnTo>
                  <a:lnTo>
                    <a:pt x="434100" y="114800"/>
                  </a:lnTo>
                  <a:lnTo>
                    <a:pt x="434316" y="116054"/>
                  </a:lnTo>
                  <a:lnTo>
                    <a:pt x="433930" y="116729"/>
                  </a:lnTo>
                  <a:lnTo>
                    <a:pt x="433449" y="116908"/>
                  </a:lnTo>
                  <a:lnTo>
                    <a:pt x="432094" y="116483"/>
                  </a:lnTo>
                  <a:lnTo>
                    <a:pt x="431736" y="117502"/>
                  </a:lnTo>
                  <a:lnTo>
                    <a:pt x="432103" y="117635"/>
                  </a:lnTo>
                  <a:lnTo>
                    <a:pt x="431834" y="118605"/>
                  </a:lnTo>
                  <a:lnTo>
                    <a:pt x="431328" y="119340"/>
                  </a:lnTo>
                  <a:lnTo>
                    <a:pt x="431532" y="119904"/>
                  </a:lnTo>
                  <a:lnTo>
                    <a:pt x="433243" y="118894"/>
                  </a:lnTo>
                  <a:lnTo>
                    <a:pt x="434820" y="118916"/>
                  </a:lnTo>
                  <a:lnTo>
                    <a:pt x="436612" y="118614"/>
                  </a:lnTo>
                  <a:lnTo>
                    <a:pt x="437147" y="120312"/>
                  </a:lnTo>
                  <a:lnTo>
                    <a:pt x="437916" y="121193"/>
                  </a:lnTo>
                  <a:lnTo>
                    <a:pt x="438470" y="123009"/>
                  </a:lnTo>
                  <a:lnTo>
                    <a:pt x="440877" y="126433"/>
                  </a:lnTo>
                  <a:lnTo>
                    <a:pt x="441620" y="126090"/>
                  </a:lnTo>
                  <a:lnTo>
                    <a:pt x="442522" y="127386"/>
                  </a:lnTo>
                  <a:lnTo>
                    <a:pt x="442310" y="130540"/>
                  </a:lnTo>
                  <a:lnTo>
                    <a:pt x="443068" y="134243"/>
                  </a:lnTo>
                  <a:lnTo>
                    <a:pt x="442001" y="137038"/>
                  </a:lnTo>
                  <a:lnTo>
                    <a:pt x="439947" y="134825"/>
                  </a:lnTo>
                  <a:lnTo>
                    <a:pt x="438254" y="133781"/>
                  </a:lnTo>
                  <a:lnTo>
                    <a:pt x="436966" y="133638"/>
                  </a:lnTo>
                  <a:lnTo>
                    <a:pt x="436349" y="133845"/>
                  </a:lnTo>
                  <a:lnTo>
                    <a:pt x="436291" y="134167"/>
                  </a:lnTo>
                  <a:lnTo>
                    <a:pt x="435841" y="134452"/>
                  </a:lnTo>
                  <a:lnTo>
                    <a:pt x="436052" y="134541"/>
                  </a:lnTo>
                  <a:lnTo>
                    <a:pt x="435018" y="136172"/>
                  </a:lnTo>
                  <a:lnTo>
                    <a:pt x="433874" y="136963"/>
                  </a:lnTo>
                  <a:lnTo>
                    <a:pt x="433354" y="137651"/>
                  </a:lnTo>
                  <a:lnTo>
                    <a:pt x="432753" y="139544"/>
                  </a:lnTo>
                  <a:lnTo>
                    <a:pt x="433129" y="141414"/>
                  </a:lnTo>
                  <a:lnTo>
                    <a:pt x="433718" y="142514"/>
                  </a:lnTo>
                  <a:lnTo>
                    <a:pt x="433246" y="143558"/>
                  </a:lnTo>
                  <a:lnTo>
                    <a:pt x="432081" y="144452"/>
                  </a:lnTo>
                  <a:lnTo>
                    <a:pt x="430001" y="146790"/>
                  </a:lnTo>
                  <a:lnTo>
                    <a:pt x="427202" y="148573"/>
                  </a:lnTo>
                  <a:lnTo>
                    <a:pt x="425567" y="148836"/>
                  </a:lnTo>
                  <a:lnTo>
                    <a:pt x="424971" y="149205"/>
                  </a:lnTo>
                  <a:lnTo>
                    <a:pt x="424031" y="150442"/>
                  </a:lnTo>
                  <a:lnTo>
                    <a:pt x="424198" y="151891"/>
                  </a:lnTo>
                  <a:lnTo>
                    <a:pt x="423971" y="153107"/>
                  </a:lnTo>
                  <a:lnTo>
                    <a:pt x="421633" y="153857"/>
                  </a:lnTo>
                  <a:lnTo>
                    <a:pt x="420594" y="155445"/>
                  </a:lnTo>
                  <a:lnTo>
                    <a:pt x="419747" y="156303"/>
                  </a:lnTo>
                  <a:lnTo>
                    <a:pt x="419486" y="156945"/>
                  </a:lnTo>
                  <a:lnTo>
                    <a:pt x="419434" y="160468"/>
                  </a:lnTo>
                  <a:lnTo>
                    <a:pt x="418401" y="164355"/>
                  </a:lnTo>
                  <a:lnTo>
                    <a:pt x="418574" y="166172"/>
                  </a:lnTo>
                  <a:lnTo>
                    <a:pt x="417104" y="166273"/>
                  </a:lnTo>
                  <a:lnTo>
                    <a:pt x="415947" y="166679"/>
                  </a:lnTo>
                  <a:lnTo>
                    <a:pt x="415036" y="166141"/>
                  </a:lnTo>
                  <a:lnTo>
                    <a:pt x="412716" y="165850"/>
                  </a:lnTo>
                  <a:lnTo>
                    <a:pt x="412107" y="165400"/>
                  </a:lnTo>
                  <a:lnTo>
                    <a:pt x="411927" y="164982"/>
                  </a:lnTo>
                  <a:lnTo>
                    <a:pt x="411436" y="165880"/>
                  </a:lnTo>
                  <a:lnTo>
                    <a:pt x="411643" y="167633"/>
                  </a:lnTo>
                  <a:lnTo>
                    <a:pt x="411097" y="168676"/>
                  </a:lnTo>
                  <a:lnTo>
                    <a:pt x="411160" y="169052"/>
                  </a:lnTo>
                  <a:lnTo>
                    <a:pt x="409014" y="168652"/>
                  </a:lnTo>
                  <a:lnTo>
                    <a:pt x="408634" y="167550"/>
                  </a:lnTo>
                  <a:lnTo>
                    <a:pt x="407703" y="168209"/>
                  </a:lnTo>
                  <a:lnTo>
                    <a:pt x="404777" y="168707"/>
                  </a:lnTo>
                  <a:lnTo>
                    <a:pt x="399798" y="170401"/>
                  </a:lnTo>
                  <a:lnTo>
                    <a:pt x="400379" y="172044"/>
                  </a:lnTo>
                  <a:lnTo>
                    <a:pt x="400257" y="173188"/>
                  </a:lnTo>
                  <a:lnTo>
                    <a:pt x="398911" y="175800"/>
                  </a:lnTo>
                  <a:lnTo>
                    <a:pt x="397332" y="177716"/>
                  </a:lnTo>
                  <a:lnTo>
                    <a:pt x="396831" y="179027"/>
                  </a:lnTo>
                  <a:lnTo>
                    <a:pt x="397005" y="179917"/>
                  </a:lnTo>
                  <a:lnTo>
                    <a:pt x="396199" y="183049"/>
                  </a:lnTo>
                  <a:lnTo>
                    <a:pt x="396115" y="185615"/>
                  </a:lnTo>
                  <a:lnTo>
                    <a:pt x="395813" y="186352"/>
                  </a:lnTo>
                  <a:lnTo>
                    <a:pt x="395581" y="188797"/>
                  </a:lnTo>
                  <a:lnTo>
                    <a:pt x="396057" y="191331"/>
                  </a:lnTo>
                  <a:lnTo>
                    <a:pt x="395413" y="193944"/>
                  </a:lnTo>
                  <a:lnTo>
                    <a:pt x="394917" y="194278"/>
                  </a:lnTo>
                  <a:lnTo>
                    <a:pt x="393771" y="196065"/>
                  </a:lnTo>
                  <a:lnTo>
                    <a:pt x="391152" y="195302"/>
                  </a:lnTo>
                  <a:lnTo>
                    <a:pt x="390400" y="195805"/>
                  </a:lnTo>
                  <a:lnTo>
                    <a:pt x="389265" y="201365"/>
                  </a:lnTo>
                  <a:lnTo>
                    <a:pt x="388679" y="202113"/>
                  </a:lnTo>
                  <a:lnTo>
                    <a:pt x="387801" y="204006"/>
                  </a:lnTo>
                  <a:lnTo>
                    <a:pt x="386944" y="207628"/>
                  </a:lnTo>
                  <a:lnTo>
                    <a:pt x="386560" y="208442"/>
                  </a:lnTo>
                  <a:lnTo>
                    <a:pt x="388423" y="208896"/>
                  </a:lnTo>
                  <a:lnTo>
                    <a:pt x="388918" y="210303"/>
                  </a:lnTo>
                  <a:lnTo>
                    <a:pt x="389878" y="211526"/>
                  </a:lnTo>
                  <a:lnTo>
                    <a:pt x="395289" y="215018"/>
                  </a:lnTo>
                  <a:lnTo>
                    <a:pt x="398526" y="215726"/>
                  </a:lnTo>
                  <a:lnTo>
                    <a:pt x="402052" y="216058"/>
                  </a:lnTo>
                  <a:lnTo>
                    <a:pt x="403227" y="216691"/>
                  </a:lnTo>
                  <a:lnTo>
                    <a:pt x="404017" y="216278"/>
                  </a:lnTo>
                  <a:lnTo>
                    <a:pt x="404956" y="216373"/>
                  </a:lnTo>
                  <a:lnTo>
                    <a:pt x="406203" y="217851"/>
                  </a:lnTo>
                  <a:lnTo>
                    <a:pt x="407801" y="217069"/>
                  </a:lnTo>
                  <a:lnTo>
                    <a:pt x="409321" y="218042"/>
                  </a:lnTo>
                  <a:lnTo>
                    <a:pt x="410268" y="217704"/>
                  </a:lnTo>
                  <a:lnTo>
                    <a:pt x="412364" y="218607"/>
                  </a:lnTo>
                  <a:lnTo>
                    <a:pt x="413481" y="218661"/>
                  </a:lnTo>
                  <a:lnTo>
                    <a:pt x="414418" y="218976"/>
                  </a:lnTo>
                  <a:lnTo>
                    <a:pt x="416492" y="220230"/>
                  </a:lnTo>
                  <a:lnTo>
                    <a:pt x="418599" y="220955"/>
                  </a:lnTo>
                  <a:lnTo>
                    <a:pt x="420400" y="220965"/>
                  </a:lnTo>
                  <a:lnTo>
                    <a:pt x="422722" y="220189"/>
                  </a:lnTo>
                  <a:lnTo>
                    <a:pt x="424494" y="220404"/>
                  </a:lnTo>
                  <a:lnTo>
                    <a:pt x="429630" y="222578"/>
                  </a:lnTo>
                  <a:lnTo>
                    <a:pt x="432409" y="225118"/>
                  </a:lnTo>
                  <a:lnTo>
                    <a:pt x="432593" y="225848"/>
                  </a:lnTo>
                  <a:lnTo>
                    <a:pt x="432513" y="226495"/>
                  </a:lnTo>
                  <a:lnTo>
                    <a:pt x="431045" y="227130"/>
                  </a:lnTo>
                  <a:lnTo>
                    <a:pt x="429308" y="228485"/>
                  </a:lnTo>
                  <a:lnTo>
                    <a:pt x="428679" y="228655"/>
                  </a:lnTo>
                  <a:lnTo>
                    <a:pt x="428090" y="227800"/>
                  </a:lnTo>
                  <a:lnTo>
                    <a:pt x="427684" y="228112"/>
                  </a:lnTo>
                  <a:lnTo>
                    <a:pt x="427322" y="228567"/>
                  </a:lnTo>
                  <a:lnTo>
                    <a:pt x="427211" y="229284"/>
                  </a:lnTo>
                  <a:lnTo>
                    <a:pt x="425918" y="230459"/>
                  </a:lnTo>
                  <a:lnTo>
                    <a:pt x="425818" y="231148"/>
                  </a:lnTo>
                  <a:lnTo>
                    <a:pt x="425445" y="231160"/>
                  </a:lnTo>
                  <a:lnTo>
                    <a:pt x="425212" y="231868"/>
                  </a:lnTo>
                  <a:lnTo>
                    <a:pt x="424267" y="232399"/>
                  </a:lnTo>
                  <a:lnTo>
                    <a:pt x="423025" y="232387"/>
                  </a:lnTo>
                  <a:lnTo>
                    <a:pt x="422262" y="233381"/>
                  </a:lnTo>
                  <a:lnTo>
                    <a:pt x="421499" y="233918"/>
                  </a:lnTo>
                  <a:lnTo>
                    <a:pt x="420265" y="234083"/>
                  </a:lnTo>
                  <a:lnTo>
                    <a:pt x="419997" y="234468"/>
                  </a:lnTo>
                  <a:lnTo>
                    <a:pt x="419581" y="234504"/>
                  </a:lnTo>
                  <a:lnTo>
                    <a:pt x="418793" y="235197"/>
                  </a:lnTo>
                  <a:lnTo>
                    <a:pt x="418579" y="234720"/>
                  </a:lnTo>
                  <a:lnTo>
                    <a:pt x="417669" y="235022"/>
                  </a:lnTo>
                  <a:lnTo>
                    <a:pt x="417437" y="235607"/>
                  </a:lnTo>
                  <a:lnTo>
                    <a:pt x="418081" y="236078"/>
                  </a:lnTo>
                  <a:lnTo>
                    <a:pt x="418011" y="236687"/>
                  </a:lnTo>
                  <a:lnTo>
                    <a:pt x="417340" y="237149"/>
                  </a:lnTo>
                  <a:lnTo>
                    <a:pt x="417304" y="237510"/>
                  </a:lnTo>
                  <a:lnTo>
                    <a:pt x="416525" y="237418"/>
                  </a:lnTo>
                  <a:lnTo>
                    <a:pt x="416246" y="238154"/>
                  </a:lnTo>
                  <a:lnTo>
                    <a:pt x="415548" y="238204"/>
                  </a:lnTo>
                  <a:lnTo>
                    <a:pt x="415447" y="239446"/>
                  </a:lnTo>
                  <a:lnTo>
                    <a:pt x="415147" y="239186"/>
                  </a:lnTo>
                  <a:lnTo>
                    <a:pt x="414787" y="239824"/>
                  </a:lnTo>
                  <a:lnTo>
                    <a:pt x="414126" y="239486"/>
                  </a:lnTo>
                  <a:lnTo>
                    <a:pt x="413764" y="239628"/>
                  </a:lnTo>
                  <a:lnTo>
                    <a:pt x="414114" y="239794"/>
                  </a:lnTo>
                  <a:lnTo>
                    <a:pt x="413715" y="240032"/>
                  </a:lnTo>
                  <a:lnTo>
                    <a:pt x="413813" y="240400"/>
                  </a:lnTo>
                  <a:lnTo>
                    <a:pt x="413515" y="240309"/>
                  </a:lnTo>
                  <a:lnTo>
                    <a:pt x="412399" y="241690"/>
                  </a:lnTo>
                  <a:lnTo>
                    <a:pt x="412655" y="242608"/>
                  </a:lnTo>
                  <a:lnTo>
                    <a:pt x="412206" y="243235"/>
                  </a:lnTo>
                  <a:lnTo>
                    <a:pt x="410777" y="243601"/>
                  </a:lnTo>
                  <a:lnTo>
                    <a:pt x="410535" y="244346"/>
                  </a:lnTo>
                  <a:lnTo>
                    <a:pt x="410011" y="244566"/>
                  </a:lnTo>
                  <a:lnTo>
                    <a:pt x="410038" y="244835"/>
                  </a:lnTo>
                  <a:lnTo>
                    <a:pt x="409566" y="244827"/>
                  </a:lnTo>
                  <a:lnTo>
                    <a:pt x="409102" y="245716"/>
                  </a:lnTo>
                  <a:lnTo>
                    <a:pt x="408336" y="246363"/>
                  </a:lnTo>
                  <a:lnTo>
                    <a:pt x="407805" y="246123"/>
                  </a:lnTo>
                  <a:lnTo>
                    <a:pt x="407723" y="245816"/>
                  </a:lnTo>
                  <a:lnTo>
                    <a:pt x="407034" y="246003"/>
                  </a:lnTo>
                  <a:lnTo>
                    <a:pt x="406778" y="247622"/>
                  </a:lnTo>
                  <a:lnTo>
                    <a:pt x="406192" y="248480"/>
                  </a:lnTo>
                  <a:lnTo>
                    <a:pt x="406221" y="248875"/>
                  </a:lnTo>
                  <a:lnTo>
                    <a:pt x="404877" y="249826"/>
                  </a:lnTo>
                  <a:lnTo>
                    <a:pt x="403941" y="250114"/>
                  </a:lnTo>
                  <a:lnTo>
                    <a:pt x="403885" y="250611"/>
                  </a:lnTo>
                  <a:lnTo>
                    <a:pt x="403749" y="250489"/>
                  </a:lnTo>
                  <a:lnTo>
                    <a:pt x="403523" y="250684"/>
                  </a:lnTo>
                  <a:lnTo>
                    <a:pt x="403009" y="250369"/>
                  </a:lnTo>
                  <a:lnTo>
                    <a:pt x="402588" y="250895"/>
                  </a:lnTo>
                  <a:lnTo>
                    <a:pt x="402656" y="251264"/>
                  </a:lnTo>
                  <a:lnTo>
                    <a:pt x="402287" y="251945"/>
                  </a:lnTo>
                  <a:lnTo>
                    <a:pt x="402184" y="251670"/>
                  </a:lnTo>
                  <a:lnTo>
                    <a:pt x="401938" y="251728"/>
                  </a:lnTo>
                  <a:lnTo>
                    <a:pt x="400538" y="253440"/>
                  </a:lnTo>
                  <a:lnTo>
                    <a:pt x="400381" y="255750"/>
                  </a:lnTo>
                  <a:lnTo>
                    <a:pt x="400646" y="256647"/>
                  </a:lnTo>
                  <a:lnTo>
                    <a:pt x="399890" y="257417"/>
                  </a:lnTo>
                  <a:lnTo>
                    <a:pt x="399735" y="258259"/>
                  </a:lnTo>
                  <a:lnTo>
                    <a:pt x="399262" y="258908"/>
                  </a:lnTo>
                  <a:lnTo>
                    <a:pt x="398534" y="259333"/>
                  </a:lnTo>
                  <a:lnTo>
                    <a:pt x="398361" y="260638"/>
                  </a:lnTo>
                  <a:lnTo>
                    <a:pt x="399602" y="262537"/>
                  </a:lnTo>
                  <a:lnTo>
                    <a:pt x="399826" y="263681"/>
                  </a:lnTo>
                  <a:lnTo>
                    <a:pt x="399741" y="264043"/>
                  </a:lnTo>
                  <a:lnTo>
                    <a:pt x="399106" y="264432"/>
                  </a:lnTo>
                  <a:lnTo>
                    <a:pt x="399087" y="265264"/>
                  </a:lnTo>
                  <a:lnTo>
                    <a:pt x="397482" y="264943"/>
                  </a:lnTo>
                  <a:lnTo>
                    <a:pt x="397524" y="264139"/>
                  </a:lnTo>
                  <a:lnTo>
                    <a:pt x="394611" y="264246"/>
                  </a:lnTo>
                  <a:lnTo>
                    <a:pt x="394609" y="262613"/>
                  </a:lnTo>
                  <a:lnTo>
                    <a:pt x="393933" y="261782"/>
                  </a:lnTo>
                  <a:lnTo>
                    <a:pt x="394005" y="260464"/>
                  </a:lnTo>
                  <a:lnTo>
                    <a:pt x="393282" y="260086"/>
                  </a:lnTo>
                  <a:lnTo>
                    <a:pt x="394959" y="258365"/>
                  </a:lnTo>
                  <a:lnTo>
                    <a:pt x="396211" y="256408"/>
                  </a:lnTo>
                  <a:lnTo>
                    <a:pt x="395319" y="256106"/>
                  </a:lnTo>
                  <a:lnTo>
                    <a:pt x="394942" y="255706"/>
                  </a:lnTo>
                  <a:lnTo>
                    <a:pt x="393656" y="255428"/>
                  </a:lnTo>
                  <a:lnTo>
                    <a:pt x="392101" y="254753"/>
                  </a:lnTo>
                  <a:lnTo>
                    <a:pt x="391556" y="255716"/>
                  </a:lnTo>
                  <a:lnTo>
                    <a:pt x="390809" y="256240"/>
                  </a:lnTo>
                  <a:lnTo>
                    <a:pt x="389387" y="256097"/>
                  </a:lnTo>
                  <a:lnTo>
                    <a:pt x="388856" y="257214"/>
                  </a:lnTo>
                  <a:lnTo>
                    <a:pt x="388006" y="256485"/>
                  </a:lnTo>
                  <a:lnTo>
                    <a:pt x="387448" y="256814"/>
                  </a:lnTo>
                  <a:lnTo>
                    <a:pt x="386011" y="259108"/>
                  </a:lnTo>
                  <a:lnTo>
                    <a:pt x="385387" y="258948"/>
                  </a:lnTo>
                  <a:lnTo>
                    <a:pt x="384390" y="262157"/>
                  </a:lnTo>
                  <a:lnTo>
                    <a:pt x="387529" y="263618"/>
                  </a:lnTo>
                  <a:lnTo>
                    <a:pt x="386880" y="264837"/>
                  </a:lnTo>
                  <a:lnTo>
                    <a:pt x="385689" y="264476"/>
                  </a:lnTo>
                  <a:lnTo>
                    <a:pt x="384452" y="266651"/>
                  </a:lnTo>
                  <a:lnTo>
                    <a:pt x="384553" y="268211"/>
                  </a:lnTo>
                  <a:lnTo>
                    <a:pt x="382740" y="270127"/>
                  </a:lnTo>
                  <a:lnTo>
                    <a:pt x="382423" y="270106"/>
                  </a:lnTo>
                  <a:lnTo>
                    <a:pt x="382363" y="271021"/>
                  </a:lnTo>
                  <a:lnTo>
                    <a:pt x="382654" y="272240"/>
                  </a:lnTo>
                  <a:lnTo>
                    <a:pt x="381926" y="271843"/>
                  </a:lnTo>
                  <a:lnTo>
                    <a:pt x="381621" y="272465"/>
                  </a:lnTo>
                  <a:lnTo>
                    <a:pt x="381745" y="273568"/>
                  </a:lnTo>
                  <a:lnTo>
                    <a:pt x="377779" y="277077"/>
                  </a:lnTo>
                  <a:lnTo>
                    <a:pt x="377880" y="277352"/>
                  </a:lnTo>
                  <a:lnTo>
                    <a:pt x="376007" y="278945"/>
                  </a:lnTo>
                  <a:lnTo>
                    <a:pt x="375460" y="280178"/>
                  </a:lnTo>
                  <a:lnTo>
                    <a:pt x="377482" y="282222"/>
                  </a:lnTo>
                  <a:lnTo>
                    <a:pt x="375636" y="283259"/>
                  </a:lnTo>
                  <a:lnTo>
                    <a:pt x="374988" y="282704"/>
                  </a:lnTo>
                  <a:lnTo>
                    <a:pt x="373482" y="284077"/>
                  </a:lnTo>
                  <a:lnTo>
                    <a:pt x="370881" y="283369"/>
                  </a:lnTo>
                  <a:lnTo>
                    <a:pt x="367567" y="282081"/>
                  </a:lnTo>
                  <a:lnTo>
                    <a:pt x="367916" y="280979"/>
                  </a:lnTo>
                  <a:lnTo>
                    <a:pt x="365128" y="279700"/>
                  </a:lnTo>
                  <a:lnTo>
                    <a:pt x="364988" y="280329"/>
                  </a:lnTo>
                  <a:lnTo>
                    <a:pt x="364678" y="280558"/>
                  </a:lnTo>
                  <a:lnTo>
                    <a:pt x="364396" y="280118"/>
                  </a:lnTo>
                  <a:lnTo>
                    <a:pt x="364324" y="280824"/>
                  </a:lnTo>
                  <a:lnTo>
                    <a:pt x="363917" y="281064"/>
                  </a:lnTo>
                  <a:lnTo>
                    <a:pt x="364160" y="281100"/>
                  </a:lnTo>
                  <a:lnTo>
                    <a:pt x="363903" y="281685"/>
                  </a:lnTo>
                  <a:lnTo>
                    <a:pt x="362003" y="281919"/>
                  </a:lnTo>
                  <a:lnTo>
                    <a:pt x="361546" y="282228"/>
                  </a:lnTo>
                  <a:lnTo>
                    <a:pt x="360681" y="284434"/>
                  </a:lnTo>
                  <a:lnTo>
                    <a:pt x="360816" y="285422"/>
                  </a:lnTo>
                  <a:lnTo>
                    <a:pt x="359172" y="286917"/>
                  </a:lnTo>
                  <a:lnTo>
                    <a:pt x="359259" y="287365"/>
                  </a:lnTo>
                  <a:lnTo>
                    <a:pt x="358919" y="287673"/>
                  </a:lnTo>
                  <a:lnTo>
                    <a:pt x="358703" y="288417"/>
                  </a:lnTo>
                  <a:lnTo>
                    <a:pt x="356443" y="291333"/>
                  </a:lnTo>
                  <a:lnTo>
                    <a:pt x="356088" y="291547"/>
                  </a:lnTo>
                  <a:lnTo>
                    <a:pt x="355886" y="291161"/>
                  </a:lnTo>
                  <a:lnTo>
                    <a:pt x="355694" y="291544"/>
                  </a:lnTo>
                  <a:lnTo>
                    <a:pt x="355913" y="291699"/>
                  </a:lnTo>
                  <a:lnTo>
                    <a:pt x="355590" y="291849"/>
                  </a:lnTo>
                  <a:lnTo>
                    <a:pt x="356238" y="293796"/>
                  </a:lnTo>
                  <a:lnTo>
                    <a:pt x="356890" y="294598"/>
                  </a:lnTo>
                  <a:lnTo>
                    <a:pt x="357025" y="295694"/>
                  </a:lnTo>
                  <a:lnTo>
                    <a:pt x="357685" y="296866"/>
                  </a:lnTo>
                  <a:lnTo>
                    <a:pt x="358097" y="296929"/>
                  </a:lnTo>
                  <a:lnTo>
                    <a:pt x="358583" y="297450"/>
                  </a:lnTo>
                  <a:lnTo>
                    <a:pt x="358471" y="297634"/>
                  </a:lnTo>
                  <a:lnTo>
                    <a:pt x="358818" y="298130"/>
                  </a:lnTo>
                  <a:lnTo>
                    <a:pt x="358725" y="298728"/>
                  </a:lnTo>
                  <a:lnTo>
                    <a:pt x="359349" y="299110"/>
                  </a:lnTo>
                  <a:lnTo>
                    <a:pt x="359545" y="299855"/>
                  </a:lnTo>
                  <a:lnTo>
                    <a:pt x="359437" y="300635"/>
                  </a:lnTo>
                  <a:lnTo>
                    <a:pt x="360131" y="301411"/>
                  </a:lnTo>
                  <a:lnTo>
                    <a:pt x="358925" y="302622"/>
                  </a:lnTo>
                  <a:lnTo>
                    <a:pt x="357343" y="303690"/>
                  </a:lnTo>
                  <a:lnTo>
                    <a:pt x="357497" y="304211"/>
                  </a:lnTo>
                  <a:lnTo>
                    <a:pt x="356519" y="304631"/>
                  </a:lnTo>
                  <a:lnTo>
                    <a:pt x="359125" y="308486"/>
                  </a:lnTo>
                  <a:lnTo>
                    <a:pt x="355572" y="310021"/>
                  </a:lnTo>
                  <a:lnTo>
                    <a:pt x="355070" y="310549"/>
                  </a:lnTo>
                  <a:lnTo>
                    <a:pt x="355216" y="310763"/>
                  </a:lnTo>
                  <a:lnTo>
                    <a:pt x="353985" y="312791"/>
                  </a:lnTo>
                  <a:lnTo>
                    <a:pt x="355063" y="313739"/>
                  </a:lnTo>
                  <a:lnTo>
                    <a:pt x="356471" y="316204"/>
                  </a:lnTo>
                  <a:lnTo>
                    <a:pt x="354359" y="317130"/>
                  </a:lnTo>
                  <a:lnTo>
                    <a:pt x="352417" y="317643"/>
                  </a:lnTo>
                  <a:lnTo>
                    <a:pt x="352583" y="317962"/>
                  </a:lnTo>
                  <a:lnTo>
                    <a:pt x="349007" y="321152"/>
                  </a:lnTo>
                  <a:lnTo>
                    <a:pt x="348492" y="322194"/>
                  </a:lnTo>
                  <a:lnTo>
                    <a:pt x="347350" y="321771"/>
                  </a:lnTo>
                  <a:lnTo>
                    <a:pt x="347220" y="321128"/>
                  </a:lnTo>
                  <a:lnTo>
                    <a:pt x="345888" y="321151"/>
                  </a:lnTo>
                  <a:lnTo>
                    <a:pt x="345874" y="321607"/>
                  </a:lnTo>
                  <a:lnTo>
                    <a:pt x="344052" y="322225"/>
                  </a:lnTo>
                  <a:lnTo>
                    <a:pt x="342454" y="323849"/>
                  </a:lnTo>
                  <a:lnTo>
                    <a:pt x="340235" y="325441"/>
                  </a:lnTo>
                  <a:lnTo>
                    <a:pt x="338948" y="323083"/>
                  </a:lnTo>
                  <a:lnTo>
                    <a:pt x="339082" y="322838"/>
                  </a:lnTo>
                  <a:lnTo>
                    <a:pt x="338804" y="321805"/>
                  </a:lnTo>
                  <a:lnTo>
                    <a:pt x="337424" y="320635"/>
                  </a:lnTo>
                  <a:lnTo>
                    <a:pt x="336155" y="319976"/>
                  </a:lnTo>
                  <a:lnTo>
                    <a:pt x="335529" y="320187"/>
                  </a:lnTo>
                  <a:lnTo>
                    <a:pt x="335052" y="320092"/>
                  </a:lnTo>
                  <a:lnTo>
                    <a:pt x="334945" y="319290"/>
                  </a:lnTo>
                  <a:lnTo>
                    <a:pt x="334388" y="319498"/>
                  </a:lnTo>
                  <a:lnTo>
                    <a:pt x="334424" y="320058"/>
                  </a:lnTo>
                  <a:lnTo>
                    <a:pt x="333944" y="320617"/>
                  </a:lnTo>
                  <a:lnTo>
                    <a:pt x="333763" y="321336"/>
                  </a:lnTo>
                  <a:lnTo>
                    <a:pt x="334319" y="322891"/>
                  </a:lnTo>
                  <a:lnTo>
                    <a:pt x="332605" y="323640"/>
                  </a:lnTo>
                  <a:lnTo>
                    <a:pt x="329611" y="326140"/>
                  </a:lnTo>
                  <a:lnTo>
                    <a:pt x="328501" y="323340"/>
                  </a:lnTo>
                  <a:lnTo>
                    <a:pt x="328543" y="322935"/>
                  </a:lnTo>
                  <a:lnTo>
                    <a:pt x="328293" y="322935"/>
                  </a:lnTo>
                  <a:lnTo>
                    <a:pt x="328281" y="321065"/>
                  </a:lnTo>
                  <a:lnTo>
                    <a:pt x="326062" y="321242"/>
                  </a:lnTo>
                  <a:lnTo>
                    <a:pt x="326140" y="319139"/>
                  </a:lnTo>
                  <a:lnTo>
                    <a:pt x="324354" y="319238"/>
                  </a:lnTo>
                  <a:lnTo>
                    <a:pt x="324191" y="318020"/>
                  </a:lnTo>
                  <a:lnTo>
                    <a:pt x="322506" y="317763"/>
                  </a:lnTo>
                  <a:lnTo>
                    <a:pt x="322547" y="319842"/>
                  </a:lnTo>
                  <a:lnTo>
                    <a:pt x="322074" y="319969"/>
                  </a:lnTo>
                  <a:lnTo>
                    <a:pt x="315383" y="319513"/>
                  </a:lnTo>
                  <a:lnTo>
                    <a:pt x="313210" y="318878"/>
                  </a:lnTo>
                  <a:lnTo>
                    <a:pt x="312813" y="318909"/>
                  </a:lnTo>
                  <a:lnTo>
                    <a:pt x="312644" y="319677"/>
                  </a:lnTo>
                  <a:lnTo>
                    <a:pt x="311204" y="319499"/>
                  </a:lnTo>
                  <a:lnTo>
                    <a:pt x="310729" y="320134"/>
                  </a:lnTo>
                  <a:lnTo>
                    <a:pt x="309750" y="319936"/>
                  </a:lnTo>
                  <a:lnTo>
                    <a:pt x="308766" y="320218"/>
                  </a:lnTo>
                  <a:lnTo>
                    <a:pt x="308817" y="321053"/>
                  </a:lnTo>
                  <a:lnTo>
                    <a:pt x="308435" y="322142"/>
                  </a:lnTo>
                  <a:lnTo>
                    <a:pt x="307702" y="322662"/>
                  </a:lnTo>
                  <a:lnTo>
                    <a:pt x="306922" y="323693"/>
                  </a:lnTo>
                  <a:lnTo>
                    <a:pt x="305756" y="322191"/>
                  </a:lnTo>
                  <a:lnTo>
                    <a:pt x="304300" y="321302"/>
                  </a:lnTo>
                  <a:lnTo>
                    <a:pt x="304229" y="320873"/>
                  </a:lnTo>
                  <a:lnTo>
                    <a:pt x="303732" y="321235"/>
                  </a:lnTo>
                  <a:lnTo>
                    <a:pt x="303056" y="321259"/>
                  </a:lnTo>
                  <a:lnTo>
                    <a:pt x="303167" y="322738"/>
                  </a:lnTo>
                  <a:lnTo>
                    <a:pt x="303649" y="323670"/>
                  </a:lnTo>
                  <a:lnTo>
                    <a:pt x="303588" y="324868"/>
                  </a:lnTo>
                  <a:lnTo>
                    <a:pt x="304104" y="326478"/>
                  </a:lnTo>
                  <a:lnTo>
                    <a:pt x="304066" y="327630"/>
                  </a:lnTo>
                  <a:lnTo>
                    <a:pt x="302580" y="328534"/>
                  </a:lnTo>
                  <a:lnTo>
                    <a:pt x="301744" y="329398"/>
                  </a:lnTo>
                  <a:lnTo>
                    <a:pt x="300514" y="331661"/>
                  </a:lnTo>
                  <a:lnTo>
                    <a:pt x="300402" y="334324"/>
                  </a:lnTo>
                  <a:lnTo>
                    <a:pt x="301397" y="336948"/>
                  </a:lnTo>
                  <a:lnTo>
                    <a:pt x="300951" y="340316"/>
                  </a:lnTo>
                  <a:lnTo>
                    <a:pt x="301510" y="343280"/>
                  </a:lnTo>
                  <a:lnTo>
                    <a:pt x="301087" y="343334"/>
                  </a:lnTo>
                  <a:lnTo>
                    <a:pt x="301055" y="345056"/>
                  </a:lnTo>
                  <a:lnTo>
                    <a:pt x="301202" y="345762"/>
                  </a:lnTo>
                  <a:lnTo>
                    <a:pt x="302107" y="347440"/>
                  </a:lnTo>
                  <a:lnTo>
                    <a:pt x="301392" y="348155"/>
                  </a:lnTo>
                  <a:lnTo>
                    <a:pt x="297592" y="349444"/>
                  </a:lnTo>
                  <a:lnTo>
                    <a:pt x="297396" y="350465"/>
                  </a:lnTo>
                  <a:lnTo>
                    <a:pt x="297891" y="350608"/>
                  </a:lnTo>
                  <a:lnTo>
                    <a:pt x="298074" y="351028"/>
                  </a:lnTo>
                  <a:lnTo>
                    <a:pt x="298531" y="350807"/>
                  </a:lnTo>
                  <a:lnTo>
                    <a:pt x="298917" y="351441"/>
                  </a:lnTo>
                  <a:lnTo>
                    <a:pt x="298979" y="352684"/>
                  </a:lnTo>
                  <a:lnTo>
                    <a:pt x="299340" y="352623"/>
                  </a:lnTo>
                  <a:lnTo>
                    <a:pt x="299359" y="353452"/>
                  </a:lnTo>
                  <a:lnTo>
                    <a:pt x="300043" y="353948"/>
                  </a:lnTo>
                  <a:lnTo>
                    <a:pt x="299947" y="354288"/>
                  </a:lnTo>
                  <a:lnTo>
                    <a:pt x="300152" y="354451"/>
                  </a:lnTo>
                  <a:lnTo>
                    <a:pt x="299278" y="356346"/>
                  </a:lnTo>
                  <a:lnTo>
                    <a:pt x="299409" y="356687"/>
                  </a:lnTo>
                  <a:lnTo>
                    <a:pt x="299186" y="357034"/>
                  </a:lnTo>
                  <a:lnTo>
                    <a:pt x="298544" y="357280"/>
                  </a:lnTo>
                  <a:lnTo>
                    <a:pt x="297281" y="359845"/>
                  </a:lnTo>
                  <a:lnTo>
                    <a:pt x="296914" y="361197"/>
                  </a:lnTo>
                  <a:lnTo>
                    <a:pt x="297120" y="361199"/>
                  </a:lnTo>
                  <a:lnTo>
                    <a:pt x="297100" y="362102"/>
                  </a:lnTo>
                  <a:lnTo>
                    <a:pt x="297523" y="363628"/>
                  </a:lnTo>
                  <a:lnTo>
                    <a:pt x="297710" y="365395"/>
                  </a:lnTo>
                  <a:lnTo>
                    <a:pt x="297358" y="365529"/>
                  </a:lnTo>
                  <a:lnTo>
                    <a:pt x="297981" y="368030"/>
                  </a:lnTo>
                  <a:lnTo>
                    <a:pt x="297853" y="371535"/>
                  </a:lnTo>
                  <a:lnTo>
                    <a:pt x="298213" y="372325"/>
                  </a:lnTo>
                  <a:lnTo>
                    <a:pt x="295973" y="373733"/>
                  </a:lnTo>
                  <a:lnTo>
                    <a:pt x="291079" y="378022"/>
                  </a:lnTo>
                  <a:lnTo>
                    <a:pt x="290470" y="379347"/>
                  </a:lnTo>
                  <a:lnTo>
                    <a:pt x="288825" y="381261"/>
                  </a:lnTo>
                  <a:lnTo>
                    <a:pt x="288057" y="384512"/>
                  </a:lnTo>
                  <a:lnTo>
                    <a:pt x="288038" y="385643"/>
                  </a:lnTo>
                  <a:lnTo>
                    <a:pt x="283946" y="385333"/>
                  </a:lnTo>
                  <a:lnTo>
                    <a:pt x="283406" y="383919"/>
                  </a:lnTo>
                  <a:lnTo>
                    <a:pt x="281073" y="382920"/>
                  </a:lnTo>
                  <a:lnTo>
                    <a:pt x="279036" y="385711"/>
                  </a:lnTo>
                  <a:lnTo>
                    <a:pt x="277682" y="388348"/>
                  </a:lnTo>
                  <a:lnTo>
                    <a:pt x="275871" y="390571"/>
                  </a:lnTo>
                  <a:lnTo>
                    <a:pt x="276218" y="391726"/>
                  </a:lnTo>
                  <a:lnTo>
                    <a:pt x="275902" y="392066"/>
                  </a:lnTo>
                  <a:lnTo>
                    <a:pt x="274950" y="392503"/>
                  </a:lnTo>
                  <a:lnTo>
                    <a:pt x="271511" y="393297"/>
                  </a:lnTo>
                  <a:lnTo>
                    <a:pt x="267971" y="394912"/>
                  </a:lnTo>
                  <a:lnTo>
                    <a:pt x="267263" y="395022"/>
                  </a:lnTo>
                  <a:lnTo>
                    <a:pt x="266596" y="397234"/>
                  </a:lnTo>
                  <a:lnTo>
                    <a:pt x="267318" y="397402"/>
                  </a:lnTo>
                  <a:lnTo>
                    <a:pt x="266991" y="397988"/>
                  </a:lnTo>
                  <a:lnTo>
                    <a:pt x="266873" y="399385"/>
                  </a:lnTo>
                  <a:lnTo>
                    <a:pt x="266627" y="399815"/>
                  </a:lnTo>
                  <a:lnTo>
                    <a:pt x="264623" y="400586"/>
                  </a:lnTo>
                  <a:lnTo>
                    <a:pt x="262932" y="400698"/>
                  </a:lnTo>
                  <a:lnTo>
                    <a:pt x="253559" y="402339"/>
                  </a:lnTo>
                  <a:lnTo>
                    <a:pt x="249967" y="402700"/>
                  </a:lnTo>
                  <a:lnTo>
                    <a:pt x="249641" y="402178"/>
                  </a:lnTo>
                  <a:lnTo>
                    <a:pt x="250312" y="402271"/>
                  </a:lnTo>
                  <a:lnTo>
                    <a:pt x="249888" y="401148"/>
                  </a:lnTo>
                  <a:lnTo>
                    <a:pt x="248814" y="400827"/>
                  </a:lnTo>
                  <a:lnTo>
                    <a:pt x="248165" y="399781"/>
                  </a:lnTo>
                  <a:lnTo>
                    <a:pt x="244824" y="396117"/>
                  </a:lnTo>
                  <a:lnTo>
                    <a:pt x="244154" y="396343"/>
                  </a:lnTo>
                  <a:lnTo>
                    <a:pt x="243841" y="394149"/>
                  </a:lnTo>
                  <a:lnTo>
                    <a:pt x="243040" y="394097"/>
                  </a:lnTo>
                  <a:lnTo>
                    <a:pt x="240957" y="392155"/>
                  </a:lnTo>
                  <a:lnTo>
                    <a:pt x="239137" y="391320"/>
                  </a:lnTo>
                  <a:lnTo>
                    <a:pt x="238600" y="390696"/>
                  </a:lnTo>
                  <a:lnTo>
                    <a:pt x="238203" y="389581"/>
                  </a:lnTo>
                  <a:lnTo>
                    <a:pt x="237934" y="387056"/>
                  </a:lnTo>
                  <a:lnTo>
                    <a:pt x="238113" y="385974"/>
                  </a:lnTo>
                  <a:lnTo>
                    <a:pt x="238711" y="384568"/>
                  </a:lnTo>
                  <a:lnTo>
                    <a:pt x="236415" y="383283"/>
                  </a:lnTo>
                  <a:lnTo>
                    <a:pt x="233863" y="382496"/>
                  </a:lnTo>
                  <a:lnTo>
                    <a:pt x="232891" y="382509"/>
                  </a:lnTo>
                  <a:lnTo>
                    <a:pt x="231142" y="383038"/>
                  </a:lnTo>
                  <a:lnTo>
                    <a:pt x="229603" y="383085"/>
                  </a:lnTo>
                  <a:lnTo>
                    <a:pt x="227172" y="380689"/>
                  </a:lnTo>
                  <a:lnTo>
                    <a:pt x="227061" y="380097"/>
                  </a:lnTo>
                  <a:lnTo>
                    <a:pt x="225869" y="380457"/>
                  </a:lnTo>
                  <a:lnTo>
                    <a:pt x="225846" y="380008"/>
                  </a:lnTo>
                  <a:lnTo>
                    <a:pt x="224798" y="379636"/>
                  </a:lnTo>
                  <a:lnTo>
                    <a:pt x="224500" y="378570"/>
                  </a:lnTo>
                  <a:lnTo>
                    <a:pt x="226199" y="377786"/>
                  </a:lnTo>
                  <a:lnTo>
                    <a:pt x="225958" y="377035"/>
                  </a:lnTo>
                  <a:lnTo>
                    <a:pt x="227803" y="375615"/>
                  </a:lnTo>
                  <a:lnTo>
                    <a:pt x="228192" y="374381"/>
                  </a:lnTo>
                  <a:lnTo>
                    <a:pt x="226780" y="371789"/>
                  </a:lnTo>
                  <a:lnTo>
                    <a:pt x="226184" y="368602"/>
                  </a:lnTo>
                  <a:lnTo>
                    <a:pt x="224494" y="369896"/>
                  </a:lnTo>
                  <a:lnTo>
                    <a:pt x="223313" y="369769"/>
                  </a:lnTo>
                  <a:lnTo>
                    <a:pt x="220239" y="371580"/>
                  </a:lnTo>
                  <a:lnTo>
                    <a:pt x="219428" y="369099"/>
                  </a:lnTo>
                  <a:lnTo>
                    <a:pt x="218466" y="369387"/>
                  </a:lnTo>
                  <a:lnTo>
                    <a:pt x="218342" y="369169"/>
                  </a:lnTo>
                  <a:lnTo>
                    <a:pt x="218841" y="366922"/>
                  </a:lnTo>
                  <a:lnTo>
                    <a:pt x="218790" y="365614"/>
                  </a:lnTo>
                  <a:lnTo>
                    <a:pt x="216498" y="365184"/>
                  </a:lnTo>
                  <a:lnTo>
                    <a:pt x="215478" y="365211"/>
                  </a:lnTo>
                  <a:lnTo>
                    <a:pt x="216069" y="363112"/>
                  </a:lnTo>
                  <a:lnTo>
                    <a:pt x="215209" y="362273"/>
                  </a:lnTo>
                  <a:lnTo>
                    <a:pt x="211830" y="360449"/>
                  </a:lnTo>
                  <a:lnTo>
                    <a:pt x="207778" y="357052"/>
                  </a:lnTo>
                  <a:lnTo>
                    <a:pt x="206874" y="356869"/>
                  </a:lnTo>
                  <a:lnTo>
                    <a:pt x="204325" y="357713"/>
                  </a:lnTo>
                  <a:lnTo>
                    <a:pt x="202971" y="358137"/>
                  </a:lnTo>
                  <a:lnTo>
                    <a:pt x="200849" y="359391"/>
                  </a:lnTo>
                  <a:lnTo>
                    <a:pt x="199215" y="359572"/>
                  </a:lnTo>
                  <a:lnTo>
                    <a:pt x="198486" y="359899"/>
                  </a:lnTo>
                  <a:lnTo>
                    <a:pt x="197974" y="360445"/>
                  </a:lnTo>
                  <a:lnTo>
                    <a:pt x="197377" y="360655"/>
                  </a:lnTo>
                  <a:lnTo>
                    <a:pt x="196238" y="362302"/>
                  </a:lnTo>
                  <a:lnTo>
                    <a:pt x="194478" y="364167"/>
                  </a:lnTo>
                  <a:lnTo>
                    <a:pt x="193619" y="364724"/>
                  </a:lnTo>
                  <a:lnTo>
                    <a:pt x="189549" y="366272"/>
                  </a:lnTo>
                  <a:lnTo>
                    <a:pt x="189910" y="365587"/>
                  </a:lnTo>
                  <a:lnTo>
                    <a:pt x="189956" y="364850"/>
                  </a:lnTo>
                  <a:lnTo>
                    <a:pt x="186751" y="364845"/>
                  </a:lnTo>
                  <a:lnTo>
                    <a:pt x="186740" y="364072"/>
                  </a:lnTo>
                  <a:lnTo>
                    <a:pt x="186256" y="362576"/>
                  </a:lnTo>
                  <a:lnTo>
                    <a:pt x="184735" y="361013"/>
                  </a:lnTo>
                  <a:lnTo>
                    <a:pt x="183466" y="360512"/>
                  </a:lnTo>
                  <a:lnTo>
                    <a:pt x="179970" y="360080"/>
                  </a:lnTo>
                  <a:lnTo>
                    <a:pt x="181039" y="361567"/>
                  </a:lnTo>
                  <a:lnTo>
                    <a:pt x="180478" y="363152"/>
                  </a:lnTo>
                  <a:lnTo>
                    <a:pt x="179383" y="362482"/>
                  </a:lnTo>
                  <a:lnTo>
                    <a:pt x="178844" y="362394"/>
                  </a:lnTo>
                  <a:lnTo>
                    <a:pt x="177711" y="362890"/>
                  </a:lnTo>
                  <a:lnTo>
                    <a:pt x="175027" y="362526"/>
                  </a:lnTo>
                  <a:lnTo>
                    <a:pt x="174666" y="362889"/>
                  </a:lnTo>
                  <a:lnTo>
                    <a:pt x="172638" y="362028"/>
                  </a:lnTo>
                  <a:lnTo>
                    <a:pt x="171061" y="360880"/>
                  </a:lnTo>
                  <a:lnTo>
                    <a:pt x="171327" y="362064"/>
                  </a:lnTo>
                  <a:lnTo>
                    <a:pt x="171189" y="362652"/>
                  </a:lnTo>
                  <a:lnTo>
                    <a:pt x="165340" y="362837"/>
                  </a:lnTo>
                  <a:lnTo>
                    <a:pt x="164848" y="363777"/>
                  </a:lnTo>
                  <a:lnTo>
                    <a:pt x="163382" y="363679"/>
                  </a:lnTo>
                  <a:lnTo>
                    <a:pt x="163384" y="365358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pg67">
              <a:extLst>
                <a:ext uri="{FF2B5EF4-FFF2-40B4-BE49-F238E27FC236}">
                  <a16:creationId xmlns:a16="http://schemas.microsoft.com/office/drawing/2014/main" id="{A14B467B-C21F-F4EF-B9F7-6C2C049AA464}"/>
                </a:ext>
              </a:extLst>
            </p:cNvPr>
            <p:cNvSpPr/>
            <p:nvPr/>
          </p:nvSpPr>
          <p:spPr>
            <a:xfrm>
              <a:off x="5202818" y="1492410"/>
              <a:ext cx="135255" cy="136362"/>
            </a:xfrm>
            <a:custGeom>
              <a:avLst/>
              <a:gdLst/>
              <a:ahLst/>
              <a:cxnLst/>
              <a:rect l="0" t="0" r="0" b="0"/>
              <a:pathLst>
                <a:path w="135255" h="136362">
                  <a:moveTo>
                    <a:pt x="82626" y="86247"/>
                  </a:moveTo>
                  <a:lnTo>
                    <a:pt x="79753" y="86882"/>
                  </a:lnTo>
                  <a:lnTo>
                    <a:pt x="77279" y="87766"/>
                  </a:lnTo>
                  <a:lnTo>
                    <a:pt x="67380" y="91952"/>
                  </a:lnTo>
                  <a:lnTo>
                    <a:pt x="62232" y="95438"/>
                  </a:lnTo>
                  <a:lnTo>
                    <a:pt x="59006" y="98664"/>
                  </a:lnTo>
                  <a:lnTo>
                    <a:pt x="55623" y="102136"/>
                  </a:lnTo>
                  <a:lnTo>
                    <a:pt x="53877" y="103372"/>
                  </a:lnTo>
                  <a:lnTo>
                    <a:pt x="38763" y="110580"/>
                  </a:lnTo>
                  <a:lnTo>
                    <a:pt x="36231" y="111893"/>
                  </a:lnTo>
                  <a:lnTo>
                    <a:pt x="31454" y="115022"/>
                  </a:lnTo>
                  <a:lnTo>
                    <a:pt x="28386" y="116214"/>
                  </a:lnTo>
                  <a:lnTo>
                    <a:pt x="21688" y="116158"/>
                  </a:lnTo>
                  <a:lnTo>
                    <a:pt x="18305" y="117298"/>
                  </a:lnTo>
                  <a:lnTo>
                    <a:pt x="17274" y="117923"/>
                  </a:lnTo>
                  <a:lnTo>
                    <a:pt x="14820" y="120510"/>
                  </a:lnTo>
                  <a:lnTo>
                    <a:pt x="13357" y="122956"/>
                  </a:lnTo>
                  <a:lnTo>
                    <a:pt x="12103" y="126301"/>
                  </a:lnTo>
                  <a:lnTo>
                    <a:pt x="10999" y="130441"/>
                  </a:lnTo>
                  <a:lnTo>
                    <a:pt x="8949" y="136362"/>
                  </a:lnTo>
                  <a:lnTo>
                    <a:pt x="7828" y="135991"/>
                  </a:lnTo>
                  <a:lnTo>
                    <a:pt x="7877" y="135227"/>
                  </a:lnTo>
                  <a:lnTo>
                    <a:pt x="7176" y="134257"/>
                  </a:lnTo>
                  <a:lnTo>
                    <a:pt x="6191" y="134430"/>
                  </a:lnTo>
                  <a:lnTo>
                    <a:pt x="5737" y="134283"/>
                  </a:lnTo>
                  <a:lnTo>
                    <a:pt x="5310" y="133924"/>
                  </a:lnTo>
                  <a:lnTo>
                    <a:pt x="4748" y="132594"/>
                  </a:lnTo>
                  <a:lnTo>
                    <a:pt x="3288" y="132277"/>
                  </a:lnTo>
                  <a:lnTo>
                    <a:pt x="3675" y="130494"/>
                  </a:lnTo>
                  <a:lnTo>
                    <a:pt x="4430" y="128964"/>
                  </a:lnTo>
                  <a:lnTo>
                    <a:pt x="5686" y="128117"/>
                  </a:lnTo>
                  <a:lnTo>
                    <a:pt x="6942" y="128147"/>
                  </a:lnTo>
                  <a:lnTo>
                    <a:pt x="8233" y="123857"/>
                  </a:lnTo>
                  <a:lnTo>
                    <a:pt x="8261" y="120936"/>
                  </a:lnTo>
                  <a:lnTo>
                    <a:pt x="8071" y="120940"/>
                  </a:lnTo>
                  <a:lnTo>
                    <a:pt x="8471" y="119232"/>
                  </a:lnTo>
                  <a:lnTo>
                    <a:pt x="9906" y="117541"/>
                  </a:lnTo>
                  <a:lnTo>
                    <a:pt x="8513" y="115978"/>
                  </a:lnTo>
                  <a:lnTo>
                    <a:pt x="8612" y="115648"/>
                  </a:lnTo>
                  <a:lnTo>
                    <a:pt x="6798" y="116702"/>
                  </a:lnTo>
                  <a:lnTo>
                    <a:pt x="4835" y="116743"/>
                  </a:lnTo>
                  <a:lnTo>
                    <a:pt x="3466" y="117051"/>
                  </a:lnTo>
                  <a:lnTo>
                    <a:pt x="4534" y="115827"/>
                  </a:lnTo>
                  <a:lnTo>
                    <a:pt x="4622" y="114698"/>
                  </a:lnTo>
                  <a:lnTo>
                    <a:pt x="3388" y="112054"/>
                  </a:lnTo>
                  <a:lnTo>
                    <a:pt x="2653" y="109464"/>
                  </a:lnTo>
                  <a:lnTo>
                    <a:pt x="2666" y="109122"/>
                  </a:lnTo>
                  <a:lnTo>
                    <a:pt x="10983" y="102409"/>
                  </a:lnTo>
                  <a:lnTo>
                    <a:pt x="7552" y="98215"/>
                  </a:lnTo>
                  <a:lnTo>
                    <a:pt x="6619" y="97276"/>
                  </a:lnTo>
                  <a:lnTo>
                    <a:pt x="6467" y="97452"/>
                  </a:lnTo>
                  <a:lnTo>
                    <a:pt x="5423" y="96578"/>
                  </a:lnTo>
                  <a:lnTo>
                    <a:pt x="5383" y="96229"/>
                  </a:lnTo>
                  <a:lnTo>
                    <a:pt x="4199" y="95131"/>
                  </a:lnTo>
                  <a:lnTo>
                    <a:pt x="6707" y="92627"/>
                  </a:lnTo>
                  <a:lnTo>
                    <a:pt x="8635" y="89771"/>
                  </a:lnTo>
                  <a:lnTo>
                    <a:pt x="9024" y="89556"/>
                  </a:lnTo>
                  <a:lnTo>
                    <a:pt x="9516" y="89742"/>
                  </a:lnTo>
                  <a:lnTo>
                    <a:pt x="9499" y="89415"/>
                  </a:lnTo>
                  <a:lnTo>
                    <a:pt x="11261" y="87670"/>
                  </a:lnTo>
                  <a:lnTo>
                    <a:pt x="11538" y="86831"/>
                  </a:lnTo>
                  <a:lnTo>
                    <a:pt x="13413" y="84451"/>
                  </a:lnTo>
                  <a:lnTo>
                    <a:pt x="15268" y="80262"/>
                  </a:lnTo>
                  <a:lnTo>
                    <a:pt x="16589" y="78724"/>
                  </a:lnTo>
                  <a:lnTo>
                    <a:pt x="16607" y="78388"/>
                  </a:lnTo>
                  <a:lnTo>
                    <a:pt x="13459" y="75668"/>
                  </a:lnTo>
                  <a:lnTo>
                    <a:pt x="11285" y="75492"/>
                  </a:lnTo>
                  <a:lnTo>
                    <a:pt x="11290" y="75236"/>
                  </a:lnTo>
                  <a:lnTo>
                    <a:pt x="10455" y="75519"/>
                  </a:lnTo>
                  <a:lnTo>
                    <a:pt x="10155" y="75248"/>
                  </a:lnTo>
                  <a:lnTo>
                    <a:pt x="10455" y="74450"/>
                  </a:lnTo>
                  <a:lnTo>
                    <a:pt x="8402" y="72404"/>
                  </a:lnTo>
                  <a:lnTo>
                    <a:pt x="9267" y="71595"/>
                  </a:lnTo>
                  <a:lnTo>
                    <a:pt x="9109" y="71493"/>
                  </a:lnTo>
                  <a:lnTo>
                    <a:pt x="9734" y="70745"/>
                  </a:lnTo>
                  <a:lnTo>
                    <a:pt x="6258" y="67535"/>
                  </a:lnTo>
                  <a:lnTo>
                    <a:pt x="6129" y="67807"/>
                  </a:lnTo>
                  <a:lnTo>
                    <a:pt x="4842" y="66762"/>
                  </a:lnTo>
                  <a:lnTo>
                    <a:pt x="4626" y="66986"/>
                  </a:lnTo>
                  <a:lnTo>
                    <a:pt x="3399" y="65822"/>
                  </a:lnTo>
                  <a:lnTo>
                    <a:pt x="4129" y="65498"/>
                  </a:lnTo>
                  <a:lnTo>
                    <a:pt x="3904" y="65199"/>
                  </a:lnTo>
                  <a:lnTo>
                    <a:pt x="6154" y="63360"/>
                  </a:lnTo>
                  <a:lnTo>
                    <a:pt x="5861" y="62841"/>
                  </a:lnTo>
                  <a:lnTo>
                    <a:pt x="7765" y="60706"/>
                  </a:lnTo>
                  <a:lnTo>
                    <a:pt x="7448" y="60389"/>
                  </a:lnTo>
                  <a:lnTo>
                    <a:pt x="6231" y="60322"/>
                  </a:lnTo>
                  <a:lnTo>
                    <a:pt x="5653" y="59974"/>
                  </a:lnTo>
                  <a:lnTo>
                    <a:pt x="5461" y="57946"/>
                  </a:lnTo>
                  <a:lnTo>
                    <a:pt x="4205" y="56753"/>
                  </a:lnTo>
                  <a:lnTo>
                    <a:pt x="5138" y="56981"/>
                  </a:lnTo>
                  <a:lnTo>
                    <a:pt x="5865" y="56741"/>
                  </a:lnTo>
                  <a:lnTo>
                    <a:pt x="6851" y="55085"/>
                  </a:lnTo>
                  <a:lnTo>
                    <a:pt x="8988" y="52897"/>
                  </a:lnTo>
                  <a:lnTo>
                    <a:pt x="5384" y="50863"/>
                  </a:lnTo>
                  <a:lnTo>
                    <a:pt x="2523" y="50325"/>
                  </a:lnTo>
                  <a:lnTo>
                    <a:pt x="340" y="47272"/>
                  </a:lnTo>
                  <a:lnTo>
                    <a:pt x="0" y="46113"/>
                  </a:lnTo>
                  <a:lnTo>
                    <a:pt x="841" y="44602"/>
                  </a:lnTo>
                  <a:lnTo>
                    <a:pt x="1949" y="44077"/>
                  </a:lnTo>
                  <a:lnTo>
                    <a:pt x="2324" y="41778"/>
                  </a:lnTo>
                  <a:lnTo>
                    <a:pt x="2360" y="39870"/>
                  </a:lnTo>
                  <a:lnTo>
                    <a:pt x="3376" y="40025"/>
                  </a:lnTo>
                  <a:lnTo>
                    <a:pt x="5126" y="39763"/>
                  </a:lnTo>
                  <a:lnTo>
                    <a:pt x="4794" y="38053"/>
                  </a:lnTo>
                  <a:lnTo>
                    <a:pt x="5576" y="37799"/>
                  </a:lnTo>
                  <a:lnTo>
                    <a:pt x="5740" y="36972"/>
                  </a:lnTo>
                  <a:lnTo>
                    <a:pt x="6954" y="35131"/>
                  </a:lnTo>
                  <a:lnTo>
                    <a:pt x="7085" y="35411"/>
                  </a:lnTo>
                  <a:lnTo>
                    <a:pt x="7941" y="35652"/>
                  </a:lnTo>
                  <a:lnTo>
                    <a:pt x="9926" y="34647"/>
                  </a:lnTo>
                  <a:lnTo>
                    <a:pt x="11481" y="36656"/>
                  </a:lnTo>
                  <a:lnTo>
                    <a:pt x="12191" y="38643"/>
                  </a:lnTo>
                  <a:lnTo>
                    <a:pt x="12885" y="38658"/>
                  </a:lnTo>
                  <a:lnTo>
                    <a:pt x="14125" y="38178"/>
                  </a:lnTo>
                  <a:lnTo>
                    <a:pt x="16151" y="38537"/>
                  </a:lnTo>
                  <a:lnTo>
                    <a:pt x="18443" y="37575"/>
                  </a:lnTo>
                  <a:lnTo>
                    <a:pt x="21351" y="38357"/>
                  </a:lnTo>
                  <a:lnTo>
                    <a:pt x="24475" y="37463"/>
                  </a:lnTo>
                  <a:lnTo>
                    <a:pt x="24192" y="36694"/>
                  </a:lnTo>
                  <a:lnTo>
                    <a:pt x="24318" y="36139"/>
                  </a:lnTo>
                  <a:lnTo>
                    <a:pt x="26003" y="35102"/>
                  </a:lnTo>
                  <a:lnTo>
                    <a:pt x="26289" y="33956"/>
                  </a:lnTo>
                  <a:lnTo>
                    <a:pt x="26633" y="33560"/>
                  </a:lnTo>
                  <a:lnTo>
                    <a:pt x="27593" y="33472"/>
                  </a:lnTo>
                  <a:lnTo>
                    <a:pt x="30036" y="34155"/>
                  </a:lnTo>
                  <a:lnTo>
                    <a:pt x="30052" y="31682"/>
                  </a:lnTo>
                  <a:lnTo>
                    <a:pt x="30572" y="31098"/>
                  </a:lnTo>
                  <a:lnTo>
                    <a:pt x="31190" y="28850"/>
                  </a:lnTo>
                  <a:lnTo>
                    <a:pt x="31565" y="28818"/>
                  </a:lnTo>
                  <a:lnTo>
                    <a:pt x="32302" y="27894"/>
                  </a:lnTo>
                  <a:lnTo>
                    <a:pt x="28918" y="26741"/>
                  </a:lnTo>
                  <a:lnTo>
                    <a:pt x="26032" y="26403"/>
                  </a:lnTo>
                  <a:lnTo>
                    <a:pt x="24678" y="25885"/>
                  </a:lnTo>
                  <a:lnTo>
                    <a:pt x="23211" y="25993"/>
                  </a:lnTo>
                  <a:lnTo>
                    <a:pt x="24013" y="25189"/>
                  </a:lnTo>
                  <a:lnTo>
                    <a:pt x="24202" y="23769"/>
                  </a:lnTo>
                  <a:lnTo>
                    <a:pt x="24831" y="22393"/>
                  </a:lnTo>
                  <a:lnTo>
                    <a:pt x="26285" y="22979"/>
                  </a:lnTo>
                  <a:lnTo>
                    <a:pt x="27293" y="22942"/>
                  </a:lnTo>
                  <a:lnTo>
                    <a:pt x="27315" y="22359"/>
                  </a:lnTo>
                  <a:lnTo>
                    <a:pt x="27929" y="22183"/>
                  </a:lnTo>
                  <a:lnTo>
                    <a:pt x="30454" y="22426"/>
                  </a:lnTo>
                  <a:lnTo>
                    <a:pt x="30379" y="19379"/>
                  </a:lnTo>
                  <a:lnTo>
                    <a:pt x="31201" y="15382"/>
                  </a:lnTo>
                  <a:lnTo>
                    <a:pt x="31751" y="15481"/>
                  </a:lnTo>
                  <a:lnTo>
                    <a:pt x="32044" y="13977"/>
                  </a:lnTo>
                  <a:lnTo>
                    <a:pt x="32716" y="13933"/>
                  </a:lnTo>
                  <a:lnTo>
                    <a:pt x="32830" y="13585"/>
                  </a:lnTo>
                  <a:lnTo>
                    <a:pt x="34712" y="13999"/>
                  </a:lnTo>
                  <a:lnTo>
                    <a:pt x="34650" y="9665"/>
                  </a:lnTo>
                  <a:lnTo>
                    <a:pt x="36382" y="9865"/>
                  </a:lnTo>
                  <a:lnTo>
                    <a:pt x="39551" y="10741"/>
                  </a:lnTo>
                  <a:lnTo>
                    <a:pt x="39872" y="10742"/>
                  </a:lnTo>
                  <a:lnTo>
                    <a:pt x="40088" y="10266"/>
                  </a:lnTo>
                  <a:lnTo>
                    <a:pt x="41871" y="11992"/>
                  </a:lnTo>
                  <a:lnTo>
                    <a:pt x="42513" y="12191"/>
                  </a:lnTo>
                  <a:lnTo>
                    <a:pt x="43426" y="12122"/>
                  </a:lnTo>
                  <a:lnTo>
                    <a:pt x="43957" y="12580"/>
                  </a:lnTo>
                  <a:lnTo>
                    <a:pt x="46724" y="12376"/>
                  </a:lnTo>
                  <a:lnTo>
                    <a:pt x="47032" y="12585"/>
                  </a:lnTo>
                  <a:lnTo>
                    <a:pt x="47418" y="11981"/>
                  </a:lnTo>
                  <a:lnTo>
                    <a:pt x="50951" y="12317"/>
                  </a:lnTo>
                  <a:lnTo>
                    <a:pt x="50825" y="12957"/>
                  </a:lnTo>
                  <a:lnTo>
                    <a:pt x="53278" y="13328"/>
                  </a:lnTo>
                  <a:lnTo>
                    <a:pt x="55776" y="14154"/>
                  </a:lnTo>
                  <a:lnTo>
                    <a:pt x="57158" y="10888"/>
                  </a:lnTo>
                  <a:lnTo>
                    <a:pt x="57190" y="8376"/>
                  </a:lnTo>
                  <a:lnTo>
                    <a:pt x="58211" y="4360"/>
                  </a:lnTo>
                  <a:lnTo>
                    <a:pt x="58676" y="4584"/>
                  </a:lnTo>
                  <a:lnTo>
                    <a:pt x="59450" y="4500"/>
                  </a:lnTo>
                  <a:lnTo>
                    <a:pt x="59717" y="5010"/>
                  </a:lnTo>
                  <a:lnTo>
                    <a:pt x="60682" y="5188"/>
                  </a:lnTo>
                  <a:lnTo>
                    <a:pt x="61310" y="5564"/>
                  </a:lnTo>
                  <a:lnTo>
                    <a:pt x="61507" y="5834"/>
                  </a:lnTo>
                  <a:lnTo>
                    <a:pt x="61443" y="6552"/>
                  </a:lnTo>
                  <a:lnTo>
                    <a:pt x="62505" y="6179"/>
                  </a:lnTo>
                  <a:lnTo>
                    <a:pt x="63439" y="6379"/>
                  </a:lnTo>
                  <a:lnTo>
                    <a:pt x="63936" y="6021"/>
                  </a:lnTo>
                  <a:lnTo>
                    <a:pt x="65315" y="6487"/>
                  </a:lnTo>
                  <a:lnTo>
                    <a:pt x="65658" y="6307"/>
                  </a:lnTo>
                  <a:lnTo>
                    <a:pt x="66983" y="6537"/>
                  </a:lnTo>
                  <a:lnTo>
                    <a:pt x="68641" y="6382"/>
                  </a:lnTo>
                  <a:lnTo>
                    <a:pt x="68907" y="6130"/>
                  </a:lnTo>
                  <a:lnTo>
                    <a:pt x="69465" y="6499"/>
                  </a:lnTo>
                  <a:lnTo>
                    <a:pt x="70197" y="6404"/>
                  </a:lnTo>
                  <a:lnTo>
                    <a:pt x="70400" y="6174"/>
                  </a:lnTo>
                  <a:lnTo>
                    <a:pt x="70417" y="5043"/>
                  </a:lnTo>
                  <a:lnTo>
                    <a:pt x="71316" y="4906"/>
                  </a:lnTo>
                  <a:lnTo>
                    <a:pt x="73039" y="5135"/>
                  </a:lnTo>
                  <a:lnTo>
                    <a:pt x="74189" y="0"/>
                  </a:lnTo>
                  <a:lnTo>
                    <a:pt x="75392" y="12"/>
                  </a:lnTo>
                  <a:lnTo>
                    <a:pt x="77729" y="638"/>
                  </a:lnTo>
                  <a:lnTo>
                    <a:pt x="77590" y="979"/>
                  </a:lnTo>
                  <a:lnTo>
                    <a:pt x="78247" y="1034"/>
                  </a:lnTo>
                  <a:lnTo>
                    <a:pt x="79627" y="2382"/>
                  </a:lnTo>
                  <a:lnTo>
                    <a:pt x="82780" y="4112"/>
                  </a:lnTo>
                  <a:lnTo>
                    <a:pt x="83980" y="4212"/>
                  </a:lnTo>
                  <a:lnTo>
                    <a:pt x="84167" y="3462"/>
                  </a:lnTo>
                  <a:lnTo>
                    <a:pt x="84433" y="3360"/>
                  </a:lnTo>
                  <a:lnTo>
                    <a:pt x="86474" y="3561"/>
                  </a:lnTo>
                  <a:lnTo>
                    <a:pt x="88510" y="4266"/>
                  </a:lnTo>
                  <a:lnTo>
                    <a:pt x="88857" y="4321"/>
                  </a:lnTo>
                  <a:lnTo>
                    <a:pt x="89091" y="6501"/>
                  </a:lnTo>
                  <a:lnTo>
                    <a:pt x="89677" y="8435"/>
                  </a:lnTo>
                  <a:lnTo>
                    <a:pt x="88943" y="8699"/>
                  </a:lnTo>
                  <a:lnTo>
                    <a:pt x="90694" y="14143"/>
                  </a:lnTo>
                  <a:lnTo>
                    <a:pt x="90994" y="14040"/>
                  </a:lnTo>
                  <a:lnTo>
                    <a:pt x="91522" y="15526"/>
                  </a:lnTo>
                  <a:lnTo>
                    <a:pt x="91066" y="15696"/>
                  </a:lnTo>
                  <a:lnTo>
                    <a:pt x="91571" y="17273"/>
                  </a:lnTo>
                  <a:lnTo>
                    <a:pt x="91724" y="18632"/>
                  </a:lnTo>
                  <a:lnTo>
                    <a:pt x="92499" y="18519"/>
                  </a:lnTo>
                  <a:lnTo>
                    <a:pt x="92698" y="21418"/>
                  </a:lnTo>
                  <a:lnTo>
                    <a:pt x="93287" y="23620"/>
                  </a:lnTo>
                  <a:lnTo>
                    <a:pt x="96286" y="23339"/>
                  </a:lnTo>
                  <a:lnTo>
                    <a:pt x="97768" y="22288"/>
                  </a:lnTo>
                  <a:lnTo>
                    <a:pt x="98895" y="21827"/>
                  </a:lnTo>
                  <a:lnTo>
                    <a:pt x="101563" y="21364"/>
                  </a:lnTo>
                  <a:lnTo>
                    <a:pt x="105598" y="18959"/>
                  </a:lnTo>
                  <a:lnTo>
                    <a:pt x="107515" y="18983"/>
                  </a:lnTo>
                  <a:lnTo>
                    <a:pt x="109104" y="18512"/>
                  </a:lnTo>
                  <a:lnTo>
                    <a:pt x="110445" y="18444"/>
                  </a:lnTo>
                  <a:lnTo>
                    <a:pt x="111264" y="17940"/>
                  </a:lnTo>
                  <a:lnTo>
                    <a:pt x="111972" y="18438"/>
                  </a:lnTo>
                  <a:lnTo>
                    <a:pt x="114274" y="19355"/>
                  </a:lnTo>
                  <a:lnTo>
                    <a:pt x="115082" y="20801"/>
                  </a:lnTo>
                  <a:lnTo>
                    <a:pt x="116061" y="23372"/>
                  </a:lnTo>
                  <a:lnTo>
                    <a:pt x="115597" y="24187"/>
                  </a:lnTo>
                  <a:lnTo>
                    <a:pt x="113226" y="26518"/>
                  </a:lnTo>
                  <a:lnTo>
                    <a:pt x="113169" y="26807"/>
                  </a:lnTo>
                  <a:lnTo>
                    <a:pt x="114678" y="28373"/>
                  </a:lnTo>
                  <a:lnTo>
                    <a:pt x="117225" y="31614"/>
                  </a:lnTo>
                  <a:lnTo>
                    <a:pt x="119526" y="35793"/>
                  </a:lnTo>
                  <a:lnTo>
                    <a:pt x="123420" y="39483"/>
                  </a:lnTo>
                  <a:lnTo>
                    <a:pt x="121254" y="40583"/>
                  </a:lnTo>
                  <a:lnTo>
                    <a:pt x="121694" y="43010"/>
                  </a:lnTo>
                  <a:lnTo>
                    <a:pt x="122980" y="45671"/>
                  </a:lnTo>
                  <a:lnTo>
                    <a:pt x="120835" y="46546"/>
                  </a:lnTo>
                  <a:lnTo>
                    <a:pt x="120957" y="47027"/>
                  </a:lnTo>
                  <a:lnTo>
                    <a:pt x="122779" y="48983"/>
                  </a:lnTo>
                  <a:lnTo>
                    <a:pt x="122824" y="49451"/>
                  </a:lnTo>
                  <a:lnTo>
                    <a:pt x="124370" y="51426"/>
                  </a:lnTo>
                  <a:lnTo>
                    <a:pt x="126147" y="50037"/>
                  </a:lnTo>
                  <a:lnTo>
                    <a:pt x="126848" y="49882"/>
                  </a:lnTo>
                  <a:lnTo>
                    <a:pt x="126914" y="50716"/>
                  </a:lnTo>
                  <a:lnTo>
                    <a:pt x="127717" y="51633"/>
                  </a:lnTo>
                  <a:lnTo>
                    <a:pt x="128512" y="55109"/>
                  </a:lnTo>
                  <a:lnTo>
                    <a:pt x="129159" y="54198"/>
                  </a:lnTo>
                  <a:lnTo>
                    <a:pt x="129535" y="52396"/>
                  </a:lnTo>
                  <a:lnTo>
                    <a:pt x="132883" y="52726"/>
                  </a:lnTo>
                  <a:lnTo>
                    <a:pt x="133284" y="54159"/>
                  </a:lnTo>
                  <a:lnTo>
                    <a:pt x="135255" y="55948"/>
                  </a:lnTo>
                  <a:lnTo>
                    <a:pt x="133349" y="58761"/>
                  </a:lnTo>
                  <a:lnTo>
                    <a:pt x="134012" y="62636"/>
                  </a:lnTo>
                  <a:lnTo>
                    <a:pt x="133236" y="62403"/>
                  </a:lnTo>
                  <a:lnTo>
                    <a:pt x="131471" y="62382"/>
                  </a:lnTo>
                  <a:lnTo>
                    <a:pt x="130145" y="62774"/>
                  </a:lnTo>
                  <a:lnTo>
                    <a:pt x="128847" y="63469"/>
                  </a:lnTo>
                  <a:lnTo>
                    <a:pt x="124563" y="67762"/>
                  </a:lnTo>
                  <a:lnTo>
                    <a:pt x="118898" y="72927"/>
                  </a:lnTo>
                  <a:lnTo>
                    <a:pt x="113267" y="76435"/>
                  </a:lnTo>
                  <a:lnTo>
                    <a:pt x="97162" y="85223"/>
                  </a:lnTo>
                  <a:lnTo>
                    <a:pt x="95597" y="85863"/>
                  </a:lnTo>
                  <a:lnTo>
                    <a:pt x="92158" y="8609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pg68">
              <a:extLst>
                <a:ext uri="{FF2B5EF4-FFF2-40B4-BE49-F238E27FC236}">
                  <a16:creationId xmlns:a16="http://schemas.microsoft.com/office/drawing/2014/main" id="{92779103-7267-B89D-C00E-FA6282F7F0A2}"/>
                </a:ext>
              </a:extLst>
            </p:cNvPr>
            <p:cNvSpPr/>
            <p:nvPr/>
          </p:nvSpPr>
          <p:spPr>
            <a:xfrm>
              <a:off x="3912126" y="1361707"/>
              <a:ext cx="649415" cy="517273"/>
            </a:xfrm>
            <a:custGeom>
              <a:avLst/>
              <a:gdLst/>
              <a:ahLst/>
              <a:cxnLst/>
              <a:rect l="0" t="0" r="0" b="0"/>
              <a:pathLst>
                <a:path w="649415" h="517273">
                  <a:moveTo>
                    <a:pt x="157477" y="459292"/>
                  </a:moveTo>
                  <a:lnTo>
                    <a:pt x="156874" y="459921"/>
                  </a:lnTo>
                  <a:lnTo>
                    <a:pt x="156606" y="460762"/>
                  </a:lnTo>
                  <a:lnTo>
                    <a:pt x="156986" y="462183"/>
                  </a:lnTo>
                  <a:lnTo>
                    <a:pt x="156696" y="462407"/>
                  </a:lnTo>
                  <a:lnTo>
                    <a:pt x="156219" y="462377"/>
                  </a:lnTo>
                  <a:lnTo>
                    <a:pt x="155881" y="462667"/>
                  </a:lnTo>
                  <a:lnTo>
                    <a:pt x="155792" y="463106"/>
                  </a:lnTo>
                  <a:lnTo>
                    <a:pt x="156742" y="463797"/>
                  </a:lnTo>
                  <a:lnTo>
                    <a:pt x="156601" y="464530"/>
                  </a:lnTo>
                  <a:lnTo>
                    <a:pt x="155882" y="465741"/>
                  </a:lnTo>
                  <a:lnTo>
                    <a:pt x="156436" y="466993"/>
                  </a:lnTo>
                  <a:lnTo>
                    <a:pt x="155813" y="467842"/>
                  </a:lnTo>
                  <a:lnTo>
                    <a:pt x="154606" y="468635"/>
                  </a:lnTo>
                  <a:lnTo>
                    <a:pt x="154426" y="470230"/>
                  </a:lnTo>
                  <a:lnTo>
                    <a:pt x="153783" y="470848"/>
                  </a:lnTo>
                  <a:lnTo>
                    <a:pt x="152777" y="471106"/>
                  </a:lnTo>
                  <a:lnTo>
                    <a:pt x="153012" y="472223"/>
                  </a:lnTo>
                  <a:lnTo>
                    <a:pt x="152832" y="473478"/>
                  </a:lnTo>
                  <a:lnTo>
                    <a:pt x="153037" y="474361"/>
                  </a:lnTo>
                  <a:lnTo>
                    <a:pt x="152703" y="475441"/>
                  </a:lnTo>
                  <a:lnTo>
                    <a:pt x="152696" y="476620"/>
                  </a:lnTo>
                  <a:lnTo>
                    <a:pt x="152371" y="476935"/>
                  </a:lnTo>
                  <a:lnTo>
                    <a:pt x="151858" y="476933"/>
                  </a:lnTo>
                  <a:lnTo>
                    <a:pt x="151435" y="476349"/>
                  </a:lnTo>
                  <a:lnTo>
                    <a:pt x="151097" y="476387"/>
                  </a:lnTo>
                  <a:lnTo>
                    <a:pt x="150780" y="477990"/>
                  </a:lnTo>
                  <a:lnTo>
                    <a:pt x="151249" y="478889"/>
                  </a:lnTo>
                  <a:lnTo>
                    <a:pt x="151199" y="479267"/>
                  </a:lnTo>
                  <a:lnTo>
                    <a:pt x="151035" y="479844"/>
                  </a:lnTo>
                  <a:lnTo>
                    <a:pt x="150244" y="480355"/>
                  </a:lnTo>
                  <a:lnTo>
                    <a:pt x="150363" y="481377"/>
                  </a:lnTo>
                  <a:lnTo>
                    <a:pt x="151152" y="482135"/>
                  </a:lnTo>
                  <a:lnTo>
                    <a:pt x="150753" y="482588"/>
                  </a:lnTo>
                  <a:lnTo>
                    <a:pt x="148588" y="482715"/>
                  </a:lnTo>
                  <a:lnTo>
                    <a:pt x="147484" y="481757"/>
                  </a:lnTo>
                  <a:lnTo>
                    <a:pt x="145631" y="480763"/>
                  </a:lnTo>
                  <a:lnTo>
                    <a:pt x="144178" y="480454"/>
                  </a:lnTo>
                  <a:lnTo>
                    <a:pt x="143883" y="479709"/>
                  </a:lnTo>
                  <a:lnTo>
                    <a:pt x="143527" y="479462"/>
                  </a:lnTo>
                  <a:lnTo>
                    <a:pt x="142547" y="479326"/>
                  </a:lnTo>
                  <a:lnTo>
                    <a:pt x="142054" y="479844"/>
                  </a:lnTo>
                  <a:lnTo>
                    <a:pt x="141812" y="479818"/>
                  </a:lnTo>
                  <a:lnTo>
                    <a:pt x="141388" y="479314"/>
                  </a:lnTo>
                  <a:lnTo>
                    <a:pt x="141261" y="478191"/>
                  </a:lnTo>
                  <a:lnTo>
                    <a:pt x="139986" y="478299"/>
                  </a:lnTo>
                  <a:lnTo>
                    <a:pt x="139651" y="478054"/>
                  </a:lnTo>
                  <a:lnTo>
                    <a:pt x="140371" y="476440"/>
                  </a:lnTo>
                  <a:lnTo>
                    <a:pt x="140308" y="475843"/>
                  </a:lnTo>
                  <a:lnTo>
                    <a:pt x="134620" y="473599"/>
                  </a:lnTo>
                  <a:lnTo>
                    <a:pt x="133847" y="474008"/>
                  </a:lnTo>
                  <a:lnTo>
                    <a:pt x="130947" y="474104"/>
                  </a:lnTo>
                  <a:lnTo>
                    <a:pt x="119207" y="473218"/>
                  </a:lnTo>
                  <a:lnTo>
                    <a:pt x="116890" y="473447"/>
                  </a:lnTo>
                  <a:lnTo>
                    <a:pt x="116067" y="469496"/>
                  </a:lnTo>
                  <a:lnTo>
                    <a:pt x="114434" y="458950"/>
                  </a:lnTo>
                  <a:lnTo>
                    <a:pt x="113922" y="456013"/>
                  </a:lnTo>
                  <a:lnTo>
                    <a:pt x="112549" y="452668"/>
                  </a:lnTo>
                  <a:lnTo>
                    <a:pt x="110233" y="448223"/>
                  </a:lnTo>
                  <a:lnTo>
                    <a:pt x="105611" y="441084"/>
                  </a:lnTo>
                  <a:lnTo>
                    <a:pt x="94256" y="428038"/>
                  </a:lnTo>
                  <a:lnTo>
                    <a:pt x="89296" y="423364"/>
                  </a:lnTo>
                  <a:lnTo>
                    <a:pt x="59832" y="396795"/>
                  </a:lnTo>
                  <a:lnTo>
                    <a:pt x="37909" y="377450"/>
                  </a:lnTo>
                  <a:lnTo>
                    <a:pt x="22071" y="362729"/>
                  </a:lnTo>
                  <a:lnTo>
                    <a:pt x="18016" y="358143"/>
                  </a:lnTo>
                  <a:lnTo>
                    <a:pt x="11872" y="350253"/>
                  </a:lnTo>
                  <a:lnTo>
                    <a:pt x="9709" y="346690"/>
                  </a:lnTo>
                  <a:lnTo>
                    <a:pt x="8021" y="343214"/>
                  </a:lnTo>
                  <a:lnTo>
                    <a:pt x="6076" y="337870"/>
                  </a:lnTo>
                  <a:lnTo>
                    <a:pt x="4402" y="332333"/>
                  </a:lnTo>
                  <a:lnTo>
                    <a:pt x="3216" y="326746"/>
                  </a:lnTo>
                  <a:lnTo>
                    <a:pt x="1345" y="309132"/>
                  </a:lnTo>
                  <a:lnTo>
                    <a:pt x="0" y="295973"/>
                  </a:lnTo>
                  <a:lnTo>
                    <a:pt x="254" y="292171"/>
                  </a:lnTo>
                  <a:lnTo>
                    <a:pt x="531" y="291183"/>
                  </a:lnTo>
                  <a:lnTo>
                    <a:pt x="1728" y="289044"/>
                  </a:lnTo>
                  <a:lnTo>
                    <a:pt x="8916" y="280899"/>
                  </a:lnTo>
                  <a:lnTo>
                    <a:pt x="9943" y="279260"/>
                  </a:lnTo>
                  <a:lnTo>
                    <a:pt x="10593" y="277129"/>
                  </a:lnTo>
                  <a:lnTo>
                    <a:pt x="10747" y="275379"/>
                  </a:lnTo>
                  <a:lnTo>
                    <a:pt x="10610" y="274019"/>
                  </a:lnTo>
                  <a:lnTo>
                    <a:pt x="9692" y="270822"/>
                  </a:lnTo>
                  <a:lnTo>
                    <a:pt x="9426" y="268431"/>
                  </a:lnTo>
                  <a:lnTo>
                    <a:pt x="9727" y="266889"/>
                  </a:lnTo>
                  <a:lnTo>
                    <a:pt x="10497" y="265691"/>
                  </a:lnTo>
                  <a:lnTo>
                    <a:pt x="13301" y="263774"/>
                  </a:lnTo>
                  <a:lnTo>
                    <a:pt x="15813" y="262889"/>
                  </a:lnTo>
                  <a:lnTo>
                    <a:pt x="18046" y="262658"/>
                  </a:lnTo>
                  <a:lnTo>
                    <a:pt x="21759" y="263237"/>
                  </a:lnTo>
                  <a:lnTo>
                    <a:pt x="25390" y="264394"/>
                  </a:lnTo>
                  <a:lnTo>
                    <a:pt x="28116" y="265914"/>
                  </a:lnTo>
                  <a:lnTo>
                    <a:pt x="29894" y="267294"/>
                  </a:lnTo>
                  <a:lnTo>
                    <a:pt x="34267" y="271521"/>
                  </a:lnTo>
                  <a:lnTo>
                    <a:pt x="36014" y="272319"/>
                  </a:lnTo>
                  <a:lnTo>
                    <a:pt x="37234" y="272488"/>
                  </a:lnTo>
                  <a:lnTo>
                    <a:pt x="38205" y="272365"/>
                  </a:lnTo>
                  <a:lnTo>
                    <a:pt x="39743" y="271557"/>
                  </a:lnTo>
                  <a:lnTo>
                    <a:pt x="41312" y="269707"/>
                  </a:lnTo>
                  <a:lnTo>
                    <a:pt x="46946" y="257279"/>
                  </a:lnTo>
                  <a:lnTo>
                    <a:pt x="51658" y="247258"/>
                  </a:lnTo>
                  <a:lnTo>
                    <a:pt x="52153" y="244891"/>
                  </a:lnTo>
                  <a:lnTo>
                    <a:pt x="51815" y="238201"/>
                  </a:lnTo>
                  <a:lnTo>
                    <a:pt x="52229" y="236845"/>
                  </a:lnTo>
                  <a:lnTo>
                    <a:pt x="52921" y="235599"/>
                  </a:lnTo>
                  <a:lnTo>
                    <a:pt x="54213" y="234095"/>
                  </a:lnTo>
                  <a:lnTo>
                    <a:pt x="62320" y="229140"/>
                  </a:lnTo>
                  <a:lnTo>
                    <a:pt x="64944" y="227834"/>
                  </a:lnTo>
                  <a:lnTo>
                    <a:pt x="67293" y="226967"/>
                  </a:lnTo>
                  <a:lnTo>
                    <a:pt x="70182" y="226268"/>
                  </a:lnTo>
                  <a:lnTo>
                    <a:pt x="73173" y="225929"/>
                  </a:lnTo>
                  <a:lnTo>
                    <a:pt x="80675" y="226015"/>
                  </a:lnTo>
                  <a:lnTo>
                    <a:pt x="83269" y="225257"/>
                  </a:lnTo>
                  <a:lnTo>
                    <a:pt x="84128" y="224769"/>
                  </a:lnTo>
                  <a:lnTo>
                    <a:pt x="88130" y="221297"/>
                  </a:lnTo>
                  <a:lnTo>
                    <a:pt x="89593" y="219665"/>
                  </a:lnTo>
                  <a:lnTo>
                    <a:pt x="91151" y="216995"/>
                  </a:lnTo>
                  <a:lnTo>
                    <a:pt x="91759" y="215169"/>
                  </a:lnTo>
                  <a:lnTo>
                    <a:pt x="91877" y="213465"/>
                  </a:lnTo>
                  <a:lnTo>
                    <a:pt x="91532" y="208431"/>
                  </a:lnTo>
                  <a:lnTo>
                    <a:pt x="92093" y="206510"/>
                  </a:lnTo>
                  <a:lnTo>
                    <a:pt x="92808" y="205454"/>
                  </a:lnTo>
                  <a:lnTo>
                    <a:pt x="94496" y="204422"/>
                  </a:lnTo>
                  <a:lnTo>
                    <a:pt x="96245" y="203858"/>
                  </a:lnTo>
                  <a:lnTo>
                    <a:pt x="97814" y="203977"/>
                  </a:lnTo>
                  <a:lnTo>
                    <a:pt x="100711" y="204961"/>
                  </a:lnTo>
                  <a:lnTo>
                    <a:pt x="101463" y="204774"/>
                  </a:lnTo>
                  <a:lnTo>
                    <a:pt x="103650" y="203932"/>
                  </a:lnTo>
                  <a:lnTo>
                    <a:pt x="104781" y="202877"/>
                  </a:lnTo>
                  <a:lnTo>
                    <a:pt x="105676" y="201420"/>
                  </a:lnTo>
                  <a:lnTo>
                    <a:pt x="106853" y="197096"/>
                  </a:lnTo>
                  <a:lnTo>
                    <a:pt x="107203" y="194563"/>
                  </a:lnTo>
                  <a:lnTo>
                    <a:pt x="110322" y="186021"/>
                  </a:lnTo>
                  <a:lnTo>
                    <a:pt x="112153" y="183244"/>
                  </a:lnTo>
                  <a:lnTo>
                    <a:pt x="117418" y="177253"/>
                  </a:lnTo>
                  <a:lnTo>
                    <a:pt x="119081" y="174128"/>
                  </a:lnTo>
                  <a:lnTo>
                    <a:pt x="121401" y="166737"/>
                  </a:lnTo>
                  <a:lnTo>
                    <a:pt x="122846" y="158125"/>
                  </a:lnTo>
                  <a:lnTo>
                    <a:pt x="123975" y="154322"/>
                  </a:lnTo>
                  <a:lnTo>
                    <a:pt x="124737" y="152867"/>
                  </a:lnTo>
                  <a:lnTo>
                    <a:pt x="125909" y="151400"/>
                  </a:lnTo>
                  <a:lnTo>
                    <a:pt x="127980" y="149481"/>
                  </a:lnTo>
                  <a:lnTo>
                    <a:pt x="130820" y="147514"/>
                  </a:lnTo>
                  <a:lnTo>
                    <a:pt x="133233" y="146610"/>
                  </a:lnTo>
                  <a:lnTo>
                    <a:pt x="139037" y="145677"/>
                  </a:lnTo>
                  <a:lnTo>
                    <a:pt x="145010" y="145428"/>
                  </a:lnTo>
                  <a:lnTo>
                    <a:pt x="164157" y="143864"/>
                  </a:lnTo>
                  <a:lnTo>
                    <a:pt x="166439" y="143445"/>
                  </a:lnTo>
                  <a:lnTo>
                    <a:pt x="173016" y="141590"/>
                  </a:lnTo>
                  <a:lnTo>
                    <a:pt x="179276" y="140558"/>
                  </a:lnTo>
                  <a:lnTo>
                    <a:pt x="183639" y="140653"/>
                  </a:lnTo>
                  <a:lnTo>
                    <a:pt x="185193" y="141038"/>
                  </a:lnTo>
                  <a:lnTo>
                    <a:pt x="191520" y="140063"/>
                  </a:lnTo>
                  <a:lnTo>
                    <a:pt x="202174" y="140641"/>
                  </a:lnTo>
                  <a:lnTo>
                    <a:pt x="209470" y="140258"/>
                  </a:lnTo>
                  <a:lnTo>
                    <a:pt x="213187" y="139419"/>
                  </a:lnTo>
                  <a:lnTo>
                    <a:pt x="219818" y="136769"/>
                  </a:lnTo>
                  <a:lnTo>
                    <a:pt x="225496" y="133388"/>
                  </a:lnTo>
                  <a:lnTo>
                    <a:pt x="230601" y="129162"/>
                  </a:lnTo>
                  <a:lnTo>
                    <a:pt x="233189" y="126427"/>
                  </a:lnTo>
                  <a:lnTo>
                    <a:pt x="241202" y="116919"/>
                  </a:lnTo>
                  <a:lnTo>
                    <a:pt x="248856" y="109138"/>
                  </a:lnTo>
                  <a:lnTo>
                    <a:pt x="261329" y="97071"/>
                  </a:lnTo>
                  <a:lnTo>
                    <a:pt x="266850" y="91277"/>
                  </a:lnTo>
                  <a:lnTo>
                    <a:pt x="269699" y="87724"/>
                  </a:lnTo>
                  <a:lnTo>
                    <a:pt x="272181" y="83916"/>
                  </a:lnTo>
                  <a:lnTo>
                    <a:pt x="279057" y="70389"/>
                  </a:lnTo>
                  <a:lnTo>
                    <a:pt x="281125" y="67490"/>
                  </a:lnTo>
                  <a:lnTo>
                    <a:pt x="283503" y="64847"/>
                  </a:lnTo>
                  <a:lnTo>
                    <a:pt x="287149" y="61744"/>
                  </a:lnTo>
                  <a:lnTo>
                    <a:pt x="291218" y="59234"/>
                  </a:lnTo>
                  <a:lnTo>
                    <a:pt x="294905" y="57621"/>
                  </a:lnTo>
                  <a:lnTo>
                    <a:pt x="301903" y="55352"/>
                  </a:lnTo>
                  <a:lnTo>
                    <a:pt x="306521" y="53375"/>
                  </a:lnTo>
                  <a:lnTo>
                    <a:pt x="320196" y="49706"/>
                  </a:lnTo>
                  <a:lnTo>
                    <a:pt x="324654" y="48151"/>
                  </a:lnTo>
                  <a:lnTo>
                    <a:pt x="330536" y="45180"/>
                  </a:lnTo>
                  <a:lnTo>
                    <a:pt x="335871" y="41361"/>
                  </a:lnTo>
                  <a:lnTo>
                    <a:pt x="343549" y="34631"/>
                  </a:lnTo>
                  <a:lnTo>
                    <a:pt x="346663" y="32327"/>
                  </a:lnTo>
                  <a:lnTo>
                    <a:pt x="351276" y="29836"/>
                  </a:lnTo>
                  <a:lnTo>
                    <a:pt x="356220" y="28132"/>
                  </a:lnTo>
                  <a:lnTo>
                    <a:pt x="360313" y="27363"/>
                  </a:lnTo>
                  <a:lnTo>
                    <a:pt x="364471" y="27130"/>
                  </a:lnTo>
                  <a:lnTo>
                    <a:pt x="378326" y="28312"/>
                  </a:lnTo>
                  <a:lnTo>
                    <a:pt x="388484" y="28848"/>
                  </a:lnTo>
                  <a:lnTo>
                    <a:pt x="392606" y="28847"/>
                  </a:lnTo>
                  <a:lnTo>
                    <a:pt x="396711" y="28498"/>
                  </a:lnTo>
                  <a:lnTo>
                    <a:pt x="402249" y="27459"/>
                  </a:lnTo>
                  <a:lnTo>
                    <a:pt x="407615" y="25790"/>
                  </a:lnTo>
                  <a:lnTo>
                    <a:pt x="412124" y="23831"/>
                  </a:lnTo>
                  <a:lnTo>
                    <a:pt x="419113" y="20083"/>
                  </a:lnTo>
                  <a:lnTo>
                    <a:pt x="444687" y="6245"/>
                  </a:lnTo>
                  <a:lnTo>
                    <a:pt x="449053" y="4172"/>
                  </a:lnTo>
                  <a:lnTo>
                    <a:pt x="455331" y="1979"/>
                  </a:lnTo>
                  <a:lnTo>
                    <a:pt x="461832" y="580"/>
                  </a:lnTo>
                  <a:lnTo>
                    <a:pt x="468421" y="0"/>
                  </a:lnTo>
                  <a:lnTo>
                    <a:pt x="475195" y="232"/>
                  </a:lnTo>
                  <a:lnTo>
                    <a:pt x="476760" y="5621"/>
                  </a:lnTo>
                  <a:lnTo>
                    <a:pt x="476668" y="5963"/>
                  </a:lnTo>
                  <a:lnTo>
                    <a:pt x="477348" y="7664"/>
                  </a:lnTo>
                  <a:lnTo>
                    <a:pt x="477078" y="7953"/>
                  </a:lnTo>
                  <a:lnTo>
                    <a:pt x="478466" y="10881"/>
                  </a:lnTo>
                  <a:lnTo>
                    <a:pt x="479578" y="12614"/>
                  </a:lnTo>
                  <a:lnTo>
                    <a:pt x="480226" y="15621"/>
                  </a:lnTo>
                  <a:lnTo>
                    <a:pt x="481050" y="17696"/>
                  </a:lnTo>
                  <a:lnTo>
                    <a:pt x="481395" y="21789"/>
                  </a:lnTo>
                  <a:lnTo>
                    <a:pt x="482177" y="24877"/>
                  </a:lnTo>
                  <a:lnTo>
                    <a:pt x="482204" y="26301"/>
                  </a:lnTo>
                  <a:lnTo>
                    <a:pt x="481752" y="27873"/>
                  </a:lnTo>
                  <a:lnTo>
                    <a:pt x="479763" y="31011"/>
                  </a:lnTo>
                  <a:lnTo>
                    <a:pt x="479456" y="32596"/>
                  </a:lnTo>
                  <a:lnTo>
                    <a:pt x="479650" y="33763"/>
                  </a:lnTo>
                  <a:lnTo>
                    <a:pt x="480836" y="36558"/>
                  </a:lnTo>
                  <a:lnTo>
                    <a:pt x="481690" y="41591"/>
                  </a:lnTo>
                  <a:lnTo>
                    <a:pt x="482795" y="43975"/>
                  </a:lnTo>
                  <a:lnTo>
                    <a:pt x="484721" y="45721"/>
                  </a:lnTo>
                  <a:lnTo>
                    <a:pt x="485087" y="46324"/>
                  </a:lnTo>
                  <a:lnTo>
                    <a:pt x="485246" y="49305"/>
                  </a:lnTo>
                  <a:lnTo>
                    <a:pt x="486868" y="52284"/>
                  </a:lnTo>
                  <a:lnTo>
                    <a:pt x="487382" y="51904"/>
                  </a:lnTo>
                  <a:lnTo>
                    <a:pt x="487735" y="51081"/>
                  </a:lnTo>
                  <a:lnTo>
                    <a:pt x="486952" y="49556"/>
                  </a:lnTo>
                  <a:lnTo>
                    <a:pt x="488726" y="49734"/>
                  </a:lnTo>
                  <a:lnTo>
                    <a:pt x="488831" y="50178"/>
                  </a:lnTo>
                  <a:lnTo>
                    <a:pt x="489855" y="50946"/>
                  </a:lnTo>
                  <a:lnTo>
                    <a:pt x="490476" y="51136"/>
                  </a:lnTo>
                  <a:lnTo>
                    <a:pt x="491117" y="51742"/>
                  </a:lnTo>
                  <a:lnTo>
                    <a:pt x="491416" y="51832"/>
                  </a:lnTo>
                  <a:lnTo>
                    <a:pt x="491702" y="51605"/>
                  </a:lnTo>
                  <a:lnTo>
                    <a:pt x="492748" y="52327"/>
                  </a:lnTo>
                  <a:lnTo>
                    <a:pt x="493506" y="51074"/>
                  </a:lnTo>
                  <a:lnTo>
                    <a:pt x="494754" y="51272"/>
                  </a:lnTo>
                  <a:lnTo>
                    <a:pt x="495512" y="51886"/>
                  </a:lnTo>
                  <a:lnTo>
                    <a:pt x="496351" y="51508"/>
                  </a:lnTo>
                  <a:lnTo>
                    <a:pt x="496948" y="49540"/>
                  </a:lnTo>
                  <a:lnTo>
                    <a:pt x="498139" y="49935"/>
                  </a:lnTo>
                  <a:lnTo>
                    <a:pt x="498615" y="49869"/>
                  </a:lnTo>
                  <a:lnTo>
                    <a:pt x="498637" y="49318"/>
                  </a:lnTo>
                  <a:lnTo>
                    <a:pt x="498299" y="48581"/>
                  </a:lnTo>
                  <a:lnTo>
                    <a:pt x="505801" y="42827"/>
                  </a:lnTo>
                  <a:lnTo>
                    <a:pt x="506187" y="40737"/>
                  </a:lnTo>
                  <a:lnTo>
                    <a:pt x="508069" y="38973"/>
                  </a:lnTo>
                  <a:lnTo>
                    <a:pt x="511596" y="37570"/>
                  </a:lnTo>
                  <a:lnTo>
                    <a:pt x="512345" y="37416"/>
                  </a:lnTo>
                  <a:lnTo>
                    <a:pt x="513179" y="37714"/>
                  </a:lnTo>
                  <a:lnTo>
                    <a:pt x="514281" y="37699"/>
                  </a:lnTo>
                  <a:lnTo>
                    <a:pt x="516573" y="37023"/>
                  </a:lnTo>
                  <a:lnTo>
                    <a:pt x="517709" y="36388"/>
                  </a:lnTo>
                  <a:lnTo>
                    <a:pt x="518909" y="35322"/>
                  </a:lnTo>
                  <a:lnTo>
                    <a:pt x="521411" y="33897"/>
                  </a:lnTo>
                  <a:lnTo>
                    <a:pt x="524157" y="33227"/>
                  </a:lnTo>
                  <a:lnTo>
                    <a:pt x="526737" y="37051"/>
                  </a:lnTo>
                  <a:lnTo>
                    <a:pt x="528871" y="35620"/>
                  </a:lnTo>
                  <a:lnTo>
                    <a:pt x="530228" y="35271"/>
                  </a:lnTo>
                  <a:lnTo>
                    <a:pt x="531686" y="35202"/>
                  </a:lnTo>
                  <a:lnTo>
                    <a:pt x="533129" y="35909"/>
                  </a:lnTo>
                  <a:lnTo>
                    <a:pt x="533972" y="35690"/>
                  </a:lnTo>
                  <a:lnTo>
                    <a:pt x="534412" y="35152"/>
                  </a:lnTo>
                  <a:lnTo>
                    <a:pt x="534800" y="33753"/>
                  </a:lnTo>
                  <a:lnTo>
                    <a:pt x="535325" y="33849"/>
                  </a:lnTo>
                  <a:lnTo>
                    <a:pt x="535899" y="32971"/>
                  </a:lnTo>
                  <a:lnTo>
                    <a:pt x="537772" y="33585"/>
                  </a:lnTo>
                  <a:lnTo>
                    <a:pt x="539916" y="34724"/>
                  </a:lnTo>
                  <a:lnTo>
                    <a:pt x="539645" y="35140"/>
                  </a:lnTo>
                  <a:lnTo>
                    <a:pt x="539781" y="35482"/>
                  </a:lnTo>
                  <a:lnTo>
                    <a:pt x="540082" y="35197"/>
                  </a:lnTo>
                  <a:lnTo>
                    <a:pt x="539506" y="39997"/>
                  </a:lnTo>
                  <a:lnTo>
                    <a:pt x="539240" y="40356"/>
                  </a:lnTo>
                  <a:lnTo>
                    <a:pt x="538017" y="40822"/>
                  </a:lnTo>
                  <a:lnTo>
                    <a:pt x="537497" y="40271"/>
                  </a:lnTo>
                  <a:lnTo>
                    <a:pt x="535751" y="41869"/>
                  </a:lnTo>
                  <a:lnTo>
                    <a:pt x="537100" y="42811"/>
                  </a:lnTo>
                  <a:lnTo>
                    <a:pt x="534833" y="45167"/>
                  </a:lnTo>
                  <a:lnTo>
                    <a:pt x="535217" y="45485"/>
                  </a:lnTo>
                  <a:lnTo>
                    <a:pt x="534195" y="46568"/>
                  </a:lnTo>
                  <a:lnTo>
                    <a:pt x="536676" y="48554"/>
                  </a:lnTo>
                  <a:lnTo>
                    <a:pt x="533831" y="51552"/>
                  </a:lnTo>
                  <a:lnTo>
                    <a:pt x="532038" y="53002"/>
                  </a:lnTo>
                  <a:lnTo>
                    <a:pt x="532683" y="53671"/>
                  </a:lnTo>
                  <a:lnTo>
                    <a:pt x="532056" y="54258"/>
                  </a:lnTo>
                  <a:lnTo>
                    <a:pt x="533056" y="55535"/>
                  </a:lnTo>
                  <a:lnTo>
                    <a:pt x="533636" y="55395"/>
                  </a:lnTo>
                  <a:lnTo>
                    <a:pt x="535142" y="55588"/>
                  </a:lnTo>
                  <a:lnTo>
                    <a:pt x="534768" y="55726"/>
                  </a:lnTo>
                  <a:lnTo>
                    <a:pt x="534900" y="56128"/>
                  </a:lnTo>
                  <a:lnTo>
                    <a:pt x="534452" y="56353"/>
                  </a:lnTo>
                  <a:lnTo>
                    <a:pt x="531792" y="59334"/>
                  </a:lnTo>
                  <a:lnTo>
                    <a:pt x="533012" y="60635"/>
                  </a:lnTo>
                  <a:lnTo>
                    <a:pt x="534630" y="59460"/>
                  </a:lnTo>
                  <a:lnTo>
                    <a:pt x="535460" y="60828"/>
                  </a:lnTo>
                  <a:lnTo>
                    <a:pt x="538968" y="59132"/>
                  </a:lnTo>
                  <a:lnTo>
                    <a:pt x="540594" y="62037"/>
                  </a:lnTo>
                  <a:lnTo>
                    <a:pt x="537087" y="65141"/>
                  </a:lnTo>
                  <a:lnTo>
                    <a:pt x="537838" y="65857"/>
                  </a:lnTo>
                  <a:lnTo>
                    <a:pt x="538201" y="65527"/>
                  </a:lnTo>
                  <a:lnTo>
                    <a:pt x="539082" y="66785"/>
                  </a:lnTo>
                  <a:lnTo>
                    <a:pt x="542491" y="64441"/>
                  </a:lnTo>
                  <a:lnTo>
                    <a:pt x="543171" y="64828"/>
                  </a:lnTo>
                  <a:lnTo>
                    <a:pt x="544845" y="61755"/>
                  </a:lnTo>
                  <a:lnTo>
                    <a:pt x="546315" y="60187"/>
                  </a:lnTo>
                  <a:lnTo>
                    <a:pt x="547790" y="58918"/>
                  </a:lnTo>
                  <a:lnTo>
                    <a:pt x="547528" y="59415"/>
                  </a:lnTo>
                  <a:lnTo>
                    <a:pt x="548365" y="59969"/>
                  </a:lnTo>
                  <a:lnTo>
                    <a:pt x="548941" y="59166"/>
                  </a:lnTo>
                  <a:lnTo>
                    <a:pt x="549590" y="60012"/>
                  </a:lnTo>
                  <a:lnTo>
                    <a:pt x="550726" y="59290"/>
                  </a:lnTo>
                  <a:lnTo>
                    <a:pt x="551194" y="58428"/>
                  </a:lnTo>
                  <a:lnTo>
                    <a:pt x="555743" y="63921"/>
                  </a:lnTo>
                  <a:lnTo>
                    <a:pt x="557577" y="65088"/>
                  </a:lnTo>
                  <a:lnTo>
                    <a:pt x="558843" y="66714"/>
                  </a:lnTo>
                  <a:lnTo>
                    <a:pt x="559451" y="67002"/>
                  </a:lnTo>
                  <a:lnTo>
                    <a:pt x="556412" y="69584"/>
                  </a:lnTo>
                  <a:lnTo>
                    <a:pt x="557051" y="69923"/>
                  </a:lnTo>
                  <a:lnTo>
                    <a:pt x="557158" y="70285"/>
                  </a:lnTo>
                  <a:lnTo>
                    <a:pt x="558466" y="70675"/>
                  </a:lnTo>
                  <a:lnTo>
                    <a:pt x="558463" y="70966"/>
                  </a:lnTo>
                  <a:lnTo>
                    <a:pt x="559090" y="71367"/>
                  </a:lnTo>
                  <a:lnTo>
                    <a:pt x="559670" y="71379"/>
                  </a:lnTo>
                  <a:lnTo>
                    <a:pt x="560380" y="70348"/>
                  </a:lnTo>
                  <a:lnTo>
                    <a:pt x="561668" y="69143"/>
                  </a:lnTo>
                  <a:lnTo>
                    <a:pt x="563544" y="68074"/>
                  </a:lnTo>
                  <a:lnTo>
                    <a:pt x="564817" y="67763"/>
                  </a:lnTo>
                  <a:lnTo>
                    <a:pt x="566040" y="66840"/>
                  </a:lnTo>
                  <a:lnTo>
                    <a:pt x="566984" y="66647"/>
                  </a:lnTo>
                  <a:lnTo>
                    <a:pt x="567393" y="68361"/>
                  </a:lnTo>
                  <a:lnTo>
                    <a:pt x="568307" y="69926"/>
                  </a:lnTo>
                  <a:lnTo>
                    <a:pt x="570285" y="68932"/>
                  </a:lnTo>
                  <a:lnTo>
                    <a:pt x="571140" y="72546"/>
                  </a:lnTo>
                  <a:lnTo>
                    <a:pt x="571923" y="74002"/>
                  </a:lnTo>
                  <a:lnTo>
                    <a:pt x="572207" y="75473"/>
                  </a:lnTo>
                  <a:lnTo>
                    <a:pt x="572928" y="76524"/>
                  </a:lnTo>
                  <a:lnTo>
                    <a:pt x="575653" y="78830"/>
                  </a:lnTo>
                  <a:lnTo>
                    <a:pt x="576606" y="81631"/>
                  </a:lnTo>
                  <a:lnTo>
                    <a:pt x="578990" y="80070"/>
                  </a:lnTo>
                  <a:lnTo>
                    <a:pt x="580244" y="78286"/>
                  </a:lnTo>
                  <a:lnTo>
                    <a:pt x="582916" y="76893"/>
                  </a:lnTo>
                  <a:lnTo>
                    <a:pt x="582466" y="80658"/>
                  </a:lnTo>
                  <a:lnTo>
                    <a:pt x="584325" y="86659"/>
                  </a:lnTo>
                  <a:lnTo>
                    <a:pt x="585322" y="86851"/>
                  </a:lnTo>
                  <a:lnTo>
                    <a:pt x="586388" y="87379"/>
                  </a:lnTo>
                  <a:lnTo>
                    <a:pt x="589724" y="89716"/>
                  </a:lnTo>
                  <a:lnTo>
                    <a:pt x="591202" y="91470"/>
                  </a:lnTo>
                  <a:lnTo>
                    <a:pt x="592855" y="92418"/>
                  </a:lnTo>
                  <a:lnTo>
                    <a:pt x="594205" y="92833"/>
                  </a:lnTo>
                  <a:lnTo>
                    <a:pt x="593472" y="93731"/>
                  </a:lnTo>
                  <a:lnTo>
                    <a:pt x="593247" y="95041"/>
                  </a:lnTo>
                  <a:lnTo>
                    <a:pt x="592042" y="96560"/>
                  </a:lnTo>
                  <a:lnTo>
                    <a:pt x="593017" y="98141"/>
                  </a:lnTo>
                  <a:lnTo>
                    <a:pt x="592394" y="98976"/>
                  </a:lnTo>
                  <a:lnTo>
                    <a:pt x="592716" y="99212"/>
                  </a:lnTo>
                  <a:lnTo>
                    <a:pt x="592569" y="99461"/>
                  </a:lnTo>
                  <a:lnTo>
                    <a:pt x="592912" y="99416"/>
                  </a:lnTo>
                  <a:lnTo>
                    <a:pt x="593512" y="100057"/>
                  </a:lnTo>
                  <a:lnTo>
                    <a:pt x="591656" y="101750"/>
                  </a:lnTo>
                  <a:lnTo>
                    <a:pt x="592620" y="102654"/>
                  </a:lnTo>
                  <a:lnTo>
                    <a:pt x="593468" y="102841"/>
                  </a:lnTo>
                  <a:lnTo>
                    <a:pt x="594247" y="103521"/>
                  </a:lnTo>
                  <a:lnTo>
                    <a:pt x="595362" y="103656"/>
                  </a:lnTo>
                  <a:lnTo>
                    <a:pt x="597155" y="102880"/>
                  </a:lnTo>
                  <a:lnTo>
                    <a:pt x="598842" y="101416"/>
                  </a:lnTo>
                  <a:lnTo>
                    <a:pt x="601702" y="100038"/>
                  </a:lnTo>
                  <a:lnTo>
                    <a:pt x="602903" y="98196"/>
                  </a:lnTo>
                  <a:lnTo>
                    <a:pt x="604471" y="96924"/>
                  </a:lnTo>
                  <a:lnTo>
                    <a:pt x="603960" y="95659"/>
                  </a:lnTo>
                  <a:lnTo>
                    <a:pt x="604192" y="95064"/>
                  </a:lnTo>
                  <a:lnTo>
                    <a:pt x="603859" y="94083"/>
                  </a:lnTo>
                  <a:lnTo>
                    <a:pt x="605575" y="91246"/>
                  </a:lnTo>
                  <a:lnTo>
                    <a:pt x="606439" y="88772"/>
                  </a:lnTo>
                  <a:lnTo>
                    <a:pt x="607764" y="88875"/>
                  </a:lnTo>
                  <a:lnTo>
                    <a:pt x="608418" y="89967"/>
                  </a:lnTo>
                  <a:lnTo>
                    <a:pt x="609181" y="90355"/>
                  </a:lnTo>
                  <a:lnTo>
                    <a:pt x="609838" y="89717"/>
                  </a:lnTo>
                  <a:lnTo>
                    <a:pt x="610164" y="89950"/>
                  </a:lnTo>
                  <a:lnTo>
                    <a:pt x="612200" y="92425"/>
                  </a:lnTo>
                  <a:lnTo>
                    <a:pt x="613523" y="93613"/>
                  </a:lnTo>
                  <a:lnTo>
                    <a:pt x="613971" y="94359"/>
                  </a:lnTo>
                  <a:lnTo>
                    <a:pt x="613735" y="95377"/>
                  </a:lnTo>
                  <a:lnTo>
                    <a:pt x="616574" y="99008"/>
                  </a:lnTo>
                  <a:lnTo>
                    <a:pt x="619085" y="98524"/>
                  </a:lnTo>
                  <a:lnTo>
                    <a:pt x="620752" y="103930"/>
                  </a:lnTo>
                  <a:lnTo>
                    <a:pt x="625732" y="102492"/>
                  </a:lnTo>
                  <a:lnTo>
                    <a:pt x="626871" y="101872"/>
                  </a:lnTo>
                  <a:lnTo>
                    <a:pt x="628260" y="100996"/>
                  </a:lnTo>
                  <a:lnTo>
                    <a:pt x="628361" y="99620"/>
                  </a:lnTo>
                  <a:lnTo>
                    <a:pt x="629078" y="99875"/>
                  </a:lnTo>
                  <a:lnTo>
                    <a:pt x="631172" y="101316"/>
                  </a:lnTo>
                  <a:lnTo>
                    <a:pt x="631627" y="102415"/>
                  </a:lnTo>
                  <a:lnTo>
                    <a:pt x="632866" y="103409"/>
                  </a:lnTo>
                  <a:lnTo>
                    <a:pt x="634244" y="103737"/>
                  </a:lnTo>
                  <a:lnTo>
                    <a:pt x="635451" y="103639"/>
                  </a:lnTo>
                  <a:lnTo>
                    <a:pt x="634397" y="105457"/>
                  </a:lnTo>
                  <a:lnTo>
                    <a:pt x="633591" y="108053"/>
                  </a:lnTo>
                  <a:lnTo>
                    <a:pt x="633072" y="107592"/>
                  </a:lnTo>
                  <a:lnTo>
                    <a:pt x="631891" y="108588"/>
                  </a:lnTo>
                  <a:lnTo>
                    <a:pt x="632101" y="109519"/>
                  </a:lnTo>
                  <a:lnTo>
                    <a:pt x="632040" y="111349"/>
                  </a:lnTo>
                  <a:lnTo>
                    <a:pt x="632673" y="112749"/>
                  </a:lnTo>
                  <a:lnTo>
                    <a:pt x="633222" y="113337"/>
                  </a:lnTo>
                  <a:lnTo>
                    <a:pt x="633649" y="115889"/>
                  </a:lnTo>
                  <a:lnTo>
                    <a:pt x="633799" y="116516"/>
                  </a:lnTo>
                  <a:lnTo>
                    <a:pt x="628805" y="118232"/>
                  </a:lnTo>
                  <a:lnTo>
                    <a:pt x="628849" y="118474"/>
                  </a:lnTo>
                  <a:lnTo>
                    <a:pt x="626359" y="120499"/>
                  </a:lnTo>
                  <a:lnTo>
                    <a:pt x="626914" y="120600"/>
                  </a:lnTo>
                  <a:lnTo>
                    <a:pt x="624831" y="122603"/>
                  </a:lnTo>
                  <a:lnTo>
                    <a:pt x="624580" y="122580"/>
                  </a:lnTo>
                  <a:lnTo>
                    <a:pt x="624300" y="123341"/>
                  </a:lnTo>
                  <a:lnTo>
                    <a:pt x="629642" y="125307"/>
                  </a:lnTo>
                  <a:lnTo>
                    <a:pt x="628617" y="127541"/>
                  </a:lnTo>
                  <a:lnTo>
                    <a:pt x="630639" y="128267"/>
                  </a:lnTo>
                  <a:lnTo>
                    <a:pt x="630569" y="128865"/>
                  </a:lnTo>
                  <a:lnTo>
                    <a:pt x="630170" y="129114"/>
                  </a:lnTo>
                  <a:lnTo>
                    <a:pt x="629910" y="130149"/>
                  </a:lnTo>
                  <a:lnTo>
                    <a:pt x="630616" y="130105"/>
                  </a:lnTo>
                  <a:lnTo>
                    <a:pt x="631385" y="130592"/>
                  </a:lnTo>
                  <a:lnTo>
                    <a:pt x="631010" y="131130"/>
                  </a:lnTo>
                  <a:lnTo>
                    <a:pt x="631142" y="131697"/>
                  </a:lnTo>
                  <a:lnTo>
                    <a:pt x="631836" y="132188"/>
                  </a:lnTo>
                  <a:lnTo>
                    <a:pt x="632405" y="132135"/>
                  </a:lnTo>
                  <a:lnTo>
                    <a:pt x="633150" y="132403"/>
                  </a:lnTo>
                  <a:lnTo>
                    <a:pt x="633954" y="132966"/>
                  </a:lnTo>
                  <a:lnTo>
                    <a:pt x="634120" y="133445"/>
                  </a:lnTo>
                  <a:lnTo>
                    <a:pt x="635356" y="134827"/>
                  </a:lnTo>
                  <a:lnTo>
                    <a:pt x="635594" y="135580"/>
                  </a:lnTo>
                  <a:lnTo>
                    <a:pt x="635853" y="135766"/>
                  </a:lnTo>
                  <a:lnTo>
                    <a:pt x="637582" y="135811"/>
                  </a:lnTo>
                  <a:lnTo>
                    <a:pt x="638398" y="136725"/>
                  </a:lnTo>
                  <a:lnTo>
                    <a:pt x="638417" y="137601"/>
                  </a:lnTo>
                  <a:lnTo>
                    <a:pt x="641345" y="138245"/>
                  </a:lnTo>
                  <a:lnTo>
                    <a:pt x="644756" y="139996"/>
                  </a:lnTo>
                  <a:lnTo>
                    <a:pt x="644606" y="141428"/>
                  </a:lnTo>
                  <a:lnTo>
                    <a:pt x="645123" y="141793"/>
                  </a:lnTo>
                  <a:lnTo>
                    <a:pt x="644446" y="143132"/>
                  </a:lnTo>
                  <a:lnTo>
                    <a:pt x="645402" y="144416"/>
                  </a:lnTo>
                  <a:lnTo>
                    <a:pt x="646171" y="144926"/>
                  </a:lnTo>
                  <a:lnTo>
                    <a:pt x="647285" y="143772"/>
                  </a:lnTo>
                  <a:lnTo>
                    <a:pt x="647995" y="143752"/>
                  </a:lnTo>
                  <a:lnTo>
                    <a:pt x="649324" y="144850"/>
                  </a:lnTo>
                  <a:lnTo>
                    <a:pt x="649415" y="145246"/>
                  </a:lnTo>
                  <a:lnTo>
                    <a:pt x="647791" y="146783"/>
                  </a:lnTo>
                  <a:lnTo>
                    <a:pt x="647189" y="147908"/>
                  </a:lnTo>
                  <a:lnTo>
                    <a:pt x="647566" y="148589"/>
                  </a:lnTo>
                  <a:lnTo>
                    <a:pt x="645921" y="150722"/>
                  </a:lnTo>
                  <a:lnTo>
                    <a:pt x="644817" y="151782"/>
                  </a:lnTo>
                  <a:lnTo>
                    <a:pt x="644235" y="152873"/>
                  </a:lnTo>
                  <a:lnTo>
                    <a:pt x="643023" y="154360"/>
                  </a:lnTo>
                  <a:lnTo>
                    <a:pt x="642169" y="156888"/>
                  </a:lnTo>
                  <a:lnTo>
                    <a:pt x="638804" y="158859"/>
                  </a:lnTo>
                  <a:lnTo>
                    <a:pt x="630703" y="161988"/>
                  </a:lnTo>
                  <a:lnTo>
                    <a:pt x="630464" y="163136"/>
                  </a:lnTo>
                  <a:lnTo>
                    <a:pt x="631139" y="164303"/>
                  </a:lnTo>
                  <a:lnTo>
                    <a:pt x="631236" y="164929"/>
                  </a:lnTo>
                  <a:lnTo>
                    <a:pt x="632468" y="165679"/>
                  </a:lnTo>
                  <a:lnTo>
                    <a:pt x="633051" y="166702"/>
                  </a:lnTo>
                  <a:lnTo>
                    <a:pt x="621884" y="170492"/>
                  </a:lnTo>
                  <a:lnTo>
                    <a:pt x="619391" y="171787"/>
                  </a:lnTo>
                  <a:lnTo>
                    <a:pt x="618734" y="172347"/>
                  </a:lnTo>
                  <a:lnTo>
                    <a:pt x="618412" y="172760"/>
                  </a:lnTo>
                  <a:lnTo>
                    <a:pt x="618428" y="173502"/>
                  </a:lnTo>
                  <a:lnTo>
                    <a:pt x="617032" y="173890"/>
                  </a:lnTo>
                  <a:lnTo>
                    <a:pt x="613728" y="175723"/>
                  </a:lnTo>
                  <a:lnTo>
                    <a:pt x="612534" y="175617"/>
                  </a:lnTo>
                  <a:lnTo>
                    <a:pt x="610578" y="176891"/>
                  </a:lnTo>
                  <a:lnTo>
                    <a:pt x="613708" y="180938"/>
                  </a:lnTo>
                  <a:lnTo>
                    <a:pt x="614520" y="180425"/>
                  </a:lnTo>
                  <a:lnTo>
                    <a:pt x="616501" y="183427"/>
                  </a:lnTo>
                  <a:lnTo>
                    <a:pt x="620032" y="188096"/>
                  </a:lnTo>
                  <a:lnTo>
                    <a:pt x="617520" y="190047"/>
                  </a:lnTo>
                  <a:lnTo>
                    <a:pt x="619292" y="190413"/>
                  </a:lnTo>
                  <a:lnTo>
                    <a:pt x="620629" y="191387"/>
                  </a:lnTo>
                  <a:lnTo>
                    <a:pt x="621534" y="194788"/>
                  </a:lnTo>
                  <a:lnTo>
                    <a:pt x="622809" y="198075"/>
                  </a:lnTo>
                  <a:lnTo>
                    <a:pt x="622822" y="198619"/>
                  </a:lnTo>
                  <a:lnTo>
                    <a:pt x="622941" y="199269"/>
                  </a:lnTo>
                  <a:lnTo>
                    <a:pt x="622659" y="201383"/>
                  </a:lnTo>
                  <a:lnTo>
                    <a:pt x="621693" y="201724"/>
                  </a:lnTo>
                  <a:lnTo>
                    <a:pt x="621777" y="202609"/>
                  </a:lnTo>
                  <a:lnTo>
                    <a:pt x="623507" y="202538"/>
                  </a:lnTo>
                  <a:lnTo>
                    <a:pt x="624487" y="203634"/>
                  </a:lnTo>
                  <a:lnTo>
                    <a:pt x="624747" y="204633"/>
                  </a:lnTo>
                  <a:lnTo>
                    <a:pt x="623708" y="204727"/>
                  </a:lnTo>
                  <a:lnTo>
                    <a:pt x="623546" y="207246"/>
                  </a:lnTo>
                  <a:lnTo>
                    <a:pt x="623039" y="209566"/>
                  </a:lnTo>
                  <a:lnTo>
                    <a:pt x="622650" y="209472"/>
                  </a:lnTo>
                  <a:lnTo>
                    <a:pt x="622439" y="210325"/>
                  </a:lnTo>
                  <a:lnTo>
                    <a:pt x="621076" y="211564"/>
                  </a:lnTo>
                  <a:lnTo>
                    <a:pt x="622752" y="213105"/>
                  </a:lnTo>
                  <a:lnTo>
                    <a:pt x="622802" y="213588"/>
                  </a:lnTo>
                  <a:lnTo>
                    <a:pt x="622370" y="214367"/>
                  </a:lnTo>
                  <a:lnTo>
                    <a:pt x="622722" y="216355"/>
                  </a:lnTo>
                  <a:lnTo>
                    <a:pt x="622647" y="218623"/>
                  </a:lnTo>
                  <a:lnTo>
                    <a:pt x="622272" y="218775"/>
                  </a:lnTo>
                  <a:lnTo>
                    <a:pt x="621613" y="220191"/>
                  </a:lnTo>
                  <a:lnTo>
                    <a:pt x="620385" y="220099"/>
                  </a:lnTo>
                  <a:lnTo>
                    <a:pt x="620060" y="221219"/>
                  </a:lnTo>
                  <a:lnTo>
                    <a:pt x="619246" y="221397"/>
                  </a:lnTo>
                  <a:lnTo>
                    <a:pt x="619523" y="224013"/>
                  </a:lnTo>
                  <a:lnTo>
                    <a:pt x="619089" y="225044"/>
                  </a:lnTo>
                  <a:lnTo>
                    <a:pt x="618990" y="227014"/>
                  </a:lnTo>
                  <a:lnTo>
                    <a:pt x="618630" y="227997"/>
                  </a:lnTo>
                  <a:lnTo>
                    <a:pt x="616557" y="229762"/>
                  </a:lnTo>
                  <a:lnTo>
                    <a:pt x="614994" y="230269"/>
                  </a:lnTo>
                  <a:lnTo>
                    <a:pt x="615425" y="231150"/>
                  </a:lnTo>
                  <a:lnTo>
                    <a:pt x="616918" y="232824"/>
                  </a:lnTo>
                  <a:lnTo>
                    <a:pt x="619215" y="231464"/>
                  </a:lnTo>
                  <a:lnTo>
                    <a:pt x="619455" y="231784"/>
                  </a:lnTo>
                  <a:lnTo>
                    <a:pt x="619919" y="233401"/>
                  </a:lnTo>
                  <a:lnTo>
                    <a:pt x="619903" y="234678"/>
                  </a:lnTo>
                  <a:lnTo>
                    <a:pt x="618638" y="236638"/>
                  </a:lnTo>
                  <a:lnTo>
                    <a:pt x="618858" y="237309"/>
                  </a:lnTo>
                  <a:lnTo>
                    <a:pt x="618637" y="238026"/>
                  </a:lnTo>
                  <a:lnTo>
                    <a:pt x="618764" y="238787"/>
                  </a:lnTo>
                  <a:lnTo>
                    <a:pt x="618001" y="238963"/>
                  </a:lnTo>
                  <a:lnTo>
                    <a:pt x="615948" y="240539"/>
                  </a:lnTo>
                  <a:lnTo>
                    <a:pt x="613226" y="240698"/>
                  </a:lnTo>
                  <a:lnTo>
                    <a:pt x="615035" y="241587"/>
                  </a:lnTo>
                  <a:lnTo>
                    <a:pt x="615687" y="241616"/>
                  </a:lnTo>
                  <a:lnTo>
                    <a:pt x="615743" y="243755"/>
                  </a:lnTo>
                  <a:lnTo>
                    <a:pt x="617668" y="244111"/>
                  </a:lnTo>
                  <a:lnTo>
                    <a:pt x="620159" y="243928"/>
                  </a:lnTo>
                  <a:lnTo>
                    <a:pt x="623153" y="245390"/>
                  </a:lnTo>
                  <a:lnTo>
                    <a:pt x="623218" y="245773"/>
                  </a:lnTo>
                  <a:lnTo>
                    <a:pt x="622717" y="245888"/>
                  </a:lnTo>
                  <a:lnTo>
                    <a:pt x="622633" y="246372"/>
                  </a:lnTo>
                  <a:lnTo>
                    <a:pt x="623057" y="246322"/>
                  </a:lnTo>
                  <a:lnTo>
                    <a:pt x="623279" y="246537"/>
                  </a:lnTo>
                  <a:lnTo>
                    <a:pt x="622364" y="247826"/>
                  </a:lnTo>
                  <a:lnTo>
                    <a:pt x="622957" y="248558"/>
                  </a:lnTo>
                  <a:lnTo>
                    <a:pt x="622118" y="249018"/>
                  </a:lnTo>
                  <a:lnTo>
                    <a:pt x="622412" y="249710"/>
                  </a:lnTo>
                  <a:lnTo>
                    <a:pt x="621674" y="249726"/>
                  </a:lnTo>
                  <a:lnTo>
                    <a:pt x="621694" y="249927"/>
                  </a:lnTo>
                  <a:lnTo>
                    <a:pt x="622192" y="250138"/>
                  </a:lnTo>
                  <a:lnTo>
                    <a:pt x="621607" y="250783"/>
                  </a:lnTo>
                  <a:lnTo>
                    <a:pt x="622077" y="250902"/>
                  </a:lnTo>
                  <a:lnTo>
                    <a:pt x="622069" y="251240"/>
                  </a:lnTo>
                  <a:lnTo>
                    <a:pt x="622508" y="251645"/>
                  </a:lnTo>
                  <a:lnTo>
                    <a:pt x="622245" y="252639"/>
                  </a:lnTo>
                  <a:lnTo>
                    <a:pt x="622562" y="253043"/>
                  </a:lnTo>
                  <a:lnTo>
                    <a:pt x="622295" y="253152"/>
                  </a:lnTo>
                  <a:lnTo>
                    <a:pt x="622304" y="253455"/>
                  </a:lnTo>
                  <a:lnTo>
                    <a:pt x="621574" y="253844"/>
                  </a:lnTo>
                  <a:lnTo>
                    <a:pt x="621788" y="253976"/>
                  </a:lnTo>
                  <a:lnTo>
                    <a:pt x="621547" y="254478"/>
                  </a:lnTo>
                  <a:lnTo>
                    <a:pt x="621248" y="254350"/>
                  </a:lnTo>
                  <a:lnTo>
                    <a:pt x="621235" y="254893"/>
                  </a:lnTo>
                  <a:lnTo>
                    <a:pt x="620762" y="255237"/>
                  </a:lnTo>
                  <a:lnTo>
                    <a:pt x="621132" y="255753"/>
                  </a:lnTo>
                  <a:lnTo>
                    <a:pt x="620485" y="256107"/>
                  </a:lnTo>
                  <a:lnTo>
                    <a:pt x="621130" y="256694"/>
                  </a:lnTo>
                  <a:lnTo>
                    <a:pt x="621122" y="257289"/>
                  </a:lnTo>
                  <a:lnTo>
                    <a:pt x="620540" y="257303"/>
                  </a:lnTo>
                  <a:lnTo>
                    <a:pt x="620353" y="257706"/>
                  </a:lnTo>
                  <a:lnTo>
                    <a:pt x="620599" y="257708"/>
                  </a:lnTo>
                  <a:lnTo>
                    <a:pt x="620416" y="257962"/>
                  </a:lnTo>
                  <a:lnTo>
                    <a:pt x="620517" y="258294"/>
                  </a:lnTo>
                  <a:lnTo>
                    <a:pt x="619911" y="258640"/>
                  </a:lnTo>
                  <a:lnTo>
                    <a:pt x="619874" y="259326"/>
                  </a:lnTo>
                  <a:lnTo>
                    <a:pt x="619218" y="259639"/>
                  </a:lnTo>
                  <a:lnTo>
                    <a:pt x="618913" y="260163"/>
                  </a:lnTo>
                  <a:lnTo>
                    <a:pt x="619641" y="260931"/>
                  </a:lnTo>
                  <a:lnTo>
                    <a:pt x="619168" y="261570"/>
                  </a:lnTo>
                  <a:lnTo>
                    <a:pt x="619312" y="262592"/>
                  </a:lnTo>
                  <a:lnTo>
                    <a:pt x="618362" y="265125"/>
                  </a:lnTo>
                  <a:lnTo>
                    <a:pt x="618192" y="265133"/>
                  </a:lnTo>
                  <a:lnTo>
                    <a:pt x="618065" y="265893"/>
                  </a:lnTo>
                  <a:lnTo>
                    <a:pt x="618339" y="266115"/>
                  </a:lnTo>
                  <a:lnTo>
                    <a:pt x="619396" y="266176"/>
                  </a:lnTo>
                  <a:lnTo>
                    <a:pt x="620894" y="267289"/>
                  </a:lnTo>
                  <a:lnTo>
                    <a:pt x="619669" y="267027"/>
                  </a:lnTo>
                  <a:lnTo>
                    <a:pt x="619045" y="267187"/>
                  </a:lnTo>
                  <a:lnTo>
                    <a:pt x="618432" y="267811"/>
                  </a:lnTo>
                  <a:lnTo>
                    <a:pt x="618525" y="269134"/>
                  </a:lnTo>
                  <a:lnTo>
                    <a:pt x="618931" y="270350"/>
                  </a:lnTo>
                  <a:lnTo>
                    <a:pt x="618342" y="271079"/>
                  </a:lnTo>
                  <a:lnTo>
                    <a:pt x="617968" y="272043"/>
                  </a:lnTo>
                  <a:lnTo>
                    <a:pt x="617647" y="274196"/>
                  </a:lnTo>
                  <a:lnTo>
                    <a:pt x="617945" y="274696"/>
                  </a:lnTo>
                  <a:lnTo>
                    <a:pt x="618439" y="274688"/>
                  </a:lnTo>
                  <a:lnTo>
                    <a:pt x="618556" y="274922"/>
                  </a:lnTo>
                  <a:lnTo>
                    <a:pt x="618383" y="275391"/>
                  </a:lnTo>
                  <a:lnTo>
                    <a:pt x="617868" y="275550"/>
                  </a:lnTo>
                  <a:lnTo>
                    <a:pt x="617547" y="276017"/>
                  </a:lnTo>
                  <a:lnTo>
                    <a:pt x="617808" y="278036"/>
                  </a:lnTo>
                  <a:lnTo>
                    <a:pt x="617541" y="279715"/>
                  </a:lnTo>
                  <a:lnTo>
                    <a:pt x="617608" y="281306"/>
                  </a:lnTo>
                  <a:lnTo>
                    <a:pt x="618442" y="282406"/>
                  </a:lnTo>
                  <a:lnTo>
                    <a:pt x="619342" y="282919"/>
                  </a:lnTo>
                  <a:lnTo>
                    <a:pt x="617810" y="283651"/>
                  </a:lnTo>
                  <a:lnTo>
                    <a:pt x="617467" y="283578"/>
                  </a:lnTo>
                  <a:lnTo>
                    <a:pt x="617774" y="284535"/>
                  </a:lnTo>
                  <a:lnTo>
                    <a:pt x="616954" y="286967"/>
                  </a:lnTo>
                  <a:lnTo>
                    <a:pt x="615636" y="288395"/>
                  </a:lnTo>
                  <a:lnTo>
                    <a:pt x="615171" y="288371"/>
                  </a:lnTo>
                  <a:lnTo>
                    <a:pt x="615170" y="289073"/>
                  </a:lnTo>
                  <a:lnTo>
                    <a:pt x="614549" y="289266"/>
                  </a:lnTo>
                  <a:lnTo>
                    <a:pt x="613984" y="289831"/>
                  </a:lnTo>
                  <a:lnTo>
                    <a:pt x="613898" y="290601"/>
                  </a:lnTo>
                  <a:lnTo>
                    <a:pt x="613175" y="291474"/>
                  </a:lnTo>
                  <a:lnTo>
                    <a:pt x="612609" y="293118"/>
                  </a:lnTo>
                  <a:lnTo>
                    <a:pt x="612353" y="293052"/>
                  </a:lnTo>
                  <a:lnTo>
                    <a:pt x="612445" y="294100"/>
                  </a:lnTo>
                  <a:lnTo>
                    <a:pt x="612193" y="295610"/>
                  </a:lnTo>
                  <a:lnTo>
                    <a:pt x="612453" y="297632"/>
                  </a:lnTo>
                  <a:lnTo>
                    <a:pt x="612210" y="299837"/>
                  </a:lnTo>
                  <a:lnTo>
                    <a:pt x="611837" y="300735"/>
                  </a:lnTo>
                  <a:lnTo>
                    <a:pt x="613410" y="301766"/>
                  </a:lnTo>
                  <a:lnTo>
                    <a:pt x="614002" y="302755"/>
                  </a:lnTo>
                  <a:lnTo>
                    <a:pt x="615014" y="303697"/>
                  </a:lnTo>
                  <a:lnTo>
                    <a:pt x="615011" y="304725"/>
                  </a:lnTo>
                  <a:lnTo>
                    <a:pt x="614589" y="305169"/>
                  </a:lnTo>
                  <a:lnTo>
                    <a:pt x="613863" y="304848"/>
                  </a:lnTo>
                  <a:lnTo>
                    <a:pt x="611419" y="303456"/>
                  </a:lnTo>
                  <a:lnTo>
                    <a:pt x="611241" y="302763"/>
                  </a:lnTo>
                  <a:lnTo>
                    <a:pt x="609504" y="306017"/>
                  </a:lnTo>
                  <a:lnTo>
                    <a:pt x="609598" y="306849"/>
                  </a:lnTo>
                  <a:lnTo>
                    <a:pt x="610784" y="307753"/>
                  </a:lnTo>
                  <a:lnTo>
                    <a:pt x="610677" y="308163"/>
                  </a:lnTo>
                  <a:lnTo>
                    <a:pt x="610213" y="308184"/>
                  </a:lnTo>
                  <a:lnTo>
                    <a:pt x="610177" y="309009"/>
                  </a:lnTo>
                  <a:lnTo>
                    <a:pt x="610867" y="310288"/>
                  </a:lnTo>
                  <a:lnTo>
                    <a:pt x="611190" y="312965"/>
                  </a:lnTo>
                  <a:lnTo>
                    <a:pt x="614634" y="316017"/>
                  </a:lnTo>
                  <a:lnTo>
                    <a:pt x="615866" y="318020"/>
                  </a:lnTo>
                  <a:lnTo>
                    <a:pt x="615409" y="318378"/>
                  </a:lnTo>
                  <a:lnTo>
                    <a:pt x="614222" y="316806"/>
                  </a:lnTo>
                  <a:lnTo>
                    <a:pt x="612072" y="314880"/>
                  </a:lnTo>
                  <a:lnTo>
                    <a:pt x="611363" y="314269"/>
                  </a:lnTo>
                  <a:lnTo>
                    <a:pt x="611101" y="314565"/>
                  </a:lnTo>
                  <a:lnTo>
                    <a:pt x="611132" y="316323"/>
                  </a:lnTo>
                  <a:lnTo>
                    <a:pt x="611903" y="317911"/>
                  </a:lnTo>
                  <a:lnTo>
                    <a:pt x="612260" y="319587"/>
                  </a:lnTo>
                  <a:lnTo>
                    <a:pt x="612664" y="320119"/>
                  </a:lnTo>
                  <a:lnTo>
                    <a:pt x="612756" y="321967"/>
                  </a:lnTo>
                  <a:lnTo>
                    <a:pt x="613381" y="323249"/>
                  </a:lnTo>
                  <a:lnTo>
                    <a:pt x="613205" y="323982"/>
                  </a:lnTo>
                  <a:lnTo>
                    <a:pt x="613561" y="324770"/>
                  </a:lnTo>
                  <a:lnTo>
                    <a:pt x="613203" y="325399"/>
                  </a:lnTo>
                  <a:lnTo>
                    <a:pt x="611496" y="323358"/>
                  </a:lnTo>
                  <a:lnTo>
                    <a:pt x="611206" y="322514"/>
                  </a:lnTo>
                  <a:lnTo>
                    <a:pt x="611602" y="319949"/>
                  </a:lnTo>
                  <a:lnTo>
                    <a:pt x="610914" y="317817"/>
                  </a:lnTo>
                  <a:lnTo>
                    <a:pt x="610461" y="317079"/>
                  </a:lnTo>
                  <a:lnTo>
                    <a:pt x="609600" y="317724"/>
                  </a:lnTo>
                  <a:lnTo>
                    <a:pt x="608511" y="318149"/>
                  </a:lnTo>
                  <a:lnTo>
                    <a:pt x="608260" y="319038"/>
                  </a:lnTo>
                  <a:lnTo>
                    <a:pt x="607684" y="319744"/>
                  </a:lnTo>
                  <a:lnTo>
                    <a:pt x="606297" y="319928"/>
                  </a:lnTo>
                  <a:lnTo>
                    <a:pt x="605844" y="318966"/>
                  </a:lnTo>
                  <a:lnTo>
                    <a:pt x="604034" y="318242"/>
                  </a:lnTo>
                  <a:lnTo>
                    <a:pt x="602660" y="318990"/>
                  </a:lnTo>
                  <a:lnTo>
                    <a:pt x="600593" y="320686"/>
                  </a:lnTo>
                  <a:lnTo>
                    <a:pt x="601006" y="321485"/>
                  </a:lnTo>
                  <a:lnTo>
                    <a:pt x="601650" y="322086"/>
                  </a:lnTo>
                  <a:lnTo>
                    <a:pt x="605352" y="324323"/>
                  </a:lnTo>
                  <a:lnTo>
                    <a:pt x="607257" y="326045"/>
                  </a:lnTo>
                  <a:lnTo>
                    <a:pt x="608656" y="326883"/>
                  </a:lnTo>
                  <a:lnTo>
                    <a:pt x="609193" y="327943"/>
                  </a:lnTo>
                  <a:lnTo>
                    <a:pt x="609604" y="329768"/>
                  </a:lnTo>
                  <a:lnTo>
                    <a:pt x="610821" y="331351"/>
                  </a:lnTo>
                  <a:lnTo>
                    <a:pt x="611465" y="331718"/>
                  </a:lnTo>
                  <a:lnTo>
                    <a:pt x="612316" y="331730"/>
                  </a:lnTo>
                  <a:lnTo>
                    <a:pt x="613667" y="332257"/>
                  </a:lnTo>
                  <a:lnTo>
                    <a:pt x="615199" y="332340"/>
                  </a:lnTo>
                  <a:lnTo>
                    <a:pt x="616902" y="332749"/>
                  </a:lnTo>
                  <a:lnTo>
                    <a:pt x="617628" y="333290"/>
                  </a:lnTo>
                  <a:lnTo>
                    <a:pt x="619172" y="335219"/>
                  </a:lnTo>
                  <a:lnTo>
                    <a:pt x="620947" y="336574"/>
                  </a:lnTo>
                  <a:lnTo>
                    <a:pt x="622141" y="338096"/>
                  </a:lnTo>
                  <a:lnTo>
                    <a:pt x="622387" y="339338"/>
                  </a:lnTo>
                  <a:lnTo>
                    <a:pt x="621982" y="344625"/>
                  </a:lnTo>
                  <a:lnTo>
                    <a:pt x="621405" y="346815"/>
                  </a:lnTo>
                  <a:lnTo>
                    <a:pt x="621790" y="348877"/>
                  </a:lnTo>
                  <a:lnTo>
                    <a:pt x="621610" y="349270"/>
                  </a:lnTo>
                  <a:lnTo>
                    <a:pt x="620335" y="349759"/>
                  </a:lnTo>
                  <a:lnTo>
                    <a:pt x="619343" y="350521"/>
                  </a:lnTo>
                  <a:lnTo>
                    <a:pt x="618333" y="351853"/>
                  </a:lnTo>
                  <a:lnTo>
                    <a:pt x="617746" y="354764"/>
                  </a:lnTo>
                  <a:lnTo>
                    <a:pt x="617818" y="356069"/>
                  </a:lnTo>
                  <a:lnTo>
                    <a:pt x="618150" y="357186"/>
                  </a:lnTo>
                  <a:lnTo>
                    <a:pt x="617590" y="358981"/>
                  </a:lnTo>
                  <a:lnTo>
                    <a:pt x="617792" y="359518"/>
                  </a:lnTo>
                  <a:lnTo>
                    <a:pt x="617702" y="361379"/>
                  </a:lnTo>
                  <a:lnTo>
                    <a:pt x="616848" y="362696"/>
                  </a:lnTo>
                  <a:lnTo>
                    <a:pt x="616256" y="364395"/>
                  </a:lnTo>
                  <a:lnTo>
                    <a:pt x="616278" y="366605"/>
                  </a:lnTo>
                  <a:lnTo>
                    <a:pt x="613047" y="369823"/>
                  </a:lnTo>
                  <a:lnTo>
                    <a:pt x="611866" y="371911"/>
                  </a:lnTo>
                  <a:lnTo>
                    <a:pt x="611991" y="372680"/>
                  </a:lnTo>
                  <a:lnTo>
                    <a:pt x="613328" y="375387"/>
                  </a:lnTo>
                  <a:lnTo>
                    <a:pt x="612312" y="377721"/>
                  </a:lnTo>
                  <a:lnTo>
                    <a:pt x="612202" y="379335"/>
                  </a:lnTo>
                  <a:lnTo>
                    <a:pt x="611409" y="380383"/>
                  </a:lnTo>
                  <a:lnTo>
                    <a:pt x="608090" y="383596"/>
                  </a:lnTo>
                  <a:lnTo>
                    <a:pt x="607674" y="384599"/>
                  </a:lnTo>
                  <a:lnTo>
                    <a:pt x="608351" y="385783"/>
                  </a:lnTo>
                  <a:lnTo>
                    <a:pt x="608258" y="387274"/>
                  </a:lnTo>
                  <a:lnTo>
                    <a:pt x="608741" y="388799"/>
                  </a:lnTo>
                  <a:lnTo>
                    <a:pt x="608601" y="389733"/>
                  </a:lnTo>
                  <a:lnTo>
                    <a:pt x="607939" y="390724"/>
                  </a:lnTo>
                  <a:lnTo>
                    <a:pt x="606023" y="392284"/>
                  </a:lnTo>
                  <a:lnTo>
                    <a:pt x="604413" y="395469"/>
                  </a:lnTo>
                  <a:lnTo>
                    <a:pt x="603162" y="396468"/>
                  </a:lnTo>
                  <a:lnTo>
                    <a:pt x="602558" y="397667"/>
                  </a:lnTo>
                  <a:lnTo>
                    <a:pt x="600592" y="398808"/>
                  </a:lnTo>
                  <a:lnTo>
                    <a:pt x="598306" y="399155"/>
                  </a:lnTo>
                  <a:lnTo>
                    <a:pt x="597207" y="399584"/>
                  </a:lnTo>
                  <a:lnTo>
                    <a:pt x="596522" y="400195"/>
                  </a:lnTo>
                  <a:lnTo>
                    <a:pt x="595665" y="400447"/>
                  </a:lnTo>
                  <a:lnTo>
                    <a:pt x="594853" y="403747"/>
                  </a:lnTo>
                  <a:lnTo>
                    <a:pt x="593311" y="405077"/>
                  </a:lnTo>
                  <a:lnTo>
                    <a:pt x="592122" y="406921"/>
                  </a:lnTo>
                  <a:lnTo>
                    <a:pt x="589918" y="409384"/>
                  </a:lnTo>
                  <a:lnTo>
                    <a:pt x="589415" y="411074"/>
                  </a:lnTo>
                  <a:lnTo>
                    <a:pt x="588426" y="413106"/>
                  </a:lnTo>
                  <a:lnTo>
                    <a:pt x="587571" y="414286"/>
                  </a:lnTo>
                  <a:lnTo>
                    <a:pt x="586612" y="415078"/>
                  </a:lnTo>
                  <a:lnTo>
                    <a:pt x="585042" y="418055"/>
                  </a:lnTo>
                  <a:lnTo>
                    <a:pt x="584806" y="420730"/>
                  </a:lnTo>
                  <a:lnTo>
                    <a:pt x="584578" y="421258"/>
                  </a:lnTo>
                  <a:lnTo>
                    <a:pt x="582726" y="423273"/>
                  </a:lnTo>
                  <a:lnTo>
                    <a:pt x="582909" y="425272"/>
                  </a:lnTo>
                  <a:lnTo>
                    <a:pt x="583222" y="425963"/>
                  </a:lnTo>
                  <a:lnTo>
                    <a:pt x="584529" y="426767"/>
                  </a:lnTo>
                  <a:lnTo>
                    <a:pt x="584927" y="427266"/>
                  </a:lnTo>
                  <a:lnTo>
                    <a:pt x="584003" y="428182"/>
                  </a:lnTo>
                  <a:lnTo>
                    <a:pt x="583307" y="428495"/>
                  </a:lnTo>
                  <a:lnTo>
                    <a:pt x="583206" y="428995"/>
                  </a:lnTo>
                  <a:lnTo>
                    <a:pt x="583802" y="430056"/>
                  </a:lnTo>
                  <a:lnTo>
                    <a:pt x="585302" y="430407"/>
                  </a:lnTo>
                  <a:lnTo>
                    <a:pt x="587487" y="430365"/>
                  </a:lnTo>
                  <a:lnTo>
                    <a:pt x="588303" y="430049"/>
                  </a:lnTo>
                  <a:lnTo>
                    <a:pt x="590407" y="430180"/>
                  </a:lnTo>
                  <a:lnTo>
                    <a:pt x="591339" y="429712"/>
                  </a:lnTo>
                  <a:lnTo>
                    <a:pt x="592940" y="429557"/>
                  </a:lnTo>
                  <a:lnTo>
                    <a:pt x="596114" y="428572"/>
                  </a:lnTo>
                  <a:lnTo>
                    <a:pt x="598057" y="427501"/>
                  </a:lnTo>
                  <a:lnTo>
                    <a:pt x="600077" y="426815"/>
                  </a:lnTo>
                  <a:lnTo>
                    <a:pt x="600980" y="425921"/>
                  </a:lnTo>
                  <a:lnTo>
                    <a:pt x="601462" y="425812"/>
                  </a:lnTo>
                  <a:lnTo>
                    <a:pt x="601280" y="425267"/>
                  </a:lnTo>
                  <a:lnTo>
                    <a:pt x="602406" y="424321"/>
                  </a:lnTo>
                  <a:lnTo>
                    <a:pt x="603078" y="425153"/>
                  </a:lnTo>
                  <a:lnTo>
                    <a:pt x="603024" y="425843"/>
                  </a:lnTo>
                  <a:lnTo>
                    <a:pt x="603645" y="425095"/>
                  </a:lnTo>
                  <a:lnTo>
                    <a:pt x="603733" y="424314"/>
                  </a:lnTo>
                  <a:lnTo>
                    <a:pt x="606053" y="422540"/>
                  </a:lnTo>
                  <a:lnTo>
                    <a:pt x="606556" y="421883"/>
                  </a:lnTo>
                  <a:lnTo>
                    <a:pt x="607463" y="422110"/>
                  </a:lnTo>
                  <a:lnTo>
                    <a:pt x="607556" y="424601"/>
                  </a:lnTo>
                  <a:lnTo>
                    <a:pt x="607987" y="425121"/>
                  </a:lnTo>
                  <a:lnTo>
                    <a:pt x="607579" y="426126"/>
                  </a:lnTo>
                  <a:lnTo>
                    <a:pt x="608070" y="426734"/>
                  </a:lnTo>
                  <a:lnTo>
                    <a:pt x="607730" y="427040"/>
                  </a:lnTo>
                  <a:lnTo>
                    <a:pt x="608654" y="427516"/>
                  </a:lnTo>
                  <a:lnTo>
                    <a:pt x="609138" y="429161"/>
                  </a:lnTo>
                  <a:lnTo>
                    <a:pt x="608836" y="430391"/>
                  </a:lnTo>
                  <a:lnTo>
                    <a:pt x="608260" y="430346"/>
                  </a:lnTo>
                  <a:lnTo>
                    <a:pt x="607940" y="430556"/>
                  </a:lnTo>
                  <a:lnTo>
                    <a:pt x="608134" y="432908"/>
                  </a:lnTo>
                  <a:lnTo>
                    <a:pt x="607716" y="432937"/>
                  </a:lnTo>
                  <a:lnTo>
                    <a:pt x="607621" y="434237"/>
                  </a:lnTo>
                  <a:lnTo>
                    <a:pt x="606761" y="435299"/>
                  </a:lnTo>
                  <a:lnTo>
                    <a:pt x="605109" y="435314"/>
                  </a:lnTo>
                  <a:lnTo>
                    <a:pt x="604400" y="435536"/>
                  </a:lnTo>
                  <a:lnTo>
                    <a:pt x="602930" y="436960"/>
                  </a:lnTo>
                  <a:lnTo>
                    <a:pt x="603002" y="437417"/>
                  </a:lnTo>
                  <a:lnTo>
                    <a:pt x="602705" y="438348"/>
                  </a:lnTo>
                  <a:lnTo>
                    <a:pt x="601296" y="438418"/>
                  </a:lnTo>
                  <a:lnTo>
                    <a:pt x="600316" y="437668"/>
                  </a:lnTo>
                  <a:lnTo>
                    <a:pt x="600828" y="436214"/>
                  </a:lnTo>
                  <a:lnTo>
                    <a:pt x="600770" y="434633"/>
                  </a:lnTo>
                  <a:lnTo>
                    <a:pt x="598705" y="434971"/>
                  </a:lnTo>
                  <a:lnTo>
                    <a:pt x="598367" y="433447"/>
                  </a:lnTo>
                  <a:lnTo>
                    <a:pt x="596490" y="433897"/>
                  </a:lnTo>
                  <a:lnTo>
                    <a:pt x="596908" y="435129"/>
                  </a:lnTo>
                  <a:lnTo>
                    <a:pt x="596891" y="435839"/>
                  </a:lnTo>
                  <a:lnTo>
                    <a:pt x="597091" y="435843"/>
                  </a:lnTo>
                  <a:lnTo>
                    <a:pt x="597487" y="436654"/>
                  </a:lnTo>
                  <a:lnTo>
                    <a:pt x="597566" y="437648"/>
                  </a:lnTo>
                  <a:lnTo>
                    <a:pt x="596896" y="438496"/>
                  </a:lnTo>
                  <a:lnTo>
                    <a:pt x="594620" y="437942"/>
                  </a:lnTo>
                  <a:lnTo>
                    <a:pt x="593337" y="438701"/>
                  </a:lnTo>
                  <a:lnTo>
                    <a:pt x="593046" y="438761"/>
                  </a:lnTo>
                  <a:lnTo>
                    <a:pt x="593241" y="440668"/>
                  </a:lnTo>
                  <a:lnTo>
                    <a:pt x="596374" y="443192"/>
                  </a:lnTo>
                  <a:lnTo>
                    <a:pt x="593691" y="444318"/>
                  </a:lnTo>
                  <a:lnTo>
                    <a:pt x="592796" y="445673"/>
                  </a:lnTo>
                  <a:lnTo>
                    <a:pt x="592566" y="446217"/>
                  </a:lnTo>
                  <a:lnTo>
                    <a:pt x="593267" y="448577"/>
                  </a:lnTo>
                  <a:lnTo>
                    <a:pt x="593182" y="449450"/>
                  </a:lnTo>
                  <a:lnTo>
                    <a:pt x="596710" y="450818"/>
                  </a:lnTo>
                  <a:lnTo>
                    <a:pt x="597798" y="452415"/>
                  </a:lnTo>
                  <a:lnTo>
                    <a:pt x="598383" y="452757"/>
                  </a:lnTo>
                  <a:lnTo>
                    <a:pt x="598460" y="453582"/>
                  </a:lnTo>
                  <a:lnTo>
                    <a:pt x="597090" y="453809"/>
                  </a:lnTo>
                  <a:lnTo>
                    <a:pt x="594560" y="453694"/>
                  </a:lnTo>
                  <a:lnTo>
                    <a:pt x="593353" y="453921"/>
                  </a:lnTo>
                  <a:lnTo>
                    <a:pt x="592821" y="454410"/>
                  </a:lnTo>
                  <a:lnTo>
                    <a:pt x="592035" y="455778"/>
                  </a:lnTo>
                  <a:lnTo>
                    <a:pt x="592777" y="457519"/>
                  </a:lnTo>
                  <a:lnTo>
                    <a:pt x="589943" y="457159"/>
                  </a:lnTo>
                  <a:lnTo>
                    <a:pt x="590288" y="456471"/>
                  </a:lnTo>
                  <a:lnTo>
                    <a:pt x="590185" y="456248"/>
                  </a:lnTo>
                  <a:lnTo>
                    <a:pt x="588542" y="455300"/>
                  </a:lnTo>
                  <a:lnTo>
                    <a:pt x="588216" y="454454"/>
                  </a:lnTo>
                  <a:lnTo>
                    <a:pt x="585934" y="453078"/>
                  </a:lnTo>
                  <a:lnTo>
                    <a:pt x="582387" y="452754"/>
                  </a:lnTo>
                  <a:lnTo>
                    <a:pt x="580479" y="453307"/>
                  </a:lnTo>
                  <a:lnTo>
                    <a:pt x="580298" y="455108"/>
                  </a:lnTo>
                  <a:lnTo>
                    <a:pt x="580838" y="457998"/>
                  </a:lnTo>
                  <a:lnTo>
                    <a:pt x="580645" y="458106"/>
                  </a:lnTo>
                  <a:lnTo>
                    <a:pt x="579228" y="455783"/>
                  </a:lnTo>
                  <a:lnTo>
                    <a:pt x="576672" y="456350"/>
                  </a:lnTo>
                  <a:lnTo>
                    <a:pt x="576307" y="454769"/>
                  </a:lnTo>
                  <a:lnTo>
                    <a:pt x="575863" y="454384"/>
                  </a:lnTo>
                  <a:lnTo>
                    <a:pt x="572698" y="454456"/>
                  </a:lnTo>
                  <a:lnTo>
                    <a:pt x="572211" y="456261"/>
                  </a:lnTo>
                  <a:lnTo>
                    <a:pt x="570887" y="457069"/>
                  </a:lnTo>
                  <a:lnTo>
                    <a:pt x="570079" y="457225"/>
                  </a:lnTo>
                  <a:lnTo>
                    <a:pt x="568334" y="458452"/>
                  </a:lnTo>
                  <a:lnTo>
                    <a:pt x="567044" y="460047"/>
                  </a:lnTo>
                  <a:lnTo>
                    <a:pt x="566920" y="461419"/>
                  </a:lnTo>
                  <a:lnTo>
                    <a:pt x="565911" y="461471"/>
                  </a:lnTo>
                  <a:lnTo>
                    <a:pt x="565433" y="461732"/>
                  </a:lnTo>
                  <a:lnTo>
                    <a:pt x="566973" y="464207"/>
                  </a:lnTo>
                  <a:lnTo>
                    <a:pt x="567203" y="464990"/>
                  </a:lnTo>
                  <a:lnTo>
                    <a:pt x="566104" y="466349"/>
                  </a:lnTo>
                  <a:lnTo>
                    <a:pt x="565915" y="466890"/>
                  </a:lnTo>
                  <a:lnTo>
                    <a:pt x="564608" y="468231"/>
                  </a:lnTo>
                  <a:lnTo>
                    <a:pt x="566843" y="471664"/>
                  </a:lnTo>
                  <a:lnTo>
                    <a:pt x="565835" y="472033"/>
                  </a:lnTo>
                  <a:lnTo>
                    <a:pt x="565801" y="472272"/>
                  </a:lnTo>
                  <a:lnTo>
                    <a:pt x="566727" y="473444"/>
                  </a:lnTo>
                  <a:lnTo>
                    <a:pt x="567008" y="474467"/>
                  </a:lnTo>
                  <a:lnTo>
                    <a:pt x="566066" y="474542"/>
                  </a:lnTo>
                  <a:lnTo>
                    <a:pt x="565132" y="474193"/>
                  </a:lnTo>
                  <a:lnTo>
                    <a:pt x="563664" y="474612"/>
                  </a:lnTo>
                  <a:lnTo>
                    <a:pt x="563572" y="475266"/>
                  </a:lnTo>
                  <a:lnTo>
                    <a:pt x="562176" y="475562"/>
                  </a:lnTo>
                  <a:lnTo>
                    <a:pt x="560175" y="473652"/>
                  </a:lnTo>
                  <a:lnTo>
                    <a:pt x="559163" y="473093"/>
                  </a:lnTo>
                  <a:lnTo>
                    <a:pt x="558232" y="473266"/>
                  </a:lnTo>
                  <a:lnTo>
                    <a:pt x="555334" y="474534"/>
                  </a:lnTo>
                  <a:lnTo>
                    <a:pt x="555720" y="475320"/>
                  </a:lnTo>
                  <a:lnTo>
                    <a:pt x="553453" y="476278"/>
                  </a:lnTo>
                  <a:lnTo>
                    <a:pt x="551972" y="475815"/>
                  </a:lnTo>
                  <a:lnTo>
                    <a:pt x="550605" y="475857"/>
                  </a:lnTo>
                  <a:lnTo>
                    <a:pt x="551126" y="477449"/>
                  </a:lnTo>
                  <a:lnTo>
                    <a:pt x="550848" y="477553"/>
                  </a:lnTo>
                  <a:lnTo>
                    <a:pt x="551006" y="478263"/>
                  </a:lnTo>
                  <a:lnTo>
                    <a:pt x="549306" y="479249"/>
                  </a:lnTo>
                  <a:lnTo>
                    <a:pt x="548891" y="479615"/>
                  </a:lnTo>
                  <a:lnTo>
                    <a:pt x="548929" y="479850"/>
                  </a:lnTo>
                  <a:lnTo>
                    <a:pt x="542809" y="481042"/>
                  </a:lnTo>
                  <a:lnTo>
                    <a:pt x="540490" y="482101"/>
                  </a:lnTo>
                  <a:lnTo>
                    <a:pt x="539872" y="483598"/>
                  </a:lnTo>
                  <a:lnTo>
                    <a:pt x="536816" y="481746"/>
                  </a:lnTo>
                  <a:lnTo>
                    <a:pt x="534789" y="481197"/>
                  </a:lnTo>
                  <a:lnTo>
                    <a:pt x="533131" y="481467"/>
                  </a:lnTo>
                  <a:lnTo>
                    <a:pt x="531740" y="484183"/>
                  </a:lnTo>
                  <a:lnTo>
                    <a:pt x="530438" y="483754"/>
                  </a:lnTo>
                  <a:lnTo>
                    <a:pt x="530662" y="485834"/>
                  </a:lnTo>
                  <a:lnTo>
                    <a:pt x="530445" y="485694"/>
                  </a:lnTo>
                  <a:lnTo>
                    <a:pt x="529966" y="485961"/>
                  </a:lnTo>
                  <a:lnTo>
                    <a:pt x="529178" y="484678"/>
                  </a:lnTo>
                  <a:lnTo>
                    <a:pt x="528564" y="485480"/>
                  </a:lnTo>
                  <a:lnTo>
                    <a:pt x="528167" y="485280"/>
                  </a:lnTo>
                  <a:lnTo>
                    <a:pt x="526513" y="482922"/>
                  </a:lnTo>
                  <a:lnTo>
                    <a:pt x="526547" y="483495"/>
                  </a:lnTo>
                  <a:lnTo>
                    <a:pt x="525368" y="483113"/>
                  </a:lnTo>
                  <a:lnTo>
                    <a:pt x="524645" y="482336"/>
                  </a:lnTo>
                  <a:lnTo>
                    <a:pt x="523104" y="483212"/>
                  </a:lnTo>
                  <a:lnTo>
                    <a:pt x="520618" y="484912"/>
                  </a:lnTo>
                  <a:lnTo>
                    <a:pt x="518243" y="487419"/>
                  </a:lnTo>
                  <a:lnTo>
                    <a:pt x="517356" y="486757"/>
                  </a:lnTo>
                  <a:lnTo>
                    <a:pt x="516070" y="486126"/>
                  </a:lnTo>
                  <a:lnTo>
                    <a:pt x="515913" y="487987"/>
                  </a:lnTo>
                  <a:lnTo>
                    <a:pt x="515226" y="488225"/>
                  </a:lnTo>
                  <a:lnTo>
                    <a:pt x="515269" y="488972"/>
                  </a:lnTo>
                  <a:lnTo>
                    <a:pt x="513834" y="489375"/>
                  </a:lnTo>
                  <a:lnTo>
                    <a:pt x="512811" y="489306"/>
                  </a:lnTo>
                  <a:lnTo>
                    <a:pt x="510144" y="489824"/>
                  </a:lnTo>
                  <a:lnTo>
                    <a:pt x="508220" y="489136"/>
                  </a:lnTo>
                  <a:lnTo>
                    <a:pt x="507670" y="489395"/>
                  </a:lnTo>
                  <a:lnTo>
                    <a:pt x="506451" y="488253"/>
                  </a:lnTo>
                  <a:lnTo>
                    <a:pt x="505498" y="488759"/>
                  </a:lnTo>
                  <a:lnTo>
                    <a:pt x="504684" y="490950"/>
                  </a:lnTo>
                  <a:lnTo>
                    <a:pt x="505110" y="493003"/>
                  </a:lnTo>
                  <a:lnTo>
                    <a:pt x="504734" y="494394"/>
                  </a:lnTo>
                  <a:lnTo>
                    <a:pt x="504366" y="494991"/>
                  </a:lnTo>
                  <a:lnTo>
                    <a:pt x="502964" y="496333"/>
                  </a:lnTo>
                  <a:lnTo>
                    <a:pt x="502144" y="496719"/>
                  </a:lnTo>
                  <a:lnTo>
                    <a:pt x="501845" y="497184"/>
                  </a:lnTo>
                  <a:lnTo>
                    <a:pt x="499770" y="496901"/>
                  </a:lnTo>
                  <a:lnTo>
                    <a:pt x="499183" y="497420"/>
                  </a:lnTo>
                  <a:lnTo>
                    <a:pt x="496905" y="497949"/>
                  </a:lnTo>
                  <a:lnTo>
                    <a:pt x="496450" y="499140"/>
                  </a:lnTo>
                  <a:lnTo>
                    <a:pt x="495747" y="499244"/>
                  </a:lnTo>
                  <a:lnTo>
                    <a:pt x="495065" y="498781"/>
                  </a:lnTo>
                  <a:lnTo>
                    <a:pt x="494684" y="498870"/>
                  </a:lnTo>
                  <a:lnTo>
                    <a:pt x="494606" y="498094"/>
                  </a:lnTo>
                  <a:lnTo>
                    <a:pt x="493733" y="497877"/>
                  </a:lnTo>
                  <a:lnTo>
                    <a:pt x="493597" y="497550"/>
                  </a:lnTo>
                  <a:lnTo>
                    <a:pt x="492652" y="497406"/>
                  </a:lnTo>
                  <a:lnTo>
                    <a:pt x="491472" y="497590"/>
                  </a:lnTo>
                  <a:lnTo>
                    <a:pt x="491656" y="498753"/>
                  </a:lnTo>
                  <a:lnTo>
                    <a:pt x="491435" y="500500"/>
                  </a:lnTo>
                  <a:lnTo>
                    <a:pt x="492456" y="500959"/>
                  </a:lnTo>
                  <a:lnTo>
                    <a:pt x="490447" y="502860"/>
                  </a:lnTo>
                  <a:lnTo>
                    <a:pt x="489627" y="502999"/>
                  </a:lnTo>
                  <a:lnTo>
                    <a:pt x="488342" y="502528"/>
                  </a:lnTo>
                  <a:lnTo>
                    <a:pt x="486897" y="502361"/>
                  </a:lnTo>
                  <a:lnTo>
                    <a:pt x="486466" y="503289"/>
                  </a:lnTo>
                  <a:lnTo>
                    <a:pt x="485517" y="504223"/>
                  </a:lnTo>
                  <a:lnTo>
                    <a:pt x="481723" y="504802"/>
                  </a:lnTo>
                  <a:lnTo>
                    <a:pt x="481486" y="505343"/>
                  </a:lnTo>
                  <a:lnTo>
                    <a:pt x="477077" y="507841"/>
                  </a:lnTo>
                  <a:lnTo>
                    <a:pt x="477672" y="510555"/>
                  </a:lnTo>
                  <a:lnTo>
                    <a:pt x="475881" y="510918"/>
                  </a:lnTo>
                  <a:lnTo>
                    <a:pt x="472135" y="510361"/>
                  </a:lnTo>
                  <a:lnTo>
                    <a:pt x="470135" y="510628"/>
                  </a:lnTo>
                  <a:lnTo>
                    <a:pt x="468248" y="511207"/>
                  </a:lnTo>
                  <a:lnTo>
                    <a:pt x="466173" y="511104"/>
                  </a:lnTo>
                  <a:lnTo>
                    <a:pt x="463709" y="511963"/>
                  </a:lnTo>
                  <a:lnTo>
                    <a:pt x="462529" y="511993"/>
                  </a:lnTo>
                  <a:lnTo>
                    <a:pt x="461754" y="512435"/>
                  </a:lnTo>
                  <a:lnTo>
                    <a:pt x="461406" y="512117"/>
                  </a:lnTo>
                  <a:lnTo>
                    <a:pt x="460642" y="512317"/>
                  </a:lnTo>
                  <a:lnTo>
                    <a:pt x="459431" y="512140"/>
                  </a:lnTo>
                  <a:lnTo>
                    <a:pt x="458295" y="511058"/>
                  </a:lnTo>
                  <a:lnTo>
                    <a:pt x="457925" y="511015"/>
                  </a:lnTo>
                  <a:lnTo>
                    <a:pt x="457508" y="511373"/>
                  </a:lnTo>
                  <a:lnTo>
                    <a:pt x="456097" y="510429"/>
                  </a:lnTo>
                  <a:lnTo>
                    <a:pt x="455266" y="510599"/>
                  </a:lnTo>
                  <a:lnTo>
                    <a:pt x="454740" y="511693"/>
                  </a:lnTo>
                  <a:lnTo>
                    <a:pt x="454081" y="511375"/>
                  </a:lnTo>
                  <a:lnTo>
                    <a:pt x="451769" y="511407"/>
                  </a:lnTo>
                  <a:lnTo>
                    <a:pt x="450590" y="511147"/>
                  </a:lnTo>
                  <a:lnTo>
                    <a:pt x="449457" y="511149"/>
                  </a:lnTo>
                  <a:lnTo>
                    <a:pt x="447805" y="511615"/>
                  </a:lnTo>
                  <a:lnTo>
                    <a:pt x="444078" y="510708"/>
                  </a:lnTo>
                  <a:lnTo>
                    <a:pt x="444226" y="510077"/>
                  </a:lnTo>
                  <a:lnTo>
                    <a:pt x="443391" y="509261"/>
                  </a:lnTo>
                  <a:lnTo>
                    <a:pt x="443868" y="508555"/>
                  </a:lnTo>
                  <a:lnTo>
                    <a:pt x="443715" y="507900"/>
                  </a:lnTo>
                  <a:lnTo>
                    <a:pt x="442862" y="507702"/>
                  </a:lnTo>
                  <a:lnTo>
                    <a:pt x="441471" y="507967"/>
                  </a:lnTo>
                  <a:lnTo>
                    <a:pt x="440147" y="508617"/>
                  </a:lnTo>
                  <a:lnTo>
                    <a:pt x="437623" y="509063"/>
                  </a:lnTo>
                  <a:lnTo>
                    <a:pt x="436620" y="509977"/>
                  </a:lnTo>
                  <a:lnTo>
                    <a:pt x="435502" y="510017"/>
                  </a:lnTo>
                  <a:lnTo>
                    <a:pt x="434525" y="511518"/>
                  </a:lnTo>
                  <a:lnTo>
                    <a:pt x="433490" y="511399"/>
                  </a:lnTo>
                  <a:lnTo>
                    <a:pt x="433251" y="511107"/>
                  </a:lnTo>
                  <a:lnTo>
                    <a:pt x="432922" y="511711"/>
                  </a:lnTo>
                  <a:lnTo>
                    <a:pt x="430690" y="512715"/>
                  </a:lnTo>
                  <a:lnTo>
                    <a:pt x="429992" y="514087"/>
                  </a:lnTo>
                  <a:lnTo>
                    <a:pt x="428900" y="514830"/>
                  </a:lnTo>
                  <a:lnTo>
                    <a:pt x="428308" y="515650"/>
                  </a:lnTo>
                  <a:lnTo>
                    <a:pt x="427720" y="515912"/>
                  </a:lnTo>
                  <a:lnTo>
                    <a:pt x="427339" y="515444"/>
                  </a:lnTo>
                  <a:lnTo>
                    <a:pt x="426916" y="515688"/>
                  </a:lnTo>
                  <a:lnTo>
                    <a:pt x="426917" y="516129"/>
                  </a:lnTo>
                  <a:lnTo>
                    <a:pt x="423079" y="517273"/>
                  </a:lnTo>
                  <a:lnTo>
                    <a:pt x="421725" y="517043"/>
                  </a:lnTo>
                  <a:lnTo>
                    <a:pt x="422294" y="515760"/>
                  </a:lnTo>
                  <a:lnTo>
                    <a:pt x="422452" y="514155"/>
                  </a:lnTo>
                  <a:lnTo>
                    <a:pt x="423428" y="511935"/>
                  </a:lnTo>
                  <a:lnTo>
                    <a:pt x="422594" y="511450"/>
                  </a:lnTo>
                  <a:lnTo>
                    <a:pt x="421286" y="509686"/>
                  </a:lnTo>
                  <a:lnTo>
                    <a:pt x="420791" y="509795"/>
                  </a:lnTo>
                  <a:lnTo>
                    <a:pt x="420887" y="510028"/>
                  </a:lnTo>
                  <a:lnTo>
                    <a:pt x="420612" y="510161"/>
                  </a:lnTo>
                  <a:lnTo>
                    <a:pt x="420274" y="510117"/>
                  </a:lnTo>
                  <a:lnTo>
                    <a:pt x="419575" y="507579"/>
                  </a:lnTo>
                  <a:lnTo>
                    <a:pt x="422455" y="505953"/>
                  </a:lnTo>
                  <a:lnTo>
                    <a:pt x="422208" y="505717"/>
                  </a:lnTo>
                  <a:lnTo>
                    <a:pt x="420021" y="506890"/>
                  </a:lnTo>
                  <a:lnTo>
                    <a:pt x="419235" y="504037"/>
                  </a:lnTo>
                  <a:lnTo>
                    <a:pt x="417072" y="504267"/>
                  </a:lnTo>
                  <a:lnTo>
                    <a:pt x="415456" y="499688"/>
                  </a:lnTo>
                  <a:lnTo>
                    <a:pt x="416695" y="498740"/>
                  </a:lnTo>
                  <a:lnTo>
                    <a:pt x="415872" y="497088"/>
                  </a:lnTo>
                  <a:lnTo>
                    <a:pt x="415758" y="496006"/>
                  </a:lnTo>
                  <a:lnTo>
                    <a:pt x="415910" y="495692"/>
                  </a:lnTo>
                  <a:lnTo>
                    <a:pt x="415675" y="494935"/>
                  </a:lnTo>
                  <a:lnTo>
                    <a:pt x="415919" y="494707"/>
                  </a:lnTo>
                  <a:lnTo>
                    <a:pt x="415799" y="493866"/>
                  </a:lnTo>
                  <a:lnTo>
                    <a:pt x="415246" y="493302"/>
                  </a:lnTo>
                  <a:lnTo>
                    <a:pt x="416452" y="493141"/>
                  </a:lnTo>
                  <a:lnTo>
                    <a:pt x="418436" y="492428"/>
                  </a:lnTo>
                  <a:lnTo>
                    <a:pt x="420823" y="491014"/>
                  </a:lnTo>
                  <a:lnTo>
                    <a:pt x="421253" y="490513"/>
                  </a:lnTo>
                  <a:lnTo>
                    <a:pt x="421594" y="487093"/>
                  </a:lnTo>
                  <a:lnTo>
                    <a:pt x="422048" y="485710"/>
                  </a:lnTo>
                  <a:lnTo>
                    <a:pt x="425213" y="483360"/>
                  </a:lnTo>
                  <a:lnTo>
                    <a:pt x="426332" y="482944"/>
                  </a:lnTo>
                  <a:lnTo>
                    <a:pt x="426960" y="482005"/>
                  </a:lnTo>
                  <a:lnTo>
                    <a:pt x="427152" y="480790"/>
                  </a:lnTo>
                  <a:lnTo>
                    <a:pt x="426157" y="478513"/>
                  </a:lnTo>
                  <a:lnTo>
                    <a:pt x="425495" y="477634"/>
                  </a:lnTo>
                  <a:lnTo>
                    <a:pt x="425043" y="477391"/>
                  </a:lnTo>
                  <a:lnTo>
                    <a:pt x="422880" y="477087"/>
                  </a:lnTo>
                  <a:lnTo>
                    <a:pt x="419868" y="478732"/>
                  </a:lnTo>
                  <a:lnTo>
                    <a:pt x="418971" y="479011"/>
                  </a:lnTo>
                  <a:lnTo>
                    <a:pt x="416675" y="480404"/>
                  </a:lnTo>
                  <a:lnTo>
                    <a:pt x="416194" y="481295"/>
                  </a:lnTo>
                  <a:lnTo>
                    <a:pt x="416298" y="482047"/>
                  </a:lnTo>
                  <a:lnTo>
                    <a:pt x="414626" y="482162"/>
                  </a:lnTo>
                  <a:lnTo>
                    <a:pt x="410890" y="484081"/>
                  </a:lnTo>
                  <a:lnTo>
                    <a:pt x="409225" y="484329"/>
                  </a:lnTo>
                  <a:lnTo>
                    <a:pt x="407774" y="485084"/>
                  </a:lnTo>
                  <a:lnTo>
                    <a:pt x="406538" y="485308"/>
                  </a:lnTo>
                  <a:lnTo>
                    <a:pt x="406056" y="485952"/>
                  </a:lnTo>
                  <a:lnTo>
                    <a:pt x="406055" y="487774"/>
                  </a:lnTo>
                  <a:lnTo>
                    <a:pt x="404677" y="487928"/>
                  </a:lnTo>
                  <a:lnTo>
                    <a:pt x="402950" y="487213"/>
                  </a:lnTo>
                  <a:lnTo>
                    <a:pt x="400318" y="487119"/>
                  </a:lnTo>
                  <a:lnTo>
                    <a:pt x="397248" y="486002"/>
                  </a:lnTo>
                  <a:lnTo>
                    <a:pt x="395645" y="486609"/>
                  </a:lnTo>
                  <a:lnTo>
                    <a:pt x="395243" y="486563"/>
                  </a:lnTo>
                  <a:lnTo>
                    <a:pt x="395194" y="485377"/>
                  </a:lnTo>
                  <a:lnTo>
                    <a:pt x="395664" y="484603"/>
                  </a:lnTo>
                  <a:lnTo>
                    <a:pt x="395493" y="483881"/>
                  </a:lnTo>
                  <a:lnTo>
                    <a:pt x="395828" y="483594"/>
                  </a:lnTo>
                  <a:lnTo>
                    <a:pt x="395859" y="482969"/>
                  </a:lnTo>
                  <a:lnTo>
                    <a:pt x="396258" y="482621"/>
                  </a:lnTo>
                  <a:lnTo>
                    <a:pt x="396340" y="481869"/>
                  </a:lnTo>
                  <a:lnTo>
                    <a:pt x="397448" y="479359"/>
                  </a:lnTo>
                  <a:lnTo>
                    <a:pt x="397557" y="477982"/>
                  </a:lnTo>
                  <a:lnTo>
                    <a:pt x="398390" y="475421"/>
                  </a:lnTo>
                  <a:lnTo>
                    <a:pt x="395973" y="477722"/>
                  </a:lnTo>
                  <a:lnTo>
                    <a:pt x="394821" y="476366"/>
                  </a:lnTo>
                  <a:lnTo>
                    <a:pt x="394212" y="476970"/>
                  </a:lnTo>
                  <a:lnTo>
                    <a:pt x="392331" y="477954"/>
                  </a:lnTo>
                  <a:lnTo>
                    <a:pt x="391590" y="476798"/>
                  </a:lnTo>
                  <a:lnTo>
                    <a:pt x="390786" y="476938"/>
                  </a:lnTo>
                  <a:lnTo>
                    <a:pt x="388020" y="478716"/>
                  </a:lnTo>
                  <a:lnTo>
                    <a:pt x="386813" y="479111"/>
                  </a:lnTo>
                  <a:lnTo>
                    <a:pt x="385817" y="478129"/>
                  </a:lnTo>
                  <a:lnTo>
                    <a:pt x="383539" y="476546"/>
                  </a:lnTo>
                  <a:lnTo>
                    <a:pt x="382772" y="475270"/>
                  </a:lnTo>
                  <a:lnTo>
                    <a:pt x="382398" y="475280"/>
                  </a:lnTo>
                  <a:lnTo>
                    <a:pt x="382288" y="475546"/>
                  </a:lnTo>
                  <a:lnTo>
                    <a:pt x="381827" y="475712"/>
                  </a:lnTo>
                  <a:lnTo>
                    <a:pt x="380909" y="475216"/>
                  </a:lnTo>
                  <a:lnTo>
                    <a:pt x="380398" y="475354"/>
                  </a:lnTo>
                  <a:lnTo>
                    <a:pt x="379482" y="476363"/>
                  </a:lnTo>
                  <a:lnTo>
                    <a:pt x="378933" y="476392"/>
                  </a:lnTo>
                  <a:lnTo>
                    <a:pt x="378510" y="475915"/>
                  </a:lnTo>
                  <a:lnTo>
                    <a:pt x="379108" y="474865"/>
                  </a:lnTo>
                  <a:lnTo>
                    <a:pt x="377964" y="475090"/>
                  </a:lnTo>
                  <a:lnTo>
                    <a:pt x="376739" y="474454"/>
                  </a:lnTo>
                  <a:lnTo>
                    <a:pt x="375491" y="473164"/>
                  </a:lnTo>
                  <a:lnTo>
                    <a:pt x="374773" y="472526"/>
                  </a:lnTo>
                  <a:lnTo>
                    <a:pt x="374169" y="472403"/>
                  </a:lnTo>
                  <a:lnTo>
                    <a:pt x="372146" y="472500"/>
                  </a:lnTo>
                  <a:lnTo>
                    <a:pt x="371224" y="472961"/>
                  </a:lnTo>
                  <a:lnTo>
                    <a:pt x="370787" y="472868"/>
                  </a:lnTo>
                  <a:lnTo>
                    <a:pt x="368011" y="474671"/>
                  </a:lnTo>
                  <a:lnTo>
                    <a:pt x="367237" y="475531"/>
                  </a:lnTo>
                  <a:lnTo>
                    <a:pt x="366641" y="475558"/>
                  </a:lnTo>
                  <a:lnTo>
                    <a:pt x="366184" y="475891"/>
                  </a:lnTo>
                  <a:lnTo>
                    <a:pt x="365437" y="474429"/>
                  </a:lnTo>
                  <a:lnTo>
                    <a:pt x="366071" y="473733"/>
                  </a:lnTo>
                  <a:lnTo>
                    <a:pt x="361489" y="470462"/>
                  </a:lnTo>
                  <a:lnTo>
                    <a:pt x="362337" y="469203"/>
                  </a:lnTo>
                  <a:lnTo>
                    <a:pt x="362301" y="468967"/>
                  </a:lnTo>
                  <a:lnTo>
                    <a:pt x="363411" y="468246"/>
                  </a:lnTo>
                  <a:lnTo>
                    <a:pt x="363146" y="466808"/>
                  </a:lnTo>
                  <a:lnTo>
                    <a:pt x="361658" y="463556"/>
                  </a:lnTo>
                  <a:lnTo>
                    <a:pt x="359984" y="465053"/>
                  </a:lnTo>
                  <a:lnTo>
                    <a:pt x="359193" y="465372"/>
                  </a:lnTo>
                  <a:lnTo>
                    <a:pt x="356414" y="460709"/>
                  </a:lnTo>
                  <a:lnTo>
                    <a:pt x="355177" y="461530"/>
                  </a:lnTo>
                  <a:lnTo>
                    <a:pt x="357060" y="463715"/>
                  </a:lnTo>
                  <a:lnTo>
                    <a:pt x="356206" y="464427"/>
                  </a:lnTo>
                  <a:lnTo>
                    <a:pt x="355664" y="465330"/>
                  </a:lnTo>
                  <a:lnTo>
                    <a:pt x="354739" y="464874"/>
                  </a:lnTo>
                  <a:lnTo>
                    <a:pt x="352559" y="464904"/>
                  </a:lnTo>
                  <a:lnTo>
                    <a:pt x="352188" y="463431"/>
                  </a:lnTo>
                  <a:lnTo>
                    <a:pt x="351671" y="464469"/>
                  </a:lnTo>
                  <a:lnTo>
                    <a:pt x="351305" y="463142"/>
                  </a:lnTo>
                  <a:lnTo>
                    <a:pt x="351045" y="463219"/>
                  </a:lnTo>
                  <a:lnTo>
                    <a:pt x="350016" y="461584"/>
                  </a:lnTo>
                  <a:lnTo>
                    <a:pt x="349518" y="461796"/>
                  </a:lnTo>
                  <a:lnTo>
                    <a:pt x="349571" y="461228"/>
                  </a:lnTo>
                  <a:lnTo>
                    <a:pt x="349034" y="461046"/>
                  </a:lnTo>
                  <a:lnTo>
                    <a:pt x="348152" y="461451"/>
                  </a:lnTo>
                  <a:lnTo>
                    <a:pt x="347196" y="461269"/>
                  </a:lnTo>
                  <a:lnTo>
                    <a:pt x="346851" y="461455"/>
                  </a:lnTo>
                  <a:lnTo>
                    <a:pt x="346588" y="461802"/>
                  </a:lnTo>
                  <a:lnTo>
                    <a:pt x="346850" y="462450"/>
                  </a:lnTo>
                  <a:lnTo>
                    <a:pt x="346030" y="462780"/>
                  </a:lnTo>
                  <a:lnTo>
                    <a:pt x="344230" y="458185"/>
                  </a:lnTo>
                  <a:lnTo>
                    <a:pt x="347905" y="454717"/>
                  </a:lnTo>
                  <a:lnTo>
                    <a:pt x="346664" y="452949"/>
                  </a:lnTo>
                  <a:lnTo>
                    <a:pt x="346937" y="452430"/>
                  </a:lnTo>
                  <a:lnTo>
                    <a:pt x="348989" y="451578"/>
                  </a:lnTo>
                  <a:lnTo>
                    <a:pt x="347442" y="449968"/>
                  </a:lnTo>
                  <a:lnTo>
                    <a:pt x="346053" y="448080"/>
                  </a:lnTo>
                  <a:lnTo>
                    <a:pt x="345512" y="446569"/>
                  </a:lnTo>
                  <a:lnTo>
                    <a:pt x="344707" y="445910"/>
                  </a:lnTo>
                  <a:lnTo>
                    <a:pt x="343954" y="444052"/>
                  </a:lnTo>
                  <a:lnTo>
                    <a:pt x="342399" y="445047"/>
                  </a:lnTo>
                  <a:lnTo>
                    <a:pt x="341498" y="446086"/>
                  </a:lnTo>
                  <a:lnTo>
                    <a:pt x="340215" y="445297"/>
                  </a:lnTo>
                  <a:lnTo>
                    <a:pt x="336273" y="445008"/>
                  </a:lnTo>
                  <a:lnTo>
                    <a:pt x="335902" y="444762"/>
                  </a:lnTo>
                  <a:lnTo>
                    <a:pt x="335726" y="443861"/>
                  </a:lnTo>
                  <a:lnTo>
                    <a:pt x="333423" y="443936"/>
                  </a:lnTo>
                  <a:lnTo>
                    <a:pt x="333802" y="444711"/>
                  </a:lnTo>
                  <a:lnTo>
                    <a:pt x="333221" y="446239"/>
                  </a:lnTo>
                  <a:lnTo>
                    <a:pt x="332420" y="446402"/>
                  </a:lnTo>
                  <a:lnTo>
                    <a:pt x="331515" y="447398"/>
                  </a:lnTo>
                  <a:lnTo>
                    <a:pt x="331334" y="447102"/>
                  </a:lnTo>
                  <a:lnTo>
                    <a:pt x="330430" y="447519"/>
                  </a:lnTo>
                  <a:lnTo>
                    <a:pt x="329431" y="448363"/>
                  </a:lnTo>
                  <a:lnTo>
                    <a:pt x="329482" y="448145"/>
                  </a:lnTo>
                  <a:lnTo>
                    <a:pt x="329050" y="448060"/>
                  </a:lnTo>
                  <a:lnTo>
                    <a:pt x="327503" y="448022"/>
                  </a:lnTo>
                  <a:lnTo>
                    <a:pt x="327504" y="446874"/>
                  </a:lnTo>
                  <a:lnTo>
                    <a:pt x="327982" y="444828"/>
                  </a:lnTo>
                  <a:lnTo>
                    <a:pt x="328786" y="443180"/>
                  </a:lnTo>
                  <a:lnTo>
                    <a:pt x="329917" y="441918"/>
                  </a:lnTo>
                  <a:lnTo>
                    <a:pt x="331692" y="440480"/>
                  </a:lnTo>
                  <a:lnTo>
                    <a:pt x="330836" y="439057"/>
                  </a:lnTo>
                  <a:lnTo>
                    <a:pt x="331211" y="438847"/>
                  </a:lnTo>
                  <a:lnTo>
                    <a:pt x="332455" y="438789"/>
                  </a:lnTo>
                  <a:lnTo>
                    <a:pt x="333102" y="439477"/>
                  </a:lnTo>
                  <a:lnTo>
                    <a:pt x="333525" y="438872"/>
                  </a:lnTo>
                  <a:lnTo>
                    <a:pt x="333309" y="437358"/>
                  </a:lnTo>
                  <a:lnTo>
                    <a:pt x="332743" y="436967"/>
                  </a:lnTo>
                  <a:lnTo>
                    <a:pt x="332181" y="436967"/>
                  </a:lnTo>
                  <a:lnTo>
                    <a:pt x="331823" y="435979"/>
                  </a:lnTo>
                  <a:lnTo>
                    <a:pt x="331249" y="435503"/>
                  </a:lnTo>
                  <a:lnTo>
                    <a:pt x="330357" y="435231"/>
                  </a:lnTo>
                  <a:lnTo>
                    <a:pt x="329786" y="434378"/>
                  </a:lnTo>
                  <a:lnTo>
                    <a:pt x="327672" y="433617"/>
                  </a:lnTo>
                  <a:lnTo>
                    <a:pt x="328022" y="431739"/>
                  </a:lnTo>
                  <a:lnTo>
                    <a:pt x="327029" y="431554"/>
                  </a:lnTo>
                  <a:lnTo>
                    <a:pt x="326295" y="430044"/>
                  </a:lnTo>
                  <a:lnTo>
                    <a:pt x="326326" y="428685"/>
                  </a:lnTo>
                  <a:lnTo>
                    <a:pt x="325499" y="428398"/>
                  </a:lnTo>
                  <a:lnTo>
                    <a:pt x="326054" y="425178"/>
                  </a:lnTo>
                  <a:lnTo>
                    <a:pt x="326739" y="425219"/>
                  </a:lnTo>
                  <a:lnTo>
                    <a:pt x="327109" y="423597"/>
                  </a:lnTo>
                  <a:lnTo>
                    <a:pt x="328609" y="423216"/>
                  </a:lnTo>
                  <a:lnTo>
                    <a:pt x="328976" y="422693"/>
                  </a:lnTo>
                  <a:lnTo>
                    <a:pt x="328749" y="421980"/>
                  </a:lnTo>
                  <a:lnTo>
                    <a:pt x="327703" y="421697"/>
                  </a:lnTo>
                  <a:lnTo>
                    <a:pt x="327630" y="421449"/>
                  </a:lnTo>
                  <a:lnTo>
                    <a:pt x="326536" y="421704"/>
                  </a:lnTo>
                  <a:lnTo>
                    <a:pt x="325092" y="421374"/>
                  </a:lnTo>
                  <a:lnTo>
                    <a:pt x="324449" y="421624"/>
                  </a:lnTo>
                  <a:lnTo>
                    <a:pt x="324033" y="421312"/>
                  </a:lnTo>
                  <a:lnTo>
                    <a:pt x="323175" y="421504"/>
                  </a:lnTo>
                  <a:lnTo>
                    <a:pt x="320023" y="423594"/>
                  </a:lnTo>
                  <a:lnTo>
                    <a:pt x="319051" y="423990"/>
                  </a:lnTo>
                  <a:lnTo>
                    <a:pt x="318798" y="425163"/>
                  </a:lnTo>
                  <a:lnTo>
                    <a:pt x="318289" y="425078"/>
                  </a:lnTo>
                  <a:lnTo>
                    <a:pt x="318022" y="425348"/>
                  </a:lnTo>
                  <a:lnTo>
                    <a:pt x="316442" y="425795"/>
                  </a:lnTo>
                  <a:lnTo>
                    <a:pt x="316379" y="425078"/>
                  </a:lnTo>
                  <a:lnTo>
                    <a:pt x="313140" y="424313"/>
                  </a:lnTo>
                  <a:lnTo>
                    <a:pt x="313805" y="422522"/>
                  </a:lnTo>
                  <a:lnTo>
                    <a:pt x="313249" y="422321"/>
                  </a:lnTo>
                  <a:lnTo>
                    <a:pt x="313524" y="421536"/>
                  </a:lnTo>
                  <a:lnTo>
                    <a:pt x="313505" y="420318"/>
                  </a:lnTo>
                  <a:lnTo>
                    <a:pt x="314183" y="420240"/>
                  </a:lnTo>
                  <a:lnTo>
                    <a:pt x="314415" y="417923"/>
                  </a:lnTo>
                  <a:lnTo>
                    <a:pt x="314633" y="417750"/>
                  </a:lnTo>
                  <a:lnTo>
                    <a:pt x="315870" y="418033"/>
                  </a:lnTo>
                  <a:lnTo>
                    <a:pt x="316435" y="416128"/>
                  </a:lnTo>
                  <a:lnTo>
                    <a:pt x="316911" y="415539"/>
                  </a:lnTo>
                  <a:lnTo>
                    <a:pt x="316808" y="415271"/>
                  </a:lnTo>
                  <a:lnTo>
                    <a:pt x="317273" y="415055"/>
                  </a:lnTo>
                  <a:lnTo>
                    <a:pt x="317580" y="414255"/>
                  </a:lnTo>
                  <a:lnTo>
                    <a:pt x="317933" y="414033"/>
                  </a:lnTo>
                  <a:lnTo>
                    <a:pt x="317751" y="413539"/>
                  </a:lnTo>
                  <a:lnTo>
                    <a:pt x="317259" y="413310"/>
                  </a:lnTo>
                  <a:lnTo>
                    <a:pt x="317570" y="412086"/>
                  </a:lnTo>
                  <a:lnTo>
                    <a:pt x="317053" y="410263"/>
                  </a:lnTo>
                  <a:lnTo>
                    <a:pt x="316277" y="409752"/>
                  </a:lnTo>
                  <a:lnTo>
                    <a:pt x="315776" y="408804"/>
                  </a:lnTo>
                  <a:lnTo>
                    <a:pt x="316355" y="407050"/>
                  </a:lnTo>
                  <a:lnTo>
                    <a:pt x="316530" y="405593"/>
                  </a:lnTo>
                  <a:lnTo>
                    <a:pt x="313277" y="404009"/>
                  </a:lnTo>
                  <a:lnTo>
                    <a:pt x="311919" y="403763"/>
                  </a:lnTo>
                  <a:lnTo>
                    <a:pt x="311141" y="403212"/>
                  </a:lnTo>
                  <a:lnTo>
                    <a:pt x="309010" y="405318"/>
                  </a:lnTo>
                  <a:lnTo>
                    <a:pt x="308020" y="407136"/>
                  </a:lnTo>
                  <a:lnTo>
                    <a:pt x="306986" y="408259"/>
                  </a:lnTo>
                  <a:lnTo>
                    <a:pt x="305635" y="407236"/>
                  </a:lnTo>
                  <a:lnTo>
                    <a:pt x="304697" y="408335"/>
                  </a:lnTo>
                  <a:lnTo>
                    <a:pt x="304066" y="409022"/>
                  </a:lnTo>
                  <a:lnTo>
                    <a:pt x="304257" y="409664"/>
                  </a:lnTo>
                  <a:lnTo>
                    <a:pt x="303046" y="411325"/>
                  </a:lnTo>
                  <a:lnTo>
                    <a:pt x="302956" y="412244"/>
                  </a:lnTo>
                  <a:lnTo>
                    <a:pt x="299283" y="413944"/>
                  </a:lnTo>
                  <a:lnTo>
                    <a:pt x="297974" y="415344"/>
                  </a:lnTo>
                  <a:lnTo>
                    <a:pt x="298045" y="415838"/>
                  </a:lnTo>
                  <a:lnTo>
                    <a:pt x="297092" y="417389"/>
                  </a:lnTo>
                  <a:lnTo>
                    <a:pt x="296075" y="417597"/>
                  </a:lnTo>
                  <a:lnTo>
                    <a:pt x="293987" y="417427"/>
                  </a:lnTo>
                  <a:lnTo>
                    <a:pt x="293280" y="417024"/>
                  </a:lnTo>
                  <a:lnTo>
                    <a:pt x="292255" y="417177"/>
                  </a:lnTo>
                  <a:lnTo>
                    <a:pt x="290627" y="416436"/>
                  </a:lnTo>
                  <a:lnTo>
                    <a:pt x="290204" y="416652"/>
                  </a:lnTo>
                  <a:lnTo>
                    <a:pt x="289824" y="417313"/>
                  </a:lnTo>
                  <a:lnTo>
                    <a:pt x="288505" y="417157"/>
                  </a:lnTo>
                  <a:lnTo>
                    <a:pt x="288721" y="415996"/>
                  </a:lnTo>
                  <a:lnTo>
                    <a:pt x="287670" y="414823"/>
                  </a:lnTo>
                  <a:lnTo>
                    <a:pt x="287172" y="412880"/>
                  </a:lnTo>
                  <a:lnTo>
                    <a:pt x="285832" y="411276"/>
                  </a:lnTo>
                  <a:lnTo>
                    <a:pt x="284408" y="410276"/>
                  </a:lnTo>
                  <a:lnTo>
                    <a:pt x="282091" y="410169"/>
                  </a:lnTo>
                  <a:lnTo>
                    <a:pt x="279313" y="410957"/>
                  </a:lnTo>
                  <a:lnTo>
                    <a:pt x="277408" y="411787"/>
                  </a:lnTo>
                  <a:lnTo>
                    <a:pt x="276397" y="412490"/>
                  </a:lnTo>
                  <a:lnTo>
                    <a:pt x="276431" y="413602"/>
                  </a:lnTo>
                  <a:lnTo>
                    <a:pt x="277049" y="415175"/>
                  </a:lnTo>
                  <a:lnTo>
                    <a:pt x="276963" y="416059"/>
                  </a:lnTo>
                  <a:lnTo>
                    <a:pt x="276720" y="416045"/>
                  </a:lnTo>
                  <a:lnTo>
                    <a:pt x="275015" y="417971"/>
                  </a:lnTo>
                  <a:lnTo>
                    <a:pt x="274706" y="419071"/>
                  </a:lnTo>
                  <a:lnTo>
                    <a:pt x="272847" y="419337"/>
                  </a:lnTo>
                  <a:lnTo>
                    <a:pt x="272288" y="420765"/>
                  </a:lnTo>
                  <a:lnTo>
                    <a:pt x="271752" y="420922"/>
                  </a:lnTo>
                  <a:lnTo>
                    <a:pt x="271037" y="421573"/>
                  </a:lnTo>
                  <a:lnTo>
                    <a:pt x="270819" y="420854"/>
                  </a:lnTo>
                  <a:lnTo>
                    <a:pt x="269473" y="421433"/>
                  </a:lnTo>
                  <a:lnTo>
                    <a:pt x="268594" y="422406"/>
                  </a:lnTo>
                  <a:lnTo>
                    <a:pt x="267145" y="422685"/>
                  </a:lnTo>
                  <a:lnTo>
                    <a:pt x="266460" y="422567"/>
                  </a:lnTo>
                  <a:lnTo>
                    <a:pt x="266291" y="422752"/>
                  </a:lnTo>
                  <a:lnTo>
                    <a:pt x="266007" y="422534"/>
                  </a:lnTo>
                  <a:lnTo>
                    <a:pt x="265330" y="422682"/>
                  </a:lnTo>
                  <a:lnTo>
                    <a:pt x="265137" y="422523"/>
                  </a:lnTo>
                  <a:lnTo>
                    <a:pt x="265043" y="422758"/>
                  </a:lnTo>
                  <a:lnTo>
                    <a:pt x="264982" y="422501"/>
                  </a:lnTo>
                  <a:lnTo>
                    <a:pt x="264344" y="422487"/>
                  </a:lnTo>
                  <a:lnTo>
                    <a:pt x="262788" y="422772"/>
                  </a:lnTo>
                  <a:lnTo>
                    <a:pt x="262676" y="422448"/>
                  </a:lnTo>
                  <a:lnTo>
                    <a:pt x="262139" y="422789"/>
                  </a:lnTo>
                  <a:lnTo>
                    <a:pt x="261904" y="422556"/>
                  </a:lnTo>
                  <a:lnTo>
                    <a:pt x="261577" y="422828"/>
                  </a:lnTo>
                  <a:lnTo>
                    <a:pt x="261249" y="422633"/>
                  </a:lnTo>
                  <a:lnTo>
                    <a:pt x="261063" y="422931"/>
                  </a:lnTo>
                  <a:lnTo>
                    <a:pt x="260714" y="422586"/>
                  </a:lnTo>
                  <a:lnTo>
                    <a:pt x="259911" y="423388"/>
                  </a:lnTo>
                  <a:lnTo>
                    <a:pt x="259293" y="423626"/>
                  </a:lnTo>
                  <a:lnTo>
                    <a:pt x="258864" y="424327"/>
                  </a:lnTo>
                  <a:lnTo>
                    <a:pt x="257025" y="423964"/>
                  </a:lnTo>
                  <a:lnTo>
                    <a:pt x="256387" y="423584"/>
                  </a:lnTo>
                  <a:lnTo>
                    <a:pt x="255257" y="424083"/>
                  </a:lnTo>
                  <a:lnTo>
                    <a:pt x="255085" y="424627"/>
                  </a:lnTo>
                  <a:lnTo>
                    <a:pt x="254978" y="424372"/>
                  </a:lnTo>
                  <a:lnTo>
                    <a:pt x="254709" y="424553"/>
                  </a:lnTo>
                  <a:lnTo>
                    <a:pt x="254517" y="424170"/>
                  </a:lnTo>
                  <a:lnTo>
                    <a:pt x="254050" y="424085"/>
                  </a:lnTo>
                  <a:lnTo>
                    <a:pt x="253822" y="423718"/>
                  </a:lnTo>
                  <a:lnTo>
                    <a:pt x="253379" y="424051"/>
                  </a:lnTo>
                  <a:lnTo>
                    <a:pt x="252739" y="423920"/>
                  </a:lnTo>
                  <a:lnTo>
                    <a:pt x="252540" y="424306"/>
                  </a:lnTo>
                  <a:lnTo>
                    <a:pt x="252075" y="424533"/>
                  </a:lnTo>
                  <a:lnTo>
                    <a:pt x="251856" y="425079"/>
                  </a:lnTo>
                  <a:lnTo>
                    <a:pt x="251545" y="424599"/>
                  </a:lnTo>
                  <a:lnTo>
                    <a:pt x="250941" y="424646"/>
                  </a:lnTo>
                  <a:lnTo>
                    <a:pt x="250926" y="425109"/>
                  </a:lnTo>
                  <a:lnTo>
                    <a:pt x="249333" y="426707"/>
                  </a:lnTo>
                  <a:lnTo>
                    <a:pt x="248351" y="427179"/>
                  </a:lnTo>
                  <a:lnTo>
                    <a:pt x="247109" y="427376"/>
                  </a:lnTo>
                  <a:lnTo>
                    <a:pt x="245516" y="428989"/>
                  </a:lnTo>
                  <a:lnTo>
                    <a:pt x="243085" y="430916"/>
                  </a:lnTo>
                  <a:lnTo>
                    <a:pt x="242071" y="431390"/>
                  </a:lnTo>
                  <a:lnTo>
                    <a:pt x="239914" y="431337"/>
                  </a:lnTo>
                  <a:lnTo>
                    <a:pt x="239143" y="431576"/>
                  </a:lnTo>
                  <a:lnTo>
                    <a:pt x="238324" y="431542"/>
                  </a:lnTo>
                  <a:lnTo>
                    <a:pt x="237875" y="431285"/>
                  </a:lnTo>
                  <a:lnTo>
                    <a:pt x="237215" y="431432"/>
                  </a:lnTo>
                  <a:lnTo>
                    <a:pt x="235485" y="430699"/>
                  </a:lnTo>
                  <a:lnTo>
                    <a:pt x="235489" y="430140"/>
                  </a:lnTo>
                  <a:lnTo>
                    <a:pt x="234746" y="429127"/>
                  </a:lnTo>
                  <a:lnTo>
                    <a:pt x="234431" y="429101"/>
                  </a:lnTo>
                  <a:lnTo>
                    <a:pt x="233884" y="428030"/>
                  </a:lnTo>
                  <a:lnTo>
                    <a:pt x="232594" y="426972"/>
                  </a:lnTo>
                  <a:lnTo>
                    <a:pt x="232590" y="426689"/>
                  </a:lnTo>
                  <a:lnTo>
                    <a:pt x="231984" y="426198"/>
                  </a:lnTo>
                  <a:lnTo>
                    <a:pt x="229518" y="423048"/>
                  </a:lnTo>
                  <a:lnTo>
                    <a:pt x="228300" y="420865"/>
                  </a:lnTo>
                  <a:lnTo>
                    <a:pt x="227058" y="419534"/>
                  </a:lnTo>
                  <a:lnTo>
                    <a:pt x="225677" y="417259"/>
                  </a:lnTo>
                  <a:lnTo>
                    <a:pt x="225097" y="416677"/>
                  </a:lnTo>
                  <a:lnTo>
                    <a:pt x="223729" y="416171"/>
                  </a:lnTo>
                  <a:lnTo>
                    <a:pt x="223302" y="415803"/>
                  </a:lnTo>
                  <a:lnTo>
                    <a:pt x="223024" y="416022"/>
                  </a:lnTo>
                  <a:lnTo>
                    <a:pt x="222272" y="415690"/>
                  </a:lnTo>
                  <a:lnTo>
                    <a:pt x="221635" y="416327"/>
                  </a:lnTo>
                  <a:lnTo>
                    <a:pt x="221098" y="416097"/>
                  </a:lnTo>
                  <a:lnTo>
                    <a:pt x="219503" y="415992"/>
                  </a:lnTo>
                  <a:lnTo>
                    <a:pt x="218675" y="414991"/>
                  </a:lnTo>
                  <a:lnTo>
                    <a:pt x="217429" y="413998"/>
                  </a:lnTo>
                  <a:lnTo>
                    <a:pt x="217221" y="413239"/>
                  </a:lnTo>
                  <a:lnTo>
                    <a:pt x="215848" y="412438"/>
                  </a:lnTo>
                  <a:lnTo>
                    <a:pt x="215001" y="412500"/>
                  </a:lnTo>
                  <a:lnTo>
                    <a:pt x="214975" y="412731"/>
                  </a:lnTo>
                  <a:lnTo>
                    <a:pt x="214018" y="413014"/>
                  </a:lnTo>
                  <a:lnTo>
                    <a:pt x="213700" y="413558"/>
                  </a:lnTo>
                  <a:lnTo>
                    <a:pt x="213603" y="414396"/>
                  </a:lnTo>
                  <a:lnTo>
                    <a:pt x="213137" y="414419"/>
                  </a:lnTo>
                  <a:lnTo>
                    <a:pt x="212141" y="410951"/>
                  </a:lnTo>
                  <a:lnTo>
                    <a:pt x="212003" y="410321"/>
                  </a:lnTo>
                  <a:lnTo>
                    <a:pt x="212153" y="410165"/>
                  </a:lnTo>
                  <a:lnTo>
                    <a:pt x="211742" y="410008"/>
                  </a:lnTo>
                  <a:lnTo>
                    <a:pt x="205275" y="410086"/>
                  </a:lnTo>
                  <a:lnTo>
                    <a:pt x="202721" y="410335"/>
                  </a:lnTo>
                  <a:lnTo>
                    <a:pt x="201773" y="410762"/>
                  </a:lnTo>
                  <a:lnTo>
                    <a:pt x="200242" y="411463"/>
                  </a:lnTo>
                  <a:lnTo>
                    <a:pt x="196378" y="413348"/>
                  </a:lnTo>
                  <a:lnTo>
                    <a:pt x="195400" y="414383"/>
                  </a:lnTo>
                  <a:lnTo>
                    <a:pt x="193050" y="417463"/>
                  </a:lnTo>
                  <a:lnTo>
                    <a:pt x="188870" y="422008"/>
                  </a:lnTo>
                  <a:lnTo>
                    <a:pt x="184800" y="428328"/>
                  </a:lnTo>
                  <a:lnTo>
                    <a:pt x="182111" y="431282"/>
                  </a:lnTo>
                  <a:lnTo>
                    <a:pt x="180821" y="432006"/>
                  </a:lnTo>
                  <a:lnTo>
                    <a:pt x="179385" y="432398"/>
                  </a:lnTo>
                  <a:lnTo>
                    <a:pt x="176552" y="432513"/>
                  </a:lnTo>
                  <a:lnTo>
                    <a:pt x="173276" y="431887"/>
                  </a:lnTo>
                  <a:lnTo>
                    <a:pt x="172133" y="432169"/>
                  </a:lnTo>
                  <a:lnTo>
                    <a:pt x="171100" y="432877"/>
                  </a:lnTo>
                  <a:lnTo>
                    <a:pt x="170408" y="433758"/>
                  </a:lnTo>
                  <a:lnTo>
                    <a:pt x="169994" y="434794"/>
                  </a:lnTo>
                  <a:lnTo>
                    <a:pt x="168963" y="441724"/>
                  </a:lnTo>
                  <a:lnTo>
                    <a:pt x="168419" y="442418"/>
                  </a:lnTo>
                  <a:lnTo>
                    <a:pt x="165147" y="444941"/>
                  </a:lnTo>
                  <a:lnTo>
                    <a:pt x="164841" y="445646"/>
                  </a:lnTo>
                  <a:lnTo>
                    <a:pt x="164002" y="453228"/>
                  </a:lnTo>
                  <a:lnTo>
                    <a:pt x="163021" y="454424"/>
                  </a:lnTo>
                  <a:lnTo>
                    <a:pt x="161485" y="458262"/>
                  </a:lnTo>
                  <a:lnTo>
                    <a:pt x="160925" y="458571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pg69">
              <a:extLst>
                <a:ext uri="{FF2B5EF4-FFF2-40B4-BE49-F238E27FC236}">
                  <a16:creationId xmlns:a16="http://schemas.microsoft.com/office/drawing/2014/main" id="{7AC29B9C-C44C-CC98-E4F6-82BD3F33AAB8}"/>
                </a:ext>
              </a:extLst>
            </p:cNvPr>
            <p:cNvSpPr/>
            <p:nvPr/>
          </p:nvSpPr>
          <p:spPr>
            <a:xfrm>
              <a:off x="5082381" y="1106763"/>
              <a:ext cx="332268" cy="349605"/>
            </a:xfrm>
            <a:custGeom>
              <a:avLst/>
              <a:gdLst/>
              <a:ahLst/>
              <a:cxnLst/>
              <a:rect l="0" t="0" r="0" b="0"/>
              <a:pathLst>
                <a:path w="332268" h="349605">
                  <a:moveTo>
                    <a:pt x="159756" y="339389"/>
                  </a:moveTo>
                  <a:lnTo>
                    <a:pt x="157172" y="339849"/>
                  </a:lnTo>
                  <a:lnTo>
                    <a:pt x="156804" y="339656"/>
                  </a:lnTo>
                  <a:lnTo>
                    <a:pt x="156119" y="340538"/>
                  </a:lnTo>
                  <a:lnTo>
                    <a:pt x="155503" y="340511"/>
                  </a:lnTo>
                  <a:lnTo>
                    <a:pt x="153500" y="342205"/>
                  </a:lnTo>
                  <a:lnTo>
                    <a:pt x="152208" y="342835"/>
                  </a:lnTo>
                  <a:lnTo>
                    <a:pt x="149261" y="343405"/>
                  </a:lnTo>
                  <a:lnTo>
                    <a:pt x="149243" y="343683"/>
                  </a:lnTo>
                  <a:lnTo>
                    <a:pt x="148937" y="343836"/>
                  </a:lnTo>
                  <a:lnTo>
                    <a:pt x="149217" y="343984"/>
                  </a:lnTo>
                  <a:lnTo>
                    <a:pt x="149236" y="344849"/>
                  </a:lnTo>
                  <a:lnTo>
                    <a:pt x="148699" y="345429"/>
                  </a:lnTo>
                  <a:lnTo>
                    <a:pt x="148345" y="346273"/>
                  </a:lnTo>
                  <a:lnTo>
                    <a:pt x="146075" y="347605"/>
                  </a:lnTo>
                  <a:lnTo>
                    <a:pt x="145176" y="349368"/>
                  </a:lnTo>
                  <a:lnTo>
                    <a:pt x="143065" y="348615"/>
                  </a:lnTo>
                  <a:lnTo>
                    <a:pt x="142675" y="349167"/>
                  </a:lnTo>
                  <a:lnTo>
                    <a:pt x="142082" y="348877"/>
                  </a:lnTo>
                  <a:lnTo>
                    <a:pt x="141451" y="349605"/>
                  </a:lnTo>
                  <a:lnTo>
                    <a:pt x="140049" y="348730"/>
                  </a:lnTo>
                  <a:lnTo>
                    <a:pt x="139336" y="349004"/>
                  </a:lnTo>
                  <a:lnTo>
                    <a:pt x="137788" y="348443"/>
                  </a:lnTo>
                  <a:lnTo>
                    <a:pt x="136086" y="348415"/>
                  </a:lnTo>
                  <a:lnTo>
                    <a:pt x="134986" y="346581"/>
                  </a:lnTo>
                  <a:lnTo>
                    <a:pt x="131771" y="344877"/>
                  </a:lnTo>
                  <a:lnTo>
                    <a:pt x="130806" y="344678"/>
                  </a:lnTo>
                  <a:lnTo>
                    <a:pt x="130421" y="344974"/>
                  </a:lnTo>
                  <a:lnTo>
                    <a:pt x="129637" y="345052"/>
                  </a:lnTo>
                  <a:lnTo>
                    <a:pt x="129485" y="345375"/>
                  </a:lnTo>
                  <a:lnTo>
                    <a:pt x="128314" y="345318"/>
                  </a:lnTo>
                  <a:lnTo>
                    <a:pt x="128059" y="343983"/>
                  </a:lnTo>
                  <a:lnTo>
                    <a:pt x="127727" y="343731"/>
                  </a:lnTo>
                  <a:lnTo>
                    <a:pt x="125416" y="344036"/>
                  </a:lnTo>
                  <a:lnTo>
                    <a:pt x="125355" y="343516"/>
                  </a:lnTo>
                  <a:lnTo>
                    <a:pt x="124697" y="342520"/>
                  </a:lnTo>
                  <a:lnTo>
                    <a:pt x="124864" y="341796"/>
                  </a:lnTo>
                  <a:lnTo>
                    <a:pt x="124241" y="340707"/>
                  </a:lnTo>
                  <a:lnTo>
                    <a:pt x="124529" y="339506"/>
                  </a:lnTo>
                  <a:lnTo>
                    <a:pt x="124370" y="339330"/>
                  </a:lnTo>
                  <a:lnTo>
                    <a:pt x="124405" y="337792"/>
                  </a:lnTo>
                  <a:lnTo>
                    <a:pt x="124706" y="337771"/>
                  </a:lnTo>
                  <a:lnTo>
                    <a:pt x="124988" y="336841"/>
                  </a:lnTo>
                  <a:lnTo>
                    <a:pt x="124724" y="336718"/>
                  </a:lnTo>
                  <a:lnTo>
                    <a:pt x="125666" y="334178"/>
                  </a:lnTo>
                  <a:lnTo>
                    <a:pt x="124881" y="331877"/>
                  </a:lnTo>
                  <a:lnTo>
                    <a:pt x="124223" y="331290"/>
                  </a:lnTo>
                  <a:lnTo>
                    <a:pt x="123193" y="333376"/>
                  </a:lnTo>
                  <a:lnTo>
                    <a:pt x="122044" y="334362"/>
                  </a:lnTo>
                  <a:lnTo>
                    <a:pt x="121778" y="335479"/>
                  </a:lnTo>
                  <a:lnTo>
                    <a:pt x="121037" y="336184"/>
                  </a:lnTo>
                  <a:lnTo>
                    <a:pt x="120484" y="335718"/>
                  </a:lnTo>
                  <a:lnTo>
                    <a:pt x="120637" y="334824"/>
                  </a:lnTo>
                  <a:lnTo>
                    <a:pt x="119758" y="334186"/>
                  </a:lnTo>
                  <a:lnTo>
                    <a:pt x="119353" y="333503"/>
                  </a:lnTo>
                  <a:lnTo>
                    <a:pt x="118448" y="332654"/>
                  </a:lnTo>
                  <a:lnTo>
                    <a:pt x="117061" y="332259"/>
                  </a:lnTo>
                  <a:lnTo>
                    <a:pt x="114590" y="329956"/>
                  </a:lnTo>
                  <a:lnTo>
                    <a:pt x="113966" y="328684"/>
                  </a:lnTo>
                  <a:lnTo>
                    <a:pt x="112527" y="327766"/>
                  </a:lnTo>
                  <a:lnTo>
                    <a:pt x="109625" y="327139"/>
                  </a:lnTo>
                  <a:lnTo>
                    <a:pt x="108340" y="326550"/>
                  </a:lnTo>
                  <a:lnTo>
                    <a:pt x="104736" y="325832"/>
                  </a:lnTo>
                  <a:lnTo>
                    <a:pt x="102385" y="324677"/>
                  </a:lnTo>
                  <a:lnTo>
                    <a:pt x="99609" y="324139"/>
                  </a:lnTo>
                  <a:lnTo>
                    <a:pt x="97430" y="324150"/>
                  </a:lnTo>
                  <a:lnTo>
                    <a:pt x="97178" y="324445"/>
                  </a:lnTo>
                  <a:lnTo>
                    <a:pt x="97104" y="325223"/>
                  </a:lnTo>
                  <a:lnTo>
                    <a:pt x="95982" y="327233"/>
                  </a:lnTo>
                  <a:lnTo>
                    <a:pt x="94437" y="327882"/>
                  </a:lnTo>
                  <a:lnTo>
                    <a:pt x="93323" y="328790"/>
                  </a:lnTo>
                  <a:lnTo>
                    <a:pt x="90059" y="329991"/>
                  </a:lnTo>
                  <a:lnTo>
                    <a:pt x="88657" y="330085"/>
                  </a:lnTo>
                  <a:lnTo>
                    <a:pt x="87742" y="330426"/>
                  </a:lnTo>
                  <a:lnTo>
                    <a:pt x="84944" y="329826"/>
                  </a:lnTo>
                  <a:lnTo>
                    <a:pt x="81044" y="328741"/>
                  </a:lnTo>
                  <a:lnTo>
                    <a:pt x="80128" y="326862"/>
                  </a:lnTo>
                  <a:lnTo>
                    <a:pt x="79879" y="325271"/>
                  </a:lnTo>
                  <a:lnTo>
                    <a:pt x="79543" y="325076"/>
                  </a:lnTo>
                  <a:lnTo>
                    <a:pt x="79415" y="325326"/>
                  </a:lnTo>
                  <a:lnTo>
                    <a:pt x="79060" y="324884"/>
                  </a:lnTo>
                  <a:lnTo>
                    <a:pt x="76127" y="324439"/>
                  </a:lnTo>
                  <a:lnTo>
                    <a:pt x="72909" y="323611"/>
                  </a:lnTo>
                  <a:lnTo>
                    <a:pt x="71913" y="323714"/>
                  </a:lnTo>
                  <a:lnTo>
                    <a:pt x="70422" y="323120"/>
                  </a:lnTo>
                  <a:lnTo>
                    <a:pt x="65391" y="322239"/>
                  </a:lnTo>
                  <a:lnTo>
                    <a:pt x="64053" y="321540"/>
                  </a:lnTo>
                  <a:lnTo>
                    <a:pt x="62007" y="321606"/>
                  </a:lnTo>
                  <a:lnTo>
                    <a:pt x="60660" y="320741"/>
                  </a:lnTo>
                  <a:lnTo>
                    <a:pt x="60066" y="320031"/>
                  </a:lnTo>
                  <a:lnTo>
                    <a:pt x="59928" y="320425"/>
                  </a:lnTo>
                  <a:lnTo>
                    <a:pt x="59320" y="320330"/>
                  </a:lnTo>
                  <a:lnTo>
                    <a:pt x="59238" y="320940"/>
                  </a:lnTo>
                  <a:lnTo>
                    <a:pt x="58721" y="321461"/>
                  </a:lnTo>
                  <a:lnTo>
                    <a:pt x="57546" y="321468"/>
                  </a:lnTo>
                  <a:lnTo>
                    <a:pt x="57334" y="321247"/>
                  </a:lnTo>
                  <a:lnTo>
                    <a:pt x="56643" y="321653"/>
                  </a:lnTo>
                  <a:lnTo>
                    <a:pt x="56383" y="322220"/>
                  </a:lnTo>
                  <a:lnTo>
                    <a:pt x="55815" y="322416"/>
                  </a:lnTo>
                  <a:lnTo>
                    <a:pt x="54656" y="322415"/>
                  </a:lnTo>
                  <a:lnTo>
                    <a:pt x="54357" y="322269"/>
                  </a:lnTo>
                  <a:lnTo>
                    <a:pt x="54264" y="321892"/>
                  </a:lnTo>
                  <a:lnTo>
                    <a:pt x="53446" y="322314"/>
                  </a:lnTo>
                  <a:lnTo>
                    <a:pt x="52885" y="321963"/>
                  </a:lnTo>
                  <a:lnTo>
                    <a:pt x="52539" y="322001"/>
                  </a:lnTo>
                  <a:lnTo>
                    <a:pt x="52104" y="322447"/>
                  </a:lnTo>
                  <a:lnTo>
                    <a:pt x="50727" y="322303"/>
                  </a:lnTo>
                  <a:lnTo>
                    <a:pt x="50637" y="321910"/>
                  </a:lnTo>
                  <a:lnTo>
                    <a:pt x="50304" y="321987"/>
                  </a:lnTo>
                  <a:lnTo>
                    <a:pt x="50249" y="322234"/>
                  </a:lnTo>
                  <a:lnTo>
                    <a:pt x="48738" y="322064"/>
                  </a:lnTo>
                  <a:lnTo>
                    <a:pt x="47748" y="322358"/>
                  </a:lnTo>
                  <a:lnTo>
                    <a:pt x="47074" y="322216"/>
                  </a:lnTo>
                  <a:lnTo>
                    <a:pt x="47247" y="321535"/>
                  </a:lnTo>
                  <a:lnTo>
                    <a:pt x="46836" y="320517"/>
                  </a:lnTo>
                  <a:lnTo>
                    <a:pt x="46338" y="315756"/>
                  </a:lnTo>
                  <a:lnTo>
                    <a:pt x="44983" y="311873"/>
                  </a:lnTo>
                  <a:lnTo>
                    <a:pt x="43639" y="310076"/>
                  </a:lnTo>
                  <a:lnTo>
                    <a:pt x="42001" y="306579"/>
                  </a:lnTo>
                  <a:lnTo>
                    <a:pt x="41139" y="304271"/>
                  </a:lnTo>
                  <a:lnTo>
                    <a:pt x="40895" y="302165"/>
                  </a:lnTo>
                  <a:lnTo>
                    <a:pt x="39240" y="301687"/>
                  </a:lnTo>
                  <a:lnTo>
                    <a:pt x="38720" y="301194"/>
                  </a:lnTo>
                  <a:lnTo>
                    <a:pt x="37678" y="301429"/>
                  </a:lnTo>
                  <a:lnTo>
                    <a:pt x="36374" y="300411"/>
                  </a:lnTo>
                  <a:lnTo>
                    <a:pt x="36474" y="299757"/>
                  </a:lnTo>
                  <a:lnTo>
                    <a:pt x="36269" y="299313"/>
                  </a:lnTo>
                  <a:lnTo>
                    <a:pt x="36760" y="297844"/>
                  </a:lnTo>
                  <a:lnTo>
                    <a:pt x="37088" y="297216"/>
                  </a:lnTo>
                  <a:lnTo>
                    <a:pt x="37868" y="296551"/>
                  </a:lnTo>
                  <a:lnTo>
                    <a:pt x="37494" y="293245"/>
                  </a:lnTo>
                  <a:lnTo>
                    <a:pt x="37915" y="293103"/>
                  </a:lnTo>
                  <a:lnTo>
                    <a:pt x="37699" y="291811"/>
                  </a:lnTo>
                  <a:lnTo>
                    <a:pt x="38365" y="291647"/>
                  </a:lnTo>
                  <a:lnTo>
                    <a:pt x="38339" y="291438"/>
                  </a:lnTo>
                  <a:lnTo>
                    <a:pt x="37519" y="287416"/>
                  </a:lnTo>
                  <a:lnTo>
                    <a:pt x="36816" y="287938"/>
                  </a:lnTo>
                  <a:lnTo>
                    <a:pt x="36811" y="287053"/>
                  </a:lnTo>
                  <a:lnTo>
                    <a:pt x="36111" y="286914"/>
                  </a:lnTo>
                  <a:lnTo>
                    <a:pt x="35404" y="287061"/>
                  </a:lnTo>
                  <a:lnTo>
                    <a:pt x="35981" y="283291"/>
                  </a:lnTo>
                  <a:lnTo>
                    <a:pt x="34736" y="283203"/>
                  </a:lnTo>
                  <a:lnTo>
                    <a:pt x="34356" y="282522"/>
                  </a:lnTo>
                  <a:lnTo>
                    <a:pt x="33804" y="280195"/>
                  </a:lnTo>
                  <a:lnTo>
                    <a:pt x="35953" y="280097"/>
                  </a:lnTo>
                  <a:lnTo>
                    <a:pt x="35902" y="279340"/>
                  </a:lnTo>
                  <a:lnTo>
                    <a:pt x="37490" y="279496"/>
                  </a:lnTo>
                  <a:lnTo>
                    <a:pt x="38155" y="279286"/>
                  </a:lnTo>
                  <a:lnTo>
                    <a:pt x="38235" y="279687"/>
                  </a:lnTo>
                  <a:lnTo>
                    <a:pt x="39798" y="279090"/>
                  </a:lnTo>
                  <a:lnTo>
                    <a:pt x="43646" y="278610"/>
                  </a:lnTo>
                  <a:lnTo>
                    <a:pt x="45314" y="276929"/>
                  </a:lnTo>
                  <a:lnTo>
                    <a:pt x="47664" y="276871"/>
                  </a:lnTo>
                  <a:lnTo>
                    <a:pt x="48738" y="276514"/>
                  </a:lnTo>
                  <a:lnTo>
                    <a:pt x="49618" y="275589"/>
                  </a:lnTo>
                  <a:lnTo>
                    <a:pt x="51086" y="274685"/>
                  </a:lnTo>
                  <a:lnTo>
                    <a:pt x="54724" y="271617"/>
                  </a:lnTo>
                  <a:lnTo>
                    <a:pt x="55770" y="271338"/>
                  </a:lnTo>
                  <a:lnTo>
                    <a:pt x="57346" y="271562"/>
                  </a:lnTo>
                  <a:lnTo>
                    <a:pt x="59665" y="271230"/>
                  </a:lnTo>
                  <a:lnTo>
                    <a:pt x="59495" y="269163"/>
                  </a:lnTo>
                  <a:lnTo>
                    <a:pt x="59688" y="267957"/>
                  </a:lnTo>
                  <a:lnTo>
                    <a:pt x="59936" y="267844"/>
                  </a:lnTo>
                  <a:lnTo>
                    <a:pt x="59685" y="266261"/>
                  </a:lnTo>
                  <a:lnTo>
                    <a:pt x="59146" y="265349"/>
                  </a:lnTo>
                  <a:lnTo>
                    <a:pt x="59057" y="263450"/>
                  </a:lnTo>
                  <a:lnTo>
                    <a:pt x="59749" y="262140"/>
                  </a:lnTo>
                  <a:lnTo>
                    <a:pt x="59941" y="259752"/>
                  </a:lnTo>
                  <a:lnTo>
                    <a:pt x="59314" y="259044"/>
                  </a:lnTo>
                  <a:lnTo>
                    <a:pt x="61170" y="257487"/>
                  </a:lnTo>
                  <a:lnTo>
                    <a:pt x="62467" y="254332"/>
                  </a:lnTo>
                  <a:lnTo>
                    <a:pt x="60225" y="254180"/>
                  </a:lnTo>
                  <a:lnTo>
                    <a:pt x="58781" y="253505"/>
                  </a:lnTo>
                  <a:lnTo>
                    <a:pt x="58035" y="253273"/>
                  </a:lnTo>
                  <a:lnTo>
                    <a:pt x="58304" y="253007"/>
                  </a:lnTo>
                  <a:lnTo>
                    <a:pt x="54344" y="251854"/>
                  </a:lnTo>
                  <a:lnTo>
                    <a:pt x="49482" y="250606"/>
                  </a:lnTo>
                  <a:lnTo>
                    <a:pt x="48575" y="250697"/>
                  </a:lnTo>
                  <a:lnTo>
                    <a:pt x="48237" y="250826"/>
                  </a:lnTo>
                  <a:lnTo>
                    <a:pt x="48246" y="251240"/>
                  </a:lnTo>
                  <a:lnTo>
                    <a:pt x="47756" y="251217"/>
                  </a:lnTo>
                  <a:lnTo>
                    <a:pt x="48075" y="251953"/>
                  </a:lnTo>
                  <a:lnTo>
                    <a:pt x="47829" y="252579"/>
                  </a:lnTo>
                  <a:lnTo>
                    <a:pt x="46696" y="253316"/>
                  </a:lnTo>
                  <a:lnTo>
                    <a:pt x="46759" y="253764"/>
                  </a:lnTo>
                  <a:lnTo>
                    <a:pt x="46140" y="253846"/>
                  </a:lnTo>
                  <a:lnTo>
                    <a:pt x="45234" y="254629"/>
                  </a:lnTo>
                  <a:lnTo>
                    <a:pt x="43967" y="255138"/>
                  </a:lnTo>
                  <a:lnTo>
                    <a:pt x="42500" y="255285"/>
                  </a:lnTo>
                  <a:lnTo>
                    <a:pt x="39766" y="254434"/>
                  </a:lnTo>
                  <a:lnTo>
                    <a:pt x="38204" y="254638"/>
                  </a:lnTo>
                  <a:lnTo>
                    <a:pt x="38435" y="255042"/>
                  </a:lnTo>
                  <a:lnTo>
                    <a:pt x="37852" y="255468"/>
                  </a:lnTo>
                  <a:lnTo>
                    <a:pt x="36021" y="255625"/>
                  </a:lnTo>
                  <a:lnTo>
                    <a:pt x="35599" y="256021"/>
                  </a:lnTo>
                  <a:lnTo>
                    <a:pt x="35465" y="255739"/>
                  </a:lnTo>
                  <a:lnTo>
                    <a:pt x="35035" y="255827"/>
                  </a:lnTo>
                  <a:lnTo>
                    <a:pt x="34886" y="256184"/>
                  </a:lnTo>
                  <a:lnTo>
                    <a:pt x="33761" y="256498"/>
                  </a:lnTo>
                  <a:lnTo>
                    <a:pt x="32724" y="257089"/>
                  </a:lnTo>
                  <a:lnTo>
                    <a:pt x="32705" y="257491"/>
                  </a:lnTo>
                  <a:lnTo>
                    <a:pt x="32065" y="258540"/>
                  </a:lnTo>
                  <a:lnTo>
                    <a:pt x="31858" y="259852"/>
                  </a:lnTo>
                  <a:lnTo>
                    <a:pt x="30236" y="259928"/>
                  </a:lnTo>
                  <a:lnTo>
                    <a:pt x="30207" y="260438"/>
                  </a:lnTo>
                  <a:lnTo>
                    <a:pt x="28612" y="261460"/>
                  </a:lnTo>
                  <a:lnTo>
                    <a:pt x="24444" y="262346"/>
                  </a:lnTo>
                  <a:lnTo>
                    <a:pt x="24285" y="262814"/>
                  </a:lnTo>
                  <a:lnTo>
                    <a:pt x="19737" y="263268"/>
                  </a:lnTo>
                  <a:lnTo>
                    <a:pt x="18508" y="264058"/>
                  </a:lnTo>
                  <a:lnTo>
                    <a:pt x="18651" y="265779"/>
                  </a:lnTo>
                  <a:lnTo>
                    <a:pt x="16834" y="264989"/>
                  </a:lnTo>
                  <a:lnTo>
                    <a:pt x="15962" y="262386"/>
                  </a:lnTo>
                  <a:lnTo>
                    <a:pt x="14423" y="262437"/>
                  </a:lnTo>
                  <a:lnTo>
                    <a:pt x="14213" y="261657"/>
                  </a:lnTo>
                  <a:lnTo>
                    <a:pt x="12353" y="259939"/>
                  </a:lnTo>
                  <a:lnTo>
                    <a:pt x="10307" y="259531"/>
                  </a:lnTo>
                  <a:lnTo>
                    <a:pt x="6212" y="257856"/>
                  </a:lnTo>
                  <a:lnTo>
                    <a:pt x="5921" y="258135"/>
                  </a:lnTo>
                  <a:lnTo>
                    <a:pt x="5954" y="258994"/>
                  </a:lnTo>
                  <a:lnTo>
                    <a:pt x="5507" y="260085"/>
                  </a:lnTo>
                  <a:lnTo>
                    <a:pt x="4317" y="261676"/>
                  </a:lnTo>
                  <a:lnTo>
                    <a:pt x="0" y="258606"/>
                  </a:lnTo>
                  <a:lnTo>
                    <a:pt x="2378" y="255518"/>
                  </a:lnTo>
                  <a:lnTo>
                    <a:pt x="2544" y="255052"/>
                  </a:lnTo>
                  <a:lnTo>
                    <a:pt x="2210" y="254751"/>
                  </a:lnTo>
                  <a:lnTo>
                    <a:pt x="3706" y="252013"/>
                  </a:lnTo>
                  <a:lnTo>
                    <a:pt x="4665" y="248619"/>
                  </a:lnTo>
                  <a:lnTo>
                    <a:pt x="4706" y="247666"/>
                  </a:lnTo>
                  <a:lnTo>
                    <a:pt x="3941" y="244399"/>
                  </a:lnTo>
                  <a:lnTo>
                    <a:pt x="4003" y="239289"/>
                  </a:lnTo>
                  <a:lnTo>
                    <a:pt x="4869" y="239343"/>
                  </a:lnTo>
                  <a:lnTo>
                    <a:pt x="5406" y="239537"/>
                  </a:lnTo>
                  <a:lnTo>
                    <a:pt x="5373" y="239740"/>
                  </a:lnTo>
                  <a:lnTo>
                    <a:pt x="7651" y="240172"/>
                  </a:lnTo>
                  <a:lnTo>
                    <a:pt x="9272" y="240273"/>
                  </a:lnTo>
                  <a:lnTo>
                    <a:pt x="9972" y="240174"/>
                  </a:lnTo>
                  <a:lnTo>
                    <a:pt x="10879" y="239658"/>
                  </a:lnTo>
                  <a:lnTo>
                    <a:pt x="12346" y="240787"/>
                  </a:lnTo>
                  <a:lnTo>
                    <a:pt x="13759" y="241376"/>
                  </a:lnTo>
                  <a:lnTo>
                    <a:pt x="14270" y="239369"/>
                  </a:lnTo>
                  <a:lnTo>
                    <a:pt x="14135" y="238783"/>
                  </a:lnTo>
                  <a:lnTo>
                    <a:pt x="14344" y="238620"/>
                  </a:lnTo>
                  <a:lnTo>
                    <a:pt x="14156" y="236019"/>
                  </a:lnTo>
                  <a:lnTo>
                    <a:pt x="14498" y="235732"/>
                  </a:lnTo>
                  <a:lnTo>
                    <a:pt x="14171" y="234120"/>
                  </a:lnTo>
                  <a:lnTo>
                    <a:pt x="14090" y="231387"/>
                  </a:lnTo>
                  <a:lnTo>
                    <a:pt x="14389" y="230412"/>
                  </a:lnTo>
                  <a:lnTo>
                    <a:pt x="15164" y="229557"/>
                  </a:lnTo>
                  <a:lnTo>
                    <a:pt x="16167" y="229837"/>
                  </a:lnTo>
                  <a:lnTo>
                    <a:pt x="16056" y="229063"/>
                  </a:lnTo>
                  <a:lnTo>
                    <a:pt x="15551" y="228856"/>
                  </a:lnTo>
                  <a:lnTo>
                    <a:pt x="16833" y="226144"/>
                  </a:lnTo>
                  <a:lnTo>
                    <a:pt x="17683" y="225889"/>
                  </a:lnTo>
                  <a:lnTo>
                    <a:pt x="18770" y="225191"/>
                  </a:lnTo>
                  <a:lnTo>
                    <a:pt x="19843" y="224969"/>
                  </a:lnTo>
                  <a:lnTo>
                    <a:pt x="19031" y="223104"/>
                  </a:lnTo>
                  <a:lnTo>
                    <a:pt x="18834" y="221850"/>
                  </a:lnTo>
                  <a:lnTo>
                    <a:pt x="19436" y="221935"/>
                  </a:lnTo>
                  <a:lnTo>
                    <a:pt x="21790" y="220724"/>
                  </a:lnTo>
                  <a:lnTo>
                    <a:pt x="22103" y="221037"/>
                  </a:lnTo>
                  <a:lnTo>
                    <a:pt x="23404" y="220729"/>
                  </a:lnTo>
                  <a:lnTo>
                    <a:pt x="24110" y="220911"/>
                  </a:lnTo>
                  <a:lnTo>
                    <a:pt x="24689" y="222038"/>
                  </a:lnTo>
                  <a:lnTo>
                    <a:pt x="26382" y="223927"/>
                  </a:lnTo>
                  <a:lnTo>
                    <a:pt x="25094" y="225706"/>
                  </a:lnTo>
                  <a:lnTo>
                    <a:pt x="26023" y="226674"/>
                  </a:lnTo>
                  <a:lnTo>
                    <a:pt x="27797" y="227294"/>
                  </a:lnTo>
                  <a:lnTo>
                    <a:pt x="29364" y="225262"/>
                  </a:lnTo>
                  <a:lnTo>
                    <a:pt x="32176" y="222591"/>
                  </a:lnTo>
                  <a:lnTo>
                    <a:pt x="33893" y="223595"/>
                  </a:lnTo>
                  <a:lnTo>
                    <a:pt x="34163" y="222759"/>
                  </a:lnTo>
                  <a:lnTo>
                    <a:pt x="35985" y="223820"/>
                  </a:lnTo>
                  <a:lnTo>
                    <a:pt x="36411" y="219927"/>
                  </a:lnTo>
                  <a:lnTo>
                    <a:pt x="40380" y="213189"/>
                  </a:lnTo>
                  <a:lnTo>
                    <a:pt x="40744" y="213024"/>
                  </a:lnTo>
                  <a:lnTo>
                    <a:pt x="40547" y="212829"/>
                  </a:lnTo>
                  <a:lnTo>
                    <a:pt x="42099" y="213550"/>
                  </a:lnTo>
                  <a:lnTo>
                    <a:pt x="43503" y="214918"/>
                  </a:lnTo>
                  <a:lnTo>
                    <a:pt x="45275" y="215428"/>
                  </a:lnTo>
                  <a:lnTo>
                    <a:pt x="49488" y="215415"/>
                  </a:lnTo>
                  <a:lnTo>
                    <a:pt x="51503" y="216158"/>
                  </a:lnTo>
                  <a:lnTo>
                    <a:pt x="51766" y="215561"/>
                  </a:lnTo>
                  <a:lnTo>
                    <a:pt x="52050" y="215775"/>
                  </a:lnTo>
                  <a:lnTo>
                    <a:pt x="51614" y="216284"/>
                  </a:lnTo>
                  <a:lnTo>
                    <a:pt x="52567" y="216966"/>
                  </a:lnTo>
                  <a:lnTo>
                    <a:pt x="52023" y="214751"/>
                  </a:lnTo>
                  <a:lnTo>
                    <a:pt x="52602" y="214426"/>
                  </a:lnTo>
                  <a:lnTo>
                    <a:pt x="52836" y="214801"/>
                  </a:lnTo>
                  <a:lnTo>
                    <a:pt x="56338" y="212433"/>
                  </a:lnTo>
                  <a:lnTo>
                    <a:pt x="55772" y="210736"/>
                  </a:lnTo>
                  <a:lnTo>
                    <a:pt x="53571" y="207208"/>
                  </a:lnTo>
                  <a:lnTo>
                    <a:pt x="51162" y="205260"/>
                  </a:lnTo>
                  <a:lnTo>
                    <a:pt x="50369" y="204107"/>
                  </a:lnTo>
                  <a:lnTo>
                    <a:pt x="48820" y="202781"/>
                  </a:lnTo>
                  <a:lnTo>
                    <a:pt x="48605" y="202200"/>
                  </a:lnTo>
                  <a:lnTo>
                    <a:pt x="50141" y="200929"/>
                  </a:lnTo>
                  <a:lnTo>
                    <a:pt x="52801" y="199515"/>
                  </a:lnTo>
                  <a:lnTo>
                    <a:pt x="53544" y="198579"/>
                  </a:lnTo>
                  <a:lnTo>
                    <a:pt x="54644" y="197991"/>
                  </a:lnTo>
                  <a:lnTo>
                    <a:pt x="56222" y="196533"/>
                  </a:lnTo>
                  <a:lnTo>
                    <a:pt x="56572" y="196994"/>
                  </a:lnTo>
                  <a:lnTo>
                    <a:pt x="57666" y="195242"/>
                  </a:lnTo>
                  <a:lnTo>
                    <a:pt x="58492" y="195419"/>
                  </a:lnTo>
                  <a:lnTo>
                    <a:pt x="58904" y="194720"/>
                  </a:lnTo>
                  <a:lnTo>
                    <a:pt x="60623" y="193448"/>
                  </a:lnTo>
                  <a:lnTo>
                    <a:pt x="58894" y="191425"/>
                  </a:lnTo>
                  <a:lnTo>
                    <a:pt x="58496" y="191362"/>
                  </a:lnTo>
                  <a:lnTo>
                    <a:pt x="58254" y="190571"/>
                  </a:lnTo>
                  <a:lnTo>
                    <a:pt x="57551" y="190545"/>
                  </a:lnTo>
                  <a:lnTo>
                    <a:pt x="58805" y="189258"/>
                  </a:lnTo>
                  <a:lnTo>
                    <a:pt x="60049" y="189928"/>
                  </a:lnTo>
                  <a:lnTo>
                    <a:pt x="61172" y="190921"/>
                  </a:lnTo>
                  <a:lnTo>
                    <a:pt x="61515" y="190440"/>
                  </a:lnTo>
                  <a:lnTo>
                    <a:pt x="61554" y="189465"/>
                  </a:lnTo>
                  <a:lnTo>
                    <a:pt x="62403" y="189136"/>
                  </a:lnTo>
                  <a:lnTo>
                    <a:pt x="62510" y="187990"/>
                  </a:lnTo>
                  <a:lnTo>
                    <a:pt x="61896" y="187802"/>
                  </a:lnTo>
                  <a:lnTo>
                    <a:pt x="62240" y="187409"/>
                  </a:lnTo>
                  <a:lnTo>
                    <a:pt x="62231" y="187037"/>
                  </a:lnTo>
                  <a:lnTo>
                    <a:pt x="62457" y="187009"/>
                  </a:lnTo>
                  <a:lnTo>
                    <a:pt x="62239" y="185998"/>
                  </a:lnTo>
                  <a:lnTo>
                    <a:pt x="62608" y="184905"/>
                  </a:lnTo>
                  <a:lnTo>
                    <a:pt x="62427" y="184429"/>
                  </a:lnTo>
                  <a:lnTo>
                    <a:pt x="62796" y="183791"/>
                  </a:lnTo>
                  <a:lnTo>
                    <a:pt x="62211" y="182830"/>
                  </a:lnTo>
                  <a:lnTo>
                    <a:pt x="62279" y="182508"/>
                  </a:lnTo>
                  <a:lnTo>
                    <a:pt x="61312" y="181647"/>
                  </a:lnTo>
                  <a:lnTo>
                    <a:pt x="61119" y="181866"/>
                  </a:lnTo>
                  <a:lnTo>
                    <a:pt x="60441" y="181165"/>
                  </a:lnTo>
                  <a:lnTo>
                    <a:pt x="60347" y="179229"/>
                  </a:lnTo>
                  <a:lnTo>
                    <a:pt x="59992" y="178119"/>
                  </a:lnTo>
                  <a:lnTo>
                    <a:pt x="60445" y="177453"/>
                  </a:lnTo>
                  <a:lnTo>
                    <a:pt x="59976" y="177031"/>
                  </a:lnTo>
                  <a:lnTo>
                    <a:pt x="60077" y="176705"/>
                  </a:lnTo>
                  <a:lnTo>
                    <a:pt x="59741" y="175857"/>
                  </a:lnTo>
                  <a:lnTo>
                    <a:pt x="59397" y="176052"/>
                  </a:lnTo>
                  <a:lnTo>
                    <a:pt x="59198" y="175838"/>
                  </a:lnTo>
                  <a:lnTo>
                    <a:pt x="59235" y="175359"/>
                  </a:lnTo>
                  <a:lnTo>
                    <a:pt x="58710" y="175294"/>
                  </a:lnTo>
                  <a:lnTo>
                    <a:pt x="58830" y="174387"/>
                  </a:lnTo>
                  <a:lnTo>
                    <a:pt x="57898" y="174431"/>
                  </a:lnTo>
                  <a:lnTo>
                    <a:pt x="55014" y="175911"/>
                  </a:lnTo>
                  <a:lnTo>
                    <a:pt x="54036" y="176096"/>
                  </a:lnTo>
                  <a:lnTo>
                    <a:pt x="51554" y="177755"/>
                  </a:lnTo>
                  <a:lnTo>
                    <a:pt x="50409" y="174773"/>
                  </a:lnTo>
                  <a:lnTo>
                    <a:pt x="50674" y="172127"/>
                  </a:lnTo>
                  <a:lnTo>
                    <a:pt x="49157" y="172739"/>
                  </a:lnTo>
                  <a:lnTo>
                    <a:pt x="49885" y="170881"/>
                  </a:lnTo>
                  <a:lnTo>
                    <a:pt x="49933" y="170026"/>
                  </a:lnTo>
                  <a:lnTo>
                    <a:pt x="50723" y="168966"/>
                  </a:lnTo>
                  <a:lnTo>
                    <a:pt x="51946" y="167874"/>
                  </a:lnTo>
                  <a:lnTo>
                    <a:pt x="51680" y="167592"/>
                  </a:lnTo>
                  <a:lnTo>
                    <a:pt x="50220" y="169207"/>
                  </a:lnTo>
                  <a:lnTo>
                    <a:pt x="49295" y="169866"/>
                  </a:lnTo>
                  <a:lnTo>
                    <a:pt x="42395" y="166608"/>
                  </a:lnTo>
                  <a:lnTo>
                    <a:pt x="41195" y="166630"/>
                  </a:lnTo>
                  <a:lnTo>
                    <a:pt x="42550" y="165465"/>
                  </a:lnTo>
                  <a:lnTo>
                    <a:pt x="43026" y="164597"/>
                  </a:lnTo>
                  <a:lnTo>
                    <a:pt x="43540" y="164350"/>
                  </a:lnTo>
                  <a:lnTo>
                    <a:pt x="44004" y="164570"/>
                  </a:lnTo>
                  <a:lnTo>
                    <a:pt x="44260" y="164370"/>
                  </a:lnTo>
                  <a:lnTo>
                    <a:pt x="45011" y="164421"/>
                  </a:lnTo>
                  <a:lnTo>
                    <a:pt x="45316" y="164179"/>
                  </a:lnTo>
                  <a:lnTo>
                    <a:pt x="45660" y="164501"/>
                  </a:lnTo>
                  <a:lnTo>
                    <a:pt x="46443" y="164445"/>
                  </a:lnTo>
                  <a:lnTo>
                    <a:pt x="46827" y="164665"/>
                  </a:lnTo>
                  <a:lnTo>
                    <a:pt x="47184" y="164443"/>
                  </a:lnTo>
                  <a:lnTo>
                    <a:pt x="48758" y="164603"/>
                  </a:lnTo>
                  <a:lnTo>
                    <a:pt x="48924" y="163868"/>
                  </a:lnTo>
                  <a:lnTo>
                    <a:pt x="48022" y="163476"/>
                  </a:lnTo>
                  <a:lnTo>
                    <a:pt x="47560" y="162441"/>
                  </a:lnTo>
                  <a:lnTo>
                    <a:pt x="48608" y="160894"/>
                  </a:lnTo>
                  <a:lnTo>
                    <a:pt x="48404" y="160736"/>
                  </a:lnTo>
                  <a:lnTo>
                    <a:pt x="49286" y="159984"/>
                  </a:lnTo>
                  <a:lnTo>
                    <a:pt x="49551" y="159483"/>
                  </a:lnTo>
                  <a:lnTo>
                    <a:pt x="49764" y="159506"/>
                  </a:lnTo>
                  <a:lnTo>
                    <a:pt x="50365" y="158660"/>
                  </a:lnTo>
                  <a:lnTo>
                    <a:pt x="51139" y="156984"/>
                  </a:lnTo>
                  <a:lnTo>
                    <a:pt x="50384" y="156260"/>
                  </a:lnTo>
                  <a:lnTo>
                    <a:pt x="49985" y="156221"/>
                  </a:lnTo>
                  <a:lnTo>
                    <a:pt x="49214" y="156905"/>
                  </a:lnTo>
                  <a:lnTo>
                    <a:pt x="47208" y="155365"/>
                  </a:lnTo>
                  <a:lnTo>
                    <a:pt x="47397" y="154833"/>
                  </a:lnTo>
                  <a:lnTo>
                    <a:pt x="48067" y="154537"/>
                  </a:lnTo>
                  <a:lnTo>
                    <a:pt x="48060" y="154317"/>
                  </a:lnTo>
                  <a:lnTo>
                    <a:pt x="46853" y="153959"/>
                  </a:lnTo>
                  <a:lnTo>
                    <a:pt x="45716" y="154246"/>
                  </a:lnTo>
                  <a:lnTo>
                    <a:pt x="43433" y="153344"/>
                  </a:lnTo>
                  <a:lnTo>
                    <a:pt x="42013" y="153483"/>
                  </a:lnTo>
                  <a:lnTo>
                    <a:pt x="42100" y="152897"/>
                  </a:lnTo>
                  <a:lnTo>
                    <a:pt x="42814" y="151807"/>
                  </a:lnTo>
                  <a:lnTo>
                    <a:pt x="42571" y="150906"/>
                  </a:lnTo>
                  <a:lnTo>
                    <a:pt x="42753" y="150035"/>
                  </a:lnTo>
                  <a:lnTo>
                    <a:pt x="42189" y="149777"/>
                  </a:lnTo>
                  <a:lnTo>
                    <a:pt x="42309" y="149135"/>
                  </a:lnTo>
                  <a:lnTo>
                    <a:pt x="43244" y="148095"/>
                  </a:lnTo>
                  <a:lnTo>
                    <a:pt x="42819" y="147629"/>
                  </a:lnTo>
                  <a:lnTo>
                    <a:pt x="42645" y="146467"/>
                  </a:lnTo>
                  <a:lnTo>
                    <a:pt x="42941" y="145895"/>
                  </a:lnTo>
                  <a:lnTo>
                    <a:pt x="44990" y="144525"/>
                  </a:lnTo>
                  <a:lnTo>
                    <a:pt x="46201" y="142412"/>
                  </a:lnTo>
                  <a:lnTo>
                    <a:pt x="46284" y="142106"/>
                  </a:lnTo>
                  <a:lnTo>
                    <a:pt x="45358" y="141017"/>
                  </a:lnTo>
                  <a:lnTo>
                    <a:pt x="45973" y="140302"/>
                  </a:lnTo>
                  <a:lnTo>
                    <a:pt x="46281" y="139224"/>
                  </a:lnTo>
                  <a:lnTo>
                    <a:pt x="45602" y="139113"/>
                  </a:lnTo>
                  <a:lnTo>
                    <a:pt x="45645" y="138639"/>
                  </a:lnTo>
                  <a:lnTo>
                    <a:pt x="46454" y="138633"/>
                  </a:lnTo>
                  <a:lnTo>
                    <a:pt x="46671" y="137261"/>
                  </a:lnTo>
                  <a:lnTo>
                    <a:pt x="46114" y="136522"/>
                  </a:lnTo>
                  <a:lnTo>
                    <a:pt x="45564" y="136514"/>
                  </a:lnTo>
                  <a:lnTo>
                    <a:pt x="45923" y="135786"/>
                  </a:lnTo>
                  <a:lnTo>
                    <a:pt x="46185" y="134344"/>
                  </a:lnTo>
                  <a:lnTo>
                    <a:pt x="46999" y="133285"/>
                  </a:lnTo>
                  <a:lnTo>
                    <a:pt x="49189" y="133087"/>
                  </a:lnTo>
                  <a:lnTo>
                    <a:pt x="49156" y="132106"/>
                  </a:lnTo>
                  <a:lnTo>
                    <a:pt x="48866" y="131996"/>
                  </a:lnTo>
                  <a:lnTo>
                    <a:pt x="49007" y="131503"/>
                  </a:lnTo>
                  <a:lnTo>
                    <a:pt x="48820" y="131209"/>
                  </a:lnTo>
                  <a:lnTo>
                    <a:pt x="48548" y="131319"/>
                  </a:lnTo>
                  <a:lnTo>
                    <a:pt x="48512" y="131082"/>
                  </a:lnTo>
                  <a:lnTo>
                    <a:pt x="54150" y="130806"/>
                  </a:lnTo>
                  <a:lnTo>
                    <a:pt x="55832" y="129848"/>
                  </a:lnTo>
                  <a:lnTo>
                    <a:pt x="56433" y="128980"/>
                  </a:lnTo>
                  <a:lnTo>
                    <a:pt x="56826" y="127227"/>
                  </a:lnTo>
                  <a:lnTo>
                    <a:pt x="57639" y="126064"/>
                  </a:lnTo>
                  <a:lnTo>
                    <a:pt x="58698" y="121666"/>
                  </a:lnTo>
                  <a:lnTo>
                    <a:pt x="60832" y="118989"/>
                  </a:lnTo>
                  <a:lnTo>
                    <a:pt x="60887" y="118218"/>
                  </a:lnTo>
                  <a:lnTo>
                    <a:pt x="60316" y="116419"/>
                  </a:lnTo>
                  <a:lnTo>
                    <a:pt x="60210" y="114894"/>
                  </a:lnTo>
                  <a:lnTo>
                    <a:pt x="61667" y="111959"/>
                  </a:lnTo>
                  <a:lnTo>
                    <a:pt x="61825" y="111710"/>
                  </a:lnTo>
                  <a:lnTo>
                    <a:pt x="64331" y="110644"/>
                  </a:lnTo>
                  <a:lnTo>
                    <a:pt x="65173" y="109838"/>
                  </a:lnTo>
                  <a:lnTo>
                    <a:pt x="68600" y="105201"/>
                  </a:lnTo>
                  <a:lnTo>
                    <a:pt x="69438" y="103746"/>
                  </a:lnTo>
                  <a:lnTo>
                    <a:pt x="69053" y="103120"/>
                  </a:lnTo>
                  <a:lnTo>
                    <a:pt x="67811" y="102471"/>
                  </a:lnTo>
                  <a:lnTo>
                    <a:pt x="67163" y="102431"/>
                  </a:lnTo>
                  <a:lnTo>
                    <a:pt x="65801" y="102986"/>
                  </a:lnTo>
                  <a:lnTo>
                    <a:pt x="66205" y="101749"/>
                  </a:lnTo>
                  <a:lnTo>
                    <a:pt x="68682" y="100153"/>
                  </a:lnTo>
                  <a:lnTo>
                    <a:pt x="70444" y="100733"/>
                  </a:lnTo>
                  <a:lnTo>
                    <a:pt x="71797" y="100721"/>
                  </a:lnTo>
                  <a:lnTo>
                    <a:pt x="74751" y="102749"/>
                  </a:lnTo>
                  <a:lnTo>
                    <a:pt x="75285" y="102512"/>
                  </a:lnTo>
                  <a:lnTo>
                    <a:pt x="75641" y="101705"/>
                  </a:lnTo>
                  <a:lnTo>
                    <a:pt x="75292" y="100078"/>
                  </a:lnTo>
                  <a:lnTo>
                    <a:pt x="75460" y="98440"/>
                  </a:lnTo>
                  <a:lnTo>
                    <a:pt x="75039" y="97589"/>
                  </a:lnTo>
                  <a:lnTo>
                    <a:pt x="70056" y="91703"/>
                  </a:lnTo>
                  <a:lnTo>
                    <a:pt x="68692" y="91139"/>
                  </a:lnTo>
                  <a:lnTo>
                    <a:pt x="66530" y="89740"/>
                  </a:lnTo>
                  <a:lnTo>
                    <a:pt x="64747" y="89658"/>
                  </a:lnTo>
                  <a:lnTo>
                    <a:pt x="61552" y="88676"/>
                  </a:lnTo>
                  <a:lnTo>
                    <a:pt x="60188" y="88535"/>
                  </a:lnTo>
                  <a:lnTo>
                    <a:pt x="60178" y="87785"/>
                  </a:lnTo>
                  <a:lnTo>
                    <a:pt x="59092" y="87533"/>
                  </a:lnTo>
                  <a:lnTo>
                    <a:pt x="57706" y="86814"/>
                  </a:lnTo>
                  <a:lnTo>
                    <a:pt x="56560" y="85646"/>
                  </a:lnTo>
                  <a:lnTo>
                    <a:pt x="56366" y="85009"/>
                  </a:lnTo>
                  <a:lnTo>
                    <a:pt x="55439" y="84237"/>
                  </a:lnTo>
                  <a:lnTo>
                    <a:pt x="55326" y="83906"/>
                  </a:lnTo>
                  <a:lnTo>
                    <a:pt x="54332" y="83381"/>
                  </a:lnTo>
                  <a:lnTo>
                    <a:pt x="54137" y="82917"/>
                  </a:lnTo>
                  <a:lnTo>
                    <a:pt x="54308" y="82437"/>
                  </a:lnTo>
                  <a:lnTo>
                    <a:pt x="53873" y="82313"/>
                  </a:lnTo>
                  <a:lnTo>
                    <a:pt x="53727" y="81943"/>
                  </a:lnTo>
                  <a:lnTo>
                    <a:pt x="53263" y="81706"/>
                  </a:lnTo>
                  <a:lnTo>
                    <a:pt x="52470" y="81965"/>
                  </a:lnTo>
                  <a:lnTo>
                    <a:pt x="52212" y="81235"/>
                  </a:lnTo>
                  <a:lnTo>
                    <a:pt x="50647" y="81288"/>
                  </a:lnTo>
                  <a:lnTo>
                    <a:pt x="49148" y="81902"/>
                  </a:lnTo>
                  <a:lnTo>
                    <a:pt x="48300" y="81850"/>
                  </a:lnTo>
                  <a:lnTo>
                    <a:pt x="47059" y="81602"/>
                  </a:lnTo>
                  <a:lnTo>
                    <a:pt x="46961" y="81309"/>
                  </a:lnTo>
                  <a:lnTo>
                    <a:pt x="46403" y="81168"/>
                  </a:lnTo>
                  <a:lnTo>
                    <a:pt x="46099" y="81331"/>
                  </a:lnTo>
                  <a:lnTo>
                    <a:pt x="45511" y="81074"/>
                  </a:lnTo>
                  <a:lnTo>
                    <a:pt x="45418" y="80405"/>
                  </a:lnTo>
                  <a:lnTo>
                    <a:pt x="44971" y="80168"/>
                  </a:lnTo>
                  <a:lnTo>
                    <a:pt x="44229" y="80094"/>
                  </a:lnTo>
                  <a:lnTo>
                    <a:pt x="43562" y="80323"/>
                  </a:lnTo>
                  <a:lnTo>
                    <a:pt x="41622" y="78375"/>
                  </a:lnTo>
                  <a:lnTo>
                    <a:pt x="41767" y="77553"/>
                  </a:lnTo>
                  <a:lnTo>
                    <a:pt x="41521" y="77206"/>
                  </a:lnTo>
                  <a:lnTo>
                    <a:pt x="40764" y="76903"/>
                  </a:lnTo>
                  <a:lnTo>
                    <a:pt x="40587" y="76439"/>
                  </a:lnTo>
                  <a:lnTo>
                    <a:pt x="39732" y="75761"/>
                  </a:lnTo>
                  <a:lnTo>
                    <a:pt x="38635" y="75193"/>
                  </a:lnTo>
                  <a:lnTo>
                    <a:pt x="38090" y="75218"/>
                  </a:lnTo>
                  <a:lnTo>
                    <a:pt x="37716" y="74082"/>
                  </a:lnTo>
                  <a:lnTo>
                    <a:pt x="37399" y="73797"/>
                  </a:lnTo>
                  <a:lnTo>
                    <a:pt x="37480" y="73512"/>
                  </a:lnTo>
                  <a:lnTo>
                    <a:pt x="36648" y="72742"/>
                  </a:lnTo>
                  <a:lnTo>
                    <a:pt x="36002" y="72633"/>
                  </a:lnTo>
                  <a:lnTo>
                    <a:pt x="35514" y="71963"/>
                  </a:lnTo>
                  <a:lnTo>
                    <a:pt x="35553" y="71681"/>
                  </a:lnTo>
                  <a:lnTo>
                    <a:pt x="34782" y="70767"/>
                  </a:lnTo>
                  <a:lnTo>
                    <a:pt x="34026" y="70078"/>
                  </a:lnTo>
                  <a:lnTo>
                    <a:pt x="33948" y="70275"/>
                  </a:lnTo>
                  <a:lnTo>
                    <a:pt x="33758" y="70197"/>
                  </a:lnTo>
                  <a:lnTo>
                    <a:pt x="33162" y="69542"/>
                  </a:lnTo>
                  <a:lnTo>
                    <a:pt x="31823" y="68906"/>
                  </a:lnTo>
                  <a:lnTo>
                    <a:pt x="31339" y="67822"/>
                  </a:lnTo>
                  <a:lnTo>
                    <a:pt x="30324" y="67574"/>
                  </a:lnTo>
                  <a:lnTo>
                    <a:pt x="29833" y="66877"/>
                  </a:lnTo>
                  <a:lnTo>
                    <a:pt x="29965" y="65990"/>
                  </a:lnTo>
                  <a:lnTo>
                    <a:pt x="29727" y="65638"/>
                  </a:lnTo>
                  <a:lnTo>
                    <a:pt x="30203" y="65217"/>
                  </a:lnTo>
                  <a:lnTo>
                    <a:pt x="29904" y="64962"/>
                  </a:lnTo>
                  <a:lnTo>
                    <a:pt x="28087" y="64668"/>
                  </a:lnTo>
                  <a:lnTo>
                    <a:pt x="27415" y="63829"/>
                  </a:lnTo>
                  <a:lnTo>
                    <a:pt x="26423" y="63582"/>
                  </a:lnTo>
                  <a:lnTo>
                    <a:pt x="25548" y="62696"/>
                  </a:lnTo>
                  <a:lnTo>
                    <a:pt x="25462" y="61996"/>
                  </a:lnTo>
                  <a:lnTo>
                    <a:pt x="24962" y="61812"/>
                  </a:lnTo>
                  <a:lnTo>
                    <a:pt x="24497" y="61286"/>
                  </a:lnTo>
                  <a:lnTo>
                    <a:pt x="24289" y="60046"/>
                  </a:lnTo>
                  <a:lnTo>
                    <a:pt x="23681" y="59423"/>
                  </a:lnTo>
                  <a:lnTo>
                    <a:pt x="22807" y="57814"/>
                  </a:lnTo>
                  <a:lnTo>
                    <a:pt x="23024" y="56998"/>
                  </a:lnTo>
                  <a:lnTo>
                    <a:pt x="22832" y="55218"/>
                  </a:lnTo>
                  <a:lnTo>
                    <a:pt x="21417" y="53110"/>
                  </a:lnTo>
                  <a:lnTo>
                    <a:pt x="20231" y="52762"/>
                  </a:lnTo>
                  <a:lnTo>
                    <a:pt x="19900" y="52074"/>
                  </a:lnTo>
                  <a:lnTo>
                    <a:pt x="19216" y="51472"/>
                  </a:lnTo>
                  <a:lnTo>
                    <a:pt x="19207" y="50900"/>
                  </a:lnTo>
                  <a:lnTo>
                    <a:pt x="17835" y="48823"/>
                  </a:lnTo>
                  <a:lnTo>
                    <a:pt x="17640" y="46159"/>
                  </a:lnTo>
                  <a:lnTo>
                    <a:pt x="20229" y="45458"/>
                  </a:lnTo>
                  <a:lnTo>
                    <a:pt x="21854" y="44462"/>
                  </a:lnTo>
                  <a:lnTo>
                    <a:pt x="22615" y="43678"/>
                  </a:lnTo>
                  <a:lnTo>
                    <a:pt x="23248" y="41890"/>
                  </a:lnTo>
                  <a:lnTo>
                    <a:pt x="23236" y="39398"/>
                  </a:lnTo>
                  <a:lnTo>
                    <a:pt x="22073" y="36147"/>
                  </a:lnTo>
                  <a:lnTo>
                    <a:pt x="21256" y="34989"/>
                  </a:lnTo>
                  <a:lnTo>
                    <a:pt x="19126" y="33174"/>
                  </a:lnTo>
                  <a:lnTo>
                    <a:pt x="17976" y="32453"/>
                  </a:lnTo>
                  <a:lnTo>
                    <a:pt x="12683" y="30367"/>
                  </a:lnTo>
                  <a:lnTo>
                    <a:pt x="7996" y="27813"/>
                  </a:lnTo>
                  <a:lnTo>
                    <a:pt x="6317" y="26438"/>
                  </a:lnTo>
                  <a:lnTo>
                    <a:pt x="5256" y="25237"/>
                  </a:lnTo>
                  <a:lnTo>
                    <a:pt x="1387" y="19850"/>
                  </a:lnTo>
                  <a:lnTo>
                    <a:pt x="296" y="16859"/>
                  </a:lnTo>
                  <a:lnTo>
                    <a:pt x="229" y="14667"/>
                  </a:lnTo>
                  <a:lnTo>
                    <a:pt x="1004" y="12030"/>
                  </a:lnTo>
                  <a:lnTo>
                    <a:pt x="1735" y="10537"/>
                  </a:lnTo>
                  <a:lnTo>
                    <a:pt x="2129" y="10000"/>
                  </a:lnTo>
                  <a:lnTo>
                    <a:pt x="4354" y="8266"/>
                  </a:lnTo>
                  <a:lnTo>
                    <a:pt x="8131" y="7281"/>
                  </a:lnTo>
                  <a:lnTo>
                    <a:pt x="9906" y="7246"/>
                  </a:lnTo>
                  <a:lnTo>
                    <a:pt x="12504" y="7986"/>
                  </a:lnTo>
                  <a:lnTo>
                    <a:pt x="14868" y="9448"/>
                  </a:lnTo>
                  <a:lnTo>
                    <a:pt x="19929" y="13665"/>
                  </a:lnTo>
                  <a:lnTo>
                    <a:pt x="23423" y="15280"/>
                  </a:lnTo>
                  <a:lnTo>
                    <a:pt x="26777" y="15986"/>
                  </a:lnTo>
                  <a:lnTo>
                    <a:pt x="31106" y="16149"/>
                  </a:lnTo>
                  <a:lnTo>
                    <a:pt x="35906" y="15747"/>
                  </a:lnTo>
                  <a:lnTo>
                    <a:pt x="38789" y="14462"/>
                  </a:lnTo>
                  <a:lnTo>
                    <a:pt x="41891" y="12381"/>
                  </a:lnTo>
                  <a:lnTo>
                    <a:pt x="50446" y="4435"/>
                  </a:lnTo>
                  <a:lnTo>
                    <a:pt x="53396" y="1131"/>
                  </a:lnTo>
                  <a:lnTo>
                    <a:pt x="55179" y="196"/>
                  </a:lnTo>
                  <a:lnTo>
                    <a:pt x="56735" y="0"/>
                  </a:lnTo>
                  <a:lnTo>
                    <a:pt x="58945" y="773"/>
                  </a:lnTo>
                  <a:lnTo>
                    <a:pt x="60969" y="2086"/>
                  </a:lnTo>
                  <a:lnTo>
                    <a:pt x="69594" y="8919"/>
                  </a:lnTo>
                  <a:lnTo>
                    <a:pt x="70839" y="10978"/>
                  </a:lnTo>
                  <a:lnTo>
                    <a:pt x="71342" y="12641"/>
                  </a:lnTo>
                  <a:lnTo>
                    <a:pt x="71562" y="14524"/>
                  </a:lnTo>
                  <a:lnTo>
                    <a:pt x="70495" y="23615"/>
                  </a:lnTo>
                  <a:lnTo>
                    <a:pt x="70877" y="26539"/>
                  </a:lnTo>
                  <a:lnTo>
                    <a:pt x="73187" y="31347"/>
                  </a:lnTo>
                  <a:lnTo>
                    <a:pt x="77095" y="38107"/>
                  </a:lnTo>
                  <a:lnTo>
                    <a:pt x="77475" y="39289"/>
                  </a:lnTo>
                  <a:lnTo>
                    <a:pt x="77825" y="43622"/>
                  </a:lnTo>
                  <a:lnTo>
                    <a:pt x="77078" y="52724"/>
                  </a:lnTo>
                  <a:lnTo>
                    <a:pt x="77853" y="57298"/>
                  </a:lnTo>
                  <a:lnTo>
                    <a:pt x="78762" y="59725"/>
                  </a:lnTo>
                  <a:lnTo>
                    <a:pt x="82832" y="66218"/>
                  </a:lnTo>
                  <a:lnTo>
                    <a:pt x="87112" y="74111"/>
                  </a:lnTo>
                  <a:lnTo>
                    <a:pt x="91626" y="79970"/>
                  </a:lnTo>
                  <a:lnTo>
                    <a:pt x="93594" y="81393"/>
                  </a:lnTo>
                  <a:lnTo>
                    <a:pt x="96294" y="81462"/>
                  </a:lnTo>
                  <a:lnTo>
                    <a:pt x="98955" y="80478"/>
                  </a:lnTo>
                  <a:lnTo>
                    <a:pt x="100145" y="79798"/>
                  </a:lnTo>
                  <a:lnTo>
                    <a:pt x="101335" y="78935"/>
                  </a:lnTo>
                  <a:lnTo>
                    <a:pt x="102982" y="76899"/>
                  </a:lnTo>
                  <a:lnTo>
                    <a:pt x="103940" y="75202"/>
                  </a:lnTo>
                  <a:lnTo>
                    <a:pt x="104896" y="72598"/>
                  </a:lnTo>
                  <a:lnTo>
                    <a:pt x="106004" y="64516"/>
                  </a:lnTo>
                  <a:lnTo>
                    <a:pt x="107104" y="61727"/>
                  </a:lnTo>
                  <a:lnTo>
                    <a:pt x="108036" y="60064"/>
                  </a:lnTo>
                  <a:lnTo>
                    <a:pt x="109002" y="59137"/>
                  </a:lnTo>
                  <a:lnTo>
                    <a:pt x="110891" y="58459"/>
                  </a:lnTo>
                  <a:lnTo>
                    <a:pt x="112577" y="58644"/>
                  </a:lnTo>
                  <a:lnTo>
                    <a:pt x="115556" y="59529"/>
                  </a:lnTo>
                  <a:lnTo>
                    <a:pt x="121044" y="60379"/>
                  </a:lnTo>
                  <a:lnTo>
                    <a:pt x="122515" y="60392"/>
                  </a:lnTo>
                  <a:lnTo>
                    <a:pt x="127223" y="58969"/>
                  </a:lnTo>
                  <a:lnTo>
                    <a:pt x="128747" y="57120"/>
                  </a:lnTo>
                  <a:lnTo>
                    <a:pt x="130128" y="56041"/>
                  </a:lnTo>
                  <a:lnTo>
                    <a:pt x="131785" y="54457"/>
                  </a:lnTo>
                  <a:lnTo>
                    <a:pt x="134121" y="52714"/>
                  </a:lnTo>
                  <a:lnTo>
                    <a:pt x="135659" y="52178"/>
                  </a:lnTo>
                  <a:lnTo>
                    <a:pt x="139082" y="51766"/>
                  </a:lnTo>
                  <a:lnTo>
                    <a:pt x="141368" y="52131"/>
                  </a:lnTo>
                  <a:lnTo>
                    <a:pt x="146531" y="56073"/>
                  </a:lnTo>
                  <a:lnTo>
                    <a:pt x="150523" y="58054"/>
                  </a:lnTo>
                  <a:lnTo>
                    <a:pt x="153962" y="60787"/>
                  </a:lnTo>
                  <a:lnTo>
                    <a:pt x="155258" y="62351"/>
                  </a:lnTo>
                  <a:lnTo>
                    <a:pt x="156576" y="64627"/>
                  </a:lnTo>
                  <a:lnTo>
                    <a:pt x="157345" y="67106"/>
                  </a:lnTo>
                  <a:lnTo>
                    <a:pt x="158037" y="70857"/>
                  </a:lnTo>
                  <a:lnTo>
                    <a:pt x="159221" y="73957"/>
                  </a:lnTo>
                  <a:lnTo>
                    <a:pt x="164042" y="81727"/>
                  </a:lnTo>
                  <a:lnTo>
                    <a:pt x="167589" y="87479"/>
                  </a:lnTo>
                  <a:lnTo>
                    <a:pt x="172061" y="93747"/>
                  </a:lnTo>
                  <a:lnTo>
                    <a:pt x="175171" y="100184"/>
                  </a:lnTo>
                  <a:lnTo>
                    <a:pt x="179349" y="107050"/>
                  </a:lnTo>
                  <a:lnTo>
                    <a:pt x="183056" y="111614"/>
                  </a:lnTo>
                  <a:lnTo>
                    <a:pt x="184658" y="114256"/>
                  </a:lnTo>
                  <a:lnTo>
                    <a:pt x="187909" y="122223"/>
                  </a:lnTo>
                  <a:lnTo>
                    <a:pt x="188541" y="125390"/>
                  </a:lnTo>
                  <a:lnTo>
                    <a:pt x="188646" y="128578"/>
                  </a:lnTo>
                  <a:lnTo>
                    <a:pt x="188429" y="133795"/>
                  </a:lnTo>
                  <a:lnTo>
                    <a:pt x="187836" y="135426"/>
                  </a:lnTo>
                  <a:lnTo>
                    <a:pt x="185845" y="139221"/>
                  </a:lnTo>
                  <a:lnTo>
                    <a:pt x="184115" y="144284"/>
                  </a:lnTo>
                  <a:lnTo>
                    <a:pt x="181942" y="152545"/>
                  </a:lnTo>
                  <a:lnTo>
                    <a:pt x="180433" y="159775"/>
                  </a:lnTo>
                  <a:lnTo>
                    <a:pt x="179605" y="170341"/>
                  </a:lnTo>
                  <a:lnTo>
                    <a:pt x="179698" y="172539"/>
                  </a:lnTo>
                  <a:lnTo>
                    <a:pt x="180180" y="175642"/>
                  </a:lnTo>
                  <a:lnTo>
                    <a:pt x="180616" y="177327"/>
                  </a:lnTo>
                  <a:lnTo>
                    <a:pt x="181814" y="180240"/>
                  </a:lnTo>
                  <a:lnTo>
                    <a:pt x="184421" y="184303"/>
                  </a:lnTo>
                  <a:lnTo>
                    <a:pt x="187368" y="187818"/>
                  </a:lnTo>
                  <a:lnTo>
                    <a:pt x="191124" y="192540"/>
                  </a:lnTo>
                  <a:lnTo>
                    <a:pt x="193119" y="194543"/>
                  </a:lnTo>
                  <a:lnTo>
                    <a:pt x="197675" y="197730"/>
                  </a:lnTo>
                  <a:lnTo>
                    <a:pt x="202909" y="200148"/>
                  </a:lnTo>
                  <a:lnTo>
                    <a:pt x="216102" y="205628"/>
                  </a:lnTo>
                  <a:lnTo>
                    <a:pt x="218539" y="207182"/>
                  </a:lnTo>
                  <a:lnTo>
                    <a:pt x="224283" y="211765"/>
                  </a:lnTo>
                  <a:lnTo>
                    <a:pt x="227655" y="213657"/>
                  </a:lnTo>
                  <a:lnTo>
                    <a:pt x="232209" y="215419"/>
                  </a:lnTo>
                  <a:lnTo>
                    <a:pt x="236402" y="216388"/>
                  </a:lnTo>
                  <a:lnTo>
                    <a:pt x="246294" y="217799"/>
                  </a:lnTo>
                  <a:lnTo>
                    <a:pt x="257687" y="220089"/>
                  </a:lnTo>
                  <a:lnTo>
                    <a:pt x="260400" y="221001"/>
                  </a:lnTo>
                  <a:lnTo>
                    <a:pt x="263228" y="222281"/>
                  </a:lnTo>
                  <a:lnTo>
                    <a:pt x="270856" y="226670"/>
                  </a:lnTo>
                  <a:lnTo>
                    <a:pt x="273620" y="227943"/>
                  </a:lnTo>
                  <a:lnTo>
                    <a:pt x="277888" y="229130"/>
                  </a:lnTo>
                  <a:lnTo>
                    <a:pt x="280957" y="229381"/>
                  </a:lnTo>
                  <a:lnTo>
                    <a:pt x="286401" y="228635"/>
                  </a:lnTo>
                  <a:lnTo>
                    <a:pt x="289079" y="227889"/>
                  </a:lnTo>
                  <a:lnTo>
                    <a:pt x="292513" y="226533"/>
                  </a:lnTo>
                  <a:lnTo>
                    <a:pt x="300751" y="220359"/>
                  </a:lnTo>
                  <a:lnTo>
                    <a:pt x="303382" y="218825"/>
                  </a:lnTo>
                  <a:lnTo>
                    <a:pt x="311593" y="211768"/>
                  </a:lnTo>
                  <a:lnTo>
                    <a:pt x="310692" y="219544"/>
                  </a:lnTo>
                  <a:lnTo>
                    <a:pt x="308997" y="234979"/>
                  </a:lnTo>
                  <a:lnTo>
                    <a:pt x="305664" y="235854"/>
                  </a:lnTo>
                  <a:lnTo>
                    <a:pt x="303868" y="239806"/>
                  </a:lnTo>
                  <a:lnTo>
                    <a:pt x="301865" y="240785"/>
                  </a:lnTo>
                  <a:lnTo>
                    <a:pt x="304552" y="241035"/>
                  </a:lnTo>
                  <a:lnTo>
                    <a:pt x="309213" y="242748"/>
                  </a:lnTo>
                  <a:lnTo>
                    <a:pt x="309356" y="244296"/>
                  </a:lnTo>
                  <a:lnTo>
                    <a:pt x="309150" y="245619"/>
                  </a:lnTo>
                  <a:lnTo>
                    <a:pt x="307570" y="246714"/>
                  </a:lnTo>
                  <a:lnTo>
                    <a:pt x="307440" y="247449"/>
                  </a:lnTo>
                  <a:lnTo>
                    <a:pt x="307816" y="248418"/>
                  </a:lnTo>
                  <a:lnTo>
                    <a:pt x="307579" y="249575"/>
                  </a:lnTo>
                  <a:lnTo>
                    <a:pt x="307381" y="249959"/>
                  </a:lnTo>
                  <a:lnTo>
                    <a:pt x="306024" y="250779"/>
                  </a:lnTo>
                  <a:lnTo>
                    <a:pt x="305949" y="251452"/>
                  </a:lnTo>
                  <a:lnTo>
                    <a:pt x="306143" y="253374"/>
                  </a:lnTo>
                  <a:lnTo>
                    <a:pt x="307227" y="255174"/>
                  </a:lnTo>
                  <a:lnTo>
                    <a:pt x="308130" y="256024"/>
                  </a:lnTo>
                  <a:lnTo>
                    <a:pt x="309598" y="255333"/>
                  </a:lnTo>
                  <a:lnTo>
                    <a:pt x="310900" y="254092"/>
                  </a:lnTo>
                  <a:lnTo>
                    <a:pt x="312061" y="252521"/>
                  </a:lnTo>
                  <a:lnTo>
                    <a:pt x="314365" y="252281"/>
                  </a:lnTo>
                  <a:lnTo>
                    <a:pt x="317787" y="251128"/>
                  </a:lnTo>
                  <a:lnTo>
                    <a:pt x="319907" y="250768"/>
                  </a:lnTo>
                  <a:lnTo>
                    <a:pt x="320616" y="254348"/>
                  </a:lnTo>
                  <a:lnTo>
                    <a:pt x="321195" y="255716"/>
                  </a:lnTo>
                  <a:lnTo>
                    <a:pt x="322102" y="259430"/>
                  </a:lnTo>
                  <a:lnTo>
                    <a:pt x="321953" y="260605"/>
                  </a:lnTo>
                  <a:lnTo>
                    <a:pt x="321600" y="260687"/>
                  </a:lnTo>
                  <a:lnTo>
                    <a:pt x="321771" y="263282"/>
                  </a:lnTo>
                  <a:lnTo>
                    <a:pt x="320664" y="263265"/>
                  </a:lnTo>
                  <a:lnTo>
                    <a:pt x="319765" y="267309"/>
                  </a:lnTo>
                  <a:lnTo>
                    <a:pt x="319943" y="270136"/>
                  </a:lnTo>
                  <a:lnTo>
                    <a:pt x="319807" y="271177"/>
                  </a:lnTo>
                  <a:lnTo>
                    <a:pt x="322814" y="272057"/>
                  </a:lnTo>
                  <a:lnTo>
                    <a:pt x="326435" y="274205"/>
                  </a:lnTo>
                  <a:lnTo>
                    <a:pt x="328027" y="274909"/>
                  </a:lnTo>
                  <a:lnTo>
                    <a:pt x="332268" y="279368"/>
                  </a:lnTo>
                  <a:lnTo>
                    <a:pt x="331416" y="279497"/>
                  </a:lnTo>
                  <a:lnTo>
                    <a:pt x="330994" y="280545"/>
                  </a:lnTo>
                  <a:lnTo>
                    <a:pt x="328638" y="281147"/>
                  </a:lnTo>
                  <a:lnTo>
                    <a:pt x="328024" y="280333"/>
                  </a:lnTo>
                  <a:lnTo>
                    <a:pt x="322760" y="281535"/>
                  </a:lnTo>
                  <a:lnTo>
                    <a:pt x="321558" y="281614"/>
                  </a:lnTo>
                  <a:lnTo>
                    <a:pt x="318746" y="281204"/>
                  </a:lnTo>
                  <a:lnTo>
                    <a:pt x="318856" y="281590"/>
                  </a:lnTo>
                  <a:lnTo>
                    <a:pt x="318599" y="281720"/>
                  </a:lnTo>
                  <a:lnTo>
                    <a:pt x="318540" y="282461"/>
                  </a:lnTo>
                  <a:lnTo>
                    <a:pt x="317581" y="282736"/>
                  </a:lnTo>
                  <a:lnTo>
                    <a:pt x="315108" y="283012"/>
                  </a:lnTo>
                  <a:lnTo>
                    <a:pt x="314783" y="282624"/>
                  </a:lnTo>
                  <a:lnTo>
                    <a:pt x="314252" y="282651"/>
                  </a:lnTo>
                  <a:lnTo>
                    <a:pt x="313838" y="282405"/>
                  </a:lnTo>
                  <a:lnTo>
                    <a:pt x="311188" y="282201"/>
                  </a:lnTo>
                  <a:lnTo>
                    <a:pt x="310811" y="284454"/>
                  </a:lnTo>
                  <a:lnTo>
                    <a:pt x="310430" y="285066"/>
                  </a:lnTo>
                  <a:lnTo>
                    <a:pt x="310804" y="286079"/>
                  </a:lnTo>
                  <a:lnTo>
                    <a:pt x="311285" y="288918"/>
                  </a:lnTo>
                  <a:lnTo>
                    <a:pt x="310832" y="289456"/>
                  </a:lnTo>
                  <a:lnTo>
                    <a:pt x="310018" y="289853"/>
                  </a:lnTo>
                  <a:lnTo>
                    <a:pt x="310168" y="290219"/>
                  </a:lnTo>
                  <a:lnTo>
                    <a:pt x="310899" y="290387"/>
                  </a:lnTo>
                  <a:lnTo>
                    <a:pt x="310506" y="290719"/>
                  </a:lnTo>
                  <a:lnTo>
                    <a:pt x="308241" y="291281"/>
                  </a:lnTo>
                  <a:lnTo>
                    <a:pt x="308034" y="291527"/>
                  </a:lnTo>
                  <a:lnTo>
                    <a:pt x="307996" y="291229"/>
                  </a:lnTo>
                  <a:lnTo>
                    <a:pt x="306821" y="290912"/>
                  </a:lnTo>
                  <a:lnTo>
                    <a:pt x="306646" y="290121"/>
                  </a:lnTo>
                  <a:lnTo>
                    <a:pt x="304216" y="289683"/>
                  </a:lnTo>
                  <a:lnTo>
                    <a:pt x="302288" y="289989"/>
                  </a:lnTo>
                  <a:lnTo>
                    <a:pt x="302108" y="291836"/>
                  </a:lnTo>
                  <a:lnTo>
                    <a:pt x="301715" y="293162"/>
                  </a:lnTo>
                  <a:lnTo>
                    <a:pt x="301966" y="294668"/>
                  </a:lnTo>
                  <a:lnTo>
                    <a:pt x="303492" y="294482"/>
                  </a:lnTo>
                  <a:lnTo>
                    <a:pt x="304008" y="296306"/>
                  </a:lnTo>
                  <a:lnTo>
                    <a:pt x="303038" y="296799"/>
                  </a:lnTo>
                  <a:lnTo>
                    <a:pt x="297342" y="299006"/>
                  </a:lnTo>
                  <a:lnTo>
                    <a:pt x="292543" y="298623"/>
                  </a:lnTo>
                  <a:lnTo>
                    <a:pt x="292284" y="300353"/>
                  </a:lnTo>
                  <a:lnTo>
                    <a:pt x="290931" y="299875"/>
                  </a:lnTo>
                  <a:lnTo>
                    <a:pt x="290991" y="300382"/>
                  </a:lnTo>
                  <a:lnTo>
                    <a:pt x="289758" y="300357"/>
                  </a:lnTo>
                  <a:lnTo>
                    <a:pt x="289710" y="300144"/>
                  </a:lnTo>
                  <a:lnTo>
                    <a:pt x="286957" y="300226"/>
                  </a:lnTo>
                  <a:lnTo>
                    <a:pt x="282891" y="301225"/>
                  </a:lnTo>
                  <a:lnTo>
                    <a:pt x="280774" y="301921"/>
                  </a:lnTo>
                  <a:lnTo>
                    <a:pt x="278274" y="303340"/>
                  </a:lnTo>
                  <a:lnTo>
                    <a:pt x="277752" y="303334"/>
                  </a:lnTo>
                  <a:lnTo>
                    <a:pt x="275664" y="304607"/>
                  </a:lnTo>
                  <a:lnTo>
                    <a:pt x="272762" y="305632"/>
                  </a:lnTo>
                  <a:lnTo>
                    <a:pt x="270968" y="305431"/>
                  </a:lnTo>
                  <a:lnTo>
                    <a:pt x="269858" y="304295"/>
                  </a:lnTo>
                  <a:lnTo>
                    <a:pt x="268737" y="303818"/>
                  </a:lnTo>
                  <a:lnTo>
                    <a:pt x="267644" y="304094"/>
                  </a:lnTo>
                  <a:lnTo>
                    <a:pt x="267448" y="305742"/>
                  </a:lnTo>
                  <a:lnTo>
                    <a:pt x="265663" y="309804"/>
                  </a:lnTo>
                  <a:lnTo>
                    <a:pt x="262904" y="308287"/>
                  </a:lnTo>
                  <a:lnTo>
                    <a:pt x="259840" y="308046"/>
                  </a:lnTo>
                  <a:lnTo>
                    <a:pt x="259458" y="308198"/>
                  </a:lnTo>
                  <a:lnTo>
                    <a:pt x="258972" y="308016"/>
                  </a:lnTo>
                  <a:lnTo>
                    <a:pt x="258134" y="308410"/>
                  </a:lnTo>
                  <a:lnTo>
                    <a:pt x="258661" y="309593"/>
                  </a:lnTo>
                  <a:lnTo>
                    <a:pt x="256517" y="311271"/>
                  </a:lnTo>
                  <a:lnTo>
                    <a:pt x="256219" y="312197"/>
                  </a:lnTo>
                  <a:lnTo>
                    <a:pt x="256891" y="314302"/>
                  </a:lnTo>
                  <a:lnTo>
                    <a:pt x="256796" y="314834"/>
                  </a:lnTo>
                  <a:lnTo>
                    <a:pt x="252913" y="315514"/>
                  </a:lnTo>
                  <a:lnTo>
                    <a:pt x="251622" y="316498"/>
                  </a:lnTo>
                  <a:lnTo>
                    <a:pt x="249984" y="316875"/>
                  </a:lnTo>
                  <a:lnTo>
                    <a:pt x="247930" y="318889"/>
                  </a:lnTo>
                  <a:lnTo>
                    <a:pt x="247452" y="320024"/>
                  </a:lnTo>
                  <a:lnTo>
                    <a:pt x="245965" y="322222"/>
                  </a:lnTo>
                  <a:lnTo>
                    <a:pt x="245849" y="325211"/>
                  </a:lnTo>
                  <a:lnTo>
                    <a:pt x="245111" y="325824"/>
                  </a:lnTo>
                  <a:lnTo>
                    <a:pt x="243358" y="326692"/>
                  </a:lnTo>
                  <a:lnTo>
                    <a:pt x="242246" y="326868"/>
                  </a:lnTo>
                  <a:lnTo>
                    <a:pt x="241325" y="326750"/>
                  </a:lnTo>
                  <a:lnTo>
                    <a:pt x="239946" y="327322"/>
                  </a:lnTo>
                  <a:lnTo>
                    <a:pt x="239426" y="327761"/>
                  </a:lnTo>
                  <a:lnTo>
                    <a:pt x="239502" y="327351"/>
                  </a:lnTo>
                  <a:lnTo>
                    <a:pt x="236094" y="327205"/>
                  </a:lnTo>
                  <a:lnTo>
                    <a:pt x="235359" y="326995"/>
                  </a:lnTo>
                  <a:lnTo>
                    <a:pt x="233859" y="327067"/>
                  </a:lnTo>
                  <a:lnTo>
                    <a:pt x="232406" y="326743"/>
                  </a:lnTo>
                  <a:lnTo>
                    <a:pt x="231069" y="327057"/>
                  </a:lnTo>
                  <a:lnTo>
                    <a:pt x="227578" y="326040"/>
                  </a:lnTo>
                  <a:lnTo>
                    <a:pt x="224213" y="324458"/>
                  </a:lnTo>
                  <a:lnTo>
                    <a:pt x="221580" y="322329"/>
                  </a:lnTo>
                  <a:lnTo>
                    <a:pt x="220838" y="321148"/>
                  </a:lnTo>
                  <a:lnTo>
                    <a:pt x="220371" y="321497"/>
                  </a:lnTo>
                  <a:lnTo>
                    <a:pt x="220107" y="322240"/>
                  </a:lnTo>
                  <a:lnTo>
                    <a:pt x="220141" y="323798"/>
                  </a:lnTo>
                  <a:lnTo>
                    <a:pt x="220760" y="325266"/>
                  </a:lnTo>
                  <a:lnTo>
                    <a:pt x="220568" y="325610"/>
                  </a:lnTo>
                  <a:lnTo>
                    <a:pt x="218806" y="327384"/>
                  </a:lnTo>
                  <a:lnTo>
                    <a:pt x="217263" y="328347"/>
                  </a:lnTo>
                  <a:lnTo>
                    <a:pt x="216154" y="329855"/>
                  </a:lnTo>
                  <a:lnTo>
                    <a:pt x="214044" y="331177"/>
                  </a:lnTo>
                  <a:lnTo>
                    <a:pt x="212907" y="332314"/>
                  </a:lnTo>
                  <a:lnTo>
                    <a:pt x="212031" y="332626"/>
                  </a:lnTo>
                  <a:lnTo>
                    <a:pt x="209267" y="332712"/>
                  </a:lnTo>
                  <a:lnTo>
                    <a:pt x="207721" y="332248"/>
                  </a:lnTo>
                  <a:lnTo>
                    <a:pt x="206743" y="331510"/>
                  </a:lnTo>
                  <a:lnTo>
                    <a:pt x="204460" y="331026"/>
                  </a:lnTo>
                  <a:lnTo>
                    <a:pt x="202363" y="331402"/>
                  </a:lnTo>
                  <a:lnTo>
                    <a:pt x="200514" y="331587"/>
                  </a:lnTo>
                  <a:lnTo>
                    <a:pt x="199221" y="330538"/>
                  </a:lnTo>
                  <a:lnTo>
                    <a:pt x="196974" y="329883"/>
                  </a:lnTo>
                  <a:lnTo>
                    <a:pt x="196377" y="327850"/>
                  </a:lnTo>
                  <a:lnTo>
                    <a:pt x="194212" y="325485"/>
                  </a:lnTo>
                  <a:lnTo>
                    <a:pt x="193741" y="325483"/>
                  </a:lnTo>
                  <a:lnTo>
                    <a:pt x="193156" y="327126"/>
                  </a:lnTo>
                  <a:lnTo>
                    <a:pt x="190960" y="327630"/>
                  </a:lnTo>
                  <a:lnTo>
                    <a:pt x="189795" y="327468"/>
                  </a:lnTo>
                  <a:lnTo>
                    <a:pt x="188173" y="327861"/>
                  </a:lnTo>
                  <a:lnTo>
                    <a:pt x="187727" y="327794"/>
                  </a:lnTo>
                  <a:lnTo>
                    <a:pt x="186639" y="326935"/>
                  </a:lnTo>
                  <a:lnTo>
                    <a:pt x="185091" y="326218"/>
                  </a:lnTo>
                  <a:lnTo>
                    <a:pt x="183525" y="325863"/>
                  </a:lnTo>
                  <a:lnTo>
                    <a:pt x="182652" y="326285"/>
                  </a:lnTo>
                  <a:lnTo>
                    <a:pt x="181391" y="328268"/>
                  </a:lnTo>
                  <a:lnTo>
                    <a:pt x="182554" y="329004"/>
                  </a:lnTo>
                  <a:lnTo>
                    <a:pt x="182606" y="329873"/>
                  </a:lnTo>
                  <a:lnTo>
                    <a:pt x="182294" y="329877"/>
                  </a:lnTo>
                  <a:lnTo>
                    <a:pt x="182280" y="331049"/>
                  </a:lnTo>
                  <a:lnTo>
                    <a:pt x="181122" y="330477"/>
                  </a:lnTo>
                  <a:lnTo>
                    <a:pt x="180886" y="330975"/>
                  </a:lnTo>
                  <a:lnTo>
                    <a:pt x="179515" y="331288"/>
                  </a:lnTo>
                  <a:lnTo>
                    <a:pt x="179211" y="332150"/>
                  </a:lnTo>
                  <a:lnTo>
                    <a:pt x="180018" y="333968"/>
                  </a:lnTo>
                  <a:lnTo>
                    <a:pt x="179023" y="335736"/>
                  </a:lnTo>
                  <a:lnTo>
                    <a:pt x="178887" y="336774"/>
                  </a:lnTo>
                  <a:lnTo>
                    <a:pt x="178717" y="336705"/>
                  </a:lnTo>
                  <a:lnTo>
                    <a:pt x="176888" y="337910"/>
                  </a:lnTo>
                  <a:lnTo>
                    <a:pt x="173678" y="338731"/>
                  </a:lnTo>
                  <a:lnTo>
                    <a:pt x="169409" y="338692"/>
                  </a:lnTo>
                  <a:lnTo>
                    <a:pt x="167861" y="339196"/>
                  </a:lnTo>
                  <a:lnTo>
                    <a:pt x="165760" y="339263"/>
                  </a:lnTo>
                  <a:lnTo>
                    <a:pt x="164484" y="339915"/>
                  </a:lnTo>
                  <a:lnTo>
                    <a:pt x="163584" y="339323"/>
                  </a:lnTo>
                  <a:lnTo>
                    <a:pt x="160603" y="338654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pg70">
              <a:extLst>
                <a:ext uri="{FF2B5EF4-FFF2-40B4-BE49-F238E27FC236}">
                  <a16:creationId xmlns:a16="http://schemas.microsoft.com/office/drawing/2014/main" id="{DCEB0537-046B-E4A5-A937-BD0E5454D20A}"/>
                </a:ext>
              </a:extLst>
            </p:cNvPr>
            <p:cNvSpPr/>
            <p:nvPr/>
          </p:nvSpPr>
          <p:spPr>
            <a:xfrm>
              <a:off x="5627918" y="792600"/>
              <a:ext cx="599123" cy="555813"/>
            </a:xfrm>
            <a:custGeom>
              <a:avLst/>
              <a:gdLst/>
              <a:ahLst/>
              <a:cxnLst/>
              <a:rect l="0" t="0" r="0" b="0"/>
              <a:pathLst>
                <a:path w="599123" h="555813">
                  <a:moveTo>
                    <a:pt x="195361" y="513779"/>
                  </a:moveTo>
                  <a:lnTo>
                    <a:pt x="194830" y="514307"/>
                  </a:lnTo>
                  <a:lnTo>
                    <a:pt x="191440" y="514635"/>
                  </a:lnTo>
                  <a:lnTo>
                    <a:pt x="189465" y="513663"/>
                  </a:lnTo>
                  <a:lnTo>
                    <a:pt x="189008" y="512881"/>
                  </a:lnTo>
                  <a:lnTo>
                    <a:pt x="188199" y="513448"/>
                  </a:lnTo>
                  <a:lnTo>
                    <a:pt x="186932" y="513206"/>
                  </a:lnTo>
                  <a:lnTo>
                    <a:pt x="186464" y="513377"/>
                  </a:lnTo>
                  <a:lnTo>
                    <a:pt x="184049" y="512610"/>
                  </a:lnTo>
                  <a:lnTo>
                    <a:pt x="184326" y="513182"/>
                  </a:lnTo>
                  <a:lnTo>
                    <a:pt x="183851" y="514224"/>
                  </a:lnTo>
                  <a:lnTo>
                    <a:pt x="183117" y="514263"/>
                  </a:lnTo>
                  <a:lnTo>
                    <a:pt x="181773" y="514880"/>
                  </a:lnTo>
                  <a:lnTo>
                    <a:pt x="181197" y="514810"/>
                  </a:lnTo>
                  <a:lnTo>
                    <a:pt x="180709" y="515168"/>
                  </a:lnTo>
                  <a:lnTo>
                    <a:pt x="180533" y="515652"/>
                  </a:lnTo>
                  <a:lnTo>
                    <a:pt x="180211" y="515600"/>
                  </a:lnTo>
                  <a:lnTo>
                    <a:pt x="178654" y="516332"/>
                  </a:lnTo>
                  <a:lnTo>
                    <a:pt x="178774" y="518883"/>
                  </a:lnTo>
                  <a:lnTo>
                    <a:pt x="178566" y="519035"/>
                  </a:lnTo>
                  <a:lnTo>
                    <a:pt x="178276" y="520317"/>
                  </a:lnTo>
                  <a:lnTo>
                    <a:pt x="176206" y="522761"/>
                  </a:lnTo>
                  <a:lnTo>
                    <a:pt x="174829" y="524922"/>
                  </a:lnTo>
                  <a:lnTo>
                    <a:pt x="173638" y="525088"/>
                  </a:lnTo>
                  <a:lnTo>
                    <a:pt x="172746" y="524611"/>
                  </a:lnTo>
                  <a:lnTo>
                    <a:pt x="172407" y="524701"/>
                  </a:lnTo>
                  <a:lnTo>
                    <a:pt x="172452" y="524858"/>
                  </a:lnTo>
                  <a:lnTo>
                    <a:pt x="170326" y="523448"/>
                  </a:lnTo>
                  <a:lnTo>
                    <a:pt x="166812" y="522077"/>
                  </a:lnTo>
                  <a:lnTo>
                    <a:pt x="165257" y="523627"/>
                  </a:lnTo>
                  <a:lnTo>
                    <a:pt x="164081" y="524159"/>
                  </a:lnTo>
                  <a:lnTo>
                    <a:pt x="162787" y="525191"/>
                  </a:lnTo>
                  <a:lnTo>
                    <a:pt x="162696" y="525761"/>
                  </a:lnTo>
                  <a:lnTo>
                    <a:pt x="164045" y="526813"/>
                  </a:lnTo>
                  <a:lnTo>
                    <a:pt x="164063" y="527335"/>
                  </a:lnTo>
                  <a:lnTo>
                    <a:pt x="163772" y="527901"/>
                  </a:lnTo>
                  <a:lnTo>
                    <a:pt x="162009" y="527860"/>
                  </a:lnTo>
                  <a:lnTo>
                    <a:pt x="161154" y="528196"/>
                  </a:lnTo>
                  <a:lnTo>
                    <a:pt x="160915" y="527986"/>
                  </a:lnTo>
                  <a:lnTo>
                    <a:pt x="161262" y="526736"/>
                  </a:lnTo>
                  <a:lnTo>
                    <a:pt x="161034" y="526636"/>
                  </a:lnTo>
                  <a:lnTo>
                    <a:pt x="160011" y="527836"/>
                  </a:lnTo>
                  <a:lnTo>
                    <a:pt x="159546" y="528806"/>
                  </a:lnTo>
                  <a:lnTo>
                    <a:pt x="158930" y="528077"/>
                  </a:lnTo>
                  <a:lnTo>
                    <a:pt x="158631" y="527510"/>
                  </a:lnTo>
                  <a:lnTo>
                    <a:pt x="158694" y="526133"/>
                  </a:lnTo>
                  <a:lnTo>
                    <a:pt x="157589" y="523462"/>
                  </a:lnTo>
                  <a:lnTo>
                    <a:pt x="157489" y="522910"/>
                  </a:lnTo>
                  <a:lnTo>
                    <a:pt x="157723" y="521942"/>
                  </a:lnTo>
                  <a:lnTo>
                    <a:pt x="156770" y="521250"/>
                  </a:lnTo>
                  <a:lnTo>
                    <a:pt x="155604" y="521233"/>
                  </a:lnTo>
                  <a:lnTo>
                    <a:pt x="155253" y="520816"/>
                  </a:lnTo>
                  <a:lnTo>
                    <a:pt x="154586" y="520906"/>
                  </a:lnTo>
                  <a:lnTo>
                    <a:pt x="153960" y="520576"/>
                  </a:lnTo>
                  <a:lnTo>
                    <a:pt x="153737" y="520705"/>
                  </a:lnTo>
                  <a:lnTo>
                    <a:pt x="153548" y="521567"/>
                  </a:lnTo>
                  <a:lnTo>
                    <a:pt x="153719" y="522044"/>
                  </a:lnTo>
                  <a:lnTo>
                    <a:pt x="151152" y="522787"/>
                  </a:lnTo>
                  <a:lnTo>
                    <a:pt x="150469" y="523430"/>
                  </a:lnTo>
                  <a:lnTo>
                    <a:pt x="148151" y="522204"/>
                  </a:lnTo>
                  <a:lnTo>
                    <a:pt x="145078" y="522468"/>
                  </a:lnTo>
                  <a:lnTo>
                    <a:pt x="143961" y="522179"/>
                  </a:lnTo>
                  <a:lnTo>
                    <a:pt x="142446" y="520411"/>
                  </a:lnTo>
                  <a:lnTo>
                    <a:pt x="140766" y="517755"/>
                  </a:lnTo>
                  <a:lnTo>
                    <a:pt x="140485" y="517217"/>
                  </a:lnTo>
                  <a:lnTo>
                    <a:pt x="140820" y="516947"/>
                  </a:lnTo>
                  <a:lnTo>
                    <a:pt x="140222" y="515583"/>
                  </a:lnTo>
                  <a:lnTo>
                    <a:pt x="137761" y="513882"/>
                  </a:lnTo>
                  <a:lnTo>
                    <a:pt x="137691" y="513413"/>
                  </a:lnTo>
                  <a:lnTo>
                    <a:pt x="137261" y="512921"/>
                  </a:lnTo>
                  <a:lnTo>
                    <a:pt x="136315" y="512816"/>
                  </a:lnTo>
                  <a:lnTo>
                    <a:pt x="135333" y="513025"/>
                  </a:lnTo>
                  <a:lnTo>
                    <a:pt x="135210" y="510686"/>
                  </a:lnTo>
                  <a:lnTo>
                    <a:pt x="134911" y="509688"/>
                  </a:lnTo>
                  <a:lnTo>
                    <a:pt x="132120" y="508755"/>
                  </a:lnTo>
                  <a:lnTo>
                    <a:pt x="130950" y="508024"/>
                  </a:lnTo>
                  <a:lnTo>
                    <a:pt x="129673" y="508001"/>
                  </a:lnTo>
                  <a:lnTo>
                    <a:pt x="129701" y="507693"/>
                  </a:lnTo>
                  <a:lnTo>
                    <a:pt x="129407" y="507724"/>
                  </a:lnTo>
                  <a:lnTo>
                    <a:pt x="129233" y="507418"/>
                  </a:lnTo>
                  <a:lnTo>
                    <a:pt x="129027" y="507519"/>
                  </a:lnTo>
                  <a:lnTo>
                    <a:pt x="129017" y="507008"/>
                  </a:lnTo>
                  <a:lnTo>
                    <a:pt x="128723" y="506752"/>
                  </a:lnTo>
                  <a:lnTo>
                    <a:pt x="127550" y="506974"/>
                  </a:lnTo>
                  <a:lnTo>
                    <a:pt x="126917" y="506145"/>
                  </a:lnTo>
                  <a:lnTo>
                    <a:pt x="126547" y="507247"/>
                  </a:lnTo>
                  <a:lnTo>
                    <a:pt x="126545" y="507995"/>
                  </a:lnTo>
                  <a:lnTo>
                    <a:pt x="125549" y="508214"/>
                  </a:lnTo>
                  <a:lnTo>
                    <a:pt x="125511" y="507853"/>
                  </a:lnTo>
                  <a:lnTo>
                    <a:pt x="124373" y="508874"/>
                  </a:lnTo>
                  <a:lnTo>
                    <a:pt x="123675" y="508482"/>
                  </a:lnTo>
                  <a:lnTo>
                    <a:pt x="123007" y="508836"/>
                  </a:lnTo>
                  <a:lnTo>
                    <a:pt x="122678" y="508691"/>
                  </a:lnTo>
                  <a:lnTo>
                    <a:pt x="122032" y="509791"/>
                  </a:lnTo>
                  <a:lnTo>
                    <a:pt x="119833" y="509023"/>
                  </a:lnTo>
                  <a:lnTo>
                    <a:pt x="118865" y="509126"/>
                  </a:lnTo>
                  <a:lnTo>
                    <a:pt x="118553" y="508979"/>
                  </a:lnTo>
                  <a:lnTo>
                    <a:pt x="118391" y="508422"/>
                  </a:lnTo>
                  <a:lnTo>
                    <a:pt x="117871" y="508603"/>
                  </a:lnTo>
                  <a:lnTo>
                    <a:pt x="117964" y="508078"/>
                  </a:lnTo>
                  <a:lnTo>
                    <a:pt x="117491" y="507585"/>
                  </a:lnTo>
                  <a:lnTo>
                    <a:pt x="117824" y="507328"/>
                  </a:lnTo>
                  <a:lnTo>
                    <a:pt x="117430" y="507047"/>
                  </a:lnTo>
                  <a:lnTo>
                    <a:pt x="117780" y="506917"/>
                  </a:lnTo>
                  <a:lnTo>
                    <a:pt x="117870" y="506570"/>
                  </a:lnTo>
                  <a:lnTo>
                    <a:pt x="117391" y="506157"/>
                  </a:lnTo>
                  <a:lnTo>
                    <a:pt x="117402" y="505669"/>
                  </a:lnTo>
                  <a:lnTo>
                    <a:pt x="117049" y="505756"/>
                  </a:lnTo>
                  <a:lnTo>
                    <a:pt x="116846" y="505312"/>
                  </a:lnTo>
                  <a:lnTo>
                    <a:pt x="117115" y="504286"/>
                  </a:lnTo>
                  <a:lnTo>
                    <a:pt x="116802" y="504129"/>
                  </a:lnTo>
                  <a:lnTo>
                    <a:pt x="116524" y="503376"/>
                  </a:lnTo>
                  <a:lnTo>
                    <a:pt x="116037" y="503061"/>
                  </a:lnTo>
                  <a:lnTo>
                    <a:pt x="115927" y="502688"/>
                  </a:lnTo>
                  <a:lnTo>
                    <a:pt x="115462" y="502693"/>
                  </a:lnTo>
                  <a:lnTo>
                    <a:pt x="115281" y="502325"/>
                  </a:lnTo>
                  <a:lnTo>
                    <a:pt x="114934" y="502201"/>
                  </a:lnTo>
                  <a:lnTo>
                    <a:pt x="115168" y="501796"/>
                  </a:lnTo>
                  <a:lnTo>
                    <a:pt x="114991" y="501192"/>
                  </a:lnTo>
                  <a:lnTo>
                    <a:pt x="114473" y="500930"/>
                  </a:lnTo>
                  <a:lnTo>
                    <a:pt x="114032" y="499222"/>
                  </a:lnTo>
                  <a:lnTo>
                    <a:pt x="113789" y="499243"/>
                  </a:lnTo>
                  <a:lnTo>
                    <a:pt x="113525" y="498826"/>
                  </a:lnTo>
                  <a:lnTo>
                    <a:pt x="113073" y="498824"/>
                  </a:lnTo>
                  <a:lnTo>
                    <a:pt x="112963" y="498278"/>
                  </a:lnTo>
                  <a:lnTo>
                    <a:pt x="112093" y="498059"/>
                  </a:lnTo>
                  <a:lnTo>
                    <a:pt x="111985" y="497384"/>
                  </a:lnTo>
                  <a:lnTo>
                    <a:pt x="111703" y="497572"/>
                  </a:lnTo>
                  <a:lnTo>
                    <a:pt x="111192" y="497032"/>
                  </a:lnTo>
                  <a:lnTo>
                    <a:pt x="110963" y="497154"/>
                  </a:lnTo>
                  <a:lnTo>
                    <a:pt x="110786" y="496395"/>
                  </a:lnTo>
                  <a:lnTo>
                    <a:pt x="110451" y="496372"/>
                  </a:lnTo>
                  <a:lnTo>
                    <a:pt x="110478" y="496697"/>
                  </a:lnTo>
                  <a:lnTo>
                    <a:pt x="109794" y="496013"/>
                  </a:lnTo>
                  <a:lnTo>
                    <a:pt x="109477" y="496004"/>
                  </a:lnTo>
                  <a:lnTo>
                    <a:pt x="109380" y="496307"/>
                  </a:lnTo>
                  <a:lnTo>
                    <a:pt x="109040" y="496098"/>
                  </a:lnTo>
                  <a:lnTo>
                    <a:pt x="108937" y="495710"/>
                  </a:lnTo>
                  <a:lnTo>
                    <a:pt x="108261" y="495647"/>
                  </a:lnTo>
                  <a:lnTo>
                    <a:pt x="107710" y="495310"/>
                  </a:lnTo>
                  <a:lnTo>
                    <a:pt x="107616" y="494425"/>
                  </a:lnTo>
                  <a:lnTo>
                    <a:pt x="107853" y="493576"/>
                  </a:lnTo>
                  <a:lnTo>
                    <a:pt x="107694" y="493209"/>
                  </a:lnTo>
                  <a:lnTo>
                    <a:pt x="106756" y="493246"/>
                  </a:lnTo>
                  <a:lnTo>
                    <a:pt x="106810" y="492883"/>
                  </a:lnTo>
                  <a:lnTo>
                    <a:pt x="106469" y="492847"/>
                  </a:lnTo>
                  <a:lnTo>
                    <a:pt x="106091" y="492236"/>
                  </a:lnTo>
                  <a:lnTo>
                    <a:pt x="106441" y="491759"/>
                  </a:lnTo>
                  <a:lnTo>
                    <a:pt x="105652" y="491353"/>
                  </a:lnTo>
                  <a:lnTo>
                    <a:pt x="106021" y="491188"/>
                  </a:lnTo>
                  <a:lnTo>
                    <a:pt x="106036" y="490860"/>
                  </a:lnTo>
                  <a:lnTo>
                    <a:pt x="105541" y="490990"/>
                  </a:lnTo>
                  <a:lnTo>
                    <a:pt x="104958" y="490605"/>
                  </a:lnTo>
                  <a:lnTo>
                    <a:pt x="103616" y="489195"/>
                  </a:lnTo>
                  <a:lnTo>
                    <a:pt x="103669" y="488150"/>
                  </a:lnTo>
                  <a:lnTo>
                    <a:pt x="102978" y="487423"/>
                  </a:lnTo>
                  <a:lnTo>
                    <a:pt x="102960" y="486731"/>
                  </a:lnTo>
                  <a:lnTo>
                    <a:pt x="101375" y="485345"/>
                  </a:lnTo>
                  <a:lnTo>
                    <a:pt x="102059" y="484526"/>
                  </a:lnTo>
                  <a:lnTo>
                    <a:pt x="102323" y="483593"/>
                  </a:lnTo>
                  <a:lnTo>
                    <a:pt x="102237" y="482862"/>
                  </a:lnTo>
                  <a:lnTo>
                    <a:pt x="99699" y="481541"/>
                  </a:lnTo>
                  <a:lnTo>
                    <a:pt x="99628" y="479953"/>
                  </a:lnTo>
                  <a:lnTo>
                    <a:pt x="99848" y="478769"/>
                  </a:lnTo>
                  <a:lnTo>
                    <a:pt x="99381" y="477846"/>
                  </a:lnTo>
                  <a:lnTo>
                    <a:pt x="98367" y="476951"/>
                  </a:lnTo>
                  <a:lnTo>
                    <a:pt x="97928" y="476835"/>
                  </a:lnTo>
                  <a:lnTo>
                    <a:pt x="97612" y="476275"/>
                  </a:lnTo>
                  <a:lnTo>
                    <a:pt x="97513" y="475423"/>
                  </a:lnTo>
                  <a:lnTo>
                    <a:pt x="97674" y="475189"/>
                  </a:lnTo>
                  <a:lnTo>
                    <a:pt x="99228" y="474743"/>
                  </a:lnTo>
                  <a:lnTo>
                    <a:pt x="99976" y="473474"/>
                  </a:lnTo>
                  <a:lnTo>
                    <a:pt x="100109" y="472144"/>
                  </a:lnTo>
                  <a:lnTo>
                    <a:pt x="99747" y="471410"/>
                  </a:lnTo>
                  <a:lnTo>
                    <a:pt x="98967" y="470776"/>
                  </a:lnTo>
                  <a:lnTo>
                    <a:pt x="98307" y="470767"/>
                  </a:lnTo>
                  <a:lnTo>
                    <a:pt x="98241" y="470580"/>
                  </a:lnTo>
                  <a:lnTo>
                    <a:pt x="97385" y="471121"/>
                  </a:lnTo>
                  <a:lnTo>
                    <a:pt x="96165" y="471066"/>
                  </a:lnTo>
                  <a:lnTo>
                    <a:pt x="94705" y="470254"/>
                  </a:lnTo>
                  <a:lnTo>
                    <a:pt x="94534" y="470458"/>
                  </a:lnTo>
                  <a:lnTo>
                    <a:pt x="93298" y="469900"/>
                  </a:lnTo>
                  <a:lnTo>
                    <a:pt x="93276" y="469394"/>
                  </a:lnTo>
                  <a:lnTo>
                    <a:pt x="90183" y="468934"/>
                  </a:lnTo>
                  <a:lnTo>
                    <a:pt x="90231" y="468617"/>
                  </a:lnTo>
                  <a:lnTo>
                    <a:pt x="89472" y="467284"/>
                  </a:lnTo>
                  <a:lnTo>
                    <a:pt x="88781" y="467354"/>
                  </a:lnTo>
                  <a:lnTo>
                    <a:pt x="88097" y="467940"/>
                  </a:lnTo>
                  <a:lnTo>
                    <a:pt x="86896" y="467929"/>
                  </a:lnTo>
                  <a:lnTo>
                    <a:pt x="86604" y="468106"/>
                  </a:lnTo>
                  <a:lnTo>
                    <a:pt x="83482" y="465975"/>
                  </a:lnTo>
                  <a:lnTo>
                    <a:pt x="82659" y="465993"/>
                  </a:lnTo>
                  <a:lnTo>
                    <a:pt x="81317" y="465436"/>
                  </a:lnTo>
                  <a:lnTo>
                    <a:pt x="77619" y="464982"/>
                  </a:lnTo>
                  <a:lnTo>
                    <a:pt x="76567" y="463421"/>
                  </a:lnTo>
                  <a:lnTo>
                    <a:pt x="73781" y="460139"/>
                  </a:lnTo>
                  <a:lnTo>
                    <a:pt x="75354" y="458899"/>
                  </a:lnTo>
                  <a:lnTo>
                    <a:pt x="75385" y="458147"/>
                  </a:lnTo>
                  <a:lnTo>
                    <a:pt x="74954" y="456601"/>
                  </a:lnTo>
                  <a:lnTo>
                    <a:pt x="72723" y="453564"/>
                  </a:lnTo>
                  <a:lnTo>
                    <a:pt x="70938" y="452249"/>
                  </a:lnTo>
                  <a:lnTo>
                    <a:pt x="70046" y="451290"/>
                  </a:lnTo>
                  <a:lnTo>
                    <a:pt x="68457" y="450842"/>
                  </a:lnTo>
                  <a:lnTo>
                    <a:pt x="68976" y="450067"/>
                  </a:lnTo>
                  <a:lnTo>
                    <a:pt x="69532" y="449707"/>
                  </a:lnTo>
                  <a:lnTo>
                    <a:pt x="69789" y="449161"/>
                  </a:lnTo>
                  <a:lnTo>
                    <a:pt x="69481" y="447373"/>
                  </a:lnTo>
                  <a:lnTo>
                    <a:pt x="69625" y="446557"/>
                  </a:lnTo>
                  <a:lnTo>
                    <a:pt x="72030" y="445614"/>
                  </a:lnTo>
                  <a:lnTo>
                    <a:pt x="72042" y="445428"/>
                  </a:lnTo>
                  <a:lnTo>
                    <a:pt x="74563" y="445947"/>
                  </a:lnTo>
                  <a:lnTo>
                    <a:pt x="77284" y="447068"/>
                  </a:lnTo>
                  <a:lnTo>
                    <a:pt x="80515" y="448061"/>
                  </a:lnTo>
                  <a:lnTo>
                    <a:pt x="82392" y="448975"/>
                  </a:lnTo>
                  <a:lnTo>
                    <a:pt x="83188" y="449009"/>
                  </a:lnTo>
                  <a:lnTo>
                    <a:pt x="81211" y="446176"/>
                  </a:lnTo>
                  <a:lnTo>
                    <a:pt x="82390" y="445356"/>
                  </a:lnTo>
                  <a:lnTo>
                    <a:pt x="81956" y="444139"/>
                  </a:lnTo>
                  <a:lnTo>
                    <a:pt x="81628" y="443858"/>
                  </a:lnTo>
                  <a:lnTo>
                    <a:pt x="82005" y="443429"/>
                  </a:lnTo>
                  <a:lnTo>
                    <a:pt x="81569" y="441589"/>
                  </a:lnTo>
                  <a:lnTo>
                    <a:pt x="80307" y="439870"/>
                  </a:lnTo>
                  <a:lnTo>
                    <a:pt x="80570" y="438695"/>
                  </a:lnTo>
                  <a:lnTo>
                    <a:pt x="82166" y="438717"/>
                  </a:lnTo>
                  <a:lnTo>
                    <a:pt x="83225" y="437906"/>
                  </a:lnTo>
                  <a:lnTo>
                    <a:pt x="83864" y="437736"/>
                  </a:lnTo>
                  <a:lnTo>
                    <a:pt x="84052" y="437939"/>
                  </a:lnTo>
                  <a:lnTo>
                    <a:pt x="86271" y="435950"/>
                  </a:lnTo>
                  <a:lnTo>
                    <a:pt x="87259" y="434553"/>
                  </a:lnTo>
                  <a:lnTo>
                    <a:pt x="88316" y="434653"/>
                  </a:lnTo>
                  <a:lnTo>
                    <a:pt x="88583" y="434991"/>
                  </a:lnTo>
                  <a:lnTo>
                    <a:pt x="89428" y="435202"/>
                  </a:lnTo>
                  <a:lnTo>
                    <a:pt x="89384" y="434962"/>
                  </a:lnTo>
                  <a:lnTo>
                    <a:pt x="89924" y="435154"/>
                  </a:lnTo>
                  <a:lnTo>
                    <a:pt x="90082" y="433882"/>
                  </a:lnTo>
                  <a:lnTo>
                    <a:pt x="91140" y="434117"/>
                  </a:lnTo>
                  <a:lnTo>
                    <a:pt x="91766" y="432279"/>
                  </a:lnTo>
                  <a:lnTo>
                    <a:pt x="91709" y="431183"/>
                  </a:lnTo>
                  <a:lnTo>
                    <a:pt x="90502" y="430948"/>
                  </a:lnTo>
                  <a:lnTo>
                    <a:pt x="90224" y="428786"/>
                  </a:lnTo>
                  <a:lnTo>
                    <a:pt x="92015" y="428776"/>
                  </a:lnTo>
                  <a:lnTo>
                    <a:pt x="92701" y="427266"/>
                  </a:lnTo>
                  <a:lnTo>
                    <a:pt x="93495" y="427834"/>
                  </a:lnTo>
                  <a:lnTo>
                    <a:pt x="95669" y="427901"/>
                  </a:lnTo>
                  <a:lnTo>
                    <a:pt x="97595" y="427492"/>
                  </a:lnTo>
                  <a:lnTo>
                    <a:pt x="98666" y="427612"/>
                  </a:lnTo>
                  <a:lnTo>
                    <a:pt x="99721" y="427132"/>
                  </a:lnTo>
                  <a:lnTo>
                    <a:pt x="100659" y="426309"/>
                  </a:lnTo>
                  <a:lnTo>
                    <a:pt x="101378" y="426275"/>
                  </a:lnTo>
                  <a:lnTo>
                    <a:pt x="102406" y="426753"/>
                  </a:lnTo>
                  <a:lnTo>
                    <a:pt x="102964" y="427875"/>
                  </a:lnTo>
                  <a:lnTo>
                    <a:pt x="103425" y="427728"/>
                  </a:lnTo>
                  <a:lnTo>
                    <a:pt x="103617" y="426817"/>
                  </a:lnTo>
                  <a:lnTo>
                    <a:pt x="104374" y="426159"/>
                  </a:lnTo>
                  <a:lnTo>
                    <a:pt x="104006" y="424645"/>
                  </a:lnTo>
                  <a:lnTo>
                    <a:pt x="104186" y="424003"/>
                  </a:lnTo>
                  <a:lnTo>
                    <a:pt x="103908" y="422962"/>
                  </a:lnTo>
                  <a:lnTo>
                    <a:pt x="104186" y="422190"/>
                  </a:lnTo>
                  <a:lnTo>
                    <a:pt x="104011" y="420862"/>
                  </a:lnTo>
                  <a:lnTo>
                    <a:pt x="104705" y="418774"/>
                  </a:lnTo>
                  <a:lnTo>
                    <a:pt x="104880" y="416864"/>
                  </a:lnTo>
                  <a:lnTo>
                    <a:pt x="104629" y="416418"/>
                  </a:lnTo>
                  <a:lnTo>
                    <a:pt x="103060" y="415592"/>
                  </a:lnTo>
                  <a:lnTo>
                    <a:pt x="102606" y="414710"/>
                  </a:lnTo>
                  <a:lnTo>
                    <a:pt x="102902" y="413004"/>
                  </a:lnTo>
                  <a:lnTo>
                    <a:pt x="102545" y="413139"/>
                  </a:lnTo>
                  <a:lnTo>
                    <a:pt x="101960" y="410878"/>
                  </a:lnTo>
                  <a:lnTo>
                    <a:pt x="102075" y="409752"/>
                  </a:lnTo>
                  <a:lnTo>
                    <a:pt x="101179" y="409017"/>
                  </a:lnTo>
                  <a:lnTo>
                    <a:pt x="100882" y="407968"/>
                  </a:lnTo>
                  <a:lnTo>
                    <a:pt x="101022" y="407632"/>
                  </a:lnTo>
                  <a:lnTo>
                    <a:pt x="103430" y="405586"/>
                  </a:lnTo>
                  <a:lnTo>
                    <a:pt x="103617" y="404596"/>
                  </a:lnTo>
                  <a:lnTo>
                    <a:pt x="103444" y="403914"/>
                  </a:lnTo>
                  <a:lnTo>
                    <a:pt x="102764" y="403261"/>
                  </a:lnTo>
                  <a:lnTo>
                    <a:pt x="103110" y="402564"/>
                  </a:lnTo>
                  <a:lnTo>
                    <a:pt x="104106" y="401593"/>
                  </a:lnTo>
                  <a:lnTo>
                    <a:pt x="103782" y="400847"/>
                  </a:lnTo>
                  <a:lnTo>
                    <a:pt x="103103" y="400544"/>
                  </a:lnTo>
                  <a:lnTo>
                    <a:pt x="102342" y="399788"/>
                  </a:lnTo>
                  <a:lnTo>
                    <a:pt x="101451" y="398806"/>
                  </a:lnTo>
                  <a:lnTo>
                    <a:pt x="101134" y="398048"/>
                  </a:lnTo>
                  <a:lnTo>
                    <a:pt x="100197" y="397446"/>
                  </a:lnTo>
                  <a:lnTo>
                    <a:pt x="99845" y="396796"/>
                  </a:lnTo>
                  <a:lnTo>
                    <a:pt x="99204" y="396513"/>
                  </a:lnTo>
                  <a:lnTo>
                    <a:pt x="99016" y="395798"/>
                  </a:lnTo>
                  <a:lnTo>
                    <a:pt x="98437" y="395114"/>
                  </a:lnTo>
                  <a:lnTo>
                    <a:pt x="97950" y="395031"/>
                  </a:lnTo>
                  <a:lnTo>
                    <a:pt x="97169" y="393511"/>
                  </a:lnTo>
                  <a:lnTo>
                    <a:pt x="96531" y="393490"/>
                  </a:lnTo>
                  <a:lnTo>
                    <a:pt x="96090" y="392813"/>
                  </a:lnTo>
                  <a:lnTo>
                    <a:pt x="95325" y="392705"/>
                  </a:lnTo>
                  <a:lnTo>
                    <a:pt x="94206" y="392935"/>
                  </a:lnTo>
                  <a:lnTo>
                    <a:pt x="91650" y="391606"/>
                  </a:lnTo>
                  <a:lnTo>
                    <a:pt x="91245" y="390975"/>
                  </a:lnTo>
                  <a:lnTo>
                    <a:pt x="91414" y="390898"/>
                  </a:lnTo>
                  <a:lnTo>
                    <a:pt x="91135" y="390654"/>
                  </a:lnTo>
                  <a:lnTo>
                    <a:pt x="91215" y="390049"/>
                  </a:lnTo>
                  <a:lnTo>
                    <a:pt x="91028" y="389849"/>
                  </a:lnTo>
                  <a:lnTo>
                    <a:pt x="91121" y="387609"/>
                  </a:lnTo>
                  <a:lnTo>
                    <a:pt x="90933" y="387117"/>
                  </a:lnTo>
                  <a:lnTo>
                    <a:pt x="90165" y="386631"/>
                  </a:lnTo>
                  <a:lnTo>
                    <a:pt x="89935" y="386136"/>
                  </a:lnTo>
                  <a:lnTo>
                    <a:pt x="90029" y="384849"/>
                  </a:lnTo>
                  <a:lnTo>
                    <a:pt x="88739" y="382757"/>
                  </a:lnTo>
                  <a:lnTo>
                    <a:pt x="88835" y="382392"/>
                  </a:lnTo>
                  <a:lnTo>
                    <a:pt x="87849" y="380845"/>
                  </a:lnTo>
                  <a:lnTo>
                    <a:pt x="87973" y="380662"/>
                  </a:lnTo>
                  <a:lnTo>
                    <a:pt x="87245" y="379849"/>
                  </a:lnTo>
                  <a:lnTo>
                    <a:pt x="86947" y="379065"/>
                  </a:lnTo>
                  <a:lnTo>
                    <a:pt x="86518" y="379115"/>
                  </a:lnTo>
                  <a:lnTo>
                    <a:pt x="83881" y="377880"/>
                  </a:lnTo>
                  <a:lnTo>
                    <a:pt x="83499" y="378020"/>
                  </a:lnTo>
                  <a:lnTo>
                    <a:pt x="82010" y="377776"/>
                  </a:lnTo>
                  <a:lnTo>
                    <a:pt x="81817" y="377832"/>
                  </a:lnTo>
                  <a:lnTo>
                    <a:pt x="81365" y="380107"/>
                  </a:lnTo>
                  <a:lnTo>
                    <a:pt x="80478" y="379779"/>
                  </a:lnTo>
                  <a:lnTo>
                    <a:pt x="80052" y="379442"/>
                  </a:lnTo>
                  <a:lnTo>
                    <a:pt x="80193" y="379221"/>
                  </a:lnTo>
                  <a:lnTo>
                    <a:pt x="79504" y="378702"/>
                  </a:lnTo>
                  <a:lnTo>
                    <a:pt x="79299" y="377858"/>
                  </a:lnTo>
                  <a:lnTo>
                    <a:pt x="78602" y="377108"/>
                  </a:lnTo>
                  <a:lnTo>
                    <a:pt x="78792" y="375930"/>
                  </a:lnTo>
                  <a:lnTo>
                    <a:pt x="78054" y="376182"/>
                  </a:lnTo>
                  <a:lnTo>
                    <a:pt x="75387" y="375567"/>
                  </a:lnTo>
                  <a:lnTo>
                    <a:pt x="73505" y="376276"/>
                  </a:lnTo>
                  <a:lnTo>
                    <a:pt x="71528" y="376132"/>
                  </a:lnTo>
                  <a:lnTo>
                    <a:pt x="71126" y="373712"/>
                  </a:lnTo>
                  <a:lnTo>
                    <a:pt x="69619" y="373780"/>
                  </a:lnTo>
                  <a:lnTo>
                    <a:pt x="69072" y="372988"/>
                  </a:lnTo>
                  <a:lnTo>
                    <a:pt x="68217" y="372906"/>
                  </a:lnTo>
                  <a:lnTo>
                    <a:pt x="68749" y="370300"/>
                  </a:lnTo>
                  <a:lnTo>
                    <a:pt x="69223" y="370328"/>
                  </a:lnTo>
                  <a:lnTo>
                    <a:pt x="69241" y="369959"/>
                  </a:lnTo>
                  <a:lnTo>
                    <a:pt x="69753" y="369786"/>
                  </a:lnTo>
                  <a:lnTo>
                    <a:pt x="69699" y="369216"/>
                  </a:lnTo>
                  <a:lnTo>
                    <a:pt x="70071" y="369090"/>
                  </a:lnTo>
                  <a:lnTo>
                    <a:pt x="69955" y="367678"/>
                  </a:lnTo>
                  <a:lnTo>
                    <a:pt x="68750" y="367674"/>
                  </a:lnTo>
                  <a:lnTo>
                    <a:pt x="68817" y="366187"/>
                  </a:lnTo>
                  <a:lnTo>
                    <a:pt x="65550" y="364427"/>
                  </a:lnTo>
                  <a:lnTo>
                    <a:pt x="65801" y="363482"/>
                  </a:lnTo>
                  <a:lnTo>
                    <a:pt x="66776" y="361915"/>
                  </a:lnTo>
                  <a:lnTo>
                    <a:pt x="65602" y="359836"/>
                  </a:lnTo>
                  <a:lnTo>
                    <a:pt x="66564" y="359807"/>
                  </a:lnTo>
                  <a:lnTo>
                    <a:pt x="66589" y="359351"/>
                  </a:lnTo>
                  <a:lnTo>
                    <a:pt x="65384" y="358890"/>
                  </a:lnTo>
                  <a:lnTo>
                    <a:pt x="65780" y="357759"/>
                  </a:lnTo>
                  <a:lnTo>
                    <a:pt x="65498" y="357244"/>
                  </a:lnTo>
                  <a:lnTo>
                    <a:pt x="65953" y="356528"/>
                  </a:lnTo>
                  <a:lnTo>
                    <a:pt x="65100" y="355296"/>
                  </a:lnTo>
                  <a:lnTo>
                    <a:pt x="65527" y="354548"/>
                  </a:lnTo>
                  <a:lnTo>
                    <a:pt x="65038" y="354351"/>
                  </a:lnTo>
                  <a:lnTo>
                    <a:pt x="65090" y="354025"/>
                  </a:lnTo>
                  <a:lnTo>
                    <a:pt x="63949" y="353765"/>
                  </a:lnTo>
                  <a:lnTo>
                    <a:pt x="63711" y="353024"/>
                  </a:lnTo>
                  <a:lnTo>
                    <a:pt x="64362" y="352952"/>
                  </a:lnTo>
                  <a:lnTo>
                    <a:pt x="64518" y="352734"/>
                  </a:lnTo>
                  <a:lnTo>
                    <a:pt x="63469" y="352275"/>
                  </a:lnTo>
                  <a:lnTo>
                    <a:pt x="63781" y="351740"/>
                  </a:lnTo>
                  <a:lnTo>
                    <a:pt x="63389" y="351101"/>
                  </a:lnTo>
                  <a:lnTo>
                    <a:pt x="62154" y="350179"/>
                  </a:lnTo>
                  <a:lnTo>
                    <a:pt x="61495" y="349388"/>
                  </a:lnTo>
                  <a:lnTo>
                    <a:pt x="61502" y="348991"/>
                  </a:lnTo>
                  <a:lnTo>
                    <a:pt x="61018" y="348657"/>
                  </a:lnTo>
                  <a:lnTo>
                    <a:pt x="61205" y="347838"/>
                  </a:lnTo>
                  <a:lnTo>
                    <a:pt x="61848" y="347109"/>
                  </a:lnTo>
                  <a:lnTo>
                    <a:pt x="60914" y="346372"/>
                  </a:lnTo>
                  <a:lnTo>
                    <a:pt x="60155" y="346616"/>
                  </a:lnTo>
                  <a:lnTo>
                    <a:pt x="59781" y="347222"/>
                  </a:lnTo>
                  <a:lnTo>
                    <a:pt x="59292" y="347076"/>
                  </a:lnTo>
                  <a:lnTo>
                    <a:pt x="59037" y="346131"/>
                  </a:lnTo>
                  <a:lnTo>
                    <a:pt x="58379" y="345672"/>
                  </a:lnTo>
                  <a:lnTo>
                    <a:pt x="57027" y="345954"/>
                  </a:lnTo>
                  <a:lnTo>
                    <a:pt x="57166" y="346636"/>
                  </a:lnTo>
                  <a:lnTo>
                    <a:pt x="57874" y="347689"/>
                  </a:lnTo>
                  <a:lnTo>
                    <a:pt x="57376" y="348848"/>
                  </a:lnTo>
                  <a:lnTo>
                    <a:pt x="57525" y="349220"/>
                  </a:lnTo>
                  <a:lnTo>
                    <a:pt x="55398" y="348518"/>
                  </a:lnTo>
                  <a:lnTo>
                    <a:pt x="54785" y="347616"/>
                  </a:lnTo>
                  <a:lnTo>
                    <a:pt x="53210" y="347270"/>
                  </a:lnTo>
                  <a:lnTo>
                    <a:pt x="51544" y="346206"/>
                  </a:lnTo>
                  <a:lnTo>
                    <a:pt x="50494" y="346237"/>
                  </a:lnTo>
                  <a:lnTo>
                    <a:pt x="49467" y="345424"/>
                  </a:lnTo>
                  <a:lnTo>
                    <a:pt x="47936" y="345269"/>
                  </a:lnTo>
                  <a:lnTo>
                    <a:pt x="46993" y="345192"/>
                  </a:lnTo>
                  <a:lnTo>
                    <a:pt x="46271" y="344812"/>
                  </a:lnTo>
                  <a:lnTo>
                    <a:pt x="45020" y="343476"/>
                  </a:lnTo>
                  <a:lnTo>
                    <a:pt x="43939" y="343021"/>
                  </a:lnTo>
                  <a:lnTo>
                    <a:pt x="43892" y="342441"/>
                  </a:lnTo>
                  <a:lnTo>
                    <a:pt x="45420" y="341553"/>
                  </a:lnTo>
                  <a:lnTo>
                    <a:pt x="45037" y="341057"/>
                  </a:lnTo>
                  <a:lnTo>
                    <a:pt x="44115" y="341338"/>
                  </a:lnTo>
                  <a:lnTo>
                    <a:pt x="43696" y="341088"/>
                  </a:lnTo>
                  <a:lnTo>
                    <a:pt x="42887" y="341040"/>
                  </a:lnTo>
                  <a:lnTo>
                    <a:pt x="42967" y="340170"/>
                  </a:lnTo>
                  <a:lnTo>
                    <a:pt x="43403" y="339914"/>
                  </a:lnTo>
                  <a:lnTo>
                    <a:pt x="43226" y="338355"/>
                  </a:lnTo>
                  <a:lnTo>
                    <a:pt x="44159" y="337175"/>
                  </a:lnTo>
                  <a:lnTo>
                    <a:pt x="44603" y="337095"/>
                  </a:lnTo>
                  <a:lnTo>
                    <a:pt x="44952" y="336675"/>
                  </a:lnTo>
                  <a:lnTo>
                    <a:pt x="45465" y="331174"/>
                  </a:lnTo>
                  <a:lnTo>
                    <a:pt x="45907" y="330410"/>
                  </a:lnTo>
                  <a:lnTo>
                    <a:pt x="45246" y="330149"/>
                  </a:lnTo>
                  <a:lnTo>
                    <a:pt x="44669" y="329593"/>
                  </a:lnTo>
                  <a:lnTo>
                    <a:pt x="44042" y="328278"/>
                  </a:lnTo>
                  <a:lnTo>
                    <a:pt x="44443" y="327005"/>
                  </a:lnTo>
                  <a:lnTo>
                    <a:pt x="44499" y="325684"/>
                  </a:lnTo>
                  <a:lnTo>
                    <a:pt x="44753" y="325611"/>
                  </a:lnTo>
                  <a:lnTo>
                    <a:pt x="45427" y="323426"/>
                  </a:lnTo>
                  <a:lnTo>
                    <a:pt x="45754" y="322532"/>
                  </a:lnTo>
                  <a:lnTo>
                    <a:pt x="47936" y="320896"/>
                  </a:lnTo>
                  <a:lnTo>
                    <a:pt x="46924" y="319094"/>
                  </a:lnTo>
                  <a:lnTo>
                    <a:pt x="46994" y="318676"/>
                  </a:lnTo>
                  <a:lnTo>
                    <a:pt x="46382" y="318470"/>
                  </a:lnTo>
                  <a:lnTo>
                    <a:pt x="45561" y="317751"/>
                  </a:lnTo>
                  <a:lnTo>
                    <a:pt x="45069" y="318205"/>
                  </a:lnTo>
                  <a:lnTo>
                    <a:pt x="44062" y="317383"/>
                  </a:lnTo>
                  <a:lnTo>
                    <a:pt x="42243" y="317081"/>
                  </a:lnTo>
                  <a:lnTo>
                    <a:pt x="42125" y="315013"/>
                  </a:lnTo>
                  <a:lnTo>
                    <a:pt x="41068" y="311972"/>
                  </a:lnTo>
                  <a:lnTo>
                    <a:pt x="39889" y="310170"/>
                  </a:lnTo>
                  <a:lnTo>
                    <a:pt x="39430" y="310073"/>
                  </a:lnTo>
                  <a:lnTo>
                    <a:pt x="38973" y="307862"/>
                  </a:lnTo>
                  <a:lnTo>
                    <a:pt x="39158" y="307774"/>
                  </a:lnTo>
                  <a:lnTo>
                    <a:pt x="38636" y="306783"/>
                  </a:lnTo>
                  <a:lnTo>
                    <a:pt x="39308" y="306614"/>
                  </a:lnTo>
                  <a:lnTo>
                    <a:pt x="38505" y="305842"/>
                  </a:lnTo>
                  <a:lnTo>
                    <a:pt x="35789" y="304016"/>
                  </a:lnTo>
                  <a:lnTo>
                    <a:pt x="35205" y="303073"/>
                  </a:lnTo>
                  <a:lnTo>
                    <a:pt x="35197" y="301019"/>
                  </a:lnTo>
                  <a:lnTo>
                    <a:pt x="34836" y="299817"/>
                  </a:lnTo>
                  <a:lnTo>
                    <a:pt x="33889" y="299156"/>
                  </a:lnTo>
                  <a:lnTo>
                    <a:pt x="33276" y="298091"/>
                  </a:lnTo>
                  <a:lnTo>
                    <a:pt x="32831" y="297809"/>
                  </a:lnTo>
                  <a:lnTo>
                    <a:pt x="31879" y="295409"/>
                  </a:lnTo>
                  <a:lnTo>
                    <a:pt x="32380" y="294710"/>
                  </a:lnTo>
                  <a:lnTo>
                    <a:pt x="32438" y="293459"/>
                  </a:lnTo>
                  <a:lnTo>
                    <a:pt x="31281" y="291272"/>
                  </a:lnTo>
                  <a:lnTo>
                    <a:pt x="31559" y="289500"/>
                  </a:lnTo>
                  <a:lnTo>
                    <a:pt x="32252" y="286959"/>
                  </a:lnTo>
                  <a:lnTo>
                    <a:pt x="32910" y="285676"/>
                  </a:lnTo>
                  <a:lnTo>
                    <a:pt x="33379" y="285296"/>
                  </a:lnTo>
                  <a:lnTo>
                    <a:pt x="35615" y="284307"/>
                  </a:lnTo>
                  <a:lnTo>
                    <a:pt x="37038" y="284846"/>
                  </a:lnTo>
                  <a:lnTo>
                    <a:pt x="39348" y="284328"/>
                  </a:lnTo>
                  <a:lnTo>
                    <a:pt x="39986" y="284373"/>
                  </a:lnTo>
                  <a:lnTo>
                    <a:pt x="41181" y="283689"/>
                  </a:lnTo>
                  <a:lnTo>
                    <a:pt x="41159" y="283367"/>
                  </a:lnTo>
                  <a:lnTo>
                    <a:pt x="39537" y="281679"/>
                  </a:lnTo>
                  <a:lnTo>
                    <a:pt x="40157" y="281538"/>
                  </a:lnTo>
                  <a:lnTo>
                    <a:pt x="39627" y="280066"/>
                  </a:lnTo>
                  <a:lnTo>
                    <a:pt x="38236" y="280730"/>
                  </a:lnTo>
                  <a:lnTo>
                    <a:pt x="37888" y="280040"/>
                  </a:lnTo>
                  <a:lnTo>
                    <a:pt x="36979" y="279561"/>
                  </a:lnTo>
                  <a:lnTo>
                    <a:pt x="35982" y="278189"/>
                  </a:lnTo>
                  <a:lnTo>
                    <a:pt x="35960" y="276678"/>
                  </a:lnTo>
                  <a:lnTo>
                    <a:pt x="31978" y="274830"/>
                  </a:lnTo>
                  <a:lnTo>
                    <a:pt x="31640" y="274348"/>
                  </a:lnTo>
                  <a:lnTo>
                    <a:pt x="32488" y="272121"/>
                  </a:lnTo>
                  <a:lnTo>
                    <a:pt x="32640" y="271268"/>
                  </a:lnTo>
                  <a:lnTo>
                    <a:pt x="32498" y="269697"/>
                  </a:lnTo>
                  <a:lnTo>
                    <a:pt x="33241" y="269647"/>
                  </a:lnTo>
                  <a:lnTo>
                    <a:pt x="33234" y="267998"/>
                  </a:lnTo>
                  <a:lnTo>
                    <a:pt x="32692" y="268039"/>
                  </a:lnTo>
                  <a:lnTo>
                    <a:pt x="28368" y="264269"/>
                  </a:lnTo>
                  <a:lnTo>
                    <a:pt x="28431" y="264071"/>
                  </a:lnTo>
                  <a:lnTo>
                    <a:pt x="28034" y="263669"/>
                  </a:lnTo>
                  <a:lnTo>
                    <a:pt x="26278" y="262398"/>
                  </a:lnTo>
                  <a:lnTo>
                    <a:pt x="25980" y="261824"/>
                  </a:lnTo>
                  <a:lnTo>
                    <a:pt x="23528" y="259477"/>
                  </a:lnTo>
                  <a:lnTo>
                    <a:pt x="22941" y="257670"/>
                  </a:lnTo>
                  <a:lnTo>
                    <a:pt x="21693" y="256024"/>
                  </a:lnTo>
                  <a:lnTo>
                    <a:pt x="19110" y="253999"/>
                  </a:lnTo>
                  <a:lnTo>
                    <a:pt x="16314" y="252228"/>
                  </a:lnTo>
                  <a:lnTo>
                    <a:pt x="15786" y="252239"/>
                  </a:lnTo>
                  <a:lnTo>
                    <a:pt x="15295" y="250876"/>
                  </a:lnTo>
                  <a:lnTo>
                    <a:pt x="15962" y="250067"/>
                  </a:lnTo>
                  <a:lnTo>
                    <a:pt x="16790" y="250090"/>
                  </a:lnTo>
                  <a:lnTo>
                    <a:pt x="17052" y="248026"/>
                  </a:lnTo>
                  <a:lnTo>
                    <a:pt x="13793" y="248030"/>
                  </a:lnTo>
                  <a:lnTo>
                    <a:pt x="12762" y="249884"/>
                  </a:lnTo>
                  <a:lnTo>
                    <a:pt x="12182" y="249972"/>
                  </a:lnTo>
                  <a:lnTo>
                    <a:pt x="8878" y="248942"/>
                  </a:lnTo>
                  <a:lnTo>
                    <a:pt x="8134" y="247426"/>
                  </a:lnTo>
                  <a:lnTo>
                    <a:pt x="7350" y="244145"/>
                  </a:lnTo>
                  <a:lnTo>
                    <a:pt x="6295" y="242323"/>
                  </a:lnTo>
                  <a:lnTo>
                    <a:pt x="6495" y="239435"/>
                  </a:lnTo>
                  <a:lnTo>
                    <a:pt x="12194" y="239081"/>
                  </a:lnTo>
                  <a:lnTo>
                    <a:pt x="13351" y="239263"/>
                  </a:lnTo>
                  <a:lnTo>
                    <a:pt x="13171" y="235577"/>
                  </a:lnTo>
                  <a:lnTo>
                    <a:pt x="12794" y="234444"/>
                  </a:lnTo>
                  <a:lnTo>
                    <a:pt x="11424" y="232217"/>
                  </a:lnTo>
                  <a:lnTo>
                    <a:pt x="9261" y="229507"/>
                  </a:lnTo>
                  <a:lnTo>
                    <a:pt x="7794" y="228177"/>
                  </a:lnTo>
                  <a:lnTo>
                    <a:pt x="3712" y="225751"/>
                  </a:lnTo>
                  <a:lnTo>
                    <a:pt x="2302" y="224451"/>
                  </a:lnTo>
                  <a:lnTo>
                    <a:pt x="1135" y="223059"/>
                  </a:lnTo>
                  <a:lnTo>
                    <a:pt x="1063" y="222105"/>
                  </a:lnTo>
                  <a:lnTo>
                    <a:pt x="579" y="220651"/>
                  </a:lnTo>
                  <a:lnTo>
                    <a:pt x="427" y="220273"/>
                  </a:lnTo>
                  <a:lnTo>
                    <a:pt x="0" y="220197"/>
                  </a:lnTo>
                  <a:lnTo>
                    <a:pt x="3" y="218214"/>
                  </a:lnTo>
                  <a:lnTo>
                    <a:pt x="272" y="217979"/>
                  </a:lnTo>
                  <a:lnTo>
                    <a:pt x="1109" y="217898"/>
                  </a:lnTo>
                  <a:lnTo>
                    <a:pt x="1157" y="217719"/>
                  </a:lnTo>
                  <a:lnTo>
                    <a:pt x="1661" y="213665"/>
                  </a:lnTo>
                  <a:lnTo>
                    <a:pt x="1602" y="212437"/>
                  </a:lnTo>
                  <a:lnTo>
                    <a:pt x="2984" y="211989"/>
                  </a:lnTo>
                  <a:lnTo>
                    <a:pt x="3651" y="212045"/>
                  </a:lnTo>
                  <a:lnTo>
                    <a:pt x="4431" y="212532"/>
                  </a:lnTo>
                  <a:lnTo>
                    <a:pt x="5779" y="212314"/>
                  </a:lnTo>
                  <a:lnTo>
                    <a:pt x="6252" y="213053"/>
                  </a:lnTo>
                  <a:lnTo>
                    <a:pt x="8704" y="213242"/>
                  </a:lnTo>
                  <a:lnTo>
                    <a:pt x="9886" y="213047"/>
                  </a:lnTo>
                  <a:lnTo>
                    <a:pt x="9491" y="212166"/>
                  </a:lnTo>
                  <a:lnTo>
                    <a:pt x="7301" y="210606"/>
                  </a:lnTo>
                  <a:lnTo>
                    <a:pt x="6095" y="208947"/>
                  </a:lnTo>
                  <a:lnTo>
                    <a:pt x="5907" y="208218"/>
                  </a:lnTo>
                  <a:lnTo>
                    <a:pt x="4654" y="205980"/>
                  </a:lnTo>
                  <a:lnTo>
                    <a:pt x="4587" y="204570"/>
                  </a:lnTo>
                  <a:lnTo>
                    <a:pt x="4614" y="201990"/>
                  </a:lnTo>
                  <a:lnTo>
                    <a:pt x="5411" y="201787"/>
                  </a:lnTo>
                  <a:lnTo>
                    <a:pt x="5966" y="202035"/>
                  </a:lnTo>
                  <a:lnTo>
                    <a:pt x="7292" y="202011"/>
                  </a:lnTo>
                  <a:lnTo>
                    <a:pt x="7796" y="201461"/>
                  </a:lnTo>
                  <a:lnTo>
                    <a:pt x="8613" y="201685"/>
                  </a:lnTo>
                  <a:lnTo>
                    <a:pt x="8971" y="201425"/>
                  </a:lnTo>
                  <a:lnTo>
                    <a:pt x="9103" y="200712"/>
                  </a:lnTo>
                  <a:lnTo>
                    <a:pt x="5822" y="197912"/>
                  </a:lnTo>
                  <a:lnTo>
                    <a:pt x="4784" y="195501"/>
                  </a:lnTo>
                  <a:lnTo>
                    <a:pt x="3801" y="194342"/>
                  </a:lnTo>
                  <a:lnTo>
                    <a:pt x="3588" y="193662"/>
                  </a:lnTo>
                  <a:lnTo>
                    <a:pt x="4257" y="190655"/>
                  </a:lnTo>
                  <a:lnTo>
                    <a:pt x="2579" y="189932"/>
                  </a:lnTo>
                  <a:lnTo>
                    <a:pt x="2728" y="189321"/>
                  </a:lnTo>
                  <a:lnTo>
                    <a:pt x="280" y="187876"/>
                  </a:lnTo>
                  <a:lnTo>
                    <a:pt x="2533" y="182664"/>
                  </a:lnTo>
                  <a:lnTo>
                    <a:pt x="2673" y="182732"/>
                  </a:lnTo>
                  <a:lnTo>
                    <a:pt x="2780" y="181985"/>
                  </a:lnTo>
                  <a:lnTo>
                    <a:pt x="5911" y="182971"/>
                  </a:lnTo>
                  <a:lnTo>
                    <a:pt x="8454" y="183469"/>
                  </a:lnTo>
                  <a:lnTo>
                    <a:pt x="10054" y="183687"/>
                  </a:lnTo>
                  <a:lnTo>
                    <a:pt x="11413" y="183473"/>
                  </a:lnTo>
                  <a:lnTo>
                    <a:pt x="12006" y="183809"/>
                  </a:lnTo>
                  <a:lnTo>
                    <a:pt x="14317" y="184118"/>
                  </a:lnTo>
                  <a:lnTo>
                    <a:pt x="14713" y="183787"/>
                  </a:lnTo>
                  <a:lnTo>
                    <a:pt x="14762" y="183312"/>
                  </a:lnTo>
                  <a:lnTo>
                    <a:pt x="14141" y="181251"/>
                  </a:lnTo>
                  <a:lnTo>
                    <a:pt x="13966" y="176873"/>
                  </a:lnTo>
                  <a:lnTo>
                    <a:pt x="14981" y="176693"/>
                  </a:lnTo>
                  <a:lnTo>
                    <a:pt x="16672" y="177055"/>
                  </a:lnTo>
                  <a:lnTo>
                    <a:pt x="17470" y="176679"/>
                  </a:lnTo>
                  <a:lnTo>
                    <a:pt x="17843" y="177420"/>
                  </a:lnTo>
                  <a:lnTo>
                    <a:pt x="17531" y="178558"/>
                  </a:lnTo>
                  <a:lnTo>
                    <a:pt x="17699" y="179953"/>
                  </a:lnTo>
                  <a:lnTo>
                    <a:pt x="18057" y="180705"/>
                  </a:lnTo>
                  <a:lnTo>
                    <a:pt x="18422" y="180551"/>
                  </a:lnTo>
                  <a:lnTo>
                    <a:pt x="18869" y="181204"/>
                  </a:lnTo>
                  <a:lnTo>
                    <a:pt x="19625" y="183462"/>
                  </a:lnTo>
                  <a:lnTo>
                    <a:pt x="20453" y="184061"/>
                  </a:lnTo>
                  <a:lnTo>
                    <a:pt x="20230" y="184256"/>
                  </a:lnTo>
                  <a:lnTo>
                    <a:pt x="20494" y="185034"/>
                  </a:lnTo>
                  <a:lnTo>
                    <a:pt x="19781" y="185732"/>
                  </a:lnTo>
                  <a:lnTo>
                    <a:pt x="19706" y="186649"/>
                  </a:lnTo>
                  <a:lnTo>
                    <a:pt x="19508" y="186815"/>
                  </a:lnTo>
                  <a:lnTo>
                    <a:pt x="19790" y="187237"/>
                  </a:lnTo>
                  <a:lnTo>
                    <a:pt x="19884" y="188591"/>
                  </a:lnTo>
                  <a:lnTo>
                    <a:pt x="20372" y="188600"/>
                  </a:lnTo>
                  <a:lnTo>
                    <a:pt x="20531" y="189026"/>
                  </a:lnTo>
                  <a:lnTo>
                    <a:pt x="20341" y="189140"/>
                  </a:lnTo>
                  <a:lnTo>
                    <a:pt x="20584" y="189482"/>
                  </a:lnTo>
                  <a:lnTo>
                    <a:pt x="20229" y="189645"/>
                  </a:lnTo>
                  <a:lnTo>
                    <a:pt x="20560" y="190022"/>
                  </a:lnTo>
                  <a:lnTo>
                    <a:pt x="22537" y="188118"/>
                  </a:lnTo>
                  <a:lnTo>
                    <a:pt x="23643" y="186481"/>
                  </a:lnTo>
                  <a:lnTo>
                    <a:pt x="25450" y="184897"/>
                  </a:lnTo>
                  <a:lnTo>
                    <a:pt x="26816" y="182722"/>
                  </a:lnTo>
                  <a:lnTo>
                    <a:pt x="27789" y="179982"/>
                  </a:lnTo>
                  <a:lnTo>
                    <a:pt x="26310" y="178585"/>
                  </a:lnTo>
                  <a:lnTo>
                    <a:pt x="26268" y="176900"/>
                  </a:lnTo>
                  <a:lnTo>
                    <a:pt x="26803" y="175277"/>
                  </a:lnTo>
                  <a:lnTo>
                    <a:pt x="29236" y="172459"/>
                  </a:lnTo>
                  <a:lnTo>
                    <a:pt x="29514" y="172597"/>
                  </a:lnTo>
                  <a:lnTo>
                    <a:pt x="29936" y="174254"/>
                  </a:lnTo>
                  <a:lnTo>
                    <a:pt x="33715" y="169243"/>
                  </a:lnTo>
                  <a:lnTo>
                    <a:pt x="34138" y="169339"/>
                  </a:lnTo>
                  <a:lnTo>
                    <a:pt x="34332" y="169728"/>
                  </a:lnTo>
                  <a:lnTo>
                    <a:pt x="35440" y="170126"/>
                  </a:lnTo>
                  <a:lnTo>
                    <a:pt x="36591" y="169905"/>
                  </a:lnTo>
                  <a:lnTo>
                    <a:pt x="37060" y="170201"/>
                  </a:lnTo>
                  <a:lnTo>
                    <a:pt x="39193" y="170333"/>
                  </a:lnTo>
                  <a:lnTo>
                    <a:pt x="42624" y="172024"/>
                  </a:lnTo>
                  <a:lnTo>
                    <a:pt x="43077" y="169929"/>
                  </a:lnTo>
                  <a:lnTo>
                    <a:pt x="42931" y="168791"/>
                  </a:lnTo>
                  <a:lnTo>
                    <a:pt x="44128" y="168976"/>
                  </a:lnTo>
                  <a:lnTo>
                    <a:pt x="45007" y="168831"/>
                  </a:lnTo>
                  <a:lnTo>
                    <a:pt x="45120" y="168531"/>
                  </a:lnTo>
                  <a:lnTo>
                    <a:pt x="46297" y="168326"/>
                  </a:lnTo>
                  <a:lnTo>
                    <a:pt x="47671" y="167551"/>
                  </a:lnTo>
                  <a:lnTo>
                    <a:pt x="48217" y="167589"/>
                  </a:lnTo>
                  <a:lnTo>
                    <a:pt x="50569" y="168741"/>
                  </a:lnTo>
                  <a:lnTo>
                    <a:pt x="52124" y="169874"/>
                  </a:lnTo>
                  <a:lnTo>
                    <a:pt x="52103" y="170891"/>
                  </a:lnTo>
                  <a:lnTo>
                    <a:pt x="51708" y="170669"/>
                  </a:lnTo>
                  <a:lnTo>
                    <a:pt x="51162" y="171919"/>
                  </a:lnTo>
                  <a:lnTo>
                    <a:pt x="47481" y="171173"/>
                  </a:lnTo>
                  <a:lnTo>
                    <a:pt x="44743" y="171387"/>
                  </a:lnTo>
                  <a:lnTo>
                    <a:pt x="45200" y="172319"/>
                  </a:lnTo>
                  <a:lnTo>
                    <a:pt x="47961" y="172026"/>
                  </a:lnTo>
                  <a:lnTo>
                    <a:pt x="49515" y="172181"/>
                  </a:lnTo>
                  <a:lnTo>
                    <a:pt x="51258" y="172704"/>
                  </a:lnTo>
                  <a:lnTo>
                    <a:pt x="51898" y="174624"/>
                  </a:lnTo>
                  <a:lnTo>
                    <a:pt x="52777" y="175090"/>
                  </a:lnTo>
                  <a:lnTo>
                    <a:pt x="53296" y="175932"/>
                  </a:lnTo>
                  <a:lnTo>
                    <a:pt x="53333" y="177387"/>
                  </a:lnTo>
                  <a:lnTo>
                    <a:pt x="55146" y="178668"/>
                  </a:lnTo>
                  <a:lnTo>
                    <a:pt x="56192" y="179782"/>
                  </a:lnTo>
                  <a:lnTo>
                    <a:pt x="60722" y="180209"/>
                  </a:lnTo>
                  <a:lnTo>
                    <a:pt x="62980" y="180121"/>
                  </a:lnTo>
                  <a:lnTo>
                    <a:pt x="63348" y="180782"/>
                  </a:lnTo>
                  <a:lnTo>
                    <a:pt x="66004" y="182407"/>
                  </a:lnTo>
                  <a:lnTo>
                    <a:pt x="66934" y="182834"/>
                  </a:lnTo>
                  <a:lnTo>
                    <a:pt x="67779" y="182929"/>
                  </a:lnTo>
                  <a:lnTo>
                    <a:pt x="67766" y="181890"/>
                  </a:lnTo>
                  <a:lnTo>
                    <a:pt x="69075" y="181037"/>
                  </a:lnTo>
                  <a:lnTo>
                    <a:pt x="69431" y="182535"/>
                  </a:lnTo>
                  <a:lnTo>
                    <a:pt x="69904" y="182306"/>
                  </a:lnTo>
                  <a:lnTo>
                    <a:pt x="69948" y="181059"/>
                  </a:lnTo>
                  <a:lnTo>
                    <a:pt x="69618" y="179876"/>
                  </a:lnTo>
                  <a:lnTo>
                    <a:pt x="69265" y="176623"/>
                  </a:lnTo>
                  <a:lnTo>
                    <a:pt x="69635" y="172645"/>
                  </a:lnTo>
                  <a:lnTo>
                    <a:pt x="68940" y="170132"/>
                  </a:lnTo>
                  <a:lnTo>
                    <a:pt x="68999" y="169242"/>
                  </a:lnTo>
                  <a:lnTo>
                    <a:pt x="67379" y="169345"/>
                  </a:lnTo>
                  <a:lnTo>
                    <a:pt x="66193" y="168857"/>
                  </a:lnTo>
                  <a:lnTo>
                    <a:pt x="65580" y="169448"/>
                  </a:lnTo>
                  <a:lnTo>
                    <a:pt x="63026" y="168724"/>
                  </a:lnTo>
                  <a:lnTo>
                    <a:pt x="61101" y="168700"/>
                  </a:lnTo>
                  <a:lnTo>
                    <a:pt x="58527" y="169513"/>
                  </a:lnTo>
                  <a:lnTo>
                    <a:pt x="57641" y="170364"/>
                  </a:lnTo>
                  <a:lnTo>
                    <a:pt x="55654" y="170562"/>
                  </a:lnTo>
                  <a:lnTo>
                    <a:pt x="55776" y="169798"/>
                  </a:lnTo>
                  <a:lnTo>
                    <a:pt x="55457" y="169117"/>
                  </a:lnTo>
                  <a:lnTo>
                    <a:pt x="54778" y="168522"/>
                  </a:lnTo>
                  <a:lnTo>
                    <a:pt x="55166" y="167755"/>
                  </a:lnTo>
                  <a:lnTo>
                    <a:pt x="54917" y="165259"/>
                  </a:lnTo>
                  <a:lnTo>
                    <a:pt x="52301" y="165148"/>
                  </a:lnTo>
                  <a:lnTo>
                    <a:pt x="50366" y="164489"/>
                  </a:lnTo>
                  <a:lnTo>
                    <a:pt x="48424" y="161227"/>
                  </a:lnTo>
                  <a:lnTo>
                    <a:pt x="48268" y="158719"/>
                  </a:lnTo>
                  <a:lnTo>
                    <a:pt x="47035" y="158313"/>
                  </a:lnTo>
                  <a:lnTo>
                    <a:pt x="44600" y="156946"/>
                  </a:lnTo>
                  <a:lnTo>
                    <a:pt x="42751" y="156294"/>
                  </a:lnTo>
                  <a:lnTo>
                    <a:pt x="40818" y="156810"/>
                  </a:lnTo>
                  <a:lnTo>
                    <a:pt x="40135" y="156727"/>
                  </a:lnTo>
                  <a:lnTo>
                    <a:pt x="38485" y="157444"/>
                  </a:lnTo>
                  <a:lnTo>
                    <a:pt x="38297" y="157200"/>
                  </a:lnTo>
                  <a:lnTo>
                    <a:pt x="37854" y="157278"/>
                  </a:lnTo>
                  <a:lnTo>
                    <a:pt x="37881" y="156857"/>
                  </a:lnTo>
                  <a:lnTo>
                    <a:pt x="37296" y="156756"/>
                  </a:lnTo>
                  <a:lnTo>
                    <a:pt x="37246" y="155682"/>
                  </a:lnTo>
                  <a:lnTo>
                    <a:pt x="37064" y="155199"/>
                  </a:lnTo>
                  <a:lnTo>
                    <a:pt x="36633" y="154928"/>
                  </a:lnTo>
                  <a:lnTo>
                    <a:pt x="36852" y="154747"/>
                  </a:lnTo>
                  <a:lnTo>
                    <a:pt x="36832" y="154279"/>
                  </a:lnTo>
                  <a:lnTo>
                    <a:pt x="36466" y="153409"/>
                  </a:lnTo>
                  <a:lnTo>
                    <a:pt x="36636" y="152657"/>
                  </a:lnTo>
                  <a:lnTo>
                    <a:pt x="36354" y="152471"/>
                  </a:lnTo>
                  <a:lnTo>
                    <a:pt x="36612" y="151294"/>
                  </a:lnTo>
                  <a:lnTo>
                    <a:pt x="36921" y="151511"/>
                  </a:lnTo>
                  <a:lnTo>
                    <a:pt x="36963" y="151195"/>
                  </a:lnTo>
                  <a:lnTo>
                    <a:pt x="36483" y="150739"/>
                  </a:lnTo>
                  <a:lnTo>
                    <a:pt x="36765" y="150615"/>
                  </a:lnTo>
                  <a:lnTo>
                    <a:pt x="36661" y="150126"/>
                  </a:lnTo>
                  <a:lnTo>
                    <a:pt x="36925" y="150172"/>
                  </a:lnTo>
                  <a:lnTo>
                    <a:pt x="36804" y="149680"/>
                  </a:lnTo>
                  <a:lnTo>
                    <a:pt x="36437" y="149552"/>
                  </a:lnTo>
                  <a:lnTo>
                    <a:pt x="36173" y="148923"/>
                  </a:lnTo>
                  <a:lnTo>
                    <a:pt x="35479" y="148812"/>
                  </a:lnTo>
                  <a:lnTo>
                    <a:pt x="35661" y="148060"/>
                  </a:lnTo>
                  <a:lnTo>
                    <a:pt x="35184" y="147724"/>
                  </a:lnTo>
                  <a:lnTo>
                    <a:pt x="34946" y="147024"/>
                  </a:lnTo>
                  <a:lnTo>
                    <a:pt x="34321" y="146995"/>
                  </a:lnTo>
                  <a:lnTo>
                    <a:pt x="34532" y="146819"/>
                  </a:lnTo>
                  <a:lnTo>
                    <a:pt x="34261" y="146813"/>
                  </a:lnTo>
                  <a:lnTo>
                    <a:pt x="33919" y="145731"/>
                  </a:lnTo>
                  <a:lnTo>
                    <a:pt x="33367" y="145382"/>
                  </a:lnTo>
                  <a:lnTo>
                    <a:pt x="33626" y="144989"/>
                  </a:lnTo>
                  <a:lnTo>
                    <a:pt x="32957" y="144211"/>
                  </a:lnTo>
                  <a:lnTo>
                    <a:pt x="32568" y="143245"/>
                  </a:lnTo>
                  <a:lnTo>
                    <a:pt x="32766" y="142879"/>
                  </a:lnTo>
                  <a:lnTo>
                    <a:pt x="32242" y="142362"/>
                  </a:lnTo>
                  <a:lnTo>
                    <a:pt x="32400" y="142224"/>
                  </a:lnTo>
                  <a:lnTo>
                    <a:pt x="32102" y="141872"/>
                  </a:lnTo>
                  <a:lnTo>
                    <a:pt x="32356" y="141564"/>
                  </a:lnTo>
                  <a:lnTo>
                    <a:pt x="32639" y="141638"/>
                  </a:lnTo>
                  <a:lnTo>
                    <a:pt x="32690" y="141401"/>
                  </a:lnTo>
                  <a:lnTo>
                    <a:pt x="32424" y="141042"/>
                  </a:lnTo>
                  <a:lnTo>
                    <a:pt x="32496" y="140629"/>
                  </a:lnTo>
                  <a:lnTo>
                    <a:pt x="32692" y="140674"/>
                  </a:lnTo>
                  <a:lnTo>
                    <a:pt x="32289" y="138923"/>
                  </a:lnTo>
                  <a:lnTo>
                    <a:pt x="32592" y="138795"/>
                  </a:lnTo>
                  <a:lnTo>
                    <a:pt x="33090" y="137424"/>
                  </a:lnTo>
                  <a:lnTo>
                    <a:pt x="33538" y="137333"/>
                  </a:lnTo>
                  <a:lnTo>
                    <a:pt x="33417" y="136663"/>
                  </a:lnTo>
                  <a:lnTo>
                    <a:pt x="33771" y="135702"/>
                  </a:lnTo>
                  <a:lnTo>
                    <a:pt x="33570" y="135212"/>
                  </a:lnTo>
                  <a:lnTo>
                    <a:pt x="33724" y="135084"/>
                  </a:lnTo>
                  <a:lnTo>
                    <a:pt x="33503" y="135100"/>
                  </a:lnTo>
                  <a:lnTo>
                    <a:pt x="33651" y="134459"/>
                  </a:lnTo>
                  <a:lnTo>
                    <a:pt x="33288" y="134158"/>
                  </a:lnTo>
                  <a:lnTo>
                    <a:pt x="33339" y="133493"/>
                  </a:lnTo>
                  <a:lnTo>
                    <a:pt x="32802" y="133285"/>
                  </a:lnTo>
                  <a:lnTo>
                    <a:pt x="32626" y="132958"/>
                  </a:lnTo>
                  <a:lnTo>
                    <a:pt x="32841" y="132635"/>
                  </a:lnTo>
                  <a:lnTo>
                    <a:pt x="32319" y="132252"/>
                  </a:lnTo>
                  <a:lnTo>
                    <a:pt x="32776" y="131920"/>
                  </a:lnTo>
                  <a:lnTo>
                    <a:pt x="32692" y="131202"/>
                  </a:lnTo>
                  <a:lnTo>
                    <a:pt x="32370" y="130989"/>
                  </a:lnTo>
                  <a:lnTo>
                    <a:pt x="32379" y="129637"/>
                  </a:lnTo>
                  <a:lnTo>
                    <a:pt x="31641" y="129491"/>
                  </a:lnTo>
                  <a:lnTo>
                    <a:pt x="31417" y="129193"/>
                  </a:lnTo>
                  <a:lnTo>
                    <a:pt x="31514" y="128435"/>
                  </a:lnTo>
                  <a:lnTo>
                    <a:pt x="32842" y="126883"/>
                  </a:lnTo>
                  <a:lnTo>
                    <a:pt x="33122" y="124365"/>
                  </a:lnTo>
                  <a:lnTo>
                    <a:pt x="32928" y="123663"/>
                  </a:lnTo>
                  <a:lnTo>
                    <a:pt x="32570" y="123424"/>
                  </a:lnTo>
                  <a:lnTo>
                    <a:pt x="31018" y="122063"/>
                  </a:lnTo>
                  <a:lnTo>
                    <a:pt x="29841" y="122772"/>
                  </a:lnTo>
                  <a:lnTo>
                    <a:pt x="29113" y="122766"/>
                  </a:lnTo>
                  <a:lnTo>
                    <a:pt x="28284" y="123173"/>
                  </a:lnTo>
                  <a:lnTo>
                    <a:pt x="27984" y="123039"/>
                  </a:lnTo>
                  <a:lnTo>
                    <a:pt x="27385" y="121848"/>
                  </a:lnTo>
                  <a:lnTo>
                    <a:pt x="26368" y="121303"/>
                  </a:lnTo>
                  <a:lnTo>
                    <a:pt x="26109" y="120893"/>
                  </a:lnTo>
                  <a:lnTo>
                    <a:pt x="24620" y="120164"/>
                  </a:lnTo>
                  <a:lnTo>
                    <a:pt x="24504" y="119839"/>
                  </a:lnTo>
                  <a:lnTo>
                    <a:pt x="24941" y="118935"/>
                  </a:lnTo>
                  <a:lnTo>
                    <a:pt x="24005" y="118105"/>
                  </a:lnTo>
                  <a:lnTo>
                    <a:pt x="24238" y="116785"/>
                  </a:lnTo>
                  <a:lnTo>
                    <a:pt x="24084" y="115735"/>
                  </a:lnTo>
                  <a:lnTo>
                    <a:pt x="23229" y="113908"/>
                  </a:lnTo>
                  <a:lnTo>
                    <a:pt x="23023" y="111721"/>
                  </a:lnTo>
                  <a:lnTo>
                    <a:pt x="22360" y="111374"/>
                  </a:lnTo>
                  <a:lnTo>
                    <a:pt x="21439" y="111886"/>
                  </a:lnTo>
                  <a:lnTo>
                    <a:pt x="20442" y="111337"/>
                  </a:lnTo>
                  <a:lnTo>
                    <a:pt x="20276" y="109809"/>
                  </a:lnTo>
                  <a:lnTo>
                    <a:pt x="20505" y="109043"/>
                  </a:lnTo>
                  <a:lnTo>
                    <a:pt x="20496" y="107728"/>
                  </a:lnTo>
                  <a:lnTo>
                    <a:pt x="20949" y="107077"/>
                  </a:lnTo>
                  <a:lnTo>
                    <a:pt x="20817" y="106581"/>
                  </a:lnTo>
                  <a:lnTo>
                    <a:pt x="19940" y="106175"/>
                  </a:lnTo>
                  <a:lnTo>
                    <a:pt x="19676" y="106583"/>
                  </a:lnTo>
                  <a:lnTo>
                    <a:pt x="18666" y="106071"/>
                  </a:lnTo>
                  <a:lnTo>
                    <a:pt x="18115" y="106220"/>
                  </a:lnTo>
                  <a:lnTo>
                    <a:pt x="17360" y="105657"/>
                  </a:lnTo>
                  <a:lnTo>
                    <a:pt x="16871" y="104839"/>
                  </a:lnTo>
                  <a:lnTo>
                    <a:pt x="17081" y="103908"/>
                  </a:lnTo>
                  <a:lnTo>
                    <a:pt x="16155" y="102293"/>
                  </a:lnTo>
                  <a:lnTo>
                    <a:pt x="16800" y="101575"/>
                  </a:lnTo>
                  <a:lnTo>
                    <a:pt x="16747" y="101313"/>
                  </a:lnTo>
                  <a:lnTo>
                    <a:pt x="16215" y="101135"/>
                  </a:lnTo>
                  <a:lnTo>
                    <a:pt x="16903" y="100666"/>
                  </a:lnTo>
                  <a:lnTo>
                    <a:pt x="16995" y="100299"/>
                  </a:lnTo>
                  <a:lnTo>
                    <a:pt x="16671" y="100342"/>
                  </a:lnTo>
                  <a:lnTo>
                    <a:pt x="16331" y="99891"/>
                  </a:lnTo>
                  <a:lnTo>
                    <a:pt x="16335" y="99349"/>
                  </a:lnTo>
                  <a:lnTo>
                    <a:pt x="15870" y="99499"/>
                  </a:lnTo>
                  <a:lnTo>
                    <a:pt x="15735" y="98905"/>
                  </a:lnTo>
                  <a:lnTo>
                    <a:pt x="15845" y="98754"/>
                  </a:lnTo>
                  <a:lnTo>
                    <a:pt x="16379" y="98879"/>
                  </a:lnTo>
                  <a:lnTo>
                    <a:pt x="16478" y="98459"/>
                  </a:lnTo>
                  <a:lnTo>
                    <a:pt x="15830" y="96938"/>
                  </a:lnTo>
                  <a:lnTo>
                    <a:pt x="16644" y="96014"/>
                  </a:lnTo>
                  <a:lnTo>
                    <a:pt x="16352" y="95509"/>
                  </a:lnTo>
                  <a:lnTo>
                    <a:pt x="16394" y="94719"/>
                  </a:lnTo>
                  <a:lnTo>
                    <a:pt x="15576" y="93778"/>
                  </a:lnTo>
                  <a:lnTo>
                    <a:pt x="15460" y="92862"/>
                  </a:lnTo>
                  <a:lnTo>
                    <a:pt x="15970" y="92337"/>
                  </a:lnTo>
                  <a:lnTo>
                    <a:pt x="15657" y="92016"/>
                  </a:lnTo>
                  <a:lnTo>
                    <a:pt x="15310" y="92105"/>
                  </a:lnTo>
                  <a:lnTo>
                    <a:pt x="14966" y="91440"/>
                  </a:lnTo>
                  <a:lnTo>
                    <a:pt x="14607" y="91283"/>
                  </a:lnTo>
                  <a:lnTo>
                    <a:pt x="15094" y="89872"/>
                  </a:lnTo>
                  <a:lnTo>
                    <a:pt x="16169" y="90142"/>
                  </a:lnTo>
                  <a:lnTo>
                    <a:pt x="16872" y="89707"/>
                  </a:lnTo>
                  <a:lnTo>
                    <a:pt x="17640" y="89697"/>
                  </a:lnTo>
                  <a:lnTo>
                    <a:pt x="19701" y="89070"/>
                  </a:lnTo>
                  <a:lnTo>
                    <a:pt x="20157" y="88815"/>
                  </a:lnTo>
                  <a:lnTo>
                    <a:pt x="20420" y="87929"/>
                  </a:lnTo>
                  <a:lnTo>
                    <a:pt x="21043" y="87206"/>
                  </a:lnTo>
                  <a:lnTo>
                    <a:pt x="21876" y="87975"/>
                  </a:lnTo>
                  <a:lnTo>
                    <a:pt x="21625" y="88398"/>
                  </a:lnTo>
                  <a:lnTo>
                    <a:pt x="21773" y="88762"/>
                  </a:lnTo>
                  <a:lnTo>
                    <a:pt x="22739" y="89007"/>
                  </a:lnTo>
                  <a:lnTo>
                    <a:pt x="23770" y="88289"/>
                  </a:lnTo>
                  <a:lnTo>
                    <a:pt x="24342" y="88798"/>
                  </a:lnTo>
                  <a:lnTo>
                    <a:pt x="24940" y="88958"/>
                  </a:lnTo>
                  <a:lnTo>
                    <a:pt x="24757" y="90534"/>
                  </a:lnTo>
                  <a:lnTo>
                    <a:pt x="25231" y="90759"/>
                  </a:lnTo>
                  <a:lnTo>
                    <a:pt x="26325" y="90435"/>
                  </a:lnTo>
                  <a:lnTo>
                    <a:pt x="27243" y="89630"/>
                  </a:lnTo>
                  <a:lnTo>
                    <a:pt x="28398" y="89376"/>
                  </a:lnTo>
                  <a:lnTo>
                    <a:pt x="28840" y="90052"/>
                  </a:lnTo>
                  <a:lnTo>
                    <a:pt x="29576" y="90296"/>
                  </a:lnTo>
                  <a:lnTo>
                    <a:pt x="33701" y="88547"/>
                  </a:lnTo>
                  <a:lnTo>
                    <a:pt x="35288" y="89609"/>
                  </a:lnTo>
                  <a:lnTo>
                    <a:pt x="36009" y="89656"/>
                  </a:lnTo>
                  <a:lnTo>
                    <a:pt x="36497" y="90360"/>
                  </a:lnTo>
                  <a:lnTo>
                    <a:pt x="36871" y="90319"/>
                  </a:lnTo>
                  <a:lnTo>
                    <a:pt x="37266" y="90615"/>
                  </a:lnTo>
                  <a:lnTo>
                    <a:pt x="38384" y="90421"/>
                  </a:lnTo>
                  <a:lnTo>
                    <a:pt x="39195" y="89516"/>
                  </a:lnTo>
                  <a:lnTo>
                    <a:pt x="40104" y="89267"/>
                  </a:lnTo>
                  <a:lnTo>
                    <a:pt x="40464" y="89592"/>
                  </a:lnTo>
                  <a:lnTo>
                    <a:pt x="40537" y="89317"/>
                  </a:lnTo>
                  <a:lnTo>
                    <a:pt x="40843" y="89309"/>
                  </a:lnTo>
                  <a:lnTo>
                    <a:pt x="41017" y="89845"/>
                  </a:lnTo>
                  <a:lnTo>
                    <a:pt x="41220" y="89670"/>
                  </a:lnTo>
                  <a:lnTo>
                    <a:pt x="41704" y="90001"/>
                  </a:lnTo>
                  <a:lnTo>
                    <a:pt x="41801" y="89499"/>
                  </a:lnTo>
                  <a:lnTo>
                    <a:pt x="42049" y="89370"/>
                  </a:lnTo>
                  <a:lnTo>
                    <a:pt x="42029" y="89634"/>
                  </a:lnTo>
                  <a:lnTo>
                    <a:pt x="42383" y="89653"/>
                  </a:lnTo>
                  <a:lnTo>
                    <a:pt x="42389" y="89311"/>
                  </a:lnTo>
                  <a:lnTo>
                    <a:pt x="43056" y="89663"/>
                  </a:lnTo>
                  <a:lnTo>
                    <a:pt x="43013" y="90025"/>
                  </a:lnTo>
                  <a:lnTo>
                    <a:pt x="43484" y="89875"/>
                  </a:lnTo>
                  <a:lnTo>
                    <a:pt x="43638" y="90217"/>
                  </a:lnTo>
                  <a:lnTo>
                    <a:pt x="44299" y="89764"/>
                  </a:lnTo>
                  <a:lnTo>
                    <a:pt x="45866" y="89714"/>
                  </a:lnTo>
                  <a:lnTo>
                    <a:pt x="46169" y="90087"/>
                  </a:lnTo>
                  <a:lnTo>
                    <a:pt x="46317" y="89982"/>
                  </a:lnTo>
                  <a:lnTo>
                    <a:pt x="47351" y="90510"/>
                  </a:lnTo>
                  <a:lnTo>
                    <a:pt x="47572" y="91052"/>
                  </a:lnTo>
                  <a:lnTo>
                    <a:pt x="47883" y="91205"/>
                  </a:lnTo>
                  <a:lnTo>
                    <a:pt x="48823" y="90958"/>
                  </a:lnTo>
                  <a:lnTo>
                    <a:pt x="50707" y="91594"/>
                  </a:lnTo>
                  <a:lnTo>
                    <a:pt x="50689" y="91966"/>
                  </a:lnTo>
                  <a:lnTo>
                    <a:pt x="51513" y="92176"/>
                  </a:lnTo>
                  <a:lnTo>
                    <a:pt x="51413" y="92534"/>
                  </a:lnTo>
                  <a:lnTo>
                    <a:pt x="51679" y="93045"/>
                  </a:lnTo>
                  <a:lnTo>
                    <a:pt x="51963" y="92938"/>
                  </a:lnTo>
                  <a:lnTo>
                    <a:pt x="51991" y="93180"/>
                  </a:lnTo>
                  <a:lnTo>
                    <a:pt x="52451" y="92925"/>
                  </a:lnTo>
                  <a:lnTo>
                    <a:pt x="52463" y="93187"/>
                  </a:lnTo>
                  <a:lnTo>
                    <a:pt x="52966" y="93328"/>
                  </a:lnTo>
                  <a:lnTo>
                    <a:pt x="53907" y="94106"/>
                  </a:lnTo>
                  <a:lnTo>
                    <a:pt x="55807" y="96207"/>
                  </a:lnTo>
                  <a:lnTo>
                    <a:pt x="56470" y="95457"/>
                  </a:lnTo>
                  <a:lnTo>
                    <a:pt x="57740" y="95235"/>
                  </a:lnTo>
                  <a:lnTo>
                    <a:pt x="58868" y="95217"/>
                  </a:lnTo>
                  <a:lnTo>
                    <a:pt x="61663" y="95815"/>
                  </a:lnTo>
                  <a:lnTo>
                    <a:pt x="62847" y="94749"/>
                  </a:lnTo>
                  <a:lnTo>
                    <a:pt x="63044" y="92659"/>
                  </a:lnTo>
                  <a:lnTo>
                    <a:pt x="64176" y="90255"/>
                  </a:lnTo>
                  <a:lnTo>
                    <a:pt x="64648" y="89884"/>
                  </a:lnTo>
                  <a:lnTo>
                    <a:pt x="64864" y="88877"/>
                  </a:lnTo>
                  <a:lnTo>
                    <a:pt x="65355" y="88198"/>
                  </a:lnTo>
                  <a:lnTo>
                    <a:pt x="65337" y="87745"/>
                  </a:lnTo>
                  <a:lnTo>
                    <a:pt x="65774" y="86969"/>
                  </a:lnTo>
                  <a:lnTo>
                    <a:pt x="65531" y="86491"/>
                  </a:lnTo>
                  <a:lnTo>
                    <a:pt x="65686" y="85385"/>
                  </a:lnTo>
                  <a:lnTo>
                    <a:pt x="66669" y="84286"/>
                  </a:lnTo>
                  <a:lnTo>
                    <a:pt x="66276" y="83159"/>
                  </a:lnTo>
                  <a:lnTo>
                    <a:pt x="66446" y="81887"/>
                  </a:lnTo>
                  <a:lnTo>
                    <a:pt x="66732" y="82008"/>
                  </a:lnTo>
                  <a:lnTo>
                    <a:pt x="66839" y="81814"/>
                  </a:lnTo>
                  <a:lnTo>
                    <a:pt x="66852" y="80622"/>
                  </a:lnTo>
                  <a:lnTo>
                    <a:pt x="67617" y="79634"/>
                  </a:lnTo>
                  <a:lnTo>
                    <a:pt x="68671" y="79667"/>
                  </a:lnTo>
                  <a:lnTo>
                    <a:pt x="68853" y="79195"/>
                  </a:lnTo>
                  <a:lnTo>
                    <a:pt x="69125" y="79198"/>
                  </a:lnTo>
                  <a:lnTo>
                    <a:pt x="69397" y="78736"/>
                  </a:lnTo>
                  <a:lnTo>
                    <a:pt x="70156" y="78436"/>
                  </a:lnTo>
                  <a:lnTo>
                    <a:pt x="70326" y="78114"/>
                  </a:lnTo>
                  <a:lnTo>
                    <a:pt x="70591" y="78218"/>
                  </a:lnTo>
                  <a:lnTo>
                    <a:pt x="70843" y="77757"/>
                  </a:lnTo>
                  <a:lnTo>
                    <a:pt x="71107" y="77899"/>
                  </a:lnTo>
                  <a:lnTo>
                    <a:pt x="71484" y="77550"/>
                  </a:lnTo>
                  <a:lnTo>
                    <a:pt x="72079" y="77581"/>
                  </a:lnTo>
                  <a:lnTo>
                    <a:pt x="73452" y="76967"/>
                  </a:lnTo>
                  <a:lnTo>
                    <a:pt x="73894" y="77069"/>
                  </a:lnTo>
                  <a:lnTo>
                    <a:pt x="73478" y="76823"/>
                  </a:lnTo>
                  <a:lnTo>
                    <a:pt x="72994" y="75375"/>
                  </a:lnTo>
                  <a:lnTo>
                    <a:pt x="74014" y="73212"/>
                  </a:lnTo>
                  <a:lnTo>
                    <a:pt x="75087" y="71758"/>
                  </a:lnTo>
                  <a:lnTo>
                    <a:pt x="75222" y="70809"/>
                  </a:lnTo>
                  <a:lnTo>
                    <a:pt x="75080" y="70279"/>
                  </a:lnTo>
                  <a:lnTo>
                    <a:pt x="75507" y="69268"/>
                  </a:lnTo>
                  <a:lnTo>
                    <a:pt x="75352" y="67789"/>
                  </a:lnTo>
                  <a:lnTo>
                    <a:pt x="75994" y="66042"/>
                  </a:lnTo>
                  <a:lnTo>
                    <a:pt x="76346" y="64008"/>
                  </a:lnTo>
                  <a:lnTo>
                    <a:pt x="79162" y="58815"/>
                  </a:lnTo>
                  <a:lnTo>
                    <a:pt x="79843" y="56622"/>
                  </a:lnTo>
                  <a:lnTo>
                    <a:pt x="80031" y="56701"/>
                  </a:lnTo>
                  <a:lnTo>
                    <a:pt x="80316" y="54702"/>
                  </a:lnTo>
                  <a:lnTo>
                    <a:pt x="80286" y="52976"/>
                  </a:lnTo>
                  <a:lnTo>
                    <a:pt x="80040" y="51724"/>
                  </a:lnTo>
                  <a:lnTo>
                    <a:pt x="79054" y="49615"/>
                  </a:lnTo>
                  <a:lnTo>
                    <a:pt x="79131" y="47854"/>
                  </a:lnTo>
                  <a:lnTo>
                    <a:pt x="78820" y="45872"/>
                  </a:lnTo>
                  <a:lnTo>
                    <a:pt x="79484" y="45252"/>
                  </a:lnTo>
                  <a:lnTo>
                    <a:pt x="80653" y="43256"/>
                  </a:lnTo>
                  <a:lnTo>
                    <a:pt x="81817" y="41933"/>
                  </a:lnTo>
                  <a:lnTo>
                    <a:pt x="81888" y="41295"/>
                  </a:lnTo>
                  <a:lnTo>
                    <a:pt x="83078" y="39361"/>
                  </a:lnTo>
                  <a:lnTo>
                    <a:pt x="83552" y="38009"/>
                  </a:lnTo>
                  <a:lnTo>
                    <a:pt x="83989" y="37780"/>
                  </a:lnTo>
                  <a:lnTo>
                    <a:pt x="84368" y="38005"/>
                  </a:lnTo>
                  <a:lnTo>
                    <a:pt x="85569" y="37856"/>
                  </a:lnTo>
                  <a:lnTo>
                    <a:pt x="85805" y="38206"/>
                  </a:lnTo>
                  <a:lnTo>
                    <a:pt x="86151" y="38208"/>
                  </a:lnTo>
                  <a:lnTo>
                    <a:pt x="86277" y="37986"/>
                  </a:lnTo>
                  <a:lnTo>
                    <a:pt x="87428" y="38338"/>
                  </a:lnTo>
                  <a:lnTo>
                    <a:pt x="87908" y="37272"/>
                  </a:lnTo>
                  <a:lnTo>
                    <a:pt x="86521" y="33932"/>
                  </a:lnTo>
                  <a:lnTo>
                    <a:pt x="87058" y="33770"/>
                  </a:lnTo>
                  <a:lnTo>
                    <a:pt x="84798" y="27995"/>
                  </a:lnTo>
                  <a:lnTo>
                    <a:pt x="84016" y="26539"/>
                  </a:lnTo>
                  <a:lnTo>
                    <a:pt x="83035" y="25011"/>
                  </a:lnTo>
                  <a:lnTo>
                    <a:pt x="81731" y="23671"/>
                  </a:lnTo>
                  <a:lnTo>
                    <a:pt x="80662" y="21874"/>
                  </a:lnTo>
                  <a:lnTo>
                    <a:pt x="78235" y="19836"/>
                  </a:lnTo>
                  <a:lnTo>
                    <a:pt x="76602" y="17338"/>
                  </a:lnTo>
                  <a:lnTo>
                    <a:pt x="75830" y="15044"/>
                  </a:lnTo>
                  <a:lnTo>
                    <a:pt x="75174" y="14034"/>
                  </a:lnTo>
                  <a:lnTo>
                    <a:pt x="74554" y="8403"/>
                  </a:lnTo>
                  <a:lnTo>
                    <a:pt x="76845" y="8458"/>
                  </a:lnTo>
                  <a:lnTo>
                    <a:pt x="78773" y="7889"/>
                  </a:lnTo>
                  <a:lnTo>
                    <a:pt x="84608" y="7510"/>
                  </a:lnTo>
                  <a:lnTo>
                    <a:pt x="84521" y="6209"/>
                  </a:lnTo>
                  <a:lnTo>
                    <a:pt x="90744" y="8334"/>
                  </a:lnTo>
                  <a:lnTo>
                    <a:pt x="90837" y="6928"/>
                  </a:lnTo>
                  <a:lnTo>
                    <a:pt x="92708" y="6801"/>
                  </a:lnTo>
                  <a:lnTo>
                    <a:pt x="93598" y="6520"/>
                  </a:lnTo>
                  <a:lnTo>
                    <a:pt x="95226" y="5774"/>
                  </a:lnTo>
                  <a:lnTo>
                    <a:pt x="96528" y="4647"/>
                  </a:lnTo>
                  <a:lnTo>
                    <a:pt x="98564" y="3736"/>
                  </a:lnTo>
                  <a:lnTo>
                    <a:pt x="99666" y="4108"/>
                  </a:lnTo>
                  <a:lnTo>
                    <a:pt x="100607" y="3611"/>
                  </a:lnTo>
                  <a:lnTo>
                    <a:pt x="101030" y="2603"/>
                  </a:lnTo>
                  <a:lnTo>
                    <a:pt x="100642" y="1750"/>
                  </a:lnTo>
                  <a:lnTo>
                    <a:pt x="100734" y="1445"/>
                  </a:lnTo>
                  <a:lnTo>
                    <a:pt x="101711" y="36"/>
                  </a:lnTo>
                  <a:lnTo>
                    <a:pt x="102140" y="0"/>
                  </a:lnTo>
                  <a:lnTo>
                    <a:pt x="102169" y="783"/>
                  </a:lnTo>
                  <a:lnTo>
                    <a:pt x="102884" y="2301"/>
                  </a:lnTo>
                  <a:lnTo>
                    <a:pt x="103674" y="2729"/>
                  </a:lnTo>
                  <a:lnTo>
                    <a:pt x="103540" y="2946"/>
                  </a:lnTo>
                  <a:lnTo>
                    <a:pt x="102863" y="2941"/>
                  </a:lnTo>
                  <a:lnTo>
                    <a:pt x="103054" y="3814"/>
                  </a:lnTo>
                  <a:lnTo>
                    <a:pt x="103846" y="5243"/>
                  </a:lnTo>
                  <a:lnTo>
                    <a:pt x="104372" y="5381"/>
                  </a:lnTo>
                  <a:lnTo>
                    <a:pt x="104440" y="6346"/>
                  </a:lnTo>
                  <a:lnTo>
                    <a:pt x="104788" y="6453"/>
                  </a:lnTo>
                  <a:lnTo>
                    <a:pt x="104833" y="7033"/>
                  </a:lnTo>
                  <a:lnTo>
                    <a:pt x="105701" y="7636"/>
                  </a:lnTo>
                  <a:lnTo>
                    <a:pt x="105889" y="7224"/>
                  </a:lnTo>
                  <a:lnTo>
                    <a:pt x="106346" y="7265"/>
                  </a:lnTo>
                  <a:lnTo>
                    <a:pt x="106770" y="7662"/>
                  </a:lnTo>
                  <a:lnTo>
                    <a:pt x="106829" y="7214"/>
                  </a:lnTo>
                  <a:lnTo>
                    <a:pt x="107094" y="7103"/>
                  </a:lnTo>
                  <a:lnTo>
                    <a:pt x="107636" y="7867"/>
                  </a:lnTo>
                  <a:lnTo>
                    <a:pt x="108300" y="8299"/>
                  </a:lnTo>
                  <a:lnTo>
                    <a:pt x="108412" y="7855"/>
                  </a:lnTo>
                  <a:lnTo>
                    <a:pt x="108873" y="8943"/>
                  </a:lnTo>
                  <a:lnTo>
                    <a:pt x="109366" y="8708"/>
                  </a:lnTo>
                  <a:lnTo>
                    <a:pt x="110239" y="9208"/>
                  </a:lnTo>
                  <a:lnTo>
                    <a:pt x="110285" y="10515"/>
                  </a:lnTo>
                  <a:lnTo>
                    <a:pt x="109954" y="10532"/>
                  </a:lnTo>
                  <a:lnTo>
                    <a:pt x="109983" y="10273"/>
                  </a:lnTo>
                  <a:lnTo>
                    <a:pt x="109654" y="10550"/>
                  </a:lnTo>
                  <a:lnTo>
                    <a:pt x="108762" y="10406"/>
                  </a:lnTo>
                  <a:lnTo>
                    <a:pt x="107983" y="10811"/>
                  </a:lnTo>
                  <a:lnTo>
                    <a:pt x="108179" y="11573"/>
                  </a:lnTo>
                  <a:lnTo>
                    <a:pt x="107944" y="12305"/>
                  </a:lnTo>
                  <a:lnTo>
                    <a:pt x="108656" y="12945"/>
                  </a:lnTo>
                  <a:lnTo>
                    <a:pt x="108859" y="13554"/>
                  </a:lnTo>
                  <a:lnTo>
                    <a:pt x="109235" y="13601"/>
                  </a:lnTo>
                  <a:lnTo>
                    <a:pt x="109194" y="14177"/>
                  </a:lnTo>
                  <a:lnTo>
                    <a:pt x="110080" y="14442"/>
                  </a:lnTo>
                  <a:lnTo>
                    <a:pt x="110369" y="14961"/>
                  </a:lnTo>
                  <a:lnTo>
                    <a:pt x="111167" y="15438"/>
                  </a:lnTo>
                  <a:lnTo>
                    <a:pt x="111959" y="15342"/>
                  </a:lnTo>
                  <a:lnTo>
                    <a:pt x="112443" y="15618"/>
                  </a:lnTo>
                  <a:lnTo>
                    <a:pt x="113102" y="16847"/>
                  </a:lnTo>
                  <a:lnTo>
                    <a:pt x="113274" y="17999"/>
                  </a:lnTo>
                  <a:lnTo>
                    <a:pt x="114152" y="18091"/>
                  </a:lnTo>
                  <a:lnTo>
                    <a:pt x="113894" y="18553"/>
                  </a:lnTo>
                  <a:lnTo>
                    <a:pt x="114374" y="18758"/>
                  </a:lnTo>
                  <a:lnTo>
                    <a:pt x="114587" y="18601"/>
                  </a:lnTo>
                  <a:lnTo>
                    <a:pt x="114677" y="18913"/>
                  </a:lnTo>
                  <a:lnTo>
                    <a:pt x="115093" y="18976"/>
                  </a:lnTo>
                  <a:lnTo>
                    <a:pt x="115013" y="19272"/>
                  </a:lnTo>
                  <a:lnTo>
                    <a:pt x="116007" y="19023"/>
                  </a:lnTo>
                  <a:lnTo>
                    <a:pt x="116064" y="19470"/>
                  </a:lnTo>
                  <a:lnTo>
                    <a:pt x="115682" y="19832"/>
                  </a:lnTo>
                  <a:lnTo>
                    <a:pt x="115909" y="20144"/>
                  </a:lnTo>
                  <a:lnTo>
                    <a:pt x="116387" y="20102"/>
                  </a:lnTo>
                  <a:lnTo>
                    <a:pt x="116665" y="20936"/>
                  </a:lnTo>
                  <a:lnTo>
                    <a:pt x="117038" y="20720"/>
                  </a:lnTo>
                  <a:lnTo>
                    <a:pt x="116947" y="20157"/>
                  </a:lnTo>
                  <a:lnTo>
                    <a:pt x="117108" y="20563"/>
                  </a:lnTo>
                  <a:lnTo>
                    <a:pt x="117495" y="20275"/>
                  </a:lnTo>
                  <a:lnTo>
                    <a:pt x="117562" y="20866"/>
                  </a:lnTo>
                  <a:lnTo>
                    <a:pt x="117862" y="20632"/>
                  </a:lnTo>
                  <a:lnTo>
                    <a:pt x="118010" y="20968"/>
                  </a:lnTo>
                  <a:lnTo>
                    <a:pt x="118461" y="21009"/>
                  </a:lnTo>
                  <a:lnTo>
                    <a:pt x="118376" y="22355"/>
                  </a:lnTo>
                  <a:lnTo>
                    <a:pt x="118864" y="22442"/>
                  </a:lnTo>
                  <a:lnTo>
                    <a:pt x="118838" y="21944"/>
                  </a:lnTo>
                  <a:lnTo>
                    <a:pt x="119041" y="22232"/>
                  </a:lnTo>
                  <a:lnTo>
                    <a:pt x="119646" y="22004"/>
                  </a:lnTo>
                  <a:lnTo>
                    <a:pt x="119994" y="22640"/>
                  </a:lnTo>
                  <a:lnTo>
                    <a:pt x="120702" y="22499"/>
                  </a:lnTo>
                  <a:lnTo>
                    <a:pt x="120540" y="23176"/>
                  </a:lnTo>
                  <a:lnTo>
                    <a:pt x="120933" y="23181"/>
                  </a:lnTo>
                  <a:lnTo>
                    <a:pt x="120979" y="22905"/>
                  </a:lnTo>
                  <a:lnTo>
                    <a:pt x="121639" y="22657"/>
                  </a:lnTo>
                  <a:lnTo>
                    <a:pt x="121597" y="23295"/>
                  </a:lnTo>
                  <a:lnTo>
                    <a:pt x="122313" y="23884"/>
                  </a:lnTo>
                  <a:lnTo>
                    <a:pt x="124558" y="24309"/>
                  </a:lnTo>
                  <a:lnTo>
                    <a:pt x="125236" y="23849"/>
                  </a:lnTo>
                  <a:lnTo>
                    <a:pt x="126074" y="23719"/>
                  </a:lnTo>
                  <a:lnTo>
                    <a:pt x="126635" y="24340"/>
                  </a:lnTo>
                  <a:lnTo>
                    <a:pt x="126607" y="24835"/>
                  </a:lnTo>
                  <a:lnTo>
                    <a:pt x="127793" y="25981"/>
                  </a:lnTo>
                  <a:lnTo>
                    <a:pt x="127857" y="26842"/>
                  </a:lnTo>
                  <a:lnTo>
                    <a:pt x="128424" y="27330"/>
                  </a:lnTo>
                  <a:lnTo>
                    <a:pt x="128270" y="27491"/>
                  </a:lnTo>
                  <a:lnTo>
                    <a:pt x="127839" y="27231"/>
                  </a:lnTo>
                  <a:lnTo>
                    <a:pt x="127819" y="27619"/>
                  </a:lnTo>
                  <a:lnTo>
                    <a:pt x="127460" y="27524"/>
                  </a:lnTo>
                  <a:lnTo>
                    <a:pt x="127281" y="27750"/>
                  </a:lnTo>
                  <a:lnTo>
                    <a:pt x="127792" y="27952"/>
                  </a:lnTo>
                  <a:lnTo>
                    <a:pt x="128097" y="28757"/>
                  </a:lnTo>
                  <a:lnTo>
                    <a:pt x="128444" y="30293"/>
                  </a:lnTo>
                  <a:lnTo>
                    <a:pt x="128141" y="30694"/>
                  </a:lnTo>
                  <a:lnTo>
                    <a:pt x="128170" y="31092"/>
                  </a:lnTo>
                  <a:lnTo>
                    <a:pt x="128643" y="30961"/>
                  </a:lnTo>
                  <a:lnTo>
                    <a:pt x="129401" y="31404"/>
                  </a:lnTo>
                  <a:lnTo>
                    <a:pt x="129883" y="33063"/>
                  </a:lnTo>
                  <a:lnTo>
                    <a:pt x="129632" y="35783"/>
                  </a:lnTo>
                  <a:lnTo>
                    <a:pt x="128739" y="38740"/>
                  </a:lnTo>
                  <a:lnTo>
                    <a:pt x="128972" y="40633"/>
                  </a:lnTo>
                  <a:lnTo>
                    <a:pt x="130123" y="42174"/>
                  </a:lnTo>
                  <a:lnTo>
                    <a:pt x="133180" y="43815"/>
                  </a:lnTo>
                  <a:lnTo>
                    <a:pt x="134515" y="44842"/>
                  </a:lnTo>
                  <a:lnTo>
                    <a:pt x="135620" y="46111"/>
                  </a:lnTo>
                  <a:lnTo>
                    <a:pt x="136833" y="48119"/>
                  </a:lnTo>
                  <a:lnTo>
                    <a:pt x="137617" y="48772"/>
                  </a:lnTo>
                  <a:lnTo>
                    <a:pt x="139094" y="49140"/>
                  </a:lnTo>
                  <a:lnTo>
                    <a:pt x="140946" y="48787"/>
                  </a:lnTo>
                  <a:lnTo>
                    <a:pt x="142522" y="48132"/>
                  </a:lnTo>
                  <a:lnTo>
                    <a:pt x="146457" y="45598"/>
                  </a:lnTo>
                  <a:lnTo>
                    <a:pt x="148101" y="45072"/>
                  </a:lnTo>
                  <a:lnTo>
                    <a:pt x="150779" y="44744"/>
                  </a:lnTo>
                  <a:lnTo>
                    <a:pt x="155904" y="46398"/>
                  </a:lnTo>
                  <a:lnTo>
                    <a:pt x="156422" y="47059"/>
                  </a:lnTo>
                  <a:lnTo>
                    <a:pt x="156862" y="47192"/>
                  </a:lnTo>
                  <a:lnTo>
                    <a:pt x="156853" y="47473"/>
                  </a:lnTo>
                  <a:lnTo>
                    <a:pt x="157588" y="47710"/>
                  </a:lnTo>
                  <a:lnTo>
                    <a:pt x="157232" y="48036"/>
                  </a:lnTo>
                  <a:lnTo>
                    <a:pt x="157656" y="48727"/>
                  </a:lnTo>
                  <a:lnTo>
                    <a:pt x="157615" y="49163"/>
                  </a:lnTo>
                  <a:lnTo>
                    <a:pt x="158143" y="48905"/>
                  </a:lnTo>
                  <a:lnTo>
                    <a:pt x="158780" y="49129"/>
                  </a:lnTo>
                  <a:lnTo>
                    <a:pt x="158668" y="49602"/>
                  </a:lnTo>
                  <a:lnTo>
                    <a:pt x="158123" y="50187"/>
                  </a:lnTo>
                  <a:lnTo>
                    <a:pt x="158850" y="50559"/>
                  </a:lnTo>
                  <a:lnTo>
                    <a:pt x="159288" y="50452"/>
                  </a:lnTo>
                  <a:lnTo>
                    <a:pt x="159474" y="50769"/>
                  </a:lnTo>
                  <a:lnTo>
                    <a:pt x="159919" y="50563"/>
                  </a:lnTo>
                  <a:lnTo>
                    <a:pt x="160142" y="50783"/>
                  </a:lnTo>
                  <a:lnTo>
                    <a:pt x="159820" y="51239"/>
                  </a:lnTo>
                  <a:lnTo>
                    <a:pt x="160269" y="51584"/>
                  </a:lnTo>
                  <a:lnTo>
                    <a:pt x="161307" y="51435"/>
                  </a:lnTo>
                  <a:lnTo>
                    <a:pt x="161771" y="51981"/>
                  </a:lnTo>
                  <a:lnTo>
                    <a:pt x="161842" y="51484"/>
                  </a:lnTo>
                  <a:lnTo>
                    <a:pt x="162180" y="51470"/>
                  </a:lnTo>
                  <a:lnTo>
                    <a:pt x="162249" y="51745"/>
                  </a:lnTo>
                  <a:lnTo>
                    <a:pt x="162000" y="52039"/>
                  </a:lnTo>
                  <a:lnTo>
                    <a:pt x="162264" y="52689"/>
                  </a:lnTo>
                  <a:lnTo>
                    <a:pt x="163104" y="52428"/>
                  </a:lnTo>
                  <a:lnTo>
                    <a:pt x="163445" y="52811"/>
                  </a:lnTo>
                  <a:lnTo>
                    <a:pt x="164140" y="52913"/>
                  </a:lnTo>
                  <a:lnTo>
                    <a:pt x="165010" y="52699"/>
                  </a:lnTo>
                  <a:lnTo>
                    <a:pt x="166346" y="53260"/>
                  </a:lnTo>
                  <a:lnTo>
                    <a:pt x="166586" y="52824"/>
                  </a:lnTo>
                  <a:lnTo>
                    <a:pt x="167049" y="52603"/>
                  </a:lnTo>
                  <a:lnTo>
                    <a:pt x="167138" y="53017"/>
                  </a:lnTo>
                  <a:lnTo>
                    <a:pt x="167745" y="53171"/>
                  </a:lnTo>
                  <a:lnTo>
                    <a:pt x="168238" y="52638"/>
                  </a:lnTo>
                  <a:lnTo>
                    <a:pt x="168622" y="52671"/>
                  </a:lnTo>
                  <a:lnTo>
                    <a:pt x="168846" y="52443"/>
                  </a:lnTo>
                  <a:lnTo>
                    <a:pt x="171819" y="52239"/>
                  </a:lnTo>
                  <a:lnTo>
                    <a:pt x="175253" y="53035"/>
                  </a:lnTo>
                  <a:lnTo>
                    <a:pt x="176352" y="52883"/>
                  </a:lnTo>
                  <a:lnTo>
                    <a:pt x="177224" y="52333"/>
                  </a:lnTo>
                  <a:lnTo>
                    <a:pt x="180118" y="52902"/>
                  </a:lnTo>
                  <a:lnTo>
                    <a:pt x="180983" y="52539"/>
                  </a:lnTo>
                  <a:lnTo>
                    <a:pt x="182209" y="54003"/>
                  </a:lnTo>
                  <a:lnTo>
                    <a:pt x="182515" y="54052"/>
                  </a:lnTo>
                  <a:lnTo>
                    <a:pt x="183376" y="53477"/>
                  </a:lnTo>
                  <a:lnTo>
                    <a:pt x="183221" y="52791"/>
                  </a:lnTo>
                  <a:lnTo>
                    <a:pt x="183489" y="52585"/>
                  </a:lnTo>
                  <a:lnTo>
                    <a:pt x="184205" y="52984"/>
                  </a:lnTo>
                  <a:lnTo>
                    <a:pt x="184557" y="54112"/>
                  </a:lnTo>
                  <a:lnTo>
                    <a:pt x="185894" y="55243"/>
                  </a:lnTo>
                  <a:lnTo>
                    <a:pt x="186877" y="56701"/>
                  </a:lnTo>
                  <a:lnTo>
                    <a:pt x="188541" y="57862"/>
                  </a:lnTo>
                  <a:lnTo>
                    <a:pt x="188793" y="59238"/>
                  </a:lnTo>
                  <a:lnTo>
                    <a:pt x="188569" y="59791"/>
                  </a:lnTo>
                  <a:lnTo>
                    <a:pt x="189403" y="61793"/>
                  </a:lnTo>
                  <a:lnTo>
                    <a:pt x="189205" y="62212"/>
                  </a:lnTo>
                  <a:lnTo>
                    <a:pt x="188783" y="62425"/>
                  </a:lnTo>
                  <a:lnTo>
                    <a:pt x="188986" y="63710"/>
                  </a:lnTo>
                  <a:lnTo>
                    <a:pt x="191053" y="66401"/>
                  </a:lnTo>
                  <a:lnTo>
                    <a:pt x="191548" y="66650"/>
                  </a:lnTo>
                  <a:lnTo>
                    <a:pt x="192463" y="66493"/>
                  </a:lnTo>
                  <a:lnTo>
                    <a:pt x="193979" y="66084"/>
                  </a:lnTo>
                  <a:lnTo>
                    <a:pt x="194746" y="66141"/>
                  </a:lnTo>
                  <a:lnTo>
                    <a:pt x="195633" y="66864"/>
                  </a:lnTo>
                  <a:lnTo>
                    <a:pt x="196872" y="68839"/>
                  </a:lnTo>
                  <a:lnTo>
                    <a:pt x="198385" y="69594"/>
                  </a:lnTo>
                  <a:lnTo>
                    <a:pt x="199025" y="69552"/>
                  </a:lnTo>
                  <a:lnTo>
                    <a:pt x="199860" y="70145"/>
                  </a:lnTo>
                  <a:lnTo>
                    <a:pt x="200254" y="70134"/>
                  </a:lnTo>
                  <a:lnTo>
                    <a:pt x="200480" y="69347"/>
                  </a:lnTo>
                  <a:lnTo>
                    <a:pt x="201396" y="68219"/>
                  </a:lnTo>
                  <a:lnTo>
                    <a:pt x="201823" y="67256"/>
                  </a:lnTo>
                  <a:lnTo>
                    <a:pt x="201728" y="65312"/>
                  </a:lnTo>
                  <a:lnTo>
                    <a:pt x="201994" y="64454"/>
                  </a:lnTo>
                  <a:lnTo>
                    <a:pt x="201611" y="62942"/>
                  </a:lnTo>
                  <a:lnTo>
                    <a:pt x="202029" y="62137"/>
                  </a:lnTo>
                  <a:lnTo>
                    <a:pt x="202521" y="61985"/>
                  </a:lnTo>
                  <a:lnTo>
                    <a:pt x="204101" y="62200"/>
                  </a:lnTo>
                  <a:lnTo>
                    <a:pt x="205425" y="61834"/>
                  </a:lnTo>
                  <a:lnTo>
                    <a:pt x="206186" y="61065"/>
                  </a:lnTo>
                  <a:lnTo>
                    <a:pt x="206713" y="59511"/>
                  </a:lnTo>
                  <a:lnTo>
                    <a:pt x="206732" y="58438"/>
                  </a:lnTo>
                  <a:lnTo>
                    <a:pt x="207635" y="59136"/>
                  </a:lnTo>
                  <a:lnTo>
                    <a:pt x="208666" y="58935"/>
                  </a:lnTo>
                  <a:lnTo>
                    <a:pt x="209318" y="58643"/>
                  </a:lnTo>
                  <a:lnTo>
                    <a:pt x="209702" y="57916"/>
                  </a:lnTo>
                  <a:lnTo>
                    <a:pt x="210175" y="57574"/>
                  </a:lnTo>
                  <a:lnTo>
                    <a:pt x="210268" y="56980"/>
                  </a:lnTo>
                  <a:lnTo>
                    <a:pt x="210639" y="56794"/>
                  </a:lnTo>
                  <a:lnTo>
                    <a:pt x="212147" y="56687"/>
                  </a:lnTo>
                  <a:lnTo>
                    <a:pt x="214197" y="57611"/>
                  </a:lnTo>
                  <a:lnTo>
                    <a:pt x="214578" y="56828"/>
                  </a:lnTo>
                  <a:lnTo>
                    <a:pt x="213683" y="55928"/>
                  </a:lnTo>
                  <a:lnTo>
                    <a:pt x="214182" y="54955"/>
                  </a:lnTo>
                  <a:lnTo>
                    <a:pt x="214373" y="54647"/>
                  </a:lnTo>
                  <a:lnTo>
                    <a:pt x="215916" y="53800"/>
                  </a:lnTo>
                  <a:lnTo>
                    <a:pt x="216463" y="52737"/>
                  </a:lnTo>
                  <a:lnTo>
                    <a:pt x="216467" y="51900"/>
                  </a:lnTo>
                  <a:lnTo>
                    <a:pt x="216770" y="51496"/>
                  </a:lnTo>
                  <a:lnTo>
                    <a:pt x="218528" y="51383"/>
                  </a:lnTo>
                  <a:lnTo>
                    <a:pt x="218192" y="49909"/>
                  </a:lnTo>
                  <a:lnTo>
                    <a:pt x="219587" y="48360"/>
                  </a:lnTo>
                  <a:lnTo>
                    <a:pt x="220506" y="48762"/>
                  </a:lnTo>
                  <a:lnTo>
                    <a:pt x="220930" y="48335"/>
                  </a:lnTo>
                  <a:lnTo>
                    <a:pt x="221773" y="49451"/>
                  </a:lnTo>
                  <a:lnTo>
                    <a:pt x="222450" y="48934"/>
                  </a:lnTo>
                  <a:lnTo>
                    <a:pt x="223290" y="47180"/>
                  </a:lnTo>
                  <a:lnTo>
                    <a:pt x="225333" y="46490"/>
                  </a:lnTo>
                  <a:lnTo>
                    <a:pt x="227212" y="47147"/>
                  </a:lnTo>
                  <a:lnTo>
                    <a:pt x="228792" y="46939"/>
                  </a:lnTo>
                  <a:lnTo>
                    <a:pt x="229255" y="47592"/>
                  </a:lnTo>
                  <a:lnTo>
                    <a:pt x="229776" y="46127"/>
                  </a:lnTo>
                  <a:lnTo>
                    <a:pt x="232006" y="44260"/>
                  </a:lnTo>
                  <a:lnTo>
                    <a:pt x="232297" y="43234"/>
                  </a:lnTo>
                  <a:lnTo>
                    <a:pt x="232677" y="42955"/>
                  </a:lnTo>
                  <a:lnTo>
                    <a:pt x="233449" y="43074"/>
                  </a:lnTo>
                  <a:lnTo>
                    <a:pt x="234552" y="42805"/>
                  </a:lnTo>
                  <a:lnTo>
                    <a:pt x="235224" y="42177"/>
                  </a:lnTo>
                  <a:lnTo>
                    <a:pt x="235304" y="41530"/>
                  </a:lnTo>
                  <a:lnTo>
                    <a:pt x="234647" y="40847"/>
                  </a:lnTo>
                  <a:lnTo>
                    <a:pt x="234646" y="40303"/>
                  </a:lnTo>
                  <a:lnTo>
                    <a:pt x="235164" y="39858"/>
                  </a:lnTo>
                  <a:lnTo>
                    <a:pt x="235577" y="39813"/>
                  </a:lnTo>
                  <a:lnTo>
                    <a:pt x="235581" y="39514"/>
                  </a:lnTo>
                  <a:lnTo>
                    <a:pt x="236164" y="38909"/>
                  </a:lnTo>
                  <a:lnTo>
                    <a:pt x="236439" y="37737"/>
                  </a:lnTo>
                  <a:lnTo>
                    <a:pt x="237670" y="36445"/>
                  </a:lnTo>
                  <a:lnTo>
                    <a:pt x="238254" y="36664"/>
                  </a:lnTo>
                  <a:lnTo>
                    <a:pt x="238774" y="36250"/>
                  </a:lnTo>
                  <a:lnTo>
                    <a:pt x="238134" y="35917"/>
                  </a:lnTo>
                  <a:lnTo>
                    <a:pt x="238475" y="34651"/>
                  </a:lnTo>
                  <a:lnTo>
                    <a:pt x="239595" y="34784"/>
                  </a:lnTo>
                  <a:lnTo>
                    <a:pt x="240621" y="34344"/>
                  </a:lnTo>
                  <a:lnTo>
                    <a:pt x="241148" y="34721"/>
                  </a:lnTo>
                  <a:lnTo>
                    <a:pt x="242011" y="34187"/>
                  </a:lnTo>
                  <a:lnTo>
                    <a:pt x="241828" y="33591"/>
                  </a:lnTo>
                  <a:lnTo>
                    <a:pt x="242051" y="32351"/>
                  </a:lnTo>
                  <a:lnTo>
                    <a:pt x="242187" y="32165"/>
                  </a:lnTo>
                  <a:lnTo>
                    <a:pt x="242530" y="32357"/>
                  </a:lnTo>
                  <a:lnTo>
                    <a:pt x="242679" y="32048"/>
                  </a:lnTo>
                  <a:lnTo>
                    <a:pt x="242185" y="31827"/>
                  </a:lnTo>
                  <a:lnTo>
                    <a:pt x="242501" y="31399"/>
                  </a:lnTo>
                  <a:lnTo>
                    <a:pt x="242423" y="31172"/>
                  </a:lnTo>
                  <a:lnTo>
                    <a:pt x="243100" y="30734"/>
                  </a:lnTo>
                  <a:lnTo>
                    <a:pt x="242722" y="30199"/>
                  </a:lnTo>
                  <a:lnTo>
                    <a:pt x="243794" y="30386"/>
                  </a:lnTo>
                  <a:lnTo>
                    <a:pt x="244518" y="29971"/>
                  </a:lnTo>
                  <a:lnTo>
                    <a:pt x="245042" y="30036"/>
                  </a:lnTo>
                  <a:lnTo>
                    <a:pt x="246104" y="29356"/>
                  </a:lnTo>
                  <a:lnTo>
                    <a:pt x="246403" y="29730"/>
                  </a:lnTo>
                  <a:lnTo>
                    <a:pt x="246863" y="29341"/>
                  </a:lnTo>
                  <a:lnTo>
                    <a:pt x="246848" y="29900"/>
                  </a:lnTo>
                  <a:lnTo>
                    <a:pt x="247070" y="30115"/>
                  </a:lnTo>
                  <a:lnTo>
                    <a:pt x="247206" y="29708"/>
                  </a:lnTo>
                  <a:lnTo>
                    <a:pt x="247458" y="30200"/>
                  </a:lnTo>
                  <a:lnTo>
                    <a:pt x="248141" y="30000"/>
                  </a:lnTo>
                  <a:lnTo>
                    <a:pt x="248467" y="30441"/>
                  </a:lnTo>
                  <a:lnTo>
                    <a:pt x="248863" y="30078"/>
                  </a:lnTo>
                  <a:lnTo>
                    <a:pt x="249069" y="30198"/>
                  </a:lnTo>
                  <a:lnTo>
                    <a:pt x="248869" y="30334"/>
                  </a:lnTo>
                  <a:lnTo>
                    <a:pt x="249060" y="30544"/>
                  </a:lnTo>
                  <a:lnTo>
                    <a:pt x="249199" y="30415"/>
                  </a:lnTo>
                  <a:lnTo>
                    <a:pt x="249609" y="30659"/>
                  </a:lnTo>
                  <a:lnTo>
                    <a:pt x="249740" y="30220"/>
                  </a:lnTo>
                  <a:lnTo>
                    <a:pt x="249872" y="30483"/>
                  </a:lnTo>
                  <a:lnTo>
                    <a:pt x="250449" y="30056"/>
                  </a:lnTo>
                  <a:lnTo>
                    <a:pt x="250394" y="30568"/>
                  </a:lnTo>
                  <a:lnTo>
                    <a:pt x="251108" y="30446"/>
                  </a:lnTo>
                  <a:lnTo>
                    <a:pt x="251159" y="30783"/>
                  </a:lnTo>
                  <a:lnTo>
                    <a:pt x="251445" y="30663"/>
                  </a:lnTo>
                  <a:lnTo>
                    <a:pt x="252463" y="31358"/>
                  </a:lnTo>
                  <a:lnTo>
                    <a:pt x="252308" y="31560"/>
                  </a:lnTo>
                  <a:lnTo>
                    <a:pt x="252469" y="31904"/>
                  </a:lnTo>
                  <a:lnTo>
                    <a:pt x="252926" y="32242"/>
                  </a:lnTo>
                  <a:lnTo>
                    <a:pt x="252908" y="32536"/>
                  </a:lnTo>
                  <a:lnTo>
                    <a:pt x="253413" y="32672"/>
                  </a:lnTo>
                  <a:lnTo>
                    <a:pt x="253414" y="33138"/>
                  </a:lnTo>
                  <a:lnTo>
                    <a:pt x="253619" y="32989"/>
                  </a:lnTo>
                  <a:lnTo>
                    <a:pt x="254417" y="33578"/>
                  </a:lnTo>
                  <a:lnTo>
                    <a:pt x="254325" y="34087"/>
                  </a:lnTo>
                  <a:lnTo>
                    <a:pt x="254551" y="34203"/>
                  </a:lnTo>
                  <a:lnTo>
                    <a:pt x="254356" y="34718"/>
                  </a:lnTo>
                  <a:lnTo>
                    <a:pt x="255047" y="35005"/>
                  </a:lnTo>
                  <a:lnTo>
                    <a:pt x="254359" y="35897"/>
                  </a:lnTo>
                  <a:lnTo>
                    <a:pt x="254795" y="36135"/>
                  </a:lnTo>
                  <a:lnTo>
                    <a:pt x="254847" y="36401"/>
                  </a:lnTo>
                  <a:lnTo>
                    <a:pt x="255173" y="36379"/>
                  </a:lnTo>
                  <a:lnTo>
                    <a:pt x="255145" y="36611"/>
                  </a:lnTo>
                  <a:lnTo>
                    <a:pt x="256035" y="36587"/>
                  </a:lnTo>
                  <a:lnTo>
                    <a:pt x="255786" y="36879"/>
                  </a:lnTo>
                  <a:lnTo>
                    <a:pt x="256072" y="37113"/>
                  </a:lnTo>
                  <a:lnTo>
                    <a:pt x="255893" y="37353"/>
                  </a:lnTo>
                  <a:lnTo>
                    <a:pt x="256280" y="37669"/>
                  </a:lnTo>
                  <a:lnTo>
                    <a:pt x="256350" y="38210"/>
                  </a:lnTo>
                  <a:lnTo>
                    <a:pt x="256599" y="38222"/>
                  </a:lnTo>
                  <a:lnTo>
                    <a:pt x="256752" y="39098"/>
                  </a:lnTo>
                  <a:lnTo>
                    <a:pt x="257634" y="39419"/>
                  </a:lnTo>
                  <a:lnTo>
                    <a:pt x="257852" y="39273"/>
                  </a:lnTo>
                  <a:lnTo>
                    <a:pt x="258275" y="39753"/>
                  </a:lnTo>
                  <a:lnTo>
                    <a:pt x="258514" y="41330"/>
                  </a:lnTo>
                  <a:lnTo>
                    <a:pt x="259082" y="42035"/>
                  </a:lnTo>
                  <a:lnTo>
                    <a:pt x="258813" y="42447"/>
                  </a:lnTo>
                  <a:lnTo>
                    <a:pt x="259450" y="43261"/>
                  </a:lnTo>
                  <a:lnTo>
                    <a:pt x="259367" y="43643"/>
                  </a:lnTo>
                  <a:lnTo>
                    <a:pt x="259663" y="43637"/>
                  </a:lnTo>
                  <a:lnTo>
                    <a:pt x="259924" y="44075"/>
                  </a:lnTo>
                  <a:lnTo>
                    <a:pt x="259563" y="44201"/>
                  </a:lnTo>
                  <a:lnTo>
                    <a:pt x="259729" y="44860"/>
                  </a:lnTo>
                  <a:lnTo>
                    <a:pt x="259408" y="45273"/>
                  </a:lnTo>
                  <a:lnTo>
                    <a:pt x="259979" y="45604"/>
                  </a:lnTo>
                  <a:lnTo>
                    <a:pt x="259853" y="46105"/>
                  </a:lnTo>
                  <a:lnTo>
                    <a:pt x="260141" y="46154"/>
                  </a:lnTo>
                  <a:lnTo>
                    <a:pt x="260321" y="46589"/>
                  </a:lnTo>
                  <a:lnTo>
                    <a:pt x="261092" y="46687"/>
                  </a:lnTo>
                  <a:lnTo>
                    <a:pt x="261330" y="47505"/>
                  </a:lnTo>
                  <a:lnTo>
                    <a:pt x="261147" y="48107"/>
                  </a:lnTo>
                  <a:lnTo>
                    <a:pt x="261275" y="48537"/>
                  </a:lnTo>
                  <a:lnTo>
                    <a:pt x="262060" y="49244"/>
                  </a:lnTo>
                  <a:lnTo>
                    <a:pt x="261732" y="49561"/>
                  </a:lnTo>
                  <a:lnTo>
                    <a:pt x="262487" y="49728"/>
                  </a:lnTo>
                  <a:lnTo>
                    <a:pt x="262083" y="50715"/>
                  </a:lnTo>
                  <a:lnTo>
                    <a:pt x="262793" y="51769"/>
                  </a:lnTo>
                  <a:lnTo>
                    <a:pt x="262434" y="52376"/>
                  </a:lnTo>
                  <a:lnTo>
                    <a:pt x="262581" y="52834"/>
                  </a:lnTo>
                  <a:lnTo>
                    <a:pt x="262867" y="52983"/>
                  </a:lnTo>
                  <a:lnTo>
                    <a:pt x="263008" y="53667"/>
                  </a:lnTo>
                  <a:lnTo>
                    <a:pt x="262239" y="53988"/>
                  </a:lnTo>
                  <a:lnTo>
                    <a:pt x="262239" y="54250"/>
                  </a:lnTo>
                  <a:lnTo>
                    <a:pt x="262572" y="54481"/>
                  </a:lnTo>
                  <a:lnTo>
                    <a:pt x="262367" y="55120"/>
                  </a:lnTo>
                  <a:lnTo>
                    <a:pt x="262518" y="55318"/>
                  </a:lnTo>
                  <a:lnTo>
                    <a:pt x="262814" y="55180"/>
                  </a:lnTo>
                  <a:lnTo>
                    <a:pt x="263061" y="56024"/>
                  </a:lnTo>
                  <a:lnTo>
                    <a:pt x="263530" y="56115"/>
                  </a:lnTo>
                  <a:lnTo>
                    <a:pt x="263330" y="56592"/>
                  </a:lnTo>
                  <a:lnTo>
                    <a:pt x="263839" y="56386"/>
                  </a:lnTo>
                  <a:lnTo>
                    <a:pt x="264035" y="56513"/>
                  </a:lnTo>
                  <a:lnTo>
                    <a:pt x="264072" y="57412"/>
                  </a:lnTo>
                  <a:lnTo>
                    <a:pt x="264374" y="58001"/>
                  </a:lnTo>
                  <a:lnTo>
                    <a:pt x="263901" y="58154"/>
                  </a:lnTo>
                  <a:lnTo>
                    <a:pt x="263986" y="58519"/>
                  </a:lnTo>
                  <a:lnTo>
                    <a:pt x="263753" y="58665"/>
                  </a:lnTo>
                  <a:lnTo>
                    <a:pt x="264065" y="59055"/>
                  </a:lnTo>
                  <a:lnTo>
                    <a:pt x="263889" y="59351"/>
                  </a:lnTo>
                  <a:lnTo>
                    <a:pt x="264057" y="59853"/>
                  </a:lnTo>
                  <a:lnTo>
                    <a:pt x="263781" y="60342"/>
                  </a:lnTo>
                  <a:lnTo>
                    <a:pt x="264294" y="61169"/>
                  </a:lnTo>
                  <a:lnTo>
                    <a:pt x="264870" y="61573"/>
                  </a:lnTo>
                  <a:lnTo>
                    <a:pt x="264918" y="62189"/>
                  </a:lnTo>
                  <a:lnTo>
                    <a:pt x="265651" y="62634"/>
                  </a:lnTo>
                  <a:lnTo>
                    <a:pt x="265413" y="63373"/>
                  </a:lnTo>
                  <a:lnTo>
                    <a:pt x="265944" y="63696"/>
                  </a:lnTo>
                  <a:lnTo>
                    <a:pt x="265461" y="64611"/>
                  </a:lnTo>
                  <a:lnTo>
                    <a:pt x="265507" y="65205"/>
                  </a:lnTo>
                  <a:lnTo>
                    <a:pt x="266369" y="65396"/>
                  </a:lnTo>
                  <a:lnTo>
                    <a:pt x="266568" y="65932"/>
                  </a:lnTo>
                  <a:lnTo>
                    <a:pt x="267225" y="66223"/>
                  </a:lnTo>
                  <a:lnTo>
                    <a:pt x="267685" y="67157"/>
                  </a:lnTo>
                  <a:lnTo>
                    <a:pt x="268195" y="67496"/>
                  </a:lnTo>
                  <a:lnTo>
                    <a:pt x="269422" y="68284"/>
                  </a:lnTo>
                  <a:lnTo>
                    <a:pt x="269786" y="68017"/>
                  </a:lnTo>
                  <a:lnTo>
                    <a:pt x="270252" y="68093"/>
                  </a:lnTo>
                  <a:lnTo>
                    <a:pt x="271206" y="69123"/>
                  </a:lnTo>
                  <a:lnTo>
                    <a:pt x="272395" y="69312"/>
                  </a:lnTo>
                  <a:lnTo>
                    <a:pt x="273191" y="68827"/>
                  </a:lnTo>
                  <a:lnTo>
                    <a:pt x="273559" y="68215"/>
                  </a:lnTo>
                  <a:lnTo>
                    <a:pt x="273563" y="67389"/>
                  </a:lnTo>
                  <a:lnTo>
                    <a:pt x="273930" y="67130"/>
                  </a:lnTo>
                  <a:lnTo>
                    <a:pt x="273653" y="66921"/>
                  </a:lnTo>
                  <a:lnTo>
                    <a:pt x="274316" y="66412"/>
                  </a:lnTo>
                  <a:lnTo>
                    <a:pt x="276509" y="66911"/>
                  </a:lnTo>
                  <a:lnTo>
                    <a:pt x="276822" y="66217"/>
                  </a:lnTo>
                  <a:lnTo>
                    <a:pt x="277857" y="65364"/>
                  </a:lnTo>
                  <a:lnTo>
                    <a:pt x="278131" y="64582"/>
                  </a:lnTo>
                  <a:lnTo>
                    <a:pt x="280199" y="64296"/>
                  </a:lnTo>
                  <a:lnTo>
                    <a:pt x="280801" y="63920"/>
                  </a:lnTo>
                  <a:lnTo>
                    <a:pt x="281278" y="63905"/>
                  </a:lnTo>
                  <a:lnTo>
                    <a:pt x="281546" y="62964"/>
                  </a:lnTo>
                  <a:lnTo>
                    <a:pt x="282166" y="62461"/>
                  </a:lnTo>
                  <a:lnTo>
                    <a:pt x="282186" y="61865"/>
                  </a:lnTo>
                  <a:lnTo>
                    <a:pt x="282597" y="61533"/>
                  </a:lnTo>
                  <a:lnTo>
                    <a:pt x="282839" y="61697"/>
                  </a:lnTo>
                  <a:lnTo>
                    <a:pt x="283728" y="60814"/>
                  </a:lnTo>
                  <a:lnTo>
                    <a:pt x="283904" y="61029"/>
                  </a:lnTo>
                  <a:lnTo>
                    <a:pt x="284238" y="60835"/>
                  </a:lnTo>
                  <a:lnTo>
                    <a:pt x="284412" y="60439"/>
                  </a:lnTo>
                  <a:lnTo>
                    <a:pt x="285475" y="60088"/>
                  </a:lnTo>
                  <a:lnTo>
                    <a:pt x="285513" y="59560"/>
                  </a:lnTo>
                  <a:lnTo>
                    <a:pt x="285907" y="59169"/>
                  </a:lnTo>
                  <a:lnTo>
                    <a:pt x="287353" y="58690"/>
                  </a:lnTo>
                  <a:lnTo>
                    <a:pt x="288012" y="58109"/>
                  </a:lnTo>
                  <a:lnTo>
                    <a:pt x="289622" y="58691"/>
                  </a:lnTo>
                  <a:lnTo>
                    <a:pt x="289613" y="58917"/>
                  </a:lnTo>
                  <a:lnTo>
                    <a:pt x="290405" y="59443"/>
                  </a:lnTo>
                  <a:lnTo>
                    <a:pt x="290799" y="60098"/>
                  </a:lnTo>
                  <a:lnTo>
                    <a:pt x="290713" y="60358"/>
                  </a:lnTo>
                  <a:lnTo>
                    <a:pt x="290949" y="60395"/>
                  </a:lnTo>
                  <a:lnTo>
                    <a:pt x="290843" y="60688"/>
                  </a:lnTo>
                  <a:lnTo>
                    <a:pt x="291403" y="61122"/>
                  </a:lnTo>
                  <a:lnTo>
                    <a:pt x="291465" y="61671"/>
                  </a:lnTo>
                  <a:lnTo>
                    <a:pt x="291801" y="61800"/>
                  </a:lnTo>
                  <a:lnTo>
                    <a:pt x="291869" y="62201"/>
                  </a:lnTo>
                  <a:lnTo>
                    <a:pt x="292333" y="62465"/>
                  </a:lnTo>
                  <a:lnTo>
                    <a:pt x="292252" y="62754"/>
                  </a:lnTo>
                  <a:lnTo>
                    <a:pt x="294098" y="64327"/>
                  </a:lnTo>
                  <a:lnTo>
                    <a:pt x="294345" y="64924"/>
                  </a:lnTo>
                  <a:lnTo>
                    <a:pt x="295106" y="65298"/>
                  </a:lnTo>
                  <a:lnTo>
                    <a:pt x="296142" y="66802"/>
                  </a:lnTo>
                  <a:lnTo>
                    <a:pt x="296748" y="67109"/>
                  </a:lnTo>
                  <a:lnTo>
                    <a:pt x="298939" y="73562"/>
                  </a:lnTo>
                  <a:lnTo>
                    <a:pt x="300955" y="76890"/>
                  </a:lnTo>
                  <a:lnTo>
                    <a:pt x="307011" y="100558"/>
                  </a:lnTo>
                  <a:lnTo>
                    <a:pt x="307493" y="102423"/>
                  </a:lnTo>
                  <a:lnTo>
                    <a:pt x="309026" y="102040"/>
                  </a:lnTo>
                  <a:lnTo>
                    <a:pt x="310613" y="102018"/>
                  </a:lnTo>
                  <a:lnTo>
                    <a:pt x="313002" y="103033"/>
                  </a:lnTo>
                  <a:lnTo>
                    <a:pt x="314303" y="103206"/>
                  </a:lnTo>
                  <a:lnTo>
                    <a:pt x="315575" y="102966"/>
                  </a:lnTo>
                  <a:lnTo>
                    <a:pt x="318043" y="102029"/>
                  </a:lnTo>
                  <a:lnTo>
                    <a:pt x="320066" y="100629"/>
                  </a:lnTo>
                  <a:lnTo>
                    <a:pt x="321030" y="100386"/>
                  </a:lnTo>
                  <a:lnTo>
                    <a:pt x="327915" y="100858"/>
                  </a:lnTo>
                  <a:lnTo>
                    <a:pt x="328405" y="100601"/>
                  </a:lnTo>
                  <a:lnTo>
                    <a:pt x="329752" y="99017"/>
                  </a:lnTo>
                  <a:lnTo>
                    <a:pt x="331719" y="98183"/>
                  </a:lnTo>
                  <a:lnTo>
                    <a:pt x="332985" y="96990"/>
                  </a:lnTo>
                  <a:lnTo>
                    <a:pt x="334666" y="96871"/>
                  </a:lnTo>
                  <a:lnTo>
                    <a:pt x="335810" y="97039"/>
                  </a:lnTo>
                  <a:lnTo>
                    <a:pt x="336697" y="96800"/>
                  </a:lnTo>
                  <a:lnTo>
                    <a:pt x="336454" y="98203"/>
                  </a:lnTo>
                  <a:lnTo>
                    <a:pt x="336317" y="99479"/>
                  </a:lnTo>
                  <a:lnTo>
                    <a:pt x="336488" y="101325"/>
                  </a:lnTo>
                  <a:lnTo>
                    <a:pt x="336379" y="101614"/>
                  </a:lnTo>
                  <a:lnTo>
                    <a:pt x="335957" y="101736"/>
                  </a:lnTo>
                  <a:lnTo>
                    <a:pt x="335702" y="102456"/>
                  </a:lnTo>
                  <a:lnTo>
                    <a:pt x="337262" y="104101"/>
                  </a:lnTo>
                  <a:lnTo>
                    <a:pt x="339111" y="104497"/>
                  </a:lnTo>
                  <a:lnTo>
                    <a:pt x="348069" y="105090"/>
                  </a:lnTo>
                  <a:lnTo>
                    <a:pt x="349448" y="105989"/>
                  </a:lnTo>
                  <a:lnTo>
                    <a:pt x="350676" y="105451"/>
                  </a:lnTo>
                  <a:lnTo>
                    <a:pt x="351476" y="105362"/>
                  </a:lnTo>
                  <a:lnTo>
                    <a:pt x="351675" y="105080"/>
                  </a:lnTo>
                  <a:lnTo>
                    <a:pt x="352999" y="104568"/>
                  </a:lnTo>
                  <a:lnTo>
                    <a:pt x="354672" y="104946"/>
                  </a:lnTo>
                  <a:lnTo>
                    <a:pt x="354922" y="105310"/>
                  </a:lnTo>
                  <a:lnTo>
                    <a:pt x="355695" y="105502"/>
                  </a:lnTo>
                  <a:lnTo>
                    <a:pt x="355963" y="105813"/>
                  </a:lnTo>
                  <a:lnTo>
                    <a:pt x="356663" y="105871"/>
                  </a:lnTo>
                  <a:lnTo>
                    <a:pt x="357184" y="106634"/>
                  </a:lnTo>
                  <a:lnTo>
                    <a:pt x="357684" y="106894"/>
                  </a:lnTo>
                  <a:lnTo>
                    <a:pt x="358195" y="106640"/>
                  </a:lnTo>
                  <a:lnTo>
                    <a:pt x="358577" y="106709"/>
                  </a:lnTo>
                  <a:lnTo>
                    <a:pt x="359770" y="107762"/>
                  </a:lnTo>
                  <a:lnTo>
                    <a:pt x="360247" y="108752"/>
                  </a:lnTo>
                  <a:lnTo>
                    <a:pt x="360123" y="109289"/>
                  </a:lnTo>
                  <a:lnTo>
                    <a:pt x="361765" y="111546"/>
                  </a:lnTo>
                  <a:lnTo>
                    <a:pt x="361803" y="112031"/>
                  </a:lnTo>
                  <a:lnTo>
                    <a:pt x="362337" y="112211"/>
                  </a:lnTo>
                  <a:lnTo>
                    <a:pt x="362454" y="113192"/>
                  </a:lnTo>
                  <a:lnTo>
                    <a:pt x="362750" y="113310"/>
                  </a:lnTo>
                  <a:lnTo>
                    <a:pt x="362646" y="113777"/>
                  </a:lnTo>
                  <a:lnTo>
                    <a:pt x="363396" y="114899"/>
                  </a:lnTo>
                  <a:lnTo>
                    <a:pt x="363958" y="115193"/>
                  </a:lnTo>
                  <a:lnTo>
                    <a:pt x="364023" y="115762"/>
                  </a:lnTo>
                  <a:lnTo>
                    <a:pt x="364347" y="116010"/>
                  </a:lnTo>
                  <a:lnTo>
                    <a:pt x="364365" y="116755"/>
                  </a:lnTo>
                  <a:lnTo>
                    <a:pt x="364688" y="116680"/>
                  </a:lnTo>
                  <a:lnTo>
                    <a:pt x="366026" y="118282"/>
                  </a:lnTo>
                  <a:lnTo>
                    <a:pt x="367277" y="118920"/>
                  </a:lnTo>
                  <a:lnTo>
                    <a:pt x="368811" y="120657"/>
                  </a:lnTo>
                  <a:lnTo>
                    <a:pt x="369126" y="121495"/>
                  </a:lnTo>
                  <a:lnTo>
                    <a:pt x="368881" y="121790"/>
                  </a:lnTo>
                  <a:lnTo>
                    <a:pt x="368987" y="122612"/>
                  </a:lnTo>
                  <a:lnTo>
                    <a:pt x="368487" y="123860"/>
                  </a:lnTo>
                  <a:lnTo>
                    <a:pt x="368960" y="125156"/>
                  </a:lnTo>
                  <a:lnTo>
                    <a:pt x="369036" y="127333"/>
                  </a:lnTo>
                  <a:lnTo>
                    <a:pt x="369472" y="128174"/>
                  </a:lnTo>
                  <a:lnTo>
                    <a:pt x="370994" y="129366"/>
                  </a:lnTo>
                  <a:lnTo>
                    <a:pt x="371488" y="130084"/>
                  </a:lnTo>
                  <a:lnTo>
                    <a:pt x="372370" y="132767"/>
                  </a:lnTo>
                  <a:lnTo>
                    <a:pt x="373365" y="132858"/>
                  </a:lnTo>
                  <a:lnTo>
                    <a:pt x="373843" y="133448"/>
                  </a:lnTo>
                  <a:lnTo>
                    <a:pt x="374404" y="133104"/>
                  </a:lnTo>
                  <a:lnTo>
                    <a:pt x="378876" y="133116"/>
                  </a:lnTo>
                  <a:lnTo>
                    <a:pt x="379752" y="134621"/>
                  </a:lnTo>
                  <a:lnTo>
                    <a:pt x="379948" y="136255"/>
                  </a:lnTo>
                  <a:lnTo>
                    <a:pt x="380853" y="136883"/>
                  </a:lnTo>
                  <a:lnTo>
                    <a:pt x="381758" y="137061"/>
                  </a:lnTo>
                  <a:lnTo>
                    <a:pt x="381878" y="137673"/>
                  </a:lnTo>
                  <a:lnTo>
                    <a:pt x="382746" y="138066"/>
                  </a:lnTo>
                  <a:lnTo>
                    <a:pt x="382995" y="138418"/>
                  </a:lnTo>
                  <a:lnTo>
                    <a:pt x="383909" y="138468"/>
                  </a:lnTo>
                  <a:lnTo>
                    <a:pt x="386748" y="141290"/>
                  </a:lnTo>
                  <a:lnTo>
                    <a:pt x="386992" y="141982"/>
                  </a:lnTo>
                  <a:lnTo>
                    <a:pt x="386613" y="142982"/>
                  </a:lnTo>
                  <a:lnTo>
                    <a:pt x="386762" y="143348"/>
                  </a:lnTo>
                  <a:lnTo>
                    <a:pt x="386566" y="144461"/>
                  </a:lnTo>
                  <a:lnTo>
                    <a:pt x="385828" y="145095"/>
                  </a:lnTo>
                  <a:lnTo>
                    <a:pt x="385691" y="146311"/>
                  </a:lnTo>
                  <a:lnTo>
                    <a:pt x="385918" y="146535"/>
                  </a:lnTo>
                  <a:lnTo>
                    <a:pt x="385270" y="147503"/>
                  </a:lnTo>
                  <a:lnTo>
                    <a:pt x="385088" y="147411"/>
                  </a:lnTo>
                  <a:lnTo>
                    <a:pt x="385491" y="148286"/>
                  </a:lnTo>
                  <a:lnTo>
                    <a:pt x="385968" y="148229"/>
                  </a:lnTo>
                  <a:lnTo>
                    <a:pt x="386346" y="148510"/>
                  </a:lnTo>
                  <a:lnTo>
                    <a:pt x="386888" y="148123"/>
                  </a:lnTo>
                  <a:lnTo>
                    <a:pt x="387585" y="148829"/>
                  </a:lnTo>
                  <a:lnTo>
                    <a:pt x="388321" y="148642"/>
                  </a:lnTo>
                  <a:lnTo>
                    <a:pt x="388428" y="149337"/>
                  </a:lnTo>
                  <a:lnTo>
                    <a:pt x="389679" y="148905"/>
                  </a:lnTo>
                  <a:lnTo>
                    <a:pt x="389853" y="149403"/>
                  </a:lnTo>
                  <a:lnTo>
                    <a:pt x="390391" y="149426"/>
                  </a:lnTo>
                  <a:lnTo>
                    <a:pt x="390874" y="148893"/>
                  </a:lnTo>
                  <a:lnTo>
                    <a:pt x="390880" y="148413"/>
                  </a:lnTo>
                  <a:lnTo>
                    <a:pt x="391277" y="148210"/>
                  </a:lnTo>
                  <a:lnTo>
                    <a:pt x="391525" y="148572"/>
                  </a:lnTo>
                  <a:lnTo>
                    <a:pt x="392467" y="148197"/>
                  </a:lnTo>
                  <a:lnTo>
                    <a:pt x="392285" y="147822"/>
                  </a:lnTo>
                  <a:lnTo>
                    <a:pt x="393034" y="147130"/>
                  </a:lnTo>
                  <a:lnTo>
                    <a:pt x="393100" y="146920"/>
                  </a:lnTo>
                  <a:lnTo>
                    <a:pt x="392864" y="146783"/>
                  </a:lnTo>
                  <a:lnTo>
                    <a:pt x="393532" y="145742"/>
                  </a:lnTo>
                  <a:lnTo>
                    <a:pt x="393003" y="145460"/>
                  </a:lnTo>
                  <a:lnTo>
                    <a:pt x="393201" y="144715"/>
                  </a:lnTo>
                  <a:lnTo>
                    <a:pt x="392546" y="143596"/>
                  </a:lnTo>
                  <a:lnTo>
                    <a:pt x="393068" y="142853"/>
                  </a:lnTo>
                  <a:lnTo>
                    <a:pt x="392351" y="142451"/>
                  </a:lnTo>
                  <a:lnTo>
                    <a:pt x="392331" y="141718"/>
                  </a:lnTo>
                  <a:lnTo>
                    <a:pt x="391937" y="141409"/>
                  </a:lnTo>
                  <a:lnTo>
                    <a:pt x="392573" y="140682"/>
                  </a:lnTo>
                  <a:lnTo>
                    <a:pt x="392404" y="139251"/>
                  </a:lnTo>
                  <a:lnTo>
                    <a:pt x="392158" y="139135"/>
                  </a:lnTo>
                  <a:lnTo>
                    <a:pt x="392325" y="138305"/>
                  </a:lnTo>
                  <a:lnTo>
                    <a:pt x="393168" y="137992"/>
                  </a:lnTo>
                  <a:lnTo>
                    <a:pt x="394211" y="138262"/>
                  </a:lnTo>
                  <a:lnTo>
                    <a:pt x="395117" y="137718"/>
                  </a:lnTo>
                  <a:lnTo>
                    <a:pt x="395403" y="137171"/>
                  </a:lnTo>
                  <a:lnTo>
                    <a:pt x="396806" y="136035"/>
                  </a:lnTo>
                  <a:lnTo>
                    <a:pt x="397894" y="133989"/>
                  </a:lnTo>
                  <a:lnTo>
                    <a:pt x="398872" y="131388"/>
                  </a:lnTo>
                  <a:lnTo>
                    <a:pt x="400213" y="130996"/>
                  </a:lnTo>
                  <a:lnTo>
                    <a:pt x="400975" y="131250"/>
                  </a:lnTo>
                  <a:lnTo>
                    <a:pt x="403067" y="131402"/>
                  </a:lnTo>
                  <a:lnTo>
                    <a:pt x="403712" y="130735"/>
                  </a:lnTo>
                  <a:lnTo>
                    <a:pt x="403783" y="130105"/>
                  </a:lnTo>
                  <a:lnTo>
                    <a:pt x="404318" y="130167"/>
                  </a:lnTo>
                  <a:lnTo>
                    <a:pt x="404641" y="129750"/>
                  </a:lnTo>
                  <a:lnTo>
                    <a:pt x="405510" y="129929"/>
                  </a:lnTo>
                  <a:lnTo>
                    <a:pt x="406154" y="129578"/>
                  </a:lnTo>
                  <a:lnTo>
                    <a:pt x="407636" y="129348"/>
                  </a:lnTo>
                  <a:lnTo>
                    <a:pt x="409797" y="129689"/>
                  </a:lnTo>
                  <a:lnTo>
                    <a:pt x="411386" y="129431"/>
                  </a:lnTo>
                  <a:lnTo>
                    <a:pt x="411656" y="129183"/>
                  </a:lnTo>
                  <a:lnTo>
                    <a:pt x="412852" y="129344"/>
                  </a:lnTo>
                  <a:lnTo>
                    <a:pt x="413161" y="130174"/>
                  </a:lnTo>
                  <a:lnTo>
                    <a:pt x="413070" y="130735"/>
                  </a:lnTo>
                  <a:lnTo>
                    <a:pt x="413624" y="130762"/>
                  </a:lnTo>
                  <a:lnTo>
                    <a:pt x="414272" y="131274"/>
                  </a:lnTo>
                  <a:lnTo>
                    <a:pt x="414210" y="131900"/>
                  </a:lnTo>
                  <a:lnTo>
                    <a:pt x="414633" y="132389"/>
                  </a:lnTo>
                  <a:lnTo>
                    <a:pt x="414403" y="132689"/>
                  </a:lnTo>
                  <a:lnTo>
                    <a:pt x="415122" y="133209"/>
                  </a:lnTo>
                  <a:lnTo>
                    <a:pt x="415519" y="133249"/>
                  </a:lnTo>
                  <a:lnTo>
                    <a:pt x="415445" y="134336"/>
                  </a:lnTo>
                  <a:lnTo>
                    <a:pt x="416438" y="135270"/>
                  </a:lnTo>
                  <a:lnTo>
                    <a:pt x="416254" y="135608"/>
                  </a:lnTo>
                  <a:lnTo>
                    <a:pt x="416623" y="136151"/>
                  </a:lnTo>
                  <a:lnTo>
                    <a:pt x="416264" y="136494"/>
                  </a:lnTo>
                  <a:lnTo>
                    <a:pt x="416864" y="137183"/>
                  </a:lnTo>
                  <a:lnTo>
                    <a:pt x="416833" y="137706"/>
                  </a:lnTo>
                  <a:lnTo>
                    <a:pt x="417113" y="137674"/>
                  </a:lnTo>
                  <a:lnTo>
                    <a:pt x="416956" y="138233"/>
                  </a:lnTo>
                  <a:lnTo>
                    <a:pt x="417508" y="138601"/>
                  </a:lnTo>
                  <a:lnTo>
                    <a:pt x="417813" y="139146"/>
                  </a:lnTo>
                  <a:lnTo>
                    <a:pt x="418248" y="139214"/>
                  </a:lnTo>
                  <a:lnTo>
                    <a:pt x="418297" y="139697"/>
                  </a:lnTo>
                  <a:lnTo>
                    <a:pt x="418486" y="139583"/>
                  </a:lnTo>
                  <a:lnTo>
                    <a:pt x="418805" y="139809"/>
                  </a:lnTo>
                  <a:lnTo>
                    <a:pt x="419109" y="140511"/>
                  </a:lnTo>
                  <a:lnTo>
                    <a:pt x="419730" y="140797"/>
                  </a:lnTo>
                  <a:lnTo>
                    <a:pt x="420802" y="140747"/>
                  </a:lnTo>
                  <a:lnTo>
                    <a:pt x="422390" y="141826"/>
                  </a:lnTo>
                  <a:lnTo>
                    <a:pt x="423473" y="142133"/>
                  </a:lnTo>
                  <a:lnTo>
                    <a:pt x="424016" y="142538"/>
                  </a:lnTo>
                  <a:lnTo>
                    <a:pt x="424605" y="142357"/>
                  </a:lnTo>
                  <a:lnTo>
                    <a:pt x="424944" y="142524"/>
                  </a:lnTo>
                  <a:lnTo>
                    <a:pt x="425828" y="142059"/>
                  </a:lnTo>
                  <a:lnTo>
                    <a:pt x="426208" y="140966"/>
                  </a:lnTo>
                  <a:lnTo>
                    <a:pt x="427405" y="139587"/>
                  </a:lnTo>
                  <a:lnTo>
                    <a:pt x="428933" y="136654"/>
                  </a:lnTo>
                  <a:lnTo>
                    <a:pt x="432241" y="135123"/>
                  </a:lnTo>
                  <a:lnTo>
                    <a:pt x="434338" y="134596"/>
                  </a:lnTo>
                  <a:lnTo>
                    <a:pt x="435776" y="135044"/>
                  </a:lnTo>
                  <a:lnTo>
                    <a:pt x="436682" y="135935"/>
                  </a:lnTo>
                  <a:lnTo>
                    <a:pt x="436787" y="136356"/>
                  </a:lnTo>
                  <a:lnTo>
                    <a:pt x="437536" y="136679"/>
                  </a:lnTo>
                  <a:lnTo>
                    <a:pt x="438926" y="137848"/>
                  </a:lnTo>
                  <a:lnTo>
                    <a:pt x="439689" y="137490"/>
                  </a:lnTo>
                  <a:lnTo>
                    <a:pt x="440321" y="136597"/>
                  </a:lnTo>
                  <a:lnTo>
                    <a:pt x="441161" y="136451"/>
                  </a:lnTo>
                  <a:lnTo>
                    <a:pt x="441630" y="136722"/>
                  </a:lnTo>
                  <a:lnTo>
                    <a:pt x="442173" y="136717"/>
                  </a:lnTo>
                  <a:lnTo>
                    <a:pt x="443747" y="136005"/>
                  </a:lnTo>
                  <a:lnTo>
                    <a:pt x="444241" y="136323"/>
                  </a:lnTo>
                  <a:lnTo>
                    <a:pt x="444467" y="136978"/>
                  </a:lnTo>
                  <a:lnTo>
                    <a:pt x="445284" y="137181"/>
                  </a:lnTo>
                  <a:lnTo>
                    <a:pt x="446073" y="137753"/>
                  </a:lnTo>
                  <a:lnTo>
                    <a:pt x="447014" y="139732"/>
                  </a:lnTo>
                  <a:lnTo>
                    <a:pt x="449556" y="140383"/>
                  </a:lnTo>
                  <a:lnTo>
                    <a:pt x="452355" y="141526"/>
                  </a:lnTo>
                  <a:lnTo>
                    <a:pt x="453234" y="141293"/>
                  </a:lnTo>
                  <a:lnTo>
                    <a:pt x="454624" y="141501"/>
                  </a:lnTo>
                  <a:lnTo>
                    <a:pt x="456613" y="140758"/>
                  </a:lnTo>
                  <a:lnTo>
                    <a:pt x="456924" y="140222"/>
                  </a:lnTo>
                  <a:lnTo>
                    <a:pt x="457427" y="140220"/>
                  </a:lnTo>
                  <a:lnTo>
                    <a:pt x="457816" y="140654"/>
                  </a:lnTo>
                  <a:lnTo>
                    <a:pt x="458187" y="140666"/>
                  </a:lnTo>
                  <a:lnTo>
                    <a:pt x="458998" y="141212"/>
                  </a:lnTo>
                  <a:lnTo>
                    <a:pt x="460487" y="140937"/>
                  </a:lnTo>
                  <a:lnTo>
                    <a:pt x="461847" y="141867"/>
                  </a:lnTo>
                  <a:lnTo>
                    <a:pt x="462944" y="143640"/>
                  </a:lnTo>
                  <a:lnTo>
                    <a:pt x="463978" y="144413"/>
                  </a:lnTo>
                  <a:lnTo>
                    <a:pt x="464733" y="145172"/>
                  </a:lnTo>
                  <a:lnTo>
                    <a:pt x="465332" y="145390"/>
                  </a:lnTo>
                  <a:lnTo>
                    <a:pt x="465591" y="146223"/>
                  </a:lnTo>
                  <a:lnTo>
                    <a:pt x="465296" y="148483"/>
                  </a:lnTo>
                  <a:lnTo>
                    <a:pt x="465642" y="149329"/>
                  </a:lnTo>
                  <a:lnTo>
                    <a:pt x="465441" y="149602"/>
                  </a:lnTo>
                  <a:lnTo>
                    <a:pt x="465733" y="150440"/>
                  </a:lnTo>
                  <a:lnTo>
                    <a:pt x="466764" y="151214"/>
                  </a:lnTo>
                  <a:lnTo>
                    <a:pt x="466698" y="151472"/>
                  </a:lnTo>
                  <a:lnTo>
                    <a:pt x="468064" y="152025"/>
                  </a:lnTo>
                  <a:lnTo>
                    <a:pt x="470483" y="152662"/>
                  </a:lnTo>
                  <a:lnTo>
                    <a:pt x="470796" y="152987"/>
                  </a:lnTo>
                  <a:lnTo>
                    <a:pt x="471348" y="152953"/>
                  </a:lnTo>
                  <a:lnTo>
                    <a:pt x="471664" y="153498"/>
                  </a:lnTo>
                  <a:lnTo>
                    <a:pt x="472689" y="153693"/>
                  </a:lnTo>
                  <a:lnTo>
                    <a:pt x="477088" y="154076"/>
                  </a:lnTo>
                  <a:lnTo>
                    <a:pt x="477134" y="153856"/>
                  </a:lnTo>
                  <a:lnTo>
                    <a:pt x="477800" y="153559"/>
                  </a:lnTo>
                  <a:lnTo>
                    <a:pt x="478410" y="153555"/>
                  </a:lnTo>
                  <a:lnTo>
                    <a:pt x="478689" y="153867"/>
                  </a:lnTo>
                  <a:lnTo>
                    <a:pt x="479227" y="153497"/>
                  </a:lnTo>
                  <a:lnTo>
                    <a:pt x="479786" y="153533"/>
                  </a:lnTo>
                  <a:lnTo>
                    <a:pt x="480182" y="153304"/>
                  </a:lnTo>
                  <a:lnTo>
                    <a:pt x="480844" y="153460"/>
                  </a:lnTo>
                  <a:lnTo>
                    <a:pt x="481055" y="153816"/>
                  </a:lnTo>
                  <a:lnTo>
                    <a:pt x="481528" y="153824"/>
                  </a:lnTo>
                  <a:lnTo>
                    <a:pt x="482362" y="154422"/>
                  </a:lnTo>
                  <a:lnTo>
                    <a:pt x="482677" y="154259"/>
                  </a:lnTo>
                  <a:lnTo>
                    <a:pt x="483287" y="154539"/>
                  </a:lnTo>
                  <a:lnTo>
                    <a:pt x="483782" y="154348"/>
                  </a:lnTo>
                  <a:lnTo>
                    <a:pt x="484331" y="154734"/>
                  </a:lnTo>
                  <a:lnTo>
                    <a:pt x="485449" y="154432"/>
                  </a:lnTo>
                  <a:lnTo>
                    <a:pt x="485973" y="155261"/>
                  </a:lnTo>
                  <a:lnTo>
                    <a:pt x="486391" y="155316"/>
                  </a:lnTo>
                  <a:lnTo>
                    <a:pt x="486577" y="156081"/>
                  </a:lnTo>
                  <a:lnTo>
                    <a:pt x="487977" y="156232"/>
                  </a:lnTo>
                  <a:lnTo>
                    <a:pt x="488718" y="156814"/>
                  </a:lnTo>
                  <a:lnTo>
                    <a:pt x="489891" y="156998"/>
                  </a:lnTo>
                  <a:lnTo>
                    <a:pt x="490339" y="157497"/>
                  </a:lnTo>
                  <a:lnTo>
                    <a:pt x="491154" y="157866"/>
                  </a:lnTo>
                  <a:lnTo>
                    <a:pt x="491676" y="158648"/>
                  </a:lnTo>
                  <a:lnTo>
                    <a:pt x="492124" y="158758"/>
                  </a:lnTo>
                  <a:lnTo>
                    <a:pt x="492378" y="159345"/>
                  </a:lnTo>
                  <a:lnTo>
                    <a:pt x="492810" y="159310"/>
                  </a:lnTo>
                  <a:lnTo>
                    <a:pt x="493264" y="159664"/>
                  </a:lnTo>
                  <a:lnTo>
                    <a:pt x="493366" y="160160"/>
                  </a:lnTo>
                  <a:lnTo>
                    <a:pt x="493616" y="160298"/>
                  </a:lnTo>
                  <a:lnTo>
                    <a:pt x="493363" y="161149"/>
                  </a:lnTo>
                  <a:lnTo>
                    <a:pt x="493927" y="161838"/>
                  </a:lnTo>
                  <a:lnTo>
                    <a:pt x="493952" y="162281"/>
                  </a:lnTo>
                  <a:lnTo>
                    <a:pt x="494307" y="162757"/>
                  </a:lnTo>
                  <a:lnTo>
                    <a:pt x="495314" y="163194"/>
                  </a:lnTo>
                  <a:lnTo>
                    <a:pt x="496289" y="164028"/>
                  </a:lnTo>
                  <a:lnTo>
                    <a:pt x="496396" y="164367"/>
                  </a:lnTo>
                  <a:lnTo>
                    <a:pt x="497101" y="164895"/>
                  </a:lnTo>
                  <a:lnTo>
                    <a:pt x="497411" y="165577"/>
                  </a:lnTo>
                  <a:lnTo>
                    <a:pt x="497655" y="165461"/>
                  </a:lnTo>
                  <a:lnTo>
                    <a:pt x="498282" y="166554"/>
                  </a:lnTo>
                  <a:lnTo>
                    <a:pt x="498124" y="166626"/>
                  </a:lnTo>
                  <a:lnTo>
                    <a:pt x="498382" y="167164"/>
                  </a:lnTo>
                  <a:lnTo>
                    <a:pt x="499230" y="167635"/>
                  </a:lnTo>
                  <a:lnTo>
                    <a:pt x="499290" y="168115"/>
                  </a:lnTo>
                  <a:lnTo>
                    <a:pt x="499695" y="168076"/>
                  </a:lnTo>
                  <a:lnTo>
                    <a:pt x="500162" y="168561"/>
                  </a:lnTo>
                  <a:lnTo>
                    <a:pt x="500085" y="168838"/>
                  </a:lnTo>
                  <a:lnTo>
                    <a:pt x="500326" y="168696"/>
                  </a:lnTo>
                  <a:lnTo>
                    <a:pt x="500859" y="168889"/>
                  </a:lnTo>
                  <a:lnTo>
                    <a:pt x="501173" y="169398"/>
                  </a:lnTo>
                  <a:lnTo>
                    <a:pt x="501299" y="169241"/>
                  </a:lnTo>
                  <a:lnTo>
                    <a:pt x="501752" y="169445"/>
                  </a:lnTo>
                  <a:lnTo>
                    <a:pt x="502035" y="170121"/>
                  </a:lnTo>
                  <a:lnTo>
                    <a:pt x="502459" y="170458"/>
                  </a:lnTo>
                  <a:lnTo>
                    <a:pt x="502369" y="170666"/>
                  </a:lnTo>
                  <a:lnTo>
                    <a:pt x="502587" y="170588"/>
                  </a:lnTo>
                  <a:lnTo>
                    <a:pt x="502748" y="170898"/>
                  </a:lnTo>
                  <a:lnTo>
                    <a:pt x="503080" y="170798"/>
                  </a:lnTo>
                  <a:lnTo>
                    <a:pt x="503388" y="171231"/>
                  </a:lnTo>
                  <a:lnTo>
                    <a:pt x="503968" y="171333"/>
                  </a:lnTo>
                  <a:lnTo>
                    <a:pt x="504326" y="172492"/>
                  </a:lnTo>
                  <a:lnTo>
                    <a:pt x="504729" y="172487"/>
                  </a:lnTo>
                  <a:lnTo>
                    <a:pt x="504548" y="172649"/>
                  </a:lnTo>
                  <a:lnTo>
                    <a:pt x="504793" y="172822"/>
                  </a:lnTo>
                  <a:lnTo>
                    <a:pt x="504920" y="173358"/>
                  </a:lnTo>
                  <a:lnTo>
                    <a:pt x="504713" y="173650"/>
                  </a:lnTo>
                  <a:lnTo>
                    <a:pt x="504902" y="173978"/>
                  </a:lnTo>
                  <a:lnTo>
                    <a:pt x="504643" y="173964"/>
                  </a:lnTo>
                  <a:lnTo>
                    <a:pt x="504349" y="174933"/>
                  </a:lnTo>
                  <a:lnTo>
                    <a:pt x="503839" y="175363"/>
                  </a:lnTo>
                  <a:lnTo>
                    <a:pt x="503802" y="175084"/>
                  </a:lnTo>
                  <a:lnTo>
                    <a:pt x="503766" y="175412"/>
                  </a:lnTo>
                  <a:lnTo>
                    <a:pt x="503552" y="175396"/>
                  </a:lnTo>
                  <a:lnTo>
                    <a:pt x="503565" y="175943"/>
                  </a:lnTo>
                  <a:lnTo>
                    <a:pt x="503353" y="175925"/>
                  </a:lnTo>
                  <a:lnTo>
                    <a:pt x="503633" y="176131"/>
                  </a:lnTo>
                  <a:lnTo>
                    <a:pt x="503024" y="175866"/>
                  </a:lnTo>
                  <a:lnTo>
                    <a:pt x="502959" y="176142"/>
                  </a:lnTo>
                  <a:lnTo>
                    <a:pt x="502486" y="176388"/>
                  </a:lnTo>
                  <a:lnTo>
                    <a:pt x="502698" y="176949"/>
                  </a:lnTo>
                  <a:lnTo>
                    <a:pt x="502666" y="177368"/>
                  </a:lnTo>
                  <a:lnTo>
                    <a:pt x="502329" y="177550"/>
                  </a:lnTo>
                  <a:lnTo>
                    <a:pt x="502401" y="178174"/>
                  </a:lnTo>
                  <a:lnTo>
                    <a:pt x="502116" y="178387"/>
                  </a:lnTo>
                  <a:lnTo>
                    <a:pt x="501683" y="178155"/>
                  </a:lnTo>
                  <a:lnTo>
                    <a:pt x="501665" y="178396"/>
                  </a:lnTo>
                  <a:lnTo>
                    <a:pt x="501451" y="178406"/>
                  </a:lnTo>
                  <a:lnTo>
                    <a:pt x="501602" y="178560"/>
                  </a:lnTo>
                  <a:lnTo>
                    <a:pt x="500562" y="178950"/>
                  </a:lnTo>
                  <a:lnTo>
                    <a:pt x="499854" y="179540"/>
                  </a:lnTo>
                  <a:lnTo>
                    <a:pt x="499690" y="180077"/>
                  </a:lnTo>
                  <a:lnTo>
                    <a:pt x="500110" y="180455"/>
                  </a:lnTo>
                  <a:lnTo>
                    <a:pt x="499822" y="180438"/>
                  </a:lnTo>
                  <a:lnTo>
                    <a:pt x="499734" y="180934"/>
                  </a:lnTo>
                  <a:lnTo>
                    <a:pt x="500187" y="181340"/>
                  </a:lnTo>
                  <a:lnTo>
                    <a:pt x="500611" y="181332"/>
                  </a:lnTo>
                  <a:lnTo>
                    <a:pt x="500712" y="181598"/>
                  </a:lnTo>
                  <a:lnTo>
                    <a:pt x="501221" y="181727"/>
                  </a:lnTo>
                  <a:lnTo>
                    <a:pt x="501424" y="181494"/>
                  </a:lnTo>
                  <a:lnTo>
                    <a:pt x="502138" y="181644"/>
                  </a:lnTo>
                  <a:lnTo>
                    <a:pt x="502704" y="181400"/>
                  </a:lnTo>
                  <a:lnTo>
                    <a:pt x="502485" y="181613"/>
                  </a:lnTo>
                  <a:lnTo>
                    <a:pt x="502675" y="181784"/>
                  </a:lnTo>
                  <a:lnTo>
                    <a:pt x="503063" y="181612"/>
                  </a:lnTo>
                  <a:lnTo>
                    <a:pt x="503108" y="181798"/>
                  </a:lnTo>
                  <a:lnTo>
                    <a:pt x="503599" y="181625"/>
                  </a:lnTo>
                  <a:lnTo>
                    <a:pt x="503764" y="181764"/>
                  </a:lnTo>
                  <a:lnTo>
                    <a:pt x="504529" y="181033"/>
                  </a:lnTo>
                  <a:lnTo>
                    <a:pt x="504986" y="181339"/>
                  </a:lnTo>
                  <a:lnTo>
                    <a:pt x="505058" y="180952"/>
                  </a:lnTo>
                  <a:lnTo>
                    <a:pt x="505265" y="181031"/>
                  </a:lnTo>
                  <a:lnTo>
                    <a:pt x="505167" y="181434"/>
                  </a:lnTo>
                  <a:lnTo>
                    <a:pt x="506177" y="181669"/>
                  </a:lnTo>
                  <a:lnTo>
                    <a:pt x="506514" y="182184"/>
                  </a:lnTo>
                  <a:lnTo>
                    <a:pt x="507487" y="181944"/>
                  </a:lnTo>
                  <a:lnTo>
                    <a:pt x="507935" y="182310"/>
                  </a:lnTo>
                  <a:lnTo>
                    <a:pt x="507982" y="182091"/>
                  </a:lnTo>
                  <a:lnTo>
                    <a:pt x="508455" y="181928"/>
                  </a:lnTo>
                  <a:lnTo>
                    <a:pt x="508447" y="182292"/>
                  </a:lnTo>
                  <a:lnTo>
                    <a:pt x="508787" y="182099"/>
                  </a:lnTo>
                  <a:lnTo>
                    <a:pt x="508870" y="182621"/>
                  </a:lnTo>
                  <a:lnTo>
                    <a:pt x="509106" y="182378"/>
                  </a:lnTo>
                  <a:lnTo>
                    <a:pt x="509251" y="182671"/>
                  </a:lnTo>
                  <a:lnTo>
                    <a:pt x="510083" y="183020"/>
                  </a:lnTo>
                  <a:lnTo>
                    <a:pt x="510980" y="182913"/>
                  </a:lnTo>
                  <a:lnTo>
                    <a:pt x="511504" y="183182"/>
                  </a:lnTo>
                  <a:lnTo>
                    <a:pt x="511167" y="183282"/>
                  </a:lnTo>
                  <a:lnTo>
                    <a:pt x="511574" y="183506"/>
                  </a:lnTo>
                  <a:lnTo>
                    <a:pt x="511598" y="183247"/>
                  </a:lnTo>
                  <a:lnTo>
                    <a:pt x="512073" y="183439"/>
                  </a:lnTo>
                  <a:lnTo>
                    <a:pt x="512016" y="183163"/>
                  </a:lnTo>
                  <a:lnTo>
                    <a:pt x="512401" y="183268"/>
                  </a:lnTo>
                  <a:lnTo>
                    <a:pt x="512250" y="183489"/>
                  </a:lnTo>
                  <a:lnTo>
                    <a:pt x="512536" y="183564"/>
                  </a:lnTo>
                  <a:lnTo>
                    <a:pt x="513206" y="183304"/>
                  </a:lnTo>
                  <a:lnTo>
                    <a:pt x="513361" y="183503"/>
                  </a:lnTo>
                  <a:lnTo>
                    <a:pt x="513792" y="183376"/>
                  </a:lnTo>
                  <a:lnTo>
                    <a:pt x="513994" y="182874"/>
                  </a:lnTo>
                  <a:lnTo>
                    <a:pt x="514444" y="183080"/>
                  </a:lnTo>
                  <a:lnTo>
                    <a:pt x="514556" y="182827"/>
                  </a:lnTo>
                  <a:lnTo>
                    <a:pt x="515967" y="183766"/>
                  </a:lnTo>
                  <a:lnTo>
                    <a:pt x="516116" y="183503"/>
                  </a:lnTo>
                  <a:lnTo>
                    <a:pt x="516373" y="183566"/>
                  </a:lnTo>
                  <a:lnTo>
                    <a:pt x="516323" y="183309"/>
                  </a:lnTo>
                  <a:lnTo>
                    <a:pt x="516548" y="183150"/>
                  </a:lnTo>
                  <a:lnTo>
                    <a:pt x="516578" y="183477"/>
                  </a:lnTo>
                  <a:lnTo>
                    <a:pt x="516806" y="183368"/>
                  </a:lnTo>
                  <a:lnTo>
                    <a:pt x="517639" y="183855"/>
                  </a:lnTo>
                  <a:lnTo>
                    <a:pt x="518462" y="183813"/>
                  </a:lnTo>
                  <a:lnTo>
                    <a:pt x="519559" y="184767"/>
                  </a:lnTo>
                  <a:lnTo>
                    <a:pt x="520219" y="184729"/>
                  </a:lnTo>
                  <a:lnTo>
                    <a:pt x="520590" y="185038"/>
                  </a:lnTo>
                  <a:lnTo>
                    <a:pt x="520833" y="184531"/>
                  </a:lnTo>
                  <a:lnTo>
                    <a:pt x="521650" y="184770"/>
                  </a:lnTo>
                  <a:lnTo>
                    <a:pt x="521841" y="185028"/>
                  </a:lnTo>
                  <a:lnTo>
                    <a:pt x="522548" y="185025"/>
                  </a:lnTo>
                  <a:lnTo>
                    <a:pt x="523361" y="185619"/>
                  </a:lnTo>
                  <a:lnTo>
                    <a:pt x="524291" y="185444"/>
                  </a:lnTo>
                  <a:lnTo>
                    <a:pt x="524649" y="185237"/>
                  </a:lnTo>
                  <a:lnTo>
                    <a:pt x="524773" y="184861"/>
                  </a:lnTo>
                  <a:lnTo>
                    <a:pt x="525251" y="184953"/>
                  </a:lnTo>
                  <a:lnTo>
                    <a:pt x="525149" y="185185"/>
                  </a:lnTo>
                  <a:lnTo>
                    <a:pt x="525312" y="185266"/>
                  </a:lnTo>
                  <a:lnTo>
                    <a:pt x="525741" y="184816"/>
                  </a:lnTo>
                  <a:lnTo>
                    <a:pt x="525926" y="185180"/>
                  </a:lnTo>
                  <a:lnTo>
                    <a:pt x="526538" y="185032"/>
                  </a:lnTo>
                  <a:lnTo>
                    <a:pt x="526957" y="185415"/>
                  </a:lnTo>
                  <a:lnTo>
                    <a:pt x="527870" y="185222"/>
                  </a:lnTo>
                  <a:lnTo>
                    <a:pt x="528488" y="185413"/>
                  </a:lnTo>
                  <a:lnTo>
                    <a:pt x="528755" y="185184"/>
                  </a:lnTo>
                  <a:lnTo>
                    <a:pt x="529632" y="185313"/>
                  </a:lnTo>
                  <a:lnTo>
                    <a:pt x="530422" y="184499"/>
                  </a:lnTo>
                  <a:lnTo>
                    <a:pt x="531046" y="184797"/>
                  </a:lnTo>
                  <a:lnTo>
                    <a:pt x="531951" y="184753"/>
                  </a:lnTo>
                  <a:lnTo>
                    <a:pt x="532236" y="184415"/>
                  </a:lnTo>
                  <a:lnTo>
                    <a:pt x="534160" y="184396"/>
                  </a:lnTo>
                  <a:lnTo>
                    <a:pt x="535333" y="185235"/>
                  </a:lnTo>
                  <a:lnTo>
                    <a:pt x="535836" y="185377"/>
                  </a:lnTo>
                  <a:lnTo>
                    <a:pt x="536291" y="185052"/>
                  </a:lnTo>
                  <a:lnTo>
                    <a:pt x="536405" y="185351"/>
                  </a:lnTo>
                  <a:lnTo>
                    <a:pt x="537149" y="185309"/>
                  </a:lnTo>
                  <a:lnTo>
                    <a:pt x="537548" y="185750"/>
                  </a:lnTo>
                  <a:lnTo>
                    <a:pt x="537979" y="185601"/>
                  </a:lnTo>
                  <a:lnTo>
                    <a:pt x="538307" y="185789"/>
                  </a:lnTo>
                  <a:lnTo>
                    <a:pt x="539212" y="185459"/>
                  </a:lnTo>
                  <a:lnTo>
                    <a:pt x="539600" y="185702"/>
                  </a:lnTo>
                  <a:lnTo>
                    <a:pt x="539690" y="186514"/>
                  </a:lnTo>
                  <a:lnTo>
                    <a:pt x="541703" y="187451"/>
                  </a:lnTo>
                  <a:lnTo>
                    <a:pt x="541593" y="188104"/>
                  </a:lnTo>
                  <a:lnTo>
                    <a:pt x="542076" y="188520"/>
                  </a:lnTo>
                  <a:lnTo>
                    <a:pt x="542434" y="188522"/>
                  </a:lnTo>
                  <a:lnTo>
                    <a:pt x="542628" y="188860"/>
                  </a:lnTo>
                  <a:lnTo>
                    <a:pt x="543102" y="189016"/>
                  </a:lnTo>
                  <a:lnTo>
                    <a:pt x="543878" y="188991"/>
                  </a:lnTo>
                  <a:lnTo>
                    <a:pt x="544948" y="189765"/>
                  </a:lnTo>
                  <a:lnTo>
                    <a:pt x="545353" y="189675"/>
                  </a:lnTo>
                  <a:lnTo>
                    <a:pt x="546109" y="190481"/>
                  </a:lnTo>
                  <a:lnTo>
                    <a:pt x="547277" y="190849"/>
                  </a:lnTo>
                  <a:lnTo>
                    <a:pt x="547590" y="191255"/>
                  </a:lnTo>
                  <a:lnTo>
                    <a:pt x="548508" y="191172"/>
                  </a:lnTo>
                  <a:lnTo>
                    <a:pt x="549619" y="190344"/>
                  </a:lnTo>
                  <a:lnTo>
                    <a:pt x="550817" y="191163"/>
                  </a:lnTo>
                  <a:lnTo>
                    <a:pt x="551818" y="191072"/>
                  </a:lnTo>
                  <a:lnTo>
                    <a:pt x="552178" y="190635"/>
                  </a:lnTo>
                  <a:lnTo>
                    <a:pt x="552599" y="191091"/>
                  </a:lnTo>
                  <a:lnTo>
                    <a:pt x="553199" y="190872"/>
                  </a:lnTo>
                  <a:lnTo>
                    <a:pt x="553866" y="191215"/>
                  </a:lnTo>
                  <a:lnTo>
                    <a:pt x="554272" y="191014"/>
                  </a:lnTo>
                  <a:lnTo>
                    <a:pt x="554917" y="191329"/>
                  </a:lnTo>
                  <a:lnTo>
                    <a:pt x="554689" y="191444"/>
                  </a:lnTo>
                  <a:lnTo>
                    <a:pt x="554765" y="191650"/>
                  </a:lnTo>
                  <a:lnTo>
                    <a:pt x="555137" y="191548"/>
                  </a:lnTo>
                  <a:lnTo>
                    <a:pt x="555202" y="191840"/>
                  </a:lnTo>
                  <a:lnTo>
                    <a:pt x="556046" y="191945"/>
                  </a:lnTo>
                  <a:lnTo>
                    <a:pt x="556132" y="192327"/>
                  </a:lnTo>
                  <a:lnTo>
                    <a:pt x="557017" y="192942"/>
                  </a:lnTo>
                  <a:lnTo>
                    <a:pt x="557730" y="192894"/>
                  </a:lnTo>
                  <a:lnTo>
                    <a:pt x="558437" y="193623"/>
                  </a:lnTo>
                  <a:lnTo>
                    <a:pt x="558988" y="193777"/>
                  </a:lnTo>
                  <a:lnTo>
                    <a:pt x="559428" y="193901"/>
                  </a:lnTo>
                  <a:lnTo>
                    <a:pt x="559586" y="194383"/>
                  </a:lnTo>
                  <a:lnTo>
                    <a:pt x="559886" y="194508"/>
                  </a:lnTo>
                  <a:lnTo>
                    <a:pt x="559892" y="194074"/>
                  </a:lnTo>
                  <a:lnTo>
                    <a:pt x="560508" y="194456"/>
                  </a:lnTo>
                  <a:lnTo>
                    <a:pt x="560739" y="195020"/>
                  </a:lnTo>
                  <a:lnTo>
                    <a:pt x="560982" y="194975"/>
                  </a:lnTo>
                  <a:lnTo>
                    <a:pt x="561026" y="195219"/>
                  </a:lnTo>
                  <a:lnTo>
                    <a:pt x="560560" y="195255"/>
                  </a:lnTo>
                  <a:lnTo>
                    <a:pt x="560525" y="195497"/>
                  </a:lnTo>
                  <a:lnTo>
                    <a:pt x="560968" y="195720"/>
                  </a:lnTo>
                  <a:lnTo>
                    <a:pt x="561321" y="195539"/>
                  </a:lnTo>
                  <a:lnTo>
                    <a:pt x="561388" y="196135"/>
                  </a:lnTo>
                  <a:lnTo>
                    <a:pt x="561996" y="196065"/>
                  </a:lnTo>
                  <a:lnTo>
                    <a:pt x="562173" y="196744"/>
                  </a:lnTo>
                  <a:lnTo>
                    <a:pt x="562844" y="196869"/>
                  </a:lnTo>
                  <a:lnTo>
                    <a:pt x="563590" y="197532"/>
                  </a:lnTo>
                  <a:lnTo>
                    <a:pt x="563954" y="197516"/>
                  </a:lnTo>
                  <a:lnTo>
                    <a:pt x="564169" y="198042"/>
                  </a:lnTo>
                  <a:lnTo>
                    <a:pt x="564696" y="198195"/>
                  </a:lnTo>
                  <a:lnTo>
                    <a:pt x="565031" y="198520"/>
                  </a:lnTo>
                  <a:lnTo>
                    <a:pt x="564663" y="198766"/>
                  </a:lnTo>
                  <a:lnTo>
                    <a:pt x="564963" y="199069"/>
                  </a:lnTo>
                  <a:lnTo>
                    <a:pt x="565960" y="199015"/>
                  </a:lnTo>
                  <a:lnTo>
                    <a:pt x="566598" y="199900"/>
                  </a:lnTo>
                  <a:lnTo>
                    <a:pt x="566826" y="200988"/>
                  </a:lnTo>
                  <a:lnTo>
                    <a:pt x="567771" y="201078"/>
                  </a:lnTo>
                  <a:lnTo>
                    <a:pt x="568617" y="201493"/>
                  </a:lnTo>
                  <a:lnTo>
                    <a:pt x="570257" y="203736"/>
                  </a:lnTo>
                  <a:lnTo>
                    <a:pt x="570723" y="203796"/>
                  </a:lnTo>
                  <a:lnTo>
                    <a:pt x="571398" y="204403"/>
                  </a:lnTo>
                  <a:lnTo>
                    <a:pt x="571483" y="205181"/>
                  </a:lnTo>
                  <a:lnTo>
                    <a:pt x="572076" y="205522"/>
                  </a:lnTo>
                  <a:lnTo>
                    <a:pt x="572064" y="206246"/>
                  </a:lnTo>
                  <a:lnTo>
                    <a:pt x="572371" y="206562"/>
                  </a:lnTo>
                  <a:lnTo>
                    <a:pt x="571978" y="206808"/>
                  </a:lnTo>
                  <a:lnTo>
                    <a:pt x="572561" y="207143"/>
                  </a:lnTo>
                  <a:lnTo>
                    <a:pt x="572282" y="207451"/>
                  </a:lnTo>
                  <a:lnTo>
                    <a:pt x="572217" y="208215"/>
                  </a:lnTo>
                  <a:lnTo>
                    <a:pt x="570816" y="208751"/>
                  </a:lnTo>
                  <a:lnTo>
                    <a:pt x="570473" y="209313"/>
                  </a:lnTo>
                  <a:lnTo>
                    <a:pt x="570396" y="210008"/>
                  </a:lnTo>
                  <a:lnTo>
                    <a:pt x="570660" y="210817"/>
                  </a:lnTo>
                  <a:lnTo>
                    <a:pt x="571437" y="211914"/>
                  </a:lnTo>
                  <a:lnTo>
                    <a:pt x="570973" y="213144"/>
                  </a:lnTo>
                  <a:lnTo>
                    <a:pt x="571007" y="213699"/>
                  </a:lnTo>
                  <a:lnTo>
                    <a:pt x="571815" y="214278"/>
                  </a:lnTo>
                  <a:lnTo>
                    <a:pt x="571710" y="215047"/>
                  </a:lnTo>
                  <a:lnTo>
                    <a:pt x="572008" y="215926"/>
                  </a:lnTo>
                  <a:lnTo>
                    <a:pt x="573144" y="216733"/>
                  </a:lnTo>
                  <a:lnTo>
                    <a:pt x="574121" y="217018"/>
                  </a:lnTo>
                  <a:lnTo>
                    <a:pt x="574439" y="217500"/>
                  </a:lnTo>
                  <a:lnTo>
                    <a:pt x="575031" y="217434"/>
                  </a:lnTo>
                  <a:lnTo>
                    <a:pt x="575177" y="217002"/>
                  </a:lnTo>
                  <a:lnTo>
                    <a:pt x="575678" y="217321"/>
                  </a:lnTo>
                  <a:lnTo>
                    <a:pt x="576165" y="217326"/>
                  </a:lnTo>
                  <a:lnTo>
                    <a:pt x="576240" y="217125"/>
                  </a:lnTo>
                  <a:lnTo>
                    <a:pt x="576729" y="217712"/>
                  </a:lnTo>
                  <a:lnTo>
                    <a:pt x="577201" y="217533"/>
                  </a:lnTo>
                  <a:lnTo>
                    <a:pt x="577964" y="217751"/>
                  </a:lnTo>
                  <a:lnTo>
                    <a:pt x="578059" y="218105"/>
                  </a:lnTo>
                  <a:lnTo>
                    <a:pt x="578415" y="218071"/>
                  </a:lnTo>
                  <a:lnTo>
                    <a:pt x="579105" y="218049"/>
                  </a:lnTo>
                  <a:lnTo>
                    <a:pt x="579646" y="218472"/>
                  </a:lnTo>
                  <a:lnTo>
                    <a:pt x="580523" y="218255"/>
                  </a:lnTo>
                  <a:lnTo>
                    <a:pt x="580954" y="218341"/>
                  </a:lnTo>
                  <a:lnTo>
                    <a:pt x="581327" y="218415"/>
                  </a:lnTo>
                  <a:lnTo>
                    <a:pt x="582086" y="220731"/>
                  </a:lnTo>
                  <a:lnTo>
                    <a:pt x="580157" y="224046"/>
                  </a:lnTo>
                  <a:lnTo>
                    <a:pt x="578768" y="229714"/>
                  </a:lnTo>
                  <a:lnTo>
                    <a:pt x="578412" y="228728"/>
                  </a:lnTo>
                  <a:lnTo>
                    <a:pt x="578177" y="228937"/>
                  </a:lnTo>
                  <a:lnTo>
                    <a:pt x="577969" y="228703"/>
                  </a:lnTo>
                  <a:lnTo>
                    <a:pt x="577660" y="228774"/>
                  </a:lnTo>
                  <a:lnTo>
                    <a:pt x="577597" y="228413"/>
                  </a:lnTo>
                  <a:lnTo>
                    <a:pt x="577460" y="228567"/>
                  </a:lnTo>
                  <a:lnTo>
                    <a:pt x="577127" y="228141"/>
                  </a:lnTo>
                  <a:lnTo>
                    <a:pt x="577090" y="228437"/>
                  </a:lnTo>
                  <a:lnTo>
                    <a:pt x="576744" y="228445"/>
                  </a:lnTo>
                  <a:lnTo>
                    <a:pt x="576793" y="227823"/>
                  </a:lnTo>
                  <a:lnTo>
                    <a:pt x="576453" y="227862"/>
                  </a:lnTo>
                  <a:lnTo>
                    <a:pt x="576630" y="227998"/>
                  </a:lnTo>
                  <a:lnTo>
                    <a:pt x="576410" y="228095"/>
                  </a:lnTo>
                  <a:lnTo>
                    <a:pt x="576219" y="227817"/>
                  </a:lnTo>
                  <a:lnTo>
                    <a:pt x="576207" y="228201"/>
                  </a:lnTo>
                  <a:lnTo>
                    <a:pt x="575966" y="228221"/>
                  </a:lnTo>
                  <a:lnTo>
                    <a:pt x="575160" y="227916"/>
                  </a:lnTo>
                  <a:lnTo>
                    <a:pt x="575348" y="227503"/>
                  </a:lnTo>
                  <a:lnTo>
                    <a:pt x="575067" y="227530"/>
                  </a:lnTo>
                  <a:lnTo>
                    <a:pt x="575231" y="227393"/>
                  </a:lnTo>
                  <a:lnTo>
                    <a:pt x="575047" y="227274"/>
                  </a:lnTo>
                  <a:lnTo>
                    <a:pt x="574978" y="227463"/>
                  </a:lnTo>
                  <a:lnTo>
                    <a:pt x="574578" y="227428"/>
                  </a:lnTo>
                  <a:lnTo>
                    <a:pt x="574622" y="227071"/>
                  </a:lnTo>
                  <a:lnTo>
                    <a:pt x="573787" y="227542"/>
                  </a:lnTo>
                  <a:lnTo>
                    <a:pt x="573746" y="227203"/>
                  </a:lnTo>
                  <a:lnTo>
                    <a:pt x="572626" y="227075"/>
                  </a:lnTo>
                  <a:lnTo>
                    <a:pt x="571884" y="226589"/>
                  </a:lnTo>
                  <a:lnTo>
                    <a:pt x="571614" y="226774"/>
                  </a:lnTo>
                  <a:lnTo>
                    <a:pt x="570977" y="226429"/>
                  </a:lnTo>
                  <a:lnTo>
                    <a:pt x="570904" y="226136"/>
                  </a:lnTo>
                  <a:lnTo>
                    <a:pt x="570360" y="226218"/>
                  </a:lnTo>
                  <a:lnTo>
                    <a:pt x="569653" y="225842"/>
                  </a:lnTo>
                  <a:lnTo>
                    <a:pt x="569336" y="226246"/>
                  </a:lnTo>
                  <a:lnTo>
                    <a:pt x="569038" y="226119"/>
                  </a:lnTo>
                  <a:lnTo>
                    <a:pt x="568793" y="226355"/>
                  </a:lnTo>
                  <a:lnTo>
                    <a:pt x="568653" y="225837"/>
                  </a:lnTo>
                  <a:lnTo>
                    <a:pt x="568343" y="226093"/>
                  </a:lnTo>
                  <a:lnTo>
                    <a:pt x="567995" y="225610"/>
                  </a:lnTo>
                  <a:lnTo>
                    <a:pt x="567738" y="225709"/>
                  </a:lnTo>
                  <a:lnTo>
                    <a:pt x="567463" y="225469"/>
                  </a:lnTo>
                  <a:lnTo>
                    <a:pt x="567018" y="225568"/>
                  </a:lnTo>
                  <a:lnTo>
                    <a:pt x="566865" y="226049"/>
                  </a:lnTo>
                  <a:lnTo>
                    <a:pt x="566044" y="225790"/>
                  </a:lnTo>
                  <a:lnTo>
                    <a:pt x="565739" y="225948"/>
                  </a:lnTo>
                  <a:lnTo>
                    <a:pt x="565641" y="225560"/>
                  </a:lnTo>
                  <a:lnTo>
                    <a:pt x="565315" y="225866"/>
                  </a:lnTo>
                  <a:lnTo>
                    <a:pt x="564755" y="225698"/>
                  </a:lnTo>
                  <a:lnTo>
                    <a:pt x="564395" y="225988"/>
                  </a:lnTo>
                  <a:lnTo>
                    <a:pt x="564462" y="225617"/>
                  </a:lnTo>
                  <a:lnTo>
                    <a:pt x="563880" y="225826"/>
                  </a:lnTo>
                  <a:lnTo>
                    <a:pt x="563427" y="225701"/>
                  </a:lnTo>
                  <a:lnTo>
                    <a:pt x="562809" y="225062"/>
                  </a:lnTo>
                  <a:lnTo>
                    <a:pt x="561925" y="225355"/>
                  </a:lnTo>
                  <a:lnTo>
                    <a:pt x="561057" y="224813"/>
                  </a:lnTo>
                  <a:lnTo>
                    <a:pt x="560814" y="225194"/>
                  </a:lnTo>
                  <a:lnTo>
                    <a:pt x="559807" y="225500"/>
                  </a:lnTo>
                  <a:lnTo>
                    <a:pt x="559656" y="225921"/>
                  </a:lnTo>
                  <a:lnTo>
                    <a:pt x="558947" y="225927"/>
                  </a:lnTo>
                  <a:lnTo>
                    <a:pt x="558452" y="226393"/>
                  </a:lnTo>
                  <a:lnTo>
                    <a:pt x="557510" y="226621"/>
                  </a:lnTo>
                  <a:lnTo>
                    <a:pt x="557624" y="226932"/>
                  </a:lnTo>
                  <a:lnTo>
                    <a:pt x="556992" y="227020"/>
                  </a:lnTo>
                  <a:lnTo>
                    <a:pt x="556695" y="227578"/>
                  </a:lnTo>
                  <a:lnTo>
                    <a:pt x="556441" y="227309"/>
                  </a:lnTo>
                  <a:lnTo>
                    <a:pt x="556276" y="227604"/>
                  </a:lnTo>
                  <a:lnTo>
                    <a:pt x="555325" y="227363"/>
                  </a:lnTo>
                  <a:lnTo>
                    <a:pt x="554622" y="227620"/>
                  </a:lnTo>
                  <a:lnTo>
                    <a:pt x="554142" y="228084"/>
                  </a:lnTo>
                  <a:lnTo>
                    <a:pt x="554115" y="228442"/>
                  </a:lnTo>
                  <a:lnTo>
                    <a:pt x="553530" y="228766"/>
                  </a:lnTo>
                  <a:lnTo>
                    <a:pt x="553330" y="228647"/>
                  </a:lnTo>
                  <a:lnTo>
                    <a:pt x="552948" y="229029"/>
                  </a:lnTo>
                  <a:lnTo>
                    <a:pt x="551267" y="229764"/>
                  </a:lnTo>
                  <a:lnTo>
                    <a:pt x="550522" y="230555"/>
                  </a:lnTo>
                  <a:lnTo>
                    <a:pt x="550240" y="231451"/>
                  </a:lnTo>
                  <a:lnTo>
                    <a:pt x="549986" y="231603"/>
                  </a:lnTo>
                  <a:lnTo>
                    <a:pt x="550027" y="234077"/>
                  </a:lnTo>
                  <a:lnTo>
                    <a:pt x="549844" y="234830"/>
                  </a:lnTo>
                  <a:lnTo>
                    <a:pt x="550065" y="235759"/>
                  </a:lnTo>
                  <a:lnTo>
                    <a:pt x="549833" y="236815"/>
                  </a:lnTo>
                  <a:lnTo>
                    <a:pt x="550099" y="236920"/>
                  </a:lnTo>
                  <a:lnTo>
                    <a:pt x="549947" y="237084"/>
                  </a:lnTo>
                  <a:lnTo>
                    <a:pt x="550167" y="237180"/>
                  </a:lnTo>
                  <a:lnTo>
                    <a:pt x="550123" y="237502"/>
                  </a:lnTo>
                  <a:lnTo>
                    <a:pt x="550276" y="237365"/>
                  </a:lnTo>
                  <a:lnTo>
                    <a:pt x="550297" y="238091"/>
                  </a:lnTo>
                  <a:lnTo>
                    <a:pt x="549899" y="237927"/>
                  </a:lnTo>
                  <a:lnTo>
                    <a:pt x="549576" y="238397"/>
                  </a:lnTo>
                  <a:lnTo>
                    <a:pt x="549151" y="238302"/>
                  </a:lnTo>
                  <a:lnTo>
                    <a:pt x="548862" y="238682"/>
                  </a:lnTo>
                  <a:lnTo>
                    <a:pt x="548301" y="238694"/>
                  </a:lnTo>
                  <a:lnTo>
                    <a:pt x="547975" y="238884"/>
                  </a:lnTo>
                  <a:lnTo>
                    <a:pt x="548107" y="238989"/>
                  </a:lnTo>
                  <a:lnTo>
                    <a:pt x="547095" y="239245"/>
                  </a:lnTo>
                  <a:lnTo>
                    <a:pt x="546253" y="240265"/>
                  </a:lnTo>
                  <a:lnTo>
                    <a:pt x="547195" y="243010"/>
                  </a:lnTo>
                  <a:lnTo>
                    <a:pt x="547363" y="244223"/>
                  </a:lnTo>
                  <a:lnTo>
                    <a:pt x="547697" y="244913"/>
                  </a:lnTo>
                  <a:lnTo>
                    <a:pt x="548441" y="245553"/>
                  </a:lnTo>
                  <a:lnTo>
                    <a:pt x="548399" y="246012"/>
                  </a:lnTo>
                  <a:lnTo>
                    <a:pt x="548752" y="245963"/>
                  </a:lnTo>
                  <a:lnTo>
                    <a:pt x="548793" y="246672"/>
                  </a:lnTo>
                  <a:lnTo>
                    <a:pt x="549170" y="246986"/>
                  </a:lnTo>
                  <a:lnTo>
                    <a:pt x="549049" y="247560"/>
                  </a:lnTo>
                  <a:lnTo>
                    <a:pt x="549295" y="248251"/>
                  </a:lnTo>
                  <a:lnTo>
                    <a:pt x="549012" y="248734"/>
                  </a:lnTo>
                  <a:lnTo>
                    <a:pt x="549177" y="249014"/>
                  </a:lnTo>
                  <a:lnTo>
                    <a:pt x="548993" y="249451"/>
                  </a:lnTo>
                  <a:lnTo>
                    <a:pt x="547657" y="250235"/>
                  </a:lnTo>
                  <a:lnTo>
                    <a:pt x="546788" y="250261"/>
                  </a:lnTo>
                  <a:lnTo>
                    <a:pt x="546344" y="250792"/>
                  </a:lnTo>
                  <a:lnTo>
                    <a:pt x="545548" y="250838"/>
                  </a:lnTo>
                  <a:lnTo>
                    <a:pt x="544815" y="251642"/>
                  </a:lnTo>
                  <a:lnTo>
                    <a:pt x="544472" y="251613"/>
                  </a:lnTo>
                  <a:lnTo>
                    <a:pt x="541696" y="252764"/>
                  </a:lnTo>
                  <a:lnTo>
                    <a:pt x="541458" y="253377"/>
                  </a:lnTo>
                  <a:lnTo>
                    <a:pt x="541050" y="253634"/>
                  </a:lnTo>
                  <a:lnTo>
                    <a:pt x="540909" y="254454"/>
                  </a:lnTo>
                  <a:lnTo>
                    <a:pt x="540207" y="255248"/>
                  </a:lnTo>
                  <a:lnTo>
                    <a:pt x="539900" y="256122"/>
                  </a:lnTo>
                  <a:lnTo>
                    <a:pt x="539362" y="256392"/>
                  </a:lnTo>
                  <a:lnTo>
                    <a:pt x="538322" y="257619"/>
                  </a:lnTo>
                  <a:lnTo>
                    <a:pt x="535482" y="258188"/>
                  </a:lnTo>
                  <a:lnTo>
                    <a:pt x="535007" y="258547"/>
                  </a:lnTo>
                  <a:lnTo>
                    <a:pt x="533960" y="258282"/>
                  </a:lnTo>
                  <a:lnTo>
                    <a:pt x="531015" y="258801"/>
                  </a:lnTo>
                  <a:lnTo>
                    <a:pt x="530280" y="259194"/>
                  </a:lnTo>
                  <a:lnTo>
                    <a:pt x="528001" y="259563"/>
                  </a:lnTo>
                  <a:lnTo>
                    <a:pt x="526383" y="260367"/>
                  </a:lnTo>
                  <a:lnTo>
                    <a:pt x="524610" y="260416"/>
                  </a:lnTo>
                  <a:lnTo>
                    <a:pt x="527121" y="262963"/>
                  </a:lnTo>
                  <a:lnTo>
                    <a:pt x="529259" y="269360"/>
                  </a:lnTo>
                  <a:lnTo>
                    <a:pt x="530128" y="269982"/>
                  </a:lnTo>
                  <a:lnTo>
                    <a:pt x="531504" y="270391"/>
                  </a:lnTo>
                  <a:lnTo>
                    <a:pt x="532424" y="271042"/>
                  </a:lnTo>
                  <a:lnTo>
                    <a:pt x="532761" y="271412"/>
                  </a:lnTo>
                  <a:lnTo>
                    <a:pt x="532765" y="273347"/>
                  </a:lnTo>
                  <a:lnTo>
                    <a:pt x="534000" y="274470"/>
                  </a:lnTo>
                  <a:lnTo>
                    <a:pt x="534885" y="275759"/>
                  </a:lnTo>
                  <a:lnTo>
                    <a:pt x="535231" y="275734"/>
                  </a:lnTo>
                  <a:lnTo>
                    <a:pt x="534913" y="276503"/>
                  </a:lnTo>
                  <a:lnTo>
                    <a:pt x="536039" y="278025"/>
                  </a:lnTo>
                  <a:lnTo>
                    <a:pt x="536303" y="278738"/>
                  </a:lnTo>
                  <a:lnTo>
                    <a:pt x="535701" y="280969"/>
                  </a:lnTo>
                  <a:lnTo>
                    <a:pt x="536561" y="282872"/>
                  </a:lnTo>
                  <a:lnTo>
                    <a:pt x="536480" y="283692"/>
                  </a:lnTo>
                  <a:lnTo>
                    <a:pt x="536693" y="284482"/>
                  </a:lnTo>
                  <a:lnTo>
                    <a:pt x="536254" y="285015"/>
                  </a:lnTo>
                  <a:lnTo>
                    <a:pt x="535967" y="286438"/>
                  </a:lnTo>
                  <a:lnTo>
                    <a:pt x="534961" y="287925"/>
                  </a:lnTo>
                  <a:lnTo>
                    <a:pt x="534940" y="288753"/>
                  </a:lnTo>
                  <a:lnTo>
                    <a:pt x="533171" y="291599"/>
                  </a:lnTo>
                  <a:lnTo>
                    <a:pt x="532927" y="293245"/>
                  </a:lnTo>
                  <a:lnTo>
                    <a:pt x="532916" y="293773"/>
                  </a:lnTo>
                  <a:lnTo>
                    <a:pt x="534574" y="296756"/>
                  </a:lnTo>
                  <a:lnTo>
                    <a:pt x="534384" y="297385"/>
                  </a:lnTo>
                  <a:lnTo>
                    <a:pt x="534660" y="298503"/>
                  </a:lnTo>
                  <a:lnTo>
                    <a:pt x="535577" y="298977"/>
                  </a:lnTo>
                  <a:lnTo>
                    <a:pt x="535770" y="299425"/>
                  </a:lnTo>
                  <a:lnTo>
                    <a:pt x="536362" y="299401"/>
                  </a:lnTo>
                  <a:lnTo>
                    <a:pt x="537268" y="299933"/>
                  </a:lnTo>
                  <a:lnTo>
                    <a:pt x="537684" y="300940"/>
                  </a:lnTo>
                  <a:lnTo>
                    <a:pt x="538340" y="301449"/>
                  </a:lnTo>
                  <a:lnTo>
                    <a:pt x="538868" y="301336"/>
                  </a:lnTo>
                  <a:lnTo>
                    <a:pt x="539220" y="301759"/>
                  </a:lnTo>
                  <a:lnTo>
                    <a:pt x="540143" y="302213"/>
                  </a:lnTo>
                  <a:lnTo>
                    <a:pt x="541283" y="302125"/>
                  </a:lnTo>
                  <a:lnTo>
                    <a:pt x="541494" y="302380"/>
                  </a:lnTo>
                  <a:lnTo>
                    <a:pt x="542146" y="302517"/>
                  </a:lnTo>
                  <a:lnTo>
                    <a:pt x="542382" y="302994"/>
                  </a:lnTo>
                  <a:lnTo>
                    <a:pt x="543159" y="303198"/>
                  </a:lnTo>
                  <a:lnTo>
                    <a:pt x="544667" y="303099"/>
                  </a:lnTo>
                  <a:lnTo>
                    <a:pt x="545053" y="303341"/>
                  </a:lnTo>
                  <a:lnTo>
                    <a:pt x="546557" y="303278"/>
                  </a:lnTo>
                  <a:lnTo>
                    <a:pt x="547196" y="302877"/>
                  </a:lnTo>
                  <a:lnTo>
                    <a:pt x="548453" y="302889"/>
                  </a:lnTo>
                  <a:lnTo>
                    <a:pt x="548857" y="303585"/>
                  </a:lnTo>
                  <a:lnTo>
                    <a:pt x="549674" y="303876"/>
                  </a:lnTo>
                  <a:lnTo>
                    <a:pt x="550531" y="303863"/>
                  </a:lnTo>
                  <a:lnTo>
                    <a:pt x="551038" y="304706"/>
                  </a:lnTo>
                  <a:lnTo>
                    <a:pt x="551757" y="304938"/>
                  </a:lnTo>
                  <a:lnTo>
                    <a:pt x="551839" y="305248"/>
                  </a:lnTo>
                  <a:lnTo>
                    <a:pt x="552128" y="305173"/>
                  </a:lnTo>
                  <a:lnTo>
                    <a:pt x="552599" y="305636"/>
                  </a:lnTo>
                  <a:lnTo>
                    <a:pt x="552792" y="306519"/>
                  </a:lnTo>
                  <a:lnTo>
                    <a:pt x="553226" y="306387"/>
                  </a:lnTo>
                  <a:lnTo>
                    <a:pt x="553969" y="306873"/>
                  </a:lnTo>
                  <a:lnTo>
                    <a:pt x="555128" y="306824"/>
                  </a:lnTo>
                  <a:lnTo>
                    <a:pt x="555758" y="307136"/>
                  </a:lnTo>
                  <a:lnTo>
                    <a:pt x="556811" y="307012"/>
                  </a:lnTo>
                  <a:lnTo>
                    <a:pt x="556964" y="306777"/>
                  </a:lnTo>
                  <a:lnTo>
                    <a:pt x="557672" y="306812"/>
                  </a:lnTo>
                  <a:lnTo>
                    <a:pt x="557778" y="306537"/>
                  </a:lnTo>
                  <a:lnTo>
                    <a:pt x="558280" y="306372"/>
                  </a:lnTo>
                  <a:lnTo>
                    <a:pt x="558283" y="306684"/>
                  </a:lnTo>
                  <a:lnTo>
                    <a:pt x="558598" y="306391"/>
                  </a:lnTo>
                  <a:lnTo>
                    <a:pt x="559348" y="306516"/>
                  </a:lnTo>
                  <a:lnTo>
                    <a:pt x="559609" y="306824"/>
                  </a:lnTo>
                  <a:lnTo>
                    <a:pt x="559340" y="307031"/>
                  </a:lnTo>
                  <a:lnTo>
                    <a:pt x="560016" y="307687"/>
                  </a:lnTo>
                  <a:lnTo>
                    <a:pt x="559936" y="307938"/>
                  </a:lnTo>
                  <a:lnTo>
                    <a:pt x="560750" y="308077"/>
                  </a:lnTo>
                  <a:lnTo>
                    <a:pt x="561420" y="309008"/>
                  </a:lnTo>
                  <a:lnTo>
                    <a:pt x="561417" y="310264"/>
                  </a:lnTo>
                  <a:lnTo>
                    <a:pt x="561814" y="310850"/>
                  </a:lnTo>
                  <a:lnTo>
                    <a:pt x="561492" y="310767"/>
                  </a:lnTo>
                  <a:lnTo>
                    <a:pt x="561337" y="311817"/>
                  </a:lnTo>
                  <a:lnTo>
                    <a:pt x="561721" y="312148"/>
                  </a:lnTo>
                  <a:lnTo>
                    <a:pt x="561519" y="312623"/>
                  </a:lnTo>
                  <a:lnTo>
                    <a:pt x="561786" y="313168"/>
                  </a:lnTo>
                  <a:lnTo>
                    <a:pt x="563226" y="315185"/>
                  </a:lnTo>
                  <a:lnTo>
                    <a:pt x="565063" y="316922"/>
                  </a:lnTo>
                  <a:lnTo>
                    <a:pt x="568822" y="321497"/>
                  </a:lnTo>
                  <a:lnTo>
                    <a:pt x="570626" y="324827"/>
                  </a:lnTo>
                  <a:lnTo>
                    <a:pt x="570964" y="325061"/>
                  </a:lnTo>
                  <a:lnTo>
                    <a:pt x="570986" y="326331"/>
                  </a:lnTo>
                  <a:lnTo>
                    <a:pt x="571789" y="327643"/>
                  </a:lnTo>
                  <a:lnTo>
                    <a:pt x="571620" y="328658"/>
                  </a:lnTo>
                  <a:lnTo>
                    <a:pt x="572027" y="328949"/>
                  </a:lnTo>
                  <a:lnTo>
                    <a:pt x="572013" y="329217"/>
                  </a:lnTo>
                  <a:lnTo>
                    <a:pt x="572283" y="328868"/>
                  </a:lnTo>
                  <a:lnTo>
                    <a:pt x="572413" y="328975"/>
                  </a:lnTo>
                  <a:lnTo>
                    <a:pt x="572393" y="329464"/>
                  </a:lnTo>
                  <a:lnTo>
                    <a:pt x="572788" y="329603"/>
                  </a:lnTo>
                  <a:lnTo>
                    <a:pt x="572477" y="330101"/>
                  </a:lnTo>
                  <a:lnTo>
                    <a:pt x="573295" y="330783"/>
                  </a:lnTo>
                  <a:lnTo>
                    <a:pt x="573319" y="331184"/>
                  </a:lnTo>
                  <a:lnTo>
                    <a:pt x="573871" y="331448"/>
                  </a:lnTo>
                  <a:lnTo>
                    <a:pt x="574107" y="331628"/>
                  </a:lnTo>
                  <a:lnTo>
                    <a:pt x="574122" y="332157"/>
                  </a:lnTo>
                  <a:lnTo>
                    <a:pt x="574963" y="333091"/>
                  </a:lnTo>
                  <a:lnTo>
                    <a:pt x="574305" y="334157"/>
                  </a:lnTo>
                  <a:lnTo>
                    <a:pt x="575182" y="335328"/>
                  </a:lnTo>
                  <a:lnTo>
                    <a:pt x="574881" y="335898"/>
                  </a:lnTo>
                  <a:lnTo>
                    <a:pt x="574847" y="336881"/>
                  </a:lnTo>
                  <a:lnTo>
                    <a:pt x="574521" y="336819"/>
                  </a:lnTo>
                  <a:lnTo>
                    <a:pt x="574348" y="337653"/>
                  </a:lnTo>
                  <a:lnTo>
                    <a:pt x="573902" y="337732"/>
                  </a:lnTo>
                  <a:lnTo>
                    <a:pt x="573699" y="337536"/>
                  </a:lnTo>
                  <a:lnTo>
                    <a:pt x="573543" y="337754"/>
                  </a:lnTo>
                  <a:lnTo>
                    <a:pt x="574009" y="338616"/>
                  </a:lnTo>
                  <a:lnTo>
                    <a:pt x="574556" y="338702"/>
                  </a:lnTo>
                  <a:lnTo>
                    <a:pt x="575025" y="338481"/>
                  </a:lnTo>
                  <a:lnTo>
                    <a:pt x="575347" y="339017"/>
                  </a:lnTo>
                  <a:lnTo>
                    <a:pt x="576628" y="339041"/>
                  </a:lnTo>
                  <a:lnTo>
                    <a:pt x="577815" y="341169"/>
                  </a:lnTo>
                  <a:lnTo>
                    <a:pt x="578076" y="340969"/>
                  </a:lnTo>
                  <a:lnTo>
                    <a:pt x="578421" y="341391"/>
                  </a:lnTo>
                  <a:lnTo>
                    <a:pt x="578914" y="340978"/>
                  </a:lnTo>
                  <a:lnTo>
                    <a:pt x="579416" y="341472"/>
                  </a:lnTo>
                  <a:lnTo>
                    <a:pt x="580405" y="341530"/>
                  </a:lnTo>
                  <a:lnTo>
                    <a:pt x="582379" y="340328"/>
                  </a:lnTo>
                  <a:lnTo>
                    <a:pt x="583048" y="340242"/>
                  </a:lnTo>
                  <a:lnTo>
                    <a:pt x="583370" y="340583"/>
                  </a:lnTo>
                  <a:lnTo>
                    <a:pt x="584147" y="340885"/>
                  </a:lnTo>
                  <a:lnTo>
                    <a:pt x="584898" y="341636"/>
                  </a:lnTo>
                  <a:lnTo>
                    <a:pt x="584824" y="341828"/>
                  </a:lnTo>
                  <a:lnTo>
                    <a:pt x="585233" y="342338"/>
                  </a:lnTo>
                  <a:lnTo>
                    <a:pt x="586528" y="343103"/>
                  </a:lnTo>
                  <a:lnTo>
                    <a:pt x="587520" y="344609"/>
                  </a:lnTo>
                  <a:lnTo>
                    <a:pt x="588225" y="345760"/>
                  </a:lnTo>
                  <a:lnTo>
                    <a:pt x="589417" y="346477"/>
                  </a:lnTo>
                  <a:lnTo>
                    <a:pt x="589373" y="346810"/>
                  </a:lnTo>
                  <a:lnTo>
                    <a:pt x="591347" y="347950"/>
                  </a:lnTo>
                  <a:lnTo>
                    <a:pt x="591636" y="348367"/>
                  </a:lnTo>
                  <a:lnTo>
                    <a:pt x="591783" y="348995"/>
                  </a:lnTo>
                  <a:lnTo>
                    <a:pt x="592436" y="349252"/>
                  </a:lnTo>
                  <a:lnTo>
                    <a:pt x="592886" y="349982"/>
                  </a:lnTo>
                  <a:lnTo>
                    <a:pt x="593335" y="350403"/>
                  </a:lnTo>
                  <a:lnTo>
                    <a:pt x="593749" y="350469"/>
                  </a:lnTo>
                  <a:lnTo>
                    <a:pt x="594012" y="350870"/>
                  </a:lnTo>
                  <a:lnTo>
                    <a:pt x="593894" y="351650"/>
                  </a:lnTo>
                  <a:lnTo>
                    <a:pt x="594957" y="353432"/>
                  </a:lnTo>
                  <a:lnTo>
                    <a:pt x="595342" y="353262"/>
                  </a:lnTo>
                  <a:lnTo>
                    <a:pt x="596101" y="354020"/>
                  </a:lnTo>
                  <a:lnTo>
                    <a:pt x="596940" y="353911"/>
                  </a:lnTo>
                  <a:lnTo>
                    <a:pt x="597307" y="354182"/>
                  </a:lnTo>
                  <a:lnTo>
                    <a:pt x="597174" y="355257"/>
                  </a:lnTo>
                  <a:lnTo>
                    <a:pt x="597638" y="355875"/>
                  </a:lnTo>
                  <a:lnTo>
                    <a:pt x="597589" y="356101"/>
                  </a:lnTo>
                  <a:lnTo>
                    <a:pt x="597820" y="356168"/>
                  </a:lnTo>
                  <a:lnTo>
                    <a:pt x="597925" y="357768"/>
                  </a:lnTo>
                  <a:lnTo>
                    <a:pt x="598505" y="357930"/>
                  </a:lnTo>
                  <a:lnTo>
                    <a:pt x="598646" y="358795"/>
                  </a:lnTo>
                  <a:lnTo>
                    <a:pt x="599010" y="359138"/>
                  </a:lnTo>
                  <a:lnTo>
                    <a:pt x="599123" y="360776"/>
                  </a:lnTo>
                  <a:lnTo>
                    <a:pt x="598487" y="361771"/>
                  </a:lnTo>
                  <a:lnTo>
                    <a:pt x="598721" y="361926"/>
                  </a:lnTo>
                  <a:lnTo>
                    <a:pt x="596261" y="363033"/>
                  </a:lnTo>
                  <a:lnTo>
                    <a:pt x="595882" y="363885"/>
                  </a:lnTo>
                  <a:lnTo>
                    <a:pt x="595543" y="364122"/>
                  </a:lnTo>
                  <a:lnTo>
                    <a:pt x="594923" y="365584"/>
                  </a:lnTo>
                  <a:lnTo>
                    <a:pt x="595024" y="366033"/>
                  </a:lnTo>
                  <a:lnTo>
                    <a:pt x="594613" y="367044"/>
                  </a:lnTo>
                  <a:lnTo>
                    <a:pt x="594425" y="368659"/>
                  </a:lnTo>
                  <a:lnTo>
                    <a:pt x="592902" y="368805"/>
                  </a:lnTo>
                  <a:lnTo>
                    <a:pt x="591026" y="368315"/>
                  </a:lnTo>
                  <a:lnTo>
                    <a:pt x="589530" y="367619"/>
                  </a:lnTo>
                  <a:lnTo>
                    <a:pt x="587563" y="367953"/>
                  </a:lnTo>
                  <a:lnTo>
                    <a:pt x="586205" y="367749"/>
                  </a:lnTo>
                  <a:lnTo>
                    <a:pt x="584603" y="366143"/>
                  </a:lnTo>
                  <a:lnTo>
                    <a:pt x="582614" y="365168"/>
                  </a:lnTo>
                  <a:lnTo>
                    <a:pt x="582063" y="366875"/>
                  </a:lnTo>
                  <a:lnTo>
                    <a:pt x="582933" y="369009"/>
                  </a:lnTo>
                  <a:lnTo>
                    <a:pt x="582831" y="369932"/>
                  </a:lnTo>
                  <a:lnTo>
                    <a:pt x="582646" y="370257"/>
                  </a:lnTo>
                  <a:lnTo>
                    <a:pt x="582048" y="370491"/>
                  </a:lnTo>
                  <a:lnTo>
                    <a:pt x="581599" y="371198"/>
                  </a:lnTo>
                  <a:lnTo>
                    <a:pt x="581874" y="371791"/>
                  </a:lnTo>
                  <a:lnTo>
                    <a:pt x="580837" y="373375"/>
                  </a:lnTo>
                  <a:lnTo>
                    <a:pt x="580938" y="373636"/>
                  </a:lnTo>
                  <a:lnTo>
                    <a:pt x="580572" y="373814"/>
                  </a:lnTo>
                  <a:lnTo>
                    <a:pt x="580716" y="374447"/>
                  </a:lnTo>
                  <a:lnTo>
                    <a:pt x="578830" y="376335"/>
                  </a:lnTo>
                  <a:lnTo>
                    <a:pt x="578831" y="376915"/>
                  </a:lnTo>
                  <a:lnTo>
                    <a:pt x="579116" y="376856"/>
                  </a:lnTo>
                  <a:lnTo>
                    <a:pt x="578985" y="377066"/>
                  </a:lnTo>
                  <a:lnTo>
                    <a:pt x="579264" y="377207"/>
                  </a:lnTo>
                  <a:lnTo>
                    <a:pt x="579178" y="377584"/>
                  </a:lnTo>
                  <a:lnTo>
                    <a:pt x="580163" y="378895"/>
                  </a:lnTo>
                  <a:lnTo>
                    <a:pt x="579628" y="379044"/>
                  </a:lnTo>
                  <a:lnTo>
                    <a:pt x="579767" y="379365"/>
                  </a:lnTo>
                  <a:lnTo>
                    <a:pt x="579311" y="379512"/>
                  </a:lnTo>
                  <a:lnTo>
                    <a:pt x="579089" y="381463"/>
                  </a:lnTo>
                  <a:lnTo>
                    <a:pt x="577776" y="380357"/>
                  </a:lnTo>
                  <a:lnTo>
                    <a:pt x="577305" y="379579"/>
                  </a:lnTo>
                  <a:lnTo>
                    <a:pt x="572908" y="379235"/>
                  </a:lnTo>
                  <a:lnTo>
                    <a:pt x="571684" y="381030"/>
                  </a:lnTo>
                  <a:lnTo>
                    <a:pt x="571298" y="381285"/>
                  </a:lnTo>
                  <a:lnTo>
                    <a:pt x="571167" y="381092"/>
                  </a:lnTo>
                  <a:lnTo>
                    <a:pt x="570899" y="381162"/>
                  </a:lnTo>
                  <a:lnTo>
                    <a:pt x="570987" y="381373"/>
                  </a:lnTo>
                  <a:lnTo>
                    <a:pt x="570643" y="381341"/>
                  </a:lnTo>
                  <a:lnTo>
                    <a:pt x="570006" y="380791"/>
                  </a:lnTo>
                  <a:lnTo>
                    <a:pt x="569308" y="380896"/>
                  </a:lnTo>
                  <a:lnTo>
                    <a:pt x="568734" y="380529"/>
                  </a:lnTo>
                  <a:lnTo>
                    <a:pt x="567990" y="380763"/>
                  </a:lnTo>
                  <a:lnTo>
                    <a:pt x="567820" y="380613"/>
                  </a:lnTo>
                  <a:lnTo>
                    <a:pt x="566361" y="380785"/>
                  </a:lnTo>
                  <a:lnTo>
                    <a:pt x="564341" y="380103"/>
                  </a:lnTo>
                  <a:lnTo>
                    <a:pt x="562822" y="380581"/>
                  </a:lnTo>
                  <a:lnTo>
                    <a:pt x="561314" y="381453"/>
                  </a:lnTo>
                  <a:lnTo>
                    <a:pt x="560843" y="381959"/>
                  </a:lnTo>
                  <a:lnTo>
                    <a:pt x="558394" y="382770"/>
                  </a:lnTo>
                  <a:lnTo>
                    <a:pt x="556863" y="382734"/>
                  </a:lnTo>
                  <a:lnTo>
                    <a:pt x="555440" y="383229"/>
                  </a:lnTo>
                  <a:lnTo>
                    <a:pt x="553317" y="383001"/>
                  </a:lnTo>
                  <a:lnTo>
                    <a:pt x="552316" y="383137"/>
                  </a:lnTo>
                  <a:lnTo>
                    <a:pt x="551442" y="384626"/>
                  </a:lnTo>
                  <a:lnTo>
                    <a:pt x="551232" y="386499"/>
                  </a:lnTo>
                  <a:lnTo>
                    <a:pt x="550472" y="388513"/>
                  </a:lnTo>
                  <a:lnTo>
                    <a:pt x="550628" y="389179"/>
                  </a:lnTo>
                  <a:lnTo>
                    <a:pt x="550335" y="390652"/>
                  </a:lnTo>
                  <a:lnTo>
                    <a:pt x="550465" y="391183"/>
                  </a:lnTo>
                  <a:lnTo>
                    <a:pt x="550702" y="391137"/>
                  </a:lnTo>
                  <a:lnTo>
                    <a:pt x="550512" y="391652"/>
                  </a:lnTo>
                  <a:lnTo>
                    <a:pt x="550680" y="392192"/>
                  </a:lnTo>
                  <a:lnTo>
                    <a:pt x="549930" y="394362"/>
                  </a:lnTo>
                  <a:lnTo>
                    <a:pt x="548795" y="394539"/>
                  </a:lnTo>
                  <a:lnTo>
                    <a:pt x="548343" y="394981"/>
                  </a:lnTo>
                  <a:lnTo>
                    <a:pt x="548089" y="394577"/>
                  </a:lnTo>
                  <a:lnTo>
                    <a:pt x="547787" y="394674"/>
                  </a:lnTo>
                  <a:lnTo>
                    <a:pt x="547282" y="394210"/>
                  </a:lnTo>
                  <a:lnTo>
                    <a:pt x="547039" y="394559"/>
                  </a:lnTo>
                  <a:lnTo>
                    <a:pt x="546837" y="394441"/>
                  </a:lnTo>
                  <a:lnTo>
                    <a:pt x="546546" y="394656"/>
                  </a:lnTo>
                  <a:lnTo>
                    <a:pt x="546336" y="395052"/>
                  </a:lnTo>
                  <a:lnTo>
                    <a:pt x="545963" y="395022"/>
                  </a:lnTo>
                  <a:lnTo>
                    <a:pt x="546105" y="395174"/>
                  </a:lnTo>
                  <a:lnTo>
                    <a:pt x="545561" y="395429"/>
                  </a:lnTo>
                  <a:lnTo>
                    <a:pt x="545058" y="395283"/>
                  </a:lnTo>
                  <a:lnTo>
                    <a:pt x="544091" y="395740"/>
                  </a:lnTo>
                  <a:lnTo>
                    <a:pt x="543762" y="396584"/>
                  </a:lnTo>
                  <a:lnTo>
                    <a:pt x="542977" y="397505"/>
                  </a:lnTo>
                  <a:lnTo>
                    <a:pt x="539516" y="396764"/>
                  </a:lnTo>
                  <a:lnTo>
                    <a:pt x="538733" y="396985"/>
                  </a:lnTo>
                  <a:lnTo>
                    <a:pt x="538440" y="396851"/>
                  </a:lnTo>
                  <a:lnTo>
                    <a:pt x="537681" y="397255"/>
                  </a:lnTo>
                  <a:lnTo>
                    <a:pt x="536819" y="397356"/>
                  </a:lnTo>
                  <a:lnTo>
                    <a:pt x="536572" y="398502"/>
                  </a:lnTo>
                  <a:lnTo>
                    <a:pt x="536911" y="399645"/>
                  </a:lnTo>
                  <a:lnTo>
                    <a:pt x="537550" y="400047"/>
                  </a:lnTo>
                  <a:lnTo>
                    <a:pt x="537743" y="400508"/>
                  </a:lnTo>
                  <a:lnTo>
                    <a:pt x="538990" y="401805"/>
                  </a:lnTo>
                  <a:lnTo>
                    <a:pt x="539401" y="401784"/>
                  </a:lnTo>
                  <a:lnTo>
                    <a:pt x="539566" y="402047"/>
                  </a:lnTo>
                  <a:lnTo>
                    <a:pt x="539421" y="402321"/>
                  </a:lnTo>
                  <a:lnTo>
                    <a:pt x="540101" y="403121"/>
                  </a:lnTo>
                  <a:lnTo>
                    <a:pt x="540227" y="404511"/>
                  </a:lnTo>
                  <a:lnTo>
                    <a:pt x="540906" y="405428"/>
                  </a:lnTo>
                  <a:lnTo>
                    <a:pt x="540898" y="406260"/>
                  </a:lnTo>
                  <a:lnTo>
                    <a:pt x="540486" y="406665"/>
                  </a:lnTo>
                  <a:lnTo>
                    <a:pt x="540688" y="407043"/>
                  </a:lnTo>
                  <a:lnTo>
                    <a:pt x="540312" y="407288"/>
                  </a:lnTo>
                  <a:lnTo>
                    <a:pt x="539797" y="407252"/>
                  </a:lnTo>
                  <a:lnTo>
                    <a:pt x="539415" y="407673"/>
                  </a:lnTo>
                  <a:lnTo>
                    <a:pt x="538798" y="407741"/>
                  </a:lnTo>
                  <a:lnTo>
                    <a:pt x="537983" y="408646"/>
                  </a:lnTo>
                  <a:lnTo>
                    <a:pt x="537126" y="409032"/>
                  </a:lnTo>
                  <a:lnTo>
                    <a:pt x="536441" y="408817"/>
                  </a:lnTo>
                  <a:lnTo>
                    <a:pt x="536013" y="407988"/>
                  </a:lnTo>
                  <a:lnTo>
                    <a:pt x="534778" y="408504"/>
                  </a:lnTo>
                  <a:lnTo>
                    <a:pt x="534117" y="408384"/>
                  </a:lnTo>
                  <a:lnTo>
                    <a:pt x="533226" y="409052"/>
                  </a:lnTo>
                  <a:lnTo>
                    <a:pt x="533101" y="409831"/>
                  </a:lnTo>
                  <a:lnTo>
                    <a:pt x="533704" y="410675"/>
                  </a:lnTo>
                  <a:lnTo>
                    <a:pt x="533813" y="411600"/>
                  </a:lnTo>
                  <a:lnTo>
                    <a:pt x="534152" y="411893"/>
                  </a:lnTo>
                  <a:lnTo>
                    <a:pt x="534216" y="413269"/>
                  </a:lnTo>
                  <a:lnTo>
                    <a:pt x="533898" y="414117"/>
                  </a:lnTo>
                  <a:lnTo>
                    <a:pt x="532659" y="414145"/>
                  </a:lnTo>
                  <a:lnTo>
                    <a:pt x="528763" y="413415"/>
                  </a:lnTo>
                  <a:lnTo>
                    <a:pt x="528208" y="414460"/>
                  </a:lnTo>
                  <a:lnTo>
                    <a:pt x="528472" y="415655"/>
                  </a:lnTo>
                  <a:lnTo>
                    <a:pt x="528033" y="417701"/>
                  </a:lnTo>
                  <a:lnTo>
                    <a:pt x="526170" y="421212"/>
                  </a:lnTo>
                  <a:lnTo>
                    <a:pt x="525467" y="420944"/>
                  </a:lnTo>
                  <a:lnTo>
                    <a:pt x="525280" y="420524"/>
                  </a:lnTo>
                  <a:lnTo>
                    <a:pt x="524939" y="420278"/>
                  </a:lnTo>
                  <a:lnTo>
                    <a:pt x="524610" y="420355"/>
                  </a:lnTo>
                  <a:lnTo>
                    <a:pt x="524626" y="420126"/>
                  </a:lnTo>
                  <a:lnTo>
                    <a:pt x="524319" y="419952"/>
                  </a:lnTo>
                  <a:lnTo>
                    <a:pt x="523073" y="420267"/>
                  </a:lnTo>
                  <a:lnTo>
                    <a:pt x="522232" y="419682"/>
                  </a:lnTo>
                  <a:lnTo>
                    <a:pt x="521686" y="419984"/>
                  </a:lnTo>
                  <a:lnTo>
                    <a:pt x="519002" y="420537"/>
                  </a:lnTo>
                  <a:lnTo>
                    <a:pt x="518168" y="420953"/>
                  </a:lnTo>
                  <a:lnTo>
                    <a:pt x="518234" y="422085"/>
                  </a:lnTo>
                  <a:lnTo>
                    <a:pt x="517734" y="424395"/>
                  </a:lnTo>
                  <a:lnTo>
                    <a:pt x="518669" y="424508"/>
                  </a:lnTo>
                  <a:lnTo>
                    <a:pt x="519041" y="425216"/>
                  </a:lnTo>
                  <a:lnTo>
                    <a:pt x="519979" y="425841"/>
                  </a:lnTo>
                  <a:lnTo>
                    <a:pt x="519621" y="426380"/>
                  </a:lnTo>
                  <a:lnTo>
                    <a:pt x="519653" y="426944"/>
                  </a:lnTo>
                  <a:lnTo>
                    <a:pt x="520779" y="427772"/>
                  </a:lnTo>
                  <a:lnTo>
                    <a:pt x="521896" y="427980"/>
                  </a:lnTo>
                  <a:lnTo>
                    <a:pt x="521586" y="428438"/>
                  </a:lnTo>
                  <a:lnTo>
                    <a:pt x="521193" y="428776"/>
                  </a:lnTo>
                  <a:lnTo>
                    <a:pt x="520389" y="428830"/>
                  </a:lnTo>
                  <a:lnTo>
                    <a:pt x="519617" y="428687"/>
                  </a:lnTo>
                  <a:lnTo>
                    <a:pt x="519111" y="428215"/>
                  </a:lnTo>
                  <a:lnTo>
                    <a:pt x="517892" y="428062"/>
                  </a:lnTo>
                  <a:lnTo>
                    <a:pt x="516793" y="428663"/>
                  </a:lnTo>
                  <a:lnTo>
                    <a:pt x="516254" y="429270"/>
                  </a:lnTo>
                  <a:lnTo>
                    <a:pt x="513849" y="429138"/>
                  </a:lnTo>
                  <a:lnTo>
                    <a:pt x="513156" y="429310"/>
                  </a:lnTo>
                  <a:lnTo>
                    <a:pt x="510780" y="431097"/>
                  </a:lnTo>
                  <a:lnTo>
                    <a:pt x="510232" y="431249"/>
                  </a:lnTo>
                  <a:lnTo>
                    <a:pt x="509837" y="431053"/>
                  </a:lnTo>
                  <a:lnTo>
                    <a:pt x="510073" y="431372"/>
                  </a:lnTo>
                  <a:lnTo>
                    <a:pt x="509994" y="431646"/>
                  </a:lnTo>
                  <a:lnTo>
                    <a:pt x="510499" y="431688"/>
                  </a:lnTo>
                  <a:lnTo>
                    <a:pt x="511670" y="432320"/>
                  </a:lnTo>
                  <a:lnTo>
                    <a:pt x="512385" y="433264"/>
                  </a:lnTo>
                  <a:lnTo>
                    <a:pt x="512139" y="434062"/>
                  </a:lnTo>
                  <a:lnTo>
                    <a:pt x="512219" y="434629"/>
                  </a:lnTo>
                  <a:lnTo>
                    <a:pt x="510170" y="434690"/>
                  </a:lnTo>
                  <a:lnTo>
                    <a:pt x="508914" y="435211"/>
                  </a:lnTo>
                  <a:lnTo>
                    <a:pt x="507911" y="435224"/>
                  </a:lnTo>
                  <a:lnTo>
                    <a:pt x="508558" y="433772"/>
                  </a:lnTo>
                  <a:lnTo>
                    <a:pt x="507686" y="432555"/>
                  </a:lnTo>
                  <a:lnTo>
                    <a:pt x="507597" y="431880"/>
                  </a:lnTo>
                  <a:lnTo>
                    <a:pt x="508618" y="430681"/>
                  </a:lnTo>
                  <a:lnTo>
                    <a:pt x="508443" y="430187"/>
                  </a:lnTo>
                  <a:lnTo>
                    <a:pt x="508788" y="429785"/>
                  </a:lnTo>
                  <a:lnTo>
                    <a:pt x="508203" y="429178"/>
                  </a:lnTo>
                  <a:lnTo>
                    <a:pt x="508120" y="428166"/>
                  </a:lnTo>
                  <a:lnTo>
                    <a:pt x="507063" y="427252"/>
                  </a:lnTo>
                  <a:lnTo>
                    <a:pt x="506992" y="427418"/>
                  </a:lnTo>
                  <a:lnTo>
                    <a:pt x="506378" y="427149"/>
                  </a:lnTo>
                  <a:lnTo>
                    <a:pt x="506126" y="426777"/>
                  </a:lnTo>
                  <a:lnTo>
                    <a:pt x="505508" y="426731"/>
                  </a:lnTo>
                  <a:lnTo>
                    <a:pt x="504679" y="425709"/>
                  </a:lnTo>
                  <a:lnTo>
                    <a:pt x="503842" y="425799"/>
                  </a:lnTo>
                  <a:lnTo>
                    <a:pt x="503182" y="425371"/>
                  </a:lnTo>
                  <a:lnTo>
                    <a:pt x="503043" y="424918"/>
                  </a:lnTo>
                  <a:lnTo>
                    <a:pt x="502032" y="424799"/>
                  </a:lnTo>
                  <a:lnTo>
                    <a:pt x="501786" y="425093"/>
                  </a:lnTo>
                  <a:lnTo>
                    <a:pt x="500400" y="424792"/>
                  </a:lnTo>
                  <a:lnTo>
                    <a:pt x="498829" y="425086"/>
                  </a:lnTo>
                  <a:lnTo>
                    <a:pt x="497379" y="425856"/>
                  </a:lnTo>
                  <a:lnTo>
                    <a:pt x="496601" y="425915"/>
                  </a:lnTo>
                  <a:lnTo>
                    <a:pt x="496217" y="426498"/>
                  </a:lnTo>
                  <a:lnTo>
                    <a:pt x="496728" y="428845"/>
                  </a:lnTo>
                  <a:lnTo>
                    <a:pt x="496737" y="429432"/>
                  </a:lnTo>
                  <a:lnTo>
                    <a:pt x="497131" y="429954"/>
                  </a:lnTo>
                  <a:lnTo>
                    <a:pt x="496700" y="430453"/>
                  </a:lnTo>
                  <a:lnTo>
                    <a:pt x="496960" y="430867"/>
                  </a:lnTo>
                  <a:lnTo>
                    <a:pt x="496781" y="430954"/>
                  </a:lnTo>
                  <a:lnTo>
                    <a:pt x="496946" y="432879"/>
                  </a:lnTo>
                  <a:lnTo>
                    <a:pt x="497230" y="432997"/>
                  </a:lnTo>
                  <a:lnTo>
                    <a:pt x="497949" y="434715"/>
                  </a:lnTo>
                  <a:lnTo>
                    <a:pt x="498551" y="435350"/>
                  </a:lnTo>
                  <a:lnTo>
                    <a:pt x="498859" y="435373"/>
                  </a:lnTo>
                  <a:lnTo>
                    <a:pt x="498917" y="435748"/>
                  </a:lnTo>
                  <a:lnTo>
                    <a:pt x="498667" y="435967"/>
                  </a:lnTo>
                  <a:lnTo>
                    <a:pt x="498457" y="437014"/>
                  </a:lnTo>
                  <a:lnTo>
                    <a:pt x="497831" y="437842"/>
                  </a:lnTo>
                  <a:lnTo>
                    <a:pt x="497574" y="438601"/>
                  </a:lnTo>
                  <a:lnTo>
                    <a:pt x="497648" y="439094"/>
                  </a:lnTo>
                  <a:lnTo>
                    <a:pt x="496067" y="440339"/>
                  </a:lnTo>
                  <a:lnTo>
                    <a:pt x="494688" y="440468"/>
                  </a:lnTo>
                  <a:lnTo>
                    <a:pt x="493493" y="444076"/>
                  </a:lnTo>
                  <a:lnTo>
                    <a:pt x="492429" y="445724"/>
                  </a:lnTo>
                  <a:lnTo>
                    <a:pt x="492250" y="446625"/>
                  </a:lnTo>
                  <a:lnTo>
                    <a:pt x="490286" y="446632"/>
                  </a:lnTo>
                  <a:lnTo>
                    <a:pt x="489659" y="445928"/>
                  </a:lnTo>
                  <a:lnTo>
                    <a:pt x="488763" y="445461"/>
                  </a:lnTo>
                  <a:lnTo>
                    <a:pt x="487765" y="445744"/>
                  </a:lnTo>
                  <a:lnTo>
                    <a:pt x="486562" y="445174"/>
                  </a:lnTo>
                  <a:lnTo>
                    <a:pt x="484943" y="445366"/>
                  </a:lnTo>
                  <a:lnTo>
                    <a:pt x="484883" y="444024"/>
                  </a:lnTo>
                  <a:lnTo>
                    <a:pt x="484631" y="443343"/>
                  </a:lnTo>
                  <a:lnTo>
                    <a:pt x="482511" y="443792"/>
                  </a:lnTo>
                  <a:lnTo>
                    <a:pt x="479965" y="443709"/>
                  </a:lnTo>
                  <a:lnTo>
                    <a:pt x="478484" y="443960"/>
                  </a:lnTo>
                  <a:lnTo>
                    <a:pt x="477495" y="443878"/>
                  </a:lnTo>
                  <a:lnTo>
                    <a:pt x="476892" y="443528"/>
                  </a:lnTo>
                  <a:lnTo>
                    <a:pt x="476090" y="443575"/>
                  </a:lnTo>
                  <a:lnTo>
                    <a:pt x="475483" y="443668"/>
                  </a:lnTo>
                  <a:lnTo>
                    <a:pt x="474170" y="444534"/>
                  </a:lnTo>
                  <a:lnTo>
                    <a:pt x="474425" y="445558"/>
                  </a:lnTo>
                  <a:lnTo>
                    <a:pt x="474691" y="445813"/>
                  </a:lnTo>
                  <a:lnTo>
                    <a:pt x="474217" y="447086"/>
                  </a:lnTo>
                  <a:lnTo>
                    <a:pt x="474557" y="447865"/>
                  </a:lnTo>
                  <a:lnTo>
                    <a:pt x="473594" y="448479"/>
                  </a:lnTo>
                  <a:lnTo>
                    <a:pt x="472945" y="448584"/>
                  </a:lnTo>
                  <a:lnTo>
                    <a:pt x="471749" y="449818"/>
                  </a:lnTo>
                  <a:lnTo>
                    <a:pt x="471146" y="450001"/>
                  </a:lnTo>
                  <a:lnTo>
                    <a:pt x="470566" y="450630"/>
                  </a:lnTo>
                  <a:lnTo>
                    <a:pt x="470501" y="451789"/>
                  </a:lnTo>
                  <a:lnTo>
                    <a:pt x="472065" y="453060"/>
                  </a:lnTo>
                  <a:lnTo>
                    <a:pt x="472527" y="453981"/>
                  </a:lnTo>
                  <a:lnTo>
                    <a:pt x="472876" y="455530"/>
                  </a:lnTo>
                  <a:lnTo>
                    <a:pt x="471987" y="456127"/>
                  </a:lnTo>
                  <a:lnTo>
                    <a:pt x="471687" y="457398"/>
                  </a:lnTo>
                  <a:lnTo>
                    <a:pt x="471917" y="458573"/>
                  </a:lnTo>
                  <a:lnTo>
                    <a:pt x="471616" y="458702"/>
                  </a:lnTo>
                  <a:lnTo>
                    <a:pt x="469799" y="461803"/>
                  </a:lnTo>
                  <a:lnTo>
                    <a:pt x="469403" y="463025"/>
                  </a:lnTo>
                  <a:lnTo>
                    <a:pt x="467580" y="462699"/>
                  </a:lnTo>
                  <a:lnTo>
                    <a:pt x="467108" y="462801"/>
                  </a:lnTo>
                  <a:lnTo>
                    <a:pt x="464713" y="464261"/>
                  </a:lnTo>
                  <a:lnTo>
                    <a:pt x="464986" y="465449"/>
                  </a:lnTo>
                  <a:lnTo>
                    <a:pt x="464929" y="466360"/>
                  </a:lnTo>
                  <a:lnTo>
                    <a:pt x="463652" y="466890"/>
                  </a:lnTo>
                  <a:lnTo>
                    <a:pt x="462475" y="466843"/>
                  </a:lnTo>
                  <a:lnTo>
                    <a:pt x="462089" y="468237"/>
                  </a:lnTo>
                  <a:lnTo>
                    <a:pt x="461640" y="468567"/>
                  </a:lnTo>
                  <a:lnTo>
                    <a:pt x="461335" y="468674"/>
                  </a:lnTo>
                  <a:lnTo>
                    <a:pt x="460124" y="468282"/>
                  </a:lnTo>
                  <a:lnTo>
                    <a:pt x="459711" y="468584"/>
                  </a:lnTo>
                  <a:lnTo>
                    <a:pt x="459026" y="468526"/>
                  </a:lnTo>
                  <a:lnTo>
                    <a:pt x="458118" y="468973"/>
                  </a:lnTo>
                  <a:lnTo>
                    <a:pt x="457261" y="469070"/>
                  </a:lnTo>
                  <a:lnTo>
                    <a:pt x="457012" y="469655"/>
                  </a:lnTo>
                  <a:lnTo>
                    <a:pt x="456462" y="470089"/>
                  </a:lnTo>
                  <a:lnTo>
                    <a:pt x="455760" y="470266"/>
                  </a:lnTo>
                  <a:lnTo>
                    <a:pt x="455901" y="470504"/>
                  </a:lnTo>
                  <a:lnTo>
                    <a:pt x="455749" y="471043"/>
                  </a:lnTo>
                  <a:lnTo>
                    <a:pt x="455440" y="471206"/>
                  </a:lnTo>
                  <a:lnTo>
                    <a:pt x="454465" y="474541"/>
                  </a:lnTo>
                  <a:lnTo>
                    <a:pt x="454821" y="474745"/>
                  </a:lnTo>
                  <a:lnTo>
                    <a:pt x="454908" y="475650"/>
                  </a:lnTo>
                  <a:lnTo>
                    <a:pt x="454345" y="476305"/>
                  </a:lnTo>
                  <a:lnTo>
                    <a:pt x="454331" y="476762"/>
                  </a:lnTo>
                  <a:lnTo>
                    <a:pt x="453545" y="477144"/>
                  </a:lnTo>
                  <a:lnTo>
                    <a:pt x="453110" y="478851"/>
                  </a:lnTo>
                  <a:lnTo>
                    <a:pt x="452764" y="479287"/>
                  </a:lnTo>
                  <a:lnTo>
                    <a:pt x="451923" y="479720"/>
                  </a:lnTo>
                  <a:lnTo>
                    <a:pt x="451987" y="480366"/>
                  </a:lnTo>
                  <a:lnTo>
                    <a:pt x="452657" y="481257"/>
                  </a:lnTo>
                  <a:lnTo>
                    <a:pt x="452275" y="482794"/>
                  </a:lnTo>
                  <a:lnTo>
                    <a:pt x="453242" y="484218"/>
                  </a:lnTo>
                  <a:lnTo>
                    <a:pt x="453250" y="485778"/>
                  </a:lnTo>
                  <a:lnTo>
                    <a:pt x="452003" y="486643"/>
                  </a:lnTo>
                  <a:lnTo>
                    <a:pt x="450977" y="486861"/>
                  </a:lnTo>
                  <a:lnTo>
                    <a:pt x="450413" y="487769"/>
                  </a:lnTo>
                  <a:lnTo>
                    <a:pt x="449740" y="487852"/>
                  </a:lnTo>
                  <a:lnTo>
                    <a:pt x="449265" y="488417"/>
                  </a:lnTo>
                  <a:lnTo>
                    <a:pt x="448334" y="488927"/>
                  </a:lnTo>
                  <a:lnTo>
                    <a:pt x="447821" y="489853"/>
                  </a:lnTo>
                  <a:lnTo>
                    <a:pt x="446608" y="488814"/>
                  </a:lnTo>
                  <a:lnTo>
                    <a:pt x="446661" y="488486"/>
                  </a:lnTo>
                  <a:lnTo>
                    <a:pt x="446023" y="487882"/>
                  </a:lnTo>
                  <a:lnTo>
                    <a:pt x="445644" y="487899"/>
                  </a:lnTo>
                  <a:lnTo>
                    <a:pt x="445067" y="487255"/>
                  </a:lnTo>
                  <a:lnTo>
                    <a:pt x="444324" y="487000"/>
                  </a:lnTo>
                  <a:lnTo>
                    <a:pt x="441771" y="484736"/>
                  </a:lnTo>
                  <a:lnTo>
                    <a:pt x="441687" y="484454"/>
                  </a:lnTo>
                  <a:lnTo>
                    <a:pt x="441322" y="484377"/>
                  </a:lnTo>
                  <a:lnTo>
                    <a:pt x="440057" y="482841"/>
                  </a:lnTo>
                  <a:lnTo>
                    <a:pt x="438806" y="483395"/>
                  </a:lnTo>
                  <a:lnTo>
                    <a:pt x="437626" y="483584"/>
                  </a:lnTo>
                  <a:lnTo>
                    <a:pt x="437743" y="482217"/>
                  </a:lnTo>
                  <a:lnTo>
                    <a:pt x="436850" y="481223"/>
                  </a:lnTo>
                  <a:lnTo>
                    <a:pt x="435359" y="480178"/>
                  </a:lnTo>
                  <a:lnTo>
                    <a:pt x="436188" y="479114"/>
                  </a:lnTo>
                  <a:lnTo>
                    <a:pt x="435327" y="478588"/>
                  </a:lnTo>
                  <a:lnTo>
                    <a:pt x="433786" y="478385"/>
                  </a:lnTo>
                  <a:lnTo>
                    <a:pt x="431758" y="478860"/>
                  </a:lnTo>
                  <a:lnTo>
                    <a:pt x="429892" y="478939"/>
                  </a:lnTo>
                  <a:lnTo>
                    <a:pt x="428312" y="479568"/>
                  </a:lnTo>
                  <a:lnTo>
                    <a:pt x="428372" y="479758"/>
                  </a:lnTo>
                  <a:lnTo>
                    <a:pt x="427768" y="480296"/>
                  </a:lnTo>
                  <a:lnTo>
                    <a:pt x="427857" y="480705"/>
                  </a:lnTo>
                  <a:lnTo>
                    <a:pt x="426083" y="480258"/>
                  </a:lnTo>
                  <a:lnTo>
                    <a:pt x="425035" y="480542"/>
                  </a:lnTo>
                  <a:lnTo>
                    <a:pt x="424713" y="480310"/>
                  </a:lnTo>
                  <a:lnTo>
                    <a:pt x="422660" y="481399"/>
                  </a:lnTo>
                  <a:lnTo>
                    <a:pt x="421614" y="481392"/>
                  </a:lnTo>
                  <a:lnTo>
                    <a:pt x="420901" y="481790"/>
                  </a:lnTo>
                  <a:lnTo>
                    <a:pt x="420459" y="483058"/>
                  </a:lnTo>
                  <a:lnTo>
                    <a:pt x="419898" y="483796"/>
                  </a:lnTo>
                  <a:lnTo>
                    <a:pt x="420841" y="484912"/>
                  </a:lnTo>
                  <a:lnTo>
                    <a:pt x="421479" y="484820"/>
                  </a:lnTo>
                  <a:lnTo>
                    <a:pt x="420208" y="485994"/>
                  </a:lnTo>
                  <a:lnTo>
                    <a:pt x="419181" y="486296"/>
                  </a:lnTo>
                  <a:lnTo>
                    <a:pt x="417812" y="486116"/>
                  </a:lnTo>
                  <a:lnTo>
                    <a:pt x="419077" y="486368"/>
                  </a:lnTo>
                  <a:lnTo>
                    <a:pt x="420451" y="487103"/>
                  </a:lnTo>
                  <a:lnTo>
                    <a:pt x="421293" y="488423"/>
                  </a:lnTo>
                  <a:lnTo>
                    <a:pt x="420689" y="488571"/>
                  </a:lnTo>
                  <a:lnTo>
                    <a:pt x="421043" y="489229"/>
                  </a:lnTo>
                  <a:lnTo>
                    <a:pt x="421841" y="490149"/>
                  </a:lnTo>
                  <a:lnTo>
                    <a:pt x="422150" y="490149"/>
                  </a:lnTo>
                  <a:lnTo>
                    <a:pt x="423402" y="491125"/>
                  </a:lnTo>
                  <a:lnTo>
                    <a:pt x="423243" y="491179"/>
                  </a:lnTo>
                  <a:lnTo>
                    <a:pt x="423559" y="491788"/>
                  </a:lnTo>
                  <a:lnTo>
                    <a:pt x="423968" y="492113"/>
                  </a:lnTo>
                  <a:lnTo>
                    <a:pt x="422305" y="494708"/>
                  </a:lnTo>
                  <a:lnTo>
                    <a:pt x="421807" y="494534"/>
                  </a:lnTo>
                  <a:lnTo>
                    <a:pt x="421331" y="494695"/>
                  </a:lnTo>
                  <a:lnTo>
                    <a:pt x="420949" y="495194"/>
                  </a:lnTo>
                  <a:lnTo>
                    <a:pt x="420190" y="495179"/>
                  </a:lnTo>
                  <a:lnTo>
                    <a:pt x="419021" y="494322"/>
                  </a:lnTo>
                  <a:lnTo>
                    <a:pt x="418101" y="494083"/>
                  </a:lnTo>
                  <a:lnTo>
                    <a:pt x="417872" y="493834"/>
                  </a:lnTo>
                  <a:lnTo>
                    <a:pt x="417765" y="493016"/>
                  </a:lnTo>
                  <a:lnTo>
                    <a:pt x="417441" y="492798"/>
                  </a:lnTo>
                  <a:lnTo>
                    <a:pt x="416879" y="491517"/>
                  </a:lnTo>
                  <a:lnTo>
                    <a:pt x="416099" y="491231"/>
                  </a:lnTo>
                  <a:lnTo>
                    <a:pt x="415435" y="490402"/>
                  </a:lnTo>
                  <a:lnTo>
                    <a:pt x="414778" y="490330"/>
                  </a:lnTo>
                  <a:lnTo>
                    <a:pt x="414179" y="489783"/>
                  </a:lnTo>
                  <a:lnTo>
                    <a:pt x="413568" y="489807"/>
                  </a:lnTo>
                  <a:lnTo>
                    <a:pt x="412781" y="490325"/>
                  </a:lnTo>
                  <a:lnTo>
                    <a:pt x="412671" y="490928"/>
                  </a:lnTo>
                  <a:lnTo>
                    <a:pt x="413109" y="492029"/>
                  </a:lnTo>
                  <a:lnTo>
                    <a:pt x="412762" y="492709"/>
                  </a:lnTo>
                  <a:lnTo>
                    <a:pt x="411341" y="491844"/>
                  </a:lnTo>
                  <a:lnTo>
                    <a:pt x="408719" y="491382"/>
                  </a:lnTo>
                  <a:lnTo>
                    <a:pt x="405963" y="491633"/>
                  </a:lnTo>
                  <a:lnTo>
                    <a:pt x="405439" y="491218"/>
                  </a:lnTo>
                  <a:lnTo>
                    <a:pt x="405428" y="490611"/>
                  </a:lnTo>
                  <a:lnTo>
                    <a:pt x="405196" y="490297"/>
                  </a:lnTo>
                  <a:lnTo>
                    <a:pt x="404492" y="490261"/>
                  </a:lnTo>
                  <a:lnTo>
                    <a:pt x="403450" y="489549"/>
                  </a:lnTo>
                  <a:lnTo>
                    <a:pt x="402250" y="488228"/>
                  </a:lnTo>
                  <a:lnTo>
                    <a:pt x="401389" y="487968"/>
                  </a:lnTo>
                  <a:lnTo>
                    <a:pt x="400430" y="486546"/>
                  </a:lnTo>
                  <a:lnTo>
                    <a:pt x="398489" y="488507"/>
                  </a:lnTo>
                  <a:lnTo>
                    <a:pt x="397604" y="488979"/>
                  </a:lnTo>
                  <a:lnTo>
                    <a:pt x="397737" y="489761"/>
                  </a:lnTo>
                  <a:lnTo>
                    <a:pt x="395726" y="492077"/>
                  </a:lnTo>
                  <a:lnTo>
                    <a:pt x="395208" y="491816"/>
                  </a:lnTo>
                  <a:lnTo>
                    <a:pt x="395261" y="490566"/>
                  </a:lnTo>
                  <a:lnTo>
                    <a:pt x="394008" y="490893"/>
                  </a:lnTo>
                  <a:lnTo>
                    <a:pt x="393654" y="491209"/>
                  </a:lnTo>
                  <a:lnTo>
                    <a:pt x="392453" y="493545"/>
                  </a:lnTo>
                  <a:lnTo>
                    <a:pt x="392154" y="493698"/>
                  </a:lnTo>
                  <a:lnTo>
                    <a:pt x="392964" y="494647"/>
                  </a:lnTo>
                  <a:lnTo>
                    <a:pt x="393437" y="495744"/>
                  </a:lnTo>
                  <a:lnTo>
                    <a:pt x="393336" y="496356"/>
                  </a:lnTo>
                  <a:lnTo>
                    <a:pt x="392133" y="497764"/>
                  </a:lnTo>
                  <a:lnTo>
                    <a:pt x="391832" y="499511"/>
                  </a:lnTo>
                  <a:lnTo>
                    <a:pt x="391039" y="498933"/>
                  </a:lnTo>
                  <a:lnTo>
                    <a:pt x="389614" y="498700"/>
                  </a:lnTo>
                  <a:lnTo>
                    <a:pt x="386842" y="497263"/>
                  </a:lnTo>
                  <a:lnTo>
                    <a:pt x="386847" y="495665"/>
                  </a:lnTo>
                  <a:lnTo>
                    <a:pt x="385314" y="494721"/>
                  </a:lnTo>
                  <a:lnTo>
                    <a:pt x="383437" y="494396"/>
                  </a:lnTo>
                  <a:lnTo>
                    <a:pt x="381561" y="492790"/>
                  </a:lnTo>
                  <a:lnTo>
                    <a:pt x="380759" y="492751"/>
                  </a:lnTo>
                  <a:lnTo>
                    <a:pt x="379561" y="493129"/>
                  </a:lnTo>
                  <a:lnTo>
                    <a:pt x="378084" y="492680"/>
                  </a:lnTo>
                  <a:lnTo>
                    <a:pt x="377713" y="492275"/>
                  </a:lnTo>
                  <a:lnTo>
                    <a:pt x="376202" y="492057"/>
                  </a:lnTo>
                  <a:lnTo>
                    <a:pt x="373511" y="489507"/>
                  </a:lnTo>
                  <a:lnTo>
                    <a:pt x="373392" y="488378"/>
                  </a:lnTo>
                  <a:lnTo>
                    <a:pt x="372890" y="488929"/>
                  </a:lnTo>
                  <a:lnTo>
                    <a:pt x="371979" y="488983"/>
                  </a:lnTo>
                  <a:lnTo>
                    <a:pt x="372246" y="490748"/>
                  </a:lnTo>
                  <a:lnTo>
                    <a:pt x="370714" y="490303"/>
                  </a:lnTo>
                  <a:lnTo>
                    <a:pt x="369885" y="490487"/>
                  </a:lnTo>
                  <a:lnTo>
                    <a:pt x="368971" y="491577"/>
                  </a:lnTo>
                  <a:lnTo>
                    <a:pt x="367353" y="490324"/>
                  </a:lnTo>
                  <a:lnTo>
                    <a:pt x="365173" y="489162"/>
                  </a:lnTo>
                  <a:lnTo>
                    <a:pt x="364585" y="490067"/>
                  </a:lnTo>
                  <a:lnTo>
                    <a:pt x="361315" y="491717"/>
                  </a:lnTo>
                  <a:lnTo>
                    <a:pt x="360438" y="493024"/>
                  </a:lnTo>
                  <a:lnTo>
                    <a:pt x="360418" y="493661"/>
                  </a:lnTo>
                  <a:lnTo>
                    <a:pt x="359791" y="494543"/>
                  </a:lnTo>
                  <a:lnTo>
                    <a:pt x="359628" y="495574"/>
                  </a:lnTo>
                  <a:lnTo>
                    <a:pt x="358374" y="496599"/>
                  </a:lnTo>
                  <a:lnTo>
                    <a:pt x="357125" y="497273"/>
                  </a:lnTo>
                  <a:lnTo>
                    <a:pt x="353844" y="501466"/>
                  </a:lnTo>
                  <a:lnTo>
                    <a:pt x="352921" y="501997"/>
                  </a:lnTo>
                  <a:lnTo>
                    <a:pt x="351616" y="503226"/>
                  </a:lnTo>
                  <a:lnTo>
                    <a:pt x="351229" y="504100"/>
                  </a:lnTo>
                  <a:lnTo>
                    <a:pt x="351053" y="506090"/>
                  </a:lnTo>
                  <a:lnTo>
                    <a:pt x="350333" y="507326"/>
                  </a:lnTo>
                  <a:lnTo>
                    <a:pt x="349456" y="507495"/>
                  </a:lnTo>
                  <a:lnTo>
                    <a:pt x="347729" y="509019"/>
                  </a:lnTo>
                  <a:lnTo>
                    <a:pt x="345808" y="509915"/>
                  </a:lnTo>
                  <a:lnTo>
                    <a:pt x="345320" y="511527"/>
                  </a:lnTo>
                  <a:lnTo>
                    <a:pt x="344339" y="512366"/>
                  </a:lnTo>
                  <a:lnTo>
                    <a:pt x="343816" y="513222"/>
                  </a:lnTo>
                  <a:lnTo>
                    <a:pt x="343874" y="514274"/>
                  </a:lnTo>
                  <a:lnTo>
                    <a:pt x="343721" y="514477"/>
                  </a:lnTo>
                  <a:lnTo>
                    <a:pt x="342615" y="514673"/>
                  </a:lnTo>
                  <a:lnTo>
                    <a:pt x="341884" y="515270"/>
                  </a:lnTo>
                  <a:lnTo>
                    <a:pt x="340070" y="518282"/>
                  </a:lnTo>
                  <a:lnTo>
                    <a:pt x="339227" y="519163"/>
                  </a:lnTo>
                  <a:lnTo>
                    <a:pt x="337710" y="525684"/>
                  </a:lnTo>
                  <a:lnTo>
                    <a:pt x="337348" y="526273"/>
                  </a:lnTo>
                  <a:lnTo>
                    <a:pt x="335914" y="527538"/>
                  </a:lnTo>
                  <a:lnTo>
                    <a:pt x="333964" y="528751"/>
                  </a:lnTo>
                  <a:lnTo>
                    <a:pt x="333083" y="529057"/>
                  </a:lnTo>
                  <a:lnTo>
                    <a:pt x="331468" y="528726"/>
                  </a:lnTo>
                  <a:lnTo>
                    <a:pt x="331187" y="528970"/>
                  </a:lnTo>
                  <a:lnTo>
                    <a:pt x="330800" y="529513"/>
                  </a:lnTo>
                  <a:lnTo>
                    <a:pt x="330654" y="530274"/>
                  </a:lnTo>
                  <a:lnTo>
                    <a:pt x="330916" y="532094"/>
                  </a:lnTo>
                  <a:lnTo>
                    <a:pt x="330645" y="534716"/>
                  </a:lnTo>
                  <a:lnTo>
                    <a:pt x="330220" y="535409"/>
                  </a:lnTo>
                  <a:lnTo>
                    <a:pt x="328275" y="534670"/>
                  </a:lnTo>
                  <a:lnTo>
                    <a:pt x="327477" y="533231"/>
                  </a:lnTo>
                  <a:lnTo>
                    <a:pt x="326756" y="532800"/>
                  </a:lnTo>
                  <a:lnTo>
                    <a:pt x="326275" y="531769"/>
                  </a:lnTo>
                  <a:lnTo>
                    <a:pt x="325880" y="531474"/>
                  </a:lnTo>
                  <a:lnTo>
                    <a:pt x="326015" y="530564"/>
                  </a:lnTo>
                  <a:lnTo>
                    <a:pt x="325699" y="529789"/>
                  </a:lnTo>
                  <a:lnTo>
                    <a:pt x="324889" y="528956"/>
                  </a:lnTo>
                  <a:lnTo>
                    <a:pt x="324932" y="528281"/>
                  </a:lnTo>
                  <a:lnTo>
                    <a:pt x="324208" y="527739"/>
                  </a:lnTo>
                  <a:lnTo>
                    <a:pt x="324004" y="526568"/>
                  </a:lnTo>
                  <a:lnTo>
                    <a:pt x="323483" y="526081"/>
                  </a:lnTo>
                  <a:lnTo>
                    <a:pt x="323252" y="525008"/>
                  </a:lnTo>
                  <a:lnTo>
                    <a:pt x="322343" y="524600"/>
                  </a:lnTo>
                  <a:lnTo>
                    <a:pt x="321641" y="523813"/>
                  </a:lnTo>
                  <a:lnTo>
                    <a:pt x="319783" y="523178"/>
                  </a:lnTo>
                  <a:lnTo>
                    <a:pt x="319365" y="522519"/>
                  </a:lnTo>
                  <a:lnTo>
                    <a:pt x="318946" y="521062"/>
                  </a:lnTo>
                  <a:lnTo>
                    <a:pt x="319073" y="519394"/>
                  </a:lnTo>
                  <a:lnTo>
                    <a:pt x="319573" y="518449"/>
                  </a:lnTo>
                  <a:lnTo>
                    <a:pt x="318367" y="518247"/>
                  </a:lnTo>
                  <a:lnTo>
                    <a:pt x="317578" y="518583"/>
                  </a:lnTo>
                  <a:lnTo>
                    <a:pt x="315389" y="518569"/>
                  </a:lnTo>
                  <a:lnTo>
                    <a:pt x="314116" y="518151"/>
                  </a:lnTo>
                  <a:lnTo>
                    <a:pt x="313430" y="517121"/>
                  </a:lnTo>
                  <a:lnTo>
                    <a:pt x="310883" y="514886"/>
                  </a:lnTo>
                  <a:lnTo>
                    <a:pt x="310454" y="514856"/>
                  </a:lnTo>
                  <a:lnTo>
                    <a:pt x="310582" y="514167"/>
                  </a:lnTo>
                  <a:lnTo>
                    <a:pt x="310351" y="513677"/>
                  </a:lnTo>
                  <a:lnTo>
                    <a:pt x="309436" y="513032"/>
                  </a:lnTo>
                  <a:lnTo>
                    <a:pt x="307804" y="512494"/>
                  </a:lnTo>
                  <a:lnTo>
                    <a:pt x="306754" y="511064"/>
                  </a:lnTo>
                  <a:lnTo>
                    <a:pt x="306105" y="510650"/>
                  </a:lnTo>
                  <a:lnTo>
                    <a:pt x="304219" y="510244"/>
                  </a:lnTo>
                  <a:lnTo>
                    <a:pt x="304641" y="508207"/>
                  </a:lnTo>
                  <a:lnTo>
                    <a:pt x="305850" y="508150"/>
                  </a:lnTo>
                  <a:lnTo>
                    <a:pt x="307765" y="508990"/>
                  </a:lnTo>
                  <a:lnTo>
                    <a:pt x="309677" y="509180"/>
                  </a:lnTo>
                  <a:lnTo>
                    <a:pt x="309132" y="507964"/>
                  </a:lnTo>
                  <a:lnTo>
                    <a:pt x="307957" y="507083"/>
                  </a:lnTo>
                  <a:lnTo>
                    <a:pt x="308201" y="505627"/>
                  </a:lnTo>
                  <a:lnTo>
                    <a:pt x="307784" y="503557"/>
                  </a:lnTo>
                  <a:lnTo>
                    <a:pt x="308126" y="501858"/>
                  </a:lnTo>
                  <a:lnTo>
                    <a:pt x="306447" y="501476"/>
                  </a:lnTo>
                  <a:lnTo>
                    <a:pt x="305587" y="501516"/>
                  </a:lnTo>
                  <a:lnTo>
                    <a:pt x="305024" y="501966"/>
                  </a:lnTo>
                  <a:lnTo>
                    <a:pt x="304241" y="503328"/>
                  </a:lnTo>
                  <a:lnTo>
                    <a:pt x="302613" y="503803"/>
                  </a:lnTo>
                  <a:lnTo>
                    <a:pt x="302280" y="504195"/>
                  </a:lnTo>
                  <a:lnTo>
                    <a:pt x="300927" y="504341"/>
                  </a:lnTo>
                  <a:lnTo>
                    <a:pt x="300950" y="501235"/>
                  </a:lnTo>
                  <a:lnTo>
                    <a:pt x="300321" y="499398"/>
                  </a:lnTo>
                  <a:lnTo>
                    <a:pt x="298584" y="498708"/>
                  </a:lnTo>
                  <a:lnTo>
                    <a:pt x="296028" y="497094"/>
                  </a:lnTo>
                  <a:lnTo>
                    <a:pt x="296845" y="496467"/>
                  </a:lnTo>
                  <a:lnTo>
                    <a:pt x="298601" y="496085"/>
                  </a:lnTo>
                  <a:lnTo>
                    <a:pt x="298405" y="495546"/>
                  </a:lnTo>
                  <a:lnTo>
                    <a:pt x="296961" y="493242"/>
                  </a:lnTo>
                  <a:lnTo>
                    <a:pt x="295414" y="491904"/>
                  </a:lnTo>
                  <a:lnTo>
                    <a:pt x="293002" y="488406"/>
                  </a:lnTo>
                  <a:lnTo>
                    <a:pt x="292107" y="488118"/>
                  </a:lnTo>
                  <a:lnTo>
                    <a:pt x="291806" y="488614"/>
                  </a:lnTo>
                  <a:lnTo>
                    <a:pt x="291065" y="488337"/>
                  </a:lnTo>
                  <a:lnTo>
                    <a:pt x="290981" y="488042"/>
                  </a:lnTo>
                  <a:lnTo>
                    <a:pt x="290229" y="488154"/>
                  </a:lnTo>
                  <a:lnTo>
                    <a:pt x="288936" y="489219"/>
                  </a:lnTo>
                  <a:lnTo>
                    <a:pt x="287012" y="489192"/>
                  </a:lnTo>
                  <a:lnTo>
                    <a:pt x="286107" y="489494"/>
                  </a:lnTo>
                  <a:lnTo>
                    <a:pt x="284826" y="490478"/>
                  </a:lnTo>
                  <a:lnTo>
                    <a:pt x="283314" y="490780"/>
                  </a:lnTo>
                  <a:lnTo>
                    <a:pt x="282786" y="491107"/>
                  </a:lnTo>
                  <a:lnTo>
                    <a:pt x="281829" y="492410"/>
                  </a:lnTo>
                  <a:lnTo>
                    <a:pt x="281679" y="494506"/>
                  </a:lnTo>
                  <a:lnTo>
                    <a:pt x="282061" y="495676"/>
                  </a:lnTo>
                  <a:lnTo>
                    <a:pt x="281253" y="496970"/>
                  </a:lnTo>
                  <a:lnTo>
                    <a:pt x="281850" y="497640"/>
                  </a:lnTo>
                  <a:lnTo>
                    <a:pt x="281864" y="498236"/>
                  </a:lnTo>
                  <a:lnTo>
                    <a:pt x="280804" y="499696"/>
                  </a:lnTo>
                  <a:lnTo>
                    <a:pt x="280976" y="500904"/>
                  </a:lnTo>
                  <a:lnTo>
                    <a:pt x="281435" y="501498"/>
                  </a:lnTo>
                  <a:lnTo>
                    <a:pt x="281296" y="501980"/>
                  </a:lnTo>
                  <a:lnTo>
                    <a:pt x="280487" y="502795"/>
                  </a:lnTo>
                  <a:lnTo>
                    <a:pt x="281149" y="503983"/>
                  </a:lnTo>
                  <a:lnTo>
                    <a:pt x="280759" y="505296"/>
                  </a:lnTo>
                  <a:lnTo>
                    <a:pt x="281266" y="507091"/>
                  </a:lnTo>
                  <a:lnTo>
                    <a:pt x="280834" y="508915"/>
                  </a:lnTo>
                  <a:lnTo>
                    <a:pt x="281474" y="510329"/>
                  </a:lnTo>
                  <a:lnTo>
                    <a:pt x="281417" y="510885"/>
                  </a:lnTo>
                  <a:lnTo>
                    <a:pt x="282966" y="510851"/>
                  </a:lnTo>
                  <a:lnTo>
                    <a:pt x="284761" y="510051"/>
                  </a:lnTo>
                  <a:lnTo>
                    <a:pt x="285180" y="510688"/>
                  </a:lnTo>
                  <a:lnTo>
                    <a:pt x="285495" y="510559"/>
                  </a:lnTo>
                  <a:lnTo>
                    <a:pt x="285755" y="510744"/>
                  </a:lnTo>
                  <a:lnTo>
                    <a:pt x="285101" y="511784"/>
                  </a:lnTo>
                  <a:lnTo>
                    <a:pt x="284949" y="512785"/>
                  </a:lnTo>
                  <a:lnTo>
                    <a:pt x="285274" y="512990"/>
                  </a:lnTo>
                  <a:lnTo>
                    <a:pt x="285571" y="513916"/>
                  </a:lnTo>
                  <a:lnTo>
                    <a:pt x="285930" y="514056"/>
                  </a:lnTo>
                  <a:lnTo>
                    <a:pt x="286024" y="514777"/>
                  </a:lnTo>
                  <a:lnTo>
                    <a:pt x="284414" y="514833"/>
                  </a:lnTo>
                  <a:lnTo>
                    <a:pt x="282939" y="514296"/>
                  </a:lnTo>
                  <a:lnTo>
                    <a:pt x="281326" y="514197"/>
                  </a:lnTo>
                  <a:lnTo>
                    <a:pt x="280856" y="513063"/>
                  </a:lnTo>
                  <a:lnTo>
                    <a:pt x="280998" y="512079"/>
                  </a:lnTo>
                  <a:lnTo>
                    <a:pt x="280837" y="511622"/>
                  </a:lnTo>
                  <a:lnTo>
                    <a:pt x="279875" y="512102"/>
                  </a:lnTo>
                  <a:lnTo>
                    <a:pt x="279633" y="512442"/>
                  </a:lnTo>
                  <a:lnTo>
                    <a:pt x="279740" y="513033"/>
                  </a:lnTo>
                  <a:lnTo>
                    <a:pt x="280471" y="514068"/>
                  </a:lnTo>
                  <a:lnTo>
                    <a:pt x="280396" y="514914"/>
                  </a:lnTo>
                  <a:lnTo>
                    <a:pt x="279976" y="515163"/>
                  </a:lnTo>
                  <a:lnTo>
                    <a:pt x="279492" y="516044"/>
                  </a:lnTo>
                  <a:lnTo>
                    <a:pt x="278987" y="516474"/>
                  </a:lnTo>
                  <a:lnTo>
                    <a:pt x="279558" y="517236"/>
                  </a:lnTo>
                  <a:lnTo>
                    <a:pt x="279056" y="518430"/>
                  </a:lnTo>
                  <a:lnTo>
                    <a:pt x="279617" y="519235"/>
                  </a:lnTo>
                  <a:lnTo>
                    <a:pt x="279721" y="520032"/>
                  </a:lnTo>
                  <a:lnTo>
                    <a:pt x="279528" y="520481"/>
                  </a:lnTo>
                  <a:lnTo>
                    <a:pt x="279781" y="520821"/>
                  </a:lnTo>
                  <a:lnTo>
                    <a:pt x="280127" y="520761"/>
                  </a:lnTo>
                  <a:lnTo>
                    <a:pt x="280154" y="521543"/>
                  </a:lnTo>
                  <a:lnTo>
                    <a:pt x="280927" y="522130"/>
                  </a:lnTo>
                  <a:lnTo>
                    <a:pt x="281015" y="522550"/>
                  </a:lnTo>
                  <a:lnTo>
                    <a:pt x="280747" y="523198"/>
                  </a:lnTo>
                  <a:lnTo>
                    <a:pt x="281038" y="523767"/>
                  </a:lnTo>
                  <a:lnTo>
                    <a:pt x="281440" y="523764"/>
                  </a:lnTo>
                  <a:lnTo>
                    <a:pt x="282801" y="524487"/>
                  </a:lnTo>
                  <a:lnTo>
                    <a:pt x="282613" y="524634"/>
                  </a:lnTo>
                  <a:lnTo>
                    <a:pt x="281338" y="524426"/>
                  </a:lnTo>
                  <a:lnTo>
                    <a:pt x="280258" y="523874"/>
                  </a:lnTo>
                  <a:lnTo>
                    <a:pt x="279696" y="523887"/>
                  </a:lnTo>
                  <a:lnTo>
                    <a:pt x="278226" y="524710"/>
                  </a:lnTo>
                  <a:lnTo>
                    <a:pt x="277682" y="524770"/>
                  </a:lnTo>
                  <a:lnTo>
                    <a:pt x="279109" y="525931"/>
                  </a:lnTo>
                  <a:lnTo>
                    <a:pt x="279384" y="527048"/>
                  </a:lnTo>
                  <a:lnTo>
                    <a:pt x="280634" y="528472"/>
                  </a:lnTo>
                  <a:lnTo>
                    <a:pt x="279819" y="530037"/>
                  </a:lnTo>
                  <a:lnTo>
                    <a:pt x="278571" y="529176"/>
                  </a:lnTo>
                  <a:lnTo>
                    <a:pt x="276950" y="529487"/>
                  </a:lnTo>
                  <a:lnTo>
                    <a:pt x="276404" y="528322"/>
                  </a:lnTo>
                  <a:lnTo>
                    <a:pt x="273822" y="527291"/>
                  </a:lnTo>
                  <a:lnTo>
                    <a:pt x="273373" y="528204"/>
                  </a:lnTo>
                  <a:lnTo>
                    <a:pt x="273188" y="529292"/>
                  </a:lnTo>
                  <a:lnTo>
                    <a:pt x="274133" y="531541"/>
                  </a:lnTo>
                  <a:lnTo>
                    <a:pt x="273982" y="531859"/>
                  </a:lnTo>
                  <a:lnTo>
                    <a:pt x="272072" y="532238"/>
                  </a:lnTo>
                  <a:lnTo>
                    <a:pt x="270816" y="532733"/>
                  </a:lnTo>
                  <a:lnTo>
                    <a:pt x="269389" y="532835"/>
                  </a:lnTo>
                  <a:lnTo>
                    <a:pt x="268977" y="531373"/>
                  </a:lnTo>
                  <a:lnTo>
                    <a:pt x="267348" y="531320"/>
                  </a:lnTo>
                  <a:lnTo>
                    <a:pt x="267118" y="530624"/>
                  </a:lnTo>
                  <a:lnTo>
                    <a:pt x="267528" y="529032"/>
                  </a:lnTo>
                  <a:lnTo>
                    <a:pt x="266217" y="529311"/>
                  </a:lnTo>
                  <a:lnTo>
                    <a:pt x="265617" y="528611"/>
                  </a:lnTo>
                  <a:lnTo>
                    <a:pt x="262921" y="528104"/>
                  </a:lnTo>
                  <a:lnTo>
                    <a:pt x="261895" y="528074"/>
                  </a:lnTo>
                  <a:lnTo>
                    <a:pt x="262045" y="529658"/>
                  </a:lnTo>
                  <a:lnTo>
                    <a:pt x="259127" y="530934"/>
                  </a:lnTo>
                  <a:lnTo>
                    <a:pt x="259818" y="532379"/>
                  </a:lnTo>
                  <a:lnTo>
                    <a:pt x="260933" y="533490"/>
                  </a:lnTo>
                  <a:lnTo>
                    <a:pt x="262617" y="534208"/>
                  </a:lnTo>
                  <a:lnTo>
                    <a:pt x="262849" y="535278"/>
                  </a:lnTo>
                  <a:lnTo>
                    <a:pt x="262696" y="535958"/>
                  </a:lnTo>
                  <a:lnTo>
                    <a:pt x="263070" y="536553"/>
                  </a:lnTo>
                  <a:lnTo>
                    <a:pt x="263101" y="537063"/>
                  </a:lnTo>
                  <a:lnTo>
                    <a:pt x="263510" y="537180"/>
                  </a:lnTo>
                  <a:lnTo>
                    <a:pt x="263567" y="537959"/>
                  </a:lnTo>
                  <a:lnTo>
                    <a:pt x="264118" y="538242"/>
                  </a:lnTo>
                  <a:lnTo>
                    <a:pt x="264039" y="538688"/>
                  </a:lnTo>
                  <a:lnTo>
                    <a:pt x="264663" y="538534"/>
                  </a:lnTo>
                  <a:lnTo>
                    <a:pt x="265582" y="539399"/>
                  </a:lnTo>
                  <a:lnTo>
                    <a:pt x="265258" y="540782"/>
                  </a:lnTo>
                  <a:lnTo>
                    <a:pt x="264416" y="541963"/>
                  </a:lnTo>
                  <a:lnTo>
                    <a:pt x="262986" y="544887"/>
                  </a:lnTo>
                  <a:lnTo>
                    <a:pt x="262579" y="547243"/>
                  </a:lnTo>
                  <a:lnTo>
                    <a:pt x="262242" y="547512"/>
                  </a:lnTo>
                  <a:lnTo>
                    <a:pt x="260994" y="547220"/>
                  </a:lnTo>
                  <a:lnTo>
                    <a:pt x="258389" y="547658"/>
                  </a:lnTo>
                  <a:lnTo>
                    <a:pt x="257442" y="548359"/>
                  </a:lnTo>
                  <a:lnTo>
                    <a:pt x="257580" y="549477"/>
                  </a:lnTo>
                  <a:lnTo>
                    <a:pt x="255205" y="548892"/>
                  </a:lnTo>
                  <a:lnTo>
                    <a:pt x="254443" y="549148"/>
                  </a:lnTo>
                  <a:lnTo>
                    <a:pt x="254393" y="548541"/>
                  </a:lnTo>
                  <a:lnTo>
                    <a:pt x="254075" y="548199"/>
                  </a:lnTo>
                  <a:lnTo>
                    <a:pt x="254497" y="546779"/>
                  </a:lnTo>
                  <a:lnTo>
                    <a:pt x="253750" y="546204"/>
                  </a:lnTo>
                  <a:lnTo>
                    <a:pt x="250758" y="546324"/>
                  </a:lnTo>
                  <a:lnTo>
                    <a:pt x="249236" y="546145"/>
                  </a:lnTo>
                  <a:lnTo>
                    <a:pt x="249036" y="546312"/>
                  </a:lnTo>
                  <a:lnTo>
                    <a:pt x="248603" y="546037"/>
                  </a:lnTo>
                  <a:lnTo>
                    <a:pt x="248659" y="545671"/>
                  </a:lnTo>
                  <a:lnTo>
                    <a:pt x="249112" y="545607"/>
                  </a:lnTo>
                  <a:lnTo>
                    <a:pt x="249397" y="544894"/>
                  </a:lnTo>
                  <a:lnTo>
                    <a:pt x="248518" y="544529"/>
                  </a:lnTo>
                  <a:lnTo>
                    <a:pt x="246791" y="544627"/>
                  </a:lnTo>
                  <a:lnTo>
                    <a:pt x="245903" y="545565"/>
                  </a:lnTo>
                  <a:lnTo>
                    <a:pt x="244605" y="543946"/>
                  </a:lnTo>
                  <a:lnTo>
                    <a:pt x="243439" y="544078"/>
                  </a:lnTo>
                  <a:lnTo>
                    <a:pt x="241155" y="546128"/>
                  </a:lnTo>
                  <a:lnTo>
                    <a:pt x="239048" y="548523"/>
                  </a:lnTo>
                  <a:lnTo>
                    <a:pt x="238838" y="549353"/>
                  </a:lnTo>
                  <a:lnTo>
                    <a:pt x="237661" y="551075"/>
                  </a:lnTo>
                  <a:lnTo>
                    <a:pt x="236905" y="552987"/>
                  </a:lnTo>
                  <a:lnTo>
                    <a:pt x="236201" y="553723"/>
                  </a:lnTo>
                  <a:lnTo>
                    <a:pt x="234737" y="553768"/>
                  </a:lnTo>
                  <a:lnTo>
                    <a:pt x="233631" y="553456"/>
                  </a:lnTo>
                  <a:lnTo>
                    <a:pt x="231613" y="554211"/>
                  </a:lnTo>
                  <a:lnTo>
                    <a:pt x="230310" y="554154"/>
                  </a:lnTo>
                  <a:lnTo>
                    <a:pt x="229293" y="555089"/>
                  </a:lnTo>
                  <a:lnTo>
                    <a:pt x="228266" y="555320"/>
                  </a:lnTo>
                  <a:lnTo>
                    <a:pt x="227397" y="555813"/>
                  </a:lnTo>
                  <a:lnTo>
                    <a:pt x="226701" y="555518"/>
                  </a:lnTo>
                  <a:lnTo>
                    <a:pt x="226939" y="554790"/>
                  </a:lnTo>
                  <a:lnTo>
                    <a:pt x="226023" y="551980"/>
                  </a:lnTo>
                  <a:lnTo>
                    <a:pt x="225574" y="551576"/>
                  </a:lnTo>
                  <a:lnTo>
                    <a:pt x="222812" y="550310"/>
                  </a:lnTo>
                  <a:lnTo>
                    <a:pt x="221796" y="547362"/>
                  </a:lnTo>
                  <a:lnTo>
                    <a:pt x="218806" y="545118"/>
                  </a:lnTo>
                  <a:lnTo>
                    <a:pt x="217470" y="543878"/>
                  </a:lnTo>
                  <a:lnTo>
                    <a:pt x="216758" y="542708"/>
                  </a:lnTo>
                  <a:lnTo>
                    <a:pt x="216499" y="541724"/>
                  </a:lnTo>
                  <a:lnTo>
                    <a:pt x="216554" y="539602"/>
                  </a:lnTo>
                  <a:lnTo>
                    <a:pt x="217217" y="536965"/>
                  </a:lnTo>
                  <a:lnTo>
                    <a:pt x="218385" y="535517"/>
                  </a:lnTo>
                  <a:lnTo>
                    <a:pt x="219278" y="534823"/>
                  </a:lnTo>
                  <a:lnTo>
                    <a:pt x="219731" y="533998"/>
                  </a:lnTo>
                  <a:lnTo>
                    <a:pt x="219250" y="530661"/>
                  </a:lnTo>
                  <a:lnTo>
                    <a:pt x="220313" y="527821"/>
                  </a:lnTo>
                  <a:lnTo>
                    <a:pt x="219859" y="527172"/>
                  </a:lnTo>
                  <a:lnTo>
                    <a:pt x="219332" y="526898"/>
                  </a:lnTo>
                  <a:lnTo>
                    <a:pt x="219477" y="523840"/>
                  </a:lnTo>
                  <a:lnTo>
                    <a:pt x="214801" y="521564"/>
                  </a:lnTo>
                  <a:lnTo>
                    <a:pt x="213069" y="519341"/>
                  </a:lnTo>
                  <a:lnTo>
                    <a:pt x="212677" y="519527"/>
                  </a:lnTo>
                  <a:lnTo>
                    <a:pt x="211698" y="521602"/>
                  </a:lnTo>
                  <a:lnTo>
                    <a:pt x="210334" y="520253"/>
                  </a:lnTo>
                  <a:lnTo>
                    <a:pt x="210180" y="519541"/>
                  </a:lnTo>
                  <a:lnTo>
                    <a:pt x="209882" y="519564"/>
                  </a:lnTo>
                  <a:lnTo>
                    <a:pt x="209757" y="519848"/>
                  </a:lnTo>
                  <a:lnTo>
                    <a:pt x="209940" y="520186"/>
                  </a:lnTo>
                  <a:lnTo>
                    <a:pt x="209714" y="520650"/>
                  </a:lnTo>
                  <a:lnTo>
                    <a:pt x="209153" y="520699"/>
                  </a:lnTo>
                  <a:lnTo>
                    <a:pt x="209109" y="520150"/>
                  </a:lnTo>
                  <a:lnTo>
                    <a:pt x="209385" y="519708"/>
                  </a:lnTo>
                  <a:lnTo>
                    <a:pt x="208517" y="518892"/>
                  </a:lnTo>
                  <a:lnTo>
                    <a:pt x="208161" y="518870"/>
                  </a:lnTo>
                  <a:lnTo>
                    <a:pt x="207849" y="518262"/>
                  </a:lnTo>
                  <a:lnTo>
                    <a:pt x="207433" y="518167"/>
                  </a:lnTo>
                  <a:lnTo>
                    <a:pt x="207036" y="518657"/>
                  </a:lnTo>
                  <a:lnTo>
                    <a:pt x="207463" y="519082"/>
                  </a:lnTo>
                  <a:lnTo>
                    <a:pt x="207377" y="519489"/>
                  </a:lnTo>
                  <a:lnTo>
                    <a:pt x="206605" y="519121"/>
                  </a:lnTo>
                  <a:lnTo>
                    <a:pt x="205924" y="519454"/>
                  </a:lnTo>
                  <a:lnTo>
                    <a:pt x="205631" y="518885"/>
                  </a:lnTo>
                  <a:lnTo>
                    <a:pt x="206031" y="518880"/>
                  </a:lnTo>
                  <a:lnTo>
                    <a:pt x="206472" y="518467"/>
                  </a:lnTo>
                  <a:lnTo>
                    <a:pt x="206003" y="518235"/>
                  </a:lnTo>
                  <a:lnTo>
                    <a:pt x="205563" y="517423"/>
                  </a:lnTo>
                  <a:lnTo>
                    <a:pt x="205442" y="518126"/>
                  </a:lnTo>
                  <a:lnTo>
                    <a:pt x="204344" y="518630"/>
                  </a:lnTo>
                  <a:lnTo>
                    <a:pt x="204038" y="518427"/>
                  </a:lnTo>
                  <a:lnTo>
                    <a:pt x="204198" y="518146"/>
                  </a:lnTo>
                  <a:lnTo>
                    <a:pt x="204074" y="517841"/>
                  </a:lnTo>
                  <a:lnTo>
                    <a:pt x="203615" y="517877"/>
                  </a:lnTo>
                  <a:lnTo>
                    <a:pt x="203481" y="518556"/>
                  </a:lnTo>
                  <a:lnTo>
                    <a:pt x="202930" y="518718"/>
                  </a:lnTo>
                  <a:lnTo>
                    <a:pt x="202397" y="517587"/>
                  </a:lnTo>
                  <a:lnTo>
                    <a:pt x="202462" y="517040"/>
                  </a:lnTo>
                  <a:lnTo>
                    <a:pt x="202121" y="516561"/>
                  </a:lnTo>
                  <a:lnTo>
                    <a:pt x="202717" y="515387"/>
                  </a:lnTo>
                  <a:lnTo>
                    <a:pt x="202179" y="514523"/>
                  </a:lnTo>
                  <a:lnTo>
                    <a:pt x="201577" y="514334"/>
                  </a:lnTo>
                  <a:lnTo>
                    <a:pt x="202139" y="513955"/>
                  </a:lnTo>
                  <a:lnTo>
                    <a:pt x="202094" y="513269"/>
                  </a:lnTo>
                  <a:lnTo>
                    <a:pt x="200745" y="513541"/>
                  </a:lnTo>
                  <a:lnTo>
                    <a:pt x="200586" y="514182"/>
                  </a:lnTo>
                  <a:lnTo>
                    <a:pt x="200013" y="513853"/>
                  </a:lnTo>
                  <a:lnTo>
                    <a:pt x="199906" y="513321"/>
                  </a:lnTo>
                  <a:lnTo>
                    <a:pt x="199628" y="513232"/>
                  </a:lnTo>
                  <a:lnTo>
                    <a:pt x="199290" y="513523"/>
                  </a:lnTo>
                  <a:lnTo>
                    <a:pt x="199325" y="513884"/>
                  </a:lnTo>
                  <a:lnTo>
                    <a:pt x="198256" y="514115"/>
                  </a:lnTo>
                  <a:lnTo>
                    <a:pt x="198057" y="514464"/>
                  </a:lnTo>
                  <a:lnTo>
                    <a:pt x="197676" y="514181"/>
                  </a:lnTo>
                  <a:lnTo>
                    <a:pt x="197286" y="514481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pg71">
              <a:extLst>
                <a:ext uri="{FF2B5EF4-FFF2-40B4-BE49-F238E27FC236}">
                  <a16:creationId xmlns:a16="http://schemas.microsoft.com/office/drawing/2014/main" id="{3933E89E-00AF-A2D0-AC92-1E8C88063C96}"/>
                </a:ext>
              </a:extLst>
            </p:cNvPr>
            <p:cNvSpPr/>
            <p:nvPr/>
          </p:nvSpPr>
          <p:spPr>
            <a:xfrm>
              <a:off x="4643473" y="1741397"/>
              <a:ext cx="707216" cy="944799"/>
            </a:xfrm>
            <a:custGeom>
              <a:avLst/>
              <a:gdLst/>
              <a:ahLst/>
              <a:cxnLst/>
              <a:rect l="0" t="0" r="0" b="0"/>
              <a:pathLst>
                <a:path w="707216" h="944799">
                  <a:moveTo>
                    <a:pt x="298070" y="763414"/>
                  </a:moveTo>
                  <a:lnTo>
                    <a:pt x="301608" y="762621"/>
                  </a:lnTo>
                  <a:lnTo>
                    <a:pt x="302060" y="762301"/>
                  </a:lnTo>
                  <a:lnTo>
                    <a:pt x="303388" y="762424"/>
                  </a:lnTo>
                  <a:lnTo>
                    <a:pt x="306161" y="762175"/>
                  </a:lnTo>
                  <a:lnTo>
                    <a:pt x="310667" y="761446"/>
                  </a:lnTo>
                  <a:lnTo>
                    <a:pt x="314720" y="761186"/>
                  </a:lnTo>
                  <a:lnTo>
                    <a:pt x="316139" y="760678"/>
                  </a:lnTo>
                  <a:lnTo>
                    <a:pt x="322030" y="760628"/>
                  </a:lnTo>
                  <a:lnTo>
                    <a:pt x="324910" y="767701"/>
                  </a:lnTo>
                  <a:lnTo>
                    <a:pt x="327570" y="773365"/>
                  </a:lnTo>
                  <a:lnTo>
                    <a:pt x="344238" y="799090"/>
                  </a:lnTo>
                  <a:lnTo>
                    <a:pt x="345495" y="811616"/>
                  </a:lnTo>
                  <a:lnTo>
                    <a:pt x="335322" y="813217"/>
                  </a:lnTo>
                  <a:lnTo>
                    <a:pt x="334668" y="813544"/>
                  </a:lnTo>
                  <a:lnTo>
                    <a:pt x="333882" y="814910"/>
                  </a:lnTo>
                  <a:lnTo>
                    <a:pt x="333954" y="816716"/>
                  </a:lnTo>
                  <a:lnTo>
                    <a:pt x="334772" y="818170"/>
                  </a:lnTo>
                  <a:lnTo>
                    <a:pt x="340253" y="841137"/>
                  </a:lnTo>
                  <a:lnTo>
                    <a:pt x="349614" y="850563"/>
                  </a:lnTo>
                  <a:lnTo>
                    <a:pt x="337359" y="880306"/>
                  </a:lnTo>
                  <a:lnTo>
                    <a:pt x="335109" y="882575"/>
                  </a:lnTo>
                  <a:lnTo>
                    <a:pt x="328939" y="886432"/>
                  </a:lnTo>
                  <a:lnTo>
                    <a:pt x="324252" y="890075"/>
                  </a:lnTo>
                  <a:lnTo>
                    <a:pt x="315588" y="898441"/>
                  </a:lnTo>
                  <a:lnTo>
                    <a:pt x="313956" y="900684"/>
                  </a:lnTo>
                  <a:lnTo>
                    <a:pt x="312358" y="903525"/>
                  </a:lnTo>
                  <a:lnTo>
                    <a:pt x="309085" y="907072"/>
                  </a:lnTo>
                  <a:lnTo>
                    <a:pt x="305602" y="914212"/>
                  </a:lnTo>
                  <a:lnTo>
                    <a:pt x="303800" y="921207"/>
                  </a:lnTo>
                  <a:lnTo>
                    <a:pt x="303283" y="924877"/>
                  </a:lnTo>
                  <a:lnTo>
                    <a:pt x="305034" y="931405"/>
                  </a:lnTo>
                  <a:lnTo>
                    <a:pt x="306314" y="934560"/>
                  </a:lnTo>
                  <a:lnTo>
                    <a:pt x="309077" y="943181"/>
                  </a:lnTo>
                  <a:lnTo>
                    <a:pt x="307004" y="943282"/>
                  </a:lnTo>
                  <a:lnTo>
                    <a:pt x="302907" y="944799"/>
                  </a:lnTo>
                  <a:lnTo>
                    <a:pt x="298313" y="944647"/>
                  </a:lnTo>
                  <a:lnTo>
                    <a:pt x="296671" y="942676"/>
                  </a:lnTo>
                  <a:lnTo>
                    <a:pt x="290785" y="940434"/>
                  </a:lnTo>
                  <a:lnTo>
                    <a:pt x="249949" y="942525"/>
                  </a:lnTo>
                  <a:lnTo>
                    <a:pt x="242117" y="941143"/>
                  </a:lnTo>
                  <a:lnTo>
                    <a:pt x="219730" y="936577"/>
                  </a:lnTo>
                  <a:lnTo>
                    <a:pt x="215426" y="936829"/>
                  </a:lnTo>
                  <a:lnTo>
                    <a:pt x="213381" y="937419"/>
                  </a:lnTo>
                  <a:lnTo>
                    <a:pt x="211068" y="937092"/>
                  </a:lnTo>
                  <a:lnTo>
                    <a:pt x="209791" y="936859"/>
                  </a:lnTo>
                  <a:lnTo>
                    <a:pt x="207655" y="935484"/>
                  </a:lnTo>
                  <a:lnTo>
                    <a:pt x="205178" y="935169"/>
                  </a:lnTo>
                  <a:lnTo>
                    <a:pt x="205156" y="934080"/>
                  </a:lnTo>
                  <a:lnTo>
                    <a:pt x="204617" y="933296"/>
                  </a:lnTo>
                  <a:lnTo>
                    <a:pt x="204622" y="931874"/>
                  </a:lnTo>
                  <a:lnTo>
                    <a:pt x="202639" y="930465"/>
                  </a:lnTo>
                  <a:lnTo>
                    <a:pt x="200719" y="929449"/>
                  </a:lnTo>
                  <a:lnTo>
                    <a:pt x="199500" y="929358"/>
                  </a:lnTo>
                  <a:lnTo>
                    <a:pt x="198371" y="928450"/>
                  </a:lnTo>
                  <a:lnTo>
                    <a:pt x="197426" y="928316"/>
                  </a:lnTo>
                  <a:lnTo>
                    <a:pt x="196810" y="926593"/>
                  </a:lnTo>
                  <a:lnTo>
                    <a:pt x="195308" y="927397"/>
                  </a:lnTo>
                  <a:lnTo>
                    <a:pt x="192390" y="926581"/>
                  </a:lnTo>
                  <a:lnTo>
                    <a:pt x="191156" y="925662"/>
                  </a:lnTo>
                  <a:lnTo>
                    <a:pt x="190567" y="925927"/>
                  </a:lnTo>
                  <a:lnTo>
                    <a:pt x="190316" y="925216"/>
                  </a:lnTo>
                  <a:lnTo>
                    <a:pt x="189611" y="924413"/>
                  </a:lnTo>
                  <a:lnTo>
                    <a:pt x="188960" y="923975"/>
                  </a:lnTo>
                  <a:lnTo>
                    <a:pt x="188567" y="923964"/>
                  </a:lnTo>
                  <a:lnTo>
                    <a:pt x="188526" y="923680"/>
                  </a:lnTo>
                  <a:lnTo>
                    <a:pt x="187736" y="922997"/>
                  </a:lnTo>
                  <a:lnTo>
                    <a:pt x="186436" y="923016"/>
                  </a:lnTo>
                  <a:lnTo>
                    <a:pt x="184217" y="923255"/>
                  </a:lnTo>
                  <a:lnTo>
                    <a:pt x="183136" y="922947"/>
                  </a:lnTo>
                  <a:lnTo>
                    <a:pt x="181913" y="923329"/>
                  </a:lnTo>
                  <a:lnTo>
                    <a:pt x="181346" y="923917"/>
                  </a:lnTo>
                  <a:lnTo>
                    <a:pt x="179739" y="924662"/>
                  </a:lnTo>
                  <a:lnTo>
                    <a:pt x="178516" y="924797"/>
                  </a:lnTo>
                  <a:lnTo>
                    <a:pt x="175594" y="924411"/>
                  </a:lnTo>
                  <a:lnTo>
                    <a:pt x="173581" y="923018"/>
                  </a:lnTo>
                  <a:lnTo>
                    <a:pt x="172926" y="922322"/>
                  </a:lnTo>
                  <a:lnTo>
                    <a:pt x="172029" y="923309"/>
                  </a:lnTo>
                  <a:lnTo>
                    <a:pt x="170324" y="924368"/>
                  </a:lnTo>
                  <a:lnTo>
                    <a:pt x="168093" y="925427"/>
                  </a:lnTo>
                  <a:lnTo>
                    <a:pt x="167249" y="925590"/>
                  </a:lnTo>
                  <a:lnTo>
                    <a:pt x="165911" y="926439"/>
                  </a:lnTo>
                  <a:lnTo>
                    <a:pt x="165202" y="926427"/>
                  </a:lnTo>
                  <a:lnTo>
                    <a:pt x="163512" y="925723"/>
                  </a:lnTo>
                  <a:lnTo>
                    <a:pt x="161582" y="923636"/>
                  </a:lnTo>
                  <a:lnTo>
                    <a:pt x="156906" y="922220"/>
                  </a:lnTo>
                  <a:lnTo>
                    <a:pt x="150327" y="918313"/>
                  </a:lnTo>
                  <a:lnTo>
                    <a:pt x="148161" y="914798"/>
                  </a:lnTo>
                  <a:lnTo>
                    <a:pt x="142776" y="911461"/>
                  </a:lnTo>
                  <a:lnTo>
                    <a:pt x="136913" y="910024"/>
                  </a:lnTo>
                  <a:lnTo>
                    <a:pt x="135608" y="909965"/>
                  </a:lnTo>
                  <a:lnTo>
                    <a:pt x="134139" y="907312"/>
                  </a:lnTo>
                  <a:lnTo>
                    <a:pt x="132575" y="905999"/>
                  </a:lnTo>
                  <a:lnTo>
                    <a:pt x="131222" y="905720"/>
                  </a:lnTo>
                  <a:lnTo>
                    <a:pt x="128734" y="905794"/>
                  </a:lnTo>
                  <a:lnTo>
                    <a:pt x="126919" y="904111"/>
                  </a:lnTo>
                  <a:lnTo>
                    <a:pt x="120643" y="899530"/>
                  </a:lnTo>
                  <a:lnTo>
                    <a:pt x="116537" y="899295"/>
                  </a:lnTo>
                  <a:lnTo>
                    <a:pt x="112494" y="897903"/>
                  </a:lnTo>
                  <a:lnTo>
                    <a:pt x="107116" y="894173"/>
                  </a:lnTo>
                  <a:lnTo>
                    <a:pt x="106209" y="891824"/>
                  </a:lnTo>
                  <a:lnTo>
                    <a:pt x="104628" y="891694"/>
                  </a:lnTo>
                  <a:lnTo>
                    <a:pt x="99309" y="892418"/>
                  </a:lnTo>
                  <a:lnTo>
                    <a:pt x="94091" y="892589"/>
                  </a:lnTo>
                  <a:lnTo>
                    <a:pt x="92586" y="893071"/>
                  </a:lnTo>
                  <a:lnTo>
                    <a:pt x="91125" y="892803"/>
                  </a:lnTo>
                  <a:lnTo>
                    <a:pt x="86679" y="889374"/>
                  </a:lnTo>
                  <a:lnTo>
                    <a:pt x="86588" y="886709"/>
                  </a:lnTo>
                  <a:lnTo>
                    <a:pt x="83713" y="879000"/>
                  </a:lnTo>
                  <a:lnTo>
                    <a:pt x="76254" y="871177"/>
                  </a:lnTo>
                  <a:lnTo>
                    <a:pt x="71375" y="865252"/>
                  </a:lnTo>
                  <a:lnTo>
                    <a:pt x="65282" y="863986"/>
                  </a:lnTo>
                  <a:lnTo>
                    <a:pt x="63788" y="862956"/>
                  </a:lnTo>
                  <a:lnTo>
                    <a:pt x="58518" y="862827"/>
                  </a:lnTo>
                  <a:lnTo>
                    <a:pt x="55180" y="852741"/>
                  </a:lnTo>
                  <a:lnTo>
                    <a:pt x="51209" y="850052"/>
                  </a:lnTo>
                  <a:lnTo>
                    <a:pt x="49142" y="847695"/>
                  </a:lnTo>
                  <a:lnTo>
                    <a:pt x="49152" y="845341"/>
                  </a:lnTo>
                  <a:lnTo>
                    <a:pt x="47256" y="843408"/>
                  </a:lnTo>
                  <a:lnTo>
                    <a:pt x="46669" y="841166"/>
                  </a:lnTo>
                  <a:lnTo>
                    <a:pt x="46735" y="840493"/>
                  </a:lnTo>
                  <a:lnTo>
                    <a:pt x="44604" y="837156"/>
                  </a:lnTo>
                  <a:lnTo>
                    <a:pt x="44901" y="836449"/>
                  </a:lnTo>
                  <a:lnTo>
                    <a:pt x="44148" y="835767"/>
                  </a:lnTo>
                  <a:lnTo>
                    <a:pt x="44380" y="833698"/>
                  </a:lnTo>
                  <a:lnTo>
                    <a:pt x="43568" y="832505"/>
                  </a:lnTo>
                  <a:lnTo>
                    <a:pt x="44052" y="830683"/>
                  </a:lnTo>
                  <a:lnTo>
                    <a:pt x="45577" y="827722"/>
                  </a:lnTo>
                  <a:lnTo>
                    <a:pt x="44624" y="825806"/>
                  </a:lnTo>
                  <a:lnTo>
                    <a:pt x="44731" y="822914"/>
                  </a:lnTo>
                  <a:lnTo>
                    <a:pt x="44140" y="821001"/>
                  </a:lnTo>
                  <a:lnTo>
                    <a:pt x="44111" y="818400"/>
                  </a:lnTo>
                  <a:lnTo>
                    <a:pt x="44425" y="816842"/>
                  </a:lnTo>
                  <a:lnTo>
                    <a:pt x="42645" y="815426"/>
                  </a:lnTo>
                  <a:lnTo>
                    <a:pt x="45050" y="813682"/>
                  </a:lnTo>
                  <a:lnTo>
                    <a:pt x="45805" y="812751"/>
                  </a:lnTo>
                  <a:lnTo>
                    <a:pt x="46117" y="811229"/>
                  </a:lnTo>
                  <a:lnTo>
                    <a:pt x="46719" y="810071"/>
                  </a:lnTo>
                  <a:lnTo>
                    <a:pt x="46207" y="809197"/>
                  </a:lnTo>
                  <a:lnTo>
                    <a:pt x="46427" y="808621"/>
                  </a:lnTo>
                  <a:lnTo>
                    <a:pt x="47882" y="808081"/>
                  </a:lnTo>
                  <a:lnTo>
                    <a:pt x="48510" y="807115"/>
                  </a:lnTo>
                  <a:lnTo>
                    <a:pt x="51322" y="805746"/>
                  </a:lnTo>
                  <a:lnTo>
                    <a:pt x="52143" y="803878"/>
                  </a:lnTo>
                  <a:lnTo>
                    <a:pt x="52711" y="800000"/>
                  </a:lnTo>
                  <a:lnTo>
                    <a:pt x="51502" y="798187"/>
                  </a:lnTo>
                  <a:lnTo>
                    <a:pt x="50830" y="793976"/>
                  </a:lnTo>
                  <a:lnTo>
                    <a:pt x="51240" y="792377"/>
                  </a:lnTo>
                  <a:lnTo>
                    <a:pt x="52005" y="791119"/>
                  </a:lnTo>
                  <a:lnTo>
                    <a:pt x="50880" y="789626"/>
                  </a:lnTo>
                  <a:lnTo>
                    <a:pt x="50232" y="789246"/>
                  </a:lnTo>
                  <a:lnTo>
                    <a:pt x="49282" y="789220"/>
                  </a:lnTo>
                  <a:lnTo>
                    <a:pt x="49019" y="788732"/>
                  </a:lnTo>
                  <a:lnTo>
                    <a:pt x="49162" y="787089"/>
                  </a:lnTo>
                  <a:lnTo>
                    <a:pt x="48932" y="785878"/>
                  </a:lnTo>
                  <a:lnTo>
                    <a:pt x="48183" y="781950"/>
                  </a:lnTo>
                  <a:lnTo>
                    <a:pt x="45742" y="775704"/>
                  </a:lnTo>
                  <a:lnTo>
                    <a:pt x="50401" y="770522"/>
                  </a:lnTo>
                  <a:lnTo>
                    <a:pt x="59288" y="761544"/>
                  </a:lnTo>
                  <a:lnTo>
                    <a:pt x="68028" y="755008"/>
                  </a:lnTo>
                  <a:lnTo>
                    <a:pt x="74648" y="753645"/>
                  </a:lnTo>
                  <a:lnTo>
                    <a:pt x="76574" y="744988"/>
                  </a:lnTo>
                  <a:lnTo>
                    <a:pt x="75054" y="739130"/>
                  </a:lnTo>
                  <a:lnTo>
                    <a:pt x="74551" y="733222"/>
                  </a:lnTo>
                  <a:lnTo>
                    <a:pt x="74792" y="732351"/>
                  </a:lnTo>
                  <a:lnTo>
                    <a:pt x="75346" y="731862"/>
                  </a:lnTo>
                  <a:lnTo>
                    <a:pt x="75736" y="731031"/>
                  </a:lnTo>
                  <a:lnTo>
                    <a:pt x="75964" y="730132"/>
                  </a:lnTo>
                  <a:lnTo>
                    <a:pt x="75589" y="727261"/>
                  </a:lnTo>
                  <a:lnTo>
                    <a:pt x="75720" y="723846"/>
                  </a:lnTo>
                  <a:lnTo>
                    <a:pt x="84023" y="710663"/>
                  </a:lnTo>
                  <a:lnTo>
                    <a:pt x="84507" y="707847"/>
                  </a:lnTo>
                  <a:lnTo>
                    <a:pt x="87624" y="705989"/>
                  </a:lnTo>
                  <a:lnTo>
                    <a:pt x="88823" y="703599"/>
                  </a:lnTo>
                  <a:lnTo>
                    <a:pt x="91008" y="701029"/>
                  </a:lnTo>
                  <a:lnTo>
                    <a:pt x="93886" y="695890"/>
                  </a:lnTo>
                  <a:lnTo>
                    <a:pt x="90627" y="688193"/>
                  </a:lnTo>
                  <a:lnTo>
                    <a:pt x="90637" y="686334"/>
                  </a:lnTo>
                  <a:lnTo>
                    <a:pt x="88011" y="684484"/>
                  </a:lnTo>
                  <a:lnTo>
                    <a:pt x="87796" y="682919"/>
                  </a:lnTo>
                  <a:lnTo>
                    <a:pt x="88061" y="680959"/>
                  </a:lnTo>
                  <a:lnTo>
                    <a:pt x="88607" y="679549"/>
                  </a:lnTo>
                  <a:lnTo>
                    <a:pt x="87621" y="678374"/>
                  </a:lnTo>
                  <a:lnTo>
                    <a:pt x="84696" y="675712"/>
                  </a:lnTo>
                  <a:lnTo>
                    <a:pt x="82919" y="674695"/>
                  </a:lnTo>
                  <a:lnTo>
                    <a:pt x="82912" y="673154"/>
                  </a:lnTo>
                  <a:lnTo>
                    <a:pt x="74619" y="678992"/>
                  </a:lnTo>
                  <a:lnTo>
                    <a:pt x="71079" y="679331"/>
                  </a:lnTo>
                  <a:lnTo>
                    <a:pt x="69516" y="677191"/>
                  </a:lnTo>
                  <a:lnTo>
                    <a:pt x="68380" y="677002"/>
                  </a:lnTo>
                  <a:lnTo>
                    <a:pt x="68202" y="676422"/>
                  </a:lnTo>
                  <a:lnTo>
                    <a:pt x="66697" y="675970"/>
                  </a:lnTo>
                  <a:lnTo>
                    <a:pt x="64665" y="676894"/>
                  </a:lnTo>
                  <a:lnTo>
                    <a:pt x="63438" y="677008"/>
                  </a:lnTo>
                  <a:lnTo>
                    <a:pt x="61492" y="676752"/>
                  </a:lnTo>
                  <a:lnTo>
                    <a:pt x="60243" y="676104"/>
                  </a:lnTo>
                  <a:lnTo>
                    <a:pt x="58768" y="676813"/>
                  </a:lnTo>
                  <a:lnTo>
                    <a:pt x="57947" y="676915"/>
                  </a:lnTo>
                  <a:lnTo>
                    <a:pt x="56913" y="674479"/>
                  </a:lnTo>
                  <a:lnTo>
                    <a:pt x="55730" y="672891"/>
                  </a:lnTo>
                  <a:lnTo>
                    <a:pt x="53740" y="671311"/>
                  </a:lnTo>
                  <a:lnTo>
                    <a:pt x="53687" y="668913"/>
                  </a:lnTo>
                  <a:lnTo>
                    <a:pt x="51897" y="665067"/>
                  </a:lnTo>
                  <a:lnTo>
                    <a:pt x="52060" y="661345"/>
                  </a:lnTo>
                  <a:lnTo>
                    <a:pt x="51720" y="659117"/>
                  </a:lnTo>
                  <a:lnTo>
                    <a:pt x="55502" y="658470"/>
                  </a:lnTo>
                  <a:lnTo>
                    <a:pt x="58724" y="655311"/>
                  </a:lnTo>
                  <a:lnTo>
                    <a:pt x="57743" y="651310"/>
                  </a:lnTo>
                  <a:lnTo>
                    <a:pt x="60194" y="646716"/>
                  </a:lnTo>
                  <a:lnTo>
                    <a:pt x="62854" y="643998"/>
                  </a:lnTo>
                  <a:lnTo>
                    <a:pt x="65836" y="638358"/>
                  </a:lnTo>
                  <a:lnTo>
                    <a:pt x="67822" y="633556"/>
                  </a:lnTo>
                  <a:lnTo>
                    <a:pt x="69150" y="631503"/>
                  </a:lnTo>
                  <a:lnTo>
                    <a:pt x="69878" y="622111"/>
                  </a:lnTo>
                  <a:lnTo>
                    <a:pt x="69582" y="620903"/>
                  </a:lnTo>
                  <a:lnTo>
                    <a:pt x="68083" y="618753"/>
                  </a:lnTo>
                  <a:lnTo>
                    <a:pt x="67525" y="617487"/>
                  </a:lnTo>
                  <a:lnTo>
                    <a:pt x="68108" y="617378"/>
                  </a:lnTo>
                  <a:lnTo>
                    <a:pt x="68743" y="615479"/>
                  </a:lnTo>
                  <a:lnTo>
                    <a:pt x="74991" y="610125"/>
                  </a:lnTo>
                  <a:lnTo>
                    <a:pt x="78417" y="603801"/>
                  </a:lnTo>
                  <a:lnTo>
                    <a:pt x="81118" y="602033"/>
                  </a:lnTo>
                  <a:lnTo>
                    <a:pt x="82439" y="603238"/>
                  </a:lnTo>
                  <a:lnTo>
                    <a:pt x="84603" y="603720"/>
                  </a:lnTo>
                  <a:lnTo>
                    <a:pt x="86854" y="605060"/>
                  </a:lnTo>
                  <a:lnTo>
                    <a:pt x="89285" y="601601"/>
                  </a:lnTo>
                  <a:lnTo>
                    <a:pt x="91913" y="599822"/>
                  </a:lnTo>
                  <a:lnTo>
                    <a:pt x="93105" y="598503"/>
                  </a:lnTo>
                  <a:lnTo>
                    <a:pt x="96749" y="597715"/>
                  </a:lnTo>
                  <a:lnTo>
                    <a:pt x="97873" y="597798"/>
                  </a:lnTo>
                  <a:lnTo>
                    <a:pt x="99601" y="597063"/>
                  </a:lnTo>
                  <a:lnTo>
                    <a:pt x="103656" y="593586"/>
                  </a:lnTo>
                  <a:lnTo>
                    <a:pt x="104127" y="592801"/>
                  </a:lnTo>
                  <a:lnTo>
                    <a:pt x="104785" y="590967"/>
                  </a:lnTo>
                  <a:lnTo>
                    <a:pt x="104511" y="590288"/>
                  </a:lnTo>
                  <a:lnTo>
                    <a:pt x="104883" y="586947"/>
                  </a:lnTo>
                  <a:lnTo>
                    <a:pt x="104539" y="585599"/>
                  </a:lnTo>
                  <a:lnTo>
                    <a:pt x="104741" y="582809"/>
                  </a:lnTo>
                  <a:lnTo>
                    <a:pt x="104402" y="582523"/>
                  </a:lnTo>
                  <a:lnTo>
                    <a:pt x="104659" y="581901"/>
                  </a:lnTo>
                  <a:lnTo>
                    <a:pt x="104574" y="581316"/>
                  </a:lnTo>
                  <a:lnTo>
                    <a:pt x="105114" y="578866"/>
                  </a:lnTo>
                  <a:lnTo>
                    <a:pt x="105056" y="578298"/>
                  </a:lnTo>
                  <a:lnTo>
                    <a:pt x="105631" y="577859"/>
                  </a:lnTo>
                  <a:lnTo>
                    <a:pt x="105597" y="577330"/>
                  </a:lnTo>
                  <a:lnTo>
                    <a:pt x="106015" y="577036"/>
                  </a:lnTo>
                  <a:lnTo>
                    <a:pt x="106570" y="575730"/>
                  </a:lnTo>
                  <a:lnTo>
                    <a:pt x="106334" y="575101"/>
                  </a:lnTo>
                  <a:lnTo>
                    <a:pt x="106808" y="573625"/>
                  </a:lnTo>
                  <a:lnTo>
                    <a:pt x="108723" y="570746"/>
                  </a:lnTo>
                  <a:lnTo>
                    <a:pt x="109618" y="569921"/>
                  </a:lnTo>
                  <a:lnTo>
                    <a:pt x="109556" y="569410"/>
                  </a:lnTo>
                  <a:lnTo>
                    <a:pt x="110163" y="568552"/>
                  </a:lnTo>
                  <a:lnTo>
                    <a:pt x="110781" y="568380"/>
                  </a:lnTo>
                  <a:lnTo>
                    <a:pt x="111454" y="567604"/>
                  </a:lnTo>
                  <a:lnTo>
                    <a:pt x="114678" y="565629"/>
                  </a:lnTo>
                  <a:lnTo>
                    <a:pt x="114810" y="564978"/>
                  </a:lnTo>
                  <a:lnTo>
                    <a:pt x="115772" y="563301"/>
                  </a:lnTo>
                  <a:lnTo>
                    <a:pt x="117109" y="562925"/>
                  </a:lnTo>
                  <a:lnTo>
                    <a:pt x="118247" y="561609"/>
                  </a:lnTo>
                  <a:lnTo>
                    <a:pt x="118291" y="560676"/>
                  </a:lnTo>
                  <a:lnTo>
                    <a:pt x="117982" y="559759"/>
                  </a:lnTo>
                  <a:lnTo>
                    <a:pt x="118036" y="558276"/>
                  </a:lnTo>
                  <a:lnTo>
                    <a:pt x="118850" y="556960"/>
                  </a:lnTo>
                  <a:lnTo>
                    <a:pt x="118846" y="556107"/>
                  </a:lnTo>
                  <a:lnTo>
                    <a:pt x="119689" y="554056"/>
                  </a:lnTo>
                  <a:lnTo>
                    <a:pt x="119520" y="553257"/>
                  </a:lnTo>
                  <a:lnTo>
                    <a:pt x="119948" y="552710"/>
                  </a:lnTo>
                  <a:lnTo>
                    <a:pt x="121092" y="552121"/>
                  </a:lnTo>
                  <a:lnTo>
                    <a:pt x="120927" y="551521"/>
                  </a:lnTo>
                  <a:lnTo>
                    <a:pt x="121309" y="550787"/>
                  </a:lnTo>
                  <a:lnTo>
                    <a:pt x="120608" y="550270"/>
                  </a:lnTo>
                  <a:lnTo>
                    <a:pt x="120800" y="549108"/>
                  </a:lnTo>
                  <a:lnTo>
                    <a:pt x="121921" y="548065"/>
                  </a:lnTo>
                  <a:lnTo>
                    <a:pt x="121619" y="547407"/>
                  </a:lnTo>
                  <a:lnTo>
                    <a:pt x="121785" y="546941"/>
                  </a:lnTo>
                  <a:lnTo>
                    <a:pt x="122685" y="546514"/>
                  </a:lnTo>
                  <a:lnTo>
                    <a:pt x="123069" y="543694"/>
                  </a:lnTo>
                  <a:lnTo>
                    <a:pt x="121739" y="544103"/>
                  </a:lnTo>
                  <a:lnTo>
                    <a:pt x="120281" y="544066"/>
                  </a:lnTo>
                  <a:lnTo>
                    <a:pt x="114813" y="541880"/>
                  </a:lnTo>
                  <a:lnTo>
                    <a:pt x="108894" y="541025"/>
                  </a:lnTo>
                  <a:lnTo>
                    <a:pt x="103123" y="539342"/>
                  </a:lnTo>
                  <a:lnTo>
                    <a:pt x="101165" y="538374"/>
                  </a:lnTo>
                  <a:lnTo>
                    <a:pt x="100317" y="538427"/>
                  </a:lnTo>
                  <a:lnTo>
                    <a:pt x="97325" y="539485"/>
                  </a:lnTo>
                  <a:lnTo>
                    <a:pt x="96282" y="539500"/>
                  </a:lnTo>
                  <a:lnTo>
                    <a:pt x="95657" y="539296"/>
                  </a:lnTo>
                  <a:lnTo>
                    <a:pt x="91567" y="536628"/>
                  </a:lnTo>
                  <a:lnTo>
                    <a:pt x="86717" y="536156"/>
                  </a:lnTo>
                  <a:lnTo>
                    <a:pt x="84390" y="536730"/>
                  </a:lnTo>
                  <a:lnTo>
                    <a:pt x="82705" y="536213"/>
                  </a:lnTo>
                  <a:lnTo>
                    <a:pt x="81873" y="536318"/>
                  </a:lnTo>
                  <a:lnTo>
                    <a:pt x="81373" y="536760"/>
                  </a:lnTo>
                  <a:lnTo>
                    <a:pt x="80885" y="537859"/>
                  </a:lnTo>
                  <a:lnTo>
                    <a:pt x="80051" y="538243"/>
                  </a:lnTo>
                  <a:lnTo>
                    <a:pt x="74868" y="537894"/>
                  </a:lnTo>
                  <a:lnTo>
                    <a:pt x="73436" y="537267"/>
                  </a:lnTo>
                  <a:lnTo>
                    <a:pt x="72908" y="536736"/>
                  </a:lnTo>
                  <a:lnTo>
                    <a:pt x="72743" y="536140"/>
                  </a:lnTo>
                  <a:lnTo>
                    <a:pt x="75349" y="534465"/>
                  </a:lnTo>
                  <a:lnTo>
                    <a:pt x="75692" y="533345"/>
                  </a:lnTo>
                  <a:lnTo>
                    <a:pt x="75214" y="532417"/>
                  </a:lnTo>
                  <a:lnTo>
                    <a:pt x="74761" y="532129"/>
                  </a:lnTo>
                  <a:lnTo>
                    <a:pt x="71791" y="531564"/>
                  </a:lnTo>
                  <a:lnTo>
                    <a:pt x="67445" y="530219"/>
                  </a:lnTo>
                  <a:lnTo>
                    <a:pt x="66175" y="529964"/>
                  </a:lnTo>
                  <a:lnTo>
                    <a:pt x="61976" y="530173"/>
                  </a:lnTo>
                  <a:lnTo>
                    <a:pt x="53571" y="531171"/>
                  </a:lnTo>
                  <a:lnTo>
                    <a:pt x="43436" y="527874"/>
                  </a:lnTo>
                  <a:lnTo>
                    <a:pt x="29090" y="520364"/>
                  </a:lnTo>
                  <a:lnTo>
                    <a:pt x="198" y="505137"/>
                  </a:lnTo>
                  <a:lnTo>
                    <a:pt x="353" y="504327"/>
                  </a:lnTo>
                  <a:lnTo>
                    <a:pt x="0" y="503642"/>
                  </a:lnTo>
                  <a:lnTo>
                    <a:pt x="232" y="502784"/>
                  </a:lnTo>
                  <a:lnTo>
                    <a:pt x="1659" y="501135"/>
                  </a:lnTo>
                  <a:lnTo>
                    <a:pt x="1375" y="500312"/>
                  </a:lnTo>
                  <a:lnTo>
                    <a:pt x="1427" y="499248"/>
                  </a:lnTo>
                  <a:lnTo>
                    <a:pt x="1791" y="498358"/>
                  </a:lnTo>
                  <a:lnTo>
                    <a:pt x="2594" y="497364"/>
                  </a:lnTo>
                  <a:lnTo>
                    <a:pt x="2732" y="496697"/>
                  </a:lnTo>
                  <a:lnTo>
                    <a:pt x="2377" y="496021"/>
                  </a:lnTo>
                  <a:lnTo>
                    <a:pt x="2669" y="495259"/>
                  </a:lnTo>
                  <a:lnTo>
                    <a:pt x="2119" y="494383"/>
                  </a:lnTo>
                  <a:lnTo>
                    <a:pt x="1999" y="493403"/>
                  </a:lnTo>
                  <a:lnTo>
                    <a:pt x="2210" y="492768"/>
                  </a:lnTo>
                  <a:lnTo>
                    <a:pt x="1947" y="492301"/>
                  </a:lnTo>
                  <a:lnTo>
                    <a:pt x="1974" y="491780"/>
                  </a:lnTo>
                  <a:lnTo>
                    <a:pt x="2282" y="491037"/>
                  </a:lnTo>
                  <a:lnTo>
                    <a:pt x="3511" y="490589"/>
                  </a:lnTo>
                  <a:lnTo>
                    <a:pt x="4586" y="489259"/>
                  </a:lnTo>
                  <a:lnTo>
                    <a:pt x="4741" y="488559"/>
                  </a:lnTo>
                  <a:lnTo>
                    <a:pt x="5591" y="487688"/>
                  </a:lnTo>
                  <a:lnTo>
                    <a:pt x="5733" y="487033"/>
                  </a:lnTo>
                  <a:lnTo>
                    <a:pt x="5052" y="485803"/>
                  </a:lnTo>
                  <a:lnTo>
                    <a:pt x="5196" y="484652"/>
                  </a:lnTo>
                  <a:lnTo>
                    <a:pt x="7140" y="479962"/>
                  </a:lnTo>
                  <a:lnTo>
                    <a:pt x="7173" y="478952"/>
                  </a:lnTo>
                  <a:lnTo>
                    <a:pt x="7477" y="478153"/>
                  </a:lnTo>
                  <a:lnTo>
                    <a:pt x="8249" y="476954"/>
                  </a:lnTo>
                  <a:lnTo>
                    <a:pt x="8901" y="475192"/>
                  </a:lnTo>
                  <a:lnTo>
                    <a:pt x="9537" y="472766"/>
                  </a:lnTo>
                  <a:lnTo>
                    <a:pt x="9582" y="472056"/>
                  </a:lnTo>
                  <a:lnTo>
                    <a:pt x="7958" y="469363"/>
                  </a:lnTo>
                  <a:lnTo>
                    <a:pt x="7542" y="468178"/>
                  </a:lnTo>
                  <a:lnTo>
                    <a:pt x="8074" y="466712"/>
                  </a:lnTo>
                  <a:lnTo>
                    <a:pt x="7817" y="465953"/>
                  </a:lnTo>
                  <a:lnTo>
                    <a:pt x="8233" y="462523"/>
                  </a:lnTo>
                  <a:lnTo>
                    <a:pt x="10877" y="451994"/>
                  </a:lnTo>
                  <a:lnTo>
                    <a:pt x="11778" y="451598"/>
                  </a:lnTo>
                  <a:lnTo>
                    <a:pt x="11847" y="451196"/>
                  </a:lnTo>
                  <a:lnTo>
                    <a:pt x="16925" y="447062"/>
                  </a:lnTo>
                  <a:lnTo>
                    <a:pt x="18544" y="446313"/>
                  </a:lnTo>
                  <a:lnTo>
                    <a:pt x="21308" y="443637"/>
                  </a:lnTo>
                  <a:lnTo>
                    <a:pt x="23127" y="442542"/>
                  </a:lnTo>
                  <a:lnTo>
                    <a:pt x="24181" y="440288"/>
                  </a:lnTo>
                  <a:lnTo>
                    <a:pt x="24553" y="440265"/>
                  </a:lnTo>
                  <a:lnTo>
                    <a:pt x="25332" y="437721"/>
                  </a:lnTo>
                  <a:lnTo>
                    <a:pt x="26190" y="437277"/>
                  </a:lnTo>
                  <a:lnTo>
                    <a:pt x="27608" y="435576"/>
                  </a:lnTo>
                  <a:lnTo>
                    <a:pt x="27614" y="435156"/>
                  </a:lnTo>
                  <a:lnTo>
                    <a:pt x="29782" y="432837"/>
                  </a:lnTo>
                  <a:lnTo>
                    <a:pt x="31145" y="429494"/>
                  </a:lnTo>
                  <a:lnTo>
                    <a:pt x="34152" y="429354"/>
                  </a:lnTo>
                  <a:lnTo>
                    <a:pt x="38299" y="430320"/>
                  </a:lnTo>
                  <a:lnTo>
                    <a:pt x="40122" y="432051"/>
                  </a:lnTo>
                  <a:lnTo>
                    <a:pt x="42188" y="432783"/>
                  </a:lnTo>
                  <a:lnTo>
                    <a:pt x="42791" y="433947"/>
                  </a:lnTo>
                  <a:lnTo>
                    <a:pt x="42762" y="434336"/>
                  </a:lnTo>
                  <a:lnTo>
                    <a:pt x="44818" y="435539"/>
                  </a:lnTo>
                  <a:lnTo>
                    <a:pt x="46179" y="435507"/>
                  </a:lnTo>
                  <a:lnTo>
                    <a:pt x="47443" y="435803"/>
                  </a:lnTo>
                  <a:lnTo>
                    <a:pt x="48463" y="435548"/>
                  </a:lnTo>
                  <a:lnTo>
                    <a:pt x="50661" y="435992"/>
                  </a:lnTo>
                  <a:lnTo>
                    <a:pt x="51010" y="436378"/>
                  </a:lnTo>
                  <a:lnTo>
                    <a:pt x="51582" y="436365"/>
                  </a:lnTo>
                  <a:lnTo>
                    <a:pt x="51914" y="436694"/>
                  </a:lnTo>
                  <a:lnTo>
                    <a:pt x="52531" y="436465"/>
                  </a:lnTo>
                  <a:lnTo>
                    <a:pt x="52447" y="436133"/>
                  </a:lnTo>
                  <a:lnTo>
                    <a:pt x="53931" y="435785"/>
                  </a:lnTo>
                  <a:lnTo>
                    <a:pt x="57210" y="438058"/>
                  </a:lnTo>
                  <a:lnTo>
                    <a:pt x="59143" y="438896"/>
                  </a:lnTo>
                  <a:lnTo>
                    <a:pt x="61614" y="439688"/>
                  </a:lnTo>
                  <a:lnTo>
                    <a:pt x="61757" y="439432"/>
                  </a:lnTo>
                  <a:lnTo>
                    <a:pt x="67209" y="442472"/>
                  </a:lnTo>
                  <a:lnTo>
                    <a:pt x="68964" y="445337"/>
                  </a:lnTo>
                  <a:lnTo>
                    <a:pt x="74142" y="448073"/>
                  </a:lnTo>
                  <a:lnTo>
                    <a:pt x="77099" y="449013"/>
                  </a:lnTo>
                  <a:lnTo>
                    <a:pt x="79588" y="448882"/>
                  </a:lnTo>
                  <a:lnTo>
                    <a:pt x="80790" y="448455"/>
                  </a:lnTo>
                  <a:lnTo>
                    <a:pt x="82065" y="449769"/>
                  </a:lnTo>
                  <a:lnTo>
                    <a:pt x="84663" y="451842"/>
                  </a:lnTo>
                  <a:lnTo>
                    <a:pt x="88858" y="450638"/>
                  </a:lnTo>
                  <a:lnTo>
                    <a:pt x="90049" y="449874"/>
                  </a:lnTo>
                  <a:lnTo>
                    <a:pt x="92286" y="449165"/>
                  </a:lnTo>
                  <a:lnTo>
                    <a:pt x="94124" y="448146"/>
                  </a:lnTo>
                  <a:lnTo>
                    <a:pt x="97061" y="448538"/>
                  </a:lnTo>
                  <a:lnTo>
                    <a:pt x="99080" y="447353"/>
                  </a:lnTo>
                  <a:lnTo>
                    <a:pt x="102510" y="446520"/>
                  </a:lnTo>
                  <a:lnTo>
                    <a:pt x="104379" y="445708"/>
                  </a:lnTo>
                  <a:lnTo>
                    <a:pt x="106222" y="445240"/>
                  </a:lnTo>
                  <a:lnTo>
                    <a:pt x="106338" y="445515"/>
                  </a:lnTo>
                  <a:lnTo>
                    <a:pt x="108565" y="445175"/>
                  </a:lnTo>
                  <a:lnTo>
                    <a:pt x="110108" y="445687"/>
                  </a:lnTo>
                  <a:lnTo>
                    <a:pt x="111856" y="445912"/>
                  </a:lnTo>
                  <a:lnTo>
                    <a:pt x="116024" y="444102"/>
                  </a:lnTo>
                  <a:lnTo>
                    <a:pt x="117261" y="442314"/>
                  </a:lnTo>
                  <a:lnTo>
                    <a:pt x="117470" y="442571"/>
                  </a:lnTo>
                  <a:lnTo>
                    <a:pt x="118039" y="442503"/>
                  </a:lnTo>
                  <a:lnTo>
                    <a:pt x="119051" y="442818"/>
                  </a:lnTo>
                  <a:lnTo>
                    <a:pt x="119432" y="442559"/>
                  </a:lnTo>
                  <a:lnTo>
                    <a:pt x="121232" y="443213"/>
                  </a:lnTo>
                  <a:lnTo>
                    <a:pt x="122304" y="444204"/>
                  </a:lnTo>
                  <a:lnTo>
                    <a:pt x="123235" y="445509"/>
                  </a:lnTo>
                  <a:lnTo>
                    <a:pt x="127001" y="446098"/>
                  </a:lnTo>
                  <a:lnTo>
                    <a:pt x="127896" y="446641"/>
                  </a:lnTo>
                  <a:lnTo>
                    <a:pt x="128893" y="449847"/>
                  </a:lnTo>
                  <a:lnTo>
                    <a:pt x="127815" y="454149"/>
                  </a:lnTo>
                  <a:lnTo>
                    <a:pt x="128309" y="455245"/>
                  </a:lnTo>
                  <a:lnTo>
                    <a:pt x="129150" y="455854"/>
                  </a:lnTo>
                  <a:lnTo>
                    <a:pt x="130527" y="457600"/>
                  </a:lnTo>
                  <a:lnTo>
                    <a:pt x="130913" y="459104"/>
                  </a:lnTo>
                  <a:lnTo>
                    <a:pt x="131303" y="459687"/>
                  </a:lnTo>
                  <a:lnTo>
                    <a:pt x="133251" y="460587"/>
                  </a:lnTo>
                  <a:lnTo>
                    <a:pt x="133458" y="460454"/>
                  </a:lnTo>
                  <a:lnTo>
                    <a:pt x="134192" y="461287"/>
                  </a:lnTo>
                  <a:lnTo>
                    <a:pt x="133846" y="461866"/>
                  </a:lnTo>
                  <a:lnTo>
                    <a:pt x="133843" y="462439"/>
                  </a:lnTo>
                  <a:lnTo>
                    <a:pt x="134078" y="462656"/>
                  </a:lnTo>
                  <a:lnTo>
                    <a:pt x="134009" y="463719"/>
                  </a:lnTo>
                  <a:lnTo>
                    <a:pt x="134365" y="464098"/>
                  </a:lnTo>
                  <a:lnTo>
                    <a:pt x="136574" y="464112"/>
                  </a:lnTo>
                  <a:lnTo>
                    <a:pt x="138396" y="463379"/>
                  </a:lnTo>
                  <a:lnTo>
                    <a:pt x="140052" y="464714"/>
                  </a:lnTo>
                  <a:lnTo>
                    <a:pt x="143709" y="466047"/>
                  </a:lnTo>
                  <a:lnTo>
                    <a:pt x="145851" y="467196"/>
                  </a:lnTo>
                  <a:lnTo>
                    <a:pt x="149275" y="467951"/>
                  </a:lnTo>
                  <a:lnTo>
                    <a:pt x="151081" y="468618"/>
                  </a:lnTo>
                  <a:lnTo>
                    <a:pt x="158263" y="461272"/>
                  </a:lnTo>
                  <a:lnTo>
                    <a:pt x="160617" y="460144"/>
                  </a:lnTo>
                  <a:lnTo>
                    <a:pt x="165641" y="457089"/>
                  </a:lnTo>
                  <a:lnTo>
                    <a:pt x="165777" y="456548"/>
                  </a:lnTo>
                  <a:lnTo>
                    <a:pt x="167316" y="456069"/>
                  </a:lnTo>
                  <a:lnTo>
                    <a:pt x="168651" y="456800"/>
                  </a:lnTo>
                  <a:lnTo>
                    <a:pt x="169785" y="458022"/>
                  </a:lnTo>
                  <a:lnTo>
                    <a:pt x="170408" y="458319"/>
                  </a:lnTo>
                  <a:lnTo>
                    <a:pt x="170906" y="458212"/>
                  </a:lnTo>
                  <a:lnTo>
                    <a:pt x="172954" y="457112"/>
                  </a:lnTo>
                  <a:lnTo>
                    <a:pt x="174784" y="454256"/>
                  </a:lnTo>
                  <a:lnTo>
                    <a:pt x="178816" y="452079"/>
                  </a:lnTo>
                  <a:lnTo>
                    <a:pt x="181510" y="449751"/>
                  </a:lnTo>
                  <a:lnTo>
                    <a:pt x="181944" y="442186"/>
                  </a:lnTo>
                  <a:lnTo>
                    <a:pt x="183700" y="441217"/>
                  </a:lnTo>
                  <a:lnTo>
                    <a:pt x="184135" y="438779"/>
                  </a:lnTo>
                  <a:lnTo>
                    <a:pt x="183455" y="437901"/>
                  </a:lnTo>
                  <a:lnTo>
                    <a:pt x="182351" y="437129"/>
                  </a:lnTo>
                  <a:lnTo>
                    <a:pt x="182863" y="436381"/>
                  </a:lnTo>
                  <a:lnTo>
                    <a:pt x="184345" y="430375"/>
                  </a:lnTo>
                  <a:lnTo>
                    <a:pt x="184161" y="428034"/>
                  </a:lnTo>
                  <a:lnTo>
                    <a:pt x="185791" y="426117"/>
                  </a:lnTo>
                  <a:lnTo>
                    <a:pt x="187353" y="424977"/>
                  </a:lnTo>
                  <a:lnTo>
                    <a:pt x="188263" y="424675"/>
                  </a:lnTo>
                  <a:lnTo>
                    <a:pt x="192216" y="420055"/>
                  </a:lnTo>
                  <a:lnTo>
                    <a:pt x="192864" y="413302"/>
                  </a:lnTo>
                  <a:lnTo>
                    <a:pt x="198121" y="408032"/>
                  </a:lnTo>
                  <a:lnTo>
                    <a:pt x="199968" y="400861"/>
                  </a:lnTo>
                  <a:lnTo>
                    <a:pt x="200452" y="397773"/>
                  </a:lnTo>
                  <a:lnTo>
                    <a:pt x="202163" y="395785"/>
                  </a:lnTo>
                  <a:lnTo>
                    <a:pt x="203651" y="394534"/>
                  </a:lnTo>
                  <a:lnTo>
                    <a:pt x="204580" y="392199"/>
                  </a:lnTo>
                  <a:lnTo>
                    <a:pt x="204506" y="391092"/>
                  </a:lnTo>
                  <a:lnTo>
                    <a:pt x="204918" y="390690"/>
                  </a:lnTo>
                  <a:lnTo>
                    <a:pt x="207796" y="389221"/>
                  </a:lnTo>
                  <a:lnTo>
                    <a:pt x="209980" y="389366"/>
                  </a:lnTo>
                  <a:lnTo>
                    <a:pt x="212283" y="388708"/>
                  </a:lnTo>
                  <a:lnTo>
                    <a:pt x="213732" y="386618"/>
                  </a:lnTo>
                  <a:lnTo>
                    <a:pt x="219237" y="383158"/>
                  </a:lnTo>
                  <a:lnTo>
                    <a:pt x="201058" y="370362"/>
                  </a:lnTo>
                  <a:lnTo>
                    <a:pt x="194877" y="369126"/>
                  </a:lnTo>
                  <a:lnTo>
                    <a:pt x="191171" y="366959"/>
                  </a:lnTo>
                  <a:lnTo>
                    <a:pt x="190262" y="367028"/>
                  </a:lnTo>
                  <a:lnTo>
                    <a:pt x="188938" y="368118"/>
                  </a:lnTo>
                  <a:lnTo>
                    <a:pt x="185887" y="369485"/>
                  </a:lnTo>
                  <a:lnTo>
                    <a:pt x="184403" y="369222"/>
                  </a:lnTo>
                  <a:lnTo>
                    <a:pt x="183597" y="367400"/>
                  </a:lnTo>
                  <a:lnTo>
                    <a:pt x="182690" y="366962"/>
                  </a:lnTo>
                  <a:lnTo>
                    <a:pt x="181699" y="364808"/>
                  </a:lnTo>
                  <a:lnTo>
                    <a:pt x="181533" y="362810"/>
                  </a:lnTo>
                  <a:lnTo>
                    <a:pt x="183650" y="360554"/>
                  </a:lnTo>
                  <a:lnTo>
                    <a:pt x="182455" y="359342"/>
                  </a:lnTo>
                  <a:lnTo>
                    <a:pt x="182875" y="357663"/>
                  </a:lnTo>
                  <a:lnTo>
                    <a:pt x="183459" y="357680"/>
                  </a:lnTo>
                  <a:lnTo>
                    <a:pt x="185431" y="356098"/>
                  </a:lnTo>
                  <a:lnTo>
                    <a:pt x="194318" y="345285"/>
                  </a:lnTo>
                  <a:lnTo>
                    <a:pt x="192302" y="344644"/>
                  </a:lnTo>
                  <a:lnTo>
                    <a:pt x="191598" y="344174"/>
                  </a:lnTo>
                  <a:lnTo>
                    <a:pt x="191558" y="343169"/>
                  </a:lnTo>
                  <a:lnTo>
                    <a:pt x="192235" y="341103"/>
                  </a:lnTo>
                  <a:lnTo>
                    <a:pt x="193309" y="340070"/>
                  </a:lnTo>
                  <a:lnTo>
                    <a:pt x="194086" y="339647"/>
                  </a:lnTo>
                  <a:lnTo>
                    <a:pt x="195315" y="339414"/>
                  </a:lnTo>
                  <a:lnTo>
                    <a:pt x="196369" y="338348"/>
                  </a:lnTo>
                  <a:lnTo>
                    <a:pt x="196943" y="336154"/>
                  </a:lnTo>
                  <a:lnTo>
                    <a:pt x="197638" y="335836"/>
                  </a:lnTo>
                  <a:lnTo>
                    <a:pt x="198214" y="335192"/>
                  </a:lnTo>
                  <a:lnTo>
                    <a:pt x="198578" y="334190"/>
                  </a:lnTo>
                  <a:lnTo>
                    <a:pt x="197106" y="334536"/>
                  </a:lnTo>
                  <a:lnTo>
                    <a:pt x="197274" y="332179"/>
                  </a:lnTo>
                  <a:lnTo>
                    <a:pt x="196364" y="330419"/>
                  </a:lnTo>
                  <a:lnTo>
                    <a:pt x="195960" y="328355"/>
                  </a:lnTo>
                  <a:lnTo>
                    <a:pt x="196124" y="327064"/>
                  </a:lnTo>
                  <a:lnTo>
                    <a:pt x="195231" y="325263"/>
                  </a:lnTo>
                  <a:lnTo>
                    <a:pt x="193899" y="323484"/>
                  </a:lnTo>
                  <a:lnTo>
                    <a:pt x="197058" y="322315"/>
                  </a:lnTo>
                  <a:lnTo>
                    <a:pt x="199828" y="321822"/>
                  </a:lnTo>
                  <a:lnTo>
                    <a:pt x="201418" y="321755"/>
                  </a:lnTo>
                  <a:lnTo>
                    <a:pt x="204230" y="322235"/>
                  </a:lnTo>
                  <a:lnTo>
                    <a:pt x="204223" y="319870"/>
                  </a:lnTo>
                  <a:lnTo>
                    <a:pt x="206121" y="314852"/>
                  </a:lnTo>
                  <a:lnTo>
                    <a:pt x="208024" y="310699"/>
                  </a:lnTo>
                  <a:lnTo>
                    <a:pt x="209742" y="300562"/>
                  </a:lnTo>
                  <a:lnTo>
                    <a:pt x="209420" y="298959"/>
                  </a:lnTo>
                  <a:lnTo>
                    <a:pt x="210802" y="298542"/>
                  </a:lnTo>
                  <a:lnTo>
                    <a:pt x="214247" y="298805"/>
                  </a:lnTo>
                  <a:lnTo>
                    <a:pt x="217301" y="298396"/>
                  </a:lnTo>
                  <a:lnTo>
                    <a:pt x="218961" y="298488"/>
                  </a:lnTo>
                  <a:lnTo>
                    <a:pt x="223024" y="297888"/>
                  </a:lnTo>
                  <a:lnTo>
                    <a:pt x="226014" y="297936"/>
                  </a:lnTo>
                  <a:lnTo>
                    <a:pt x="227060" y="297650"/>
                  </a:lnTo>
                  <a:lnTo>
                    <a:pt x="230344" y="297730"/>
                  </a:lnTo>
                  <a:lnTo>
                    <a:pt x="231107" y="297424"/>
                  </a:lnTo>
                  <a:lnTo>
                    <a:pt x="231962" y="296167"/>
                  </a:lnTo>
                  <a:lnTo>
                    <a:pt x="233394" y="295468"/>
                  </a:lnTo>
                  <a:lnTo>
                    <a:pt x="234915" y="295083"/>
                  </a:lnTo>
                  <a:lnTo>
                    <a:pt x="236219" y="293533"/>
                  </a:lnTo>
                  <a:lnTo>
                    <a:pt x="237550" y="290195"/>
                  </a:lnTo>
                  <a:lnTo>
                    <a:pt x="237941" y="288435"/>
                  </a:lnTo>
                  <a:lnTo>
                    <a:pt x="242033" y="283343"/>
                  </a:lnTo>
                  <a:lnTo>
                    <a:pt x="242461" y="281977"/>
                  </a:lnTo>
                  <a:lnTo>
                    <a:pt x="241557" y="277247"/>
                  </a:lnTo>
                  <a:lnTo>
                    <a:pt x="234181" y="266714"/>
                  </a:lnTo>
                  <a:lnTo>
                    <a:pt x="233015" y="263890"/>
                  </a:lnTo>
                  <a:lnTo>
                    <a:pt x="233145" y="262853"/>
                  </a:lnTo>
                  <a:lnTo>
                    <a:pt x="235504" y="261176"/>
                  </a:lnTo>
                  <a:lnTo>
                    <a:pt x="244384" y="253363"/>
                  </a:lnTo>
                  <a:lnTo>
                    <a:pt x="244229" y="252364"/>
                  </a:lnTo>
                  <a:lnTo>
                    <a:pt x="241578" y="246448"/>
                  </a:lnTo>
                  <a:lnTo>
                    <a:pt x="248183" y="233936"/>
                  </a:lnTo>
                  <a:lnTo>
                    <a:pt x="250841" y="231450"/>
                  </a:lnTo>
                  <a:lnTo>
                    <a:pt x="251029" y="231051"/>
                  </a:lnTo>
                  <a:lnTo>
                    <a:pt x="253934" y="231213"/>
                  </a:lnTo>
                  <a:lnTo>
                    <a:pt x="255580" y="231827"/>
                  </a:lnTo>
                  <a:lnTo>
                    <a:pt x="257040" y="231432"/>
                  </a:lnTo>
                  <a:lnTo>
                    <a:pt x="260447" y="232753"/>
                  </a:lnTo>
                  <a:lnTo>
                    <a:pt x="261116" y="232740"/>
                  </a:lnTo>
                  <a:lnTo>
                    <a:pt x="262422" y="231852"/>
                  </a:lnTo>
                  <a:lnTo>
                    <a:pt x="262883" y="231840"/>
                  </a:lnTo>
                  <a:lnTo>
                    <a:pt x="264245" y="232806"/>
                  </a:lnTo>
                  <a:lnTo>
                    <a:pt x="265332" y="233262"/>
                  </a:lnTo>
                  <a:lnTo>
                    <a:pt x="267284" y="233355"/>
                  </a:lnTo>
                  <a:lnTo>
                    <a:pt x="269668" y="234343"/>
                  </a:lnTo>
                  <a:lnTo>
                    <a:pt x="272348" y="235083"/>
                  </a:lnTo>
                  <a:lnTo>
                    <a:pt x="275081" y="237012"/>
                  </a:lnTo>
                  <a:lnTo>
                    <a:pt x="275741" y="235394"/>
                  </a:lnTo>
                  <a:lnTo>
                    <a:pt x="274725" y="233486"/>
                  </a:lnTo>
                  <a:lnTo>
                    <a:pt x="274254" y="231711"/>
                  </a:lnTo>
                  <a:lnTo>
                    <a:pt x="273584" y="229952"/>
                  </a:lnTo>
                  <a:lnTo>
                    <a:pt x="273349" y="229802"/>
                  </a:lnTo>
                  <a:lnTo>
                    <a:pt x="273307" y="229115"/>
                  </a:lnTo>
                  <a:lnTo>
                    <a:pt x="273069" y="228943"/>
                  </a:lnTo>
                  <a:lnTo>
                    <a:pt x="272828" y="227112"/>
                  </a:lnTo>
                  <a:lnTo>
                    <a:pt x="272959" y="225508"/>
                  </a:lnTo>
                  <a:lnTo>
                    <a:pt x="272757" y="224969"/>
                  </a:lnTo>
                  <a:lnTo>
                    <a:pt x="273200" y="223753"/>
                  </a:lnTo>
                  <a:lnTo>
                    <a:pt x="277131" y="221941"/>
                  </a:lnTo>
                  <a:lnTo>
                    <a:pt x="279095" y="222223"/>
                  </a:lnTo>
                  <a:lnTo>
                    <a:pt x="279995" y="222016"/>
                  </a:lnTo>
                  <a:lnTo>
                    <a:pt x="281790" y="222162"/>
                  </a:lnTo>
                  <a:lnTo>
                    <a:pt x="282146" y="221939"/>
                  </a:lnTo>
                  <a:lnTo>
                    <a:pt x="281758" y="220433"/>
                  </a:lnTo>
                  <a:lnTo>
                    <a:pt x="281483" y="220340"/>
                  </a:lnTo>
                  <a:lnTo>
                    <a:pt x="281305" y="219653"/>
                  </a:lnTo>
                  <a:lnTo>
                    <a:pt x="280853" y="220236"/>
                  </a:lnTo>
                  <a:lnTo>
                    <a:pt x="280155" y="218751"/>
                  </a:lnTo>
                  <a:lnTo>
                    <a:pt x="281290" y="217097"/>
                  </a:lnTo>
                  <a:lnTo>
                    <a:pt x="280672" y="216805"/>
                  </a:lnTo>
                  <a:lnTo>
                    <a:pt x="280848" y="216450"/>
                  </a:lnTo>
                  <a:lnTo>
                    <a:pt x="281503" y="216639"/>
                  </a:lnTo>
                  <a:lnTo>
                    <a:pt x="281734" y="215886"/>
                  </a:lnTo>
                  <a:lnTo>
                    <a:pt x="280976" y="215027"/>
                  </a:lnTo>
                  <a:lnTo>
                    <a:pt x="282941" y="213529"/>
                  </a:lnTo>
                  <a:lnTo>
                    <a:pt x="283728" y="211932"/>
                  </a:lnTo>
                  <a:lnTo>
                    <a:pt x="283946" y="212120"/>
                  </a:lnTo>
                  <a:lnTo>
                    <a:pt x="284168" y="211623"/>
                  </a:lnTo>
                  <a:lnTo>
                    <a:pt x="285141" y="211573"/>
                  </a:lnTo>
                  <a:lnTo>
                    <a:pt x="284762" y="210578"/>
                  </a:lnTo>
                  <a:lnTo>
                    <a:pt x="286242" y="209138"/>
                  </a:lnTo>
                  <a:lnTo>
                    <a:pt x="286056" y="207668"/>
                  </a:lnTo>
                  <a:lnTo>
                    <a:pt x="286674" y="207488"/>
                  </a:lnTo>
                  <a:lnTo>
                    <a:pt x="286792" y="206993"/>
                  </a:lnTo>
                  <a:lnTo>
                    <a:pt x="285888" y="206470"/>
                  </a:lnTo>
                  <a:lnTo>
                    <a:pt x="287177" y="205495"/>
                  </a:lnTo>
                  <a:lnTo>
                    <a:pt x="288504" y="205158"/>
                  </a:lnTo>
                  <a:lnTo>
                    <a:pt x="288782" y="204445"/>
                  </a:lnTo>
                  <a:lnTo>
                    <a:pt x="289378" y="204337"/>
                  </a:lnTo>
                  <a:lnTo>
                    <a:pt x="289935" y="202229"/>
                  </a:lnTo>
                  <a:lnTo>
                    <a:pt x="290414" y="202084"/>
                  </a:lnTo>
                  <a:lnTo>
                    <a:pt x="290620" y="201340"/>
                  </a:lnTo>
                  <a:lnTo>
                    <a:pt x="292208" y="200436"/>
                  </a:lnTo>
                  <a:lnTo>
                    <a:pt x="293475" y="199052"/>
                  </a:lnTo>
                  <a:lnTo>
                    <a:pt x="294430" y="198610"/>
                  </a:lnTo>
                  <a:lnTo>
                    <a:pt x="296807" y="196782"/>
                  </a:lnTo>
                  <a:lnTo>
                    <a:pt x="299328" y="196115"/>
                  </a:lnTo>
                  <a:lnTo>
                    <a:pt x="301666" y="194885"/>
                  </a:lnTo>
                  <a:lnTo>
                    <a:pt x="304315" y="194079"/>
                  </a:lnTo>
                  <a:lnTo>
                    <a:pt x="305309" y="194110"/>
                  </a:lnTo>
                  <a:lnTo>
                    <a:pt x="307268" y="193639"/>
                  </a:lnTo>
                  <a:lnTo>
                    <a:pt x="307336" y="193974"/>
                  </a:lnTo>
                  <a:lnTo>
                    <a:pt x="307485" y="193319"/>
                  </a:lnTo>
                  <a:lnTo>
                    <a:pt x="308833" y="192807"/>
                  </a:lnTo>
                  <a:lnTo>
                    <a:pt x="310474" y="192553"/>
                  </a:lnTo>
                  <a:lnTo>
                    <a:pt x="311872" y="192489"/>
                  </a:lnTo>
                  <a:lnTo>
                    <a:pt x="311809" y="192869"/>
                  </a:lnTo>
                  <a:lnTo>
                    <a:pt x="312759" y="192776"/>
                  </a:lnTo>
                  <a:lnTo>
                    <a:pt x="313439" y="193027"/>
                  </a:lnTo>
                  <a:lnTo>
                    <a:pt x="313698" y="192756"/>
                  </a:lnTo>
                  <a:lnTo>
                    <a:pt x="313195" y="191957"/>
                  </a:lnTo>
                  <a:lnTo>
                    <a:pt x="312593" y="191314"/>
                  </a:lnTo>
                  <a:lnTo>
                    <a:pt x="311422" y="190677"/>
                  </a:lnTo>
                  <a:lnTo>
                    <a:pt x="311431" y="190191"/>
                  </a:lnTo>
                  <a:lnTo>
                    <a:pt x="312856" y="189315"/>
                  </a:lnTo>
                  <a:lnTo>
                    <a:pt x="314234" y="189231"/>
                  </a:lnTo>
                  <a:lnTo>
                    <a:pt x="314854" y="188034"/>
                  </a:lnTo>
                  <a:lnTo>
                    <a:pt x="315115" y="188082"/>
                  </a:lnTo>
                  <a:lnTo>
                    <a:pt x="315526" y="187742"/>
                  </a:lnTo>
                  <a:lnTo>
                    <a:pt x="315594" y="188314"/>
                  </a:lnTo>
                  <a:lnTo>
                    <a:pt x="315956" y="188175"/>
                  </a:lnTo>
                  <a:lnTo>
                    <a:pt x="316370" y="187424"/>
                  </a:lnTo>
                  <a:lnTo>
                    <a:pt x="317523" y="186331"/>
                  </a:lnTo>
                  <a:lnTo>
                    <a:pt x="317482" y="185808"/>
                  </a:lnTo>
                  <a:lnTo>
                    <a:pt x="318482" y="185787"/>
                  </a:lnTo>
                  <a:lnTo>
                    <a:pt x="319053" y="185318"/>
                  </a:lnTo>
                  <a:lnTo>
                    <a:pt x="319346" y="184523"/>
                  </a:lnTo>
                  <a:lnTo>
                    <a:pt x="319399" y="182700"/>
                  </a:lnTo>
                  <a:lnTo>
                    <a:pt x="322262" y="183242"/>
                  </a:lnTo>
                  <a:lnTo>
                    <a:pt x="325472" y="182753"/>
                  </a:lnTo>
                  <a:lnTo>
                    <a:pt x="326179" y="181452"/>
                  </a:lnTo>
                  <a:lnTo>
                    <a:pt x="326438" y="181480"/>
                  </a:lnTo>
                  <a:lnTo>
                    <a:pt x="326285" y="181339"/>
                  </a:lnTo>
                  <a:lnTo>
                    <a:pt x="327129" y="179993"/>
                  </a:lnTo>
                  <a:lnTo>
                    <a:pt x="325199" y="179249"/>
                  </a:lnTo>
                  <a:lnTo>
                    <a:pt x="323873" y="177333"/>
                  </a:lnTo>
                  <a:lnTo>
                    <a:pt x="322724" y="176201"/>
                  </a:lnTo>
                  <a:lnTo>
                    <a:pt x="322268" y="176525"/>
                  </a:lnTo>
                  <a:lnTo>
                    <a:pt x="321816" y="176268"/>
                  </a:lnTo>
                  <a:lnTo>
                    <a:pt x="321699" y="175883"/>
                  </a:lnTo>
                  <a:lnTo>
                    <a:pt x="322495" y="174806"/>
                  </a:lnTo>
                  <a:lnTo>
                    <a:pt x="322563" y="173891"/>
                  </a:lnTo>
                  <a:lnTo>
                    <a:pt x="322041" y="173138"/>
                  </a:lnTo>
                  <a:lnTo>
                    <a:pt x="322107" y="171897"/>
                  </a:lnTo>
                  <a:lnTo>
                    <a:pt x="324318" y="168113"/>
                  </a:lnTo>
                  <a:lnTo>
                    <a:pt x="324277" y="167307"/>
                  </a:lnTo>
                  <a:lnTo>
                    <a:pt x="324550" y="166317"/>
                  </a:lnTo>
                  <a:lnTo>
                    <a:pt x="324229" y="165699"/>
                  </a:lnTo>
                  <a:lnTo>
                    <a:pt x="325354" y="164233"/>
                  </a:lnTo>
                  <a:lnTo>
                    <a:pt x="325512" y="163495"/>
                  </a:lnTo>
                  <a:lnTo>
                    <a:pt x="326004" y="163073"/>
                  </a:lnTo>
                  <a:lnTo>
                    <a:pt x="325660" y="162385"/>
                  </a:lnTo>
                  <a:lnTo>
                    <a:pt x="324645" y="161593"/>
                  </a:lnTo>
                  <a:lnTo>
                    <a:pt x="324625" y="160769"/>
                  </a:lnTo>
                  <a:lnTo>
                    <a:pt x="323694" y="159728"/>
                  </a:lnTo>
                  <a:lnTo>
                    <a:pt x="324932" y="157774"/>
                  </a:lnTo>
                  <a:lnTo>
                    <a:pt x="325201" y="157798"/>
                  </a:lnTo>
                  <a:lnTo>
                    <a:pt x="325388" y="157492"/>
                  </a:lnTo>
                  <a:lnTo>
                    <a:pt x="325584" y="157693"/>
                  </a:lnTo>
                  <a:lnTo>
                    <a:pt x="326097" y="157151"/>
                  </a:lnTo>
                  <a:lnTo>
                    <a:pt x="327747" y="156287"/>
                  </a:lnTo>
                  <a:lnTo>
                    <a:pt x="327520" y="155647"/>
                  </a:lnTo>
                  <a:lnTo>
                    <a:pt x="327607" y="155017"/>
                  </a:lnTo>
                  <a:lnTo>
                    <a:pt x="328781" y="154235"/>
                  </a:lnTo>
                  <a:lnTo>
                    <a:pt x="328848" y="153349"/>
                  </a:lnTo>
                  <a:lnTo>
                    <a:pt x="329515" y="152378"/>
                  </a:lnTo>
                  <a:lnTo>
                    <a:pt x="330171" y="152466"/>
                  </a:lnTo>
                  <a:lnTo>
                    <a:pt x="330516" y="152831"/>
                  </a:lnTo>
                  <a:lnTo>
                    <a:pt x="330567" y="152604"/>
                  </a:lnTo>
                  <a:lnTo>
                    <a:pt x="332593" y="151944"/>
                  </a:lnTo>
                  <a:lnTo>
                    <a:pt x="332958" y="151500"/>
                  </a:lnTo>
                  <a:lnTo>
                    <a:pt x="332901" y="150882"/>
                  </a:lnTo>
                  <a:lnTo>
                    <a:pt x="331060" y="149103"/>
                  </a:lnTo>
                  <a:lnTo>
                    <a:pt x="330496" y="148577"/>
                  </a:lnTo>
                  <a:lnTo>
                    <a:pt x="329221" y="148552"/>
                  </a:lnTo>
                  <a:lnTo>
                    <a:pt x="328658" y="148168"/>
                  </a:lnTo>
                  <a:lnTo>
                    <a:pt x="328261" y="146524"/>
                  </a:lnTo>
                  <a:lnTo>
                    <a:pt x="327493" y="143365"/>
                  </a:lnTo>
                  <a:lnTo>
                    <a:pt x="325406" y="140209"/>
                  </a:lnTo>
                  <a:lnTo>
                    <a:pt x="325018" y="139231"/>
                  </a:lnTo>
                  <a:lnTo>
                    <a:pt x="324468" y="136255"/>
                  </a:lnTo>
                  <a:lnTo>
                    <a:pt x="324897" y="133113"/>
                  </a:lnTo>
                  <a:lnTo>
                    <a:pt x="323973" y="131197"/>
                  </a:lnTo>
                  <a:lnTo>
                    <a:pt x="323808" y="130158"/>
                  </a:lnTo>
                  <a:lnTo>
                    <a:pt x="325181" y="126071"/>
                  </a:lnTo>
                  <a:lnTo>
                    <a:pt x="324314" y="121710"/>
                  </a:lnTo>
                  <a:lnTo>
                    <a:pt x="323402" y="119567"/>
                  </a:lnTo>
                  <a:lnTo>
                    <a:pt x="323569" y="119401"/>
                  </a:lnTo>
                  <a:lnTo>
                    <a:pt x="323965" y="119507"/>
                  </a:lnTo>
                  <a:lnTo>
                    <a:pt x="324312" y="118650"/>
                  </a:lnTo>
                  <a:lnTo>
                    <a:pt x="324643" y="118387"/>
                  </a:lnTo>
                  <a:lnTo>
                    <a:pt x="326110" y="118625"/>
                  </a:lnTo>
                  <a:lnTo>
                    <a:pt x="328474" y="118127"/>
                  </a:lnTo>
                  <a:lnTo>
                    <a:pt x="328976" y="118207"/>
                  </a:lnTo>
                  <a:lnTo>
                    <a:pt x="329200" y="115689"/>
                  </a:lnTo>
                  <a:lnTo>
                    <a:pt x="329423" y="115383"/>
                  </a:lnTo>
                  <a:lnTo>
                    <a:pt x="330642" y="115622"/>
                  </a:lnTo>
                  <a:lnTo>
                    <a:pt x="340866" y="114142"/>
                  </a:lnTo>
                  <a:lnTo>
                    <a:pt x="347094" y="115157"/>
                  </a:lnTo>
                  <a:lnTo>
                    <a:pt x="347171" y="114918"/>
                  </a:lnTo>
                  <a:lnTo>
                    <a:pt x="347836" y="114921"/>
                  </a:lnTo>
                  <a:lnTo>
                    <a:pt x="349570" y="113716"/>
                  </a:lnTo>
                  <a:lnTo>
                    <a:pt x="353571" y="112347"/>
                  </a:lnTo>
                  <a:lnTo>
                    <a:pt x="353818" y="112102"/>
                  </a:lnTo>
                  <a:lnTo>
                    <a:pt x="353677" y="110058"/>
                  </a:lnTo>
                  <a:lnTo>
                    <a:pt x="354059" y="108841"/>
                  </a:lnTo>
                  <a:lnTo>
                    <a:pt x="353726" y="108248"/>
                  </a:lnTo>
                  <a:lnTo>
                    <a:pt x="353726" y="106819"/>
                  </a:lnTo>
                  <a:lnTo>
                    <a:pt x="354398" y="105962"/>
                  </a:lnTo>
                  <a:lnTo>
                    <a:pt x="354839" y="105921"/>
                  </a:lnTo>
                  <a:lnTo>
                    <a:pt x="354819" y="105434"/>
                  </a:lnTo>
                  <a:lnTo>
                    <a:pt x="355391" y="104509"/>
                  </a:lnTo>
                  <a:lnTo>
                    <a:pt x="355359" y="104073"/>
                  </a:lnTo>
                  <a:lnTo>
                    <a:pt x="355583" y="103963"/>
                  </a:lnTo>
                  <a:lnTo>
                    <a:pt x="354830" y="100454"/>
                  </a:lnTo>
                  <a:lnTo>
                    <a:pt x="354701" y="98162"/>
                  </a:lnTo>
                  <a:lnTo>
                    <a:pt x="354292" y="97505"/>
                  </a:lnTo>
                  <a:lnTo>
                    <a:pt x="354028" y="97563"/>
                  </a:lnTo>
                  <a:lnTo>
                    <a:pt x="354099" y="96154"/>
                  </a:lnTo>
                  <a:lnTo>
                    <a:pt x="354300" y="95220"/>
                  </a:lnTo>
                  <a:lnTo>
                    <a:pt x="354229" y="92581"/>
                  </a:lnTo>
                  <a:lnTo>
                    <a:pt x="357981" y="85680"/>
                  </a:lnTo>
                  <a:lnTo>
                    <a:pt x="359402" y="84139"/>
                  </a:lnTo>
                  <a:lnTo>
                    <a:pt x="359911" y="83099"/>
                  </a:lnTo>
                  <a:lnTo>
                    <a:pt x="360360" y="82872"/>
                  </a:lnTo>
                  <a:lnTo>
                    <a:pt x="360800" y="82081"/>
                  </a:lnTo>
                  <a:lnTo>
                    <a:pt x="361428" y="82438"/>
                  </a:lnTo>
                  <a:lnTo>
                    <a:pt x="363481" y="84508"/>
                  </a:lnTo>
                  <a:lnTo>
                    <a:pt x="363573" y="84825"/>
                  </a:lnTo>
                  <a:lnTo>
                    <a:pt x="365625" y="86693"/>
                  </a:lnTo>
                  <a:lnTo>
                    <a:pt x="366537" y="88314"/>
                  </a:lnTo>
                  <a:lnTo>
                    <a:pt x="367889" y="89806"/>
                  </a:lnTo>
                  <a:lnTo>
                    <a:pt x="369648" y="90014"/>
                  </a:lnTo>
                  <a:lnTo>
                    <a:pt x="371074" y="90531"/>
                  </a:lnTo>
                  <a:lnTo>
                    <a:pt x="370581" y="91609"/>
                  </a:lnTo>
                  <a:lnTo>
                    <a:pt x="371015" y="91827"/>
                  </a:lnTo>
                  <a:lnTo>
                    <a:pt x="376453" y="94131"/>
                  </a:lnTo>
                  <a:lnTo>
                    <a:pt x="377224" y="94055"/>
                  </a:lnTo>
                  <a:lnTo>
                    <a:pt x="381217" y="94616"/>
                  </a:lnTo>
                  <a:lnTo>
                    <a:pt x="381734" y="94547"/>
                  </a:lnTo>
                  <a:lnTo>
                    <a:pt x="381606" y="94410"/>
                  </a:lnTo>
                  <a:lnTo>
                    <a:pt x="382076" y="94020"/>
                  </a:lnTo>
                  <a:lnTo>
                    <a:pt x="381780" y="92962"/>
                  </a:lnTo>
                  <a:lnTo>
                    <a:pt x="381834" y="89758"/>
                  </a:lnTo>
                  <a:lnTo>
                    <a:pt x="381534" y="88309"/>
                  </a:lnTo>
                  <a:lnTo>
                    <a:pt x="380825" y="86742"/>
                  </a:lnTo>
                  <a:lnTo>
                    <a:pt x="380722" y="85565"/>
                  </a:lnTo>
                  <a:lnTo>
                    <a:pt x="380858" y="84102"/>
                  </a:lnTo>
                  <a:lnTo>
                    <a:pt x="381877" y="81873"/>
                  </a:lnTo>
                  <a:lnTo>
                    <a:pt x="382301" y="79995"/>
                  </a:lnTo>
                  <a:lnTo>
                    <a:pt x="382366" y="78922"/>
                  </a:lnTo>
                  <a:lnTo>
                    <a:pt x="381800" y="76837"/>
                  </a:lnTo>
                  <a:lnTo>
                    <a:pt x="381412" y="75364"/>
                  </a:lnTo>
                  <a:lnTo>
                    <a:pt x="382109" y="73658"/>
                  </a:lnTo>
                  <a:lnTo>
                    <a:pt x="381902" y="70489"/>
                  </a:lnTo>
                  <a:lnTo>
                    <a:pt x="382355" y="69909"/>
                  </a:lnTo>
                  <a:lnTo>
                    <a:pt x="382629" y="69004"/>
                  </a:lnTo>
                  <a:lnTo>
                    <a:pt x="383687" y="68050"/>
                  </a:lnTo>
                  <a:lnTo>
                    <a:pt x="384579" y="66321"/>
                  </a:lnTo>
                  <a:lnTo>
                    <a:pt x="386458" y="63692"/>
                  </a:lnTo>
                  <a:lnTo>
                    <a:pt x="387219" y="62202"/>
                  </a:lnTo>
                  <a:lnTo>
                    <a:pt x="387185" y="61314"/>
                  </a:lnTo>
                  <a:lnTo>
                    <a:pt x="388182" y="59613"/>
                  </a:lnTo>
                  <a:lnTo>
                    <a:pt x="391958" y="55500"/>
                  </a:lnTo>
                  <a:lnTo>
                    <a:pt x="393234" y="53282"/>
                  </a:lnTo>
                  <a:lnTo>
                    <a:pt x="394197" y="50884"/>
                  </a:lnTo>
                  <a:lnTo>
                    <a:pt x="396412" y="50035"/>
                  </a:lnTo>
                  <a:lnTo>
                    <a:pt x="397411" y="49130"/>
                  </a:lnTo>
                  <a:lnTo>
                    <a:pt x="398107" y="47835"/>
                  </a:lnTo>
                  <a:lnTo>
                    <a:pt x="398668" y="46094"/>
                  </a:lnTo>
                  <a:lnTo>
                    <a:pt x="399043" y="45612"/>
                  </a:lnTo>
                  <a:lnTo>
                    <a:pt x="399797" y="45238"/>
                  </a:lnTo>
                  <a:lnTo>
                    <a:pt x="403440" y="44801"/>
                  </a:lnTo>
                  <a:lnTo>
                    <a:pt x="405976" y="44134"/>
                  </a:lnTo>
                  <a:lnTo>
                    <a:pt x="407924" y="42928"/>
                  </a:lnTo>
                  <a:lnTo>
                    <a:pt x="409247" y="40860"/>
                  </a:lnTo>
                  <a:lnTo>
                    <a:pt x="409639" y="39514"/>
                  </a:lnTo>
                  <a:lnTo>
                    <a:pt x="409825" y="37266"/>
                  </a:lnTo>
                  <a:lnTo>
                    <a:pt x="409641" y="34467"/>
                  </a:lnTo>
                  <a:lnTo>
                    <a:pt x="409200" y="29734"/>
                  </a:lnTo>
                  <a:lnTo>
                    <a:pt x="409375" y="28492"/>
                  </a:lnTo>
                  <a:lnTo>
                    <a:pt x="410019" y="26992"/>
                  </a:lnTo>
                  <a:lnTo>
                    <a:pt x="411412" y="25853"/>
                  </a:lnTo>
                  <a:lnTo>
                    <a:pt x="413157" y="25278"/>
                  </a:lnTo>
                  <a:lnTo>
                    <a:pt x="414625" y="25111"/>
                  </a:lnTo>
                  <a:lnTo>
                    <a:pt x="417621" y="23052"/>
                  </a:lnTo>
                  <a:lnTo>
                    <a:pt x="420245" y="22368"/>
                  </a:lnTo>
                  <a:lnTo>
                    <a:pt x="421254" y="21735"/>
                  </a:lnTo>
                  <a:lnTo>
                    <a:pt x="422122" y="20497"/>
                  </a:lnTo>
                  <a:lnTo>
                    <a:pt x="425098" y="14279"/>
                  </a:lnTo>
                  <a:lnTo>
                    <a:pt x="425536" y="13368"/>
                  </a:lnTo>
                  <a:lnTo>
                    <a:pt x="427512" y="11673"/>
                  </a:lnTo>
                  <a:lnTo>
                    <a:pt x="429421" y="11014"/>
                  </a:lnTo>
                  <a:lnTo>
                    <a:pt x="430836" y="10959"/>
                  </a:lnTo>
                  <a:lnTo>
                    <a:pt x="431520" y="10550"/>
                  </a:lnTo>
                  <a:lnTo>
                    <a:pt x="432688" y="9057"/>
                  </a:lnTo>
                  <a:lnTo>
                    <a:pt x="433065" y="8091"/>
                  </a:lnTo>
                  <a:lnTo>
                    <a:pt x="432906" y="7181"/>
                  </a:lnTo>
                  <a:lnTo>
                    <a:pt x="432630" y="6899"/>
                  </a:lnTo>
                  <a:lnTo>
                    <a:pt x="429122" y="6248"/>
                  </a:lnTo>
                  <a:lnTo>
                    <a:pt x="427998" y="5292"/>
                  </a:lnTo>
                  <a:lnTo>
                    <a:pt x="427365" y="4134"/>
                  </a:lnTo>
                  <a:lnTo>
                    <a:pt x="427452" y="3833"/>
                  </a:lnTo>
                  <a:lnTo>
                    <a:pt x="428374" y="3104"/>
                  </a:lnTo>
                  <a:lnTo>
                    <a:pt x="430014" y="3333"/>
                  </a:lnTo>
                  <a:lnTo>
                    <a:pt x="431692" y="2943"/>
                  </a:lnTo>
                  <a:lnTo>
                    <a:pt x="432950" y="1888"/>
                  </a:lnTo>
                  <a:lnTo>
                    <a:pt x="433299" y="540"/>
                  </a:lnTo>
                  <a:lnTo>
                    <a:pt x="435789" y="580"/>
                  </a:lnTo>
                  <a:lnTo>
                    <a:pt x="437194" y="0"/>
                  </a:lnTo>
                  <a:lnTo>
                    <a:pt x="437671" y="68"/>
                  </a:lnTo>
                  <a:lnTo>
                    <a:pt x="439783" y="1763"/>
                  </a:lnTo>
                  <a:lnTo>
                    <a:pt x="439759" y="2046"/>
                  </a:lnTo>
                  <a:lnTo>
                    <a:pt x="441253" y="8674"/>
                  </a:lnTo>
                  <a:lnTo>
                    <a:pt x="438798" y="9344"/>
                  </a:lnTo>
                  <a:lnTo>
                    <a:pt x="440396" y="11774"/>
                  </a:lnTo>
                  <a:lnTo>
                    <a:pt x="442267" y="14384"/>
                  </a:lnTo>
                  <a:lnTo>
                    <a:pt x="444725" y="10484"/>
                  </a:lnTo>
                  <a:lnTo>
                    <a:pt x="446699" y="12589"/>
                  </a:lnTo>
                  <a:lnTo>
                    <a:pt x="448984" y="16615"/>
                  </a:lnTo>
                  <a:lnTo>
                    <a:pt x="450828" y="18703"/>
                  </a:lnTo>
                  <a:lnTo>
                    <a:pt x="451899" y="19931"/>
                  </a:lnTo>
                  <a:lnTo>
                    <a:pt x="452963" y="21938"/>
                  </a:lnTo>
                  <a:lnTo>
                    <a:pt x="450260" y="23591"/>
                  </a:lnTo>
                  <a:lnTo>
                    <a:pt x="449355" y="24724"/>
                  </a:lnTo>
                  <a:lnTo>
                    <a:pt x="448903" y="26084"/>
                  </a:lnTo>
                  <a:lnTo>
                    <a:pt x="453435" y="24377"/>
                  </a:lnTo>
                  <a:lnTo>
                    <a:pt x="453507" y="24542"/>
                  </a:lnTo>
                  <a:lnTo>
                    <a:pt x="454294" y="24391"/>
                  </a:lnTo>
                  <a:lnTo>
                    <a:pt x="458523" y="22983"/>
                  </a:lnTo>
                  <a:lnTo>
                    <a:pt x="458697" y="23667"/>
                  </a:lnTo>
                  <a:lnTo>
                    <a:pt x="460287" y="23460"/>
                  </a:lnTo>
                  <a:lnTo>
                    <a:pt x="460664" y="25537"/>
                  </a:lnTo>
                  <a:lnTo>
                    <a:pt x="461109" y="26353"/>
                  </a:lnTo>
                  <a:lnTo>
                    <a:pt x="460518" y="27114"/>
                  </a:lnTo>
                  <a:lnTo>
                    <a:pt x="461151" y="29386"/>
                  </a:lnTo>
                  <a:lnTo>
                    <a:pt x="461859" y="29311"/>
                  </a:lnTo>
                  <a:lnTo>
                    <a:pt x="462092" y="30121"/>
                  </a:lnTo>
                  <a:lnTo>
                    <a:pt x="465794" y="29567"/>
                  </a:lnTo>
                  <a:lnTo>
                    <a:pt x="468148" y="30398"/>
                  </a:lnTo>
                  <a:lnTo>
                    <a:pt x="467408" y="30790"/>
                  </a:lnTo>
                  <a:lnTo>
                    <a:pt x="466118" y="31009"/>
                  </a:lnTo>
                  <a:lnTo>
                    <a:pt x="465357" y="33656"/>
                  </a:lnTo>
                  <a:lnTo>
                    <a:pt x="462607" y="33104"/>
                  </a:lnTo>
                  <a:lnTo>
                    <a:pt x="460859" y="33474"/>
                  </a:lnTo>
                  <a:lnTo>
                    <a:pt x="461550" y="36493"/>
                  </a:lnTo>
                  <a:lnTo>
                    <a:pt x="457043" y="38095"/>
                  </a:lnTo>
                  <a:lnTo>
                    <a:pt x="457402" y="38700"/>
                  </a:lnTo>
                  <a:lnTo>
                    <a:pt x="459780" y="39975"/>
                  </a:lnTo>
                  <a:lnTo>
                    <a:pt x="460259" y="40882"/>
                  </a:lnTo>
                  <a:lnTo>
                    <a:pt x="461986" y="41593"/>
                  </a:lnTo>
                  <a:lnTo>
                    <a:pt x="461440" y="42273"/>
                  </a:lnTo>
                  <a:lnTo>
                    <a:pt x="460826" y="42339"/>
                  </a:lnTo>
                  <a:lnTo>
                    <a:pt x="460240" y="42864"/>
                  </a:lnTo>
                  <a:lnTo>
                    <a:pt x="460023" y="43417"/>
                  </a:lnTo>
                  <a:lnTo>
                    <a:pt x="459727" y="43443"/>
                  </a:lnTo>
                  <a:lnTo>
                    <a:pt x="459760" y="43956"/>
                  </a:lnTo>
                  <a:lnTo>
                    <a:pt x="460275" y="44140"/>
                  </a:lnTo>
                  <a:lnTo>
                    <a:pt x="459931" y="44210"/>
                  </a:lnTo>
                  <a:lnTo>
                    <a:pt x="460095" y="44499"/>
                  </a:lnTo>
                  <a:lnTo>
                    <a:pt x="459919" y="45489"/>
                  </a:lnTo>
                  <a:lnTo>
                    <a:pt x="460230" y="45766"/>
                  </a:lnTo>
                  <a:lnTo>
                    <a:pt x="460460" y="45530"/>
                  </a:lnTo>
                  <a:lnTo>
                    <a:pt x="460792" y="46109"/>
                  </a:lnTo>
                  <a:lnTo>
                    <a:pt x="464722" y="47120"/>
                  </a:lnTo>
                  <a:lnTo>
                    <a:pt x="465678" y="47580"/>
                  </a:lnTo>
                  <a:lnTo>
                    <a:pt x="468497" y="51313"/>
                  </a:lnTo>
                  <a:lnTo>
                    <a:pt x="467536" y="52159"/>
                  </a:lnTo>
                  <a:lnTo>
                    <a:pt x="469489" y="55023"/>
                  </a:lnTo>
                  <a:lnTo>
                    <a:pt x="470611" y="55175"/>
                  </a:lnTo>
                  <a:lnTo>
                    <a:pt x="470391" y="57186"/>
                  </a:lnTo>
                  <a:lnTo>
                    <a:pt x="469885" y="58928"/>
                  </a:lnTo>
                  <a:lnTo>
                    <a:pt x="471336" y="60055"/>
                  </a:lnTo>
                  <a:lnTo>
                    <a:pt x="472093" y="61466"/>
                  </a:lnTo>
                  <a:lnTo>
                    <a:pt x="474068" y="63654"/>
                  </a:lnTo>
                  <a:lnTo>
                    <a:pt x="474701" y="65142"/>
                  </a:lnTo>
                  <a:lnTo>
                    <a:pt x="477350" y="64050"/>
                  </a:lnTo>
                  <a:lnTo>
                    <a:pt x="476677" y="61875"/>
                  </a:lnTo>
                  <a:lnTo>
                    <a:pt x="477929" y="58576"/>
                  </a:lnTo>
                  <a:lnTo>
                    <a:pt x="478238" y="56534"/>
                  </a:lnTo>
                  <a:lnTo>
                    <a:pt x="477911" y="55249"/>
                  </a:lnTo>
                  <a:lnTo>
                    <a:pt x="479459" y="54631"/>
                  </a:lnTo>
                  <a:lnTo>
                    <a:pt x="479829" y="53769"/>
                  </a:lnTo>
                  <a:lnTo>
                    <a:pt x="482215" y="51739"/>
                  </a:lnTo>
                  <a:lnTo>
                    <a:pt x="482985" y="52452"/>
                  </a:lnTo>
                  <a:lnTo>
                    <a:pt x="485655" y="53873"/>
                  </a:lnTo>
                  <a:lnTo>
                    <a:pt x="491660" y="55214"/>
                  </a:lnTo>
                  <a:lnTo>
                    <a:pt x="495867" y="55253"/>
                  </a:lnTo>
                  <a:lnTo>
                    <a:pt x="499210" y="55606"/>
                  </a:lnTo>
                  <a:lnTo>
                    <a:pt x="501890" y="55292"/>
                  </a:lnTo>
                  <a:lnTo>
                    <a:pt x="501714" y="53117"/>
                  </a:lnTo>
                  <a:lnTo>
                    <a:pt x="501922" y="51707"/>
                  </a:lnTo>
                  <a:lnTo>
                    <a:pt x="501517" y="50356"/>
                  </a:lnTo>
                  <a:lnTo>
                    <a:pt x="501833" y="48136"/>
                  </a:lnTo>
                  <a:lnTo>
                    <a:pt x="500411" y="45558"/>
                  </a:lnTo>
                  <a:lnTo>
                    <a:pt x="500409" y="43879"/>
                  </a:lnTo>
                  <a:lnTo>
                    <a:pt x="501875" y="43977"/>
                  </a:lnTo>
                  <a:lnTo>
                    <a:pt x="502367" y="43037"/>
                  </a:lnTo>
                  <a:lnTo>
                    <a:pt x="508216" y="42852"/>
                  </a:lnTo>
                  <a:lnTo>
                    <a:pt x="508354" y="42264"/>
                  </a:lnTo>
                  <a:lnTo>
                    <a:pt x="508088" y="41080"/>
                  </a:lnTo>
                  <a:lnTo>
                    <a:pt x="509665" y="42228"/>
                  </a:lnTo>
                  <a:lnTo>
                    <a:pt x="511693" y="43089"/>
                  </a:lnTo>
                  <a:lnTo>
                    <a:pt x="512054" y="42726"/>
                  </a:lnTo>
                  <a:lnTo>
                    <a:pt x="514738" y="43090"/>
                  </a:lnTo>
                  <a:lnTo>
                    <a:pt x="515871" y="42594"/>
                  </a:lnTo>
                  <a:lnTo>
                    <a:pt x="516410" y="42682"/>
                  </a:lnTo>
                  <a:lnTo>
                    <a:pt x="517505" y="43353"/>
                  </a:lnTo>
                  <a:lnTo>
                    <a:pt x="518066" y="41767"/>
                  </a:lnTo>
                  <a:lnTo>
                    <a:pt x="516997" y="40280"/>
                  </a:lnTo>
                  <a:lnTo>
                    <a:pt x="520493" y="40712"/>
                  </a:lnTo>
                  <a:lnTo>
                    <a:pt x="521762" y="41213"/>
                  </a:lnTo>
                  <a:lnTo>
                    <a:pt x="523283" y="42776"/>
                  </a:lnTo>
                  <a:lnTo>
                    <a:pt x="523767" y="44272"/>
                  </a:lnTo>
                  <a:lnTo>
                    <a:pt x="523778" y="45046"/>
                  </a:lnTo>
                  <a:lnTo>
                    <a:pt x="526983" y="45050"/>
                  </a:lnTo>
                  <a:lnTo>
                    <a:pt x="526937" y="45787"/>
                  </a:lnTo>
                  <a:lnTo>
                    <a:pt x="526576" y="46473"/>
                  </a:lnTo>
                  <a:lnTo>
                    <a:pt x="530646" y="44924"/>
                  </a:lnTo>
                  <a:lnTo>
                    <a:pt x="531505" y="44367"/>
                  </a:lnTo>
                  <a:lnTo>
                    <a:pt x="533265" y="42502"/>
                  </a:lnTo>
                  <a:lnTo>
                    <a:pt x="534404" y="40855"/>
                  </a:lnTo>
                  <a:lnTo>
                    <a:pt x="535001" y="40645"/>
                  </a:lnTo>
                  <a:lnTo>
                    <a:pt x="535513" y="40099"/>
                  </a:lnTo>
                  <a:lnTo>
                    <a:pt x="536242" y="39773"/>
                  </a:lnTo>
                  <a:lnTo>
                    <a:pt x="537876" y="39591"/>
                  </a:lnTo>
                  <a:lnTo>
                    <a:pt x="539998" y="38338"/>
                  </a:lnTo>
                  <a:lnTo>
                    <a:pt x="541352" y="37913"/>
                  </a:lnTo>
                  <a:lnTo>
                    <a:pt x="543901" y="37069"/>
                  </a:lnTo>
                  <a:lnTo>
                    <a:pt x="544805" y="37252"/>
                  </a:lnTo>
                  <a:lnTo>
                    <a:pt x="548857" y="40649"/>
                  </a:lnTo>
                  <a:lnTo>
                    <a:pt x="552236" y="42473"/>
                  </a:lnTo>
                  <a:lnTo>
                    <a:pt x="553096" y="43312"/>
                  </a:lnTo>
                  <a:lnTo>
                    <a:pt x="552505" y="45411"/>
                  </a:lnTo>
                  <a:lnTo>
                    <a:pt x="553525" y="45384"/>
                  </a:lnTo>
                  <a:lnTo>
                    <a:pt x="555817" y="45814"/>
                  </a:lnTo>
                  <a:lnTo>
                    <a:pt x="555868" y="47122"/>
                  </a:lnTo>
                  <a:lnTo>
                    <a:pt x="555369" y="49369"/>
                  </a:lnTo>
                  <a:lnTo>
                    <a:pt x="555493" y="49587"/>
                  </a:lnTo>
                  <a:lnTo>
                    <a:pt x="556455" y="49299"/>
                  </a:lnTo>
                  <a:lnTo>
                    <a:pt x="557266" y="51780"/>
                  </a:lnTo>
                  <a:lnTo>
                    <a:pt x="560340" y="49969"/>
                  </a:lnTo>
                  <a:lnTo>
                    <a:pt x="561521" y="50096"/>
                  </a:lnTo>
                  <a:lnTo>
                    <a:pt x="563211" y="48802"/>
                  </a:lnTo>
                  <a:lnTo>
                    <a:pt x="563807" y="51989"/>
                  </a:lnTo>
                  <a:lnTo>
                    <a:pt x="565219" y="54582"/>
                  </a:lnTo>
                  <a:lnTo>
                    <a:pt x="564830" y="55815"/>
                  </a:lnTo>
                  <a:lnTo>
                    <a:pt x="562985" y="57235"/>
                  </a:lnTo>
                  <a:lnTo>
                    <a:pt x="563226" y="57986"/>
                  </a:lnTo>
                  <a:lnTo>
                    <a:pt x="561527" y="58770"/>
                  </a:lnTo>
                  <a:lnTo>
                    <a:pt x="561825" y="59836"/>
                  </a:lnTo>
                  <a:lnTo>
                    <a:pt x="562873" y="60208"/>
                  </a:lnTo>
                  <a:lnTo>
                    <a:pt x="562897" y="60657"/>
                  </a:lnTo>
                  <a:lnTo>
                    <a:pt x="564088" y="60297"/>
                  </a:lnTo>
                  <a:lnTo>
                    <a:pt x="564199" y="60889"/>
                  </a:lnTo>
                  <a:lnTo>
                    <a:pt x="566630" y="63285"/>
                  </a:lnTo>
                  <a:lnTo>
                    <a:pt x="568169" y="63238"/>
                  </a:lnTo>
                  <a:lnTo>
                    <a:pt x="569918" y="62709"/>
                  </a:lnTo>
                  <a:lnTo>
                    <a:pt x="570890" y="62696"/>
                  </a:lnTo>
                  <a:lnTo>
                    <a:pt x="573442" y="63484"/>
                  </a:lnTo>
                  <a:lnTo>
                    <a:pt x="575738" y="64768"/>
                  </a:lnTo>
                  <a:lnTo>
                    <a:pt x="575140" y="66174"/>
                  </a:lnTo>
                  <a:lnTo>
                    <a:pt x="574961" y="67256"/>
                  </a:lnTo>
                  <a:lnTo>
                    <a:pt x="575230" y="69781"/>
                  </a:lnTo>
                  <a:lnTo>
                    <a:pt x="575627" y="70896"/>
                  </a:lnTo>
                  <a:lnTo>
                    <a:pt x="576164" y="71520"/>
                  </a:lnTo>
                  <a:lnTo>
                    <a:pt x="577984" y="72356"/>
                  </a:lnTo>
                  <a:lnTo>
                    <a:pt x="580067" y="74297"/>
                  </a:lnTo>
                  <a:lnTo>
                    <a:pt x="580868" y="74350"/>
                  </a:lnTo>
                  <a:lnTo>
                    <a:pt x="581181" y="76543"/>
                  </a:lnTo>
                  <a:lnTo>
                    <a:pt x="581851" y="76317"/>
                  </a:lnTo>
                  <a:lnTo>
                    <a:pt x="585192" y="79981"/>
                  </a:lnTo>
                  <a:lnTo>
                    <a:pt x="585841" y="81027"/>
                  </a:lnTo>
                  <a:lnTo>
                    <a:pt x="586915" y="81348"/>
                  </a:lnTo>
                  <a:lnTo>
                    <a:pt x="587339" y="82471"/>
                  </a:lnTo>
                  <a:lnTo>
                    <a:pt x="586668" y="82379"/>
                  </a:lnTo>
                  <a:lnTo>
                    <a:pt x="586994" y="82900"/>
                  </a:lnTo>
                  <a:lnTo>
                    <a:pt x="585275" y="83205"/>
                  </a:lnTo>
                  <a:lnTo>
                    <a:pt x="584753" y="83899"/>
                  </a:lnTo>
                  <a:lnTo>
                    <a:pt x="584539" y="84750"/>
                  </a:lnTo>
                  <a:lnTo>
                    <a:pt x="584750" y="86013"/>
                  </a:lnTo>
                  <a:lnTo>
                    <a:pt x="585032" y="85954"/>
                  </a:lnTo>
                  <a:lnTo>
                    <a:pt x="586465" y="88976"/>
                  </a:lnTo>
                  <a:lnTo>
                    <a:pt x="587645" y="96043"/>
                  </a:lnTo>
                  <a:lnTo>
                    <a:pt x="585005" y="96647"/>
                  </a:lnTo>
                  <a:lnTo>
                    <a:pt x="584880" y="96370"/>
                  </a:lnTo>
                  <a:lnTo>
                    <a:pt x="582593" y="97058"/>
                  </a:lnTo>
                  <a:lnTo>
                    <a:pt x="583085" y="100145"/>
                  </a:lnTo>
                  <a:lnTo>
                    <a:pt x="578920" y="100700"/>
                  </a:lnTo>
                  <a:lnTo>
                    <a:pt x="577508" y="96778"/>
                  </a:lnTo>
                  <a:lnTo>
                    <a:pt x="577042" y="94366"/>
                  </a:lnTo>
                  <a:lnTo>
                    <a:pt x="575929" y="91856"/>
                  </a:lnTo>
                  <a:lnTo>
                    <a:pt x="574950" y="91777"/>
                  </a:lnTo>
                  <a:lnTo>
                    <a:pt x="573399" y="92103"/>
                  </a:lnTo>
                  <a:lnTo>
                    <a:pt x="574008" y="93889"/>
                  </a:lnTo>
                  <a:lnTo>
                    <a:pt x="572800" y="94242"/>
                  </a:lnTo>
                  <a:lnTo>
                    <a:pt x="572993" y="98821"/>
                  </a:lnTo>
                  <a:lnTo>
                    <a:pt x="571498" y="102685"/>
                  </a:lnTo>
                  <a:lnTo>
                    <a:pt x="570120" y="104488"/>
                  </a:lnTo>
                  <a:lnTo>
                    <a:pt x="571107" y="106270"/>
                  </a:lnTo>
                  <a:lnTo>
                    <a:pt x="570333" y="106463"/>
                  </a:lnTo>
                  <a:lnTo>
                    <a:pt x="567122" y="108613"/>
                  </a:lnTo>
                  <a:lnTo>
                    <a:pt x="562526" y="110267"/>
                  </a:lnTo>
                  <a:lnTo>
                    <a:pt x="559014" y="109589"/>
                  </a:lnTo>
                  <a:lnTo>
                    <a:pt x="558315" y="109799"/>
                  </a:lnTo>
                  <a:lnTo>
                    <a:pt x="557126" y="110704"/>
                  </a:lnTo>
                  <a:lnTo>
                    <a:pt x="557473" y="112501"/>
                  </a:lnTo>
                  <a:lnTo>
                    <a:pt x="556919" y="114033"/>
                  </a:lnTo>
                  <a:lnTo>
                    <a:pt x="556491" y="114867"/>
                  </a:lnTo>
                  <a:lnTo>
                    <a:pt x="555912" y="115412"/>
                  </a:lnTo>
                  <a:lnTo>
                    <a:pt x="555888" y="115800"/>
                  </a:lnTo>
                  <a:lnTo>
                    <a:pt x="556770" y="120392"/>
                  </a:lnTo>
                  <a:lnTo>
                    <a:pt x="556196" y="120524"/>
                  </a:lnTo>
                  <a:lnTo>
                    <a:pt x="557159" y="122065"/>
                  </a:lnTo>
                  <a:lnTo>
                    <a:pt x="556581" y="122564"/>
                  </a:lnTo>
                  <a:lnTo>
                    <a:pt x="555378" y="121570"/>
                  </a:lnTo>
                  <a:lnTo>
                    <a:pt x="554636" y="122125"/>
                  </a:lnTo>
                  <a:lnTo>
                    <a:pt x="553794" y="121472"/>
                  </a:lnTo>
                  <a:lnTo>
                    <a:pt x="553085" y="121461"/>
                  </a:lnTo>
                  <a:lnTo>
                    <a:pt x="552193" y="120969"/>
                  </a:lnTo>
                  <a:lnTo>
                    <a:pt x="550208" y="121347"/>
                  </a:lnTo>
                  <a:lnTo>
                    <a:pt x="548932" y="122770"/>
                  </a:lnTo>
                  <a:lnTo>
                    <a:pt x="552718" y="123846"/>
                  </a:lnTo>
                  <a:lnTo>
                    <a:pt x="556127" y="126183"/>
                  </a:lnTo>
                  <a:lnTo>
                    <a:pt x="558719" y="127105"/>
                  </a:lnTo>
                  <a:lnTo>
                    <a:pt x="560296" y="128525"/>
                  </a:lnTo>
                  <a:lnTo>
                    <a:pt x="562882" y="131841"/>
                  </a:lnTo>
                  <a:lnTo>
                    <a:pt x="563947" y="132341"/>
                  </a:lnTo>
                  <a:lnTo>
                    <a:pt x="565220" y="132231"/>
                  </a:lnTo>
                  <a:lnTo>
                    <a:pt x="567736" y="130193"/>
                  </a:lnTo>
                  <a:lnTo>
                    <a:pt x="569537" y="129747"/>
                  </a:lnTo>
                  <a:lnTo>
                    <a:pt x="570760" y="129839"/>
                  </a:lnTo>
                  <a:lnTo>
                    <a:pt x="573386" y="130743"/>
                  </a:lnTo>
                  <a:lnTo>
                    <a:pt x="577474" y="131620"/>
                  </a:lnTo>
                  <a:lnTo>
                    <a:pt x="578468" y="131991"/>
                  </a:lnTo>
                  <a:lnTo>
                    <a:pt x="580017" y="133522"/>
                  </a:lnTo>
                  <a:lnTo>
                    <a:pt x="582076" y="134636"/>
                  </a:lnTo>
                  <a:lnTo>
                    <a:pt x="582674" y="135183"/>
                  </a:lnTo>
                  <a:lnTo>
                    <a:pt x="583255" y="136083"/>
                  </a:lnTo>
                  <a:lnTo>
                    <a:pt x="583911" y="138639"/>
                  </a:lnTo>
                  <a:lnTo>
                    <a:pt x="584510" y="139400"/>
                  </a:lnTo>
                  <a:lnTo>
                    <a:pt x="585996" y="139697"/>
                  </a:lnTo>
                  <a:lnTo>
                    <a:pt x="587217" y="139269"/>
                  </a:lnTo>
                  <a:lnTo>
                    <a:pt x="588415" y="139365"/>
                  </a:lnTo>
                  <a:lnTo>
                    <a:pt x="589629" y="140216"/>
                  </a:lnTo>
                  <a:lnTo>
                    <a:pt x="590719" y="141788"/>
                  </a:lnTo>
                  <a:lnTo>
                    <a:pt x="590790" y="142820"/>
                  </a:lnTo>
                  <a:lnTo>
                    <a:pt x="590510" y="143776"/>
                  </a:lnTo>
                  <a:lnTo>
                    <a:pt x="589385" y="145920"/>
                  </a:lnTo>
                  <a:lnTo>
                    <a:pt x="587265" y="148534"/>
                  </a:lnTo>
                  <a:lnTo>
                    <a:pt x="584183" y="150748"/>
                  </a:lnTo>
                  <a:lnTo>
                    <a:pt x="582330" y="152012"/>
                  </a:lnTo>
                  <a:lnTo>
                    <a:pt x="580261" y="155626"/>
                  </a:lnTo>
                  <a:lnTo>
                    <a:pt x="580185" y="156830"/>
                  </a:lnTo>
                  <a:lnTo>
                    <a:pt x="580790" y="157544"/>
                  </a:lnTo>
                  <a:lnTo>
                    <a:pt x="582015" y="158063"/>
                  </a:lnTo>
                  <a:lnTo>
                    <a:pt x="582313" y="158445"/>
                  </a:lnTo>
                  <a:lnTo>
                    <a:pt x="582368" y="159304"/>
                  </a:lnTo>
                  <a:lnTo>
                    <a:pt x="581922" y="161422"/>
                  </a:lnTo>
                  <a:lnTo>
                    <a:pt x="582182" y="163632"/>
                  </a:lnTo>
                  <a:lnTo>
                    <a:pt x="583421" y="165477"/>
                  </a:lnTo>
                  <a:lnTo>
                    <a:pt x="585914" y="168067"/>
                  </a:lnTo>
                  <a:lnTo>
                    <a:pt x="586291" y="169335"/>
                  </a:lnTo>
                  <a:lnTo>
                    <a:pt x="586729" y="171278"/>
                  </a:lnTo>
                  <a:lnTo>
                    <a:pt x="587721" y="172484"/>
                  </a:lnTo>
                  <a:lnTo>
                    <a:pt x="588925" y="173177"/>
                  </a:lnTo>
                  <a:lnTo>
                    <a:pt x="592696" y="173723"/>
                  </a:lnTo>
                  <a:lnTo>
                    <a:pt x="594275" y="174774"/>
                  </a:lnTo>
                  <a:lnTo>
                    <a:pt x="595078" y="176435"/>
                  </a:lnTo>
                  <a:lnTo>
                    <a:pt x="595330" y="178028"/>
                  </a:lnTo>
                  <a:lnTo>
                    <a:pt x="594186" y="182051"/>
                  </a:lnTo>
                  <a:lnTo>
                    <a:pt x="593827" y="185616"/>
                  </a:lnTo>
                  <a:lnTo>
                    <a:pt x="593291" y="188018"/>
                  </a:lnTo>
                  <a:lnTo>
                    <a:pt x="593280" y="189038"/>
                  </a:lnTo>
                  <a:lnTo>
                    <a:pt x="593840" y="191034"/>
                  </a:lnTo>
                  <a:lnTo>
                    <a:pt x="593688" y="191411"/>
                  </a:lnTo>
                  <a:lnTo>
                    <a:pt x="592606" y="192329"/>
                  </a:lnTo>
                  <a:lnTo>
                    <a:pt x="592018" y="193319"/>
                  </a:lnTo>
                  <a:lnTo>
                    <a:pt x="591170" y="195687"/>
                  </a:lnTo>
                  <a:lnTo>
                    <a:pt x="591437" y="197273"/>
                  </a:lnTo>
                  <a:lnTo>
                    <a:pt x="593011" y="199733"/>
                  </a:lnTo>
                  <a:lnTo>
                    <a:pt x="593275" y="200878"/>
                  </a:lnTo>
                  <a:lnTo>
                    <a:pt x="593281" y="204211"/>
                  </a:lnTo>
                  <a:lnTo>
                    <a:pt x="592853" y="205032"/>
                  </a:lnTo>
                  <a:lnTo>
                    <a:pt x="591193" y="206027"/>
                  </a:lnTo>
                  <a:lnTo>
                    <a:pt x="589927" y="205975"/>
                  </a:lnTo>
                  <a:lnTo>
                    <a:pt x="587315" y="205198"/>
                  </a:lnTo>
                  <a:lnTo>
                    <a:pt x="584298" y="205698"/>
                  </a:lnTo>
                  <a:lnTo>
                    <a:pt x="581948" y="206393"/>
                  </a:lnTo>
                  <a:lnTo>
                    <a:pt x="580030" y="208132"/>
                  </a:lnTo>
                  <a:lnTo>
                    <a:pt x="579141" y="209797"/>
                  </a:lnTo>
                  <a:lnTo>
                    <a:pt x="578530" y="211718"/>
                  </a:lnTo>
                  <a:lnTo>
                    <a:pt x="579053" y="212120"/>
                  </a:lnTo>
                  <a:lnTo>
                    <a:pt x="578800" y="213571"/>
                  </a:lnTo>
                  <a:lnTo>
                    <a:pt x="578899" y="214451"/>
                  </a:lnTo>
                  <a:lnTo>
                    <a:pt x="579575" y="214495"/>
                  </a:lnTo>
                  <a:lnTo>
                    <a:pt x="579639" y="217358"/>
                  </a:lnTo>
                  <a:lnTo>
                    <a:pt x="579504" y="218473"/>
                  </a:lnTo>
                  <a:lnTo>
                    <a:pt x="578599" y="220723"/>
                  </a:lnTo>
                  <a:lnTo>
                    <a:pt x="578640" y="221584"/>
                  </a:lnTo>
                  <a:lnTo>
                    <a:pt x="578138" y="222717"/>
                  </a:lnTo>
                  <a:lnTo>
                    <a:pt x="577077" y="224858"/>
                  </a:lnTo>
                  <a:lnTo>
                    <a:pt x="578534" y="226720"/>
                  </a:lnTo>
                  <a:lnTo>
                    <a:pt x="578280" y="226964"/>
                  </a:lnTo>
                  <a:lnTo>
                    <a:pt x="578472" y="229038"/>
                  </a:lnTo>
                  <a:lnTo>
                    <a:pt x="580146" y="231856"/>
                  </a:lnTo>
                  <a:lnTo>
                    <a:pt x="580856" y="234929"/>
                  </a:lnTo>
                  <a:lnTo>
                    <a:pt x="581183" y="235400"/>
                  </a:lnTo>
                  <a:lnTo>
                    <a:pt x="581904" y="234981"/>
                  </a:lnTo>
                  <a:lnTo>
                    <a:pt x="582452" y="235158"/>
                  </a:lnTo>
                  <a:lnTo>
                    <a:pt x="583816" y="237172"/>
                  </a:lnTo>
                  <a:lnTo>
                    <a:pt x="585870" y="239055"/>
                  </a:lnTo>
                  <a:lnTo>
                    <a:pt x="586430" y="240113"/>
                  </a:lnTo>
                  <a:lnTo>
                    <a:pt x="586529" y="243093"/>
                  </a:lnTo>
                  <a:lnTo>
                    <a:pt x="587783" y="245432"/>
                  </a:lnTo>
                  <a:lnTo>
                    <a:pt x="586690" y="245884"/>
                  </a:lnTo>
                  <a:lnTo>
                    <a:pt x="587589" y="246957"/>
                  </a:lnTo>
                  <a:lnTo>
                    <a:pt x="587191" y="247298"/>
                  </a:lnTo>
                  <a:lnTo>
                    <a:pt x="587852" y="248341"/>
                  </a:lnTo>
                  <a:lnTo>
                    <a:pt x="587784" y="248988"/>
                  </a:lnTo>
                  <a:lnTo>
                    <a:pt x="588552" y="250330"/>
                  </a:lnTo>
                  <a:lnTo>
                    <a:pt x="588941" y="251704"/>
                  </a:lnTo>
                  <a:lnTo>
                    <a:pt x="587833" y="252696"/>
                  </a:lnTo>
                  <a:lnTo>
                    <a:pt x="585250" y="252668"/>
                  </a:lnTo>
                  <a:lnTo>
                    <a:pt x="584278" y="252334"/>
                  </a:lnTo>
                  <a:lnTo>
                    <a:pt x="583137" y="253398"/>
                  </a:lnTo>
                  <a:lnTo>
                    <a:pt x="584117" y="253887"/>
                  </a:lnTo>
                  <a:lnTo>
                    <a:pt x="584605" y="255698"/>
                  </a:lnTo>
                  <a:lnTo>
                    <a:pt x="584441" y="257422"/>
                  </a:lnTo>
                  <a:lnTo>
                    <a:pt x="586215" y="258811"/>
                  </a:lnTo>
                  <a:lnTo>
                    <a:pt x="587807" y="262705"/>
                  </a:lnTo>
                  <a:lnTo>
                    <a:pt x="588296" y="265875"/>
                  </a:lnTo>
                  <a:lnTo>
                    <a:pt x="588353" y="267876"/>
                  </a:lnTo>
                  <a:lnTo>
                    <a:pt x="588822" y="268342"/>
                  </a:lnTo>
                  <a:lnTo>
                    <a:pt x="590834" y="272003"/>
                  </a:lnTo>
                  <a:lnTo>
                    <a:pt x="592863" y="273213"/>
                  </a:lnTo>
                  <a:lnTo>
                    <a:pt x="592599" y="276630"/>
                  </a:lnTo>
                  <a:lnTo>
                    <a:pt x="593546" y="278821"/>
                  </a:lnTo>
                  <a:lnTo>
                    <a:pt x="596830" y="280482"/>
                  </a:lnTo>
                  <a:lnTo>
                    <a:pt x="598415" y="281533"/>
                  </a:lnTo>
                  <a:lnTo>
                    <a:pt x="599570" y="281220"/>
                  </a:lnTo>
                  <a:lnTo>
                    <a:pt x="602714" y="281715"/>
                  </a:lnTo>
                  <a:lnTo>
                    <a:pt x="606566" y="281483"/>
                  </a:lnTo>
                  <a:lnTo>
                    <a:pt x="607845" y="281989"/>
                  </a:lnTo>
                  <a:lnTo>
                    <a:pt x="609662" y="283250"/>
                  </a:lnTo>
                  <a:lnTo>
                    <a:pt x="610622" y="283305"/>
                  </a:lnTo>
                  <a:lnTo>
                    <a:pt x="611697" y="284051"/>
                  </a:lnTo>
                  <a:lnTo>
                    <a:pt x="612005" y="285053"/>
                  </a:lnTo>
                  <a:lnTo>
                    <a:pt x="614099" y="287894"/>
                  </a:lnTo>
                  <a:lnTo>
                    <a:pt x="618205" y="290740"/>
                  </a:lnTo>
                  <a:lnTo>
                    <a:pt x="618356" y="291561"/>
                  </a:lnTo>
                  <a:lnTo>
                    <a:pt x="619262" y="293191"/>
                  </a:lnTo>
                  <a:lnTo>
                    <a:pt x="619579" y="293274"/>
                  </a:lnTo>
                  <a:lnTo>
                    <a:pt x="621203" y="292429"/>
                  </a:lnTo>
                  <a:lnTo>
                    <a:pt x="623568" y="289274"/>
                  </a:lnTo>
                  <a:lnTo>
                    <a:pt x="624723" y="288556"/>
                  </a:lnTo>
                  <a:lnTo>
                    <a:pt x="627890" y="287737"/>
                  </a:lnTo>
                  <a:lnTo>
                    <a:pt x="631450" y="289182"/>
                  </a:lnTo>
                  <a:lnTo>
                    <a:pt x="632650" y="288797"/>
                  </a:lnTo>
                  <a:lnTo>
                    <a:pt x="633014" y="288188"/>
                  </a:lnTo>
                  <a:lnTo>
                    <a:pt x="636987" y="287929"/>
                  </a:lnTo>
                  <a:lnTo>
                    <a:pt x="638456" y="287458"/>
                  </a:lnTo>
                  <a:lnTo>
                    <a:pt x="641638" y="287454"/>
                  </a:lnTo>
                  <a:lnTo>
                    <a:pt x="644752" y="288357"/>
                  </a:lnTo>
                  <a:lnTo>
                    <a:pt x="646936" y="288439"/>
                  </a:lnTo>
                  <a:lnTo>
                    <a:pt x="647735" y="289040"/>
                  </a:lnTo>
                  <a:lnTo>
                    <a:pt x="650692" y="290027"/>
                  </a:lnTo>
                  <a:lnTo>
                    <a:pt x="652018" y="291509"/>
                  </a:lnTo>
                  <a:lnTo>
                    <a:pt x="653496" y="292685"/>
                  </a:lnTo>
                  <a:lnTo>
                    <a:pt x="661460" y="296531"/>
                  </a:lnTo>
                  <a:lnTo>
                    <a:pt x="662276" y="297178"/>
                  </a:lnTo>
                  <a:lnTo>
                    <a:pt x="663275" y="297312"/>
                  </a:lnTo>
                  <a:lnTo>
                    <a:pt x="664373" y="297907"/>
                  </a:lnTo>
                  <a:lnTo>
                    <a:pt x="665558" y="298013"/>
                  </a:lnTo>
                  <a:lnTo>
                    <a:pt x="667161" y="299194"/>
                  </a:lnTo>
                  <a:lnTo>
                    <a:pt x="668218" y="299689"/>
                  </a:lnTo>
                  <a:lnTo>
                    <a:pt x="669552" y="299879"/>
                  </a:lnTo>
                  <a:lnTo>
                    <a:pt x="670346" y="300381"/>
                  </a:lnTo>
                  <a:lnTo>
                    <a:pt x="671525" y="301992"/>
                  </a:lnTo>
                  <a:lnTo>
                    <a:pt x="672871" y="302245"/>
                  </a:lnTo>
                  <a:lnTo>
                    <a:pt x="674396" y="302975"/>
                  </a:lnTo>
                  <a:lnTo>
                    <a:pt x="679373" y="304397"/>
                  </a:lnTo>
                  <a:lnTo>
                    <a:pt x="680490" y="305342"/>
                  </a:lnTo>
                  <a:lnTo>
                    <a:pt x="686765" y="308622"/>
                  </a:lnTo>
                  <a:lnTo>
                    <a:pt x="689931" y="311754"/>
                  </a:lnTo>
                  <a:lnTo>
                    <a:pt x="693972" y="313817"/>
                  </a:lnTo>
                  <a:lnTo>
                    <a:pt x="693792" y="315939"/>
                  </a:lnTo>
                  <a:lnTo>
                    <a:pt x="694390" y="317071"/>
                  </a:lnTo>
                  <a:lnTo>
                    <a:pt x="694143" y="319738"/>
                  </a:lnTo>
                  <a:lnTo>
                    <a:pt x="694297" y="322066"/>
                  </a:lnTo>
                  <a:lnTo>
                    <a:pt x="695049" y="324863"/>
                  </a:lnTo>
                  <a:lnTo>
                    <a:pt x="694172" y="326325"/>
                  </a:lnTo>
                  <a:lnTo>
                    <a:pt x="694773" y="328538"/>
                  </a:lnTo>
                  <a:lnTo>
                    <a:pt x="696734" y="331189"/>
                  </a:lnTo>
                  <a:lnTo>
                    <a:pt x="698307" y="331419"/>
                  </a:lnTo>
                  <a:lnTo>
                    <a:pt x="698824" y="332024"/>
                  </a:lnTo>
                  <a:lnTo>
                    <a:pt x="703052" y="331915"/>
                  </a:lnTo>
                  <a:lnTo>
                    <a:pt x="707216" y="332226"/>
                  </a:lnTo>
                  <a:lnTo>
                    <a:pt x="706155" y="334955"/>
                  </a:lnTo>
                  <a:lnTo>
                    <a:pt x="704175" y="338813"/>
                  </a:lnTo>
                  <a:lnTo>
                    <a:pt x="703439" y="343974"/>
                  </a:lnTo>
                  <a:lnTo>
                    <a:pt x="701078" y="347310"/>
                  </a:lnTo>
                  <a:lnTo>
                    <a:pt x="700944" y="349541"/>
                  </a:lnTo>
                  <a:lnTo>
                    <a:pt x="701400" y="351774"/>
                  </a:lnTo>
                  <a:lnTo>
                    <a:pt x="701852" y="352658"/>
                  </a:lnTo>
                  <a:lnTo>
                    <a:pt x="704192" y="353864"/>
                  </a:lnTo>
                  <a:lnTo>
                    <a:pt x="704661" y="354322"/>
                  </a:lnTo>
                  <a:lnTo>
                    <a:pt x="704474" y="356036"/>
                  </a:lnTo>
                  <a:lnTo>
                    <a:pt x="704907" y="357026"/>
                  </a:lnTo>
                  <a:lnTo>
                    <a:pt x="704819" y="357431"/>
                  </a:lnTo>
                  <a:lnTo>
                    <a:pt x="704265" y="357955"/>
                  </a:lnTo>
                  <a:lnTo>
                    <a:pt x="701824" y="359591"/>
                  </a:lnTo>
                  <a:lnTo>
                    <a:pt x="701392" y="360132"/>
                  </a:lnTo>
                  <a:lnTo>
                    <a:pt x="700330" y="359750"/>
                  </a:lnTo>
                  <a:lnTo>
                    <a:pt x="699037" y="360749"/>
                  </a:lnTo>
                  <a:lnTo>
                    <a:pt x="696470" y="360108"/>
                  </a:lnTo>
                  <a:lnTo>
                    <a:pt x="693572" y="361423"/>
                  </a:lnTo>
                  <a:lnTo>
                    <a:pt x="690778" y="363760"/>
                  </a:lnTo>
                  <a:lnTo>
                    <a:pt x="690237" y="364610"/>
                  </a:lnTo>
                  <a:lnTo>
                    <a:pt x="689156" y="365141"/>
                  </a:lnTo>
                  <a:lnTo>
                    <a:pt x="687672" y="365042"/>
                  </a:lnTo>
                  <a:lnTo>
                    <a:pt x="685640" y="365624"/>
                  </a:lnTo>
                  <a:lnTo>
                    <a:pt x="683877" y="365165"/>
                  </a:lnTo>
                  <a:lnTo>
                    <a:pt x="682176" y="365081"/>
                  </a:lnTo>
                  <a:lnTo>
                    <a:pt x="681738" y="365283"/>
                  </a:lnTo>
                  <a:lnTo>
                    <a:pt x="679428" y="364848"/>
                  </a:lnTo>
                  <a:lnTo>
                    <a:pt x="678008" y="366541"/>
                  </a:lnTo>
                  <a:lnTo>
                    <a:pt x="676799" y="366728"/>
                  </a:lnTo>
                  <a:lnTo>
                    <a:pt x="674298" y="366490"/>
                  </a:lnTo>
                  <a:lnTo>
                    <a:pt x="672977" y="367698"/>
                  </a:lnTo>
                  <a:lnTo>
                    <a:pt x="671807" y="367199"/>
                  </a:lnTo>
                  <a:lnTo>
                    <a:pt x="670012" y="366890"/>
                  </a:lnTo>
                  <a:lnTo>
                    <a:pt x="667503" y="365851"/>
                  </a:lnTo>
                  <a:lnTo>
                    <a:pt x="667706" y="367539"/>
                  </a:lnTo>
                  <a:lnTo>
                    <a:pt x="667276" y="368445"/>
                  </a:lnTo>
                  <a:lnTo>
                    <a:pt x="665033" y="370257"/>
                  </a:lnTo>
                  <a:lnTo>
                    <a:pt x="662885" y="370851"/>
                  </a:lnTo>
                  <a:lnTo>
                    <a:pt x="661488" y="372446"/>
                  </a:lnTo>
                  <a:lnTo>
                    <a:pt x="658980" y="373455"/>
                  </a:lnTo>
                  <a:lnTo>
                    <a:pt x="657293" y="374732"/>
                  </a:lnTo>
                  <a:lnTo>
                    <a:pt x="654673" y="377995"/>
                  </a:lnTo>
                  <a:lnTo>
                    <a:pt x="651907" y="384957"/>
                  </a:lnTo>
                  <a:lnTo>
                    <a:pt x="650527" y="386409"/>
                  </a:lnTo>
                  <a:lnTo>
                    <a:pt x="646418" y="384603"/>
                  </a:lnTo>
                  <a:lnTo>
                    <a:pt x="644021" y="387326"/>
                  </a:lnTo>
                  <a:lnTo>
                    <a:pt x="643348" y="387680"/>
                  </a:lnTo>
                  <a:lnTo>
                    <a:pt x="642230" y="389686"/>
                  </a:lnTo>
                  <a:lnTo>
                    <a:pt x="639954" y="392065"/>
                  </a:lnTo>
                  <a:lnTo>
                    <a:pt x="639852" y="392588"/>
                  </a:lnTo>
                  <a:lnTo>
                    <a:pt x="639189" y="392865"/>
                  </a:lnTo>
                  <a:lnTo>
                    <a:pt x="638772" y="394141"/>
                  </a:lnTo>
                  <a:lnTo>
                    <a:pt x="637775" y="395235"/>
                  </a:lnTo>
                  <a:lnTo>
                    <a:pt x="637142" y="395543"/>
                  </a:lnTo>
                  <a:lnTo>
                    <a:pt x="636291" y="396656"/>
                  </a:lnTo>
                  <a:lnTo>
                    <a:pt x="634619" y="397779"/>
                  </a:lnTo>
                  <a:lnTo>
                    <a:pt x="629663" y="399105"/>
                  </a:lnTo>
                  <a:lnTo>
                    <a:pt x="628205" y="398856"/>
                  </a:lnTo>
                  <a:lnTo>
                    <a:pt x="627055" y="398954"/>
                  </a:lnTo>
                  <a:lnTo>
                    <a:pt x="627223" y="399359"/>
                  </a:lnTo>
                  <a:lnTo>
                    <a:pt x="626326" y="400328"/>
                  </a:lnTo>
                  <a:lnTo>
                    <a:pt x="620763" y="401015"/>
                  </a:lnTo>
                  <a:lnTo>
                    <a:pt x="619604" y="401344"/>
                  </a:lnTo>
                  <a:lnTo>
                    <a:pt x="619000" y="401199"/>
                  </a:lnTo>
                  <a:lnTo>
                    <a:pt x="615306" y="401536"/>
                  </a:lnTo>
                  <a:lnTo>
                    <a:pt x="612632" y="401328"/>
                  </a:lnTo>
                  <a:lnTo>
                    <a:pt x="607120" y="399515"/>
                  </a:lnTo>
                  <a:lnTo>
                    <a:pt x="606031" y="399521"/>
                  </a:lnTo>
                  <a:lnTo>
                    <a:pt x="604268" y="400508"/>
                  </a:lnTo>
                  <a:lnTo>
                    <a:pt x="603249" y="401446"/>
                  </a:lnTo>
                  <a:lnTo>
                    <a:pt x="602688" y="403992"/>
                  </a:lnTo>
                  <a:lnTo>
                    <a:pt x="603163" y="405327"/>
                  </a:lnTo>
                  <a:lnTo>
                    <a:pt x="603754" y="405708"/>
                  </a:lnTo>
                  <a:lnTo>
                    <a:pt x="604515" y="406707"/>
                  </a:lnTo>
                  <a:lnTo>
                    <a:pt x="604344" y="407085"/>
                  </a:lnTo>
                  <a:lnTo>
                    <a:pt x="605002" y="408282"/>
                  </a:lnTo>
                  <a:lnTo>
                    <a:pt x="604379" y="409025"/>
                  </a:lnTo>
                  <a:lnTo>
                    <a:pt x="605158" y="410287"/>
                  </a:lnTo>
                  <a:lnTo>
                    <a:pt x="605798" y="410528"/>
                  </a:lnTo>
                  <a:lnTo>
                    <a:pt x="606631" y="411821"/>
                  </a:lnTo>
                  <a:lnTo>
                    <a:pt x="610514" y="413865"/>
                  </a:lnTo>
                  <a:lnTo>
                    <a:pt x="610580" y="414386"/>
                  </a:lnTo>
                  <a:lnTo>
                    <a:pt x="609267" y="414946"/>
                  </a:lnTo>
                  <a:lnTo>
                    <a:pt x="609480" y="415429"/>
                  </a:lnTo>
                  <a:lnTo>
                    <a:pt x="609291" y="415776"/>
                  </a:lnTo>
                  <a:lnTo>
                    <a:pt x="608785" y="415777"/>
                  </a:lnTo>
                  <a:lnTo>
                    <a:pt x="608233" y="417637"/>
                  </a:lnTo>
                  <a:lnTo>
                    <a:pt x="608807" y="420010"/>
                  </a:lnTo>
                  <a:lnTo>
                    <a:pt x="608483" y="420684"/>
                  </a:lnTo>
                  <a:lnTo>
                    <a:pt x="608563" y="423021"/>
                  </a:lnTo>
                  <a:lnTo>
                    <a:pt x="607737" y="425190"/>
                  </a:lnTo>
                  <a:lnTo>
                    <a:pt x="607773" y="425561"/>
                  </a:lnTo>
                  <a:lnTo>
                    <a:pt x="609245" y="426886"/>
                  </a:lnTo>
                  <a:lnTo>
                    <a:pt x="609889" y="427764"/>
                  </a:lnTo>
                  <a:lnTo>
                    <a:pt x="610488" y="430098"/>
                  </a:lnTo>
                  <a:lnTo>
                    <a:pt x="611582" y="432706"/>
                  </a:lnTo>
                  <a:lnTo>
                    <a:pt x="611611" y="434695"/>
                  </a:lnTo>
                  <a:lnTo>
                    <a:pt x="612306" y="435231"/>
                  </a:lnTo>
                  <a:lnTo>
                    <a:pt x="612924" y="436865"/>
                  </a:lnTo>
                  <a:lnTo>
                    <a:pt x="615922" y="441785"/>
                  </a:lnTo>
                  <a:lnTo>
                    <a:pt x="616726" y="442475"/>
                  </a:lnTo>
                  <a:lnTo>
                    <a:pt x="618049" y="443071"/>
                  </a:lnTo>
                  <a:lnTo>
                    <a:pt x="619709" y="444563"/>
                  </a:lnTo>
                  <a:lnTo>
                    <a:pt x="620668" y="442818"/>
                  </a:lnTo>
                  <a:lnTo>
                    <a:pt x="621087" y="442461"/>
                  </a:lnTo>
                  <a:lnTo>
                    <a:pt x="621900" y="442484"/>
                  </a:lnTo>
                  <a:lnTo>
                    <a:pt x="623568" y="442989"/>
                  </a:lnTo>
                  <a:lnTo>
                    <a:pt x="625705" y="441494"/>
                  </a:lnTo>
                  <a:lnTo>
                    <a:pt x="626598" y="441366"/>
                  </a:lnTo>
                  <a:lnTo>
                    <a:pt x="626990" y="440899"/>
                  </a:lnTo>
                  <a:lnTo>
                    <a:pt x="628003" y="440962"/>
                  </a:lnTo>
                  <a:lnTo>
                    <a:pt x="631545" y="441912"/>
                  </a:lnTo>
                  <a:lnTo>
                    <a:pt x="632940" y="442672"/>
                  </a:lnTo>
                  <a:lnTo>
                    <a:pt x="635118" y="442596"/>
                  </a:lnTo>
                  <a:lnTo>
                    <a:pt x="636279" y="443189"/>
                  </a:lnTo>
                  <a:lnTo>
                    <a:pt x="637260" y="442541"/>
                  </a:lnTo>
                  <a:lnTo>
                    <a:pt x="638682" y="443729"/>
                  </a:lnTo>
                  <a:lnTo>
                    <a:pt x="639444" y="444067"/>
                  </a:lnTo>
                  <a:lnTo>
                    <a:pt x="640614" y="445451"/>
                  </a:lnTo>
                  <a:lnTo>
                    <a:pt x="641083" y="447338"/>
                  </a:lnTo>
                  <a:lnTo>
                    <a:pt x="640326" y="448326"/>
                  </a:lnTo>
                  <a:lnTo>
                    <a:pt x="639893" y="450347"/>
                  </a:lnTo>
                  <a:lnTo>
                    <a:pt x="639060" y="452082"/>
                  </a:lnTo>
                  <a:lnTo>
                    <a:pt x="637249" y="453600"/>
                  </a:lnTo>
                  <a:lnTo>
                    <a:pt x="636567" y="454645"/>
                  </a:lnTo>
                  <a:lnTo>
                    <a:pt x="636035" y="456008"/>
                  </a:lnTo>
                  <a:lnTo>
                    <a:pt x="635813" y="457452"/>
                  </a:lnTo>
                  <a:lnTo>
                    <a:pt x="634777" y="457867"/>
                  </a:lnTo>
                  <a:lnTo>
                    <a:pt x="634097" y="458574"/>
                  </a:lnTo>
                  <a:lnTo>
                    <a:pt x="634023" y="459996"/>
                  </a:lnTo>
                  <a:lnTo>
                    <a:pt x="633341" y="461124"/>
                  </a:lnTo>
                  <a:lnTo>
                    <a:pt x="633476" y="461638"/>
                  </a:lnTo>
                  <a:lnTo>
                    <a:pt x="634418" y="462057"/>
                  </a:lnTo>
                  <a:lnTo>
                    <a:pt x="634242" y="463259"/>
                  </a:lnTo>
                  <a:lnTo>
                    <a:pt x="634464" y="463589"/>
                  </a:lnTo>
                  <a:lnTo>
                    <a:pt x="634814" y="465856"/>
                  </a:lnTo>
                  <a:lnTo>
                    <a:pt x="633836" y="467737"/>
                  </a:lnTo>
                  <a:lnTo>
                    <a:pt x="634762" y="469053"/>
                  </a:lnTo>
                  <a:lnTo>
                    <a:pt x="636511" y="470115"/>
                  </a:lnTo>
                  <a:lnTo>
                    <a:pt x="636997" y="471450"/>
                  </a:lnTo>
                  <a:lnTo>
                    <a:pt x="637473" y="471972"/>
                  </a:lnTo>
                  <a:lnTo>
                    <a:pt x="638598" y="472569"/>
                  </a:lnTo>
                  <a:lnTo>
                    <a:pt x="639189" y="473556"/>
                  </a:lnTo>
                  <a:lnTo>
                    <a:pt x="640304" y="474064"/>
                  </a:lnTo>
                  <a:lnTo>
                    <a:pt x="640787" y="474560"/>
                  </a:lnTo>
                  <a:lnTo>
                    <a:pt x="641317" y="475816"/>
                  </a:lnTo>
                  <a:lnTo>
                    <a:pt x="643549" y="477933"/>
                  </a:lnTo>
                  <a:lnTo>
                    <a:pt x="643692" y="479777"/>
                  </a:lnTo>
                  <a:lnTo>
                    <a:pt x="643355" y="480846"/>
                  </a:lnTo>
                  <a:lnTo>
                    <a:pt x="644183" y="482529"/>
                  </a:lnTo>
                  <a:lnTo>
                    <a:pt x="644634" y="482713"/>
                  </a:lnTo>
                  <a:lnTo>
                    <a:pt x="645111" y="483288"/>
                  </a:lnTo>
                  <a:lnTo>
                    <a:pt x="646230" y="485509"/>
                  </a:lnTo>
                  <a:lnTo>
                    <a:pt x="646972" y="486049"/>
                  </a:lnTo>
                  <a:lnTo>
                    <a:pt x="646929" y="489054"/>
                  </a:lnTo>
                  <a:lnTo>
                    <a:pt x="647635" y="489657"/>
                  </a:lnTo>
                  <a:lnTo>
                    <a:pt x="647884" y="491445"/>
                  </a:lnTo>
                  <a:lnTo>
                    <a:pt x="648235" y="492201"/>
                  </a:lnTo>
                  <a:lnTo>
                    <a:pt x="650896" y="494575"/>
                  </a:lnTo>
                  <a:lnTo>
                    <a:pt x="651713" y="495864"/>
                  </a:lnTo>
                  <a:lnTo>
                    <a:pt x="652153" y="497451"/>
                  </a:lnTo>
                  <a:lnTo>
                    <a:pt x="653408" y="498226"/>
                  </a:lnTo>
                  <a:lnTo>
                    <a:pt x="655313" y="498983"/>
                  </a:lnTo>
                  <a:lnTo>
                    <a:pt x="655927" y="500225"/>
                  </a:lnTo>
                  <a:lnTo>
                    <a:pt x="657074" y="501253"/>
                  </a:lnTo>
                  <a:lnTo>
                    <a:pt x="658054" y="502757"/>
                  </a:lnTo>
                  <a:lnTo>
                    <a:pt x="660389" y="503904"/>
                  </a:lnTo>
                  <a:lnTo>
                    <a:pt x="661193" y="505093"/>
                  </a:lnTo>
                  <a:lnTo>
                    <a:pt x="663147" y="505954"/>
                  </a:lnTo>
                  <a:lnTo>
                    <a:pt x="665953" y="511199"/>
                  </a:lnTo>
                  <a:lnTo>
                    <a:pt x="666018" y="512124"/>
                  </a:lnTo>
                  <a:lnTo>
                    <a:pt x="667455" y="516581"/>
                  </a:lnTo>
                  <a:lnTo>
                    <a:pt x="668703" y="517542"/>
                  </a:lnTo>
                  <a:lnTo>
                    <a:pt x="672153" y="532935"/>
                  </a:lnTo>
                  <a:lnTo>
                    <a:pt x="672189" y="535847"/>
                  </a:lnTo>
                  <a:lnTo>
                    <a:pt x="670201" y="536608"/>
                  </a:lnTo>
                  <a:lnTo>
                    <a:pt x="667979" y="536882"/>
                  </a:lnTo>
                  <a:lnTo>
                    <a:pt x="665934" y="537446"/>
                  </a:lnTo>
                  <a:lnTo>
                    <a:pt x="665616" y="538530"/>
                  </a:lnTo>
                  <a:lnTo>
                    <a:pt x="654003" y="545789"/>
                  </a:lnTo>
                  <a:lnTo>
                    <a:pt x="648103" y="541696"/>
                  </a:lnTo>
                  <a:lnTo>
                    <a:pt x="640135" y="541949"/>
                  </a:lnTo>
                  <a:lnTo>
                    <a:pt x="636465" y="542901"/>
                  </a:lnTo>
                  <a:lnTo>
                    <a:pt x="631455" y="546269"/>
                  </a:lnTo>
                  <a:lnTo>
                    <a:pt x="623540" y="558550"/>
                  </a:lnTo>
                  <a:lnTo>
                    <a:pt x="619153" y="560740"/>
                  </a:lnTo>
                  <a:lnTo>
                    <a:pt x="615982" y="561875"/>
                  </a:lnTo>
                  <a:lnTo>
                    <a:pt x="606430" y="558532"/>
                  </a:lnTo>
                  <a:lnTo>
                    <a:pt x="600152" y="560660"/>
                  </a:lnTo>
                  <a:lnTo>
                    <a:pt x="599597" y="563706"/>
                  </a:lnTo>
                  <a:lnTo>
                    <a:pt x="590050" y="565682"/>
                  </a:lnTo>
                  <a:lnTo>
                    <a:pt x="586840" y="567888"/>
                  </a:lnTo>
                  <a:lnTo>
                    <a:pt x="577165" y="562584"/>
                  </a:lnTo>
                  <a:lnTo>
                    <a:pt x="576534" y="563193"/>
                  </a:lnTo>
                  <a:lnTo>
                    <a:pt x="571456" y="557903"/>
                  </a:lnTo>
                  <a:lnTo>
                    <a:pt x="566680" y="555261"/>
                  </a:lnTo>
                  <a:lnTo>
                    <a:pt x="552731" y="548484"/>
                  </a:lnTo>
                  <a:lnTo>
                    <a:pt x="546588" y="549402"/>
                  </a:lnTo>
                  <a:lnTo>
                    <a:pt x="535089" y="548616"/>
                  </a:lnTo>
                  <a:lnTo>
                    <a:pt x="518784" y="555970"/>
                  </a:lnTo>
                  <a:lnTo>
                    <a:pt x="504667" y="546560"/>
                  </a:lnTo>
                  <a:lnTo>
                    <a:pt x="500620" y="538712"/>
                  </a:lnTo>
                  <a:lnTo>
                    <a:pt x="500869" y="536177"/>
                  </a:lnTo>
                  <a:lnTo>
                    <a:pt x="492848" y="536508"/>
                  </a:lnTo>
                  <a:lnTo>
                    <a:pt x="483378" y="530311"/>
                  </a:lnTo>
                  <a:lnTo>
                    <a:pt x="483078" y="529484"/>
                  </a:lnTo>
                  <a:lnTo>
                    <a:pt x="480530" y="529172"/>
                  </a:lnTo>
                  <a:lnTo>
                    <a:pt x="478477" y="528540"/>
                  </a:lnTo>
                  <a:lnTo>
                    <a:pt x="474076" y="530242"/>
                  </a:lnTo>
                  <a:lnTo>
                    <a:pt x="474060" y="526770"/>
                  </a:lnTo>
                  <a:lnTo>
                    <a:pt x="473444" y="524087"/>
                  </a:lnTo>
                  <a:lnTo>
                    <a:pt x="473224" y="523478"/>
                  </a:lnTo>
                  <a:lnTo>
                    <a:pt x="472872" y="523222"/>
                  </a:lnTo>
                  <a:lnTo>
                    <a:pt x="471830" y="522901"/>
                  </a:lnTo>
                  <a:lnTo>
                    <a:pt x="469593" y="523714"/>
                  </a:lnTo>
                  <a:lnTo>
                    <a:pt x="469034" y="526385"/>
                  </a:lnTo>
                  <a:lnTo>
                    <a:pt x="463158" y="527222"/>
                  </a:lnTo>
                  <a:lnTo>
                    <a:pt x="454587" y="521313"/>
                  </a:lnTo>
                  <a:lnTo>
                    <a:pt x="454609" y="521624"/>
                  </a:lnTo>
                  <a:lnTo>
                    <a:pt x="456742" y="523286"/>
                  </a:lnTo>
                  <a:lnTo>
                    <a:pt x="449447" y="537244"/>
                  </a:lnTo>
                  <a:lnTo>
                    <a:pt x="444599" y="541747"/>
                  </a:lnTo>
                  <a:lnTo>
                    <a:pt x="433138" y="534926"/>
                  </a:lnTo>
                  <a:lnTo>
                    <a:pt x="415122" y="539631"/>
                  </a:lnTo>
                  <a:lnTo>
                    <a:pt x="389970" y="542715"/>
                  </a:lnTo>
                  <a:lnTo>
                    <a:pt x="385436" y="543881"/>
                  </a:lnTo>
                  <a:lnTo>
                    <a:pt x="382614" y="545235"/>
                  </a:lnTo>
                  <a:lnTo>
                    <a:pt x="372799" y="539696"/>
                  </a:lnTo>
                  <a:lnTo>
                    <a:pt x="370712" y="537193"/>
                  </a:lnTo>
                  <a:lnTo>
                    <a:pt x="367075" y="535699"/>
                  </a:lnTo>
                  <a:lnTo>
                    <a:pt x="366099" y="535982"/>
                  </a:lnTo>
                  <a:lnTo>
                    <a:pt x="367110" y="536658"/>
                  </a:lnTo>
                  <a:lnTo>
                    <a:pt x="367908" y="537862"/>
                  </a:lnTo>
                  <a:lnTo>
                    <a:pt x="367240" y="539702"/>
                  </a:lnTo>
                  <a:lnTo>
                    <a:pt x="365879" y="542013"/>
                  </a:lnTo>
                  <a:lnTo>
                    <a:pt x="359106" y="547717"/>
                  </a:lnTo>
                  <a:lnTo>
                    <a:pt x="354912" y="555630"/>
                  </a:lnTo>
                  <a:lnTo>
                    <a:pt x="347862" y="562535"/>
                  </a:lnTo>
                  <a:lnTo>
                    <a:pt x="345913" y="562958"/>
                  </a:lnTo>
                  <a:lnTo>
                    <a:pt x="343911" y="563955"/>
                  </a:lnTo>
                  <a:lnTo>
                    <a:pt x="342268" y="565343"/>
                  </a:lnTo>
                  <a:lnTo>
                    <a:pt x="341500" y="566548"/>
                  </a:lnTo>
                  <a:lnTo>
                    <a:pt x="340240" y="572144"/>
                  </a:lnTo>
                  <a:lnTo>
                    <a:pt x="339075" y="572610"/>
                  </a:lnTo>
                  <a:lnTo>
                    <a:pt x="338141" y="578283"/>
                  </a:lnTo>
                  <a:lnTo>
                    <a:pt x="336319" y="585310"/>
                  </a:lnTo>
                  <a:lnTo>
                    <a:pt x="324349" y="587623"/>
                  </a:lnTo>
                  <a:lnTo>
                    <a:pt x="324361" y="587959"/>
                  </a:lnTo>
                  <a:lnTo>
                    <a:pt x="323767" y="588435"/>
                  </a:lnTo>
                  <a:lnTo>
                    <a:pt x="322414" y="589412"/>
                  </a:lnTo>
                  <a:lnTo>
                    <a:pt x="321425" y="589809"/>
                  </a:lnTo>
                  <a:lnTo>
                    <a:pt x="320987" y="589809"/>
                  </a:lnTo>
                  <a:lnTo>
                    <a:pt x="319880" y="589073"/>
                  </a:lnTo>
                  <a:lnTo>
                    <a:pt x="319469" y="591176"/>
                  </a:lnTo>
                  <a:lnTo>
                    <a:pt x="320257" y="596896"/>
                  </a:lnTo>
                  <a:lnTo>
                    <a:pt x="320886" y="599481"/>
                  </a:lnTo>
                  <a:lnTo>
                    <a:pt x="322251" y="600519"/>
                  </a:lnTo>
                  <a:lnTo>
                    <a:pt x="322697" y="601854"/>
                  </a:lnTo>
                  <a:lnTo>
                    <a:pt x="323164" y="604249"/>
                  </a:lnTo>
                  <a:lnTo>
                    <a:pt x="322873" y="606443"/>
                  </a:lnTo>
                  <a:lnTo>
                    <a:pt x="320955" y="607662"/>
                  </a:lnTo>
                  <a:lnTo>
                    <a:pt x="320438" y="607546"/>
                  </a:lnTo>
                  <a:lnTo>
                    <a:pt x="319763" y="607878"/>
                  </a:lnTo>
                  <a:lnTo>
                    <a:pt x="319082" y="607488"/>
                  </a:lnTo>
                  <a:lnTo>
                    <a:pt x="315890" y="608226"/>
                  </a:lnTo>
                  <a:lnTo>
                    <a:pt x="311507" y="608860"/>
                  </a:lnTo>
                  <a:lnTo>
                    <a:pt x="311003" y="609043"/>
                  </a:lnTo>
                  <a:lnTo>
                    <a:pt x="310892" y="609748"/>
                  </a:lnTo>
                  <a:lnTo>
                    <a:pt x="310473" y="610435"/>
                  </a:lnTo>
                  <a:lnTo>
                    <a:pt x="309090" y="610464"/>
                  </a:lnTo>
                  <a:lnTo>
                    <a:pt x="308384" y="611596"/>
                  </a:lnTo>
                  <a:lnTo>
                    <a:pt x="302446" y="613080"/>
                  </a:lnTo>
                  <a:lnTo>
                    <a:pt x="302018" y="613796"/>
                  </a:lnTo>
                  <a:lnTo>
                    <a:pt x="300906" y="613668"/>
                  </a:lnTo>
                  <a:lnTo>
                    <a:pt x="300388" y="614009"/>
                  </a:lnTo>
                  <a:lnTo>
                    <a:pt x="300282" y="614439"/>
                  </a:lnTo>
                  <a:lnTo>
                    <a:pt x="299098" y="615584"/>
                  </a:lnTo>
                  <a:lnTo>
                    <a:pt x="298403" y="615781"/>
                  </a:lnTo>
                  <a:lnTo>
                    <a:pt x="298224" y="615598"/>
                  </a:lnTo>
                  <a:lnTo>
                    <a:pt x="298016" y="615953"/>
                  </a:lnTo>
                  <a:lnTo>
                    <a:pt x="297766" y="615828"/>
                  </a:lnTo>
                  <a:lnTo>
                    <a:pt x="296736" y="617039"/>
                  </a:lnTo>
                  <a:lnTo>
                    <a:pt x="296218" y="617150"/>
                  </a:lnTo>
                  <a:lnTo>
                    <a:pt x="296274" y="617378"/>
                  </a:lnTo>
                  <a:lnTo>
                    <a:pt x="296056" y="617509"/>
                  </a:lnTo>
                  <a:lnTo>
                    <a:pt x="296788" y="618605"/>
                  </a:lnTo>
                  <a:lnTo>
                    <a:pt x="295699" y="618971"/>
                  </a:lnTo>
                  <a:lnTo>
                    <a:pt x="294512" y="619906"/>
                  </a:lnTo>
                  <a:lnTo>
                    <a:pt x="293251" y="620135"/>
                  </a:lnTo>
                  <a:lnTo>
                    <a:pt x="292390" y="620001"/>
                  </a:lnTo>
                  <a:lnTo>
                    <a:pt x="291683" y="620289"/>
                  </a:lnTo>
                  <a:lnTo>
                    <a:pt x="290510" y="621460"/>
                  </a:lnTo>
                  <a:lnTo>
                    <a:pt x="290256" y="622042"/>
                  </a:lnTo>
                  <a:lnTo>
                    <a:pt x="290881" y="624537"/>
                  </a:lnTo>
                  <a:lnTo>
                    <a:pt x="292124" y="626699"/>
                  </a:lnTo>
                  <a:lnTo>
                    <a:pt x="291626" y="629014"/>
                  </a:lnTo>
                  <a:lnTo>
                    <a:pt x="292454" y="629946"/>
                  </a:lnTo>
                  <a:lnTo>
                    <a:pt x="292381" y="630984"/>
                  </a:lnTo>
                  <a:lnTo>
                    <a:pt x="292752" y="632717"/>
                  </a:lnTo>
                  <a:lnTo>
                    <a:pt x="291765" y="634630"/>
                  </a:lnTo>
                  <a:lnTo>
                    <a:pt x="291820" y="635784"/>
                  </a:lnTo>
                  <a:lnTo>
                    <a:pt x="291249" y="636630"/>
                  </a:lnTo>
                  <a:lnTo>
                    <a:pt x="291248" y="636991"/>
                  </a:lnTo>
                  <a:lnTo>
                    <a:pt x="290808" y="637220"/>
                  </a:lnTo>
                  <a:lnTo>
                    <a:pt x="289748" y="638848"/>
                  </a:lnTo>
                  <a:lnTo>
                    <a:pt x="289470" y="638965"/>
                  </a:lnTo>
                  <a:lnTo>
                    <a:pt x="289341" y="640083"/>
                  </a:lnTo>
                  <a:lnTo>
                    <a:pt x="288697" y="642008"/>
                  </a:lnTo>
                  <a:lnTo>
                    <a:pt x="288943" y="642287"/>
                  </a:lnTo>
                  <a:lnTo>
                    <a:pt x="289050" y="644454"/>
                  </a:lnTo>
                  <a:lnTo>
                    <a:pt x="288717" y="644734"/>
                  </a:lnTo>
                  <a:lnTo>
                    <a:pt x="288045" y="646291"/>
                  </a:lnTo>
                  <a:lnTo>
                    <a:pt x="287803" y="647886"/>
                  </a:lnTo>
                  <a:lnTo>
                    <a:pt x="288098" y="648361"/>
                  </a:lnTo>
                  <a:lnTo>
                    <a:pt x="287905" y="649132"/>
                  </a:lnTo>
                  <a:lnTo>
                    <a:pt x="288167" y="649707"/>
                  </a:lnTo>
                  <a:lnTo>
                    <a:pt x="288372" y="651829"/>
                  </a:lnTo>
                  <a:lnTo>
                    <a:pt x="288343" y="652368"/>
                  </a:lnTo>
                  <a:lnTo>
                    <a:pt x="287895" y="652997"/>
                  </a:lnTo>
                  <a:lnTo>
                    <a:pt x="287478" y="654477"/>
                  </a:lnTo>
                  <a:lnTo>
                    <a:pt x="286614" y="655539"/>
                  </a:lnTo>
                  <a:lnTo>
                    <a:pt x="286017" y="655607"/>
                  </a:lnTo>
                  <a:lnTo>
                    <a:pt x="286046" y="655944"/>
                  </a:lnTo>
                  <a:lnTo>
                    <a:pt x="285403" y="656281"/>
                  </a:lnTo>
                  <a:lnTo>
                    <a:pt x="284951" y="656895"/>
                  </a:lnTo>
                  <a:lnTo>
                    <a:pt x="283941" y="659350"/>
                  </a:lnTo>
                  <a:lnTo>
                    <a:pt x="283984" y="659799"/>
                  </a:lnTo>
                  <a:lnTo>
                    <a:pt x="283462" y="660726"/>
                  </a:lnTo>
                  <a:lnTo>
                    <a:pt x="283341" y="661394"/>
                  </a:lnTo>
                  <a:lnTo>
                    <a:pt x="283920" y="662541"/>
                  </a:lnTo>
                  <a:lnTo>
                    <a:pt x="284023" y="664547"/>
                  </a:lnTo>
                  <a:lnTo>
                    <a:pt x="283552" y="667242"/>
                  </a:lnTo>
                  <a:lnTo>
                    <a:pt x="283106" y="667583"/>
                  </a:lnTo>
                  <a:lnTo>
                    <a:pt x="283043" y="668017"/>
                  </a:lnTo>
                  <a:lnTo>
                    <a:pt x="281809" y="669498"/>
                  </a:lnTo>
                  <a:lnTo>
                    <a:pt x="281521" y="669578"/>
                  </a:lnTo>
                  <a:lnTo>
                    <a:pt x="281648" y="669900"/>
                  </a:lnTo>
                  <a:lnTo>
                    <a:pt x="281273" y="669907"/>
                  </a:lnTo>
                  <a:lnTo>
                    <a:pt x="280078" y="671274"/>
                  </a:lnTo>
                  <a:lnTo>
                    <a:pt x="278777" y="672326"/>
                  </a:lnTo>
                  <a:lnTo>
                    <a:pt x="278980" y="672787"/>
                  </a:lnTo>
                  <a:lnTo>
                    <a:pt x="279466" y="673085"/>
                  </a:lnTo>
                  <a:lnTo>
                    <a:pt x="277204" y="687493"/>
                  </a:lnTo>
                  <a:lnTo>
                    <a:pt x="279368" y="703039"/>
                  </a:lnTo>
                  <a:lnTo>
                    <a:pt x="281955" y="717762"/>
                  </a:lnTo>
                  <a:lnTo>
                    <a:pt x="282138" y="721075"/>
                  </a:lnTo>
                  <a:lnTo>
                    <a:pt x="282291" y="723380"/>
                  </a:lnTo>
                  <a:lnTo>
                    <a:pt x="282730" y="725040"/>
                  </a:lnTo>
                  <a:lnTo>
                    <a:pt x="283218" y="725718"/>
                  </a:lnTo>
                  <a:lnTo>
                    <a:pt x="283123" y="726570"/>
                  </a:lnTo>
                  <a:lnTo>
                    <a:pt x="282208" y="727281"/>
                  </a:lnTo>
                  <a:lnTo>
                    <a:pt x="280280" y="730402"/>
                  </a:lnTo>
                  <a:lnTo>
                    <a:pt x="279337" y="731408"/>
                  </a:lnTo>
                  <a:lnTo>
                    <a:pt x="279040" y="734168"/>
                  </a:lnTo>
                  <a:lnTo>
                    <a:pt x="277863" y="735776"/>
                  </a:lnTo>
                  <a:lnTo>
                    <a:pt x="276871" y="737664"/>
                  </a:lnTo>
                  <a:lnTo>
                    <a:pt x="275347" y="740747"/>
                  </a:lnTo>
                  <a:lnTo>
                    <a:pt x="274883" y="742255"/>
                  </a:lnTo>
                  <a:lnTo>
                    <a:pt x="276250" y="743447"/>
                  </a:lnTo>
                  <a:lnTo>
                    <a:pt x="276262" y="744651"/>
                  </a:lnTo>
                  <a:lnTo>
                    <a:pt x="276898" y="745476"/>
                  </a:lnTo>
                  <a:lnTo>
                    <a:pt x="276631" y="745986"/>
                  </a:lnTo>
                  <a:lnTo>
                    <a:pt x="276433" y="748073"/>
                  </a:lnTo>
                  <a:lnTo>
                    <a:pt x="276756" y="749702"/>
                  </a:lnTo>
                  <a:lnTo>
                    <a:pt x="277256" y="750065"/>
                  </a:lnTo>
                  <a:lnTo>
                    <a:pt x="278457" y="751776"/>
                  </a:lnTo>
                  <a:lnTo>
                    <a:pt x="278161" y="752509"/>
                  </a:lnTo>
                  <a:lnTo>
                    <a:pt x="278946" y="754519"/>
                  </a:lnTo>
                  <a:lnTo>
                    <a:pt x="277766" y="756166"/>
                  </a:lnTo>
                  <a:lnTo>
                    <a:pt x="277842" y="756985"/>
                  </a:lnTo>
                  <a:lnTo>
                    <a:pt x="278099" y="757269"/>
                  </a:lnTo>
                  <a:lnTo>
                    <a:pt x="286502" y="753620"/>
                  </a:lnTo>
                  <a:lnTo>
                    <a:pt x="286915" y="753648"/>
                  </a:lnTo>
                  <a:lnTo>
                    <a:pt x="287549" y="754207"/>
                  </a:lnTo>
                  <a:lnTo>
                    <a:pt x="292220" y="756229"/>
                  </a:lnTo>
                  <a:lnTo>
                    <a:pt x="294536" y="756087"/>
                  </a:lnTo>
                  <a:lnTo>
                    <a:pt x="297783" y="756713"/>
                  </a:lnTo>
                  <a:lnTo>
                    <a:pt x="297164" y="760370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pg72">
              <a:extLst>
                <a:ext uri="{FF2B5EF4-FFF2-40B4-BE49-F238E27FC236}">
                  <a16:creationId xmlns:a16="http://schemas.microsoft.com/office/drawing/2014/main" id="{26801828-E57B-20AC-03BA-92367BC99C75}"/>
                </a:ext>
              </a:extLst>
            </p:cNvPr>
            <p:cNvSpPr/>
            <p:nvPr/>
          </p:nvSpPr>
          <p:spPr>
            <a:xfrm>
              <a:off x="4781404" y="1117102"/>
              <a:ext cx="459537" cy="537809"/>
            </a:xfrm>
            <a:custGeom>
              <a:avLst/>
              <a:gdLst/>
              <a:ahLst/>
              <a:cxnLst/>
              <a:rect l="0" t="0" r="0" b="0"/>
              <a:pathLst>
                <a:path w="459537" h="537809">
                  <a:moveTo>
                    <a:pt x="186092" y="536636"/>
                  </a:moveTo>
                  <a:lnTo>
                    <a:pt x="185526" y="536191"/>
                  </a:lnTo>
                  <a:lnTo>
                    <a:pt x="185583" y="535828"/>
                  </a:lnTo>
                  <a:lnTo>
                    <a:pt x="184869" y="535248"/>
                  </a:lnTo>
                  <a:lnTo>
                    <a:pt x="184115" y="535413"/>
                  </a:lnTo>
                  <a:lnTo>
                    <a:pt x="182744" y="535250"/>
                  </a:lnTo>
                  <a:lnTo>
                    <a:pt x="176943" y="532636"/>
                  </a:lnTo>
                  <a:lnTo>
                    <a:pt x="174035" y="529656"/>
                  </a:lnTo>
                  <a:lnTo>
                    <a:pt x="173501" y="529399"/>
                  </a:lnTo>
                  <a:lnTo>
                    <a:pt x="171818" y="527052"/>
                  </a:lnTo>
                  <a:lnTo>
                    <a:pt x="170950" y="526343"/>
                  </a:lnTo>
                  <a:lnTo>
                    <a:pt x="170670" y="525593"/>
                  </a:lnTo>
                  <a:lnTo>
                    <a:pt x="169808" y="524981"/>
                  </a:lnTo>
                  <a:lnTo>
                    <a:pt x="169248" y="524093"/>
                  </a:lnTo>
                  <a:lnTo>
                    <a:pt x="168762" y="524153"/>
                  </a:lnTo>
                  <a:lnTo>
                    <a:pt x="168254" y="523751"/>
                  </a:lnTo>
                  <a:lnTo>
                    <a:pt x="166711" y="521904"/>
                  </a:lnTo>
                  <a:lnTo>
                    <a:pt x="164759" y="520500"/>
                  </a:lnTo>
                  <a:lnTo>
                    <a:pt x="164669" y="520639"/>
                  </a:lnTo>
                  <a:lnTo>
                    <a:pt x="162388" y="518852"/>
                  </a:lnTo>
                  <a:lnTo>
                    <a:pt x="159832" y="518138"/>
                  </a:lnTo>
                  <a:lnTo>
                    <a:pt x="158826" y="515669"/>
                  </a:lnTo>
                  <a:lnTo>
                    <a:pt x="158043" y="515731"/>
                  </a:lnTo>
                  <a:lnTo>
                    <a:pt x="157346" y="514219"/>
                  </a:lnTo>
                  <a:lnTo>
                    <a:pt x="155442" y="515617"/>
                  </a:lnTo>
                  <a:lnTo>
                    <a:pt x="152766" y="515958"/>
                  </a:lnTo>
                  <a:lnTo>
                    <a:pt x="152767" y="516622"/>
                  </a:lnTo>
                  <a:lnTo>
                    <a:pt x="152273" y="516310"/>
                  </a:lnTo>
                  <a:lnTo>
                    <a:pt x="150304" y="515372"/>
                  </a:lnTo>
                  <a:lnTo>
                    <a:pt x="149800" y="514583"/>
                  </a:lnTo>
                  <a:lnTo>
                    <a:pt x="143001" y="518299"/>
                  </a:lnTo>
                  <a:lnTo>
                    <a:pt x="140696" y="519815"/>
                  </a:lnTo>
                  <a:lnTo>
                    <a:pt x="136705" y="521262"/>
                  </a:lnTo>
                  <a:lnTo>
                    <a:pt x="132529" y="520060"/>
                  </a:lnTo>
                  <a:lnTo>
                    <a:pt x="130215" y="520445"/>
                  </a:lnTo>
                  <a:lnTo>
                    <a:pt x="129571" y="519423"/>
                  </a:lnTo>
                  <a:lnTo>
                    <a:pt x="129598" y="519007"/>
                  </a:lnTo>
                  <a:lnTo>
                    <a:pt x="129140" y="518598"/>
                  </a:lnTo>
                  <a:lnTo>
                    <a:pt x="128680" y="519019"/>
                  </a:lnTo>
                  <a:lnTo>
                    <a:pt x="126144" y="519393"/>
                  </a:lnTo>
                  <a:lnTo>
                    <a:pt x="126220" y="518529"/>
                  </a:lnTo>
                  <a:lnTo>
                    <a:pt x="125535" y="518710"/>
                  </a:lnTo>
                  <a:lnTo>
                    <a:pt x="125324" y="516548"/>
                  </a:lnTo>
                  <a:lnTo>
                    <a:pt x="125925" y="516334"/>
                  </a:lnTo>
                  <a:lnTo>
                    <a:pt x="124408" y="512726"/>
                  </a:lnTo>
                  <a:lnTo>
                    <a:pt x="123876" y="507363"/>
                  </a:lnTo>
                  <a:lnTo>
                    <a:pt x="120749" y="502952"/>
                  </a:lnTo>
                  <a:lnTo>
                    <a:pt x="120200" y="503191"/>
                  </a:lnTo>
                  <a:lnTo>
                    <a:pt x="121757" y="505624"/>
                  </a:lnTo>
                  <a:lnTo>
                    <a:pt x="121267" y="506025"/>
                  </a:lnTo>
                  <a:lnTo>
                    <a:pt x="119674" y="503685"/>
                  </a:lnTo>
                  <a:lnTo>
                    <a:pt x="119185" y="504206"/>
                  </a:lnTo>
                  <a:lnTo>
                    <a:pt x="120196" y="505212"/>
                  </a:lnTo>
                  <a:lnTo>
                    <a:pt x="118507" y="504944"/>
                  </a:lnTo>
                  <a:lnTo>
                    <a:pt x="118574" y="505536"/>
                  </a:lnTo>
                  <a:lnTo>
                    <a:pt x="119247" y="506067"/>
                  </a:lnTo>
                  <a:lnTo>
                    <a:pt x="118859" y="506432"/>
                  </a:lnTo>
                  <a:lnTo>
                    <a:pt x="119369" y="506886"/>
                  </a:lnTo>
                  <a:lnTo>
                    <a:pt x="118420" y="507820"/>
                  </a:lnTo>
                  <a:lnTo>
                    <a:pt x="118808" y="508013"/>
                  </a:lnTo>
                  <a:lnTo>
                    <a:pt x="118509" y="509109"/>
                  </a:lnTo>
                  <a:lnTo>
                    <a:pt x="117137" y="508507"/>
                  </a:lnTo>
                  <a:lnTo>
                    <a:pt x="114045" y="508147"/>
                  </a:lnTo>
                  <a:lnTo>
                    <a:pt x="113489" y="508239"/>
                  </a:lnTo>
                  <a:lnTo>
                    <a:pt x="113120" y="508708"/>
                  </a:lnTo>
                  <a:lnTo>
                    <a:pt x="112978" y="509408"/>
                  </a:lnTo>
                  <a:lnTo>
                    <a:pt x="110894" y="510252"/>
                  </a:lnTo>
                  <a:lnTo>
                    <a:pt x="109807" y="510040"/>
                  </a:lnTo>
                  <a:lnTo>
                    <a:pt x="107439" y="510534"/>
                  </a:lnTo>
                  <a:lnTo>
                    <a:pt x="105101" y="510505"/>
                  </a:lnTo>
                  <a:lnTo>
                    <a:pt x="105071" y="511394"/>
                  </a:lnTo>
                  <a:lnTo>
                    <a:pt x="105719" y="512293"/>
                  </a:lnTo>
                  <a:lnTo>
                    <a:pt x="105117" y="513194"/>
                  </a:lnTo>
                  <a:lnTo>
                    <a:pt x="103817" y="513604"/>
                  </a:lnTo>
                  <a:lnTo>
                    <a:pt x="103040" y="513270"/>
                  </a:lnTo>
                  <a:lnTo>
                    <a:pt x="101937" y="512330"/>
                  </a:lnTo>
                  <a:lnTo>
                    <a:pt x="99212" y="511873"/>
                  </a:lnTo>
                  <a:lnTo>
                    <a:pt x="98549" y="511284"/>
                  </a:lnTo>
                  <a:lnTo>
                    <a:pt x="97143" y="510731"/>
                  </a:lnTo>
                  <a:lnTo>
                    <a:pt x="95394" y="510529"/>
                  </a:lnTo>
                  <a:lnTo>
                    <a:pt x="94864" y="510727"/>
                  </a:lnTo>
                  <a:lnTo>
                    <a:pt x="92774" y="508460"/>
                  </a:lnTo>
                  <a:lnTo>
                    <a:pt x="91421" y="507384"/>
                  </a:lnTo>
                  <a:lnTo>
                    <a:pt x="90462" y="505514"/>
                  </a:lnTo>
                  <a:lnTo>
                    <a:pt x="90407" y="504522"/>
                  </a:lnTo>
                  <a:lnTo>
                    <a:pt x="88737" y="502493"/>
                  </a:lnTo>
                  <a:lnTo>
                    <a:pt x="88136" y="502117"/>
                  </a:lnTo>
                  <a:lnTo>
                    <a:pt x="86673" y="501732"/>
                  </a:lnTo>
                  <a:lnTo>
                    <a:pt x="85678" y="502515"/>
                  </a:lnTo>
                  <a:lnTo>
                    <a:pt x="84205" y="502990"/>
                  </a:lnTo>
                  <a:lnTo>
                    <a:pt x="82776" y="502415"/>
                  </a:lnTo>
                  <a:lnTo>
                    <a:pt x="81682" y="502631"/>
                  </a:lnTo>
                  <a:lnTo>
                    <a:pt x="79906" y="502369"/>
                  </a:lnTo>
                  <a:lnTo>
                    <a:pt x="79369" y="502562"/>
                  </a:lnTo>
                  <a:lnTo>
                    <a:pt x="78442" y="502489"/>
                  </a:lnTo>
                  <a:lnTo>
                    <a:pt x="77464" y="502912"/>
                  </a:lnTo>
                  <a:lnTo>
                    <a:pt x="77189" y="503862"/>
                  </a:lnTo>
                  <a:lnTo>
                    <a:pt x="75818" y="504517"/>
                  </a:lnTo>
                  <a:lnTo>
                    <a:pt x="74716" y="504547"/>
                  </a:lnTo>
                  <a:lnTo>
                    <a:pt x="73656" y="505009"/>
                  </a:lnTo>
                  <a:lnTo>
                    <a:pt x="71630" y="507110"/>
                  </a:lnTo>
                  <a:lnTo>
                    <a:pt x="70052" y="507390"/>
                  </a:lnTo>
                  <a:lnTo>
                    <a:pt x="69331" y="507006"/>
                  </a:lnTo>
                  <a:lnTo>
                    <a:pt x="67702" y="505009"/>
                  </a:lnTo>
                  <a:lnTo>
                    <a:pt x="66680" y="504162"/>
                  </a:lnTo>
                  <a:lnTo>
                    <a:pt x="65739" y="503907"/>
                  </a:lnTo>
                  <a:lnTo>
                    <a:pt x="64733" y="503208"/>
                  </a:lnTo>
                  <a:lnTo>
                    <a:pt x="62036" y="502258"/>
                  </a:lnTo>
                  <a:lnTo>
                    <a:pt x="61035" y="502171"/>
                  </a:lnTo>
                  <a:lnTo>
                    <a:pt x="60401" y="502252"/>
                  </a:lnTo>
                  <a:lnTo>
                    <a:pt x="58495" y="503167"/>
                  </a:lnTo>
                  <a:lnTo>
                    <a:pt x="57894" y="503692"/>
                  </a:lnTo>
                  <a:lnTo>
                    <a:pt x="57185" y="503800"/>
                  </a:lnTo>
                  <a:lnTo>
                    <a:pt x="53740" y="503158"/>
                  </a:lnTo>
                  <a:lnTo>
                    <a:pt x="52515" y="503537"/>
                  </a:lnTo>
                  <a:lnTo>
                    <a:pt x="51284" y="503541"/>
                  </a:lnTo>
                  <a:lnTo>
                    <a:pt x="49312" y="503070"/>
                  </a:lnTo>
                  <a:lnTo>
                    <a:pt x="46784" y="503195"/>
                  </a:lnTo>
                  <a:lnTo>
                    <a:pt x="45033" y="503552"/>
                  </a:lnTo>
                  <a:lnTo>
                    <a:pt x="43502" y="503459"/>
                  </a:lnTo>
                  <a:lnTo>
                    <a:pt x="42676" y="503048"/>
                  </a:lnTo>
                  <a:lnTo>
                    <a:pt x="42110" y="503180"/>
                  </a:lnTo>
                  <a:lnTo>
                    <a:pt x="40912" y="502632"/>
                  </a:lnTo>
                  <a:lnTo>
                    <a:pt x="40419" y="501261"/>
                  </a:lnTo>
                  <a:lnTo>
                    <a:pt x="38593" y="499069"/>
                  </a:lnTo>
                  <a:lnTo>
                    <a:pt x="38293" y="496801"/>
                  </a:lnTo>
                  <a:lnTo>
                    <a:pt x="38405" y="494200"/>
                  </a:lnTo>
                  <a:lnTo>
                    <a:pt x="38851" y="493420"/>
                  </a:lnTo>
                  <a:lnTo>
                    <a:pt x="42175" y="491807"/>
                  </a:lnTo>
                  <a:lnTo>
                    <a:pt x="42472" y="490999"/>
                  </a:lnTo>
                  <a:lnTo>
                    <a:pt x="43497" y="489624"/>
                  </a:lnTo>
                  <a:lnTo>
                    <a:pt x="43658" y="487156"/>
                  </a:lnTo>
                  <a:lnTo>
                    <a:pt x="42890" y="485627"/>
                  </a:lnTo>
                  <a:lnTo>
                    <a:pt x="43347" y="483098"/>
                  </a:lnTo>
                  <a:lnTo>
                    <a:pt x="43207" y="479455"/>
                  </a:lnTo>
                  <a:lnTo>
                    <a:pt x="42812" y="478140"/>
                  </a:lnTo>
                  <a:lnTo>
                    <a:pt x="43029" y="476071"/>
                  </a:lnTo>
                  <a:lnTo>
                    <a:pt x="43479" y="474613"/>
                  </a:lnTo>
                  <a:lnTo>
                    <a:pt x="42890" y="470571"/>
                  </a:lnTo>
                  <a:lnTo>
                    <a:pt x="42050" y="467901"/>
                  </a:lnTo>
                  <a:lnTo>
                    <a:pt x="42159" y="466519"/>
                  </a:lnTo>
                  <a:lnTo>
                    <a:pt x="41612" y="464846"/>
                  </a:lnTo>
                  <a:lnTo>
                    <a:pt x="42613" y="463428"/>
                  </a:lnTo>
                  <a:lnTo>
                    <a:pt x="43589" y="462893"/>
                  </a:lnTo>
                  <a:lnTo>
                    <a:pt x="44040" y="461754"/>
                  </a:lnTo>
                  <a:lnTo>
                    <a:pt x="44905" y="461149"/>
                  </a:lnTo>
                  <a:lnTo>
                    <a:pt x="45202" y="460597"/>
                  </a:lnTo>
                  <a:lnTo>
                    <a:pt x="45328" y="459402"/>
                  </a:lnTo>
                  <a:lnTo>
                    <a:pt x="45951" y="458907"/>
                  </a:lnTo>
                  <a:lnTo>
                    <a:pt x="46800" y="457535"/>
                  </a:lnTo>
                  <a:lnTo>
                    <a:pt x="46930" y="454099"/>
                  </a:lnTo>
                  <a:lnTo>
                    <a:pt x="49496" y="451941"/>
                  </a:lnTo>
                  <a:lnTo>
                    <a:pt x="49263" y="450523"/>
                  </a:lnTo>
                  <a:lnTo>
                    <a:pt x="48401" y="448397"/>
                  </a:lnTo>
                  <a:lnTo>
                    <a:pt x="47744" y="447374"/>
                  </a:lnTo>
                  <a:lnTo>
                    <a:pt x="47819" y="445371"/>
                  </a:lnTo>
                  <a:lnTo>
                    <a:pt x="47729" y="444184"/>
                  </a:lnTo>
                  <a:lnTo>
                    <a:pt x="47928" y="443092"/>
                  </a:lnTo>
                  <a:lnTo>
                    <a:pt x="49683" y="441372"/>
                  </a:lnTo>
                  <a:lnTo>
                    <a:pt x="50084" y="440009"/>
                  </a:lnTo>
                  <a:lnTo>
                    <a:pt x="48773" y="438089"/>
                  </a:lnTo>
                  <a:lnTo>
                    <a:pt x="48397" y="436074"/>
                  </a:lnTo>
                  <a:lnTo>
                    <a:pt x="47125" y="433163"/>
                  </a:lnTo>
                  <a:lnTo>
                    <a:pt x="47382" y="431302"/>
                  </a:lnTo>
                  <a:lnTo>
                    <a:pt x="48285" y="430382"/>
                  </a:lnTo>
                  <a:lnTo>
                    <a:pt x="48812" y="428934"/>
                  </a:lnTo>
                  <a:lnTo>
                    <a:pt x="48516" y="426347"/>
                  </a:lnTo>
                  <a:lnTo>
                    <a:pt x="48278" y="425877"/>
                  </a:lnTo>
                  <a:lnTo>
                    <a:pt x="48433" y="424248"/>
                  </a:lnTo>
                  <a:lnTo>
                    <a:pt x="48732" y="423962"/>
                  </a:lnTo>
                  <a:lnTo>
                    <a:pt x="48720" y="423274"/>
                  </a:lnTo>
                  <a:lnTo>
                    <a:pt x="49196" y="422160"/>
                  </a:lnTo>
                  <a:lnTo>
                    <a:pt x="49567" y="421896"/>
                  </a:lnTo>
                  <a:lnTo>
                    <a:pt x="49872" y="421810"/>
                  </a:lnTo>
                  <a:lnTo>
                    <a:pt x="50402" y="422797"/>
                  </a:lnTo>
                  <a:lnTo>
                    <a:pt x="51430" y="423491"/>
                  </a:lnTo>
                  <a:lnTo>
                    <a:pt x="52087" y="422889"/>
                  </a:lnTo>
                  <a:lnTo>
                    <a:pt x="52861" y="422898"/>
                  </a:lnTo>
                  <a:lnTo>
                    <a:pt x="53262" y="422495"/>
                  </a:lnTo>
                  <a:lnTo>
                    <a:pt x="53398" y="421781"/>
                  </a:lnTo>
                  <a:lnTo>
                    <a:pt x="54116" y="421012"/>
                  </a:lnTo>
                  <a:lnTo>
                    <a:pt x="53759" y="419602"/>
                  </a:lnTo>
                  <a:lnTo>
                    <a:pt x="53902" y="418336"/>
                  </a:lnTo>
                  <a:lnTo>
                    <a:pt x="52381" y="415980"/>
                  </a:lnTo>
                  <a:lnTo>
                    <a:pt x="52387" y="415635"/>
                  </a:lnTo>
                  <a:lnTo>
                    <a:pt x="53138" y="415278"/>
                  </a:lnTo>
                  <a:lnTo>
                    <a:pt x="53487" y="414649"/>
                  </a:lnTo>
                  <a:lnTo>
                    <a:pt x="55080" y="415791"/>
                  </a:lnTo>
                  <a:lnTo>
                    <a:pt x="55641" y="415670"/>
                  </a:lnTo>
                  <a:lnTo>
                    <a:pt x="55903" y="415267"/>
                  </a:lnTo>
                  <a:lnTo>
                    <a:pt x="55281" y="413506"/>
                  </a:lnTo>
                  <a:lnTo>
                    <a:pt x="53279" y="412981"/>
                  </a:lnTo>
                  <a:lnTo>
                    <a:pt x="53221" y="411159"/>
                  </a:lnTo>
                  <a:lnTo>
                    <a:pt x="53605" y="408816"/>
                  </a:lnTo>
                  <a:lnTo>
                    <a:pt x="53297" y="407094"/>
                  </a:lnTo>
                  <a:lnTo>
                    <a:pt x="55427" y="407163"/>
                  </a:lnTo>
                  <a:lnTo>
                    <a:pt x="56808" y="406492"/>
                  </a:lnTo>
                  <a:lnTo>
                    <a:pt x="57437" y="406435"/>
                  </a:lnTo>
                  <a:lnTo>
                    <a:pt x="56913" y="405807"/>
                  </a:lnTo>
                  <a:lnTo>
                    <a:pt x="56972" y="405061"/>
                  </a:lnTo>
                  <a:lnTo>
                    <a:pt x="57567" y="404702"/>
                  </a:lnTo>
                  <a:lnTo>
                    <a:pt x="60230" y="404420"/>
                  </a:lnTo>
                  <a:lnTo>
                    <a:pt x="61810" y="403354"/>
                  </a:lnTo>
                  <a:lnTo>
                    <a:pt x="61311" y="402530"/>
                  </a:lnTo>
                  <a:lnTo>
                    <a:pt x="59408" y="403213"/>
                  </a:lnTo>
                  <a:lnTo>
                    <a:pt x="57950" y="402910"/>
                  </a:lnTo>
                  <a:lnTo>
                    <a:pt x="57866" y="402023"/>
                  </a:lnTo>
                  <a:lnTo>
                    <a:pt x="57549" y="401430"/>
                  </a:lnTo>
                  <a:lnTo>
                    <a:pt x="57509" y="400158"/>
                  </a:lnTo>
                  <a:lnTo>
                    <a:pt x="57218" y="399490"/>
                  </a:lnTo>
                  <a:lnTo>
                    <a:pt x="55227" y="398493"/>
                  </a:lnTo>
                  <a:lnTo>
                    <a:pt x="52111" y="398429"/>
                  </a:lnTo>
                  <a:lnTo>
                    <a:pt x="51372" y="397987"/>
                  </a:lnTo>
                  <a:lnTo>
                    <a:pt x="51618" y="397747"/>
                  </a:lnTo>
                  <a:lnTo>
                    <a:pt x="51117" y="397155"/>
                  </a:lnTo>
                  <a:lnTo>
                    <a:pt x="49668" y="396515"/>
                  </a:lnTo>
                  <a:lnTo>
                    <a:pt x="48442" y="396342"/>
                  </a:lnTo>
                  <a:lnTo>
                    <a:pt x="46611" y="394965"/>
                  </a:lnTo>
                  <a:lnTo>
                    <a:pt x="46962" y="392222"/>
                  </a:lnTo>
                  <a:lnTo>
                    <a:pt x="46185" y="393494"/>
                  </a:lnTo>
                  <a:lnTo>
                    <a:pt x="42896" y="392789"/>
                  </a:lnTo>
                  <a:lnTo>
                    <a:pt x="41290" y="392868"/>
                  </a:lnTo>
                  <a:lnTo>
                    <a:pt x="41227" y="392634"/>
                  </a:lnTo>
                  <a:lnTo>
                    <a:pt x="39670" y="392629"/>
                  </a:lnTo>
                  <a:lnTo>
                    <a:pt x="39920" y="391663"/>
                  </a:lnTo>
                  <a:lnTo>
                    <a:pt x="39781" y="391137"/>
                  </a:lnTo>
                  <a:lnTo>
                    <a:pt x="40291" y="390679"/>
                  </a:lnTo>
                  <a:lnTo>
                    <a:pt x="40333" y="390183"/>
                  </a:lnTo>
                  <a:lnTo>
                    <a:pt x="40604" y="390092"/>
                  </a:lnTo>
                  <a:lnTo>
                    <a:pt x="40772" y="389427"/>
                  </a:lnTo>
                  <a:lnTo>
                    <a:pt x="41044" y="389245"/>
                  </a:lnTo>
                  <a:lnTo>
                    <a:pt x="40756" y="388664"/>
                  </a:lnTo>
                  <a:lnTo>
                    <a:pt x="40222" y="388544"/>
                  </a:lnTo>
                  <a:lnTo>
                    <a:pt x="40311" y="388077"/>
                  </a:lnTo>
                  <a:lnTo>
                    <a:pt x="38736" y="387796"/>
                  </a:lnTo>
                  <a:lnTo>
                    <a:pt x="38221" y="387475"/>
                  </a:lnTo>
                  <a:lnTo>
                    <a:pt x="38308" y="384933"/>
                  </a:lnTo>
                  <a:lnTo>
                    <a:pt x="37659" y="384484"/>
                  </a:lnTo>
                  <a:lnTo>
                    <a:pt x="37453" y="383133"/>
                  </a:lnTo>
                  <a:lnTo>
                    <a:pt x="38143" y="378607"/>
                  </a:lnTo>
                  <a:lnTo>
                    <a:pt x="34353" y="377337"/>
                  </a:lnTo>
                  <a:lnTo>
                    <a:pt x="31798" y="375979"/>
                  </a:lnTo>
                  <a:lnTo>
                    <a:pt x="31385" y="375875"/>
                  </a:lnTo>
                  <a:lnTo>
                    <a:pt x="30904" y="376178"/>
                  </a:lnTo>
                  <a:lnTo>
                    <a:pt x="30895" y="375024"/>
                  </a:lnTo>
                  <a:lnTo>
                    <a:pt x="28951" y="375129"/>
                  </a:lnTo>
                  <a:lnTo>
                    <a:pt x="24248" y="374687"/>
                  </a:lnTo>
                  <a:lnTo>
                    <a:pt x="24155" y="375207"/>
                  </a:lnTo>
                  <a:lnTo>
                    <a:pt x="21723" y="375104"/>
                  </a:lnTo>
                  <a:lnTo>
                    <a:pt x="18933" y="375346"/>
                  </a:lnTo>
                  <a:lnTo>
                    <a:pt x="19044" y="374408"/>
                  </a:lnTo>
                  <a:lnTo>
                    <a:pt x="18838" y="369242"/>
                  </a:lnTo>
                  <a:lnTo>
                    <a:pt x="19522" y="366588"/>
                  </a:lnTo>
                  <a:lnTo>
                    <a:pt x="18876" y="361336"/>
                  </a:lnTo>
                  <a:lnTo>
                    <a:pt x="18912" y="360335"/>
                  </a:lnTo>
                  <a:lnTo>
                    <a:pt x="19369" y="358791"/>
                  </a:lnTo>
                  <a:lnTo>
                    <a:pt x="19164" y="357742"/>
                  </a:lnTo>
                  <a:lnTo>
                    <a:pt x="18619" y="356655"/>
                  </a:lnTo>
                  <a:lnTo>
                    <a:pt x="18408" y="355330"/>
                  </a:lnTo>
                  <a:lnTo>
                    <a:pt x="14851" y="354696"/>
                  </a:lnTo>
                  <a:lnTo>
                    <a:pt x="14610" y="352513"/>
                  </a:lnTo>
                  <a:lnTo>
                    <a:pt x="14654" y="351716"/>
                  </a:lnTo>
                  <a:lnTo>
                    <a:pt x="15011" y="351504"/>
                  </a:lnTo>
                  <a:lnTo>
                    <a:pt x="14161" y="347844"/>
                  </a:lnTo>
                  <a:lnTo>
                    <a:pt x="12519" y="348237"/>
                  </a:lnTo>
                  <a:lnTo>
                    <a:pt x="9595" y="349545"/>
                  </a:lnTo>
                  <a:lnTo>
                    <a:pt x="8524" y="347056"/>
                  </a:lnTo>
                  <a:lnTo>
                    <a:pt x="7786" y="344461"/>
                  </a:lnTo>
                  <a:lnTo>
                    <a:pt x="4893" y="343455"/>
                  </a:lnTo>
                  <a:lnTo>
                    <a:pt x="3213" y="342580"/>
                  </a:lnTo>
                  <a:lnTo>
                    <a:pt x="3025" y="342021"/>
                  </a:lnTo>
                  <a:lnTo>
                    <a:pt x="3626" y="342050"/>
                  </a:lnTo>
                  <a:lnTo>
                    <a:pt x="3754" y="341163"/>
                  </a:lnTo>
                  <a:lnTo>
                    <a:pt x="3092" y="338272"/>
                  </a:lnTo>
                  <a:lnTo>
                    <a:pt x="4719" y="337759"/>
                  </a:lnTo>
                  <a:lnTo>
                    <a:pt x="3799" y="334650"/>
                  </a:lnTo>
                  <a:lnTo>
                    <a:pt x="4152" y="334671"/>
                  </a:lnTo>
                  <a:lnTo>
                    <a:pt x="4280" y="332328"/>
                  </a:lnTo>
                  <a:lnTo>
                    <a:pt x="4528" y="332281"/>
                  </a:lnTo>
                  <a:lnTo>
                    <a:pt x="3854" y="330543"/>
                  </a:lnTo>
                  <a:lnTo>
                    <a:pt x="4435" y="330215"/>
                  </a:lnTo>
                  <a:lnTo>
                    <a:pt x="3957" y="327659"/>
                  </a:lnTo>
                  <a:lnTo>
                    <a:pt x="657" y="327179"/>
                  </a:lnTo>
                  <a:lnTo>
                    <a:pt x="1024" y="324408"/>
                  </a:lnTo>
                  <a:lnTo>
                    <a:pt x="348" y="322743"/>
                  </a:lnTo>
                  <a:lnTo>
                    <a:pt x="0" y="320110"/>
                  </a:lnTo>
                  <a:lnTo>
                    <a:pt x="2951" y="316124"/>
                  </a:lnTo>
                  <a:lnTo>
                    <a:pt x="3247" y="316647"/>
                  </a:lnTo>
                  <a:lnTo>
                    <a:pt x="6489" y="316266"/>
                  </a:lnTo>
                  <a:lnTo>
                    <a:pt x="6650" y="316741"/>
                  </a:lnTo>
                  <a:lnTo>
                    <a:pt x="7783" y="317612"/>
                  </a:lnTo>
                  <a:lnTo>
                    <a:pt x="9230" y="318125"/>
                  </a:lnTo>
                  <a:lnTo>
                    <a:pt x="9535" y="318519"/>
                  </a:lnTo>
                  <a:lnTo>
                    <a:pt x="10062" y="317928"/>
                  </a:lnTo>
                  <a:lnTo>
                    <a:pt x="11466" y="318466"/>
                  </a:lnTo>
                  <a:lnTo>
                    <a:pt x="11539" y="318902"/>
                  </a:lnTo>
                  <a:lnTo>
                    <a:pt x="12882" y="318782"/>
                  </a:lnTo>
                  <a:lnTo>
                    <a:pt x="13086" y="319060"/>
                  </a:lnTo>
                  <a:lnTo>
                    <a:pt x="13399" y="319070"/>
                  </a:lnTo>
                  <a:lnTo>
                    <a:pt x="14128" y="318802"/>
                  </a:lnTo>
                  <a:lnTo>
                    <a:pt x="15906" y="319210"/>
                  </a:lnTo>
                  <a:lnTo>
                    <a:pt x="17334" y="319124"/>
                  </a:lnTo>
                  <a:lnTo>
                    <a:pt x="17869" y="318695"/>
                  </a:lnTo>
                  <a:lnTo>
                    <a:pt x="18032" y="318775"/>
                  </a:lnTo>
                  <a:lnTo>
                    <a:pt x="18486" y="318230"/>
                  </a:lnTo>
                  <a:lnTo>
                    <a:pt x="19366" y="318172"/>
                  </a:lnTo>
                  <a:lnTo>
                    <a:pt x="19903" y="317391"/>
                  </a:lnTo>
                  <a:lnTo>
                    <a:pt x="21889" y="315834"/>
                  </a:lnTo>
                  <a:lnTo>
                    <a:pt x="23943" y="316102"/>
                  </a:lnTo>
                  <a:lnTo>
                    <a:pt x="24990" y="313663"/>
                  </a:lnTo>
                  <a:lnTo>
                    <a:pt x="25177" y="310776"/>
                  </a:lnTo>
                  <a:lnTo>
                    <a:pt x="26890" y="311790"/>
                  </a:lnTo>
                  <a:lnTo>
                    <a:pt x="27899" y="312936"/>
                  </a:lnTo>
                  <a:lnTo>
                    <a:pt x="28732" y="312135"/>
                  </a:lnTo>
                  <a:lnTo>
                    <a:pt x="29648" y="312581"/>
                  </a:lnTo>
                  <a:lnTo>
                    <a:pt x="29942" y="313024"/>
                  </a:lnTo>
                  <a:lnTo>
                    <a:pt x="31724" y="313729"/>
                  </a:lnTo>
                  <a:lnTo>
                    <a:pt x="32064" y="314352"/>
                  </a:lnTo>
                  <a:lnTo>
                    <a:pt x="32527" y="314140"/>
                  </a:lnTo>
                  <a:lnTo>
                    <a:pt x="33180" y="314767"/>
                  </a:lnTo>
                  <a:lnTo>
                    <a:pt x="32889" y="315032"/>
                  </a:lnTo>
                  <a:lnTo>
                    <a:pt x="35049" y="314375"/>
                  </a:lnTo>
                  <a:lnTo>
                    <a:pt x="39082" y="313598"/>
                  </a:lnTo>
                  <a:lnTo>
                    <a:pt x="39080" y="314680"/>
                  </a:lnTo>
                  <a:lnTo>
                    <a:pt x="39959" y="315649"/>
                  </a:lnTo>
                  <a:lnTo>
                    <a:pt x="40738" y="317199"/>
                  </a:lnTo>
                  <a:lnTo>
                    <a:pt x="40725" y="318443"/>
                  </a:lnTo>
                  <a:lnTo>
                    <a:pt x="41685" y="318609"/>
                  </a:lnTo>
                  <a:lnTo>
                    <a:pt x="43638" y="319557"/>
                  </a:lnTo>
                  <a:lnTo>
                    <a:pt x="42753" y="323723"/>
                  </a:lnTo>
                  <a:lnTo>
                    <a:pt x="44481" y="323503"/>
                  </a:lnTo>
                  <a:lnTo>
                    <a:pt x="45710" y="324098"/>
                  </a:lnTo>
                  <a:lnTo>
                    <a:pt x="46566" y="322189"/>
                  </a:lnTo>
                  <a:lnTo>
                    <a:pt x="48295" y="321097"/>
                  </a:lnTo>
                  <a:lnTo>
                    <a:pt x="49038" y="321226"/>
                  </a:lnTo>
                  <a:lnTo>
                    <a:pt x="50324" y="320336"/>
                  </a:lnTo>
                  <a:lnTo>
                    <a:pt x="55599" y="319694"/>
                  </a:lnTo>
                  <a:lnTo>
                    <a:pt x="57681" y="319641"/>
                  </a:lnTo>
                  <a:lnTo>
                    <a:pt x="57737" y="317825"/>
                  </a:lnTo>
                  <a:lnTo>
                    <a:pt x="59242" y="318371"/>
                  </a:lnTo>
                  <a:lnTo>
                    <a:pt x="59632" y="317316"/>
                  </a:lnTo>
                  <a:lnTo>
                    <a:pt x="59327" y="315920"/>
                  </a:lnTo>
                  <a:lnTo>
                    <a:pt x="59722" y="315885"/>
                  </a:lnTo>
                  <a:lnTo>
                    <a:pt x="60195" y="315377"/>
                  </a:lnTo>
                  <a:lnTo>
                    <a:pt x="61574" y="315411"/>
                  </a:lnTo>
                  <a:lnTo>
                    <a:pt x="62253" y="316029"/>
                  </a:lnTo>
                  <a:lnTo>
                    <a:pt x="63572" y="315400"/>
                  </a:lnTo>
                  <a:lnTo>
                    <a:pt x="64131" y="315337"/>
                  </a:lnTo>
                  <a:lnTo>
                    <a:pt x="64681" y="315567"/>
                  </a:lnTo>
                  <a:lnTo>
                    <a:pt x="65740" y="315048"/>
                  </a:lnTo>
                  <a:lnTo>
                    <a:pt x="65851" y="314675"/>
                  </a:lnTo>
                  <a:lnTo>
                    <a:pt x="68387" y="315094"/>
                  </a:lnTo>
                  <a:lnTo>
                    <a:pt x="69421" y="313747"/>
                  </a:lnTo>
                  <a:lnTo>
                    <a:pt x="73119" y="313629"/>
                  </a:lnTo>
                  <a:lnTo>
                    <a:pt x="74287" y="315554"/>
                  </a:lnTo>
                  <a:lnTo>
                    <a:pt x="75264" y="316177"/>
                  </a:lnTo>
                  <a:lnTo>
                    <a:pt x="75325" y="315795"/>
                  </a:lnTo>
                  <a:lnTo>
                    <a:pt x="78499" y="316474"/>
                  </a:lnTo>
                  <a:lnTo>
                    <a:pt x="81471" y="315384"/>
                  </a:lnTo>
                  <a:lnTo>
                    <a:pt x="83330" y="315188"/>
                  </a:lnTo>
                  <a:lnTo>
                    <a:pt x="84290" y="314523"/>
                  </a:lnTo>
                  <a:lnTo>
                    <a:pt x="84723" y="314702"/>
                  </a:lnTo>
                  <a:lnTo>
                    <a:pt x="85493" y="314614"/>
                  </a:lnTo>
                  <a:lnTo>
                    <a:pt x="85833" y="316429"/>
                  </a:lnTo>
                  <a:lnTo>
                    <a:pt x="88456" y="315914"/>
                  </a:lnTo>
                  <a:lnTo>
                    <a:pt x="89661" y="316031"/>
                  </a:lnTo>
                  <a:lnTo>
                    <a:pt x="90222" y="314358"/>
                  </a:lnTo>
                  <a:lnTo>
                    <a:pt x="92227" y="311293"/>
                  </a:lnTo>
                  <a:lnTo>
                    <a:pt x="95161" y="308711"/>
                  </a:lnTo>
                  <a:lnTo>
                    <a:pt x="93909" y="307239"/>
                  </a:lnTo>
                  <a:lnTo>
                    <a:pt x="92639" y="306271"/>
                  </a:lnTo>
                  <a:lnTo>
                    <a:pt x="91771" y="303486"/>
                  </a:lnTo>
                  <a:lnTo>
                    <a:pt x="90941" y="303029"/>
                  </a:lnTo>
                  <a:lnTo>
                    <a:pt x="89699" y="302827"/>
                  </a:lnTo>
                  <a:lnTo>
                    <a:pt x="90056" y="301673"/>
                  </a:lnTo>
                  <a:lnTo>
                    <a:pt x="90708" y="300920"/>
                  </a:lnTo>
                  <a:lnTo>
                    <a:pt x="91045" y="296458"/>
                  </a:lnTo>
                  <a:lnTo>
                    <a:pt x="87864" y="295525"/>
                  </a:lnTo>
                  <a:lnTo>
                    <a:pt x="87976" y="294947"/>
                  </a:lnTo>
                  <a:lnTo>
                    <a:pt x="85439" y="293967"/>
                  </a:lnTo>
                  <a:lnTo>
                    <a:pt x="86137" y="292308"/>
                  </a:lnTo>
                  <a:lnTo>
                    <a:pt x="85809" y="290364"/>
                  </a:lnTo>
                  <a:lnTo>
                    <a:pt x="86348" y="290099"/>
                  </a:lnTo>
                  <a:lnTo>
                    <a:pt x="86108" y="288959"/>
                  </a:lnTo>
                  <a:lnTo>
                    <a:pt x="86360" y="288041"/>
                  </a:lnTo>
                  <a:lnTo>
                    <a:pt x="85781" y="285359"/>
                  </a:lnTo>
                  <a:lnTo>
                    <a:pt x="85177" y="284070"/>
                  </a:lnTo>
                  <a:lnTo>
                    <a:pt x="85145" y="282829"/>
                  </a:lnTo>
                  <a:lnTo>
                    <a:pt x="89918" y="282210"/>
                  </a:lnTo>
                  <a:lnTo>
                    <a:pt x="90788" y="280581"/>
                  </a:lnTo>
                  <a:lnTo>
                    <a:pt x="91976" y="279857"/>
                  </a:lnTo>
                  <a:lnTo>
                    <a:pt x="92756" y="280073"/>
                  </a:lnTo>
                  <a:lnTo>
                    <a:pt x="93015" y="279318"/>
                  </a:lnTo>
                  <a:lnTo>
                    <a:pt x="92303" y="279175"/>
                  </a:lnTo>
                  <a:lnTo>
                    <a:pt x="91801" y="278073"/>
                  </a:lnTo>
                  <a:lnTo>
                    <a:pt x="90389" y="278440"/>
                  </a:lnTo>
                  <a:lnTo>
                    <a:pt x="90585" y="276866"/>
                  </a:lnTo>
                  <a:lnTo>
                    <a:pt x="92066" y="274864"/>
                  </a:lnTo>
                  <a:lnTo>
                    <a:pt x="92226" y="273767"/>
                  </a:lnTo>
                  <a:lnTo>
                    <a:pt x="90825" y="273193"/>
                  </a:lnTo>
                  <a:lnTo>
                    <a:pt x="90764" y="272213"/>
                  </a:lnTo>
                  <a:lnTo>
                    <a:pt x="90063" y="271264"/>
                  </a:lnTo>
                  <a:lnTo>
                    <a:pt x="92347" y="269689"/>
                  </a:lnTo>
                  <a:lnTo>
                    <a:pt x="92310" y="268863"/>
                  </a:lnTo>
                  <a:lnTo>
                    <a:pt x="91604" y="267415"/>
                  </a:lnTo>
                  <a:lnTo>
                    <a:pt x="91545" y="266636"/>
                  </a:lnTo>
                  <a:lnTo>
                    <a:pt x="90977" y="266605"/>
                  </a:lnTo>
                  <a:lnTo>
                    <a:pt x="90647" y="265912"/>
                  </a:lnTo>
                  <a:lnTo>
                    <a:pt x="91125" y="265743"/>
                  </a:lnTo>
                  <a:lnTo>
                    <a:pt x="91094" y="265472"/>
                  </a:lnTo>
                  <a:lnTo>
                    <a:pt x="90312" y="265557"/>
                  </a:lnTo>
                  <a:lnTo>
                    <a:pt x="89432" y="264543"/>
                  </a:lnTo>
                  <a:lnTo>
                    <a:pt x="90363" y="264464"/>
                  </a:lnTo>
                  <a:lnTo>
                    <a:pt x="89983" y="263300"/>
                  </a:lnTo>
                  <a:lnTo>
                    <a:pt x="90808" y="263220"/>
                  </a:lnTo>
                  <a:lnTo>
                    <a:pt x="92021" y="260841"/>
                  </a:lnTo>
                  <a:lnTo>
                    <a:pt x="92707" y="261726"/>
                  </a:lnTo>
                  <a:lnTo>
                    <a:pt x="94278" y="262931"/>
                  </a:lnTo>
                  <a:lnTo>
                    <a:pt x="94450" y="262595"/>
                  </a:lnTo>
                  <a:lnTo>
                    <a:pt x="94897" y="263084"/>
                  </a:lnTo>
                  <a:lnTo>
                    <a:pt x="95132" y="263070"/>
                  </a:lnTo>
                  <a:lnTo>
                    <a:pt x="94893" y="262331"/>
                  </a:lnTo>
                  <a:lnTo>
                    <a:pt x="96358" y="262072"/>
                  </a:lnTo>
                  <a:lnTo>
                    <a:pt x="97585" y="262713"/>
                  </a:lnTo>
                  <a:lnTo>
                    <a:pt x="98558" y="261134"/>
                  </a:lnTo>
                  <a:lnTo>
                    <a:pt x="99254" y="260708"/>
                  </a:lnTo>
                  <a:lnTo>
                    <a:pt x="99393" y="260034"/>
                  </a:lnTo>
                  <a:lnTo>
                    <a:pt x="99730" y="259991"/>
                  </a:lnTo>
                  <a:lnTo>
                    <a:pt x="99881" y="257116"/>
                  </a:lnTo>
                  <a:lnTo>
                    <a:pt x="100855" y="256255"/>
                  </a:lnTo>
                  <a:lnTo>
                    <a:pt x="100755" y="254606"/>
                  </a:lnTo>
                  <a:lnTo>
                    <a:pt x="101987" y="254786"/>
                  </a:lnTo>
                  <a:lnTo>
                    <a:pt x="103519" y="255881"/>
                  </a:lnTo>
                  <a:lnTo>
                    <a:pt x="104805" y="255896"/>
                  </a:lnTo>
                  <a:lnTo>
                    <a:pt x="106147" y="256291"/>
                  </a:lnTo>
                  <a:lnTo>
                    <a:pt x="106196" y="253776"/>
                  </a:lnTo>
                  <a:lnTo>
                    <a:pt x="105942" y="252304"/>
                  </a:lnTo>
                  <a:lnTo>
                    <a:pt x="104345" y="251943"/>
                  </a:lnTo>
                  <a:lnTo>
                    <a:pt x="102677" y="252430"/>
                  </a:lnTo>
                  <a:lnTo>
                    <a:pt x="102485" y="251189"/>
                  </a:lnTo>
                  <a:lnTo>
                    <a:pt x="102969" y="250554"/>
                  </a:lnTo>
                  <a:lnTo>
                    <a:pt x="102676" y="247733"/>
                  </a:lnTo>
                  <a:lnTo>
                    <a:pt x="102737" y="247531"/>
                  </a:lnTo>
                  <a:lnTo>
                    <a:pt x="103111" y="247605"/>
                  </a:lnTo>
                  <a:lnTo>
                    <a:pt x="103180" y="246168"/>
                  </a:lnTo>
                  <a:lnTo>
                    <a:pt x="105344" y="245884"/>
                  </a:lnTo>
                  <a:lnTo>
                    <a:pt x="105417" y="244458"/>
                  </a:lnTo>
                  <a:lnTo>
                    <a:pt x="105026" y="244565"/>
                  </a:lnTo>
                  <a:lnTo>
                    <a:pt x="105090" y="243462"/>
                  </a:lnTo>
                  <a:lnTo>
                    <a:pt x="107104" y="243322"/>
                  </a:lnTo>
                  <a:lnTo>
                    <a:pt x="107165" y="242572"/>
                  </a:lnTo>
                  <a:lnTo>
                    <a:pt x="108666" y="242083"/>
                  </a:lnTo>
                  <a:lnTo>
                    <a:pt x="108307" y="241276"/>
                  </a:lnTo>
                  <a:lnTo>
                    <a:pt x="108029" y="238895"/>
                  </a:lnTo>
                  <a:lnTo>
                    <a:pt x="108475" y="239142"/>
                  </a:lnTo>
                  <a:lnTo>
                    <a:pt x="108994" y="235809"/>
                  </a:lnTo>
                  <a:lnTo>
                    <a:pt x="110258" y="236310"/>
                  </a:lnTo>
                  <a:lnTo>
                    <a:pt x="110253" y="232498"/>
                  </a:lnTo>
                  <a:lnTo>
                    <a:pt x="110500" y="229833"/>
                  </a:lnTo>
                  <a:lnTo>
                    <a:pt x="110510" y="229623"/>
                  </a:lnTo>
                  <a:lnTo>
                    <a:pt x="111388" y="229156"/>
                  </a:lnTo>
                  <a:lnTo>
                    <a:pt x="112730" y="228949"/>
                  </a:lnTo>
                  <a:lnTo>
                    <a:pt x="113513" y="229470"/>
                  </a:lnTo>
                  <a:lnTo>
                    <a:pt x="113668" y="229348"/>
                  </a:lnTo>
                  <a:lnTo>
                    <a:pt x="113739" y="229566"/>
                  </a:lnTo>
                  <a:lnTo>
                    <a:pt x="114013" y="229447"/>
                  </a:lnTo>
                  <a:lnTo>
                    <a:pt x="114376" y="229632"/>
                  </a:lnTo>
                  <a:lnTo>
                    <a:pt x="115392" y="230937"/>
                  </a:lnTo>
                  <a:lnTo>
                    <a:pt x="115935" y="231255"/>
                  </a:lnTo>
                  <a:lnTo>
                    <a:pt x="117349" y="231067"/>
                  </a:lnTo>
                  <a:lnTo>
                    <a:pt x="117827" y="231312"/>
                  </a:lnTo>
                  <a:lnTo>
                    <a:pt x="118387" y="231135"/>
                  </a:lnTo>
                  <a:lnTo>
                    <a:pt x="118700" y="231562"/>
                  </a:lnTo>
                  <a:lnTo>
                    <a:pt x="119083" y="231519"/>
                  </a:lnTo>
                  <a:lnTo>
                    <a:pt x="119548" y="231817"/>
                  </a:lnTo>
                  <a:lnTo>
                    <a:pt x="120935" y="231824"/>
                  </a:lnTo>
                  <a:lnTo>
                    <a:pt x="122230" y="231348"/>
                  </a:lnTo>
                  <a:lnTo>
                    <a:pt x="122331" y="231590"/>
                  </a:lnTo>
                  <a:lnTo>
                    <a:pt x="122732" y="231504"/>
                  </a:lnTo>
                  <a:lnTo>
                    <a:pt x="123616" y="231897"/>
                  </a:lnTo>
                  <a:lnTo>
                    <a:pt x="124037" y="231655"/>
                  </a:lnTo>
                  <a:lnTo>
                    <a:pt x="123971" y="231214"/>
                  </a:lnTo>
                  <a:lnTo>
                    <a:pt x="125128" y="230504"/>
                  </a:lnTo>
                  <a:lnTo>
                    <a:pt x="126544" y="230877"/>
                  </a:lnTo>
                  <a:lnTo>
                    <a:pt x="126693" y="231087"/>
                  </a:lnTo>
                  <a:lnTo>
                    <a:pt x="126866" y="230763"/>
                  </a:lnTo>
                  <a:lnTo>
                    <a:pt x="127361" y="230998"/>
                  </a:lnTo>
                  <a:lnTo>
                    <a:pt x="127797" y="230666"/>
                  </a:lnTo>
                  <a:lnTo>
                    <a:pt x="127992" y="231104"/>
                  </a:lnTo>
                  <a:lnTo>
                    <a:pt x="128306" y="231119"/>
                  </a:lnTo>
                  <a:lnTo>
                    <a:pt x="128302" y="230828"/>
                  </a:lnTo>
                  <a:lnTo>
                    <a:pt x="128626" y="230656"/>
                  </a:lnTo>
                  <a:lnTo>
                    <a:pt x="128553" y="230339"/>
                  </a:lnTo>
                  <a:lnTo>
                    <a:pt x="128904" y="230067"/>
                  </a:lnTo>
                  <a:lnTo>
                    <a:pt x="129678" y="230370"/>
                  </a:lnTo>
                  <a:lnTo>
                    <a:pt x="129797" y="230629"/>
                  </a:lnTo>
                  <a:lnTo>
                    <a:pt x="130004" y="222688"/>
                  </a:lnTo>
                  <a:lnTo>
                    <a:pt x="130510" y="222522"/>
                  </a:lnTo>
                  <a:lnTo>
                    <a:pt x="131222" y="222653"/>
                  </a:lnTo>
                  <a:lnTo>
                    <a:pt x="131440" y="222322"/>
                  </a:lnTo>
                  <a:lnTo>
                    <a:pt x="131833" y="222407"/>
                  </a:lnTo>
                  <a:lnTo>
                    <a:pt x="131809" y="222059"/>
                  </a:lnTo>
                  <a:lnTo>
                    <a:pt x="132593" y="222301"/>
                  </a:lnTo>
                  <a:lnTo>
                    <a:pt x="134947" y="220473"/>
                  </a:lnTo>
                  <a:lnTo>
                    <a:pt x="135906" y="220259"/>
                  </a:lnTo>
                  <a:lnTo>
                    <a:pt x="137117" y="220701"/>
                  </a:lnTo>
                  <a:lnTo>
                    <a:pt x="137781" y="220124"/>
                  </a:lnTo>
                  <a:lnTo>
                    <a:pt x="138394" y="220585"/>
                  </a:lnTo>
                  <a:lnTo>
                    <a:pt x="139660" y="219996"/>
                  </a:lnTo>
                  <a:lnTo>
                    <a:pt x="140007" y="220227"/>
                  </a:lnTo>
                  <a:lnTo>
                    <a:pt x="140222" y="219926"/>
                  </a:lnTo>
                  <a:lnTo>
                    <a:pt x="140341" y="220239"/>
                  </a:lnTo>
                  <a:lnTo>
                    <a:pt x="140750" y="219913"/>
                  </a:lnTo>
                  <a:lnTo>
                    <a:pt x="140903" y="220105"/>
                  </a:lnTo>
                  <a:lnTo>
                    <a:pt x="141112" y="219953"/>
                  </a:lnTo>
                  <a:lnTo>
                    <a:pt x="141792" y="220173"/>
                  </a:lnTo>
                  <a:lnTo>
                    <a:pt x="142404" y="220025"/>
                  </a:lnTo>
                  <a:lnTo>
                    <a:pt x="142495" y="220560"/>
                  </a:lnTo>
                  <a:lnTo>
                    <a:pt x="143856" y="220657"/>
                  </a:lnTo>
                  <a:lnTo>
                    <a:pt x="144578" y="217904"/>
                  </a:lnTo>
                  <a:lnTo>
                    <a:pt x="144492" y="216133"/>
                  </a:lnTo>
                  <a:lnTo>
                    <a:pt x="145128" y="214839"/>
                  </a:lnTo>
                  <a:lnTo>
                    <a:pt x="147153" y="215531"/>
                  </a:lnTo>
                  <a:lnTo>
                    <a:pt x="148673" y="215339"/>
                  </a:lnTo>
                  <a:lnTo>
                    <a:pt x="149714" y="215601"/>
                  </a:lnTo>
                  <a:lnTo>
                    <a:pt x="150857" y="215288"/>
                  </a:lnTo>
                  <a:lnTo>
                    <a:pt x="151337" y="214692"/>
                  </a:lnTo>
                  <a:lnTo>
                    <a:pt x="152741" y="214940"/>
                  </a:lnTo>
                  <a:lnTo>
                    <a:pt x="153539" y="214508"/>
                  </a:lnTo>
                  <a:lnTo>
                    <a:pt x="154088" y="213762"/>
                  </a:lnTo>
                  <a:lnTo>
                    <a:pt x="154535" y="214105"/>
                  </a:lnTo>
                  <a:lnTo>
                    <a:pt x="155228" y="213697"/>
                  </a:lnTo>
                  <a:lnTo>
                    <a:pt x="156252" y="213572"/>
                  </a:lnTo>
                  <a:lnTo>
                    <a:pt x="157587" y="212651"/>
                  </a:lnTo>
                  <a:lnTo>
                    <a:pt x="158115" y="212727"/>
                  </a:lnTo>
                  <a:lnTo>
                    <a:pt x="158805" y="211584"/>
                  </a:lnTo>
                  <a:lnTo>
                    <a:pt x="159316" y="211167"/>
                  </a:lnTo>
                  <a:lnTo>
                    <a:pt x="159345" y="209385"/>
                  </a:lnTo>
                  <a:lnTo>
                    <a:pt x="160441" y="209096"/>
                  </a:lnTo>
                  <a:lnTo>
                    <a:pt x="160699" y="208722"/>
                  </a:lnTo>
                  <a:lnTo>
                    <a:pt x="161350" y="206784"/>
                  </a:lnTo>
                  <a:lnTo>
                    <a:pt x="159397" y="204970"/>
                  </a:lnTo>
                  <a:lnTo>
                    <a:pt x="157418" y="201658"/>
                  </a:lnTo>
                  <a:lnTo>
                    <a:pt x="159436" y="199308"/>
                  </a:lnTo>
                  <a:lnTo>
                    <a:pt x="160147" y="196421"/>
                  </a:lnTo>
                  <a:lnTo>
                    <a:pt x="161217" y="194566"/>
                  </a:lnTo>
                  <a:lnTo>
                    <a:pt x="161820" y="192372"/>
                  </a:lnTo>
                  <a:lnTo>
                    <a:pt x="157903" y="191910"/>
                  </a:lnTo>
                  <a:lnTo>
                    <a:pt x="155048" y="190636"/>
                  </a:lnTo>
                  <a:lnTo>
                    <a:pt x="153748" y="189454"/>
                  </a:lnTo>
                  <a:lnTo>
                    <a:pt x="151460" y="187925"/>
                  </a:lnTo>
                  <a:lnTo>
                    <a:pt x="151440" y="184774"/>
                  </a:lnTo>
                  <a:lnTo>
                    <a:pt x="152122" y="184585"/>
                  </a:lnTo>
                  <a:lnTo>
                    <a:pt x="152793" y="185187"/>
                  </a:lnTo>
                  <a:lnTo>
                    <a:pt x="152732" y="185381"/>
                  </a:lnTo>
                  <a:lnTo>
                    <a:pt x="152940" y="185358"/>
                  </a:lnTo>
                  <a:lnTo>
                    <a:pt x="152875" y="185506"/>
                  </a:lnTo>
                  <a:lnTo>
                    <a:pt x="153340" y="185646"/>
                  </a:lnTo>
                  <a:lnTo>
                    <a:pt x="153174" y="185665"/>
                  </a:lnTo>
                  <a:lnTo>
                    <a:pt x="153294" y="185894"/>
                  </a:lnTo>
                  <a:lnTo>
                    <a:pt x="154041" y="185479"/>
                  </a:lnTo>
                  <a:lnTo>
                    <a:pt x="154060" y="185924"/>
                  </a:lnTo>
                  <a:lnTo>
                    <a:pt x="154329" y="185872"/>
                  </a:lnTo>
                  <a:lnTo>
                    <a:pt x="153970" y="186192"/>
                  </a:lnTo>
                  <a:lnTo>
                    <a:pt x="154509" y="186332"/>
                  </a:lnTo>
                  <a:lnTo>
                    <a:pt x="154655" y="186127"/>
                  </a:lnTo>
                  <a:lnTo>
                    <a:pt x="155188" y="186632"/>
                  </a:lnTo>
                  <a:lnTo>
                    <a:pt x="155374" y="186463"/>
                  </a:lnTo>
                  <a:lnTo>
                    <a:pt x="156580" y="186707"/>
                  </a:lnTo>
                  <a:lnTo>
                    <a:pt x="156906" y="186393"/>
                  </a:lnTo>
                  <a:lnTo>
                    <a:pt x="157793" y="184582"/>
                  </a:lnTo>
                  <a:lnTo>
                    <a:pt x="159278" y="183325"/>
                  </a:lnTo>
                  <a:lnTo>
                    <a:pt x="158852" y="183028"/>
                  </a:lnTo>
                  <a:lnTo>
                    <a:pt x="158988" y="182723"/>
                  </a:lnTo>
                  <a:lnTo>
                    <a:pt x="161807" y="181096"/>
                  </a:lnTo>
                  <a:lnTo>
                    <a:pt x="162397" y="178544"/>
                  </a:lnTo>
                  <a:lnTo>
                    <a:pt x="161870" y="177295"/>
                  </a:lnTo>
                  <a:lnTo>
                    <a:pt x="163101" y="176887"/>
                  </a:lnTo>
                  <a:lnTo>
                    <a:pt x="163167" y="175867"/>
                  </a:lnTo>
                  <a:lnTo>
                    <a:pt x="162687" y="174457"/>
                  </a:lnTo>
                  <a:lnTo>
                    <a:pt x="162187" y="173752"/>
                  </a:lnTo>
                  <a:lnTo>
                    <a:pt x="162362" y="170799"/>
                  </a:lnTo>
                  <a:lnTo>
                    <a:pt x="162683" y="170357"/>
                  </a:lnTo>
                  <a:lnTo>
                    <a:pt x="162458" y="169741"/>
                  </a:lnTo>
                  <a:lnTo>
                    <a:pt x="161862" y="169434"/>
                  </a:lnTo>
                  <a:lnTo>
                    <a:pt x="161375" y="168338"/>
                  </a:lnTo>
                  <a:lnTo>
                    <a:pt x="160842" y="168069"/>
                  </a:lnTo>
                  <a:lnTo>
                    <a:pt x="160633" y="167631"/>
                  </a:lnTo>
                  <a:lnTo>
                    <a:pt x="160779" y="166721"/>
                  </a:lnTo>
                  <a:lnTo>
                    <a:pt x="159798" y="166123"/>
                  </a:lnTo>
                  <a:lnTo>
                    <a:pt x="158776" y="166180"/>
                  </a:lnTo>
                  <a:lnTo>
                    <a:pt x="158319" y="165566"/>
                  </a:lnTo>
                  <a:lnTo>
                    <a:pt x="158472" y="164775"/>
                  </a:lnTo>
                  <a:lnTo>
                    <a:pt x="158174" y="164385"/>
                  </a:lnTo>
                  <a:lnTo>
                    <a:pt x="158152" y="163273"/>
                  </a:lnTo>
                  <a:lnTo>
                    <a:pt x="157724" y="162185"/>
                  </a:lnTo>
                  <a:lnTo>
                    <a:pt x="157671" y="160316"/>
                  </a:lnTo>
                  <a:lnTo>
                    <a:pt x="156909" y="157409"/>
                  </a:lnTo>
                  <a:lnTo>
                    <a:pt x="156976" y="156525"/>
                  </a:lnTo>
                  <a:lnTo>
                    <a:pt x="156392" y="154792"/>
                  </a:lnTo>
                  <a:lnTo>
                    <a:pt x="155987" y="154188"/>
                  </a:lnTo>
                  <a:lnTo>
                    <a:pt x="155215" y="153769"/>
                  </a:lnTo>
                  <a:lnTo>
                    <a:pt x="155431" y="153364"/>
                  </a:lnTo>
                  <a:lnTo>
                    <a:pt x="156410" y="153172"/>
                  </a:lnTo>
                  <a:lnTo>
                    <a:pt x="157225" y="151343"/>
                  </a:lnTo>
                  <a:lnTo>
                    <a:pt x="159521" y="148017"/>
                  </a:lnTo>
                  <a:lnTo>
                    <a:pt x="159886" y="145813"/>
                  </a:lnTo>
                  <a:lnTo>
                    <a:pt x="160397" y="144699"/>
                  </a:lnTo>
                  <a:lnTo>
                    <a:pt x="160472" y="143258"/>
                  </a:lnTo>
                  <a:lnTo>
                    <a:pt x="160943" y="142343"/>
                  </a:lnTo>
                  <a:lnTo>
                    <a:pt x="160831" y="141928"/>
                  </a:lnTo>
                  <a:lnTo>
                    <a:pt x="161103" y="141585"/>
                  </a:lnTo>
                  <a:lnTo>
                    <a:pt x="161619" y="141954"/>
                  </a:lnTo>
                  <a:lnTo>
                    <a:pt x="162561" y="141571"/>
                  </a:lnTo>
                  <a:lnTo>
                    <a:pt x="162681" y="141198"/>
                  </a:lnTo>
                  <a:lnTo>
                    <a:pt x="163589" y="140475"/>
                  </a:lnTo>
                  <a:lnTo>
                    <a:pt x="164082" y="140585"/>
                  </a:lnTo>
                  <a:lnTo>
                    <a:pt x="164591" y="139876"/>
                  </a:lnTo>
                  <a:lnTo>
                    <a:pt x="166586" y="139029"/>
                  </a:lnTo>
                  <a:lnTo>
                    <a:pt x="167223" y="138533"/>
                  </a:lnTo>
                  <a:lnTo>
                    <a:pt x="169138" y="135760"/>
                  </a:lnTo>
                  <a:lnTo>
                    <a:pt x="169603" y="135887"/>
                  </a:lnTo>
                  <a:lnTo>
                    <a:pt x="169407" y="133888"/>
                  </a:lnTo>
                  <a:lnTo>
                    <a:pt x="170774" y="133071"/>
                  </a:lnTo>
                  <a:lnTo>
                    <a:pt x="170408" y="131997"/>
                  </a:lnTo>
                  <a:lnTo>
                    <a:pt x="169323" y="132198"/>
                  </a:lnTo>
                  <a:lnTo>
                    <a:pt x="168181" y="128863"/>
                  </a:lnTo>
                  <a:lnTo>
                    <a:pt x="166939" y="123671"/>
                  </a:lnTo>
                  <a:lnTo>
                    <a:pt x="166142" y="123764"/>
                  </a:lnTo>
                  <a:lnTo>
                    <a:pt x="163945" y="122798"/>
                  </a:lnTo>
                  <a:lnTo>
                    <a:pt x="163660" y="119984"/>
                  </a:lnTo>
                  <a:lnTo>
                    <a:pt x="162376" y="119884"/>
                  </a:lnTo>
                  <a:lnTo>
                    <a:pt x="161033" y="119268"/>
                  </a:lnTo>
                  <a:lnTo>
                    <a:pt x="159708" y="116590"/>
                  </a:lnTo>
                  <a:lnTo>
                    <a:pt x="158254" y="116231"/>
                  </a:lnTo>
                  <a:lnTo>
                    <a:pt x="157648" y="114171"/>
                  </a:lnTo>
                  <a:lnTo>
                    <a:pt x="157737" y="113666"/>
                  </a:lnTo>
                  <a:lnTo>
                    <a:pt x="157003" y="113660"/>
                  </a:lnTo>
                  <a:lnTo>
                    <a:pt x="156614" y="112881"/>
                  </a:lnTo>
                  <a:lnTo>
                    <a:pt x="153753" y="110776"/>
                  </a:lnTo>
                  <a:lnTo>
                    <a:pt x="152877" y="109823"/>
                  </a:lnTo>
                  <a:lnTo>
                    <a:pt x="152082" y="107338"/>
                  </a:lnTo>
                  <a:lnTo>
                    <a:pt x="150258" y="104976"/>
                  </a:lnTo>
                  <a:lnTo>
                    <a:pt x="148545" y="103355"/>
                  </a:lnTo>
                  <a:lnTo>
                    <a:pt x="145420" y="101411"/>
                  </a:lnTo>
                  <a:lnTo>
                    <a:pt x="144302" y="100056"/>
                  </a:lnTo>
                  <a:lnTo>
                    <a:pt x="142101" y="96337"/>
                  </a:lnTo>
                  <a:lnTo>
                    <a:pt x="140740" y="94816"/>
                  </a:lnTo>
                  <a:lnTo>
                    <a:pt x="140344" y="90986"/>
                  </a:lnTo>
                  <a:lnTo>
                    <a:pt x="140825" y="90023"/>
                  </a:lnTo>
                  <a:lnTo>
                    <a:pt x="140977" y="87901"/>
                  </a:lnTo>
                  <a:lnTo>
                    <a:pt x="140684" y="87306"/>
                  </a:lnTo>
                  <a:lnTo>
                    <a:pt x="139280" y="86435"/>
                  </a:lnTo>
                  <a:lnTo>
                    <a:pt x="138416" y="84364"/>
                  </a:lnTo>
                  <a:lnTo>
                    <a:pt x="138636" y="84259"/>
                  </a:lnTo>
                  <a:lnTo>
                    <a:pt x="137622" y="82015"/>
                  </a:lnTo>
                  <a:lnTo>
                    <a:pt x="135778" y="79583"/>
                  </a:lnTo>
                  <a:lnTo>
                    <a:pt x="135886" y="77492"/>
                  </a:lnTo>
                  <a:lnTo>
                    <a:pt x="135456" y="75922"/>
                  </a:lnTo>
                  <a:lnTo>
                    <a:pt x="133557" y="74451"/>
                  </a:lnTo>
                  <a:lnTo>
                    <a:pt x="132665" y="73189"/>
                  </a:lnTo>
                  <a:lnTo>
                    <a:pt x="130817" y="71486"/>
                  </a:lnTo>
                  <a:lnTo>
                    <a:pt x="130094" y="71418"/>
                  </a:lnTo>
                  <a:lnTo>
                    <a:pt x="125131" y="69187"/>
                  </a:lnTo>
                  <a:lnTo>
                    <a:pt x="124154" y="67407"/>
                  </a:lnTo>
                  <a:lnTo>
                    <a:pt x="124166" y="67026"/>
                  </a:lnTo>
                  <a:lnTo>
                    <a:pt x="128322" y="63436"/>
                  </a:lnTo>
                  <a:lnTo>
                    <a:pt x="129744" y="61804"/>
                  </a:lnTo>
                  <a:lnTo>
                    <a:pt x="130543" y="61220"/>
                  </a:lnTo>
                  <a:lnTo>
                    <a:pt x="132985" y="57739"/>
                  </a:lnTo>
                  <a:lnTo>
                    <a:pt x="133442" y="56289"/>
                  </a:lnTo>
                  <a:lnTo>
                    <a:pt x="134542" y="55065"/>
                  </a:lnTo>
                  <a:lnTo>
                    <a:pt x="135483" y="53522"/>
                  </a:lnTo>
                  <a:lnTo>
                    <a:pt x="135883" y="53487"/>
                  </a:lnTo>
                  <a:lnTo>
                    <a:pt x="136939" y="52467"/>
                  </a:lnTo>
                  <a:lnTo>
                    <a:pt x="137312" y="51830"/>
                  </a:lnTo>
                  <a:lnTo>
                    <a:pt x="137542" y="50579"/>
                  </a:lnTo>
                  <a:lnTo>
                    <a:pt x="137979" y="50027"/>
                  </a:lnTo>
                  <a:lnTo>
                    <a:pt x="138156" y="47190"/>
                  </a:lnTo>
                  <a:lnTo>
                    <a:pt x="137817" y="45750"/>
                  </a:lnTo>
                  <a:lnTo>
                    <a:pt x="138434" y="44965"/>
                  </a:lnTo>
                  <a:lnTo>
                    <a:pt x="138225" y="44030"/>
                  </a:lnTo>
                  <a:lnTo>
                    <a:pt x="138405" y="43062"/>
                  </a:lnTo>
                  <a:lnTo>
                    <a:pt x="137188" y="41988"/>
                  </a:lnTo>
                  <a:lnTo>
                    <a:pt x="136724" y="41098"/>
                  </a:lnTo>
                  <a:lnTo>
                    <a:pt x="136039" y="40799"/>
                  </a:lnTo>
                  <a:lnTo>
                    <a:pt x="135681" y="40290"/>
                  </a:lnTo>
                  <a:lnTo>
                    <a:pt x="135939" y="39950"/>
                  </a:lnTo>
                  <a:lnTo>
                    <a:pt x="135722" y="39705"/>
                  </a:lnTo>
                  <a:lnTo>
                    <a:pt x="134619" y="39051"/>
                  </a:lnTo>
                  <a:lnTo>
                    <a:pt x="134358" y="38594"/>
                  </a:lnTo>
                  <a:lnTo>
                    <a:pt x="134969" y="38126"/>
                  </a:lnTo>
                  <a:lnTo>
                    <a:pt x="135035" y="36985"/>
                  </a:lnTo>
                  <a:lnTo>
                    <a:pt x="135529" y="36503"/>
                  </a:lnTo>
                  <a:lnTo>
                    <a:pt x="136089" y="36383"/>
                  </a:lnTo>
                  <a:lnTo>
                    <a:pt x="136241" y="35967"/>
                  </a:lnTo>
                  <a:lnTo>
                    <a:pt x="137001" y="35494"/>
                  </a:lnTo>
                  <a:lnTo>
                    <a:pt x="137768" y="34080"/>
                  </a:lnTo>
                  <a:lnTo>
                    <a:pt x="137630" y="31461"/>
                  </a:lnTo>
                  <a:lnTo>
                    <a:pt x="136776" y="28554"/>
                  </a:lnTo>
                  <a:lnTo>
                    <a:pt x="136921" y="25903"/>
                  </a:lnTo>
                  <a:lnTo>
                    <a:pt x="136202" y="24716"/>
                  </a:lnTo>
                  <a:lnTo>
                    <a:pt x="135905" y="23377"/>
                  </a:lnTo>
                  <a:lnTo>
                    <a:pt x="136004" y="22546"/>
                  </a:lnTo>
                  <a:lnTo>
                    <a:pt x="137551" y="21377"/>
                  </a:lnTo>
                  <a:lnTo>
                    <a:pt x="137722" y="20492"/>
                  </a:lnTo>
                  <a:lnTo>
                    <a:pt x="138417" y="19863"/>
                  </a:lnTo>
                  <a:lnTo>
                    <a:pt x="139179" y="19609"/>
                  </a:lnTo>
                  <a:lnTo>
                    <a:pt x="140891" y="19732"/>
                  </a:lnTo>
                  <a:lnTo>
                    <a:pt x="141231" y="20003"/>
                  </a:lnTo>
                  <a:lnTo>
                    <a:pt x="142246" y="19665"/>
                  </a:lnTo>
                  <a:lnTo>
                    <a:pt x="142799" y="19752"/>
                  </a:lnTo>
                  <a:lnTo>
                    <a:pt x="143137" y="19171"/>
                  </a:lnTo>
                  <a:lnTo>
                    <a:pt x="145731" y="18244"/>
                  </a:lnTo>
                  <a:lnTo>
                    <a:pt x="148215" y="18757"/>
                  </a:lnTo>
                  <a:lnTo>
                    <a:pt x="148353" y="19492"/>
                  </a:lnTo>
                  <a:lnTo>
                    <a:pt x="148621" y="19582"/>
                  </a:lnTo>
                  <a:lnTo>
                    <a:pt x="148640" y="19346"/>
                  </a:lnTo>
                  <a:lnTo>
                    <a:pt x="149837" y="18427"/>
                  </a:lnTo>
                  <a:lnTo>
                    <a:pt x="151211" y="16753"/>
                  </a:lnTo>
                  <a:lnTo>
                    <a:pt x="150563" y="14947"/>
                  </a:lnTo>
                  <a:lnTo>
                    <a:pt x="154188" y="12281"/>
                  </a:lnTo>
                  <a:lnTo>
                    <a:pt x="154396" y="11798"/>
                  </a:lnTo>
                  <a:lnTo>
                    <a:pt x="154189" y="11392"/>
                  </a:lnTo>
                  <a:lnTo>
                    <a:pt x="154557" y="10946"/>
                  </a:lnTo>
                  <a:lnTo>
                    <a:pt x="156600" y="11149"/>
                  </a:lnTo>
                  <a:lnTo>
                    <a:pt x="163147" y="7916"/>
                  </a:lnTo>
                  <a:lnTo>
                    <a:pt x="165208" y="5715"/>
                  </a:lnTo>
                  <a:lnTo>
                    <a:pt x="166692" y="4807"/>
                  </a:lnTo>
                  <a:lnTo>
                    <a:pt x="170061" y="1699"/>
                  </a:lnTo>
                  <a:lnTo>
                    <a:pt x="172954" y="0"/>
                  </a:lnTo>
                  <a:lnTo>
                    <a:pt x="174033" y="528"/>
                  </a:lnTo>
                  <a:lnTo>
                    <a:pt x="174423" y="332"/>
                  </a:lnTo>
                  <a:lnTo>
                    <a:pt x="176316" y="889"/>
                  </a:lnTo>
                  <a:lnTo>
                    <a:pt x="177102" y="1617"/>
                  </a:lnTo>
                  <a:lnTo>
                    <a:pt x="178633" y="1843"/>
                  </a:lnTo>
                  <a:lnTo>
                    <a:pt x="178738" y="2036"/>
                  </a:lnTo>
                  <a:lnTo>
                    <a:pt x="179345" y="1772"/>
                  </a:lnTo>
                  <a:lnTo>
                    <a:pt x="179801" y="2068"/>
                  </a:lnTo>
                  <a:lnTo>
                    <a:pt x="180333" y="2018"/>
                  </a:lnTo>
                  <a:lnTo>
                    <a:pt x="180869" y="1510"/>
                  </a:lnTo>
                  <a:lnTo>
                    <a:pt x="181248" y="1625"/>
                  </a:lnTo>
                  <a:lnTo>
                    <a:pt x="182964" y="1171"/>
                  </a:lnTo>
                  <a:lnTo>
                    <a:pt x="183477" y="413"/>
                  </a:lnTo>
                  <a:lnTo>
                    <a:pt x="184335" y="1030"/>
                  </a:lnTo>
                  <a:lnTo>
                    <a:pt x="184709" y="818"/>
                  </a:lnTo>
                  <a:lnTo>
                    <a:pt x="184817" y="381"/>
                  </a:lnTo>
                  <a:lnTo>
                    <a:pt x="185228" y="485"/>
                  </a:lnTo>
                  <a:lnTo>
                    <a:pt x="185334" y="816"/>
                  </a:lnTo>
                  <a:lnTo>
                    <a:pt x="186299" y="1432"/>
                  </a:lnTo>
                  <a:lnTo>
                    <a:pt x="186833" y="2238"/>
                  </a:lnTo>
                  <a:lnTo>
                    <a:pt x="187530" y="2338"/>
                  </a:lnTo>
                  <a:lnTo>
                    <a:pt x="188313" y="3333"/>
                  </a:lnTo>
                  <a:lnTo>
                    <a:pt x="188957" y="4171"/>
                  </a:lnTo>
                  <a:lnTo>
                    <a:pt x="190131" y="4230"/>
                  </a:lnTo>
                  <a:lnTo>
                    <a:pt x="190396" y="4896"/>
                  </a:lnTo>
                  <a:lnTo>
                    <a:pt x="190943" y="4859"/>
                  </a:lnTo>
                  <a:lnTo>
                    <a:pt x="190825" y="5051"/>
                  </a:lnTo>
                  <a:lnTo>
                    <a:pt x="191172" y="5190"/>
                  </a:lnTo>
                  <a:lnTo>
                    <a:pt x="191115" y="5585"/>
                  </a:lnTo>
                  <a:lnTo>
                    <a:pt x="191479" y="5587"/>
                  </a:lnTo>
                  <a:lnTo>
                    <a:pt x="192259" y="6712"/>
                  </a:lnTo>
                  <a:lnTo>
                    <a:pt x="192565" y="6516"/>
                  </a:lnTo>
                  <a:lnTo>
                    <a:pt x="192733" y="6678"/>
                  </a:lnTo>
                  <a:lnTo>
                    <a:pt x="192784" y="7239"/>
                  </a:lnTo>
                  <a:lnTo>
                    <a:pt x="193316" y="7581"/>
                  </a:lnTo>
                  <a:lnTo>
                    <a:pt x="193200" y="8154"/>
                  </a:lnTo>
                  <a:lnTo>
                    <a:pt x="193686" y="8211"/>
                  </a:lnTo>
                  <a:lnTo>
                    <a:pt x="193567" y="8568"/>
                  </a:lnTo>
                  <a:lnTo>
                    <a:pt x="194470" y="8780"/>
                  </a:lnTo>
                  <a:lnTo>
                    <a:pt x="194450" y="9470"/>
                  </a:lnTo>
                  <a:lnTo>
                    <a:pt x="194969" y="9567"/>
                  </a:lnTo>
                  <a:lnTo>
                    <a:pt x="194512" y="10237"/>
                  </a:lnTo>
                  <a:lnTo>
                    <a:pt x="195009" y="10531"/>
                  </a:lnTo>
                  <a:lnTo>
                    <a:pt x="195158" y="10340"/>
                  </a:lnTo>
                  <a:lnTo>
                    <a:pt x="195226" y="10659"/>
                  </a:lnTo>
                  <a:lnTo>
                    <a:pt x="195029" y="10822"/>
                  </a:lnTo>
                  <a:lnTo>
                    <a:pt x="195266" y="11393"/>
                  </a:lnTo>
                  <a:lnTo>
                    <a:pt x="195849" y="11306"/>
                  </a:lnTo>
                  <a:lnTo>
                    <a:pt x="195820" y="11889"/>
                  </a:lnTo>
                  <a:lnTo>
                    <a:pt x="195670" y="11759"/>
                  </a:lnTo>
                  <a:lnTo>
                    <a:pt x="195420" y="11951"/>
                  </a:lnTo>
                  <a:lnTo>
                    <a:pt x="196463" y="12597"/>
                  </a:lnTo>
                  <a:lnTo>
                    <a:pt x="196181" y="12712"/>
                  </a:lnTo>
                  <a:lnTo>
                    <a:pt x="196447" y="13016"/>
                  </a:lnTo>
                  <a:lnTo>
                    <a:pt x="196936" y="12855"/>
                  </a:lnTo>
                  <a:lnTo>
                    <a:pt x="196740" y="13188"/>
                  </a:lnTo>
                  <a:lnTo>
                    <a:pt x="197429" y="13556"/>
                  </a:lnTo>
                  <a:lnTo>
                    <a:pt x="197333" y="14123"/>
                  </a:lnTo>
                  <a:lnTo>
                    <a:pt x="197079" y="14315"/>
                  </a:lnTo>
                  <a:lnTo>
                    <a:pt x="197643" y="14817"/>
                  </a:lnTo>
                  <a:lnTo>
                    <a:pt x="197406" y="14905"/>
                  </a:lnTo>
                  <a:lnTo>
                    <a:pt x="197514" y="15252"/>
                  </a:lnTo>
                  <a:lnTo>
                    <a:pt x="197296" y="15555"/>
                  </a:lnTo>
                  <a:lnTo>
                    <a:pt x="197566" y="16274"/>
                  </a:lnTo>
                  <a:lnTo>
                    <a:pt x="198490" y="16351"/>
                  </a:lnTo>
                  <a:lnTo>
                    <a:pt x="198834" y="17119"/>
                  </a:lnTo>
                  <a:lnTo>
                    <a:pt x="200382" y="17894"/>
                  </a:lnTo>
                  <a:lnTo>
                    <a:pt x="200512" y="18226"/>
                  </a:lnTo>
                  <a:lnTo>
                    <a:pt x="200736" y="17931"/>
                  </a:lnTo>
                  <a:lnTo>
                    <a:pt x="201070" y="18637"/>
                  </a:lnTo>
                  <a:lnTo>
                    <a:pt x="201648" y="18946"/>
                  </a:lnTo>
                  <a:lnTo>
                    <a:pt x="201755" y="18373"/>
                  </a:lnTo>
                  <a:lnTo>
                    <a:pt x="202396" y="18556"/>
                  </a:lnTo>
                  <a:lnTo>
                    <a:pt x="203364" y="19966"/>
                  </a:lnTo>
                  <a:lnTo>
                    <a:pt x="203759" y="20012"/>
                  </a:lnTo>
                  <a:lnTo>
                    <a:pt x="203599" y="20287"/>
                  </a:lnTo>
                  <a:lnTo>
                    <a:pt x="204226" y="20914"/>
                  </a:lnTo>
                  <a:lnTo>
                    <a:pt x="204041" y="21317"/>
                  </a:lnTo>
                  <a:lnTo>
                    <a:pt x="204200" y="21509"/>
                  </a:lnTo>
                  <a:lnTo>
                    <a:pt x="205093" y="21797"/>
                  </a:lnTo>
                  <a:lnTo>
                    <a:pt x="205465" y="22217"/>
                  </a:lnTo>
                  <a:lnTo>
                    <a:pt x="205620" y="21993"/>
                  </a:lnTo>
                  <a:lnTo>
                    <a:pt x="207553" y="22212"/>
                  </a:lnTo>
                  <a:lnTo>
                    <a:pt x="208093" y="22583"/>
                  </a:lnTo>
                  <a:lnTo>
                    <a:pt x="208859" y="22577"/>
                  </a:lnTo>
                  <a:lnTo>
                    <a:pt x="209276" y="22332"/>
                  </a:lnTo>
                  <a:lnTo>
                    <a:pt x="209924" y="20298"/>
                  </a:lnTo>
                  <a:lnTo>
                    <a:pt x="209799" y="19432"/>
                  </a:lnTo>
                  <a:lnTo>
                    <a:pt x="210399" y="18292"/>
                  </a:lnTo>
                  <a:lnTo>
                    <a:pt x="211170" y="18223"/>
                  </a:lnTo>
                  <a:lnTo>
                    <a:pt x="211897" y="18549"/>
                  </a:lnTo>
                  <a:lnTo>
                    <a:pt x="214558" y="17342"/>
                  </a:lnTo>
                  <a:lnTo>
                    <a:pt x="215534" y="17730"/>
                  </a:lnTo>
                  <a:lnTo>
                    <a:pt x="216250" y="17201"/>
                  </a:lnTo>
                  <a:lnTo>
                    <a:pt x="219101" y="16982"/>
                  </a:lnTo>
                  <a:lnTo>
                    <a:pt x="219272" y="17051"/>
                  </a:lnTo>
                  <a:lnTo>
                    <a:pt x="218946" y="17404"/>
                  </a:lnTo>
                  <a:lnTo>
                    <a:pt x="218979" y="17933"/>
                  </a:lnTo>
                  <a:lnTo>
                    <a:pt x="219483" y="18480"/>
                  </a:lnTo>
                  <a:lnTo>
                    <a:pt x="220810" y="19266"/>
                  </a:lnTo>
                  <a:lnTo>
                    <a:pt x="221659" y="20395"/>
                  </a:lnTo>
                  <a:lnTo>
                    <a:pt x="222110" y="21725"/>
                  </a:lnTo>
                  <a:lnTo>
                    <a:pt x="221517" y="22393"/>
                  </a:lnTo>
                  <a:lnTo>
                    <a:pt x="222201" y="23851"/>
                  </a:lnTo>
                  <a:lnTo>
                    <a:pt x="223026" y="27083"/>
                  </a:lnTo>
                  <a:lnTo>
                    <a:pt x="224470" y="28778"/>
                  </a:lnTo>
                  <a:lnTo>
                    <a:pt x="226993" y="30362"/>
                  </a:lnTo>
                  <a:lnTo>
                    <a:pt x="227550" y="31531"/>
                  </a:lnTo>
                  <a:lnTo>
                    <a:pt x="228775" y="32861"/>
                  </a:lnTo>
                  <a:lnTo>
                    <a:pt x="231221" y="34731"/>
                  </a:lnTo>
                  <a:lnTo>
                    <a:pt x="232884" y="36504"/>
                  </a:lnTo>
                  <a:lnTo>
                    <a:pt x="234760" y="37433"/>
                  </a:lnTo>
                  <a:lnTo>
                    <a:pt x="236057" y="39312"/>
                  </a:lnTo>
                  <a:lnTo>
                    <a:pt x="237629" y="39984"/>
                  </a:lnTo>
                  <a:lnTo>
                    <a:pt x="238567" y="40743"/>
                  </a:lnTo>
                  <a:lnTo>
                    <a:pt x="240154" y="41173"/>
                  </a:lnTo>
                  <a:lnTo>
                    <a:pt x="241423" y="42182"/>
                  </a:lnTo>
                  <a:lnTo>
                    <a:pt x="242100" y="41606"/>
                  </a:lnTo>
                  <a:lnTo>
                    <a:pt x="243119" y="42411"/>
                  </a:lnTo>
                  <a:lnTo>
                    <a:pt x="244942" y="43117"/>
                  </a:lnTo>
                  <a:lnTo>
                    <a:pt x="247479" y="44925"/>
                  </a:lnTo>
                  <a:lnTo>
                    <a:pt x="248918" y="46712"/>
                  </a:lnTo>
                  <a:lnTo>
                    <a:pt x="249968" y="47201"/>
                  </a:lnTo>
                  <a:lnTo>
                    <a:pt x="251667" y="46661"/>
                  </a:lnTo>
                  <a:lnTo>
                    <a:pt x="253404" y="47685"/>
                  </a:lnTo>
                  <a:lnTo>
                    <a:pt x="253273" y="47121"/>
                  </a:lnTo>
                  <a:lnTo>
                    <a:pt x="252703" y="46814"/>
                  </a:lnTo>
                  <a:lnTo>
                    <a:pt x="252911" y="46221"/>
                  </a:lnTo>
                  <a:lnTo>
                    <a:pt x="252666" y="46303"/>
                  </a:lnTo>
                  <a:lnTo>
                    <a:pt x="252059" y="45528"/>
                  </a:lnTo>
                  <a:lnTo>
                    <a:pt x="252252" y="44889"/>
                  </a:lnTo>
                  <a:lnTo>
                    <a:pt x="252478" y="44814"/>
                  </a:lnTo>
                  <a:lnTo>
                    <a:pt x="252909" y="44259"/>
                  </a:lnTo>
                  <a:lnTo>
                    <a:pt x="253855" y="43898"/>
                  </a:lnTo>
                  <a:lnTo>
                    <a:pt x="254383" y="42685"/>
                  </a:lnTo>
                  <a:lnTo>
                    <a:pt x="255188" y="42565"/>
                  </a:lnTo>
                  <a:lnTo>
                    <a:pt x="255840" y="41489"/>
                  </a:lnTo>
                  <a:lnTo>
                    <a:pt x="258261" y="39971"/>
                  </a:lnTo>
                  <a:lnTo>
                    <a:pt x="258414" y="39759"/>
                  </a:lnTo>
                  <a:lnTo>
                    <a:pt x="258272" y="39608"/>
                  </a:lnTo>
                  <a:lnTo>
                    <a:pt x="258845" y="39778"/>
                  </a:lnTo>
                  <a:lnTo>
                    <a:pt x="260427" y="39020"/>
                  </a:lnTo>
                  <a:lnTo>
                    <a:pt x="261240" y="38167"/>
                  </a:lnTo>
                  <a:lnTo>
                    <a:pt x="262675" y="37228"/>
                  </a:lnTo>
                  <a:lnTo>
                    <a:pt x="264415" y="36661"/>
                  </a:lnTo>
                  <a:lnTo>
                    <a:pt x="264914" y="36132"/>
                  </a:lnTo>
                  <a:lnTo>
                    <a:pt x="266964" y="35265"/>
                  </a:lnTo>
                  <a:lnTo>
                    <a:pt x="266880" y="34624"/>
                  </a:lnTo>
                  <a:lnTo>
                    <a:pt x="268321" y="34516"/>
                  </a:lnTo>
                  <a:lnTo>
                    <a:pt x="272167" y="33152"/>
                  </a:lnTo>
                  <a:lnTo>
                    <a:pt x="272405" y="31982"/>
                  </a:lnTo>
                  <a:lnTo>
                    <a:pt x="274842" y="32357"/>
                  </a:lnTo>
                  <a:lnTo>
                    <a:pt x="275099" y="32480"/>
                  </a:lnTo>
                  <a:lnTo>
                    <a:pt x="274861" y="35063"/>
                  </a:lnTo>
                  <a:lnTo>
                    <a:pt x="274381" y="35355"/>
                  </a:lnTo>
                  <a:lnTo>
                    <a:pt x="274186" y="36565"/>
                  </a:lnTo>
                  <a:lnTo>
                    <a:pt x="273808" y="36969"/>
                  </a:lnTo>
                  <a:lnTo>
                    <a:pt x="273229" y="40853"/>
                  </a:lnTo>
                  <a:lnTo>
                    <a:pt x="271818" y="40671"/>
                  </a:lnTo>
                  <a:lnTo>
                    <a:pt x="270993" y="41259"/>
                  </a:lnTo>
                  <a:lnTo>
                    <a:pt x="271690" y="42902"/>
                  </a:lnTo>
                  <a:lnTo>
                    <a:pt x="268939" y="43455"/>
                  </a:lnTo>
                  <a:lnTo>
                    <a:pt x="268418" y="45667"/>
                  </a:lnTo>
                  <a:lnTo>
                    <a:pt x="269028" y="46030"/>
                  </a:lnTo>
                  <a:lnTo>
                    <a:pt x="269836" y="47505"/>
                  </a:lnTo>
                  <a:lnTo>
                    <a:pt x="270530" y="48061"/>
                  </a:lnTo>
                  <a:lnTo>
                    <a:pt x="270913" y="48824"/>
                  </a:lnTo>
                  <a:lnTo>
                    <a:pt x="272106" y="50063"/>
                  </a:lnTo>
                  <a:lnTo>
                    <a:pt x="273556" y="50857"/>
                  </a:lnTo>
                  <a:lnTo>
                    <a:pt x="275644" y="51410"/>
                  </a:lnTo>
                  <a:lnTo>
                    <a:pt x="275854" y="50818"/>
                  </a:lnTo>
                  <a:lnTo>
                    <a:pt x="278241" y="51444"/>
                  </a:lnTo>
                  <a:lnTo>
                    <a:pt x="279125" y="50804"/>
                  </a:lnTo>
                  <a:lnTo>
                    <a:pt x="280458" y="51048"/>
                  </a:lnTo>
                  <a:lnTo>
                    <a:pt x="280958" y="50498"/>
                  </a:lnTo>
                  <a:lnTo>
                    <a:pt x="282226" y="50235"/>
                  </a:lnTo>
                  <a:lnTo>
                    <a:pt x="283208" y="49487"/>
                  </a:lnTo>
                  <a:lnTo>
                    <a:pt x="284353" y="49090"/>
                  </a:lnTo>
                  <a:lnTo>
                    <a:pt x="287562" y="48565"/>
                  </a:lnTo>
                  <a:lnTo>
                    <a:pt x="287878" y="49083"/>
                  </a:lnTo>
                  <a:lnTo>
                    <a:pt x="288205" y="50923"/>
                  </a:lnTo>
                  <a:lnTo>
                    <a:pt x="288721" y="50960"/>
                  </a:lnTo>
                  <a:lnTo>
                    <a:pt x="289297" y="50226"/>
                  </a:lnTo>
                  <a:lnTo>
                    <a:pt x="289663" y="50162"/>
                  </a:lnTo>
                  <a:lnTo>
                    <a:pt x="289984" y="50227"/>
                  </a:lnTo>
                  <a:lnTo>
                    <a:pt x="290037" y="50481"/>
                  </a:lnTo>
                  <a:lnTo>
                    <a:pt x="291018" y="50677"/>
                  </a:lnTo>
                  <a:lnTo>
                    <a:pt x="291191" y="51050"/>
                  </a:lnTo>
                  <a:lnTo>
                    <a:pt x="291392" y="50927"/>
                  </a:lnTo>
                  <a:lnTo>
                    <a:pt x="291953" y="50838"/>
                  </a:lnTo>
                  <a:lnTo>
                    <a:pt x="293430" y="51427"/>
                  </a:lnTo>
                  <a:lnTo>
                    <a:pt x="294081" y="54721"/>
                  </a:lnTo>
                  <a:lnTo>
                    <a:pt x="295048" y="55307"/>
                  </a:lnTo>
                  <a:lnTo>
                    <a:pt x="295561" y="55296"/>
                  </a:lnTo>
                  <a:lnTo>
                    <a:pt x="296385" y="52098"/>
                  </a:lnTo>
                  <a:lnTo>
                    <a:pt x="296942" y="51970"/>
                  </a:lnTo>
                  <a:lnTo>
                    <a:pt x="297946" y="52405"/>
                  </a:lnTo>
                  <a:lnTo>
                    <a:pt x="298175" y="52315"/>
                  </a:lnTo>
                  <a:lnTo>
                    <a:pt x="298743" y="52791"/>
                  </a:lnTo>
                  <a:lnTo>
                    <a:pt x="299302" y="52617"/>
                  </a:lnTo>
                  <a:lnTo>
                    <a:pt x="300233" y="53031"/>
                  </a:lnTo>
                  <a:lnTo>
                    <a:pt x="301843" y="56878"/>
                  </a:lnTo>
                  <a:lnTo>
                    <a:pt x="303091" y="56093"/>
                  </a:lnTo>
                  <a:lnTo>
                    <a:pt x="303459" y="55009"/>
                  </a:lnTo>
                  <a:lnTo>
                    <a:pt x="303813" y="54504"/>
                  </a:lnTo>
                  <a:lnTo>
                    <a:pt x="304618" y="54161"/>
                  </a:lnTo>
                  <a:lnTo>
                    <a:pt x="305334" y="52680"/>
                  </a:lnTo>
                  <a:lnTo>
                    <a:pt x="305516" y="51677"/>
                  </a:lnTo>
                  <a:lnTo>
                    <a:pt x="304807" y="50741"/>
                  </a:lnTo>
                  <a:lnTo>
                    <a:pt x="304679" y="50211"/>
                  </a:lnTo>
                  <a:lnTo>
                    <a:pt x="308623" y="46581"/>
                  </a:lnTo>
                  <a:lnTo>
                    <a:pt x="309495" y="45175"/>
                  </a:lnTo>
                  <a:lnTo>
                    <a:pt x="309425" y="44803"/>
                  </a:lnTo>
                  <a:lnTo>
                    <a:pt x="310501" y="43497"/>
                  </a:lnTo>
                  <a:lnTo>
                    <a:pt x="311296" y="41747"/>
                  </a:lnTo>
                  <a:lnTo>
                    <a:pt x="312836" y="40739"/>
                  </a:lnTo>
                  <a:lnTo>
                    <a:pt x="313272" y="40041"/>
                  </a:lnTo>
                  <a:lnTo>
                    <a:pt x="313369" y="39410"/>
                  </a:lnTo>
                  <a:lnTo>
                    <a:pt x="313720" y="39053"/>
                  </a:lnTo>
                  <a:lnTo>
                    <a:pt x="314525" y="36039"/>
                  </a:lnTo>
                  <a:lnTo>
                    <a:pt x="318616" y="35820"/>
                  </a:lnTo>
                  <a:lnTo>
                    <a:pt x="318812" y="38485"/>
                  </a:lnTo>
                  <a:lnTo>
                    <a:pt x="320183" y="40561"/>
                  </a:lnTo>
                  <a:lnTo>
                    <a:pt x="320192" y="41134"/>
                  </a:lnTo>
                  <a:lnTo>
                    <a:pt x="320876" y="41735"/>
                  </a:lnTo>
                  <a:lnTo>
                    <a:pt x="321208" y="42423"/>
                  </a:lnTo>
                  <a:lnTo>
                    <a:pt x="322394" y="42771"/>
                  </a:lnTo>
                  <a:lnTo>
                    <a:pt x="323809" y="44879"/>
                  </a:lnTo>
                  <a:lnTo>
                    <a:pt x="324000" y="46659"/>
                  </a:lnTo>
                  <a:lnTo>
                    <a:pt x="323783" y="47475"/>
                  </a:lnTo>
                  <a:lnTo>
                    <a:pt x="324657" y="49084"/>
                  </a:lnTo>
                  <a:lnTo>
                    <a:pt x="325266" y="49707"/>
                  </a:lnTo>
                  <a:lnTo>
                    <a:pt x="325474" y="50947"/>
                  </a:lnTo>
                  <a:lnTo>
                    <a:pt x="325939" y="51473"/>
                  </a:lnTo>
                  <a:lnTo>
                    <a:pt x="326438" y="51658"/>
                  </a:lnTo>
                  <a:lnTo>
                    <a:pt x="326525" y="52358"/>
                  </a:lnTo>
                  <a:lnTo>
                    <a:pt x="327400" y="53243"/>
                  </a:lnTo>
                  <a:lnTo>
                    <a:pt x="328391" y="53490"/>
                  </a:lnTo>
                  <a:lnTo>
                    <a:pt x="329064" y="54329"/>
                  </a:lnTo>
                  <a:lnTo>
                    <a:pt x="330880" y="54624"/>
                  </a:lnTo>
                  <a:lnTo>
                    <a:pt x="331179" y="54879"/>
                  </a:lnTo>
                  <a:lnTo>
                    <a:pt x="330704" y="55299"/>
                  </a:lnTo>
                  <a:lnTo>
                    <a:pt x="330942" y="55651"/>
                  </a:lnTo>
                  <a:lnTo>
                    <a:pt x="330809" y="56538"/>
                  </a:lnTo>
                  <a:lnTo>
                    <a:pt x="331300" y="57235"/>
                  </a:lnTo>
                  <a:lnTo>
                    <a:pt x="332316" y="57483"/>
                  </a:lnTo>
                  <a:lnTo>
                    <a:pt x="332799" y="58567"/>
                  </a:lnTo>
                  <a:lnTo>
                    <a:pt x="334138" y="59203"/>
                  </a:lnTo>
                  <a:lnTo>
                    <a:pt x="334735" y="59858"/>
                  </a:lnTo>
                  <a:lnTo>
                    <a:pt x="334924" y="59936"/>
                  </a:lnTo>
                  <a:lnTo>
                    <a:pt x="335002" y="59739"/>
                  </a:lnTo>
                  <a:lnTo>
                    <a:pt x="335759" y="60428"/>
                  </a:lnTo>
                  <a:lnTo>
                    <a:pt x="336529" y="61342"/>
                  </a:lnTo>
                  <a:lnTo>
                    <a:pt x="336491" y="61624"/>
                  </a:lnTo>
                  <a:lnTo>
                    <a:pt x="336978" y="62294"/>
                  </a:lnTo>
                  <a:lnTo>
                    <a:pt x="337624" y="62404"/>
                  </a:lnTo>
                  <a:lnTo>
                    <a:pt x="338456" y="63173"/>
                  </a:lnTo>
                  <a:lnTo>
                    <a:pt x="338375" y="63459"/>
                  </a:lnTo>
                  <a:lnTo>
                    <a:pt x="338693" y="63743"/>
                  </a:lnTo>
                  <a:lnTo>
                    <a:pt x="339066" y="64879"/>
                  </a:lnTo>
                  <a:lnTo>
                    <a:pt x="339612" y="64854"/>
                  </a:lnTo>
                  <a:lnTo>
                    <a:pt x="340709" y="65422"/>
                  </a:lnTo>
                  <a:lnTo>
                    <a:pt x="341563" y="66100"/>
                  </a:lnTo>
                  <a:lnTo>
                    <a:pt x="341740" y="66565"/>
                  </a:lnTo>
                  <a:lnTo>
                    <a:pt x="342497" y="66867"/>
                  </a:lnTo>
                  <a:lnTo>
                    <a:pt x="342743" y="67215"/>
                  </a:lnTo>
                  <a:lnTo>
                    <a:pt x="342598" y="68037"/>
                  </a:lnTo>
                  <a:lnTo>
                    <a:pt x="344538" y="69984"/>
                  </a:lnTo>
                  <a:lnTo>
                    <a:pt x="345205" y="69755"/>
                  </a:lnTo>
                  <a:lnTo>
                    <a:pt x="345947" y="69829"/>
                  </a:lnTo>
                  <a:lnTo>
                    <a:pt x="346394" y="70066"/>
                  </a:lnTo>
                  <a:lnTo>
                    <a:pt x="346487" y="70735"/>
                  </a:lnTo>
                  <a:lnTo>
                    <a:pt x="347076" y="70992"/>
                  </a:lnTo>
                  <a:lnTo>
                    <a:pt x="347379" y="70829"/>
                  </a:lnTo>
                  <a:lnTo>
                    <a:pt x="347938" y="70970"/>
                  </a:lnTo>
                  <a:lnTo>
                    <a:pt x="348035" y="71263"/>
                  </a:lnTo>
                  <a:lnTo>
                    <a:pt x="349277" y="71511"/>
                  </a:lnTo>
                  <a:lnTo>
                    <a:pt x="350124" y="71563"/>
                  </a:lnTo>
                  <a:lnTo>
                    <a:pt x="351623" y="70949"/>
                  </a:lnTo>
                  <a:lnTo>
                    <a:pt x="353188" y="70896"/>
                  </a:lnTo>
                  <a:lnTo>
                    <a:pt x="353446" y="71626"/>
                  </a:lnTo>
                  <a:lnTo>
                    <a:pt x="354239" y="71368"/>
                  </a:lnTo>
                  <a:lnTo>
                    <a:pt x="354703" y="71604"/>
                  </a:lnTo>
                  <a:lnTo>
                    <a:pt x="354850" y="71974"/>
                  </a:lnTo>
                  <a:lnTo>
                    <a:pt x="355284" y="72098"/>
                  </a:lnTo>
                  <a:lnTo>
                    <a:pt x="355113" y="72578"/>
                  </a:lnTo>
                  <a:lnTo>
                    <a:pt x="355308" y="73042"/>
                  </a:lnTo>
                  <a:lnTo>
                    <a:pt x="356303" y="73567"/>
                  </a:lnTo>
                  <a:lnTo>
                    <a:pt x="356416" y="73898"/>
                  </a:lnTo>
                  <a:lnTo>
                    <a:pt x="357342" y="74670"/>
                  </a:lnTo>
                  <a:lnTo>
                    <a:pt x="357536" y="75307"/>
                  </a:lnTo>
                  <a:lnTo>
                    <a:pt x="358682" y="76475"/>
                  </a:lnTo>
                  <a:lnTo>
                    <a:pt x="360068" y="77195"/>
                  </a:lnTo>
                  <a:lnTo>
                    <a:pt x="361155" y="77447"/>
                  </a:lnTo>
                  <a:lnTo>
                    <a:pt x="361164" y="78196"/>
                  </a:lnTo>
                  <a:lnTo>
                    <a:pt x="362528" y="78337"/>
                  </a:lnTo>
                  <a:lnTo>
                    <a:pt x="365724" y="79319"/>
                  </a:lnTo>
                  <a:lnTo>
                    <a:pt x="367506" y="79401"/>
                  </a:lnTo>
                  <a:lnTo>
                    <a:pt x="369669" y="80800"/>
                  </a:lnTo>
                  <a:lnTo>
                    <a:pt x="371032" y="81364"/>
                  </a:lnTo>
                  <a:lnTo>
                    <a:pt x="376016" y="87251"/>
                  </a:lnTo>
                  <a:lnTo>
                    <a:pt x="376437" y="88101"/>
                  </a:lnTo>
                  <a:lnTo>
                    <a:pt x="376269" y="89739"/>
                  </a:lnTo>
                  <a:lnTo>
                    <a:pt x="376618" y="91366"/>
                  </a:lnTo>
                  <a:lnTo>
                    <a:pt x="376262" y="92173"/>
                  </a:lnTo>
                  <a:lnTo>
                    <a:pt x="375728" y="92410"/>
                  </a:lnTo>
                  <a:lnTo>
                    <a:pt x="372774" y="90382"/>
                  </a:lnTo>
                  <a:lnTo>
                    <a:pt x="371420" y="90394"/>
                  </a:lnTo>
                  <a:lnTo>
                    <a:pt x="369658" y="89814"/>
                  </a:lnTo>
                  <a:lnTo>
                    <a:pt x="367181" y="91411"/>
                  </a:lnTo>
                  <a:lnTo>
                    <a:pt x="366777" y="92647"/>
                  </a:lnTo>
                  <a:lnTo>
                    <a:pt x="368139" y="92092"/>
                  </a:lnTo>
                  <a:lnTo>
                    <a:pt x="368787" y="92132"/>
                  </a:lnTo>
                  <a:lnTo>
                    <a:pt x="370029" y="92781"/>
                  </a:lnTo>
                  <a:lnTo>
                    <a:pt x="370414" y="93407"/>
                  </a:lnTo>
                  <a:lnTo>
                    <a:pt x="369576" y="94862"/>
                  </a:lnTo>
                  <a:lnTo>
                    <a:pt x="366149" y="99499"/>
                  </a:lnTo>
                  <a:lnTo>
                    <a:pt x="365308" y="100305"/>
                  </a:lnTo>
                  <a:lnTo>
                    <a:pt x="362801" y="101371"/>
                  </a:lnTo>
                  <a:lnTo>
                    <a:pt x="362644" y="101620"/>
                  </a:lnTo>
                  <a:lnTo>
                    <a:pt x="361187" y="104555"/>
                  </a:lnTo>
                  <a:lnTo>
                    <a:pt x="361293" y="106080"/>
                  </a:lnTo>
                  <a:lnTo>
                    <a:pt x="361864" y="107879"/>
                  </a:lnTo>
                  <a:lnTo>
                    <a:pt x="361808" y="108650"/>
                  </a:lnTo>
                  <a:lnTo>
                    <a:pt x="359674" y="111327"/>
                  </a:lnTo>
                  <a:lnTo>
                    <a:pt x="358616" y="115725"/>
                  </a:lnTo>
                  <a:lnTo>
                    <a:pt x="357803" y="116888"/>
                  </a:lnTo>
                  <a:lnTo>
                    <a:pt x="357410" y="118641"/>
                  </a:lnTo>
                  <a:lnTo>
                    <a:pt x="356808" y="119509"/>
                  </a:lnTo>
                  <a:lnTo>
                    <a:pt x="355126" y="120467"/>
                  </a:lnTo>
                  <a:lnTo>
                    <a:pt x="349488" y="120744"/>
                  </a:lnTo>
                  <a:lnTo>
                    <a:pt x="349525" y="120980"/>
                  </a:lnTo>
                  <a:lnTo>
                    <a:pt x="349796" y="120870"/>
                  </a:lnTo>
                  <a:lnTo>
                    <a:pt x="349983" y="121164"/>
                  </a:lnTo>
                  <a:lnTo>
                    <a:pt x="349843" y="121658"/>
                  </a:lnTo>
                  <a:lnTo>
                    <a:pt x="350132" y="121768"/>
                  </a:lnTo>
                  <a:lnTo>
                    <a:pt x="350166" y="122748"/>
                  </a:lnTo>
                  <a:lnTo>
                    <a:pt x="347975" y="122946"/>
                  </a:lnTo>
                  <a:lnTo>
                    <a:pt x="347162" y="124005"/>
                  </a:lnTo>
                  <a:lnTo>
                    <a:pt x="346900" y="125447"/>
                  </a:lnTo>
                  <a:lnTo>
                    <a:pt x="346541" y="126175"/>
                  </a:lnTo>
                  <a:lnTo>
                    <a:pt x="347090" y="126183"/>
                  </a:lnTo>
                  <a:lnTo>
                    <a:pt x="347648" y="126922"/>
                  </a:lnTo>
                  <a:lnTo>
                    <a:pt x="347431" y="128294"/>
                  </a:lnTo>
                  <a:lnTo>
                    <a:pt x="346621" y="128300"/>
                  </a:lnTo>
                  <a:lnTo>
                    <a:pt x="346579" y="128774"/>
                  </a:lnTo>
                  <a:lnTo>
                    <a:pt x="347257" y="128885"/>
                  </a:lnTo>
                  <a:lnTo>
                    <a:pt x="346949" y="129963"/>
                  </a:lnTo>
                  <a:lnTo>
                    <a:pt x="346335" y="130678"/>
                  </a:lnTo>
                  <a:lnTo>
                    <a:pt x="347260" y="131767"/>
                  </a:lnTo>
                  <a:lnTo>
                    <a:pt x="347177" y="132073"/>
                  </a:lnTo>
                  <a:lnTo>
                    <a:pt x="345966" y="134186"/>
                  </a:lnTo>
                  <a:lnTo>
                    <a:pt x="343918" y="135556"/>
                  </a:lnTo>
                  <a:lnTo>
                    <a:pt x="343621" y="136129"/>
                  </a:lnTo>
                  <a:lnTo>
                    <a:pt x="343795" y="137290"/>
                  </a:lnTo>
                  <a:lnTo>
                    <a:pt x="344220" y="137757"/>
                  </a:lnTo>
                  <a:lnTo>
                    <a:pt x="343285" y="138796"/>
                  </a:lnTo>
                  <a:lnTo>
                    <a:pt x="343165" y="139438"/>
                  </a:lnTo>
                  <a:lnTo>
                    <a:pt x="343730" y="139697"/>
                  </a:lnTo>
                  <a:lnTo>
                    <a:pt x="343548" y="140567"/>
                  </a:lnTo>
                  <a:lnTo>
                    <a:pt x="343791" y="141468"/>
                  </a:lnTo>
                  <a:lnTo>
                    <a:pt x="343076" y="142558"/>
                  </a:lnTo>
                  <a:lnTo>
                    <a:pt x="342990" y="143144"/>
                  </a:lnTo>
                  <a:lnTo>
                    <a:pt x="344409" y="143005"/>
                  </a:lnTo>
                  <a:lnTo>
                    <a:pt x="346693" y="143907"/>
                  </a:lnTo>
                  <a:lnTo>
                    <a:pt x="347829" y="143620"/>
                  </a:lnTo>
                  <a:lnTo>
                    <a:pt x="349037" y="143978"/>
                  </a:lnTo>
                  <a:lnTo>
                    <a:pt x="349044" y="144198"/>
                  </a:lnTo>
                  <a:lnTo>
                    <a:pt x="348374" y="144494"/>
                  </a:lnTo>
                  <a:lnTo>
                    <a:pt x="348184" y="145026"/>
                  </a:lnTo>
                  <a:lnTo>
                    <a:pt x="350191" y="146567"/>
                  </a:lnTo>
                  <a:lnTo>
                    <a:pt x="350961" y="145883"/>
                  </a:lnTo>
                  <a:lnTo>
                    <a:pt x="351361" y="145921"/>
                  </a:lnTo>
                  <a:lnTo>
                    <a:pt x="352115" y="146645"/>
                  </a:lnTo>
                  <a:lnTo>
                    <a:pt x="351341" y="148321"/>
                  </a:lnTo>
                  <a:lnTo>
                    <a:pt x="350740" y="149167"/>
                  </a:lnTo>
                  <a:lnTo>
                    <a:pt x="350528" y="149144"/>
                  </a:lnTo>
                  <a:lnTo>
                    <a:pt x="350263" y="149646"/>
                  </a:lnTo>
                  <a:lnTo>
                    <a:pt x="349381" y="150397"/>
                  </a:lnTo>
                  <a:lnTo>
                    <a:pt x="349584" y="150556"/>
                  </a:lnTo>
                  <a:lnTo>
                    <a:pt x="348536" y="152102"/>
                  </a:lnTo>
                  <a:lnTo>
                    <a:pt x="348999" y="153137"/>
                  </a:lnTo>
                  <a:lnTo>
                    <a:pt x="349901" y="153529"/>
                  </a:lnTo>
                  <a:lnTo>
                    <a:pt x="349735" y="154264"/>
                  </a:lnTo>
                  <a:lnTo>
                    <a:pt x="348160" y="154104"/>
                  </a:lnTo>
                  <a:lnTo>
                    <a:pt x="347804" y="154326"/>
                  </a:lnTo>
                  <a:lnTo>
                    <a:pt x="347419" y="154106"/>
                  </a:lnTo>
                  <a:lnTo>
                    <a:pt x="346636" y="154163"/>
                  </a:lnTo>
                  <a:lnTo>
                    <a:pt x="346293" y="153840"/>
                  </a:lnTo>
                  <a:lnTo>
                    <a:pt x="345988" y="154083"/>
                  </a:lnTo>
                  <a:lnTo>
                    <a:pt x="345236" y="154031"/>
                  </a:lnTo>
                  <a:lnTo>
                    <a:pt x="344981" y="154232"/>
                  </a:lnTo>
                  <a:lnTo>
                    <a:pt x="344517" y="154012"/>
                  </a:lnTo>
                  <a:lnTo>
                    <a:pt x="344003" y="154258"/>
                  </a:lnTo>
                  <a:lnTo>
                    <a:pt x="343526" y="155126"/>
                  </a:lnTo>
                  <a:lnTo>
                    <a:pt x="342171" y="156291"/>
                  </a:lnTo>
                  <a:lnTo>
                    <a:pt x="343371" y="156269"/>
                  </a:lnTo>
                  <a:lnTo>
                    <a:pt x="350272" y="159527"/>
                  </a:lnTo>
                  <a:lnTo>
                    <a:pt x="351196" y="158869"/>
                  </a:lnTo>
                  <a:lnTo>
                    <a:pt x="352657" y="157254"/>
                  </a:lnTo>
                  <a:lnTo>
                    <a:pt x="352922" y="157536"/>
                  </a:lnTo>
                  <a:lnTo>
                    <a:pt x="351699" y="158627"/>
                  </a:lnTo>
                  <a:lnTo>
                    <a:pt x="350910" y="159687"/>
                  </a:lnTo>
                  <a:lnTo>
                    <a:pt x="350862" y="160542"/>
                  </a:lnTo>
                  <a:lnTo>
                    <a:pt x="350133" y="162401"/>
                  </a:lnTo>
                  <a:lnTo>
                    <a:pt x="351650" y="161789"/>
                  </a:lnTo>
                  <a:lnTo>
                    <a:pt x="351385" y="164434"/>
                  </a:lnTo>
                  <a:lnTo>
                    <a:pt x="352530" y="167416"/>
                  </a:lnTo>
                  <a:lnTo>
                    <a:pt x="355013" y="165757"/>
                  </a:lnTo>
                  <a:lnTo>
                    <a:pt x="355990" y="165573"/>
                  </a:lnTo>
                  <a:lnTo>
                    <a:pt x="358874" y="164092"/>
                  </a:lnTo>
                  <a:lnTo>
                    <a:pt x="359806" y="164048"/>
                  </a:lnTo>
                  <a:lnTo>
                    <a:pt x="359687" y="164955"/>
                  </a:lnTo>
                  <a:lnTo>
                    <a:pt x="360211" y="165020"/>
                  </a:lnTo>
                  <a:lnTo>
                    <a:pt x="360174" y="165499"/>
                  </a:lnTo>
                  <a:lnTo>
                    <a:pt x="360373" y="165713"/>
                  </a:lnTo>
                  <a:lnTo>
                    <a:pt x="360718" y="165518"/>
                  </a:lnTo>
                  <a:lnTo>
                    <a:pt x="361053" y="166366"/>
                  </a:lnTo>
                  <a:lnTo>
                    <a:pt x="360953" y="166692"/>
                  </a:lnTo>
                  <a:lnTo>
                    <a:pt x="361422" y="167114"/>
                  </a:lnTo>
                  <a:lnTo>
                    <a:pt x="360968" y="167780"/>
                  </a:lnTo>
                  <a:lnTo>
                    <a:pt x="361324" y="168890"/>
                  </a:lnTo>
                  <a:lnTo>
                    <a:pt x="361418" y="170826"/>
                  </a:lnTo>
                  <a:lnTo>
                    <a:pt x="362095" y="171527"/>
                  </a:lnTo>
                  <a:lnTo>
                    <a:pt x="362289" y="171308"/>
                  </a:lnTo>
                  <a:lnTo>
                    <a:pt x="363255" y="172170"/>
                  </a:lnTo>
                  <a:lnTo>
                    <a:pt x="363187" y="172491"/>
                  </a:lnTo>
                  <a:lnTo>
                    <a:pt x="363772" y="173452"/>
                  </a:lnTo>
                  <a:lnTo>
                    <a:pt x="363404" y="174090"/>
                  </a:lnTo>
                  <a:lnTo>
                    <a:pt x="363585" y="174567"/>
                  </a:lnTo>
                  <a:lnTo>
                    <a:pt x="363216" y="175659"/>
                  </a:lnTo>
                  <a:lnTo>
                    <a:pt x="363433" y="176671"/>
                  </a:lnTo>
                  <a:lnTo>
                    <a:pt x="363207" y="176698"/>
                  </a:lnTo>
                  <a:lnTo>
                    <a:pt x="363217" y="177070"/>
                  </a:lnTo>
                  <a:lnTo>
                    <a:pt x="362872" y="177463"/>
                  </a:lnTo>
                  <a:lnTo>
                    <a:pt x="363487" y="177651"/>
                  </a:lnTo>
                  <a:lnTo>
                    <a:pt x="363380" y="178797"/>
                  </a:lnTo>
                  <a:lnTo>
                    <a:pt x="362530" y="179127"/>
                  </a:lnTo>
                  <a:lnTo>
                    <a:pt x="362491" y="180101"/>
                  </a:lnTo>
                  <a:lnTo>
                    <a:pt x="362149" y="180582"/>
                  </a:lnTo>
                  <a:lnTo>
                    <a:pt x="361025" y="179589"/>
                  </a:lnTo>
                  <a:lnTo>
                    <a:pt x="359781" y="178919"/>
                  </a:lnTo>
                  <a:lnTo>
                    <a:pt x="358527" y="180206"/>
                  </a:lnTo>
                  <a:lnTo>
                    <a:pt x="359231" y="180232"/>
                  </a:lnTo>
                  <a:lnTo>
                    <a:pt x="359472" y="181023"/>
                  </a:lnTo>
                  <a:lnTo>
                    <a:pt x="359871" y="181086"/>
                  </a:lnTo>
                  <a:lnTo>
                    <a:pt x="361599" y="183109"/>
                  </a:lnTo>
                  <a:lnTo>
                    <a:pt x="359880" y="184381"/>
                  </a:lnTo>
                  <a:lnTo>
                    <a:pt x="359468" y="185081"/>
                  </a:lnTo>
                  <a:lnTo>
                    <a:pt x="358642" y="184903"/>
                  </a:lnTo>
                  <a:lnTo>
                    <a:pt x="357549" y="186656"/>
                  </a:lnTo>
                  <a:lnTo>
                    <a:pt x="357198" y="186194"/>
                  </a:lnTo>
                  <a:lnTo>
                    <a:pt x="355621" y="187653"/>
                  </a:lnTo>
                  <a:lnTo>
                    <a:pt x="354521" y="188240"/>
                  </a:lnTo>
                  <a:lnTo>
                    <a:pt x="353777" y="189176"/>
                  </a:lnTo>
                  <a:lnTo>
                    <a:pt x="351117" y="190590"/>
                  </a:lnTo>
                  <a:lnTo>
                    <a:pt x="349582" y="191861"/>
                  </a:lnTo>
                  <a:lnTo>
                    <a:pt x="349797" y="192442"/>
                  </a:lnTo>
                  <a:lnTo>
                    <a:pt x="351345" y="193768"/>
                  </a:lnTo>
                  <a:lnTo>
                    <a:pt x="352138" y="194921"/>
                  </a:lnTo>
                  <a:lnTo>
                    <a:pt x="354548" y="196869"/>
                  </a:lnTo>
                  <a:lnTo>
                    <a:pt x="356748" y="200397"/>
                  </a:lnTo>
                  <a:lnTo>
                    <a:pt x="357315" y="202094"/>
                  </a:lnTo>
                  <a:lnTo>
                    <a:pt x="353813" y="204463"/>
                  </a:lnTo>
                  <a:lnTo>
                    <a:pt x="353578" y="204087"/>
                  </a:lnTo>
                  <a:lnTo>
                    <a:pt x="353000" y="204412"/>
                  </a:lnTo>
                  <a:lnTo>
                    <a:pt x="353543" y="206627"/>
                  </a:lnTo>
                  <a:lnTo>
                    <a:pt x="352590" y="205945"/>
                  </a:lnTo>
                  <a:lnTo>
                    <a:pt x="353026" y="205436"/>
                  </a:lnTo>
                  <a:lnTo>
                    <a:pt x="352743" y="205222"/>
                  </a:lnTo>
                  <a:lnTo>
                    <a:pt x="352479" y="205819"/>
                  </a:lnTo>
                  <a:lnTo>
                    <a:pt x="350464" y="205076"/>
                  </a:lnTo>
                  <a:lnTo>
                    <a:pt x="346251" y="205090"/>
                  </a:lnTo>
                  <a:lnTo>
                    <a:pt x="344480" y="204579"/>
                  </a:lnTo>
                  <a:lnTo>
                    <a:pt x="343075" y="203211"/>
                  </a:lnTo>
                  <a:lnTo>
                    <a:pt x="341523" y="202490"/>
                  </a:lnTo>
                  <a:lnTo>
                    <a:pt x="341721" y="202685"/>
                  </a:lnTo>
                  <a:lnTo>
                    <a:pt x="341356" y="202851"/>
                  </a:lnTo>
                  <a:lnTo>
                    <a:pt x="337387" y="209588"/>
                  </a:lnTo>
                  <a:lnTo>
                    <a:pt x="336961" y="213481"/>
                  </a:lnTo>
                  <a:lnTo>
                    <a:pt x="335140" y="212420"/>
                  </a:lnTo>
                  <a:lnTo>
                    <a:pt x="334869" y="213256"/>
                  </a:lnTo>
                  <a:lnTo>
                    <a:pt x="333152" y="212252"/>
                  </a:lnTo>
                  <a:lnTo>
                    <a:pt x="330340" y="214924"/>
                  </a:lnTo>
                  <a:lnTo>
                    <a:pt x="328774" y="216955"/>
                  </a:lnTo>
                  <a:lnTo>
                    <a:pt x="326999" y="216335"/>
                  </a:lnTo>
                  <a:lnTo>
                    <a:pt x="326071" y="215367"/>
                  </a:lnTo>
                  <a:lnTo>
                    <a:pt x="327358" y="213588"/>
                  </a:lnTo>
                  <a:lnTo>
                    <a:pt x="325666" y="211699"/>
                  </a:lnTo>
                  <a:lnTo>
                    <a:pt x="325086" y="210572"/>
                  </a:lnTo>
                  <a:lnTo>
                    <a:pt x="324380" y="210390"/>
                  </a:lnTo>
                  <a:lnTo>
                    <a:pt x="323080" y="210698"/>
                  </a:lnTo>
                  <a:lnTo>
                    <a:pt x="322766" y="210385"/>
                  </a:lnTo>
                  <a:lnTo>
                    <a:pt x="320412" y="211596"/>
                  </a:lnTo>
                  <a:lnTo>
                    <a:pt x="319810" y="211511"/>
                  </a:lnTo>
                  <a:lnTo>
                    <a:pt x="320007" y="212765"/>
                  </a:lnTo>
                  <a:lnTo>
                    <a:pt x="320819" y="214630"/>
                  </a:lnTo>
                  <a:lnTo>
                    <a:pt x="319747" y="214852"/>
                  </a:lnTo>
                  <a:lnTo>
                    <a:pt x="318659" y="215551"/>
                  </a:lnTo>
                  <a:lnTo>
                    <a:pt x="317809" y="215805"/>
                  </a:lnTo>
                  <a:lnTo>
                    <a:pt x="316528" y="218517"/>
                  </a:lnTo>
                  <a:lnTo>
                    <a:pt x="317032" y="218725"/>
                  </a:lnTo>
                  <a:lnTo>
                    <a:pt x="317143" y="219498"/>
                  </a:lnTo>
                  <a:lnTo>
                    <a:pt x="316140" y="219218"/>
                  </a:lnTo>
                  <a:lnTo>
                    <a:pt x="315365" y="220073"/>
                  </a:lnTo>
                  <a:lnTo>
                    <a:pt x="315066" y="221048"/>
                  </a:lnTo>
                  <a:lnTo>
                    <a:pt x="315147" y="223781"/>
                  </a:lnTo>
                  <a:lnTo>
                    <a:pt x="315475" y="225394"/>
                  </a:lnTo>
                  <a:lnTo>
                    <a:pt x="315132" y="225680"/>
                  </a:lnTo>
                  <a:lnTo>
                    <a:pt x="315321" y="228281"/>
                  </a:lnTo>
                  <a:lnTo>
                    <a:pt x="315111" y="228444"/>
                  </a:lnTo>
                  <a:lnTo>
                    <a:pt x="315246" y="229030"/>
                  </a:lnTo>
                  <a:lnTo>
                    <a:pt x="314736" y="231037"/>
                  </a:lnTo>
                  <a:lnTo>
                    <a:pt x="313322" y="230448"/>
                  </a:lnTo>
                  <a:lnTo>
                    <a:pt x="311856" y="229319"/>
                  </a:lnTo>
                  <a:lnTo>
                    <a:pt x="310948" y="229835"/>
                  </a:lnTo>
                  <a:lnTo>
                    <a:pt x="310248" y="229934"/>
                  </a:lnTo>
                  <a:lnTo>
                    <a:pt x="308627" y="229834"/>
                  </a:lnTo>
                  <a:lnTo>
                    <a:pt x="306349" y="229401"/>
                  </a:lnTo>
                  <a:lnTo>
                    <a:pt x="306382" y="229198"/>
                  </a:lnTo>
                  <a:lnTo>
                    <a:pt x="305846" y="229004"/>
                  </a:lnTo>
                  <a:lnTo>
                    <a:pt x="304980" y="228950"/>
                  </a:lnTo>
                  <a:lnTo>
                    <a:pt x="304917" y="234060"/>
                  </a:lnTo>
                  <a:lnTo>
                    <a:pt x="305682" y="237328"/>
                  </a:lnTo>
                  <a:lnTo>
                    <a:pt x="305642" y="238280"/>
                  </a:lnTo>
                  <a:lnTo>
                    <a:pt x="304683" y="241674"/>
                  </a:lnTo>
                  <a:lnTo>
                    <a:pt x="303187" y="244412"/>
                  </a:lnTo>
                  <a:lnTo>
                    <a:pt x="303520" y="244713"/>
                  </a:lnTo>
                  <a:lnTo>
                    <a:pt x="303355" y="245179"/>
                  </a:lnTo>
                  <a:lnTo>
                    <a:pt x="300976" y="248267"/>
                  </a:lnTo>
                  <a:lnTo>
                    <a:pt x="305293" y="251338"/>
                  </a:lnTo>
                  <a:lnTo>
                    <a:pt x="306483" y="249746"/>
                  </a:lnTo>
                  <a:lnTo>
                    <a:pt x="306930" y="248655"/>
                  </a:lnTo>
                  <a:lnTo>
                    <a:pt x="306897" y="247796"/>
                  </a:lnTo>
                  <a:lnTo>
                    <a:pt x="307188" y="247517"/>
                  </a:lnTo>
                  <a:lnTo>
                    <a:pt x="311283" y="249192"/>
                  </a:lnTo>
                  <a:lnTo>
                    <a:pt x="313329" y="249601"/>
                  </a:lnTo>
                  <a:lnTo>
                    <a:pt x="315189" y="251318"/>
                  </a:lnTo>
                  <a:lnTo>
                    <a:pt x="315400" y="252099"/>
                  </a:lnTo>
                  <a:lnTo>
                    <a:pt x="316939" y="252047"/>
                  </a:lnTo>
                  <a:lnTo>
                    <a:pt x="317810" y="254651"/>
                  </a:lnTo>
                  <a:lnTo>
                    <a:pt x="319627" y="255440"/>
                  </a:lnTo>
                  <a:lnTo>
                    <a:pt x="319484" y="253719"/>
                  </a:lnTo>
                  <a:lnTo>
                    <a:pt x="320713" y="252929"/>
                  </a:lnTo>
                  <a:lnTo>
                    <a:pt x="325262" y="252475"/>
                  </a:lnTo>
                  <a:lnTo>
                    <a:pt x="325420" y="252007"/>
                  </a:lnTo>
                  <a:lnTo>
                    <a:pt x="329589" y="251122"/>
                  </a:lnTo>
                  <a:lnTo>
                    <a:pt x="331183" y="250099"/>
                  </a:lnTo>
                  <a:lnTo>
                    <a:pt x="331212" y="249590"/>
                  </a:lnTo>
                  <a:lnTo>
                    <a:pt x="332835" y="249513"/>
                  </a:lnTo>
                  <a:lnTo>
                    <a:pt x="333041" y="248201"/>
                  </a:lnTo>
                  <a:lnTo>
                    <a:pt x="333682" y="247152"/>
                  </a:lnTo>
                  <a:lnTo>
                    <a:pt x="333700" y="246750"/>
                  </a:lnTo>
                  <a:lnTo>
                    <a:pt x="334737" y="246159"/>
                  </a:lnTo>
                  <a:lnTo>
                    <a:pt x="335862" y="245846"/>
                  </a:lnTo>
                  <a:lnTo>
                    <a:pt x="336012" y="245488"/>
                  </a:lnTo>
                  <a:lnTo>
                    <a:pt x="336441" y="245401"/>
                  </a:lnTo>
                  <a:lnTo>
                    <a:pt x="336575" y="245682"/>
                  </a:lnTo>
                  <a:lnTo>
                    <a:pt x="336998" y="245286"/>
                  </a:lnTo>
                  <a:lnTo>
                    <a:pt x="338829" y="245129"/>
                  </a:lnTo>
                  <a:lnTo>
                    <a:pt x="339411" y="244703"/>
                  </a:lnTo>
                  <a:lnTo>
                    <a:pt x="339180" y="244299"/>
                  </a:lnTo>
                  <a:lnTo>
                    <a:pt x="340743" y="244095"/>
                  </a:lnTo>
                  <a:lnTo>
                    <a:pt x="343476" y="244947"/>
                  </a:lnTo>
                  <a:lnTo>
                    <a:pt x="344944" y="244799"/>
                  </a:lnTo>
                  <a:lnTo>
                    <a:pt x="346210" y="244290"/>
                  </a:lnTo>
                  <a:lnTo>
                    <a:pt x="347116" y="243508"/>
                  </a:lnTo>
                  <a:lnTo>
                    <a:pt x="347735" y="243425"/>
                  </a:lnTo>
                  <a:lnTo>
                    <a:pt x="347672" y="242977"/>
                  </a:lnTo>
                  <a:lnTo>
                    <a:pt x="348806" y="242240"/>
                  </a:lnTo>
                  <a:lnTo>
                    <a:pt x="349051" y="241614"/>
                  </a:lnTo>
                  <a:lnTo>
                    <a:pt x="348732" y="240879"/>
                  </a:lnTo>
                  <a:lnTo>
                    <a:pt x="349223" y="240902"/>
                  </a:lnTo>
                  <a:lnTo>
                    <a:pt x="349213" y="240487"/>
                  </a:lnTo>
                  <a:lnTo>
                    <a:pt x="349551" y="240358"/>
                  </a:lnTo>
                  <a:lnTo>
                    <a:pt x="350459" y="240267"/>
                  </a:lnTo>
                  <a:lnTo>
                    <a:pt x="355320" y="241516"/>
                  </a:lnTo>
                  <a:lnTo>
                    <a:pt x="359281" y="242668"/>
                  </a:lnTo>
                  <a:lnTo>
                    <a:pt x="359011" y="242934"/>
                  </a:lnTo>
                  <a:lnTo>
                    <a:pt x="359758" y="243166"/>
                  </a:lnTo>
                  <a:lnTo>
                    <a:pt x="361202" y="243841"/>
                  </a:lnTo>
                  <a:lnTo>
                    <a:pt x="363443" y="243993"/>
                  </a:lnTo>
                  <a:lnTo>
                    <a:pt x="362146" y="247148"/>
                  </a:lnTo>
                  <a:lnTo>
                    <a:pt x="360291" y="248706"/>
                  </a:lnTo>
                  <a:lnTo>
                    <a:pt x="360917" y="249414"/>
                  </a:lnTo>
                  <a:lnTo>
                    <a:pt x="360725" y="251801"/>
                  </a:lnTo>
                  <a:lnTo>
                    <a:pt x="360033" y="253111"/>
                  </a:lnTo>
                  <a:lnTo>
                    <a:pt x="360122" y="255010"/>
                  </a:lnTo>
                  <a:lnTo>
                    <a:pt x="360662" y="255922"/>
                  </a:lnTo>
                  <a:lnTo>
                    <a:pt x="360912" y="257505"/>
                  </a:lnTo>
                  <a:lnTo>
                    <a:pt x="360664" y="257618"/>
                  </a:lnTo>
                  <a:lnTo>
                    <a:pt x="360472" y="258824"/>
                  </a:lnTo>
                  <a:lnTo>
                    <a:pt x="360641" y="260891"/>
                  </a:lnTo>
                  <a:lnTo>
                    <a:pt x="358322" y="261223"/>
                  </a:lnTo>
                  <a:lnTo>
                    <a:pt x="356746" y="260999"/>
                  </a:lnTo>
                  <a:lnTo>
                    <a:pt x="355700" y="261278"/>
                  </a:lnTo>
                  <a:lnTo>
                    <a:pt x="352062" y="264346"/>
                  </a:lnTo>
                  <a:lnTo>
                    <a:pt x="350595" y="265250"/>
                  </a:lnTo>
                  <a:lnTo>
                    <a:pt x="349714" y="266175"/>
                  </a:lnTo>
                  <a:lnTo>
                    <a:pt x="348640" y="266532"/>
                  </a:lnTo>
                  <a:lnTo>
                    <a:pt x="346290" y="266591"/>
                  </a:lnTo>
                  <a:lnTo>
                    <a:pt x="344622" y="268271"/>
                  </a:lnTo>
                  <a:lnTo>
                    <a:pt x="340775" y="268751"/>
                  </a:lnTo>
                  <a:lnTo>
                    <a:pt x="339211" y="269349"/>
                  </a:lnTo>
                  <a:lnTo>
                    <a:pt x="339131" y="268947"/>
                  </a:lnTo>
                  <a:lnTo>
                    <a:pt x="338466" y="269157"/>
                  </a:lnTo>
                  <a:lnTo>
                    <a:pt x="336878" y="269001"/>
                  </a:lnTo>
                  <a:lnTo>
                    <a:pt x="336930" y="269758"/>
                  </a:lnTo>
                  <a:lnTo>
                    <a:pt x="334780" y="269856"/>
                  </a:lnTo>
                  <a:lnTo>
                    <a:pt x="335333" y="272183"/>
                  </a:lnTo>
                  <a:lnTo>
                    <a:pt x="335713" y="272865"/>
                  </a:lnTo>
                  <a:lnTo>
                    <a:pt x="336957" y="272952"/>
                  </a:lnTo>
                  <a:lnTo>
                    <a:pt x="336380" y="276722"/>
                  </a:lnTo>
                  <a:lnTo>
                    <a:pt x="337087" y="276575"/>
                  </a:lnTo>
                  <a:lnTo>
                    <a:pt x="337787" y="276714"/>
                  </a:lnTo>
                  <a:lnTo>
                    <a:pt x="337792" y="277599"/>
                  </a:lnTo>
                  <a:lnTo>
                    <a:pt x="338495" y="277078"/>
                  </a:lnTo>
                  <a:lnTo>
                    <a:pt x="339316" y="281100"/>
                  </a:lnTo>
                  <a:lnTo>
                    <a:pt x="339341" y="281308"/>
                  </a:lnTo>
                  <a:lnTo>
                    <a:pt x="338676" y="281472"/>
                  </a:lnTo>
                  <a:lnTo>
                    <a:pt x="338891" y="282765"/>
                  </a:lnTo>
                  <a:lnTo>
                    <a:pt x="338471" y="282906"/>
                  </a:lnTo>
                  <a:lnTo>
                    <a:pt x="338844" y="286212"/>
                  </a:lnTo>
                  <a:lnTo>
                    <a:pt x="338065" y="286877"/>
                  </a:lnTo>
                  <a:lnTo>
                    <a:pt x="337737" y="287505"/>
                  </a:lnTo>
                  <a:lnTo>
                    <a:pt x="337245" y="288974"/>
                  </a:lnTo>
                  <a:lnTo>
                    <a:pt x="337450" y="289418"/>
                  </a:lnTo>
                  <a:lnTo>
                    <a:pt x="337350" y="290072"/>
                  </a:lnTo>
                  <a:lnTo>
                    <a:pt x="338654" y="291091"/>
                  </a:lnTo>
                  <a:lnTo>
                    <a:pt x="339696" y="290855"/>
                  </a:lnTo>
                  <a:lnTo>
                    <a:pt x="340216" y="291348"/>
                  </a:lnTo>
                  <a:lnTo>
                    <a:pt x="341871" y="291826"/>
                  </a:lnTo>
                  <a:lnTo>
                    <a:pt x="342115" y="293932"/>
                  </a:lnTo>
                  <a:lnTo>
                    <a:pt x="342977" y="296240"/>
                  </a:lnTo>
                  <a:lnTo>
                    <a:pt x="344616" y="299737"/>
                  </a:lnTo>
                  <a:lnTo>
                    <a:pt x="345960" y="301534"/>
                  </a:lnTo>
                  <a:lnTo>
                    <a:pt x="347314" y="305418"/>
                  </a:lnTo>
                  <a:lnTo>
                    <a:pt x="347812" y="310178"/>
                  </a:lnTo>
                  <a:lnTo>
                    <a:pt x="348223" y="311196"/>
                  </a:lnTo>
                  <a:lnTo>
                    <a:pt x="348050" y="311878"/>
                  </a:lnTo>
                  <a:lnTo>
                    <a:pt x="348724" y="312019"/>
                  </a:lnTo>
                  <a:lnTo>
                    <a:pt x="349714" y="311725"/>
                  </a:lnTo>
                  <a:lnTo>
                    <a:pt x="351225" y="311895"/>
                  </a:lnTo>
                  <a:lnTo>
                    <a:pt x="351281" y="311648"/>
                  </a:lnTo>
                  <a:lnTo>
                    <a:pt x="351613" y="311571"/>
                  </a:lnTo>
                  <a:lnTo>
                    <a:pt x="351704" y="311964"/>
                  </a:lnTo>
                  <a:lnTo>
                    <a:pt x="353080" y="312108"/>
                  </a:lnTo>
                  <a:lnTo>
                    <a:pt x="353515" y="311662"/>
                  </a:lnTo>
                  <a:lnTo>
                    <a:pt x="353861" y="311624"/>
                  </a:lnTo>
                  <a:lnTo>
                    <a:pt x="354422" y="311976"/>
                  </a:lnTo>
                  <a:lnTo>
                    <a:pt x="355240" y="311553"/>
                  </a:lnTo>
                  <a:lnTo>
                    <a:pt x="355333" y="311930"/>
                  </a:lnTo>
                  <a:lnTo>
                    <a:pt x="355632" y="312076"/>
                  </a:lnTo>
                  <a:lnTo>
                    <a:pt x="356792" y="312077"/>
                  </a:lnTo>
                  <a:lnTo>
                    <a:pt x="357360" y="311881"/>
                  </a:lnTo>
                  <a:lnTo>
                    <a:pt x="357620" y="311314"/>
                  </a:lnTo>
                  <a:lnTo>
                    <a:pt x="358311" y="310908"/>
                  </a:lnTo>
                  <a:lnTo>
                    <a:pt x="358522" y="311129"/>
                  </a:lnTo>
                  <a:lnTo>
                    <a:pt x="359697" y="311122"/>
                  </a:lnTo>
                  <a:lnTo>
                    <a:pt x="360214" y="310602"/>
                  </a:lnTo>
                  <a:lnTo>
                    <a:pt x="360296" y="309991"/>
                  </a:lnTo>
                  <a:lnTo>
                    <a:pt x="360904" y="310086"/>
                  </a:lnTo>
                  <a:lnTo>
                    <a:pt x="361042" y="309692"/>
                  </a:lnTo>
                  <a:lnTo>
                    <a:pt x="361636" y="310402"/>
                  </a:lnTo>
                  <a:lnTo>
                    <a:pt x="362983" y="311267"/>
                  </a:lnTo>
                  <a:lnTo>
                    <a:pt x="365029" y="311201"/>
                  </a:lnTo>
                  <a:lnTo>
                    <a:pt x="366367" y="311901"/>
                  </a:lnTo>
                  <a:lnTo>
                    <a:pt x="371398" y="312781"/>
                  </a:lnTo>
                  <a:lnTo>
                    <a:pt x="372889" y="313375"/>
                  </a:lnTo>
                  <a:lnTo>
                    <a:pt x="373885" y="313272"/>
                  </a:lnTo>
                  <a:lnTo>
                    <a:pt x="377104" y="314100"/>
                  </a:lnTo>
                  <a:lnTo>
                    <a:pt x="380036" y="314545"/>
                  </a:lnTo>
                  <a:lnTo>
                    <a:pt x="380391" y="314987"/>
                  </a:lnTo>
                  <a:lnTo>
                    <a:pt x="380520" y="314737"/>
                  </a:lnTo>
                  <a:lnTo>
                    <a:pt x="380855" y="314932"/>
                  </a:lnTo>
                  <a:lnTo>
                    <a:pt x="381105" y="316523"/>
                  </a:lnTo>
                  <a:lnTo>
                    <a:pt x="382020" y="318402"/>
                  </a:lnTo>
                  <a:lnTo>
                    <a:pt x="385921" y="319487"/>
                  </a:lnTo>
                  <a:lnTo>
                    <a:pt x="388718" y="320087"/>
                  </a:lnTo>
                  <a:lnTo>
                    <a:pt x="389634" y="319746"/>
                  </a:lnTo>
                  <a:lnTo>
                    <a:pt x="391035" y="319652"/>
                  </a:lnTo>
                  <a:lnTo>
                    <a:pt x="394300" y="318451"/>
                  </a:lnTo>
                  <a:lnTo>
                    <a:pt x="395414" y="317543"/>
                  </a:lnTo>
                  <a:lnTo>
                    <a:pt x="396958" y="316895"/>
                  </a:lnTo>
                  <a:lnTo>
                    <a:pt x="398080" y="314885"/>
                  </a:lnTo>
                  <a:lnTo>
                    <a:pt x="398155" y="314106"/>
                  </a:lnTo>
                  <a:lnTo>
                    <a:pt x="398406" y="313811"/>
                  </a:lnTo>
                  <a:lnTo>
                    <a:pt x="400585" y="313801"/>
                  </a:lnTo>
                  <a:lnTo>
                    <a:pt x="403361" y="314338"/>
                  </a:lnTo>
                  <a:lnTo>
                    <a:pt x="405712" y="315494"/>
                  </a:lnTo>
                  <a:lnTo>
                    <a:pt x="409316" y="316211"/>
                  </a:lnTo>
                  <a:lnTo>
                    <a:pt x="410601" y="316800"/>
                  </a:lnTo>
                  <a:lnTo>
                    <a:pt x="413503" y="317427"/>
                  </a:lnTo>
                  <a:lnTo>
                    <a:pt x="414942" y="318345"/>
                  </a:lnTo>
                  <a:lnTo>
                    <a:pt x="415567" y="319617"/>
                  </a:lnTo>
                  <a:lnTo>
                    <a:pt x="418037" y="321921"/>
                  </a:lnTo>
                  <a:lnTo>
                    <a:pt x="419425" y="322316"/>
                  </a:lnTo>
                  <a:lnTo>
                    <a:pt x="420329" y="323164"/>
                  </a:lnTo>
                  <a:lnTo>
                    <a:pt x="420734" y="323847"/>
                  </a:lnTo>
                  <a:lnTo>
                    <a:pt x="421613" y="324486"/>
                  </a:lnTo>
                  <a:lnTo>
                    <a:pt x="421460" y="325379"/>
                  </a:lnTo>
                  <a:lnTo>
                    <a:pt x="422014" y="325845"/>
                  </a:lnTo>
                  <a:lnTo>
                    <a:pt x="422754" y="325141"/>
                  </a:lnTo>
                  <a:lnTo>
                    <a:pt x="423020" y="324024"/>
                  </a:lnTo>
                  <a:lnTo>
                    <a:pt x="424169" y="323037"/>
                  </a:lnTo>
                  <a:lnTo>
                    <a:pt x="425199" y="320951"/>
                  </a:lnTo>
                  <a:lnTo>
                    <a:pt x="425857" y="321538"/>
                  </a:lnTo>
                  <a:lnTo>
                    <a:pt x="426642" y="323839"/>
                  </a:lnTo>
                  <a:lnTo>
                    <a:pt x="425701" y="326379"/>
                  </a:lnTo>
                  <a:lnTo>
                    <a:pt x="425964" y="326502"/>
                  </a:lnTo>
                  <a:lnTo>
                    <a:pt x="425682" y="327432"/>
                  </a:lnTo>
                  <a:lnTo>
                    <a:pt x="425381" y="327453"/>
                  </a:lnTo>
                  <a:lnTo>
                    <a:pt x="425346" y="328991"/>
                  </a:lnTo>
                  <a:lnTo>
                    <a:pt x="425506" y="329167"/>
                  </a:lnTo>
                  <a:lnTo>
                    <a:pt x="425218" y="330368"/>
                  </a:lnTo>
                  <a:lnTo>
                    <a:pt x="425840" y="331457"/>
                  </a:lnTo>
                  <a:lnTo>
                    <a:pt x="425673" y="332181"/>
                  </a:lnTo>
                  <a:lnTo>
                    <a:pt x="426331" y="333178"/>
                  </a:lnTo>
                  <a:lnTo>
                    <a:pt x="426392" y="333698"/>
                  </a:lnTo>
                  <a:lnTo>
                    <a:pt x="428704" y="333392"/>
                  </a:lnTo>
                  <a:lnTo>
                    <a:pt x="429035" y="333645"/>
                  </a:lnTo>
                  <a:lnTo>
                    <a:pt x="429291" y="334979"/>
                  </a:lnTo>
                  <a:lnTo>
                    <a:pt x="430462" y="335036"/>
                  </a:lnTo>
                  <a:lnTo>
                    <a:pt x="430613" y="334713"/>
                  </a:lnTo>
                  <a:lnTo>
                    <a:pt x="431397" y="334635"/>
                  </a:lnTo>
                  <a:lnTo>
                    <a:pt x="431783" y="334339"/>
                  </a:lnTo>
                  <a:lnTo>
                    <a:pt x="432747" y="334538"/>
                  </a:lnTo>
                  <a:lnTo>
                    <a:pt x="435962" y="336242"/>
                  </a:lnTo>
                  <a:lnTo>
                    <a:pt x="437062" y="338076"/>
                  </a:lnTo>
                  <a:lnTo>
                    <a:pt x="438764" y="338104"/>
                  </a:lnTo>
                  <a:lnTo>
                    <a:pt x="440313" y="338665"/>
                  </a:lnTo>
                  <a:lnTo>
                    <a:pt x="441025" y="338391"/>
                  </a:lnTo>
                  <a:lnTo>
                    <a:pt x="442427" y="339266"/>
                  </a:lnTo>
                  <a:lnTo>
                    <a:pt x="443058" y="338538"/>
                  </a:lnTo>
                  <a:lnTo>
                    <a:pt x="443652" y="338828"/>
                  </a:lnTo>
                  <a:lnTo>
                    <a:pt x="444041" y="338276"/>
                  </a:lnTo>
                  <a:lnTo>
                    <a:pt x="446152" y="339029"/>
                  </a:lnTo>
                  <a:lnTo>
                    <a:pt x="447051" y="337266"/>
                  </a:lnTo>
                  <a:lnTo>
                    <a:pt x="449322" y="335935"/>
                  </a:lnTo>
                  <a:lnTo>
                    <a:pt x="449675" y="335090"/>
                  </a:lnTo>
                  <a:lnTo>
                    <a:pt x="450213" y="334511"/>
                  </a:lnTo>
                  <a:lnTo>
                    <a:pt x="451815" y="335150"/>
                  </a:lnTo>
                  <a:lnTo>
                    <a:pt x="452042" y="336166"/>
                  </a:lnTo>
                  <a:lnTo>
                    <a:pt x="452879" y="337091"/>
                  </a:lnTo>
                  <a:lnTo>
                    <a:pt x="454668" y="337579"/>
                  </a:lnTo>
                  <a:lnTo>
                    <a:pt x="453973" y="338878"/>
                  </a:lnTo>
                  <a:lnTo>
                    <a:pt x="455676" y="339920"/>
                  </a:lnTo>
                  <a:lnTo>
                    <a:pt x="455656" y="340242"/>
                  </a:lnTo>
                  <a:lnTo>
                    <a:pt x="454818" y="341088"/>
                  </a:lnTo>
                  <a:lnTo>
                    <a:pt x="454674" y="341741"/>
                  </a:lnTo>
                  <a:lnTo>
                    <a:pt x="454675" y="341998"/>
                  </a:lnTo>
                  <a:lnTo>
                    <a:pt x="455014" y="342079"/>
                  </a:lnTo>
                  <a:lnTo>
                    <a:pt x="454806" y="343343"/>
                  </a:lnTo>
                  <a:lnTo>
                    <a:pt x="455343" y="344836"/>
                  </a:lnTo>
                  <a:lnTo>
                    <a:pt x="455259" y="346157"/>
                  </a:lnTo>
                  <a:lnTo>
                    <a:pt x="453635" y="347477"/>
                  </a:lnTo>
                  <a:lnTo>
                    <a:pt x="453602" y="347765"/>
                  </a:lnTo>
                  <a:lnTo>
                    <a:pt x="453959" y="348059"/>
                  </a:lnTo>
                  <a:lnTo>
                    <a:pt x="455713" y="346815"/>
                  </a:lnTo>
                  <a:lnTo>
                    <a:pt x="456702" y="346651"/>
                  </a:lnTo>
                  <a:lnTo>
                    <a:pt x="456901" y="346765"/>
                  </a:lnTo>
                  <a:lnTo>
                    <a:pt x="456912" y="349534"/>
                  </a:lnTo>
                  <a:lnTo>
                    <a:pt x="458543" y="349582"/>
                  </a:lnTo>
                  <a:lnTo>
                    <a:pt x="459537" y="350190"/>
                  </a:lnTo>
                  <a:lnTo>
                    <a:pt x="458476" y="351639"/>
                  </a:lnTo>
                  <a:lnTo>
                    <a:pt x="458251" y="353032"/>
                  </a:lnTo>
                  <a:lnTo>
                    <a:pt x="457290" y="354594"/>
                  </a:lnTo>
                  <a:lnTo>
                    <a:pt x="456785" y="354592"/>
                  </a:lnTo>
                  <a:lnTo>
                    <a:pt x="455737" y="356449"/>
                  </a:lnTo>
                  <a:lnTo>
                    <a:pt x="455128" y="356431"/>
                  </a:lnTo>
                  <a:lnTo>
                    <a:pt x="454352" y="357775"/>
                  </a:lnTo>
                  <a:lnTo>
                    <a:pt x="454210" y="358606"/>
                  </a:lnTo>
                  <a:lnTo>
                    <a:pt x="453550" y="358529"/>
                  </a:lnTo>
                  <a:lnTo>
                    <a:pt x="453197" y="361320"/>
                  </a:lnTo>
                  <a:lnTo>
                    <a:pt x="453548" y="364076"/>
                  </a:lnTo>
                  <a:lnTo>
                    <a:pt x="454581" y="365691"/>
                  </a:lnTo>
                  <a:lnTo>
                    <a:pt x="452974" y="366017"/>
                  </a:lnTo>
                  <a:lnTo>
                    <a:pt x="448429" y="364313"/>
                  </a:lnTo>
                  <a:lnTo>
                    <a:pt x="444266" y="363971"/>
                  </a:lnTo>
                  <a:lnTo>
                    <a:pt x="444643" y="362322"/>
                  </a:lnTo>
                  <a:lnTo>
                    <a:pt x="442967" y="361718"/>
                  </a:lnTo>
                  <a:lnTo>
                    <a:pt x="441446" y="361516"/>
                  </a:lnTo>
                  <a:lnTo>
                    <a:pt x="441247" y="361397"/>
                  </a:lnTo>
                  <a:lnTo>
                    <a:pt x="441386" y="360993"/>
                  </a:lnTo>
                  <a:lnTo>
                    <a:pt x="440349" y="360357"/>
                  </a:lnTo>
                  <a:lnTo>
                    <a:pt x="439903" y="360481"/>
                  </a:lnTo>
                  <a:lnTo>
                    <a:pt x="439211" y="360108"/>
                  </a:lnTo>
                  <a:lnTo>
                    <a:pt x="437457" y="359994"/>
                  </a:lnTo>
                  <a:lnTo>
                    <a:pt x="435200" y="360660"/>
                  </a:lnTo>
                  <a:lnTo>
                    <a:pt x="434537" y="361215"/>
                  </a:lnTo>
                  <a:lnTo>
                    <a:pt x="433228" y="361406"/>
                  </a:lnTo>
                  <a:lnTo>
                    <a:pt x="434131" y="360811"/>
                  </a:lnTo>
                  <a:lnTo>
                    <a:pt x="433375" y="358270"/>
                  </a:lnTo>
                  <a:lnTo>
                    <a:pt x="432257" y="358450"/>
                  </a:lnTo>
                  <a:lnTo>
                    <a:pt x="429155" y="358262"/>
                  </a:lnTo>
                  <a:lnTo>
                    <a:pt x="428878" y="358991"/>
                  </a:lnTo>
                  <a:lnTo>
                    <a:pt x="429214" y="361128"/>
                  </a:lnTo>
                  <a:lnTo>
                    <a:pt x="428816" y="362137"/>
                  </a:lnTo>
                  <a:lnTo>
                    <a:pt x="427424" y="363926"/>
                  </a:lnTo>
                  <a:lnTo>
                    <a:pt x="426259" y="363457"/>
                  </a:lnTo>
                  <a:lnTo>
                    <a:pt x="423178" y="363764"/>
                  </a:lnTo>
                  <a:lnTo>
                    <a:pt x="419831" y="365050"/>
                  </a:lnTo>
                  <a:lnTo>
                    <a:pt x="420043" y="366197"/>
                  </a:lnTo>
                  <a:lnTo>
                    <a:pt x="421072" y="368406"/>
                  </a:lnTo>
                  <a:lnTo>
                    <a:pt x="419734" y="370077"/>
                  </a:lnTo>
                  <a:lnTo>
                    <a:pt x="418351" y="370730"/>
                  </a:lnTo>
                  <a:lnTo>
                    <a:pt x="417905" y="370491"/>
                  </a:lnTo>
                  <a:lnTo>
                    <a:pt x="417160" y="369470"/>
                  </a:lnTo>
                  <a:lnTo>
                    <a:pt x="416247" y="366989"/>
                  </a:lnTo>
                  <a:lnTo>
                    <a:pt x="414723" y="367727"/>
                  </a:lnTo>
                  <a:lnTo>
                    <a:pt x="414694" y="367149"/>
                  </a:lnTo>
                  <a:lnTo>
                    <a:pt x="416014" y="365732"/>
                  </a:lnTo>
                  <a:lnTo>
                    <a:pt x="414455" y="363616"/>
                  </a:lnTo>
                  <a:lnTo>
                    <a:pt x="413817" y="363576"/>
                  </a:lnTo>
                  <a:lnTo>
                    <a:pt x="412854" y="364351"/>
                  </a:lnTo>
                  <a:lnTo>
                    <a:pt x="411633" y="364363"/>
                  </a:lnTo>
                  <a:lnTo>
                    <a:pt x="410637" y="364663"/>
                  </a:lnTo>
                  <a:lnTo>
                    <a:pt x="409970" y="366169"/>
                  </a:lnTo>
                  <a:lnTo>
                    <a:pt x="409109" y="369739"/>
                  </a:lnTo>
                  <a:lnTo>
                    <a:pt x="408558" y="369563"/>
                  </a:lnTo>
                  <a:lnTo>
                    <a:pt x="408061" y="371406"/>
                  </a:lnTo>
                  <a:lnTo>
                    <a:pt x="407931" y="375848"/>
                  </a:lnTo>
                  <a:lnTo>
                    <a:pt x="403287" y="375909"/>
                  </a:lnTo>
                  <a:lnTo>
                    <a:pt x="400984" y="378138"/>
                  </a:lnTo>
                  <a:lnTo>
                    <a:pt x="399869" y="376492"/>
                  </a:lnTo>
                  <a:lnTo>
                    <a:pt x="399571" y="377402"/>
                  </a:lnTo>
                  <a:lnTo>
                    <a:pt x="398830" y="378205"/>
                  </a:lnTo>
                  <a:lnTo>
                    <a:pt x="398700" y="379712"/>
                  </a:lnTo>
                  <a:lnTo>
                    <a:pt x="398346" y="379262"/>
                  </a:lnTo>
                  <a:lnTo>
                    <a:pt x="396939" y="378604"/>
                  </a:lnTo>
                  <a:lnTo>
                    <a:pt x="397886" y="376535"/>
                  </a:lnTo>
                  <a:lnTo>
                    <a:pt x="392966" y="375097"/>
                  </a:lnTo>
                  <a:lnTo>
                    <a:pt x="392978" y="374445"/>
                  </a:lnTo>
                  <a:lnTo>
                    <a:pt x="390644" y="373189"/>
                  </a:lnTo>
                  <a:lnTo>
                    <a:pt x="389645" y="371626"/>
                  </a:lnTo>
                  <a:lnTo>
                    <a:pt x="388568" y="371515"/>
                  </a:lnTo>
                  <a:lnTo>
                    <a:pt x="386844" y="370567"/>
                  </a:lnTo>
                  <a:lnTo>
                    <a:pt x="385509" y="372039"/>
                  </a:lnTo>
                  <a:lnTo>
                    <a:pt x="384184" y="370889"/>
                  </a:lnTo>
                  <a:lnTo>
                    <a:pt x="383378" y="371691"/>
                  </a:lnTo>
                  <a:lnTo>
                    <a:pt x="382316" y="370645"/>
                  </a:lnTo>
                  <a:lnTo>
                    <a:pt x="383282" y="369900"/>
                  </a:lnTo>
                  <a:lnTo>
                    <a:pt x="382670" y="369018"/>
                  </a:lnTo>
                  <a:lnTo>
                    <a:pt x="381496" y="368018"/>
                  </a:lnTo>
                  <a:lnTo>
                    <a:pt x="380635" y="368610"/>
                  </a:lnTo>
                  <a:lnTo>
                    <a:pt x="378989" y="368052"/>
                  </a:lnTo>
                  <a:lnTo>
                    <a:pt x="378054" y="367227"/>
                  </a:lnTo>
                  <a:lnTo>
                    <a:pt x="378444" y="366603"/>
                  </a:lnTo>
                  <a:lnTo>
                    <a:pt x="376431" y="364734"/>
                  </a:lnTo>
                  <a:lnTo>
                    <a:pt x="375780" y="364771"/>
                  </a:lnTo>
                  <a:lnTo>
                    <a:pt x="375194" y="364261"/>
                  </a:lnTo>
                  <a:lnTo>
                    <a:pt x="374165" y="364255"/>
                  </a:lnTo>
                  <a:lnTo>
                    <a:pt x="372574" y="363382"/>
                  </a:lnTo>
                  <a:lnTo>
                    <a:pt x="371138" y="363109"/>
                  </a:lnTo>
                  <a:lnTo>
                    <a:pt x="371335" y="361517"/>
                  </a:lnTo>
                  <a:lnTo>
                    <a:pt x="370774" y="361067"/>
                  </a:lnTo>
                  <a:lnTo>
                    <a:pt x="369633" y="361068"/>
                  </a:lnTo>
                  <a:lnTo>
                    <a:pt x="367596" y="362670"/>
                  </a:lnTo>
                  <a:lnTo>
                    <a:pt x="366214" y="363165"/>
                  </a:lnTo>
                  <a:lnTo>
                    <a:pt x="366142" y="364186"/>
                  </a:lnTo>
                  <a:lnTo>
                    <a:pt x="364974" y="364690"/>
                  </a:lnTo>
                  <a:lnTo>
                    <a:pt x="363586" y="364900"/>
                  </a:lnTo>
                  <a:lnTo>
                    <a:pt x="363216" y="365066"/>
                  </a:lnTo>
                  <a:lnTo>
                    <a:pt x="364075" y="368083"/>
                  </a:lnTo>
                  <a:lnTo>
                    <a:pt x="363711" y="368223"/>
                  </a:lnTo>
                  <a:lnTo>
                    <a:pt x="363913" y="368870"/>
                  </a:lnTo>
                  <a:lnTo>
                    <a:pt x="362999" y="369140"/>
                  </a:lnTo>
                  <a:lnTo>
                    <a:pt x="363545" y="371076"/>
                  </a:lnTo>
                  <a:lnTo>
                    <a:pt x="362615" y="371805"/>
                  </a:lnTo>
                  <a:lnTo>
                    <a:pt x="361536" y="372041"/>
                  </a:lnTo>
                  <a:lnTo>
                    <a:pt x="361409" y="371599"/>
                  </a:lnTo>
                  <a:lnTo>
                    <a:pt x="361193" y="371561"/>
                  </a:lnTo>
                  <a:lnTo>
                    <a:pt x="359280" y="372002"/>
                  </a:lnTo>
                  <a:lnTo>
                    <a:pt x="358687" y="372336"/>
                  </a:lnTo>
                  <a:lnTo>
                    <a:pt x="357389" y="372357"/>
                  </a:lnTo>
                  <a:lnTo>
                    <a:pt x="356530" y="372693"/>
                  </a:lnTo>
                  <a:lnTo>
                    <a:pt x="355199" y="372480"/>
                  </a:lnTo>
                  <a:lnTo>
                    <a:pt x="354527" y="372693"/>
                  </a:lnTo>
                  <a:lnTo>
                    <a:pt x="353529" y="372647"/>
                  </a:lnTo>
                  <a:lnTo>
                    <a:pt x="350595" y="373400"/>
                  </a:lnTo>
                  <a:lnTo>
                    <a:pt x="347520" y="375278"/>
                  </a:lnTo>
                  <a:lnTo>
                    <a:pt x="345941" y="375877"/>
                  </a:lnTo>
                  <a:lnTo>
                    <a:pt x="345022" y="376935"/>
                  </a:lnTo>
                  <a:lnTo>
                    <a:pt x="342997" y="378512"/>
                  </a:lnTo>
                  <a:lnTo>
                    <a:pt x="343349" y="379184"/>
                  </a:lnTo>
                  <a:lnTo>
                    <a:pt x="343142" y="382380"/>
                  </a:lnTo>
                  <a:lnTo>
                    <a:pt x="342786" y="383031"/>
                  </a:lnTo>
                  <a:lnTo>
                    <a:pt x="341886" y="383466"/>
                  </a:lnTo>
                  <a:lnTo>
                    <a:pt x="339889" y="383483"/>
                  </a:lnTo>
                  <a:lnTo>
                    <a:pt x="338107" y="382900"/>
                  </a:lnTo>
                  <a:lnTo>
                    <a:pt x="335261" y="383410"/>
                  </a:lnTo>
                  <a:lnTo>
                    <a:pt x="333695" y="383314"/>
                  </a:lnTo>
                  <a:lnTo>
                    <a:pt x="329033" y="382182"/>
                  </a:lnTo>
                  <a:lnTo>
                    <a:pt x="326452" y="381864"/>
                  </a:lnTo>
                  <a:lnTo>
                    <a:pt x="323681" y="380801"/>
                  </a:lnTo>
                  <a:lnTo>
                    <a:pt x="321781" y="380581"/>
                  </a:lnTo>
                  <a:lnTo>
                    <a:pt x="321341" y="380671"/>
                  </a:lnTo>
                  <a:lnTo>
                    <a:pt x="321129" y="381159"/>
                  </a:lnTo>
                  <a:lnTo>
                    <a:pt x="318948" y="382096"/>
                  </a:lnTo>
                  <a:lnTo>
                    <a:pt x="317174" y="384146"/>
                  </a:lnTo>
                  <a:lnTo>
                    <a:pt x="315481" y="385680"/>
                  </a:lnTo>
                  <a:lnTo>
                    <a:pt x="314401" y="386418"/>
                  </a:lnTo>
                  <a:lnTo>
                    <a:pt x="310323" y="385817"/>
                  </a:lnTo>
                  <a:lnTo>
                    <a:pt x="305303" y="385469"/>
                  </a:lnTo>
                  <a:lnTo>
                    <a:pt x="302803" y="385889"/>
                  </a:lnTo>
                  <a:lnTo>
                    <a:pt x="301284" y="385610"/>
                  </a:lnTo>
                  <a:lnTo>
                    <a:pt x="298837" y="385689"/>
                  </a:lnTo>
                  <a:lnTo>
                    <a:pt x="296287" y="386820"/>
                  </a:lnTo>
                  <a:lnTo>
                    <a:pt x="293250" y="386298"/>
                  </a:lnTo>
                  <a:lnTo>
                    <a:pt x="293110" y="389067"/>
                  </a:lnTo>
                  <a:lnTo>
                    <a:pt x="292211" y="389644"/>
                  </a:lnTo>
                  <a:lnTo>
                    <a:pt x="292331" y="390526"/>
                  </a:lnTo>
                  <a:lnTo>
                    <a:pt x="293199" y="392530"/>
                  </a:lnTo>
                  <a:lnTo>
                    <a:pt x="293202" y="393285"/>
                  </a:lnTo>
                  <a:lnTo>
                    <a:pt x="294067" y="394697"/>
                  </a:lnTo>
                  <a:lnTo>
                    <a:pt x="295475" y="394416"/>
                  </a:lnTo>
                  <a:lnTo>
                    <a:pt x="296487" y="396272"/>
                  </a:lnTo>
                  <a:lnTo>
                    <a:pt x="292003" y="398765"/>
                  </a:lnTo>
                  <a:lnTo>
                    <a:pt x="292259" y="399046"/>
                  </a:lnTo>
                  <a:lnTo>
                    <a:pt x="296463" y="400289"/>
                  </a:lnTo>
                  <a:lnTo>
                    <a:pt x="297356" y="400180"/>
                  </a:lnTo>
                  <a:lnTo>
                    <a:pt x="298469" y="400380"/>
                  </a:lnTo>
                  <a:lnTo>
                    <a:pt x="298623" y="400927"/>
                  </a:lnTo>
                  <a:lnTo>
                    <a:pt x="298882" y="400888"/>
                  </a:lnTo>
                  <a:lnTo>
                    <a:pt x="301375" y="403157"/>
                  </a:lnTo>
                  <a:lnTo>
                    <a:pt x="302698" y="402520"/>
                  </a:lnTo>
                  <a:lnTo>
                    <a:pt x="303531" y="401664"/>
                  </a:lnTo>
                  <a:lnTo>
                    <a:pt x="305009" y="400886"/>
                  </a:lnTo>
                  <a:lnTo>
                    <a:pt x="305341" y="401287"/>
                  </a:lnTo>
                  <a:lnTo>
                    <a:pt x="305233" y="402640"/>
                  </a:lnTo>
                  <a:lnTo>
                    <a:pt x="303354" y="405661"/>
                  </a:lnTo>
                  <a:lnTo>
                    <a:pt x="304149" y="406407"/>
                  </a:lnTo>
                  <a:lnTo>
                    <a:pt x="305843" y="407300"/>
                  </a:lnTo>
                  <a:lnTo>
                    <a:pt x="306533" y="408018"/>
                  </a:lnTo>
                  <a:lnTo>
                    <a:pt x="306578" y="410189"/>
                  </a:lnTo>
                  <a:lnTo>
                    <a:pt x="307405" y="410881"/>
                  </a:lnTo>
                  <a:lnTo>
                    <a:pt x="308294" y="412279"/>
                  </a:lnTo>
                  <a:lnTo>
                    <a:pt x="311152" y="413176"/>
                  </a:lnTo>
                  <a:lnTo>
                    <a:pt x="313268" y="412923"/>
                  </a:lnTo>
                  <a:lnTo>
                    <a:pt x="314523" y="413059"/>
                  </a:lnTo>
                  <a:lnTo>
                    <a:pt x="315284" y="413922"/>
                  </a:lnTo>
                  <a:lnTo>
                    <a:pt x="316150" y="414282"/>
                  </a:lnTo>
                  <a:lnTo>
                    <a:pt x="316265" y="416626"/>
                  </a:lnTo>
                  <a:lnTo>
                    <a:pt x="317341" y="418280"/>
                  </a:lnTo>
                  <a:lnTo>
                    <a:pt x="318247" y="418427"/>
                  </a:lnTo>
                  <a:lnTo>
                    <a:pt x="318753" y="418907"/>
                  </a:lnTo>
                  <a:lnTo>
                    <a:pt x="321621" y="420441"/>
                  </a:lnTo>
                  <a:lnTo>
                    <a:pt x="322702" y="420194"/>
                  </a:lnTo>
                  <a:lnTo>
                    <a:pt x="324689" y="420415"/>
                  </a:lnTo>
                  <a:lnTo>
                    <a:pt x="326450" y="421905"/>
                  </a:lnTo>
                  <a:lnTo>
                    <a:pt x="328041" y="422232"/>
                  </a:lnTo>
                  <a:lnTo>
                    <a:pt x="328732" y="422074"/>
                  </a:lnTo>
                  <a:lnTo>
                    <a:pt x="329062" y="422835"/>
                  </a:lnTo>
                  <a:lnTo>
                    <a:pt x="329614" y="423128"/>
                  </a:lnTo>
                  <a:lnTo>
                    <a:pt x="329416" y="424212"/>
                  </a:lnTo>
                  <a:lnTo>
                    <a:pt x="330124" y="424653"/>
                  </a:lnTo>
                  <a:lnTo>
                    <a:pt x="329969" y="425400"/>
                  </a:lnTo>
                  <a:lnTo>
                    <a:pt x="330638" y="425655"/>
                  </a:lnTo>
                  <a:lnTo>
                    <a:pt x="330920" y="425093"/>
                  </a:lnTo>
                  <a:lnTo>
                    <a:pt x="331528" y="424787"/>
                  </a:lnTo>
                  <a:lnTo>
                    <a:pt x="331295" y="424407"/>
                  </a:lnTo>
                  <a:lnTo>
                    <a:pt x="331380" y="424066"/>
                  </a:lnTo>
                  <a:lnTo>
                    <a:pt x="332179" y="424160"/>
                  </a:lnTo>
                  <a:lnTo>
                    <a:pt x="332539" y="423986"/>
                  </a:lnTo>
                  <a:lnTo>
                    <a:pt x="334258" y="427590"/>
                  </a:lnTo>
                  <a:lnTo>
                    <a:pt x="336475" y="427024"/>
                  </a:lnTo>
                  <a:lnTo>
                    <a:pt x="337253" y="429089"/>
                  </a:lnTo>
                  <a:lnTo>
                    <a:pt x="338500" y="434369"/>
                  </a:lnTo>
                  <a:lnTo>
                    <a:pt x="334502" y="435115"/>
                  </a:lnTo>
                  <a:lnTo>
                    <a:pt x="332816" y="434683"/>
                  </a:lnTo>
                  <a:lnTo>
                    <a:pt x="331773" y="435109"/>
                  </a:lnTo>
                  <a:lnTo>
                    <a:pt x="328563" y="435786"/>
                  </a:lnTo>
                  <a:lnTo>
                    <a:pt x="325809" y="436997"/>
                  </a:lnTo>
                  <a:lnTo>
                    <a:pt x="325600" y="437347"/>
                  </a:lnTo>
                  <a:lnTo>
                    <a:pt x="324415" y="437924"/>
                  </a:lnTo>
                  <a:lnTo>
                    <a:pt x="322875" y="439865"/>
                  </a:lnTo>
                  <a:lnTo>
                    <a:pt x="322159" y="441273"/>
                  </a:lnTo>
                  <a:lnTo>
                    <a:pt x="322014" y="441613"/>
                  </a:lnTo>
                  <a:lnTo>
                    <a:pt x="322976" y="441916"/>
                  </a:lnTo>
                  <a:lnTo>
                    <a:pt x="323628" y="443314"/>
                  </a:lnTo>
                  <a:lnTo>
                    <a:pt x="322900" y="443594"/>
                  </a:lnTo>
                  <a:lnTo>
                    <a:pt x="323008" y="444084"/>
                  </a:lnTo>
                  <a:lnTo>
                    <a:pt x="321592" y="444120"/>
                  </a:lnTo>
                  <a:lnTo>
                    <a:pt x="321445" y="445241"/>
                  </a:lnTo>
                  <a:lnTo>
                    <a:pt x="322399" y="446283"/>
                  </a:lnTo>
                  <a:lnTo>
                    <a:pt x="322518" y="446845"/>
                  </a:lnTo>
                  <a:lnTo>
                    <a:pt x="323459" y="448318"/>
                  </a:lnTo>
                  <a:lnTo>
                    <a:pt x="325520" y="451114"/>
                  </a:lnTo>
                  <a:lnTo>
                    <a:pt x="325845" y="451689"/>
                  </a:lnTo>
                  <a:lnTo>
                    <a:pt x="325465" y="452040"/>
                  </a:lnTo>
                  <a:lnTo>
                    <a:pt x="324452" y="452819"/>
                  </a:lnTo>
                  <a:lnTo>
                    <a:pt x="323248" y="453293"/>
                  </a:lnTo>
                  <a:lnTo>
                    <a:pt x="320520" y="455629"/>
                  </a:lnTo>
                  <a:lnTo>
                    <a:pt x="319720" y="455684"/>
                  </a:lnTo>
                  <a:lnTo>
                    <a:pt x="317867" y="454960"/>
                  </a:lnTo>
                  <a:lnTo>
                    <a:pt x="315166" y="455349"/>
                  </a:lnTo>
                  <a:lnTo>
                    <a:pt x="314289" y="454990"/>
                  </a:lnTo>
                  <a:lnTo>
                    <a:pt x="311987" y="454682"/>
                  </a:lnTo>
                  <a:lnTo>
                    <a:pt x="310927" y="453676"/>
                  </a:lnTo>
                  <a:lnTo>
                    <a:pt x="309617" y="450729"/>
                  </a:lnTo>
                  <a:lnTo>
                    <a:pt x="308188" y="450419"/>
                  </a:lnTo>
                  <a:lnTo>
                    <a:pt x="307071" y="449877"/>
                  </a:lnTo>
                  <a:lnTo>
                    <a:pt x="303323" y="449198"/>
                  </a:lnTo>
                  <a:lnTo>
                    <a:pt x="301075" y="449142"/>
                  </a:lnTo>
                  <a:lnTo>
                    <a:pt x="297433" y="450524"/>
                  </a:lnTo>
                  <a:lnTo>
                    <a:pt x="296560" y="450203"/>
                  </a:lnTo>
                  <a:lnTo>
                    <a:pt x="295115" y="450105"/>
                  </a:lnTo>
                  <a:lnTo>
                    <a:pt x="292417" y="449191"/>
                  </a:lnTo>
                  <a:lnTo>
                    <a:pt x="290147" y="449086"/>
                  </a:lnTo>
                  <a:lnTo>
                    <a:pt x="289353" y="448654"/>
                  </a:lnTo>
                  <a:lnTo>
                    <a:pt x="287963" y="448773"/>
                  </a:lnTo>
                  <a:lnTo>
                    <a:pt x="286499" y="449367"/>
                  </a:lnTo>
                  <a:lnTo>
                    <a:pt x="286263" y="448658"/>
                  </a:lnTo>
                  <a:lnTo>
                    <a:pt x="284250" y="448785"/>
                  </a:lnTo>
                  <a:lnTo>
                    <a:pt x="283515" y="448632"/>
                  </a:lnTo>
                  <a:lnTo>
                    <a:pt x="283086" y="448293"/>
                  </a:lnTo>
                  <a:lnTo>
                    <a:pt x="283208" y="446896"/>
                  </a:lnTo>
                  <a:lnTo>
                    <a:pt x="281262" y="446381"/>
                  </a:lnTo>
                  <a:lnTo>
                    <a:pt x="281112" y="444267"/>
                  </a:lnTo>
                  <a:lnTo>
                    <a:pt x="281811" y="444175"/>
                  </a:lnTo>
                  <a:lnTo>
                    <a:pt x="281856" y="443907"/>
                  </a:lnTo>
                  <a:lnTo>
                    <a:pt x="281559" y="441383"/>
                  </a:lnTo>
                  <a:lnTo>
                    <a:pt x="280141" y="440654"/>
                  </a:lnTo>
                  <a:lnTo>
                    <a:pt x="280025" y="440108"/>
                  </a:lnTo>
                  <a:lnTo>
                    <a:pt x="279295" y="440585"/>
                  </a:lnTo>
                  <a:lnTo>
                    <a:pt x="278520" y="440633"/>
                  </a:lnTo>
                  <a:lnTo>
                    <a:pt x="278282" y="440909"/>
                  </a:lnTo>
                  <a:lnTo>
                    <a:pt x="277704" y="440209"/>
                  </a:lnTo>
                  <a:lnTo>
                    <a:pt x="277175" y="438427"/>
                  </a:lnTo>
                  <a:lnTo>
                    <a:pt x="276273" y="436840"/>
                  </a:lnTo>
                  <a:lnTo>
                    <a:pt x="276481" y="436172"/>
                  </a:lnTo>
                  <a:lnTo>
                    <a:pt x="277038" y="435651"/>
                  </a:lnTo>
                  <a:lnTo>
                    <a:pt x="276874" y="435434"/>
                  </a:lnTo>
                  <a:lnTo>
                    <a:pt x="275604" y="435129"/>
                  </a:lnTo>
                  <a:lnTo>
                    <a:pt x="273150" y="435474"/>
                  </a:lnTo>
                  <a:lnTo>
                    <a:pt x="272650" y="433082"/>
                  </a:lnTo>
                  <a:lnTo>
                    <a:pt x="272106" y="432623"/>
                  </a:lnTo>
                  <a:lnTo>
                    <a:pt x="271764" y="432753"/>
                  </a:lnTo>
                  <a:lnTo>
                    <a:pt x="271592" y="433545"/>
                  </a:lnTo>
                  <a:lnTo>
                    <a:pt x="270620" y="434263"/>
                  </a:lnTo>
                  <a:lnTo>
                    <a:pt x="270550" y="434998"/>
                  </a:lnTo>
                  <a:lnTo>
                    <a:pt x="269161" y="435639"/>
                  </a:lnTo>
                  <a:lnTo>
                    <a:pt x="268699" y="437765"/>
                  </a:lnTo>
                  <a:lnTo>
                    <a:pt x="268807" y="439020"/>
                  </a:lnTo>
                  <a:lnTo>
                    <a:pt x="268056" y="439202"/>
                  </a:lnTo>
                  <a:lnTo>
                    <a:pt x="268639" y="441114"/>
                  </a:lnTo>
                  <a:lnTo>
                    <a:pt x="269555" y="443018"/>
                  </a:lnTo>
                  <a:lnTo>
                    <a:pt x="270435" y="444439"/>
                  </a:lnTo>
                  <a:lnTo>
                    <a:pt x="271184" y="446305"/>
                  </a:lnTo>
                  <a:lnTo>
                    <a:pt x="270745" y="448925"/>
                  </a:lnTo>
                  <a:lnTo>
                    <a:pt x="269739" y="450708"/>
                  </a:lnTo>
                  <a:lnTo>
                    <a:pt x="268797" y="453805"/>
                  </a:lnTo>
                  <a:lnTo>
                    <a:pt x="268397" y="454335"/>
                  </a:lnTo>
                  <a:lnTo>
                    <a:pt x="266850" y="454672"/>
                  </a:lnTo>
                  <a:lnTo>
                    <a:pt x="265439" y="457217"/>
                  </a:lnTo>
                  <a:lnTo>
                    <a:pt x="264982" y="459462"/>
                  </a:lnTo>
                  <a:lnTo>
                    <a:pt x="264032" y="459948"/>
                  </a:lnTo>
                  <a:lnTo>
                    <a:pt x="264470" y="460527"/>
                  </a:lnTo>
                  <a:lnTo>
                    <a:pt x="264219" y="461339"/>
                  </a:lnTo>
                  <a:lnTo>
                    <a:pt x="265780" y="461712"/>
                  </a:lnTo>
                  <a:lnTo>
                    <a:pt x="265409" y="463390"/>
                  </a:lnTo>
                  <a:lnTo>
                    <a:pt x="264252" y="463102"/>
                  </a:lnTo>
                  <a:lnTo>
                    <a:pt x="263131" y="462447"/>
                  </a:lnTo>
                  <a:lnTo>
                    <a:pt x="261864" y="462350"/>
                  </a:lnTo>
                  <a:lnTo>
                    <a:pt x="259905" y="462583"/>
                  </a:lnTo>
                  <a:lnTo>
                    <a:pt x="258879" y="463024"/>
                  </a:lnTo>
                  <a:lnTo>
                    <a:pt x="258717" y="463387"/>
                  </a:lnTo>
                  <a:lnTo>
                    <a:pt x="257820" y="463880"/>
                  </a:lnTo>
                  <a:lnTo>
                    <a:pt x="257911" y="464083"/>
                  </a:lnTo>
                  <a:lnTo>
                    <a:pt x="257192" y="465403"/>
                  </a:lnTo>
                  <a:lnTo>
                    <a:pt x="256657" y="467844"/>
                  </a:lnTo>
                  <a:lnTo>
                    <a:pt x="255524" y="468307"/>
                  </a:lnTo>
                  <a:lnTo>
                    <a:pt x="254471" y="468041"/>
                  </a:lnTo>
                  <a:lnTo>
                    <a:pt x="254157" y="468509"/>
                  </a:lnTo>
                  <a:lnTo>
                    <a:pt x="254240" y="468780"/>
                  </a:lnTo>
                  <a:lnTo>
                    <a:pt x="251920" y="468296"/>
                  </a:lnTo>
                  <a:lnTo>
                    <a:pt x="250344" y="470431"/>
                  </a:lnTo>
                  <a:lnTo>
                    <a:pt x="249384" y="471369"/>
                  </a:lnTo>
                  <a:lnTo>
                    <a:pt x="249266" y="472046"/>
                  </a:lnTo>
                  <a:lnTo>
                    <a:pt x="248297" y="472827"/>
                  </a:lnTo>
                  <a:lnTo>
                    <a:pt x="247897" y="473507"/>
                  </a:lnTo>
                  <a:lnTo>
                    <a:pt x="250017" y="474188"/>
                  </a:lnTo>
                  <a:lnTo>
                    <a:pt x="250633" y="475551"/>
                  </a:lnTo>
                  <a:lnTo>
                    <a:pt x="250451" y="476475"/>
                  </a:lnTo>
                  <a:lnTo>
                    <a:pt x="251691" y="478401"/>
                  </a:lnTo>
                  <a:lnTo>
                    <a:pt x="252559" y="480281"/>
                  </a:lnTo>
                  <a:lnTo>
                    <a:pt x="249926" y="479272"/>
                  </a:lnTo>
                  <a:lnTo>
                    <a:pt x="248403" y="479146"/>
                  </a:lnTo>
                  <a:lnTo>
                    <a:pt x="246057" y="478387"/>
                  </a:lnTo>
                  <a:lnTo>
                    <a:pt x="243179" y="476073"/>
                  </a:lnTo>
                  <a:lnTo>
                    <a:pt x="241111" y="475093"/>
                  </a:lnTo>
                  <a:lnTo>
                    <a:pt x="241921" y="473513"/>
                  </a:lnTo>
                  <a:lnTo>
                    <a:pt x="243353" y="473917"/>
                  </a:lnTo>
                  <a:lnTo>
                    <a:pt x="243906" y="472553"/>
                  </a:lnTo>
                  <a:lnTo>
                    <a:pt x="242574" y="472255"/>
                  </a:lnTo>
                  <a:lnTo>
                    <a:pt x="242997" y="470501"/>
                  </a:lnTo>
                  <a:lnTo>
                    <a:pt x="241208" y="470403"/>
                  </a:lnTo>
                  <a:lnTo>
                    <a:pt x="241527" y="469204"/>
                  </a:lnTo>
                  <a:lnTo>
                    <a:pt x="240131" y="469155"/>
                  </a:lnTo>
                  <a:lnTo>
                    <a:pt x="238857" y="469473"/>
                  </a:lnTo>
                  <a:lnTo>
                    <a:pt x="238064" y="466724"/>
                  </a:lnTo>
                  <a:lnTo>
                    <a:pt x="235646" y="467570"/>
                  </a:lnTo>
                  <a:lnTo>
                    <a:pt x="234640" y="468638"/>
                  </a:lnTo>
                  <a:lnTo>
                    <a:pt x="233674" y="469288"/>
                  </a:lnTo>
                  <a:lnTo>
                    <a:pt x="233832" y="470085"/>
                  </a:lnTo>
                  <a:lnTo>
                    <a:pt x="234790" y="470777"/>
                  </a:lnTo>
                  <a:lnTo>
                    <a:pt x="237433" y="471569"/>
                  </a:lnTo>
                  <a:lnTo>
                    <a:pt x="239314" y="472871"/>
                  </a:lnTo>
                  <a:lnTo>
                    <a:pt x="239371" y="474023"/>
                  </a:lnTo>
                  <a:lnTo>
                    <a:pt x="239885" y="474629"/>
                  </a:lnTo>
                  <a:lnTo>
                    <a:pt x="239493" y="475317"/>
                  </a:lnTo>
                  <a:lnTo>
                    <a:pt x="237171" y="475277"/>
                  </a:lnTo>
                  <a:lnTo>
                    <a:pt x="237517" y="475824"/>
                  </a:lnTo>
                  <a:lnTo>
                    <a:pt x="237155" y="475865"/>
                  </a:lnTo>
                  <a:lnTo>
                    <a:pt x="234044" y="478030"/>
                  </a:lnTo>
                  <a:lnTo>
                    <a:pt x="232053" y="477069"/>
                  </a:lnTo>
                  <a:lnTo>
                    <a:pt x="231316" y="477040"/>
                  </a:lnTo>
                  <a:lnTo>
                    <a:pt x="230085" y="477421"/>
                  </a:lnTo>
                  <a:lnTo>
                    <a:pt x="230115" y="476358"/>
                  </a:lnTo>
                  <a:lnTo>
                    <a:pt x="228965" y="476812"/>
                  </a:lnTo>
                  <a:lnTo>
                    <a:pt x="228748" y="477565"/>
                  </a:lnTo>
                  <a:lnTo>
                    <a:pt x="227737" y="477861"/>
                  </a:lnTo>
                  <a:lnTo>
                    <a:pt x="227598" y="478723"/>
                  </a:lnTo>
                  <a:lnTo>
                    <a:pt x="227903" y="479511"/>
                  </a:lnTo>
                  <a:lnTo>
                    <a:pt x="228667" y="480371"/>
                  </a:lnTo>
                  <a:lnTo>
                    <a:pt x="230035" y="480372"/>
                  </a:lnTo>
                  <a:lnTo>
                    <a:pt x="231671" y="481841"/>
                  </a:lnTo>
                  <a:lnTo>
                    <a:pt x="231416" y="483156"/>
                  </a:lnTo>
                  <a:lnTo>
                    <a:pt x="227873" y="483777"/>
                  </a:lnTo>
                  <a:lnTo>
                    <a:pt x="225520" y="483437"/>
                  </a:lnTo>
                  <a:lnTo>
                    <a:pt x="225370" y="484074"/>
                  </a:lnTo>
                  <a:lnTo>
                    <a:pt x="222792" y="484260"/>
                  </a:lnTo>
                  <a:lnTo>
                    <a:pt x="219893" y="483872"/>
                  </a:lnTo>
                  <a:lnTo>
                    <a:pt x="218367" y="485299"/>
                  </a:lnTo>
                  <a:lnTo>
                    <a:pt x="219190" y="486329"/>
                  </a:lnTo>
                  <a:lnTo>
                    <a:pt x="221009" y="487292"/>
                  </a:lnTo>
                  <a:lnTo>
                    <a:pt x="221651" y="488066"/>
                  </a:lnTo>
                  <a:lnTo>
                    <a:pt x="222060" y="489017"/>
                  </a:lnTo>
                  <a:lnTo>
                    <a:pt x="222366" y="490678"/>
                  </a:lnTo>
                  <a:lnTo>
                    <a:pt x="223048" y="490738"/>
                  </a:lnTo>
                  <a:lnTo>
                    <a:pt x="223353" y="491872"/>
                  </a:lnTo>
                  <a:lnTo>
                    <a:pt x="223181" y="492134"/>
                  </a:lnTo>
                  <a:lnTo>
                    <a:pt x="225366" y="494982"/>
                  </a:lnTo>
                  <a:lnTo>
                    <a:pt x="226236" y="496750"/>
                  </a:lnTo>
                  <a:lnTo>
                    <a:pt x="223095" y="496872"/>
                  </a:lnTo>
                  <a:lnTo>
                    <a:pt x="221997" y="497792"/>
                  </a:lnTo>
                  <a:lnTo>
                    <a:pt x="222358" y="498591"/>
                  </a:lnTo>
                  <a:lnTo>
                    <a:pt x="223040" y="499325"/>
                  </a:lnTo>
                  <a:lnTo>
                    <a:pt x="220559" y="499949"/>
                  </a:lnTo>
                  <a:lnTo>
                    <a:pt x="220995" y="502612"/>
                  </a:lnTo>
                  <a:lnTo>
                    <a:pt x="221722" y="502798"/>
                  </a:lnTo>
                  <a:lnTo>
                    <a:pt x="221976" y="503666"/>
                  </a:lnTo>
                  <a:lnTo>
                    <a:pt x="221229" y="503892"/>
                  </a:lnTo>
                  <a:lnTo>
                    <a:pt x="220623" y="507075"/>
                  </a:lnTo>
                  <a:lnTo>
                    <a:pt x="219432" y="511238"/>
                  </a:lnTo>
                  <a:lnTo>
                    <a:pt x="218477" y="510877"/>
                  </a:lnTo>
                  <a:lnTo>
                    <a:pt x="218432" y="511253"/>
                  </a:lnTo>
                  <a:lnTo>
                    <a:pt x="215513" y="511213"/>
                  </a:lnTo>
                  <a:lnTo>
                    <a:pt x="215311" y="511653"/>
                  </a:lnTo>
                  <a:lnTo>
                    <a:pt x="215417" y="511966"/>
                  </a:lnTo>
                  <a:lnTo>
                    <a:pt x="215031" y="512085"/>
                  </a:lnTo>
                  <a:lnTo>
                    <a:pt x="211886" y="511160"/>
                  </a:lnTo>
                  <a:lnTo>
                    <a:pt x="210302" y="514620"/>
                  </a:lnTo>
                  <a:lnTo>
                    <a:pt x="208476" y="516221"/>
                  </a:lnTo>
                  <a:lnTo>
                    <a:pt x="207986" y="517666"/>
                  </a:lnTo>
                  <a:lnTo>
                    <a:pt x="204167" y="516850"/>
                  </a:lnTo>
                  <a:lnTo>
                    <a:pt x="203102" y="517998"/>
                  </a:lnTo>
                  <a:lnTo>
                    <a:pt x="203002" y="519294"/>
                  </a:lnTo>
                  <a:lnTo>
                    <a:pt x="202588" y="520155"/>
                  </a:lnTo>
                  <a:lnTo>
                    <a:pt x="199599" y="523827"/>
                  </a:lnTo>
                  <a:lnTo>
                    <a:pt x="199095" y="525403"/>
                  </a:lnTo>
                  <a:lnTo>
                    <a:pt x="199381" y="525579"/>
                  </a:lnTo>
                  <a:lnTo>
                    <a:pt x="199597" y="525954"/>
                  </a:lnTo>
                  <a:lnTo>
                    <a:pt x="199063" y="526201"/>
                  </a:lnTo>
                  <a:lnTo>
                    <a:pt x="197282" y="525911"/>
                  </a:lnTo>
                  <a:lnTo>
                    <a:pt x="196382" y="529071"/>
                  </a:lnTo>
                  <a:lnTo>
                    <a:pt x="193549" y="530514"/>
                  </a:lnTo>
                  <a:lnTo>
                    <a:pt x="192378" y="531454"/>
                  </a:lnTo>
                  <a:lnTo>
                    <a:pt x="194150" y="533592"/>
                  </a:lnTo>
                  <a:lnTo>
                    <a:pt x="193426" y="534236"/>
                  </a:lnTo>
                  <a:lnTo>
                    <a:pt x="193475" y="535379"/>
                  </a:lnTo>
                  <a:lnTo>
                    <a:pt x="194148" y="536333"/>
                  </a:lnTo>
                  <a:lnTo>
                    <a:pt x="193519" y="537211"/>
                  </a:lnTo>
                  <a:lnTo>
                    <a:pt x="193631" y="537809"/>
                  </a:lnTo>
                  <a:lnTo>
                    <a:pt x="191704" y="537691"/>
                  </a:lnTo>
                  <a:lnTo>
                    <a:pt x="190737" y="537250"/>
                  </a:lnTo>
                  <a:lnTo>
                    <a:pt x="189928" y="537337"/>
                  </a:lnTo>
                  <a:lnTo>
                    <a:pt x="188828" y="536693"/>
                  </a:lnTo>
                  <a:lnTo>
                    <a:pt x="188502" y="536932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pg73">
              <a:extLst>
                <a:ext uri="{FF2B5EF4-FFF2-40B4-BE49-F238E27FC236}">
                  <a16:creationId xmlns:a16="http://schemas.microsoft.com/office/drawing/2014/main" id="{21716B0C-A8BD-00F8-5F96-0DC35FA2E53E}"/>
                </a:ext>
              </a:extLst>
            </p:cNvPr>
            <p:cNvSpPr/>
            <p:nvPr/>
          </p:nvSpPr>
          <p:spPr>
            <a:xfrm>
              <a:off x="5192406" y="1666089"/>
              <a:ext cx="582877" cy="783856"/>
            </a:xfrm>
            <a:custGeom>
              <a:avLst/>
              <a:gdLst/>
              <a:ahLst/>
              <a:cxnLst/>
              <a:rect l="0" t="0" r="0" b="0"/>
              <a:pathLst>
                <a:path w="582877" h="783856">
                  <a:moveTo>
                    <a:pt x="117021" y="586507"/>
                  </a:moveTo>
                  <a:lnTo>
                    <a:pt x="114215" y="581262"/>
                  </a:lnTo>
                  <a:lnTo>
                    <a:pt x="112261" y="580401"/>
                  </a:lnTo>
                  <a:lnTo>
                    <a:pt x="111457" y="579212"/>
                  </a:lnTo>
                  <a:lnTo>
                    <a:pt x="109121" y="578065"/>
                  </a:lnTo>
                  <a:lnTo>
                    <a:pt x="108141" y="576561"/>
                  </a:lnTo>
                  <a:lnTo>
                    <a:pt x="106995" y="575533"/>
                  </a:lnTo>
                  <a:lnTo>
                    <a:pt x="106380" y="574291"/>
                  </a:lnTo>
                  <a:lnTo>
                    <a:pt x="104475" y="573535"/>
                  </a:lnTo>
                  <a:lnTo>
                    <a:pt x="103220" y="572759"/>
                  </a:lnTo>
                  <a:lnTo>
                    <a:pt x="102781" y="571172"/>
                  </a:lnTo>
                  <a:lnTo>
                    <a:pt x="101964" y="569883"/>
                  </a:lnTo>
                  <a:lnTo>
                    <a:pt x="99302" y="567509"/>
                  </a:lnTo>
                  <a:lnTo>
                    <a:pt x="98952" y="566753"/>
                  </a:lnTo>
                  <a:lnTo>
                    <a:pt x="98703" y="564965"/>
                  </a:lnTo>
                  <a:lnTo>
                    <a:pt x="97997" y="564363"/>
                  </a:lnTo>
                  <a:lnTo>
                    <a:pt x="98039" y="561357"/>
                  </a:lnTo>
                  <a:lnTo>
                    <a:pt x="97297" y="560817"/>
                  </a:lnTo>
                  <a:lnTo>
                    <a:pt x="96178" y="558596"/>
                  </a:lnTo>
                  <a:lnTo>
                    <a:pt x="95702" y="558021"/>
                  </a:lnTo>
                  <a:lnTo>
                    <a:pt x="95250" y="557838"/>
                  </a:lnTo>
                  <a:lnTo>
                    <a:pt x="94423" y="556154"/>
                  </a:lnTo>
                  <a:lnTo>
                    <a:pt x="94760" y="555085"/>
                  </a:lnTo>
                  <a:lnTo>
                    <a:pt x="94617" y="553241"/>
                  </a:lnTo>
                  <a:lnTo>
                    <a:pt x="92385" y="551124"/>
                  </a:lnTo>
                  <a:lnTo>
                    <a:pt x="91854" y="549868"/>
                  </a:lnTo>
                  <a:lnTo>
                    <a:pt x="91371" y="549372"/>
                  </a:lnTo>
                  <a:lnTo>
                    <a:pt x="90257" y="548864"/>
                  </a:lnTo>
                  <a:lnTo>
                    <a:pt x="89665" y="547877"/>
                  </a:lnTo>
                  <a:lnTo>
                    <a:pt x="88541" y="547280"/>
                  </a:lnTo>
                  <a:lnTo>
                    <a:pt x="88064" y="546758"/>
                  </a:lnTo>
                  <a:lnTo>
                    <a:pt x="87578" y="545424"/>
                  </a:lnTo>
                  <a:lnTo>
                    <a:pt x="85829" y="544361"/>
                  </a:lnTo>
                  <a:lnTo>
                    <a:pt x="84903" y="543046"/>
                  </a:lnTo>
                  <a:lnTo>
                    <a:pt x="85881" y="541164"/>
                  </a:lnTo>
                  <a:lnTo>
                    <a:pt x="85532" y="538897"/>
                  </a:lnTo>
                  <a:lnTo>
                    <a:pt x="85310" y="538567"/>
                  </a:lnTo>
                  <a:lnTo>
                    <a:pt x="85485" y="537365"/>
                  </a:lnTo>
                  <a:lnTo>
                    <a:pt x="84543" y="536947"/>
                  </a:lnTo>
                  <a:lnTo>
                    <a:pt x="84408" y="536432"/>
                  </a:lnTo>
                  <a:lnTo>
                    <a:pt x="85091" y="535304"/>
                  </a:lnTo>
                  <a:lnTo>
                    <a:pt x="85165" y="533882"/>
                  </a:lnTo>
                  <a:lnTo>
                    <a:pt x="85845" y="533175"/>
                  </a:lnTo>
                  <a:lnTo>
                    <a:pt x="86880" y="532761"/>
                  </a:lnTo>
                  <a:lnTo>
                    <a:pt x="87102" y="531316"/>
                  </a:lnTo>
                  <a:lnTo>
                    <a:pt x="87635" y="529953"/>
                  </a:lnTo>
                  <a:lnTo>
                    <a:pt x="88317" y="528908"/>
                  </a:lnTo>
                  <a:lnTo>
                    <a:pt x="90128" y="527390"/>
                  </a:lnTo>
                  <a:lnTo>
                    <a:pt x="90960" y="525655"/>
                  </a:lnTo>
                  <a:lnTo>
                    <a:pt x="91394" y="523634"/>
                  </a:lnTo>
                  <a:lnTo>
                    <a:pt x="92151" y="522646"/>
                  </a:lnTo>
                  <a:lnTo>
                    <a:pt x="91681" y="520760"/>
                  </a:lnTo>
                  <a:lnTo>
                    <a:pt x="90512" y="519375"/>
                  </a:lnTo>
                  <a:lnTo>
                    <a:pt x="89749" y="519038"/>
                  </a:lnTo>
                  <a:lnTo>
                    <a:pt x="88328" y="517850"/>
                  </a:lnTo>
                  <a:lnTo>
                    <a:pt x="87346" y="518497"/>
                  </a:lnTo>
                  <a:lnTo>
                    <a:pt x="86186" y="517904"/>
                  </a:lnTo>
                  <a:lnTo>
                    <a:pt x="84008" y="517980"/>
                  </a:lnTo>
                  <a:lnTo>
                    <a:pt x="82613" y="517220"/>
                  </a:lnTo>
                  <a:lnTo>
                    <a:pt x="79070" y="516270"/>
                  </a:lnTo>
                  <a:lnTo>
                    <a:pt x="78057" y="516207"/>
                  </a:lnTo>
                  <a:lnTo>
                    <a:pt x="77665" y="516674"/>
                  </a:lnTo>
                  <a:lnTo>
                    <a:pt x="76772" y="516802"/>
                  </a:lnTo>
                  <a:lnTo>
                    <a:pt x="74636" y="518297"/>
                  </a:lnTo>
                  <a:lnTo>
                    <a:pt x="72967" y="517792"/>
                  </a:lnTo>
                  <a:lnTo>
                    <a:pt x="72155" y="517769"/>
                  </a:lnTo>
                  <a:lnTo>
                    <a:pt x="71735" y="518127"/>
                  </a:lnTo>
                  <a:lnTo>
                    <a:pt x="70777" y="519871"/>
                  </a:lnTo>
                  <a:lnTo>
                    <a:pt x="69117" y="518379"/>
                  </a:lnTo>
                  <a:lnTo>
                    <a:pt x="67793" y="517783"/>
                  </a:lnTo>
                  <a:lnTo>
                    <a:pt x="66989" y="517093"/>
                  </a:lnTo>
                  <a:lnTo>
                    <a:pt x="63992" y="512173"/>
                  </a:lnTo>
                  <a:lnTo>
                    <a:pt x="63373" y="510539"/>
                  </a:lnTo>
                  <a:lnTo>
                    <a:pt x="62679" y="510003"/>
                  </a:lnTo>
                  <a:lnTo>
                    <a:pt x="62649" y="508015"/>
                  </a:lnTo>
                  <a:lnTo>
                    <a:pt x="61555" y="505406"/>
                  </a:lnTo>
                  <a:lnTo>
                    <a:pt x="60956" y="503073"/>
                  </a:lnTo>
                  <a:lnTo>
                    <a:pt x="60312" y="502194"/>
                  </a:lnTo>
                  <a:lnTo>
                    <a:pt x="58840" y="500869"/>
                  </a:lnTo>
                  <a:lnTo>
                    <a:pt x="58805" y="500498"/>
                  </a:lnTo>
                  <a:lnTo>
                    <a:pt x="59631" y="498329"/>
                  </a:lnTo>
                  <a:lnTo>
                    <a:pt x="59550" y="495993"/>
                  </a:lnTo>
                  <a:lnTo>
                    <a:pt x="59875" y="495318"/>
                  </a:lnTo>
                  <a:lnTo>
                    <a:pt x="59301" y="492945"/>
                  </a:lnTo>
                  <a:lnTo>
                    <a:pt x="59852" y="491085"/>
                  </a:lnTo>
                  <a:lnTo>
                    <a:pt x="60358" y="491084"/>
                  </a:lnTo>
                  <a:lnTo>
                    <a:pt x="60547" y="490737"/>
                  </a:lnTo>
                  <a:lnTo>
                    <a:pt x="60334" y="490254"/>
                  </a:lnTo>
                  <a:lnTo>
                    <a:pt x="61647" y="489694"/>
                  </a:lnTo>
                  <a:lnTo>
                    <a:pt x="61582" y="489173"/>
                  </a:lnTo>
                  <a:lnTo>
                    <a:pt x="57699" y="487129"/>
                  </a:lnTo>
                  <a:lnTo>
                    <a:pt x="56865" y="485836"/>
                  </a:lnTo>
                  <a:lnTo>
                    <a:pt x="56226" y="485595"/>
                  </a:lnTo>
                  <a:lnTo>
                    <a:pt x="55446" y="484333"/>
                  </a:lnTo>
                  <a:lnTo>
                    <a:pt x="56069" y="483590"/>
                  </a:lnTo>
                  <a:lnTo>
                    <a:pt x="55412" y="482393"/>
                  </a:lnTo>
                  <a:lnTo>
                    <a:pt x="55583" y="482015"/>
                  </a:lnTo>
                  <a:lnTo>
                    <a:pt x="54821" y="481017"/>
                  </a:lnTo>
                  <a:lnTo>
                    <a:pt x="54231" y="480635"/>
                  </a:lnTo>
                  <a:lnTo>
                    <a:pt x="53756" y="479301"/>
                  </a:lnTo>
                  <a:lnTo>
                    <a:pt x="54317" y="476754"/>
                  </a:lnTo>
                  <a:lnTo>
                    <a:pt x="55336" y="475816"/>
                  </a:lnTo>
                  <a:lnTo>
                    <a:pt x="57099" y="474829"/>
                  </a:lnTo>
                  <a:lnTo>
                    <a:pt x="58187" y="474823"/>
                  </a:lnTo>
                  <a:lnTo>
                    <a:pt x="63700" y="476636"/>
                  </a:lnTo>
                  <a:lnTo>
                    <a:pt x="66373" y="476844"/>
                  </a:lnTo>
                  <a:lnTo>
                    <a:pt x="70067" y="476507"/>
                  </a:lnTo>
                  <a:lnTo>
                    <a:pt x="70671" y="476652"/>
                  </a:lnTo>
                  <a:lnTo>
                    <a:pt x="71830" y="476323"/>
                  </a:lnTo>
                  <a:lnTo>
                    <a:pt x="77394" y="475636"/>
                  </a:lnTo>
                  <a:lnTo>
                    <a:pt x="78290" y="474667"/>
                  </a:lnTo>
                  <a:lnTo>
                    <a:pt x="78122" y="474262"/>
                  </a:lnTo>
                  <a:lnTo>
                    <a:pt x="79273" y="474164"/>
                  </a:lnTo>
                  <a:lnTo>
                    <a:pt x="80731" y="474414"/>
                  </a:lnTo>
                  <a:lnTo>
                    <a:pt x="85687" y="473087"/>
                  </a:lnTo>
                  <a:lnTo>
                    <a:pt x="87358" y="471965"/>
                  </a:lnTo>
                  <a:lnTo>
                    <a:pt x="88210" y="470851"/>
                  </a:lnTo>
                  <a:lnTo>
                    <a:pt x="88843" y="470543"/>
                  </a:lnTo>
                  <a:lnTo>
                    <a:pt x="89839" y="469449"/>
                  </a:lnTo>
                  <a:lnTo>
                    <a:pt x="90256" y="468173"/>
                  </a:lnTo>
                  <a:lnTo>
                    <a:pt x="90920" y="467896"/>
                  </a:lnTo>
                  <a:lnTo>
                    <a:pt x="91022" y="467374"/>
                  </a:lnTo>
                  <a:lnTo>
                    <a:pt x="93298" y="464994"/>
                  </a:lnTo>
                  <a:lnTo>
                    <a:pt x="94415" y="462988"/>
                  </a:lnTo>
                  <a:lnTo>
                    <a:pt x="95088" y="462634"/>
                  </a:lnTo>
                  <a:lnTo>
                    <a:pt x="97486" y="459911"/>
                  </a:lnTo>
                  <a:lnTo>
                    <a:pt x="101595" y="461717"/>
                  </a:lnTo>
                  <a:lnTo>
                    <a:pt x="102975" y="460266"/>
                  </a:lnTo>
                  <a:lnTo>
                    <a:pt x="105740" y="453303"/>
                  </a:lnTo>
                  <a:lnTo>
                    <a:pt x="108360" y="450040"/>
                  </a:lnTo>
                  <a:lnTo>
                    <a:pt x="110048" y="448763"/>
                  </a:lnTo>
                  <a:lnTo>
                    <a:pt x="112555" y="447754"/>
                  </a:lnTo>
                  <a:lnTo>
                    <a:pt x="113953" y="446159"/>
                  </a:lnTo>
                  <a:lnTo>
                    <a:pt x="116101" y="445565"/>
                  </a:lnTo>
                  <a:lnTo>
                    <a:pt x="118344" y="443754"/>
                  </a:lnTo>
                  <a:lnTo>
                    <a:pt x="118774" y="442847"/>
                  </a:lnTo>
                  <a:lnTo>
                    <a:pt x="118571" y="441159"/>
                  </a:lnTo>
                  <a:lnTo>
                    <a:pt x="121079" y="442199"/>
                  </a:lnTo>
                  <a:lnTo>
                    <a:pt x="122875" y="442508"/>
                  </a:lnTo>
                  <a:lnTo>
                    <a:pt x="124045" y="443007"/>
                  </a:lnTo>
                  <a:lnTo>
                    <a:pt x="125366" y="441798"/>
                  </a:lnTo>
                  <a:lnTo>
                    <a:pt x="127867" y="442036"/>
                  </a:lnTo>
                  <a:lnTo>
                    <a:pt x="129075" y="441849"/>
                  </a:lnTo>
                  <a:lnTo>
                    <a:pt x="130495" y="440157"/>
                  </a:lnTo>
                  <a:lnTo>
                    <a:pt x="132805" y="440591"/>
                  </a:lnTo>
                  <a:lnTo>
                    <a:pt x="133244" y="440389"/>
                  </a:lnTo>
                  <a:lnTo>
                    <a:pt x="134945" y="440474"/>
                  </a:lnTo>
                  <a:lnTo>
                    <a:pt x="136707" y="440932"/>
                  </a:lnTo>
                  <a:lnTo>
                    <a:pt x="138740" y="440350"/>
                  </a:lnTo>
                  <a:lnTo>
                    <a:pt x="140224" y="440449"/>
                  </a:lnTo>
                  <a:lnTo>
                    <a:pt x="141304" y="439918"/>
                  </a:lnTo>
                  <a:lnTo>
                    <a:pt x="141845" y="439069"/>
                  </a:lnTo>
                  <a:lnTo>
                    <a:pt x="144640" y="436731"/>
                  </a:lnTo>
                  <a:lnTo>
                    <a:pt x="147538" y="435416"/>
                  </a:lnTo>
                  <a:lnTo>
                    <a:pt x="150105" y="436057"/>
                  </a:lnTo>
                  <a:lnTo>
                    <a:pt x="151398" y="435058"/>
                  </a:lnTo>
                  <a:lnTo>
                    <a:pt x="152459" y="435441"/>
                  </a:lnTo>
                  <a:lnTo>
                    <a:pt x="152892" y="434899"/>
                  </a:lnTo>
                  <a:lnTo>
                    <a:pt x="155332" y="433263"/>
                  </a:lnTo>
                  <a:lnTo>
                    <a:pt x="155886" y="432739"/>
                  </a:lnTo>
                  <a:lnTo>
                    <a:pt x="155975" y="432334"/>
                  </a:lnTo>
                  <a:lnTo>
                    <a:pt x="155541" y="431344"/>
                  </a:lnTo>
                  <a:lnTo>
                    <a:pt x="155728" y="429630"/>
                  </a:lnTo>
                  <a:lnTo>
                    <a:pt x="155260" y="429172"/>
                  </a:lnTo>
                  <a:lnTo>
                    <a:pt x="152919" y="427966"/>
                  </a:lnTo>
                  <a:lnTo>
                    <a:pt x="152467" y="427083"/>
                  </a:lnTo>
                  <a:lnTo>
                    <a:pt x="152011" y="424849"/>
                  </a:lnTo>
                  <a:lnTo>
                    <a:pt x="152146" y="422618"/>
                  </a:lnTo>
                  <a:lnTo>
                    <a:pt x="154507" y="419282"/>
                  </a:lnTo>
                  <a:lnTo>
                    <a:pt x="155243" y="414121"/>
                  </a:lnTo>
                  <a:lnTo>
                    <a:pt x="157222" y="410263"/>
                  </a:lnTo>
                  <a:lnTo>
                    <a:pt x="158283" y="407535"/>
                  </a:lnTo>
                  <a:lnTo>
                    <a:pt x="154119" y="407223"/>
                  </a:lnTo>
                  <a:lnTo>
                    <a:pt x="149892" y="407332"/>
                  </a:lnTo>
                  <a:lnTo>
                    <a:pt x="149375" y="406727"/>
                  </a:lnTo>
                  <a:lnTo>
                    <a:pt x="147801" y="406497"/>
                  </a:lnTo>
                  <a:lnTo>
                    <a:pt x="145841" y="403847"/>
                  </a:lnTo>
                  <a:lnTo>
                    <a:pt x="145240" y="401633"/>
                  </a:lnTo>
                  <a:lnTo>
                    <a:pt x="146117" y="400171"/>
                  </a:lnTo>
                  <a:lnTo>
                    <a:pt x="145364" y="397374"/>
                  </a:lnTo>
                  <a:lnTo>
                    <a:pt x="145211" y="395046"/>
                  </a:lnTo>
                  <a:lnTo>
                    <a:pt x="145458" y="392379"/>
                  </a:lnTo>
                  <a:lnTo>
                    <a:pt x="144859" y="391248"/>
                  </a:lnTo>
                  <a:lnTo>
                    <a:pt x="145040" y="389125"/>
                  </a:lnTo>
                  <a:lnTo>
                    <a:pt x="140999" y="387062"/>
                  </a:lnTo>
                  <a:lnTo>
                    <a:pt x="137832" y="383930"/>
                  </a:lnTo>
                  <a:lnTo>
                    <a:pt x="131557" y="380650"/>
                  </a:lnTo>
                  <a:lnTo>
                    <a:pt x="130440" y="379705"/>
                  </a:lnTo>
                  <a:lnTo>
                    <a:pt x="125464" y="378283"/>
                  </a:lnTo>
                  <a:lnTo>
                    <a:pt x="123938" y="377553"/>
                  </a:lnTo>
                  <a:lnTo>
                    <a:pt x="122592" y="377300"/>
                  </a:lnTo>
                  <a:lnTo>
                    <a:pt x="121414" y="375689"/>
                  </a:lnTo>
                  <a:lnTo>
                    <a:pt x="120620" y="375187"/>
                  </a:lnTo>
                  <a:lnTo>
                    <a:pt x="119286" y="374997"/>
                  </a:lnTo>
                  <a:lnTo>
                    <a:pt x="118228" y="374502"/>
                  </a:lnTo>
                  <a:lnTo>
                    <a:pt x="116626" y="373321"/>
                  </a:lnTo>
                  <a:lnTo>
                    <a:pt x="115440" y="373215"/>
                  </a:lnTo>
                  <a:lnTo>
                    <a:pt x="114342" y="372621"/>
                  </a:lnTo>
                  <a:lnTo>
                    <a:pt x="113343" y="372486"/>
                  </a:lnTo>
                  <a:lnTo>
                    <a:pt x="112528" y="371840"/>
                  </a:lnTo>
                  <a:lnTo>
                    <a:pt x="104563" y="367993"/>
                  </a:lnTo>
                  <a:lnTo>
                    <a:pt x="103085" y="366818"/>
                  </a:lnTo>
                  <a:lnTo>
                    <a:pt x="101759" y="365335"/>
                  </a:lnTo>
                  <a:lnTo>
                    <a:pt x="98803" y="364348"/>
                  </a:lnTo>
                  <a:lnTo>
                    <a:pt x="98003" y="363748"/>
                  </a:lnTo>
                  <a:lnTo>
                    <a:pt x="95819" y="363665"/>
                  </a:lnTo>
                  <a:lnTo>
                    <a:pt x="92705" y="362762"/>
                  </a:lnTo>
                  <a:lnTo>
                    <a:pt x="89524" y="362766"/>
                  </a:lnTo>
                  <a:lnTo>
                    <a:pt x="88054" y="363238"/>
                  </a:lnTo>
                  <a:lnTo>
                    <a:pt x="84082" y="363496"/>
                  </a:lnTo>
                  <a:lnTo>
                    <a:pt x="83717" y="364105"/>
                  </a:lnTo>
                  <a:lnTo>
                    <a:pt x="82517" y="364490"/>
                  </a:lnTo>
                  <a:lnTo>
                    <a:pt x="78958" y="363045"/>
                  </a:lnTo>
                  <a:lnTo>
                    <a:pt x="75791" y="363864"/>
                  </a:lnTo>
                  <a:lnTo>
                    <a:pt x="74635" y="364582"/>
                  </a:lnTo>
                  <a:lnTo>
                    <a:pt x="72270" y="367737"/>
                  </a:lnTo>
                  <a:lnTo>
                    <a:pt x="70646" y="368583"/>
                  </a:lnTo>
                  <a:lnTo>
                    <a:pt x="70330" y="368500"/>
                  </a:lnTo>
                  <a:lnTo>
                    <a:pt x="69424" y="366869"/>
                  </a:lnTo>
                  <a:lnTo>
                    <a:pt x="69272" y="366048"/>
                  </a:lnTo>
                  <a:lnTo>
                    <a:pt x="65167" y="363202"/>
                  </a:lnTo>
                  <a:lnTo>
                    <a:pt x="63073" y="360362"/>
                  </a:lnTo>
                  <a:lnTo>
                    <a:pt x="62764" y="359359"/>
                  </a:lnTo>
                  <a:lnTo>
                    <a:pt x="61690" y="358613"/>
                  </a:lnTo>
                  <a:lnTo>
                    <a:pt x="60729" y="358558"/>
                  </a:lnTo>
                  <a:lnTo>
                    <a:pt x="58912" y="357297"/>
                  </a:lnTo>
                  <a:lnTo>
                    <a:pt x="57634" y="356791"/>
                  </a:lnTo>
                  <a:lnTo>
                    <a:pt x="53781" y="357023"/>
                  </a:lnTo>
                  <a:lnTo>
                    <a:pt x="50638" y="356529"/>
                  </a:lnTo>
                  <a:lnTo>
                    <a:pt x="49483" y="356841"/>
                  </a:lnTo>
                  <a:lnTo>
                    <a:pt x="47898" y="355790"/>
                  </a:lnTo>
                  <a:lnTo>
                    <a:pt x="44613" y="354129"/>
                  </a:lnTo>
                  <a:lnTo>
                    <a:pt x="43666" y="351938"/>
                  </a:lnTo>
                  <a:lnTo>
                    <a:pt x="43930" y="348522"/>
                  </a:lnTo>
                  <a:lnTo>
                    <a:pt x="41901" y="347311"/>
                  </a:lnTo>
                  <a:lnTo>
                    <a:pt x="39889" y="343650"/>
                  </a:lnTo>
                  <a:lnTo>
                    <a:pt x="39421" y="343184"/>
                  </a:lnTo>
                  <a:lnTo>
                    <a:pt x="39363" y="341183"/>
                  </a:lnTo>
                  <a:lnTo>
                    <a:pt x="38874" y="338013"/>
                  </a:lnTo>
                  <a:lnTo>
                    <a:pt x="37282" y="334119"/>
                  </a:lnTo>
                  <a:lnTo>
                    <a:pt x="35508" y="332730"/>
                  </a:lnTo>
                  <a:lnTo>
                    <a:pt x="35673" y="331006"/>
                  </a:lnTo>
                  <a:lnTo>
                    <a:pt x="35185" y="329195"/>
                  </a:lnTo>
                  <a:lnTo>
                    <a:pt x="34204" y="328706"/>
                  </a:lnTo>
                  <a:lnTo>
                    <a:pt x="35345" y="327642"/>
                  </a:lnTo>
                  <a:lnTo>
                    <a:pt x="36317" y="327976"/>
                  </a:lnTo>
                  <a:lnTo>
                    <a:pt x="38900" y="328004"/>
                  </a:lnTo>
                  <a:lnTo>
                    <a:pt x="40008" y="327012"/>
                  </a:lnTo>
                  <a:lnTo>
                    <a:pt x="39619" y="325638"/>
                  </a:lnTo>
                  <a:lnTo>
                    <a:pt x="38851" y="324296"/>
                  </a:lnTo>
                  <a:lnTo>
                    <a:pt x="38919" y="323649"/>
                  </a:lnTo>
                  <a:lnTo>
                    <a:pt x="38258" y="322606"/>
                  </a:lnTo>
                  <a:lnTo>
                    <a:pt x="38656" y="322265"/>
                  </a:lnTo>
                  <a:lnTo>
                    <a:pt x="37757" y="321192"/>
                  </a:lnTo>
                  <a:lnTo>
                    <a:pt x="38850" y="320740"/>
                  </a:lnTo>
                  <a:lnTo>
                    <a:pt x="37596" y="318401"/>
                  </a:lnTo>
                  <a:lnTo>
                    <a:pt x="37497" y="315421"/>
                  </a:lnTo>
                  <a:lnTo>
                    <a:pt x="36937" y="314363"/>
                  </a:lnTo>
                  <a:lnTo>
                    <a:pt x="34884" y="312480"/>
                  </a:lnTo>
                  <a:lnTo>
                    <a:pt x="33520" y="310466"/>
                  </a:lnTo>
                  <a:lnTo>
                    <a:pt x="32972" y="310289"/>
                  </a:lnTo>
                  <a:lnTo>
                    <a:pt x="32251" y="310708"/>
                  </a:lnTo>
                  <a:lnTo>
                    <a:pt x="31923" y="310237"/>
                  </a:lnTo>
                  <a:lnTo>
                    <a:pt x="31214" y="307164"/>
                  </a:lnTo>
                  <a:lnTo>
                    <a:pt x="29539" y="304346"/>
                  </a:lnTo>
                  <a:lnTo>
                    <a:pt x="29348" y="302272"/>
                  </a:lnTo>
                  <a:lnTo>
                    <a:pt x="29601" y="302028"/>
                  </a:lnTo>
                  <a:lnTo>
                    <a:pt x="28144" y="300166"/>
                  </a:lnTo>
                  <a:lnTo>
                    <a:pt x="29205" y="298025"/>
                  </a:lnTo>
                  <a:lnTo>
                    <a:pt x="29708" y="296892"/>
                  </a:lnTo>
                  <a:lnTo>
                    <a:pt x="29666" y="296031"/>
                  </a:lnTo>
                  <a:lnTo>
                    <a:pt x="30572" y="293782"/>
                  </a:lnTo>
                  <a:lnTo>
                    <a:pt x="30706" y="292667"/>
                  </a:lnTo>
                  <a:lnTo>
                    <a:pt x="30642" y="289803"/>
                  </a:lnTo>
                  <a:lnTo>
                    <a:pt x="29966" y="289759"/>
                  </a:lnTo>
                  <a:lnTo>
                    <a:pt x="29867" y="288879"/>
                  </a:lnTo>
                  <a:lnTo>
                    <a:pt x="30120" y="287428"/>
                  </a:lnTo>
                  <a:lnTo>
                    <a:pt x="29598" y="287026"/>
                  </a:lnTo>
                  <a:lnTo>
                    <a:pt x="30209" y="285105"/>
                  </a:lnTo>
                  <a:lnTo>
                    <a:pt x="31097" y="283440"/>
                  </a:lnTo>
                  <a:lnTo>
                    <a:pt x="33016" y="281701"/>
                  </a:lnTo>
                  <a:lnTo>
                    <a:pt x="35366" y="281006"/>
                  </a:lnTo>
                  <a:lnTo>
                    <a:pt x="38383" y="280506"/>
                  </a:lnTo>
                  <a:lnTo>
                    <a:pt x="40994" y="281283"/>
                  </a:lnTo>
                  <a:lnTo>
                    <a:pt x="42261" y="281336"/>
                  </a:lnTo>
                  <a:lnTo>
                    <a:pt x="43920" y="280340"/>
                  </a:lnTo>
                  <a:lnTo>
                    <a:pt x="44348" y="279519"/>
                  </a:lnTo>
                  <a:lnTo>
                    <a:pt x="44342" y="276186"/>
                  </a:lnTo>
                  <a:lnTo>
                    <a:pt x="44078" y="275042"/>
                  </a:lnTo>
                  <a:lnTo>
                    <a:pt x="42504" y="272581"/>
                  </a:lnTo>
                  <a:lnTo>
                    <a:pt x="42238" y="270995"/>
                  </a:lnTo>
                  <a:lnTo>
                    <a:pt x="43085" y="268627"/>
                  </a:lnTo>
                  <a:lnTo>
                    <a:pt x="43673" y="267637"/>
                  </a:lnTo>
                  <a:lnTo>
                    <a:pt x="44755" y="266719"/>
                  </a:lnTo>
                  <a:lnTo>
                    <a:pt x="44907" y="266342"/>
                  </a:lnTo>
                  <a:lnTo>
                    <a:pt x="44348" y="264346"/>
                  </a:lnTo>
                  <a:lnTo>
                    <a:pt x="44358" y="263327"/>
                  </a:lnTo>
                  <a:lnTo>
                    <a:pt x="44895" y="260924"/>
                  </a:lnTo>
                  <a:lnTo>
                    <a:pt x="45253" y="257359"/>
                  </a:lnTo>
                  <a:lnTo>
                    <a:pt x="46397" y="253336"/>
                  </a:lnTo>
                  <a:lnTo>
                    <a:pt x="46145" y="251743"/>
                  </a:lnTo>
                  <a:lnTo>
                    <a:pt x="45342" y="250082"/>
                  </a:lnTo>
                  <a:lnTo>
                    <a:pt x="43764" y="249031"/>
                  </a:lnTo>
                  <a:lnTo>
                    <a:pt x="39992" y="248485"/>
                  </a:lnTo>
                  <a:lnTo>
                    <a:pt x="38788" y="247792"/>
                  </a:lnTo>
                  <a:lnTo>
                    <a:pt x="37796" y="246586"/>
                  </a:lnTo>
                  <a:lnTo>
                    <a:pt x="37358" y="244643"/>
                  </a:lnTo>
                  <a:lnTo>
                    <a:pt x="36982" y="243375"/>
                  </a:lnTo>
                  <a:lnTo>
                    <a:pt x="34489" y="240785"/>
                  </a:lnTo>
                  <a:lnTo>
                    <a:pt x="33249" y="238940"/>
                  </a:lnTo>
                  <a:lnTo>
                    <a:pt x="32989" y="236730"/>
                  </a:lnTo>
                  <a:lnTo>
                    <a:pt x="33435" y="234612"/>
                  </a:lnTo>
                  <a:lnTo>
                    <a:pt x="33381" y="233753"/>
                  </a:lnTo>
                  <a:lnTo>
                    <a:pt x="33082" y="233371"/>
                  </a:lnTo>
                  <a:lnTo>
                    <a:pt x="31857" y="232852"/>
                  </a:lnTo>
                  <a:lnTo>
                    <a:pt x="31252" y="232138"/>
                  </a:lnTo>
                  <a:lnTo>
                    <a:pt x="31329" y="230934"/>
                  </a:lnTo>
                  <a:lnTo>
                    <a:pt x="33398" y="227320"/>
                  </a:lnTo>
                  <a:lnTo>
                    <a:pt x="35250" y="226057"/>
                  </a:lnTo>
                  <a:lnTo>
                    <a:pt x="38332" y="223842"/>
                  </a:lnTo>
                  <a:lnTo>
                    <a:pt x="40452" y="221228"/>
                  </a:lnTo>
                  <a:lnTo>
                    <a:pt x="41577" y="219084"/>
                  </a:lnTo>
                  <a:lnTo>
                    <a:pt x="41858" y="218128"/>
                  </a:lnTo>
                  <a:lnTo>
                    <a:pt x="41786" y="217096"/>
                  </a:lnTo>
                  <a:lnTo>
                    <a:pt x="40696" y="215524"/>
                  </a:lnTo>
                  <a:lnTo>
                    <a:pt x="39482" y="214674"/>
                  </a:lnTo>
                  <a:lnTo>
                    <a:pt x="38284" y="214577"/>
                  </a:lnTo>
                  <a:lnTo>
                    <a:pt x="37064" y="215005"/>
                  </a:lnTo>
                  <a:lnTo>
                    <a:pt x="35577" y="214708"/>
                  </a:lnTo>
                  <a:lnTo>
                    <a:pt x="34979" y="213948"/>
                  </a:lnTo>
                  <a:lnTo>
                    <a:pt x="34322" y="211391"/>
                  </a:lnTo>
                  <a:lnTo>
                    <a:pt x="33741" y="210492"/>
                  </a:lnTo>
                  <a:lnTo>
                    <a:pt x="33144" y="209944"/>
                  </a:lnTo>
                  <a:lnTo>
                    <a:pt x="31084" y="208830"/>
                  </a:lnTo>
                  <a:lnTo>
                    <a:pt x="29536" y="207299"/>
                  </a:lnTo>
                  <a:lnTo>
                    <a:pt x="28542" y="206928"/>
                  </a:lnTo>
                  <a:lnTo>
                    <a:pt x="24453" y="206051"/>
                  </a:lnTo>
                  <a:lnTo>
                    <a:pt x="21827" y="205147"/>
                  </a:lnTo>
                  <a:lnTo>
                    <a:pt x="20605" y="205056"/>
                  </a:lnTo>
                  <a:lnTo>
                    <a:pt x="18804" y="205501"/>
                  </a:lnTo>
                  <a:lnTo>
                    <a:pt x="16288" y="207539"/>
                  </a:lnTo>
                  <a:lnTo>
                    <a:pt x="15015" y="207649"/>
                  </a:lnTo>
                  <a:lnTo>
                    <a:pt x="13950" y="207150"/>
                  </a:lnTo>
                  <a:lnTo>
                    <a:pt x="11363" y="203833"/>
                  </a:lnTo>
                  <a:lnTo>
                    <a:pt x="9786" y="202413"/>
                  </a:lnTo>
                  <a:lnTo>
                    <a:pt x="7195" y="201491"/>
                  </a:lnTo>
                  <a:lnTo>
                    <a:pt x="3785" y="199154"/>
                  </a:lnTo>
                  <a:lnTo>
                    <a:pt x="0" y="198079"/>
                  </a:lnTo>
                  <a:lnTo>
                    <a:pt x="1275" y="196655"/>
                  </a:lnTo>
                  <a:lnTo>
                    <a:pt x="3260" y="196277"/>
                  </a:lnTo>
                  <a:lnTo>
                    <a:pt x="4152" y="196769"/>
                  </a:lnTo>
                  <a:lnTo>
                    <a:pt x="4862" y="196780"/>
                  </a:lnTo>
                  <a:lnTo>
                    <a:pt x="5703" y="197434"/>
                  </a:lnTo>
                  <a:lnTo>
                    <a:pt x="6445" y="196878"/>
                  </a:lnTo>
                  <a:lnTo>
                    <a:pt x="7648" y="197872"/>
                  </a:lnTo>
                  <a:lnTo>
                    <a:pt x="8226" y="197373"/>
                  </a:lnTo>
                  <a:lnTo>
                    <a:pt x="7263" y="195832"/>
                  </a:lnTo>
                  <a:lnTo>
                    <a:pt x="7838" y="195700"/>
                  </a:lnTo>
                  <a:lnTo>
                    <a:pt x="6956" y="191108"/>
                  </a:lnTo>
                  <a:lnTo>
                    <a:pt x="6980" y="190720"/>
                  </a:lnTo>
                  <a:lnTo>
                    <a:pt x="7559" y="190175"/>
                  </a:lnTo>
                  <a:lnTo>
                    <a:pt x="7986" y="189341"/>
                  </a:lnTo>
                  <a:lnTo>
                    <a:pt x="8540" y="187809"/>
                  </a:lnTo>
                  <a:lnTo>
                    <a:pt x="8193" y="186012"/>
                  </a:lnTo>
                  <a:lnTo>
                    <a:pt x="9383" y="185107"/>
                  </a:lnTo>
                  <a:lnTo>
                    <a:pt x="10081" y="184897"/>
                  </a:lnTo>
                  <a:lnTo>
                    <a:pt x="13594" y="185575"/>
                  </a:lnTo>
                  <a:lnTo>
                    <a:pt x="18189" y="183921"/>
                  </a:lnTo>
                  <a:lnTo>
                    <a:pt x="21400" y="181771"/>
                  </a:lnTo>
                  <a:lnTo>
                    <a:pt x="22175" y="181578"/>
                  </a:lnTo>
                  <a:lnTo>
                    <a:pt x="21188" y="179797"/>
                  </a:lnTo>
                  <a:lnTo>
                    <a:pt x="22565" y="177994"/>
                  </a:lnTo>
                  <a:lnTo>
                    <a:pt x="24060" y="174129"/>
                  </a:lnTo>
                  <a:lnTo>
                    <a:pt x="23867" y="169550"/>
                  </a:lnTo>
                  <a:lnTo>
                    <a:pt x="25075" y="169197"/>
                  </a:lnTo>
                  <a:lnTo>
                    <a:pt x="24466" y="167411"/>
                  </a:lnTo>
                  <a:lnTo>
                    <a:pt x="26018" y="167085"/>
                  </a:lnTo>
                  <a:lnTo>
                    <a:pt x="26996" y="167164"/>
                  </a:lnTo>
                  <a:lnTo>
                    <a:pt x="28110" y="169675"/>
                  </a:lnTo>
                  <a:lnTo>
                    <a:pt x="28576" y="172086"/>
                  </a:lnTo>
                  <a:lnTo>
                    <a:pt x="29987" y="176008"/>
                  </a:lnTo>
                  <a:lnTo>
                    <a:pt x="34153" y="175453"/>
                  </a:lnTo>
                  <a:lnTo>
                    <a:pt x="33661" y="172366"/>
                  </a:lnTo>
                  <a:lnTo>
                    <a:pt x="35947" y="171679"/>
                  </a:lnTo>
                  <a:lnTo>
                    <a:pt x="36073" y="171955"/>
                  </a:lnTo>
                  <a:lnTo>
                    <a:pt x="38712" y="171351"/>
                  </a:lnTo>
                  <a:lnTo>
                    <a:pt x="37533" y="164285"/>
                  </a:lnTo>
                  <a:lnTo>
                    <a:pt x="36099" y="161262"/>
                  </a:lnTo>
                  <a:lnTo>
                    <a:pt x="35817" y="161322"/>
                  </a:lnTo>
                  <a:lnTo>
                    <a:pt x="35606" y="160058"/>
                  </a:lnTo>
                  <a:lnTo>
                    <a:pt x="35820" y="159207"/>
                  </a:lnTo>
                  <a:lnTo>
                    <a:pt x="36342" y="158514"/>
                  </a:lnTo>
                  <a:lnTo>
                    <a:pt x="38062" y="158209"/>
                  </a:lnTo>
                  <a:lnTo>
                    <a:pt x="41654" y="157847"/>
                  </a:lnTo>
                  <a:lnTo>
                    <a:pt x="51027" y="156207"/>
                  </a:lnTo>
                  <a:lnTo>
                    <a:pt x="52717" y="156094"/>
                  </a:lnTo>
                  <a:lnTo>
                    <a:pt x="54721" y="155323"/>
                  </a:lnTo>
                  <a:lnTo>
                    <a:pt x="54968" y="154893"/>
                  </a:lnTo>
                  <a:lnTo>
                    <a:pt x="55085" y="153496"/>
                  </a:lnTo>
                  <a:lnTo>
                    <a:pt x="55413" y="152911"/>
                  </a:lnTo>
                  <a:lnTo>
                    <a:pt x="54690" y="152743"/>
                  </a:lnTo>
                  <a:lnTo>
                    <a:pt x="55357" y="150530"/>
                  </a:lnTo>
                  <a:lnTo>
                    <a:pt x="56065" y="150420"/>
                  </a:lnTo>
                  <a:lnTo>
                    <a:pt x="59606" y="148805"/>
                  </a:lnTo>
                  <a:lnTo>
                    <a:pt x="63045" y="148011"/>
                  </a:lnTo>
                  <a:lnTo>
                    <a:pt x="63997" y="147575"/>
                  </a:lnTo>
                  <a:lnTo>
                    <a:pt x="64313" y="147234"/>
                  </a:lnTo>
                  <a:lnTo>
                    <a:pt x="63966" y="146079"/>
                  </a:lnTo>
                  <a:lnTo>
                    <a:pt x="65777" y="143857"/>
                  </a:lnTo>
                  <a:lnTo>
                    <a:pt x="67130" y="141219"/>
                  </a:lnTo>
                  <a:lnTo>
                    <a:pt x="69168" y="138429"/>
                  </a:lnTo>
                  <a:lnTo>
                    <a:pt x="71501" y="139427"/>
                  </a:lnTo>
                  <a:lnTo>
                    <a:pt x="72041" y="140842"/>
                  </a:lnTo>
                  <a:lnTo>
                    <a:pt x="76133" y="141151"/>
                  </a:lnTo>
                  <a:lnTo>
                    <a:pt x="76152" y="140020"/>
                  </a:lnTo>
                  <a:lnTo>
                    <a:pt x="76920" y="136769"/>
                  </a:lnTo>
                  <a:lnTo>
                    <a:pt x="78564" y="134855"/>
                  </a:lnTo>
                  <a:lnTo>
                    <a:pt x="79173" y="133530"/>
                  </a:lnTo>
                  <a:lnTo>
                    <a:pt x="84067" y="129242"/>
                  </a:lnTo>
                  <a:lnTo>
                    <a:pt x="86308" y="127834"/>
                  </a:lnTo>
                  <a:lnTo>
                    <a:pt x="85947" y="127044"/>
                  </a:lnTo>
                  <a:lnTo>
                    <a:pt x="86075" y="123538"/>
                  </a:lnTo>
                  <a:lnTo>
                    <a:pt x="85452" y="121038"/>
                  </a:lnTo>
                  <a:lnTo>
                    <a:pt x="85805" y="120904"/>
                  </a:lnTo>
                  <a:lnTo>
                    <a:pt x="85618" y="119136"/>
                  </a:lnTo>
                  <a:lnTo>
                    <a:pt x="85194" y="117611"/>
                  </a:lnTo>
                  <a:lnTo>
                    <a:pt x="85215" y="116707"/>
                  </a:lnTo>
                  <a:lnTo>
                    <a:pt x="85008" y="116705"/>
                  </a:lnTo>
                  <a:lnTo>
                    <a:pt x="85376" y="115353"/>
                  </a:lnTo>
                  <a:lnTo>
                    <a:pt x="86638" y="112788"/>
                  </a:lnTo>
                  <a:lnTo>
                    <a:pt x="87281" y="112542"/>
                  </a:lnTo>
                  <a:lnTo>
                    <a:pt x="87504" y="112195"/>
                  </a:lnTo>
                  <a:lnTo>
                    <a:pt x="87372" y="111854"/>
                  </a:lnTo>
                  <a:lnTo>
                    <a:pt x="88247" y="109959"/>
                  </a:lnTo>
                  <a:lnTo>
                    <a:pt x="88042" y="109797"/>
                  </a:lnTo>
                  <a:lnTo>
                    <a:pt x="88137" y="109456"/>
                  </a:lnTo>
                  <a:lnTo>
                    <a:pt x="87453" y="108960"/>
                  </a:lnTo>
                  <a:lnTo>
                    <a:pt x="87434" y="108131"/>
                  </a:lnTo>
                  <a:lnTo>
                    <a:pt x="87073" y="108193"/>
                  </a:lnTo>
                  <a:lnTo>
                    <a:pt x="87011" y="106949"/>
                  </a:lnTo>
                  <a:lnTo>
                    <a:pt x="86626" y="106315"/>
                  </a:lnTo>
                  <a:lnTo>
                    <a:pt x="86169" y="106537"/>
                  </a:lnTo>
                  <a:lnTo>
                    <a:pt x="85986" y="106117"/>
                  </a:lnTo>
                  <a:lnTo>
                    <a:pt x="85490" y="105973"/>
                  </a:lnTo>
                  <a:lnTo>
                    <a:pt x="85686" y="104952"/>
                  </a:lnTo>
                  <a:lnTo>
                    <a:pt x="89487" y="103663"/>
                  </a:lnTo>
                  <a:lnTo>
                    <a:pt x="90201" y="102949"/>
                  </a:lnTo>
                  <a:lnTo>
                    <a:pt x="89296" y="101270"/>
                  </a:lnTo>
                  <a:lnTo>
                    <a:pt x="89149" y="100564"/>
                  </a:lnTo>
                  <a:lnTo>
                    <a:pt x="89181" y="98842"/>
                  </a:lnTo>
                  <a:lnTo>
                    <a:pt x="89604" y="98788"/>
                  </a:lnTo>
                  <a:lnTo>
                    <a:pt x="89045" y="95824"/>
                  </a:lnTo>
                  <a:lnTo>
                    <a:pt x="89491" y="92456"/>
                  </a:lnTo>
                  <a:lnTo>
                    <a:pt x="88496" y="89833"/>
                  </a:lnTo>
                  <a:lnTo>
                    <a:pt x="88608" y="87169"/>
                  </a:lnTo>
                  <a:lnTo>
                    <a:pt x="89838" y="84906"/>
                  </a:lnTo>
                  <a:lnTo>
                    <a:pt x="90675" y="84042"/>
                  </a:lnTo>
                  <a:lnTo>
                    <a:pt x="92160" y="83138"/>
                  </a:lnTo>
                  <a:lnTo>
                    <a:pt x="92199" y="81987"/>
                  </a:lnTo>
                  <a:lnTo>
                    <a:pt x="91682" y="80376"/>
                  </a:lnTo>
                  <a:lnTo>
                    <a:pt x="91743" y="79179"/>
                  </a:lnTo>
                  <a:lnTo>
                    <a:pt x="91261" y="78246"/>
                  </a:lnTo>
                  <a:lnTo>
                    <a:pt x="91150" y="76768"/>
                  </a:lnTo>
                  <a:lnTo>
                    <a:pt x="91826" y="76743"/>
                  </a:lnTo>
                  <a:lnTo>
                    <a:pt x="92323" y="76381"/>
                  </a:lnTo>
                  <a:lnTo>
                    <a:pt x="92395" y="76810"/>
                  </a:lnTo>
                  <a:lnTo>
                    <a:pt x="93850" y="77700"/>
                  </a:lnTo>
                  <a:lnTo>
                    <a:pt x="95017" y="79202"/>
                  </a:lnTo>
                  <a:lnTo>
                    <a:pt x="95797" y="78170"/>
                  </a:lnTo>
                  <a:lnTo>
                    <a:pt x="96530" y="77650"/>
                  </a:lnTo>
                  <a:lnTo>
                    <a:pt x="96911" y="76562"/>
                  </a:lnTo>
                  <a:lnTo>
                    <a:pt x="96860" y="75726"/>
                  </a:lnTo>
                  <a:lnTo>
                    <a:pt x="97844" y="75445"/>
                  </a:lnTo>
                  <a:lnTo>
                    <a:pt x="98824" y="75642"/>
                  </a:lnTo>
                  <a:lnTo>
                    <a:pt x="99299" y="75007"/>
                  </a:lnTo>
                  <a:lnTo>
                    <a:pt x="100738" y="75185"/>
                  </a:lnTo>
                  <a:lnTo>
                    <a:pt x="100908" y="74417"/>
                  </a:lnTo>
                  <a:lnTo>
                    <a:pt x="101305" y="74386"/>
                  </a:lnTo>
                  <a:lnTo>
                    <a:pt x="103477" y="75021"/>
                  </a:lnTo>
                  <a:lnTo>
                    <a:pt x="110168" y="75477"/>
                  </a:lnTo>
                  <a:lnTo>
                    <a:pt x="110642" y="75350"/>
                  </a:lnTo>
                  <a:lnTo>
                    <a:pt x="110601" y="73272"/>
                  </a:lnTo>
                  <a:lnTo>
                    <a:pt x="112285" y="73529"/>
                  </a:lnTo>
                  <a:lnTo>
                    <a:pt x="112449" y="74746"/>
                  </a:lnTo>
                  <a:lnTo>
                    <a:pt x="114235" y="74648"/>
                  </a:lnTo>
                  <a:lnTo>
                    <a:pt x="114157" y="76750"/>
                  </a:lnTo>
                  <a:lnTo>
                    <a:pt x="116375" y="76573"/>
                  </a:lnTo>
                  <a:lnTo>
                    <a:pt x="116387" y="78443"/>
                  </a:lnTo>
                  <a:lnTo>
                    <a:pt x="116638" y="78443"/>
                  </a:lnTo>
                  <a:lnTo>
                    <a:pt x="116595" y="78848"/>
                  </a:lnTo>
                  <a:lnTo>
                    <a:pt x="117705" y="81648"/>
                  </a:lnTo>
                  <a:lnTo>
                    <a:pt x="120699" y="79148"/>
                  </a:lnTo>
                  <a:lnTo>
                    <a:pt x="122414" y="78399"/>
                  </a:lnTo>
                  <a:lnTo>
                    <a:pt x="121857" y="76845"/>
                  </a:lnTo>
                  <a:lnTo>
                    <a:pt x="122039" y="76125"/>
                  </a:lnTo>
                  <a:lnTo>
                    <a:pt x="122518" y="75567"/>
                  </a:lnTo>
                  <a:lnTo>
                    <a:pt x="122482" y="75006"/>
                  </a:lnTo>
                  <a:lnTo>
                    <a:pt x="123040" y="74799"/>
                  </a:lnTo>
                  <a:lnTo>
                    <a:pt x="123146" y="75601"/>
                  </a:lnTo>
                  <a:lnTo>
                    <a:pt x="123624" y="75695"/>
                  </a:lnTo>
                  <a:lnTo>
                    <a:pt x="124249" y="75484"/>
                  </a:lnTo>
                  <a:lnTo>
                    <a:pt x="125519" y="76143"/>
                  </a:lnTo>
                  <a:lnTo>
                    <a:pt x="126898" y="77313"/>
                  </a:lnTo>
                  <a:lnTo>
                    <a:pt x="127177" y="78346"/>
                  </a:lnTo>
                  <a:lnTo>
                    <a:pt x="127043" y="78591"/>
                  </a:lnTo>
                  <a:lnTo>
                    <a:pt x="128329" y="80949"/>
                  </a:lnTo>
                  <a:lnTo>
                    <a:pt x="130549" y="79357"/>
                  </a:lnTo>
                  <a:lnTo>
                    <a:pt x="132147" y="77733"/>
                  </a:lnTo>
                  <a:lnTo>
                    <a:pt x="133968" y="77115"/>
                  </a:lnTo>
                  <a:lnTo>
                    <a:pt x="133982" y="76659"/>
                  </a:lnTo>
                  <a:lnTo>
                    <a:pt x="135315" y="76636"/>
                  </a:lnTo>
                  <a:lnTo>
                    <a:pt x="135444" y="77279"/>
                  </a:lnTo>
                  <a:lnTo>
                    <a:pt x="136586" y="77703"/>
                  </a:lnTo>
                  <a:lnTo>
                    <a:pt x="137102" y="76660"/>
                  </a:lnTo>
                  <a:lnTo>
                    <a:pt x="140678" y="73471"/>
                  </a:lnTo>
                  <a:lnTo>
                    <a:pt x="140511" y="73151"/>
                  </a:lnTo>
                  <a:lnTo>
                    <a:pt x="142454" y="72638"/>
                  </a:lnTo>
                  <a:lnTo>
                    <a:pt x="144565" y="71713"/>
                  </a:lnTo>
                  <a:lnTo>
                    <a:pt x="143157" y="69247"/>
                  </a:lnTo>
                  <a:lnTo>
                    <a:pt x="142079" y="68299"/>
                  </a:lnTo>
                  <a:lnTo>
                    <a:pt x="143310" y="66272"/>
                  </a:lnTo>
                  <a:lnTo>
                    <a:pt x="143165" y="66057"/>
                  </a:lnTo>
                  <a:lnTo>
                    <a:pt x="143666" y="65529"/>
                  </a:lnTo>
                  <a:lnTo>
                    <a:pt x="147219" y="63994"/>
                  </a:lnTo>
                  <a:lnTo>
                    <a:pt x="144613" y="60139"/>
                  </a:lnTo>
                  <a:lnTo>
                    <a:pt x="145591" y="59719"/>
                  </a:lnTo>
                  <a:lnTo>
                    <a:pt x="145437" y="59198"/>
                  </a:lnTo>
                  <a:lnTo>
                    <a:pt x="147019" y="58130"/>
                  </a:lnTo>
                  <a:lnTo>
                    <a:pt x="148225" y="56919"/>
                  </a:lnTo>
                  <a:lnTo>
                    <a:pt x="147532" y="56143"/>
                  </a:lnTo>
                  <a:lnTo>
                    <a:pt x="147639" y="55363"/>
                  </a:lnTo>
                  <a:lnTo>
                    <a:pt x="147444" y="54618"/>
                  </a:lnTo>
                  <a:lnTo>
                    <a:pt x="146819" y="54237"/>
                  </a:lnTo>
                  <a:lnTo>
                    <a:pt x="146913" y="53639"/>
                  </a:lnTo>
                  <a:lnTo>
                    <a:pt x="146566" y="53142"/>
                  </a:lnTo>
                  <a:lnTo>
                    <a:pt x="146678" y="52958"/>
                  </a:lnTo>
                  <a:lnTo>
                    <a:pt x="146192" y="52438"/>
                  </a:lnTo>
                  <a:lnTo>
                    <a:pt x="145780" y="52374"/>
                  </a:lnTo>
                  <a:lnTo>
                    <a:pt x="145119" y="51202"/>
                  </a:lnTo>
                  <a:lnTo>
                    <a:pt x="144984" y="50107"/>
                  </a:lnTo>
                  <a:lnTo>
                    <a:pt x="144332" y="49304"/>
                  </a:lnTo>
                  <a:lnTo>
                    <a:pt x="143684" y="47357"/>
                  </a:lnTo>
                  <a:lnTo>
                    <a:pt x="144007" y="47208"/>
                  </a:lnTo>
                  <a:lnTo>
                    <a:pt x="143788" y="47052"/>
                  </a:lnTo>
                  <a:lnTo>
                    <a:pt x="143981" y="46669"/>
                  </a:lnTo>
                  <a:lnTo>
                    <a:pt x="144183" y="47056"/>
                  </a:lnTo>
                  <a:lnTo>
                    <a:pt x="144537" y="46841"/>
                  </a:lnTo>
                  <a:lnTo>
                    <a:pt x="146798" y="43925"/>
                  </a:lnTo>
                  <a:lnTo>
                    <a:pt x="147013" y="43181"/>
                  </a:lnTo>
                  <a:lnTo>
                    <a:pt x="147354" y="42873"/>
                  </a:lnTo>
                  <a:lnTo>
                    <a:pt x="147266" y="42426"/>
                  </a:lnTo>
                  <a:lnTo>
                    <a:pt x="148911" y="40931"/>
                  </a:lnTo>
                  <a:lnTo>
                    <a:pt x="148776" y="39943"/>
                  </a:lnTo>
                  <a:lnTo>
                    <a:pt x="149640" y="37736"/>
                  </a:lnTo>
                  <a:lnTo>
                    <a:pt x="150098" y="37427"/>
                  </a:lnTo>
                  <a:lnTo>
                    <a:pt x="151997" y="37193"/>
                  </a:lnTo>
                  <a:lnTo>
                    <a:pt x="152255" y="36608"/>
                  </a:lnTo>
                  <a:lnTo>
                    <a:pt x="152011" y="36572"/>
                  </a:lnTo>
                  <a:lnTo>
                    <a:pt x="152418" y="36332"/>
                  </a:lnTo>
                  <a:lnTo>
                    <a:pt x="152490" y="35626"/>
                  </a:lnTo>
                  <a:lnTo>
                    <a:pt x="152773" y="36067"/>
                  </a:lnTo>
                  <a:lnTo>
                    <a:pt x="153082" y="35837"/>
                  </a:lnTo>
                  <a:lnTo>
                    <a:pt x="153223" y="35208"/>
                  </a:lnTo>
                  <a:lnTo>
                    <a:pt x="156011" y="36487"/>
                  </a:lnTo>
                  <a:lnTo>
                    <a:pt x="155662" y="37589"/>
                  </a:lnTo>
                  <a:lnTo>
                    <a:pt x="158976" y="38877"/>
                  </a:lnTo>
                  <a:lnTo>
                    <a:pt x="161577" y="39585"/>
                  </a:lnTo>
                  <a:lnTo>
                    <a:pt x="163082" y="38213"/>
                  </a:lnTo>
                  <a:lnTo>
                    <a:pt x="163731" y="38768"/>
                  </a:lnTo>
                  <a:lnTo>
                    <a:pt x="165577" y="37730"/>
                  </a:lnTo>
                  <a:lnTo>
                    <a:pt x="163555" y="35686"/>
                  </a:lnTo>
                  <a:lnTo>
                    <a:pt x="164102" y="34453"/>
                  </a:lnTo>
                  <a:lnTo>
                    <a:pt x="165974" y="32861"/>
                  </a:lnTo>
                  <a:lnTo>
                    <a:pt x="165873" y="32585"/>
                  </a:lnTo>
                  <a:lnTo>
                    <a:pt x="169839" y="29077"/>
                  </a:lnTo>
                  <a:lnTo>
                    <a:pt x="169716" y="27974"/>
                  </a:lnTo>
                  <a:lnTo>
                    <a:pt x="170020" y="27352"/>
                  </a:lnTo>
                  <a:lnTo>
                    <a:pt x="170749" y="27748"/>
                  </a:lnTo>
                  <a:lnTo>
                    <a:pt x="170458" y="26529"/>
                  </a:lnTo>
                  <a:lnTo>
                    <a:pt x="170518" y="25615"/>
                  </a:lnTo>
                  <a:lnTo>
                    <a:pt x="170834" y="25635"/>
                  </a:lnTo>
                  <a:lnTo>
                    <a:pt x="172648" y="23719"/>
                  </a:lnTo>
                  <a:lnTo>
                    <a:pt x="172547" y="22159"/>
                  </a:lnTo>
                  <a:lnTo>
                    <a:pt x="173784" y="19985"/>
                  </a:lnTo>
                  <a:lnTo>
                    <a:pt x="174974" y="20346"/>
                  </a:lnTo>
                  <a:lnTo>
                    <a:pt x="175623" y="19127"/>
                  </a:lnTo>
                  <a:lnTo>
                    <a:pt x="172485" y="17665"/>
                  </a:lnTo>
                  <a:lnTo>
                    <a:pt x="173481" y="14456"/>
                  </a:lnTo>
                  <a:lnTo>
                    <a:pt x="174105" y="14616"/>
                  </a:lnTo>
                  <a:lnTo>
                    <a:pt x="175542" y="12323"/>
                  </a:lnTo>
                  <a:lnTo>
                    <a:pt x="176100" y="11993"/>
                  </a:lnTo>
                  <a:lnTo>
                    <a:pt x="176951" y="12723"/>
                  </a:lnTo>
                  <a:lnTo>
                    <a:pt x="177482" y="11606"/>
                  </a:lnTo>
                  <a:lnTo>
                    <a:pt x="178903" y="11749"/>
                  </a:lnTo>
                  <a:lnTo>
                    <a:pt x="179651" y="11225"/>
                  </a:lnTo>
                  <a:lnTo>
                    <a:pt x="180196" y="10261"/>
                  </a:lnTo>
                  <a:lnTo>
                    <a:pt x="181751" y="10936"/>
                  </a:lnTo>
                  <a:lnTo>
                    <a:pt x="183037" y="11214"/>
                  </a:lnTo>
                  <a:lnTo>
                    <a:pt x="183414" y="11614"/>
                  </a:lnTo>
                  <a:lnTo>
                    <a:pt x="184305" y="11916"/>
                  </a:lnTo>
                  <a:lnTo>
                    <a:pt x="183054" y="13873"/>
                  </a:lnTo>
                  <a:lnTo>
                    <a:pt x="181376" y="15594"/>
                  </a:lnTo>
                  <a:lnTo>
                    <a:pt x="182099" y="15972"/>
                  </a:lnTo>
                  <a:lnTo>
                    <a:pt x="182027" y="17290"/>
                  </a:lnTo>
                  <a:lnTo>
                    <a:pt x="182704" y="18121"/>
                  </a:lnTo>
                  <a:lnTo>
                    <a:pt x="182706" y="19754"/>
                  </a:lnTo>
                  <a:lnTo>
                    <a:pt x="185619" y="19647"/>
                  </a:lnTo>
                  <a:lnTo>
                    <a:pt x="185576" y="20451"/>
                  </a:lnTo>
                  <a:lnTo>
                    <a:pt x="187182" y="20772"/>
                  </a:lnTo>
                  <a:lnTo>
                    <a:pt x="187200" y="19940"/>
                  </a:lnTo>
                  <a:lnTo>
                    <a:pt x="187836" y="19551"/>
                  </a:lnTo>
                  <a:lnTo>
                    <a:pt x="187921" y="19189"/>
                  </a:lnTo>
                  <a:lnTo>
                    <a:pt x="187696" y="18045"/>
                  </a:lnTo>
                  <a:lnTo>
                    <a:pt x="186455" y="16147"/>
                  </a:lnTo>
                  <a:lnTo>
                    <a:pt x="186629" y="14841"/>
                  </a:lnTo>
                  <a:lnTo>
                    <a:pt x="187356" y="14416"/>
                  </a:lnTo>
                  <a:lnTo>
                    <a:pt x="187829" y="13767"/>
                  </a:lnTo>
                  <a:lnTo>
                    <a:pt x="187985" y="12926"/>
                  </a:lnTo>
                  <a:lnTo>
                    <a:pt x="188740" y="12155"/>
                  </a:lnTo>
                  <a:lnTo>
                    <a:pt x="188476" y="11258"/>
                  </a:lnTo>
                  <a:lnTo>
                    <a:pt x="188632" y="8948"/>
                  </a:lnTo>
                  <a:lnTo>
                    <a:pt x="190033" y="7236"/>
                  </a:lnTo>
                  <a:lnTo>
                    <a:pt x="190278" y="7178"/>
                  </a:lnTo>
                  <a:lnTo>
                    <a:pt x="190381" y="7453"/>
                  </a:lnTo>
                  <a:lnTo>
                    <a:pt x="190751" y="6772"/>
                  </a:lnTo>
                  <a:lnTo>
                    <a:pt x="190682" y="6403"/>
                  </a:lnTo>
                  <a:lnTo>
                    <a:pt x="191103" y="5877"/>
                  </a:lnTo>
                  <a:lnTo>
                    <a:pt x="191618" y="6193"/>
                  </a:lnTo>
                  <a:lnTo>
                    <a:pt x="191843" y="5998"/>
                  </a:lnTo>
                  <a:lnTo>
                    <a:pt x="191980" y="6119"/>
                  </a:lnTo>
                  <a:lnTo>
                    <a:pt x="192036" y="5622"/>
                  </a:lnTo>
                  <a:lnTo>
                    <a:pt x="192972" y="5334"/>
                  </a:lnTo>
                  <a:lnTo>
                    <a:pt x="194315" y="4384"/>
                  </a:lnTo>
                  <a:lnTo>
                    <a:pt x="194796" y="5067"/>
                  </a:lnTo>
                  <a:lnTo>
                    <a:pt x="196212" y="5816"/>
                  </a:lnTo>
                  <a:lnTo>
                    <a:pt x="197947" y="7258"/>
                  </a:lnTo>
                  <a:lnTo>
                    <a:pt x="199380" y="9368"/>
                  </a:lnTo>
                  <a:lnTo>
                    <a:pt x="201311" y="9318"/>
                  </a:lnTo>
                  <a:lnTo>
                    <a:pt x="201844" y="9068"/>
                  </a:lnTo>
                  <a:lnTo>
                    <a:pt x="203446" y="7273"/>
                  </a:lnTo>
                  <a:lnTo>
                    <a:pt x="203783" y="4323"/>
                  </a:lnTo>
                  <a:lnTo>
                    <a:pt x="204328" y="4220"/>
                  </a:lnTo>
                  <a:lnTo>
                    <a:pt x="204553" y="3780"/>
                  </a:lnTo>
                  <a:lnTo>
                    <a:pt x="205569" y="4446"/>
                  </a:lnTo>
                  <a:lnTo>
                    <a:pt x="206880" y="4785"/>
                  </a:lnTo>
                  <a:lnTo>
                    <a:pt x="211363" y="4154"/>
                  </a:lnTo>
                  <a:lnTo>
                    <a:pt x="212057" y="3123"/>
                  </a:lnTo>
                  <a:lnTo>
                    <a:pt x="214124" y="2080"/>
                  </a:lnTo>
                  <a:lnTo>
                    <a:pt x="214865" y="1172"/>
                  </a:lnTo>
                  <a:lnTo>
                    <a:pt x="215401" y="0"/>
                  </a:lnTo>
                  <a:lnTo>
                    <a:pt x="215752" y="61"/>
                  </a:lnTo>
                  <a:lnTo>
                    <a:pt x="217537" y="2115"/>
                  </a:lnTo>
                  <a:lnTo>
                    <a:pt x="216383" y="3340"/>
                  </a:lnTo>
                  <a:lnTo>
                    <a:pt x="215452" y="3744"/>
                  </a:lnTo>
                  <a:lnTo>
                    <a:pt x="215161" y="4637"/>
                  </a:lnTo>
                  <a:lnTo>
                    <a:pt x="214133" y="6096"/>
                  </a:lnTo>
                  <a:lnTo>
                    <a:pt x="213901" y="8843"/>
                  </a:lnTo>
                  <a:lnTo>
                    <a:pt x="214098" y="9387"/>
                  </a:lnTo>
                  <a:lnTo>
                    <a:pt x="214345" y="9412"/>
                  </a:lnTo>
                  <a:lnTo>
                    <a:pt x="214346" y="9886"/>
                  </a:lnTo>
                  <a:lnTo>
                    <a:pt x="213866" y="10008"/>
                  </a:lnTo>
                  <a:lnTo>
                    <a:pt x="214353" y="12235"/>
                  </a:lnTo>
                  <a:lnTo>
                    <a:pt x="214368" y="15069"/>
                  </a:lnTo>
                  <a:lnTo>
                    <a:pt x="213918" y="14298"/>
                  </a:lnTo>
                  <a:lnTo>
                    <a:pt x="212832" y="13465"/>
                  </a:lnTo>
                  <a:lnTo>
                    <a:pt x="210335" y="12463"/>
                  </a:lnTo>
                  <a:lnTo>
                    <a:pt x="209053" y="12453"/>
                  </a:lnTo>
                  <a:lnTo>
                    <a:pt x="208378" y="12131"/>
                  </a:lnTo>
                  <a:lnTo>
                    <a:pt x="207642" y="13632"/>
                  </a:lnTo>
                  <a:lnTo>
                    <a:pt x="207226" y="16802"/>
                  </a:lnTo>
                  <a:lnTo>
                    <a:pt x="207425" y="17011"/>
                  </a:lnTo>
                  <a:lnTo>
                    <a:pt x="207320" y="17656"/>
                  </a:lnTo>
                  <a:lnTo>
                    <a:pt x="206179" y="19357"/>
                  </a:lnTo>
                  <a:lnTo>
                    <a:pt x="206548" y="19746"/>
                  </a:lnTo>
                  <a:lnTo>
                    <a:pt x="206605" y="20216"/>
                  </a:lnTo>
                  <a:lnTo>
                    <a:pt x="208009" y="20571"/>
                  </a:lnTo>
                  <a:lnTo>
                    <a:pt x="209182" y="21671"/>
                  </a:lnTo>
                  <a:lnTo>
                    <a:pt x="209746" y="21831"/>
                  </a:lnTo>
                  <a:lnTo>
                    <a:pt x="209809" y="22217"/>
                  </a:lnTo>
                  <a:lnTo>
                    <a:pt x="210434" y="22644"/>
                  </a:lnTo>
                  <a:lnTo>
                    <a:pt x="210747" y="23590"/>
                  </a:lnTo>
                  <a:lnTo>
                    <a:pt x="211704" y="24310"/>
                  </a:lnTo>
                  <a:lnTo>
                    <a:pt x="212284" y="25412"/>
                  </a:lnTo>
                  <a:lnTo>
                    <a:pt x="213477" y="26510"/>
                  </a:lnTo>
                  <a:lnTo>
                    <a:pt x="214014" y="26444"/>
                  </a:lnTo>
                  <a:lnTo>
                    <a:pt x="214604" y="27531"/>
                  </a:lnTo>
                  <a:lnTo>
                    <a:pt x="214967" y="27686"/>
                  </a:lnTo>
                  <a:lnTo>
                    <a:pt x="216111" y="30004"/>
                  </a:lnTo>
                  <a:lnTo>
                    <a:pt x="215782" y="30535"/>
                  </a:lnTo>
                  <a:lnTo>
                    <a:pt x="217411" y="31047"/>
                  </a:lnTo>
                  <a:lnTo>
                    <a:pt x="217440" y="31337"/>
                  </a:lnTo>
                  <a:lnTo>
                    <a:pt x="217997" y="31800"/>
                  </a:lnTo>
                  <a:lnTo>
                    <a:pt x="218439" y="31635"/>
                  </a:lnTo>
                  <a:lnTo>
                    <a:pt x="218565" y="32043"/>
                  </a:lnTo>
                  <a:lnTo>
                    <a:pt x="219295" y="32020"/>
                  </a:lnTo>
                  <a:lnTo>
                    <a:pt x="219410" y="32319"/>
                  </a:lnTo>
                  <a:lnTo>
                    <a:pt x="220033" y="32303"/>
                  </a:lnTo>
                  <a:lnTo>
                    <a:pt x="220187" y="32544"/>
                  </a:lnTo>
                  <a:lnTo>
                    <a:pt x="220962" y="32356"/>
                  </a:lnTo>
                  <a:lnTo>
                    <a:pt x="220835" y="34707"/>
                  </a:lnTo>
                  <a:lnTo>
                    <a:pt x="221631" y="36567"/>
                  </a:lnTo>
                  <a:lnTo>
                    <a:pt x="221714" y="37187"/>
                  </a:lnTo>
                  <a:lnTo>
                    <a:pt x="221496" y="37633"/>
                  </a:lnTo>
                  <a:lnTo>
                    <a:pt x="225036" y="38968"/>
                  </a:lnTo>
                  <a:lnTo>
                    <a:pt x="224853" y="40224"/>
                  </a:lnTo>
                  <a:lnTo>
                    <a:pt x="225133" y="42132"/>
                  </a:lnTo>
                  <a:lnTo>
                    <a:pt x="225107" y="42394"/>
                  </a:lnTo>
                  <a:lnTo>
                    <a:pt x="224710" y="42517"/>
                  </a:lnTo>
                  <a:lnTo>
                    <a:pt x="225272" y="44113"/>
                  </a:lnTo>
                  <a:lnTo>
                    <a:pt x="223440" y="45437"/>
                  </a:lnTo>
                  <a:lnTo>
                    <a:pt x="221118" y="46538"/>
                  </a:lnTo>
                  <a:lnTo>
                    <a:pt x="222238" y="46376"/>
                  </a:lnTo>
                  <a:lnTo>
                    <a:pt x="222851" y="47909"/>
                  </a:lnTo>
                  <a:lnTo>
                    <a:pt x="223644" y="47713"/>
                  </a:lnTo>
                  <a:lnTo>
                    <a:pt x="224474" y="47465"/>
                  </a:lnTo>
                  <a:lnTo>
                    <a:pt x="228669" y="47731"/>
                  </a:lnTo>
                  <a:lnTo>
                    <a:pt x="229777" y="48466"/>
                  </a:lnTo>
                  <a:lnTo>
                    <a:pt x="230340" y="50153"/>
                  </a:lnTo>
                  <a:lnTo>
                    <a:pt x="230854" y="50630"/>
                  </a:lnTo>
                  <a:lnTo>
                    <a:pt x="231468" y="50763"/>
                  </a:lnTo>
                  <a:lnTo>
                    <a:pt x="232467" y="49922"/>
                  </a:lnTo>
                  <a:lnTo>
                    <a:pt x="232749" y="48094"/>
                  </a:lnTo>
                  <a:lnTo>
                    <a:pt x="234010" y="46150"/>
                  </a:lnTo>
                  <a:lnTo>
                    <a:pt x="235821" y="46468"/>
                  </a:lnTo>
                  <a:lnTo>
                    <a:pt x="236099" y="47355"/>
                  </a:lnTo>
                  <a:lnTo>
                    <a:pt x="236810" y="47742"/>
                  </a:lnTo>
                  <a:lnTo>
                    <a:pt x="237737" y="47233"/>
                  </a:lnTo>
                  <a:lnTo>
                    <a:pt x="238571" y="45650"/>
                  </a:lnTo>
                  <a:lnTo>
                    <a:pt x="241929" y="44404"/>
                  </a:lnTo>
                  <a:lnTo>
                    <a:pt x="242828" y="44344"/>
                  </a:lnTo>
                  <a:lnTo>
                    <a:pt x="244753" y="45261"/>
                  </a:lnTo>
                  <a:lnTo>
                    <a:pt x="246064" y="45058"/>
                  </a:lnTo>
                  <a:lnTo>
                    <a:pt x="246730" y="44422"/>
                  </a:lnTo>
                  <a:lnTo>
                    <a:pt x="247345" y="43011"/>
                  </a:lnTo>
                  <a:lnTo>
                    <a:pt x="248197" y="42719"/>
                  </a:lnTo>
                  <a:lnTo>
                    <a:pt x="248803" y="42155"/>
                  </a:lnTo>
                  <a:lnTo>
                    <a:pt x="250335" y="43511"/>
                  </a:lnTo>
                  <a:lnTo>
                    <a:pt x="250720" y="43224"/>
                  </a:lnTo>
                  <a:lnTo>
                    <a:pt x="253413" y="43376"/>
                  </a:lnTo>
                  <a:lnTo>
                    <a:pt x="253463" y="44299"/>
                  </a:lnTo>
                  <a:lnTo>
                    <a:pt x="253017" y="45461"/>
                  </a:lnTo>
                  <a:lnTo>
                    <a:pt x="252193" y="45646"/>
                  </a:lnTo>
                  <a:lnTo>
                    <a:pt x="251783" y="46020"/>
                  </a:lnTo>
                  <a:lnTo>
                    <a:pt x="251664" y="46639"/>
                  </a:lnTo>
                  <a:lnTo>
                    <a:pt x="251170" y="47282"/>
                  </a:lnTo>
                  <a:lnTo>
                    <a:pt x="250266" y="47810"/>
                  </a:lnTo>
                  <a:lnTo>
                    <a:pt x="249443" y="48825"/>
                  </a:lnTo>
                  <a:lnTo>
                    <a:pt x="247544" y="51155"/>
                  </a:lnTo>
                  <a:lnTo>
                    <a:pt x="245570" y="52889"/>
                  </a:lnTo>
                  <a:lnTo>
                    <a:pt x="242578" y="56151"/>
                  </a:lnTo>
                  <a:lnTo>
                    <a:pt x="242965" y="56846"/>
                  </a:lnTo>
                  <a:lnTo>
                    <a:pt x="242129" y="57124"/>
                  </a:lnTo>
                  <a:lnTo>
                    <a:pt x="242324" y="57789"/>
                  </a:lnTo>
                  <a:lnTo>
                    <a:pt x="241830" y="58529"/>
                  </a:lnTo>
                  <a:lnTo>
                    <a:pt x="242198" y="59182"/>
                  </a:lnTo>
                  <a:lnTo>
                    <a:pt x="242873" y="59712"/>
                  </a:lnTo>
                  <a:lnTo>
                    <a:pt x="241097" y="60811"/>
                  </a:lnTo>
                  <a:lnTo>
                    <a:pt x="241924" y="61859"/>
                  </a:lnTo>
                  <a:lnTo>
                    <a:pt x="241196" y="62803"/>
                  </a:lnTo>
                  <a:lnTo>
                    <a:pt x="240200" y="62595"/>
                  </a:lnTo>
                  <a:lnTo>
                    <a:pt x="239289" y="60548"/>
                  </a:lnTo>
                  <a:lnTo>
                    <a:pt x="237819" y="61075"/>
                  </a:lnTo>
                  <a:lnTo>
                    <a:pt x="234359" y="61426"/>
                  </a:lnTo>
                  <a:lnTo>
                    <a:pt x="232794" y="61876"/>
                  </a:lnTo>
                  <a:lnTo>
                    <a:pt x="231344" y="61751"/>
                  </a:lnTo>
                  <a:lnTo>
                    <a:pt x="230284" y="62164"/>
                  </a:lnTo>
                  <a:lnTo>
                    <a:pt x="229958" y="61646"/>
                  </a:lnTo>
                  <a:lnTo>
                    <a:pt x="228764" y="61165"/>
                  </a:lnTo>
                  <a:lnTo>
                    <a:pt x="228312" y="62800"/>
                  </a:lnTo>
                  <a:lnTo>
                    <a:pt x="227131" y="63965"/>
                  </a:lnTo>
                  <a:lnTo>
                    <a:pt x="222110" y="66682"/>
                  </a:lnTo>
                  <a:lnTo>
                    <a:pt x="220648" y="67212"/>
                  </a:lnTo>
                  <a:lnTo>
                    <a:pt x="219439" y="67225"/>
                  </a:lnTo>
                  <a:lnTo>
                    <a:pt x="217840" y="68000"/>
                  </a:lnTo>
                  <a:lnTo>
                    <a:pt x="214746" y="68359"/>
                  </a:lnTo>
                  <a:lnTo>
                    <a:pt x="213176" y="69121"/>
                  </a:lnTo>
                  <a:lnTo>
                    <a:pt x="211323" y="69222"/>
                  </a:lnTo>
                  <a:lnTo>
                    <a:pt x="210557" y="69760"/>
                  </a:lnTo>
                  <a:lnTo>
                    <a:pt x="213430" y="76078"/>
                  </a:lnTo>
                  <a:lnTo>
                    <a:pt x="212516" y="76429"/>
                  </a:lnTo>
                  <a:lnTo>
                    <a:pt x="212239" y="78206"/>
                  </a:lnTo>
                  <a:lnTo>
                    <a:pt x="212162" y="80007"/>
                  </a:lnTo>
                  <a:lnTo>
                    <a:pt x="212647" y="81351"/>
                  </a:lnTo>
                  <a:lnTo>
                    <a:pt x="214084" y="82110"/>
                  </a:lnTo>
                  <a:lnTo>
                    <a:pt x="214878" y="83022"/>
                  </a:lnTo>
                  <a:lnTo>
                    <a:pt x="216386" y="83793"/>
                  </a:lnTo>
                  <a:lnTo>
                    <a:pt x="217203" y="85237"/>
                  </a:lnTo>
                  <a:lnTo>
                    <a:pt x="217984" y="85160"/>
                  </a:lnTo>
                  <a:lnTo>
                    <a:pt x="221207" y="86052"/>
                  </a:lnTo>
                  <a:lnTo>
                    <a:pt x="225469" y="87882"/>
                  </a:lnTo>
                  <a:lnTo>
                    <a:pt x="225960" y="87959"/>
                  </a:lnTo>
                  <a:lnTo>
                    <a:pt x="226276" y="87516"/>
                  </a:lnTo>
                  <a:lnTo>
                    <a:pt x="227041" y="87727"/>
                  </a:lnTo>
                  <a:lnTo>
                    <a:pt x="230283" y="90199"/>
                  </a:lnTo>
                  <a:lnTo>
                    <a:pt x="231316" y="89710"/>
                  </a:lnTo>
                  <a:lnTo>
                    <a:pt x="231692" y="88683"/>
                  </a:lnTo>
                  <a:lnTo>
                    <a:pt x="232102" y="86794"/>
                  </a:lnTo>
                  <a:lnTo>
                    <a:pt x="232206" y="84510"/>
                  </a:lnTo>
                  <a:lnTo>
                    <a:pt x="232713" y="84584"/>
                  </a:lnTo>
                  <a:lnTo>
                    <a:pt x="233810" y="84109"/>
                  </a:lnTo>
                  <a:lnTo>
                    <a:pt x="236826" y="82332"/>
                  </a:lnTo>
                  <a:lnTo>
                    <a:pt x="236348" y="81816"/>
                  </a:lnTo>
                  <a:lnTo>
                    <a:pt x="236406" y="81553"/>
                  </a:lnTo>
                  <a:lnTo>
                    <a:pt x="236573" y="81626"/>
                  </a:lnTo>
                  <a:lnTo>
                    <a:pt x="236441" y="80963"/>
                  </a:lnTo>
                  <a:lnTo>
                    <a:pt x="236723" y="80552"/>
                  </a:lnTo>
                  <a:lnTo>
                    <a:pt x="240436" y="79264"/>
                  </a:lnTo>
                  <a:lnTo>
                    <a:pt x="244610" y="77290"/>
                  </a:lnTo>
                  <a:lnTo>
                    <a:pt x="244103" y="76546"/>
                  </a:lnTo>
                  <a:lnTo>
                    <a:pt x="243721" y="75333"/>
                  </a:lnTo>
                  <a:lnTo>
                    <a:pt x="243719" y="74997"/>
                  </a:lnTo>
                  <a:lnTo>
                    <a:pt x="243986" y="75005"/>
                  </a:lnTo>
                  <a:lnTo>
                    <a:pt x="243940" y="73946"/>
                  </a:lnTo>
                  <a:lnTo>
                    <a:pt x="249232" y="74938"/>
                  </a:lnTo>
                  <a:lnTo>
                    <a:pt x="255135" y="75055"/>
                  </a:lnTo>
                  <a:lnTo>
                    <a:pt x="254781" y="78773"/>
                  </a:lnTo>
                  <a:lnTo>
                    <a:pt x="255216" y="81555"/>
                  </a:lnTo>
                  <a:lnTo>
                    <a:pt x="255170" y="82682"/>
                  </a:lnTo>
                  <a:lnTo>
                    <a:pt x="252623" y="84070"/>
                  </a:lnTo>
                  <a:lnTo>
                    <a:pt x="251091" y="85831"/>
                  </a:lnTo>
                  <a:lnTo>
                    <a:pt x="248948" y="87238"/>
                  </a:lnTo>
                  <a:lnTo>
                    <a:pt x="248451" y="87767"/>
                  </a:lnTo>
                  <a:lnTo>
                    <a:pt x="248185" y="88563"/>
                  </a:lnTo>
                  <a:lnTo>
                    <a:pt x="246783" y="89581"/>
                  </a:lnTo>
                  <a:lnTo>
                    <a:pt x="247894" y="91048"/>
                  </a:lnTo>
                  <a:lnTo>
                    <a:pt x="248774" y="91510"/>
                  </a:lnTo>
                  <a:lnTo>
                    <a:pt x="240723" y="94718"/>
                  </a:lnTo>
                  <a:lnTo>
                    <a:pt x="243644" y="96885"/>
                  </a:lnTo>
                  <a:lnTo>
                    <a:pt x="244583" y="98361"/>
                  </a:lnTo>
                  <a:lnTo>
                    <a:pt x="246924" y="98053"/>
                  </a:lnTo>
                  <a:lnTo>
                    <a:pt x="244188" y="101483"/>
                  </a:lnTo>
                  <a:lnTo>
                    <a:pt x="244083" y="101311"/>
                  </a:lnTo>
                  <a:lnTo>
                    <a:pt x="241747" y="102277"/>
                  </a:lnTo>
                  <a:lnTo>
                    <a:pt x="238716" y="104433"/>
                  </a:lnTo>
                  <a:lnTo>
                    <a:pt x="238398" y="106310"/>
                  </a:lnTo>
                  <a:lnTo>
                    <a:pt x="237749" y="107552"/>
                  </a:lnTo>
                  <a:lnTo>
                    <a:pt x="237051" y="106635"/>
                  </a:lnTo>
                  <a:lnTo>
                    <a:pt x="235776" y="106328"/>
                  </a:lnTo>
                  <a:lnTo>
                    <a:pt x="235222" y="107080"/>
                  </a:lnTo>
                  <a:lnTo>
                    <a:pt x="235149" y="108250"/>
                  </a:lnTo>
                  <a:lnTo>
                    <a:pt x="234313" y="109595"/>
                  </a:lnTo>
                  <a:lnTo>
                    <a:pt x="235223" y="109605"/>
                  </a:lnTo>
                  <a:lnTo>
                    <a:pt x="235407" y="111696"/>
                  </a:lnTo>
                  <a:lnTo>
                    <a:pt x="233314" y="111993"/>
                  </a:lnTo>
                  <a:lnTo>
                    <a:pt x="232996" y="113773"/>
                  </a:lnTo>
                  <a:lnTo>
                    <a:pt x="233518" y="118917"/>
                  </a:lnTo>
                  <a:lnTo>
                    <a:pt x="234749" y="120593"/>
                  </a:lnTo>
                  <a:lnTo>
                    <a:pt x="235485" y="120908"/>
                  </a:lnTo>
                  <a:lnTo>
                    <a:pt x="236595" y="121859"/>
                  </a:lnTo>
                  <a:lnTo>
                    <a:pt x="238144" y="124097"/>
                  </a:lnTo>
                  <a:lnTo>
                    <a:pt x="237923" y="124212"/>
                  </a:lnTo>
                  <a:lnTo>
                    <a:pt x="237371" y="123957"/>
                  </a:lnTo>
                  <a:lnTo>
                    <a:pt x="235320" y="124416"/>
                  </a:lnTo>
                  <a:lnTo>
                    <a:pt x="234473" y="125180"/>
                  </a:lnTo>
                  <a:lnTo>
                    <a:pt x="234043" y="124430"/>
                  </a:lnTo>
                  <a:lnTo>
                    <a:pt x="231768" y="123683"/>
                  </a:lnTo>
                  <a:lnTo>
                    <a:pt x="230699" y="122993"/>
                  </a:lnTo>
                  <a:lnTo>
                    <a:pt x="230291" y="122311"/>
                  </a:lnTo>
                  <a:lnTo>
                    <a:pt x="230001" y="122291"/>
                  </a:lnTo>
                  <a:lnTo>
                    <a:pt x="229486" y="121583"/>
                  </a:lnTo>
                  <a:lnTo>
                    <a:pt x="229247" y="121564"/>
                  </a:lnTo>
                  <a:lnTo>
                    <a:pt x="229134" y="121349"/>
                  </a:lnTo>
                  <a:lnTo>
                    <a:pt x="229457" y="120828"/>
                  </a:lnTo>
                  <a:lnTo>
                    <a:pt x="229475" y="120127"/>
                  </a:lnTo>
                  <a:lnTo>
                    <a:pt x="227618" y="119801"/>
                  </a:lnTo>
                  <a:lnTo>
                    <a:pt x="225743" y="119001"/>
                  </a:lnTo>
                  <a:lnTo>
                    <a:pt x="224869" y="118855"/>
                  </a:lnTo>
                  <a:lnTo>
                    <a:pt x="223031" y="118761"/>
                  </a:lnTo>
                  <a:lnTo>
                    <a:pt x="220428" y="119121"/>
                  </a:lnTo>
                  <a:lnTo>
                    <a:pt x="220440" y="121469"/>
                  </a:lnTo>
                  <a:lnTo>
                    <a:pt x="221142" y="125939"/>
                  </a:lnTo>
                  <a:lnTo>
                    <a:pt x="220860" y="129242"/>
                  </a:lnTo>
                  <a:lnTo>
                    <a:pt x="221074" y="131622"/>
                  </a:lnTo>
                  <a:lnTo>
                    <a:pt x="222831" y="131318"/>
                  </a:lnTo>
                  <a:lnTo>
                    <a:pt x="227940" y="131968"/>
                  </a:lnTo>
                  <a:lnTo>
                    <a:pt x="228796" y="131329"/>
                  </a:lnTo>
                  <a:lnTo>
                    <a:pt x="229181" y="129996"/>
                  </a:lnTo>
                  <a:lnTo>
                    <a:pt x="229816" y="130023"/>
                  </a:lnTo>
                  <a:lnTo>
                    <a:pt x="231609" y="130894"/>
                  </a:lnTo>
                  <a:lnTo>
                    <a:pt x="235041" y="134393"/>
                  </a:lnTo>
                  <a:lnTo>
                    <a:pt x="234622" y="135466"/>
                  </a:lnTo>
                  <a:lnTo>
                    <a:pt x="235542" y="135424"/>
                  </a:lnTo>
                  <a:lnTo>
                    <a:pt x="237124" y="136135"/>
                  </a:lnTo>
                  <a:lnTo>
                    <a:pt x="238088" y="138661"/>
                  </a:lnTo>
                  <a:lnTo>
                    <a:pt x="239233" y="138080"/>
                  </a:lnTo>
                  <a:lnTo>
                    <a:pt x="240405" y="138036"/>
                  </a:lnTo>
                  <a:lnTo>
                    <a:pt x="241210" y="137535"/>
                  </a:lnTo>
                  <a:lnTo>
                    <a:pt x="241480" y="138031"/>
                  </a:lnTo>
                  <a:lnTo>
                    <a:pt x="241372" y="139028"/>
                  </a:lnTo>
                  <a:lnTo>
                    <a:pt x="241560" y="139251"/>
                  </a:lnTo>
                  <a:lnTo>
                    <a:pt x="239940" y="141368"/>
                  </a:lnTo>
                  <a:lnTo>
                    <a:pt x="239987" y="142142"/>
                  </a:lnTo>
                  <a:lnTo>
                    <a:pt x="239185" y="142632"/>
                  </a:lnTo>
                  <a:lnTo>
                    <a:pt x="238254" y="143880"/>
                  </a:lnTo>
                  <a:lnTo>
                    <a:pt x="238102" y="145143"/>
                  </a:lnTo>
                  <a:lnTo>
                    <a:pt x="235853" y="146504"/>
                  </a:lnTo>
                  <a:lnTo>
                    <a:pt x="235223" y="146523"/>
                  </a:lnTo>
                  <a:lnTo>
                    <a:pt x="233622" y="147526"/>
                  </a:lnTo>
                  <a:lnTo>
                    <a:pt x="232791" y="147202"/>
                  </a:lnTo>
                  <a:lnTo>
                    <a:pt x="231926" y="147816"/>
                  </a:lnTo>
                  <a:lnTo>
                    <a:pt x="231551" y="151185"/>
                  </a:lnTo>
                  <a:lnTo>
                    <a:pt x="228872" y="156590"/>
                  </a:lnTo>
                  <a:lnTo>
                    <a:pt x="228038" y="159692"/>
                  </a:lnTo>
                  <a:lnTo>
                    <a:pt x="230322" y="160596"/>
                  </a:lnTo>
                  <a:lnTo>
                    <a:pt x="233968" y="161331"/>
                  </a:lnTo>
                  <a:lnTo>
                    <a:pt x="236735" y="160327"/>
                  </a:lnTo>
                  <a:lnTo>
                    <a:pt x="237469" y="160463"/>
                  </a:lnTo>
                  <a:lnTo>
                    <a:pt x="239793" y="159697"/>
                  </a:lnTo>
                  <a:lnTo>
                    <a:pt x="240432" y="159811"/>
                  </a:lnTo>
                  <a:lnTo>
                    <a:pt x="240711" y="160343"/>
                  </a:lnTo>
                  <a:lnTo>
                    <a:pt x="241350" y="160442"/>
                  </a:lnTo>
                  <a:lnTo>
                    <a:pt x="241640" y="160263"/>
                  </a:lnTo>
                  <a:lnTo>
                    <a:pt x="242876" y="160516"/>
                  </a:lnTo>
                  <a:lnTo>
                    <a:pt x="242245" y="163426"/>
                  </a:lnTo>
                  <a:lnTo>
                    <a:pt x="242380" y="163619"/>
                  </a:lnTo>
                  <a:lnTo>
                    <a:pt x="241969" y="163721"/>
                  </a:lnTo>
                  <a:lnTo>
                    <a:pt x="243038" y="164222"/>
                  </a:lnTo>
                  <a:lnTo>
                    <a:pt x="246404" y="164901"/>
                  </a:lnTo>
                  <a:lnTo>
                    <a:pt x="248166" y="165897"/>
                  </a:lnTo>
                  <a:lnTo>
                    <a:pt x="248417" y="165637"/>
                  </a:lnTo>
                  <a:lnTo>
                    <a:pt x="250475" y="166691"/>
                  </a:lnTo>
                  <a:lnTo>
                    <a:pt x="250700" y="167119"/>
                  </a:lnTo>
                  <a:lnTo>
                    <a:pt x="251106" y="169097"/>
                  </a:lnTo>
                  <a:lnTo>
                    <a:pt x="251017" y="173088"/>
                  </a:lnTo>
                  <a:lnTo>
                    <a:pt x="251185" y="174036"/>
                  </a:lnTo>
                  <a:lnTo>
                    <a:pt x="252856" y="174736"/>
                  </a:lnTo>
                  <a:lnTo>
                    <a:pt x="252428" y="176564"/>
                  </a:lnTo>
                  <a:lnTo>
                    <a:pt x="252007" y="177367"/>
                  </a:lnTo>
                  <a:lnTo>
                    <a:pt x="252403" y="177458"/>
                  </a:lnTo>
                  <a:lnTo>
                    <a:pt x="253235" y="177172"/>
                  </a:lnTo>
                  <a:lnTo>
                    <a:pt x="255799" y="177236"/>
                  </a:lnTo>
                  <a:lnTo>
                    <a:pt x="257965" y="177696"/>
                  </a:lnTo>
                  <a:lnTo>
                    <a:pt x="259647" y="177714"/>
                  </a:lnTo>
                  <a:lnTo>
                    <a:pt x="258009" y="179169"/>
                  </a:lnTo>
                  <a:lnTo>
                    <a:pt x="257795" y="179788"/>
                  </a:lnTo>
                  <a:lnTo>
                    <a:pt x="257305" y="179877"/>
                  </a:lnTo>
                  <a:lnTo>
                    <a:pt x="256519" y="180665"/>
                  </a:lnTo>
                  <a:lnTo>
                    <a:pt x="254989" y="184083"/>
                  </a:lnTo>
                  <a:lnTo>
                    <a:pt x="257052" y="185611"/>
                  </a:lnTo>
                  <a:lnTo>
                    <a:pt x="258171" y="186948"/>
                  </a:lnTo>
                  <a:lnTo>
                    <a:pt x="258563" y="187059"/>
                  </a:lnTo>
                  <a:lnTo>
                    <a:pt x="258075" y="188493"/>
                  </a:lnTo>
                  <a:lnTo>
                    <a:pt x="258825" y="189043"/>
                  </a:lnTo>
                  <a:lnTo>
                    <a:pt x="259094" y="193048"/>
                  </a:lnTo>
                  <a:lnTo>
                    <a:pt x="259526" y="193555"/>
                  </a:lnTo>
                  <a:lnTo>
                    <a:pt x="261498" y="194179"/>
                  </a:lnTo>
                  <a:lnTo>
                    <a:pt x="262193" y="195892"/>
                  </a:lnTo>
                  <a:lnTo>
                    <a:pt x="262853" y="196759"/>
                  </a:lnTo>
                  <a:lnTo>
                    <a:pt x="262655" y="197082"/>
                  </a:lnTo>
                  <a:lnTo>
                    <a:pt x="262820" y="197836"/>
                  </a:lnTo>
                  <a:lnTo>
                    <a:pt x="263613" y="198620"/>
                  </a:lnTo>
                  <a:lnTo>
                    <a:pt x="263908" y="198442"/>
                  </a:lnTo>
                  <a:lnTo>
                    <a:pt x="263765" y="198739"/>
                  </a:lnTo>
                  <a:lnTo>
                    <a:pt x="263899" y="199013"/>
                  </a:lnTo>
                  <a:lnTo>
                    <a:pt x="263662" y="199875"/>
                  </a:lnTo>
                  <a:lnTo>
                    <a:pt x="264178" y="200107"/>
                  </a:lnTo>
                  <a:lnTo>
                    <a:pt x="264510" y="200748"/>
                  </a:lnTo>
                  <a:lnTo>
                    <a:pt x="265448" y="199019"/>
                  </a:lnTo>
                  <a:lnTo>
                    <a:pt x="266730" y="197673"/>
                  </a:lnTo>
                  <a:lnTo>
                    <a:pt x="267413" y="197742"/>
                  </a:lnTo>
                  <a:lnTo>
                    <a:pt x="267698" y="197314"/>
                  </a:lnTo>
                  <a:lnTo>
                    <a:pt x="268033" y="197445"/>
                  </a:lnTo>
                  <a:lnTo>
                    <a:pt x="268429" y="196901"/>
                  </a:lnTo>
                  <a:lnTo>
                    <a:pt x="269608" y="196760"/>
                  </a:lnTo>
                  <a:lnTo>
                    <a:pt x="270016" y="197007"/>
                  </a:lnTo>
                  <a:lnTo>
                    <a:pt x="269911" y="197273"/>
                  </a:lnTo>
                  <a:lnTo>
                    <a:pt x="270207" y="198114"/>
                  </a:lnTo>
                  <a:lnTo>
                    <a:pt x="271290" y="199509"/>
                  </a:lnTo>
                  <a:lnTo>
                    <a:pt x="271246" y="199974"/>
                  </a:lnTo>
                  <a:lnTo>
                    <a:pt x="271516" y="200084"/>
                  </a:lnTo>
                  <a:lnTo>
                    <a:pt x="272069" y="201422"/>
                  </a:lnTo>
                  <a:lnTo>
                    <a:pt x="272615" y="203628"/>
                  </a:lnTo>
                  <a:lnTo>
                    <a:pt x="273724" y="204897"/>
                  </a:lnTo>
                  <a:lnTo>
                    <a:pt x="274618" y="206449"/>
                  </a:lnTo>
                  <a:lnTo>
                    <a:pt x="276035" y="207419"/>
                  </a:lnTo>
                  <a:lnTo>
                    <a:pt x="276791" y="207021"/>
                  </a:lnTo>
                  <a:lnTo>
                    <a:pt x="277029" y="207100"/>
                  </a:lnTo>
                  <a:lnTo>
                    <a:pt x="277957" y="205611"/>
                  </a:lnTo>
                  <a:lnTo>
                    <a:pt x="278502" y="205302"/>
                  </a:lnTo>
                  <a:lnTo>
                    <a:pt x="278481" y="203417"/>
                  </a:lnTo>
                  <a:lnTo>
                    <a:pt x="278170" y="202347"/>
                  </a:lnTo>
                  <a:lnTo>
                    <a:pt x="279419" y="202132"/>
                  </a:lnTo>
                  <a:lnTo>
                    <a:pt x="279807" y="202854"/>
                  </a:lnTo>
                  <a:lnTo>
                    <a:pt x="280095" y="204247"/>
                  </a:lnTo>
                  <a:lnTo>
                    <a:pt x="280456" y="204556"/>
                  </a:lnTo>
                  <a:lnTo>
                    <a:pt x="282456" y="204947"/>
                  </a:lnTo>
                  <a:lnTo>
                    <a:pt x="283602" y="204759"/>
                  </a:lnTo>
                  <a:lnTo>
                    <a:pt x="284006" y="204398"/>
                  </a:lnTo>
                  <a:lnTo>
                    <a:pt x="286089" y="207778"/>
                  </a:lnTo>
                  <a:lnTo>
                    <a:pt x="286255" y="207240"/>
                  </a:lnTo>
                  <a:lnTo>
                    <a:pt x="286853" y="206578"/>
                  </a:lnTo>
                  <a:lnTo>
                    <a:pt x="288220" y="205489"/>
                  </a:lnTo>
                  <a:lnTo>
                    <a:pt x="287882" y="204799"/>
                  </a:lnTo>
                  <a:lnTo>
                    <a:pt x="288536" y="204621"/>
                  </a:lnTo>
                  <a:lnTo>
                    <a:pt x="290465" y="202935"/>
                  </a:lnTo>
                  <a:lnTo>
                    <a:pt x="291927" y="201998"/>
                  </a:lnTo>
                  <a:lnTo>
                    <a:pt x="292656" y="201867"/>
                  </a:lnTo>
                  <a:lnTo>
                    <a:pt x="293243" y="202206"/>
                  </a:lnTo>
                  <a:lnTo>
                    <a:pt x="294900" y="201117"/>
                  </a:lnTo>
                  <a:lnTo>
                    <a:pt x="298918" y="199619"/>
                  </a:lnTo>
                  <a:lnTo>
                    <a:pt x="301493" y="200487"/>
                  </a:lnTo>
                  <a:lnTo>
                    <a:pt x="304191" y="200095"/>
                  </a:lnTo>
                  <a:lnTo>
                    <a:pt x="304882" y="200404"/>
                  </a:lnTo>
                  <a:lnTo>
                    <a:pt x="306872" y="200450"/>
                  </a:lnTo>
                  <a:lnTo>
                    <a:pt x="308654" y="200812"/>
                  </a:lnTo>
                  <a:lnTo>
                    <a:pt x="308779" y="201811"/>
                  </a:lnTo>
                  <a:lnTo>
                    <a:pt x="308587" y="202144"/>
                  </a:lnTo>
                  <a:lnTo>
                    <a:pt x="309477" y="203822"/>
                  </a:lnTo>
                  <a:lnTo>
                    <a:pt x="309967" y="204083"/>
                  </a:lnTo>
                  <a:lnTo>
                    <a:pt x="310025" y="205807"/>
                  </a:lnTo>
                  <a:lnTo>
                    <a:pt x="312374" y="204740"/>
                  </a:lnTo>
                  <a:lnTo>
                    <a:pt x="315526" y="204449"/>
                  </a:lnTo>
                  <a:lnTo>
                    <a:pt x="316048" y="206357"/>
                  </a:lnTo>
                  <a:lnTo>
                    <a:pt x="318160" y="205159"/>
                  </a:lnTo>
                  <a:lnTo>
                    <a:pt x="319825" y="204936"/>
                  </a:lnTo>
                  <a:lnTo>
                    <a:pt x="320585" y="204337"/>
                  </a:lnTo>
                  <a:lnTo>
                    <a:pt x="322114" y="206818"/>
                  </a:lnTo>
                  <a:lnTo>
                    <a:pt x="323546" y="208045"/>
                  </a:lnTo>
                  <a:lnTo>
                    <a:pt x="324171" y="206798"/>
                  </a:lnTo>
                  <a:lnTo>
                    <a:pt x="324731" y="206695"/>
                  </a:lnTo>
                  <a:lnTo>
                    <a:pt x="324982" y="206264"/>
                  </a:lnTo>
                  <a:lnTo>
                    <a:pt x="325848" y="206346"/>
                  </a:lnTo>
                  <a:lnTo>
                    <a:pt x="326076" y="205907"/>
                  </a:lnTo>
                  <a:lnTo>
                    <a:pt x="326745" y="205752"/>
                  </a:lnTo>
                  <a:lnTo>
                    <a:pt x="326893" y="205552"/>
                  </a:lnTo>
                  <a:lnTo>
                    <a:pt x="326692" y="204964"/>
                  </a:lnTo>
                  <a:lnTo>
                    <a:pt x="327150" y="204005"/>
                  </a:lnTo>
                  <a:lnTo>
                    <a:pt x="327903" y="203943"/>
                  </a:lnTo>
                  <a:lnTo>
                    <a:pt x="328107" y="203416"/>
                  </a:lnTo>
                  <a:lnTo>
                    <a:pt x="328805" y="203438"/>
                  </a:lnTo>
                  <a:lnTo>
                    <a:pt x="328912" y="203050"/>
                  </a:lnTo>
                  <a:lnTo>
                    <a:pt x="329638" y="202452"/>
                  </a:lnTo>
                  <a:lnTo>
                    <a:pt x="330076" y="202499"/>
                  </a:lnTo>
                  <a:lnTo>
                    <a:pt x="331096" y="201884"/>
                  </a:lnTo>
                  <a:lnTo>
                    <a:pt x="331306" y="201840"/>
                  </a:lnTo>
                  <a:lnTo>
                    <a:pt x="331513" y="202730"/>
                  </a:lnTo>
                  <a:lnTo>
                    <a:pt x="332445" y="203042"/>
                  </a:lnTo>
                  <a:lnTo>
                    <a:pt x="332296" y="202077"/>
                  </a:lnTo>
                  <a:lnTo>
                    <a:pt x="333013" y="201633"/>
                  </a:lnTo>
                  <a:lnTo>
                    <a:pt x="333662" y="201650"/>
                  </a:lnTo>
                  <a:lnTo>
                    <a:pt x="333425" y="201034"/>
                  </a:lnTo>
                  <a:lnTo>
                    <a:pt x="335781" y="200393"/>
                  </a:lnTo>
                  <a:lnTo>
                    <a:pt x="337705" y="201769"/>
                  </a:lnTo>
                  <a:lnTo>
                    <a:pt x="339740" y="195246"/>
                  </a:lnTo>
                  <a:lnTo>
                    <a:pt x="340467" y="193449"/>
                  </a:lnTo>
                  <a:lnTo>
                    <a:pt x="341745" y="191803"/>
                  </a:lnTo>
                  <a:lnTo>
                    <a:pt x="345842" y="187785"/>
                  </a:lnTo>
                  <a:lnTo>
                    <a:pt x="347048" y="186308"/>
                  </a:lnTo>
                  <a:lnTo>
                    <a:pt x="347791" y="184359"/>
                  </a:lnTo>
                  <a:lnTo>
                    <a:pt x="347855" y="182815"/>
                  </a:lnTo>
                  <a:lnTo>
                    <a:pt x="347405" y="176961"/>
                  </a:lnTo>
                  <a:lnTo>
                    <a:pt x="347777" y="173757"/>
                  </a:lnTo>
                  <a:lnTo>
                    <a:pt x="349898" y="170968"/>
                  </a:lnTo>
                  <a:lnTo>
                    <a:pt x="349827" y="169761"/>
                  </a:lnTo>
                  <a:lnTo>
                    <a:pt x="348819" y="167006"/>
                  </a:lnTo>
                  <a:lnTo>
                    <a:pt x="348849" y="166172"/>
                  </a:lnTo>
                  <a:lnTo>
                    <a:pt x="349344" y="165143"/>
                  </a:lnTo>
                  <a:lnTo>
                    <a:pt x="350575" y="164168"/>
                  </a:lnTo>
                  <a:lnTo>
                    <a:pt x="351186" y="163816"/>
                  </a:lnTo>
                  <a:lnTo>
                    <a:pt x="353407" y="160857"/>
                  </a:lnTo>
                  <a:lnTo>
                    <a:pt x="355552" y="159058"/>
                  </a:lnTo>
                  <a:lnTo>
                    <a:pt x="358725" y="157293"/>
                  </a:lnTo>
                  <a:lnTo>
                    <a:pt x="361317" y="156485"/>
                  </a:lnTo>
                  <a:lnTo>
                    <a:pt x="364530" y="154750"/>
                  </a:lnTo>
                  <a:lnTo>
                    <a:pt x="365527" y="153865"/>
                  </a:lnTo>
                  <a:lnTo>
                    <a:pt x="366037" y="154200"/>
                  </a:lnTo>
                  <a:lnTo>
                    <a:pt x="366107" y="154940"/>
                  </a:lnTo>
                  <a:lnTo>
                    <a:pt x="366677" y="155154"/>
                  </a:lnTo>
                  <a:lnTo>
                    <a:pt x="366686" y="155566"/>
                  </a:lnTo>
                  <a:lnTo>
                    <a:pt x="367194" y="155633"/>
                  </a:lnTo>
                  <a:lnTo>
                    <a:pt x="367663" y="156904"/>
                  </a:lnTo>
                  <a:lnTo>
                    <a:pt x="368283" y="157284"/>
                  </a:lnTo>
                  <a:lnTo>
                    <a:pt x="368542" y="158057"/>
                  </a:lnTo>
                  <a:lnTo>
                    <a:pt x="368292" y="158870"/>
                  </a:lnTo>
                  <a:lnTo>
                    <a:pt x="368754" y="158977"/>
                  </a:lnTo>
                  <a:lnTo>
                    <a:pt x="369040" y="158772"/>
                  </a:lnTo>
                  <a:lnTo>
                    <a:pt x="369249" y="159052"/>
                  </a:lnTo>
                  <a:lnTo>
                    <a:pt x="369423" y="159810"/>
                  </a:lnTo>
                  <a:lnTo>
                    <a:pt x="369243" y="160061"/>
                  </a:lnTo>
                  <a:lnTo>
                    <a:pt x="369714" y="160619"/>
                  </a:lnTo>
                  <a:lnTo>
                    <a:pt x="369177" y="161124"/>
                  </a:lnTo>
                  <a:lnTo>
                    <a:pt x="369159" y="161678"/>
                  </a:lnTo>
                  <a:lnTo>
                    <a:pt x="369618" y="161783"/>
                  </a:lnTo>
                  <a:lnTo>
                    <a:pt x="369397" y="162522"/>
                  </a:lnTo>
                  <a:lnTo>
                    <a:pt x="370137" y="162327"/>
                  </a:lnTo>
                  <a:lnTo>
                    <a:pt x="370180" y="162677"/>
                  </a:lnTo>
                  <a:lnTo>
                    <a:pt x="369824" y="162989"/>
                  </a:lnTo>
                  <a:lnTo>
                    <a:pt x="369900" y="163299"/>
                  </a:lnTo>
                  <a:lnTo>
                    <a:pt x="370756" y="163403"/>
                  </a:lnTo>
                  <a:lnTo>
                    <a:pt x="370898" y="163987"/>
                  </a:lnTo>
                  <a:lnTo>
                    <a:pt x="370474" y="164617"/>
                  </a:lnTo>
                  <a:lnTo>
                    <a:pt x="370875" y="164956"/>
                  </a:lnTo>
                  <a:lnTo>
                    <a:pt x="370653" y="165991"/>
                  </a:lnTo>
                  <a:lnTo>
                    <a:pt x="370281" y="166149"/>
                  </a:lnTo>
                  <a:lnTo>
                    <a:pt x="369680" y="167415"/>
                  </a:lnTo>
                  <a:lnTo>
                    <a:pt x="369328" y="167658"/>
                  </a:lnTo>
                  <a:lnTo>
                    <a:pt x="369093" y="169000"/>
                  </a:lnTo>
                  <a:lnTo>
                    <a:pt x="369256" y="169245"/>
                  </a:lnTo>
                  <a:lnTo>
                    <a:pt x="368981" y="169783"/>
                  </a:lnTo>
                  <a:lnTo>
                    <a:pt x="368519" y="169665"/>
                  </a:lnTo>
                  <a:lnTo>
                    <a:pt x="368576" y="170436"/>
                  </a:lnTo>
                  <a:lnTo>
                    <a:pt x="368125" y="171005"/>
                  </a:lnTo>
                  <a:lnTo>
                    <a:pt x="368188" y="171362"/>
                  </a:lnTo>
                  <a:lnTo>
                    <a:pt x="367841" y="171584"/>
                  </a:lnTo>
                  <a:lnTo>
                    <a:pt x="368290" y="171598"/>
                  </a:lnTo>
                  <a:lnTo>
                    <a:pt x="368108" y="172143"/>
                  </a:lnTo>
                  <a:lnTo>
                    <a:pt x="367756" y="172294"/>
                  </a:lnTo>
                  <a:lnTo>
                    <a:pt x="367752" y="172587"/>
                  </a:lnTo>
                  <a:lnTo>
                    <a:pt x="367435" y="172517"/>
                  </a:lnTo>
                  <a:lnTo>
                    <a:pt x="367306" y="172889"/>
                  </a:lnTo>
                  <a:lnTo>
                    <a:pt x="367555" y="173068"/>
                  </a:lnTo>
                  <a:lnTo>
                    <a:pt x="367306" y="173274"/>
                  </a:lnTo>
                  <a:lnTo>
                    <a:pt x="367467" y="173951"/>
                  </a:lnTo>
                  <a:lnTo>
                    <a:pt x="367109" y="174031"/>
                  </a:lnTo>
                  <a:lnTo>
                    <a:pt x="367391" y="174526"/>
                  </a:lnTo>
                  <a:lnTo>
                    <a:pt x="367146" y="174727"/>
                  </a:lnTo>
                  <a:lnTo>
                    <a:pt x="367393" y="174963"/>
                  </a:lnTo>
                  <a:lnTo>
                    <a:pt x="367645" y="174785"/>
                  </a:lnTo>
                  <a:lnTo>
                    <a:pt x="367661" y="175115"/>
                  </a:lnTo>
                  <a:lnTo>
                    <a:pt x="367012" y="176385"/>
                  </a:lnTo>
                  <a:lnTo>
                    <a:pt x="366619" y="176511"/>
                  </a:lnTo>
                  <a:lnTo>
                    <a:pt x="366573" y="176927"/>
                  </a:lnTo>
                  <a:lnTo>
                    <a:pt x="366315" y="176866"/>
                  </a:lnTo>
                  <a:lnTo>
                    <a:pt x="365714" y="177301"/>
                  </a:lnTo>
                  <a:lnTo>
                    <a:pt x="365434" y="178963"/>
                  </a:lnTo>
                  <a:lnTo>
                    <a:pt x="365012" y="179113"/>
                  </a:lnTo>
                  <a:lnTo>
                    <a:pt x="365231" y="179261"/>
                  </a:lnTo>
                  <a:lnTo>
                    <a:pt x="365118" y="179908"/>
                  </a:lnTo>
                  <a:lnTo>
                    <a:pt x="365358" y="180680"/>
                  </a:lnTo>
                  <a:lnTo>
                    <a:pt x="365854" y="180796"/>
                  </a:lnTo>
                  <a:lnTo>
                    <a:pt x="365975" y="181126"/>
                  </a:lnTo>
                  <a:lnTo>
                    <a:pt x="366247" y="180890"/>
                  </a:lnTo>
                  <a:lnTo>
                    <a:pt x="366829" y="181798"/>
                  </a:lnTo>
                  <a:lnTo>
                    <a:pt x="367176" y="181860"/>
                  </a:lnTo>
                  <a:lnTo>
                    <a:pt x="367464" y="182638"/>
                  </a:lnTo>
                  <a:lnTo>
                    <a:pt x="368069" y="183312"/>
                  </a:lnTo>
                  <a:lnTo>
                    <a:pt x="369173" y="183964"/>
                  </a:lnTo>
                  <a:lnTo>
                    <a:pt x="369323" y="184644"/>
                  </a:lnTo>
                  <a:lnTo>
                    <a:pt x="369441" y="184489"/>
                  </a:lnTo>
                  <a:lnTo>
                    <a:pt x="369534" y="184797"/>
                  </a:lnTo>
                  <a:lnTo>
                    <a:pt x="369803" y="184832"/>
                  </a:lnTo>
                  <a:lnTo>
                    <a:pt x="370042" y="185352"/>
                  </a:lnTo>
                  <a:lnTo>
                    <a:pt x="369854" y="185521"/>
                  </a:lnTo>
                  <a:lnTo>
                    <a:pt x="370464" y="186458"/>
                  </a:lnTo>
                  <a:lnTo>
                    <a:pt x="370809" y="186321"/>
                  </a:lnTo>
                  <a:lnTo>
                    <a:pt x="371395" y="186599"/>
                  </a:lnTo>
                  <a:lnTo>
                    <a:pt x="371511" y="186448"/>
                  </a:lnTo>
                  <a:lnTo>
                    <a:pt x="372496" y="186694"/>
                  </a:lnTo>
                  <a:lnTo>
                    <a:pt x="372938" y="186588"/>
                  </a:lnTo>
                  <a:lnTo>
                    <a:pt x="374417" y="188170"/>
                  </a:lnTo>
                  <a:lnTo>
                    <a:pt x="375474" y="188818"/>
                  </a:lnTo>
                  <a:lnTo>
                    <a:pt x="376472" y="189045"/>
                  </a:lnTo>
                  <a:lnTo>
                    <a:pt x="378652" y="192979"/>
                  </a:lnTo>
                  <a:lnTo>
                    <a:pt x="379426" y="195914"/>
                  </a:lnTo>
                  <a:lnTo>
                    <a:pt x="379409" y="196901"/>
                  </a:lnTo>
                  <a:lnTo>
                    <a:pt x="380101" y="197835"/>
                  </a:lnTo>
                  <a:lnTo>
                    <a:pt x="380138" y="198715"/>
                  </a:lnTo>
                  <a:lnTo>
                    <a:pt x="381284" y="200571"/>
                  </a:lnTo>
                  <a:lnTo>
                    <a:pt x="381431" y="201161"/>
                  </a:lnTo>
                  <a:lnTo>
                    <a:pt x="383115" y="201674"/>
                  </a:lnTo>
                  <a:lnTo>
                    <a:pt x="383440" y="203011"/>
                  </a:lnTo>
                  <a:lnTo>
                    <a:pt x="383551" y="207282"/>
                  </a:lnTo>
                  <a:lnTo>
                    <a:pt x="384132" y="209652"/>
                  </a:lnTo>
                  <a:lnTo>
                    <a:pt x="384851" y="210980"/>
                  </a:lnTo>
                  <a:lnTo>
                    <a:pt x="386372" y="212352"/>
                  </a:lnTo>
                  <a:lnTo>
                    <a:pt x="387057" y="212660"/>
                  </a:lnTo>
                  <a:lnTo>
                    <a:pt x="387271" y="213324"/>
                  </a:lnTo>
                  <a:lnTo>
                    <a:pt x="388038" y="214011"/>
                  </a:lnTo>
                  <a:lnTo>
                    <a:pt x="389640" y="214480"/>
                  </a:lnTo>
                  <a:lnTo>
                    <a:pt x="390099" y="214995"/>
                  </a:lnTo>
                  <a:lnTo>
                    <a:pt x="390147" y="215388"/>
                  </a:lnTo>
                  <a:lnTo>
                    <a:pt x="390555" y="215592"/>
                  </a:lnTo>
                  <a:lnTo>
                    <a:pt x="389899" y="216360"/>
                  </a:lnTo>
                  <a:lnTo>
                    <a:pt x="389576" y="216180"/>
                  </a:lnTo>
                  <a:lnTo>
                    <a:pt x="389198" y="216711"/>
                  </a:lnTo>
                  <a:lnTo>
                    <a:pt x="388956" y="216338"/>
                  </a:lnTo>
                  <a:lnTo>
                    <a:pt x="388562" y="216317"/>
                  </a:lnTo>
                  <a:lnTo>
                    <a:pt x="387743" y="216861"/>
                  </a:lnTo>
                  <a:lnTo>
                    <a:pt x="387622" y="217166"/>
                  </a:lnTo>
                  <a:lnTo>
                    <a:pt x="387227" y="216965"/>
                  </a:lnTo>
                  <a:lnTo>
                    <a:pt x="386831" y="217118"/>
                  </a:lnTo>
                  <a:lnTo>
                    <a:pt x="385898" y="216504"/>
                  </a:lnTo>
                  <a:lnTo>
                    <a:pt x="385645" y="216737"/>
                  </a:lnTo>
                  <a:lnTo>
                    <a:pt x="384460" y="216537"/>
                  </a:lnTo>
                  <a:lnTo>
                    <a:pt x="383712" y="215936"/>
                  </a:lnTo>
                  <a:lnTo>
                    <a:pt x="383187" y="216258"/>
                  </a:lnTo>
                  <a:lnTo>
                    <a:pt x="381416" y="215555"/>
                  </a:lnTo>
                  <a:lnTo>
                    <a:pt x="381017" y="215779"/>
                  </a:lnTo>
                  <a:lnTo>
                    <a:pt x="379763" y="215666"/>
                  </a:lnTo>
                  <a:lnTo>
                    <a:pt x="378583" y="216526"/>
                  </a:lnTo>
                  <a:lnTo>
                    <a:pt x="378554" y="217901"/>
                  </a:lnTo>
                  <a:lnTo>
                    <a:pt x="377693" y="220136"/>
                  </a:lnTo>
                  <a:lnTo>
                    <a:pt x="377426" y="221805"/>
                  </a:lnTo>
                  <a:lnTo>
                    <a:pt x="378562" y="223007"/>
                  </a:lnTo>
                  <a:lnTo>
                    <a:pt x="379895" y="225268"/>
                  </a:lnTo>
                  <a:lnTo>
                    <a:pt x="379104" y="227167"/>
                  </a:lnTo>
                  <a:lnTo>
                    <a:pt x="377577" y="228197"/>
                  </a:lnTo>
                  <a:lnTo>
                    <a:pt x="376304" y="229448"/>
                  </a:lnTo>
                  <a:lnTo>
                    <a:pt x="375378" y="231637"/>
                  </a:lnTo>
                  <a:lnTo>
                    <a:pt x="375622" y="232535"/>
                  </a:lnTo>
                  <a:lnTo>
                    <a:pt x="375585" y="233658"/>
                  </a:lnTo>
                  <a:lnTo>
                    <a:pt x="377132" y="237264"/>
                  </a:lnTo>
                  <a:lnTo>
                    <a:pt x="377055" y="238504"/>
                  </a:lnTo>
                  <a:lnTo>
                    <a:pt x="377237" y="238708"/>
                  </a:lnTo>
                  <a:lnTo>
                    <a:pt x="376863" y="239333"/>
                  </a:lnTo>
                  <a:lnTo>
                    <a:pt x="376945" y="240008"/>
                  </a:lnTo>
                  <a:lnTo>
                    <a:pt x="375955" y="240960"/>
                  </a:lnTo>
                  <a:lnTo>
                    <a:pt x="376162" y="241998"/>
                  </a:lnTo>
                  <a:lnTo>
                    <a:pt x="375552" y="242721"/>
                  </a:lnTo>
                  <a:lnTo>
                    <a:pt x="372571" y="244654"/>
                  </a:lnTo>
                  <a:lnTo>
                    <a:pt x="370742" y="245394"/>
                  </a:lnTo>
                  <a:lnTo>
                    <a:pt x="369283" y="246728"/>
                  </a:lnTo>
                  <a:lnTo>
                    <a:pt x="366926" y="247627"/>
                  </a:lnTo>
                  <a:lnTo>
                    <a:pt x="366235" y="248520"/>
                  </a:lnTo>
                  <a:lnTo>
                    <a:pt x="366328" y="250186"/>
                  </a:lnTo>
                  <a:lnTo>
                    <a:pt x="365880" y="251157"/>
                  </a:lnTo>
                  <a:lnTo>
                    <a:pt x="368090" y="254385"/>
                  </a:lnTo>
                  <a:lnTo>
                    <a:pt x="368634" y="256562"/>
                  </a:lnTo>
                  <a:lnTo>
                    <a:pt x="369708" y="258787"/>
                  </a:lnTo>
                  <a:lnTo>
                    <a:pt x="370239" y="259425"/>
                  </a:lnTo>
                  <a:lnTo>
                    <a:pt x="370622" y="261347"/>
                  </a:lnTo>
                  <a:lnTo>
                    <a:pt x="374284" y="264163"/>
                  </a:lnTo>
                  <a:lnTo>
                    <a:pt x="374820" y="264908"/>
                  </a:lnTo>
                  <a:lnTo>
                    <a:pt x="375343" y="266399"/>
                  </a:lnTo>
                  <a:lnTo>
                    <a:pt x="382380" y="270513"/>
                  </a:lnTo>
                  <a:lnTo>
                    <a:pt x="380828" y="272996"/>
                  </a:lnTo>
                  <a:lnTo>
                    <a:pt x="381001" y="273855"/>
                  </a:lnTo>
                  <a:lnTo>
                    <a:pt x="380883" y="274586"/>
                  </a:lnTo>
                  <a:lnTo>
                    <a:pt x="380201" y="275931"/>
                  </a:lnTo>
                  <a:lnTo>
                    <a:pt x="380221" y="277120"/>
                  </a:lnTo>
                  <a:lnTo>
                    <a:pt x="379172" y="277236"/>
                  </a:lnTo>
                  <a:lnTo>
                    <a:pt x="377203" y="278482"/>
                  </a:lnTo>
                  <a:lnTo>
                    <a:pt x="376573" y="278641"/>
                  </a:lnTo>
                  <a:lnTo>
                    <a:pt x="376270" y="280382"/>
                  </a:lnTo>
                  <a:lnTo>
                    <a:pt x="373213" y="282917"/>
                  </a:lnTo>
                  <a:lnTo>
                    <a:pt x="372694" y="283336"/>
                  </a:lnTo>
                  <a:lnTo>
                    <a:pt x="371576" y="283656"/>
                  </a:lnTo>
                  <a:lnTo>
                    <a:pt x="369743" y="283718"/>
                  </a:lnTo>
                  <a:lnTo>
                    <a:pt x="368118" y="284064"/>
                  </a:lnTo>
                  <a:lnTo>
                    <a:pt x="368097" y="284337"/>
                  </a:lnTo>
                  <a:lnTo>
                    <a:pt x="366000" y="284579"/>
                  </a:lnTo>
                  <a:lnTo>
                    <a:pt x="365674" y="284909"/>
                  </a:lnTo>
                  <a:lnTo>
                    <a:pt x="364584" y="284906"/>
                  </a:lnTo>
                  <a:lnTo>
                    <a:pt x="365418" y="285507"/>
                  </a:lnTo>
                  <a:lnTo>
                    <a:pt x="365075" y="285856"/>
                  </a:lnTo>
                  <a:lnTo>
                    <a:pt x="365119" y="286290"/>
                  </a:lnTo>
                  <a:lnTo>
                    <a:pt x="366606" y="286829"/>
                  </a:lnTo>
                  <a:lnTo>
                    <a:pt x="367457" y="290008"/>
                  </a:lnTo>
                  <a:lnTo>
                    <a:pt x="368130" y="291151"/>
                  </a:lnTo>
                  <a:lnTo>
                    <a:pt x="367071" y="298718"/>
                  </a:lnTo>
                  <a:lnTo>
                    <a:pt x="364811" y="303931"/>
                  </a:lnTo>
                  <a:lnTo>
                    <a:pt x="367834" y="304927"/>
                  </a:lnTo>
                  <a:lnTo>
                    <a:pt x="368745" y="306260"/>
                  </a:lnTo>
                  <a:lnTo>
                    <a:pt x="369754" y="306661"/>
                  </a:lnTo>
                  <a:lnTo>
                    <a:pt x="372828" y="306062"/>
                  </a:lnTo>
                  <a:lnTo>
                    <a:pt x="373972" y="306282"/>
                  </a:lnTo>
                  <a:lnTo>
                    <a:pt x="375882" y="305996"/>
                  </a:lnTo>
                  <a:lnTo>
                    <a:pt x="376793" y="306098"/>
                  </a:lnTo>
                  <a:lnTo>
                    <a:pt x="378508" y="306824"/>
                  </a:lnTo>
                  <a:lnTo>
                    <a:pt x="380351" y="308367"/>
                  </a:lnTo>
                  <a:lnTo>
                    <a:pt x="380898" y="308322"/>
                  </a:lnTo>
                  <a:lnTo>
                    <a:pt x="382586" y="307326"/>
                  </a:lnTo>
                  <a:lnTo>
                    <a:pt x="382599" y="307817"/>
                  </a:lnTo>
                  <a:lnTo>
                    <a:pt x="383160" y="308518"/>
                  </a:lnTo>
                  <a:lnTo>
                    <a:pt x="386850" y="309429"/>
                  </a:lnTo>
                  <a:lnTo>
                    <a:pt x="388351" y="310364"/>
                  </a:lnTo>
                  <a:lnTo>
                    <a:pt x="389357" y="310675"/>
                  </a:lnTo>
                  <a:lnTo>
                    <a:pt x="390424" y="310343"/>
                  </a:lnTo>
                  <a:lnTo>
                    <a:pt x="393057" y="310516"/>
                  </a:lnTo>
                  <a:lnTo>
                    <a:pt x="394097" y="311191"/>
                  </a:lnTo>
                  <a:lnTo>
                    <a:pt x="395027" y="311296"/>
                  </a:lnTo>
                  <a:lnTo>
                    <a:pt x="397346" y="310482"/>
                  </a:lnTo>
                  <a:lnTo>
                    <a:pt x="399973" y="309889"/>
                  </a:lnTo>
                  <a:lnTo>
                    <a:pt x="399980" y="308716"/>
                  </a:lnTo>
                  <a:lnTo>
                    <a:pt x="400300" y="308389"/>
                  </a:lnTo>
                  <a:lnTo>
                    <a:pt x="401177" y="308924"/>
                  </a:lnTo>
                  <a:lnTo>
                    <a:pt x="401767" y="308833"/>
                  </a:lnTo>
                  <a:lnTo>
                    <a:pt x="402356" y="308357"/>
                  </a:lnTo>
                  <a:lnTo>
                    <a:pt x="403177" y="308342"/>
                  </a:lnTo>
                  <a:lnTo>
                    <a:pt x="403534" y="308552"/>
                  </a:lnTo>
                  <a:lnTo>
                    <a:pt x="404508" y="307961"/>
                  </a:lnTo>
                  <a:lnTo>
                    <a:pt x="404723" y="308461"/>
                  </a:lnTo>
                  <a:lnTo>
                    <a:pt x="405381" y="308866"/>
                  </a:lnTo>
                  <a:lnTo>
                    <a:pt x="406192" y="308365"/>
                  </a:lnTo>
                  <a:lnTo>
                    <a:pt x="407450" y="309988"/>
                  </a:lnTo>
                  <a:lnTo>
                    <a:pt x="409255" y="310310"/>
                  </a:lnTo>
                  <a:lnTo>
                    <a:pt x="409808" y="311850"/>
                  </a:lnTo>
                  <a:lnTo>
                    <a:pt x="410423" y="311608"/>
                  </a:lnTo>
                  <a:lnTo>
                    <a:pt x="412777" y="311608"/>
                  </a:lnTo>
                  <a:lnTo>
                    <a:pt x="418266" y="310201"/>
                  </a:lnTo>
                  <a:lnTo>
                    <a:pt x="420097" y="310289"/>
                  </a:lnTo>
                  <a:lnTo>
                    <a:pt x="422961" y="309684"/>
                  </a:lnTo>
                  <a:lnTo>
                    <a:pt x="426882" y="309338"/>
                  </a:lnTo>
                  <a:lnTo>
                    <a:pt x="428316" y="309520"/>
                  </a:lnTo>
                  <a:lnTo>
                    <a:pt x="432073" y="308682"/>
                  </a:lnTo>
                  <a:lnTo>
                    <a:pt x="435104" y="308928"/>
                  </a:lnTo>
                  <a:lnTo>
                    <a:pt x="437716" y="308741"/>
                  </a:lnTo>
                  <a:lnTo>
                    <a:pt x="438712" y="311710"/>
                  </a:lnTo>
                  <a:lnTo>
                    <a:pt x="439620" y="313345"/>
                  </a:lnTo>
                  <a:lnTo>
                    <a:pt x="440308" y="316658"/>
                  </a:lnTo>
                  <a:lnTo>
                    <a:pt x="444404" y="319245"/>
                  </a:lnTo>
                  <a:lnTo>
                    <a:pt x="445317" y="321134"/>
                  </a:lnTo>
                  <a:lnTo>
                    <a:pt x="446410" y="322244"/>
                  </a:lnTo>
                  <a:lnTo>
                    <a:pt x="447383" y="324690"/>
                  </a:lnTo>
                  <a:lnTo>
                    <a:pt x="447561" y="326054"/>
                  </a:lnTo>
                  <a:lnTo>
                    <a:pt x="446866" y="327887"/>
                  </a:lnTo>
                  <a:lnTo>
                    <a:pt x="447227" y="328501"/>
                  </a:lnTo>
                  <a:lnTo>
                    <a:pt x="452015" y="327745"/>
                  </a:lnTo>
                  <a:lnTo>
                    <a:pt x="455828" y="326751"/>
                  </a:lnTo>
                  <a:lnTo>
                    <a:pt x="457527" y="329451"/>
                  </a:lnTo>
                  <a:lnTo>
                    <a:pt x="459299" y="337658"/>
                  </a:lnTo>
                  <a:lnTo>
                    <a:pt x="467001" y="336719"/>
                  </a:lnTo>
                  <a:lnTo>
                    <a:pt x="468988" y="336214"/>
                  </a:lnTo>
                  <a:lnTo>
                    <a:pt x="470444" y="336612"/>
                  </a:lnTo>
                  <a:lnTo>
                    <a:pt x="472388" y="336665"/>
                  </a:lnTo>
                  <a:lnTo>
                    <a:pt x="473219" y="337821"/>
                  </a:lnTo>
                  <a:lnTo>
                    <a:pt x="474802" y="343845"/>
                  </a:lnTo>
                  <a:lnTo>
                    <a:pt x="478309" y="343282"/>
                  </a:lnTo>
                  <a:lnTo>
                    <a:pt x="480055" y="343479"/>
                  </a:lnTo>
                  <a:lnTo>
                    <a:pt x="482494" y="344153"/>
                  </a:lnTo>
                  <a:lnTo>
                    <a:pt x="484271" y="344285"/>
                  </a:lnTo>
                  <a:lnTo>
                    <a:pt x="488545" y="345811"/>
                  </a:lnTo>
                  <a:lnTo>
                    <a:pt x="492561" y="346288"/>
                  </a:lnTo>
                  <a:lnTo>
                    <a:pt x="494407" y="347683"/>
                  </a:lnTo>
                  <a:lnTo>
                    <a:pt x="496473" y="353210"/>
                  </a:lnTo>
                  <a:lnTo>
                    <a:pt x="492278" y="358317"/>
                  </a:lnTo>
                  <a:lnTo>
                    <a:pt x="494697" y="359908"/>
                  </a:lnTo>
                  <a:lnTo>
                    <a:pt x="494308" y="362004"/>
                  </a:lnTo>
                  <a:lnTo>
                    <a:pt x="492784" y="363152"/>
                  </a:lnTo>
                  <a:lnTo>
                    <a:pt x="489415" y="369461"/>
                  </a:lnTo>
                  <a:lnTo>
                    <a:pt x="488396" y="371977"/>
                  </a:lnTo>
                  <a:lnTo>
                    <a:pt x="486793" y="374340"/>
                  </a:lnTo>
                  <a:lnTo>
                    <a:pt x="486387" y="376208"/>
                  </a:lnTo>
                  <a:lnTo>
                    <a:pt x="486091" y="379966"/>
                  </a:lnTo>
                  <a:lnTo>
                    <a:pt x="483374" y="382552"/>
                  </a:lnTo>
                  <a:lnTo>
                    <a:pt x="486337" y="387330"/>
                  </a:lnTo>
                  <a:lnTo>
                    <a:pt x="488462" y="391464"/>
                  </a:lnTo>
                  <a:lnTo>
                    <a:pt x="488662" y="392553"/>
                  </a:lnTo>
                  <a:lnTo>
                    <a:pt x="486373" y="399887"/>
                  </a:lnTo>
                  <a:lnTo>
                    <a:pt x="485077" y="402178"/>
                  </a:lnTo>
                  <a:lnTo>
                    <a:pt x="483367" y="403795"/>
                  </a:lnTo>
                  <a:lnTo>
                    <a:pt x="482434" y="405701"/>
                  </a:lnTo>
                  <a:lnTo>
                    <a:pt x="478982" y="409289"/>
                  </a:lnTo>
                  <a:lnTo>
                    <a:pt x="482842" y="418308"/>
                  </a:lnTo>
                  <a:lnTo>
                    <a:pt x="481856" y="420584"/>
                  </a:lnTo>
                  <a:lnTo>
                    <a:pt x="479993" y="422628"/>
                  </a:lnTo>
                  <a:lnTo>
                    <a:pt x="478473" y="425664"/>
                  </a:lnTo>
                  <a:lnTo>
                    <a:pt x="476638" y="425837"/>
                  </a:lnTo>
                  <a:lnTo>
                    <a:pt x="475143" y="430187"/>
                  </a:lnTo>
                  <a:lnTo>
                    <a:pt x="473646" y="438989"/>
                  </a:lnTo>
                  <a:lnTo>
                    <a:pt x="472702" y="440163"/>
                  </a:lnTo>
                  <a:lnTo>
                    <a:pt x="476058" y="441682"/>
                  </a:lnTo>
                  <a:lnTo>
                    <a:pt x="481065" y="445386"/>
                  </a:lnTo>
                  <a:lnTo>
                    <a:pt x="483187" y="446493"/>
                  </a:lnTo>
                  <a:lnTo>
                    <a:pt x="488154" y="447784"/>
                  </a:lnTo>
                  <a:lnTo>
                    <a:pt x="487745" y="457065"/>
                  </a:lnTo>
                  <a:lnTo>
                    <a:pt x="490284" y="467213"/>
                  </a:lnTo>
                  <a:lnTo>
                    <a:pt x="491328" y="467078"/>
                  </a:lnTo>
                  <a:lnTo>
                    <a:pt x="491873" y="466752"/>
                  </a:lnTo>
                  <a:lnTo>
                    <a:pt x="492272" y="467522"/>
                  </a:lnTo>
                  <a:lnTo>
                    <a:pt x="491784" y="468172"/>
                  </a:lnTo>
                  <a:lnTo>
                    <a:pt x="493848" y="469530"/>
                  </a:lnTo>
                  <a:lnTo>
                    <a:pt x="495202" y="470022"/>
                  </a:lnTo>
                  <a:lnTo>
                    <a:pt x="495705" y="469982"/>
                  </a:lnTo>
                  <a:lnTo>
                    <a:pt x="497016" y="472324"/>
                  </a:lnTo>
                  <a:lnTo>
                    <a:pt x="497854" y="473049"/>
                  </a:lnTo>
                  <a:lnTo>
                    <a:pt x="497641" y="473410"/>
                  </a:lnTo>
                  <a:lnTo>
                    <a:pt x="498732" y="473723"/>
                  </a:lnTo>
                  <a:lnTo>
                    <a:pt x="497723" y="475923"/>
                  </a:lnTo>
                  <a:lnTo>
                    <a:pt x="497561" y="476281"/>
                  </a:lnTo>
                  <a:lnTo>
                    <a:pt x="499812" y="476292"/>
                  </a:lnTo>
                  <a:lnTo>
                    <a:pt x="499681" y="476120"/>
                  </a:lnTo>
                  <a:lnTo>
                    <a:pt x="500859" y="476729"/>
                  </a:lnTo>
                  <a:lnTo>
                    <a:pt x="502049" y="476748"/>
                  </a:lnTo>
                  <a:lnTo>
                    <a:pt x="503063" y="477170"/>
                  </a:lnTo>
                  <a:lnTo>
                    <a:pt x="503456" y="479987"/>
                  </a:lnTo>
                  <a:lnTo>
                    <a:pt x="503759" y="480380"/>
                  </a:lnTo>
                  <a:lnTo>
                    <a:pt x="503930" y="482846"/>
                  </a:lnTo>
                  <a:lnTo>
                    <a:pt x="503265" y="483232"/>
                  </a:lnTo>
                  <a:lnTo>
                    <a:pt x="503336" y="487267"/>
                  </a:lnTo>
                  <a:lnTo>
                    <a:pt x="505070" y="488338"/>
                  </a:lnTo>
                  <a:lnTo>
                    <a:pt x="505985" y="489244"/>
                  </a:lnTo>
                  <a:lnTo>
                    <a:pt x="507957" y="488763"/>
                  </a:lnTo>
                  <a:lnTo>
                    <a:pt x="513772" y="486502"/>
                  </a:lnTo>
                  <a:lnTo>
                    <a:pt x="518665" y="483615"/>
                  </a:lnTo>
                  <a:lnTo>
                    <a:pt x="525286" y="482010"/>
                  </a:lnTo>
                  <a:lnTo>
                    <a:pt x="528860" y="486300"/>
                  </a:lnTo>
                  <a:lnTo>
                    <a:pt x="526756" y="490874"/>
                  </a:lnTo>
                  <a:lnTo>
                    <a:pt x="524335" y="494917"/>
                  </a:lnTo>
                  <a:lnTo>
                    <a:pt x="523630" y="498703"/>
                  </a:lnTo>
                  <a:lnTo>
                    <a:pt x="525069" y="502574"/>
                  </a:lnTo>
                  <a:lnTo>
                    <a:pt x="528408" y="504645"/>
                  </a:lnTo>
                  <a:lnTo>
                    <a:pt x="529028" y="504658"/>
                  </a:lnTo>
                  <a:lnTo>
                    <a:pt x="530455" y="505434"/>
                  </a:lnTo>
                  <a:lnTo>
                    <a:pt x="531081" y="505128"/>
                  </a:lnTo>
                  <a:lnTo>
                    <a:pt x="531642" y="505251"/>
                  </a:lnTo>
                  <a:lnTo>
                    <a:pt x="531562" y="506982"/>
                  </a:lnTo>
                  <a:lnTo>
                    <a:pt x="532092" y="507164"/>
                  </a:lnTo>
                  <a:lnTo>
                    <a:pt x="533831" y="507020"/>
                  </a:lnTo>
                  <a:lnTo>
                    <a:pt x="534043" y="507853"/>
                  </a:lnTo>
                  <a:lnTo>
                    <a:pt x="535113" y="508418"/>
                  </a:lnTo>
                  <a:lnTo>
                    <a:pt x="535716" y="509312"/>
                  </a:lnTo>
                  <a:lnTo>
                    <a:pt x="536678" y="509989"/>
                  </a:lnTo>
                  <a:lnTo>
                    <a:pt x="537435" y="510247"/>
                  </a:lnTo>
                  <a:lnTo>
                    <a:pt x="538981" y="510226"/>
                  </a:lnTo>
                  <a:lnTo>
                    <a:pt x="540881" y="511086"/>
                  </a:lnTo>
                  <a:lnTo>
                    <a:pt x="544516" y="511316"/>
                  </a:lnTo>
                  <a:lnTo>
                    <a:pt x="545098" y="512028"/>
                  </a:lnTo>
                  <a:lnTo>
                    <a:pt x="545783" y="512212"/>
                  </a:lnTo>
                  <a:lnTo>
                    <a:pt x="546432" y="513259"/>
                  </a:lnTo>
                  <a:lnTo>
                    <a:pt x="546980" y="513433"/>
                  </a:lnTo>
                  <a:lnTo>
                    <a:pt x="547635" y="514176"/>
                  </a:lnTo>
                  <a:lnTo>
                    <a:pt x="548921" y="514828"/>
                  </a:lnTo>
                  <a:lnTo>
                    <a:pt x="549733" y="515930"/>
                  </a:lnTo>
                  <a:lnTo>
                    <a:pt x="550763" y="516302"/>
                  </a:lnTo>
                  <a:lnTo>
                    <a:pt x="551758" y="517301"/>
                  </a:lnTo>
                  <a:lnTo>
                    <a:pt x="551812" y="519268"/>
                  </a:lnTo>
                  <a:lnTo>
                    <a:pt x="552197" y="519769"/>
                  </a:lnTo>
                  <a:lnTo>
                    <a:pt x="553399" y="520510"/>
                  </a:lnTo>
                  <a:lnTo>
                    <a:pt x="554200" y="520359"/>
                  </a:lnTo>
                  <a:lnTo>
                    <a:pt x="555112" y="520675"/>
                  </a:lnTo>
                  <a:lnTo>
                    <a:pt x="556266" y="520263"/>
                  </a:lnTo>
                  <a:lnTo>
                    <a:pt x="556760" y="520504"/>
                  </a:lnTo>
                  <a:lnTo>
                    <a:pt x="556176" y="520982"/>
                  </a:lnTo>
                  <a:lnTo>
                    <a:pt x="556218" y="522042"/>
                  </a:lnTo>
                  <a:lnTo>
                    <a:pt x="557505" y="529031"/>
                  </a:lnTo>
                  <a:lnTo>
                    <a:pt x="558351" y="529996"/>
                  </a:lnTo>
                  <a:lnTo>
                    <a:pt x="561012" y="531847"/>
                  </a:lnTo>
                  <a:lnTo>
                    <a:pt x="563619" y="534032"/>
                  </a:lnTo>
                  <a:lnTo>
                    <a:pt x="564073" y="535075"/>
                  </a:lnTo>
                  <a:lnTo>
                    <a:pt x="563720" y="536857"/>
                  </a:lnTo>
                  <a:lnTo>
                    <a:pt x="563869" y="538454"/>
                  </a:lnTo>
                  <a:lnTo>
                    <a:pt x="564905" y="538675"/>
                  </a:lnTo>
                  <a:lnTo>
                    <a:pt x="567828" y="540850"/>
                  </a:lnTo>
                  <a:lnTo>
                    <a:pt x="568680" y="542016"/>
                  </a:lnTo>
                  <a:lnTo>
                    <a:pt x="568873" y="542691"/>
                  </a:lnTo>
                  <a:lnTo>
                    <a:pt x="568491" y="543981"/>
                  </a:lnTo>
                  <a:lnTo>
                    <a:pt x="568446" y="545058"/>
                  </a:lnTo>
                  <a:lnTo>
                    <a:pt x="568127" y="545542"/>
                  </a:lnTo>
                  <a:lnTo>
                    <a:pt x="568073" y="546283"/>
                  </a:lnTo>
                  <a:lnTo>
                    <a:pt x="567397" y="546706"/>
                  </a:lnTo>
                  <a:lnTo>
                    <a:pt x="567224" y="547315"/>
                  </a:lnTo>
                  <a:lnTo>
                    <a:pt x="567669" y="549436"/>
                  </a:lnTo>
                  <a:lnTo>
                    <a:pt x="569738" y="550482"/>
                  </a:lnTo>
                  <a:lnTo>
                    <a:pt x="571054" y="550495"/>
                  </a:lnTo>
                  <a:lnTo>
                    <a:pt x="572939" y="553487"/>
                  </a:lnTo>
                  <a:lnTo>
                    <a:pt x="573899" y="553196"/>
                  </a:lnTo>
                  <a:lnTo>
                    <a:pt x="574618" y="553557"/>
                  </a:lnTo>
                  <a:lnTo>
                    <a:pt x="576011" y="553394"/>
                  </a:lnTo>
                  <a:lnTo>
                    <a:pt x="578103" y="555069"/>
                  </a:lnTo>
                  <a:lnTo>
                    <a:pt x="578902" y="556582"/>
                  </a:lnTo>
                  <a:lnTo>
                    <a:pt x="579580" y="557232"/>
                  </a:lnTo>
                  <a:lnTo>
                    <a:pt x="579377" y="559714"/>
                  </a:lnTo>
                  <a:lnTo>
                    <a:pt x="578494" y="561574"/>
                  </a:lnTo>
                  <a:lnTo>
                    <a:pt x="577398" y="562829"/>
                  </a:lnTo>
                  <a:lnTo>
                    <a:pt x="576289" y="563353"/>
                  </a:lnTo>
                  <a:lnTo>
                    <a:pt x="575543" y="564240"/>
                  </a:lnTo>
                  <a:lnTo>
                    <a:pt x="575701" y="565080"/>
                  </a:lnTo>
                  <a:lnTo>
                    <a:pt x="577652" y="567588"/>
                  </a:lnTo>
                  <a:lnTo>
                    <a:pt x="577699" y="568554"/>
                  </a:lnTo>
                  <a:lnTo>
                    <a:pt x="578426" y="569976"/>
                  </a:lnTo>
                  <a:lnTo>
                    <a:pt x="578466" y="571080"/>
                  </a:lnTo>
                  <a:lnTo>
                    <a:pt x="579705" y="572391"/>
                  </a:lnTo>
                  <a:lnTo>
                    <a:pt x="578128" y="576646"/>
                  </a:lnTo>
                  <a:lnTo>
                    <a:pt x="577732" y="578651"/>
                  </a:lnTo>
                  <a:lnTo>
                    <a:pt x="576554" y="581143"/>
                  </a:lnTo>
                  <a:lnTo>
                    <a:pt x="576333" y="582101"/>
                  </a:lnTo>
                  <a:lnTo>
                    <a:pt x="575953" y="582085"/>
                  </a:lnTo>
                  <a:lnTo>
                    <a:pt x="574419" y="583820"/>
                  </a:lnTo>
                  <a:lnTo>
                    <a:pt x="571811" y="585244"/>
                  </a:lnTo>
                  <a:lnTo>
                    <a:pt x="570401" y="586314"/>
                  </a:lnTo>
                  <a:lnTo>
                    <a:pt x="569850" y="587899"/>
                  </a:lnTo>
                  <a:lnTo>
                    <a:pt x="569565" y="589470"/>
                  </a:lnTo>
                  <a:lnTo>
                    <a:pt x="572714" y="591573"/>
                  </a:lnTo>
                  <a:lnTo>
                    <a:pt x="573272" y="592160"/>
                  </a:lnTo>
                  <a:lnTo>
                    <a:pt x="571739" y="594869"/>
                  </a:lnTo>
                  <a:lnTo>
                    <a:pt x="571076" y="599229"/>
                  </a:lnTo>
                  <a:lnTo>
                    <a:pt x="570000" y="599819"/>
                  </a:lnTo>
                  <a:lnTo>
                    <a:pt x="569048" y="599818"/>
                  </a:lnTo>
                  <a:lnTo>
                    <a:pt x="565204" y="600646"/>
                  </a:lnTo>
                  <a:lnTo>
                    <a:pt x="563735" y="601292"/>
                  </a:lnTo>
                  <a:lnTo>
                    <a:pt x="562707" y="601011"/>
                  </a:lnTo>
                  <a:lnTo>
                    <a:pt x="560576" y="601129"/>
                  </a:lnTo>
                  <a:lnTo>
                    <a:pt x="559564" y="601482"/>
                  </a:lnTo>
                  <a:lnTo>
                    <a:pt x="558487" y="602396"/>
                  </a:lnTo>
                  <a:lnTo>
                    <a:pt x="557210" y="602176"/>
                  </a:lnTo>
                  <a:lnTo>
                    <a:pt x="555744" y="602757"/>
                  </a:lnTo>
                  <a:lnTo>
                    <a:pt x="551276" y="603709"/>
                  </a:lnTo>
                  <a:lnTo>
                    <a:pt x="549148" y="603509"/>
                  </a:lnTo>
                  <a:lnTo>
                    <a:pt x="548765" y="604723"/>
                  </a:lnTo>
                  <a:lnTo>
                    <a:pt x="549565" y="606589"/>
                  </a:lnTo>
                  <a:lnTo>
                    <a:pt x="550295" y="607349"/>
                  </a:lnTo>
                  <a:lnTo>
                    <a:pt x="551270" y="607758"/>
                  </a:lnTo>
                  <a:lnTo>
                    <a:pt x="552102" y="608771"/>
                  </a:lnTo>
                  <a:lnTo>
                    <a:pt x="553049" y="610836"/>
                  </a:lnTo>
                  <a:lnTo>
                    <a:pt x="553750" y="611530"/>
                  </a:lnTo>
                  <a:lnTo>
                    <a:pt x="555053" y="611964"/>
                  </a:lnTo>
                  <a:lnTo>
                    <a:pt x="555311" y="614181"/>
                  </a:lnTo>
                  <a:lnTo>
                    <a:pt x="555775" y="615177"/>
                  </a:lnTo>
                  <a:lnTo>
                    <a:pt x="554553" y="621663"/>
                  </a:lnTo>
                  <a:lnTo>
                    <a:pt x="556503" y="622318"/>
                  </a:lnTo>
                  <a:lnTo>
                    <a:pt x="557086" y="623181"/>
                  </a:lnTo>
                  <a:lnTo>
                    <a:pt x="561848" y="624295"/>
                  </a:lnTo>
                  <a:lnTo>
                    <a:pt x="568852" y="626360"/>
                  </a:lnTo>
                  <a:lnTo>
                    <a:pt x="569115" y="626840"/>
                  </a:lnTo>
                  <a:lnTo>
                    <a:pt x="570506" y="626838"/>
                  </a:lnTo>
                  <a:lnTo>
                    <a:pt x="571887" y="627676"/>
                  </a:lnTo>
                  <a:lnTo>
                    <a:pt x="571607" y="628693"/>
                  </a:lnTo>
                  <a:lnTo>
                    <a:pt x="572477" y="629377"/>
                  </a:lnTo>
                  <a:lnTo>
                    <a:pt x="572874" y="631214"/>
                  </a:lnTo>
                  <a:lnTo>
                    <a:pt x="573600" y="631343"/>
                  </a:lnTo>
                  <a:lnTo>
                    <a:pt x="573082" y="633403"/>
                  </a:lnTo>
                  <a:lnTo>
                    <a:pt x="573474" y="634272"/>
                  </a:lnTo>
                  <a:lnTo>
                    <a:pt x="575103" y="635837"/>
                  </a:lnTo>
                  <a:lnTo>
                    <a:pt x="576145" y="636070"/>
                  </a:lnTo>
                  <a:lnTo>
                    <a:pt x="577189" y="637073"/>
                  </a:lnTo>
                  <a:lnTo>
                    <a:pt x="579195" y="638256"/>
                  </a:lnTo>
                  <a:lnTo>
                    <a:pt x="582877" y="642149"/>
                  </a:lnTo>
                  <a:lnTo>
                    <a:pt x="581293" y="644211"/>
                  </a:lnTo>
                  <a:lnTo>
                    <a:pt x="581229" y="645786"/>
                  </a:lnTo>
                  <a:lnTo>
                    <a:pt x="580459" y="647216"/>
                  </a:lnTo>
                  <a:lnTo>
                    <a:pt x="582605" y="650622"/>
                  </a:lnTo>
                  <a:lnTo>
                    <a:pt x="580976" y="651616"/>
                  </a:lnTo>
                  <a:lnTo>
                    <a:pt x="578474" y="654963"/>
                  </a:lnTo>
                  <a:lnTo>
                    <a:pt x="577844" y="658047"/>
                  </a:lnTo>
                  <a:lnTo>
                    <a:pt x="578653" y="660022"/>
                  </a:lnTo>
                  <a:lnTo>
                    <a:pt x="579873" y="661092"/>
                  </a:lnTo>
                  <a:lnTo>
                    <a:pt x="579001" y="661764"/>
                  </a:lnTo>
                  <a:lnTo>
                    <a:pt x="578863" y="662727"/>
                  </a:lnTo>
                  <a:lnTo>
                    <a:pt x="577896" y="662634"/>
                  </a:lnTo>
                  <a:lnTo>
                    <a:pt x="577522" y="662862"/>
                  </a:lnTo>
                  <a:lnTo>
                    <a:pt x="575917" y="662934"/>
                  </a:lnTo>
                  <a:lnTo>
                    <a:pt x="575256" y="663772"/>
                  </a:lnTo>
                  <a:lnTo>
                    <a:pt x="574686" y="663988"/>
                  </a:lnTo>
                  <a:lnTo>
                    <a:pt x="574436" y="664336"/>
                  </a:lnTo>
                  <a:lnTo>
                    <a:pt x="573727" y="664162"/>
                  </a:lnTo>
                  <a:lnTo>
                    <a:pt x="573340" y="664325"/>
                  </a:lnTo>
                  <a:lnTo>
                    <a:pt x="573195" y="664805"/>
                  </a:lnTo>
                  <a:lnTo>
                    <a:pt x="571521" y="665977"/>
                  </a:lnTo>
                  <a:lnTo>
                    <a:pt x="571280" y="666498"/>
                  </a:lnTo>
                  <a:lnTo>
                    <a:pt x="570455" y="666960"/>
                  </a:lnTo>
                  <a:lnTo>
                    <a:pt x="570338" y="667590"/>
                  </a:lnTo>
                  <a:lnTo>
                    <a:pt x="569424" y="668163"/>
                  </a:lnTo>
                  <a:lnTo>
                    <a:pt x="567736" y="671327"/>
                  </a:lnTo>
                  <a:lnTo>
                    <a:pt x="567298" y="671698"/>
                  </a:lnTo>
                  <a:lnTo>
                    <a:pt x="564852" y="672491"/>
                  </a:lnTo>
                  <a:lnTo>
                    <a:pt x="564708" y="673926"/>
                  </a:lnTo>
                  <a:lnTo>
                    <a:pt x="564170" y="675017"/>
                  </a:lnTo>
                  <a:lnTo>
                    <a:pt x="564023" y="676134"/>
                  </a:lnTo>
                  <a:lnTo>
                    <a:pt x="563712" y="676828"/>
                  </a:lnTo>
                  <a:lnTo>
                    <a:pt x="562476" y="678267"/>
                  </a:lnTo>
                  <a:lnTo>
                    <a:pt x="562408" y="680014"/>
                  </a:lnTo>
                  <a:lnTo>
                    <a:pt x="561829" y="680829"/>
                  </a:lnTo>
                  <a:lnTo>
                    <a:pt x="561653" y="681668"/>
                  </a:lnTo>
                  <a:lnTo>
                    <a:pt x="555927" y="681398"/>
                  </a:lnTo>
                  <a:lnTo>
                    <a:pt x="551667" y="684309"/>
                  </a:lnTo>
                  <a:lnTo>
                    <a:pt x="543429" y="689092"/>
                  </a:lnTo>
                  <a:lnTo>
                    <a:pt x="538216" y="690681"/>
                  </a:lnTo>
                  <a:lnTo>
                    <a:pt x="536693" y="696142"/>
                  </a:lnTo>
                  <a:lnTo>
                    <a:pt x="536213" y="701933"/>
                  </a:lnTo>
                  <a:lnTo>
                    <a:pt x="532935" y="704069"/>
                  </a:lnTo>
                  <a:lnTo>
                    <a:pt x="524880" y="708718"/>
                  </a:lnTo>
                  <a:lnTo>
                    <a:pt x="510656" y="708342"/>
                  </a:lnTo>
                  <a:lnTo>
                    <a:pt x="507824" y="702578"/>
                  </a:lnTo>
                  <a:lnTo>
                    <a:pt x="499482" y="705351"/>
                  </a:lnTo>
                  <a:lnTo>
                    <a:pt x="482816" y="709155"/>
                  </a:lnTo>
                  <a:lnTo>
                    <a:pt x="477717" y="715989"/>
                  </a:lnTo>
                  <a:lnTo>
                    <a:pt x="477898" y="721196"/>
                  </a:lnTo>
                  <a:lnTo>
                    <a:pt x="480471" y="732710"/>
                  </a:lnTo>
                  <a:lnTo>
                    <a:pt x="476813" y="735781"/>
                  </a:lnTo>
                  <a:lnTo>
                    <a:pt x="474706" y="736941"/>
                  </a:lnTo>
                  <a:lnTo>
                    <a:pt x="474037" y="737927"/>
                  </a:lnTo>
                  <a:lnTo>
                    <a:pt x="472748" y="738407"/>
                  </a:lnTo>
                  <a:lnTo>
                    <a:pt x="470977" y="738161"/>
                  </a:lnTo>
                  <a:lnTo>
                    <a:pt x="470502" y="737815"/>
                  </a:lnTo>
                  <a:lnTo>
                    <a:pt x="469623" y="737634"/>
                  </a:lnTo>
                  <a:lnTo>
                    <a:pt x="465391" y="739036"/>
                  </a:lnTo>
                  <a:lnTo>
                    <a:pt x="464389" y="739953"/>
                  </a:lnTo>
                  <a:lnTo>
                    <a:pt x="460187" y="742574"/>
                  </a:lnTo>
                  <a:lnTo>
                    <a:pt x="459289" y="743351"/>
                  </a:lnTo>
                  <a:lnTo>
                    <a:pt x="457525" y="745680"/>
                  </a:lnTo>
                  <a:lnTo>
                    <a:pt x="454810" y="747050"/>
                  </a:lnTo>
                  <a:lnTo>
                    <a:pt x="454088" y="747165"/>
                  </a:lnTo>
                  <a:lnTo>
                    <a:pt x="451400" y="746441"/>
                  </a:lnTo>
                  <a:lnTo>
                    <a:pt x="450402" y="745263"/>
                  </a:lnTo>
                  <a:lnTo>
                    <a:pt x="447420" y="747406"/>
                  </a:lnTo>
                  <a:lnTo>
                    <a:pt x="445985" y="747422"/>
                  </a:lnTo>
                  <a:lnTo>
                    <a:pt x="444538" y="747026"/>
                  </a:lnTo>
                  <a:lnTo>
                    <a:pt x="443600" y="747387"/>
                  </a:lnTo>
                  <a:lnTo>
                    <a:pt x="440683" y="749233"/>
                  </a:lnTo>
                  <a:lnTo>
                    <a:pt x="438807" y="750745"/>
                  </a:lnTo>
                  <a:lnTo>
                    <a:pt x="437771" y="751119"/>
                  </a:lnTo>
                  <a:lnTo>
                    <a:pt x="436644" y="752238"/>
                  </a:lnTo>
                  <a:lnTo>
                    <a:pt x="433562" y="754546"/>
                  </a:lnTo>
                  <a:lnTo>
                    <a:pt x="428335" y="757043"/>
                  </a:lnTo>
                  <a:lnTo>
                    <a:pt x="427317" y="758154"/>
                  </a:lnTo>
                  <a:lnTo>
                    <a:pt x="419446" y="763430"/>
                  </a:lnTo>
                  <a:lnTo>
                    <a:pt x="416925" y="764637"/>
                  </a:lnTo>
                  <a:lnTo>
                    <a:pt x="415945" y="764516"/>
                  </a:lnTo>
                  <a:lnTo>
                    <a:pt x="414880" y="768759"/>
                  </a:lnTo>
                  <a:lnTo>
                    <a:pt x="410447" y="775689"/>
                  </a:lnTo>
                  <a:lnTo>
                    <a:pt x="409523" y="778231"/>
                  </a:lnTo>
                  <a:lnTo>
                    <a:pt x="407476" y="781775"/>
                  </a:lnTo>
                  <a:lnTo>
                    <a:pt x="405865" y="780821"/>
                  </a:lnTo>
                  <a:lnTo>
                    <a:pt x="401569" y="780348"/>
                  </a:lnTo>
                  <a:lnTo>
                    <a:pt x="400512" y="781167"/>
                  </a:lnTo>
                  <a:lnTo>
                    <a:pt x="399240" y="781424"/>
                  </a:lnTo>
                  <a:lnTo>
                    <a:pt x="398585" y="781206"/>
                  </a:lnTo>
                  <a:lnTo>
                    <a:pt x="397012" y="781184"/>
                  </a:lnTo>
                  <a:lnTo>
                    <a:pt x="394740" y="782078"/>
                  </a:lnTo>
                  <a:lnTo>
                    <a:pt x="392732" y="783856"/>
                  </a:lnTo>
                  <a:lnTo>
                    <a:pt x="391050" y="783128"/>
                  </a:lnTo>
                  <a:lnTo>
                    <a:pt x="390596" y="783300"/>
                  </a:lnTo>
                  <a:lnTo>
                    <a:pt x="390292" y="783160"/>
                  </a:lnTo>
                  <a:lnTo>
                    <a:pt x="389755" y="782628"/>
                  </a:lnTo>
                  <a:lnTo>
                    <a:pt x="389497" y="781527"/>
                  </a:lnTo>
                  <a:lnTo>
                    <a:pt x="389051" y="781368"/>
                  </a:lnTo>
                  <a:lnTo>
                    <a:pt x="388957" y="781091"/>
                  </a:lnTo>
                  <a:lnTo>
                    <a:pt x="385181" y="780206"/>
                  </a:lnTo>
                  <a:lnTo>
                    <a:pt x="382147" y="778854"/>
                  </a:lnTo>
                  <a:lnTo>
                    <a:pt x="379519" y="779090"/>
                  </a:lnTo>
                  <a:lnTo>
                    <a:pt x="377800" y="780435"/>
                  </a:lnTo>
                  <a:lnTo>
                    <a:pt x="375342" y="781648"/>
                  </a:lnTo>
                  <a:lnTo>
                    <a:pt x="374986" y="780867"/>
                  </a:lnTo>
                  <a:lnTo>
                    <a:pt x="374488" y="780755"/>
                  </a:lnTo>
                  <a:lnTo>
                    <a:pt x="373893" y="781242"/>
                  </a:lnTo>
                  <a:lnTo>
                    <a:pt x="373282" y="780204"/>
                  </a:lnTo>
                  <a:lnTo>
                    <a:pt x="371616" y="780069"/>
                  </a:lnTo>
                  <a:lnTo>
                    <a:pt x="365448" y="776529"/>
                  </a:lnTo>
                  <a:lnTo>
                    <a:pt x="364422" y="775195"/>
                  </a:lnTo>
                  <a:lnTo>
                    <a:pt x="359616" y="771304"/>
                  </a:lnTo>
                  <a:lnTo>
                    <a:pt x="340855" y="777961"/>
                  </a:lnTo>
                  <a:lnTo>
                    <a:pt x="338843" y="776891"/>
                  </a:lnTo>
                  <a:lnTo>
                    <a:pt x="331059" y="774316"/>
                  </a:lnTo>
                  <a:lnTo>
                    <a:pt x="330121" y="771618"/>
                  </a:lnTo>
                  <a:lnTo>
                    <a:pt x="328056" y="767687"/>
                  </a:lnTo>
                  <a:lnTo>
                    <a:pt x="325393" y="764275"/>
                  </a:lnTo>
                  <a:lnTo>
                    <a:pt x="315882" y="756800"/>
                  </a:lnTo>
                  <a:lnTo>
                    <a:pt x="308485" y="750621"/>
                  </a:lnTo>
                  <a:lnTo>
                    <a:pt x="302782" y="740808"/>
                  </a:lnTo>
                  <a:lnTo>
                    <a:pt x="295916" y="728184"/>
                  </a:lnTo>
                  <a:lnTo>
                    <a:pt x="296798" y="726840"/>
                  </a:lnTo>
                  <a:lnTo>
                    <a:pt x="300774" y="722279"/>
                  </a:lnTo>
                  <a:lnTo>
                    <a:pt x="305910" y="714595"/>
                  </a:lnTo>
                  <a:lnTo>
                    <a:pt x="290857" y="715435"/>
                  </a:lnTo>
                  <a:lnTo>
                    <a:pt x="277160" y="711891"/>
                  </a:lnTo>
                  <a:lnTo>
                    <a:pt x="275673" y="712633"/>
                  </a:lnTo>
                  <a:lnTo>
                    <a:pt x="270326" y="716879"/>
                  </a:lnTo>
                  <a:lnTo>
                    <a:pt x="264821" y="723062"/>
                  </a:lnTo>
                  <a:lnTo>
                    <a:pt x="262825" y="724702"/>
                  </a:lnTo>
                  <a:lnTo>
                    <a:pt x="261727" y="724971"/>
                  </a:lnTo>
                  <a:lnTo>
                    <a:pt x="257004" y="725265"/>
                  </a:lnTo>
                  <a:lnTo>
                    <a:pt x="256486" y="726590"/>
                  </a:lnTo>
                  <a:lnTo>
                    <a:pt x="252206" y="733433"/>
                  </a:lnTo>
                  <a:lnTo>
                    <a:pt x="249636" y="734189"/>
                  </a:lnTo>
                  <a:lnTo>
                    <a:pt x="247146" y="735392"/>
                  </a:lnTo>
                  <a:lnTo>
                    <a:pt x="245203" y="735832"/>
                  </a:lnTo>
                  <a:lnTo>
                    <a:pt x="239467" y="732977"/>
                  </a:lnTo>
                  <a:lnTo>
                    <a:pt x="237648" y="732366"/>
                  </a:lnTo>
                  <a:lnTo>
                    <a:pt x="232377" y="734279"/>
                  </a:lnTo>
                  <a:lnTo>
                    <a:pt x="228332" y="737720"/>
                  </a:lnTo>
                  <a:lnTo>
                    <a:pt x="225234" y="738321"/>
                  </a:lnTo>
                  <a:lnTo>
                    <a:pt x="220999" y="736890"/>
                  </a:lnTo>
                  <a:lnTo>
                    <a:pt x="218988" y="738218"/>
                  </a:lnTo>
                  <a:lnTo>
                    <a:pt x="218232" y="737530"/>
                  </a:lnTo>
                  <a:lnTo>
                    <a:pt x="212842" y="737210"/>
                  </a:lnTo>
                  <a:lnTo>
                    <a:pt x="210586" y="738293"/>
                  </a:lnTo>
                  <a:lnTo>
                    <a:pt x="209694" y="739791"/>
                  </a:lnTo>
                  <a:lnTo>
                    <a:pt x="206940" y="740709"/>
                  </a:lnTo>
                  <a:lnTo>
                    <a:pt x="206443" y="741750"/>
                  </a:lnTo>
                  <a:lnTo>
                    <a:pt x="202774" y="742476"/>
                  </a:lnTo>
                  <a:lnTo>
                    <a:pt x="200719" y="745432"/>
                  </a:lnTo>
                  <a:lnTo>
                    <a:pt x="199095" y="748773"/>
                  </a:lnTo>
                  <a:lnTo>
                    <a:pt x="188371" y="752488"/>
                  </a:lnTo>
                  <a:lnTo>
                    <a:pt x="181351" y="753030"/>
                  </a:lnTo>
                  <a:lnTo>
                    <a:pt x="175402" y="753096"/>
                  </a:lnTo>
                  <a:lnTo>
                    <a:pt x="171526" y="754800"/>
                  </a:lnTo>
                  <a:lnTo>
                    <a:pt x="166402" y="757538"/>
                  </a:lnTo>
                  <a:lnTo>
                    <a:pt x="165762" y="759557"/>
                  </a:lnTo>
                  <a:lnTo>
                    <a:pt x="159288" y="759787"/>
                  </a:lnTo>
                  <a:lnTo>
                    <a:pt x="158217" y="760714"/>
                  </a:lnTo>
                  <a:lnTo>
                    <a:pt x="156775" y="765560"/>
                  </a:lnTo>
                  <a:lnTo>
                    <a:pt x="149677" y="765544"/>
                  </a:lnTo>
                  <a:lnTo>
                    <a:pt x="142671" y="766046"/>
                  </a:lnTo>
                  <a:lnTo>
                    <a:pt x="132717" y="770334"/>
                  </a:lnTo>
                  <a:lnTo>
                    <a:pt x="126292" y="771623"/>
                  </a:lnTo>
                  <a:lnTo>
                    <a:pt x="121295" y="768319"/>
                  </a:lnTo>
                  <a:lnTo>
                    <a:pt x="115881" y="768760"/>
                  </a:lnTo>
                  <a:lnTo>
                    <a:pt x="111345" y="769773"/>
                  </a:lnTo>
                  <a:lnTo>
                    <a:pt x="111222" y="764351"/>
                  </a:lnTo>
                  <a:lnTo>
                    <a:pt x="112689" y="763281"/>
                  </a:lnTo>
                  <a:lnTo>
                    <a:pt x="115168" y="757010"/>
                  </a:lnTo>
                  <a:lnTo>
                    <a:pt x="113247" y="755311"/>
                  </a:lnTo>
                  <a:lnTo>
                    <a:pt x="106420" y="755068"/>
                  </a:lnTo>
                  <a:lnTo>
                    <a:pt x="108869" y="738405"/>
                  </a:lnTo>
                  <a:lnTo>
                    <a:pt x="115593" y="689165"/>
                  </a:lnTo>
                  <a:lnTo>
                    <a:pt x="107264" y="678883"/>
                  </a:lnTo>
                  <a:lnTo>
                    <a:pt x="101603" y="674706"/>
                  </a:lnTo>
                  <a:lnTo>
                    <a:pt x="95588" y="671362"/>
                  </a:lnTo>
                  <a:lnTo>
                    <a:pt x="84006" y="659025"/>
                  </a:lnTo>
                  <a:lnTo>
                    <a:pt x="77093" y="653102"/>
                  </a:lnTo>
                  <a:lnTo>
                    <a:pt x="74077" y="648779"/>
                  </a:lnTo>
                  <a:lnTo>
                    <a:pt x="67049" y="637183"/>
                  </a:lnTo>
                  <a:lnTo>
                    <a:pt x="70220" y="636048"/>
                  </a:lnTo>
                  <a:lnTo>
                    <a:pt x="74607" y="633858"/>
                  </a:lnTo>
                  <a:lnTo>
                    <a:pt x="82523" y="621577"/>
                  </a:lnTo>
                  <a:lnTo>
                    <a:pt x="87532" y="618209"/>
                  </a:lnTo>
                  <a:lnTo>
                    <a:pt x="91202" y="617257"/>
                  </a:lnTo>
                  <a:lnTo>
                    <a:pt x="99170" y="617004"/>
                  </a:lnTo>
                  <a:lnTo>
                    <a:pt x="105070" y="621097"/>
                  </a:lnTo>
                  <a:lnTo>
                    <a:pt x="116683" y="613838"/>
                  </a:lnTo>
                  <a:lnTo>
                    <a:pt x="117001" y="612754"/>
                  </a:lnTo>
                  <a:lnTo>
                    <a:pt x="119047" y="612190"/>
                  </a:lnTo>
                  <a:lnTo>
                    <a:pt x="121268" y="611916"/>
                  </a:lnTo>
                  <a:lnTo>
                    <a:pt x="123256" y="611155"/>
                  </a:lnTo>
                  <a:lnTo>
                    <a:pt x="123220" y="608243"/>
                  </a:lnTo>
                  <a:lnTo>
                    <a:pt x="119770" y="592851"/>
                  </a:lnTo>
                  <a:lnTo>
                    <a:pt x="118522" y="591889"/>
                  </a:lnTo>
                  <a:lnTo>
                    <a:pt x="117086" y="587432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pg74">
              <a:extLst>
                <a:ext uri="{FF2B5EF4-FFF2-40B4-BE49-F238E27FC236}">
                  <a16:creationId xmlns:a16="http://schemas.microsoft.com/office/drawing/2014/main" id="{3AD05DBA-559E-DF72-27D5-CEAD873174CA}"/>
                </a:ext>
              </a:extLst>
            </p:cNvPr>
            <p:cNvSpPr/>
            <p:nvPr/>
          </p:nvSpPr>
          <p:spPr>
            <a:xfrm>
              <a:off x="5337818" y="1298898"/>
              <a:ext cx="455975" cy="417953"/>
            </a:xfrm>
            <a:custGeom>
              <a:avLst/>
              <a:gdLst/>
              <a:ahLst/>
              <a:cxnLst/>
              <a:rect l="0" t="0" r="0" b="0"/>
              <a:pathLst>
                <a:path w="455975" h="417953">
                  <a:moveTo>
                    <a:pt x="118246" y="396702"/>
                  </a:moveTo>
                  <a:lnTo>
                    <a:pt x="117824" y="396614"/>
                  </a:lnTo>
                  <a:lnTo>
                    <a:pt x="118270" y="397841"/>
                  </a:lnTo>
                  <a:lnTo>
                    <a:pt x="117419" y="397688"/>
                  </a:lnTo>
                  <a:lnTo>
                    <a:pt x="116557" y="398556"/>
                  </a:lnTo>
                  <a:lnTo>
                    <a:pt x="116984" y="399149"/>
                  </a:lnTo>
                  <a:lnTo>
                    <a:pt x="118703" y="399009"/>
                  </a:lnTo>
                  <a:lnTo>
                    <a:pt x="118875" y="400837"/>
                  </a:lnTo>
                  <a:lnTo>
                    <a:pt x="119175" y="401021"/>
                  </a:lnTo>
                  <a:lnTo>
                    <a:pt x="118325" y="403438"/>
                  </a:lnTo>
                  <a:lnTo>
                    <a:pt x="115930" y="406513"/>
                  </a:lnTo>
                  <a:lnTo>
                    <a:pt x="115515" y="407846"/>
                  </a:lnTo>
                  <a:lnTo>
                    <a:pt x="115465" y="409150"/>
                  </a:lnTo>
                  <a:lnTo>
                    <a:pt x="115076" y="409176"/>
                  </a:lnTo>
                  <a:lnTo>
                    <a:pt x="114131" y="410065"/>
                  </a:lnTo>
                  <a:lnTo>
                    <a:pt x="111541" y="408398"/>
                  </a:lnTo>
                  <a:lnTo>
                    <a:pt x="110424" y="409544"/>
                  </a:lnTo>
                  <a:lnTo>
                    <a:pt x="110681" y="409880"/>
                  </a:lnTo>
                  <a:lnTo>
                    <a:pt x="110017" y="409693"/>
                  </a:lnTo>
                  <a:lnTo>
                    <a:pt x="109092" y="410188"/>
                  </a:lnTo>
                  <a:lnTo>
                    <a:pt x="108370" y="409731"/>
                  </a:lnTo>
                  <a:lnTo>
                    <a:pt x="108654" y="409202"/>
                  </a:lnTo>
                  <a:lnTo>
                    <a:pt x="106652" y="408575"/>
                  </a:lnTo>
                  <a:lnTo>
                    <a:pt x="106439" y="409409"/>
                  </a:lnTo>
                  <a:lnTo>
                    <a:pt x="105492" y="409819"/>
                  </a:lnTo>
                  <a:lnTo>
                    <a:pt x="105307" y="410415"/>
                  </a:lnTo>
                  <a:lnTo>
                    <a:pt x="104923" y="410702"/>
                  </a:lnTo>
                  <a:lnTo>
                    <a:pt x="103390" y="409346"/>
                  </a:lnTo>
                  <a:lnTo>
                    <a:pt x="102785" y="409909"/>
                  </a:lnTo>
                  <a:lnTo>
                    <a:pt x="101932" y="410202"/>
                  </a:lnTo>
                  <a:lnTo>
                    <a:pt x="101317" y="411612"/>
                  </a:lnTo>
                  <a:lnTo>
                    <a:pt x="100652" y="412249"/>
                  </a:lnTo>
                  <a:lnTo>
                    <a:pt x="99340" y="412452"/>
                  </a:lnTo>
                  <a:lnTo>
                    <a:pt x="97415" y="411535"/>
                  </a:lnTo>
                  <a:lnTo>
                    <a:pt x="96516" y="411595"/>
                  </a:lnTo>
                  <a:lnTo>
                    <a:pt x="93159" y="412841"/>
                  </a:lnTo>
                  <a:lnTo>
                    <a:pt x="92324" y="414423"/>
                  </a:lnTo>
                  <a:lnTo>
                    <a:pt x="91398" y="414932"/>
                  </a:lnTo>
                  <a:lnTo>
                    <a:pt x="90686" y="414546"/>
                  </a:lnTo>
                  <a:lnTo>
                    <a:pt x="90409" y="413659"/>
                  </a:lnTo>
                  <a:lnTo>
                    <a:pt x="88598" y="413341"/>
                  </a:lnTo>
                  <a:lnTo>
                    <a:pt x="87336" y="415285"/>
                  </a:lnTo>
                  <a:lnTo>
                    <a:pt x="87054" y="417112"/>
                  </a:lnTo>
                  <a:lnTo>
                    <a:pt x="86056" y="417953"/>
                  </a:lnTo>
                  <a:lnTo>
                    <a:pt x="85441" y="417820"/>
                  </a:lnTo>
                  <a:lnTo>
                    <a:pt x="84928" y="417344"/>
                  </a:lnTo>
                  <a:lnTo>
                    <a:pt x="84364" y="415656"/>
                  </a:lnTo>
                  <a:lnTo>
                    <a:pt x="83257" y="414922"/>
                  </a:lnTo>
                  <a:lnTo>
                    <a:pt x="79062" y="414656"/>
                  </a:lnTo>
                  <a:lnTo>
                    <a:pt x="78232" y="414904"/>
                  </a:lnTo>
                  <a:lnTo>
                    <a:pt x="77439" y="415100"/>
                  </a:lnTo>
                  <a:lnTo>
                    <a:pt x="76826" y="413566"/>
                  </a:lnTo>
                  <a:lnTo>
                    <a:pt x="75706" y="413728"/>
                  </a:lnTo>
                  <a:lnTo>
                    <a:pt x="78027" y="412627"/>
                  </a:lnTo>
                  <a:lnTo>
                    <a:pt x="79859" y="411304"/>
                  </a:lnTo>
                  <a:lnTo>
                    <a:pt x="79298" y="409708"/>
                  </a:lnTo>
                  <a:lnTo>
                    <a:pt x="79694" y="409585"/>
                  </a:lnTo>
                  <a:lnTo>
                    <a:pt x="79720" y="409322"/>
                  </a:lnTo>
                  <a:lnTo>
                    <a:pt x="79441" y="407415"/>
                  </a:lnTo>
                  <a:lnTo>
                    <a:pt x="79623" y="406158"/>
                  </a:lnTo>
                  <a:lnTo>
                    <a:pt x="76083" y="404824"/>
                  </a:lnTo>
                  <a:lnTo>
                    <a:pt x="76301" y="404378"/>
                  </a:lnTo>
                  <a:lnTo>
                    <a:pt x="76218" y="403758"/>
                  </a:lnTo>
                  <a:lnTo>
                    <a:pt x="75423" y="401897"/>
                  </a:lnTo>
                  <a:lnTo>
                    <a:pt x="75549" y="399547"/>
                  </a:lnTo>
                  <a:lnTo>
                    <a:pt x="74774" y="399734"/>
                  </a:lnTo>
                  <a:lnTo>
                    <a:pt x="74621" y="399494"/>
                  </a:lnTo>
                  <a:lnTo>
                    <a:pt x="73997" y="399510"/>
                  </a:lnTo>
                  <a:lnTo>
                    <a:pt x="73882" y="399211"/>
                  </a:lnTo>
                  <a:lnTo>
                    <a:pt x="73152" y="399234"/>
                  </a:lnTo>
                  <a:lnTo>
                    <a:pt x="73027" y="398826"/>
                  </a:lnTo>
                  <a:lnTo>
                    <a:pt x="72584" y="398990"/>
                  </a:lnTo>
                  <a:lnTo>
                    <a:pt x="72027" y="398528"/>
                  </a:lnTo>
                  <a:lnTo>
                    <a:pt x="71998" y="398238"/>
                  </a:lnTo>
                  <a:lnTo>
                    <a:pt x="70370" y="397726"/>
                  </a:lnTo>
                  <a:lnTo>
                    <a:pt x="70699" y="397194"/>
                  </a:lnTo>
                  <a:lnTo>
                    <a:pt x="69555" y="394876"/>
                  </a:lnTo>
                  <a:lnTo>
                    <a:pt x="69192" y="394721"/>
                  </a:lnTo>
                  <a:lnTo>
                    <a:pt x="68601" y="393635"/>
                  </a:lnTo>
                  <a:lnTo>
                    <a:pt x="68064" y="393701"/>
                  </a:lnTo>
                  <a:lnTo>
                    <a:pt x="66871" y="392603"/>
                  </a:lnTo>
                  <a:lnTo>
                    <a:pt x="66292" y="391501"/>
                  </a:lnTo>
                  <a:lnTo>
                    <a:pt x="65335" y="390781"/>
                  </a:lnTo>
                  <a:lnTo>
                    <a:pt x="65022" y="389835"/>
                  </a:lnTo>
                  <a:lnTo>
                    <a:pt x="64397" y="389407"/>
                  </a:lnTo>
                  <a:lnTo>
                    <a:pt x="64334" y="389021"/>
                  </a:lnTo>
                  <a:lnTo>
                    <a:pt x="63769" y="388861"/>
                  </a:lnTo>
                  <a:lnTo>
                    <a:pt x="62597" y="387762"/>
                  </a:lnTo>
                  <a:lnTo>
                    <a:pt x="61192" y="387407"/>
                  </a:lnTo>
                  <a:lnTo>
                    <a:pt x="61135" y="386937"/>
                  </a:lnTo>
                  <a:lnTo>
                    <a:pt x="60767" y="386547"/>
                  </a:lnTo>
                  <a:lnTo>
                    <a:pt x="61907" y="384847"/>
                  </a:lnTo>
                  <a:lnTo>
                    <a:pt x="62013" y="384201"/>
                  </a:lnTo>
                  <a:lnTo>
                    <a:pt x="61814" y="383993"/>
                  </a:lnTo>
                  <a:lnTo>
                    <a:pt x="62230" y="380822"/>
                  </a:lnTo>
                  <a:lnTo>
                    <a:pt x="62965" y="379322"/>
                  </a:lnTo>
                  <a:lnTo>
                    <a:pt x="63641" y="379644"/>
                  </a:lnTo>
                  <a:lnTo>
                    <a:pt x="64922" y="379654"/>
                  </a:lnTo>
                  <a:lnTo>
                    <a:pt x="67419" y="380655"/>
                  </a:lnTo>
                  <a:lnTo>
                    <a:pt x="68505" y="381488"/>
                  </a:lnTo>
                  <a:lnTo>
                    <a:pt x="68956" y="382260"/>
                  </a:lnTo>
                  <a:lnTo>
                    <a:pt x="68941" y="379426"/>
                  </a:lnTo>
                  <a:lnTo>
                    <a:pt x="68454" y="377198"/>
                  </a:lnTo>
                  <a:lnTo>
                    <a:pt x="68934" y="377076"/>
                  </a:lnTo>
                  <a:lnTo>
                    <a:pt x="68933" y="376602"/>
                  </a:lnTo>
                  <a:lnTo>
                    <a:pt x="68685" y="376578"/>
                  </a:lnTo>
                  <a:lnTo>
                    <a:pt x="68488" y="376034"/>
                  </a:lnTo>
                  <a:lnTo>
                    <a:pt x="68720" y="373286"/>
                  </a:lnTo>
                  <a:lnTo>
                    <a:pt x="69749" y="371828"/>
                  </a:lnTo>
                  <a:lnTo>
                    <a:pt x="70039" y="370935"/>
                  </a:lnTo>
                  <a:lnTo>
                    <a:pt x="70971" y="370530"/>
                  </a:lnTo>
                  <a:lnTo>
                    <a:pt x="72124" y="369306"/>
                  </a:lnTo>
                  <a:lnTo>
                    <a:pt x="70340" y="367252"/>
                  </a:lnTo>
                  <a:lnTo>
                    <a:pt x="69988" y="367190"/>
                  </a:lnTo>
                  <a:lnTo>
                    <a:pt x="69453" y="368363"/>
                  </a:lnTo>
                  <a:lnTo>
                    <a:pt x="68712" y="369271"/>
                  </a:lnTo>
                  <a:lnTo>
                    <a:pt x="66644" y="370314"/>
                  </a:lnTo>
                  <a:lnTo>
                    <a:pt x="65950" y="371345"/>
                  </a:lnTo>
                  <a:lnTo>
                    <a:pt x="61467" y="371976"/>
                  </a:lnTo>
                  <a:lnTo>
                    <a:pt x="60156" y="371636"/>
                  </a:lnTo>
                  <a:lnTo>
                    <a:pt x="59141" y="370971"/>
                  </a:lnTo>
                  <a:lnTo>
                    <a:pt x="58915" y="371410"/>
                  </a:lnTo>
                  <a:lnTo>
                    <a:pt x="58371" y="371514"/>
                  </a:lnTo>
                  <a:lnTo>
                    <a:pt x="58033" y="374463"/>
                  </a:lnTo>
                  <a:lnTo>
                    <a:pt x="56431" y="376259"/>
                  </a:lnTo>
                  <a:lnTo>
                    <a:pt x="55898" y="376508"/>
                  </a:lnTo>
                  <a:lnTo>
                    <a:pt x="53967" y="376559"/>
                  </a:lnTo>
                  <a:lnTo>
                    <a:pt x="52534" y="374449"/>
                  </a:lnTo>
                  <a:lnTo>
                    <a:pt x="50800" y="373007"/>
                  </a:lnTo>
                  <a:lnTo>
                    <a:pt x="49383" y="372258"/>
                  </a:lnTo>
                  <a:lnTo>
                    <a:pt x="48903" y="371574"/>
                  </a:lnTo>
                  <a:lnTo>
                    <a:pt x="48874" y="371179"/>
                  </a:lnTo>
                  <a:lnTo>
                    <a:pt x="49460" y="370321"/>
                  </a:lnTo>
                  <a:lnTo>
                    <a:pt x="49716" y="368702"/>
                  </a:lnTo>
                  <a:lnTo>
                    <a:pt x="50405" y="368515"/>
                  </a:lnTo>
                  <a:lnTo>
                    <a:pt x="50487" y="368822"/>
                  </a:lnTo>
                  <a:lnTo>
                    <a:pt x="51018" y="369062"/>
                  </a:lnTo>
                  <a:lnTo>
                    <a:pt x="51784" y="368415"/>
                  </a:lnTo>
                  <a:lnTo>
                    <a:pt x="52248" y="367526"/>
                  </a:lnTo>
                  <a:lnTo>
                    <a:pt x="52720" y="367534"/>
                  </a:lnTo>
                  <a:lnTo>
                    <a:pt x="52693" y="367265"/>
                  </a:lnTo>
                  <a:lnTo>
                    <a:pt x="53217" y="367045"/>
                  </a:lnTo>
                  <a:lnTo>
                    <a:pt x="53459" y="366300"/>
                  </a:lnTo>
                  <a:lnTo>
                    <a:pt x="54888" y="365934"/>
                  </a:lnTo>
                  <a:lnTo>
                    <a:pt x="55337" y="365307"/>
                  </a:lnTo>
                  <a:lnTo>
                    <a:pt x="55081" y="364389"/>
                  </a:lnTo>
                  <a:lnTo>
                    <a:pt x="56197" y="363008"/>
                  </a:lnTo>
                  <a:lnTo>
                    <a:pt x="56495" y="363099"/>
                  </a:lnTo>
                  <a:lnTo>
                    <a:pt x="56397" y="362731"/>
                  </a:lnTo>
                  <a:lnTo>
                    <a:pt x="56796" y="362493"/>
                  </a:lnTo>
                  <a:lnTo>
                    <a:pt x="56446" y="362327"/>
                  </a:lnTo>
                  <a:lnTo>
                    <a:pt x="56808" y="362185"/>
                  </a:lnTo>
                  <a:lnTo>
                    <a:pt x="57469" y="362523"/>
                  </a:lnTo>
                  <a:lnTo>
                    <a:pt x="57829" y="361885"/>
                  </a:lnTo>
                  <a:lnTo>
                    <a:pt x="58129" y="362145"/>
                  </a:lnTo>
                  <a:lnTo>
                    <a:pt x="58230" y="360903"/>
                  </a:lnTo>
                  <a:lnTo>
                    <a:pt x="58928" y="360853"/>
                  </a:lnTo>
                  <a:lnTo>
                    <a:pt x="59207" y="360117"/>
                  </a:lnTo>
                  <a:lnTo>
                    <a:pt x="59986" y="360209"/>
                  </a:lnTo>
                  <a:lnTo>
                    <a:pt x="60022" y="359848"/>
                  </a:lnTo>
                  <a:lnTo>
                    <a:pt x="60693" y="359385"/>
                  </a:lnTo>
                  <a:lnTo>
                    <a:pt x="60763" y="358777"/>
                  </a:lnTo>
                  <a:lnTo>
                    <a:pt x="60119" y="358306"/>
                  </a:lnTo>
                  <a:lnTo>
                    <a:pt x="60351" y="357721"/>
                  </a:lnTo>
                  <a:lnTo>
                    <a:pt x="61261" y="357419"/>
                  </a:lnTo>
                  <a:lnTo>
                    <a:pt x="61475" y="357896"/>
                  </a:lnTo>
                  <a:lnTo>
                    <a:pt x="62263" y="357203"/>
                  </a:lnTo>
                  <a:lnTo>
                    <a:pt x="62679" y="357167"/>
                  </a:lnTo>
                  <a:lnTo>
                    <a:pt x="62947" y="356782"/>
                  </a:lnTo>
                  <a:lnTo>
                    <a:pt x="64181" y="356617"/>
                  </a:lnTo>
                  <a:lnTo>
                    <a:pt x="64944" y="356080"/>
                  </a:lnTo>
                  <a:lnTo>
                    <a:pt x="65707" y="355086"/>
                  </a:lnTo>
                  <a:lnTo>
                    <a:pt x="66949" y="355097"/>
                  </a:lnTo>
                  <a:lnTo>
                    <a:pt x="67894" y="354567"/>
                  </a:lnTo>
                  <a:lnTo>
                    <a:pt x="68127" y="353859"/>
                  </a:lnTo>
                  <a:lnTo>
                    <a:pt x="68500" y="353847"/>
                  </a:lnTo>
                  <a:lnTo>
                    <a:pt x="68600" y="353158"/>
                  </a:lnTo>
                  <a:lnTo>
                    <a:pt x="69893" y="351983"/>
                  </a:lnTo>
                  <a:lnTo>
                    <a:pt x="70004" y="351266"/>
                  </a:lnTo>
                  <a:lnTo>
                    <a:pt x="70366" y="350811"/>
                  </a:lnTo>
                  <a:lnTo>
                    <a:pt x="70772" y="350499"/>
                  </a:lnTo>
                  <a:lnTo>
                    <a:pt x="71361" y="351354"/>
                  </a:lnTo>
                  <a:lnTo>
                    <a:pt x="71990" y="351184"/>
                  </a:lnTo>
                  <a:lnTo>
                    <a:pt x="73727" y="349828"/>
                  </a:lnTo>
                  <a:lnTo>
                    <a:pt x="75195" y="349194"/>
                  </a:lnTo>
                  <a:lnTo>
                    <a:pt x="75275" y="348547"/>
                  </a:lnTo>
                  <a:lnTo>
                    <a:pt x="75090" y="347817"/>
                  </a:lnTo>
                  <a:lnTo>
                    <a:pt x="72312" y="345277"/>
                  </a:lnTo>
                  <a:lnTo>
                    <a:pt x="67176" y="343103"/>
                  </a:lnTo>
                  <a:lnTo>
                    <a:pt x="65404" y="342888"/>
                  </a:lnTo>
                  <a:lnTo>
                    <a:pt x="63082" y="343664"/>
                  </a:lnTo>
                  <a:lnTo>
                    <a:pt x="61281" y="343654"/>
                  </a:lnTo>
                  <a:lnTo>
                    <a:pt x="59174" y="342929"/>
                  </a:lnTo>
                  <a:lnTo>
                    <a:pt x="57100" y="341675"/>
                  </a:lnTo>
                  <a:lnTo>
                    <a:pt x="56163" y="341360"/>
                  </a:lnTo>
                  <a:lnTo>
                    <a:pt x="55046" y="341306"/>
                  </a:lnTo>
                  <a:lnTo>
                    <a:pt x="52950" y="340403"/>
                  </a:lnTo>
                  <a:lnTo>
                    <a:pt x="52003" y="340741"/>
                  </a:lnTo>
                  <a:lnTo>
                    <a:pt x="50483" y="339768"/>
                  </a:lnTo>
                  <a:lnTo>
                    <a:pt x="48885" y="340550"/>
                  </a:lnTo>
                  <a:lnTo>
                    <a:pt x="47638" y="339072"/>
                  </a:lnTo>
                  <a:lnTo>
                    <a:pt x="46699" y="338977"/>
                  </a:lnTo>
                  <a:lnTo>
                    <a:pt x="45909" y="339390"/>
                  </a:lnTo>
                  <a:lnTo>
                    <a:pt x="44734" y="338757"/>
                  </a:lnTo>
                  <a:lnTo>
                    <a:pt x="41208" y="338425"/>
                  </a:lnTo>
                  <a:lnTo>
                    <a:pt x="37971" y="337717"/>
                  </a:lnTo>
                  <a:lnTo>
                    <a:pt x="32560" y="334225"/>
                  </a:lnTo>
                  <a:lnTo>
                    <a:pt x="31600" y="333002"/>
                  </a:lnTo>
                  <a:lnTo>
                    <a:pt x="31105" y="331595"/>
                  </a:lnTo>
                  <a:lnTo>
                    <a:pt x="29242" y="331141"/>
                  </a:lnTo>
                  <a:lnTo>
                    <a:pt x="29626" y="330327"/>
                  </a:lnTo>
                  <a:lnTo>
                    <a:pt x="30483" y="326705"/>
                  </a:lnTo>
                  <a:lnTo>
                    <a:pt x="31361" y="324812"/>
                  </a:lnTo>
                  <a:lnTo>
                    <a:pt x="31947" y="324064"/>
                  </a:lnTo>
                  <a:lnTo>
                    <a:pt x="33082" y="318504"/>
                  </a:lnTo>
                  <a:lnTo>
                    <a:pt x="33834" y="318001"/>
                  </a:lnTo>
                  <a:lnTo>
                    <a:pt x="36453" y="318764"/>
                  </a:lnTo>
                  <a:lnTo>
                    <a:pt x="37599" y="316977"/>
                  </a:lnTo>
                  <a:lnTo>
                    <a:pt x="38095" y="316643"/>
                  </a:lnTo>
                  <a:lnTo>
                    <a:pt x="38739" y="314030"/>
                  </a:lnTo>
                  <a:lnTo>
                    <a:pt x="38263" y="311496"/>
                  </a:lnTo>
                  <a:lnTo>
                    <a:pt x="38495" y="309051"/>
                  </a:lnTo>
                  <a:lnTo>
                    <a:pt x="38797" y="308314"/>
                  </a:lnTo>
                  <a:lnTo>
                    <a:pt x="38881" y="305748"/>
                  </a:lnTo>
                  <a:lnTo>
                    <a:pt x="39687" y="302616"/>
                  </a:lnTo>
                  <a:lnTo>
                    <a:pt x="39513" y="301726"/>
                  </a:lnTo>
                  <a:lnTo>
                    <a:pt x="40014" y="300415"/>
                  </a:lnTo>
                  <a:lnTo>
                    <a:pt x="41593" y="298499"/>
                  </a:lnTo>
                  <a:lnTo>
                    <a:pt x="42938" y="295887"/>
                  </a:lnTo>
                  <a:lnTo>
                    <a:pt x="43061" y="294743"/>
                  </a:lnTo>
                  <a:lnTo>
                    <a:pt x="42480" y="293100"/>
                  </a:lnTo>
                  <a:lnTo>
                    <a:pt x="47459" y="291406"/>
                  </a:lnTo>
                  <a:lnTo>
                    <a:pt x="50385" y="290908"/>
                  </a:lnTo>
                  <a:lnTo>
                    <a:pt x="51316" y="290249"/>
                  </a:lnTo>
                  <a:lnTo>
                    <a:pt x="51696" y="291351"/>
                  </a:lnTo>
                  <a:lnTo>
                    <a:pt x="53842" y="291751"/>
                  </a:lnTo>
                  <a:lnTo>
                    <a:pt x="53779" y="291375"/>
                  </a:lnTo>
                  <a:lnTo>
                    <a:pt x="54325" y="290332"/>
                  </a:lnTo>
                  <a:lnTo>
                    <a:pt x="54118" y="288579"/>
                  </a:lnTo>
                  <a:lnTo>
                    <a:pt x="54609" y="287681"/>
                  </a:lnTo>
                  <a:lnTo>
                    <a:pt x="54789" y="288099"/>
                  </a:lnTo>
                  <a:lnTo>
                    <a:pt x="55398" y="288549"/>
                  </a:lnTo>
                  <a:lnTo>
                    <a:pt x="57718" y="288840"/>
                  </a:lnTo>
                  <a:lnTo>
                    <a:pt x="58629" y="289377"/>
                  </a:lnTo>
                  <a:lnTo>
                    <a:pt x="59786" y="288972"/>
                  </a:lnTo>
                  <a:lnTo>
                    <a:pt x="61256" y="288871"/>
                  </a:lnTo>
                  <a:lnTo>
                    <a:pt x="61083" y="287054"/>
                  </a:lnTo>
                  <a:lnTo>
                    <a:pt x="62116" y="283167"/>
                  </a:lnTo>
                  <a:lnTo>
                    <a:pt x="62168" y="279644"/>
                  </a:lnTo>
                  <a:lnTo>
                    <a:pt x="62429" y="279002"/>
                  </a:lnTo>
                  <a:lnTo>
                    <a:pt x="63276" y="278144"/>
                  </a:lnTo>
                  <a:lnTo>
                    <a:pt x="64315" y="276556"/>
                  </a:lnTo>
                  <a:lnTo>
                    <a:pt x="66653" y="275806"/>
                  </a:lnTo>
                  <a:lnTo>
                    <a:pt x="66880" y="274590"/>
                  </a:lnTo>
                  <a:lnTo>
                    <a:pt x="66713" y="273141"/>
                  </a:lnTo>
                  <a:lnTo>
                    <a:pt x="67652" y="271904"/>
                  </a:lnTo>
                  <a:lnTo>
                    <a:pt x="68249" y="271535"/>
                  </a:lnTo>
                  <a:lnTo>
                    <a:pt x="69883" y="271272"/>
                  </a:lnTo>
                  <a:lnTo>
                    <a:pt x="72683" y="269489"/>
                  </a:lnTo>
                  <a:lnTo>
                    <a:pt x="74763" y="267151"/>
                  </a:lnTo>
                  <a:lnTo>
                    <a:pt x="75928" y="266257"/>
                  </a:lnTo>
                  <a:lnTo>
                    <a:pt x="76400" y="265213"/>
                  </a:lnTo>
                  <a:lnTo>
                    <a:pt x="75811" y="264113"/>
                  </a:lnTo>
                  <a:lnTo>
                    <a:pt x="75434" y="262243"/>
                  </a:lnTo>
                  <a:lnTo>
                    <a:pt x="76036" y="260350"/>
                  </a:lnTo>
                  <a:lnTo>
                    <a:pt x="76556" y="259662"/>
                  </a:lnTo>
                  <a:lnTo>
                    <a:pt x="77700" y="258871"/>
                  </a:lnTo>
                  <a:lnTo>
                    <a:pt x="78734" y="257240"/>
                  </a:lnTo>
                  <a:lnTo>
                    <a:pt x="78523" y="257151"/>
                  </a:lnTo>
                  <a:lnTo>
                    <a:pt x="78973" y="256866"/>
                  </a:lnTo>
                  <a:lnTo>
                    <a:pt x="79031" y="256544"/>
                  </a:lnTo>
                  <a:lnTo>
                    <a:pt x="79648" y="256337"/>
                  </a:lnTo>
                  <a:lnTo>
                    <a:pt x="80936" y="256479"/>
                  </a:lnTo>
                  <a:lnTo>
                    <a:pt x="82629" y="257524"/>
                  </a:lnTo>
                  <a:lnTo>
                    <a:pt x="84683" y="259737"/>
                  </a:lnTo>
                  <a:lnTo>
                    <a:pt x="85750" y="256942"/>
                  </a:lnTo>
                  <a:lnTo>
                    <a:pt x="84992" y="253239"/>
                  </a:lnTo>
                  <a:lnTo>
                    <a:pt x="85204" y="250085"/>
                  </a:lnTo>
                  <a:lnTo>
                    <a:pt x="84302" y="248788"/>
                  </a:lnTo>
                  <a:lnTo>
                    <a:pt x="83559" y="249131"/>
                  </a:lnTo>
                  <a:lnTo>
                    <a:pt x="81152" y="245708"/>
                  </a:lnTo>
                  <a:lnTo>
                    <a:pt x="80598" y="243892"/>
                  </a:lnTo>
                  <a:lnTo>
                    <a:pt x="79829" y="243011"/>
                  </a:lnTo>
                  <a:lnTo>
                    <a:pt x="79294" y="241313"/>
                  </a:lnTo>
                  <a:lnTo>
                    <a:pt x="77502" y="241615"/>
                  </a:lnTo>
                  <a:lnTo>
                    <a:pt x="75925" y="241592"/>
                  </a:lnTo>
                  <a:lnTo>
                    <a:pt x="74213" y="242603"/>
                  </a:lnTo>
                  <a:lnTo>
                    <a:pt x="74010" y="242039"/>
                  </a:lnTo>
                  <a:lnTo>
                    <a:pt x="74516" y="241304"/>
                  </a:lnTo>
                  <a:lnTo>
                    <a:pt x="74785" y="240334"/>
                  </a:lnTo>
                  <a:lnTo>
                    <a:pt x="74418" y="240201"/>
                  </a:lnTo>
                  <a:lnTo>
                    <a:pt x="74776" y="239182"/>
                  </a:lnTo>
                  <a:lnTo>
                    <a:pt x="76131" y="239607"/>
                  </a:lnTo>
                  <a:lnTo>
                    <a:pt x="76612" y="239428"/>
                  </a:lnTo>
                  <a:lnTo>
                    <a:pt x="76998" y="238753"/>
                  </a:lnTo>
                  <a:lnTo>
                    <a:pt x="76782" y="237499"/>
                  </a:lnTo>
                  <a:lnTo>
                    <a:pt x="76341" y="237295"/>
                  </a:lnTo>
                  <a:lnTo>
                    <a:pt x="74208" y="237416"/>
                  </a:lnTo>
                  <a:lnTo>
                    <a:pt x="73795" y="237160"/>
                  </a:lnTo>
                  <a:lnTo>
                    <a:pt x="73625" y="236699"/>
                  </a:lnTo>
                  <a:lnTo>
                    <a:pt x="72418" y="236933"/>
                  </a:lnTo>
                  <a:lnTo>
                    <a:pt x="69162" y="236889"/>
                  </a:lnTo>
                  <a:lnTo>
                    <a:pt x="69887" y="235937"/>
                  </a:lnTo>
                  <a:lnTo>
                    <a:pt x="70328" y="234291"/>
                  </a:lnTo>
                  <a:lnTo>
                    <a:pt x="69008" y="233926"/>
                  </a:lnTo>
                  <a:lnTo>
                    <a:pt x="68127" y="234322"/>
                  </a:lnTo>
                  <a:lnTo>
                    <a:pt x="67374" y="230956"/>
                  </a:lnTo>
                  <a:lnTo>
                    <a:pt x="67564" y="229908"/>
                  </a:lnTo>
                  <a:lnTo>
                    <a:pt x="67783" y="228779"/>
                  </a:lnTo>
                  <a:lnTo>
                    <a:pt x="64335" y="219812"/>
                  </a:lnTo>
                  <a:lnTo>
                    <a:pt x="63622" y="216324"/>
                  </a:lnTo>
                  <a:lnTo>
                    <a:pt x="64205" y="216032"/>
                  </a:lnTo>
                  <a:lnTo>
                    <a:pt x="64299" y="214582"/>
                  </a:lnTo>
                  <a:lnTo>
                    <a:pt x="65041" y="214020"/>
                  </a:lnTo>
                  <a:lnTo>
                    <a:pt x="66377" y="209838"/>
                  </a:lnTo>
                  <a:lnTo>
                    <a:pt x="67982" y="206996"/>
                  </a:lnTo>
                  <a:lnTo>
                    <a:pt x="67814" y="206555"/>
                  </a:lnTo>
                  <a:lnTo>
                    <a:pt x="70299" y="204855"/>
                  </a:lnTo>
                  <a:lnTo>
                    <a:pt x="69148" y="202288"/>
                  </a:lnTo>
                  <a:lnTo>
                    <a:pt x="69190" y="200519"/>
                  </a:lnTo>
                  <a:lnTo>
                    <a:pt x="68606" y="197375"/>
                  </a:lnTo>
                  <a:lnTo>
                    <a:pt x="66397" y="189263"/>
                  </a:lnTo>
                  <a:lnTo>
                    <a:pt x="66390" y="188056"/>
                  </a:lnTo>
                  <a:lnTo>
                    <a:pt x="67355" y="184715"/>
                  </a:lnTo>
                  <a:lnTo>
                    <a:pt x="66810" y="178183"/>
                  </a:lnTo>
                  <a:lnTo>
                    <a:pt x="65340" y="178676"/>
                  </a:lnTo>
                  <a:lnTo>
                    <a:pt x="61032" y="178904"/>
                  </a:lnTo>
                  <a:lnTo>
                    <a:pt x="55258" y="178545"/>
                  </a:lnTo>
                  <a:lnTo>
                    <a:pt x="48070" y="179213"/>
                  </a:lnTo>
                  <a:lnTo>
                    <a:pt x="47058" y="179541"/>
                  </a:lnTo>
                  <a:lnTo>
                    <a:pt x="46650" y="179304"/>
                  </a:lnTo>
                  <a:lnTo>
                    <a:pt x="45436" y="179882"/>
                  </a:lnTo>
                  <a:lnTo>
                    <a:pt x="44118" y="180127"/>
                  </a:lnTo>
                  <a:lnTo>
                    <a:pt x="39936" y="179792"/>
                  </a:lnTo>
                  <a:lnTo>
                    <a:pt x="38223" y="179929"/>
                  </a:lnTo>
                  <a:lnTo>
                    <a:pt x="36642" y="179674"/>
                  </a:lnTo>
                  <a:lnTo>
                    <a:pt x="33235" y="180493"/>
                  </a:lnTo>
                  <a:lnTo>
                    <a:pt x="30760" y="179798"/>
                  </a:lnTo>
                  <a:lnTo>
                    <a:pt x="28350" y="179304"/>
                  </a:lnTo>
                  <a:lnTo>
                    <a:pt x="22759" y="179156"/>
                  </a:lnTo>
                  <a:lnTo>
                    <a:pt x="23859" y="178146"/>
                  </a:lnTo>
                  <a:lnTo>
                    <a:pt x="24662" y="174811"/>
                  </a:lnTo>
                  <a:lnTo>
                    <a:pt x="23224" y="168234"/>
                  </a:lnTo>
                  <a:lnTo>
                    <a:pt x="20606" y="168329"/>
                  </a:lnTo>
                  <a:lnTo>
                    <a:pt x="18172" y="169464"/>
                  </a:lnTo>
                  <a:lnTo>
                    <a:pt x="17076" y="169620"/>
                  </a:lnTo>
                  <a:lnTo>
                    <a:pt x="15716" y="169317"/>
                  </a:lnTo>
                  <a:lnTo>
                    <a:pt x="13466" y="168131"/>
                  </a:lnTo>
                  <a:lnTo>
                    <a:pt x="12687" y="167276"/>
                  </a:lnTo>
                  <a:lnTo>
                    <a:pt x="12189" y="163099"/>
                  </a:lnTo>
                  <a:lnTo>
                    <a:pt x="8848" y="162609"/>
                  </a:lnTo>
                  <a:lnTo>
                    <a:pt x="6509" y="162942"/>
                  </a:lnTo>
                  <a:lnTo>
                    <a:pt x="6473" y="162097"/>
                  </a:lnTo>
                  <a:lnTo>
                    <a:pt x="4851" y="161219"/>
                  </a:lnTo>
                  <a:lnTo>
                    <a:pt x="4021" y="160339"/>
                  </a:lnTo>
                  <a:lnTo>
                    <a:pt x="3880" y="159752"/>
                  </a:lnTo>
                  <a:lnTo>
                    <a:pt x="2293" y="158792"/>
                  </a:lnTo>
                  <a:lnTo>
                    <a:pt x="821" y="158226"/>
                  </a:lnTo>
                  <a:lnTo>
                    <a:pt x="672" y="157772"/>
                  </a:lnTo>
                  <a:lnTo>
                    <a:pt x="131" y="155797"/>
                  </a:lnTo>
                  <a:lnTo>
                    <a:pt x="0" y="153236"/>
                  </a:lnTo>
                  <a:lnTo>
                    <a:pt x="555" y="150999"/>
                  </a:lnTo>
                  <a:lnTo>
                    <a:pt x="2701" y="147088"/>
                  </a:lnTo>
                  <a:lnTo>
                    <a:pt x="3026" y="145326"/>
                  </a:lnTo>
                  <a:lnTo>
                    <a:pt x="3887" y="143176"/>
                  </a:lnTo>
                  <a:lnTo>
                    <a:pt x="4976" y="142776"/>
                  </a:lnTo>
                  <a:lnTo>
                    <a:pt x="5247" y="141885"/>
                  </a:lnTo>
                  <a:lnTo>
                    <a:pt x="7251" y="140688"/>
                  </a:lnTo>
                  <a:lnTo>
                    <a:pt x="9078" y="140645"/>
                  </a:lnTo>
                  <a:lnTo>
                    <a:pt x="9617" y="140187"/>
                  </a:lnTo>
                  <a:lnTo>
                    <a:pt x="12704" y="139115"/>
                  </a:lnTo>
                  <a:lnTo>
                    <a:pt x="12862" y="139552"/>
                  </a:lnTo>
                  <a:lnTo>
                    <a:pt x="16391" y="137964"/>
                  </a:lnTo>
                  <a:lnTo>
                    <a:pt x="17188" y="138163"/>
                  </a:lnTo>
                  <a:lnTo>
                    <a:pt x="18094" y="137205"/>
                  </a:lnTo>
                  <a:lnTo>
                    <a:pt x="16212" y="136478"/>
                  </a:lnTo>
                  <a:lnTo>
                    <a:pt x="14371" y="134546"/>
                  </a:lnTo>
                  <a:lnTo>
                    <a:pt x="12136" y="133747"/>
                  </a:lnTo>
                  <a:lnTo>
                    <a:pt x="12054" y="134145"/>
                  </a:lnTo>
                  <a:lnTo>
                    <a:pt x="10861" y="133555"/>
                  </a:lnTo>
                  <a:lnTo>
                    <a:pt x="9639" y="129728"/>
                  </a:lnTo>
                  <a:lnTo>
                    <a:pt x="8321" y="128171"/>
                  </a:lnTo>
                  <a:lnTo>
                    <a:pt x="7346" y="126086"/>
                  </a:lnTo>
                  <a:lnTo>
                    <a:pt x="5230" y="124638"/>
                  </a:lnTo>
                  <a:lnTo>
                    <a:pt x="4062" y="123215"/>
                  </a:lnTo>
                  <a:lnTo>
                    <a:pt x="3442" y="122784"/>
                  </a:lnTo>
                  <a:lnTo>
                    <a:pt x="1359" y="122698"/>
                  </a:lnTo>
                  <a:lnTo>
                    <a:pt x="1453" y="122166"/>
                  </a:lnTo>
                  <a:lnTo>
                    <a:pt x="782" y="120061"/>
                  </a:lnTo>
                  <a:lnTo>
                    <a:pt x="1080" y="119136"/>
                  </a:lnTo>
                  <a:lnTo>
                    <a:pt x="3223" y="117458"/>
                  </a:lnTo>
                  <a:lnTo>
                    <a:pt x="2697" y="116275"/>
                  </a:lnTo>
                  <a:lnTo>
                    <a:pt x="3534" y="115880"/>
                  </a:lnTo>
                  <a:lnTo>
                    <a:pt x="4020" y="116063"/>
                  </a:lnTo>
                  <a:lnTo>
                    <a:pt x="4403" y="115911"/>
                  </a:lnTo>
                  <a:lnTo>
                    <a:pt x="7467" y="116152"/>
                  </a:lnTo>
                  <a:lnTo>
                    <a:pt x="10225" y="117669"/>
                  </a:lnTo>
                  <a:lnTo>
                    <a:pt x="12010" y="113607"/>
                  </a:lnTo>
                  <a:lnTo>
                    <a:pt x="12207" y="111959"/>
                  </a:lnTo>
                  <a:lnTo>
                    <a:pt x="13300" y="111682"/>
                  </a:lnTo>
                  <a:lnTo>
                    <a:pt x="14421" y="112160"/>
                  </a:lnTo>
                  <a:lnTo>
                    <a:pt x="15531" y="113296"/>
                  </a:lnTo>
                  <a:lnTo>
                    <a:pt x="17325" y="113496"/>
                  </a:lnTo>
                  <a:lnTo>
                    <a:pt x="20226" y="112471"/>
                  </a:lnTo>
                  <a:lnTo>
                    <a:pt x="22315" y="111199"/>
                  </a:lnTo>
                  <a:lnTo>
                    <a:pt x="22836" y="111205"/>
                  </a:lnTo>
                  <a:lnTo>
                    <a:pt x="25336" y="109786"/>
                  </a:lnTo>
                  <a:lnTo>
                    <a:pt x="27453" y="109090"/>
                  </a:lnTo>
                  <a:lnTo>
                    <a:pt x="31520" y="108091"/>
                  </a:lnTo>
                  <a:lnTo>
                    <a:pt x="34273" y="108009"/>
                  </a:lnTo>
                  <a:lnTo>
                    <a:pt x="34320" y="108221"/>
                  </a:lnTo>
                  <a:lnTo>
                    <a:pt x="35553" y="108247"/>
                  </a:lnTo>
                  <a:lnTo>
                    <a:pt x="35493" y="107739"/>
                  </a:lnTo>
                  <a:lnTo>
                    <a:pt x="36847" y="108218"/>
                  </a:lnTo>
                  <a:lnTo>
                    <a:pt x="37106" y="106488"/>
                  </a:lnTo>
                  <a:lnTo>
                    <a:pt x="41905" y="106871"/>
                  </a:lnTo>
                  <a:lnTo>
                    <a:pt x="47600" y="104663"/>
                  </a:lnTo>
                  <a:lnTo>
                    <a:pt x="48570" y="104171"/>
                  </a:lnTo>
                  <a:lnTo>
                    <a:pt x="48054" y="102347"/>
                  </a:lnTo>
                  <a:lnTo>
                    <a:pt x="46528" y="102533"/>
                  </a:lnTo>
                  <a:lnTo>
                    <a:pt x="46277" y="101027"/>
                  </a:lnTo>
                  <a:lnTo>
                    <a:pt x="46671" y="99700"/>
                  </a:lnTo>
                  <a:lnTo>
                    <a:pt x="46851" y="97854"/>
                  </a:lnTo>
                  <a:lnTo>
                    <a:pt x="48778" y="97548"/>
                  </a:lnTo>
                  <a:lnTo>
                    <a:pt x="51208" y="97986"/>
                  </a:lnTo>
                  <a:lnTo>
                    <a:pt x="51384" y="98777"/>
                  </a:lnTo>
                  <a:lnTo>
                    <a:pt x="52558" y="99094"/>
                  </a:lnTo>
                  <a:lnTo>
                    <a:pt x="52596" y="99391"/>
                  </a:lnTo>
                  <a:lnTo>
                    <a:pt x="52804" y="99146"/>
                  </a:lnTo>
                  <a:lnTo>
                    <a:pt x="55069" y="98583"/>
                  </a:lnTo>
                  <a:lnTo>
                    <a:pt x="55461" y="98252"/>
                  </a:lnTo>
                  <a:lnTo>
                    <a:pt x="54730" y="98084"/>
                  </a:lnTo>
                  <a:lnTo>
                    <a:pt x="54580" y="97718"/>
                  </a:lnTo>
                  <a:lnTo>
                    <a:pt x="55395" y="97321"/>
                  </a:lnTo>
                  <a:lnTo>
                    <a:pt x="55847" y="96783"/>
                  </a:lnTo>
                  <a:lnTo>
                    <a:pt x="55367" y="93944"/>
                  </a:lnTo>
                  <a:lnTo>
                    <a:pt x="54992" y="92931"/>
                  </a:lnTo>
                  <a:lnTo>
                    <a:pt x="55373" y="92319"/>
                  </a:lnTo>
                  <a:lnTo>
                    <a:pt x="55751" y="90065"/>
                  </a:lnTo>
                  <a:lnTo>
                    <a:pt x="58401" y="90270"/>
                  </a:lnTo>
                  <a:lnTo>
                    <a:pt x="58814" y="90516"/>
                  </a:lnTo>
                  <a:lnTo>
                    <a:pt x="59346" y="90489"/>
                  </a:lnTo>
                  <a:lnTo>
                    <a:pt x="59670" y="90876"/>
                  </a:lnTo>
                  <a:lnTo>
                    <a:pt x="62143" y="90601"/>
                  </a:lnTo>
                  <a:lnTo>
                    <a:pt x="63102" y="90325"/>
                  </a:lnTo>
                  <a:lnTo>
                    <a:pt x="63161" y="89584"/>
                  </a:lnTo>
                  <a:lnTo>
                    <a:pt x="63418" y="89455"/>
                  </a:lnTo>
                  <a:lnTo>
                    <a:pt x="63308" y="89069"/>
                  </a:lnTo>
                  <a:lnTo>
                    <a:pt x="66121" y="89479"/>
                  </a:lnTo>
                  <a:lnTo>
                    <a:pt x="67323" y="89400"/>
                  </a:lnTo>
                  <a:lnTo>
                    <a:pt x="72586" y="88197"/>
                  </a:lnTo>
                  <a:lnTo>
                    <a:pt x="73201" y="89012"/>
                  </a:lnTo>
                  <a:lnTo>
                    <a:pt x="75556" y="88410"/>
                  </a:lnTo>
                  <a:lnTo>
                    <a:pt x="75978" y="87362"/>
                  </a:lnTo>
                  <a:lnTo>
                    <a:pt x="76830" y="87233"/>
                  </a:lnTo>
                  <a:lnTo>
                    <a:pt x="72590" y="82773"/>
                  </a:lnTo>
                  <a:lnTo>
                    <a:pt x="70997" y="82070"/>
                  </a:lnTo>
                  <a:lnTo>
                    <a:pt x="67377" y="79922"/>
                  </a:lnTo>
                  <a:lnTo>
                    <a:pt x="64369" y="79041"/>
                  </a:lnTo>
                  <a:lnTo>
                    <a:pt x="64505" y="78000"/>
                  </a:lnTo>
                  <a:lnTo>
                    <a:pt x="64328" y="75173"/>
                  </a:lnTo>
                  <a:lnTo>
                    <a:pt x="65226" y="71130"/>
                  </a:lnTo>
                  <a:lnTo>
                    <a:pt x="66334" y="71147"/>
                  </a:lnTo>
                  <a:lnTo>
                    <a:pt x="66163" y="68552"/>
                  </a:lnTo>
                  <a:lnTo>
                    <a:pt x="66516" y="68469"/>
                  </a:lnTo>
                  <a:lnTo>
                    <a:pt x="66665" y="67294"/>
                  </a:lnTo>
                  <a:lnTo>
                    <a:pt x="65758" y="63581"/>
                  </a:lnTo>
                  <a:lnTo>
                    <a:pt x="65178" y="62213"/>
                  </a:lnTo>
                  <a:lnTo>
                    <a:pt x="64470" y="58632"/>
                  </a:lnTo>
                  <a:lnTo>
                    <a:pt x="62349" y="58993"/>
                  </a:lnTo>
                  <a:lnTo>
                    <a:pt x="58927" y="60145"/>
                  </a:lnTo>
                  <a:lnTo>
                    <a:pt x="56623" y="60386"/>
                  </a:lnTo>
                  <a:lnTo>
                    <a:pt x="55463" y="61957"/>
                  </a:lnTo>
                  <a:lnTo>
                    <a:pt x="54160" y="63198"/>
                  </a:lnTo>
                  <a:lnTo>
                    <a:pt x="52693" y="63889"/>
                  </a:lnTo>
                  <a:lnTo>
                    <a:pt x="51789" y="63039"/>
                  </a:lnTo>
                  <a:lnTo>
                    <a:pt x="50706" y="61239"/>
                  </a:lnTo>
                  <a:lnTo>
                    <a:pt x="50512" y="59317"/>
                  </a:lnTo>
                  <a:lnTo>
                    <a:pt x="50587" y="58644"/>
                  </a:lnTo>
                  <a:lnTo>
                    <a:pt x="51943" y="57824"/>
                  </a:lnTo>
                  <a:lnTo>
                    <a:pt x="52141" y="57440"/>
                  </a:lnTo>
                  <a:lnTo>
                    <a:pt x="52379" y="56282"/>
                  </a:lnTo>
                  <a:lnTo>
                    <a:pt x="52003" y="55314"/>
                  </a:lnTo>
                  <a:lnTo>
                    <a:pt x="52133" y="54578"/>
                  </a:lnTo>
                  <a:lnTo>
                    <a:pt x="53713" y="53484"/>
                  </a:lnTo>
                  <a:lnTo>
                    <a:pt x="53918" y="52160"/>
                  </a:lnTo>
                  <a:lnTo>
                    <a:pt x="53775" y="50613"/>
                  </a:lnTo>
                  <a:lnTo>
                    <a:pt x="49114" y="48900"/>
                  </a:lnTo>
                  <a:lnTo>
                    <a:pt x="46428" y="48649"/>
                  </a:lnTo>
                  <a:lnTo>
                    <a:pt x="48430" y="47671"/>
                  </a:lnTo>
                  <a:lnTo>
                    <a:pt x="50226" y="43719"/>
                  </a:lnTo>
                  <a:lnTo>
                    <a:pt x="53560" y="42844"/>
                  </a:lnTo>
                  <a:lnTo>
                    <a:pt x="55254" y="27408"/>
                  </a:lnTo>
                  <a:lnTo>
                    <a:pt x="70544" y="26598"/>
                  </a:lnTo>
                  <a:lnTo>
                    <a:pt x="70664" y="22261"/>
                  </a:lnTo>
                  <a:lnTo>
                    <a:pt x="74447" y="21040"/>
                  </a:lnTo>
                  <a:lnTo>
                    <a:pt x="76114" y="21639"/>
                  </a:lnTo>
                  <a:lnTo>
                    <a:pt x="78405" y="21009"/>
                  </a:lnTo>
                  <a:lnTo>
                    <a:pt x="78304" y="20832"/>
                  </a:lnTo>
                  <a:lnTo>
                    <a:pt x="79802" y="19701"/>
                  </a:lnTo>
                  <a:lnTo>
                    <a:pt x="80661" y="18150"/>
                  </a:lnTo>
                  <a:lnTo>
                    <a:pt x="81317" y="17508"/>
                  </a:lnTo>
                  <a:lnTo>
                    <a:pt x="81430" y="17045"/>
                  </a:lnTo>
                  <a:lnTo>
                    <a:pt x="81013" y="16024"/>
                  </a:lnTo>
                  <a:lnTo>
                    <a:pt x="81887" y="15053"/>
                  </a:lnTo>
                  <a:lnTo>
                    <a:pt x="81624" y="14294"/>
                  </a:lnTo>
                  <a:lnTo>
                    <a:pt x="82915" y="9636"/>
                  </a:lnTo>
                  <a:lnTo>
                    <a:pt x="82302" y="7807"/>
                  </a:lnTo>
                  <a:lnTo>
                    <a:pt x="87211" y="5575"/>
                  </a:lnTo>
                  <a:lnTo>
                    <a:pt x="91317" y="2998"/>
                  </a:lnTo>
                  <a:lnTo>
                    <a:pt x="96105" y="584"/>
                  </a:lnTo>
                  <a:lnTo>
                    <a:pt x="98516" y="0"/>
                  </a:lnTo>
                  <a:lnTo>
                    <a:pt x="100329" y="15"/>
                  </a:lnTo>
                  <a:lnTo>
                    <a:pt x="100664" y="213"/>
                  </a:lnTo>
                  <a:lnTo>
                    <a:pt x="105826" y="3361"/>
                  </a:lnTo>
                  <a:lnTo>
                    <a:pt x="110135" y="10423"/>
                  </a:lnTo>
                  <a:lnTo>
                    <a:pt x="112330" y="13071"/>
                  </a:lnTo>
                  <a:lnTo>
                    <a:pt x="117610" y="16899"/>
                  </a:lnTo>
                  <a:lnTo>
                    <a:pt x="120911" y="19799"/>
                  </a:lnTo>
                  <a:lnTo>
                    <a:pt x="124271" y="25084"/>
                  </a:lnTo>
                  <a:lnTo>
                    <a:pt x="125181" y="26176"/>
                  </a:lnTo>
                  <a:lnTo>
                    <a:pt x="132562" y="32329"/>
                  </a:lnTo>
                  <a:lnTo>
                    <a:pt x="134483" y="33590"/>
                  </a:lnTo>
                  <a:lnTo>
                    <a:pt x="141677" y="36359"/>
                  </a:lnTo>
                  <a:lnTo>
                    <a:pt x="145257" y="37520"/>
                  </a:lnTo>
                  <a:lnTo>
                    <a:pt x="149388" y="38197"/>
                  </a:lnTo>
                  <a:lnTo>
                    <a:pt x="165018" y="34699"/>
                  </a:lnTo>
                  <a:lnTo>
                    <a:pt x="163302" y="37160"/>
                  </a:lnTo>
                  <a:lnTo>
                    <a:pt x="162573" y="37823"/>
                  </a:lnTo>
                  <a:lnTo>
                    <a:pt x="162418" y="38795"/>
                  </a:lnTo>
                  <a:lnTo>
                    <a:pt x="164445" y="39579"/>
                  </a:lnTo>
                  <a:lnTo>
                    <a:pt x="165102" y="39390"/>
                  </a:lnTo>
                  <a:lnTo>
                    <a:pt x="166028" y="39474"/>
                  </a:lnTo>
                  <a:lnTo>
                    <a:pt x="168630" y="40494"/>
                  </a:lnTo>
                  <a:lnTo>
                    <a:pt x="173086" y="41307"/>
                  </a:lnTo>
                  <a:lnTo>
                    <a:pt x="175282" y="42501"/>
                  </a:lnTo>
                  <a:lnTo>
                    <a:pt x="176232" y="42549"/>
                  </a:lnTo>
                  <a:lnTo>
                    <a:pt x="176279" y="43826"/>
                  </a:lnTo>
                  <a:lnTo>
                    <a:pt x="176600" y="44304"/>
                  </a:lnTo>
                  <a:lnTo>
                    <a:pt x="176397" y="44837"/>
                  </a:lnTo>
                  <a:lnTo>
                    <a:pt x="176950" y="45285"/>
                  </a:lnTo>
                  <a:lnTo>
                    <a:pt x="177084" y="45816"/>
                  </a:lnTo>
                  <a:lnTo>
                    <a:pt x="177500" y="45971"/>
                  </a:lnTo>
                  <a:lnTo>
                    <a:pt x="177655" y="46626"/>
                  </a:lnTo>
                  <a:lnTo>
                    <a:pt x="177494" y="47382"/>
                  </a:lnTo>
                  <a:lnTo>
                    <a:pt x="177920" y="47971"/>
                  </a:lnTo>
                  <a:lnTo>
                    <a:pt x="177743" y="48058"/>
                  </a:lnTo>
                  <a:lnTo>
                    <a:pt x="178156" y="48303"/>
                  </a:lnTo>
                  <a:lnTo>
                    <a:pt x="178073" y="48791"/>
                  </a:lnTo>
                  <a:lnTo>
                    <a:pt x="178493" y="49069"/>
                  </a:lnTo>
                  <a:lnTo>
                    <a:pt x="179479" y="50553"/>
                  </a:lnTo>
                  <a:lnTo>
                    <a:pt x="179726" y="51844"/>
                  </a:lnTo>
                  <a:lnTo>
                    <a:pt x="180558" y="54056"/>
                  </a:lnTo>
                  <a:lnTo>
                    <a:pt x="180216" y="54053"/>
                  </a:lnTo>
                  <a:lnTo>
                    <a:pt x="180019" y="54459"/>
                  </a:lnTo>
                  <a:lnTo>
                    <a:pt x="180548" y="57479"/>
                  </a:lnTo>
                  <a:lnTo>
                    <a:pt x="181629" y="59252"/>
                  </a:lnTo>
                  <a:lnTo>
                    <a:pt x="181640" y="59710"/>
                  </a:lnTo>
                  <a:lnTo>
                    <a:pt x="183470" y="62063"/>
                  </a:lnTo>
                  <a:lnTo>
                    <a:pt x="184582" y="63225"/>
                  </a:lnTo>
                  <a:lnTo>
                    <a:pt x="185500" y="63635"/>
                  </a:lnTo>
                  <a:lnTo>
                    <a:pt x="186603" y="64685"/>
                  </a:lnTo>
                  <a:lnTo>
                    <a:pt x="184626" y="65524"/>
                  </a:lnTo>
                  <a:lnTo>
                    <a:pt x="181839" y="67532"/>
                  </a:lnTo>
                  <a:lnTo>
                    <a:pt x="180436" y="67425"/>
                  </a:lnTo>
                  <a:lnTo>
                    <a:pt x="179689" y="68176"/>
                  </a:lnTo>
                  <a:lnTo>
                    <a:pt x="179729" y="69201"/>
                  </a:lnTo>
                  <a:lnTo>
                    <a:pt x="181077" y="70402"/>
                  </a:lnTo>
                  <a:lnTo>
                    <a:pt x="183631" y="73467"/>
                  </a:lnTo>
                  <a:lnTo>
                    <a:pt x="185050" y="72274"/>
                  </a:lnTo>
                  <a:lnTo>
                    <a:pt x="185575" y="73111"/>
                  </a:lnTo>
                  <a:lnTo>
                    <a:pt x="186724" y="74151"/>
                  </a:lnTo>
                  <a:lnTo>
                    <a:pt x="188653" y="75156"/>
                  </a:lnTo>
                  <a:lnTo>
                    <a:pt x="189269" y="75038"/>
                  </a:lnTo>
                  <a:lnTo>
                    <a:pt x="192869" y="75339"/>
                  </a:lnTo>
                  <a:lnTo>
                    <a:pt x="195279" y="77669"/>
                  </a:lnTo>
                  <a:lnTo>
                    <a:pt x="195705" y="78439"/>
                  </a:lnTo>
                  <a:lnTo>
                    <a:pt x="196342" y="78704"/>
                  </a:lnTo>
                  <a:lnTo>
                    <a:pt x="196822" y="79324"/>
                  </a:lnTo>
                  <a:lnTo>
                    <a:pt x="198371" y="79432"/>
                  </a:lnTo>
                  <a:lnTo>
                    <a:pt x="200710" y="81037"/>
                  </a:lnTo>
                  <a:lnTo>
                    <a:pt x="195227" y="86137"/>
                  </a:lnTo>
                  <a:lnTo>
                    <a:pt x="194286" y="87558"/>
                  </a:lnTo>
                  <a:lnTo>
                    <a:pt x="194569" y="87646"/>
                  </a:lnTo>
                  <a:lnTo>
                    <a:pt x="194178" y="88015"/>
                  </a:lnTo>
                  <a:lnTo>
                    <a:pt x="194133" y="89369"/>
                  </a:lnTo>
                  <a:lnTo>
                    <a:pt x="194406" y="90060"/>
                  </a:lnTo>
                  <a:lnTo>
                    <a:pt x="194280" y="90401"/>
                  </a:lnTo>
                  <a:lnTo>
                    <a:pt x="194747" y="95631"/>
                  </a:lnTo>
                  <a:lnTo>
                    <a:pt x="194929" y="96954"/>
                  </a:lnTo>
                  <a:lnTo>
                    <a:pt x="195335" y="97730"/>
                  </a:lnTo>
                  <a:lnTo>
                    <a:pt x="195022" y="97783"/>
                  </a:lnTo>
                  <a:lnTo>
                    <a:pt x="195673" y="103790"/>
                  </a:lnTo>
                  <a:lnTo>
                    <a:pt x="195805" y="104603"/>
                  </a:lnTo>
                  <a:lnTo>
                    <a:pt x="196415" y="104633"/>
                  </a:lnTo>
                  <a:lnTo>
                    <a:pt x="195818" y="104742"/>
                  </a:lnTo>
                  <a:lnTo>
                    <a:pt x="196295" y="109016"/>
                  </a:lnTo>
                  <a:lnTo>
                    <a:pt x="196330" y="111814"/>
                  </a:lnTo>
                  <a:lnTo>
                    <a:pt x="192688" y="113505"/>
                  </a:lnTo>
                  <a:lnTo>
                    <a:pt x="193807" y="114389"/>
                  </a:lnTo>
                  <a:lnTo>
                    <a:pt x="190235" y="114857"/>
                  </a:lnTo>
                  <a:lnTo>
                    <a:pt x="192539" y="116827"/>
                  </a:lnTo>
                  <a:lnTo>
                    <a:pt x="198174" y="122372"/>
                  </a:lnTo>
                  <a:lnTo>
                    <a:pt x="199100" y="124639"/>
                  </a:lnTo>
                  <a:lnTo>
                    <a:pt x="188105" y="130384"/>
                  </a:lnTo>
                  <a:lnTo>
                    <a:pt x="181563" y="134733"/>
                  </a:lnTo>
                  <a:lnTo>
                    <a:pt x="185295" y="135661"/>
                  </a:lnTo>
                  <a:lnTo>
                    <a:pt x="186089" y="135033"/>
                  </a:lnTo>
                  <a:lnTo>
                    <a:pt x="186807" y="136387"/>
                  </a:lnTo>
                  <a:lnTo>
                    <a:pt x="187592" y="136109"/>
                  </a:lnTo>
                  <a:lnTo>
                    <a:pt x="189779" y="139584"/>
                  </a:lnTo>
                  <a:lnTo>
                    <a:pt x="195513" y="144505"/>
                  </a:lnTo>
                  <a:lnTo>
                    <a:pt x="197060" y="145514"/>
                  </a:lnTo>
                  <a:lnTo>
                    <a:pt x="199070" y="147592"/>
                  </a:lnTo>
                  <a:lnTo>
                    <a:pt x="200112" y="148931"/>
                  </a:lnTo>
                  <a:lnTo>
                    <a:pt x="199972" y="149367"/>
                  </a:lnTo>
                  <a:lnTo>
                    <a:pt x="201904" y="154393"/>
                  </a:lnTo>
                  <a:lnTo>
                    <a:pt x="203225" y="153548"/>
                  </a:lnTo>
                  <a:lnTo>
                    <a:pt x="205132" y="152946"/>
                  </a:lnTo>
                  <a:lnTo>
                    <a:pt x="205977" y="154530"/>
                  </a:lnTo>
                  <a:lnTo>
                    <a:pt x="208511" y="154028"/>
                  </a:lnTo>
                  <a:lnTo>
                    <a:pt x="210229" y="153944"/>
                  </a:lnTo>
                  <a:lnTo>
                    <a:pt x="212946" y="159489"/>
                  </a:lnTo>
                  <a:lnTo>
                    <a:pt x="214410" y="159384"/>
                  </a:lnTo>
                  <a:lnTo>
                    <a:pt x="216393" y="158388"/>
                  </a:lnTo>
                  <a:lnTo>
                    <a:pt x="218289" y="157798"/>
                  </a:lnTo>
                  <a:lnTo>
                    <a:pt x="219575" y="157694"/>
                  </a:lnTo>
                  <a:lnTo>
                    <a:pt x="221412" y="159740"/>
                  </a:lnTo>
                  <a:lnTo>
                    <a:pt x="222253" y="159224"/>
                  </a:lnTo>
                  <a:lnTo>
                    <a:pt x="222881" y="158505"/>
                  </a:lnTo>
                  <a:lnTo>
                    <a:pt x="225202" y="158395"/>
                  </a:lnTo>
                  <a:lnTo>
                    <a:pt x="226005" y="157830"/>
                  </a:lnTo>
                  <a:lnTo>
                    <a:pt x="226815" y="158934"/>
                  </a:lnTo>
                  <a:lnTo>
                    <a:pt x="227945" y="159853"/>
                  </a:lnTo>
                  <a:lnTo>
                    <a:pt x="229356" y="161703"/>
                  </a:lnTo>
                  <a:lnTo>
                    <a:pt x="234237" y="169618"/>
                  </a:lnTo>
                  <a:lnTo>
                    <a:pt x="234843" y="170916"/>
                  </a:lnTo>
                  <a:lnTo>
                    <a:pt x="236941" y="173602"/>
                  </a:lnTo>
                  <a:lnTo>
                    <a:pt x="236553" y="173739"/>
                  </a:lnTo>
                  <a:lnTo>
                    <a:pt x="237359" y="174786"/>
                  </a:lnTo>
                  <a:lnTo>
                    <a:pt x="236518" y="176185"/>
                  </a:lnTo>
                  <a:lnTo>
                    <a:pt x="234350" y="178402"/>
                  </a:lnTo>
                  <a:lnTo>
                    <a:pt x="236515" y="179588"/>
                  </a:lnTo>
                  <a:lnTo>
                    <a:pt x="238054" y="180935"/>
                  </a:lnTo>
                  <a:lnTo>
                    <a:pt x="240475" y="182582"/>
                  </a:lnTo>
                  <a:lnTo>
                    <a:pt x="242534" y="183677"/>
                  </a:lnTo>
                  <a:lnTo>
                    <a:pt x="241423" y="185970"/>
                  </a:lnTo>
                  <a:lnTo>
                    <a:pt x="247493" y="189564"/>
                  </a:lnTo>
                  <a:lnTo>
                    <a:pt x="247986" y="190074"/>
                  </a:lnTo>
                  <a:lnTo>
                    <a:pt x="248672" y="189342"/>
                  </a:lnTo>
                  <a:lnTo>
                    <a:pt x="249073" y="186410"/>
                  </a:lnTo>
                  <a:lnTo>
                    <a:pt x="250655" y="187327"/>
                  </a:lnTo>
                  <a:lnTo>
                    <a:pt x="251661" y="187529"/>
                  </a:lnTo>
                  <a:lnTo>
                    <a:pt x="251797" y="186962"/>
                  </a:lnTo>
                  <a:lnTo>
                    <a:pt x="253720" y="186204"/>
                  </a:lnTo>
                  <a:lnTo>
                    <a:pt x="255331" y="185273"/>
                  </a:lnTo>
                  <a:lnTo>
                    <a:pt x="255716" y="184366"/>
                  </a:lnTo>
                  <a:lnTo>
                    <a:pt x="256668" y="183609"/>
                  </a:lnTo>
                  <a:lnTo>
                    <a:pt x="257305" y="182598"/>
                  </a:lnTo>
                  <a:lnTo>
                    <a:pt x="259275" y="180708"/>
                  </a:lnTo>
                  <a:lnTo>
                    <a:pt x="259573" y="180132"/>
                  </a:lnTo>
                  <a:lnTo>
                    <a:pt x="259895" y="180367"/>
                  </a:lnTo>
                  <a:lnTo>
                    <a:pt x="261003" y="180441"/>
                  </a:lnTo>
                  <a:lnTo>
                    <a:pt x="262076" y="179200"/>
                  </a:lnTo>
                  <a:lnTo>
                    <a:pt x="262377" y="177913"/>
                  </a:lnTo>
                  <a:lnTo>
                    <a:pt x="264525" y="178065"/>
                  </a:lnTo>
                  <a:lnTo>
                    <a:pt x="263258" y="176381"/>
                  </a:lnTo>
                  <a:lnTo>
                    <a:pt x="264919" y="174522"/>
                  </a:lnTo>
                  <a:lnTo>
                    <a:pt x="262233" y="171154"/>
                  </a:lnTo>
                  <a:lnTo>
                    <a:pt x="261306" y="169361"/>
                  </a:lnTo>
                  <a:lnTo>
                    <a:pt x="263449" y="168826"/>
                  </a:lnTo>
                  <a:lnTo>
                    <a:pt x="263517" y="168312"/>
                  </a:lnTo>
                  <a:lnTo>
                    <a:pt x="263802" y="166686"/>
                  </a:lnTo>
                  <a:lnTo>
                    <a:pt x="265997" y="165080"/>
                  </a:lnTo>
                  <a:lnTo>
                    <a:pt x="266282" y="162595"/>
                  </a:lnTo>
                  <a:lnTo>
                    <a:pt x="266472" y="162671"/>
                  </a:lnTo>
                  <a:lnTo>
                    <a:pt x="269632" y="162814"/>
                  </a:lnTo>
                  <a:lnTo>
                    <a:pt x="270006" y="162598"/>
                  </a:lnTo>
                  <a:lnTo>
                    <a:pt x="270245" y="163158"/>
                  </a:lnTo>
                  <a:lnTo>
                    <a:pt x="270220" y="164877"/>
                  </a:lnTo>
                  <a:lnTo>
                    <a:pt x="273843" y="164866"/>
                  </a:lnTo>
                  <a:lnTo>
                    <a:pt x="280852" y="163708"/>
                  </a:lnTo>
                  <a:lnTo>
                    <a:pt x="280440" y="162615"/>
                  </a:lnTo>
                  <a:lnTo>
                    <a:pt x="285418" y="160614"/>
                  </a:lnTo>
                  <a:lnTo>
                    <a:pt x="284981" y="159023"/>
                  </a:lnTo>
                  <a:lnTo>
                    <a:pt x="287325" y="158581"/>
                  </a:lnTo>
                  <a:lnTo>
                    <a:pt x="286960" y="157577"/>
                  </a:lnTo>
                  <a:lnTo>
                    <a:pt x="287162" y="156760"/>
                  </a:lnTo>
                  <a:lnTo>
                    <a:pt x="288879" y="156103"/>
                  </a:lnTo>
                  <a:lnTo>
                    <a:pt x="290150" y="155928"/>
                  </a:lnTo>
                  <a:lnTo>
                    <a:pt x="290616" y="154615"/>
                  </a:lnTo>
                  <a:lnTo>
                    <a:pt x="291759" y="153297"/>
                  </a:lnTo>
                  <a:lnTo>
                    <a:pt x="291508" y="152614"/>
                  </a:lnTo>
                  <a:lnTo>
                    <a:pt x="292997" y="151402"/>
                  </a:lnTo>
                  <a:lnTo>
                    <a:pt x="293189" y="150875"/>
                  </a:lnTo>
                  <a:lnTo>
                    <a:pt x="294478" y="151279"/>
                  </a:lnTo>
                  <a:lnTo>
                    <a:pt x="297836" y="150366"/>
                  </a:lnTo>
                  <a:lnTo>
                    <a:pt x="299940" y="151799"/>
                  </a:lnTo>
                  <a:lnTo>
                    <a:pt x="303515" y="153341"/>
                  </a:lnTo>
                  <a:lnTo>
                    <a:pt x="307260" y="154639"/>
                  </a:lnTo>
                  <a:lnTo>
                    <a:pt x="309860" y="157184"/>
                  </a:lnTo>
                  <a:lnTo>
                    <a:pt x="312385" y="158555"/>
                  </a:lnTo>
                  <a:lnTo>
                    <a:pt x="312871" y="158269"/>
                  </a:lnTo>
                  <a:lnTo>
                    <a:pt x="313641" y="158641"/>
                  </a:lnTo>
                  <a:lnTo>
                    <a:pt x="313877" y="158008"/>
                  </a:lnTo>
                  <a:lnTo>
                    <a:pt x="314639" y="157206"/>
                  </a:lnTo>
                  <a:lnTo>
                    <a:pt x="314818" y="156725"/>
                  </a:lnTo>
                  <a:lnTo>
                    <a:pt x="314554" y="156118"/>
                  </a:lnTo>
                  <a:lnTo>
                    <a:pt x="315322" y="154175"/>
                  </a:lnTo>
                  <a:lnTo>
                    <a:pt x="315861" y="154255"/>
                  </a:lnTo>
                  <a:lnTo>
                    <a:pt x="316454" y="153365"/>
                  </a:lnTo>
                  <a:lnTo>
                    <a:pt x="317201" y="150990"/>
                  </a:lnTo>
                  <a:lnTo>
                    <a:pt x="317032" y="150594"/>
                  </a:lnTo>
                  <a:lnTo>
                    <a:pt x="318640" y="147875"/>
                  </a:lnTo>
                  <a:lnTo>
                    <a:pt x="319138" y="147386"/>
                  </a:lnTo>
                  <a:lnTo>
                    <a:pt x="319198" y="146672"/>
                  </a:lnTo>
                  <a:lnTo>
                    <a:pt x="318934" y="145976"/>
                  </a:lnTo>
                  <a:lnTo>
                    <a:pt x="317364" y="145164"/>
                  </a:lnTo>
                  <a:lnTo>
                    <a:pt x="317573" y="144555"/>
                  </a:lnTo>
                  <a:lnTo>
                    <a:pt x="319184" y="143574"/>
                  </a:lnTo>
                  <a:lnTo>
                    <a:pt x="322319" y="141075"/>
                  </a:lnTo>
                  <a:lnTo>
                    <a:pt x="321362" y="140122"/>
                  </a:lnTo>
                  <a:lnTo>
                    <a:pt x="320099" y="139848"/>
                  </a:lnTo>
                  <a:lnTo>
                    <a:pt x="319812" y="139712"/>
                  </a:lnTo>
                  <a:lnTo>
                    <a:pt x="319835" y="138810"/>
                  </a:lnTo>
                  <a:lnTo>
                    <a:pt x="320757" y="138955"/>
                  </a:lnTo>
                  <a:lnTo>
                    <a:pt x="323769" y="138743"/>
                  </a:lnTo>
                  <a:lnTo>
                    <a:pt x="325543" y="138047"/>
                  </a:lnTo>
                  <a:lnTo>
                    <a:pt x="326087" y="137466"/>
                  </a:lnTo>
                  <a:lnTo>
                    <a:pt x="326477" y="136058"/>
                  </a:lnTo>
                  <a:lnTo>
                    <a:pt x="327989" y="134687"/>
                  </a:lnTo>
                  <a:lnTo>
                    <a:pt x="328571" y="133810"/>
                  </a:lnTo>
                  <a:lnTo>
                    <a:pt x="336582" y="130085"/>
                  </a:lnTo>
                  <a:lnTo>
                    <a:pt x="342968" y="138494"/>
                  </a:lnTo>
                  <a:lnTo>
                    <a:pt x="365997" y="144069"/>
                  </a:lnTo>
                  <a:lnTo>
                    <a:pt x="370289" y="135926"/>
                  </a:lnTo>
                  <a:lnTo>
                    <a:pt x="372607" y="137358"/>
                  </a:lnTo>
                  <a:lnTo>
                    <a:pt x="374517" y="139046"/>
                  </a:lnTo>
                  <a:lnTo>
                    <a:pt x="376068" y="140929"/>
                  </a:lnTo>
                  <a:lnTo>
                    <a:pt x="377963" y="143911"/>
                  </a:lnTo>
                  <a:lnTo>
                    <a:pt x="381442" y="143807"/>
                  </a:lnTo>
                  <a:lnTo>
                    <a:pt x="384639" y="146749"/>
                  </a:lnTo>
                  <a:lnTo>
                    <a:pt x="387022" y="148202"/>
                  </a:lnTo>
                  <a:lnTo>
                    <a:pt x="389542" y="148472"/>
                  </a:lnTo>
                  <a:lnTo>
                    <a:pt x="392352" y="148171"/>
                  </a:lnTo>
                  <a:lnTo>
                    <a:pt x="395776" y="147262"/>
                  </a:lnTo>
                  <a:lnTo>
                    <a:pt x="397116" y="146674"/>
                  </a:lnTo>
                  <a:lnTo>
                    <a:pt x="400243" y="145672"/>
                  </a:lnTo>
                  <a:lnTo>
                    <a:pt x="403866" y="145049"/>
                  </a:lnTo>
                  <a:lnTo>
                    <a:pt x="409705" y="143059"/>
                  </a:lnTo>
                  <a:lnTo>
                    <a:pt x="412867" y="141478"/>
                  </a:lnTo>
                  <a:lnTo>
                    <a:pt x="418304" y="137734"/>
                  </a:lnTo>
                  <a:lnTo>
                    <a:pt x="421236" y="136334"/>
                  </a:lnTo>
                  <a:lnTo>
                    <a:pt x="424864" y="137518"/>
                  </a:lnTo>
                  <a:lnTo>
                    <a:pt x="428100" y="136269"/>
                  </a:lnTo>
                  <a:lnTo>
                    <a:pt x="430350" y="135774"/>
                  </a:lnTo>
                  <a:lnTo>
                    <a:pt x="432481" y="135656"/>
                  </a:lnTo>
                  <a:lnTo>
                    <a:pt x="437368" y="136355"/>
                  </a:lnTo>
                  <a:lnTo>
                    <a:pt x="440915" y="137824"/>
                  </a:lnTo>
                  <a:lnTo>
                    <a:pt x="443202" y="139040"/>
                  </a:lnTo>
                  <a:lnTo>
                    <a:pt x="449207" y="142870"/>
                  </a:lnTo>
                  <a:lnTo>
                    <a:pt x="453189" y="144604"/>
                  </a:lnTo>
                  <a:lnTo>
                    <a:pt x="455975" y="145485"/>
                  </a:lnTo>
                  <a:lnTo>
                    <a:pt x="453763" y="148175"/>
                  </a:lnTo>
                  <a:lnTo>
                    <a:pt x="451578" y="149765"/>
                  </a:lnTo>
                  <a:lnTo>
                    <a:pt x="450085" y="151213"/>
                  </a:lnTo>
                  <a:lnTo>
                    <a:pt x="440914" y="157381"/>
                  </a:lnTo>
                  <a:lnTo>
                    <a:pt x="435105" y="160227"/>
                  </a:lnTo>
                  <a:lnTo>
                    <a:pt x="430328" y="163264"/>
                  </a:lnTo>
                  <a:lnTo>
                    <a:pt x="426746" y="166015"/>
                  </a:lnTo>
                  <a:lnTo>
                    <a:pt x="425017" y="167732"/>
                  </a:lnTo>
                  <a:lnTo>
                    <a:pt x="423702" y="169508"/>
                  </a:lnTo>
                  <a:lnTo>
                    <a:pt x="422836" y="170982"/>
                  </a:lnTo>
                  <a:lnTo>
                    <a:pt x="421296" y="176061"/>
                  </a:lnTo>
                  <a:lnTo>
                    <a:pt x="421376" y="178546"/>
                  </a:lnTo>
                  <a:lnTo>
                    <a:pt x="419922" y="182654"/>
                  </a:lnTo>
                  <a:lnTo>
                    <a:pt x="418548" y="189723"/>
                  </a:lnTo>
                  <a:lnTo>
                    <a:pt x="415760" y="196658"/>
                  </a:lnTo>
                  <a:lnTo>
                    <a:pt x="414464" y="200635"/>
                  </a:lnTo>
                  <a:lnTo>
                    <a:pt x="414129" y="202802"/>
                  </a:lnTo>
                  <a:lnTo>
                    <a:pt x="413268" y="209634"/>
                  </a:lnTo>
                  <a:lnTo>
                    <a:pt x="413244" y="212830"/>
                  </a:lnTo>
                  <a:lnTo>
                    <a:pt x="413478" y="214187"/>
                  </a:lnTo>
                  <a:lnTo>
                    <a:pt x="415767" y="219319"/>
                  </a:lnTo>
                  <a:lnTo>
                    <a:pt x="416220" y="221218"/>
                  </a:lnTo>
                  <a:lnTo>
                    <a:pt x="416191" y="222628"/>
                  </a:lnTo>
                  <a:lnTo>
                    <a:pt x="412891" y="230406"/>
                  </a:lnTo>
                  <a:lnTo>
                    <a:pt x="412592" y="231560"/>
                  </a:lnTo>
                  <a:lnTo>
                    <a:pt x="412554" y="233680"/>
                  </a:lnTo>
                  <a:lnTo>
                    <a:pt x="412936" y="234840"/>
                  </a:lnTo>
                  <a:lnTo>
                    <a:pt x="415915" y="239991"/>
                  </a:lnTo>
                  <a:lnTo>
                    <a:pt x="417504" y="242765"/>
                  </a:lnTo>
                  <a:lnTo>
                    <a:pt x="417927" y="244918"/>
                  </a:lnTo>
                  <a:lnTo>
                    <a:pt x="417908" y="246161"/>
                  </a:lnTo>
                  <a:lnTo>
                    <a:pt x="416847" y="250995"/>
                  </a:lnTo>
                  <a:lnTo>
                    <a:pt x="415394" y="256491"/>
                  </a:lnTo>
                  <a:lnTo>
                    <a:pt x="411720" y="268206"/>
                  </a:lnTo>
                  <a:lnTo>
                    <a:pt x="410108" y="271101"/>
                  </a:lnTo>
                  <a:lnTo>
                    <a:pt x="408886" y="272569"/>
                  </a:lnTo>
                  <a:lnTo>
                    <a:pt x="405600" y="275688"/>
                  </a:lnTo>
                  <a:lnTo>
                    <a:pt x="403892" y="278354"/>
                  </a:lnTo>
                  <a:lnTo>
                    <a:pt x="401035" y="286461"/>
                  </a:lnTo>
                  <a:lnTo>
                    <a:pt x="400992" y="287762"/>
                  </a:lnTo>
                  <a:lnTo>
                    <a:pt x="401543" y="289288"/>
                  </a:lnTo>
                  <a:lnTo>
                    <a:pt x="403028" y="291132"/>
                  </a:lnTo>
                  <a:lnTo>
                    <a:pt x="407332" y="295267"/>
                  </a:lnTo>
                  <a:lnTo>
                    <a:pt x="410509" y="299013"/>
                  </a:lnTo>
                  <a:lnTo>
                    <a:pt x="411604" y="300882"/>
                  </a:lnTo>
                  <a:lnTo>
                    <a:pt x="412277" y="304719"/>
                  </a:lnTo>
                  <a:lnTo>
                    <a:pt x="412337" y="309448"/>
                  </a:lnTo>
                  <a:lnTo>
                    <a:pt x="411767" y="312697"/>
                  </a:lnTo>
                  <a:lnTo>
                    <a:pt x="409295" y="316096"/>
                  </a:lnTo>
                  <a:lnTo>
                    <a:pt x="403841" y="321770"/>
                  </a:lnTo>
                  <a:lnTo>
                    <a:pt x="402509" y="324341"/>
                  </a:lnTo>
                  <a:lnTo>
                    <a:pt x="401864" y="329147"/>
                  </a:lnTo>
                  <a:lnTo>
                    <a:pt x="402000" y="329999"/>
                  </a:lnTo>
                  <a:lnTo>
                    <a:pt x="402447" y="330735"/>
                  </a:lnTo>
                  <a:lnTo>
                    <a:pt x="403725" y="331810"/>
                  </a:lnTo>
                  <a:lnTo>
                    <a:pt x="404838" y="332253"/>
                  </a:lnTo>
                  <a:lnTo>
                    <a:pt x="410595" y="331791"/>
                  </a:lnTo>
                  <a:lnTo>
                    <a:pt x="411844" y="331950"/>
                  </a:lnTo>
                  <a:lnTo>
                    <a:pt x="414179" y="332982"/>
                  </a:lnTo>
                  <a:lnTo>
                    <a:pt x="419460" y="336068"/>
                  </a:lnTo>
                  <a:lnTo>
                    <a:pt x="424665" y="337904"/>
                  </a:lnTo>
                  <a:lnTo>
                    <a:pt x="426998" y="340354"/>
                  </a:lnTo>
                  <a:lnTo>
                    <a:pt x="430136" y="342843"/>
                  </a:lnTo>
                  <a:lnTo>
                    <a:pt x="430698" y="343813"/>
                  </a:lnTo>
                  <a:lnTo>
                    <a:pt x="430838" y="345689"/>
                  </a:lnTo>
                  <a:lnTo>
                    <a:pt x="430134" y="347213"/>
                  </a:lnTo>
                  <a:lnTo>
                    <a:pt x="429047" y="348656"/>
                  </a:lnTo>
                  <a:lnTo>
                    <a:pt x="426490" y="350544"/>
                  </a:lnTo>
                  <a:lnTo>
                    <a:pt x="419642" y="354969"/>
                  </a:lnTo>
                  <a:lnTo>
                    <a:pt x="414381" y="357692"/>
                  </a:lnTo>
                  <a:lnTo>
                    <a:pt x="413802" y="356375"/>
                  </a:lnTo>
                  <a:lnTo>
                    <a:pt x="411615" y="357397"/>
                  </a:lnTo>
                  <a:lnTo>
                    <a:pt x="408463" y="358304"/>
                  </a:lnTo>
                  <a:lnTo>
                    <a:pt x="406228" y="359231"/>
                  </a:lnTo>
                  <a:lnTo>
                    <a:pt x="402448" y="354414"/>
                  </a:lnTo>
                  <a:lnTo>
                    <a:pt x="400636" y="351083"/>
                  </a:lnTo>
                  <a:lnTo>
                    <a:pt x="397961" y="352227"/>
                  </a:lnTo>
                  <a:lnTo>
                    <a:pt x="395886" y="351654"/>
                  </a:lnTo>
                  <a:lnTo>
                    <a:pt x="394467" y="351582"/>
                  </a:lnTo>
                  <a:lnTo>
                    <a:pt x="391184" y="351976"/>
                  </a:lnTo>
                  <a:lnTo>
                    <a:pt x="389922" y="350607"/>
                  </a:lnTo>
                  <a:lnTo>
                    <a:pt x="388512" y="348482"/>
                  </a:lnTo>
                  <a:lnTo>
                    <a:pt x="386755" y="347108"/>
                  </a:lnTo>
                  <a:lnTo>
                    <a:pt x="386452" y="347408"/>
                  </a:lnTo>
                  <a:lnTo>
                    <a:pt x="381347" y="345563"/>
                  </a:lnTo>
                  <a:lnTo>
                    <a:pt x="380375" y="348682"/>
                  </a:lnTo>
                  <a:lnTo>
                    <a:pt x="378246" y="349130"/>
                  </a:lnTo>
                  <a:lnTo>
                    <a:pt x="377265" y="347971"/>
                  </a:lnTo>
                  <a:lnTo>
                    <a:pt x="375032" y="348440"/>
                  </a:lnTo>
                  <a:lnTo>
                    <a:pt x="375198" y="348857"/>
                  </a:lnTo>
                  <a:lnTo>
                    <a:pt x="373507" y="348936"/>
                  </a:lnTo>
                  <a:lnTo>
                    <a:pt x="371914" y="348752"/>
                  </a:lnTo>
                  <a:lnTo>
                    <a:pt x="371789" y="347818"/>
                  </a:lnTo>
                  <a:lnTo>
                    <a:pt x="370884" y="347846"/>
                  </a:lnTo>
                  <a:lnTo>
                    <a:pt x="371033" y="349070"/>
                  </a:lnTo>
                  <a:lnTo>
                    <a:pt x="368107" y="349745"/>
                  </a:lnTo>
                  <a:lnTo>
                    <a:pt x="368271" y="350456"/>
                  </a:lnTo>
                  <a:lnTo>
                    <a:pt x="363602" y="350382"/>
                  </a:lnTo>
                  <a:lnTo>
                    <a:pt x="362168" y="350964"/>
                  </a:lnTo>
                  <a:lnTo>
                    <a:pt x="359081" y="351693"/>
                  </a:lnTo>
                  <a:lnTo>
                    <a:pt x="357578" y="352342"/>
                  </a:lnTo>
                  <a:lnTo>
                    <a:pt x="356495" y="353916"/>
                  </a:lnTo>
                  <a:lnTo>
                    <a:pt x="353957" y="350552"/>
                  </a:lnTo>
                  <a:lnTo>
                    <a:pt x="349835" y="348544"/>
                  </a:lnTo>
                  <a:lnTo>
                    <a:pt x="350575" y="347475"/>
                  </a:lnTo>
                  <a:lnTo>
                    <a:pt x="350768" y="346588"/>
                  </a:lnTo>
                  <a:lnTo>
                    <a:pt x="348846" y="347328"/>
                  </a:lnTo>
                  <a:lnTo>
                    <a:pt x="348305" y="346867"/>
                  </a:lnTo>
                  <a:lnTo>
                    <a:pt x="347177" y="346735"/>
                  </a:lnTo>
                  <a:lnTo>
                    <a:pt x="346695" y="346282"/>
                  </a:lnTo>
                  <a:lnTo>
                    <a:pt x="346616" y="345589"/>
                  </a:lnTo>
                  <a:lnTo>
                    <a:pt x="345890" y="344818"/>
                  </a:lnTo>
                  <a:lnTo>
                    <a:pt x="345631" y="344005"/>
                  </a:lnTo>
                  <a:lnTo>
                    <a:pt x="345782" y="342972"/>
                  </a:lnTo>
                  <a:lnTo>
                    <a:pt x="346204" y="342488"/>
                  </a:lnTo>
                  <a:lnTo>
                    <a:pt x="345787" y="341213"/>
                  </a:lnTo>
                  <a:lnTo>
                    <a:pt x="345311" y="341093"/>
                  </a:lnTo>
                  <a:lnTo>
                    <a:pt x="345203" y="340339"/>
                  </a:lnTo>
                  <a:lnTo>
                    <a:pt x="345760" y="338292"/>
                  </a:lnTo>
                  <a:lnTo>
                    <a:pt x="345576" y="338012"/>
                  </a:lnTo>
                  <a:lnTo>
                    <a:pt x="345800" y="337328"/>
                  </a:lnTo>
                  <a:lnTo>
                    <a:pt x="345668" y="335561"/>
                  </a:lnTo>
                  <a:lnTo>
                    <a:pt x="346343" y="333975"/>
                  </a:lnTo>
                  <a:lnTo>
                    <a:pt x="345999" y="331790"/>
                  </a:lnTo>
                  <a:lnTo>
                    <a:pt x="346345" y="331080"/>
                  </a:lnTo>
                  <a:lnTo>
                    <a:pt x="351008" y="333110"/>
                  </a:lnTo>
                  <a:lnTo>
                    <a:pt x="353690" y="333906"/>
                  </a:lnTo>
                  <a:lnTo>
                    <a:pt x="354160" y="333178"/>
                  </a:lnTo>
                  <a:lnTo>
                    <a:pt x="353649" y="332915"/>
                  </a:lnTo>
                  <a:lnTo>
                    <a:pt x="353903" y="332349"/>
                  </a:lnTo>
                  <a:lnTo>
                    <a:pt x="353873" y="328994"/>
                  </a:lnTo>
                  <a:lnTo>
                    <a:pt x="353658" y="328160"/>
                  </a:lnTo>
                  <a:lnTo>
                    <a:pt x="354797" y="325817"/>
                  </a:lnTo>
                  <a:lnTo>
                    <a:pt x="352572" y="325132"/>
                  </a:lnTo>
                  <a:lnTo>
                    <a:pt x="351371" y="324292"/>
                  </a:lnTo>
                  <a:lnTo>
                    <a:pt x="349607" y="324188"/>
                  </a:lnTo>
                  <a:lnTo>
                    <a:pt x="347540" y="323108"/>
                  </a:lnTo>
                  <a:lnTo>
                    <a:pt x="346936" y="323683"/>
                  </a:lnTo>
                  <a:lnTo>
                    <a:pt x="346877" y="324376"/>
                  </a:lnTo>
                  <a:lnTo>
                    <a:pt x="346417" y="324527"/>
                  </a:lnTo>
                  <a:lnTo>
                    <a:pt x="345674" y="325861"/>
                  </a:lnTo>
                  <a:lnTo>
                    <a:pt x="345050" y="326389"/>
                  </a:lnTo>
                  <a:lnTo>
                    <a:pt x="345340" y="327492"/>
                  </a:lnTo>
                  <a:lnTo>
                    <a:pt x="345185" y="327116"/>
                  </a:lnTo>
                  <a:lnTo>
                    <a:pt x="342662" y="327619"/>
                  </a:lnTo>
                  <a:lnTo>
                    <a:pt x="339987" y="326893"/>
                  </a:lnTo>
                  <a:lnTo>
                    <a:pt x="340219" y="325801"/>
                  </a:lnTo>
                  <a:lnTo>
                    <a:pt x="339941" y="325675"/>
                  </a:lnTo>
                  <a:lnTo>
                    <a:pt x="340284" y="324303"/>
                  </a:lnTo>
                  <a:lnTo>
                    <a:pt x="336504" y="323089"/>
                  </a:lnTo>
                  <a:lnTo>
                    <a:pt x="335256" y="324393"/>
                  </a:lnTo>
                  <a:lnTo>
                    <a:pt x="330067" y="325522"/>
                  </a:lnTo>
                  <a:lnTo>
                    <a:pt x="329846" y="324221"/>
                  </a:lnTo>
                  <a:lnTo>
                    <a:pt x="328832" y="323644"/>
                  </a:lnTo>
                  <a:lnTo>
                    <a:pt x="328742" y="320631"/>
                  </a:lnTo>
                  <a:lnTo>
                    <a:pt x="328300" y="317499"/>
                  </a:lnTo>
                  <a:lnTo>
                    <a:pt x="327509" y="317496"/>
                  </a:lnTo>
                  <a:lnTo>
                    <a:pt x="327626" y="319531"/>
                  </a:lnTo>
                  <a:lnTo>
                    <a:pt x="326924" y="319576"/>
                  </a:lnTo>
                  <a:lnTo>
                    <a:pt x="326553" y="320635"/>
                  </a:lnTo>
                  <a:lnTo>
                    <a:pt x="326221" y="320435"/>
                  </a:lnTo>
                  <a:lnTo>
                    <a:pt x="325951" y="319015"/>
                  </a:lnTo>
                  <a:lnTo>
                    <a:pt x="326254" y="318674"/>
                  </a:lnTo>
                  <a:lnTo>
                    <a:pt x="326058" y="318129"/>
                  </a:lnTo>
                  <a:lnTo>
                    <a:pt x="325835" y="318073"/>
                  </a:lnTo>
                  <a:lnTo>
                    <a:pt x="326077" y="317894"/>
                  </a:lnTo>
                  <a:lnTo>
                    <a:pt x="326068" y="316404"/>
                  </a:lnTo>
                  <a:lnTo>
                    <a:pt x="325655" y="316279"/>
                  </a:lnTo>
                  <a:lnTo>
                    <a:pt x="324933" y="314696"/>
                  </a:lnTo>
                  <a:lnTo>
                    <a:pt x="324921" y="314441"/>
                  </a:lnTo>
                  <a:lnTo>
                    <a:pt x="325345" y="314400"/>
                  </a:lnTo>
                  <a:lnTo>
                    <a:pt x="325243" y="313661"/>
                  </a:lnTo>
                  <a:lnTo>
                    <a:pt x="324930" y="313573"/>
                  </a:lnTo>
                  <a:lnTo>
                    <a:pt x="324470" y="312899"/>
                  </a:lnTo>
                  <a:lnTo>
                    <a:pt x="322778" y="312930"/>
                  </a:lnTo>
                  <a:lnTo>
                    <a:pt x="322568" y="309892"/>
                  </a:lnTo>
                  <a:lnTo>
                    <a:pt x="319832" y="309633"/>
                  </a:lnTo>
                  <a:lnTo>
                    <a:pt x="318395" y="309140"/>
                  </a:lnTo>
                  <a:lnTo>
                    <a:pt x="317883" y="309260"/>
                  </a:lnTo>
                  <a:lnTo>
                    <a:pt x="316792" y="312046"/>
                  </a:lnTo>
                  <a:lnTo>
                    <a:pt x="315287" y="313643"/>
                  </a:lnTo>
                  <a:lnTo>
                    <a:pt x="314555" y="313410"/>
                  </a:lnTo>
                  <a:lnTo>
                    <a:pt x="314267" y="313044"/>
                  </a:lnTo>
                  <a:lnTo>
                    <a:pt x="315998" y="311068"/>
                  </a:lnTo>
                  <a:lnTo>
                    <a:pt x="316364" y="309829"/>
                  </a:lnTo>
                  <a:lnTo>
                    <a:pt x="316054" y="309017"/>
                  </a:lnTo>
                  <a:lnTo>
                    <a:pt x="314906" y="310632"/>
                  </a:lnTo>
                  <a:lnTo>
                    <a:pt x="314457" y="310630"/>
                  </a:lnTo>
                  <a:lnTo>
                    <a:pt x="314079" y="311207"/>
                  </a:lnTo>
                  <a:lnTo>
                    <a:pt x="314127" y="311650"/>
                  </a:lnTo>
                  <a:lnTo>
                    <a:pt x="313282" y="312458"/>
                  </a:lnTo>
                  <a:lnTo>
                    <a:pt x="313250" y="312812"/>
                  </a:lnTo>
                  <a:lnTo>
                    <a:pt x="313657" y="313313"/>
                  </a:lnTo>
                  <a:lnTo>
                    <a:pt x="312760" y="314222"/>
                  </a:lnTo>
                  <a:lnTo>
                    <a:pt x="311884" y="316503"/>
                  </a:lnTo>
                  <a:lnTo>
                    <a:pt x="310936" y="316827"/>
                  </a:lnTo>
                  <a:lnTo>
                    <a:pt x="310270" y="316406"/>
                  </a:lnTo>
                  <a:lnTo>
                    <a:pt x="310590" y="316891"/>
                  </a:lnTo>
                  <a:lnTo>
                    <a:pt x="310236" y="317393"/>
                  </a:lnTo>
                  <a:lnTo>
                    <a:pt x="309842" y="317414"/>
                  </a:lnTo>
                  <a:lnTo>
                    <a:pt x="310177" y="317595"/>
                  </a:lnTo>
                  <a:lnTo>
                    <a:pt x="309868" y="318022"/>
                  </a:lnTo>
                  <a:lnTo>
                    <a:pt x="310107" y="318506"/>
                  </a:lnTo>
                  <a:lnTo>
                    <a:pt x="309932" y="318390"/>
                  </a:lnTo>
                  <a:lnTo>
                    <a:pt x="309764" y="318570"/>
                  </a:lnTo>
                  <a:lnTo>
                    <a:pt x="309841" y="318741"/>
                  </a:lnTo>
                  <a:lnTo>
                    <a:pt x="309445" y="319223"/>
                  </a:lnTo>
                  <a:lnTo>
                    <a:pt x="308923" y="319236"/>
                  </a:lnTo>
                  <a:lnTo>
                    <a:pt x="308716" y="320010"/>
                  </a:lnTo>
                  <a:lnTo>
                    <a:pt x="308242" y="320262"/>
                  </a:lnTo>
                  <a:lnTo>
                    <a:pt x="307795" y="321401"/>
                  </a:lnTo>
                  <a:lnTo>
                    <a:pt x="307429" y="321633"/>
                  </a:lnTo>
                  <a:lnTo>
                    <a:pt x="307310" y="321448"/>
                  </a:lnTo>
                  <a:lnTo>
                    <a:pt x="307090" y="321835"/>
                  </a:lnTo>
                  <a:lnTo>
                    <a:pt x="306556" y="321875"/>
                  </a:lnTo>
                  <a:lnTo>
                    <a:pt x="306218" y="322245"/>
                  </a:lnTo>
                  <a:lnTo>
                    <a:pt x="305802" y="322174"/>
                  </a:lnTo>
                  <a:lnTo>
                    <a:pt x="305202" y="321666"/>
                  </a:lnTo>
                  <a:lnTo>
                    <a:pt x="304196" y="322014"/>
                  </a:lnTo>
                  <a:lnTo>
                    <a:pt x="304147" y="322280"/>
                  </a:lnTo>
                  <a:lnTo>
                    <a:pt x="303218" y="322454"/>
                  </a:lnTo>
                  <a:lnTo>
                    <a:pt x="302822" y="322828"/>
                  </a:lnTo>
                  <a:lnTo>
                    <a:pt x="302329" y="322706"/>
                  </a:lnTo>
                  <a:lnTo>
                    <a:pt x="299800" y="318154"/>
                  </a:lnTo>
                  <a:lnTo>
                    <a:pt x="298198" y="318912"/>
                  </a:lnTo>
                  <a:lnTo>
                    <a:pt x="295919" y="314459"/>
                  </a:lnTo>
                  <a:lnTo>
                    <a:pt x="295826" y="313923"/>
                  </a:lnTo>
                  <a:lnTo>
                    <a:pt x="293523" y="315079"/>
                  </a:lnTo>
                  <a:lnTo>
                    <a:pt x="292273" y="313195"/>
                  </a:lnTo>
                  <a:lnTo>
                    <a:pt x="289926" y="310347"/>
                  </a:lnTo>
                  <a:lnTo>
                    <a:pt x="288741" y="311019"/>
                  </a:lnTo>
                  <a:lnTo>
                    <a:pt x="287210" y="313122"/>
                  </a:lnTo>
                  <a:lnTo>
                    <a:pt x="286421" y="313467"/>
                  </a:lnTo>
                  <a:lnTo>
                    <a:pt x="285611" y="313029"/>
                  </a:lnTo>
                  <a:lnTo>
                    <a:pt x="284540" y="313847"/>
                  </a:lnTo>
                  <a:lnTo>
                    <a:pt x="284236" y="314776"/>
                  </a:lnTo>
                  <a:lnTo>
                    <a:pt x="281424" y="316396"/>
                  </a:lnTo>
                  <a:lnTo>
                    <a:pt x="280263" y="316505"/>
                  </a:lnTo>
                  <a:lnTo>
                    <a:pt x="279542" y="315916"/>
                  </a:lnTo>
                  <a:lnTo>
                    <a:pt x="277760" y="317872"/>
                  </a:lnTo>
                  <a:lnTo>
                    <a:pt x="276921" y="318336"/>
                  </a:lnTo>
                  <a:lnTo>
                    <a:pt x="276914" y="318792"/>
                  </a:lnTo>
                  <a:lnTo>
                    <a:pt x="276656" y="318853"/>
                  </a:lnTo>
                  <a:lnTo>
                    <a:pt x="276512" y="319738"/>
                  </a:lnTo>
                  <a:lnTo>
                    <a:pt x="276202" y="319956"/>
                  </a:lnTo>
                  <a:lnTo>
                    <a:pt x="276245" y="320221"/>
                  </a:lnTo>
                  <a:lnTo>
                    <a:pt x="275980" y="320216"/>
                  </a:lnTo>
                  <a:lnTo>
                    <a:pt x="276041" y="320453"/>
                  </a:lnTo>
                  <a:lnTo>
                    <a:pt x="275181" y="321164"/>
                  </a:lnTo>
                  <a:lnTo>
                    <a:pt x="274802" y="321164"/>
                  </a:lnTo>
                  <a:lnTo>
                    <a:pt x="273852" y="322034"/>
                  </a:lnTo>
                  <a:lnTo>
                    <a:pt x="273084" y="322633"/>
                  </a:lnTo>
                  <a:lnTo>
                    <a:pt x="272736" y="323381"/>
                  </a:lnTo>
                  <a:lnTo>
                    <a:pt x="271371" y="323631"/>
                  </a:lnTo>
                  <a:lnTo>
                    <a:pt x="271274" y="324663"/>
                  </a:lnTo>
                  <a:lnTo>
                    <a:pt x="271803" y="325084"/>
                  </a:lnTo>
                  <a:lnTo>
                    <a:pt x="271358" y="325316"/>
                  </a:lnTo>
                  <a:lnTo>
                    <a:pt x="271217" y="326084"/>
                  </a:lnTo>
                  <a:lnTo>
                    <a:pt x="269906" y="325588"/>
                  </a:lnTo>
                  <a:lnTo>
                    <a:pt x="268416" y="325588"/>
                  </a:lnTo>
                  <a:lnTo>
                    <a:pt x="267082" y="324990"/>
                  </a:lnTo>
                  <a:lnTo>
                    <a:pt x="266303" y="325254"/>
                  </a:lnTo>
                  <a:lnTo>
                    <a:pt x="264927" y="325126"/>
                  </a:lnTo>
                  <a:lnTo>
                    <a:pt x="262750" y="325793"/>
                  </a:lnTo>
                  <a:lnTo>
                    <a:pt x="262208" y="327938"/>
                  </a:lnTo>
                  <a:lnTo>
                    <a:pt x="260059" y="329901"/>
                  </a:lnTo>
                  <a:lnTo>
                    <a:pt x="262890" y="331745"/>
                  </a:lnTo>
                  <a:lnTo>
                    <a:pt x="262077" y="333266"/>
                  </a:lnTo>
                  <a:lnTo>
                    <a:pt x="261047" y="334397"/>
                  </a:lnTo>
                  <a:lnTo>
                    <a:pt x="260858" y="334308"/>
                  </a:lnTo>
                  <a:lnTo>
                    <a:pt x="260566" y="334950"/>
                  </a:lnTo>
                  <a:lnTo>
                    <a:pt x="260095" y="334785"/>
                  </a:lnTo>
                  <a:lnTo>
                    <a:pt x="259087" y="338479"/>
                  </a:lnTo>
                  <a:lnTo>
                    <a:pt x="258315" y="338955"/>
                  </a:lnTo>
                  <a:lnTo>
                    <a:pt x="257156" y="341184"/>
                  </a:lnTo>
                  <a:lnTo>
                    <a:pt x="255911" y="342777"/>
                  </a:lnTo>
                  <a:lnTo>
                    <a:pt x="253761" y="344877"/>
                  </a:lnTo>
                  <a:lnTo>
                    <a:pt x="251972" y="343471"/>
                  </a:lnTo>
                  <a:lnTo>
                    <a:pt x="250251" y="342644"/>
                  </a:lnTo>
                  <a:lnTo>
                    <a:pt x="249874" y="342593"/>
                  </a:lnTo>
                  <a:lnTo>
                    <a:pt x="249803" y="342781"/>
                  </a:lnTo>
                  <a:lnTo>
                    <a:pt x="248503" y="341986"/>
                  </a:lnTo>
                  <a:lnTo>
                    <a:pt x="247917" y="343356"/>
                  </a:lnTo>
                  <a:lnTo>
                    <a:pt x="248118" y="343565"/>
                  </a:lnTo>
                  <a:lnTo>
                    <a:pt x="248032" y="344104"/>
                  </a:lnTo>
                  <a:lnTo>
                    <a:pt x="248403" y="344668"/>
                  </a:lnTo>
                  <a:lnTo>
                    <a:pt x="247749" y="346599"/>
                  </a:lnTo>
                  <a:lnTo>
                    <a:pt x="248115" y="347682"/>
                  </a:lnTo>
                  <a:lnTo>
                    <a:pt x="247551" y="349500"/>
                  </a:lnTo>
                  <a:lnTo>
                    <a:pt x="247348" y="351545"/>
                  </a:lnTo>
                  <a:lnTo>
                    <a:pt x="247744" y="352135"/>
                  </a:lnTo>
                  <a:lnTo>
                    <a:pt x="246510" y="353095"/>
                  </a:lnTo>
                  <a:lnTo>
                    <a:pt x="245932" y="354201"/>
                  </a:lnTo>
                  <a:lnTo>
                    <a:pt x="244103" y="353322"/>
                  </a:lnTo>
                  <a:lnTo>
                    <a:pt x="241467" y="351560"/>
                  </a:lnTo>
                  <a:lnTo>
                    <a:pt x="234233" y="349140"/>
                  </a:lnTo>
                  <a:lnTo>
                    <a:pt x="233425" y="349937"/>
                  </a:lnTo>
                  <a:lnTo>
                    <a:pt x="233086" y="350654"/>
                  </a:lnTo>
                  <a:lnTo>
                    <a:pt x="232654" y="350603"/>
                  </a:lnTo>
                  <a:lnTo>
                    <a:pt x="231230" y="349420"/>
                  </a:lnTo>
                  <a:lnTo>
                    <a:pt x="229833" y="347859"/>
                  </a:lnTo>
                  <a:lnTo>
                    <a:pt x="227652" y="349817"/>
                  </a:lnTo>
                  <a:lnTo>
                    <a:pt x="226937" y="349144"/>
                  </a:lnTo>
                  <a:lnTo>
                    <a:pt x="225581" y="347556"/>
                  </a:lnTo>
                  <a:lnTo>
                    <a:pt x="224311" y="348413"/>
                  </a:lnTo>
                  <a:lnTo>
                    <a:pt x="221544" y="345044"/>
                  </a:lnTo>
                  <a:lnTo>
                    <a:pt x="220295" y="344881"/>
                  </a:lnTo>
                  <a:lnTo>
                    <a:pt x="219850" y="345092"/>
                  </a:lnTo>
                  <a:lnTo>
                    <a:pt x="219314" y="344325"/>
                  </a:lnTo>
                  <a:lnTo>
                    <a:pt x="216525" y="346092"/>
                  </a:lnTo>
                  <a:lnTo>
                    <a:pt x="215486" y="344678"/>
                  </a:lnTo>
                  <a:lnTo>
                    <a:pt x="214838" y="343129"/>
                  </a:lnTo>
                  <a:lnTo>
                    <a:pt x="213974" y="343860"/>
                  </a:lnTo>
                  <a:lnTo>
                    <a:pt x="213292" y="344832"/>
                  </a:lnTo>
                  <a:lnTo>
                    <a:pt x="210609" y="349244"/>
                  </a:lnTo>
                  <a:lnTo>
                    <a:pt x="207954" y="348294"/>
                  </a:lnTo>
                  <a:lnTo>
                    <a:pt x="205604" y="347853"/>
                  </a:lnTo>
                  <a:lnTo>
                    <a:pt x="205320" y="348133"/>
                  </a:lnTo>
                  <a:lnTo>
                    <a:pt x="205269" y="348459"/>
                  </a:lnTo>
                  <a:lnTo>
                    <a:pt x="205452" y="348548"/>
                  </a:lnTo>
                  <a:lnTo>
                    <a:pt x="204928" y="349363"/>
                  </a:lnTo>
                  <a:lnTo>
                    <a:pt x="204238" y="351313"/>
                  </a:lnTo>
                  <a:lnTo>
                    <a:pt x="204552" y="354194"/>
                  </a:lnTo>
                  <a:lnTo>
                    <a:pt x="204806" y="354672"/>
                  </a:lnTo>
                  <a:lnTo>
                    <a:pt x="204297" y="354799"/>
                  </a:lnTo>
                  <a:lnTo>
                    <a:pt x="204783" y="356424"/>
                  </a:lnTo>
                  <a:lnTo>
                    <a:pt x="204635" y="356881"/>
                  </a:lnTo>
                  <a:lnTo>
                    <a:pt x="204786" y="357598"/>
                  </a:lnTo>
                  <a:lnTo>
                    <a:pt x="205384" y="358365"/>
                  </a:lnTo>
                  <a:lnTo>
                    <a:pt x="205406" y="359086"/>
                  </a:lnTo>
                  <a:lnTo>
                    <a:pt x="205970" y="359772"/>
                  </a:lnTo>
                  <a:lnTo>
                    <a:pt x="205665" y="359818"/>
                  </a:lnTo>
                  <a:lnTo>
                    <a:pt x="205696" y="360174"/>
                  </a:lnTo>
                  <a:lnTo>
                    <a:pt x="205488" y="360304"/>
                  </a:lnTo>
                  <a:lnTo>
                    <a:pt x="205662" y="362799"/>
                  </a:lnTo>
                  <a:lnTo>
                    <a:pt x="205428" y="363409"/>
                  </a:lnTo>
                  <a:lnTo>
                    <a:pt x="204529" y="363698"/>
                  </a:lnTo>
                  <a:lnTo>
                    <a:pt x="203888" y="364197"/>
                  </a:lnTo>
                  <a:lnTo>
                    <a:pt x="202361" y="364574"/>
                  </a:lnTo>
                  <a:lnTo>
                    <a:pt x="197685" y="363213"/>
                  </a:lnTo>
                  <a:lnTo>
                    <a:pt x="196086" y="363037"/>
                  </a:lnTo>
                  <a:lnTo>
                    <a:pt x="192999" y="363213"/>
                  </a:lnTo>
                  <a:lnTo>
                    <a:pt x="192672" y="362940"/>
                  </a:lnTo>
                  <a:lnTo>
                    <a:pt x="193080" y="360920"/>
                  </a:lnTo>
                  <a:lnTo>
                    <a:pt x="192712" y="359855"/>
                  </a:lnTo>
                  <a:lnTo>
                    <a:pt x="192749" y="358384"/>
                  </a:lnTo>
                  <a:lnTo>
                    <a:pt x="192295" y="358248"/>
                  </a:lnTo>
                  <a:lnTo>
                    <a:pt x="191821" y="358432"/>
                  </a:lnTo>
                  <a:lnTo>
                    <a:pt x="190508" y="359112"/>
                  </a:lnTo>
                  <a:lnTo>
                    <a:pt x="188510" y="358972"/>
                  </a:lnTo>
                  <a:lnTo>
                    <a:pt x="186264" y="359731"/>
                  </a:lnTo>
                  <a:lnTo>
                    <a:pt x="186205" y="360028"/>
                  </a:lnTo>
                  <a:lnTo>
                    <a:pt x="185907" y="360157"/>
                  </a:lnTo>
                  <a:lnTo>
                    <a:pt x="183319" y="360322"/>
                  </a:lnTo>
                  <a:lnTo>
                    <a:pt x="182562" y="360729"/>
                  </a:lnTo>
                  <a:lnTo>
                    <a:pt x="181877" y="361752"/>
                  </a:lnTo>
                  <a:lnTo>
                    <a:pt x="179832" y="362472"/>
                  </a:lnTo>
                  <a:lnTo>
                    <a:pt x="180988" y="359176"/>
                  </a:lnTo>
                  <a:lnTo>
                    <a:pt x="181063" y="358132"/>
                  </a:lnTo>
                  <a:lnTo>
                    <a:pt x="180267" y="358206"/>
                  </a:lnTo>
                  <a:lnTo>
                    <a:pt x="178095" y="359547"/>
                  </a:lnTo>
                  <a:lnTo>
                    <a:pt x="173804" y="360831"/>
                  </a:lnTo>
                  <a:lnTo>
                    <a:pt x="170619" y="360383"/>
                  </a:lnTo>
                  <a:lnTo>
                    <a:pt x="169653" y="360417"/>
                  </a:lnTo>
                  <a:lnTo>
                    <a:pt x="171118" y="363458"/>
                  </a:lnTo>
                  <a:lnTo>
                    <a:pt x="172222" y="366421"/>
                  </a:lnTo>
                  <a:lnTo>
                    <a:pt x="172760" y="369213"/>
                  </a:lnTo>
                  <a:lnTo>
                    <a:pt x="173580" y="371702"/>
                  </a:lnTo>
                  <a:lnTo>
                    <a:pt x="173686" y="372994"/>
                  </a:lnTo>
                  <a:lnTo>
                    <a:pt x="173334" y="374305"/>
                  </a:lnTo>
                  <a:lnTo>
                    <a:pt x="173595" y="374655"/>
                  </a:lnTo>
                  <a:lnTo>
                    <a:pt x="172214" y="375144"/>
                  </a:lnTo>
                  <a:lnTo>
                    <a:pt x="171076" y="375207"/>
                  </a:lnTo>
                  <a:lnTo>
                    <a:pt x="170468" y="378529"/>
                  </a:lnTo>
                  <a:lnTo>
                    <a:pt x="167747" y="382289"/>
                  </a:lnTo>
                  <a:lnTo>
                    <a:pt x="169163" y="383050"/>
                  </a:lnTo>
                  <a:lnTo>
                    <a:pt x="167650" y="386008"/>
                  </a:lnTo>
                  <a:lnTo>
                    <a:pt x="167091" y="386532"/>
                  </a:lnTo>
                  <a:lnTo>
                    <a:pt x="166639" y="386087"/>
                  </a:lnTo>
                  <a:lnTo>
                    <a:pt x="166306" y="386193"/>
                  </a:lnTo>
                  <a:lnTo>
                    <a:pt x="165807" y="385808"/>
                  </a:lnTo>
                  <a:lnTo>
                    <a:pt x="165691" y="385962"/>
                  </a:lnTo>
                  <a:lnTo>
                    <a:pt x="165075" y="385239"/>
                  </a:lnTo>
                  <a:lnTo>
                    <a:pt x="164742" y="385181"/>
                  </a:lnTo>
                  <a:lnTo>
                    <a:pt x="164572" y="385279"/>
                  </a:lnTo>
                  <a:lnTo>
                    <a:pt x="164934" y="385618"/>
                  </a:lnTo>
                  <a:lnTo>
                    <a:pt x="162609" y="388234"/>
                  </a:lnTo>
                  <a:lnTo>
                    <a:pt x="161563" y="388927"/>
                  </a:lnTo>
                  <a:lnTo>
                    <a:pt x="160838" y="389756"/>
                  </a:lnTo>
                  <a:lnTo>
                    <a:pt x="158856" y="388514"/>
                  </a:lnTo>
                  <a:lnTo>
                    <a:pt x="158301" y="389412"/>
                  </a:lnTo>
                  <a:lnTo>
                    <a:pt x="156012" y="388330"/>
                  </a:lnTo>
                  <a:lnTo>
                    <a:pt x="154103" y="389628"/>
                  </a:lnTo>
                  <a:lnTo>
                    <a:pt x="153129" y="388858"/>
                  </a:lnTo>
                  <a:lnTo>
                    <a:pt x="149983" y="387464"/>
                  </a:lnTo>
                  <a:lnTo>
                    <a:pt x="150563" y="387824"/>
                  </a:lnTo>
                  <a:lnTo>
                    <a:pt x="149921" y="388595"/>
                  </a:lnTo>
                  <a:lnTo>
                    <a:pt x="150071" y="389024"/>
                  </a:lnTo>
                  <a:lnTo>
                    <a:pt x="149516" y="390538"/>
                  </a:lnTo>
                  <a:lnTo>
                    <a:pt x="149514" y="391938"/>
                  </a:lnTo>
                  <a:lnTo>
                    <a:pt x="146692" y="392295"/>
                  </a:lnTo>
                  <a:lnTo>
                    <a:pt x="145044" y="392189"/>
                  </a:lnTo>
                  <a:lnTo>
                    <a:pt x="144717" y="393716"/>
                  </a:lnTo>
                  <a:lnTo>
                    <a:pt x="144506" y="397960"/>
                  </a:lnTo>
                  <a:lnTo>
                    <a:pt x="144011" y="398055"/>
                  </a:lnTo>
                  <a:lnTo>
                    <a:pt x="143443" y="396482"/>
                  </a:lnTo>
                  <a:lnTo>
                    <a:pt x="141727" y="395899"/>
                  </a:lnTo>
                  <a:lnTo>
                    <a:pt x="141974" y="397365"/>
                  </a:lnTo>
                  <a:lnTo>
                    <a:pt x="139766" y="397999"/>
                  </a:lnTo>
                  <a:lnTo>
                    <a:pt x="137620" y="399419"/>
                  </a:lnTo>
                  <a:lnTo>
                    <a:pt x="136769" y="398100"/>
                  </a:lnTo>
                  <a:lnTo>
                    <a:pt x="132580" y="400685"/>
                  </a:lnTo>
                  <a:lnTo>
                    <a:pt x="131329" y="400927"/>
                  </a:lnTo>
                  <a:lnTo>
                    <a:pt x="130305" y="404427"/>
                  </a:lnTo>
                  <a:lnTo>
                    <a:pt x="130058" y="404417"/>
                  </a:lnTo>
                  <a:lnTo>
                    <a:pt x="128905" y="407523"/>
                  </a:lnTo>
                  <a:lnTo>
                    <a:pt x="126673" y="406804"/>
                  </a:lnTo>
                  <a:lnTo>
                    <a:pt x="127671" y="403100"/>
                  </a:lnTo>
                  <a:lnTo>
                    <a:pt x="127291" y="402849"/>
                  </a:lnTo>
                  <a:lnTo>
                    <a:pt x="127788" y="400282"/>
                  </a:lnTo>
                  <a:lnTo>
                    <a:pt x="127256" y="400234"/>
                  </a:lnTo>
                  <a:lnTo>
                    <a:pt x="127429" y="398206"/>
                  </a:lnTo>
                  <a:lnTo>
                    <a:pt x="121402" y="396132"/>
                  </a:lnTo>
                  <a:lnTo>
                    <a:pt x="121540" y="394071"/>
                  </a:lnTo>
                  <a:lnTo>
                    <a:pt x="120796" y="394084"/>
                  </a:lnTo>
                  <a:lnTo>
                    <a:pt x="120725" y="397352"/>
                  </a:lnTo>
                  <a:lnTo>
                    <a:pt x="119224" y="397124"/>
                  </a:lnTo>
                  <a:lnTo>
                    <a:pt x="119166" y="397413"/>
                  </a:lnTo>
                  <a:lnTo>
                    <a:pt x="118483" y="397316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pg75">
              <a:extLst>
                <a:ext uri="{FF2B5EF4-FFF2-40B4-BE49-F238E27FC236}">
                  <a16:creationId xmlns:a16="http://schemas.microsoft.com/office/drawing/2014/main" id="{BD68B10D-9695-D236-52C5-D9F56EFE6F1A}"/>
                </a:ext>
              </a:extLst>
            </p:cNvPr>
            <p:cNvSpPr/>
            <p:nvPr/>
          </p:nvSpPr>
          <p:spPr>
            <a:xfrm>
              <a:off x="5663286" y="1140477"/>
              <a:ext cx="629550" cy="428823"/>
            </a:xfrm>
            <a:custGeom>
              <a:avLst/>
              <a:gdLst/>
              <a:ahLst/>
              <a:cxnLst/>
              <a:rect l="0" t="0" r="0" b="0"/>
              <a:pathLst>
                <a:path w="629550" h="428823">
                  <a:moveTo>
                    <a:pt x="256369" y="396486"/>
                  </a:moveTo>
                  <a:lnTo>
                    <a:pt x="252228" y="393262"/>
                  </a:lnTo>
                  <a:lnTo>
                    <a:pt x="250679" y="391406"/>
                  </a:lnTo>
                  <a:lnTo>
                    <a:pt x="247384" y="385509"/>
                  </a:lnTo>
                  <a:lnTo>
                    <a:pt x="244881" y="381716"/>
                  </a:lnTo>
                  <a:lnTo>
                    <a:pt x="242308" y="378560"/>
                  </a:lnTo>
                  <a:lnTo>
                    <a:pt x="240042" y="376707"/>
                  </a:lnTo>
                  <a:lnTo>
                    <a:pt x="237455" y="374751"/>
                  </a:lnTo>
                  <a:lnTo>
                    <a:pt x="231556" y="372371"/>
                  </a:lnTo>
                  <a:lnTo>
                    <a:pt x="227403" y="368866"/>
                  </a:lnTo>
                  <a:lnTo>
                    <a:pt x="221727" y="360778"/>
                  </a:lnTo>
                  <a:lnTo>
                    <a:pt x="217822" y="354243"/>
                  </a:lnTo>
                  <a:lnTo>
                    <a:pt x="214144" y="349585"/>
                  </a:lnTo>
                  <a:lnTo>
                    <a:pt x="209879" y="342959"/>
                  </a:lnTo>
                  <a:lnTo>
                    <a:pt x="208036" y="339695"/>
                  </a:lnTo>
                  <a:lnTo>
                    <a:pt x="205569" y="333672"/>
                  </a:lnTo>
                  <a:lnTo>
                    <a:pt x="200999" y="328325"/>
                  </a:lnTo>
                  <a:lnTo>
                    <a:pt x="196804" y="324993"/>
                  </a:lnTo>
                  <a:lnTo>
                    <a:pt x="185202" y="319423"/>
                  </a:lnTo>
                  <a:lnTo>
                    <a:pt x="182548" y="318911"/>
                  </a:lnTo>
                  <a:lnTo>
                    <a:pt x="181963" y="318519"/>
                  </a:lnTo>
                  <a:lnTo>
                    <a:pt x="179350" y="317616"/>
                  </a:lnTo>
                  <a:lnTo>
                    <a:pt x="176392" y="316204"/>
                  </a:lnTo>
                  <a:lnTo>
                    <a:pt x="172778" y="313772"/>
                  </a:lnTo>
                  <a:lnTo>
                    <a:pt x="172256" y="313419"/>
                  </a:lnTo>
                  <a:lnTo>
                    <a:pt x="167286" y="312565"/>
                  </a:lnTo>
                  <a:lnTo>
                    <a:pt x="164907" y="311205"/>
                  </a:lnTo>
                  <a:lnTo>
                    <a:pt x="160064" y="310028"/>
                  </a:lnTo>
                  <a:lnTo>
                    <a:pt x="157647" y="307780"/>
                  </a:lnTo>
                  <a:lnTo>
                    <a:pt x="151590" y="306232"/>
                  </a:lnTo>
                  <a:lnTo>
                    <a:pt x="148034" y="304764"/>
                  </a:lnTo>
                  <a:lnTo>
                    <a:pt x="144909" y="303970"/>
                  </a:lnTo>
                  <a:lnTo>
                    <a:pt x="143181" y="303532"/>
                  </a:lnTo>
                  <a:lnTo>
                    <a:pt x="139279" y="303234"/>
                  </a:lnTo>
                  <a:lnTo>
                    <a:pt x="130507" y="303906"/>
                  </a:lnTo>
                  <a:lnTo>
                    <a:pt x="127720" y="303025"/>
                  </a:lnTo>
                  <a:lnTo>
                    <a:pt x="123738" y="301291"/>
                  </a:lnTo>
                  <a:lnTo>
                    <a:pt x="117734" y="297461"/>
                  </a:lnTo>
                  <a:lnTo>
                    <a:pt x="115447" y="296246"/>
                  </a:lnTo>
                  <a:lnTo>
                    <a:pt x="111900" y="294776"/>
                  </a:lnTo>
                  <a:lnTo>
                    <a:pt x="107012" y="294077"/>
                  </a:lnTo>
                  <a:lnTo>
                    <a:pt x="104881" y="294195"/>
                  </a:lnTo>
                  <a:lnTo>
                    <a:pt x="102631" y="294690"/>
                  </a:lnTo>
                  <a:lnTo>
                    <a:pt x="99396" y="295939"/>
                  </a:lnTo>
                  <a:lnTo>
                    <a:pt x="95768" y="294756"/>
                  </a:lnTo>
                  <a:lnTo>
                    <a:pt x="92836" y="296155"/>
                  </a:lnTo>
                  <a:lnTo>
                    <a:pt x="87399" y="299899"/>
                  </a:lnTo>
                  <a:lnTo>
                    <a:pt x="84237" y="301480"/>
                  </a:lnTo>
                  <a:lnTo>
                    <a:pt x="78397" y="303471"/>
                  </a:lnTo>
                  <a:lnTo>
                    <a:pt x="74775" y="304093"/>
                  </a:lnTo>
                  <a:lnTo>
                    <a:pt x="71648" y="305095"/>
                  </a:lnTo>
                  <a:lnTo>
                    <a:pt x="70308" y="305683"/>
                  </a:lnTo>
                  <a:lnTo>
                    <a:pt x="66883" y="306593"/>
                  </a:lnTo>
                  <a:lnTo>
                    <a:pt x="64074" y="306893"/>
                  </a:lnTo>
                  <a:lnTo>
                    <a:pt x="61554" y="306624"/>
                  </a:lnTo>
                  <a:lnTo>
                    <a:pt x="59170" y="305171"/>
                  </a:lnTo>
                  <a:lnTo>
                    <a:pt x="55974" y="302228"/>
                  </a:lnTo>
                  <a:lnTo>
                    <a:pt x="52495" y="302332"/>
                  </a:lnTo>
                  <a:lnTo>
                    <a:pt x="50599" y="299351"/>
                  </a:lnTo>
                  <a:lnTo>
                    <a:pt x="49049" y="297467"/>
                  </a:lnTo>
                  <a:lnTo>
                    <a:pt x="47139" y="295780"/>
                  </a:lnTo>
                  <a:lnTo>
                    <a:pt x="44821" y="294347"/>
                  </a:lnTo>
                  <a:lnTo>
                    <a:pt x="40529" y="302490"/>
                  </a:lnTo>
                  <a:lnTo>
                    <a:pt x="17499" y="296915"/>
                  </a:lnTo>
                  <a:lnTo>
                    <a:pt x="11114" y="288507"/>
                  </a:lnTo>
                  <a:lnTo>
                    <a:pt x="11470" y="287751"/>
                  </a:lnTo>
                  <a:lnTo>
                    <a:pt x="5618" y="282359"/>
                  </a:lnTo>
                  <a:lnTo>
                    <a:pt x="0" y="281441"/>
                  </a:lnTo>
                  <a:lnTo>
                    <a:pt x="5416" y="274809"/>
                  </a:lnTo>
                  <a:lnTo>
                    <a:pt x="7846" y="271824"/>
                  </a:lnTo>
                  <a:lnTo>
                    <a:pt x="6945" y="270482"/>
                  </a:lnTo>
                  <a:lnTo>
                    <a:pt x="5682" y="260255"/>
                  </a:lnTo>
                  <a:lnTo>
                    <a:pt x="5860" y="259491"/>
                  </a:lnTo>
                  <a:lnTo>
                    <a:pt x="6090" y="259541"/>
                  </a:lnTo>
                  <a:lnTo>
                    <a:pt x="6320" y="258876"/>
                  </a:lnTo>
                  <a:lnTo>
                    <a:pt x="8231" y="256784"/>
                  </a:lnTo>
                  <a:lnTo>
                    <a:pt x="9135" y="254714"/>
                  </a:lnTo>
                  <a:lnTo>
                    <a:pt x="8976" y="252935"/>
                  </a:lnTo>
                  <a:lnTo>
                    <a:pt x="8076" y="251696"/>
                  </a:lnTo>
                  <a:lnTo>
                    <a:pt x="8077" y="250696"/>
                  </a:lnTo>
                  <a:lnTo>
                    <a:pt x="8291" y="250487"/>
                  </a:lnTo>
                  <a:lnTo>
                    <a:pt x="7825" y="249591"/>
                  </a:lnTo>
                  <a:lnTo>
                    <a:pt x="7597" y="248177"/>
                  </a:lnTo>
                  <a:lnTo>
                    <a:pt x="6760" y="245561"/>
                  </a:lnTo>
                  <a:lnTo>
                    <a:pt x="5370" y="243896"/>
                  </a:lnTo>
                  <a:lnTo>
                    <a:pt x="6918" y="243183"/>
                  </a:lnTo>
                  <a:lnTo>
                    <a:pt x="10286" y="242471"/>
                  </a:lnTo>
                  <a:lnTo>
                    <a:pt x="11006" y="241174"/>
                  </a:lnTo>
                  <a:lnTo>
                    <a:pt x="10979" y="240882"/>
                  </a:lnTo>
                  <a:lnTo>
                    <a:pt x="10129" y="241004"/>
                  </a:lnTo>
                  <a:lnTo>
                    <a:pt x="9443" y="240604"/>
                  </a:lnTo>
                  <a:lnTo>
                    <a:pt x="8162" y="239095"/>
                  </a:lnTo>
                  <a:lnTo>
                    <a:pt x="8326" y="238951"/>
                  </a:lnTo>
                  <a:lnTo>
                    <a:pt x="8867" y="239253"/>
                  </a:lnTo>
                  <a:lnTo>
                    <a:pt x="11362" y="239450"/>
                  </a:lnTo>
                  <a:lnTo>
                    <a:pt x="12148" y="236372"/>
                  </a:lnTo>
                  <a:lnTo>
                    <a:pt x="12681" y="236271"/>
                  </a:lnTo>
                  <a:lnTo>
                    <a:pt x="12495" y="235146"/>
                  </a:lnTo>
                  <a:lnTo>
                    <a:pt x="11389" y="234000"/>
                  </a:lnTo>
                  <a:lnTo>
                    <a:pt x="11397" y="232760"/>
                  </a:lnTo>
                  <a:lnTo>
                    <a:pt x="11081" y="232000"/>
                  </a:lnTo>
                  <a:lnTo>
                    <a:pt x="10940" y="230542"/>
                  </a:lnTo>
                  <a:lnTo>
                    <a:pt x="11254" y="229773"/>
                  </a:lnTo>
                  <a:lnTo>
                    <a:pt x="11196" y="228889"/>
                  </a:lnTo>
                  <a:lnTo>
                    <a:pt x="11698" y="228506"/>
                  </a:lnTo>
                  <a:lnTo>
                    <a:pt x="12060" y="228668"/>
                  </a:lnTo>
                  <a:lnTo>
                    <a:pt x="11225" y="226722"/>
                  </a:lnTo>
                  <a:lnTo>
                    <a:pt x="10904" y="227243"/>
                  </a:lnTo>
                  <a:lnTo>
                    <a:pt x="10165" y="227121"/>
                  </a:lnTo>
                  <a:lnTo>
                    <a:pt x="10037" y="226464"/>
                  </a:lnTo>
                  <a:lnTo>
                    <a:pt x="9188" y="226442"/>
                  </a:lnTo>
                  <a:lnTo>
                    <a:pt x="9015" y="226155"/>
                  </a:lnTo>
                  <a:lnTo>
                    <a:pt x="8543" y="222864"/>
                  </a:lnTo>
                  <a:lnTo>
                    <a:pt x="8581" y="222590"/>
                  </a:lnTo>
                  <a:lnTo>
                    <a:pt x="9568" y="222014"/>
                  </a:lnTo>
                  <a:lnTo>
                    <a:pt x="7976" y="221659"/>
                  </a:lnTo>
                  <a:lnTo>
                    <a:pt x="8354" y="220395"/>
                  </a:lnTo>
                  <a:lnTo>
                    <a:pt x="8901" y="219868"/>
                  </a:lnTo>
                  <a:lnTo>
                    <a:pt x="8977" y="219452"/>
                  </a:lnTo>
                  <a:lnTo>
                    <a:pt x="9704" y="219645"/>
                  </a:lnTo>
                  <a:lnTo>
                    <a:pt x="10464" y="219272"/>
                  </a:lnTo>
                  <a:lnTo>
                    <a:pt x="12092" y="219430"/>
                  </a:lnTo>
                  <a:lnTo>
                    <a:pt x="11542" y="217555"/>
                  </a:lnTo>
                  <a:lnTo>
                    <a:pt x="13212" y="217123"/>
                  </a:lnTo>
                  <a:lnTo>
                    <a:pt x="14352" y="215477"/>
                  </a:lnTo>
                  <a:lnTo>
                    <a:pt x="15325" y="214919"/>
                  </a:lnTo>
                  <a:lnTo>
                    <a:pt x="16350" y="214803"/>
                  </a:lnTo>
                  <a:lnTo>
                    <a:pt x="16710" y="213413"/>
                  </a:lnTo>
                  <a:lnTo>
                    <a:pt x="18428" y="212093"/>
                  </a:lnTo>
                  <a:lnTo>
                    <a:pt x="18975" y="212328"/>
                  </a:lnTo>
                  <a:lnTo>
                    <a:pt x="19292" y="213500"/>
                  </a:lnTo>
                  <a:lnTo>
                    <a:pt x="19936" y="213342"/>
                  </a:lnTo>
                  <a:lnTo>
                    <a:pt x="19975" y="212928"/>
                  </a:lnTo>
                  <a:lnTo>
                    <a:pt x="20233" y="212804"/>
                  </a:lnTo>
                  <a:lnTo>
                    <a:pt x="20953" y="213064"/>
                  </a:lnTo>
                  <a:lnTo>
                    <a:pt x="21360" y="212869"/>
                  </a:lnTo>
                  <a:lnTo>
                    <a:pt x="23298" y="212815"/>
                  </a:lnTo>
                  <a:lnTo>
                    <a:pt x="26210" y="211866"/>
                  </a:lnTo>
                  <a:lnTo>
                    <a:pt x="26617" y="211008"/>
                  </a:lnTo>
                  <a:lnTo>
                    <a:pt x="26483" y="210111"/>
                  </a:lnTo>
                  <a:lnTo>
                    <a:pt x="26165" y="210332"/>
                  </a:lnTo>
                  <a:lnTo>
                    <a:pt x="25476" y="209438"/>
                  </a:lnTo>
                  <a:lnTo>
                    <a:pt x="25464" y="209099"/>
                  </a:lnTo>
                  <a:lnTo>
                    <a:pt x="23955" y="208654"/>
                  </a:lnTo>
                  <a:lnTo>
                    <a:pt x="22927" y="210148"/>
                  </a:lnTo>
                  <a:lnTo>
                    <a:pt x="19924" y="209187"/>
                  </a:lnTo>
                  <a:lnTo>
                    <a:pt x="20067" y="208446"/>
                  </a:lnTo>
                  <a:lnTo>
                    <a:pt x="20502" y="208068"/>
                  </a:lnTo>
                  <a:lnTo>
                    <a:pt x="19153" y="207746"/>
                  </a:lnTo>
                  <a:lnTo>
                    <a:pt x="18549" y="206953"/>
                  </a:lnTo>
                  <a:lnTo>
                    <a:pt x="18096" y="206012"/>
                  </a:lnTo>
                  <a:lnTo>
                    <a:pt x="18318" y="204192"/>
                  </a:lnTo>
                  <a:lnTo>
                    <a:pt x="16699" y="202722"/>
                  </a:lnTo>
                  <a:lnTo>
                    <a:pt x="16436" y="201904"/>
                  </a:lnTo>
                  <a:lnTo>
                    <a:pt x="17120" y="200288"/>
                  </a:lnTo>
                  <a:lnTo>
                    <a:pt x="18631" y="199120"/>
                  </a:lnTo>
                  <a:lnTo>
                    <a:pt x="18826" y="199165"/>
                  </a:lnTo>
                  <a:lnTo>
                    <a:pt x="21146" y="200094"/>
                  </a:lnTo>
                  <a:lnTo>
                    <a:pt x="22683" y="200355"/>
                  </a:lnTo>
                  <a:lnTo>
                    <a:pt x="23306" y="202030"/>
                  </a:lnTo>
                  <a:lnTo>
                    <a:pt x="24096" y="201244"/>
                  </a:lnTo>
                  <a:lnTo>
                    <a:pt x="25864" y="200860"/>
                  </a:lnTo>
                  <a:lnTo>
                    <a:pt x="27735" y="201450"/>
                  </a:lnTo>
                  <a:lnTo>
                    <a:pt x="28026" y="201769"/>
                  </a:lnTo>
                  <a:lnTo>
                    <a:pt x="29293" y="201984"/>
                  </a:lnTo>
                  <a:lnTo>
                    <a:pt x="30340" y="201446"/>
                  </a:lnTo>
                  <a:lnTo>
                    <a:pt x="30822" y="201545"/>
                  </a:lnTo>
                  <a:lnTo>
                    <a:pt x="30942" y="201316"/>
                  </a:lnTo>
                  <a:lnTo>
                    <a:pt x="32547" y="201398"/>
                  </a:lnTo>
                  <a:lnTo>
                    <a:pt x="35722" y="202132"/>
                  </a:lnTo>
                  <a:lnTo>
                    <a:pt x="36082" y="202797"/>
                  </a:lnTo>
                  <a:lnTo>
                    <a:pt x="36906" y="202776"/>
                  </a:lnTo>
                  <a:lnTo>
                    <a:pt x="37427" y="203457"/>
                  </a:lnTo>
                  <a:lnTo>
                    <a:pt x="38057" y="203775"/>
                  </a:lnTo>
                  <a:lnTo>
                    <a:pt x="38044" y="204299"/>
                  </a:lnTo>
                  <a:lnTo>
                    <a:pt x="37920" y="204660"/>
                  </a:lnTo>
                  <a:lnTo>
                    <a:pt x="37590" y="204807"/>
                  </a:lnTo>
                  <a:lnTo>
                    <a:pt x="37431" y="205725"/>
                  </a:lnTo>
                  <a:lnTo>
                    <a:pt x="37780" y="206428"/>
                  </a:lnTo>
                  <a:lnTo>
                    <a:pt x="38027" y="206624"/>
                  </a:lnTo>
                  <a:lnTo>
                    <a:pt x="38583" y="206353"/>
                  </a:lnTo>
                  <a:lnTo>
                    <a:pt x="38994" y="206515"/>
                  </a:lnTo>
                  <a:lnTo>
                    <a:pt x="38959" y="207109"/>
                  </a:lnTo>
                  <a:lnTo>
                    <a:pt x="39566" y="207445"/>
                  </a:lnTo>
                  <a:lnTo>
                    <a:pt x="40564" y="207500"/>
                  </a:lnTo>
                  <a:lnTo>
                    <a:pt x="41623" y="208172"/>
                  </a:lnTo>
                  <a:lnTo>
                    <a:pt x="41935" y="208110"/>
                  </a:lnTo>
                  <a:lnTo>
                    <a:pt x="42188" y="208584"/>
                  </a:lnTo>
                  <a:lnTo>
                    <a:pt x="42074" y="208858"/>
                  </a:lnTo>
                  <a:lnTo>
                    <a:pt x="43055" y="209580"/>
                  </a:lnTo>
                  <a:lnTo>
                    <a:pt x="43983" y="209902"/>
                  </a:lnTo>
                  <a:lnTo>
                    <a:pt x="44700" y="209653"/>
                  </a:lnTo>
                  <a:lnTo>
                    <a:pt x="45416" y="211466"/>
                  </a:lnTo>
                  <a:lnTo>
                    <a:pt x="45948" y="212177"/>
                  </a:lnTo>
                  <a:lnTo>
                    <a:pt x="48601" y="213185"/>
                  </a:lnTo>
                  <a:lnTo>
                    <a:pt x="49168" y="212598"/>
                  </a:lnTo>
                  <a:lnTo>
                    <a:pt x="50417" y="212734"/>
                  </a:lnTo>
                  <a:lnTo>
                    <a:pt x="51594" y="212493"/>
                  </a:lnTo>
                  <a:lnTo>
                    <a:pt x="55058" y="211511"/>
                  </a:lnTo>
                  <a:lnTo>
                    <a:pt x="57268" y="209249"/>
                  </a:lnTo>
                  <a:lnTo>
                    <a:pt x="59189" y="208316"/>
                  </a:lnTo>
                  <a:lnTo>
                    <a:pt x="60741" y="208676"/>
                  </a:lnTo>
                  <a:lnTo>
                    <a:pt x="61928" y="208358"/>
                  </a:lnTo>
                  <a:lnTo>
                    <a:pt x="62885" y="207657"/>
                  </a:lnTo>
                  <a:lnTo>
                    <a:pt x="63992" y="207824"/>
                  </a:lnTo>
                  <a:lnTo>
                    <a:pt x="65002" y="207668"/>
                  </a:lnTo>
                  <a:lnTo>
                    <a:pt x="65652" y="207131"/>
                  </a:lnTo>
                  <a:lnTo>
                    <a:pt x="66470" y="207023"/>
                  </a:lnTo>
                  <a:lnTo>
                    <a:pt x="66619" y="206753"/>
                  </a:lnTo>
                  <a:lnTo>
                    <a:pt x="70162" y="206533"/>
                  </a:lnTo>
                  <a:lnTo>
                    <a:pt x="71314" y="206866"/>
                  </a:lnTo>
                  <a:lnTo>
                    <a:pt x="72236" y="206181"/>
                  </a:lnTo>
                  <a:lnTo>
                    <a:pt x="72645" y="205458"/>
                  </a:lnTo>
                  <a:lnTo>
                    <a:pt x="72792" y="204484"/>
                  </a:lnTo>
                  <a:lnTo>
                    <a:pt x="73179" y="204079"/>
                  </a:lnTo>
                  <a:lnTo>
                    <a:pt x="77617" y="202407"/>
                  </a:lnTo>
                  <a:lnTo>
                    <a:pt x="80512" y="203034"/>
                  </a:lnTo>
                  <a:lnTo>
                    <a:pt x="80531" y="201897"/>
                  </a:lnTo>
                  <a:lnTo>
                    <a:pt x="81276" y="201152"/>
                  </a:lnTo>
                  <a:lnTo>
                    <a:pt x="81327" y="201665"/>
                  </a:lnTo>
                  <a:lnTo>
                    <a:pt x="83914" y="201199"/>
                  </a:lnTo>
                  <a:lnTo>
                    <a:pt x="84226" y="201862"/>
                  </a:lnTo>
                  <a:lnTo>
                    <a:pt x="87546" y="201261"/>
                  </a:lnTo>
                  <a:lnTo>
                    <a:pt x="86541" y="201197"/>
                  </a:lnTo>
                  <a:lnTo>
                    <a:pt x="85908" y="200402"/>
                  </a:lnTo>
                  <a:lnTo>
                    <a:pt x="85982" y="199664"/>
                  </a:lnTo>
                  <a:lnTo>
                    <a:pt x="85195" y="199545"/>
                  </a:lnTo>
                  <a:lnTo>
                    <a:pt x="85195" y="198548"/>
                  </a:lnTo>
                  <a:lnTo>
                    <a:pt x="84565" y="197626"/>
                  </a:lnTo>
                  <a:lnTo>
                    <a:pt x="84859" y="197356"/>
                  </a:lnTo>
                  <a:lnTo>
                    <a:pt x="84832" y="197090"/>
                  </a:lnTo>
                  <a:lnTo>
                    <a:pt x="83832" y="195723"/>
                  </a:lnTo>
                  <a:lnTo>
                    <a:pt x="84824" y="194850"/>
                  </a:lnTo>
                  <a:lnTo>
                    <a:pt x="85352" y="194700"/>
                  </a:lnTo>
                  <a:lnTo>
                    <a:pt x="85534" y="193671"/>
                  </a:lnTo>
                  <a:lnTo>
                    <a:pt x="85391" y="193128"/>
                  </a:lnTo>
                  <a:lnTo>
                    <a:pt x="85945" y="193076"/>
                  </a:lnTo>
                  <a:lnTo>
                    <a:pt x="85683" y="192208"/>
                  </a:lnTo>
                  <a:lnTo>
                    <a:pt x="85814" y="192004"/>
                  </a:lnTo>
                  <a:lnTo>
                    <a:pt x="86305" y="191979"/>
                  </a:lnTo>
                  <a:lnTo>
                    <a:pt x="86255" y="191476"/>
                  </a:lnTo>
                  <a:lnTo>
                    <a:pt x="86710" y="190719"/>
                  </a:lnTo>
                  <a:lnTo>
                    <a:pt x="87301" y="191112"/>
                  </a:lnTo>
                  <a:lnTo>
                    <a:pt x="88176" y="190399"/>
                  </a:lnTo>
                  <a:lnTo>
                    <a:pt x="88558" y="190498"/>
                  </a:lnTo>
                  <a:lnTo>
                    <a:pt x="88894" y="189149"/>
                  </a:lnTo>
                  <a:lnTo>
                    <a:pt x="89600" y="188493"/>
                  </a:lnTo>
                  <a:lnTo>
                    <a:pt x="89391" y="187786"/>
                  </a:lnTo>
                  <a:lnTo>
                    <a:pt x="89807" y="186757"/>
                  </a:lnTo>
                  <a:lnTo>
                    <a:pt x="88484" y="186462"/>
                  </a:lnTo>
                  <a:lnTo>
                    <a:pt x="88297" y="187232"/>
                  </a:lnTo>
                  <a:lnTo>
                    <a:pt x="87656" y="187121"/>
                  </a:lnTo>
                  <a:lnTo>
                    <a:pt x="87896" y="186131"/>
                  </a:lnTo>
                  <a:lnTo>
                    <a:pt x="87165" y="185180"/>
                  </a:lnTo>
                  <a:lnTo>
                    <a:pt x="84253" y="184770"/>
                  </a:lnTo>
                  <a:lnTo>
                    <a:pt x="82118" y="185123"/>
                  </a:lnTo>
                  <a:lnTo>
                    <a:pt x="81448" y="185353"/>
                  </a:lnTo>
                  <a:lnTo>
                    <a:pt x="80658" y="186089"/>
                  </a:lnTo>
                  <a:lnTo>
                    <a:pt x="80355" y="186888"/>
                  </a:lnTo>
                  <a:lnTo>
                    <a:pt x="77905" y="186447"/>
                  </a:lnTo>
                  <a:lnTo>
                    <a:pt x="78233" y="188316"/>
                  </a:lnTo>
                  <a:lnTo>
                    <a:pt x="77800" y="188299"/>
                  </a:lnTo>
                  <a:lnTo>
                    <a:pt x="77550" y="190139"/>
                  </a:lnTo>
                  <a:lnTo>
                    <a:pt x="74988" y="189842"/>
                  </a:lnTo>
                  <a:lnTo>
                    <a:pt x="69998" y="188582"/>
                  </a:lnTo>
                  <a:lnTo>
                    <a:pt x="69503" y="187974"/>
                  </a:lnTo>
                  <a:lnTo>
                    <a:pt x="68407" y="187295"/>
                  </a:lnTo>
                  <a:lnTo>
                    <a:pt x="65203" y="185989"/>
                  </a:lnTo>
                  <a:lnTo>
                    <a:pt x="65415" y="185707"/>
                  </a:lnTo>
                  <a:lnTo>
                    <a:pt x="65699" y="183532"/>
                  </a:lnTo>
                  <a:lnTo>
                    <a:pt x="65967" y="180129"/>
                  </a:lnTo>
                  <a:lnTo>
                    <a:pt x="67405" y="179196"/>
                  </a:lnTo>
                  <a:lnTo>
                    <a:pt x="66570" y="177466"/>
                  </a:lnTo>
                  <a:lnTo>
                    <a:pt x="67236" y="177172"/>
                  </a:lnTo>
                  <a:lnTo>
                    <a:pt x="68857" y="174823"/>
                  </a:lnTo>
                  <a:lnTo>
                    <a:pt x="69247" y="175132"/>
                  </a:lnTo>
                  <a:lnTo>
                    <a:pt x="69829" y="174791"/>
                  </a:lnTo>
                  <a:lnTo>
                    <a:pt x="70254" y="173897"/>
                  </a:lnTo>
                  <a:lnTo>
                    <a:pt x="70011" y="173423"/>
                  </a:lnTo>
                  <a:lnTo>
                    <a:pt x="72096" y="169558"/>
                  </a:lnTo>
                  <a:lnTo>
                    <a:pt x="72313" y="169649"/>
                  </a:lnTo>
                  <a:lnTo>
                    <a:pt x="73094" y="168408"/>
                  </a:lnTo>
                  <a:lnTo>
                    <a:pt x="71758" y="166571"/>
                  </a:lnTo>
                  <a:lnTo>
                    <a:pt x="68344" y="164946"/>
                  </a:lnTo>
                  <a:lnTo>
                    <a:pt x="69655" y="161899"/>
                  </a:lnTo>
                  <a:lnTo>
                    <a:pt x="72238" y="162568"/>
                  </a:lnTo>
                  <a:lnTo>
                    <a:pt x="72331" y="162248"/>
                  </a:lnTo>
                  <a:lnTo>
                    <a:pt x="72811" y="162334"/>
                  </a:lnTo>
                  <a:lnTo>
                    <a:pt x="73314" y="161395"/>
                  </a:lnTo>
                  <a:lnTo>
                    <a:pt x="74130" y="161932"/>
                  </a:lnTo>
                  <a:lnTo>
                    <a:pt x="75895" y="159526"/>
                  </a:lnTo>
                  <a:lnTo>
                    <a:pt x="76260" y="159402"/>
                  </a:lnTo>
                  <a:lnTo>
                    <a:pt x="77565" y="157884"/>
                  </a:lnTo>
                  <a:lnTo>
                    <a:pt x="77907" y="158065"/>
                  </a:lnTo>
                  <a:lnTo>
                    <a:pt x="78287" y="158812"/>
                  </a:lnTo>
                  <a:lnTo>
                    <a:pt x="79093" y="159273"/>
                  </a:lnTo>
                  <a:lnTo>
                    <a:pt x="80300" y="158000"/>
                  </a:lnTo>
                  <a:lnTo>
                    <a:pt x="80683" y="158157"/>
                  </a:lnTo>
                  <a:lnTo>
                    <a:pt x="80421" y="158932"/>
                  </a:lnTo>
                  <a:lnTo>
                    <a:pt x="80804" y="159282"/>
                  </a:lnTo>
                  <a:lnTo>
                    <a:pt x="80901" y="159762"/>
                  </a:lnTo>
                  <a:lnTo>
                    <a:pt x="80590" y="160367"/>
                  </a:lnTo>
                  <a:lnTo>
                    <a:pt x="81030" y="160257"/>
                  </a:lnTo>
                  <a:lnTo>
                    <a:pt x="81424" y="160483"/>
                  </a:lnTo>
                  <a:lnTo>
                    <a:pt x="81611" y="161272"/>
                  </a:lnTo>
                  <a:lnTo>
                    <a:pt x="81976" y="161528"/>
                  </a:lnTo>
                  <a:lnTo>
                    <a:pt x="82502" y="160726"/>
                  </a:lnTo>
                  <a:lnTo>
                    <a:pt x="83022" y="160545"/>
                  </a:lnTo>
                  <a:lnTo>
                    <a:pt x="83184" y="161101"/>
                  </a:lnTo>
                  <a:lnTo>
                    <a:pt x="83497" y="161249"/>
                  </a:lnTo>
                  <a:lnTo>
                    <a:pt x="84464" y="161146"/>
                  </a:lnTo>
                  <a:lnTo>
                    <a:pt x="86663" y="161914"/>
                  </a:lnTo>
                  <a:lnTo>
                    <a:pt x="87309" y="160813"/>
                  </a:lnTo>
                  <a:lnTo>
                    <a:pt x="87638" y="160959"/>
                  </a:lnTo>
                  <a:lnTo>
                    <a:pt x="88306" y="160604"/>
                  </a:lnTo>
                  <a:lnTo>
                    <a:pt x="89005" y="160996"/>
                  </a:lnTo>
                  <a:lnTo>
                    <a:pt x="90142" y="159975"/>
                  </a:lnTo>
                  <a:lnTo>
                    <a:pt x="90181" y="160337"/>
                  </a:lnTo>
                  <a:lnTo>
                    <a:pt x="91177" y="160118"/>
                  </a:lnTo>
                  <a:lnTo>
                    <a:pt x="91178" y="159369"/>
                  </a:lnTo>
                  <a:lnTo>
                    <a:pt x="91548" y="158268"/>
                  </a:lnTo>
                  <a:lnTo>
                    <a:pt x="92182" y="159096"/>
                  </a:lnTo>
                  <a:lnTo>
                    <a:pt x="93354" y="158875"/>
                  </a:lnTo>
                  <a:lnTo>
                    <a:pt x="93649" y="159131"/>
                  </a:lnTo>
                  <a:lnTo>
                    <a:pt x="93659" y="159642"/>
                  </a:lnTo>
                  <a:lnTo>
                    <a:pt x="93864" y="159541"/>
                  </a:lnTo>
                  <a:lnTo>
                    <a:pt x="94038" y="159847"/>
                  </a:lnTo>
                  <a:lnTo>
                    <a:pt x="94332" y="159816"/>
                  </a:lnTo>
                  <a:lnTo>
                    <a:pt x="94304" y="160124"/>
                  </a:lnTo>
                  <a:lnTo>
                    <a:pt x="95581" y="160146"/>
                  </a:lnTo>
                  <a:lnTo>
                    <a:pt x="96751" y="160878"/>
                  </a:lnTo>
                  <a:lnTo>
                    <a:pt x="99542" y="161811"/>
                  </a:lnTo>
                  <a:lnTo>
                    <a:pt x="99841" y="162809"/>
                  </a:lnTo>
                  <a:lnTo>
                    <a:pt x="99964" y="165148"/>
                  </a:lnTo>
                  <a:lnTo>
                    <a:pt x="100947" y="164938"/>
                  </a:lnTo>
                  <a:lnTo>
                    <a:pt x="101893" y="165044"/>
                  </a:lnTo>
                  <a:lnTo>
                    <a:pt x="102322" y="165536"/>
                  </a:lnTo>
                  <a:lnTo>
                    <a:pt x="102392" y="166005"/>
                  </a:lnTo>
                  <a:lnTo>
                    <a:pt x="104854" y="167706"/>
                  </a:lnTo>
                  <a:lnTo>
                    <a:pt x="105452" y="169070"/>
                  </a:lnTo>
                  <a:lnTo>
                    <a:pt x="105116" y="169339"/>
                  </a:lnTo>
                  <a:lnTo>
                    <a:pt x="105398" y="169878"/>
                  </a:lnTo>
                  <a:lnTo>
                    <a:pt x="107077" y="172534"/>
                  </a:lnTo>
                  <a:lnTo>
                    <a:pt x="108592" y="174302"/>
                  </a:lnTo>
                  <a:lnTo>
                    <a:pt x="109709" y="174591"/>
                  </a:lnTo>
                  <a:lnTo>
                    <a:pt x="112783" y="174326"/>
                  </a:lnTo>
                  <a:lnTo>
                    <a:pt x="115101" y="175553"/>
                  </a:lnTo>
                  <a:lnTo>
                    <a:pt x="115783" y="174910"/>
                  </a:lnTo>
                  <a:lnTo>
                    <a:pt x="118350" y="174167"/>
                  </a:lnTo>
                  <a:lnTo>
                    <a:pt x="118179" y="173690"/>
                  </a:lnTo>
                  <a:lnTo>
                    <a:pt x="118369" y="172828"/>
                  </a:lnTo>
                  <a:lnTo>
                    <a:pt x="118591" y="172698"/>
                  </a:lnTo>
                  <a:lnTo>
                    <a:pt x="119217" y="173028"/>
                  </a:lnTo>
                  <a:lnTo>
                    <a:pt x="119885" y="172939"/>
                  </a:lnTo>
                  <a:lnTo>
                    <a:pt x="120235" y="173356"/>
                  </a:lnTo>
                  <a:lnTo>
                    <a:pt x="121401" y="173373"/>
                  </a:lnTo>
                  <a:lnTo>
                    <a:pt x="122354" y="174064"/>
                  </a:lnTo>
                  <a:lnTo>
                    <a:pt x="122120" y="175033"/>
                  </a:lnTo>
                  <a:lnTo>
                    <a:pt x="122220" y="175584"/>
                  </a:lnTo>
                  <a:lnTo>
                    <a:pt x="123325" y="178256"/>
                  </a:lnTo>
                  <a:lnTo>
                    <a:pt x="123262" y="179633"/>
                  </a:lnTo>
                  <a:lnTo>
                    <a:pt x="123562" y="180199"/>
                  </a:lnTo>
                  <a:lnTo>
                    <a:pt x="124177" y="180929"/>
                  </a:lnTo>
                  <a:lnTo>
                    <a:pt x="124643" y="179959"/>
                  </a:lnTo>
                  <a:lnTo>
                    <a:pt x="125666" y="178758"/>
                  </a:lnTo>
                  <a:lnTo>
                    <a:pt x="125893" y="178859"/>
                  </a:lnTo>
                  <a:lnTo>
                    <a:pt x="125547" y="180109"/>
                  </a:lnTo>
                  <a:lnTo>
                    <a:pt x="125785" y="180319"/>
                  </a:lnTo>
                  <a:lnTo>
                    <a:pt x="126641" y="179982"/>
                  </a:lnTo>
                  <a:lnTo>
                    <a:pt x="128404" y="180024"/>
                  </a:lnTo>
                  <a:lnTo>
                    <a:pt x="128695" y="179458"/>
                  </a:lnTo>
                  <a:lnTo>
                    <a:pt x="128676" y="178936"/>
                  </a:lnTo>
                  <a:lnTo>
                    <a:pt x="127328" y="177884"/>
                  </a:lnTo>
                  <a:lnTo>
                    <a:pt x="127419" y="177314"/>
                  </a:lnTo>
                  <a:lnTo>
                    <a:pt x="128712" y="176282"/>
                  </a:lnTo>
                  <a:lnTo>
                    <a:pt x="129888" y="175750"/>
                  </a:lnTo>
                  <a:lnTo>
                    <a:pt x="131443" y="174199"/>
                  </a:lnTo>
                  <a:lnTo>
                    <a:pt x="134957" y="175571"/>
                  </a:lnTo>
                  <a:lnTo>
                    <a:pt x="137083" y="176981"/>
                  </a:lnTo>
                  <a:lnTo>
                    <a:pt x="137038" y="176823"/>
                  </a:lnTo>
                  <a:lnTo>
                    <a:pt x="137377" y="176734"/>
                  </a:lnTo>
                  <a:lnTo>
                    <a:pt x="138270" y="177211"/>
                  </a:lnTo>
                  <a:lnTo>
                    <a:pt x="139460" y="177045"/>
                  </a:lnTo>
                  <a:lnTo>
                    <a:pt x="140837" y="174884"/>
                  </a:lnTo>
                  <a:lnTo>
                    <a:pt x="142908" y="172440"/>
                  </a:lnTo>
                  <a:lnTo>
                    <a:pt x="143197" y="171158"/>
                  </a:lnTo>
                  <a:lnTo>
                    <a:pt x="143405" y="171006"/>
                  </a:lnTo>
                  <a:lnTo>
                    <a:pt x="143285" y="168455"/>
                  </a:lnTo>
                  <a:lnTo>
                    <a:pt x="144842" y="167723"/>
                  </a:lnTo>
                  <a:lnTo>
                    <a:pt x="145164" y="167775"/>
                  </a:lnTo>
                  <a:lnTo>
                    <a:pt x="145341" y="167291"/>
                  </a:lnTo>
                  <a:lnTo>
                    <a:pt x="145829" y="166933"/>
                  </a:lnTo>
                  <a:lnTo>
                    <a:pt x="146404" y="167003"/>
                  </a:lnTo>
                  <a:lnTo>
                    <a:pt x="147749" y="166386"/>
                  </a:lnTo>
                  <a:lnTo>
                    <a:pt x="148482" y="166347"/>
                  </a:lnTo>
                  <a:lnTo>
                    <a:pt x="148957" y="165305"/>
                  </a:lnTo>
                  <a:lnTo>
                    <a:pt x="148681" y="164732"/>
                  </a:lnTo>
                  <a:lnTo>
                    <a:pt x="151095" y="165500"/>
                  </a:lnTo>
                  <a:lnTo>
                    <a:pt x="151563" y="165329"/>
                  </a:lnTo>
                  <a:lnTo>
                    <a:pt x="152830" y="165571"/>
                  </a:lnTo>
                  <a:lnTo>
                    <a:pt x="153639" y="165004"/>
                  </a:lnTo>
                  <a:lnTo>
                    <a:pt x="154096" y="165786"/>
                  </a:lnTo>
                  <a:lnTo>
                    <a:pt x="156072" y="166758"/>
                  </a:lnTo>
                  <a:lnTo>
                    <a:pt x="159461" y="166430"/>
                  </a:lnTo>
                  <a:lnTo>
                    <a:pt x="159992" y="165902"/>
                  </a:lnTo>
                  <a:lnTo>
                    <a:pt x="161917" y="166604"/>
                  </a:lnTo>
                  <a:lnTo>
                    <a:pt x="162307" y="166304"/>
                  </a:lnTo>
                  <a:lnTo>
                    <a:pt x="162688" y="166587"/>
                  </a:lnTo>
                  <a:lnTo>
                    <a:pt x="162887" y="166238"/>
                  </a:lnTo>
                  <a:lnTo>
                    <a:pt x="163956" y="166007"/>
                  </a:lnTo>
                  <a:lnTo>
                    <a:pt x="163922" y="165645"/>
                  </a:lnTo>
                  <a:lnTo>
                    <a:pt x="164259" y="165355"/>
                  </a:lnTo>
                  <a:lnTo>
                    <a:pt x="164538" y="165444"/>
                  </a:lnTo>
                  <a:lnTo>
                    <a:pt x="164645" y="165976"/>
                  </a:lnTo>
                  <a:lnTo>
                    <a:pt x="165217" y="166305"/>
                  </a:lnTo>
                  <a:lnTo>
                    <a:pt x="165376" y="165664"/>
                  </a:lnTo>
                  <a:lnTo>
                    <a:pt x="166725" y="165392"/>
                  </a:lnTo>
                  <a:lnTo>
                    <a:pt x="166770" y="166077"/>
                  </a:lnTo>
                  <a:lnTo>
                    <a:pt x="166208" y="166457"/>
                  </a:lnTo>
                  <a:lnTo>
                    <a:pt x="166810" y="166646"/>
                  </a:lnTo>
                  <a:lnTo>
                    <a:pt x="167348" y="167509"/>
                  </a:lnTo>
                  <a:lnTo>
                    <a:pt x="166752" y="168684"/>
                  </a:lnTo>
                  <a:lnTo>
                    <a:pt x="167093" y="169163"/>
                  </a:lnTo>
                  <a:lnTo>
                    <a:pt x="167028" y="169710"/>
                  </a:lnTo>
                  <a:lnTo>
                    <a:pt x="167561" y="170841"/>
                  </a:lnTo>
                  <a:lnTo>
                    <a:pt x="168112" y="170679"/>
                  </a:lnTo>
                  <a:lnTo>
                    <a:pt x="168246" y="170000"/>
                  </a:lnTo>
                  <a:lnTo>
                    <a:pt x="168705" y="169963"/>
                  </a:lnTo>
                  <a:lnTo>
                    <a:pt x="168830" y="170268"/>
                  </a:lnTo>
                  <a:lnTo>
                    <a:pt x="168669" y="170550"/>
                  </a:lnTo>
                  <a:lnTo>
                    <a:pt x="168976" y="170752"/>
                  </a:lnTo>
                  <a:lnTo>
                    <a:pt x="170073" y="170249"/>
                  </a:lnTo>
                  <a:lnTo>
                    <a:pt x="170194" y="169546"/>
                  </a:lnTo>
                  <a:lnTo>
                    <a:pt x="170635" y="170358"/>
                  </a:lnTo>
                  <a:lnTo>
                    <a:pt x="171103" y="170590"/>
                  </a:lnTo>
                  <a:lnTo>
                    <a:pt x="170663" y="171002"/>
                  </a:lnTo>
                  <a:lnTo>
                    <a:pt x="170262" y="171008"/>
                  </a:lnTo>
                  <a:lnTo>
                    <a:pt x="170555" y="171577"/>
                  </a:lnTo>
                  <a:lnTo>
                    <a:pt x="171236" y="171243"/>
                  </a:lnTo>
                  <a:lnTo>
                    <a:pt x="172008" y="171612"/>
                  </a:lnTo>
                  <a:lnTo>
                    <a:pt x="172094" y="171205"/>
                  </a:lnTo>
                  <a:lnTo>
                    <a:pt x="171668" y="170779"/>
                  </a:lnTo>
                  <a:lnTo>
                    <a:pt x="172064" y="170290"/>
                  </a:lnTo>
                  <a:lnTo>
                    <a:pt x="172480" y="170385"/>
                  </a:lnTo>
                  <a:lnTo>
                    <a:pt x="172792" y="170992"/>
                  </a:lnTo>
                  <a:lnTo>
                    <a:pt x="173149" y="171015"/>
                  </a:lnTo>
                  <a:lnTo>
                    <a:pt x="174016" y="171831"/>
                  </a:lnTo>
                  <a:lnTo>
                    <a:pt x="173741" y="172273"/>
                  </a:lnTo>
                  <a:lnTo>
                    <a:pt x="173784" y="172822"/>
                  </a:lnTo>
                  <a:lnTo>
                    <a:pt x="174345" y="172772"/>
                  </a:lnTo>
                  <a:lnTo>
                    <a:pt x="174572" y="172309"/>
                  </a:lnTo>
                  <a:lnTo>
                    <a:pt x="174388" y="171971"/>
                  </a:lnTo>
                  <a:lnTo>
                    <a:pt x="174513" y="171686"/>
                  </a:lnTo>
                  <a:lnTo>
                    <a:pt x="174811" y="171664"/>
                  </a:lnTo>
                  <a:lnTo>
                    <a:pt x="174965" y="172375"/>
                  </a:lnTo>
                  <a:lnTo>
                    <a:pt x="176329" y="173725"/>
                  </a:lnTo>
                  <a:lnTo>
                    <a:pt x="177308" y="171650"/>
                  </a:lnTo>
                  <a:lnTo>
                    <a:pt x="177700" y="171464"/>
                  </a:lnTo>
                  <a:lnTo>
                    <a:pt x="179432" y="173687"/>
                  </a:lnTo>
                  <a:lnTo>
                    <a:pt x="184109" y="175963"/>
                  </a:lnTo>
                  <a:lnTo>
                    <a:pt x="183963" y="179021"/>
                  </a:lnTo>
                  <a:lnTo>
                    <a:pt x="184490" y="179295"/>
                  </a:lnTo>
                  <a:lnTo>
                    <a:pt x="184945" y="179944"/>
                  </a:lnTo>
                  <a:lnTo>
                    <a:pt x="183881" y="182784"/>
                  </a:lnTo>
                  <a:lnTo>
                    <a:pt x="184362" y="186121"/>
                  </a:lnTo>
                  <a:lnTo>
                    <a:pt x="183909" y="186946"/>
                  </a:lnTo>
                  <a:lnTo>
                    <a:pt x="183016" y="187640"/>
                  </a:lnTo>
                  <a:lnTo>
                    <a:pt x="181848" y="189087"/>
                  </a:lnTo>
                  <a:lnTo>
                    <a:pt x="181185" y="191725"/>
                  </a:lnTo>
                  <a:lnTo>
                    <a:pt x="181130" y="193847"/>
                  </a:lnTo>
                  <a:lnTo>
                    <a:pt x="181389" y="194831"/>
                  </a:lnTo>
                  <a:lnTo>
                    <a:pt x="182101" y="196001"/>
                  </a:lnTo>
                  <a:lnTo>
                    <a:pt x="183438" y="197240"/>
                  </a:lnTo>
                  <a:lnTo>
                    <a:pt x="186427" y="199485"/>
                  </a:lnTo>
                  <a:lnTo>
                    <a:pt x="187443" y="202433"/>
                  </a:lnTo>
                  <a:lnTo>
                    <a:pt x="190206" y="203699"/>
                  </a:lnTo>
                  <a:lnTo>
                    <a:pt x="190654" y="204103"/>
                  </a:lnTo>
                  <a:lnTo>
                    <a:pt x="191571" y="206913"/>
                  </a:lnTo>
                  <a:lnTo>
                    <a:pt x="191332" y="207641"/>
                  </a:lnTo>
                  <a:lnTo>
                    <a:pt x="192028" y="207936"/>
                  </a:lnTo>
                  <a:lnTo>
                    <a:pt x="192897" y="207443"/>
                  </a:lnTo>
                  <a:lnTo>
                    <a:pt x="193925" y="207211"/>
                  </a:lnTo>
                  <a:lnTo>
                    <a:pt x="194941" y="206277"/>
                  </a:lnTo>
                  <a:lnTo>
                    <a:pt x="196244" y="206334"/>
                  </a:lnTo>
                  <a:lnTo>
                    <a:pt x="198262" y="205579"/>
                  </a:lnTo>
                  <a:lnTo>
                    <a:pt x="199368" y="205891"/>
                  </a:lnTo>
                  <a:lnTo>
                    <a:pt x="200832" y="205846"/>
                  </a:lnTo>
                  <a:lnTo>
                    <a:pt x="201536" y="205110"/>
                  </a:lnTo>
                  <a:lnTo>
                    <a:pt x="202292" y="203198"/>
                  </a:lnTo>
                  <a:lnTo>
                    <a:pt x="203470" y="201476"/>
                  </a:lnTo>
                  <a:lnTo>
                    <a:pt x="203679" y="200646"/>
                  </a:lnTo>
                  <a:lnTo>
                    <a:pt x="205786" y="198250"/>
                  </a:lnTo>
                  <a:lnTo>
                    <a:pt x="208070" y="196200"/>
                  </a:lnTo>
                  <a:lnTo>
                    <a:pt x="209236" y="196069"/>
                  </a:lnTo>
                  <a:lnTo>
                    <a:pt x="210534" y="197688"/>
                  </a:lnTo>
                  <a:lnTo>
                    <a:pt x="211423" y="196749"/>
                  </a:lnTo>
                  <a:lnTo>
                    <a:pt x="213149" y="196652"/>
                  </a:lnTo>
                  <a:lnTo>
                    <a:pt x="214028" y="197017"/>
                  </a:lnTo>
                  <a:lnTo>
                    <a:pt x="213743" y="197730"/>
                  </a:lnTo>
                  <a:lnTo>
                    <a:pt x="213290" y="197794"/>
                  </a:lnTo>
                  <a:lnTo>
                    <a:pt x="213235" y="198160"/>
                  </a:lnTo>
                  <a:lnTo>
                    <a:pt x="213667" y="198435"/>
                  </a:lnTo>
                  <a:lnTo>
                    <a:pt x="213867" y="198267"/>
                  </a:lnTo>
                  <a:lnTo>
                    <a:pt x="215389" y="198447"/>
                  </a:lnTo>
                  <a:lnTo>
                    <a:pt x="218381" y="198327"/>
                  </a:lnTo>
                  <a:lnTo>
                    <a:pt x="219129" y="198902"/>
                  </a:lnTo>
                  <a:lnTo>
                    <a:pt x="218707" y="200322"/>
                  </a:lnTo>
                  <a:lnTo>
                    <a:pt x="219024" y="200664"/>
                  </a:lnTo>
                  <a:lnTo>
                    <a:pt x="219074" y="201271"/>
                  </a:lnTo>
                  <a:lnTo>
                    <a:pt x="219837" y="201015"/>
                  </a:lnTo>
                  <a:lnTo>
                    <a:pt x="222212" y="201600"/>
                  </a:lnTo>
                  <a:lnTo>
                    <a:pt x="222073" y="200482"/>
                  </a:lnTo>
                  <a:lnTo>
                    <a:pt x="223020" y="199781"/>
                  </a:lnTo>
                  <a:lnTo>
                    <a:pt x="225626" y="199343"/>
                  </a:lnTo>
                  <a:lnTo>
                    <a:pt x="226873" y="199635"/>
                  </a:lnTo>
                  <a:lnTo>
                    <a:pt x="227210" y="199366"/>
                  </a:lnTo>
                  <a:lnTo>
                    <a:pt x="227617" y="197009"/>
                  </a:lnTo>
                  <a:lnTo>
                    <a:pt x="229048" y="194085"/>
                  </a:lnTo>
                  <a:lnTo>
                    <a:pt x="229889" y="192905"/>
                  </a:lnTo>
                  <a:lnTo>
                    <a:pt x="230213" y="191522"/>
                  </a:lnTo>
                  <a:lnTo>
                    <a:pt x="229294" y="190657"/>
                  </a:lnTo>
                  <a:lnTo>
                    <a:pt x="228670" y="190811"/>
                  </a:lnTo>
                  <a:lnTo>
                    <a:pt x="228749" y="190365"/>
                  </a:lnTo>
                  <a:lnTo>
                    <a:pt x="228199" y="190082"/>
                  </a:lnTo>
                  <a:lnTo>
                    <a:pt x="228142" y="189302"/>
                  </a:lnTo>
                  <a:lnTo>
                    <a:pt x="227732" y="189185"/>
                  </a:lnTo>
                  <a:lnTo>
                    <a:pt x="227701" y="188675"/>
                  </a:lnTo>
                  <a:lnTo>
                    <a:pt x="227327" y="188081"/>
                  </a:lnTo>
                  <a:lnTo>
                    <a:pt x="227480" y="187401"/>
                  </a:lnTo>
                  <a:lnTo>
                    <a:pt x="227248" y="186331"/>
                  </a:lnTo>
                  <a:lnTo>
                    <a:pt x="225564" y="185613"/>
                  </a:lnTo>
                  <a:lnTo>
                    <a:pt x="224449" y="184502"/>
                  </a:lnTo>
                  <a:lnTo>
                    <a:pt x="223758" y="183057"/>
                  </a:lnTo>
                  <a:lnTo>
                    <a:pt x="226676" y="181781"/>
                  </a:lnTo>
                  <a:lnTo>
                    <a:pt x="226526" y="180197"/>
                  </a:lnTo>
                  <a:lnTo>
                    <a:pt x="227552" y="180227"/>
                  </a:lnTo>
                  <a:lnTo>
                    <a:pt x="230248" y="180733"/>
                  </a:lnTo>
                  <a:lnTo>
                    <a:pt x="230848" y="181434"/>
                  </a:lnTo>
                  <a:lnTo>
                    <a:pt x="232160" y="181155"/>
                  </a:lnTo>
                  <a:lnTo>
                    <a:pt x="231749" y="182747"/>
                  </a:lnTo>
                  <a:lnTo>
                    <a:pt x="231979" y="183443"/>
                  </a:lnTo>
                  <a:lnTo>
                    <a:pt x="233608" y="183496"/>
                  </a:lnTo>
                  <a:lnTo>
                    <a:pt x="234021" y="184958"/>
                  </a:lnTo>
                  <a:lnTo>
                    <a:pt x="235447" y="184856"/>
                  </a:lnTo>
                  <a:lnTo>
                    <a:pt x="236703" y="184361"/>
                  </a:lnTo>
                  <a:lnTo>
                    <a:pt x="238614" y="183982"/>
                  </a:lnTo>
                  <a:lnTo>
                    <a:pt x="238764" y="183664"/>
                  </a:lnTo>
                  <a:lnTo>
                    <a:pt x="237819" y="181415"/>
                  </a:lnTo>
                  <a:lnTo>
                    <a:pt x="238004" y="180327"/>
                  </a:lnTo>
                  <a:lnTo>
                    <a:pt x="238453" y="179414"/>
                  </a:lnTo>
                  <a:lnTo>
                    <a:pt x="241035" y="180445"/>
                  </a:lnTo>
                  <a:lnTo>
                    <a:pt x="241581" y="181609"/>
                  </a:lnTo>
                  <a:lnTo>
                    <a:pt x="243202" y="181299"/>
                  </a:lnTo>
                  <a:lnTo>
                    <a:pt x="244450" y="182160"/>
                  </a:lnTo>
                  <a:lnTo>
                    <a:pt x="245265" y="180595"/>
                  </a:lnTo>
                  <a:lnTo>
                    <a:pt x="244015" y="179171"/>
                  </a:lnTo>
                  <a:lnTo>
                    <a:pt x="243740" y="178054"/>
                  </a:lnTo>
                  <a:lnTo>
                    <a:pt x="242313" y="176893"/>
                  </a:lnTo>
                  <a:lnTo>
                    <a:pt x="242857" y="176833"/>
                  </a:lnTo>
                  <a:lnTo>
                    <a:pt x="244327" y="176010"/>
                  </a:lnTo>
                  <a:lnTo>
                    <a:pt x="244889" y="175997"/>
                  </a:lnTo>
                  <a:lnTo>
                    <a:pt x="245970" y="176549"/>
                  </a:lnTo>
                  <a:lnTo>
                    <a:pt x="247244" y="176756"/>
                  </a:lnTo>
                  <a:lnTo>
                    <a:pt x="247432" y="176609"/>
                  </a:lnTo>
                  <a:lnTo>
                    <a:pt x="246072" y="175887"/>
                  </a:lnTo>
                  <a:lnTo>
                    <a:pt x="245669" y="175889"/>
                  </a:lnTo>
                  <a:lnTo>
                    <a:pt x="245378" y="175321"/>
                  </a:lnTo>
                  <a:lnTo>
                    <a:pt x="245646" y="174673"/>
                  </a:lnTo>
                  <a:lnTo>
                    <a:pt x="245558" y="174253"/>
                  </a:lnTo>
                  <a:lnTo>
                    <a:pt x="244785" y="173666"/>
                  </a:lnTo>
                  <a:lnTo>
                    <a:pt x="244759" y="172884"/>
                  </a:lnTo>
                  <a:lnTo>
                    <a:pt x="244412" y="172943"/>
                  </a:lnTo>
                  <a:lnTo>
                    <a:pt x="244159" y="172604"/>
                  </a:lnTo>
                  <a:lnTo>
                    <a:pt x="244352" y="172155"/>
                  </a:lnTo>
                  <a:lnTo>
                    <a:pt x="244249" y="171358"/>
                  </a:lnTo>
                  <a:lnTo>
                    <a:pt x="243687" y="170553"/>
                  </a:lnTo>
                  <a:lnTo>
                    <a:pt x="244189" y="169359"/>
                  </a:lnTo>
                  <a:lnTo>
                    <a:pt x="243619" y="168597"/>
                  </a:lnTo>
                  <a:lnTo>
                    <a:pt x="244123" y="168167"/>
                  </a:lnTo>
                  <a:lnTo>
                    <a:pt x="244607" y="167286"/>
                  </a:lnTo>
                  <a:lnTo>
                    <a:pt x="245027" y="167037"/>
                  </a:lnTo>
                  <a:lnTo>
                    <a:pt x="245102" y="166191"/>
                  </a:lnTo>
                  <a:lnTo>
                    <a:pt x="244372" y="165156"/>
                  </a:lnTo>
                  <a:lnTo>
                    <a:pt x="244264" y="164565"/>
                  </a:lnTo>
                  <a:lnTo>
                    <a:pt x="244507" y="164224"/>
                  </a:lnTo>
                  <a:lnTo>
                    <a:pt x="245468" y="163745"/>
                  </a:lnTo>
                  <a:lnTo>
                    <a:pt x="245630" y="164201"/>
                  </a:lnTo>
                  <a:lnTo>
                    <a:pt x="245488" y="165185"/>
                  </a:lnTo>
                  <a:lnTo>
                    <a:pt x="245957" y="166320"/>
                  </a:lnTo>
                  <a:lnTo>
                    <a:pt x="247570" y="166419"/>
                  </a:lnTo>
                  <a:lnTo>
                    <a:pt x="249046" y="166956"/>
                  </a:lnTo>
                  <a:lnTo>
                    <a:pt x="250655" y="166900"/>
                  </a:lnTo>
                  <a:lnTo>
                    <a:pt x="250561" y="166178"/>
                  </a:lnTo>
                  <a:lnTo>
                    <a:pt x="250202" y="166039"/>
                  </a:lnTo>
                  <a:lnTo>
                    <a:pt x="249906" y="165112"/>
                  </a:lnTo>
                  <a:lnTo>
                    <a:pt x="249580" y="164908"/>
                  </a:lnTo>
                  <a:lnTo>
                    <a:pt x="249732" y="163906"/>
                  </a:lnTo>
                  <a:lnTo>
                    <a:pt x="250386" y="162867"/>
                  </a:lnTo>
                  <a:lnTo>
                    <a:pt x="250126" y="162682"/>
                  </a:lnTo>
                  <a:lnTo>
                    <a:pt x="249811" y="162811"/>
                  </a:lnTo>
                  <a:lnTo>
                    <a:pt x="249392" y="162174"/>
                  </a:lnTo>
                  <a:lnTo>
                    <a:pt x="247597" y="162973"/>
                  </a:lnTo>
                  <a:lnTo>
                    <a:pt x="246049" y="163008"/>
                  </a:lnTo>
                  <a:lnTo>
                    <a:pt x="246106" y="162452"/>
                  </a:lnTo>
                  <a:lnTo>
                    <a:pt x="245466" y="161038"/>
                  </a:lnTo>
                  <a:lnTo>
                    <a:pt x="245897" y="159214"/>
                  </a:lnTo>
                  <a:lnTo>
                    <a:pt x="245391" y="157419"/>
                  </a:lnTo>
                  <a:lnTo>
                    <a:pt x="245780" y="156106"/>
                  </a:lnTo>
                  <a:lnTo>
                    <a:pt x="245119" y="154918"/>
                  </a:lnTo>
                  <a:lnTo>
                    <a:pt x="245927" y="154103"/>
                  </a:lnTo>
                  <a:lnTo>
                    <a:pt x="246067" y="153621"/>
                  </a:lnTo>
                  <a:lnTo>
                    <a:pt x="245608" y="153027"/>
                  </a:lnTo>
                  <a:lnTo>
                    <a:pt x="245435" y="151819"/>
                  </a:lnTo>
                  <a:lnTo>
                    <a:pt x="246495" y="150359"/>
                  </a:lnTo>
                  <a:lnTo>
                    <a:pt x="246481" y="149763"/>
                  </a:lnTo>
                  <a:lnTo>
                    <a:pt x="245884" y="149093"/>
                  </a:lnTo>
                  <a:lnTo>
                    <a:pt x="246692" y="147798"/>
                  </a:lnTo>
                  <a:lnTo>
                    <a:pt x="246310" y="146628"/>
                  </a:lnTo>
                  <a:lnTo>
                    <a:pt x="246460" y="144533"/>
                  </a:lnTo>
                  <a:lnTo>
                    <a:pt x="247417" y="143230"/>
                  </a:lnTo>
                  <a:lnTo>
                    <a:pt x="247945" y="142903"/>
                  </a:lnTo>
                  <a:lnTo>
                    <a:pt x="249457" y="142601"/>
                  </a:lnTo>
                  <a:lnTo>
                    <a:pt x="250738" y="141617"/>
                  </a:lnTo>
                  <a:lnTo>
                    <a:pt x="251643" y="141315"/>
                  </a:lnTo>
                  <a:lnTo>
                    <a:pt x="253567" y="141342"/>
                  </a:lnTo>
                  <a:lnTo>
                    <a:pt x="254860" y="140277"/>
                  </a:lnTo>
                  <a:lnTo>
                    <a:pt x="255613" y="140165"/>
                  </a:lnTo>
                  <a:lnTo>
                    <a:pt x="255696" y="140460"/>
                  </a:lnTo>
                  <a:lnTo>
                    <a:pt x="256437" y="140737"/>
                  </a:lnTo>
                  <a:lnTo>
                    <a:pt x="256738" y="140241"/>
                  </a:lnTo>
                  <a:lnTo>
                    <a:pt x="257633" y="140529"/>
                  </a:lnTo>
                  <a:lnTo>
                    <a:pt x="260045" y="144027"/>
                  </a:lnTo>
                  <a:lnTo>
                    <a:pt x="261592" y="145364"/>
                  </a:lnTo>
                  <a:lnTo>
                    <a:pt x="263036" y="147668"/>
                  </a:lnTo>
                  <a:lnTo>
                    <a:pt x="263232" y="148208"/>
                  </a:lnTo>
                  <a:lnTo>
                    <a:pt x="261476" y="148590"/>
                  </a:lnTo>
                  <a:lnTo>
                    <a:pt x="260659" y="149217"/>
                  </a:lnTo>
                  <a:lnTo>
                    <a:pt x="263215" y="150830"/>
                  </a:lnTo>
                  <a:lnTo>
                    <a:pt x="264953" y="151521"/>
                  </a:lnTo>
                  <a:lnTo>
                    <a:pt x="265582" y="153358"/>
                  </a:lnTo>
                  <a:lnTo>
                    <a:pt x="265558" y="156464"/>
                  </a:lnTo>
                  <a:lnTo>
                    <a:pt x="266911" y="156318"/>
                  </a:lnTo>
                  <a:lnTo>
                    <a:pt x="267244" y="155926"/>
                  </a:lnTo>
                  <a:lnTo>
                    <a:pt x="268872" y="155451"/>
                  </a:lnTo>
                  <a:lnTo>
                    <a:pt x="269655" y="154089"/>
                  </a:lnTo>
                  <a:lnTo>
                    <a:pt x="270218" y="153639"/>
                  </a:lnTo>
                  <a:lnTo>
                    <a:pt x="271078" y="153599"/>
                  </a:lnTo>
                  <a:lnTo>
                    <a:pt x="272757" y="153981"/>
                  </a:lnTo>
                  <a:lnTo>
                    <a:pt x="272415" y="155680"/>
                  </a:lnTo>
                  <a:lnTo>
                    <a:pt x="272832" y="157750"/>
                  </a:lnTo>
                  <a:lnTo>
                    <a:pt x="272588" y="159206"/>
                  </a:lnTo>
                  <a:lnTo>
                    <a:pt x="273763" y="160087"/>
                  </a:lnTo>
                  <a:lnTo>
                    <a:pt x="274309" y="161303"/>
                  </a:lnTo>
                  <a:lnTo>
                    <a:pt x="272396" y="161113"/>
                  </a:lnTo>
                  <a:lnTo>
                    <a:pt x="270482" y="160272"/>
                  </a:lnTo>
                  <a:lnTo>
                    <a:pt x="269272" y="160330"/>
                  </a:lnTo>
                  <a:lnTo>
                    <a:pt x="268850" y="162367"/>
                  </a:lnTo>
                  <a:lnTo>
                    <a:pt x="270737" y="162773"/>
                  </a:lnTo>
                  <a:lnTo>
                    <a:pt x="271385" y="163186"/>
                  </a:lnTo>
                  <a:lnTo>
                    <a:pt x="272436" y="164617"/>
                  </a:lnTo>
                  <a:lnTo>
                    <a:pt x="274067" y="165154"/>
                  </a:lnTo>
                  <a:lnTo>
                    <a:pt x="274982" y="165799"/>
                  </a:lnTo>
                  <a:lnTo>
                    <a:pt x="275214" y="166290"/>
                  </a:lnTo>
                  <a:lnTo>
                    <a:pt x="275085" y="166979"/>
                  </a:lnTo>
                  <a:lnTo>
                    <a:pt x="275515" y="167009"/>
                  </a:lnTo>
                  <a:lnTo>
                    <a:pt x="278062" y="169244"/>
                  </a:lnTo>
                  <a:lnTo>
                    <a:pt x="278747" y="170274"/>
                  </a:lnTo>
                  <a:lnTo>
                    <a:pt x="280020" y="170692"/>
                  </a:lnTo>
                  <a:lnTo>
                    <a:pt x="282209" y="170706"/>
                  </a:lnTo>
                  <a:lnTo>
                    <a:pt x="282998" y="170370"/>
                  </a:lnTo>
                  <a:lnTo>
                    <a:pt x="284204" y="170572"/>
                  </a:lnTo>
                  <a:lnTo>
                    <a:pt x="283704" y="171517"/>
                  </a:lnTo>
                  <a:lnTo>
                    <a:pt x="283577" y="173185"/>
                  </a:lnTo>
                  <a:lnTo>
                    <a:pt x="283996" y="174642"/>
                  </a:lnTo>
                  <a:lnTo>
                    <a:pt x="284415" y="175301"/>
                  </a:lnTo>
                  <a:lnTo>
                    <a:pt x="286273" y="175936"/>
                  </a:lnTo>
                  <a:lnTo>
                    <a:pt x="286974" y="176723"/>
                  </a:lnTo>
                  <a:lnTo>
                    <a:pt x="287884" y="177130"/>
                  </a:lnTo>
                  <a:lnTo>
                    <a:pt x="288114" y="178204"/>
                  </a:lnTo>
                  <a:lnTo>
                    <a:pt x="288635" y="178691"/>
                  </a:lnTo>
                  <a:lnTo>
                    <a:pt x="288839" y="179861"/>
                  </a:lnTo>
                  <a:lnTo>
                    <a:pt x="289563" y="180404"/>
                  </a:lnTo>
                  <a:lnTo>
                    <a:pt x="289521" y="181079"/>
                  </a:lnTo>
                  <a:lnTo>
                    <a:pt x="290330" y="181912"/>
                  </a:lnTo>
                  <a:lnTo>
                    <a:pt x="290646" y="182687"/>
                  </a:lnTo>
                  <a:lnTo>
                    <a:pt x="290511" y="183597"/>
                  </a:lnTo>
                  <a:lnTo>
                    <a:pt x="290906" y="183892"/>
                  </a:lnTo>
                  <a:lnTo>
                    <a:pt x="291387" y="184923"/>
                  </a:lnTo>
                  <a:lnTo>
                    <a:pt x="292108" y="185354"/>
                  </a:lnTo>
                  <a:lnTo>
                    <a:pt x="292906" y="186793"/>
                  </a:lnTo>
                  <a:lnTo>
                    <a:pt x="294852" y="187532"/>
                  </a:lnTo>
                  <a:lnTo>
                    <a:pt x="295277" y="186839"/>
                  </a:lnTo>
                  <a:lnTo>
                    <a:pt x="295547" y="184217"/>
                  </a:lnTo>
                  <a:lnTo>
                    <a:pt x="295286" y="182397"/>
                  </a:lnTo>
                  <a:lnTo>
                    <a:pt x="295431" y="181636"/>
                  </a:lnTo>
                  <a:lnTo>
                    <a:pt x="295818" y="181093"/>
                  </a:lnTo>
                  <a:lnTo>
                    <a:pt x="296099" y="180849"/>
                  </a:lnTo>
                  <a:lnTo>
                    <a:pt x="297714" y="181180"/>
                  </a:lnTo>
                  <a:lnTo>
                    <a:pt x="298595" y="180874"/>
                  </a:lnTo>
                  <a:lnTo>
                    <a:pt x="300545" y="179660"/>
                  </a:lnTo>
                  <a:lnTo>
                    <a:pt x="301979" y="178396"/>
                  </a:lnTo>
                  <a:lnTo>
                    <a:pt x="302341" y="177806"/>
                  </a:lnTo>
                  <a:lnTo>
                    <a:pt x="303858" y="171286"/>
                  </a:lnTo>
                  <a:lnTo>
                    <a:pt x="304701" y="170405"/>
                  </a:lnTo>
                  <a:lnTo>
                    <a:pt x="306515" y="167393"/>
                  </a:lnTo>
                  <a:lnTo>
                    <a:pt x="307246" y="166796"/>
                  </a:lnTo>
                  <a:lnTo>
                    <a:pt x="308352" y="166600"/>
                  </a:lnTo>
                  <a:lnTo>
                    <a:pt x="308505" y="166397"/>
                  </a:lnTo>
                  <a:lnTo>
                    <a:pt x="308448" y="165345"/>
                  </a:lnTo>
                  <a:lnTo>
                    <a:pt x="308970" y="164488"/>
                  </a:lnTo>
                  <a:lnTo>
                    <a:pt x="309951" y="163650"/>
                  </a:lnTo>
                  <a:lnTo>
                    <a:pt x="310439" y="162037"/>
                  </a:lnTo>
                  <a:lnTo>
                    <a:pt x="312360" y="161142"/>
                  </a:lnTo>
                  <a:lnTo>
                    <a:pt x="314087" y="159617"/>
                  </a:lnTo>
                  <a:lnTo>
                    <a:pt x="314964" y="159449"/>
                  </a:lnTo>
                  <a:lnTo>
                    <a:pt x="315684" y="158213"/>
                  </a:lnTo>
                  <a:lnTo>
                    <a:pt x="315860" y="156222"/>
                  </a:lnTo>
                  <a:lnTo>
                    <a:pt x="316247" y="155349"/>
                  </a:lnTo>
                  <a:lnTo>
                    <a:pt x="317552" y="154120"/>
                  </a:lnTo>
                  <a:lnTo>
                    <a:pt x="318475" y="153589"/>
                  </a:lnTo>
                  <a:lnTo>
                    <a:pt x="321757" y="149396"/>
                  </a:lnTo>
                  <a:lnTo>
                    <a:pt x="323005" y="148722"/>
                  </a:lnTo>
                  <a:lnTo>
                    <a:pt x="324260" y="147697"/>
                  </a:lnTo>
                  <a:lnTo>
                    <a:pt x="324423" y="146666"/>
                  </a:lnTo>
                  <a:lnTo>
                    <a:pt x="325049" y="145783"/>
                  </a:lnTo>
                  <a:lnTo>
                    <a:pt x="325069" y="145147"/>
                  </a:lnTo>
                  <a:lnTo>
                    <a:pt x="325946" y="143839"/>
                  </a:lnTo>
                  <a:lnTo>
                    <a:pt x="329216" y="142190"/>
                  </a:lnTo>
                  <a:lnTo>
                    <a:pt x="329804" y="141284"/>
                  </a:lnTo>
                  <a:lnTo>
                    <a:pt x="331985" y="142447"/>
                  </a:lnTo>
                  <a:lnTo>
                    <a:pt x="333602" y="143700"/>
                  </a:lnTo>
                  <a:lnTo>
                    <a:pt x="334516" y="142610"/>
                  </a:lnTo>
                  <a:lnTo>
                    <a:pt x="335345" y="142426"/>
                  </a:lnTo>
                  <a:lnTo>
                    <a:pt x="336877" y="142871"/>
                  </a:lnTo>
                  <a:lnTo>
                    <a:pt x="336610" y="141106"/>
                  </a:lnTo>
                  <a:lnTo>
                    <a:pt x="337522" y="141052"/>
                  </a:lnTo>
                  <a:lnTo>
                    <a:pt x="338023" y="140501"/>
                  </a:lnTo>
                  <a:lnTo>
                    <a:pt x="338142" y="141629"/>
                  </a:lnTo>
                  <a:lnTo>
                    <a:pt x="340833" y="144180"/>
                  </a:lnTo>
                  <a:lnTo>
                    <a:pt x="342344" y="144398"/>
                  </a:lnTo>
                  <a:lnTo>
                    <a:pt x="342715" y="144803"/>
                  </a:lnTo>
                  <a:lnTo>
                    <a:pt x="344193" y="145251"/>
                  </a:lnTo>
                  <a:lnTo>
                    <a:pt x="345390" y="144874"/>
                  </a:lnTo>
                  <a:lnTo>
                    <a:pt x="346193" y="144912"/>
                  </a:lnTo>
                  <a:lnTo>
                    <a:pt x="348068" y="146519"/>
                  </a:lnTo>
                  <a:lnTo>
                    <a:pt x="349945" y="146843"/>
                  </a:lnTo>
                  <a:lnTo>
                    <a:pt x="351478" y="147788"/>
                  </a:lnTo>
                  <a:lnTo>
                    <a:pt x="351473" y="149386"/>
                  </a:lnTo>
                  <a:lnTo>
                    <a:pt x="354246" y="150822"/>
                  </a:lnTo>
                  <a:lnTo>
                    <a:pt x="355671" y="151056"/>
                  </a:lnTo>
                  <a:lnTo>
                    <a:pt x="356464" y="151634"/>
                  </a:lnTo>
                  <a:lnTo>
                    <a:pt x="356764" y="149887"/>
                  </a:lnTo>
                  <a:lnTo>
                    <a:pt x="357967" y="148478"/>
                  </a:lnTo>
                  <a:lnTo>
                    <a:pt x="358068" y="147867"/>
                  </a:lnTo>
                  <a:lnTo>
                    <a:pt x="357595" y="146769"/>
                  </a:lnTo>
                  <a:lnTo>
                    <a:pt x="356785" y="145820"/>
                  </a:lnTo>
                  <a:lnTo>
                    <a:pt x="357084" y="145668"/>
                  </a:lnTo>
                  <a:lnTo>
                    <a:pt x="358285" y="143332"/>
                  </a:lnTo>
                  <a:lnTo>
                    <a:pt x="358639" y="143015"/>
                  </a:lnTo>
                  <a:lnTo>
                    <a:pt x="359892" y="142689"/>
                  </a:lnTo>
                  <a:lnTo>
                    <a:pt x="359839" y="143939"/>
                  </a:lnTo>
                  <a:lnTo>
                    <a:pt x="360358" y="144200"/>
                  </a:lnTo>
                  <a:lnTo>
                    <a:pt x="362368" y="141884"/>
                  </a:lnTo>
                  <a:lnTo>
                    <a:pt x="362235" y="141102"/>
                  </a:lnTo>
                  <a:lnTo>
                    <a:pt x="363120" y="140630"/>
                  </a:lnTo>
                  <a:lnTo>
                    <a:pt x="365061" y="138669"/>
                  </a:lnTo>
                  <a:lnTo>
                    <a:pt x="366020" y="140091"/>
                  </a:lnTo>
                  <a:lnTo>
                    <a:pt x="366881" y="140350"/>
                  </a:lnTo>
                  <a:lnTo>
                    <a:pt x="368081" y="141672"/>
                  </a:lnTo>
                  <a:lnTo>
                    <a:pt x="369124" y="142384"/>
                  </a:lnTo>
                  <a:lnTo>
                    <a:pt x="369827" y="142420"/>
                  </a:lnTo>
                  <a:lnTo>
                    <a:pt x="370059" y="142734"/>
                  </a:lnTo>
                  <a:lnTo>
                    <a:pt x="370070" y="143341"/>
                  </a:lnTo>
                  <a:lnTo>
                    <a:pt x="370594" y="143756"/>
                  </a:lnTo>
                  <a:lnTo>
                    <a:pt x="373351" y="143505"/>
                  </a:lnTo>
                  <a:lnTo>
                    <a:pt x="375972" y="143967"/>
                  </a:lnTo>
                  <a:lnTo>
                    <a:pt x="377393" y="144832"/>
                  </a:lnTo>
                  <a:lnTo>
                    <a:pt x="377741" y="144152"/>
                  </a:lnTo>
                  <a:lnTo>
                    <a:pt x="377303" y="143051"/>
                  </a:lnTo>
                  <a:lnTo>
                    <a:pt x="377412" y="142448"/>
                  </a:lnTo>
                  <a:lnTo>
                    <a:pt x="378199" y="141930"/>
                  </a:lnTo>
                  <a:lnTo>
                    <a:pt x="378810" y="141906"/>
                  </a:lnTo>
                  <a:lnTo>
                    <a:pt x="379409" y="142453"/>
                  </a:lnTo>
                  <a:lnTo>
                    <a:pt x="380066" y="142525"/>
                  </a:lnTo>
                  <a:lnTo>
                    <a:pt x="380730" y="143353"/>
                  </a:lnTo>
                  <a:lnTo>
                    <a:pt x="381510" y="143640"/>
                  </a:lnTo>
                  <a:lnTo>
                    <a:pt x="382072" y="144921"/>
                  </a:lnTo>
                  <a:lnTo>
                    <a:pt x="382397" y="145139"/>
                  </a:lnTo>
                  <a:lnTo>
                    <a:pt x="382503" y="145957"/>
                  </a:lnTo>
                  <a:lnTo>
                    <a:pt x="382732" y="146206"/>
                  </a:lnTo>
                  <a:lnTo>
                    <a:pt x="383653" y="146444"/>
                  </a:lnTo>
                  <a:lnTo>
                    <a:pt x="384821" y="147302"/>
                  </a:lnTo>
                  <a:lnTo>
                    <a:pt x="385580" y="147316"/>
                  </a:lnTo>
                  <a:lnTo>
                    <a:pt x="385962" y="146818"/>
                  </a:lnTo>
                  <a:lnTo>
                    <a:pt x="386438" y="146657"/>
                  </a:lnTo>
                  <a:lnTo>
                    <a:pt x="386936" y="146831"/>
                  </a:lnTo>
                  <a:lnTo>
                    <a:pt x="388599" y="144236"/>
                  </a:lnTo>
                  <a:lnTo>
                    <a:pt x="388190" y="143911"/>
                  </a:lnTo>
                  <a:lnTo>
                    <a:pt x="387874" y="143302"/>
                  </a:lnTo>
                  <a:lnTo>
                    <a:pt x="388034" y="143247"/>
                  </a:lnTo>
                  <a:lnTo>
                    <a:pt x="386781" y="142272"/>
                  </a:lnTo>
                  <a:lnTo>
                    <a:pt x="386473" y="142272"/>
                  </a:lnTo>
                  <a:lnTo>
                    <a:pt x="385674" y="141352"/>
                  </a:lnTo>
                  <a:lnTo>
                    <a:pt x="385320" y="140694"/>
                  </a:lnTo>
                  <a:lnTo>
                    <a:pt x="385925" y="140545"/>
                  </a:lnTo>
                  <a:lnTo>
                    <a:pt x="385082" y="139226"/>
                  </a:lnTo>
                  <a:lnTo>
                    <a:pt x="383709" y="138491"/>
                  </a:lnTo>
                  <a:lnTo>
                    <a:pt x="382443" y="138239"/>
                  </a:lnTo>
                  <a:lnTo>
                    <a:pt x="383812" y="138419"/>
                  </a:lnTo>
                  <a:lnTo>
                    <a:pt x="384839" y="138117"/>
                  </a:lnTo>
                  <a:lnTo>
                    <a:pt x="386110" y="136943"/>
                  </a:lnTo>
                  <a:lnTo>
                    <a:pt x="385472" y="137035"/>
                  </a:lnTo>
                  <a:lnTo>
                    <a:pt x="384529" y="135919"/>
                  </a:lnTo>
                  <a:lnTo>
                    <a:pt x="385090" y="135181"/>
                  </a:lnTo>
                  <a:lnTo>
                    <a:pt x="385532" y="133913"/>
                  </a:lnTo>
                  <a:lnTo>
                    <a:pt x="386245" y="133515"/>
                  </a:lnTo>
                  <a:lnTo>
                    <a:pt x="387291" y="133522"/>
                  </a:lnTo>
                  <a:lnTo>
                    <a:pt x="389344" y="132433"/>
                  </a:lnTo>
                  <a:lnTo>
                    <a:pt x="389667" y="132664"/>
                  </a:lnTo>
                  <a:lnTo>
                    <a:pt x="390715" y="132381"/>
                  </a:lnTo>
                  <a:lnTo>
                    <a:pt x="392488" y="132828"/>
                  </a:lnTo>
                  <a:lnTo>
                    <a:pt x="392399" y="132418"/>
                  </a:lnTo>
                  <a:lnTo>
                    <a:pt x="393004" y="131880"/>
                  </a:lnTo>
                  <a:lnTo>
                    <a:pt x="392943" y="131691"/>
                  </a:lnTo>
                  <a:lnTo>
                    <a:pt x="394523" y="131061"/>
                  </a:lnTo>
                  <a:lnTo>
                    <a:pt x="396390" y="130983"/>
                  </a:lnTo>
                  <a:lnTo>
                    <a:pt x="398417" y="130508"/>
                  </a:lnTo>
                  <a:lnTo>
                    <a:pt x="399958" y="130711"/>
                  </a:lnTo>
                  <a:lnTo>
                    <a:pt x="400820" y="131236"/>
                  </a:lnTo>
                  <a:lnTo>
                    <a:pt x="399990" y="132300"/>
                  </a:lnTo>
                  <a:lnTo>
                    <a:pt x="401481" y="133346"/>
                  </a:lnTo>
                  <a:lnTo>
                    <a:pt x="402375" y="134340"/>
                  </a:lnTo>
                  <a:lnTo>
                    <a:pt x="402257" y="135707"/>
                  </a:lnTo>
                  <a:lnTo>
                    <a:pt x="403437" y="135518"/>
                  </a:lnTo>
                  <a:lnTo>
                    <a:pt x="404688" y="134964"/>
                  </a:lnTo>
                  <a:lnTo>
                    <a:pt x="405953" y="136500"/>
                  </a:lnTo>
                  <a:lnTo>
                    <a:pt x="406319" y="136577"/>
                  </a:lnTo>
                  <a:lnTo>
                    <a:pt x="406403" y="136859"/>
                  </a:lnTo>
                  <a:lnTo>
                    <a:pt x="408955" y="139123"/>
                  </a:lnTo>
                  <a:lnTo>
                    <a:pt x="409698" y="139378"/>
                  </a:lnTo>
                  <a:lnTo>
                    <a:pt x="410275" y="140021"/>
                  </a:lnTo>
                  <a:lnTo>
                    <a:pt x="410654" y="140005"/>
                  </a:lnTo>
                  <a:lnTo>
                    <a:pt x="411293" y="140608"/>
                  </a:lnTo>
                  <a:lnTo>
                    <a:pt x="411239" y="140936"/>
                  </a:lnTo>
                  <a:lnTo>
                    <a:pt x="412453" y="141976"/>
                  </a:lnTo>
                  <a:lnTo>
                    <a:pt x="412966" y="141049"/>
                  </a:lnTo>
                  <a:lnTo>
                    <a:pt x="413896" y="140540"/>
                  </a:lnTo>
                  <a:lnTo>
                    <a:pt x="414371" y="139974"/>
                  </a:lnTo>
                  <a:lnTo>
                    <a:pt x="415044" y="139892"/>
                  </a:lnTo>
                  <a:lnTo>
                    <a:pt x="415608" y="138984"/>
                  </a:lnTo>
                  <a:lnTo>
                    <a:pt x="416634" y="138766"/>
                  </a:lnTo>
                  <a:lnTo>
                    <a:pt x="417881" y="137901"/>
                  </a:lnTo>
                  <a:lnTo>
                    <a:pt x="417873" y="136341"/>
                  </a:lnTo>
                  <a:lnTo>
                    <a:pt x="416906" y="134917"/>
                  </a:lnTo>
                  <a:lnTo>
                    <a:pt x="417288" y="133380"/>
                  </a:lnTo>
                  <a:lnTo>
                    <a:pt x="416618" y="132489"/>
                  </a:lnTo>
                  <a:lnTo>
                    <a:pt x="416554" y="131842"/>
                  </a:lnTo>
                  <a:lnTo>
                    <a:pt x="417395" y="131410"/>
                  </a:lnTo>
                  <a:lnTo>
                    <a:pt x="417741" y="130973"/>
                  </a:lnTo>
                  <a:lnTo>
                    <a:pt x="418176" y="129267"/>
                  </a:lnTo>
                  <a:lnTo>
                    <a:pt x="418962" y="128884"/>
                  </a:lnTo>
                  <a:lnTo>
                    <a:pt x="418977" y="128427"/>
                  </a:lnTo>
                  <a:lnTo>
                    <a:pt x="419539" y="127772"/>
                  </a:lnTo>
                  <a:lnTo>
                    <a:pt x="419452" y="126868"/>
                  </a:lnTo>
                  <a:lnTo>
                    <a:pt x="419096" y="126664"/>
                  </a:lnTo>
                  <a:lnTo>
                    <a:pt x="420071" y="123329"/>
                  </a:lnTo>
                  <a:lnTo>
                    <a:pt x="420380" y="123166"/>
                  </a:lnTo>
                  <a:lnTo>
                    <a:pt x="420533" y="122627"/>
                  </a:lnTo>
                  <a:lnTo>
                    <a:pt x="420391" y="122389"/>
                  </a:lnTo>
                  <a:lnTo>
                    <a:pt x="421093" y="122212"/>
                  </a:lnTo>
                  <a:lnTo>
                    <a:pt x="421643" y="121778"/>
                  </a:lnTo>
                  <a:lnTo>
                    <a:pt x="421892" y="121193"/>
                  </a:lnTo>
                  <a:lnTo>
                    <a:pt x="422749" y="121096"/>
                  </a:lnTo>
                  <a:lnTo>
                    <a:pt x="423657" y="120649"/>
                  </a:lnTo>
                  <a:lnTo>
                    <a:pt x="424343" y="120707"/>
                  </a:lnTo>
                  <a:lnTo>
                    <a:pt x="424755" y="120405"/>
                  </a:lnTo>
                  <a:lnTo>
                    <a:pt x="425966" y="120797"/>
                  </a:lnTo>
                  <a:lnTo>
                    <a:pt x="426271" y="120690"/>
                  </a:lnTo>
                  <a:lnTo>
                    <a:pt x="426720" y="120360"/>
                  </a:lnTo>
                  <a:lnTo>
                    <a:pt x="427106" y="118966"/>
                  </a:lnTo>
                  <a:lnTo>
                    <a:pt x="428283" y="119013"/>
                  </a:lnTo>
                  <a:lnTo>
                    <a:pt x="429561" y="118483"/>
                  </a:lnTo>
                  <a:lnTo>
                    <a:pt x="429617" y="117572"/>
                  </a:lnTo>
                  <a:lnTo>
                    <a:pt x="429344" y="116384"/>
                  </a:lnTo>
                  <a:lnTo>
                    <a:pt x="431739" y="114924"/>
                  </a:lnTo>
                  <a:lnTo>
                    <a:pt x="432211" y="114822"/>
                  </a:lnTo>
                  <a:lnTo>
                    <a:pt x="434035" y="115148"/>
                  </a:lnTo>
                  <a:lnTo>
                    <a:pt x="434430" y="113926"/>
                  </a:lnTo>
                  <a:lnTo>
                    <a:pt x="436247" y="110825"/>
                  </a:lnTo>
                  <a:lnTo>
                    <a:pt x="436548" y="110695"/>
                  </a:lnTo>
                  <a:lnTo>
                    <a:pt x="436318" y="109521"/>
                  </a:lnTo>
                  <a:lnTo>
                    <a:pt x="436618" y="108250"/>
                  </a:lnTo>
                  <a:lnTo>
                    <a:pt x="437507" y="107653"/>
                  </a:lnTo>
                  <a:lnTo>
                    <a:pt x="437158" y="106104"/>
                  </a:lnTo>
                  <a:lnTo>
                    <a:pt x="436697" y="105182"/>
                  </a:lnTo>
                  <a:lnTo>
                    <a:pt x="435132" y="103912"/>
                  </a:lnTo>
                  <a:lnTo>
                    <a:pt x="435197" y="102753"/>
                  </a:lnTo>
                  <a:lnTo>
                    <a:pt x="435778" y="102123"/>
                  </a:lnTo>
                  <a:lnTo>
                    <a:pt x="436380" y="101940"/>
                  </a:lnTo>
                  <a:lnTo>
                    <a:pt x="437576" y="100707"/>
                  </a:lnTo>
                  <a:lnTo>
                    <a:pt x="438226" y="100602"/>
                  </a:lnTo>
                  <a:lnTo>
                    <a:pt x="439188" y="99988"/>
                  </a:lnTo>
                  <a:lnTo>
                    <a:pt x="438849" y="99209"/>
                  </a:lnTo>
                  <a:lnTo>
                    <a:pt x="439322" y="97936"/>
                  </a:lnTo>
                  <a:lnTo>
                    <a:pt x="439056" y="97681"/>
                  </a:lnTo>
                  <a:lnTo>
                    <a:pt x="438802" y="96657"/>
                  </a:lnTo>
                  <a:lnTo>
                    <a:pt x="440114" y="95791"/>
                  </a:lnTo>
                  <a:lnTo>
                    <a:pt x="440721" y="95698"/>
                  </a:lnTo>
                  <a:lnTo>
                    <a:pt x="441523" y="95651"/>
                  </a:lnTo>
                  <a:lnTo>
                    <a:pt x="442126" y="96001"/>
                  </a:lnTo>
                  <a:lnTo>
                    <a:pt x="443115" y="96083"/>
                  </a:lnTo>
                  <a:lnTo>
                    <a:pt x="444597" y="95832"/>
                  </a:lnTo>
                  <a:lnTo>
                    <a:pt x="447142" y="95915"/>
                  </a:lnTo>
                  <a:lnTo>
                    <a:pt x="449263" y="95466"/>
                  </a:lnTo>
                  <a:lnTo>
                    <a:pt x="449514" y="96147"/>
                  </a:lnTo>
                  <a:lnTo>
                    <a:pt x="449574" y="97489"/>
                  </a:lnTo>
                  <a:lnTo>
                    <a:pt x="451193" y="97297"/>
                  </a:lnTo>
                  <a:lnTo>
                    <a:pt x="452397" y="97867"/>
                  </a:lnTo>
                  <a:lnTo>
                    <a:pt x="453394" y="97584"/>
                  </a:lnTo>
                  <a:lnTo>
                    <a:pt x="454290" y="98051"/>
                  </a:lnTo>
                  <a:lnTo>
                    <a:pt x="454917" y="98754"/>
                  </a:lnTo>
                  <a:lnTo>
                    <a:pt x="456881" y="98748"/>
                  </a:lnTo>
                  <a:lnTo>
                    <a:pt x="457061" y="97847"/>
                  </a:lnTo>
                  <a:lnTo>
                    <a:pt x="458124" y="96199"/>
                  </a:lnTo>
                  <a:lnTo>
                    <a:pt x="459319" y="92591"/>
                  </a:lnTo>
                  <a:lnTo>
                    <a:pt x="460699" y="92462"/>
                  </a:lnTo>
                  <a:lnTo>
                    <a:pt x="462279" y="91217"/>
                  </a:lnTo>
                  <a:lnTo>
                    <a:pt x="462206" y="90724"/>
                  </a:lnTo>
                  <a:lnTo>
                    <a:pt x="462463" y="89965"/>
                  </a:lnTo>
                  <a:lnTo>
                    <a:pt x="463088" y="89137"/>
                  </a:lnTo>
                  <a:lnTo>
                    <a:pt x="463298" y="88090"/>
                  </a:lnTo>
                  <a:lnTo>
                    <a:pt x="463548" y="87871"/>
                  </a:lnTo>
                  <a:lnTo>
                    <a:pt x="463491" y="87496"/>
                  </a:lnTo>
                  <a:lnTo>
                    <a:pt x="463182" y="87473"/>
                  </a:lnTo>
                  <a:lnTo>
                    <a:pt x="462580" y="86837"/>
                  </a:lnTo>
                  <a:lnTo>
                    <a:pt x="461862" y="85120"/>
                  </a:lnTo>
                  <a:lnTo>
                    <a:pt x="461577" y="85002"/>
                  </a:lnTo>
                  <a:lnTo>
                    <a:pt x="461412" y="83076"/>
                  </a:lnTo>
                  <a:lnTo>
                    <a:pt x="461591" y="82990"/>
                  </a:lnTo>
                  <a:lnTo>
                    <a:pt x="461332" y="82576"/>
                  </a:lnTo>
                  <a:lnTo>
                    <a:pt x="461762" y="82077"/>
                  </a:lnTo>
                  <a:lnTo>
                    <a:pt x="461368" y="81554"/>
                  </a:lnTo>
                  <a:lnTo>
                    <a:pt x="461359" y="80968"/>
                  </a:lnTo>
                  <a:lnTo>
                    <a:pt x="460849" y="78621"/>
                  </a:lnTo>
                  <a:lnTo>
                    <a:pt x="461232" y="78038"/>
                  </a:lnTo>
                  <a:lnTo>
                    <a:pt x="462010" y="77979"/>
                  </a:lnTo>
                  <a:lnTo>
                    <a:pt x="463460" y="77209"/>
                  </a:lnTo>
                  <a:lnTo>
                    <a:pt x="465032" y="76915"/>
                  </a:lnTo>
                  <a:lnTo>
                    <a:pt x="466417" y="77216"/>
                  </a:lnTo>
                  <a:lnTo>
                    <a:pt x="466663" y="76922"/>
                  </a:lnTo>
                  <a:lnTo>
                    <a:pt x="467674" y="77041"/>
                  </a:lnTo>
                  <a:lnTo>
                    <a:pt x="467814" y="77494"/>
                  </a:lnTo>
                  <a:lnTo>
                    <a:pt x="468473" y="77922"/>
                  </a:lnTo>
                  <a:lnTo>
                    <a:pt x="469310" y="77832"/>
                  </a:lnTo>
                  <a:lnTo>
                    <a:pt x="470140" y="78854"/>
                  </a:lnTo>
                  <a:lnTo>
                    <a:pt x="470757" y="78900"/>
                  </a:lnTo>
                  <a:lnTo>
                    <a:pt x="471010" y="79272"/>
                  </a:lnTo>
                  <a:lnTo>
                    <a:pt x="471623" y="79541"/>
                  </a:lnTo>
                  <a:lnTo>
                    <a:pt x="471694" y="79375"/>
                  </a:lnTo>
                  <a:lnTo>
                    <a:pt x="472752" y="80289"/>
                  </a:lnTo>
                  <a:lnTo>
                    <a:pt x="472835" y="81301"/>
                  </a:lnTo>
                  <a:lnTo>
                    <a:pt x="473420" y="81908"/>
                  </a:lnTo>
                  <a:lnTo>
                    <a:pt x="473074" y="82310"/>
                  </a:lnTo>
                  <a:lnTo>
                    <a:pt x="473249" y="82804"/>
                  </a:lnTo>
                  <a:lnTo>
                    <a:pt x="472228" y="84003"/>
                  </a:lnTo>
                  <a:lnTo>
                    <a:pt x="472317" y="84678"/>
                  </a:lnTo>
                  <a:lnTo>
                    <a:pt x="473189" y="85895"/>
                  </a:lnTo>
                  <a:lnTo>
                    <a:pt x="472543" y="87346"/>
                  </a:lnTo>
                  <a:lnTo>
                    <a:pt x="473546" y="87334"/>
                  </a:lnTo>
                  <a:lnTo>
                    <a:pt x="474801" y="86813"/>
                  </a:lnTo>
                  <a:lnTo>
                    <a:pt x="476850" y="86752"/>
                  </a:lnTo>
                  <a:lnTo>
                    <a:pt x="476771" y="86185"/>
                  </a:lnTo>
                  <a:lnTo>
                    <a:pt x="477017" y="85387"/>
                  </a:lnTo>
                  <a:lnTo>
                    <a:pt x="476301" y="84443"/>
                  </a:lnTo>
                  <a:lnTo>
                    <a:pt x="475131" y="83811"/>
                  </a:lnTo>
                  <a:lnTo>
                    <a:pt x="474626" y="83769"/>
                  </a:lnTo>
                  <a:lnTo>
                    <a:pt x="474704" y="83495"/>
                  </a:lnTo>
                  <a:lnTo>
                    <a:pt x="474468" y="83176"/>
                  </a:lnTo>
                  <a:lnTo>
                    <a:pt x="474863" y="83372"/>
                  </a:lnTo>
                  <a:lnTo>
                    <a:pt x="475412" y="83220"/>
                  </a:lnTo>
                  <a:lnTo>
                    <a:pt x="477787" y="81433"/>
                  </a:lnTo>
                  <a:lnTo>
                    <a:pt x="478480" y="81261"/>
                  </a:lnTo>
                  <a:lnTo>
                    <a:pt x="480885" y="81393"/>
                  </a:lnTo>
                  <a:lnTo>
                    <a:pt x="481424" y="80786"/>
                  </a:lnTo>
                  <a:lnTo>
                    <a:pt x="482523" y="80185"/>
                  </a:lnTo>
                  <a:lnTo>
                    <a:pt x="483742" y="80338"/>
                  </a:lnTo>
                  <a:lnTo>
                    <a:pt x="484248" y="80810"/>
                  </a:lnTo>
                  <a:lnTo>
                    <a:pt x="485020" y="80953"/>
                  </a:lnTo>
                  <a:lnTo>
                    <a:pt x="485824" y="80899"/>
                  </a:lnTo>
                  <a:lnTo>
                    <a:pt x="486217" y="80561"/>
                  </a:lnTo>
                  <a:lnTo>
                    <a:pt x="486527" y="80103"/>
                  </a:lnTo>
                  <a:lnTo>
                    <a:pt x="485411" y="79895"/>
                  </a:lnTo>
                  <a:lnTo>
                    <a:pt x="484284" y="79066"/>
                  </a:lnTo>
                  <a:lnTo>
                    <a:pt x="484253" y="78503"/>
                  </a:lnTo>
                  <a:lnTo>
                    <a:pt x="484610" y="77963"/>
                  </a:lnTo>
                  <a:lnTo>
                    <a:pt x="483672" y="77339"/>
                  </a:lnTo>
                  <a:lnTo>
                    <a:pt x="483300" y="76630"/>
                  </a:lnTo>
                  <a:lnTo>
                    <a:pt x="482365" y="76518"/>
                  </a:lnTo>
                  <a:lnTo>
                    <a:pt x="482865" y="74208"/>
                  </a:lnTo>
                  <a:lnTo>
                    <a:pt x="482800" y="73076"/>
                  </a:lnTo>
                  <a:lnTo>
                    <a:pt x="483633" y="72660"/>
                  </a:lnTo>
                  <a:lnTo>
                    <a:pt x="486318" y="72107"/>
                  </a:lnTo>
                  <a:lnTo>
                    <a:pt x="486864" y="71805"/>
                  </a:lnTo>
                  <a:lnTo>
                    <a:pt x="487704" y="72390"/>
                  </a:lnTo>
                  <a:lnTo>
                    <a:pt x="488951" y="72075"/>
                  </a:lnTo>
                  <a:lnTo>
                    <a:pt x="489258" y="72249"/>
                  </a:lnTo>
                  <a:lnTo>
                    <a:pt x="489241" y="72478"/>
                  </a:lnTo>
                  <a:lnTo>
                    <a:pt x="489570" y="72400"/>
                  </a:lnTo>
                  <a:lnTo>
                    <a:pt x="489912" y="72647"/>
                  </a:lnTo>
                  <a:lnTo>
                    <a:pt x="490098" y="73067"/>
                  </a:lnTo>
                  <a:lnTo>
                    <a:pt x="490801" y="73335"/>
                  </a:lnTo>
                  <a:lnTo>
                    <a:pt x="492664" y="69823"/>
                  </a:lnTo>
                  <a:lnTo>
                    <a:pt x="493104" y="67778"/>
                  </a:lnTo>
                  <a:lnTo>
                    <a:pt x="492839" y="66583"/>
                  </a:lnTo>
                  <a:lnTo>
                    <a:pt x="493394" y="65538"/>
                  </a:lnTo>
                  <a:lnTo>
                    <a:pt x="497290" y="66268"/>
                  </a:lnTo>
                  <a:lnTo>
                    <a:pt x="498529" y="66240"/>
                  </a:lnTo>
                  <a:lnTo>
                    <a:pt x="498847" y="65392"/>
                  </a:lnTo>
                  <a:lnTo>
                    <a:pt x="498783" y="64016"/>
                  </a:lnTo>
                  <a:lnTo>
                    <a:pt x="498445" y="63723"/>
                  </a:lnTo>
                  <a:lnTo>
                    <a:pt x="498335" y="62798"/>
                  </a:lnTo>
                  <a:lnTo>
                    <a:pt x="497732" y="61954"/>
                  </a:lnTo>
                  <a:lnTo>
                    <a:pt x="497857" y="61175"/>
                  </a:lnTo>
                  <a:lnTo>
                    <a:pt x="498749" y="60507"/>
                  </a:lnTo>
                  <a:lnTo>
                    <a:pt x="499410" y="60627"/>
                  </a:lnTo>
                  <a:lnTo>
                    <a:pt x="500644" y="60111"/>
                  </a:lnTo>
                  <a:lnTo>
                    <a:pt x="501072" y="60940"/>
                  </a:lnTo>
                  <a:lnTo>
                    <a:pt x="501757" y="61155"/>
                  </a:lnTo>
                  <a:lnTo>
                    <a:pt x="502615" y="60769"/>
                  </a:lnTo>
                  <a:lnTo>
                    <a:pt x="503429" y="59864"/>
                  </a:lnTo>
                  <a:lnTo>
                    <a:pt x="504046" y="59796"/>
                  </a:lnTo>
                  <a:lnTo>
                    <a:pt x="504429" y="59374"/>
                  </a:lnTo>
                  <a:lnTo>
                    <a:pt x="504944" y="59411"/>
                  </a:lnTo>
                  <a:lnTo>
                    <a:pt x="505319" y="59166"/>
                  </a:lnTo>
                  <a:lnTo>
                    <a:pt x="505118" y="58788"/>
                  </a:lnTo>
                  <a:lnTo>
                    <a:pt x="505529" y="58383"/>
                  </a:lnTo>
                  <a:lnTo>
                    <a:pt x="505537" y="57551"/>
                  </a:lnTo>
                  <a:lnTo>
                    <a:pt x="504858" y="56634"/>
                  </a:lnTo>
                  <a:lnTo>
                    <a:pt x="504732" y="55244"/>
                  </a:lnTo>
                  <a:lnTo>
                    <a:pt x="504052" y="54444"/>
                  </a:lnTo>
                  <a:lnTo>
                    <a:pt x="504197" y="54170"/>
                  </a:lnTo>
                  <a:lnTo>
                    <a:pt x="504032" y="53907"/>
                  </a:lnTo>
                  <a:lnTo>
                    <a:pt x="503622" y="53927"/>
                  </a:lnTo>
                  <a:lnTo>
                    <a:pt x="502374" y="52631"/>
                  </a:lnTo>
                  <a:lnTo>
                    <a:pt x="502181" y="52170"/>
                  </a:lnTo>
                  <a:lnTo>
                    <a:pt x="501542" y="51768"/>
                  </a:lnTo>
                  <a:lnTo>
                    <a:pt x="501203" y="50625"/>
                  </a:lnTo>
                  <a:lnTo>
                    <a:pt x="501450" y="49479"/>
                  </a:lnTo>
                  <a:lnTo>
                    <a:pt x="502312" y="49378"/>
                  </a:lnTo>
                  <a:lnTo>
                    <a:pt x="503071" y="48974"/>
                  </a:lnTo>
                  <a:lnTo>
                    <a:pt x="503364" y="49108"/>
                  </a:lnTo>
                  <a:lnTo>
                    <a:pt x="504147" y="48887"/>
                  </a:lnTo>
                  <a:lnTo>
                    <a:pt x="507608" y="49628"/>
                  </a:lnTo>
                  <a:lnTo>
                    <a:pt x="508393" y="48707"/>
                  </a:lnTo>
                  <a:lnTo>
                    <a:pt x="508722" y="47863"/>
                  </a:lnTo>
                  <a:lnTo>
                    <a:pt x="509689" y="47406"/>
                  </a:lnTo>
                  <a:lnTo>
                    <a:pt x="510193" y="47552"/>
                  </a:lnTo>
                  <a:lnTo>
                    <a:pt x="510736" y="47297"/>
                  </a:lnTo>
                  <a:lnTo>
                    <a:pt x="510594" y="47144"/>
                  </a:lnTo>
                  <a:lnTo>
                    <a:pt x="510967" y="47175"/>
                  </a:lnTo>
                  <a:lnTo>
                    <a:pt x="511177" y="46779"/>
                  </a:lnTo>
                  <a:lnTo>
                    <a:pt x="511468" y="46564"/>
                  </a:lnTo>
                  <a:lnTo>
                    <a:pt x="511670" y="46682"/>
                  </a:lnTo>
                  <a:lnTo>
                    <a:pt x="511914" y="46332"/>
                  </a:lnTo>
                  <a:lnTo>
                    <a:pt x="512418" y="46796"/>
                  </a:lnTo>
                  <a:lnTo>
                    <a:pt x="512720" y="46699"/>
                  </a:lnTo>
                  <a:lnTo>
                    <a:pt x="512974" y="47104"/>
                  </a:lnTo>
                  <a:lnTo>
                    <a:pt x="513426" y="46662"/>
                  </a:lnTo>
                  <a:lnTo>
                    <a:pt x="514561" y="46485"/>
                  </a:lnTo>
                  <a:lnTo>
                    <a:pt x="515311" y="44315"/>
                  </a:lnTo>
                  <a:lnTo>
                    <a:pt x="515143" y="43774"/>
                  </a:lnTo>
                  <a:lnTo>
                    <a:pt x="515333" y="43259"/>
                  </a:lnTo>
                  <a:lnTo>
                    <a:pt x="515096" y="43306"/>
                  </a:lnTo>
                  <a:lnTo>
                    <a:pt x="514967" y="42775"/>
                  </a:lnTo>
                  <a:lnTo>
                    <a:pt x="515260" y="41301"/>
                  </a:lnTo>
                  <a:lnTo>
                    <a:pt x="515103" y="40636"/>
                  </a:lnTo>
                  <a:lnTo>
                    <a:pt x="515863" y="38622"/>
                  </a:lnTo>
                  <a:lnTo>
                    <a:pt x="516073" y="36749"/>
                  </a:lnTo>
                  <a:lnTo>
                    <a:pt x="516947" y="35260"/>
                  </a:lnTo>
                  <a:lnTo>
                    <a:pt x="517949" y="35124"/>
                  </a:lnTo>
                  <a:lnTo>
                    <a:pt x="520071" y="35351"/>
                  </a:lnTo>
                  <a:lnTo>
                    <a:pt x="521494" y="34857"/>
                  </a:lnTo>
                  <a:lnTo>
                    <a:pt x="523025" y="34893"/>
                  </a:lnTo>
                  <a:lnTo>
                    <a:pt x="525474" y="34082"/>
                  </a:lnTo>
                  <a:lnTo>
                    <a:pt x="525945" y="33576"/>
                  </a:lnTo>
                  <a:lnTo>
                    <a:pt x="527453" y="32704"/>
                  </a:lnTo>
                  <a:lnTo>
                    <a:pt x="528972" y="32226"/>
                  </a:lnTo>
                  <a:lnTo>
                    <a:pt x="530992" y="32908"/>
                  </a:lnTo>
                  <a:lnTo>
                    <a:pt x="532451" y="32736"/>
                  </a:lnTo>
                  <a:lnTo>
                    <a:pt x="532621" y="32886"/>
                  </a:lnTo>
                  <a:lnTo>
                    <a:pt x="533366" y="32651"/>
                  </a:lnTo>
                  <a:lnTo>
                    <a:pt x="533939" y="33019"/>
                  </a:lnTo>
                  <a:lnTo>
                    <a:pt x="534637" y="32914"/>
                  </a:lnTo>
                  <a:lnTo>
                    <a:pt x="535274" y="33464"/>
                  </a:lnTo>
                  <a:lnTo>
                    <a:pt x="535618" y="33496"/>
                  </a:lnTo>
                  <a:lnTo>
                    <a:pt x="535530" y="33285"/>
                  </a:lnTo>
                  <a:lnTo>
                    <a:pt x="535798" y="33215"/>
                  </a:lnTo>
                  <a:lnTo>
                    <a:pt x="535929" y="33408"/>
                  </a:lnTo>
                  <a:lnTo>
                    <a:pt x="536315" y="33153"/>
                  </a:lnTo>
                  <a:lnTo>
                    <a:pt x="537539" y="31358"/>
                  </a:lnTo>
                  <a:lnTo>
                    <a:pt x="541936" y="31702"/>
                  </a:lnTo>
                  <a:lnTo>
                    <a:pt x="542407" y="32480"/>
                  </a:lnTo>
                  <a:lnTo>
                    <a:pt x="543720" y="33586"/>
                  </a:lnTo>
                  <a:lnTo>
                    <a:pt x="543942" y="31635"/>
                  </a:lnTo>
                  <a:lnTo>
                    <a:pt x="544399" y="31488"/>
                  </a:lnTo>
                  <a:lnTo>
                    <a:pt x="544259" y="31167"/>
                  </a:lnTo>
                  <a:lnTo>
                    <a:pt x="544794" y="31018"/>
                  </a:lnTo>
                  <a:lnTo>
                    <a:pt x="543810" y="29707"/>
                  </a:lnTo>
                  <a:lnTo>
                    <a:pt x="543895" y="29329"/>
                  </a:lnTo>
                  <a:lnTo>
                    <a:pt x="543616" y="29188"/>
                  </a:lnTo>
                  <a:lnTo>
                    <a:pt x="543747" y="28978"/>
                  </a:lnTo>
                  <a:lnTo>
                    <a:pt x="543462" y="29037"/>
                  </a:lnTo>
                  <a:lnTo>
                    <a:pt x="543462" y="28458"/>
                  </a:lnTo>
                  <a:lnTo>
                    <a:pt x="545347" y="26570"/>
                  </a:lnTo>
                  <a:lnTo>
                    <a:pt x="545204" y="25937"/>
                  </a:lnTo>
                  <a:lnTo>
                    <a:pt x="545569" y="25759"/>
                  </a:lnTo>
                  <a:lnTo>
                    <a:pt x="545468" y="25498"/>
                  </a:lnTo>
                  <a:lnTo>
                    <a:pt x="546506" y="23914"/>
                  </a:lnTo>
                  <a:lnTo>
                    <a:pt x="546230" y="23321"/>
                  </a:lnTo>
                  <a:lnTo>
                    <a:pt x="546679" y="22614"/>
                  </a:lnTo>
                  <a:lnTo>
                    <a:pt x="547277" y="22380"/>
                  </a:lnTo>
                  <a:lnTo>
                    <a:pt x="547463" y="22054"/>
                  </a:lnTo>
                  <a:lnTo>
                    <a:pt x="547565" y="21132"/>
                  </a:lnTo>
                  <a:lnTo>
                    <a:pt x="546694" y="18998"/>
                  </a:lnTo>
                  <a:lnTo>
                    <a:pt x="547245" y="17291"/>
                  </a:lnTo>
                  <a:lnTo>
                    <a:pt x="549235" y="18266"/>
                  </a:lnTo>
                  <a:lnTo>
                    <a:pt x="550836" y="19872"/>
                  </a:lnTo>
                  <a:lnTo>
                    <a:pt x="552194" y="20076"/>
                  </a:lnTo>
                  <a:lnTo>
                    <a:pt x="554161" y="19741"/>
                  </a:lnTo>
                  <a:lnTo>
                    <a:pt x="555657" y="20438"/>
                  </a:lnTo>
                  <a:lnTo>
                    <a:pt x="557534" y="20928"/>
                  </a:lnTo>
                  <a:lnTo>
                    <a:pt x="559056" y="20782"/>
                  </a:lnTo>
                  <a:lnTo>
                    <a:pt x="559244" y="19167"/>
                  </a:lnTo>
                  <a:lnTo>
                    <a:pt x="559655" y="18156"/>
                  </a:lnTo>
                  <a:lnTo>
                    <a:pt x="559554" y="17707"/>
                  </a:lnTo>
                  <a:lnTo>
                    <a:pt x="560174" y="16245"/>
                  </a:lnTo>
                  <a:lnTo>
                    <a:pt x="560513" y="16008"/>
                  </a:lnTo>
                  <a:lnTo>
                    <a:pt x="560892" y="15156"/>
                  </a:lnTo>
                  <a:lnTo>
                    <a:pt x="563353" y="14049"/>
                  </a:lnTo>
                  <a:lnTo>
                    <a:pt x="563118" y="13894"/>
                  </a:lnTo>
                  <a:lnTo>
                    <a:pt x="563755" y="12898"/>
                  </a:lnTo>
                  <a:lnTo>
                    <a:pt x="563641" y="11261"/>
                  </a:lnTo>
                  <a:lnTo>
                    <a:pt x="563277" y="10918"/>
                  </a:lnTo>
                  <a:lnTo>
                    <a:pt x="563137" y="10053"/>
                  </a:lnTo>
                  <a:lnTo>
                    <a:pt x="562557" y="9890"/>
                  </a:lnTo>
                  <a:lnTo>
                    <a:pt x="562452" y="8291"/>
                  </a:lnTo>
                  <a:lnTo>
                    <a:pt x="562220" y="8224"/>
                  </a:lnTo>
                  <a:lnTo>
                    <a:pt x="562269" y="7998"/>
                  </a:lnTo>
                  <a:lnTo>
                    <a:pt x="561805" y="7380"/>
                  </a:lnTo>
                  <a:lnTo>
                    <a:pt x="561938" y="6305"/>
                  </a:lnTo>
                  <a:lnTo>
                    <a:pt x="561572" y="6034"/>
                  </a:lnTo>
                  <a:lnTo>
                    <a:pt x="560733" y="6143"/>
                  </a:lnTo>
                  <a:lnTo>
                    <a:pt x="559973" y="5385"/>
                  </a:lnTo>
                  <a:lnTo>
                    <a:pt x="559588" y="5555"/>
                  </a:lnTo>
                  <a:lnTo>
                    <a:pt x="558525" y="3773"/>
                  </a:lnTo>
                  <a:lnTo>
                    <a:pt x="558644" y="2992"/>
                  </a:lnTo>
                  <a:lnTo>
                    <a:pt x="558380" y="2592"/>
                  </a:lnTo>
                  <a:lnTo>
                    <a:pt x="557966" y="2526"/>
                  </a:lnTo>
                  <a:lnTo>
                    <a:pt x="557517" y="2105"/>
                  </a:lnTo>
                  <a:lnTo>
                    <a:pt x="557067" y="1375"/>
                  </a:lnTo>
                  <a:lnTo>
                    <a:pt x="556414" y="1118"/>
                  </a:lnTo>
                  <a:lnTo>
                    <a:pt x="556267" y="489"/>
                  </a:lnTo>
                  <a:lnTo>
                    <a:pt x="556841" y="433"/>
                  </a:lnTo>
                  <a:lnTo>
                    <a:pt x="558591" y="871"/>
                  </a:lnTo>
                  <a:lnTo>
                    <a:pt x="559321" y="654"/>
                  </a:lnTo>
                  <a:lnTo>
                    <a:pt x="559792" y="1007"/>
                  </a:lnTo>
                  <a:lnTo>
                    <a:pt x="561365" y="671"/>
                  </a:lnTo>
                  <a:lnTo>
                    <a:pt x="562004" y="183"/>
                  </a:lnTo>
                  <a:lnTo>
                    <a:pt x="562544" y="369"/>
                  </a:lnTo>
                  <a:lnTo>
                    <a:pt x="562913" y="70"/>
                  </a:lnTo>
                  <a:lnTo>
                    <a:pt x="563608" y="0"/>
                  </a:lnTo>
                  <a:lnTo>
                    <a:pt x="564818" y="255"/>
                  </a:lnTo>
                  <a:lnTo>
                    <a:pt x="564880" y="560"/>
                  </a:lnTo>
                  <a:lnTo>
                    <a:pt x="565554" y="928"/>
                  </a:lnTo>
                  <a:lnTo>
                    <a:pt x="566213" y="736"/>
                  </a:lnTo>
                  <a:lnTo>
                    <a:pt x="567649" y="1253"/>
                  </a:lnTo>
                  <a:lnTo>
                    <a:pt x="567845" y="1864"/>
                  </a:lnTo>
                  <a:lnTo>
                    <a:pt x="568387" y="2146"/>
                  </a:lnTo>
                  <a:lnTo>
                    <a:pt x="569099" y="3018"/>
                  </a:lnTo>
                  <a:lnTo>
                    <a:pt x="569574" y="3119"/>
                  </a:lnTo>
                  <a:lnTo>
                    <a:pt x="570007" y="3899"/>
                  </a:lnTo>
                  <a:lnTo>
                    <a:pt x="570004" y="4537"/>
                  </a:lnTo>
                  <a:lnTo>
                    <a:pt x="571352" y="5535"/>
                  </a:lnTo>
                  <a:lnTo>
                    <a:pt x="572052" y="6909"/>
                  </a:lnTo>
                  <a:lnTo>
                    <a:pt x="571847" y="7443"/>
                  </a:lnTo>
                  <a:lnTo>
                    <a:pt x="570132" y="8354"/>
                  </a:lnTo>
                  <a:lnTo>
                    <a:pt x="569829" y="8696"/>
                  </a:lnTo>
                  <a:lnTo>
                    <a:pt x="569687" y="9582"/>
                  </a:lnTo>
                  <a:lnTo>
                    <a:pt x="569709" y="10569"/>
                  </a:lnTo>
                  <a:lnTo>
                    <a:pt x="570501" y="12218"/>
                  </a:lnTo>
                  <a:lnTo>
                    <a:pt x="571516" y="13656"/>
                  </a:lnTo>
                  <a:lnTo>
                    <a:pt x="572457" y="14169"/>
                  </a:lnTo>
                  <a:lnTo>
                    <a:pt x="574141" y="16268"/>
                  </a:lnTo>
                  <a:lnTo>
                    <a:pt x="579019" y="16163"/>
                  </a:lnTo>
                  <a:lnTo>
                    <a:pt x="578863" y="16484"/>
                  </a:lnTo>
                  <a:lnTo>
                    <a:pt x="579035" y="17152"/>
                  </a:lnTo>
                  <a:lnTo>
                    <a:pt x="578791" y="17960"/>
                  </a:lnTo>
                  <a:lnTo>
                    <a:pt x="578129" y="18457"/>
                  </a:lnTo>
                  <a:lnTo>
                    <a:pt x="578325" y="19498"/>
                  </a:lnTo>
                  <a:lnTo>
                    <a:pt x="577165" y="20652"/>
                  </a:lnTo>
                  <a:lnTo>
                    <a:pt x="576580" y="22125"/>
                  </a:lnTo>
                  <a:lnTo>
                    <a:pt x="577278" y="23536"/>
                  </a:lnTo>
                  <a:lnTo>
                    <a:pt x="577202" y="25639"/>
                  </a:lnTo>
                  <a:lnTo>
                    <a:pt x="572101" y="28116"/>
                  </a:lnTo>
                  <a:lnTo>
                    <a:pt x="572129" y="28772"/>
                  </a:lnTo>
                  <a:lnTo>
                    <a:pt x="571435" y="29797"/>
                  </a:lnTo>
                  <a:lnTo>
                    <a:pt x="570973" y="30024"/>
                  </a:lnTo>
                  <a:lnTo>
                    <a:pt x="570336" y="30920"/>
                  </a:lnTo>
                  <a:lnTo>
                    <a:pt x="570106" y="30904"/>
                  </a:lnTo>
                  <a:lnTo>
                    <a:pt x="570212" y="31683"/>
                  </a:lnTo>
                  <a:lnTo>
                    <a:pt x="569801" y="31930"/>
                  </a:lnTo>
                  <a:lnTo>
                    <a:pt x="569847" y="32180"/>
                  </a:lnTo>
                  <a:lnTo>
                    <a:pt x="568614" y="32522"/>
                  </a:lnTo>
                  <a:lnTo>
                    <a:pt x="568337" y="32822"/>
                  </a:lnTo>
                  <a:lnTo>
                    <a:pt x="568471" y="33086"/>
                  </a:lnTo>
                  <a:lnTo>
                    <a:pt x="567937" y="33571"/>
                  </a:lnTo>
                  <a:lnTo>
                    <a:pt x="568085" y="33733"/>
                  </a:lnTo>
                  <a:lnTo>
                    <a:pt x="567887" y="34352"/>
                  </a:lnTo>
                  <a:lnTo>
                    <a:pt x="568043" y="34489"/>
                  </a:lnTo>
                  <a:lnTo>
                    <a:pt x="567963" y="35350"/>
                  </a:lnTo>
                  <a:lnTo>
                    <a:pt x="565541" y="37403"/>
                  </a:lnTo>
                  <a:lnTo>
                    <a:pt x="565079" y="37520"/>
                  </a:lnTo>
                  <a:lnTo>
                    <a:pt x="564745" y="37067"/>
                  </a:lnTo>
                  <a:lnTo>
                    <a:pt x="563689" y="37784"/>
                  </a:lnTo>
                  <a:lnTo>
                    <a:pt x="563439" y="38321"/>
                  </a:lnTo>
                  <a:lnTo>
                    <a:pt x="562701" y="38507"/>
                  </a:lnTo>
                  <a:lnTo>
                    <a:pt x="561842" y="39905"/>
                  </a:lnTo>
                  <a:lnTo>
                    <a:pt x="561428" y="39994"/>
                  </a:lnTo>
                  <a:lnTo>
                    <a:pt x="560957" y="40844"/>
                  </a:lnTo>
                  <a:lnTo>
                    <a:pt x="560132" y="40765"/>
                  </a:lnTo>
                  <a:lnTo>
                    <a:pt x="559213" y="41380"/>
                  </a:lnTo>
                  <a:lnTo>
                    <a:pt x="558136" y="41284"/>
                  </a:lnTo>
                  <a:lnTo>
                    <a:pt x="557900" y="40903"/>
                  </a:lnTo>
                  <a:lnTo>
                    <a:pt x="556457" y="40509"/>
                  </a:lnTo>
                  <a:lnTo>
                    <a:pt x="555062" y="40780"/>
                  </a:lnTo>
                  <a:lnTo>
                    <a:pt x="554662" y="41954"/>
                  </a:lnTo>
                  <a:lnTo>
                    <a:pt x="554882" y="42218"/>
                  </a:lnTo>
                  <a:lnTo>
                    <a:pt x="554297" y="42668"/>
                  </a:lnTo>
                  <a:lnTo>
                    <a:pt x="552559" y="45111"/>
                  </a:lnTo>
                  <a:lnTo>
                    <a:pt x="551504" y="45397"/>
                  </a:lnTo>
                  <a:lnTo>
                    <a:pt x="551256" y="45972"/>
                  </a:lnTo>
                  <a:lnTo>
                    <a:pt x="550248" y="46003"/>
                  </a:lnTo>
                  <a:lnTo>
                    <a:pt x="549617" y="46522"/>
                  </a:lnTo>
                  <a:lnTo>
                    <a:pt x="549327" y="46461"/>
                  </a:lnTo>
                  <a:lnTo>
                    <a:pt x="547292" y="48042"/>
                  </a:lnTo>
                  <a:lnTo>
                    <a:pt x="547371" y="49108"/>
                  </a:lnTo>
                  <a:lnTo>
                    <a:pt x="547148" y="49556"/>
                  </a:lnTo>
                  <a:lnTo>
                    <a:pt x="547514" y="49761"/>
                  </a:lnTo>
                  <a:lnTo>
                    <a:pt x="547507" y="50147"/>
                  </a:lnTo>
                  <a:lnTo>
                    <a:pt x="547222" y="50847"/>
                  </a:lnTo>
                  <a:lnTo>
                    <a:pt x="546620" y="51426"/>
                  </a:lnTo>
                  <a:lnTo>
                    <a:pt x="546235" y="52720"/>
                  </a:lnTo>
                  <a:lnTo>
                    <a:pt x="546635" y="53573"/>
                  </a:lnTo>
                  <a:lnTo>
                    <a:pt x="546582" y="54077"/>
                  </a:lnTo>
                  <a:lnTo>
                    <a:pt x="544833" y="54988"/>
                  </a:lnTo>
                  <a:lnTo>
                    <a:pt x="544518" y="55444"/>
                  </a:lnTo>
                  <a:lnTo>
                    <a:pt x="544859" y="55839"/>
                  </a:lnTo>
                  <a:lnTo>
                    <a:pt x="545158" y="55848"/>
                  </a:lnTo>
                  <a:lnTo>
                    <a:pt x="545075" y="56272"/>
                  </a:lnTo>
                  <a:lnTo>
                    <a:pt x="545817" y="57204"/>
                  </a:lnTo>
                  <a:lnTo>
                    <a:pt x="545939" y="56993"/>
                  </a:lnTo>
                  <a:lnTo>
                    <a:pt x="546129" y="57272"/>
                  </a:lnTo>
                  <a:lnTo>
                    <a:pt x="546511" y="57090"/>
                  </a:lnTo>
                  <a:lnTo>
                    <a:pt x="548221" y="57728"/>
                  </a:lnTo>
                  <a:lnTo>
                    <a:pt x="548527" y="57387"/>
                  </a:lnTo>
                  <a:lnTo>
                    <a:pt x="549435" y="57489"/>
                  </a:lnTo>
                  <a:lnTo>
                    <a:pt x="550872" y="57092"/>
                  </a:lnTo>
                  <a:lnTo>
                    <a:pt x="551522" y="57236"/>
                  </a:lnTo>
                  <a:lnTo>
                    <a:pt x="552048" y="56925"/>
                  </a:lnTo>
                  <a:lnTo>
                    <a:pt x="552249" y="57103"/>
                  </a:lnTo>
                  <a:lnTo>
                    <a:pt x="552335" y="56435"/>
                  </a:lnTo>
                  <a:lnTo>
                    <a:pt x="552614" y="56498"/>
                  </a:lnTo>
                  <a:lnTo>
                    <a:pt x="553301" y="55448"/>
                  </a:lnTo>
                  <a:lnTo>
                    <a:pt x="554022" y="55559"/>
                  </a:lnTo>
                  <a:lnTo>
                    <a:pt x="554397" y="55059"/>
                  </a:lnTo>
                  <a:lnTo>
                    <a:pt x="555340" y="53884"/>
                  </a:lnTo>
                  <a:lnTo>
                    <a:pt x="555831" y="52545"/>
                  </a:lnTo>
                  <a:lnTo>
                    <a:pt x="557703" y="52021"/>
                  </a:lnTo>
                  <a:lnTo>
                    <a:pt x="558265" y="51357"/>
                  </a:lnTo>
                  <a:lnTo>
                    <a:pt x="559568" y="50796"/>
                  </a:lnTo>
                  <a:lnTo>
                    <a:pt x="560033" y="50024"/>
                  </a:lnTo>
                  <a:lnTo>
                    <a:pt x="560056" y="49511"/>
                  </a:lnTo>
                  <a:lnTo>
                    <a:pt x="560660" y="49474"/>
                  </a:lnTo>
                  <a:lnTo>
                    <a:pt x="561038" y="48783"/>
                  </a:lnTo>
                  <a:lnTo>
                    <a:pt x="560978" y="48485"/>
                  </a:lnTo>
                  <a:lnTo>
                    <a:pt x="561609" y="47930"/>
                  </a:lnTo>
                  <a:lnTo>
                    <a:pt x="561797" y="47407"/>
                  </a:lnTo>
                  <a:lnTo>
                    <a:pt x="562359" y="47420"/>
                  </a:lnTo>
                  <a:lnTo>
                    <a:pt x="562607" y="46930"/>
                  </a:lnTo>
                  <a:lnTo>
                    <a:pt x="563591" y="47120"/>
                  </a:lnTo>
                  <a:lnTo>
                    <a:pt x="564736" y="46634"/>
                  </a:lnTo>
                  <a:lnTo>
                    <a:pt x="565794" y="45790"/>
                  </a:lnTo>
                  <a:lnTo>
                    <a:pt x="566659" y="45720"/>
                  </a:lnTo>
                  <a:lnTo>
                    <a:pt x="568467" y="46747"/>
                  </a:lnTo>
                  <a:lnTo>
                    <a:pt x="569450" y="46705"/>
                  </a:lnTo>
                  <a:lnTo>
                    <a:pt x="570453" y="47164"/>
                  </a:lnTo>
                  <a:lnTo>
                    <a:pt x="570531" y="47466"/>
                  </a:lnTo>
                  <a:lnTo>
                    <a:pt x="570857" y="47584"/>
                  </a:lnTo>
                  <a:lnTo>
                    <a:pt x="570820" y="47983"/>
                  </a:lnTo>
                  <a:lnTo>
                    <a:pt x="571775" y="48358"/>
                  </a:lnTo>
                  <a:lnTo>
                    <a:pt x="572874" y="47967"/>
                  </a:lnTo>
                  <a:lnTo>
                    <a:pt x="574236" y="48156"/>
                  </a:lnTo>
                  <a:lnTo>
                    <a:pt x="574714" y="47877"/>
                  </a:lnTo>
                  <a:lnTo>
                    <a:pt x="575695" y="48021"/>
                  </a:lnTo>
                  <a:lnTo>
                    <a:pt x="577089" y="49155"/>
                  </a:lnTo>
                  <a:lnTo>
                    <a:pt x="577281" y="49983"/>
                  </a:lnTo>
                  <a:lnTo>
                    <a:pt x="578585" y="50527"/>
                  </a:lnTo>
                  <a:lnTo>
                    <a:pt x="579963" y="52218"/>
                  </a:lnTo>
                  <a:lnTo>
                    <a:pt x="581820" y="53347"/>
                  </a:lnTo>
                  <a:lnTo>
                    <a:pt x="582649" y="53146"/>
                  </a:lnTo>
                  <a:lnTo>
                    <a:pt x="583614" y="53287"/>
                  </a:lnTo>
                  <a:lnTo>
                    <a:pt x="585367" y="53112"/>
                  </a:lnTo>
                  <a:lnTo>
                    <a:pt x="585921" y="53283"/>
                  </a:lnTo>
                  <a:lnTo>
                    <a:pt x="587134" y="51484"/>
                  </a:lnTo>
                  <a:lnTo>
                    <a:pt x="587396" y="52539"/>
                  </a:lnTo>
                  <a:lnTo>
                    <a:pt x="588952" y="53191"/>
                  </a:lnTo>
                  <a:lnTo>
                    <a:pt x="590196" y="53329"/>
                  </a:lnTo>
                  <a:lnTo>
                    <a:pt x="591493" y="53803"/>
                  </a:lnTo>
                  <a:lnTo>
                    <a:pt x="592112" y="54380"/>
                  </a:lnTo>
                  <a:lnTo>
                    <a:pt x="593169" y="54680"/>
                  </a:lnTo>
                  <a:lnTo>
                    <a:pt x="593803" y="55141"/>
                  </a:lnTo>
                  <a:lnTo>
                    <a:pt x="593788" y="55757"/>
                  </a:lnTo>
                  <a:lnTo>
                    <a:pt x="595150" y="56064"/>
                  </a:lnTo>
                  <a:lnTo>
                    <a:pt x="595810" y="56778"/>
                  </a:lnTo>
                  <a:lnTo>
                    <a:pt x="595410" y="58287"/>
                  </a:lnTo>
                  <a:lnTo>
                    <a:pt x="596280" y="64442"/>
                  </a:lnTo>
                  <a:lnTo>
                    <a:pt x="595583" y="66413"/>
                  </a:lnTo>
                  <a:lnTo>
                    <a:pt x="595792" y="67940"/>
                  </a:lnTo>
                  <a:lnTo>
                    <a:pt x="596166" y="68618"/>
                  </a:lnTo>
                  <a:lnTo>
                    <a:pt x="595983" y="69818"/>
                  </a:lnTo>
                  <a:lnTo>
                    <a:pt x="596237" y="70093"/>
                  </a:lnTo>
                  <a:lnTo>
                    <a:pt x="596007" y="70854"/>
                  </a:lnTo>
                  <a:lnTo>
                    <a:pt x="596093" y="71626"/>
                  </a:lnTo>
                  <a:lnTo>
                    <a:pt x="595973" y="72185"/>
                  </a:lnTo>
                  <a:lnTo>
                    <a:pt x="595183" y="73230"/>
                  </a:lnTo>
                  <a:lnTo>
                    <a:pt x="594464" y="73718"/>
                  </a:lnTo>
                  <a:lnTo>
                    <a:pt x="594459" y="74446"/>
                  </a:lnTo>
                  <a:lnTo>
                    <a:pt x="592942" y="76567"/>
                  </a:lnTo>
                  <a:lnTo>
                    <a:pt x="593082" y="77071"/>
                  </a:lnTo>
                  <a:lnTo>
                    <a:pt x="592846" y="77293"/>
                  </a:lnTo>
                  <a:lnTo>
                    <a:pt x="592319" y="77085"/>
                  </a:lnTo>
                  <a:lnTo>
                    <a:pt x="591616" y="77327"/>
                  </a:lnTo>
                  <a:lnTo>
                    <a:pt x="591082" y="77895"/>
                  </a:lnTo>
                  <a:lnTo>
                    <a:pt x="590950" y="78538"/>
                  </a:lnTo>
                  <a:lnTo>
                    <a:pt x="590463" y="79146"/>
                  </a:lnTo>
                  <a:lnTo>
                    <a:pt x="590179" y="81221"/>
                  </a:lnTo>
                  <a:lnTo>
                    <a:pt x="590385" y="82434"/>
                  </a:lnTo>
                  <a:lnTo>
                    <a:pt x="590103" y="83636"/>
                  </a:lnTo>
                  <a:lnTo>
                    <a:pt x="589135" y="84486"/>
                  </a:lnTo>
                  <a:lnTo>
                    <a:pt x="589037" y="85007"/>
                  </a:lnTo>
                  <a:lnTo>
                    <a:pt x="588584" y="85285"/>
                  </a:lnTo>
                  <a:lnTo>
                    <a:pt x="588147" y="86246"/>
                  </a:lnTo>
                  <a:lnTo>
                    <a:pt x="588159" y="87189"/>
                  </a:lnTo>
                  <a:lnTo>
                    <a:pt x="587452" y="88860"/>
                  </a:lnTo>
                  <a:lnTo>
                    <a:pt x="587278" y="90158"/>
                  </a:lnTo>
                  <a:lnTo>
                    <a:pt x="586787" y="90888"/>
                  </a:lnTo>
                  <a:lnTo>
                    <a:pt x="587096" y="91707"/>
                  </a:lnTo>
                  <a:lnTo>
                    <a:pt x="586664" y="93219"/>
                  </a:lnTo>
                  <a:lnTo>
                    <a:pt x="586848" y="94449"/>
                  </a:lnTo>
                  <a:lnTo>
                    <a:pt x="585775" y="97430"/>
                  </a:lnTo>
                  <a:lnTo>
                    <a:pt x="585264" y="97787"/>
                  </a:lnTo>
                  <a:lnTo>
                    <a:pt x="584981" y="98574"/>
                  </a:lnTo>
                  <a:lnTo>
                    <a:pt x="585065" y="99285"/>
                  </a:lnTo>
                  <a:lnTo>
                    <a:pt x="585304" y="99261"/>
                  </a:lnTo>
                  <a:lnTo>
                    <a:pt x="585576" y="99773"/>
                  </a:lnTo>
                  <a:lnTo>
                    <a:pt x="585537" y="101310"/>
                  </a:lnTo>
                  <a:lnTo>
                    <a:pt x="586017" y="102595"/>
                  </a:lnTo>
                  <a:lnTo>
                    <a:pt x="585696" y="103297"/>
                  </a:lnTo>
                  <a:lnTo>
                    <a:pt x="585875" y="105248"/>
                  </a:lnTo>
                  <a:lnTo>
                    <a:pt x="585181" y="105924"/>
                  </a:lnTo>
                  <a:lnTo>
                    <a:pt x="584567" y="105831"/>
                  </a:lnTo>
                  <a:lnTo>
                    <a:pt x="583890" y="106381"/>
                  </a:lnTo>
                  <a:lnTo>
                    <a:pt x="583896" y="107621"/>
                  </a:lnTo>
                  <a:lnTo>
                    <a:pt x="584235" y="108631"/>
                  </a:lnTo>
                  <a:lnTo>
                    <a:pt x="583742" y="109036"/>
                  </a:lnTo>
                  <a:lnTo>
                    <a:pt x="583789" y="109356"/>
                  </a:lnTo>
                  <a:lnTo>
                    <a:pt x="584247" y="109637"/>
                  </a:lnTo>
                  <a:lnTo>
                    <a:pt x="584043" y="110174"/>
                  </a:lnTo>
                  <a:lnTo>
                    <a:pt x="584199" y="111019"/>
                  </a:lnTo>
                  <a:lnTo>
                    <a:pt x="584585" y="111122"/>
                  </a:lnTo>
                  <a:lnTo>
                    <a:pt x="584996" y="110683"/>
                  </a:lnTo>
                  <a:lnTo>
                    <a:pt x="585640" y="111115"/>
                  </a:lnTo>
                  <a:lnTo>
                    <a:pt x="585895" y="111670"/>
                  </a:lnTo>
                  <a:lnTo>
                    <a:pt x="585336" y="112417"/>
                  </a:lnTo>
                  <a:lnTo>
                    <a:pt x="584531" y="112598"/>
                  </a:lnTo>
                  <a:lnTo>
                    <a:pt x="583969" y="113464"/>
                  </a:lnTo>
                  <a:lnTo>
                    <a:pt x="583863" y="115649"/>
                  </a:lnTo>
                  <a:lnTo>
                    <a:pt x="584042" y="116580"/>
                  </a:lnTo>
                  <a:lnTo>
                    <a:pt x="583730" y="116809"/>
                  </a:lnTo>
                  <a:lnTo>
                    <a:pt x="583647" y="117232"/>
                  </a:lnTo>
                  <a:lnTo>
                    <a:pt x="584132" y="118469"/>
                  </a:lnTo>
                  <a:lnTo>
                    <a:pt x="584976" y="119683"/>
                  </a:lnTo>
                  <a:lnTo>
                    <a:pt x="584626" y="120138"/>
                  </a:lnTo>
                  <a:lnTo>
                    <a:pt x="584710" y="120780"/>
                  </a:lnTo>
                  <a:lnTo>
                    <a:pt x="583824" y="122170"/>
                  </a:lnTo>
                  <a:lnTo>
                    <a:pt x="583492" y="123601"/>
                  </a:lnTo>
                  <a:lnTo>
                    <a:pt x="583059" y="124087"/>
                  </a:lnTo>
                  <a:lnTo>
                    <a:pt x="583409" y="124256"/>
                  </a:lnTo>
                  <a:lnTo>
                    <a:pt x="583228" y="124500"/>
                  </a:lnTo>
                  <a:lnTo>
                    <a:pt x="583446" y="125054"/>
                  </a:lnTo>
                  <a:lnTo>
                    <a:pt x="583161" y="126751"/>
                  </a:lnTo>
                  <a:lnTo>
                    <a:pt x="583752" y="126663"/>
                  </a:lnTo>
                  <a:lnTo>
                    <a:pt x="584196" y="126849"/>
                  </a:lnTo>
                  <a:lnTo>
                    <a:pt x="584628" y="127522"/>
                  </a:lnTo>
                  <a:lnTo>
                    <a:pt x="584164" y="127915"/>
                  </a:lnTo>
                  <a:lnTo>
                    <a:pt x="584002" y="129105"/>
                  </a:lnTo>
                  <a:lnTo>
                    <a:pt x="584193" y="129219"/>
                  </a:lnTo>
                  <a:lnTo>
                    <a:pt x="584262" y="130028"/>
                  </a:lnTo>
                  <a:lnTo>
                    <a:pt x="585060" y="130201"/>
                  </a:lnTo>
                  <a:lnTo>
                    <a:pt x="584931" y="130674"/>
                  </a:lnTo>
                  <a:lnTo>
                    <a:pt x="585354" y="130854"/>
                  </a:lnTo>
                  <a:lnTo>
                    <a:pt x="585442" y="131210"/>
                  </a:lnTo>
                  <a:lnTo>
                    <a:pt x="585001" y="131991"/>
                  </a:lnTo>
                  <a:lnTo>
                    <a:pt x="584291" y="131851"/>
                  </a:lnTo>
                  <a:lnTo>
                    <a:pt x="583302" y="132088"/>
                  </a:lnTo>
                  <a:lnTo>
                    <a:pt x="582537" y="133616"/>
                  </a:lnTo>
                  <a:lnTo>
                    <a:pt x="581650" y="134062"/>
                  </a:lnTo>
                  <a:lnTo>
                    <a:pt x="581897" y="134673"/>
                  </a:lnTo>
                  <a:lnTo>
                    <a:pt x="581483" y="135317"/>
                  </a:lnTo>
                  <a:lnTo>
                    <a:pt x="581328" y="136135"/>
                  </a:lnTo>
                  <a:lnTo>
                    <a:pt x="581453" y="136374"/>
                  </a:lnTo>
                  <a:lnTo>
                    <a:pt x="581931" y="136400"/>
                  </a:lnTo>
                  <a:lnTo>
                    <a:pt x="582105" y="136755"/>
                  </a:lnTo>
                  <a:lnTo>
                    <a:pt x="581412" y="138388"/>
                  </a:lnTo>
                  <a:lnTo>
                    <a:pt x="581032" y="138453"/>
                  </a:lnTo>
                  <a:lnTo>
                    <a:pt x="580777" y="139023"/>
                  </a:lnTo>
                  <a:lnTo>
                    <a:pt x="580354" y="139085"/>
                  </a:lnTo>
                  <a:lnTo>
                    <a:pt x="580360" y="139847"/>
                  </a:lnTo>
                  <a:lnTo>
                    <a:pt x="579648" y="140974"/>
                  </a:lnTo>
                  <a:lnTo>
                    <a:pt x="579581" y="141936"/>
                  </a:lnTo>
                  <a:lnTo>
                    <a:pt x="579902" y="142411"/>
                  </a:lnTo>
                  <a:lnTo>
                    <a:pt x="579662" y="142970"/>
                  </a:lnTo>
                  <a:lnTo>
                    <a:pt x="579889" y="143370"/>
                  </a:lnTo>
                  <a:lnTo>
                    <a:pt x="579627" y="143690"/>
                  </a:lnTo>
                  <a:lnTo>
                    <a:pt x="579920" y="144165"/>
                  </a:lnTo>
                  <a:lnTo>
                    <a:pt x="579920" y="144999"/>
                  </a:lnTo>
                  <a:lnTo>
                    <a:pt x="579181" y="145442"/>
                  </a:lnTo>
                  <a:lnTo>
                    <a:pt x="579017" y="145858"/>
                  </a:lnTo>
                  <a:lnTo>
                    <a:pt x="579178" y="146235"/>
                  </a:lnTo>
                  <a:lnTo>
                    <a:pt x="578769" y="146330"/>
                  </a:lnTo>
                  <a:lnTo>
                    <a:pt x="578620" y="146670"/>
                  </a:lnTo>
                  <a:lnTo>
                    <a:pt x="578280" y="148829"/>
                  </a:lnTo>
                  <a:lnTo>
                    <a:pt x="577318" y="149450"/>
                  </a:lnTo>
                  <a:lnTo>
                    <a:pt x="577517" y="149581"/>
                  </a:lnTo>
                  <a:lnTo>
                    <a:pt x="577263" y="150301"/>
                  </a:lnTo>
                  <a:lnTo>
                    <a:pt x="577601" y="150842"/>
                  </a:lnTo>
                  <a:lnTo>
                    <a:pt x="577572" y="152151"/>
                  </a:lnTo>
                  <a:lnTo>
                    <a:pt x="577375" y="152525"/>
                  </a:lnTo>
                  <a:lnTo>
                    <a:pt x="576851" y="152809"/>
                  </a:lnTo>
                  <a:lnTo>
                    <a:pt x="576421" y="154766"/>
                  </a:lnTo>
                  <a:lnTo>
                    <a:pt x="576554" y="155203"/>
                  </a:lnTo>
                  <a:lnTo>
                    <a:pt x="576171" y="155541"/>
                  </a:lnTo>
                  <a:lnTo>
                    <a:pt x="576369" y="155892"/>
                  </a:lnTo>
                  <a:lnTo>
                    <a:pt x="576154" y="156346"/>
                  </a:lnTo>
                  <a:lnTo>
                    <a:pt x="575863" y="156496"/>
                  </a:lnTo>
                  <a:lnTo>
                    <a:pt x="575820" y="157548"/>
                  </a:lnTo>
                  <a:lnTo>
                    <a:pt x="576078" y="157985"/>
                  </a:lnTo>
                  <a:lnTo>
                    <a:pt x="575924" y="159130"/>
                  </a:lnTo>
                  <a:lnTo>
                    <a:pt x="576989" y="159317"/>
                  </a:lnTo>
                  <a:lnTo>
                    <a:pt x="577261" y="159645"/>
                  </a:lnTo>
                  <a:lnTo>
                    <a:pt x="579458" y="159754"/>
                  </a:lnTo>
                  <a:lnTo>
                    <a:pt x="581728" y="160387"/>
                  </a:lnTo>
                  <a:lnTo>
                    <a:pt x="582167" y="160754"/>
                  </a:lnTo>
                  <a:lnTo>
                    <a:pt x="583237" y="160794"/>
                  </a:lnTo>
                  <a:lnTo>
                    <a:pt x="584677" y="159780"/>
                  </a:lnTo>
                  <a:lnTo>
                    <a:pt x="586535" y="159715"/>
                  </a:lnTo>
                  <a:lnTo>
                    <a:pt x="586840" y="158473"/>
                  </a:lnTo>
                  <a:lnTo>
                    <a:pt x="587795" y="157432"/>
                  </a:lnTo>
                  <a:lnTo>
                    <a:pt x="590296" y="157141"/>
                  </a:lnTo>
                  <a:lnTo>
                    <a:pt x="593419" y="155996"/>
                  </a:lnTo>
                  <a:lnTo>
                    <a:pt x="593916" y="156231"/>
                  </a:lnTo>
                  <a:lnTo>
                    <a:pt x="594467" y="156046"/>
                  </a:lnTo>
                  <a:lnTo>
                    <a:pt x="595514" y="156749"/>
                  </a:lnTo>
                  <a:lnTo>
                    <a:pt x="596219" y="156892"/>
                  </a:lnTo>
                  <a:lnTo>
                    <a:pt x="597550" y="158001"/>
                  </a:lnTo>
                  <a:lnTo>
                    <a:pt x="598467" y="157790"/>
                  </a:lnTo>
                  <a:lnTo>
                    <a:pt x="600489" y="158521"/>
                  </a:lnTo>
                  <a:lnTo>
                    <a:pt x="602216" y="159483"/>
                  </a:lnTo>
                  <a:lnTo>
                    <a:pt x="604162" y="159296"/>
                  </a:lnTo>
                  <a:lnTo>
                    <a:pt x="608242" y="160883"/>
                  </a:lnTo>
                  <a:lnTo>
                    <a:pt x="608480" y="160568"/>
                  </a:lnTo>
                  <a:lnTo>
                    <a:pt x="608997" y="160529"/>
                  </a:lnTo>
                  <a:lnTo>
                    <a:pt x="609450" y="159910"/>
                  </a:lnTo>
                  <a:lnTo>
                    <a:pt x="610829" y="159335"/>
                  </a:lnTo>
                  <a:lnTo>
                    <a:pt x="610929" y="158826"/>
                  </a:lnTo>
                  <a:lnTo>
                    <a:pt x="611582" y="158845"/>
                  </a:lnTo>
                  <a:lnTo>
                    <a:pt x="612036" y="158561"/>
                  </a:lnTo>
                  <a:lnTo>
                    <a:pt x="612535" y="158494"/>
                  </a:lnTo>
                  <a:lnTo>
                    <a:pt x="613253" y="158855"/>
                  </a:lnTo>
                  <a:lnTo>
                    <a:pt x="614640" y="158796"/>
                  </a:lnTo>
                  <a:lnTo>
                    <a:pt x="616000" y="159461"/>
                  </a:lnTo>
                  <a:lnTo>
                    <a:pt x="616701" y="159520"/>
                  </a:lnTo>
                  <a:lnTo>
                    <a:pt x="616539" y="160903"/>
                  </a:lnTo>
                  <a:lnTo>
                    <a:pt x="616768" y="161346"/>
                  </a:lnTo>
                  <a:lnTo>
                    <a:pt x="617235" y="161591"/>
                  </a:lnTo>
                  <a:lnTo>
                    <a:pt x="618004" y="162549"/>
                  </a:lnTo>
                  <a:lnTo>
                    <a:pt x="620459" y="164062"/>
                  </a:lnTo>
                  <a:lnTo>
                    <a:pt x="621366" y="165158"/>
                  </a:lnTo>
                  <a:lnTo>
                    <a:pt x="621528" y="165705"/>
                  </a:lnTo>
                  <a:lnTo>
                    <a:pt x="621289" y="165930"/>
                  </a:lnTo>
                  <a:lnTo>
                    <a:pt x="621342" y="166463"/>
                  </a:lnTo>
                  <a:lnTo>
                    <a:pt x="621790" y="166884"/>
                  </a:lnTo>
                  <a:lnTo>
                    <a:pt x="621793" y="167998"/>
                  </a:lnTo>
                  <a:lnTo>
                    <a:pt x="622207" y="168527"/>
                  </a:lnTo>
                  <a:lnTo>
                    <a:pt x="621557" y="169475"/>
                  </a:lnTo>
                  <a:lnTo>
                    <a:pt x="621543" y="169872"/>
                  </a:lnTo>
                  <a:lnTo>
                    <a:pt x="621227" y="169998"/>
                  </a:lnTo>
                  <a:lnTo>
                    <a:pt x="621027" y="172742"/>
                  </a:lnTo>
                  <a:lnTo>
                    <a:pt x="620307" y="173363"/>
                  </a:lnTo>
                  <a:lnTo>
                    <a:pt x="620195" y="174378"/>
                  </a:lnTo>
                  <a:lnTo>
                    <a:pt x="620282" y="175420"/>
                  </a:lnTo>
                  <a:lnTo>
                    <a:pt x="620852" y="175615"/>
                  </a:lnTo>
                  <a:lnTo>
                    <a:pt x="621147" y="178609"/>
                  </a:lnTo>
                  <a:lnTo>
                    <a:pt x="620863" y="179370"/>
                  </a:lnTo>
                  <a:lnTo>
                    <a:pt x="620213" y="180182"/>
                  </a:lnTo>
                  <a:lnTo>
                    <a:pt x="620149" y="180696"/>
                  </a:lnTo>
                  <a:lnTo>
                    <a:pt x="621577" y="183139"/>
                  </a:lnTo>
                  <a:lnTo>
                    <a:pt x="622175" y="185836"/>
                  </a:lnTo>
                  <a:lnTo>
                    <a:pt x="621922" y="187618"/>
                  </a:lnTo>
                  <a:lnTo>
                    <a:pt x="621105" y="189611"/>
                  </a:lnTo>
                  <a:lnTo>
                    <a:pt x="620633" y="191648"/>
                  </a:lnTo>
                  <a:lnTo>
                    <a:pt x="620618" y="194418"/>
                  </a:lnTo>
                  <a:lnTo>
                    <a:pt x="620251" y="195527"/>
                  </a:lnTo>
                  <a:lnTo>
                    <a:pt x="620785" y="196875"/>
                  </a:lnTo>
                  <a:lnTo>
                    <a:pt x="620602" y="197264"/>
                  </a:lnTo>
                  <a:lnTo>
                    <a:pt x="620180" y="197880"/>
                  </a:lnTo>
                  <a:lnTo>
                    <a:pt x="619707" y="198095"/>
                  </a:lnTo>
                  <a:lnTo>
                    <a:pt x="619697" y="198529"/>
                  </a:lnTo>
                  <a:lnTo>
                    <a:pt x="619370" y="198885"/>
                  </a:lnTo>
                  <a:lnTo>
                    <a:pt x="620011" y="199094"/>
                  </a:lnTo>
                  <a:lnTo>
                    <a:pt x="620446" y="199683"/>
                  </a:lnTo>
                  <a:lnTo>
                    <a:pt x="621896" y="200028"/>
                  </a:lnTo>
                  <a:lnTo>
                    <a:pt x="622355" y="200653"/>
                  </a:lnTo>
                  <a:lnTo>
                    <a:pt x="622463" y="202214"/>
                  </a:lnTo>
                  <a:lnTo>
                    <a:pt x="623138" y="202940"/>
                  </a:lnTo>
                  <a:lnTo>
                    <a:pt x="623094" y="203920"/>
                  </a:lnTo>
                  <a:lnTo>
                    <a:pt x="622626" y="204276"/>
                  </a:lnTo>
                  <a:lnTo>
                    <a:pt x="622423" y="205109"/>
                  </a:lnTo>
                  <a:lnTo>
                    <a:pt x="623125" y="207090"/>
                  </a:lnTo>
                  <a:lnTo>
                    <a:pt x="622615" y="207415"/>
                  </a:lnTo>
                  <a:lnTo>
                    <a:pt x="622615" y="208077"/>
                  </a:lnTo>
                  <a:lnTo>
                    <a:pt x="623546" y="209082"/>
                  </a:lnTo>
                  <a:lnTo>
                    <a:pt x="624057" y="210109"/>
                  </a:lnTo>
                  <a:lnTo>
                    <a:pt x="624016" y="211136"/>
                  </a:lnTo>
                  <a:lnTo>
                    <a:pt x="624180" y="211329"/>
                  </a:lnTo>
                  <a:lnTo>
                    <a:pt x="623557" y="213053"/>
                  </a:lnTo>
                  <a:lnTo>
                    <a:pt x="623798" y="213750"/>
                  </a:lnTo>
                  <a:lnTo>
                    <a:pt x="623728" y="214347"/>
                  </a:lnTo>
                  <a:lnTo>
                    <a:pt x="624000" y="214793"/>
                  </a:lnTo>
                  <a:lnTo>
                    <a:pt x="623831" y="215049"/>
                  </a:lnTo>
                  <a:lnTo>
                    <a:pt x="624338" y="219485"/>
                  </a:lnTo>
                  <a:lnTo>
                    <a:pt x="624591" y="219717"/>
                  </a:lnTo>
                  <a:lnTo>
                    <a:pt x="624845" y="223147"/>
                  </a:lnTo>
                  <a:lnTo>
                    <a:pt x="625531" y="224595"/>
                  </a:lnTo>
                  <a:lnTo>
                    <a:pt x="625683" y="226036"/>
                  </a:lnTo>
                  <a:lnTo>
                    <a:pt x="626512" y="226934"/>
                  </a:lnTo>
                  <a:lnTo>
                    <a:pt x="626383" y="227402"/>
                  </a:lnTo>
                  <a:lnTo>
                    <a:pt x="626798" y="228295"/>
                  </a:lnTo>
                  <a:lnTo>
                    <a:pt x="626331" y="230200"/>
                  </a:lnTo>
                  <a:lnTo>
                    <a:pt x="626725" y="231502"/>
                  </a:lnTo>
                  <a:lnTo>
                    <a:pt x="625714" y="234125"/>
                  </a:lnTo>
                  <a:lnTo>
                    <a:pt x="626206" y="237077"/>
                  </a:lnTo>
                  <a:lnTo>
                    <a:pt x="626044" y="237945"/>
                  </a:lnTo>
                  <a:lnTo>
                    <a:pt x="626237" y="238733"/>
                  </a:lnTo>
                  <a:lnTo>
                    <a:pt x="625719" y="239182"/>
                  </a:lnTo>
                  <a:lnTo>
                    <a:pt x="625934" y="240642"/>
                  </a:lnTo>
                  <a:lnTo>
                    <a:pt x="625657" y="241058"/>
                  </a:lnTo>
                  <a:lnTo>
                    <a:pt x="625733" y="242332"/>
                  </a:lnTo>
                  <a:lnTo>
                    <a:pt x="626084" y="243113"/>
                  </a:lnTo>
                  <a:lnTo>
                    <a:pt x="625904" y="243901"/>
                  </a:lnTo>
                  <a:lnTo>
                    <a:pt x="626228" y="244066"/>
                  </a:lnTo>
                  <a:lnTo>
                    <a:pt x="626805" y="245916"/>
                  </a:lnTo>
                  <a:lnTo>
                    <a:pt x="627299" y="246113"/>
                  </a:lnTo>
                  <a:lnTo>
                    <a:pt x="627214" y="246673"/>
                  </a:lnTo>
                  <a:lnTo>
                    <a:pt x="627472" y="247030"/>
                  </a:lnTo>
                  <a:lnTo>
                    <a:pt x="626805" y="248601"/>
                  </a:lnTo>
                  <a:lnTo>
                    <a:pt x="626950" y="250893"/>
                  </a:lnTo>
                  <a:lnTo>
                    <a:pt x="626751" y="252514"/>
                  </a:lnTo>
                  <a:lnTo>
                    <a:pt x="626376" y="252858"/>
                  </a:lnTo>
                  <a:lnTo>
                    <a:pt x="626261" y="253921"/>
                  </a:lnTo>
                  <a:lnTo>
                    <a:pt x="625358" y="254135"/>
                  </a:lnTo>
                  <a:lnTo>
                    <a:pt x="625194" y="254801"/>
                  </a:lnTo>
                  <a:lnTo>
                    <a:pt x="625257" y="255201"/>
                  </a:lnTo>
                  <a:lnTo>
                    <a:pt x="625710" y="255643"/>
                  </a:lnTo>
                  <a:lnTo>
                    <a:pt x="625850" y="256963"/>
                  </a:lnTo>
                  <a:lnTo>
                    <a:pt x="626324" y="256914"/>
                  </a:lnTo>
                  <a:lnTo>
                    <a:pt x="626590" y="257190"/>
                  </a:lnTo>
                  <a:lnTo>
                    <a:pt x="626694" y="258470"/>
                  </a:lnTo>
                  <a:lnTo>
                    <a:pt x="627766" y="258841"/>
                  </a:lnTo>
                  <a:lnTo>
                    <a:pt x="628093" y="259494"/>
                  </a:lnTo>
                  <a:lnTo>
                    <a:pt x="628686" y="261750"/>
                  </a:lnTo>
                  <a:lnTo>
                    <a:pt x="629177" y="262345"/>
                  </a:lnTo>
                  <a:lnTo>
                    <a:pt x="629183" y="264216"/>
                  </a:lnTo>
                  <a:lnTo>
                    <a:pt x="629550" y="264656"/>
                  </a:lnTo>
                  <a:lnTo>
                    <a:pt x="629439" y="265682"/>
                  </a:lnTo>
                  <a:lnTo>
                    <a:pt x="628267" y="266236"/>
                  </a:lnTo>
                  <a:lnTo>
                    <a:pt x="626261" y="266200"/>
                  </a:lnTo>
                  <a:lnTo>
                    <a:pt x="624941" y="266494"/>
                  </a:lnTo>
                  <a:lnTo>
                    <a:pt x="621794" y="267910"/>
                  </a:lnTo>
                  <a:lnTo>
                    <a:pt x="621290" y="268985"/>
                  </a:lnTo>
                  <a:lnTo>
                    <a:pt x="619648" y="269968"/>
                  </a:lnTo>
                  <a:lnTo>
                    <a:pt x="618159" y="271195"/>
                  </a:lnTo>
                  <a:lnTo>
                    <a:pt x="616572" y="271765"/>
                  </a:lnTo>
                  <a:lnTo>
                    <a:pt x="616361" y="272882"/>
                  </a:lnTo>
                  <a:lnTo>
                    <a:pt x="615761" y="273696"/>
                  </a:lnTo>
                  <a:lnTo>
                    <a:pt x="615294" y="275741"/>
                  </a:lnTo>
                  <a:lnTo>
                    <a:pt x="614239" y="277053"/>
                  </a:lnTo>
                  <a:lnTo>
                    <a:pt x="613169" y="277753"/>
                  </a:lnTo>
                  <a:lnTo>
                    <a:pt x="611923" y="278062"/>
                  </a:lnTo>
                  <a:lnTo>
                    <a:pt x="610905" y="278734"/>
                  </a:lnTo>
                  <a:lnTo>
                    <a:pt x="608440" y="279530"/>
                  </a:lnTo>
                  <a:lnTo>
                    <a:pt x="607217" y="280507"/>
                  </a:lnTo>
                  <a:lnTo>
                    <a:pt x="606362" y="282334"/>
                  </a:lnTo>
                  <a:lnTo>
                    <a:pt x="606576" y="283053"/>
                  </a:lnTo>
                  <a:lnTo>
                    <a:pt x="606322" y="284101"/>
                  </a:lnTo>
                  <a:lnTo>
                    <a:pt x="606469" y="285072"/>
                  </a:lnTo>
                  <a:lnTo>
                    <a:pt x="606261" y="287706"/>
                  </a:lnTo>
                  <a:lnTo>
                    <a:pt x="606759" y="290388"/>
                  </a:lnTo>
                  <a:lnTo>
                    <a:pt x="606337" y="291469"/>
                  </a:lnTo>
                  <a:lnTo>
                    <a:pt x="606682" y="292373"/>
                  </a:lnTo>
                  <a:lnTo>
                    <a:pt x="606696" y="293934"/>
                  </a:lnTo>
                  <a:lnTo>
                    <a:pt x="607002" y="294643"/>
                  </a:lnTo>
                  <a:lnTo>
                    <a:pt x="609192" y="297349"/>
                  </a:lnTo>
                  <a:lnTo>
                    <a:pt x="609998" y="297820"/>
                  </a:lnTo>
                  <a:lnTo>
                    <a:pt x="610637" y="297887"/>
                  </a:lnTo>
                  <a:lnTo>
                    <a:pt x="611718" y="299643"/>
                  </a:lnTo>
                  <a:lnTo>
                    <a:pt x="610485" y="299589"/>
                  </a:lnTo>
                  <a:lnTo>
                    <a:pt x="609211" y="301330"/>
                  </a:lnTo>
                  <a:lnTo>
                    <a:pt x="609965" y="301605"/>
                  </a:lnTo>
                  <a:lnTo>
                    <a:pt x="607270" y="304432"/>
                  </a:lnTo>
                  <a:lnTo>
                    <a:pt x="606232" y="303916"/>
                  </a:lnTo>
                  <a:lnTo>
                    <a:pt x="605401" y="305024"/>
                  </a:lnTo>
                  <a:lnTo>
                    <a:pt x="604283" y="305542"/>
                  </a:lnTo>
                  <a:lnTo>
                    <a:pt x="602876" y="304731"/>
                  </a:lnTo>
                  <a:lnTo>
                    <a:pt x="599837" y="303816"/>
                  </a:lnTo>
                  <a:lnTo>
                    <a:pt x="598936" y="303931"/>
                  </a:lnTo>
                  <a:lnTo>
                    <a:pt x="598373" y="304307"/>
                  </a:lnTo>
                  <a:lnTo>
                    <a:pt x="598262" y="304923"/>
                  </a:lnTo>
                  <a:lnTo>
                    <a:pt x="598513" y="305632"/>
                  </a:lnTo>
                  <a:lnTo>
                    <a:pt x="599485" y="306532"/>
                  </a:lnTo>
                  <a:lnTo>
                    <a:pt x="599601" y="307113"/>
                  </a:lnTo>
                  <a:lnTo>
                    <a:pt x="599011" y="307331"/>
                  </a:lnTo>
                  <a:lnTo>
                    <a:pt x="598859" y="308075"/>
                  </a:lnTo>
                  <a:lnTo>
                    <a:pt x="597875" y="308763"/>
                  </a:lnTo>
                  <a:lnTo>
                    <a:pt x="597347" y="309591"/>
                  </a:lnTo>
                  <a:lnTo>
                    <a:pt x="597467" y="310041"/>
                  </a:lnTo>
                  <a:lnTo>
                    <a:pt x="596479" y="311113"/>
                  </a:lnTo>
                  <a:lnTo>
                    <a:pt x="596252" y="311810"/>
                  </a:lnTo>
                  <a:lnTo>
                    <a:pt x="595269" y="312451"/>
                  </a:lnTo>
                  <a:lnTo>
                    <a:pt x="594322" y="312094"/>
                  </a:lnTo>
                  <a:lnTo>
                    <a:pt x="593936" y="312924"/>
                  </a:lnTo>
                  <a:lnTo>
                    <a:pt x="593439" y="313241"/>
                  </a:lnTo>
                  <a:lnTo>
                    <a:pt x="593255" y="313852"/>
                  </a:lnTo>
                  <a:lnTo>
                    <a:pt x="593615" y="314535"/>
                  </a:lnTo>
                  <a:lnTo>
                    <a:pt x="592345" y="316002"/>
                  </a:lnTo>
                  <a:lnTo>
                    <a:pt x="591093" y="318900"/>
                  </a:lnTo>
                  <a:lnTo>
                    <a:pt x="589848" y="320474"/>
                  </a:lnTo>
                  <a:lnTo>
                    <a:pt x="590343" y="321882"/>
                  </a:lnTo>
                  <a:lnTo>
                    <a:pt x="590053" y="323209"/>
                  </a:lnTo>
                  <a:lnTo>
                    <a:pt x="589296" y="323701"/>
                  </a:lnTo>
                  <a:lnTo>
                    <a:pt x="588362" y="325005"/>
                  </a:lnTo>
                  <a:lnTo>
                    <a:pt x="589732" y="327273"/>
                  </a:lnTo>
                  <a:lnTo>
                    <a:pt x="591352" y="330693"/>
                  </a:lnTo>
                  <a:lnTo>
                    <a:pt x="593064" y="329990"/>
                  </a:lnTo>
                  <a:lnTo>
                    <a:pt x="593499" y="330169"/>
                  </a:lnTo>
                  <a:lnTo>
                    <a:pt x="594768" y="330090"/>
                  </a:lnTo>
                  <a:lnTo>
                    <a:pt x="595964" y="330735"/>
                  </a:lnTo>
                  <a:lnTo>
                    <a:pt x="597340" y="330701"/>
                  </a:lnTo>
                  <a:lnTo>
                    <a:pt x="597332" y="330935"/>
                  </a:lnTo>
                  <a:lnTo>
                    <a:pt x="597770" y="330957"/>
                  </a:lnTo>
                  <a:lnTo>
                    <a:pt x="599053" y="331925"/>
                  </a:lnTo>
                  <a:lnTo>
                    <a:pt x="599129" y="331705"/>
                  </a:lnTo>
                  <a:lnTo>
                    <a:pt x="601181" y="331553"/>
                  </a:lnTo>
                  <a:lnTo>
                    <a:pt x="601111" y="332385"/>
                  </a:lnTo>
                  <a:lnTo>
                    <a:pt x="601918" y="334029"/>
                  </a:lnTo>
                  <a:lnTo>
                    <a:pt x="601583" y="334724"/>
                  </a:lnTo>
                  <a:lnTo>
                    <a:pt x="602441" y="336400"/>
                  </a:lnTo>
                  <a:lnTo>
                    <a:pt x="602989" y="338354"/>
                  </a:lnTo>
                  <a:lnTo>
                    <a:pt x="602816" y="339383"/>
                  </a:lnTo>
                  <a:lnTo>
                    <a:pt x="604027" y="339279"/>
                  </a:lnTo>
                  <a:lnTo>
                    <a:pt x="605908" y="340303"/>
                  </a:lnTo>
                  <a:lnTo>
                    <a:pt x="606584" y="341631"/>
                  </a:lnTo>
                  <a:lnTo>
                    <a:pt x="605959" y="342188"/>
                  </a:lnTo>
                  <a:lnTo>
                    <a:pt x="604521" y="342637"/>
                  </a:lnTo>
                  <a:lnTo>
                    <a:pt x="603379" y="343815"/>
                  </a:lnTo>
                  <a:lnTo>
                    <a:pt x="603176" y="345283"/>
                  </a:lnTo>
                  <a:lnTo>
                    <a:pt x="603549" y="346000"/>
                  </a:lnTo>
                  <a:lnTo>
                    <a:pt x="603349" y="346699"/>
                  </a:lnTo>
                  <a:lnTo>
                    <a:pt x="603469" y="347285"/>
                  </a:lnTo>
                  <a:lnTo>
                    <a:pt x="602357" y="348115"/>
                  </a:lnTo>
                  <a:lnTo>
                    <a:pt x="602245" y="348800"/>
                  </a:lnTo>
                  <a:lnTo>
                    <a:pt x="605288" y="350279"/>
                  </a:lnTo>
                  <a:lnTo>
                    <a:pt x="607130" y="350676"/>
                  </a:lnTo>
                  <a:lnTo>
                    <a:pt x="612978" y="353168"/>
                  </a:lnTo>
                  <a:lnTo>
                    <a:pt x="613122" y="354343"/>
                  </a:lnTo>
                  <a:lnTo>
                    <a:pt x="612379" y="356752"/>
                  </a:lnTo>
                  <a:lnTo>
                    <a:pt x="608169" y="354258"/>
                  </a:lnTo>
                  <a:lnTo>
                    <a:pt x="599827" y="351380"/>
                  </a:lnTo>
                  <a:lnTo>
                    <a:pt x="598224" y="350010"/>
                  </a:lnTo>
                  <a:lnTo>
                    <a:pt x="596361" y="347887"/>
                  </a:lnTo>
                  <a:lnTo>
                    <a:pt x="593279" y="342049"/>
                  </a:lnTo>
                  <a:lnTo>
                    <a:pt x="592553" y="340091"/>
                  </a:lnTo>
                  <a:lnTo>
                    <a:pt x="591959" y="337263"/>
                  </a:lnTo>
                  <a:lnTo>
                    <a:pt x="588583" y="329198"/>
                  </a:lnTo>
                  <a:lnTo>
                    <a:pt x="586061" y="324800"/>
                  </a:lnTo>
                  <a:lnTo>
                    <a:pt x="585443" y="323138"/>
                  </a:lnTo>
                  <a:lnTo>
                    <a:pt x="583263" y="319151"/>
                  </a:lnTo>
                  <a:lnTo>
                    <a:pt x="580794" y="313648"/>
                  </a:lnTo>
                  <a:lnTo>
                    <a:pt x="579227" y="311517"/>
                  </a:lnTo>
                  <a:lnTo>
                    <a:pt x="574867" y="307469"/>
                  </a:lnTo>
                  <a:lnTo>
                    <a:pt x="571895" y="306269"/>
                  </a:lnTo>
                  <a:lnTo>
                    <a:pt x="568643" y="305648"/>
                  </a:lnTo>
                  <a:lnTo>
                    <a:pt x="555154" y="304956"/>
                  </a:lnTo>
                  <a:lnTo>
                    <a:pt x="548401" y="303985"/>
                  </a:lnTo>
                  <a:lnTo>
                    <a:pt x="546263" y="304524"/>
                  </a:lnTo>
                  <a:lnTo>
                    <a:pt x="543087" y="305870"/>
                  </a:lnTo>
                  <a:lnTo>
                    <a:pt x="538334" y="306619"/>
                  </a:lnTo>
                  <a:lnTo>
                    <a:pt x="535359" y="307440"/>
                  </a:lnTo>
                  <a:lnTo>
                    <a:pt x="533147" y="308652"/>
                  </a:lnTo>
                  <a:lnTo>
                    <a:pt x="532388" y="309493"/>
                  </a:lnTo>
                  <a:lnTo>
                    <a:pt x="531847" y="310189"/>
                  </a:lnTo>
                  <a:lnTo>
                    <a:pt x="530201" y="311530"/>
                  </a:lnTo>
                  <a:lnTo>
                    <a:pt x="528943" y="312045"/>
                  </a:lnTo>
                  <a:lnTo>
                    <a:pt x="526712" y="312365"/>
                  </a:lnTo>
                  <a:lnTo>
                    <a:pt x="525338" y="312150"/>
                  </a:lnTo>
                  <a:lnTo>
                    <a:pt x="524314" y="311537"/>
                  </a:lnTo>
                  <a:lnTo>
                    <a:pt x="523217" y="310346"/>
                  </a:lnTo>
                  <a:lnTo>
                    <a:pt x="521583" y="307005"/>
                  </a:lnTo>
                  <a:lnTo>
                    <a:pt x="520787" y="305965"/>
                  </a:lnTo>
                  <a:lnTo>
                    <a:pt x="519548" y="305191"/>
                  </a:lnTo>
                  <a:lnTo>
                    <a:pt x="517361" y="304803"/>
                  </a:lnTo>
                  <a:lnTo>
                    <a:pt x="515594" y="305135"/>
                  </a:lnTo>
                  <a:lnTo>
                    <a:pt x="513690" y="305058"/>
                  </a:lnTo>
                  <a:lnTo>
                    <a:pt x="512521" y="305289"/>
                  </a:lnTo>
                  <a:lnTo>
                    <a:pt x="510425" y="306907"/>
                  </a:lnTo>
                  <a:lnTo>
                    <a:pt x="506081" y="309428"/>
                  </a:lnTo>
                  <a:lnTo>
                    <a:pt x="503751" y="311971"/>
                  </a:lnTo>
                  <a:lnTo>
                    <a:pt x="502343" y="312794"/>
                  </a:lnTo>
                  <a:lnTo>
                    <a:pt x="497176" y="313913"/>
                  </a:lnTo>
                  <a:lnTo>
                    <a:pt x="491403" y="314406"/>
                  </a:lnTo>
                  <a:lnTo>
                    <a:pt x="489120" y="315367"/>
                  </a:lnTo>
                  <a:lnTo>
                    <a:pt x="488067" y="316172"/>
                  </a:lnTo>
                  <a:lnTo>
                    <a:pt x="487491" y="316913"/>
                  </a:lnTo>
                  <a:lnTo>
                    <a:pt x="486898" y="318677"/>
                  </a:lnTo>
                  <a:lnTo>
                    <a:pt x="486491" y="322348"/>
                  </a:lnTo>
                  <a:lnTo>
                    <a:pt x="486640" y="325474"/>
                  </a:lnTo>
                  <a:lnTo>
                    <a:pt x="488315" y="336702"/>
                  </a:lnTo>
                  <a:lnTo>
                    <a:pt x="487238" y="339448"/>
                  </a:lnTo>
                  <a:lnTo>
                    <a:pt x="485503" y="343548"/>
                  </a:lnTo>
                  <a:lnTo>
                    <a:pt x="481455" y="349263"/>
                  </a:lnTo>
                  <a:lnTo>
                    <a:pt x="478679" y="354095"/>
                  </a:lnTo>
                  <a:lnTo>
                    <a:pt x="476890" y="359527"/>
                  </a:lnTo>
                  <a:lnTo>
                    <a:pt x="476515" y="362244"/>
                  </a:lnTo>
                  <a:lnTo>
                    <a:pt x="475573" y="364434"/>
                  </a:lnTo>
                  <a:lnTo>
                    <a:pt x="472715" y="366665"/>
                  </a:lnTo>
                  <a:lnTo>
                    <a:pt x="471607" y="366893"/>
                  </a:lnTo>
                  <a:lnTo>
                    <a:pt x="470430" y="367723"/>
                  </a:lnTo>
                  <a:lnTo>
                    <a:pt x="467826" y="369353"/>
                  </a:lnTo>
                  <a:lnTo>
                    <a:pt x="462080" y="373665"/>
                  </a:lnTo>
                  <a:lnTo>
                    <a:pt x="460308" y="374726"/>
                  </a:lnTo>
                  <a:lnTo>
                    <a:pt x="458403" y="375355"/>
                  </a:lnTo>
                  <a:lnTo>
                    <a:pt x="455701" y="375700"/>
                  </a:lnTo>
                  <a:lnTo>
                    <a:pt x="444724" y="376064"/>
                  </a:lnTo>
                  <a:lnTo>
                    <a:pt x="437504" y="377146"/>
                  </a:lnTo>
                  <a:lnTo>
                    <a:pt x="434250" y="378050"/>
                  </a:lnTo>
                  <a:lnTo>
                    <a:pt x="419662" y="385085"/>
                  </a:lnTo>
                  <a:lnTo>
                    <a:pt x="404003" y="388661"/>
                  </a:lnTo>
                  <a:lnTo>
                    <a:pt x="395154" y="392373"/>
                  </a:lnTo>
                  <a:lnTo>
                    <a:pt x="387324" y="394958"/>
                  </a:lnTo>
                  <a:lnTo>
                    <a:pt x="381528" y="396787"/>
                  </a:lnTo>
                  <a:lnTo>
                    <a:pt x="374869" y="398158"/>
                  </a:lnTo>
                  <a:lnTo>
                    <a:pt x="370354" y="399754"/>
                  </a:lnTo>
                  <a:lnTo>
                    <a:pt x="367540" y="399508"/>
                  </a:lnTo>
                  <a:lnTo>
                    <a:pt x="363814" y="404058"/>
                  </a:lnTo>
                  <a:lnTo>
                    <a:pt x="352035" y="396845"/>
                  </a:lnTo>
                  <a:lnTo>
                    <a:pt x="349179" y="394689"/>
                  </a:lnTo>
                  <a:lnTo>
                    <a:pt x="345986" y="393785"/>
                  </a:lnTo>
                  <a:lnTo>
                    <a:pt x="338108" y="394112"/>
                  </a:lnTo>
                  <a:lnTo>
                    <a:pt x="334153" y="398731"/>
                  </a:lnTo>
                  <a:lnTo>
                    <a:pt x="329412" y="406795"/>
                  </a:lnTo>
                  <a:lnTo>
                    <a:pt x="328029" y="409961"/>
                  </a:lnTo>
                  <a:lnTo>
                    <a:pt x="329333" y="413117"/>
                  </a:lnTo>
                  <a:lnTo>
                    <a:pt x="329069" y="415758"/>
                  </a:lnTo>
                  <a:lnTo>
                    <a:pt x="327776" y="419891"/>
                  </a:lnTo>
                  <a:lnTo>
                    <a:pt x="324622" y="422938"/>
                  </a:lnTo>
                  <a:lnTo>
                    <a:pt x="316537" y="427791"/>
                  </a:lnTo>
                  <a:lnTo>
                    <a:pt x="313280" y="428823"/>
                  </a:lnTo>
                  <a:lnTo>
                    <a:pt x="310110" y="428566"/>
                  </a:lnTo>
                  <a:lnTo>
                    <a:pt x="306023" y="427574"/>
                  </a:lnTo>
                  <a:lnTo>
                    <a:pt x="301981" y="426047"/>
                  </a:lnTo>
                  <a:lnTo>
                    <a:pt x="296465" y="423516"/>
                  </a:lnTo>
                  <a:lnTo>
                    <a:pt x="293666" y="422081"/>
                  </a:lnTo>
                  <a:lnTo>
                    <a:pt x="289120" y="419124"/>
                  </a:lnTo>
                  <a:lnTo>
                    <a:pt x="280745" y="413169"/>
                  </a:lnTo>
                  <a:lnTo>
                    <a:pt x="282191" y="409071"/>
                  </a:lnTo>
                  <a:lnTo>
                    <a:pt x="281073" y="407260"/>
                  </a:lnTo>
                  <a:lnTo>
                    <a:pt x="275734" y="405943"/>
                  </a:lnTo>
                  <a:lnTo>
                    <a:pt x="271757" y="405235"/>
                  </a:lnTo>
                  <a:lnTo>
                    <a:pt x="264446" y="402953"/>
                  </a:lnTo>
                  <a:lnTo>
                    <a:pt x="262091" y="400870"/>
                  </a:lnTo>
                  <a:lnTo>
                    <a:pt x="259236" y="398259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pg76">
              <a:extLst>
                <a:ext uri="{FF2B5EF4-FFF2-40B4-BE49-F238E27FC236}">
                  <a16:creationId xmlns:a16="http://schemas.microsoft.com/office/drawing/2014/main" id="{8F472CC4-1507-6465-A4B6-6AAC330A1AF0}"/>
                </a:ext>
              </a:extLst>
            </p:cNvPr>
            <p:cNvSpPr/>
            <p:nvPr/>
          </p:nvSpPr>
          <p:spPr>
            <a:xfrm>
              <a:off x="4387321" y="1240210"/>
              <a:ext cx="459061" cy="509854"/>
            </a:xfrm>
            <a:custGeom>
              <a:avLst/>
              <a:gdLst/>
              <a:ahLst/>
              <a:cxnLst/>
              <a:rect l="0" t="0" r="0" b="0"/>
              <a:pathLst>
                <a:path w="459061" h="509854">
                  <a:moveTo>
                    <a:pt x="217689" y="461439"/>
                  </a:moveTo>
                  <a:lnTo>
                    <a:pt x="216794" y="461868"/>
                  </a:lnTo>
                  <a:lnTo>
                    <a:pt x="216161" y="462514"/>
                  </a:lnTo>
                  <a:lnTo>
                    <a:pt x="214665" y="466104"/>
                  </a:lnTo>
                  <a:lnTo>
                    <a:pt x="212408" y="466127"/>
                  </a:lnTo>
                  <a:lnTo>
                    <a:pt x="212097" y="467690"/>
                  </a:lnTo>
                  <a:lnTo>
                    <a:pt x="212950" y="469069"/>
                  </a:lnTo>
                  <a:lnTo>
                    <a:pt x="212689" y="469832"/>
                  </a:lnTo>
                  <a:lnTo>
                    <a:pt x="212255" y="470165"/>
                  </a:lnTo>
                  <a:lnTo>
                    <a:pt x="211328" y="470174"/>
                  </a:lnTo>
                  <a:lnTo>
                    <a:pt x="210144" y="470830"/>
                  </a:lnTo>
                  <a:lnTo>
                    <a:pt x="210660" y="472155"/>
                  </a:lnTo>
                  <a:lnTo>
                    <a:pt x="212319" y="474128"/>
                  </a:lnTo>
                  <a:lnTo>
                    <a:pt x="212229" y="474911"/>
                  </a:lnTo>
                  <a:lnTo>
                    <a:pt x="210904" y="476661"/>
                  </a:lnTo>
                  <a:lnTo>
                    <a:pt x="210692" y="477621"/>
                  </a:lnTo>
                  <a:lnTo>
                    <a:pt x="210402" y="477951"/>
                  </a:lnTo>
                  <a:lnTo>
                    <a:pt x="207693" y="479079"/>
                  </a:lnTo>
                  <a:lnTo>
                    <a:pt x="208046" y="480352"/>
                  </a:lnTo>
                  <a:lnTo>
                    <a:pt x="209122" y="482209"/>
                  </a:lnTo>
                  <a:lnTo>
                    <a:pt x="209941" y="487095"/>
                  </a:lnTo>
                  <a:lnTo>
                    <a:pt x="209560" y="487792"/>
                  </a:lnTo>
                  <a:lnTo>
                    <a:pt x="209479" y="488897"/>
                  </a:lnTo>
                  <a:lnTo>
                    <a:pt x="207855" y="493570"/>
                  </a:lnTo>
                  <a:lnTo>
                    <a:pt x="207795" y="494053"/>
                  </a:lnTo>
                  <a:lnTo>
                    <a:pt x="208495" y="496735"/>
                  </a:lnTo>
                  <a:lnTo>
                    <a:pt x="208452" y="497526"/>
                  </a:lnTo>
                  <a:lnTo>
                    <a:pt x="205807" y="501035"/>
                  </a:lnTo>
                  <a:lnTo>
                    <a:pt x="205537" y="502583"/>
                  </a:lnTo>
                  <a:lnTo>
                    <a:pt x="206789" y="505526"/>
                  </a:lnTo>
                  <a:lnTo>
                    <a:pt x="206344" y="506207"/>
                  </a:lnTo>
                  <a:lnTo>
                    <a:pt x="199075" y="509854"/>
                  </a:lnTo>
                  <a:lnTo>
                    <a:pt x="198678" y="509459"/>
                  </a:lnTo>
                  <a:lnTo>
                    <a:pt x="199264" y="508949"/>
                  </a:lnTo>
                  <a:lnTo>
                    <a:pt x="200885" y="508195"/>
                  </a:lnTo>
                  <a:lnTo>
                    <a:pt x="203671" y="505842"/>
                  </a:lnTo>
                  <a:lnTo>
                    <a:pt x="204647" y="504488"/>
                  </a:lnTo>
                  <a:lnTo>
                    <a:pt x="204722" y="503945"/>
                  </a:lnTo>
                  <a:lnTo>
                    <a:pt x="202203" y="503441"/>
                  </a:lnTo>
                  <a:lnTo>
                    <a:pt x="200667" y="501904"/>
                  </a:lnTo>
                  <a:lnTo>
                    <a:pt x="198161" y="500667"/>
                  </a:lnTo>
                  <a:lnTo>
                    <a:pt x="196104" y="500560"/>
                  </a:lnTo>
                  <a:lnTo>
                    <a:pt x="194520" y="499620"/>
                  </a:lnTo>
                  <a:lnTo>
                    <a:pt x="194188" y="500230"/>
                  </a:lnTo>
                  <a:lnTo>
                    <a:pt x="193591" y="500518"/>
                  </a:lnTo>
                  <a:lnTo>
                    <a:pt x="193154" y="501056"/>
                  </a:lnTo>
                  <a:lnTo>
                    <a:pt x="192731" y="500997"/>
                  </a:lnTo>
                  <a:lnTo>
                    <a:pt x="191677" y="502216"/>
                  </a:lnTo>
                  <a:lnTo>
                    <a:pt x="191170" y="502253"/>
                  </a:lnTo>
                  <a:lnTo>
                    <a:pt x="191197" y="502449"/>
                  </a:lnTo>
                  <a:lnTo>
                    <a:pt x="190886" y="502448"/>
                  </a:lnTo>
                  <a:lnTo>
                    <a:pt x="190847" y="502660"/>
                  </a:lnTo>
                  <a:lnTo>
                    <a:pt x="190535" y="502797"/>
                  </a:lnTo>
                  <a:lnTo>
                    <a:pt x="189815" y="502432"/>
                  </a:lnTo>
                  <a:lnTo>
                    <a:pt x="189503" y="502689"/>
                  </a:lnTo>
                  <a:lnTo>
                    <a:pt x="189247" y="502547"/>
                  </a:lnTo>
                  <a:lnTo>
                    <a:pt x="188687" y="503211"/>
                  </a:lnTo>
                  <a:lnTo>
                    <a:pt x="186820" y="504127"/>
                  </a:lnTo>
                  <a:lnTo>
                    <a:pt x="185232" y="503743"/>
                  </a:lnTo>
                  <a:lnTo>
                    <a:pt x="182838" y="504847"/>
                  </a:lnTo>
                  <a:lnTo>
                    <a:pt x="181232" y="504926"/>
                  </a:lnTo>
                  <a:lnTo>
                    <a:pt x="179934" y="505272"/>
                  </a:lnTo>
                  <a:lnTo>
                    <a:pt x="177917" y="507474"/>
                  </a:lnTo>
                  <a:lnTo>
                    <a:pt x="176390" y="508574"/>
                  </a:lnTo>
                  <a:lnTo>
                    <a:pt x="173577" y="509543"/>
                  </a:lnTo>
                  <a:lnTo>
                    <a:pt x="171123" y="507656"/>
                  </a:lnTo>
                  <a:lnTo>
                    <a:pt x="170303" y="507423"/>
                  </a:lnTo>
                  <a:lnTo>
                    <a:pt x="169403" y="507567"/>
                  </a:lnTo>
                  <a:lnTo>
                    <a:pt x="168218" y="506802"/>
                  </a:lnTo>
                  <a:lnTo>
                    <a:pt x="167313" y="506830"/>
                  </a:lnTo>
                  <a:lnTo>
                    <a:pt x="167597" y="503661"/>
                  </a:lnTo>
                  <a:lnTo>
                    <a:pt x="167275" y="503394"/>
                  </a:lnTo>
                  <a:lnTo>
                    <a:pt x="166691" y="503415"/>
                  </a:lnTo>
                  <a:lnTo>
                    <a:pt x="166467" y="504076"/>
                  </a:lnTo>
                  <a:lnTo>
                    <a:pt x="166648" y="505060"/>
                  </a:lnTo>
                  <a:lnTo>
                    <a:pt x="166492" y="506927"/>
                  </a:lnTo>
                  <a:lnTo>
                    <a:pt x="165023" y="509290"/>
                  </a:lnTo>
                  <a:lnTo>
                    <a:pt x="163697" y="508429"/>
                  </a:lnTo>
                  <a:lnTo>
                    <a:pt x="163265" y="507157"/>
                  </a:lnTo>
                  <a:lnTo>
                    <a:pt x="162841" y="506068"/>
                  </a:lnTo>
                  <a:lnTo>
                    <a:pt x="162931" y="505719"/>
                  </a:lnTo>
                  <a:lnTo>
                    <a:pt x="163291" y="505560"/>
                  </a:lnTo>
                  <a:lnTo>
                    <a:pt x="163067" y="505444"/>
                  </a:lnTo>
                  <a:lnTo>
                    <a:pt x="163206" y="504922"/>
                  </a:lnTo>
                  <a:lnTo>
                    <a:pt x="162904" y="505022"/>
                  </a:lnTo>
                  <a:lnTo>
                    <a:pt x="163105" y="504420"/>
                  </a:lnTo>
                  <a:lnTo>
                    <a:pt x="162584" y="503776"/>
                  </a:lnTo>
                  <a:lnTo>
                    <a:pt x="162771" y="503374"/>
                  </a:lnTo>
                  <a:lnTo>
                    <a:pt x="162279" y="503004"/>
                  </a:lnTo>
                  <a:lnTo>
                    <a:pt x="162323" y="502409"/>
                  </a:lnTo>
                  <a:lnTo>
                    <a:pt x="162062" y="502314"/>
                  </a:lnTo>
                  <a:lnTo>
                    <a:pt x="162188" y="501821"/>
                  </a:lnTo>
                  <a:lnTo>
                    <a:pt x="161890" y="501807"/>
                  </a:lnTo>
                  <a:lnTo>
                    <a:pt x="162219" y="501555"/>
                  </a:lnTo>
                  <a:lnTo>
                    <a:pt x="161986" y="501131"/>
                  </a:lnTo>
                  <a:lnTo>
                    <a:pt x="162146" y="500554"/>
                  </a:lnTo>
                  <a:lnTo>
                    <a:pt x="161447" y="499514"/>
                  </a:lnTo>
                  <a:lnTo>
                    <a:pt x="161698" y="499328"/>
                  </a:lnTo>
                  <a:lnTo>
                    <a:pt x="161536" y="499215"/>
                  </a:lnTo>
                  <a:lnTo>
                    <a:pt x="161644" y="498633"/>
                  </a:lnTo>
                  <a:lnTo>
                    <a:pt x="161152" y="498338"/>
                  </a:lnTo>
                  <a:lnTo>
                    <a:pt x="161436" y="497944"/>
                  </a:lnTo>
                  <a:lnTo>
                    <a:pt x="161135" y="497261"/>
                  </a:lnTo>
                  <a:lnTo>
                    <a:pt x="160911" y="497221"/>
                  </a:lnTo>
                  <a:lnTo>
                    <a:pt x="161023" y="496922"/>
                  </a:lnTo>
                  <a:lnTo>
                    <a:pt x="160694" y="496853"/>
                  </a:lnTo>
                  <a:lnTo>
                    <a:pt x="160766" y="496138"/>
                  </a:lnTo>
                  <a:lnTo>
                    <a:pt x="160526" y="495842"/>
                  </a:lnTo>
                  <a:lnTo>
                    <a:pt x="160596" y="492312"/>
                  </a:lnTo>
                  <a:lnTo>
                    <a:pt x="160358" y="491582"/>
                  </a:lnTo>
                  <a:lnTo>
                    <a:pt x="160663" y="491439"/>
                  </a:lnTo>
                  <a:lnTo>
                    <a:pt x="160388" y="491059"/>
                  </a:lnTo>
                  <a:lnTo>
                    <a:pt x="160612" y="490840"/>
                  </a:lnTo>
                  <a:lnTo>
                    <a:pt x="159753" y="487889"/>
                  </a:lnTo>
                  <a:lnTo>
                    <a:pt x="159999" y="483814"/>
                  </a:lnTo>
                  <a:lnTo>
                    <a:pt x="159783" y="483421"/>
                  </a:lnTo>
                  <a:lnTo>
                    <a:pt x="159937" y="483354"/>
                  </a:lnTo>
                  <a:lnTo>
                    <a:pt x="159681" y="482636"/>
                  </a:lnTo>
                  <a:lnTo>
                    <a:pt x="159805" y="482432"/>
                  </a:lnTo>
                  <a:lnTo>
                    <a:pt x="159341" y="481523"/>
                  </a:lnTo>
                  <a:lnTo>
                    <a:pt x="159410" y="481033"/>
                  </a:lnTo>
                  <a:lnTo>
                    <a:pt x="159002" y="480729"/>
                  </a:lnTo>
                  <a:lnTo>
                    <a:pt x="156159" y="481010"/>
                  </a:lnTo>
                  <a:lnTo>
                    <a:pt x="155971" y="480652"/>
                  </a:lnTo>
                  <a:lnTo>
                    <a:pt x="155744" y="480815"/>
                  </a:lnTo>
                  <a:lnTo>
                    <a:pt x="155390" y="480519"/>
                  </a:lnTo>
                  <a:lnTo>
                    <a:pt x="153364" y="480151"/>
                  </a:lnTo>
                  <a:lnTo>
                    <a:pt x="152996" y="480330"/>
                  </a:lnTo>
                  <a:lnTo>
                    <a:pt x="152339" y="480166"/>
                  </a:lnTo>
                  <a:lnTo>
                    <a:pt x="150975" y="480342"/>
                  </a:lnTo>
                  <a:lnTo>
                    <a:pt x="149690" y="480736"/>
                  </a:lnTo>
                  <a:lnTo>
                    <a:pt x="148144" y="480193"/>
                  </a:lnTo>
                  <a:lnTo>
                    <a:pt x="147483" y="480174"/>
                  </a:lnTo>
                  <a:lnTo>
                    <a:pt x="147171" y="480354"/>
                  </a:lnTo>
                  <a:lnTo>
                    <a:pt x="144407" y="480494"/>
                  </a:lnTo>
                  <a:lnTo>
                    <a:pt x="142597" y="481014"/>
                  </a:lnTo>
                  <a:lnTo>
                    <a:pt x="142395" y="480477"/>
                  </a:lnTo>
                  <a:lnTo>
                    <a:pt x="142955" y="478682"/>
                  </a:lnTo>
                  <a:lnTo>
                    <a:pt x="142622" y="477565"/>
                  </a:lnTo>
                  <a:lnTo>
                    <a:pt x="142551" y="476260"/>
                  </a:lnTo>
                  <a:lnTo>
                    <a:pt x="143137" y="473349"/>
                  </a:lnTo>
                  <a:lnTo>
                    <a:pt x="144148" y="472018"/>
                  </a:lnTo>
                  <a:lnTo>
                    <a:pt x="145140" y="471256"/>
                  </a:lnTo>
                  <a:lnTo>
                    <a:pt x="146415" y="470766"/>
                  </a:lnTo>
                  <a:lnTo>
                    <a:pt x="146595" y="470374"/>
                  </a:lnTo>
                  <a:lnTo>
                    <a:pt x="146209" y="468311"/>
                  </a:lnTo>
                  <a:lnTo>
                    <a:pt x="146787" y="466121"/>
                  </a:lnTo>
                  <a:lnTo>
                    <a:pt x="147192" y="460834"/>
                  </a:lnTo>
                  <a:lnTo>
                    <a:pt x="146945" y="459592"/>
                  </a:lnTo>
                  <a:lnTo>
                    <a:pt x="145751" y="458070"/>
                  </a:lnTo>
                  <a:lnTo>
                    <a:pt x="143977" y="456715"/>
                  </a:lnTo>
                  <a:lnTo>
                    <a:pt x="142433" y="454786"/>
                  </a:lnTo>
                  <a:lnTo>
                    <a:pt x="141706" y="454245"/>
                  </a:lnTo>
                  <a:lnTo>
                    <a:pt x="140004" y="453836"/>
                  </a:lnTo>
                  <a:lnTo>
                    <a:pt x="138472" y="453753"/>
                  </a:lnTo>
                  <a:lnTo>
                    <a:pt x="137121" y="453226"/>
                  </a:lnTo>
                  <a:lnTo>
                    <a:pt x="136269" y="453215"/>
                  </a:lnTo>
                  <a:lnTo>
                    <a:pt x="135625" y="452847"/>
                  </a:lnTo>
                  <a:lnTo>
                    <a:pt x="134409" y="451265"/>
                  </a:lnTo>
                  <a:lnTo>
                    <a:pt x="133998" y="449439"/>
                  </a:lnTo>
                  <a:lnTo>
                    <a:pt x="133460" y="448379"/>
                  </a:lnTo>
                  <a:lnTo>
                    <a:pt x="132062" y="447542"/>
                  </a:lnTo>
                  <a:lnTo>
                    <a:pt x="130157" y="445819"/>
                  </a:lnTo>
                  <a:lnTo>
                    <a:pt x="126455" y="443583"/>
                  </a:lnTo>
                  <a:lnTo>
                    <a:pt x="125811" y="442981"/>
                  </a:lnTo>
                  <a:lnTo>
                    <a:pt x="125398" y="442182"/>
                  </a:lnTo>
                  <a:lnTo>
                    <a:pt x="127465" y="440486"/>
                  </a:lnTo>
                  <a:lnTo>
                    <a:pt x="128839" y="439738"/>
                  </a:lnTo>
                  <a:lnTo>
                    <a:pt x="130648" y="440462"/>
                  </a:lnTo>
                  <a:lnTo>
                    <a:pt x="131101" y="441424"/>
                  </a:lnTo>
                  <a:lnTo>
                    <a:pt x="132489" y="441240"/>
                  </a:lnTo>
                  <a:lnTo>
                    <a:pt x="133065" y="440534"/>
                  </a:lnTo>
                  <a:lnTo>
                    <a:pt x="133316" y="439645"/>
                  </a:lnTo>
                  <a:lnTo>
                    <a:pt x="134405" y="439220"/>
                  </a:lnTo>
                  <a:lnTo>
                    <a:pt x="135265" y="438575"/>
                  </a:lnTo>
                  <a:lnTo>
                    <a:pt x="135718" y="439313"/>
                  </a:lnTo>
                  <a:lnTo>
                    <a:pt x="136407" y="441445"/>
                  </a:lnTo>
                  <a:lnTo>
                    <a:pt x="136011" y="444010"/>
                  </a:lnTo>
                  <a:lnTo>
                    <a:pt x="136300" y="444854"/>
                  </a:lnTo>
                  <a:lnTo>
                    <a:pt x="138008" y="446896"/>
                  </a:lnTo>
                  <a:lnTo>
                    <a:pt x="138365" y="446267"/>
                  </a:lnTo>
                  <a:lnTo>
                    <a:pt x="138010" y="445478"/>
                  </a:lnTo>
                  <a:lnTo>
                    <a:pt x="138185" y="444745"/>
                  </a:lnTo>
                  <a:lnTo>
                    <a:pt x="137561" y="443463"/>
                  </a:lnTo>
                  <a:lnTo>
                    <a:pt x="137468" y="441615"/>
                  </a:lnTo>
                  <a:lnTo>
                    <a:pt x="137065" y="441083"/>
                  </a:lnTo>
                  <a:lnTo>
                    <a:pt x="136707" y="439407"/>
                  </a:lnTo>
                  <a:lnTo>
                    <a:pt x="135937" y="437819"/>
                  </a:lnTo>
                  <a:lnTo>
                    <a:pt x="135906" y="436061"/>
                  </a:lnTo>
                  <a:lnTo>
                    <a:pt x="136167" y="435765"/>
                  </a:lnTo>
                  <a:lnTo>
                    <a:pt x="136877" y="436376"/>
                  </a:lnTo>
                  <a:lnTo>
                    <a:pt x="139026" y="438303"/>
                  </a:lnTo>
                  <a:lnTo>
                    <a:pt x="140213" y="439875"/>
                  </a:lnTo>
                  <a:lnTo>
                    <a:pt x="140670" y="439516"/>
                  </a:lnTo>
                  <a:lnTo>
                    <a:pt x="139438" y="437513"/>
                  </a:lnTo>
                  <a:lnTo>
                    <a:pt x="135995" y="434461"/>
                  </a:lnTo>
                  <a:lnTo>
                    <a:pt x="135672" y="431784"/>
                  </a:lnTo>
                  <a:lnTo>
                    <a:pt x="134982" y="430505"/>
                  </a:lnTo>
                  <a:lnTo>
                    <a:pt x="135017" y="429680"/>
                  </a:lnTo>
                  <a:lnTo>
                    <a:pt x="135482" y="429659"/>
                  </a:lnTo>
                  <a:lnTo>
                    <a:pt x="135588" y="429249"/>
                  </a:lnTo>
                  <a:lnTo>
                    <a:pt x="134403" y="428345"/>
                  </a:lnTo>
                  <a:lnTo>
                    <a:pt x="134309" y="427513"/>
                  </a:lnTo>
                  <a:lnTo>
                    <a:pt x="136045" y="424259"/>
                  </a:lnTo>
                  <a:lnTo>
                    <a:pt x="136224" y="424952"/>
                  </a:lnTo>
                  <a:lnTo>
                    <a:pt x="138668" y="426345"/>
                  </a:lnTo>
                  <a:lnTo>
                    <a:pt x="139393" y="426665"/>
                  </a:lnTo>
                  <a:lnTo>
                    <a:pt x="139816" y="426222"/>
                  </a:lnTo>
                  <a:lnTo>
                    <a:pt x="139819" y="425193"/>
                  </a:lnTo>
                  <a:lnTo>
                    <a:pt x="138807" y="424251"/>
                  </a:lnTo>
                  <a:lnTo>
                    <a:pt x="138215" y="423262"/>
                  </a:lnTo>
                  <a:lnTo>
                    <a:pt x="136642" y="422231"/>
                  </a:lnTo>
                  <a:lnTo>
                    <a:pt x="137015" y="421333"/>
                  </a:lnTo>
                  <a:lnTo>
                    <a:pt x="137258" y="419128"/>
                  </a:lnTo>
                  <a:lnTo>
                    <a:pt x="136998" y="417106"/>
                  </a:lnTo>
                  <a:lnTo>
                    <a:pt x="137249" y="415596"/>
                  </a:lnTo>
                  <a:lnTo>
                    <a:pt x="137158" y="414548"/>
                  </a:lnTo>
                  <a:lnTo>
                    <a:pt x="137414" y="414614"/>
                  </a:lnTo>
                  <a:lnTo>
                    <a:pt x="137979" y="412971"/>
                  </a:lnTo>
                  <a:lnTo>
                    <a:pt x="138702" y="412098"/>
                  </a:lnTo>
                  <a:lnTo>
                    <a:pt x="138788" y="411327"/>
                  </a:lnTo>
                  <a:lnTo>
                    <a:pt x="139354" y="410762"/>
                  </a:lnTo>
                  <a:lnTo>
                    <a:pt x="139975" y="410569"/>
                  </a:lnTo>
                  <a:lnTo>
                    <a:pt x="139976" y="409867"/>
                  </a:lnTo>
                  <a:lnTo>
                    <a:pt x="140440" y="409891"/>
                  </a:lnTo>
                  <a:lnTo>
                    <a:pt x="141759" y="408463"/>
                  </a:lnTo>
                  <a:lnTo>
                    <a:pt x="142578" y="406031"/>
                  </a:lnTo>
                  <a:lnTo>
                    <a:pt x="142271" y="405074"/>
                  </a:lnTo>
                  <a:lnTo>
                    <a:pt x="142614" y="405147"/>
                  </a:lnTo>
                  <a:lnTo>
                    <a:pt x="144147" y="404415"/>
                  </a:lnTo>
                  <a:lnTo>
                    <a:pt x="143246" y="403902"/>
                  </a:lnTo>
                  <a:lnTo>
                    <a:pt x="142412" y="402802"/>
                  </a:lnTo>
                  <a:lnTo>
                    <a:pt x="142345" y="401211"/>
                  </a:lnTo>
                  <a:lnTo>
                    <a:pt x="142612" y="399532"/>
                  </a:lnTo>
                  <a:lnTo>
                    <a:pt x="142352" y="397514"/>
                  </a:lnTo>
                  <a:lnTo>
                    <a:pt x="142673" y="397046"/>
                  </a:lnTo>
                  <a:lnTo>
                    <a:pt x="143188" y="396887"/>
                  </a:lnTo>
                  <a:lnTo>
                    <a:pt x="143361" y="396419"/>
                  </a:lnTo>
                  <a:lnTo>
                    <a:pt x="143244" y="396184"/>
                  </a:lnTo>
                  <a:lnTo>
                    <a:pt x="142750" y="396192"/>
                  </a:lnTo>
                  <a:lnTo>
                    <a:pt x="142452" y="395692"/>
                  </a:lnTo>
                  <a:lnTo>
                    <a:pt x="142772" y="393539"/>
                  </a:lnTo>
                  <a:lnTo>
                    <a:pt x="143147" y="392575"/>
                  </a:lnTo>
                  <a:lnTo>
                    <a:pt x="143736" y="391846"/>
                  </a:lnTo>
                  <a:lnTo>
                    <a:pt x="143330" y="390631"/>
                  </a:lnTo>
                  <a:lnTo>
                    <a:pt x="143237" y="389307"/>
                  </a:lnTo>
                  <a:lnTo>
                    <a:pt x="143850" y="388683"/>
                  </a:lnTo>
                  <a:lnTo>
                    <a:pt x="144473" y="388524"/>
                  </a:lnTo>
                  <a:lnTo>
                    <a:pt x="145699" y="388785"/>
                  </a:lnTo>
                  <a:lnTo>
                    <a:pt x="144201" y="387673"/>
                  </a:lnTo>
                  <a:lnTo>
                    <a:pt x="143144" y="387611"/>
                  </a:lnTo>
                  <a:lnTo>
                    <a:pt x="142870" y="387389"/>
                  </a:lnTo>
                  <a:lnTo>
                    <a:pt x="142997" y="386629"/>
                  </a:lnTo>
                  <a:lnTo>
                    <a:pt x="143167" y="386621"/>
                  </a:lnTo>
                  <a:lnTo>
                    <a:pt x="144117" y="384089"/>
                  </a:lnTo>
                  <a:lnTo>
                    <a:pt x="143973" y="383066"/>
                  </a:lnTo>
                  <a:lnTo>
                    <a:pt x="144446" y="382427"/>
                  </a:lnTo>
                  <a:lnTo>
                    <a:pt x="143718" y="381659"/>
                  </a:lnTo>
                  <a:lnTo>
                    <a:pt x="144023" y="381135"/>
                  </a:lnTo>
                  <a:lnTo>
                    <a:pt x="144679" y="380822"/>
                  </a:lnTo>
                  <a:lnTo>
                    <a:pt x="144716" y="380136"/>
                  </a:lnTo>
                  <a:lnTo>
                    <a:pt x="145322" y="379790"/>
                  </a:lnTo>
                  <a:lnTo>
                    <a:pt x="145221" y="379459"/>
                  </a:lnTo>
                  <a:lnTo>
                    <a:pt x="145404" y="379204"/>
                  </a:lnTo>
                  <a:lnTo>
                    <a:pt x="145158" y="379202"/>
                  </a:lnTo>
                  <a:lnTo>
                    <a:pt x="145345" y="378799"/>
                  </a:lnTo>
                  <a:lnTo>
                    <a:pt x="145927" y="378785"/>
                  </a:lnTo>
                  <a:lnTo>
                    <a:pt x="145935" y="378190"/>
                  </a:lnTo>
                  <a:lnTo>
                    <a:pt x="145290" y="377603"/>
                  </a:lnTo>
                  <a:lnTo>
                    <a:pt x="145937" y="377249"/>
                  </a:lnTo>
                  <a:lnTo>
                    <a:pt x="145567" y="376733"/>
                  </a:lnTo>
                  <a:lnTo>
                    <a:pt x="146040" y="376389"/>
                  </a:lnTo>
                  <a:lnTo>
                    <a:pt x="146052" y="375846"/>
                  </a:lnTo>
                  <a:lnTo>
                    <a:pt x="146352" y="375975"/>
                  </a:lnTo>
                  <a:lnTo>
                    <a:pt x="146592" y="375472"/>
                  </a:lnTo>
                  <a:lnTo>
                    <a:pt x="146378" y="375340"/>
                  </a:lnTo>
                  <a:lnTo>
                    <a:pt x="147109" y="374951"/>
                  </a:lnTo>
                  <a:lnTo>
                    <a:pt x="147100" y="374648"/>
                  </a:lnTo>
                  <a:lnTo>
                    <a:pt x="147367" y="374539"/>
                  </a:lnTo>
                  <a:lnTo>
                    <a:pt x="147050" y="374135"/>
                  </a:lnTo>
                  <a:lnTo>
                    <a:pt x="147313" y="373141"/>
                  </a:lnTo>
                  <a:lnTo>
                    <a:pt x="146874" y="372736"/>
                  </a:lnTo>
                  <a:lnTo>
                    <a:pt x="146882" y="372398"/>
                  </a:lnTo>
                  <a:lnTo>
                    <a:pt x="146412" y="372279"/>
                  </a:lnTo>
                  <a:lnTo>
                    <a:pt x="146996" y="371634"/>
                  </a:lnTo>
                  <a:lnTo>
                    <a:pt x="146499" y="371423"/>
                  </a:lnTo>
                  <a:lnTo>
                    <a:pt x="146479" y="371222"/>
                  </a:lnTo>
                  <a:lnTo>
                    <a:pt x="147216" y="371207"/>
                  </a:lnTo>
                  <a:lnTo>
                    <a:pt x="146923" y="370514"/>
                  </a:lnTo>
                  <a:lnTo>
                    <a:pt x="147761" y="370054"/>
                  </a:lnTo>
                  <a:lnTo>
                    <a:pt x="147169" y="369322"/>
                  </a:lnTo>
                  <a:lnTo>
                    <a:pt x="148083" y="368033"/>
                  </a:lnTo>
                  <a:lnTo>
                    <a:pt x="147862" y="367818"/>
                  </a:lnTo>
                  <a:lnTo>
                    <a:pt x="147437" y="367868"/>
                  </a:lnTo>
                  <a:lnTo>
                    <a:pt x="147521" y="367384"/>
                  </a:lnTo>
                  <a:lnTo>
                    <a:pt x="148022" y="367269"/>
                  </a:lnTo>
                  <a:lnTo>
                    <a:pt x="147957" y="366886"/>
                  </a:lnTo>
                  <a:lnTo>
                    <a:pt x="144964" y="365424"/>
                  </a:lnTo>
                  <a:lnTo>
                    <a:pt x="142473" y="365607"/>
                  </a:lnTo>
                  <a:lnTo>
                    <a:pt x="140548" y="365251"/>
                  </a:lnTo>
                  <a:lnTo>
                    <a:pt x="140492" y="363112"/>
                  </a:lnTo>
                  <a:lnTo>
                    <a:pt x="139840" y="363083"/>
                  </a:lnTo>
                  <a:lnTo>
                    <a:pt x="138031" y="362194"/>
                  </a:lnTo>
                  <a:lnTo>
                    <a:pt x="140753" y="362035"/>
                  </a:lnTo>
                  <a:lnTo>
                    <a:pt x="142806" y="360460"/>
                  </a:lnTo>
                  <a:lnTo>
                    <a:pt x="143569" y="360283"/>
                  </a:lnTo>
                  <a:lnTo>
                    <a:pt x="143442" y="359522"/>
                  </a:lnTo>
                  <a:lnTo>
                    <a:pt x="143663" y="358805"/>
                  </a:lnTo>
                  <a:lnTo>
                    <a:pt x="143443" y="358135"/>
                  </a:lnTo>
                  <a:lnTo>
                    <a:pt x="144707" y="356174"/>
                  </a:lnTo>
                  <a:lnTo>
                    <a:pt x="144724" y="354897"/>
                  </a:lnTo>
                  <a:lnTo>
                    <a:pt x="144259" y="353280"/>
                  </a:lnTo>
                  <a:lnTo>
                    <a:pt x="144019" y="352960"/>
                  </a:lnTo>
                  <a:lnTo>
                    <a:pt x="141723" y="354320"/>
                  </a:lnTo>
                  <a:lnTo>
                    <a:pt x="140230" y="352646"/>
                  </a:lnTo>
                  <a:lnTo>
                    <a:pt x="139799" y="351765"/>
                  </a:lnTo>
                  <a:lnTo>
                    <a:pt x="141362" y="351258"/>
                  </a:lnTo>
                  <a:lnTo>
                    <a:pt x="143435" y="349493"/>
                  </a:lnTo>
                  <a:lnTo>
                    <a:pt x="143795" y="348510"/>
                  </a:lnTo>
                  <a:lnTo>
                    <a:pt x="143894" y="346540"/>
                  </a:lnTo>
                  <a:lnTo>
                    <a:pt x="144328" y="345509"/>
                  </a:lnTo>
                  <a:lnTo>
                    <a:pt x="144051" y="342893"/>
                  </a:lnTo>
                  <a:lnTo>
                    <a:pt x="144864" y="342715"/>
                  </a:lnTo>
                  <a:lnTo>
                    <a:pt x="145189" y="341595"/>
                  </a:lnTo>
                  <a:lnTo>
                    <a:pt x="146418" y="341688"/>
                  </a:lnTo>
                  <a:lnTo>
                    <a:pt x="147077" y="340271"/>
                  </a:lnTo>
                  <a:lnTo>
                    <a:pt x="147452" y="340119"/>
                  </a:lnTo>
                  <a:lnTo>
                    <a:pt x="147527" y="337851"/>
                  </a:lnTo>
                  <a:lnTo>
                    <a:pt x="147174" y="335863"/>
                  </a:lnTo>
                  <a:lnTo>
                    <a:pt x="147607" y="335084"/>
                  </a:lnTo>
                  <a:lnTo>
                    <a:pt x="147557" y="334601"/>
                  </a:lnTo>
                  <a:lnTo>
                    <a:pt x="145881" y="333060"/>
                  </a:lnTo>
                  <a:lnTo>
                    <a:pt x="147244" y="331821"/>
                  </a:lnTo>
                  <a:lnTo>
                    <a:pt x="147455" y="330968"/>
                  </a:lnTo>
                  <a:lnTo>
                    <a:pt x="147844" y="331062"/>
                  </a:lnTo>
                  <a:lnTo>
                    <a:pt x="148351" y="328742"/>
                  </a:lnTo>
                  <a:lnTo>
                    <a:pt x="148513" y="326223"/>
                  </a:lnTo>
                  <a:lnTo>
                    <a:pt x="149552" y="326130"/>
                  </a:lnTo>
                  <a:lnTo>
                    <a:pt x="149291" y="325130"/>
                  </a:lnTo>
                  <a:lnTo>
                    <a:pt x="148311" y="324034"/>
                  </a:lnTo>
                  <a:lnTo>
                    <a:pt x="146582" y="324105"/>
                  </a:lnTo>
                  <a:lnTo>
                    <a:pt x="146498" y="323220"/>
                  </a:lnTo>
                  <a:lnTo>
                    <a:pt x="147463" y="322879"/>
                  </a:lnTo>
                  <a:lnTo>
                    <a:pt x="147745" y="320766"/>
                  </a:lnTo>
                  <a:lnTo>
                    <a:pt x="147627" y="320115"/>
                  </a:lnTo>
                  <a:lnTo>
                    <a:pt x="147614" y="319571"/>
                  </a:lnTo>
                  <a:lnTo>
                    <a:pt x="146339" y="316284"/>
                  </a:lnTo>
                  <a:lnTo>
                    <a:pt x="145433" y="312883"/>
                  </a:lnTo>
                  <a:lnTo>
                    <a:pt x="144096" y="311910"/>
                  </a:lnTo>
                  <a:lnTo>
                    <a:pt x="142324" y="311543"/>
                  </a:lnTo>
                  <a:lnTo>
                    <a:pt x="144836" y="309592"/>
                  </a:lnTo>
                  <a:lnTo>
                    <a:pt x="141306" y="304923"/>
                  </a:lnTo>
                  <a:lnTo>
                    <a:pt x="139325" y="301921"/>
                  </a:lnTo>
                  <a:lnTo>
                    <a:pt x="138513" y="302434"/>
                  </a:lnTo>
                  <a:lnTo>
                    <a:pt x="135383" y="298387"/>
                  </a:lnTo>
                  <a:lnTo>
                    <a:pt x="137339" y="297113"/>
                  </a:lnTo>
                  <a:lnTo>
                    <a:pt x="138533" y="297219"/>
                  </a:lnTo>
                  <a:lnTo>
                    <a:pt x="141837" y="295386"/>
                  </a:lnTo>
                  <a:lnTo>
                    <a:pt x="143233" y="294998"/>
                  </a:lnTo>
                  <a:lnTo>
                    <a:pt x="143216" y="294256"/>
                  </a:lnTo>
                  <a:lnTo>
                    <a:pt x="143539" y="293843"/>
                  </a:lnTo>
                  <a:lnTo>
                    <a:pt x="144195" y="293283"/>
                  </a:lnTo>
                  <a:lnTo>
                    <a:pt x="146689" y="291988"/>
                  </a:lnTo>
                  <a:lnTo>
                    <a:pt x="157856" y="288198"/>
                  </a:lnTo>
                  <a:lnTo>
                    <a:pt x="157273" y="287176"/>
                  </a:lnTo>
                  <a:lnTo>
                    <a:pt x="156040" y="286425"/>
                  </a:lnTo>
                  <a:lnTo>
                    <a:pt x="155943" y="285799"/>
                  </a:lnTo>
                  <a:lnTo>
                    <a:pt x="155269" y="284632"/>
                  </a:lnTo>
                  <a:lnTo>
                    <a:pt x="155507" y="283484"/>
                  </a:lnTo>
                  <a:lnTo>
                    <a:pt x="163609" y="280355"/>
                  </a:lnTo>
                  <a:lnTo>
                    <a:pt x="166974" y="278384"/>
                  </a:lnTo>
                  <a:lnTo>
                    <a:pt x="167827" y="275856"/>
                  </a:lnTo>
                  <a:lnTo>
                    <a:pt x="169040" y="274370"/>
                  </a:lnTo>
                  <a:lnTo>
                    <a:pt x="169622" y="273278"/>
                  </a:lnTo>
                  <a:lnTo>
                    <a:pt x="170725" y="272218"/>
                  </a:lnTo>
                  <a:lnTo>
                    <a:pt x="172371" y="270085"/>
                  </a:lnTo>
                  <a:lnTo>
                    <a:pt x="171993" y="269404"/>
                  </a:lnTo>
                  <a:lnTo>
                    <a:pt x="172596" y="268279"/>
                  </a:lnTo>
                  <a:lnTo>
                    <a:pt x="174220" y="266742"/>
                  </a:lnTo>
                  <a:lnTo>
                    <a:pt x="174128" y="266346"/>
                  </a:lnTo>
                  <a:lnTo>
                    <a:pt x="172799" y="265248"/>
                  </a:lnTo>
                  <a:lnTo>
                    <a:pt x="172090" y="265268"/>
                  </a:lnTo>
                  <a:lnTo>
                    <a:pt x="170976" y="266422"/>
                  </a:lnTo>
                  <a:lnTo>
                    <a:pt x="170207" y="265912"/>
                  </a:lnTo>
                  <a:lnTo>
                    <a:pt x="169251" y="264628"/>
                  </a:lnTo>
                  <a:lnTo>
                    <a:pt x="169928" y="263289"/>
                  </a:lnTo>
                  <a:lnTo>
                    <a:pt x="169411" y="262924"/>
                  </a:lnTo>
                  <a:lnTo>
                    <a:pt x="169561" y="261492"/>
                  </a:lnTo>
                  <a:lnTo>
                    <a:pt x="166149" y="259742"/>
                  </a:lnTo>
                  <a:lnTo>
                    <a:pt x="163222" y="259097"/>
                  </a:lnTo>
                  <a:lnTo>
                    <a:pt x="163203" y="258222"/>
                  </a:lnTo>
                  <a:lnTo>
                    <a:pt x="162387" y="257307"/>
                  </a:lnTo>
                  <a:lnTo>
                    <a:pt x="160658" y="257262"/>
                  </a:lnTo>
                  <a:lnTo>
                    <a:pt x="160399" y="257077"/>
                  </a:lnTo>
                  <a:lnTo>
                    <a:pt x="160161" y="256323"/>
                  </a:lnTo>
                  <a:lnTo>
                    <a:pt x="158925" y="254941"/>
                  </a:lnTo>
                  <a:lnTo>
                    <a:pt x="158758" y="254462"/>
                  </a:lnTo>
                  <a:lnTo>
                    <a:pt x="157955" y="253899"/>
                  </a:lnTo>
                  <a:lnTo>
                    <a:pt x="157210" y="253631"/>
                  </a:lnTo>
                  <a:lnTo>
                    <a:pt x="156641" y="253685"/>
                  </a:lnTo>
                  <a:lnTo>
                    <a:pt x="155947" y="253193"/>
                  </a:lnTo>
                  <a:lnTo>
                    <a:pt x="155814" y="252626"/>
                  </a:lnTo>
                  <a:lnTo>
                    <a:pt x="156189" y="252088"/>
                  </a:lnTo>
                  <a:lnTo>
                    <a:pt x="155421" y="251602"/>
                  </a:lnTo>
                  <a:lnTo>
                    <a:pt x="154714" y="251645"/>
                  </a:lnTo>
                  <a:lnTo>
                    <a:pt x="154975" y="250610"/>
                  </a:lnTo>
                  <a:lnTo>
                    <a:pt x="155374" y="250361"/>
                  </a:lnTo>
                  <a:lnTo>
                    <a:pt x="155443" y="249764"/>
                  </a:lnTo>
                  <a:lnTo>
                    <a:pt x="153421" y="249037"/>
                  </a:lnTo>
                  <a:lnTo>
                    <a:pt x="154447" y="246803"/>
                  </a:lnTo>
                  <a:lnTo>
                    <a:pt x="149105" y="244837"/>
                  </a:lnTo>
                  <a:lnTo>
                    <a:pt x="149385" y="244076"/>
                  </a:lnTo>
                  <a:lnTo>
                    <a:pt x="149636" y="244099"/>
                  </a:lnTo>
                  <a:lnTo>
                    <a:pt x="151718" y="242097"/>
                  </a:lnTo>
                  <a:lnTo>
                    <a:pt x="151164" y="241996"/>
                  </a:lnTo>
                  <a:lnTo>
                    <a:pt x="153654" y="239970"/>
                  </a:lnTo>
                  <a:lnTo>
                    <a:pt x="153609" y="239728"/>
                  </a:lnTo>
                  <a:lnTo>
                    <a:pt x="158604" y="238012"/>
                  </a:lnTo>
                  <a:lnTo>
                    <a:pt x="158454" y="237385"/>
                  </a:lnTo>
                  <a:lnTo>
                    <a:pt x="158026" y="234834"/>
                  </a:lnTo>
                  <a:lnTo>
                    <a:pt x="157478" y="234245"/>
                  </a:lnTo>
                  <a:lnTo>
                    <a:pt x="156845" y="232845"/>
                  </a:lnTo>
                  <a:lnTo>
                    <a:pt x="156906" y="231015"/>
                  </a:lnTo>
                  <a:lnTo>
                    <a:pt x="156696" y="230084"/>
                  </a:lnTo>
                  <a:lnTo>
                    <a:pt x="157876" y="229088"/>
                  </a:lnTo>
                  <a:lnTo>
                    <a:pt x="158396" y="229549"/>
                  </a:lnTo>
                  <a:lnTo>
                    <a:pt x="159201" y="226953"/>
                  </a:lnTo>
                  <a:lnTo>
                    <a:pt x="160255" y="225135"/>
                  </a:lnTo>
                  <a:lnTo>
                    <a:pt x="159048" y="225233"/>
                  </a:lnTo>
                  <a:lnTo>
                    <a:pt x="157671" y="224905"/>
                  </a:lnTo>
                  <a:lnTo>
                    <a:pt x="156432" y="223912"/>
                  </a:lnTo>
                  <a:lnTo>
                    <a:pt x="155977" y="222812"/>
                  </a:lnTo>
                  <a:lnTo>
                    <a:pt x="153882" y="221371"/>
                  </a:lnTo>
                  <a:lnTo>
                    <a:pt x="153166" y="221116"/>
                  </a:lnTo>
                  <a:lnTo>
                    <a:pt x="153065" y="222492"/>
                  </a:lnTo>
                  <a:lnTo>
                    <a:pt x="151675" y="223368"/>
                  </a:lnTo>
                  <a:lnTo>
                    <a:pt x="150537" y="223988"/>
                  </a:lnTo>
                  <a:lnTo>
                    <a:pt x="145557" y="225426"/>
                  </a:lnTo>
                  <a:lnTo>
                    <a:pt x="143889" y="220021"/>
                  </a:lnTo>
                  <a:lnTo>
                    <a:pt x="141379" y="220504"/>
                  </a:lnTo>
                  <a:lnTo>
                    <a:pt x="138540" y="216873"/>
                  </a:lnTo>
                  <a:lnTo>
                    <a:pt x="138776" y="215856"/>
                  </a:lnTo>
                  <a:lnTo>
                    <a:pt x="138328" y="215109"/>
                  </a:lnTo>
                  <a:lnTo>
                    <a:pt x="137005" y="213922"/>
                  </a:lnTo>
                  <a:lnTo>
                    <a:pt x="134968" y="211446"/>
                  </a:lnTo>
                  <a:lnTo>
                    <a:pt x="134642" y="211213"/>
                  </a:lnTo>
                  <a:lnTo>
                    <a:pt x="133986" y="211851"/>
                  </a:lnTo>
                  <a:lnTo>
                    <a:pt x="133223" y="211463"/>
                  </a:lnTo>
                  <a:lnTo>
                    <a:pt x="132569" y="210371"/>
                  </a:lnTo>
                  <a:lnTo>
                    <a:pt x="131243" y="210268"/>
                  </a:lnTo>
                  <a:lnTo>
                    <a:pt x="130380" y="212743"/>
                  </a:lnTo>
                  <a:lnTo>
                    <a:pt x="128664" y="215579"/>
                  </a:lnTo>
                  <a:lnTo>
                    <a:pt x="128997" y="216560"/>
                  </a:lnTo>
                  <a:lnTo>
                    <a:pt x="128765" y="217155"/>
                  </a:lnTo>
                  <a:lnTo>
                    <a:pt x="129276" y="218420"/>
                  </a:lnTo>
                  <a:lnTo>
                    <a:pt x="127708" y="219692"/>
                  </a:lnTo>
                  <a:lnTo>
                    <a:pt x="126506" y="221534"/>
                  </a:lnTo>
                  <a:lnTo>
                    <a:pt x="123647" y="222912"/>
                  </a:lnTo>
                  <a:lnTo>
                    <a:pt x="121959" y="224376"/>
                  </a:lnTo>
                  <a:lnTo>
                    <a:pt x="120167" y="225152"/>
                  </a:lnTo>
                  <a:lnTo>
                    <a:pt x="119052" y="225017"/>
                  </a:lnTo>
                  <a:lnTo>
                    <a:pt x="118273" y="224337"/>
                  </a:lnTo>
                  <a:lnTo>
                    <a:pt x="117424" y="224151"/>
                  </a:lnTo>
                  <a:lnTo>
                    <a:pt x="116460" y="223246"/>
                  </a:lnTo>
                  <a:lnTo>
                    <a:pt x="118317" y="221553"/>
                  </a:lnTo>
                  <a:lnTo>
                    <a:pt x="117717" y="220912"/>
                  </a:lnTo>
                  <a:lnTo>
                    <a:pt x="117374" y="220957"/>
                  </a:lnTo>
                  <a:lnTo>
                    <a:pt x="117521" y="220708"/>
                  </a:lnTo>
                  <a:lnTo>
                    <a:pt x="117198" y="220472"/>
                  </a:lnTo>
                  <a:lnTo>
                    <a:pt x="117821" y="219637"/>
                  </a:lnTo>
                  <a:lnTo>
                    <a:pt x="116847" y="218057"/>
                  </a:lnTo>
                  <a:lnTo>
                    <a:pt x="118051" y="216537"/>
                  </a:lnTo>
                  <a:lnTo>
                    <a:pt x="118277" y="215227"/>
                  </a:lnTo>
                  <a:lnTo>
                    <a:pt x="119010" y="214329"/>
                  </a:lnTo>
                  <a:lnTo>
                    <a:pt x="117660" y="213915"/>
                  </a:lnTo>
                  <a:lnTo>
                    <a:pt x="116007" y="212966"/>
                  </a:lnTo>
                  <a:lnTo>
                    <a:pt x="114529" y="211212"/>
                  </a:lnTo>
                  <a:lnTo>
                    <a:pt x="111192" y="208875"/>
                  </a:lnTo>
                  <a:lnTo>
                    <a:pt x="110126" y="208348"/>
                  </a:lnTo>
                  <a:lnTo>
                    <a:pt x="109129" y="208155"/>
                  </a:lnTo>
                  <a:lnTo>
                    <a:pt x="107270" y="202154"/>
                  </a:lnTo>
                  <a:lnTo>
                    <a:pt x="107720" y="198389"/>
                  </a:lnTo>
                  <a:lnTo>
                    <a:pt x="105049" y="199783"/>
                  </a:lnTo>
                  <a:lnTo>
                    <a:pt x="103795" y="201566"/>
                  </a:lnTo>
                  <a:lnTo>
                    <a:pt x="101410" y="203127"/>
                  </a:lnTo>
                  <a:lnTo>
                    <a:pt x="100457" y="200326"/>
                  </a:lnTo>
                  <a:lnTo>
                    <a:pt x="97733" y="198021"/>
                  </a:lnTo>
                  <a:lnTo>
                    <a:pt x="97012" y="196969"/>
                  </a:lnTo>
                  <a:lnTo>
                    <a:pt x="96728" y="195499"/>
                  </a:lnTo>
                  <a:lnTo>
                    <a:pt x="95945" y="194042"/>
                  </a:lnTo>
                  <a:lnTo>
                    <a:pt x="95090" y="190428"/>
                  </a:lnTo>
                  <a:lnTo>
                    <a:pt x="93112" y="191422"/>
                  </a:lnTo>
                  <a:lnTo>
                    <a:pt x="92197" y="189857"/>
                  </a:lnTo>
                  <a:lnTo>
                    <a:pt x="91789" y="188143"/>
                  </a:lnTo>
                  <a:lnTo>
                    <a:pt x="90845" y="188336"/>
                  </a:lnTo>
                  <a:lnTo>
                    <a:pt x="89622" y="189260"/>
                  </a:lnTo>
                  <a:lnTo>
                    <a:pt x="88348" y="189570"/>
                  </a:lnTo>
                  <a:lnTo>
                    <a:pt x="86473" y="190639"/>
                  </a:lnTo>
                  <a:lnTo>
                    <a:pt x="85185" y="191844"/>
                  </a:lnTo>
                  <a:lnTo>
                    <a:pt x="84474" y="192875"/>
                  </a:lnTo>
                  <a:lnTo>
                    <a:pt x="83894" y="192863"/>
                  </a:lnTo>
                  <a:lnTo>
                    <a:pt x="83268" y="192462"/>
                  </a:lnTo>
                  <a:lnTo>
                    <a:pt x="83270" y="192171"/>
                  </a:lnTo>
                  <a:lnTo>
                    <a:pt x="81963" y="191781"/>
                  </a:lnTo>
                  <a:lnTo>
                    <a:pt x="81856" y="191419"/>
                  </a:lnTo>
                  <a:lnTo>
                    <a:pt x="81217" y="191080"/>
                  </a:lnTo>
                  <a:lnTo>
                    <a:pt x="84256" y="188498"/>
                  </a:lnTo>
                  <a:lnTo>
                    <a:pt x="83647" y="188210"/>
                  </a:lnTo>
                  <a:lnTo>
                    <a:pt x="82382" y="186584"/>
                  </a:lnTo>
                  <a:lnTo>
                    <a:pt x="80548" y="185417"/>
                  </a:lnTo>
                  <a:lnTo>
                    <a:pt x="75999" y="179925"/>
                  </a:lnTo>
                  <a:lnTo>
                    <a:pt x="75531" y="180786"/>
                  </a:lnTo>
                  <a:lnTo>
                    <a:pt x="74394" y="181508"/>
                  </a:lnTo>
                  <a:lnTo>
                    <a:pt x="73746" y="180662"/>
                  </a:lnTo>
                  <a:lnTo>
                    <a:pt x="73170" y="181465"/>
                  </a:lnTo>
                  <a:lnTo>
                    <a:pt x="72333" y="180911"/>
                  </a:lnTo>
                  <a:lnTo>
                    <a:pt x="72594" y="180414"/>
                  </a:lnTo>
                  <a:lnTo>
                    <a:pt x="71023" y="181573"/>
                  </a:lnTo>
                  <a:lnTo>
                    <a:pt x="69650" y="183251"/>
                  </a:lnTo>
                  <a:lnTo>
                    <a:pt x="67976" y="186324"/>
                  </a:lnTo>
                  <a:lnTo>
                    <a:pt x="67296" y="185937"/>
                  </a:lnTo>
                  <a:lnTo>
                    <a:pt x="63886" y="188281"/>
                  </a:lnTo>
                  <a:lnTo>
                    <a:pt x="63005" y="187024"/>
                  </a:lnTo>
                  <a:lnTo>
                    <a:pt x="62643" y="187353"/>
                  </a:lnTo>
                  <a:lnTo>
                    <a:pt x="61891" y="186637"/>
                  </a:lnTo>
                  <a:lnTo>
                    <a:pt x="65399" y="183533"/>
                  </a:lnTo>
                  <a:lnTo>
                    <a:pt x="63773" y="180628"/>
                  </a:lnTo>
                  <a:lnTo>
                    <a:pt x="60265" y="182324"/>
                  </a:lnTo>
                  <a:lnTo>
                    <a:pt x="59435" y="180956"/>
                  </a:lnTo>
                  <a:lnTo>
                    <a:pt x="57817" y="182131"/>
                  </a:lnTo>
                  <a:lnTo>
                    <a:pt x="56597" y="180831"/>
                  </a:lnTo>
                  <a:lnTo>
                    <a:pt x="59257" y="177849"/>
                  </a:lnTo>
                  <a:lnTo>
                    <a:pt x="59705" y="177624"/>
                  </a:lnTo>
                  <a:lnTo>
                    <a:pt x="59573" y="177222"/>
                  </a:lnTo>
                  <a:lnTo>
                    <a:pt x="59947" y="177084"/>
                  </a:lnTo>
                  <a:lnTo>
                    <a:pt x="58441" y="176891"/>
                  </a:lnTo>
                  <a:lnTo>
                    <a:pt x="57861" y="177031"/>
                  </a:lnTo>
                  <a:lnTo>
                    <a:pt x="56860" y="175754"/>
                  </a:lnTo>
                  <a:lnTo>
                    <a:pt x="57488" y="175167"/>
                  </a:lnTo>
                  <a:lnTo>
                    <a:pt x="56843" y="174498"/>
                  </a:lnTo>
                  <a:lnTo>
                    <a:pt x="58635" y="173048"/>
                  </a:lnTo>
                  <a:lnTo>
                    <a:pt x="61481" y="170050"/>
                  </a:lnTo>
                  <a:lnTo>
                    <a:pt x="59000" y="168065"/>
                  </a:lnTo>
                  <a:lnTo>
                    <a:pt x="60022" y="166981"/>
                  </a:lnTo>
                  <a:lnTo>
                    <a:pt x="59638" y="166663"/>
                  </a:lnTo>
                  <a:lnTo>
                    <a:pt x="61905" y="164308"/>
                  </a:lnTo>
                  <a:lnTo>
                    <a:pt x="60556" y="163366"/>
                  </a:lnTo>
                  <a:lnTo>
                    <a:pt x="62302" y="161767"/>
                  </a:lnTo>
                  <a:lnTo>
                    <a:pt x="62822" y="162318"/>
                  </a:lnTo>
                  <a:lnTo>
                    <a:pt x="64044" y="161852"/>
                  </a:lnTo>
                  <a:lnTo>
                    <a:pt x="64311" y="161493"/>
                  </a:lnTo>
                  <a:lnTo>
                    <a:pt x="64886" y="156693"/>
                  </a:lnTo>
                  <a:lnTo>
                    <a:pt x="64586" y="156978"/>
                  </a:lnTo>
                  <a:lnTo>
                    <a:pt x="64449" y="156636"/>
                  </a:lnTo>
                  <a:lnTo>
                    <a:pt x="64721" y="156220"/>
                  </a:lnTo>
                  <a:lnTo>
                    <a:pt x="62577" y="155081"/>
                  </a:lnTo>
                  <a:lnTo>
                    <a:pt x="60704" y="154467"/>
                  </a:lnTo>
                  <a:lnTo>
                    <a:pt x="60130" y="155345"/>
                  </a:lnTo>
                  <a:lnTo>
                    <a:pt x="59604" y="155249"/>
                  </a:lnTo>
                  <a:lnTo>
                    <a:pt x="59216" y="156648"/>
                  </a:lnTo>
                  <a:lnTo>
                    <a:pt x="58776" y="157186"/>
                  </a:lnTo>
                  <a:lnTo>
                    <a:pt x="57933" y="157405"/>
                  </a:lnTo>
                  <a:lnTo>
                    <a:pt x="56491" y="156698"/>
                  </a:lnTo>
                  <a:lnTo>
                    <a:pt x="55032" y="156767"/>
                  </a:lnTo>
                  <a:lnTo>
                    <a:pt x="53676" y="157116"/>
                  </a:lnTo>
                  <a:lnTo>
                    <a:pt x="51541" y="158547"/>
                  </a:lnTo>
                  <a:lnTo>
                    <a:pt x="48961" y="154723"/>
                  </a:lnTo>
                  <a:lnTo>
                    <a:pt x="46215" y="155394"/>
                  </a:lnTo>
                  <a:lnTo>
                    <a:pt x="43714" y="156818"/>
                  </a:lnTo>
                  <a:lnTo>
                    <a:pt x="42514" y="157884"/>
                  </a:lnTo>
                  <a:lnTo>
                    <a:pt x="41378" y="158520"/>
                  </a:lnTo>
                  <a:lnTo>
                    <a:pt x="39086" y="159195"/>
                  </a:lnTo>
                  <a:lnTo>
                    <a:pt x="37984" y="159210"/>
                  </a:lnTo>
                  <a:lnTo>
                    <a:pt x="37150" y="158912"/>
                  </a:lnTo>
                  <a:lnTo>
                    <a:pt x="36400" y="159066"/>
                  </a:lnTo>
                  <a:lnTo>
                    <a:pt x="32874" y="160469"/>
                  </a:lnTo>
                  <a:lnTo>
                    <a:pt x="30992" y="162233"/>
                  </a:lnTo>
                  <a:lnTo>
                    <a:pt x="30605" y="164323"/>
                  </a:lnTo>
                  <a:lnTo>
                    <a:pt x="23103" y="170077"/>
                  </a:lnTo>
                  <a:lnTo>
                    <a:pt x="23442" y="170814"/>
                  </a:lnTo>
                  <a:lnTo>
                    <a:pt x="23419" y="171365"/>
                  </a:lnTo>
                  <a:lnTo>
                    <a:pt x="22944" y="171431"/>
                  </a:lnTo>
                  <a:lnTo>
                    <a:pt x="21753" y="171036"/>
                  </a:lnTo>
                  <a:lnTo>
                    <a:pt x="21155" y="173004"/>
                  </a:lnTo>
                  <a:lnTo>
                    <a:pt x="20316" y="173382"/>
                  </a:lnTo>
                  <a:lnTo>
                    <a:pt x="19559" y="172768"/>
                  </a:lnTo>
                  <a:lnTo>
                    <a:pt x="18310" y="172571"/>
                  </a:lnTo>
                  <a:lnTo>
                    <a:pt x="17553" y="173823"/>
                  </a:lnTo>
                  <a:lnTo>
                    <a:pt x="16507" y="173101"/>
                  </a:lnTo>
                  <a:lnTo>
                    <a:pt x="16220" y="173328"/>
                  </a:lnTo>
                  <a:lnTo>
                    <a:pt x="15921" y="173238"/>
                  </a:lnTo>
                  <a:lnTo>
                    <a:pt x="15280" y="172632"/>
                  </a:lnTo>
                  <a:lnTo>
                    <a:pt x="14660" y="172442"/>
                  </a:lnTo>
                  <a:lnTo>
                    <a:pt x="13635" y="171674"/>
                  </a:lnTo>
                  <a:lnTo>
                    <a:pt x="13531" y="171230"/>
                  </a:lnTo>
                  <a:lnTo>
                    <a:pt x="11757" y="171053"/>
                  </a:lnTo>
                  <a:lnTo>
                    <a:pt x="12540" y="172577"/>
                  </a:lnTo>
                  <a:lnTo>
                    <a:pt x="12187" y="173400"/>
                  </a:lnTo>
                  <a:lnTo>
                    <a:pt x="11672" y="173780"/>
                  </a:lnTo>
                  <a:lnTo>
                    <a:pt x="10051" y="170801"/>
                  </a:lnTo>
                  <a:lnTo>
                    <a:pt x="9891" y="167820"/>
                  </a:lnTo>
                  <a:lnTo>
                    <a:pt x="9526" y="167217"/>
                  </a:lnTo>
                  <a:lnTo>
                    <a:pt x="7599" y="165471"/>
                  </a:lnTo>
                  <a:lnTo>
                    <a:pt x="6495" y="163088"/>
                  </a:lnTo>
                  <a:lnTo>
                    <a:pt x="5640" y="158054"/>
                  </a:lnTo>
                  <a:lnTo>
                    <a:pt x="4455" y="155259"/>
                  </a:lnTo>
                  <a:lnTo>
                    <a:pt x="4260" y="154092"/>
                  </a:lnTo>
                  <a:lnTo>
                    <a:pt x="4568" y="152507"/>
                  </a:lnTo>
                  <a:lnTo>
                    <a:pt x="6557" y="149369"/>
                  </a:lnTo>
                  <a:lnTo>
                    <a:pt x="7009" y="147797"/>
                  </a:lnTo>
                  <a:lnTo>
                    <a:pt x="6982" y="146373"/>
                  </a:lnTo>
                  <a:lnTo>
                    <a:pt x="6199" y="143285"/>
                  </a:lnTo>
                  <a:lnTo>
                    <a:pt x="5854" y="139192"/>
                  </a:lnTo>
                  <a:lnTo>
                    <a:pt x="5031" y="137118"/>
                  </a:lnTo>
                  <a:lnTo>
                    <a:pt x="4383" y="134110"/>
                  </a:lnTo>
                  <a:lnTo>
                    <a:pt x="3270" y="132377"/>
                  </a:lnTo>
                  <a:lnTo>
                    <a:pt x="1883" y="129449"/>
                  </a:lnTo>
                  <a:lnTo>
                    <a:pt x="2153" y="129160"/>
                  </a:lnTo>
                  <a:lnTo>
                    <a:pt x="1473" y="127459"/>
                  </a:lnTo>
                  <a:lnTo>
                    <a:pt x="1565" y="127118"/>
                  </a:lnTo>
                  <a:lnTo>
                    <a:pt x="0" y="121728"/>
                  </a:lnTo>
                  <a:lnTo>
                    <a:pt x="55722" y="125834"/>
                  </a:lnTo>
                  <a:lnTo>
                    <a:pt x="58709" y="125837"/>
                  </a:lnTo>
                  <a:lnTo>
                    <a:pt x="61677" y="125483"/>
                  </a:lnTo>
                  <a:lnTo>
                    <a:pt x="65795" y="124371"/>
                  </a:lnTo>
                  <a:lnTo>
                    <a:pt x="69664" y="122575"/>
                  </a:lnTo>
                  <a:lnTo>
                    <a:pt x="126132" y="88570"/>
                  </a:lnTo>
                  <a:lnTo>
                    <a:pt x="134716" y="83363"/>
                  </a:lnTo>
                  <a:lnTo>
                    <a:pt x="140179" y="79242"/>
                  </a:lnTo>
                  <a:lnTo>
                    <a:pt x="144215" y="75449"/>
                  </a:lnTo>
                  <a:lnTo>
                    <a:pt x="154594" y="64317"/>
                  </a:lnTo>
                  <a:lnTo>
                    <a:pt x="157243" y="61473"/>
                  </a:lnTo>
                  <a:lnTo>
                    <a:pt x="164800" y="53060"/>
                  </a:lnTo>
                  <a:lnTo>
                    <a:pt x="171363" y="43808"/>
                  </a:lnTo>
                  <a:lnTo>
                    <a:pt x="175771" y="37467"/>
                  </a:lnTo>
                  <a:lnTo>
                    <a:pt x="179509" y="33057"/>
                  </a:lnTo>
                  <a:lnTo>
                    <a:pt x="184004" y="28833"/>
                  </a:lnTo>
                  <a:lnTo>
                    <a:pt x="189216" y="24948"/>
                  </a:lnTo>
                  <a:lnTo>
                    <a:pt x="215595" y="6467"/>
                  </a:lnTo>
                  <a:lnTo>
                    <a:pt x="222372" y="2049"/>
                  </a:lnTo>
                  <a:lnTo>
                    <a:pt x="224957" y="0"/>
                  </a:lnTo>
                  <a:lnTo>
                    <a:pt x="226250" y="1677"/>
                  </a:lnTo>
                  <a:lnTo>
                    <a:pt x="225503" y="3076"/>
                  </a:lnTo>
                  <a:lnTo>
                    <a:pt x="225391" y="4202"/>
                  </a:lnTo>
                  <a:lnTo>
                    <a:pt x="225587" y="4652"/>
                  </a:lnTo>
                  <a:lnTo>
                    <a:pt x="225887" y="5063"/>
                  </a:lnTo>
                  <a:lnTo>
                    <a:pt x="228040" y="6505"/>
                  </a:lnTo>
                  <a:lnTo>
                    <a:pt x="228101" y="6909"/>
                  </a:lnTo>
                  <a:lnTo>
                    <a:pt x="227914" y="7341"/>
                  </a:lnTo>
                  <a:lnTo>
                    <a:pt x="227466" y="7479"/>
                  </a:lnTo>
                  <a:lnTo>
                    <a:pt x="226194" y="8672"/>
                  </a:lnTo>
                  <a:lnTo>
                    <a:pt x="225560" y="10310"/>
                  </a:lnTo>
                  <a:lnTo>
                    <a:pt x="225525" y="11109"/>
                  </a:lnTo>
                  <a:lnTo>
                    <a:pt x="225947" y="11876"/>
                  </a:lnTo>
                  <a:lnTo>
                    <a:pt x="227647" y="12358"/>
                  </a:lnTo>
                  <a:lnTo>
                    <a:pt x="227795" y="13279"/>
                  </a:lnTo>
                  <a:lnTo>
                    <a:pt x="225325" y="14082"/>
                  </a:lnTo>
                  <a:lnTo>
                    <a:pt x="225907" y="16051"/>
                  </a:lnTo>
                  <a:lnTo>
                    <a:pt x="224041" y="18591"/>
                  </a:lnTo>
                  <a:lnTo>
                    <a:pt x="224041" y="19374"/>
                  </a:lnTo>
                  <a:lnTo>
                    <a:pt x="224477" y="20122"/>
                  </a:lnTo>
                  <a:lnTo>
                    <a:pt x="227653" y="20265"/>
                  </a:lnTo>
                  <a:lnTo>
                    <a:pt x="227963" y="20480"/>
                  </a:lnTo>
                  <a:lnTo>
                    <a:pt x="227583" y="21145"/>
                  </a:lnTo>
                  <a:lnTo>
                    <a:pt x="225813" y="22215"/>
                  </a:lnTo>
                  <a:lnTo>
                    <a:pt x="225712" y="23938"/>
                  </a:lnTo>
                  <a:lnTo>
                    <a:pt x="228724" y="23966"/>
                  </a:lnTo>
                  <a:lnTo>
                    <a:pt x="233760" y="25083"/>
                  </a:lnTo>
                  <a:lnTo>
                    <a:pt x="236600" y="26595"/>
                  </a:lnTo>
                  <a:lnTo>
                    <a:pt x="238945" y="27461"/>
                  </a:lnTo>
                  <a:lnTo>
                    <a:pt x="238615" y="29268"/>
                  </a:lnTo>
                  <a:lnTo>
                    <a:pt x="240539" y="29570"/>
                  </a:lnTo>
                  <a:lnTo>
                    <a:pt x="240572" y="29789"/>
                  </a:lnTo>
                  <a:lnTo>
                    <a:pt x="242602" y="29848"/>
                  </a:lnTo>
                  <a:lnTo>
                    <a:pt x="243291" y="30128"/>
                  </a:lnTo>
                  <a:lnTo>
                    <a:pt x="243306" y="30715"/>
                  </a:lnTo>
                  <a:lnTo>
                    <a:pt x="243590" y="30901"/>
                  </a:lnTo>
                  <a:lnTo>
                    <a:pt x="244128" y="31962"/>
                  </a:lnTo>
                  <a:lnTo>
                    <a:pt x="243887" y="32373"/>
                  </a:lnTo>
                  <a:lnTo>
                    <a:pt x="244107" y="32601"/>
                  </a:lnTo>
                  <a:lnTo>
                    <a:pt x="243643" y="32666"/>
                  </a:lnTo>
                  <a:lnTo>
                    <a:pt x="243421" y="32827"/>
                  </a:lnTo>
                  <a:lnTo>
                    <a:pt x="243335" y="33100"/>
                  </a:lnTo>
                  <a:lnTo>
                    <a:pt x="243738" y="33278"/>
                  </a:lnTo>
                  <a:lnTo>
                    <a:pt x="243487" y="33594"/>
                  </a:lnTo>
                  <a:lnTo>
                    <a:pt x="243737" y="33660"/>
                  </a:lnTo>
                  <a:lnTo>
                    <a:pt x="243313" y="34177"/>
                  </a:lnTo>
                  <a:lnTo>
                    <a:pt x="243570" y="34221"/>
                  </a:lnTo>
                  <a:lnTo>
                    <a:pt x="243002" y="34511"/>
                  </a:lnTo>
                  <a:lnTo>
                    <a:pt x="243331" y="34686"/>
                  </a:lnTo>
                  <a:lnTo>
                    <a:pt x="243268" y="34881"/>
                  </a:lnTo>
                  <a:lnTo>
                    <a:pt x="242853" y="35029"/>
                  </a:lnTo>
                  <a:lnTo>
                    <a:pt x="243194" y="35322"/>
                  </a:lnTo>
                  <a:lnTo>
                    <a:pt x="243293" y="35807"/>
                  </a:lnTo>
                  <a:lnTo>
                    <a:pt x="243645" y="35618"/>
                  </a:lnTo>
                  <a:lnTo>
                    <a:pt x="243954" y="35984"/>
                  </a:lnTo>
                  <a:lnTo>
                    <a:pt x="243798" y="36615"/>
                  </a:lnTo>
                  <a:lnTo>
                    <a:pt x="243266" y="37202"/>
                  </a:lnTo>
                  <a:lnTo>
                    <a:pt x="243368" y="38029"/>
                  </a:lnTo>
                  <a:lnTo>
                    <a:pt x="242692" y="38630"/>
                  </a:lnTo>
                  <a:lnTo>
                    <a:pt x="242933" y="38771"/>
                  </a:lnTo>
                  <a:lnTo>
                    <a:pt x="242943" y="39243"/>
                  </a:lnTo>
                  <a:lnTo>
                    <a:pt x="242685" y="39228"/>
                  </a:lnTo>
                  <a:lnTo>
                    <a:pt x="242877" y="39676"/>
                  </a:lnTo>
                  <a:lnTo>
                    <a:pt x="241471" y="40020"/>
                  </a:lnTo>
                  <a:lnTo>
                    <a:pt x="240803" y="40691"/>
                  </a:lnTo>
                  <a:lnTo>
                    <a:pt x="240752" y="41550"/>
                  </a:lnTo>
                  <a:lnTo>
                    <a:pt x="241160" y="42180"/>
                  </a:lnTo>
                  <a:lnTo>
                    <a:pt x="239163" y="45539"/>
                  </a:lnTo>
                  <a:lnTo>
                    <a:pt x="239577" y="45732"/>
                  </a:lnTo>
                  <a:lnTo>
                    <a:pt x="239810" y="46272"/>
                  </a:lnTo>
                  <a:lnTo>
                    <a:pt x="240210" y="48075"/>
                  </a:lnTo>
                  <a:lnTo>
                    <a:pt x="239537" y="49295"/>
                  </a:lnTo>
                  <a:lnTo>
                    <a:pt x="238985" y="51667"/>
                  </a:lnTo>
                  <a:lnTo>
                    <a:pt x="240107" y="51737"/>
                  </a:lnTo>
                  <a:lnTo>
                    <a:pt x="242164" y="51307"/>
                  </a:lnTo>
                  <a:lnTo>
                    <a:pt x="242448" y="52939"/>
                  </a:lnTo>
                  <a:lnTo>
                    <a:pt x="243491" y="52986"/>
                  </a:lnTo>
                  <a:lnTo>
                    <a:pt x="246364" y="53715"/>
                  </a:lnTo>
                  <a:lnTo>
                    <a:pt x="247089" y="53167"/>
                  </a:lnTo>
                  <a:lnTo>
                    <a:pt x="247447" y="52417"/>
                  </a:lnTo>
                  <a:lnTo>
                    <a:pt x="247353" y="52087"/>
                  </a:lnTo>
                  <a:lnTo>
                    <a:pt x="247645" y="51894"/>
                  </a:lnTo>
                  <a:lnTo>
                    <a:pt x="247524" y="51169"/>
                  </a:lnTo>
                  <a:lnTo>
                    <a:pt x="247834" y="50803"/>
                  </a:lnTo>
                  <a:lnTo>
                    <a:pt x="247657" y="50736"/>
                  </a:lnTo>
                  <a:lnTo>
                    <a:pt x="247780" y="50504"/>
                  </a:lnTo>
                  <a:lnTo>
                    <a:pt x="247560" y="49659"/>
                  </a:lnTo>
                  <a:lnTo>
                    <a:pt x="247715" y="49040"/>
                  </a:lnTo>
                  <a:lnTo>
                    <a:pt x="247982" y="48922"/>
                  </a:lnTo>
                  <a:lnTo>
                    <a:pt x="247621" y="48521"/>
                  </a:lnTo>
                  <a:lnTo>
                    <a:pt x="248041" y="48082"/>
                  </a:lnTo>
                  <a:lnTo>
                    <a:pt x="247809" y="47876"/>
                  </a:lnTo>
                  <a:lnTo>
                    <a:pt x="247998" y="47587"/>
                  </a:lnTo>
                  <a:lnTo>
                    <a:pt x="248461" y="47743"/>
                  </a:lnTo>
                  <a:lnTo>
                    <a:pt x="248405" y="47488"/>
                  </a:lnTo>
                  <a:lnTo>
                    <a:pt x="248817" y="47160"/>
                  </a:lnTo>
                  <a:lnTo>
                    <a:pt x="248619" y="46707"/>
                  </a:lnTo>
                  <a:lnTo>
                    <a:pt x="248361" y="46639"/>
                  </a:lnTo>
                  <a:lnTo>
                    <a:pt x="248444" y="46166"/>
                  </a:lnTo>
                  <a:lnTo>
                    <a:pt x="248928" y="45766"/>
                  </a:lnTo>
                  <a:lnTo>
                    <a:pt x="249296" y="45940"/>
                  </a:lnTo>
                  <a:lnTo>
                    <a:pt x="249380" y="46313"/>
                  </a:lnTo>
                  <a:lnTo>
                    <a:pt x="249752" y="46406"/>
                  </a:lnTo>
                  <a:lnTo>
                    <a:pt x="250261" y="46186"/>
                  </a:lnTo>
                  <a:lnTo>
                    <a:pt x="250950" y="46378"/>
                  </a:lnTo>
                  <a:lnTo>
                    <a:pt x="251153" y="46669"/>
                  </a:lnTo>
                  <a:lnTo>
                    <a:pt x="251721" y="46682"/>
                  </a:lnTo>
                  <a:lnTo>
                    <a:pt x="251949" y="46405"/>
                  </a:lnTo>
                  <a:lnTo>
                    <a:pt x="251874" y="46085"/>
                  </a:lnTo>
                  <a:lnTo>
                    <a:pt x="252635" y="46106"/>
                  </a:lnTo>
                  <a:lnTo>
                    <a:pt x="252887" y="45841"/>
                  </a:lnTo>
                  <a:lnTo>
                    <a:pt x="253551" y="49741"/>
                  </a:lnTo>
                  <a:lnTo>
                    <a:pt x="254013" y="49731"/>
                  </a:lnTo>
                  <a:lnTo>
                    <a:pt x="253549" y="52823"/>
                  </a:lnTo>
                  <a:lnTo>
                    <a:pt x="254354" y="53049"/>
                  </a:lnTo>
                  <a:lnTo>
                    <a:pt x="254155" y="59763"/>
                  </a:lnTo>
                  <a:lnTo>
                    <a:pt x="253955" y="60273"/>
                  </a:lnTo>
                  <a:lnTo>
                    <a:pt x="254173" y="60589"/>
                  </a:lnTo>
                  <a:lnTo>
                    <a:pt x="255191" y="60887"/>
                  </a:lnTo>
                  <a:lnTo>
                    <a:pt x="254985" y="59692"/>
                  </a:lnTo>
                  <a:lnTo>
                    <a:pt x="255378" y="58143"/>
                  </a:lnTo>
                  <a:lnTo>
                    <a:pt x="257289" y="55207"/>
                  </a:lnTo>
                  <a:lnTo>
                    <a:pt x="258477" y="53887"/>
                  </a:lnTo>
                  <a:lnTo>
                    <a:pt x="258117" y="52494"/>
                  </a:lnTo>
                  <a:lnTo>
                    <a:pt x="258446" y="52375"/>
                  </a:lnTo>
                  <a:lnTo>
                    <a:pt x="258447" y="51618"/>
                  </a:lnTo>
                  <a:lnTo>
                    <a:pt x="260476" y="51507"/>
                  </a:lnTo>
                  <a:lnTo>
                    <a:pt x="260528" y="51289"/>
                  </a:lnTo>
                  <a:lnTo>
                    <a:pt x="261822" y="50689"/>
                  </a:lnTo>
                  <a:lnTo>
                    <a:pt x="262937" y="52060"/>
                  </a:lnTo>
                  <a:lnTo>
                    <a:pt x="263584" y="52493"/>
                  </a:lnTo>
                  <a:lnTo>
                    <a:pt x="263951" y="52649"/>
                  </a:lnTo>
                  <a:lnTo>
                    <a:pt x="264168" y="52405"/>
                  </a:lnTo>
                  <a:lnTo>
                    <a:pt x="264847" y="52344"/>
                  </a:lnTo>
                  <a:lnTo>
                    <a:pt x="265530" y="55321"/>
                  </a:lnTo>
                  <a:lnTo>
                    <a:pt x="266373" y="55649"/>
                  </a:lnTo>
                  <a:lnTo>
                    <a:pt x="266783" y="56278"/>
                  </a:lnTo>
                  <a:lnTo>
                    <a:pt x="268180" y="57149"/>
                  </a:lnTo>
                  <a:lnTo>
                    <a:pt x="268518" y="57250"/>
                  </a:lnTo>
                  <a:lnTo>
                    <a:pt x="271879" y="54031"/>
                  </a:lnTo>
                  <a:lnTo>
                    <a:pt x="274652" y="56426"/>
                  </a:lnTo>
                  <a:lnTo>
                    <a:pt x="275944" y="57933"/>
                  </a:lnTo>
                  <a:lnTo>
                    <a:pt x="276886" y="58554"/>
                  </a:lnTo>
                  <a:lnTo>
                    <a:pt x="282562" y="58591"/>
                  </a:lnTo>
                  <a:lnTo>
                    <a:pt x="284442" y="59243"/>
                  </a:lnTo>
                  <a:lnTo>
                    <a:pt x="285650" y="60108"/>
                  </a:lnTo>
                  <a:lnTo>
                    <a:pt x="286491" y="60336"/>
                  </a:lnTo>
                  <a:lnTo>
                    <a:pt x="288366" y="60205"/>
                  </a:lnTo>
                  <a:lnTo>
                    <a:pt x="288746" y="60380"/>
                  </a:lnTo>
                  <a:lnTo>
                    <a:pt x="291522" y="59337"/>
                  </a:lnTo>
                  <a:lnTo>
                    <a:pt x="295102" y="59526"/>
                  </a:lnTo>
                  <a:lnTo>
                    <a:pt x="294926" y="61089"/>
                  </a:lnTo>
                  <a:lnTo>
                    <a:pt x="295227" y="63894"/>
                  </a:lnTo>
                  <a:lnTo>
                    <a:pt x="294956" y="65354"/>
                  </a:lnTo>
                  <a:lnTo>
                    <a:pt x="295044" y="66276"/>
                  </a:lnTo>
                  <a:lnTo>
                    <a:pt x="297874" y="65620"/>
                  </a:lnTo>
                  <a:lnTo>
                    <a:pt x="298909" y="65894"/>
                  </a:lnTo>
                  <a:lnTo>
                    <a:pt x="299917" y="66446"/>
                  </a:lnTo>
                  <a:lnTo>
                    <a:pt x="300244" y="66885"/>
                  </a:lnTo>
                  <a:lnTo>
                    <a:pt x="301751" y="67533"/>
                  </a:lnTo>
                  <a:lnTo>
                    <a:pt x="302240" y="67261"/>
                  </a:lnTo>
                  <a:lnTo>
                    <a:pt x="304651" y="68262"/>
                  </a:lnTo>
                  <a:lnTo>
                    <a:pt x="305827" y="67632"/>
                  </a:lnTo>
                  <a:lnTo>
                    <a:pt x="307000" y="67440"/>
                  </a:lnTo>
                  <a:lnTo>
                    <a:pt x="307894" y="67673"/>
                  </a:lnTo>
                  <a:lnTo>
                    <a:pt x="309015" y="68685"/>
                  </a:lnTo>
                  <a:lnTo>
                    <a:pt x="310387" y="69118"/>
                  </a:lnTo>
                  <a:lnTo>
                    <a:pt x="314255" y="68376"/>
                  </a:lnTo>
                  <a:lnTo>
                    <a:pt x="313944" y="67346"/>
                  </a:lnTo>
                  <a:lnTo>
                    <a:pt x="312798" y="67383"/>
                  </a:lnTo>
                  <a:lnTo>
                    <a:pt x="312907" y="66595"/>
                  </a:lnTo>
                  <a:lnTo>
                    <a:pt x="314631" y="66716"/>
                  </a:lnTo>
                  <a:lnTo>
                    <a:pt x="314900" y="65623"/>
                  </a:lnTo>
                  <a:lnTo>
                    <a:pt x="315830" y="65512"/>
                  </a:lnTo>
                  <a:lnTo>
                    <a:pt x="315523" y="64803"/>
                  </a:lnTo>
                  <a:lnTo>
                    <a:pt x="316002" y="63461"/>
                  </a:lnTo>
                  <a:lnTo>
                    <a:pt x="314897" y="63394"/>
                  </a:lnTo>
                  <a:lnTo>
                    <a:pt x="314430" y="63042"/>
                  </a:lnTo>
                  <a:lnTo>
                    <a:pt x="314820" y="59311"/>
                  </a:lnTo>
                  <a:lnTo>
                    <a:pt x="317613" y="59118"/>
                  </a:lnTo>
                  <a:lnTo>
                    <a:pt x="317178" y="60327"/>
                  </a:lnTo>
                  <a:lnTo>
                    <a:pt x="316582" y="60093"/>
                  </a:lnTo>
                  <a:lnTo>
                    <a:pt x="316199" y="61155"/>
                  </a:lnTo>
                  <a:lnTo>
                    <a:pt x="318394" y="61732"/>
                  </a:lnTo>
                  <a:lnTo>
                    <a:pt x="318177" y="64051"/>
                  </a:lnTo>
                  <a:lnTo>
                    <a:pt x="318719" y="64247"/>
                  </a:lnTo>
                  <a:lnTo>
                    <a:pt x="321288" y="64110"/>
                  </a:lnTo>
                  <a:lnTo>
                    <a:pt x="320873" y="62046"/>
                  </a:lnTo>
                  <a:lnTo>
                    <a:pt x="322973" y="62172"/>
                  </a:lnTo>
                  <a:lnTo>
                    <a:pt x="322522" y="61100"/>
                  </a:lnTo>
                  <a:lnTo>
                    <a:pt x="323332" y="59521"/>
                  </a:lnTo>
                  <a:lnTo>
                    <a:pt x="324207" y="60070"/>
                  </a:lnTo>
                  <a:lnTo>
                    <a:pt x="326703" y="60980"/>
                  </a:lnTo>
                  <a:lnTo>
                    <a:pt x="327784" y="61096"/>
                  </a:lnTo>
                  <a:lnTo>
                    <a:pt x="328314" y="63328"/>
                  </a:lnTo>
                  <a:lnTo>
                    <a:pt x="328178" y="64653"/>
                  </a:lnTo>
                  <a:lnTo>
                    <a:pt x="329075" y="65229"/>
                  </a:lnTo>
                  <a:lnTo>
                    <a:pt x="329295" y="65684"/>
                  </a:lnTo>
                  <a:lnTo>
                    <a:pt x="329683" y="65481"/>
                  </a:lnTo>
                  <a:lnTo>
                    <a:pt x="330115" y="65651"/>
                  </a:lnTo>
                  <a:lnTo>
                    <a:pt x="330449" y="65335"/>
                  </a:lnTo>
                  <a:lnTo>
                    <a:pt x="331338" y="65793"/>
                  </a:lnTo>
                  <a:lnTo>
                    <a:pt x="331899" y="65692"/>
                  </a:lnTo>
                  <a:lnTo>
                    <a:pt x="333164" y="66573"/>
                  </a:lnTo>
                  <a:lnTo>
                    <a:pt x="333342" y="67315"/>
                  </a:lnTo>
                  <a:lnTo>
                    <a:pt x="334414" y="67637"/>
                  </a:lnTo>
                  <a:lnTo>
                    <a:pt x="335467" y="68890"/>
                  </a:lnTo>
                  <a:lnTo>
                    <a:pt x="335717" y="68961"/>
                  </a:lnTo>
                  <a:lnTo>
                    <a:pt x="336039" y="68627"/>
                  </a:lnTo>
                  <a:lnTo>
                    <a:pt x="336981" y="68685"/>
                  </a:lnTo>
                  <a:lnTo>
                    <a:pt x="338010" y="69517"/>
                  </a:lnTo>
                  <a:lnTo>
                    <a:pt x="338429" y="69156"/>
                  </a:lnTo>
                  <a:lnTo>
                    <a:pt x="339338" y="69679"/>
                  </a:lnTo>
                  <a:lnTo>
                    <a:pt x="339654" y="69617"/>
                  </a:lnTo>
                  <a:lnTo>
                    <a:pt x="339959" y="70000"/>
                  </a:lnTo>
                  <a:lnTo>
                    <a:pt x="340173" y="69915"/>
                  </a:lnTo>
                  <a:lnTo>
                    <a:pt x="340790" y="70526"/>
                  </a:lnTo>
                  <a:lnTo>
                    <a:pt x="341210" y="70338"/>
                  </a:lnTo>
                  <a:lnTo>
                    <a:pt x="341665" y="70710"/>
                  </a:lnTo>
                  <a:lnTo>
                    <a:pt x="341729" y="70506"/>
                  </a:lnTo>
                  <a:lnTo>
                    <a:pt x="341994" y="70515"/>
                  </a:lnTo>
                  <a:lnTo>
                    <a:pt x="342118" y="70840"/>
                  </a:lnTo>
                  <a:lnTo>
                    <a:pt x="342416" y="70902"/>
                  </a:lnTo>
                  <a:lnTo>
                    <a:pt x="342344" y="71314"/>
                  </a:lnTo>
                  <a:lnTo>
                    <a:pt x="342750" y="71187"/>
                  </a:lnTo>
                  <a:lnTo>
                    <a:pt x="343068" y="71388"/>
                  </a:lnTo>
                  <a:lnTo>
                    <a:pt x="343605" y="72166"/>
                  </a:lnTo>
                  <a:lnTo>
                    <a:pt x="343792" y="71852"/>
                  </a:lnTo>
                  <a:lnTo>
                    <a:pt x="344618" y="71469"/>
                  </a:lnTo>
                  <a:lnTo>
                    <a:pt x="346845" y="71481"/>
                  </a:lnTo>
                  <a:lnTo>
                    <a:pt x="347699" y="71167"/>
                  </a:lnTo>
                  <a:lnTo>
                    <a:pt x="348965" y="71382"/>
                  </a:lnTo>
                  <a:lnTo>
                    <a:pt x="349655" y="71788"/>
                  </a:lnTo>
                  <a:lnTo>
                    <a:pt x="349800" y="72082"/>
                  </a:lnTo>
                  <a:lnTo>
                    <a:pt x="349379" y="72987"/>
                  </a:lnTo>
                  <a:lnTo>
                    <a:pt x="349640" y="73164"/>
                  </a:lnTo>
                  <a:lnTo>
                    <a:pt x="349621" y="73446"/>
                  </a:lnTo>
                  <a:lnTo>
                    <a:pt x="350038" y="73606"/>
                  </a:lnTo>
                  <a:lnTo>
                    <a:pt x="350719" y="73083"/>
                  </a:lnTo>
                  <a:lnTo>
                    <a:pt x="350966" y="73140"/>
                  </a:lnTo>
                  <a:lnTo>
                    <a:pt x="351533" y="72496"/>
                  </a:lnTo>
                  <a:lnTo>
                    <a:pt x="352698" y="72675"/>
                  </a:lnTo>
                  <a:lnTo>
                    <a:pt x="353559" y="71214"/>
                  </a:lnTo>
                  <a:lnTo>
                    <a:pt x="354204" y="71025"/>
                  </a:lnTo>
                  <a:lnTo>
                    <a:pt x="353992" y="71427"/>
                  </a:lnTo>
                  <a:lnTo>
                    <a:pt x="354208" y="71572"/>
                  </a:lnTo>
                  <a:lnTo>
                    <a:pt x="354615" y="71331"/>
                  </a:lnTo>
                  <a:lnTo>
                    <a:pt x="354643" y="70218"/>
                  </a:lnTo>
                  <a:lnTo>
                    <a:pt x="354912" y="69695"/>
                  </a:lnTo>
                  <a:lnTo>
                    <a:pt x="354707" y="68779"/>
                  </a:lnTo>
                  <a:lnTo>
                    <a:pt x="355007" y="68432"/>
                  </a:lnTo>
                  <a:lnTo>
                    <a:pt x="354522" y="67468"/>
                  </a:lnTo>
                  <a:lnTo>
                    <a:pt x="354636" y="67201"/>
                  </a:lnTo>
                  <a:lnTo>
                    <a:pt x="354395" y="66611"/>
                  </a:lnTo>
                  <a:lnTo>
                    <a:pt x="354783" y="65969"/>
                  </a:lnTo>
                  <a:lnTo>
                    <a:pt x="354846" y="65297"/>
                  </a:lnTo>
                  <a:lnTo>
                    <a:pt x="355501" y="65438"/>
                  </a:lnTo>
                  <a:lnTo>
                    <a:pt x="355927" y="64952"/>
                  </a:lnTo>
                  <a:lnTo>
                    <a:pt x="355861" y="64769"/>
                  </a:lnTo>
                  <a:lnTo>
                    <a:pt x="355515" y="64882"/>
                  </a:lnTo>
                  <a:lnTo>
                    <a:pt x="355534" y="63711"/>
                  </a:lnTo>
                  <a:lnTo>
                    <a:pt x="356362" y="63889"/>
                  </a:lnTo>
                  <a:lnTo>
                    <a:pt x="356233" y="65289"/>
                  </a:lnTo>
                  <a:lnTo>
                    <a:pt x="357039" y="66124"/>
                  </a:lnTo>
                  <a:lnTo>
                    <a:pt x="357707" y="66111"/>
                  </a:lnTo>
                  <a:lnTo>
                    <a:pt x="357628" y="66263"/>
                  </a:lnTo>
                  <a:lnTo>
                    <a:pt x="358461" y="66815"/>
                  </a:lnTo>
                  <a:lnTo>
                    <a:pt x="359971" y="66612"/>
                  </a:lnTo>
                  <a:lnTo>
                    <a:pt x="360291" y="66727"/>
                  </a:lnTo>
                  <a:lnTo>
                    <a:pt x="360696" y="67330"/>
                  </a:lnTo>
                  <a:lnTo>
                    <a:pt x="361412" y="67588"/>
                  </a:lnTo>
                  <a:lnTo>
                    <a:pt x="362800" y="67330"/>
                  </a:lnTo>
                  <a:lnTo>
                    <a:pt x="362835" y="67599"/>
                  </a:lnTo>
                  <a:lnTo>
                    <a:pt x="363724" y="67869"/>
                  </a:lnTo>
                  <a:lnTo>
                    <a:pt x="363980" y="68413"/>
                  </a:lnTo>
                  <a:lnTo>
                    <a:pt x="364993" y="68755"/>
                  </a:lnTo>
                  <a:lnTo>
                    <a:pt x="370642" y="65664"/>
                  </a:lnTo>
                  <a:lnTo>
                    <a:pt x="370852" y="65366"/>
                  </a:lnTo>
                  <a:lnTo>
                    <a:pt x="374314" y="64676"/>
                  </a:lnTo>
                  <a:lnTo>
                    <a:pt x="374886" y="64822"/>
                  </a:lnTo>
                  <a:lnTo>
                    <a:pt x="375305" y="66058"/>
                  </a:lnTo>
                  <a:lnTo>
                    <a:pt x="376573" y="68137"/>
                  </a:lnTo>
                  <a:lnTo>
                    <a:pt x="378183" y="68945"/>
                  </a:lnTo>
                  <a:lnTo>
                    <a:pt x="378998" y="68418"/>
                  </a:lnTo>
                  <a:lnTo>
                    <a:pt x="379817" y="67507"/>
                  </a:lnTo>
                  <a:lnTo>
                    <a:pt x="380435" y="67534"/>
                  </a:lnTo>
                  <a:lnTo>
                    <a:pt x="382109" y="65131"/>
                  </a:lnTo>
                  <a:lnTo>
                    <a:pt x="384060" y="64164"/>
                  </a:lnTo>
                  <a:lnTo>
                    <a:pt x="385160" y="61640"/>
                  </a:lnTo>
                  <a:lnTo>
                    <a:pt x="385123" y="59941"/>
                  </a:lnTo>
                  <a:lnTo>
                    <a:pt x="385551" y="59747"/>
                  </a:lnTo>
                  <a:lnTo>
                    <a:pt x="385685" y="58629"/>
                  </a:lnTo>
                  <a:lnTo>
                    <a:pt x="386581" y="58859"/>
                  </a:lnTo>
                  <a:lnTo>
                    <a:pt x="387137" y="59328"/>
                  </a:lnTo>
                  <a:lnTo>
                    <a:pt x="386707" y="59613"/>
                  </a:lnTo>
                  <a:lnTo>
                    <a:pt x="387179" y="60128"/>
                  </a:lnTo>
                  <a:lnTo>
                    <a:pt x="386709" y="60410"/>
                  </a:lnTo>
                  <a:lnTo>
                    <a:pt x="386958" y="60779"/>
                  </a:lnTo>
                  <a:lnTo>
                    <a:pt x="386858" y="60999"/>
                  </a:lnTo>
                  <a:lnTo>
                    <a:pt x="386471" y="61008"/>
                  </a:lnTo>
                  <a:lnTo>
                    <a:pt x="386327" y="61564"/>
                  </a:lnTo>
                  <a:lnTo>
                    <a:pt x="386550" y="62176"/>
                  </a:lnTo>
                  <a:lnTo>
                    <a:pt x="386304" y="62453"/>
                  </a:lnTo>
                  <a:lnTo>
                    <a:pt x="386567" y="62870"/>
                  </a:lnTo>
                  <a:lnTo>
                    <a:pt x="386661" y="64408"/>
                  </a:lnTo>
                  <a:lnTo>
                    <a:pt x="387139" y="64438"/>
                  </a:lnTo>
                  <a:lnTo>
                    <a:pt x="387232" y="65906"/>
                  </a:lnTo>
                  <a:lnTo>
                    <a:pt x="386982" y="66480"/>
                  </a:lnTo>
                  <a:lnTo>
                    <a:pt x="387522" y="66800"/>
                  </a:lnTo>
                  <a:lnTo>
                    <a:pt x="387263" y="68008"/>
                  </a:lnTo>
                  <a:lnTo>
                    <a:pt x="387914" y="68447"/>
                  </a:lnTo>
                  <a:lnTo>
                    <a:pt x="388124" y="69278"/>
                  </a:lnTo>
                  <a:lnTo>
                    <a:pt x="388404" y="69273"/>
                  </a:lnTo>
                  <a:lnTo>
                    <a:pt x="388282" y="69469"/>
                  </a:lnTo>
                  <a:lnTo>
                    <a:pt x="388453" y="69608"/>
                  </a:lnTo>
                  <a:lnTo>
                    <a:pt x="388844" y="69674"/>
                  </a:lnTo>
                  <a:lnTo>
                    <a:pt x="388696" y="70586"/>
                  </a:lnTo>
                  <a:lnTo>
                    <a:pt x="389154" y="71166"/>
                  </a:lnTo>
                  <a:lnTo>
                    <a:pt x="388870" y="71854"/>
                  </a:lnTo>
                  <a:lnTo>
                    <a:pt x="389245" y="72304"/>
                  </a:lnTo>
                  <a:lnTo>
                    <a:pt x="389067" y="73748"/>
                  </a:lnTo>
                  <a:lnTo>
                    <a:pt x="389477" y="73664"/>
                  </a:lnTo>
                  <a:lnTo>
                    <a:pt x="389427" y="74223"/>
                  </a:lnTo>
                  <a:lnTo>
                    <a:pt x="389104" y="74213"/>
                  </a:lnTo>
                  <a:lnTo>
                    <a:pt x="389024" y="74446"/>
                  </a:lnTo>
                  <a:lnTo>
                    <a:pt x="389535" y="74488"/>
                  </a:lnTo>
                  <a:lnTo>
                    <a:pt x="389444" y="74679"/>
                  </a:lnTo>
                  <a:lnTo>
                    <a:pt x="390109" y="75171"/>
                  </a:lnTo>
                  <a:lnTo>
                    <a:pt x="389924" y="75775"/>
                  </a:lnTo>
                  <a:lnTo>
                    <a:pt x="390286" y="75788"/>
                  </a:lnTo>
                  <a:lnTo>
                    <a:pt x="389769" y="76229"/>
                  </a:lnTo>
                  <a:lnTo>
                    <a:pt x="389912" y="76910"/>
                  </a:lnTo>
                  <a:lnTo>
                    <a:pt x="389474" y="77162"/>
                  </a:lnTo>
                  <a:lnTo>
                    <a:pt x="389723" y="77350"/>
                  </a:lnTo>
                  <a:lnTo>
                    <a:pt x="389530" y="77859"/>
                  </a:lnTo>
                  <a:lnTo>
                    <a:pt x="389161" y="77987"/>
                  </a:lnTo>
                  <a:lnTo>
                    <a:pt x="389591" y="78298"/>
                  </a:lnTo>
                  <a:lnTo>
                    <a:pt x="389850" y="78980"/>
                  </a:lnTo>
                  <a:lnTo>
                    <a:pt x="389584" y="79295"/>
                  </a:lnTo>
                  <a:lnTo>
                    <a:pt x="389949" y="79868"/>
                  </a:lnTo>
                  <a:lnTo>
                    <a:pt x="389394" y="80060"/>
                  </a:lnTo>
                  <a:lnTo>
                    <a:pt x="389695" y="80394"/>
                  </a:lnTo>
                  <a:lnTo>
                    <a:pt x="389295" y="80946"/>
                  </a:lnTo>
                  <a:lnTo>
                    <a:pt x="389005" y="80846"/>
                  </a:lnTo>
                  <a:lnTo>
                    <a:pt x="388874" y="81124"/>
                  </a:lnTo>
                  <a:lnTo>
                    <a:pt x="388608" y="81056"/>
                  </a:lnTo>
                  <a:lnTo>
                    <a:pt x="388023" y="82183"/>
                  </a:lnTo>
                  <a:lnTo>
                    <a:pt x="387293" y="82800"/>
                  </a:lnTo>
                  <a:lnTo>
                    <a:pt x="387302" y="83226"/>
                  </a:lnTo>
                  <a:lnTo>
                    <a:pt x="386461" y="83943"/>
                  </a:lnTo>
                  <a:lnTo>
                    <a:pt x="387205" y="84422"/>
                  </a:lnTo>
                  <a:lnTo>
                    <a:pt x="387765" y="85591"/>
                  </a:lnTo>
                  <a:lnTo>
                    <a:pt x="386824" y="87480"/>
                  </a:lnTo>
                  <a:lnTo>
                    <a:pt x="386740" y="88861"/>
                  </a:lnTo>
                  <a:lnTo>
                    <a:pt x="387736" y="93838"/>
                  </a:lnTo>
                  <a:lnTo>
                    <a:pt x="387669" y="94844"/>
                  </a:lnTo>
                  <a:lnTo>
                    <a:pt x="388493" y="95073"/>
                  </a:lnTo>
                  <a:lnTo>
                    <a:pt x="389728" y="94057"/>
                  </a:lnTo>
                  <a:lnTo>
                    <a:pt x="389971" y="94439"/>
                  </a:lnTo>
                  <a:lnTo>
                    <a:pt x="389746" y="94539"/>
                  </a:lnTo>
                  <a:lnTo>
                    <a:pt x="390004" y="95270"/>
                  </a:lnTo>
                  <a:lnTo>
                    <a:pt x="389754" y="95427"/>
                  </a:lnTo>
                  <a:lnTo>
                    <a:pt x="389985" y="95546"/>
                  </a:lnTo>
                  <a:lnTo>
                    <a:pt x="389697" y="95928"/>
                  </a:lnTo>
                  <a:lnTo>
                    <a:pt x="390073" y="96015"/>
                  </a:lnTo>
                  <a:lnTo>
                    <a:pt x="390222" y="96545"/>
                  </a:lnTo>
                  <a:lnTo>
                    <a:pt x="389923" y="96690"/>
                  </a:lnTo>
                  <a:lnTo>
                    <a:pt x="390160" y="96985"/>
                  </a:lnTo>
                  <a:lnTo>
                    <a:pt x="389746" y="97342"/>
                  </a:lnTo>
                  <a:lnTo>
                    <a:pt x="389933" y="97949"/>
                  </a:lnTo>
                  <a:lnTo>
                    <a:pt x="389770" y="98456"/>
                  </a:lnTo>
                  <a:lnTo>
                    <a:pt x="389992" y="98564"/>
                  </a:lnTo>
                  <a:lnTo>
                    <a:pt x="389705" y="99165"/>
                  </a:lnTo>
                  <a:lnTo>
                    <a:pt x="391878" y="99843"/>
                  </a:lnTo>
                  <a:lnTo>
                    <a:pt x="392685" y="100438"/>
                  </a:lnTo>
                  <a:lnTo>
                    <a:pt x="394382" y="100309"/>
                  </a:lnTo>
                  <a:lnTo>
                    <a:pt x="397427" y="99167"/>
                  </a:lnTo>
                  <a:lnTo>
                    <a:pt x="397523" y="99346"/>
                  </a:lnTo>
                  <a:lnTo>
                    <a:pt x="398672" y="98401"/>
                  </a:lnTo>
                  <a:lnTo>
                    <a:pt x="399007" y="97749"/>
                  </a:lnTo>
                  <a:lnTo>
                    <a:pt x="399302" y="97839"/>
                  </a:lnTo>
                  <a:lnTo>
                    <a:pt x="399684" y="98674"/>
                  </a:lnTo>
                  <a:lnTo>
                    <a:pt x="399651" y="99286"/>
                  </a:lnTo>
                  <a:lnTo>
                    <a:pt x="400417" y="99669"/>
                  </a:lnTo>
                  <a:lnTo>
                    <a:pt x="400594" y="100041"/>
                  </a:lnTo>
                  <a:lnTo>
                    <a:pt x="402997" y="100779"/>
                  </a:lnTo>
                  <a:lnTo>
                    <a:pt x="405655" y="102532"/>
                  </a:lnTo>
                  <a:lnTo>
                    <a:pt x="404679" y="105371"/>
                  </a:lnTo>
                  <a:lnTo>
                    <a:pt x="404626" y="107592"/>
                  </a:lnTo>
                  <a:lnTo>
                    <a:pt x="404001" y="108123"/>
                  </a:lnTo>
                  <a:lnTo>
                    <a:pt x="403241" y="108232"/>
                  </a:lnTo>
                  <a:lnTo>
                    <a:pt x="403349" y="109611"/>
                  </a:lnTo>
                  <a:lnTo>
                    <a:pt x="403780" y="110301"/>
                  </a:lnTo>
                  <a:lnTo>
                    <a:pt x="405927" y="110233"/>
                  </a:lnTo>
                  <a:lnTo>
                    <a:pt x="407352" y="110533"/>
                  </a:lnTo>
                  <a:lnTo>
                    <a:pt x="408409" y="113414"/>
                  </a:lnTo>
                  <a:lnTo>
                    <a:pt x="408915" y="112884"/>
                  </a:lnTo>
                  <a:lnTo>
                    <a:pt x="409613" y="112596"/>
                  </a:lnTo>
                  <a:lnTo>
                    <a:pt x="409672" y="112323"/>
                  </a:lnTo>
                  <a:lnTo>
                    <a:pt x="409987" y="113223"/>
                  </a:lnTo>
                  <a:lnTo>
                    <a:pt x="410636" y="113148"/>
                  </a:lnTo>
                  <a:lnTo>
                    <a:pt x="410709" y="112078"/>
                  </a:lnTo>
                  <a:lnTo>
                    <a:pt x="411010" y="112216"/>
                  </a:lnTo>
                  <a:lnTo>
                    <a:pt x="411381" y="111791"/>
                  </a:lnTo>
                  <a:lnTo>
                    <a:pt x="411545" y="111941"/>
                  </a:lnTo>
                  <a:lnTo>
                    <a:pt x="411999" y="111606"/>
                  </a:lnTo>
                  <a:lnTo>
                    <a:pt x="412277" y="111954"/>
                  </a:lnTo>
                  <a:lnTo>
                    <a:pt x="411943" y="112866"/>
                  </a:lnTo>
                  <a:lnTo>
                    <a:pt x="412181" y="112890"/>
                  </a:lnTo>
                  <a:lnTo>
                    <a:pt x="416027" y="112025"/>
                  </a:lnTo>
                  <a:lnTo>
                    <a:pt x="416402" y="112081"/>
                  </a:lnTo>
                  <a:lnTo>
                    <a:pt x="416461" y="112326"/>
                  </a:lnTo>
                  <a:lnTo>
                    <a:pt x="417070" y="111966"/>
                  </a:lnTo>
                  <a:lnTo>
                    <a:pt x="417682" y="112185"/>
                  </a:lnTo>
                  <a:lnTo>
                    <a:pt x="417745" y="112021"/>
                  </a:lnTo>
                  <a:lnTo>
                    <a:pt x="417842" y="112295"/>
                  </a:lnTo>
                  <a:lnTo>
                    <a:pt x="418363" y="111950"/>
                  </a:lnTo>
                  <a:lnTo>
                    <a:pt x="419254" y="112361"/>
                  </a:lnTo>
                  <a:lnTo>
                    <a:pt x="418963" y="113047"/>
                  </a:lnTo>
                  <a:lnTo>
                    <a:pt x="418181" y="113858"/>
                  </a:lnTo>
                  <a:lnTo>
                    <a:pt x="417693" y="115055"/>
                  </a:lnTo>
                  <a:lnTo>
                    <a:pt x="417532" y="116909"/>
                  </a:lnTo>
                  <a:lnTo>
                    <a:pt x="420739" y="117147"/>
                  </a:lnTo>
                  <a:lnTo>
                    <a:pt x="421967" y="117037"/>
                  </a:lnTo>
                  <a:lnTo>
                    <a:pt x="421993" y="116494"/>
                  </a:lnTo>
                  <a:lnTo>
                    <a:pt x="422962" y="114125"/>
                  </a:lnTo>
                  <a:lnTo>
                    <a:pt x="423012" y="113425"/>
                  </a:lnTo>
                  <a:lnTo>
                    <a:pt x="423350" y="113406"/>
                  </a:lnTo>
                  <a:lnTo>
                    <a:pt x="423343" y="113162"/>
                  </a:lnTo>
                  <a:lnTo>
                    <a:pt x="423787" y="113275"/>
                  </a:lnTo>
                  <a:lnTo>
                    <a:pt x="424546" y="113804"/>
                  </a:lnTo>
                  <a:lnTo>
                    <a:pt x="424419" y="116091"/>
                  </a:lnTo>
                  <a:lnTo>
                    <a:pt x="425510" y="118655"/>
                  </a:lnTo>
                  <a:lnTo>
                    <a:pt x="425603" y="120575"/>
                  </a:lnTo>
                  <a:lnTo>
                    <a:pt x="427757" y="120819"/>
                  </a:lnTo>
                  <a:lnTo>
                    <a:pt x="428141" y="121910"/>
                  </a:lnTo>
                  <a:lnTo>
                    <a:pt x="428620" y="122375"/>
                  </a:lnTo>
                  <a:lnTo>
                    <a:pt x="428614" y="121980"/>
                  </a:lnTo>
                  <a:lnTo>
                    <a:pt x="429193" y="121615"/>
                  </a:lnTo>
                  <a:lnTo>
                    <a:pt x="429445" y="121046"/>
                  </a:lnTo>
                  <a:lnTo>
                    <a:pt x="430914" y="119543"/>
                  </a:lnTo>
                  <a:lnTo>
                    <a:pt x="430862" y="119217"/>
                  </a:lnTo>
                  <a:lnTo>
                    <a:pt x="431442" y="117810"/>
                  </a:lnTo>
                  <a:lnTo>
                    <a:pt x="433040" y="116885"/>
                  </a:lnTo>
                  <a:lnTo>
                    <a:pt x="433516" y="116318"/>
                  </a:lnTo>
                  <a:lnTo>
                    <a:pt x="433526" y="115886"/>
                  </a:lnTo>
                  <a:lnTo>
                    <a:pt x="434413" y="115773"/>
                  </a:lnTo>
                  <a:lnTo>
                    <a:pt x="434689" y="116046"/>
                  </a:lnTo>
                  <a:lnTo>
                    <a:pt x="436213" y="116075"/>
                  </a:lnTo>
                  <a:lnTo>
                    <a:pt x="436615" y="116427"/>
                  </a:lnTo>
                  <a:lnTo>
                    <a:pt x="437213" y="116432"/>
                  </a:lnTo>
                  <a:lnTo>
                    <a:pt x="437517" y="116387"/>
                  </a:lnTo>
                  <a:lnTo>
                    <a:pt x="437513" y="116166"/>
                  </a:lnTo>
                  <a:lnTo>
                    <a:pt x="438020" y="116217"/>
                  </a:lnTo>
                  <a:lnTo>
                    <a:pt x="438080" y="115733"/>
                  </a:lnTo>
                  <a:lnTo>
                    <a:pt x="438261" y="115721"/>
                  </a:lnTo>
                  <a:lnTo>
                    <a:pt x="438449" y="115651"/>
                  </a:lnTo>
                  <a:lnTo>
                    <a:pt x="438569" y="115977"/>
                  </a:lnTo>
                  <a:lnTo>
                    <a:pt x="439023" y="116131"/>
                  </a:lnTo>
                  <a:lnTo>
                    <a:pt x="440016" y="115718"/>
                  </a:lnTo>
                  <a:lnTo>
                    <a:pt x="440136" y="116233"/>
                  </a:lnTo>
                  <a:lnTo>
                    <a:pt x="440474" y="116034"/>
                  </a:lnTo>
                  <a:lnTo>
                    <a:pt x="441552" y="116598"/>
                  </a:lnTo>
                  <a:lnTo>
                    <a:pt x="441890" y="116592"/>
                  </a:lnTo>
                  <a:lnTo>
                    <a:pt x="442508" y="116103"/>
                  </a:lnTo>
                  <a:lnTo>
                    <a:pt x="442863" y="117408"/>
                  </a:lnTo>
                  <a:lnTo>
                    <a:pt x="442798" y="118332"/>
                  </a:lnTo>
                  <a:lnTo>
                    <a:pt x="443450" y="119396"/>
                  </a:lnTo>
                  <a:lnTo>
                    <a:pt x="444626" y="118474"/>
                  </a:lnTo>
                  <a:lnTo>
                    <a:pt x="444459" y="115969"/>
                  </a:lnTo>
                  <a:lnTo>
                    <a:pt x="444900" y="115935"/>
                  </a:lnTo>
                  <a:lnTo>
                    <a:pt x="445042" y="115588"/>
                  </a:lnTo>
                  <a:lnTo>
                    <a:pt x="445342" y="115812"/>
                  </a:lnTo>
                  <a:lnTo>
                    <a:pt x="445781" y="115642"/>
                  </a:lnTo>
                  <a:lnTo>
                    <a:pt x="446048" y="115797"/>
                  </a:lnTo>
                  <a:lnTo>
                    <a:pt x="446209" y="115520"/>
                  </a:lnTo>
                  <a:lnTo>
                    <a:pt x="446664" y="115670"/>
                  </a:lnTo>
                  <a:lnTo>
                    <a:pt x="446954" y="115303"/>
                  </a:lnTo>
                  <a:lnTo>
                    <a:pt x="447113" y="115783"/>
                  </a:lnTo>
                  <a:lnTo>
                    <a:pt x="447464" y="115552"/>
                  </a:lnTo>
                  <a:lnTo>
                    <a:pt x="447893" y="115727"/>
                  </a:lnTo>
                  <a:lnTo>
                    <a:pt x="448262" y="115436"/>
                  </a:lnTo>
                  <a:lnTo>
                    <a:pt x="448661" y="115979"/>
                  </a:lnTo>
                  <a:lnTo>
                    <a:pt x="449028" y="115854"/>
                  </a:lnTo>
                  <a:lnTo>
                    <a:pt x="449587" y="116080"/>
                  </a:lnTo>
                  <a:lnTo>
                    <a:pt x="449842" y="115513"/>
                  </a:lnTo>
                  <a:lnTo>
                    <a:pt x="450490" y="115936"/>
                  </a:lnTo>
                  <a:lnTo>
                    <a:pt x="450797" y="115724"/>
                  </a:lnTo>
                  <a:lnTo>
                    <a:pt x="451019" y="116101"/>
                  </a:lnTo>
                  <a:lnTo>
                    <a:pt x="451298" y="115975"/>
                  </a:lnTo>
                  <a:lnTo>
                    <a:pt x="451176" y="115458"/>
                  </a:lnTo>
                  <a:lnTo>
                    <a:pt x="451890" y="115783"/>
                  </a:lnTo>
                  <a:lnTo>
                    <a:pt x="452273" y="115458"/>
                  </a:lnTo>
                  <a:lnTo>
                    <a:pt x="452475" y="115785"/>
                  </a:lnTo>
                  <a:lnTo>
                    <a:pt x="452789" y="115604"/>
                  </a:lnTo>
                  <a:lnTo>
                    <a:pt x="453262" y="115873"/>
                  </a:lnTo>
                  <a:lnTo>
                    <a:pt x="453473" y="115722"/>
                  </a:lnTo>
                  <a:lnTo>
                    <a:pt x="453687" y="116016"/>
                  </a:lnTo>
                  <a:lnTo>
                    <a:pt x="453407" y="116295"/>
                  </a:lnTo>
                  <a:lnTo>
                    <a:pt x="452929" y="118340"/>
                  </a:lnTo>
                  <a:lnTo>
                    <a:pt x="452351" y="119708"/>
                  </a:lnTo>
                  <a:lnTo>
                    <a:pt x="452389" y="120105"/>
                  </a:lnTo>
                  <a:lnTo>
                    <a:pt x="453285" y="120758"/>
                  </a:lnTo>
                  <a:lnTo>
                    <a:pt x="453625" y="123662"/>
                  </a:lnTo>
                  <a:lnTo>
                    <a:pt x="453253" y="123963"/>
                  </a:lnTo>
                  <a:lnTo>
                    <a:pt x="453416" y="124190"/>
                  </a:lnTo>
                  <a:lnTo>
                    <a:pt x="453146" y="124500"/>
                  </a:lnTo>
                  <a:lnTo>
                    <a:pt x="451514" y="124472"/>
                  </a:lnTo>
                  <a:lnTo>
                    <a:pt x="451371" y="124923"/>
                  </a:lnTo>
                  <a:lnTo>
                    <a:pt x="451671" y="125370"/>
                  </a:lnTo>
                  <a:lnTo>
                    <a:pt x="451130" y="126557"/>
                  </a:lnTo>
                  <a:lnTo>
                    <a:pt x="451251" y="127925"/>
                  </a:lnTo>
                  <a:lnTo>
                    <a:pt x="451945" y="129468"/>
                  </a:lnTo>
                  <a:lnTo>
                    <a:pt x="453161" y="130512"/>
                  </a:lnTo>
                  <a:lnTo>
                    <a:pt x="454018" y="130502"/>
                  </a:lnTo>
                  <a:lnTo>
                    <a:pt x="454510" y="130005"/>
                  </a:lnTo>
                  <a:lnTo>
                    <a:pt x="457457" y="129216"/>
                  </a:lnTo>
                  <a:lnTo>
                    <a:pt x="458133" y="129242"/>
                  </a:lnTo>
                  <a:lnTo>
                    <a:pt x="457976" y="130894"/>
                  </a:lnTo>
                  <a:lnTo>
                    <a:pt x="458287" y="131396"/>
                  </a:lnTo>
                  <a:lnTo>
                    <a:pt x="458798" y="131559"/>
                  </a:lnTo>
                  <a:lnTo>
                    <a:pt x="459061" y="132255"/>
                  </a:lnTo>
                  <a:lnTo>
                    <a:pt x="458748" y="132695"/>
                  </a:lnTo>
                  <a:lnTo>
                    <a:pt x="458772" y="133458"/>
                  </a:lnTo>
                  <a:lnTo>
                    <a:pt x="458368" y="134568"/>
                  </a:lnTo>
                  <a:lnTo>
                    <a:pt x="457941" y="134465"/>
                  </a:lnTo>
                  <a:lnTo>
                    <a:pt x="458065" y="133934"/>
                  </a:lnTo>
                  <a:lnTo>
                    <a:pt x="457397" y="133933"/>
                  </a:lnTo>
                  <a:lnTo>
                    <a:pt x="458283" y="136092"/>
                  </a:lnTo>
                  <a:lnTo>
                    <a:pt x="457827" y="136393"/>
                  </a:lnTo>
                  <a:lnTo>
                    <a:pt x="457062" y="136337"/>
                  </a:lnTo>
                  <a:lnTo>
                    <a:pt x="457145" y="136905"/>
                  </a:lnTo>
                  <a:lnTo>
                    <a:pt x="456692" y="137670"/>
                  </a:lnTo>
                  <a:lnTo>
                    <a:pt x="456729" y="139703"/>
                  </a:lnTo>
                  <a:lnTo>
                    <a:pt x="456206" y="140575"/>
                  </a:lnTo>
                  <a:lnTo>
                    <a:pt x="456102" y="141503"/>
                  </a:lnTo>
                  <a:lnTo>
                    <a:pt x="455355" y="141685"/>
                  </a:lnTo>
                  <a:lnTo>
                    <a:pt x="454843" y="142637"/>
                  </a:lnTo>
                  <a:lnTo>
                    <a:pt x="454828" y="143031"/>
                  </a:lnTo>
                  <a:lnTo>
                    <a:pt x="455290" y="142908"/>
                  </a:lnTo>
                  <a:lnTo>
                    <a:pt x="455370" y="143072"/>
                  </a:lnTo>
                  <a:lnTo>
                    <a:pt x="455110" y="143721"/>
                  </a:lnTo>
                  <a:lnTo>
                    <a:pt x="454845" y="143851"/>
                  </a:lnTo>
                  <a:lnTo>
                    <a:pt x="453205" y="143415"/>
                  </a:lnTo>
                  <a:lnTo>
                    <a:pt x="452280" y="144412"/>
                  </a:lnTo>
                  <a:lnTo>
                    <a:pt x="452810" y="145427"/>
                  </a:lnTo>
                  <a:lnTo>
                    <a:pt x="453748" y="145649"/>
                  </a:lnTo>
                  <a:lnTo>
                    <a:pt x="454170" y="146193"/>
                  </a:lnTo>
                  <a:lnTo>
                    <a:pt x="454374" y="147976"/>
                  </a:lnTo>
                  <a:lnTo>
                    <a:pt x="454575" y="148515"/>
                  </a:lnTo>
                  <a:lnTo>
                    <a:pt x="455249" y="149191"/>
                  </a:lnTo>
                  <a:lnTo>
                    <a:pt x="455088" y="149455"/>
                  </a:lnTo>
                  <a:lnTo>
                    <a:pt x="454204" y="149419"/>
                  </a:lnTo>
                  <a:lnTo>
                    <a:pt x="454692" y="151605"/>
                  </a:lnTo>
                  <a:lnTo>
                    <a:pt x="453942" y="152189"/>
                  </a:lnTo>
                  <a:lnTo>
                    <a:pt x="453600" y="152932"/>
                  </a:lnTo>
                  <a:lnTo>
                    <a:pt x="453315" y="153205"/>
                  </a:lnTo>
                  <a:lnTo>
                    <a:pt x="453110" y="152839"/>
                  </a:lnTo>
                  <a:lnTo>
                    <a:pt x="452797" y="152871"/>
                  </a:lnTo>
                  <a:lnTo>
                    <a:pt x="452456" y="153608"/>
                  </a:lnTo>
                  <a:lnTo>
                    <a:pt x="451693" y="153280"/>
                  </a:lnTo>
                  <a:lnTo>
                    <a:pt x="451648" y="154059"/>
                  </a:lnTo>
                  <a:lnTo>
                    <a:pt x="452209" y="154509"/>
                  </a:lnTo>
                  <a:lnTo>
                    <a:pt x="452180" y="154855"/>
                  </a:lnTo>
                  <a:lnTo>
                    <a:pt x="451670" y="154801"/>
                  </a:lnTo>
                  <a:lnTo>
                    <a:pt x="451381" y="155039"/>
                  </a:lnTo>
                  <a:lnTo>
                    <a:pt x="450948" y="154730"/>
                  </a:lnTo>
                  <a:lnTo>
                    <a:pt x="450780" y="154894"/>
                  </a:lnTo>
                  <a:lnTo>
                    <a:pt x="451765" y="155963"/>
                  </a:lnTo>
                  <a:lnTo>
                    <a:pt x="451507" y="157084"/>
                  </a:lnTo>
                  <a:lnTo>
                    <a:pt x="451795" y="157668"/>
                  </a:lnTo>
                  <a:lnTo>
                    <a:pt x="451675" y="158590"/>
                  </a:lnTo>
                  <a:lnTo>
                    <a:pt x="452196" y="158807"/>
                  </a:lnTo>
                  <a:lnTo>
                    <a:pt x="452246" y="159388"/>
                  </a:lnTo>
                  <a:lnTo>
                    <a:pt x="451273" y="159764"/>
                  </a:lnTo>
                  <a:lnTo>
                    <a:pt x="450325" y="159514"/>
                  </a:lnTo>
                  <a:lnTo>
                    <a:pt x="449023" y="159843"/>
                  </a:lnTo>
                  <a:lnTo>
                    <a:pt x="449045" y="160825"/>
                  </a:lnTo>
                  <a:lnTo>
                    <a:pt x="448273" y="162713"/>
                  </a:lnTo>
                  <a:lnTo>
                    <a:pt x="448285" y="164484"/>
                  </a:lnTo>
                  <a:lnTo>
                    <a:pt x="448218" y="164674"/>
                  </a:lnTo>
                  <a:lnTo>
                    <a:pt x="447717" y="164575"/>
                  </a:lnTo>
                  <a:lnTo>
                    <a:pt x="447397" y="165261"/>
                  </a:lnTo>
                  <a:lnTo>
                    <a:pt x="448027" y="166410"/>
                  </a:lnTo>
                  <a:lnTo>
                    <a:pt x="447662" y="166985"/>
                  </a:lnTo>
                  <a:lnTo>
                    <a:pt x="446768" y="166644"/>
                  </a:lnTo>
                  <a:lnTo>
                    <a:pt x="446466" y="168160"/>
                  </a:lnTo>
                  <a:lnTo>
                    <a:pt x="445473" y="168488"/>
                  </a:lnTo>
                  <a:lnTo>
                    <a:pt x="445812" y="169194"/>
                  </a:lnTo>
                  <a:lnTo>
                    <a:pt x="445686" y="170509"/>
                  </a:lnTo>
                  <a:lnTo>
                    <a:pt x="446000" y="170818"/>
                  </a:lnTo>
                  <a:lnTo>
                    <a:pt x="445965" y="171440"/>
                  </a:lnTo>
                  <a:lnTo>
                    <a:pt x="443316" y="171794"/>
                  </a:lnTo>
                  <a:lnTo>
                    <a:pt x="443549" y="172302"/>
                  </a:lnTo>
                  <a:lnTo>
                    <a:pt x="443221" y="172519"/>
                  </a:lnTo>
                  <a:lnTo>
                    <a:pt x="442699" y="172292"/>
                  </a:lnTo>
                  <a:lnTo>
                    <a:pt x="442279" y="171512"/>
                  </a:lnTo>
                  <a:lnTo>
                    <a:pt x="441954" y="171426"/>
                  </a:lnTo>
                  <a:lnTo>
                    <a:pt x="441407" y="171869"/>
                  </a:lnTo>
                  <a:lnTo>
                    <a:pt x="441262" y="170763"/>
                  </a:lnTo>
                  <a:lnTo>
                    <a:pt x="441033" y="171315"/>
                  </a:lnTo>
                  <a:lnTo>
                    <a:pt x="440177" y="170894"/>
                  </a:lnTo>
                  <a:lnTo>
                    <a:pt x="439918" y="171130"/>
                  </a:lnTo>
                  <a:lnTo>
                    <a:pt x="439563" y="170939"/>
                  </a:lnTo>
                  <a:lnTo>
                    <a:pt x="439270" y="171575"/>
                  </a:lnTo>
                  <a:lnTo>
                    <a:pt x="438845" y="171625"/>
                  </a:lnTo>
                  <a:lnTo>
                    <a:pt x="438226" y="172133"/>
                  </a:lnTo>
                  <a:lnTo>
                    <a:pt x="438220" y="172376"/>
                  </a:lnTo>
                  <a:lnTo>
                    <a:pt x="438715" y="172710"/>
                  </a:lnTo>
                  <a:lnTo>
                    <a:pt x="437596" y="173130"/>
                  </a:lnTo>
                  <a:lnTo>
                    <a:pt x="437413" y="172639"/>
                  </a:lnTo>
                  <a:lnTo>
                    <a:pt x="437151" y="172643"/>
                  </a:lnTo>
                  <a:lnTo>
                    <a:pt x="437408" y="172206"/>
                  </a:lnTo>
                  <a:lnTo>
                    <a:pt x="437216" y="172106"/>
                  </a:lnTo>
                  <a:lnTo>
                    <a:pt x="436748" y="172608"/>
                  </a:lnTo>
                  <a:lnTo>
                    <a:pt x="434527" y="172743"/>
                  </a:lnTo>
                  <a:lnTo>
                    <a:pt x="432895" y="173244"/>
                  </a:lnTo>
                  <a:lnTo>
                    <a:pt x="433225" y="174070"/>
                  </a:lnTo>
                  <a:lnTo>
                    <a:pt x="432585" y="174388"/>
                  </a:lnTo>
                  <a:lnTo>
                    <a:pt x="432522" y="174997"/>
                  </a:lnTo>
                  <a:lnTo>
                    <a:pt x="431850" y="175635"/>
                  </a:lnTo>
                  <a:lnTo>
                    <a:pt x="431903" y="176478"/>
                  </a:lnTo>
                  <a:lnTo>
                    <a:pt x="431658" y="176677"/>
                  </a:lnTo>
                  <a:lnTo>
                    <a:pt x="430875" y="176442"/>
                  </a:lnTo>
                  <a:lnTo>
                    <a:pt x="430788" y="177154"/>
                  </a:lnTo>
                  <a:lnTo>
                    <a:pt x="430356" y="177043"/>
                  </a:lnTo>
                  <a:lnTo>
                    <a:pt x="430174" y="176552"/>
                  </a:lnTo>
                  <a:lnTo>
                    <a:pt x="429609" y="176916"/>
                  </a:lnTo>
                  <a:lnTo>
                    <a:pt x="429027" y="176940"/>
                  </a:lnTo>
                  <a:lnTo>
                    <a:pt x="428435" y="177692"/>
                  </a:lnTo>
                  <a:lnTo>
                    <a:pt x="428805" y="178190"/>
                  </a:lnTo>
                  <a:lnTo>
                    <a:pt x="428291" y="178725"/>
                  </a:lnTo>
                  <a:lnTo>
                    <a:pt x="428678" y="178838"/>
                  </a:lnTo>
                  <a:lnTo>
                    <a:pt x="428500" y="179107"/>
                  </a:lnTo>
                  <a:lnTo>
                    <a:pt x="428605" y="179553"/>
                  </a:lnTo>
                  <a:lnTo>
                    <a:pt x="427263" y="180303"/>
                  </a:lnTo>
                  <a:lnTo>
                    <a:pt x="427177" y="180760"/>
                  </a:lnTo>
                  <a:lnTo>
                    <a:pt x="426543" y="180813"/>
                  </a:lnTo>
                  <a:lnTo>
                    <a:pt x="425941" y="181273"/>
                  </a:lnTo>
                  <a:lnTo>
                    <a:pt x="426023" y="181767"/>
                  </a:lnTo>
                  <a:lnTo>
                    <a:pt x="424999" y="181836"/>
                  </a:lnTo>
                  <a:lnTo>
                    <a:pt x="424795" y="182262"/>
                  </a:lnTo>
                  <a:lnTo>
                    <a:pt x="425146" y="183011"/>
                  </a:lnTo>
                  <a:lnTo>
                    <a:pt x="425142" y="183592"/>
                  </a:lnTo>
                  <a:lnTo>
                    <a:pt x="424753" y="183806"/>
                  </a:lnTo>
                  <a:lnTo>
                    <a:pt x="424646" y="184158"/>
                  </a:lnTo>
                  <a:lnTo>
                    <a:pt x="424395" y="184069"/>
                  </a:lnTo>
                  <a:lnTo>
                    <a:pt x="424147" y="184303"/>
                  </a:lnTo>
                  <a:lnTo>
                    <a:pt x="424545" y="184731"/>
                  </a:lnTo>
                  <a:lnTo>
                    <a:pt x="424458" y="184981"/>
                  </a:lnTo>
                  <a:lnTo>
                    <a:pt x="424050" y="184944"/>
                  </a:lnTo>
                  <a:lnTo>
                    <a:pt x="423685" y="185177"/>
                  </a:lnTo>
                  <a:lnTo>
                    <a:pt x="423339" y="185920"/>
                  </a:lnTo>
                  <a:lnTo>
                    <a:pt x="422359" y="186239"/>
                  </a:lnTo>
                  <a:lnTo>
                    <a:pt x="422346" y="186892"/>
                  </a:lnTo>
                  <a:lnTo>
                    <a:pt x="421796" y="186654"/>
                  </a:lnTo>
                  <a:lnTo>
                    <a:pt x="421672" y="186165"/>
                  </a:lnTo>
                  <a:lnTo>
                    <a:pt x="420053" y="186180"/>
                  </a:lnTo>
                  <a:lnTo>
                    <a:pt x="418776" y="187383"/>
                  </a:lnTo>
                  <a:lnTo>
                    <a:pt x="419261" y="187667"/>
                  </a:lnTo>
                  <a:lnTo>
                    <a:pt x="419073" y="190554"/>
                  </a:lnTo>
                  <a:lnTo>
                    <a:pt x="418026" y="192994"/>
                  </a:lnTo>
                  <a:lnTo>
                    <a:pt x="415972" y="192726"/>
                  </a:lnTo>
                  <a:lnTo>
                    <a:pt x="413986" y="194282"/>
                  </a:lnTo>
                  <a:lnTo>
                    <a:pt x="413449" y="195063"/>
                  </a:lnTo>
                  <a:lnTo>
                    <a:pt x="412569" y="195122"/>
                  </a:lnTo>
                  <a:lnTo>
                    <a:pt x="412115" y="195666"/>
                  </a:lnTo>
                  <a:lnTo>
                    <a:pt x="411952" y="195586"/>
                  </a:lnTo>
                  <a:lnTo>
                    <a:pt x="411418" y="196015"/>
                  </a:lnTo>
                  <a:lnTo>
                    <a:pt x="409989" y="196101"/>
                  </a:lnTo>
                  <a:lnTo>
                    <a:pt x="408211" y="195693"/>
                  </a:lnTo>
                  <a:lnTo>
                    <a:pt x="407483" y="195961"/>
                  </a:lnTo>
                  <a:lnTo>
                    <a:pt x="407169" y="195951"/>
                  </a:lnTo>
                  <a:lnTo>
                    <a:pt x="406965" y="195673"/>
                  </a:lnTo>
                  <a:lnTo>
                    <a:pt x="405622" y="195793"/>
                  </a:lnTo>
                  <a:lnTo>
                    <a:pt x="405549" y="195358"/>
                  </a:lnTo>
                  <a:lnTo>
                    <a:pt x="404145" y="194819"/>
                  </a:lnTo>
                  <a:lnTo>
                    <a:pt x="403618" y="195411"/>
                  </a:lnTo>
                  <a:lnTo>
                    <a:pt x="403314" y="195017"/>
                  </a:lnTo>
                  <a:lnTo>
                    <a:pt x="401866" y="194503"/>
                  </a:lnTo>
                  <a:lnTo>
                    <a:pt x="400733" y="193632"/>
                  </a:lnTo>
                  <a:lnTo>
                    <a:pt x="400572" y="193158"/>
                  </a:lnTo>
                  <a:lnTo>
                    <a:pt x="397330" y="193538"/>
                  </a:lnTo>
                  <a:lnTo>
                    <a:pt x="397034" y="193015"/>
                  </a:lnTo>
                  <a:lnTo>
                    <a:pt x="394083" y="197001"/>
                  </a:lnTo>
                  <a:lnTo>
                    <a:pt x="394432" y="199634"/>
                  </a:lnTo>
                  <a:lnTo>
                    <a:pt x="395107" y="201299"/>
                  </a:lnTo>
                  <a:lnTo>
                    <a:pt x="394740" y="204070"/>
                  </a:lnTo>
                  <a:lnTo>
                    <a:pt x="398040" y="204550"/>
                  </a:lnTo>
                  <a:lnTo>
                    <a:pt x="398518" y="207106"/>
                  </a:lnTo>
                  <a:lnTo>
                    <a:pt x="397937" y="207434"/>
                  </a:lnTo>
                  <a:lnTo>
                    <a:pt x="398611" y="209173"/>
                  </a:lnTo>
                  <a:lnTo>
                    <a:pt x="398363" y="209219"/>
                  </a:lnTo>
                  <a:lnTo>
                    <a:pt x="398235" y="211562"/>
                  </a:lnTo>
                  <a:lnTo>
                    <a:pt x="397882" y="211541"/>
                  </a:lnTo>
                  <a:lnTo>
                    <a:pt x="398802" y="214651"/>
                  </a:lnTo>
                  <a:lnTo>
                    <a:pt x="397175" y="215164"/>
                  </a:lnTo>
                  <a:lnTo>
                    <a:pt x="397837" y="218055"/>
                  </a:lnTo>
                  <a:lnTo>
                    <a:pt x="397709" y="218942"/>
                  </a:lnTo>
                  <a:lnTo>
                    <a:pt x="397108" y="218913"/>
                  </a:lnTo>
                  <a:lnTo>
                    <a:pt x="397296" y="219471"/>
                  </a:lnTo>
                  <a:lnTo>
                    <a:pt x="398976" y="220347"/>
                  </a:lnTo>
                  <a:lnTo>
                    <a:pt x="401870" y="221353"/>
                  </a:lnTo>
                  <a:lnTo>
                    <a:pt x="402607" y="223948"/>
                  </a:lnTo>
                  <a:lnTo>
                    <a:pt x="403679" y="226437"/>
                  </a:lnTo>
                  <a:lnTo>
                    <a:pt x="406602" y="225129"/>
                  </a:lnTo>
                  <a:lnTo>
                    <a:pt x="408244" y="224735"/>
                  </a:lnTo>
                  <a:lnTo>
                    <a:pt x="409094" y="228395"/>
                  </a:lnTo>
                  <a:lnTo>
                    <a:pt x="408738" y="228608"/>
                  </a:lnTo>
                  <a:lnTo>
                    <a:pt x="408693" y="229404"/>
                  </a:lnTo>
                  <a:lnTo>
                    <a:pt x="408934" y="231587"/>
                  </a:lnTo>
                  <a:lnTo>
                    <a:pt x="412491" y="232222"/>
                  </a:lnTo>
                  <a:lnTo>
                    <a:pt x="412702" y="233547"/>
                  </a:lnTo>
                  <a:lnTo>
                    <a:pt x="413248" y="234633"/>
                  </a:lnTo>
                  <a:lnTo>
                    <a:pt x="413452" y="235683"/>
                  </a:lnTo>
                  <a:lnTo>
                    <a:pt x="412995" y="237227"/>
                  </a:lnTo>
                  <a:lnTo>
                    <a:pt x="412959" y="238227"/>
                  </a:lnTo>
                  <a:lnTo>
                    <a:pt x="413606" y="243479"/>
                  </a:lnTo>
                  <a:lnTo>
                    <a:pt x="412921" y="246133"/>
                  </a:lnTo>
                  <a:lnTo>
                    <a:pt x="413127" y="251299"/>
                  </a:lnTo>
                  <a:lnTo>
                    <a:pt x="413016" y="252238"/>
                  </a:lnTo>
                  <a:lnTo>
                    <a:pt x="415807" y="251995"/>
                  </a:lnTo>
                  <a:lnTo>
                    <a:pt x="418239" y="252098"/>
                  </a:lnTo>
                  <a:lnTo>
                    <a:pt x="418331" y="251578"/>
                  </a:lnTo>
                  <a:lnTo>
                    <a:pt x="423034" y="252021"/>
                  </a:lnTo>
                  <a:lnTo>
                    <a:pt x="424978" y="251915"/>
                  </a:lnTo>
                  <a:lnTo>
                    <a:pt x="424988" y="253069"/>
                  </a:lnTo>
                  <a:lnTo>
                    <a:pt x="425468" y="252767"/>
                  </a:lnTo>
                  <a:lnTo>
                    <a:pt x="425881" y="252870"/>
                  </a:lnTo>
                  <a:lnTo>
                    <a:pt x="428437" y="254229"/>
                  </a:lnTo>
                  <a:lnTo>
                    <a:pt x="432226" y="255499"/>
                  </a:lnTo>
                  <a:lnTo>
                    <a:pt x="431536" y="260024"/>
                  </a:lnTo>
                  <a:lnTo>
                    <a:pt x="431742" y="261375"/>
                  </a:lnTo>
                  <a:lnTo>
                    <a:pt x="432391" y="261825"/>
                  </a:lnTo>
                  <a:lnTo>
                    <a:pt x="432305" y="264366"/>
                  </a:lnTo>
                  <a:lnTo>
                    <a:pt x="432819" y="264687"/>
                  </a:lnTo>
                  <a:lnTo>
                    <a:pt x="434394" y="264968"/>
                  </a:lnTo>
                  <a:lnTo>
                    <a:pt x="434305" y="265435"/>
                  </a:lnTo>
                  <a:lnTo>
                    <a:pt x="434839" y="265555"/>
                  </a:lnTo>
                  <a:lnTo>
                    <a:pt x="435127" y="266136"/>
                  </a:lnTo>
                  <a:lnTo>
                    <a:pt x="434855" y="266318"/>
                  </a:lnTo>
                  <a:lnTo>
                    <a:pt x="434687" y="266983"/>
                  </a:lnTo>
                  <a:lnTo>
                    <a:pt x="434416" y="267075"/>
                  </a:lnTo>
                  <a:lnTo>
                    <a:pt x="434374" y="267571"/>
                  </a:lnTo>
                  <a:lnTo>
                    <a:pt x="433864" y="268029"/>
                  </a:lnTo>
                  <a:lnTo>
                    <a:pt x="434003" y="268554"/>
                  </a:lnTo>
                  <a:lnTo>
                    <a:pt x="433754" y="269520"/>
                  </a:lnTo>
                  <a:lnTo>
                    <a:pt x="435311" y="269525"/>
                  </a:lnTo>
                  <a:lnTo>
                    <a:pt x="435373" y="269760"/>
                  </a:lnTo>
                  <a:lnTo>
                    <a:pt x="436979" y="269680"/>
                  </a:lnTo>
                  <a:lnTo>
                    <a:pt x="440268" y="270385"/>
                  </a:lnTo>
                  <a:lnTo>
                    <a:pt x="441045" y="269114"/>
                  </a:lnTo>
                  <a:lnTo>
                    <a:pt x="440694" y="271856"/>
                  </a:lnTo>
                  <a:lnTo>
                    <a:pt x="442525" y="273233"/>
                  </a:lnTo>
                  <a:lnTo>
                    <a:pt x="443751" y="273407"/>
                  </a:lnTo>
                  <a:lnTo>
                    <a:pt x="445200" y="274047"/>
                  </a:lnTo>
                  <a:lnTo>
                    <a:pt x="445702" y="274638"/>
                  </a:lnTo>
                  <a:lnTo>
                    <a:pt x="445455" y="274878"/>
                  </a:lnTo>
                  <a:lnTo>
                    <a:pt x="446194" y="275320"/>
                  </a:lnTo>
                  <a:lnTo>
                    <a:pt x="449310" y="275384"/>
                  </a:lnTo>
                  <a:lnTo>
                    <a:pt x="451301" y="276381"/>
                  </a:lnTo>
                  <a:lnTo>
                    <a:pt x="451592" y="277050"/>
                  </a:lnTo>
                  <a:lnTo>
                    <a:pt x="451632" y="278321"/>
                  </a:lnTo>
                  <a:lnTo>
                    <a:pt x="451950" y="278914"/>
                  </a:lnTo>
                  <a:lnTo>
                    <a:pt x="452034" y="279801"/>
                  </a:lnTo>
                  <a:lnTo>
                    <a:pt x="453491" y="280105"/>
                  </a:lnTo>
                  <a:lnTo>
                    <a:pt x="455395" y="279422"/>
                  </a:lnTo>
                  <a:lnTo>
                    <a:pt x="455893" y="280246"/>
                  </a:lnTo>
                  <a:lnTo>
                    <a:pt x="454313" y="281312"/>
                  </a:lnTo>
                  <a:lnTo>
                    <a:pt x="451650" y="281594"/>
                  </a:lnTo>
                  <a:lnTo>
                    <a:pt x="451056" y="281952"/>
                  </a:lnTo>
                  <a:lnTo>
                    <a:pt x="450996" y="282699"/>
                  </a:lnTo>
                  <a:lnTo>
                    <a:pt x="451520" y="283326"/>
                  </a:lnTo>
                  <a:lnTo>
                    <a:pt x="450891" y="283384"/>
                  </a:lnTo>
                  <a:lnTo>
                    <a:pt x="449510" y="284055"/>
                  </a:lnTo>
                  <a:lnTo>
                    <a:pt x="447380" y="283985"/>
                  </a:lnTo>
                  <a:lnTo>
                    <a:pt x="447688" y="285707"/>
                  </a:lnTo>
                  <a:lnTo>
                    <a:pt x="447304" y="288050"/>
                  </a:lnTo>
                  <a:lnTo>
                    <a:pt x="447362" y="289873"/>
                  </a:lnTo>
                  <a:lnTo>
                    <a:pt x="449364" y="290398"/>
                  </a:lnTo>
                  <a:lnTo>
                    <a:pt x="449986" y="292159"/>
                  </a:lnTo>
                  <a:lnTo>
                    <a:pt x="449724" y="292562"/>
                  </a:lnTo>
                  <a:lnTo>
                    <a:pt x="449163" y="292682"/>
                  </a:lnTo>
                  <a:lnTo>
                    <a:pt x="447570" y="291540"/>
                  </a:lnTo>
                  <a:lnTo>
                    <a:pt x="447221" y="292170"/>
                  </a:lnTo>
                  <a:lnTo>
                    <a:pt x="446470" y="292526"/>
                  </a:lnTo>
                  <a:lnTo>
                    <a:pt x="446464" y="292871"/>
                  </a:lnTo>
                  <a:lnTo>
                    <a:pt x="447986" y="295228"/>
                  </a:lnTo>
                  <a:lnTo>
                    <a:pt x="447842" y="296494"/>
                  </a:lnTo>
                  <a:lnTo>
                    <a:pt x="448199" y="297903"/>
                  </a:lnTo>
                  <a:lnTo>
                    <a:pt x="447481" y="298673"/>
                  </a:lnTo>
                  <a:lnTo>
                    <a:pt x="447345" y="299386"/>
                  </a:lnTo>
                  <a:lnTo>
                    <a:pt x="446944" y="299790"/>
                  </a:lnTo>
                  <a:lnTo>
                    <a:pt x="446170" y="299781"/>
                  </a:lnTo>
                  <a:lnTo>
                    <a:pt x="445513" y="300383"/>
                  </a:lnTo>
                  <a:lnTo>
                    <a:pt x="444485" y="299689"/>
                  </a:lnTo>
                  <a:lnTo>
                    <a:pt x="443955" y="298701"/>
                  </a:lnTo>
                  <a:lnTo>
                    <a:pt x="443651" y="298788"/>
                  </a:lnTo>
                  <a:lnTo>
                    <a:pt x="443279" y="299052"/>
                  </a:lnTo>
                  <a:lnTo>
                    <a:pt x="442803" y="300165"/>
                  </a:lnTo>
                  <a:lnTo>
                    <a:pt x="442815" y="300853"/>
                  </a:lnTo>
                  <a:lnTo>
                    <a:pt x="442516" y="301140"/>
                  </a:lnTo>
                  <a:lnTo>
                    <a:pt x="442361" y="302769"/>
                  </a:lnTo>
                  <a:lnTo>
                    <a:pt x="442599" y="303239"/>
                  </a:lnTo>
                  <a:lnTo>
                    <a:pt x="442895" y="305825"/>
                  </a:lnTo>
                  <a:lnTo>
                    <a:pt x="442368" y="307273"/>
                  </a:lnTo>
                  <a:lnTo>
                    <a:pt x="441465" y="308193"/>
                  </a:lnTo>
                  <a:lnTo>
                    <a:pt x="441208" y="310054"/>
                  </a:lnTo>
                  <a:lnTo>
                    <a:pt x="442480" y="312966"/>
                  </a:lnTo>
                  <a:lnTo>
                    <a:pt x="442856" y="314981"/>
                  </a:lnTo>
                  <a:lnTo>
                    <a:pt x="444167" y="316901"/>
                  </a:lnTo>
                  <a:lnTo>
                    <a:pt x="443766" y="318263"/>
                  </a:lnTo>
                  <a:lnTo>
                    <a:pt x="442011" y="319983"/>
                  </a:lnTo>
                  <a:lnTo>
                    <a:pt x="441812" y="321076"/>
                  </a:lnTo>
                  <a:lnTo>
                    <a:pt x="441902" y="322263"/>
                  </a:lnTo>
                  <a:lnTo>
                    <a:pt x="441828" y="324266"/>
                  </a:lnTo>
                  <a:lnTo>
                    <a:pt x="442484" y="325288"/>
                  </a:lnTo>
                  <a:lnTo>
                    <a:pt x="443346" y="327414"/>
                  </a:lnTo>
                  <a:lnTo>
                    <a:pt x="443579" y="328832"/>
                  </a:lnTo>
                  <a:lnTo>
                    <a:pt x="441013" y="330991"/>
                  </a:lnTo>
                  <a:lnTo>
                    <a:pt x="440883" y="334426"/>
                  </a:lnTo>
                  <a:lnTo>
                    <a:pt x="440034" y="335798"/>
                  </a:lnTo>
                  <a:lnTo>
                    <a:pt x="439411" y="336293"/>
                  </a:lnTo>
                  <a:lnTo>
                    <a:pt x="439285" y="337488"/>
                  </a:lnTo>
                  <a:lnTo>
                    <a:pt x="438988" y="338040"/>
                  </a:lnTo>
                  <a:lnTo>
                    <a:pt x="438123" y="338645"/>
                  </a:lnTo>
                  <a:lnTo>
                    <a:pt x="437672" y="339784"/>
                  </a:lnTo>
                  <a:lnTo>
                    <a:pt x="436696" y="340320"/>
                  </a:lnTo>
                  <a:lnTo>
                    <a:pt x="435695" y="341737"/>
                  </a:lnTo>
                  <a:lnTo>
                    <a:pt x="436242" y="343410"/>
                  </a:lnTo>
                  <a:lnTo>
                    <a:pt x="436133" y="344793"/>
                  </a:lnTo>
                  <a:lnTo>
                    <a:pt x="436973" y="347463"/>
                  </a:lnTo>
                  <a:lnTo>
                    <a:pt x="437562" y="351505"/>
                  </a:lnTo>
                  <a:lnTo>
                    <a:pt x="437112" y="352963"/>
                  </a:lnTo>
                  <a:lnTo>
                    <a:pt x="436895" y="355031"/>
                  </a:lnTo>
                  <a:lnTo>
                    <a:pt x="437290" y="356347"/>
                  </a:lnTo>
                  <a:lnTo>
                    <a:pt x="437430" y="359989"/>
                  </a:lnTo>
                  <a:lnTo>
                    <a:pt x="436973" y="362518"/>
                  </a:lnTo>
                  <a:lnTo>
                    <a:pt x="437741" y="364048"/>
                  </a:lnTo>
                  <a:lnTo>
                    <a:pt x="437580" y="366515"/>
                  </a:lnTo>
                  <a:lnTo>
                    <a:pt x="436556" y="367890"/>
                  </a:lnTo>
                  <a:lnTo>
                    <a:pt x="436258" y="368698"/>
                  </a:lnTo>
                  <a:lnTo>
                    <a:pt x="432934" y="370312"/>
                  </a:lnTo>
                  <a:lnTo>
                    <a:pt x="432488" y="371092"/>
                  </a:lnTo>
                  <a:lnTo>
                    <a:pt x="432376" y="373693"/>
                  </a:lnTo>
                  <a:lnTo>
                    <a:pt x="432676" y="375961"/>
                  </a:lnTo>
                  <a:lnTo>
                    <a:pt x="434502" y="378152"/>
                  </a:lnTo>
                  <a:lnTo>
                    <a:pt x="434996" y="379523"/>
                  </a:lnTo>
                  <a:lnTo>
                    <a:pt x="436193" y="380071"/>
                  </a:lnTo>
                  <a:lnTo>
                    <a:pt x="437453" y="380964"/>
                  </a:lnTo>
                  <a:lnTo>
                    <a:pt x="438034" y="381984"/>
                  </a:lnTo>
                  <a:lnTo>
                    <a:pt x="437479" y="385120"/>
                  </a:lnTo>
                  <a:lnTo>
                    <a:pt x="437904" y="386941"/>
                  </a:lnTo>
                  <a:lnTo>
                    <a:pt x="437169" y="389555"/>
                  </a:lnTo>
                  <a:lnTo>
                    <a:pt x="436719" y="390070"/>
                  </a:lnTo>
                  <a:lnTo>
                    <a:pt x="435651" y="390230"/>
                  </a:lnTo>
                  <a:lnTo>
                    <a:pt x="433593" y="393681"/>
                  </a:lnTo>
                  <a:lnTo>
                    <a:pt x="432410" y="393519"/>
                  </a:lnTo>
                  <a:lnTo>
                    <a:pt x="430963" y="394101"/>
                  </a:lnTo>
                  <a:lnTo>
                    <a:pt x="426916" y="394193"/>
                  </a:lnTo>
                  <a:lnTo>
                    <a:pt x="425484" y="393615"/>
                  </a:lnTo>
                  <a:lnTo>
                    <a:pt x="424315" y="393634"/>
                  </a:lnTo>
                  <a:lnTo>
                    <a:pt x="420455" y="394441"/>
                  </a:lnTo>
                  <a:lnTo>
                    <a:pt x="419191" y="395018"/>
                  </a:lnTo>
                  <a:lnTo>
                    <a:pt x="418560" y="395770"/>
                  </a:lnTo>
                  <a:lnTo>
                    <a:pt x="418089" y="396827"/>
                  </a:lnTo>
                  <a:lnTo>
                    <a:pt x="417171" y="398965"/>
                  </a:lnTo>
                  <a:lnTo>
                    <a:pt x="415897" y="400495"/>
                  </a:lnTo>
                  <a:lnTo>
                    <a:pt x="415512" y="401383"/>
                  </a:lnTo>
                  <a:lnTo>
                    <a:pt x="415412" y="402437"/>
                  </a:lnTo>
                  <a:lnTo>
                    <a:pt x="415716" y="403320"/>
                  </a:lnTo>
                  <a:lnTo>
                    <a:pt x="415045" y="403626"/>
                  </a:lnTo>
                  <a:lnTo>
                    <a:pt x="414075" y="403632"/>
                  </a:lnTo>
                  <a:lnTo>
                    <a:pt x="413098" y="404531"/>
                  </a:lnTo>
                  <a:lnTo>
                    <a:pt x="411146" y="405489"/>
                  </a:lnTo>
                  <a:lnTo>
                    <a:pt x="410392" y="406657"/>
                  </a:lnTo>
                  <a:lnTo>
                    <a:pt x="410687" y="408192"/>
                  </a:lnTo>
                  <a:lnTo>
                    <a:pt x="409758" y="407444"/>
                  </a:lnTo>
                  <a:lnTo>
                    <a:pt x="409569" y="406629"/>
                  </a:lnTo>
                  <a:lnTo>
                    <a:pt x="408970" y="406057"/>
                  </a:lnTo>
                  <a:lnTo>
                    <a:pt x="405365" y="406228"/>
                  </a:lnTo>
                  <a:lnTo>
                    <a:pt x="404392" y="405470"/>
                  </a:lnTo>
                  <a:lnTo>
                    <a:pt x="403339" y="403964"/>
                  </a:lnTo>
                  <a:lnTo>
                    <a:pt x="402394" y="403558"/>
                  </a:lnTo>
                  <a:lnTo>
                    <a:pt x="401200" y="403482"/>
                  </a:lnTo>
                  <a:lnTo>
                    <a:pt x="400184" y="403836"/>
                  </a:lnTo>
                  <a:lnTo>
                    <a:pt x="396267" y="403948"/>
                  </a:lnTo>
                  <a:lnTo>
                    <a:pt x="394512" y="404460"/>
                  </a:lnTo>
                  <a:lnTo>
                    <a:pt x="392037" y="406044"/>
                  </a:lnTo>
                  <a:lnTo>
                    <a:pt x="391266" y="407402"/>
                  </a:lnTo>
                  <a:lnTo>
                    <a:pt x="390584" y="408139"/>
                  </a:lnTo>
                  <a:lnTo>
                    <a:pt x="389609" y="408598"/>
                  </a:lnTo>
                  <a:lnTo>
                    <a:pt x="388623" y="409849"/>
                  </a:lnTo>
                  <a:lnTo>
                    <a:pt x="387305" y="409582"/>
                  </a:lnTo>
                  <a:lnTo>
                    <a:pt x="385074" y="409011"/>
                  </a:lnTo>
                  <a:lnTo>
                    <a:pt x="382021" y="406877"/>
                  </a:lnTo>
                  <a:lnTo>
                    <a:pt x="381806" y="407105"/>
                  </a:lnTo>
                  <a:lnTo>
                    <a:pt x="380627" y="407221"/>
                  </a:lnTo>
                  <a:lnTo>
                    <a:pt x="379743" y="406825"/>
                  </a:lnTo>
                  <a:lnTo>
                    <a:pt x="378950" y="405266"/>
                  </a:lnTo>
                  <a:lnTo>
                    <a:pt x="378902" y="403800"/>
                  </a:lnTo>
                  <a:lnTo>
                    <a:pt x="378089" y="400497"/>
                  </a:lnTo>
                  <a:lnTo>
                    <a:pt x="377735" y="400795"/>
                  </a:lnTo>
                  <a:lnTo>
                    <a:pt x="377328" y="400659"/>
                  </a:lnTo>
                  <a:lnTo>
                    <a:pt x="377310" y="400932"/>
                  </a:lnTo>
                  <a:lnTo>
                    <a:pt x="376039" y="401548"/>
                  </a:lnTo>
                  <a:lnTo>
                    <a:pt x="375510" y="402066"/>
                  </a:lnTo>
                  <a:lnTo>
                    <a:pt x="374759" y="402124"/>
                  </a:lnTo>
                  <a:lnTo>
                    <a:pt x="374223" y="402502"/>
                  </a:lnTo>
                  <a:lnTo>
                    <a:pt x="373703" y="402270"/>
                  </a:lnTo>
                  <a:lnTo>
                    <a:pt x="372520" y="402494"/>
                  </a:lnTo>
                  <a:lnTo>
                    <a:pt x="372100" y="402954"/>
                  </a:lnTo>
                  <a:lnTo>
                    <a:pt x="371073" y="402997"/>
                  </a:lnTo>
                  <a:lnTo>
                    <a:pt x="370555" y="403168"/>
                  </a:lnTo>
                  <a:lnTo>
                    <a:pt x="370436" y="403444"/>
                  </a:lnTo>
                  <a:lnTo>
                    <a:pt x="369063" y="403614"/>
                  </a:lnTo>
                  <a:lnTo>
                    <a:pt x="368538" y="404167"/>
                  </a:lnTo>
                  <a:lnTo>
                    <a:pt x="368235" y="404021"/>
                  </a:lnTo>
                  <a:lnTo>
                    <a:pt x="366751" y="404528"/>
                  </a:lnTo>
                  <a:lnTo>
                    <a:pt x="365710" y="405215"/>
                  </a:lnTo>
                  <a:lnTo>
                    <a:pt x="364356" y="405446"/>
                  </a:lnTo>
                  <a:lnTo>
                    <a:pt x="363545" y="405286"/>
                  </a:lnTo>
                  <a:lnTo>
                    <a:pt x="362070" y="405627"/>
                  </a:lnTo>
                  <a:lnTo>
                    <a:pt x="360609" y="405324"/>
                  </a:lnTo>
                  <a:lnTo>
                    <a:pt x="359632" y="403806"/>
                  </a:lnTo>
                  <a:lnTo>
                    <a:pt x="358732" y="403387"/>
                  </a:lnTo>
                  <a:lnTo>
                    <a:pt x="357906" y="403002"/>
                  </a:lnTo>
                  <a:lnTo>
                    <a:pt x="357506" y="403042"/>
                  </a:lnTo>
                  <a:lnTo>
                    <a:pt x="357524" y="404437"/>
                  </a:lnTo>
                  <a:lnTo>
                    <a:pt x="357052" y="405164"/>
                  </a:lnTo>
                  <a:lnTo>
                    <a:pt x="355446" y="405470"/>
                  </a:lnTo>
                  <a:lnTo>
                    <a:pt x="355128" y="407050"/>
                  </a:lnTo>
                  <a:lnTo>
                    <a:pt x="354621" y="407572"/>
                  </a:lnTo>
                  <a:lnTo>
                    <a:pt x="353531" y="407218"/>
                  </a:lnTo>
                  <a:lnTo>
                    <a:pt x="352814" y="407468"/>
                  </a:lnTo>
                  <a:lnTo>
                    <a:pt x="352660" y="407972"/>
                  </a:lnTo>
                  <a:lnTo>
                    <a:pt x="352206" y="408345"/>
                  </a:lnTo>
                  <a:lnTo>
                    <a:pt x="351895" y="408534"/>
                  </a:lnTo>
                  <a:lnTo>
                    <a:pt x="351508" y="409364"/>
                  </a:lnTo>
                  <a:lnTo>
                    <a:pt x="349951" y="409242"/>
                  </a:lnTo>
                  <a:lnTo>
                    <a:pt x="349148" y="408884"/>
                  </a:lnTo>
                  <a:lnTo>
                    <a:pt x="347573" y="408965"/>
                  </a:lnTo>
                  <a:lnTo>
                    <a:pt x="346492" y="410110"/>
                  </a:lnTo>
                  <a:lnTo>
                    <a:pt x="344822" y="409829"/>
                  </a:lnTo>
                  <a:lnTo>
                    <a:pt x="344112" y="409391"/>
                  </a:lnTo>
                  <a:lnTo>
                    <a:pt x="343124" y="407985"/>
                  </a:lnTo>
                  <a:lnTo>
                    <a:pt x="339703" y="407246"/>
                  </a:lnTo>
                  <a:lnTo>
                    <a:pt x="339279" y="409898"/>
                  </a:lnTo>
                  <a:lnTo>
                    <a:pt x="338070" y="411698"/>
                  </a:lnTo>
                  <a:lnTo>
                    <a:pt x="337284" y="411366"/>
                  </a:lnTo>
                  <a:lnTo>
                    <a:pt x="334317" y="411639"/>
                  </a:lnTo>
                  <a:lnTo>
                    <a:pt x="333492" y="412142"/>
                  </a:lnTo>
                  <a:lnTo>
                    <a:pt x="330660" y="412532"/>
                  </a:lnTo>
                  <a:lnTo>
                    <a:pt x="329561" y="413390"/>
                  </a:lnTo>
                  <a:lnTo>
                    <a:pt x="329045" y="414536"/>
                  </a:lnTo>
                  <a:lnTo>
                    <a:pt x="327726" y="415435"/>
                  </a:lnTo>
                  <a:lnTo>
                    <a:pt x="326400" y="415744"/>
                  </a:lnTo>
                  <a:lnTo>
                    <a:pt x="326073" y="416043"/>
                  </a:lnTo>
                  <a:lnTo>
                    <a:pt x="325388" y="417172"/>
                  </a:lnTo>
                  <a:lnTo>
                    <a:pt x="323848" y="418513"/>
                  </a:lnTo>
                  <a:lnTo>
                    <a:pt x="322543" y="420121"/>
                  </a:lnTo>
                  <a:lnTo>
                    <a:pt x="320657" y="421108"/>
                  </a:lnTo>
                  <a:lnTo>
                    <a:pt x="319624" y="421078"/>
                  </a:lnTo>
                  <a:lnTo>
                    <a:pt x="315960" y="420248"/>
                  </a:lnTo>
                  <a:lnTo>
                    <a:pt x="314812" y="420409"/>
                  </a:lnTo>
                  <a:lnTo>
                    <a:pt x="314189" y="420090"/>
                  </a:lnTo>
                  <a:lnTo>
                    <a:pt x="311886" y="417550"/>
                  </a:lnTo>
                  <a:lnTo>
                    <a:pt x="308974" y="418065"/>
                  </a:lnTo>
                  <a:lnTo>
                    <a:pt x="308550" y="418356"/>
                  </a:lnTo>
                  <a:lnTo>
                    <a:pt x="307547" y="417897"/>
                  </a:lnTo>
                  <a:lnTo>
                    <a:pt x="306944" y="418057"/>
                  </a:lnTo>
                  <a:lnTo>
                    <a:pt x="304923" y="417723"/>
                  </a:lnTo>
                  <a:lnTo>
                    <a:pt x="302369" y="418589"/>
                  </a:lnTo>
                  <a:lnTo>
                    <a:pt x="300581" y="420160"/>
                  </a:lnTo>
                  <a:lnTo>
                    <a:pt x="299648" y="422049"/>
                  </a:lnTo>
                  <a:lnTo>
                    <a:pt x="299227" y="422252"/>
                  </a:lnTo>
                  <a:lnTo>
                    <a:pt x="298317" y="422232"/>
                  </a:lnTo>
                  <a:lnTo>
                    <a:pt x="296413" y="422750"/>
                  </a:lnTo>
                  <a:lnTo>
                    <a:pt x="295254" y="421850"/>
                  </a:lnTo>
                  <a:lnTo>
                    <a:pt x="292686" y="423152"/>
                  </a:lnTo>
                  <a:lnTo>
                    <a:pt x="291282" y="422951"/>
                  </a:lnTo>
                  <a:lnTo>
                    <a:pt x="290677" y="423191"/>
                  </a:lnTo>
                  <a:lnTo>
                    <a:pt x="288656" y="422072"/>
                  </a:lnTo>
                  <a:lnTo>
                    <a:pt x="287746" y="422543"/>
                  </a:lnTo>
                  <a:lnTo>
                    <a:pt x="285783" y="421507"/>
                  </a:lnTo>
                  <a:lnTo>
                    <a:pt x="283938" y="421382"/>
                  </a:lnTo>
                  <a:lnTo>
                    <a:pt x="282646" y="422558"/>
                  </a:lnTo>
                  <a:lnTo>
                    <a:pt x="281879" y="422532"/>
                  </a:lnTo>
                  <a:lnTo>
                    <a:pt x="281126" y="421458"/>
                  </a:lnTo>
                  <a:lnTo>
                    <a:pt x="280123" y="421060"/>
                  </a:lnTo>
                  <a:lnTo>
                    <a:pt x="280040" y="421257"/>
                  </a:lnTo>
                  <a:lnTo>
                    <a:pt x="279282" y="422214"/>
                  </a:lnTo>
                  <a:lnTo>
                    <a:pt x="278693" y="422436"/>
                  </a:lnTo>
                  <a:lnTo>
                    <a:pt x="278308" y="422876"/>
                  </a:lnTo>
                  <a:lnTo>
                    <a:pt x="277469" y="422991"/>
                  </a:lnTo>
                  <a:lnTo>
                    <a:pt x="277053" y="423274"/>
                  </a:lnTo>
                  <a:lnTo>
                    <a:pt x="275963" y="422988"/>
                  </a:lnTo>
                  <a:lnTo>
                    <a:pt x="275158" y="421997"/>
                  </a:lnTo>
                  <a:lnTo>
                    <a:pt x="273802" y="421881"/>
                  </a:lnTo>
                  <a:lnTo>
                    <a:pt x="272862" y="422075"/>
                  </a:lnTo>
                  <a:lnTo>
                    <a:pt x="272118" y="422439"/>
                  </a:lnTo>
                  <a:lnTo>
                    <a:pt x="271862" y="423549"/>
                  </a:lnTo>
                  <a:lnTo>
                    <a:pt x="270878" y="424909"/>
                  </a:lnTo>
                  <a:lnTo>
                    <a:pt x="270771" y="425317"/>
                  </a:lnTo>
                  <a:lnTo>
                    <a:pt x="270080" y="425587"/>
                  </a:lnTo>
                  <a:lnTo>
                    <a:pt x="268639" y="425777"/>
                  </a:lnTo>
                  <a:lnTo>
                    <a:pt x="268150" y="426907"/>
                  </a:lnTo>
                  <a:lnTo>
                    <a:pt x="264979" y="429538"/>
                  </a:lnTo>
                  <a:lnTo>
                    <a:pt x="264143" y="429722"/>
                  </a:lnTo>
                  <a:lnTo>
                    <a:pt x="261913" y="429241"/>
                  </a:lnTo>
                  <a:lnTo>
                    <a:pt x="259585" y="429358"/>
                  </a:lnTo>
                  <a:lnTo>
                    <a:pt x="258640" y="430888"/>
                  </a:lnTo>
                  <a:lnTo>
                    <a:pt x="257800" y="431600"/>
                  </a:lnTo>
                  <a:lnTo>
                    <a:pt x="256680" y="431722"/>
                  </a:lnTo>
                  <a:lnTo>
                    <a:pt x="256100" y="431494"/>
                  </a:lnTo>
                  <a:lnTo>
                    <a:pt x="255208" y="432928"/>
                  </a:lnTo>
                  <a:lnTo>
                    <a:pt x="254772" y="434662"/>
                  </a:lnTo>
                  <a:lnTo>
                    <a:pt x="254007" y="436397"/>
                  </a:lnTo>
                  <a:lnTo>
                    <a:pt x="254001" y="437219"/>
                  </a:lnTo>
                  <a:lnTo>
                    <a:pt x="253583" y="437978"/>
                  </a:lnTo>
                  <a:lnTo>
                    <a:pt x="252818" y="438527"/>
                  </a:lnTo>
                  <a:lnTo>
                    <a:pt x="251824" y="438811"/>
                  </a:lnTo>
                  <a:lnTo>
                    <a:pt x="247119" y="439060"/>
                  </a:lnTo>
                  <a:lnTo>
                    <a:pt x="246738" y="439343"/>
                  </a:lnTo>
                  <a:lnTo>
                    <a:pt x="246570" y="440805"/>
                  </a:lnTo>
                  <a:lnTo>
                    <a:pt x="245508" y="441809"/>
                  </a:lnTo>
                  <a:lnTo>
                    <a:pt x="244564" y="443258"/>
                  </a:lnTo>
                  <a:lnTo>
                    <a:pt x="243147" y="443455"/>
                  </a:lnTo>
                  <a:lnTo>
                    <a:pt x="241573" y="444398"/>
                  </a:lnTo>
                  <a:lnTo>
                    <a:pt x="241066" y="445823"/>
                  </a:lnTo>
                  <a:lnTo>
                    <a:pt x="241277" y="446416"/>
                  </a:lnTo>
                  <a:lnTo>
                    <a:pt x="242216" y="447564"/>
                  </a:lnTo>
                  <a:lnTo>
                    <a:pt x="242667" y="448989"/>
                  </a:lnTo>
                  <a:lnTo>
                    <a:pt x="242455" y="451376"/>
                  </a:lnTo>
                  <a:lnTo>
                    <a:pt x="241832" y="452847"/>
                  </a:lnTo>
                  <a:lnTo>
                    <a:pt x="241349" y="455258"/>
                  </a:lnTo>
                  <a:lnTo>
                    <a:pt x="236422" y="457905"/>
                  </a:lnTo>
                  <a:lnTo>
                    <a:pt x="233984" y="458377"/>
                  </a:lnTo>
                  <a:lnTo>
                    <a:pt x="232782" y="458371"/>
                  </a:lnTo>
                  <a:lnTo>
                    <a:pt x="229732" y="457086"/>
                  </a:lnTo>
                  <a:lnTo>
                    <a:pt x="227015" y="456506"/>
                  </a:lnTo>
                  <a:lnTo>
                    <a:pt x="225068" y="457020"/>
                  </a:lnTo>
                  <a:lnTo>
                    <a:pt x="222741" y="456356"/>
                  </a:lnTo>
                  <a:lnTo>
                    <a:pt x="222295" y="456423"/>
                  </a:lnTo>
                  <a:lnTo>
                    <a:pt x="220257" y="457843"/>
                  </a:lnTo>
                  <a:lnTo>
                    <a:pt x="218836" y="460180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pg77">
              <a:extLst>
                <a:ext uri="{FF2B5EF4-FFF2-40B4-BE49-F238E27FC236}">
                  <a16:creationId xmlns:a16="http://schemas.microsoft.com/office/drawing/2014/main" id="{3D68A30D-6DA2-3291-628F-296E0C26D457}"/>
                </a:ext>
              </a:extLst>
            </p:cNvPr>
            <p:cNvSpPr/>
            <p:nvPr/>
          </p:nvSpPr>
          <p:spPr>
            <a:xfrm>
              <a:off x="4949032" y="602409"/>
              <a:ext cx="502937" cy="632932"/>
            </a:xfrm>
            <a:custGeom>
              <a:avLst/>
              <a:gdLst/>
              <a:ahLst/>
              <a:cxnLst/>
              <a:rect l="0" t="0" r="0" b="0"/>
              <a:pathLst>
                <a:path w="502937" h="632932">
                  <a:moveTo>
                    <a:pt x="192293" y="505127"/>
                  </a:moveTo>
                  <a:lnTo>
                    <a:pt x="190083" y="504354"/>
                  </a:lnTo>
                  <a:lnTo>
                    <a:pt x="188527" y="504551"/>
                  </a:lnTo>
                  <a:lnTo>
                    <a:pt x="186745" y="505485"/>
                  </a:lnTo>
                  <a:lnTo>
                    <a:pt x="183794" y="508789"/>
                  </a:lnTo>
                  <a:lnTo>
                    <a:pt x="175239" y="516735"/>
                  </a:lnTo>
                  <a:lnTo>
                    <a:pt x="172137" y="518816"/>
                  </a:lnTo>
                  <a:lnTo>
                    <a:pt x="169255" y="520101"/>
                  </a:lnTo>
                  <a:lnTo>
                    <a:pt x="164455" y="520503"/>
                  </a:lnTo>
                  <a:lnTo>
                    <a:pt x="160125" y="520340"/>
                  </a:lnTo>
                  <a:lnTo>
                    <a:pt x="156771" y="519634"/>
                  </a:lnTo>
                  <a:lnTo>
                    <a:pt x="153278" y="518019"/>
                  </a:lnTo>
                  <a:lnTo>
                    <a:pt x="148216" y="513802"/>
                  </a:lnTo>
                  <a:lnTo>
                    <a:pt x="145852" y="512340"/>
                  </a:lnTo>
                  <a:lnTo>
                    <a:pt x="143254" y="511600"/>
                  </a:lnTo>
                  <a:lnTo>
                    <a:pt x="141479" y="511635"/>
                  </a:lnTo>
                  <a:lnTo>
                    <a:pt x="137702" y="512620"/>
                  </a:lnTo>
                  <a:lnTo>
                    <a:pt x="135477" y="514354"/>
                  </a:lnTo>
                  <a:lnTo>
                    <a:pt x="135083" y="514891"/>
                  </a:lnTo>
                  <a:lnTo>
                    <a:pt x="134352" y="516384"/>
                  </a:lnTo>
                  <a:lnTo>
                    <a:pt x="133578" y="519021"/>
                  </a:lnTo>
                  <a:lnTo>
                    <a:pt x="133645" y="521213"/>
                  </a:lnTo>
                  <a:lnTo>
                    <a:pt x="134736" y="524204"/>
                  </a:lnTo>
                  <a:lnTo>
                    <a:pt x="138605" y="529591"/>
                  </a:lnTo>
                  <a:lnTo>
                    <a:pt x="139665" y="530792"/>
                  </a:lnTo>
                  <a:lnTo>
                    <a:pt x="141344" y="532167"/>
                  </a:lnTo>
                  <a:lnTo>
                    <a:pt x="146032" y="534721"/>
                  </a:lnTo>
                  <a:lnTo>
                    <a:pt x="151325" y="536807"/>
                  </a:lnTo>
                  <a:lnTo>
                    <a:pt x="152475" y="537528"/>
                  </a:lnTo>
                  <a:lnTo>
                    <a:pt x="154605" y="539343"/>
                  </a:lnTo>
                  <a:lnTo>
                    <a:pt x="155421" y="540501"/>
                  </a:lnTo>
                  <a:lnTo>
                    <a:pt x="156584" y="543752"/>
                  </a:lnTo>
                  <a:lnTo>
                    <a:pt x="156596" y="546244"/>
                  </a:lnTo>
                  <a:lnTo>
                    <a:pt x="155963" y="548032"/>
                  </a:lnTo>
                  <a:lnTo>
                    <a:pt x="155202" y="548816"/>
                  </a:lnTo>
                  <a:lnTo>
                    <a:pt x="153577" y="549812"/>
                  </a:lnTo>
                  <a:lnTo>
                    <a:pt x="150988" y="550513"/>
                  </a:lnTo>
                  <a:lnTo>
                    <a:pt x="146897" y="550732"/>
                  </a:lnTo>
                  <a:lnTo>
                    <a:pt x="141054" y="547590"/>
                  </a:lnTo>
                  <a:lnTo>
                    <a:pt x="135360" y="543869"/>
                  </a:lnTo>
                  <a:lnTo>
                    <a:pt x="126843" y="536186"/>
                  </a:lnTo>
                  <a:lnTo>
                    <a:pt x="119375" y="528280"/>
                  </a:lnTo>
                  <a:lnTo>
                    <a:pt x="115256" y="525342"/>
                  </a:lnTo>
                  <a:lnTo>
                    <a:pt x="111799" y="521172"/>
                  </a:lnTo>
                  <a:lnTo>
                    <a:pt x="104806" y="514331"/>
                  </a:lnTo>
                  <a:lnTo>
                    <a:pt x="99364" y="506119"/>
                  </a:lnTo>
                  <a:lnTo>
                    <a:pt x="89393" y="496441"/>
                  </a:lnTo>
                  <a:lnTo>
                    <a:pt x="84008" y="492268"/>
                  </a:lnTo>
                  <a:lnTo>
                    <a:pt x="77976" y="489371"/>
                  </a:lnTo>
                  <a:lnTo>
                    <a:pt x="72705" y="487646"/>
                  </a:lnTo>
                  <a:lnTo>
                    <a:pt x="66547" y="487036"/>
                  </a:lnTo>
                  <a:lnTo>
                    <a:pt x="58829" y="484769"/>
                  </a:lnTo>
                  <a:lnTo>
                    <a:pt x="55328" y="483206"/>
                  </a:lnTo>
                  <a:lnTo>
                    <a:pt x="53504" y="481543"/>
                  </a:lnTo>
                  <a:lnTo>
                    <a:pt x="52393" y="480033"/>
                  </a:lnTo>
                  <a:lnTo>
                    <a:pt x="50523" y="475199"/>
                  </a:lnTo>
                  <a:lnTo>
                    <a:pt x="49461" y="473279"/>
                  </a:lnTo>
                  <a:lnTo>
                    <a:pt x="47884" y="471113"/>
                  </a:lnTo>
                  <a:lnTo>
                    <a:pt x="46352" y="469975"/>
                  </a:lnTo>
                  <a:lnTo>
                    <a:pt x="40749" y="464906"/>
                  </a:lnTo>
                  <a:lnTo>
                    <a:pt x="31646" y="458481"/>
                  </a:lnTo>
                  <a:lnTo>
                    <a:pt x="30084" y="456820"/>
                  </a:lnTo>
                  <a:lnTo>
                    <a:pt x="28124" y="455610"/>
                  </a:lnTo>
                  <a:lnTo>
                    <a:pt x="22718" y="450660"/>
                  </a:lnTo>
                  <a:lnTo>
                    <a:pt x="20629" y="447972"/>
                  </a:lnTo>
                  <a:lnTo>
                    <a:pt x="14596" y="437992"/>
                  </a:lnTo>
                  <a:lnTo>
                    <a:pt x="8988" y="424330"/>
                  </a:lnTo>
                  <a:lnTo>
                    <a:pt x="3682" y="416655"/>
                  </a:lnTo>
                  <a:lnTo>
                    <a:pt x="2162" y="415384"/>
                  </a:lnTo>
                  <a:lnTo>
                    <a:pt x="0" y="413039"/>
                  </a:lnTo>
                  <a:lnTo>
                    <a:pt x="1317" y="410903"/>
                  </a:lnTo>
                  <a:lnTo>
                    <a:pt x="2490" y="410932"/>
                  </a:lnTo>
                  <a:lnTo>
                    <a:pt x="2797" y="410511"/>
                  </a:lnTo>
                  <a:lnTo>
                    <a:pt x="3671" y="410180"/>
                  </a:lnTo>
                  <a:lnTo>
                    <a:pt x="4331" y="408628"/>
                  </a:lnTo>
                  <a:lnTo>
                    <a:pt x="5144" y="407877"/>
                  </a:lnTo>
                  <a:lnTo>
                    <a:pt x="5408" y="407334"/>
                  </a:lnTo>
                  <a:lnTo>
                    <a:pt x="5055" y="406596"/>
                  </a:lnTo>
                  <a:lnTo>
                    <a:pt x="4136" y="405952"/>
                  </a:lnTo>
                  <a:lnTo>
                    <a:pt x="3824" y="405464"/>
                  </a:lnTo>
                  <a:lnTo>
                    <a:pt x="3801" y="404851"/>
                  </a:lnTo>
                  <a:lnTo>
                    <a:pt x="4505" y="403389"/>
                  </a:lnTo>
                  <a:lnTo>
                    <a:pt x="3810" y="400178"/>
                  </a:lnTo>
                  <a:lnTo>
                    <a:pt x="4064" y="399699"/>
                  </a:lnTo>
                  <a:lnTo>
                    <a:pt x="6696" y="398547"/>
                  </a:lnTo>
                  <a:lnTo>
                    <a:pt x="6729" y="396385"/>
                  </a:lnTo>
                  <a:lnTo>
                    <a:pt x="6155" y="394265"/>
                  </a:lnTo>
                  <a:lnTo>
                    <a:pt x="6475" y="393880"/>
                  </a:lnTo>
                  <a:lnTo>
                    <a:pt x="6477" y="393491"/>
                  </a:lnTo>
                  <a:lnTo>
                    <a:pt x="7380" y="392996"/>
                  </a:lnTo>
                  <a:lnTo>
                    <a:pt x="8004" y="392286"/>
                  </a:lnTo>
                  <a:lnTo>
                    <a:pt x="9569" y="392101"/>
                  </a:lnTo>
                  <a:lnTo>
                    <a:pt x="11048" y="391417"/>
                  </a:lnTo>
                  <a:lnTo>
                    <a:pt x="12641" y="391204"/>
                  </a:lnTo>
                  <a:lnTo>
                    <a:pt x="13575" y="391427"/>
                  </a:lnTo>
                  <a:lnTo>
                    <a:pt x="14136" y="391283"/>
                  </a:lnTo>
                  <a:lnTo>
                    <a:pt x="14584" y="391054"/>
                  </a:lnTo>
                  <a:lnTo>
                    <a:pt x="15381" y="389909"/>
                  </a:lnTo>
                  <a:lnTo>
                    <a:pt x="16890" y="388709"/>
                  </a:lnTo>
                  <a:lnTo>
                    <a:pt x="17554" y="388862"/>
                  </a:lnTo>
                  <a:lnTo>
                    <a:pt x="19361" y="388742"/>
                  </a:lnTo>
                  <a:lnTo>
                    <a:pt x="20834" y="386677"/>
                  </a:lnTo>
                  <a:lnTo>
                    <a:pt x="21354" y="386561"/>
                  </a:lnTo>
                  <a:lnTo>
                    <a:pt x="21704" y="386921"/>
                  </a:lnTo>
                  <a:lnTo>
                    <a:pt x="21888" y="383520"/>
                  </a:lnTo>
                  <a:lnTo>
                    <a:pt x="22586" y="383090"/>
                  </a:lnTo>
                  <a:lnTo>
                    <a:pt x="23073" y="382430"/>
                  </a:lnTo>
                  <a:lnTo>
                    <a:pt x="22721" y="380631"/>
                  </a:lnTo>
                  <a:lnTo>
                    <a:pt x="22911" y="380034"/>
                  </a:lnTo>
                  <a:lnTo>
                    <a:pt x="22697" y="378360"/>
                  </a:lnTo>
                  <a:lnTo>
                    <a:pt x="22937" y="376765"/>
                  </a:lnTo>
                  <a:lnTo>
                    <a:pt x="22764" y="376175"/>
                  </a:lnTo>
                  <a:lnTo>
                    <a:pt x="22866" y="373488"/>
                  </a:lnTo>
                  <a:lnTo>
                    <a:pt x="22377" y="371931"/>
                  </a:lnTo>
                  <a:lnTo>
                    <a:pt x="22306" y="370914"/>
                  </a:lnTo>
                  <a:lnTo>
                    <a:pt x="22222" y="370692"/>
                  </a:lnTo>
                  <a:lnTo>
                    <a:pt x="20858" y="370521"/>
                  </a:lnTo>
                  <a:lnTo>
                    <a:pt x="18706" y="369376"/>
                  </a:lnTo>
                  <a:lnTo>
                    <a:pt x="17487" y="366320"/>
                  </a:lnTo>
                  <a:lnTo>
                    <a:pt x="17767" y="365937"/>
                  </a:lnTo>
                  <a:lnTo>
                    <a:pt x="17627" y="364775"/>
                  </a:lnTo>
                  <a:lnTo>
                    <a:pt x="17792" y="364580"/>
                  </a:lnTo>
                  <a:lnTo>
                    <a:pt x="17320" y="364099"/>
                  </a:lnTo>
                  <a:lnTo>
                    <a:pt x="17240" y="363657"/>
                  </a:lnTo>
                  <a:lnTo>
                    <a:pt x="17721" y="362761"/>
                  </a:lnTo>
                  <a:lnTo>
                    <a:pt x="18518" y="362184"/>
                  </a:lnTo>
                  <a:lnTo>
                    <a:pt x="18601" y="361759"/>
                  </a:lnTo>
                  <a:lnTo>
                    <a:pt x="19030" y="361560"/>
                  </a:lnTo>
                  <a:lnTo>
                    <a:pt x="19618" y="359915"/>
                  </a:lnTo>
                  <a:lnTo>
                    <a:pt x="20045" y="359632"/>
                  </a:lnTo>
                  <a:lnTo>
                    <a:pt x="21543" y="359729"/>
                  </a:lnTo>
                  <a:lnTo>
                    <a:pt x="21779" y="359085"/>
                  </a:lnTo>
                  <a:lnTo>
                    <a:pt x="22438" y="358556"/>
                  </a:lnTo>
                  <a:lnTo>
                    <a:pt x="24107" y="357672"/>
                  </a:lnTo>
                  <a:lnTo>
                    <a:pt x="24617" y="356774"/>
                  </a:lnTo>
                  <a:lnTo>
                    <a:pt x="25315" y="356139"/>
                  </a:lnTo>
                  <a:lnTo>
                    <a:pt x="25745" y="354798"/>
                  </a:lnTo>
                  <a:lnTo>
                    <a:pt x="27498" y="353155"/>
                  </a:lnTo>
                  <a:lnTo>
                    <a:pt x="27648" y="353216"/>
                  </a:lnTo>
                  <a:lnTo>
                    <a:pt x="27695" y="352931"/>
                  </a:lnTo>
                  <a:lnTo>
                    <a:pt x="28400" y="352796"/>
                  </a:lnTo>
                  <a:lnTo>
                    <a:pt x="28993" y="352295"/>
                  </a:lnTo>
                  <a:lnTo>
                    <a:pt x="28804" y="351678"/>
                  </a:lnTo>
                  <a:lnTo>
                    <a:pt x="28133" y="351603"/>
                  </a:lnTo>
                  <a:lnTo>
                    <a:pt x="27607" y="350965"/>
                  </a:lnTo>
                  <a:lnTo>
                    <a:pt x="25876" y="350209"/>
                  </a:lnTo>
                  <a:lnTo>
                    <a:pt x="25864" y="349971"/>
                  </a:lnTo>
                  <a:lnTo>
                    <a:pt x="25487" y="349796"/>
                  </a:lnTo>
                  <a:lnTo>
                    <a:pt x="23574" y="350202"/>
                  </a:lnTo>
                  <a:lnTo>
                    <a:pt x="23324" y="350451"/>
                  </a:lnTo>
                  <a:lnTo>
                    <a:pt x="21800" y="350350"/>
                  </a:lnTo>
                  <a:lnTo>
                    <a:pt x="21619" y="350549"/>
                  </a:lnTo>
                  <a:lnTo>
                    <a:pt x="20327" y="350360"/>
                  </a:lnTo>
                  <a:lnTo>
                    <a:pt x="20491" y="348969"/>
                  </a:lnTo>
                  <a:lnTo>
                    <a:pt x="21323" y="347520"/>
                  </a:lnTo>
                  <a:lnTo>
                    <a:pt x="23110" y="347798"/>
                  </a:lnTo>
                  <a:lnTo>
                    <a:pt x="23117" y="347102"/>
                  </a:lnTo>
                  <a:lnTo>
                    <a:pt x="21416" y="344635"/>
                  </a:lnTo>
                  <a:lnTo>
                    <a:pt x="21774" y="343470"/>
                  </a:lnTo>
                  <a:lnTo>
                    <a:pt x="22580" y="343710"/>
                  </a:lnTo>
                  <a:lnTo>
                    <a:pt x="23374" y="343386"/>
                  </a:lnTo>
                  <a:lnTo>
                    <a:pt x="24327" y="341983"/>
                  </a:lnTo>
                  <a:lnTo>
                    <a:pt x="24327" y="341273"/>
                  </a:lnTo>
                  <a:lnTo>
                    <a:pt x="25455" y="339651"/>
                  </a:lnTo>
                  <a:lnTo>
                    <a:pt x="25646" y="338378"/>
                  </a:lnTo>
                  <a:lnTo>
                    <a:pt x="26027" y="337773"/>
                  </a:lnTo>
                  <a:lnTo>
                    <a:pt x="25965" y="337063"/>
                  </a:lnTo>
                  <a:lnTo>
                    <a:pt x="26873" y="336077"/>
                  </a:lnTo>
                  <a:lnTo>
                    <a:pt x="27210" y="334892"/>
                  </a:lnTo>
                  <a:lnTo>
                    <a:pt x="27901" y="334156"/>
                  </a:lnTo>
                  <a:lnTo>
                    <a:pt x="27821" y="333720"/>
                  </a:lnTo>
                  <a:lnTo>
                    <a:pt x="28176" y="333426"/>
                  </a:lnTo>
                  <a:lnTo>
                    <a:pt x="28045" y="332588"/>
                  </a:lnTo>
                  <a:lnTo>
                    <a:pt x="28511" y="332383"/>
                  </a:lnTo>
                  <a:lnTo>
                    <a:pt x="28685" y="331801"/>
                  </a:lnTo>
                  <a:lnTo>
                    <a:pt x="29255" y="331443"/>
                  </a:lnTo>
                  <a:lnTo>
                    <a:pt x="29147" y="331018"/>
                  </a:lnTo>
                  <a:lnTo>
                    <a:pt x="29774" y="330755"/>
                  </a:lnTo>
                  <a:lnTo>
                    <a:pt x="29724" y="330340"/>
                  </a:lnTo>
                  <a:lnTo>
                    <a:pt x="34571" y="329556"/>
                  </a:lnTo>
                  <a:lnTo>
                    <a:pt x="38854" y="337232"/>
                  </a:lnTo>
                  <a:lnTo>
                    <a:pt x="39090" y="338477"/>
                  </a:lnTo>
                  <a:lnTo>
                    <a:pt x="39964" y="339321"/>
                  </a:lnTo>
                  <a:lnTo>
                    <a:pt x="41161" y="341174"/>
                  </a:lnTo>
                  <a:lnTo>
                    <a:pt x="41250" y="342955"/>
                  </a:lnTo>
                  <a:lnTo>
                    <a:pt x="42397" y="345606"/>
                  </a:lnTo>
                  <a:lnTo>
                    <a:pt x="42341" y="346524"/>
                  </a:lnTo>
                  <a:lnTo>
                    <a:pt x="42956" y="348281"/>
                  </a:lnTo>
                  <a:lnTo>
                    <a:pt x="43354" y="348538"/>
                  </a:lnTo>
                  <a:lnTo>
                    <a:pt x="45248" y="348257"/>
                  </a:lnTo>
                  <a:lnTo>
                    <a:pt x="48300" y="345998"/>
                  </a:lnTo>
                  <a:lnTo>
                    <a:pt x="48234" y="345532"/>
                  </a:lnTo>
                  <a:lnTo>
                    <a:pt x="47252" y="345229"/>
                  </a:lnTo>
                  <a:lnTo>
                    <a:pt x="47022" y="344473"/>
                  </a:lnTo>
                  <a:lnTo>
                    <a:pt x="47834" y="343150"/>
                  </a:lnTo>
                  <a:lnTo>
                    <a:pt x="48420" y="341482"/>
                  </a:lnTo>
                  <a:lnTo>
                    <a:pt x="48988" y="341310"/>
                  </a:lnTo>
                  <a:lnTo>
                    <a:pt x="50060" y="341524"/>
                  </a:lnTo>
                  <a:lnTo>
                    <a:pt x="50419" y="341242"/>
                  </a:lnTo>
                  <a:lnTo>
                    <a:pt x="50943" y="338328"/>
                  </a:lnTo>
                  <a:lnTo>
                    <a:pt x="52430" y="337007"/>
                  </a:lnTo>
                  <a:lnTo>
                    <a:pt x="53321" y="335769"/>
                  </a:lnTo>
                  <a:lnTo>
                    <a:pt x="54825" y="335291"/>
                  </a:lnTo>
                  <a:lnTo>
                    <a:pt x="55627" y="334706"/>
                  </a:lnTo>
                  <a:lnTo>
                    <a:pt x="56136" y="333460"/>
                  </a:lnTo>
                  <a:lnTo>
                    <a:pt x="56878" y="332739"/>
                  </a:lnTo>
                  <a:lnTo>
                    <a:pt x="56366" y="331006"/>
                  </a:lnTo>
                  <a:lnTo>
                    <a:pt x="56651" y="329502"/>
                  </a:lnTo>
                  <a:lnTo>
                    <a:pt x="57396" y="328881"/>
                  </a:lnTo>
                  <a:lnTo>
                    <a:pt x="58085" y="328965"/>
                  </a:lnTo>
                  <a:lnTo>
                    <a:pt x="58559" y="328613"/>
                  </a:lnTo>
                  <a:lnTo>
                    <a:pt x="59568" y="327226"/>
                  </a:lnTo>
                  <a:lnTo>
                    <a:pt x="60013" y="326995"/>
                  </a:lnTo>
                  <a:lnTo>
                    <a:pt x="60056" y="326564"/>
                  </a:lnTo>
                  <a:lnTo>
                    <a:pt x="60373" y="326224"/>
                  </a:lnTo>
                  <a:lnTo>
                    <a:pt x="62507" y="325707"/>
                  </a:lnTo>
                  <a:lnTo>
                    <a:pt x="63027" y="324967"/>
                  </a:lnTo>
                  <a:lnTo>
                    <a:pt x="63955" y="324831"/>
                  </a:lnTo>
                  <a:lnTo>
                    <a:pt x="64339" y="324514"/>
                  </a:lnTo>
                  <a:lnTo>
                    <a:pt x="65701" y="322061"/>
                  </a:lnTo>
                  <a:lnTo>
                    <a:pt x="65741" y="320896"/>
                  </a:lnTo>
                  <a:lnTo>
                    <a:pt x="66182" y="320148"/>
                  </a:lnTo>
                  <a:lnTo>
                    <a:pt x="66229" y="319204"/>
                  </a:lnTo>
                  <a:lnTo>
                    <a:pt x="68738" y="318686"/>
                  </a:lnTo>
                  <a:lnTo>
                    <a:pt x="69667" y="318047"/>
                  </a:lnTo>
                  <a:lnTo>
                    <a:pt x="70524" y="318096"/>
                  </a:lnTo>
                  <a:lnTo>
                    <a:pt x="71419" y="319141"/>
                  </a:lnTo>
                  <a:lnTo>
                    <a:pt x="71939" y="318103"/>
                  </a:lnTo>
                  <a:lnTo>
                    <a:pt x="72347" y="317766"/>
                  </a:lnTo>
                  <a:lnTo>
                    <a:pt x="76408" y="317055"/>
                  </a:lnTo>
                  <a:lnTo>
                    <a:pt x="77428" y="316229"/>
                  </a:lnTo>
                  <a:lnTo>
                    <a:pt x="77283" y="315472"/>
                  </a:lnTo>
                  <a:lnTo>
                    <a:pt x="78686" y="314580"/>
                  </a:lnTo>
                  <a:lnTo>
                    <a:pt x="78987" y="314096"/>
                  </a:lnTo>
                  <a:lnTo>
                    <a:pt x="79069" y="312566"/>
                  </a:lnTo>
                  <a:lnTo>
                    <a:pt x="80444" y="308438"/>
                  </a:lnTo>
                  <a:lnTo>
                    <a:pt x="81071" y="307599"/>
                  </a:lnTo>
                  <a:lnTo>
                    <a:pt x="82585" y="306429"/>
                  </a:lnTo>
                  <a:lnTo>
                    <a:pt x="82394" y="305469"/>
                  </a:lnTo>
                  <a:lnTo>
                    <a:pt x="81580" y="305111"/>
                  </a:lnTo>
                  <a:lnTo>
                    <a:pt x="81394" y="303674"/>
                  </a:lnTo>
                  <a:lnTo>
                    <a:pt x="82419" y="301242"/>
                  </a:lnTo>
                  <a:lnTo>
                    <a:pt x="83253" y="300793"/>
                  </a:lnTo>
                  <a:lnTo>
                    <a:pt x="83882" y="299815"/>
                  </a:lnTo>
                  <a:lnTo>
                    <a:pt x="83963" y="299115"/>
                  </a:lnTo>
                  <a:lnTo>
                    <a:pt x="82305" y="295097"/>
                  </a:lnTo>
                  <a:lnTo>
                    <a:pt x="82285" y="294009"/>
                  </a:lnTo>
                  <a:lnTo>
                    <a:pt x="82780" y="293234"/>
                  </a:lnTo>
                  <a:lnTo>
                    <a:pt x="82865" y="292658"/>
                  </a:lnTo>
                  <a:lnTo>
                    <a:pt x="82662" y="292461"/>
                  </a:lnTo>
                  <a:lnTo>
                    <a:pt x="81865" y="292476"/>
                  </a:lnTo>
                  <a:lnTo>
                    <a:pt x="81642" y="292046"/>
                  </a:lnTo>
                  <a:lnTo>
                    <a:pt x="81959" y="290807"/>
                  </a:lnTo>
                  <a:lnTo>
                    <a:pt x="82918" y="290692"/>
                  </a:lnTo>
                  <a:lnTo>
                    <a:pt x="83663" y="290192"/>
                  </a:lnTo>
                  <a:lnTo>
                    <a:pt x="83015" y="289435"/>
                  </a:lnTo>
                  <a:lnTo>
                    <a:pt x="81138" y="289118"/>
                  </a:lnTo>
                  <a:lnTo>
                    <a:pt x="80391" y="288784"/>
                  </a:lnTo>
                  <a:lnTo>
                    <a:pt x="78233" y="286940"/>
                  </a:lnTo>
                  <a:lnTo>
                    <a:pt x="77807" y="286199"/>
                  </a:lnTo>
                  <a:lnTo>
                    <a:pt x="77624" y="284829"/>
                  </a:lnTo>
                  <a:lnTo>
                    <a:pt x="77877" y="283825"/>
                  </a:lnTo>
                  <a:lnTo>
                    <a:pt x="77711" y="283186"/>
                  </a:lnTo>
                  <a:lnTo>
                    <a:pt x="77066" y="282679"/>
                  </a:lnTo>
                  <a:lnTo>
                    <a:pt x="77039" y="281748"/>
                  </a:lnTo>
                  <a:lnTo>
                    <a:pt x="77464" y="281695"/>
                  </a:lnTo>
                  <a:lnTo>
                    <a:pt x="77270" y="281305"/>
                  </a:lnTo>
                  <a:lnTo>
                    <a:pt x="77468" y="280881"/>
                  </a:lnTo>
                  <a:lnTo>
                    <a:pt x="77949" y="281267"/>
                  </a:lnTo>
                  <a:lnTo>
                    <a:pt x="78401" y="280655"/>
                  </a:lnTo>
                  <a:lnTo>
                    <a:pt x="77638" y="280548"/>
                  </a:lnTo>
                  <a:lnTo>
                    <a:pt x="77804" y="279952"/>
                  </a:lnTo>
                  <a:lnTo>
                    <a:pt x="77910" y="280335"/>
                  </a:lnTo>
                  <a:lnTo>
                    <a:pt x="78194" y="280404"/>
                  </a:lnTo>
                  <a:lnTo>
                    <a:pt x="78586" y="279986"/>
                  </a:lnTo>
                  <a:lnTo>
                    <a:pt x="78358" y="279517"/>
                  </a:lnTo>
                  <a:lnTo>
                    <a:pt x="77961" y="279520"/>
                  </a:lnTo>
                  <a:lnTo>
                    <a:pt x="78101" y="279167"/>
                  </a:lnTo>
                  <a:lnTo>
                    <a:pt x="77502" y="278570"/>
                  </a:lnTo>
                  <a:lnTo>
                    <a:pt x="77823" y="278306"/>
                  </a:lnTo>
                  <a:lnTo>
                    <a:pt x="78056" y="277373"/>
                  </a:lnTo>
                  <a:lnTo>
                    <a:pt x="79219" y="276610"/>
                  </a:lnTo>
                  <a:lnTo>
                    <a:pt x="79771" y="276717"/>
                  </a:lnTo>
                  <a:lnTo>
                    <a:pt x="80578" y="276473"/>
                  </a:lnTo>
                  <a:lnTo>
                    <a:pt x="81466" y="276662"/>
                  </a:lnTo>
                  <a:lnTo>
                    <a:pt x="81539" y="275670"/>
                  </a:lnTo>
                  <a:lnTo>
                    <a:pt x="82209" y="275922"/>
                  </a:lnTo>
                  <a:lnTo>
                    <a:pt x="85275" y="274466"/>
                  </a:lnTo>
                  <a:lnTo>
                    <a:pt x="85095" y="274073"/>
                  </a:lnTo>
                  <a:lnTo>
                    <a:pt x="84644" y="273886"/>
                  </a:lnTo>
                  <a:lnTo>
                    <a:pt x="84726" y="273457"/>
                  </a:lnTo>
                  <a:lnTo>
                    <a:pt x="85228" y="272991"/>
                  </a:lnTo>
                  <a:lnTo>
                    <a:pt x="84921" y="272148"/>
                  </a:lnTo>
                  <a:lnTo>
                    <a:pt x="85373" y="272197"/>
                  </a:lnTo>
                  <a:lnTo>
                    <a:pt x="85627" y="272507"/>
                  </a:lnTo>
                  <a:lnTo>
                    <a:pt x="85896" y="271774"/>
                  </a:lnTo>
                  <a:lnTo>
                    <a:pt x="85401" y="271875"/>
                  </a:lnTo>
                  <a:lnTo>
                    <a:pt x="85278" y="269183"/>
                  </a:lnTo>
                  <a:lnTo>
                    <a:pt x="85070" y="269013"/>
                  </a:lnTo>
                  <a:lnTo>
                    <a:pt x="84675" y="269301"/>
                  </a:lnTo>
                  <a:lnTo>
                    <a:pt x="84998" y="268571"/>
                  </a:lnTo>
                  <a:lnTo>
                    <a:pt x="84313" y="267390"/>
                  </a:lnTo>
                  <a:lnTo>
                    <a:pt x="83815" y="267163"/>
                  </a:lnTo>
                  <a:lnTo>
                    <a:pt x="83858" y="266492"/>
                  </a:lnTo>
                  <a:lnTo>
                    <a:pt x="84299" y="266073"/>
                  </a:lnTo>
                  <a:lnTo>
                    <a:pt x="84480" y="266366"/>
                  </a:lnTo>
                  <a:lnTo>
                    <a:pt x="84906" y="266123"/>
                  </a:lnTo>
                  <a:lnTo>
                    <a:pt x="85179" y="266345"/>
                  </a:lnTo>
                  <a:lnTo>
                    <a:pt x="85789" y="265926"/>
                  </a:lnTo>
                  <a:lnTo>
                    <a:pt x="85675" y="265547"/>
                  </a:lnTo>
                  <a:lnTo>
                    <a:pt x="86017" y="265798"/>
                  </a:lnTo>
                  <a:lnTo>
                    <a:pt x="86774" y="264952"/>
                  </a:lnTo>
                  <a:lnTo>
                    <a:pt x="86901" y="264019"/>
                  </a:lnTo>
                  <a:lnTo>
                    <a:pt x="86640" y="263928"/>
                  </a:lnTo>
                  <a:lnTo>
                    <a:pt x="86985" y="263787"/>
                  </a:lnTo>
                  <a:lnTo>
                    <a:pt x="86939" y="263260"/>
                  </a:lnTo>
                  <a:lnTo>
                    <a:pt x="87181" y="263308"/>
                  </a:lnTo>
                  <a:lnTo>
                    <a:pt x="87346" y="262608"/>
                  </a:lnTo>
                  <a:lnTo>
                    <a:pt x="88041" y="261825"/>
                  </a:lnTo>
                  <a:lnTo>
                    <a:pt x="87959" y="261678"/>
                  </a:lnTo>
                  <a:lnTo>
                    <a:pt x="87677" y="261811"/>
                  </a:lnTo>
                  <a:lnTo>
                    <a:pt x="87626" y="261437"/>
                  </a:lnTo>
                  <a:lnTo>
                    <a:pt x="86748" y="261122"/>
                  </a:lnTo>
                  <a:lnTo>
                    <a:pt x="86971" y="260707"/>
                  </a:lnTo>
                  <a:lnTo>
                    <a:pt x="88180" y="260538"/>
                  </a:lnTo>
                  <a:lnTo>
                    <a:pt x="88554" y="259968"/>
                  </a:lnTo>
                  <a:lnTo>
                    <a:pt x="88779" y="260558"/>
                  </a:lnTo>
                  <a:lnTo>
                    <a:pt x="88926" y="259894"/>
                  </a:lnTo>
                  <a:lnTo>
                    <a:pt x="89321" y="260468"/>
                  </a:lnTo>
                  <a:lnTo>
                    <a:pt x="89360" y="260222"/>
                  </a:lnTo>
                  <a:lnTo>
                    <a:pt x="90209" y="260485"/>
                  </a:lnTo>
                  <a:lnTo>
                    <a:pt x="90862" y="260185"/>
                  </a:lnTo>
                  <a:lnTo>
                    <a:pt x="91146" y="259489"/>
                  </a:lnTo>
                  <a:lnTo>
                    <a:pt x="91731" y="259035"/>
                  </a:lnTo>
                  <a:lnTo>
                    <a:pt x="91268" y="258756"/>
                  </a:lnTo>
                  <a:lnTo>
                    <a:pt x="91655" y="258382"/>
                  </a:lnTo>
                  <a:lnTo>
                    <a:pt x="91481" y="257469"/>
                  </a:lnTo>
                  <a:lnTo>
                    <a:pt x="91843" y="257334"/>
                  </a:lnTo>
                  <a:lnTo>
                    <a:pt x="91835" y="256603"/>
                  </a:lnTo>
                  <a:lnTo>
                    <a:pt x="91160" y="256100"/>
                  </a:lnTo>
                  <a:lnTo>
                    <a:pt x="91716" y="255615"/>
                  </a:lnTo>
                  <a:lnTo>
                    <a:pt x="90969" y="255378"/>
                  </a:lnTo>
                  <a:lnTo>
                    <a:pt x="90866" y="254952"/>
                  </a:lnTo>
                  <a:lnTo>
                    <a:pt x="91005" y="254871"/>
                  </a:lnTo>
                  <a:lnTo>
                    <a:pt x="91180" y="255158"/>
                  </a:lnTo>
                  <a:lnTo>
                    <a:pt x="91344" y="255038"/>
                  </a:lnTo>
                  <a:lnTo>
                    <a:pt x="91148" y="254624"/>
                  </a:lnTo>
                  <a:lnTo>
                    <a:pt x="91340" y="253603"/>
                  </a:lnTo>
                  <a:lnTo>
                    <a:pt x="91606" y="253393"/>
                  </a:lnTo>
                  <a:lnTo>
                    <a:pt x="91599" y="252983"/>
                  </a:lnTo>
                  <a:lnTo>
                    <a:pt x="92079" y="252933"/>
                  </a:lnTo>
                  <a:lnTo>
                    <a:pt x="92575" y="252449"/>
                  </a:lnTo>
                  <a:lnTo>
                    <a:pt x="92341" y="251993"/>
                  </a:lnTo>
                  <a:lnTo>
                    <a:pt x="92867" y="251583"/>
                  </a:lnTo>
                  <a:lnTo>
                    <a:pt x="92855" y="251194"/>
                  </a:lnTo>
                  <a:lnTo>
                    <a:pt x="93274" y="251336"/>
                  </a:lnTo>
                  <a:lnTo>
                    <a:pt x="93720" y="251118"/>
                  </a:lnTo>
                  <a:lnTo>
                    <a:pt x="93946" y="251459"/>
                  </a:lnTo>
                  <a:lnTo>
                    <a:pt x="94339" y="251003"/>
                  </a:lnTo>
                  <a:lnTo>
                    <a:pt x="94627" y="252253"/>
                  </a:lnTo>
                  <a:lnTo>
                    <a:pt x="95286" y="252819"/>
                  </a:lnTo>
                  <a:lnTo>
                    <a:pt x="96629" y="253178"/>
                  </a:lnTo>
                  <a:lnTo>
                    <a:pt x="97468" y="252969"/>
                  </a:lnTo>
                  <a:lnTo>
                    <a:pt x="98657" y="252120"/>
                  </a:lnTo>
                  <a:lnTo>
                    <a:pt x="99773" y="251698"/>
                  </a:lnTo>
                  <a:lnTo>
                    <a:pt x="99981" y="250606"/>
                  </a:lnTo>
                  <a:lnTo>
                    <a:pt x="99537" y="250404"/>
                  </a:lnTo>
                  <a:lnTo>
                    <a:pt x="100083" y="249721"/>
                  </a:lnTo>
                  <a:lnTo>
                    <a:pt x="99738" y="249565"/>
                  </a:lnTo>
                  <a:lnTo>
                    <a:pt x="99497" y="249750"/>
                  </a:lnTo>
                  <a:lnTo>
                    <a:pt x="99267" y="249516"/>
                  </a:lnTo>
                  <a:lnTo>
                    <a:pt x="99956" y="248959"/>
                  </a:lnTo>
                  <a:lnTo>
                    <a:pt x="99465" y="248412"/>
                  </a:lnTo>
                  <a:lnTo>
                    <a:pt x="100226" y="248230"/>
                  </a:lnTo>
                  <a:lnTo>
                    <a:pt x="100263" y="247665"/>
                  </a:lnTo>
                  <a:lnTo>
                    <a:pt x="100510" y="247692"/>
                  </a:lnTo>
                  <a:lnTo>
                    <a:pt x="100705" y="247369"/>
                  </a:lnTo>
                  <a:lnTo>
                    <a:pt x="100167" y="246514"/>
                  </a:lnTo>
                  <a:lnTo>
                    <a:pt x="100873" y="246494"/>
                  </a:lnTo>
                  <a:lnTo>
                    <a:pt x="101385" y="245910"/>
                  </a:lnTo>
                  <a:lnTo>
                    <a:pt x="102409" y="245931"/>
                  </a:lnTo>
                  <a:lnTo>
                    <a:pt x="102492" y="245647"/>
                  </a:lnTo>
                  <a:lnTo>
                    <a:pt x="102856" y="245566"/>
                  </a:lnTo>
                  <a:lnTo>
                    <a:pt x="103095" y="244687"/>
                  </a:lnTo>
                  <a:lnTo>
                    <a:pt x="102615" y="244390"/>
                  </a:lnTo>
                  <a:lnTo>
                    <a:pt x="102235" y="244539"/>
                  </a:lnTo>
                  <a:lnTo>
                    <a:pt x="102534" y="244181"/>
                  </a:lnTo>
                  <a:lnTo>
                    <a:pt x="102873" y="244150"/>
                  </a:lnTo>
                  <a:lnTo>
                    <a:pt x="102490" y="243802"/>
                  </a:lnTo>
                  <a:lnTo>
                    <a:pt x="102066" y="243800"/>
                  </a:lnTo>
                  <a:lnTo>
                    <a:pt x="102156" y="243450"/>
                  </a:lnTo>
                  <a:lnTo>
                    <a:pt x="102613" y="243458"/>
                  </a:lnTo>
                  <a:lnTo>
                    <a:pt x="102567" y="242964"/>
                  </a:lnTo>
                  <a:lnTo>
                    <a:pt x="102008" y="242758"/>
                  </a:lnTo>
                  <a:lnTo>
                    <a:pt x="102381" y="242675"/>
                  </a:lnTo>
                  <a:lnTo>
                    <a:pt x="102381" y="241679"/>
                  </a:lnTo>
                  <a:lnTo>
                    <a:pt x="102654" y="241344"/>
                  </a:lnTo>
                  <a:lnTo>
                    <a:pt x="102325" y="240944"/>
                  </a:lnTo>
                  <a:lnTo>
                    <a:pt x="102749" y="240140"/>
                  </a:lnTo>
                  <a:lnTo>
                    <a:pt x="102441" y="239555"/>
                  </a:lnTo>
                  <a:lnTo>
                    <a:pt x="101757" y="239212"/>
                  </a:lnTo>
                  <a:lnTo>
                    <a:pt x="101740" y="238203"/>
                  </a:lnTo>
                  <a:lnTo>
                    <a:pt x="101395" y="237569"/>
                  </a:lnTo>
                  <a:lnTo>
                    <a:pt x="101747" y="237285"/>
                  </a:lnTo>
                  <a:lnTo>
                    <a:pt x="101653" y="236315"/>
                  </a:lnTo>
                  <a:lnTo>
                    <a:pt x="100742" y="235278"/>
                  </a:lnTo>
                  <a:lnTo>
                    <a:pt x="100626" y="234671"/>
                  </a:lnTo>
                  <a:lnTo>
                    <a:pt x="100801" y="234295"/>
                  </a:lnTo>
                  <a:lnTo>
                    <a:pt x="100582" y="233900"/>
                  </a:lnTo>
                  <a:lnTo>
                    <a:pt x="100858" y="233530"/>
                  </a:lnTo>
                  <a:lnTo>
                    <a:pt x="101511" y="233290"/>
                  </a:lnTo>
                  <a:lnTo>
                    <a:pt x="101712" y="232693"/>
                  </a:lnTo>
                  <a:lnTo>
                    <a:pt x="102554" y="231930"/>
                  </a:lnTo>
                  <a:lnTo>
                    <a:pt x="102854" y="232014"/>
                  </a:lnTo>
                  <a:lnTo>
                    <a:pt x="103166" y="231568"/>
                  </a:lnTo>
                  <a:lnTo>
                    <a:pt x="103060" y="231304"/>
                  </a:lnTo>
                  <a:lnTo>
                    <a:pt x="103374" y="231385"/>
                  </a:lnTo>
                  <a:lnTo>
                    <a:pt x="103695" y="230610"/>
                  </a:lnTo>
                  <a:lnTo>
                    <a:pt x="104061" y="230603"/>
                  </a:lnTo>
                  <a:lnTo>
                    <a:pt x="104222" y="230366"/>
                  </a:lnTo>
                  <a:lnTo>
                    <a:pt x="104252" y="230144"/>
                  </a:lnTo>
                  <a:lnTo>
                    <a:pt x="103938" y="230056"/>
                  </a:lnTo>
                  <a:lnTo>
                    <a:pt x="104320" y="230074"/>
                  </a:lnTo>
                  <a:lnTo>
                    <a:pt x="104492" y="229721"/>
                  </a:lnTo>
                  <a:lnTo>
                    <a:pt x="104289" y="229559"/>
                  </a:lnTo>
                  <a:lnTo>
                    <a:pt x="104408" y="229376"/>
                  </a:lnTo>
                  <a:lnTo>
                    <a:pt x="103787" y="228916"/>
                  </a:lnTo>
                  <a:lnTo>
                    <a:pt x="103762" y="228496"/>
                  </a:lnTo>
                  <a:lnTo>
                    <a:pt x="104036" y="228118"/>
                  </a:lnTo>
                  <a:lnTo>
                    <a:pt x="103496" y="227346"/>
                  </a:lnTo>
                  <a:lnTo>
                    <a:pt x="103301" y="225883"/>
                  </a:lnTo>
                  <a:lnTo>
                    <a:pt x="102619" y="225502"/>
                  </a:lnTo>
                  <a:lnTo>
                    <a:pt x="102988" y="223622"/>
                  </a:lnTo>
                  <a:lnTo>
                    <a:pt x="102620" y="222931"/>
                  </a:lnTo>
                  <a:lnTo>
                    <a:pt x="102502" y="221847"/>
                  </a:lnTo>
                  <a:lnTo>
                    <a:pt x="102668" y="221250"/>
                  </a:lnTo>
                  <a:lnTo>
                    <a:pt x="103382" y="220505"/>
                  </a:lnTo>
                  <a:lnTo>
                    <a:pt x="103702" y="218907"/>
                  </a:lnTo>
                  <a:lnTo>
                    <a:pt x="103369" y="218738"/>
                  </a:lnTo>
                  <a:lnTo>
                    <a:pt x="103529" y="218478"/>
                  </a:lnTo>
                  <a:lnTo>
                    <a:pt x="103301" y="217860"/>
                  </a:lnTo>
                  <a:lnTo>
                    <a:pt x="103041" y="217811"/>
                  </a:lnTo>
                  <a:lnTo>
                    <a:pt x="103227" y="217199"/>
                  </a:lnTo>
                  <a:lnTo>
                    <a:pt x="102753" y="217126"/>
                  </a:lnTo>
                  <a:lnTo>
                    <a:pt x="102860" y="216868"/>
                  </a:lnTo>
                  <a:lnTo>
                    <a:pt x="102443" y="216728"/>
                  </a:lnTo>
                  <a:lnTo>
                    <a:pt x="102222" y="215953"/>
                  </a:lnTo>
                  <a:lnTo>
                    <a:pt x="101667" y="216013"/>
                  </a:lnTo>
                  <a:lnTo>
                    <a:pt x="101580" y="215604"/>
                  </a:lnTo>
                  <a:lnTo>
                    <a:pt x="100916" y="215613"/>
                  </a:lnTo>
                  <a:lnTo>
                    <a:pt x="100590" y="215099"/>
                  </a:lnTo>
                  <a:lnTo>
                    <a:pt x="99978" y="214842"/>
                  </a:lnTo>
                  <a:lnTo>
                    <a:pt x="99660" y="215028"/>
                  </a:lnTo>
                  <a:lnTo>
                    <a:pt x="99464" y="214530"/>
                  </a:lnTo>
                  <a:lnTo>
                    <a:pt x="99214" y="214776"/>
                  </a:lnTo>
                  <a:lnTo>
                    <a:pt x="98861" y="213713"/>
                  </a:lnTo>
                  <a:lnTo>
                    <a:pt x="98659" y="213724"/>
                  </a:lnTo>
                  <a:lnTo>
                    <a:pt x="98929" y="213447"/>
                  </a:lnTo>
                  <a:lnTo>
                    <a:pt x="98904" y="213118"/>
                  </a:lnTo>
                  <a:lnTo>
                    <a:pt x="98551" y="212799"/>
                  </a:lnTo>
                  <a:lnTo>
                    <a:pt x="98832" y="212295"/>
                  </a:lnTo>
                  <a:lnTo>
                    <a:pt x="98746" y="211577"/>
                  </a:lnTo>
                  <a:lnTo>
                    <a:pt x="99064" y="211208"/>
                  </a:lnTo>
                  <a:lnTo>
                    <a:pt x="98854" y="211097"/>
                  </a:lnTo>
                  <a:lnTo>
                    <a:pt x="98936" y="210901"/>
                  </a:lnTo>
                  <a:lnTo>
                    <a:pt x="99486" y="210685"/>
                  </a:lnTo>
                  <a:lnTo>
                    <a:pt x="99547" y="210007"/>
                  </a:lnTo>
                  <a:lnTo>
                    <a:pt x="100678" y="209158"/>
                  </a:lnTo>
                  <a:lnTo>
                    <a:pt x="100745" y="208507"/>
                  </a:lnTo>
                  <a:lnTo>
                    <a:pt x="101108" y="208029"/>
                  </a:lnTo>
                  <a:lnTo>
                    <a:pt x="100826" y="207773"/>
                  </a:lnTo>
                  <a:lnTo>
                    <a:pt x="100947" y="207348"/>
                  </a:lnTo>
                  <a:lnTo>
                    <a:pt x="100632" y="207025"/>
                  </a:lnTo>
                  <a:lnTo>
                    <a:pt x="100662" y="206603"/>
                  </a:lnTo>
                  <a:lnTo>
                    <a:pt x="100342" y="206661"/>
                  </a:lnTo>
                  <a:lnTo>
                    <a:pt x="100375" y="206389"/>
                  </a:lnTo>
                  <a:lnTo>
                    <a:pt x="99906" y="205919"/>
                  </a:lnTo>
                  <a:lnTo>
                    <a:pt x="99526" y="205927"/>
                  </a:lnTo>
                  <a:lnTo>
                    <a:pt x="98902" y="205434"/>
                  </a:lnTo>
                  <a:lnTo>
                    <a:pt x="98745" y="205592"/>
                  </a:lnTo>
                  <a:lnTo>
                    <a:pt x="98464" y="205131"/>
                  </a:lnTo>
                  <a:lnTo>
                    <a:pt x="98003" y="204911"/>
                  </a:lnTo>
                  <a:lnTo>
                    <a:pt x="97691" y="205073"/>
                  </a:lnTo>
                  <a:lnTo>
                    <a:pt x="97312" y="204623"/>
                  </a:lnTo>
                  <a:lnTo>
                    <a:pt x="97082" y="204650"/>
                  </a:lnTo>
                  <a:lnTo>
                    <a:pt x="97287" y="204529"/>
                  </a:lnTo>
                  <a:lnTo>
                    <a:pt x="97038" y="204363"/>
                  </a:lnTo>
                  <a:lnTo>
                    <a:pt x="97119" y="203918"/>
                  </a:lnTo>
                  <a:lnTo>
                    <a:pt x="96386" y="203433"/>
                  </a:lnTo>
                  <a:lnTo>
                    <a:pt x="96290" y="202891"/>
                  </a:lnTo>
                  <a:lnTo>
                    <a:pt x="95972" y="202883"/>
                  </a:lnTo>
                  <a:lnTo>
                    <a:pt x="95540" y="203221"/>
                  </a:lnTo>
                  <a:lnTo>
                    <a:pt x="95307" y="202570"/>
                  </a:lnTo>
                  <a:lnTo>
                    <a:pt x="95444" y="202189"/>
                  </a:lnTo>
                  <a:lnTo>
                    <a:pt x="94954" y="201826"/>
                  </a:lnTo>
                  <a:lnTo>
                    <a:pt x="95111" y="201405"/>
                  </a:lnTo>
                  <a:lnTo>
                    <a:pt x="94930" y="200993"/>
                  </a:lnTo>
                  <a:lnTo>
                    <a:pt x="95263" y="200672"/>
                  </a:lnTo>
                  <a:lnTo>
                    <a:pt x="94430" y="200228"/>
                  </a:lnTo>
                  <a:lnTo>
                    <a:pt x="94331" y="199784"/>
                  </a:lnTo>
                  <a:lnTo>
                    <a:pt x="93732" y="199091"/>
                  </a:lnTo>
                  <a:lnTo>
                    <a:pt x="93256" y="199110"/>
                  </a:lnTo>
                  <a:lnTo>
                    <a:pt x="92832" y="198737"/>
                  </a:lnTo>
                  <a:lnTo>
                    <a:pt x="92699" y="198081"/>
                  </a:lnTo>
                  <a:lnTo>
                    <a:pt x="92334" y="197962"/>
                  </a:lnTo>
                  <a:lnTo>
                    <a:pt x="91911" y="197085"/>
                  </a:lnTo>
                  <a:lnTo>
                    <a:pt x="90926" y="196384"/>
                  </a:lnTo>
                  <a:lnTo>
                    <a:pt x="90770" y="195962"/>
                  </a:lnTo>
                  <a:lnTo>
                    <a:pt x="90996" y="195783"/>
                  </a:lnTo>
                  <a:lnTo>
                    <a:pt x="90612" y="195814"/>
                  </a:lnTo>
                  <a:lnTo>
                    <a:pt x="90487" y="195450"/>
                  </a:lnTo>
                  <a:lnTo>
                    <a:pt x="90677" y="195234"/>
                  </a:lnTo>
                  <a:lnTo>
                    <a:pt x="90475" y="195174"/>
                  </a:lnTo>
                  <a:lnTo>
                    <a:pt x="90673" y="194933"/>
                  </a:lnTo>
                  <a:lnTo>
                    <a:pt x="90562" y="194731"/>
                  </a:lnTo>
                  <a:lnTo>
                    <a:pt x="91134" y="194103"/>
                  </a:lnTo>
                  <a:lnTo>
                    <a:pt x="90934" y="194030"/>
                  </a:lnTo>
                  <a:lnTo>
                    <a:pt x="90664" y="193012"/>
                  </a:lnTo>
                  <a:lnTo>
                    <a:pt x="90896" y="192836"/>
                  </a:lnTo>
                  <a:lnTo>
                    <a:pt x="90799" y="192364"/>
                  </a:lnTo>
                  <a:lnTo>
                    <a:pt x="91188" y="191788"/>
                  </a:lnTo>
                  <a:lnTo>
                    <a:pt x="91027" y="191688"/>
                  </a:lnTo>
                  <a:lnTo>
                    <a:pt x="91155" y="191020"/>
                  </a:lnTo>
                  <a:lnTo>
                    <a:pt x="90858" y="190661"/>
                  </a:lnTo>
                  <a:lnTo>
                    <a:pt x="91147" y="190594"/>
                  </a:lnTo>
                  <a:lnTo>
                    <a:pt x="91044" y="189988"/>
                  </a:lnTo>
                  <a:lnTo>
                    <a:pt x="91621" y="188719"/>
                  </a:lnTo>
                  <a:lnTo>
                    <a:pt x="91712" y="187643"/>
                  </a:lnTo>
                  <a:lnTo>
                    <a:pt x="92110" y="186547"/>
                  </a:lnTo>
                  <a:lnTo>
                    <a:pt x="93065" y="184963"/>
                  </a:lnTo>
                  <a:lnTo>
                    <a:pt x="92757" y="183886"/>
                  </a:lnTo>
                  <a:lnTo>
                    <a:pt x="92994" y="183451"/>
                  </a:lnTo>
                  <a:lnTo>
                    <a:pt x="92699" y="182698"/>
                  </a:lnTo>
                  <a:lnTo>
                    <a:pt x="93123" y="182638"/>
                  </a:lnTo>
                  <a:lnTo>
                    <a:pt x="93252" y="181822"/>
                  </a:lnTo>
                  <a:lnTo>
                    <a:pt x="93840" y="181053"/>
                  </a:lnTo>
                  <a:lnTo>
                    <a:pt x="94210" y="179941"/>
                  </a:lnTo>
                  <a:lnTo>
                    <a:pt x="94334" y="177914"/>
                  </a:lnTo>
                  <a:lnTo>
                    <a:pt x="94096" y="176686"/>
                  </a:lnTo>
                  <a:lnTo>
                    <a:pt x="93838" y="175459"/>
                  </a:lnTo>
                  <a:lnTo>
                    <a:pt x="94872" y="173312"/>
                  </a:lnTo>
                  <a:lnTo>
                    <a:pt x="94408" y="171483"/>
                  </a:lnTo>
                  <a:lnTo>
                    <a:pt x="94605" y="170885"/>
                  </a:lnTo>
                  <a:lnTo>
                    <a:pt x="93942" y="169282"/>
                  </a:lnTo>
                  <a:lnTo>
                    <a:pt x="93945" y="168690"/>
                  </a:lnTo>
                  <a:lnTo>
                    <a:pt x="94948" y="165259"/>
                  </a:lnTo>
                  <a:lnTo>
                    <a:pt x="95483" y="165235"/>
                  </a:lnTo>
                  <a:lnTo>
                    <a:pt x="95824" y="164832"/>
                  </a:lnTo>
                  <a:lnTo>
                    <a:pt x="95626" y="164268"/>
                  </a:lnTo>
                  <a:lnTo>
                    <a:pt x="95719" y="163337"/>
                  </a:lnTo>
                  <a:lnTo>
                    <a:pt x="96258" y="162990"/>
                  </a:lnTo>
                  <a:lnTo>
                    <a:pt x="96167" y="161031"/>
                  </a:lnTo>
                  <a:lnTo>
                    <a:pt x="95861" y="160351"/>
                  </a:lnTo>
                  <a:lnTo>
                    <a:pt x="95944" y="158472"/>
                  </a:lnTo>
                  <a:lnTo>
                    <a:pt x="95503" y="157620"/>
                  </a:lnTo>
                  <a:lnTo>
                    <a:pt x="95075" y="157344"/>
                  </a:lnTo>
                  <a:lnTo>
                    <a:pt x="95455" y="156014"/>
                  </a:lnTo>
                  <a:lnTo>
                    <a:pt x="95292" y="155825"/>
                  </a:lnTo>
                  <a:lnTo>
                    <a:pt x="95620" y="155650"/>
                  </a:lnTo>
                  <a:lnTo>
                    <a:pt x="95725" y="155243"/>
                  </a:lnTo>
                  <a:lnTo>
                    <a:pt x="95540" y="154761"/>
                  </a:lnTo>
                  <a:lnTo>
                    <a:pt x="95108" y="154638"/>
                  </a:lnTo>
                  <a:lnTo>
                    <a:pt x="95064" y="154146"/>
                  </a:lnTo>
                  <a:lnTo>
                    <a:pt x="94643" y="154225"/>
                  </a:lnTo>
                  <a:lnTo>
                    <a:pt x="94451" y="154027"/>
                  </a:lnTo>
                  <a:lnTo>
                    <a:pt x="94538" y="153210"/>
                  </a:lnTo>
                  <a:lnTo>
                    <a:pt x="94229" y="153057"/>
                  </a:lnTo>
                  <a:lnTo>
                    <a:pt x="94236" y="152669"/>
                  </a:lnTo>
                  <a:lnTo>
                    <a:pt x="93998" y="152535"/>
                  </a:lnTo>
                  <a:lnTo>
                    <a:pt x="94067" y="151389"/>
                  </a:lnTo>
                  <a:lnTo>
                    <a:pt x="93351" y="150795"/>
                  </a:lnTo>
                  <a:lnTo>
                    <a:pt x="93400" y="149847"/>
                  </a:lnTo>
                  <a:lnTo>
                    <a:pt x="93050" y="149455"/>
                  </a:lnTo>
                  <a:lnTo>
                    <a:pt x="93156" y="149142"/>
                  </a:lnTo>
                  <a:lnTo>
                    <a:pt x="92747" y="148890"/>
                  </a:lnTo>
                  <a:lnTo>
                    <a:pt x="92984" y="148678"/>
                  </a:lnTo>
                  <a:lnTo>
                    <a:pt x="92940" y="148223"/>
                  </a:lnTo>
                  <a:lnTo>
                    <a:pt x="93178" y="148256"/>
                  </a:lnTo>
                  <a:lnTo>
                    <a:pt x="93564" y="147830"/>
                  </a:lnTo>
                  <a:lnTo>
                    <a:pt x="93415" y="147598"/>
                  </a:lnTo>
                  <a:lnTo>
                    <a:pt x="93198" y="147671"/>
                  </a:lnTo>
                  <a:lnTo>
                    <a:pt x="93320" y="147363"/>
                  </a:lnTo>
                  <a:lnTo>
                    <a:pt x="93040" y="146687"/>
                  </a:lnTo>
                  <a:lnTo>
                    <a:pt x="92443" y="145905"/>
                  </a:lnTo>
                  <a:lnTo>
                    <a:pt x="92404" y="145671"/>
                  </a:lnTo>
                  <a:lnTo>
                    <a:pt x="92896" y="145137"/>
                  </a:lnTo>
                  <a:lnTo>
                    <a:pt x="92210" y="144512"/>
                  </a:lnTo>
                  <a:lnTo>
                    <a:pt x="92264" y="144153"/>
                  </a:lnTo>
                  <a:lnTo>
                    <a:pt x="91937" y="144067"/>
                  </a:lnTo>
                  <a:lnTo>
                    <a:pt x="91845" y="144289"/>
                  </a:lnTo>
                  <a:lnTo>
                    <a:pt x="91072" y="143822"/>
                  </a:lnTo>
                  <a:lnTo>
                    <a:pt x="90688" y="143970"/>
                  </a:lnTo>
                  <a:lnTo>
                    <a:pt x="90834" y="143555"/>
                  </a:lnTo>
                  <a:lnTo>
                    <a:pt x="90189" y="143287"/>
                  </a:lnTo>
                  <a:lnTo>
                    <a:pt x="90313" y="142812"/>
                  </a:lnTo>
                  <a:lnTo>
                    <a:pt x="89509" y="142252"/>
                  </a:lnTo>
                  <a:lnTo>
                    <a:pt x="89161" y="141621"/>
                  </a:lnTo>
                  <a:lnTo>
                    <a:pt x="89556" y="140903"/>
                  </a:lnTo>
                  <a:lnTo>
                    <a:pt x="89545" y="139983"/>
                  </a:lnTo>
                  <a:lnTo>
                    <a:pt x="89758" y="139903"/>
                  </a:lnTo>
                  <a:lnTo>
                    <a:pt x="89929" y="139281"/>
                  </a:lnTo>
                  <a:lnTo>
                    <a:pt x="90427" y="138949"/>
                  </a:lnTo>
                  <a:lnTo>
                    <a:pt x="90486" y="138351"/>
                  </a:lnTo>
                  <a:lnTo>
                    <a:pt x="90264" y="137895"/>
                  </a:lnTo>
                  <a:lnTo>
                    <a:pt x="90475" y="137131"/>
                  </a:lnTo>
                  <a:lnTo>
                    <a:pt x="90208" y="136528"/>
                  </a:lnTo>
                  <a:lnTo>
                    <a:pt x="90409" y="135107"/>
                  </a:lnTo>
                  <a:lnTo>
                    <a:pt x="90157" y="134821"/>
                  </a:lnTo>
                  <a:lnTo>
                    <a:pt x="90223" y="134250"/>
                  </a:lnTo>
                  <a:lnTo>
                    <a:pt x="89969" y="133571"/>
                  </a:lnTo>
                  <a:lnTo>
                    <a:pt x="90208" y="133091"/>
                  </a:lnTo>
                  <a:lnTo>
                    <a:pt x="89835" y="132927"/>
                  </a:lnTo>
                  <a:lnTo>
                    <a:pt x="89828" y="132482"/>
                  </a:lnTo>
                  <a:lnTo>
                    <a:pt x="89577" y="132284"/>
                  </a:lnTo>
                  <a:lnTo>
                    <a:pt x="89826" y="131710"/>
                  </a:lnTo>
                  <a:lnTo>
                    <a:pt x="89507" y="131074"/>
                  </a:lnTo>
                  <a:lnTo>
                    <a:pt x="89523" y="130353"/>
                  </a:lnTo>
                  <a:lnTo>
                    <a:pt x="89762" y="130046"/>
                  </a:lnTo>
                  <a:lnTo>
                    <a:pt x="89555" y="129698"/>
                  </a:lnTo>
                  <a:lnTo>
                    <a:pt x="89920" y="129421"/>
                  </a:lnTo>
                  <a:lnTo>
                    <a:pt x="90026" y="128963"/>
                  </a:lnTo>
                  <a:lnTo>
                    <a:pt x="89462" y="128435"/>
                  </a:lnTo>
                  <a:lnTo>
                    <a:pt x="90062" y="127719"/>
                  </a:lnTo>
                  <a:lnTo>
                    <a:pt x="89972" y="127391"/>
                  </a:lnTo>
                  <a:lnTo>
                    <a:pt x="90335" y="127187"/>
                  </a:lnTo>
                  <a:lnTo>
                    <a:pt x="90136" y="126687"/>
                  </a:lnTo>
                  <a:lnTo>
                    <a:pt x="90743" y="126265"/>
                  </a:lnTo>
                  <a:lnTo>
                    <a:pt x="91333" y="125154"/>
                  </a:lnTo>
                  <a:lnTo>
                    <a:pt x="91974" y="124954"/>
                  </a:lnTo>
                  <a:lnTo>
                    <a:pt x="91848" y="124378"/>
                  </a:lnTo>
                  <a:lnTo>
                    <a:pt x="92477" y="123855"/>
                  </a:lnTo>
                  <a:lnTo>
                    <a:pt x="93216" y="123660"/>
                  </a:lnTo>
                  <a:lnTo>
                    <a:pt x="93931" y="124023"/>
                  </a:lnTo>
                  <a:lnTo>
                    <a:pt x="94901" y="124118"/>
                  </a:lnTo>
                  <a:lnTo>
                    <a:pt x="96735" y="124182"/>
                  </a:lnTo>
                  <a:lnTo>
                    <a:pt x="97607" y="123952"/>
                  </a:lnTo>
                  <a:lnTo>
                    <a:pt x="98905" y="124740"/>
                  </a:lnTo>
                  <a:lnTo>
                    <a:pt x="99054" y="124556"/>
                  </a:lnTo>
                  <a:lnTo>
                    <a:pt x="100108" y="124773"/>
                  </a:lnTo>
                  <a:lnTo>
                    <a:pt x="100940" y="126402"/>
                  </a:lnTo>
                  <a:lnTo>
                    <a:pt x="101671" y="126631"/>
                  </a:lnTo>
                  <a:lnTo>
                    <a:pt x="101469" y="126860"/>
                  </a:lnTo>
                  <a:lnTo>
                    <a:pt x="101588" y="127016"/>
                  </a:lnTo>
                  <a:lnTo>
                    <a:pt x="102654" y="127538"/>
                  </a:lnTo>
                  <a:lnTo>
                    <a:pt x="103385" y="127485"/>
                  </a:lnTo>
                  <a:lnTo>
                    <a:pt x="103747" y="127923"/>
                  </a:lnTo>
                  <a:lnTo>
                    <a:pt x="104577" y="128053"/>
                  </a:lnTo>
                  <a:lnTo>
                    <a:pt x="105299" y="127825"/>
                  </a:lnTo>
                  <a:lnTo>
                    <a:pt x="105742" y="128249"/>
                  </a:lnTo>
                  <a:lnTo>
                    <a:pt x="106309" y="128193"/>
                  </a:lnTo>
                  <a:lnTo>
                    <a:pt x="106791" y="127456"/>
                  </a:lnTo>
                  <a:lnTo>
                    <a:pt x="107113" y="127357"/>
                  </a:lnTo>
                  <a:lnTo>
                    <a:pt x="107666" y="128078"/>
                  </a:lnTo>
                  <a:lnTo>
                    <a:pt x="107920" y="127744"/>
                  </a:lnTo>
                  <a:lnTo>
                    <a:pt x="108327" y="127960"/>
                  </a:lnTo>
                  <a:lnTo>
                    <a:pt x="108927" y="127707"/>
                  </a:lnTo>
                  <a:lnTo>
                    <a:pt x="109522" y="128343"/>
                  </a:lnTo>
                  <a:lnTo>
                    <a:pt x="110600" y="128222"/>
                  </a:lnTo>
                  <a:lnTo>
                    <a:pt x="110707" y="127502"/>
                  </a:lnTo>
                  <a:lnTo>
                    <a:pt x="111513" y="126374"/>
                  </a:lnTo>
                  <a:lnTo>
                    <a:pt x="111561" y="125693"/>
                  </a:lnTo>
                  <a:lnTo>
                    <a:pt x="111301" y="125574"/>
                  </a:lnTo>
                  <a:lnTo>
                    <a:pt x="111728" y="125181"/>
                  </a:lnTo>
                  <a:lnTo>
                    <a:pt x="111434" y="124937"/>
                  </a:lnTo>
                  <a:lnTo>
                    <a:pt x="111386" y="124274"/>
                  </a:lnTo>
                  <a:lnTo>
                    <a:pt x="111873" y="123719"/>
                  </a:lnTo>
                  <a:lnTo>
                    <a:pt x="111589" y="123245"/>
                  </a:lnTo>
                  <a:lnTo>
                    <a:pt x="112101" y="122772"/>
                  </a:lnTo>
                  <a:lnTo>
                    <a:pt x="111930" y="122484"/>
                  </a:lnTo>
                  <a:lnTo>
                    <a:pt x="112375" y="122276"/>
                  </a:lnTo>
                  <a:lnTo>
                    <a:pt x="112030" y="121730"/>
                  </a:lnTo>
                  <a:lnTo>
                    <a:pt x="112218" y="121506"/>
                  </a:lnTo>
                  <a:lnTo>
                    <a:pt x="112047" y="120341"/>
                  </a:lnTo>
                  <a:lnTo>
                    <a:pt x="113033" y="119576"/>
                  </a:lnTo>
                  <a:lnTo>
                    <a:pt x="113453" y="117875"/>
                  </a:lnTo>
                  <a:lnTo>
                    <a:pt x="113927" y="117222"/>
                  </a:lnTo>
                  <a:lnTo>
                    <a:pt x="113839" y="116539"/>
                  </a:lnTo>
                  <a:lnTo>
                    <a:pt x="114497" y="115149"/>
                  </a:lnTo>
                  <a:lnTo>
                    <a:pt x="114219" y="114869"/>
                  </a:lnTo>
                  <a:lnTo>
                    <a:pt x="114538" y="114457"/>
                  </a:lnTo>
                  <a:lnTo>
                    <a:pt x="114168" y="114268"/>
                  </a:lnTo>
                  <a:lnTo>
                    <a:pt x="113243" y="114490"/>
                  </a:lnTo>
                  <a:lnTo>
                    <a:pt x="112548" y="115245"/>
                  </a:lnTo>
                  <a:lnTo>
                    <a:pt x="112159" y="114840"/>
                  </a:lnTo>
                  <a:lnTo>
                    <a:pt x="111300" y="115009"/>
                  </a:lnTo>
                  <a:lnTo>
                    <a:pt x="111148" y="114741"/>
                  </a:lnTo>
                  <a:lnTo>
                    <a:pt x="111685" y="114412"/>
                  </a:lnTo>
                  <a:lnTo>
                    <a:pt x="111704" y="114088"/>
                  </a:lnTo>
                  <a:lnTo>
                    <a:pt x="110900" y="113794"/>
                  </a:lnTo>
                  <a:lnTo>
                    <a:pt x="110549" y="113378"/>
                  </a:lnTo>
                  <a:lnTo>
                    <a:pt x="109976" y="113765"/>
                  </a:lnTo>
                  <a:lnTo>
                    <a:pt x="110179" y="113966"/>
                  </a:lnTo>
                  <a:lnTo>
                    <a:pt x="110780" y="113967"/>
                  </a:lnTo>
                  <a:lnTo>
                    <a:pt x="110926" y="114443"/>
                  </a:lnTo>
                  <a:lnTo>
                    <a:pt x="110797" y="114573"/>
                  </a:lnTo>
                  <a:lnTo>
                    <a:pt x="110213" y="114152"/>
                  </a:lnTo>
                  <a:lnTo>
                    <a:pt x="109973" y="114831"/>
                  </a:lnTo>
                  <a:lnTo>
                    <a:pt x="109748" y="114738"/>
                  </a:lnTo>
                  <a:lnTo>
                    <a:pt x="109676" y="114159"/>
                  </a:lnTo>
                  <a:lnTo>
                    <a:pt x="109023" y="113698"/>
                  </a:lnTo>
                  <a:lnTo>
                    <a:pt x="108461" y="113875"/>
                  </a:lnTo>
                  <a:lnTo>
                    <a:pt x="108403" y="114403"/>
                  </a:lnTo>
                  <a:lnTo>
                    <a:pt x="106659" y="114310"/>
                  </a:lnTo>
                  <a:lnTo>
                    <a:pt x="106487" y="114768"/>
                  </a:lnTo>
                  <a:lnTo>
                    <a:pt x="107305" y="115446"/>
                  </a:lnTo>
                  <a:lnTo>
                    <a:pt x="106931" y="115748"/>
                  </a:lnTo>
                  <a:lnTo>
                    <a:pt x="106182" y="115702"/>
                  </a:lnTo>
                  <a:lnTo>
                    <a:pt x="106177" y="115061"/>
                  </a:lnTo>
                  <a:lnTo>
                    <a:pt x="105840" y="114732"/>
                  </a:lnTo>
                  <a:lnTo>
                    <a:pt x="105234" y="115173"/>
                  </a:lnTo>
                  <a:lnTo>
                    <a:pt x="104554" y="114282"/>
                  </a:lnTo>
                  <a:lnTo>
                    <a:pt x="104305" y="114443"/>
                  </a:lnTo>
                  <a:lnTo>
                    <a:pt x="104577" y="114938"/>
                  </a:lnTo>
                  <a:lnTo>
                    <a:pt x="104458" y="115417"/>
                  </a:lnTo>
                  <a:lnTo>
                    <a:pt x="103284" y="114780"/>
                  </a:lnTo>
                  <a:lnTo>
                    <a:pt x="101917" y="114396"/>
                  </a:lnTo>
                  <a:lnTo>
                    <a:pt x="101579" y="114508"/>
                  </a:lnTo>
                  <a:lnTo>
                    <a:pt x="101706" y="115142"/>
                  </a:lnTo>
                  <a:lnTo>
                    <a:pt x="101367" y="115499"/>
                  </a:lnTo>
                  <a:lnTo>
                    <a:pt x="99310" y="115897"/>
                  </a:lnTo>
                  <a:lnTo>
                    <a:pt x="97861" y="116657"/>
                  </a:lnTo>
                  <a:lnTo>
                    <a:pt x="96695" y="116913"/>
                  </a:lnTo>
                  <a:lnTo>
                    <a:pt x="95667" y="116369"/>
                  </a:lnTo>
                  <a:lnTo>
                    <a:pt x="94676" y="114496"/>
                  </a:lnTo>
                  <a:lnTo>
                    <a:pt x="93388" y="113643"/>
                  </a:lnTo>
                  <a:lnTo>
                    <a:pt x="92849" y="113003"/>
                  </a:lnTo>
                  <a:lnTo>
                    <a:pt x="92458" y="112944"/>
                  </a:lnTo>
                  <a:lnTo>
                    <a:pt x="91800" y="113362"/>
                  </a:lnTo>
                  <a:lnTo>
                    <a:pt x="91198" y="113398"/>
                  </a:lnTo>
                  <a:lnTo>
                    <a:pt x="90377" y="114001"/>
                  </a:lnTo>
                  <a:lnTo>
                    <a:pt x="89875" y="113989"/>
                  </a:lnTo>
                  <a:lnTo>
                    <a:pt x="89527" y="113511"/>
                  </a:lnTo>
                  <a:lnTo>
                    <a:pt x="88997" y="113410"/>
                  </a:lnTo>
                  <a:lnTo>
                    <a:pt x="87991" y="111821"/>
                  </a:lnTo>
                  <a:lnTo>
                    <a:pt x="87292" y="112027"/>
                  </a:lnTo>
                  <a:lnTo>
                    <a:pt x="86935" y="111413"/>
                  </a:lnTo>
                  <a:lnTo>
                    <a:pt x="86902" y="110837"/>
                  </a:lnTo>
                  <a:lnTo>
                    <a:pt x="87304" y="109864"/>
                  </a:lnTo>
                  <a:lnTo>
                    <a:pt x="86782" y="109112"/>
                  </a:lnTo>
                  <a:lnTo>
                    <a:pt x="86871" y="108339"/>
                  </a:lnTo>
                  <a:lnTo>
                    <a:pt x="88167" y="107588"/>
                  </a:lnTo>
                  <a:lnTo>
                    <a:pt x="88613" y="107631"/>
                  </a:lnTo>
                  <a:lnTo>
                    <a:pt x="88700" y="107403"/>
                  </a:lnTo>
                  <a:lnTo>
                    <a:pt x="88336" y="106764"/>
                  </a:lnTo>
                  <a:lnTo>
                    <a:pt x="88679" y="105653"/>
                  </a:lnTo>
                  <a:lnTo>
                    <a:pt x="88371" y="105051"/>
                  </a:lnTo>
                  <a:lnTo>
                    <a:pt x="88289" y="103999"/>
                  </a:lnTo>
                  <a:lnTo>
                    <a:pt x="87447" y="103781"/>
                  </a:lnTo>
                  <a:lnTo>
                    <a:pt x="87099" y="101693"/>
                  </a:lnTo>
                  <a:lnTo>
                    <a:pt x="85365" y="100792"/>
                  </a:lnTo>
                  <a:lnTo>
                    <a:pt x="84734" y="101245"/>
                  </a:lnTo>
                  <a:lnTo>
                    <a:pt x="81682" y="101415"/>
                  </a:lnTo>
                  <a:lnTo>
                    <a:pt x="80940" y="102448"/>
                  </a:lnTo>
                  <a:lnTo>
                    <a:pt x="80235" y="102932"/>
                  </a:lnTo>
                  <a:lnTo>
                    <a:pt x="79030" y="102952"/>
                  </a:lnTo>
                  <a:lnTo>
                    <a:pt x="78453" y="102747"/>
                  </a:lnTo>
                  <a:lnTo>
                    <a:pt x="75235" y="98290"/>
                  </a:lnTo>
                  <a:lnTo>
                    <a:pt x="74782" y="97519"/>
                  </a:lnTo>
                  <a:lnTo>
                    <a:pt x="74704" y="96693"/>
                  </a:lnTo>
                  <a:lnTo>
                    <a:pt x="72908" y="95672"/>
                  </a:lnTo>
                  <a:lnTo>
                    <a:pt x="71833" y="94400"/>
                  </a:lnTo>
                  <a:lnTo>
                    <a:pt x="71000" y="94309"/>
                  </a:lnTo>
                  <a:lnTo>
                    <a:pt x="69723" y="92325"/>
                  </a:lnTo>
                  <a:lnTo>
                    <a:pt x="69690" y="91532"/>
                  </a:lnTo>
                  <a:lnTo>
                    <a:pt x="70342" y="91207"/>
                  </a:lnTo>
                  <a:lnTo>
                    <a:pt x="70384" y="90692"/>
                  </a:lnTo>
                  <a:lnTo>
                    <a:pt x="71263" y="90354"/>
                  </a:lnTo>
                  <a:lnTo>
                    <a:pt x="71714" y="90904"/>
                  </a:lnTo>
                  <a:lnTo>
                    <a:pt x="71994" y="90419"/>
                  </a:lnTo>
                  <a:lnTo>
                    <a:pt x="72877" y="90038"/>
                  </a:lnTo>
                  <a:lnTo>
                    <a:pt x="73297" y="89573"/>
                  </a:lnTo>
                  <a:lnTo>
                    <a:pt x="73771" y="89676"/>
                  </a:lnTo>
                  <a:lnTo>
                    <a:pt x="74045" y="89308"/>
                  </a:lnTo>
                  <a:lnTo>
                    <a:pt x="74973" y="89536"/>
                  </a:lnTo>
                  <a:lnTo>
                    <a:pt x="76129" y="89194"/>
                  </a:lnTo>
                  <a:lnTo>
                    <a:pt x="76993" y="88081"/>
                  </a:lnTo>
                  <a:lnTo>
                    <a:pt x="76685" y="87548"/>
                  </a:lnTo>
                  <a:lnTo>
                    <a:pt x="77321" y="86833"/>
                  </a:lnTo>
                  <a:lnTo>
                    <a:pt x="77230" y="85977"/>
                  </a:lnTo>
                  <a:lnTo>
                    <a:pt x="77476" y="84989"/>
                  </a:lnTo>
                  <a:lnTo>
                    <a:pt x="77348" y="84793"/>
                  </a:lnTo>
                  <a:lnTo>
                    <a:pt x="76922" y="84857"/>
                  </a:lnTo>
                  <a:lnTo>
                    <a:pt x="77449" y="83964"/>
                  </a:lnTo>
                  <a:lnTo>
                    <a:pt x="77159" y="83532"/>
                  </a:lnTo>
                  <a:lnTo>
                    <a:pt x="77685" y="83393"/>
                  </a:lnTo>
                  <a:lnTo>
                    <a:pt x="77784" y="83822"/>
                  </a:lnTo>
                  <a:lnTo>
                    <a:pt x="78145" y="83687"/>
                  </a:lnTo>
                  <a:lnTo>
                    <a:pt x="78775" y="81242"/>
                  </a:lnTo>
                  <a:lnTo>
                    <a:pt x="79406" y="80967"/>
                  </a:lnTo>
                  <a:lnTo>
                    <a:pt x="79874" y="80443"/>
                  </a:lnTo>
                  <a:lnTo>
                    <a:pt x="80606" y="78999"/>
                  </a:lnTo>
                  <a:lnTo>
                    <a:pt x="81433" y="78582"/>
                  </a:lnTo>
                  <a:lnTo>
                    <a:pt x="81547" y="77402"/>
                  </a:lnTo>
                  <a:lnTo>
                    <a:pt x="82033" y="77602"/>
                  </a:lnTo>
                  <a:lnTo>
                    <a:pt x="82289" y="76698"/>
                  </a:lnTo>
                  <a:lnTo>
                    <a:pt x="82888" y="76930"/>
                  </a:lnTo>
                  <a:lnTo>
                    <a:pt x="83814" y="76461"/>
                  </a:lnTo>
                  <a:lnTo>
                    <a:pt x="83510" y="75479"/>
                  </a:lnTo>
                  <a:lnTo>
                    <a:pt x="83961" y="74561"/>
                  </a:lnTo>
                  <a:lnTo>
                    <a:pt x="83483" y="74097"/>
                  </a:lnTo>
                  <a:lnTo>
                    <a:pt x="83956" y="73232"/>
                  </a:lnTo>
                  <a:lnTo>
                    <a:pt x="84766" y="72734"/>
                  </a:lnTo>
                  <a:lnTo>
                    <a:pt x="85389" y="71615"/>
                  </a:lnTo>
                  <a:lnTo>
                    <a:pt x="85490" y="70252"/>
                  </a:lnTo>
                  <a:lnTo>
                    <a:pt x="85844" y="69524"/>
                  </a:lnTo>
                  <a:lnTo>
                    <a:pt x="88675" y="68965"/>
                  </a:lnTo>
                  <a:lnTo>
                    <a:pt x="89650" y="69168"/>
                  </a:lnTo>
                  <a:lnTo>
                    <a:pt x="90287" y="67718"/>
                  </a:lnTo>
                  <a:lnTo>
                    <a:pt x="91059" y="67538"/>
                  </a:lnTo>
                  <a:lnTo>
                    <a:pt x="91505" y="67042"/>
                  </a:lnTo>
                  <a:lnTo>
                    <a:pt x="92264" y="67066"/>
                  </a:lnTo>
                  <a:lnTo>
                    <a:pt x="93420" y="66319"/>
                  </a:lnTo>
                  <a:lnTo>
                    <a:pt x="93799" y="66430"/>
                  </a:lnTo>
                  <a:lnTo>
                    <a:pt x="94281" y="65522"/>
                  </a:lnTo>
                  <a:lnTo>
                    <a:pt x="94931" y="64888"/>
                  </a:lnTo>
                  <a:lnTo>
                    <a:pt x="94834" y="64390"/>
                  </a:lnTo>
                  <a:lnTo>
                    <a:pt x="95243" y="63749"/>
                  </a:lnTo>
                  <a:lnTo>
                    <a:pt x="95056" y="61868"/>
                  </a:lnTo>
                  <a:lnTo>
                    <a:pt x="94492" y="61381"/>
                  </a:lnTo>
                  <a:lnTo>
                    <a:pt x="93930" y="61256"/>
                  </a:lnTo>
                  <a:lnTo>
                    <a:pt x="93664" y="60364"/>
                  </a:lnTo>
                  <a:lnTo>
                    <a:pt x="93786" y="59778"/>
                  </a:lnTo>
                  <a:lnTo>
                    <a:pt x="93583" y="58550"/>
                  </a:lnTo>
                  <a:lnTo>
                    <a:pt x="94623" y="56756"/>
                  </a:lnTo>
                  <a:lnTo>
                    <a:pt x="94542" y="56309"/>
                  </a:lnTo>
                  <a:lnTo>
                    <a:pt x="94130" y="55855"/>
                  </a:lnTo>
                  <a:lnTo>
                    <a:pt x="95422" y="54919"/>
                  </a:lnTo>
                  <a:lnTo>
                    <a:pt x="95469" y="53952"/>
                  </a:lnTo>
                  <a:lnTo>
                    <a:pt x="96387" y="52991"/>
                  </a:lnTo>
                  <a:lnTo>
                    <a:pt x="96409" y="51566"/>
                  </a:lnTo>
                  <a:lnTo>
                    <a:pt x="96198" y="51141"/>
                  </a:lnTo>
                  <a:lnTo>
                    <a:pt x="96423" y="50100"/>
                  </a:lnTo>
                  <a:lnTo>
                    <a:pt x="96150" y="48759"/>
                  </a:lnTo>
                  <a:lnTo>
                    <a:pt x="96742" y="47925"/>
                  </a:lnTo>
                  <a:lnTo>
                    <a:pt x="96728" y="47230"/>
                  </a:lnTo>
                  <a:lnTo>
                    <a:pt x="96441" y="47145"/>
                  </a:lnTo>
                  <a:lnTo>
                    <a:pt x="96503" y="46458"/>
                  </a:lnTo>
                  <a:lnTo>
                    <a:pt x="96865" y="45099"/>
                  </a:lnTo>
                  <a:lnTo>
                    <a:pt x="97315" y="44316"/>
                  </a:lnTo>
                  <a:lnTo>
                    <a:pt x="97193" y="43607"/>
                  </a:lnTo>
                  <a:lnTo>
                    <a:pt x="97361" y="43315"/>
                  </a:lnTo>
                  <a:lnTo>
                    <a:pt x="96971" y="42828"/>
                  </a:lnTo>
                  <a:lnTo>
                    <a:pt x="97140" y="41619"/>
                  </a:lnTo>
                  <a:lnTo>
                    <a:pt x="97044" y="41225"/>
                  </a:lnTo>
                  <a:lnTo>
                    <a:pt x="96562" y="40807"/>
                  </a:lnTo>
                  <a:lnTo>
                    <a:pt x="96607" y="39997"/>
                  </a:lnTo>
                  <a:lnTo>
                    <a:pt x="96403" y="39844"/>
                  </a:lnTo>
                  <a:lnTo>
                    <a:pt x="96990" y="39220"/>
                  </a:lnTo>
                  <a:lnTo>
                    <a:pt x="96786" y="38909"/>
                  </a:lnTo>
                  <a:lnTo>
                    <a:pt x="97536" y="37995"/>
                  </a:lnTo>
                  <a:lnTo>
                    <a:pt x="97903" y="37095"/>
                  </a:lnTo>
                  <a:lnTo>
                    <a:pt x="97669" y="36435"/>
                  </a:lnTo>
                  <a:lnTo>
                    <a:pt x="97710" y="35066"/>
                  </a:lnTo>
                  <a:lnTo>
                    <a:pt x="97103" y="34293"/>
                  </a:lnTo>
                  <a:lnTo>
                    <a:pt x="97355" y="33717"/>
                  </a:lnTo>
                  <a:lnTo>
                    <a:pt x="97019" y="33228"/>
                  </a:lnTo>
                  <a:lnTo>
                    <a:pt x="97105" y="32270"/>
                  </a:lnTo>
                  <a:lnTo>
                    <a:pt x="96597" y="31957"/>
                  </a:lnTo>
                  <a:lnTo>
                    <a:pt x="96991" y="31681"/>
                  </a:lnTo>
                  <a:lnTo>
                    <a:pt x="96738" y="31136"/>
                  </a:lnTo>
                  <a:lnTo>
                    <a:pt x="96976" y="30770"/>
                  </a:lnTo>
                  <a:lnTo>
                    <a:pt x="96750" y="30485"/>
                  </a:lnTo>
                  <a:lnTo>
                    <a:pt x="96881" y="29855"/>
                  </a:lnTo>
                  <a:lnTo>
                    <a:pt x="96711" y="29025"/>
                  </a:lnTo>
                  <a:lnTo>
                    <a:pt x="97637" y="28049"/>
                  </a:lnTo>
                  <a:lnTo>
                    <a:pt x="97959" y="26656"/>
                  </a:lnTo>
                  <a:lnTo>
                    <a:pt x="98246" y="26474"/>
                  </a:lnTo>
                  <a:lnTo>
                    <a:pt x="98668" y="25457"/>
                  </a:lnTo>
                  <a:lnTo>
                    <a:pt x="99090" y="25636"/>
                  </a:lnTo>
                  <a:lnTo>
                    <a:pt x="99440" y="25333"/>
                  </a:lnTo>
                  <a:lnTo>
                    <a:pt x="101093" y="25044"/>
                  </a:lnTo>
                  <a:lnTo>
                    <a:pt x="101795" y="24025"/>
                  </a:lnTo>
                  <a:lnTo>
                    <a:pt x="101744" y="23726"/>
                  </a:lnTo>
                  <a:lnTo>
                    <a:pt x="102166" y="23494"/>
                  </a:lnTo>
                  <a:lnTo>
                    <a:pt x="102184" y="23152"/>
                  </a:lnTo>
                  <a:lnTo>
                    <a:pt x="102768" y="23080"/>
                  </a:lnTo>
                  <a:lnTo>
                    <a:pt x="103015" y="22497"/>
                  </a:lnTo>
                  <a:lnTo>
                    <a:pt x="103697" y="22372"/>
                  </a:lnTo>
                  <a:lnTo>
                    <a:pt x="106094" y="20312"/>
                  </a:lnTo>
                  <a:lnTo>
                    <a:pt x="107663" y="19562"/>
                  </a:lnTo>
                  <a:lnTo>
                    <a:pt x="108379" y="18759"/>
                  </a:lnTo>
                  <a:lnTo>
                    <a:pt x="109161" y="18451"/>
                  </a:lnTo>
                  <a:lnTo>
                    <a:pt x="111135" y="16504"/>
                  </a:lnTo>
                  <a:lnTo>
                    <a:pt x="112546" y="15657"/>
                  </a:lnTo>
                  <a:lnTo>
                    <a:pt x="113035" y="14012"/>
                  </a:lnTo>
                  <a:lnTo>
                    <a:pt x="113623" y="13060"/>
                  </a:lnTo>
                  <a:lnTo>
                    <a:pt x="114958" y="11918"/>
                  </a:lnTo>
                  <a:lnTo>
                    <a:pt x="116093" y="9877"/>
                  </a:lnTo>
                  <a:lnTo>
                    <a:pt x="116183" y="8503"/>
                  </a:lnTo>
                  <a:lnTo>
                    <a:pt x="115760" y="3198"/>
                  </a:lnTo>
                  <a:lnTo>
                    <a:pt x="116050" y="1528"/>
                  </a:lnTo>
                  <a:lnTo>
                    <a:pt x="118596" y="672"/>
                  </a:lnTo>
                  <a:lnTo>
                    <a:pt x="119895" y="0"/>
                  </a:lnTo>
                  <a:lnTo>
                    <a:pt x="120797" y="11"/>
                  </a:lnTo>
                  <a:lnTo>
                    <a:pt x="123542" y="3123"/>
                  </a:lnTo>
                  <a:lnTo>
                    <a:pt x="125434" y="4399"/>
                  </a:lnTo>
                  <a:lnTo>
                    <a:pt x="128248" y="3980"/>
                  </a:lnTo>
                  <a:lnTo>
                    <a:pt x="132433" y="1798"/>
                  </a:lnTo>
                  <a:lnTo>
                    <a:pt x="134696" y="1941"/>
                  </a:lnTo>
                  <a:lnTo>
                    <a:pt x="139508" y="4684"/>
                  </a:lnTo>
                  <a:lnTo>
                    <a:pt x="146374" y="4496"/>
                  </a:lnTo>
                  <a:lnTo>
                    <a:pt x="154499" y="9237"/>
                  </a:lnTo>
                  <a:lnTo>
                    <a:pt x="155382" y="10235"/>
                  </a:lnTo>
                  <a:lnTo>
                    <a:pt x="161674" y="16654"/>
                  </a:lnTo>
                  <a:lnTo>
                    <a:pt x="168343" y="22071"/>
                  </a:lnTo>
                  <a:lnTo>
                    <a:pt x="174934" y="24227"/>
                  </a:lnTo>
                  <a:lnTo>
                    <a:pt x="179731" y="28729"/>
                  </a:lnTo>
                  <a:lnTo>
                    <a:pt x="180629" y="29606"/>
                  </a:lnTo>
                  <a:lnTo>
                    <a:pt x="184516" y="35640"/>
                  </a:lnTo>
                  <a:lnTo>
                    <a:pt x="187716" y="37861"/>
                  </a:lnTo>
                  <a:lnTo>
                    <a:pt x="189672" y="38717"/>
                  </a:lnTo>
                  <a:lnTo>
                    <a:pt x="190520" y="39354"/>
                  </a:lnTo>
                  <a:lnTo>
                    <a:pt x="191303" y="41077"/>
                  </a:lnTo>
                  <a:lnTo>
                    <a:pt x="192126" y="41879"/>
                  </a:lnTo>
                  <a:lnTo>
                    <a:pt x="193506" y="42609"/>
                  </a:lnTo>
                  <a:lnTo>
                    <a:pt x="194690" y="44365"/>
                  </a:lnTo>
                  <a:lnTo>
                    <a:pt x="195611" y="44941"/>
                  </a:lnTo>
                  <a:lnTo>
                    <a:pt x="196957" y="47074"/>
                  </a:lnTo>
                  <a:lnTo>
                    <a:pt x="200617" y="49936"/>
                  </a:lnTo>
                  <a:lnTo>
                    <a:pt x="201092" y="50973"/>
                  </a:lnTo>
                  <a:lnTo>
                    <a:pt x="201870" y="54046"/>
                  </a:lnTo>
                  <a:lnTo>
                    <a:pt x="201829" y="55898"/>
                  </a:lnTo>
                  <a:lnTo>
                    <a:pt x="204862" y="56769"/>
                  </a:lnTo>
                  <a:lnTo>
                    <a:pt x="206977" y="58068"/>
                  </a:lnTo>
                  <a:lnTo>
                    <a:pt x="207573" y="58837"/>
                  </a:lnTo>
                  <a:lnTo>
                    <a:pt x="207622" y="59558"/>
                  </a:lnTo>
                  <a:lnTo>
                    <a:pt x="207605" y="61864"/>
                  </a:lnTo>
                  <a:lnTo>
                    <a:pt x="208506" y="64185"/>
                  </a:lnTo>
                  <a:lnTo>
                    <a:pt x="209149" y="64777"/>
                  </a:lnTo>
                  <a:lnTo>
                    <a:pt x="210406" y="65370"/>
                  </a:lnTo>
                  <a:lnTo>
                    <a:pt x="214334" y="68681"/>
                  </a:lnTo>
                  <a:lnTo>
                    <a:pt x="215191" y="69092"/>
                  </a:lnTo>
                  <a:lnTo>
                    <a:pt x="215297" y="69843"/>
                  </a:lnTo>
                  <a:lnTo>
                    <a:pt x="215971" y="70765"/>
                  </a:lnTo>
                  <a:lnTo>
                    <a:pt x="217149" y="71949"/>
                  </a:lnTo>
                  <a:lnTo>
                    <a:pt x="218045" y="72256"/>
                  </a:lnTo>
                  <a:lnTo>
                    <a:pt x="219252" y="73390"/>
                  </a:lnTo>
                  <a:lnTo>
                    <a:pt x="219866" y="75035"/>
                  </a:lnTo>
                  <a:lnTo>
                    <a:pt x="219765" y="75719"/>
                  </a:lnTo>
                  <a:lnTo>
                    <a:pt x="221240" y="77659"/>
                  </a:lnTo>
                  <a:lnTo>
                    <a:pt x="222494" y="78736"/>
                  </a:lnTo>
                  <a:lnTo>
                    <a:pt x="222910" y="78240"/>
                  </a:lnTo>
                  <a:lnTo>
                    <a:pt x="223402" y="78706"/>
                  </a:lnTo>
                  <a:lnTo>
                    <a:pt x="223509" y="79626"/>
                  </a:lnTo>
                  <a:lnTo>
                    <a:pt x="224865" y="80033"/>
                  </a:lnTo>
                  <a:lnTo>
                    <a:pt x="225086" y="80518"/>
                  </a:lnTo>
                  <a:lnTo>
                    <a:pt x="226514" y="78866"/>
                  </a:lnTo>
                  <a:lnTo>
                    <a:pt x="230092" y="79761"/>
                  </a:lnTo>
                  <a:lnTo>
                    <a:pt x="232774" y="81167"/>
                  </a:lnTo>
                  <a:lnTo>
                    <a:pt x="233470" y="81056"/>
                  </a:lnTo>
                  <a:lnTo>
                    <a:pt x="234712" y="81273"/>
                  </a:lnTo>
                  <a:lnTo>
                    <a:pt x="235502" y="80987"/>
                  </a:lnTo>
                  <a:lnTo>
                    <a:pt x="236549" y="81512"/>
                  </a:lnTo>
                  <a:lnTo>
                    <a:pt x="237462" y="83089"/>
                  </a:lnTo>
                  <a:lnTo>
                    <a:pt x="238055" y="85229"/>
                  </a:lnTo>
                  <a:lnTo>
                    <a:pt x="238479" y="85858"/>
                  </a:lnTo>
                  <a:lnTo>
                    <a:pt x="238338" y="86201"/>
                  </a:lnTo>
                  <a:lnTo>
                    <a:pt x="238815" y="86935"/>
                  </a:lnTo>
                  <a:lnTo>
                    <a:pt x="238947" y="87799"/>
                  </a:lnTo>
                  <a:lnTo>
                    <a:pt x="238576" y="89197"/>
                  </a:lnTo>
                  <a:lnTo>
                    <a:pt x="238757" y="89842"/>
                  </a:lnTo>
                  <a:lnTo>
                    <a:pt x="238537" y="90033"/>
                  </a:lnTo>
                  <a:lnTo>
                    <a:pt x="238556" y="90306"/>
                  </a:lnTo>
                  <a:lnTo>
                    <a:pt x="238918" y="90488"/>
                  </a:lnTo>
                  <a:lnTo>
                    <a:pt x="238553" y="90700"/>
                  </a:lnTo>
                  <a:lnTo>
                    <a:pt x="238885" y="91107"/>
                  </a:lnTo>
                  <a:lnTo>
                    <a:pt x="238854" y="91470"/>
                  </a:lnTo>
                  <a:lnTo>
                    <a:pt x="239975" y="91559"/>
                  </a:lnTo>
                  <a:lnTo>
                    <a:pt x="240363" y="91991"/>
                  </a:lnTo>
                  <a:lnTo>
                    <a:pt x="240962" y="92056"/>
                  </a:lnTo>
                  <a:lnTo>
                    <a:pt x="241157" y="92386"/>
                  </a:lnTo>
                  <a:lnTo>
                    <a:pt x="241623" y="92285"/>
                  </a:lnTo>
                  <a:lnTo>
                    <a:pt x="242185" y="92617"/>
                  </a:lnTo>
                  <a:lnTo>
                    <a:pt x="242446" y="92223"/>
                  </a:lnTo>
                  <a:lnTo>
                    <a:pt x="243155" y="92732"/>
                  </a:lnTo>
                  <a:lnTo>
                    <a:pt x="243948" y="92629"/>
                  </a:lnTo>
                  <a:lnTo>
                    <a:pt x="244539" y="92967"/>
                  </a:lnTo>
                  <a:lnTo>
                    <a:pt x="245081" y="92715"/>
                  </a:lnTo>
                  <a:lnTo>
                    <a:pt x="245727" y="93226"/>
                  </a:lnTo>
                  <a:lnTo>
                    <a:pt x="246470" y="93003"/>
                  </a:lnTo>
                  <a:lnTo>
                    <a:pt x="247727" y="93174"/>
                  </a:lnTo>
                  <a:lnTo>
                    <a:pt x="248276" y="93564"/>
                  </a:lnTo>
                  <a:lnTo>
                    <a:pt x="248598" y="93458"/>
                  </a:lnTo>
                  <a:lnTo>
                    <a:pt x="249371" y="93754"/>
                  </a:lnTo>
                  <a:lnTo>
                    <a:pt x="249465" y="93514"/>
                  </a:lnTo>
                  <a:lnTo>
                    <a:pt x="249801" y="93491"/>
                  </a:lnTo>
                  <a:lnTo>
                    <a:pt x="250068" y="93902"/>
                  </a:lnTo>
                  <a:lnTo>
                    <a:pt x="250127" y="93680"/>
                  </a:lnTo>
                  <a:lnTo>
                    <a:pt x="250674" y="93817"/>
                  </a:lnTo>
                  <a:lnTo>
                    <a:pt x="250885" y="94149"/>
                  </a:lnTo>
                  <a:lnTo>
                    <a:pt x="251864" y="93672"/>
                  </a:lnTo>
                  <a:lnTo>
                    <a:pt x="252287" y="93937"/>
                  </a:lnTo>
                  <a:lnTo>
                    <a:pt x="252919" y="93814"/>
                  </a:lnTo>
                  <a:lnTo>
                    <a:pt x="252991" y="94043"/>
                  </a:lnTo>
                  <a:lnTo>
                    <a:pt x="253338" y="93826"/>
                  </a:lnTo>
                  <a:lnTo>
                    <a:pt x="253984" y="93314"/>
                  </a:lnTo>
                  <a:lnTo>
                    <a:pt x="254288" y="93391"/>
                  </a:lnTo>
                  <a:lnTo>
                    <a:pt x="257524" y="95772"/>
                  </a:lnTo>
                  <a:lnTo>
                    <a:pt x="258044" y="96032"/>
                  </a:lnTo>
                  <a:lnTo>
                    <a:pt x="259799" y="95994"/>
                  </a:lnTo>
                  <a:lnTo>
                    <a:pt x="260344" y="96222"/>
                  </a:lnTo>
                  <a:lnTo>
                    <a:pt x="260638" y="96632"/>
                  </a:lnTo>
                  <a:lnTo>
                    <a:pt x="260935" y="96690"/>
                  </a:lnTo>
                  <a:lnTo>
                    <a:pt x="262510" y="98725"/>
                  </a:lnTo>
                  <a:lnTo>
                    <a:pt x="263078" y="98778"/>
                  </a:lnTo>
                  <a:lnTo>
                    <a:pt x="263931" y="98497"/>
                  </a:lnTo>
                  <a:lnTo>
                    <a:pt x="264206" y="98757"/>
                  </a:lnTo>
                  <a:lnTo>
                    <a:pt x="264951" y="98542"/>
                  </a:lnTo>
                  <a:lnTo>
                    <a:pt x="265707" y="98646"/>
                  </a:lnTo>
                  <a:lnTo>
                    <a:pt x="267191" y="97715"/>
                  </a:lnTo>
                  <a:lnTo>
                    <a:pt x="267547" y="97114"/>
                  </a:lnTo>
                  <a:lnTo>
                    <a:pt x="268655" y="96938"/>
                  </a:lnTo>
                  <a:lnTo>
                    <a:pt x="271123" y="97296"/>
                  </a:lnTo>
                  <a:lnTo>
                    <a:pt x="271913" y="97847"/>
                  </a:lnTo>
                  <a:lnTo>
                    <a:pt x="272438" y="97831"/>
                  </a:lnTo>
                  <a:lnTo>
                    <a:pt x="272895" y="98247"/>
                  </a:lnTo>
                  <a:lnTo>
                    <a:pt x="273611" y="98394"/>
                  </a:lnTo>
                  <a:lnTo>
                    <a:pt x="274440" y="98144"/>
                  </a:lnTo>
                  <a:lnTo>
                    <a:pt x="276118" y="98196"/>
                  </a:lnTo>
                  <a:lnTo>
                    <a:pt x="277012" y="98638"/>
                  </a:lnTo>
                  <a:lnTo>
                    <a:pt x="277671" y="98037"/>
                  </a:lnTo>
                  <a:lnTo>
                    <a:pt x="278236" y="98476"/>
                  </a:lnTo>
                  <a:lnTo>
                    <a:pt x="279211" y="98594"/>
                  </a:lnTo>
                  <a:lnTo>
                    <a:pt x="279866" y="99025"/>
                  </a:lnTo>
                  <a:lnTo>
                    <a:pt x="280866" y="98991"/>
                  </a:lnTo>
                  <a:lnTo>
                    <a:pt x="281925" y="99587"/>
                  </a:lnTo>
                  <a:lnTo>
                    <a:pt x="282548" y="99301"/>
                  </a:lnTo>
                  <a:lnTo>
                    <a:pt x="284307" y="99712"/>
                  </a:lnTo>
                  <a:lnTo>
                    <a:pt x="284621" y="100019"/>
                  </a:lnTo>
                  <a:lnTo>
                    <a:pt x="285595" y="99828"/>
                  </a:lnTo>
                  <a:lnTo>
                    <a:pt x="286456" y="100443"/>
                  </a:lnTo>
                  <a:lnTo>
                    <a:pt x="287119" y="100540"/>
                  </a:lnTo>
                  <a:lnTo>
                    <a:pt x="287418" y="100291"/>
                  </a:lnTo>
                  <a:lnTo>
                    <a:pt x="287983" y="100664"/>
                  </a:lnTo>
                  <a:lnTo>
                    <a:pt x="288844" y="100382"/>
                  </a:lnTo>
                  <a:lnTo>
                    <a:pt x="290914" y="102545"/>
                  </a:lnTo>
                  <a:lnTo>
                    <a:pt x="291046" y="104343"/>
                  </a:lnTo>
                  <a:lnTo>
                    <a:pt x="292049" y="104018"/>
                  </a:lnTo>
                  <a:lnTo>
                    <a:pt x="292602" y="103567"/>
                  </a:lnTo>
                  <a:lnTo>
                    <a:pt x="293821" y="104173"/>
                  </a:lnTo>
                  <a:lnTo>
                    <a:pt x="295792" y="106317"/>
                  </a:lnTo>
                  <a:lnTo>
                    <a:pt x="294143" y="107940"/>
                  </a:lnTo>
                  <a:lnTo>
                    <a:pt x="294691" y="110335"/>
                  </a:lnTo>
                  <a:lnTo>
                    <a:pt x="296335" y="113694"/>
                  </a:lnTo>
                  <a:lnTo>
                    <a:pt x="296338" y="114256"/>
                  </a:lnTo>
                  <a:lnTo>
                    <a:pt x="296889" y="114540"/>
                  </a:lnTo>
                  <a:lnTo>
                    <a:pt x="297571" y="113534"/>
                  </a:lnTo>
                  <a:lnTo>
                    <a:pt x="299582" y="116425"/>
                  </a:lnTo>
                  <a:lnTo>
                    <a:pt x="298918" y="118612"/>
                  </a:lnTo>
                  <a:lnTo>
                    <a:pt x="297714" y="118986"/>
                  </a:lnTo>
                  <a:lnTo>
                    <a:pt x="296856" y="119923"/>
                  </a:lnTo>
                  <a:lnTo>
                    <a:pt x="296026" y="121319"/>
                  </a:lnTo>
                  <a:lnTo>
                    <a:pt x="298462" y="122270"/>
                  </a:lnTo>
                  <a:lnTo>
                    <a:pt x="298894" y="122043"/>
                  </a:lnTo>
                  <a:lnTo>
                    <a:pt x="300884" y="119498"/>
                  </a:lnTo>
                  <a:lnTo>
                    <a:pt x="301365" y="117520"/>
                  </a:lnTo>
                  <a:lnTo>
                    <a:pt x="301923" y="117459"/>
                  </a:lnTo>
                  <a:lnTo>
                    <a:pt x="302618" y="119679"/>
                  </a:lnTo>
                  <a:lnTo>
                    <a:pt x="303650" y="119574"/>
                  </a:lnTo>
                  <a:lnTo>
                    <a:pt x="304674" y="119850"/>
                  </a:lnTo>
                  <a:lnTo>
                    <a:pt x="305000" y="123233"/>
                  </a:lnTo>
                  <a:lnTo>
                    <a:pt x="302979" y="125603"/>
                  </a:lnTo>
                  <a:lnTo>
                    <a:pt x="302657" y="126102"/>
                  </a:lnTo>
                  <a:lnTo>
                    <a:pt x="302628" y="126781"/>
                  </a:lnTo>
                  <a:lnTo>
                    <a:pt x="303133" y="127337"/>
                  </a:lnTo>
                  <a:lnTo>
                    <a:pt x="304305" y="128033"/>
                  </a:lnTo>
                  <a:lnTo>
                    <a:pt x="306031" y="128708"/>
                  </a:lnTo>
                  <a:lnTo>
                    <a:pt x="305925" y="128969"/>
                  </a:lnTo>
                  <a:lnTo>
                    <a:pt x="307783" y="129369"/>
                  </a:lnTo>
                  <a:lnTo>
                    <a:pt x="309132" y="130059"/>
                  </a:lnTo>
                  <a:lnTo>
                    <a:pt x="312347" y="131151"/>
                  </a:lnTo>
                  <a:lnTo>
                    <a:pt x="312260" y="132976"/>
                  </a:lnTo>
                  <a:lnTo>
                    <a:pt x="312623" y="134351"/>
                  </a:lnTo>
                  <a:lnTo>
                    <a:pt x="313964" y="134934"/>
                  </a:lnTo>
                  <a:lnTo>
                    <a:pt x="314312" y="136205"/>
                  </a:lnTo>
                  <a:lnTo>
                    <a:pt x="315869" y="137008"/>
                  </a:lnTo>
                  <a:lnTo>
                    <a:pt x="315767" y="137908"/>
                  </a:lnTo>
                  <a:lnTo>
                    <a:pt x="315081" y="138156"/>
                  </a:lnTo>
                  <a:lnTo>
                    <a:pt x="312725" y="137841"/>
                  </a:lnTo>
                  <a:lnTo>
                    <a:pt x="313065" y="139387"/>
                  </a:lnTo>
                  <a:lnTo>
                    <a:pt x="311676" y="139487"/>
                  </a:lnTo>
                  <a:lnTo>
                    <a:pt x="311571" y="140204"/>
                  </a:lnTo>
                  <a:lnTo>
                    <a:pt x="314697" y="141260"/>
                  </a:lnTo>
                  <a:lnTo>
                    <a:pt x="316592" y="142722"/>
                  </a:lnTo>
                  <a:lnTo>
                    <a:pt x="317204" y="143988"/>
                  </a:lnTo>
                  <a:lnTo>
                    <a:pt x="318556" y="144468"/>
                  </a:lnTo>
                  <a:lnTo>
                    <a:pt x="319373" y="145523"/>
                  </a:lnTo>
                  <a:lnTo>
                    <a:pt x="321021" y="145978"/>
                  </a:lnTo>
                  <a:lnTo>
                    <a:pt x="320798" y="146388"/>
                  </a:lnTo>
                  <a:lnTo>
                    <a:pt x="320779" y="147406"/>
                  </a:lnTo>
                  <a:lnTo>
                    <a:pt x="322133" y="149023"/>
                  </a:lnTo>
                  <a:lnTo>
                    <a:pt x="321763" y="150295"/>
                  </a:lnTo>
                  <a:lnTo>
                    <a:pt x="322359" y="149832"/>
                  </a:lnTo>
                  <a:lnTo>
                    <a:pt x="323266" y="149620"/>
                  </a:lnTo>
                  <a:lnTo>
                    <a:pt x="324139" y="150107"/>
                  </a:lnTo>
                  <a:lnTo>
                    <a:pt x="324842" y="149534"/>
                  </a:lnTo>
                  <a:lnTo>
                    <a:pt x="325495" y="150088"/>
                  </a:lnTo>
                  <a:lnTo>
                    <a:pt x="326663" y="150293"/>
                  </a:lnTo>
                  <a:lnTo>
                    <a:pt x="326734" y="151636"/>
                  </a:lnTo>
                  <a:lnTo>
                    <a:pt x="327546" y="151351"/>
                  </a:lnTo>
                  <a:lnTo>
                    <a:pt x="328734" y="150069"/>
                  </a:lnTo>
                  <a:lnTo>
                    <a:pt x="330599" y="149854"/>
                  </a:lnTo>
                  <a:lnTo>
                    <a:pt x="331426" y="149396"/>
                  </a:lnTo>
                  <a:lnTo>
                    <a:pt x="332460" y="149741"/>
                  </a:lnTo>
                  <a:lnTo>
                    <a:pt x="334037" y="150795"/>
                  </a:lnTo>
                  <a:lnTo>
                    <a:pt x="335579" y="151228"/>
                  </a:lnTo>
                  <a:lnTo>
                    <a:pt x="336042" y="151692"/>
                  </a:lnTo>
                  <a:lnTo>
                    <a:pt x="336303" y="152447"/>
                  </a:lnTo>
                  <a:lnTo>
                    <a:pt x="337285" y="152456"/>
                  </a:lnTo>
                  <a:lnTo>
                    <a:pt x="338256" y="153085"/>
                  </a:lnTo>
                  <a:lnTo>
                    <a:pt x="340420" y="153123"/>
                  </a:lnTo>
                  <a:lnTo>
                    <a:pt x="341330" y="152242"/>
                  </a:lnTo>
                  <a:lnTo>
                    <a:pt x="342564" y="152059"/>
                  </a:lnTo>
                  <a:lnTo>
                    <a:pt x="344602" y="152368"/>
                  </a:lnTo>
                  <a:lnTo>
                    <a:pt x="345703" y="153475"/>
                  </a:lnTo>
                  <a:lnTo>
                    <a:pt x="348020" y="155006"/>
                  </a:lnTo>
                  <a:lnTo>
                    <a:pt x="348437" y="155072"/>
                  </a:lnTo>
                  <a:lnTo>
                    <a:pt x="348543" y="155514"/>
                  </a:lnTo>
                  <a:lnTo>
                    <a:pt x="349088" y="155865"/>
                  </a:lnTo>
                  <a:lnTo>
                    <a:pt x="348829" y="156096"/>
                  </a:lnTo>
                  <a:lnTo>
                    <a:pt x="348716" y="157645"/>
                  </a:lnTo>
                  <a:lnTo>
                    <a:pt x="348211" y="157815"/>
                  </a:lnTo>
                  <a:lnTo>
                    <a:pt x="348313" y="158217"/>
                  </a:lnTo>
                  <a:lnTo>
                    <a:pt x="347555" y="158683"/>
                  </a:lnTo>
                  <a:lnTo>
                    <a:pt x="347736" y="159086"/>
                  </a:lnTo>
                  <a:lnTo>
                    <a:pt x="348056" y="159180"/>
                  </a:lnTo>
                  <a:lnTo>
                    <a:pt x="347958" y="159435"/>
                  </a:lnTo>
                  <a:lnTo>
                    <a:pt x="348235" y="159709"/>
                  </a:lnTo>
                  <a:lnTo>
                    <a:pt x="347985" y="159891"/>
                  </a:lnTo>
                  <a:lnTo>
                    <a:pt x="348253" y="160340"/>
                  </a:lnTo>
                  <a:lnTo>
                    <a:pt x="348198" y="160713"/>
                  </a:lnTo>
                  <a:lnTo>
                    <a:pt x="348456" y="160924"/>
                  </a:lnTo>
                  <a:lnTo>
                    <a:pt x="348381" y="161515"/>
                  </a:lnTo>
                  <a:lnTo>
                    <a:pt x="348899" y="161926"/>
                  </a:lnTo>
                  <a:lnTo>
                    <a:pt x="348750" y="162488"/>
                  </a:lnTo>
                  <a:lnTo>
                    <a:pt x="348423" y="162662"/>
                  </a:lnTo>
                  <a:lnTo>
                    <a:pt x="348282" y="163404"/>
                  </a:lnTo>
                  <a:lnTo>
                    <a:pt x="347877" y="163492"/>
                  </a:lnTo>
                  <a:lnTo>
                    <a:pt x="348030" y="164411"/>
                  </a:lnTo>
                  <a:lnTo>
                    <a:pt x="347546" y="164879"/>
                  </a:lnTo>
                  <a:lnTo>
                    <a:pt x="347978" y="165394"/>
                  </a:lnTo>
                  <a:lnTo>
                    <a:pt x="348336" y="167153"/>
                  </a:lnTo>
                  <a:lnTo>
                    <a:pt x="348612" y="167204"/>
                  </a:lnTo>
                  <a:lnTo>
                    <a:pt x="348945" y="167861"/>
                  </a:lnTo>
                  <a:lnTo>
                    <a:pt x="349179" y="167872"/>
                  </a:lnTo>
                  <a:lnTo>
                    <a:pt x="349426" y="168653"/>
                  </a:lnTo>
                  <a:lnTo>
                    <a:pt x="349006" y="169305"/>
                  </a:lnTo>
                  <a:lnTo>
                    <a:pt x="349199" y="170729"/>
                  </a:lnTo>
                  <a:lnTo>
                    <a:pt x="348212" y="172218"/>
                  </a:lnTo>
                  <a:lnTo>
                    <a:pt x="347298" y="173083"/>
                  </a:lnTo>
                  <a:lnTo>
                    <a:pt x="347528" y="173782"/>
                  </a:lnTo>
                  <a:lnTo>
                    <a:pt x="347036" y="174197"/>
                  </a:lnTo>
                  <a:lnTo>
                    <a:pt x="347030" y="175514"/>
                  </a:lnTo>
                  <a:lnTo>
                    <a:pt x="346534" y="176508"/>
                  </a:lnTo>
                  <a:lnTo>
                    <a:pt x="347478" y="177685"/>
                  </a:lnTo>
                  <a:lnTo>
                    <a:pt x="347615" y="178729"/>
                  </a:lnTo>
                  <a:lnTo>
                    <a:pt x="347165" y="179193"/>
                  </a:lnTo>
                  <a:lnTo>
                    <a:pt x="346888" y="180799"/>
                  </a:lnTo>
                  <a:lnTo>
                    <a:pt x="345347" y="182466"/>
                  </a:lnTo>
                  <a:lnTo>
                    <a:pt x="344615" y="182963"/>
                  </a:lnTo>
                  <a:lnTo>
                    <a:pt x="344251" y="183926"/>
                  </a:lnTo>
                  <a:lnTo>
                    <a:pt x="343690" y="184275"/>
                  </a:lnTo>
                  <a:lnTo>
                    <a:pt x="343859" y="184487"/>
                  </a:lnTo>
                  <a:lnTo>
                    <a:pt x="343526" y="185022"/>
                  </a:lnTo>
                  <a:lnTo>
                    <a:pt x="343758" y="185233"/>
                  </a:lnTo>
                  <a:lnTo>
                    <a:pt x="343797" y="185766"/>
                  </a:lnTo>
                  <a:lnTo>
                    <a:pt x="343404" y="185749"/>
                  </a:lnTo>
                  <a:lnTo>
                    <a:pt x="343067" y="186345"/>
                  </a:lnTo>
                  <a:lnTo>
                    <a:pt x="343462" y="186727"/>
                  </a:lnTo>
                  <a:lnTo>
                    <a:pt x="342491" y="188330"/>
                  </a:lnTo>
                  <a:lnTo>
                    <a:pt x="341880" y="188769"/>
                  </a:lnTo>
                  <a:lnTo>
                    <a:pt x="340818" y="188679"/>
                  </a:lnTo>
                  <a:lnTo>
                    <a:pt x="340160" y="188941"/>
                  </a:lnTo>
                  <a:lnTo>
                    <a:pt x="339188" y="188167"/>
                  </a:lnTo>
                  <a:lnTo>
                    <a:pt x="338671" y="188433"/>
                  </a:lnTo>
                  <a:lnTo>
                    <a:pt x="338071" y="188051"/>
                  </a:lnTo>
                  <a:lnTo>
                    <a:pt x="337063" y="187963"/>
                  </a:lnTo>
                  <a:lnTo>
                    <a:pt x="336518" y="187403"/>
                  </a:lnTo>
                  <a:lnTo>
                    <a:pt x="335991" y="187350"/>
                  </a:lnTo>
                  <a:lnTo>
                    <a:pt x="334916" y="186580"/>
                  </a:lnTo>
                  <a:lnTo>
                    <a:pt x="334621" y="186744"/>
                  </a:lnTo>
                  <a:lnTo>
                    <a:pt x="333514" y="185905"/>
                  </a:lnTo>
                  <a:lnTo>
                    <a:pt x="332546" y="185864"/>
                  </a:lnTo>
                  <a:lnTo>
                    <a:pt x="331945" y="186314"/>
                  </a:lnTo>
                  <a:lnTo>
                    <a:pt x="330639" y="185683"/>
                  </a:lnTo>
                  <a:lnTo>
                    <a:pt x="330428" y="185899"/>
                  </a:lnTo>
                  <a:lnTo>
                    <a:pt x="329882" y="185805"/>
                  </a:lnTo>
                  <a:lnTo>
                    <a:pt x="329749" y="186010"/>
                  </a:lnTo>
                  <a:lnTo>
                    <a:pt x="329253" y="185568"/>
                  </a:lnTo>
                  <a:lnTo>
                    <a:pt x="328885" y="185561"/>
                  </a:lnTo>
                  <a:lnTo>
                    <a:pt x="327667" y="185792"/>
                  </a:lnTo>
                  <a:lnTo>
                    <a:pt x="327023" y="185640"/>
                  </a:lnTo>
                  <a:lnTo>
                    <a:pt x="326837" y="185866"/>
                  </a:lnTo>
                  <a:lnTo>
                    <a:pt x="325897" y="185636"/>
                  </a:lnTo>
                  <a:lnTo>
                    <a:pt x="325386" y="186352"/>
                  </a:lnTo>
                  <a:lnTo>
                    <a:pt x="324914" y="186398"/>
                  </a:lnTo>
                  <a:lnTo>
                    <a:pt x="324450" y="186118"/>
                  </a:lnTo>
                  <a:lnTo>
                    <a:pt x="323761" y="186460"/>
                  </a:lnTo>
                  <a:lnTo>
                    <a:pt x="323271" y="186180"/>
                  </a:lnTo>
                  <a:lnTo>
                    <a:pt x="322845" y="186580"/>
                  </a:lnTo>
                  <a:lnTo>
                    <a:pt x="322107" y="186172"/>
                  </a:lnTo>
                  <a:lnTo>
                    <a:pt x="321090" y="186453"/>
                  </a:lnTo>
                  <a:lnTo>
                    <a:pt x="320937" y="186232"/>
                  </a:lnTo>
                  <a:lnTo>
                    <a:pt x="320718" y="186415"/>
                  </a:lnTo>
                  <a:lnTo>
                    <a:pt x="320472" y="186259"/>
                  </a:lnTo>
                  <a:lnTo>
                    <a:pt x="319569" y="187046"/>
                  </a:lnTo>
                  <a:lnTo>
                    <a:pt x="317781" y="187746"/>
                  </a:lnTo>
                  <a:lnTo>
                    <a:pt x="317110" y="188600"/>
                  </a:lnTo>
                  <a:lnTo>
                    <a:pt x="316408" y="188899"/>
                  </a:lnTo>
                  <a:lnTo>
                    <a:pt x="315058" y="189066"/>
                  </a:lnTo>
                  <a:lnTo>
                    <a:pt x="314196" y="188871"/>
                  </a:lnTo>
                  <a:lnTo>
                    <a:pt x="314061" y="189242"/>
                  </a:lnTo>
                  <a:lnTo>
                    <a:pt x="313076" y="189688"/>
                  </a:lnTo>
                  <a:lnTo>
                    <a:pt x="312597" y="189307"/>
                  </a:lnTo>
                  <a:lnTo>
                    <a:pt x="311612" y="189037"/>
                  </a:lnTo>
                  <a:lnTo>
                    <a:pt x="312002" y="190272"/>
                  </a:lnTo>
                  <a:lnTo>
                    <a:pt x="312072" y="192082"/>
                  </a:lnTo>
                  <a:lnTo>
                    <a:pt x="311487" y="194003"/>
                  </a:lnTo>
                  <a:lnTo>
                    <a:pt x="311818" y="196116"/>
                  </a:lnTo>
                  <a:lnTo>
                    <a:pt x="311725" y="197007"/>
                  </a:lnTo>
                  <a:lnTo>
                    <a:pt x="310760" y="199150"/>
                  </a:lnTo>
                  <a:lnTo>
                    <a:pt x="310860" y="199479"/>
                  </a:lnTo>
                  <a:lnTo>
                    <a:pt x="310311" y="200323"/>
                  </a:lnTo>
                  <a:lnTo>
                    <a:pt x="308753" y="201595"/>
                  </a:lnTo>
                  <a:lnTo>
                    <a:pt x="307428" y="201961"/>
                  </a:lnTo>
                  <a:lnTo>
                    <a:pt x="304154" y="204052"/>
                  </a:lnTo>
                  <a:lnTo>
                    <a:pt x="303438" y="204953"/>
                  </a:lnTo>
                  <a:lnTo>
                    <a:pt x="303211" y="205949"/>
                  </a:lnTo>
                  <a:lnTo>
                    <a:pt x="301578" y="208190"/>
                  </a:lnTo>
                  <a:lnTo>
                    <a:pt x="298568" y="210118"/>
                  </a:lnTo>
                  <a:lnTo>
                    <a:pt x="297450" y="209820"/>
                  </a:lnTo>
                  <a:lnTo>
                    <a:pt x="298061" y="210300"/>
                  </a:lnTo>
                  <a:lnTo>
                    <a:pt x="298321" y="210834"/>
                  </a:lnTo>
                  <a:lnTo>
                    <a:pt x="300761" y="212178"/>
                  </a:lnTo>
                  <a:lnTo>
                    <a:pt x="301740" y="212222"/>
                  </a:lnTo>
                  <a:lnTo>
                    <a:pt x="302790" y="213427"/>
                  </a:lnTo>
                  <a:lnTo>
                    <a:pt x="304641" y="213567"/>
                  </a:lnTo>
                  <a:lnTo>
                    <a:pt x="305591" y="214127"/>
                  </a:lnTo>
                  <a:lnTo>
                    <a:pt x="306257" y="215100"/>
                  </a:lnTo>
                  <a:lnTo>
                    <a:pt x="307991" y="218883"/>
                  </a:lnTo>
                  <a:lnTo>
                    <a:pt x="311018" y="221283"/>
                  </a:lnTo>
                  <a:lnTo>
                    <a:pt x="310644" y="223910"/>
                  </a:lnTo>
                  <a:lnTo>
                    <a:pt x="314242" y="225373"/>
                  </a:lnTo>
                  <a:lnTo>
                    <a:pt x="314693" y="225895"/>
                  </a:lnTo>
                  <a:lnTo>
                    <a:pt x="315630" y="226387"/>
                  </a:lnTo>
                  <a:lnTo>
                    <a:pt x="317956" y="226646"/>
                  </a:lnTo>
                  <a:lnTo>
                    <a:pt x="318265" y="226968"/>
                  </a:lnTo>
                  <a:lnTo>
                    <a:pt x="318167" y="229995"/>
                  </a:lnTo>
                  <a:lnTo>
                    <a:pt x="316732" y="231084"/>
                  </a:lnTo>
                  <a:lnTo>
                    <a:pt x="317484" y="230999"/>
                  </a:lnTo>
                  <a:lnTo>
                    <a:pt x="318577" y="230370"/>
                  </a:lnTo>
                  <a:lnTo>
                    <a:pt x="319906" y="229050"/>
                  </a:lnTo>
                  <a:lnTo>
                    <a:pt x="320725" y="228698"/>
                  </a:lnTo>
                  <a:lnTo>
                    <a:pt x="323320" y="228143"/>
                  </a:lnTo>
                  <a:lnTo>
                    <a:pt x="326717" y="228653"/>
                  </a:lnTo>
                  <a:lnTo>
                    <a:pt x="327404" y="228371"/>
                  </a:lnTo>
                  <a:lnTo>
                    <a:pt x="328292" y="227492"/>
                  </a:lnTo>
                  <a:lnTo>
                    <a:pt x="329511" y="227303"/>
                  </a:lnTo>
                  <a:lnTo>
                    <a:pt x="330158" y="226667"/>
                  </a:lnTo>
                  <a:lnTo>
                    <a:pt x="331174" y="226465"/>
                  </a:lnTo>
                  <a:lnTo>
                    <a:pt x="331545" y="226876"/>
                  </a:lnTo>
                  <a:lnTo>
                    <a:pt x="331785" y="226795"/>
                  </a:lnTo>
                  <a:lnTo>
                    <a:pt x="332020" y="227123"/>
                  </a:lnTo>
                  <a:lnTo>
                    <a:pt x="332453" y="227226"/>
                  </a:lnTo>
                  <a:lnTo>
                    <a:pt x="333517" y="227322"/>
                  </a:lnTo>
                  <a:lnTo>
                    <a:pt x="334482" y="227038"/>
                  </a:lnTo>
                  <a:lnTo>
                    <a:pt x="335291" y="227917"/>
                  </a:lnTo>
                  <a:lnTo>
                    <a:pt x="335731" y="227982"/>
                  </a:lnTo>
                  <a:lnTo>
                    <a:pt x="336086" y="228519"/>
                  </a:lnTo>
                  <a:lnTo>
                    <a:pt x="337188" y="228986"/>
                  </a:lnTo>
                  <a:lnTo>
                    <a:pt x="337336" y="229916"/>
                  </a:lnTo>
                  <a:lnTo>
                    <a:pt x="336538" y="230436"/>
                  </a:lnTo>
                  <a:lnTo>
                    <a:pt x="335964" y="231564"/>
                  </a:lnTo>
                  <a:lnTo>
                    <a:pt x="336025" y="232172"/>
                  </a:lnTo>
                  <a:lnTo>
                    <a:pt x="334695" y="234267"/>
                  </a:lnTo>
                  <a:lnTo>
                    <a:pt x="334417" y="235143"/>
                  </a:lnTo>
                  <a:lnTo>
                    <a:pt x="334633" y="235955"/>
                  </a:lnTo>
                  <a:lnTo>
                    <a:pt x="335242" y="236334"/>
                  </a:lnTo>
                  <a:lnTo>
                    <a:pt x="335442" y="236984"/>
                  </a:lnTo>
                  <a:lnTo>
                    <a:pt x="334896" y="238611"/>
                  </a:lnTo>
                  <a:lnTo>
                    <a:pt x="334780" y="239784"/>
                  </a:lnTo>
                  <a:lnTo>
                    <a:pt x="334353" y="240334"/>
                  </a:lnTo>
                  <a:lnTo>
                    <a:pt x="334273" y="241222"/>
                  </a:lnTo>
                  <a:lnTo>
                    <a:pt x="334717" y="242207"/>
                  </a:lnTo>
                  <a:lnTo>
                    <a:pt x="334560" y="242515"/>
                  </a:lnTo>
                  <a:lnTo>
                    <a:pt x="333126" y="243168"/>
                  </a:lnTo>
                  <a:lnTo>
                    <a:pt x="331283" y="243746"/>
                  </a:lnTo>
                  <a:lnTo>
                    <a:pt x="329710" y="244861"/>
                  </a:lnTo>
                  <a:lnTo>
                    <a:pt x="330087" y="245917"/>
                  </a:lnTo>
                  <a:lnTo>
                    <a:pt x="331231" y="246269"/>
                  </a:lnTo>
                  <a:lnTo>
                    <a:pt x="331612" y="246716"/>
                  </a:lnTo>
                  <a:lnTo>
                    <a:pt x="331814" y="247797"/>
                  </a:lnTo>
                  <a:lnTo>
                    <a:pt x="331665" y="248945"/>
                  </a:lnTo>
                  <a:lnTo>
                    <a:pt x="332412" y="249655"/>
                  </a:lnTo>
                  <a:lnTo>
                    <a:pt x="332686" y="250276"/>
                  </a:lnTo>
                  <a:lnTo>
                    <a:pt x="332316" y="250883"/>
                  </a:lnTo>
                  <a:lnTo>
                    <a:pt x="331708" y="251152"/>
                  </a:lnTo>
                  <a:lnTo>
                    <a:pt x="331132" y="252095"/>
                  </a:lnTo>
                  <a:lnTo>
                    <a:pt x="332388" y="252578"/>
                  </a:lnTo>
                  <a:lnTo>
                    <a:pt x="332927" y="253031"/>
                  </a:lnTo>
                  <a:lnTo>
                    <a:pt x="335696" y="253905"/>
                  </a:lnTo>
                  <a:lnTo>
                    <a:pt x="336631" y="254824"/>
                  </a:lnTo>
                  <a:lnTo>
                    <a:pt x="338319" y="255127"/>
                  </a:lnTo>
                  <a:lnTo>
                    <a:pt x="341049" y="257355"/>
                  </a:lnTo>
                  <a:lnTo>
                    <a:pt x="340294" y="260228"/>
                  </a:lnTo>
                  <a:lnTo>
                    <a:pt x="341444" y="260684"/>
                  </a:lnTo>
                  <a:lnTo>
                    <a:pt x="341720" y="260972"/>
                  </a:lnTo>
                  <a:lnTo>
                    <a:pt x="341764" y="261514"/>
                  </a:lnTo>
                  <a:lnTo>
                    <a:pt x="342727" y="262130"/>
                  </a:lnTo>
                  <a:lnTo>
                    <a:pt x="343957" y="265838"/>
                  </a:lnTo>
                  <a:lnTo>
                    <a:pt x="344782" y="265314"/>
                  </a:lnTo>
                  <a:lnTo>
                    <a:pt x="345059" y="265713"/>
                  </a:lnTo>
                  <a:lnTo>
                    <a:pt x="346711" y="264677"/>
                  </a:lnTo>
                  <a:lnTo>
                    <a:pt x="347949" y="264616"/>
                  </a:lnTo>
                  <a:lnTo>
                    <a:pt x="348656" y="263975"/>
                  </a:lnTo>
                  <a:lnTo>
                    <a:pt x="349019" y="264041"/>
                  </a:lnTo>
                  <a:lnTo>
                    <a:pt x="349273" y="263721"/>
                  </a:lnTo>
                  <a:lnTo>
                    <a:pt x="349083" y="263426"/>
                  </a:lnTo>
                  <a:lnTo>
                    <a:pt x="349571" y="262898"/>
                  </a:lnTo>
                  <a:lnTo>
                    <a:pt x="350374" y="262278"/>
                  </a:lnTo>
                  <a:lnTo>
                    <a:pt x="351085" y="262056"/>
                  </a:lnTo>
                  <a:lnTo>
                    <a:pt x="352159" y="261804"/>
                  </a:lnTo>
                  <a:lnTo>
                    <a:pt x="354447" y="261864"/>
                  </a:lnTo>
                  <a:lnTo>
                    <a:pt x="356323" y="262524"/>
                  </a:lnTo>
                  <a:lnTo>
                    <a:pt x="357947" y="262633"/>
                  </a:lnTo>
                  <a:lnTo>
                    <a:pt x="359462" y="261177"/>
                  </a:lnTo>
                  <a:lnTo>
                    <a:pt x="360171" y="262264"/>
                  </a:lnTo>
                  <a:lnTo>
                    <a:pt x="359946" y="265089"/>
                  </a:lnTo>
                  <a:lnTo>
                    <a:pt x="359780" y="265532"/>
                  </a:lnTo>
                  <a:lnTo>
                    <a:pt x="359241" y="265414"/>
                  </a:lnTo>
                  <a:lnTo>
                    <a:pt x="357377" y="268069"/>
                  </a:lnTo>
                  <a:lnTo>
                    <a:pt x="357053" y="268774"/>
                  </a:lnTo>
                  <a:lnTo>
                    <a:pt x="356787" y="270564"/>
                  </a:lnTo>
                  <a:lnTo>
                    <a:pt x="356574" y="270589"/>
                  </a:lnTo>
                  <a:lnTo>
                    <a:pt x="356914" y="270879"/>
                  </a:lnTo>
                  <a:lnTo>
                    <a:pt x="356630" y="273045"/>
                  </a:lnTo>
                  <a:lnTo>
                    <a:pt x="357036" y="275943"/>
                  </a:lnTo>
                  <a:lnTo>
                    <a:pt x="356827" y="278529"/>
                  </a:lnTo>
                  <a:lnTo>
                    <a:pt x="357502" y="280444"/>
                  </a:lnTo>
                  <a:lnTo>
                    <a:pt x="357868" y="279959"/>
                  </a:lnTo>
                  <a:lnTo>
                    <a:pt x="358544" y="280037"/>
                  </a:lnTo>
                  <a:lnTo>
                    <a:pt x="359871" y="279434"/>
                  </a:lnTo>
                  <a:lnTo>
                    <a:pt x="360518" y="277792"/>
                  </a:lnTo>
                  <a:lnTo>
                    <a:pt x="360939" y="277496"/>
                  </a:lnTo>
                  <a:lnTo>
                    <a:pt x="361008" y="276333"/>
                  </a:lnTo>
                  <a:lnTo>
                    <a:pt x="361617" y="275573"/>
                  </a:lnTo>
                  <a:lnTo>
                    <a:pt x="361563" y="274955"/>
                  </a:lnTo>
                  <a:lnTo>
                    <a:pt x="361787" y="274955"/>
                  </a:lnTo>
                  <a:lnTo>
                    <a:pt x="361795" y="274753"/>
                  </a:lnTo>
                  <a:lnTo>
                    <a:pt x="361476" y="274436"/>
                  </a:lnTo>
                  <a:lnTo>
                    <a:pt x="362019" y="273623"/>
                  </a:lnTo>
                  <a:lnTo>
                    <a:pt x="361766" y="273231"/>
                  </a:lnTo>
                  <a:lnTo>
                    <a:pt x="362131" y="273168"/>
                  </a:lnTo>
                  <a:lnTo>
                    <a:pt x="362437" y="272671"/>
                  </a:lnTo>
                  <a:lnTo>
                    <a:pt x="362992" y="272422"/>
                  </a:lnTo>
                  <a:lnTo>
                    <a:pt x="363603" y="272696"/>
                  </a:lnTo>
                  <a:lnTo>
                    <a:pt x="364076" y="272355"/>
                  </a:lnTo>
                  <a:lnTo>
                    <a:pt x="365460" y="272651"/>
                  </a:lnTo>
                  <a:lnTo>
                    <a:pt x="367039" y="272416"/>
                  </a:lnTo>
                  <a:lnTo>
                    <a:pt x="369350" y="272857"/>
                  </a:lnTo>
                  <a:lnTo>
                    <a:pt x="371740" y="272823"/>
                  </a:lnTo>
                  <a:lnTo>
                    <a:pt x="373039" y="273125"/>
                  </a:lnTo>
                  <a:lnTo>
                    <a:pt x="377734" y="271936"/>
                  </a:lnTo>
                  <a:lnTo>
                    <a:pt x="379669" y="272876"/>
                  </a:lnTo>
                  <a:lnTo>
                    <a:pt x="384369" y="273191"/>
                  </a:lnTo>
                  <a:lnTo>
                    <a:pt x="386151" y="273658"/>
                  </a:lnTo>
                  <a:lnTo>
                    <a:pt x="386905" y="273413"/>
                  </a:lnTo>
                  <a:lnTo>
                    <a:pt x="386903" y="272668"/>
                  </a:lnTo>
                  <a:lnTo>
                    <a:pt x="389165" y="272232"/>
                  </a:lnTo>
                  <a:lnTo>
                    <a:pt x="389148" y="272846"/>
                  </a:lnTo>
                  <a:lnTo>
                    <a:pt x="389607" y="272933"/>
                  </a:lnTo>
                  <a:lnTo>
                    <a:pt x="389779" y="273259"/>
                  </a:lnTo>
                  <a:lnTo>
                    <a:pt x="389801" y="273851"/>
                  </a:lnTo>
                  <a:lnTo>
                    <a:pt x="390193" y="274446"/>
                  </a:lnTo>
                  <a:lnTo>
                    <a:pt x="390436" y="275490"/>
                  </a:lnTo>
                  <a:lnTo>
                    <a:pt x="390089" y="276271"/>
                  </a:lnTo>
                  <a:lnTo>
                    <a:pt x="390176" y="276945"/>
                  </a:lnTo>
                  <a:lnTo>
                    <a:pt x="387956" y="281483"/>
                  </a:lnTo>
                  <a:lnTo>
                    <a:pt x="387989" y="282890"/>
                  </a:lnTo>
                  <a:lnTo>
                    <a:pt x="387693" y="284318"/>
                  </a:lnTo>
                  <a:lnTo>
                    <a:pt x="394257" y="286779"/>
                  </a:lnTo>
                  <a:lnTo>
                    <a:pt x="395778" y="287796"/>
                  </a:lnTo>
                  <a:lnTo>
                    <a:pt x="398424" y="288450"/>
                  </a:lnTo>
                  <a:lnTo>
                    <a:pt x="399087" y="288591"/>
                  </a:lnTo>
                  <a:lnTo>
                    <a:pt x="401359" y="288331"/>
                  </a:lnTo>
                  <a:lnTo>
                    <a:pt x="403898" y="288597"/>
                  </a:lnTo>
                  <a:lnTo>
                    <a:pt x="406520" y="288374"/>
                  </a:lnTo>
                  <a:lnTo>
                    <a:pt x="409187" y="288978"/>
                  </a:lnTo>
                  <a:lnTo>
                    <a:pt x="410948" y="287127"/>
                  </a:lnTo>
                  <a:lnTo>
                    <a:pt x="412584" y="286681"/>
                  </a:lnTo>
                  <a:lnTo>
                    <a:pt x="412224" y="285639"/>
                  </a:lnTo>
                  <a:lnTo>
                    <a:pt x="412748" y="285356"/>
                  </a:lnTo>
                  <a:lnTo>
                    <a:pt x="412965" y="284374"/>
                  </a:lnTo>
                  <a:lnTo>
                    <a:pt x="412848" y="283674"/>
                  </a:lnTo>
                  <a:lnTo>
                    <a:pt x="413346" y="283679"/>
                  </a:lnTo>
                  <a:lnTo>
                    <a:pt x="413478" y="282912"/>
                  </a:lnTo>
                  <a:lnTo>
                    <a:pt x="414066" y="282658"/>
                  </a:lnTo>
                  <a:lnTo>
                    <a:pt x="414412" y="283040"/>
                  </a:lnTo>
                  <a:lnTo>
                    <a:pt x="415509" y="283165"/>
                  </a:lnTo>
                  <a:lnTo>
                    <a:pt x="416439" y="282863"/>
                  </a:lnTo>
                  <a:lnTo>
                    <a:pt x="417382" y="282856"/>
                  </a:lnTo>
                  <a:lnTo>
                    <a:pt x="417246" y="282478"/>
                  </a:lnTo>
                  <a:lnTo>
                    <a:pt x="417523" y="282248"/>
                  </a:lnTo>
                  <a:lnTo>
                    <a:pt x="417704" y="282354"/>
                  </a:lnTo>
                  <a:lnTo>
                    <a:pt x="419074" y="281255"/>
                  </a:lnTo>
                  <a:lnTo>
                    <a:pt x="419222" y="280766"/>
                  </a:lnTo>
                  <a:lnTo>
                    <a:pt x="419332" y="280954"/>
                  </a:lnTo>
                  <a:lnTo>
                    <a:pt x="420087" y="280538"/>
                  </a:lnTo>
                  <a:lnTo>
                    <a:pt x="420545" y="279949"/>
                  </a:lnTo>
                  <a:lnTo>
                    <a:pt x="421728" y="279312"/>
                  </a:lnTo>
                  <a:lnTo>
                    <a:pt x="421931" y="278658"/>
                  </a:lnTo>
                  <a:lnTo>
                    <a:pt x="421815" y="278290"/>
                  </a:lnTo>
                  <a:lnTo>
                    <a:pt x="422142" y="278302"/>
                  </a:lnTo>
                  <a:lnTo>
                    <a:pt x="422323" y="278041"/>
                  </a:lnTo>
                  <a:lnTo>
                    <a:pt x="422168" y="277557"/>
                  </a:lnTo>
                  <a:lnTo>
                    <a:pt x="422445" y="276180"/>
                  </a:lnTo>
                  <a:lnTo>
                    <a:pt x="422960" y="275826"/>
                  </a:lnTo>
                  <a:lnTo>
                    <a:pt x="423249" y="276001"/>
                  </a:lnTo>
                  <a:lnTo>
                    <a:pt x="423254" y="275775"/>
                  </a:lnTo>
                  <a:lnTo>
                    <a:pt x="424078" y="275184"/>
                  </a:lnTo>
                  <a:lnTo>
                    <a:pt x="424247" y="275331"/>
                  </a:lnTo>
                  <a:lnTo>
                    <a:pt x="424072" y="275479"/>
                  </a:lnTo>
                  <a:lnTo>
                    <a:pt x="424896" y="275758"/>
                  </a:lnTo>
                  <a:lnTo>
                    <a:pt x="425184" y="275494"/>
                  </a:lnTo>
                  <a:lnTo>
                    <a:pt x="425943" y="275550"/>
                  </a:lnTo>
                  <a:lnTo>
                    <a:pt x="426327" y="275941"/>
                  </a:lnTo>
                  <a:lnTo>
                    <a:pt x="426894" y="275545"/>
                  </a:lnTo>
                  <a:lnTo>
                    <a:pt x="427366" y="275896"/>
                  </a:lnTo>
                  <a:lnTo>
                    <a:pt x="427226" y="276248"/>
                  </a:lnTo>
                  <a:lnTo>
                    <a:pt x="427967" y="276247"/>
                  </a:lnTo>
                  <a:lnTo>
                    <a:pt x="427986" y="276470"/>
                  </a:lnTo>
                  <a:lnTo>
                    <a:pt x="428792" y="276740"/>
                  </a:lnTo>
                  <a:lnTo>
                    <a:pt x="428732" y="277065"/>
                  </a:lnTo>
                  <a:lnTo>
                    <a:pt x="430102" y="277994"/>
                  </a:lnTo>
                  <a:lnTo>
                    <a:pt x="430482" y="278715"/>
                  </a:lnTo>
                  <a:lnTo>
                    <a:pt x="431347" y="278340"/>
                  </a:lnTo>
                  <a:lnTo>
                    <a:pt x="431625" y="278508"/>
                  </a:lnTo>
                  <a:lnTo>
                    <a:pt x="431695" y="278333"/>
                  </a:lnTo>
                  <a:lnTo>
                    <a:pt x="431641" y="278716"/>
                  </a:lnTo>
                  <a:lnTo>
                    <a:pt x="431875" y="278821"/>
                  </a:lnTo>
                  <a:lnTo>
                    <a:pt x="431930" y="278662"/>
                  </a:lnTo>
                  <a:lnTo>
                    <a:pt x="432162" y="278933"/>
                  </a:lnTo>
                  <a:lnTo>
                    <a:pt x="431983" y="279041"/>
                  </a:lnTo>
                  <a:lnTo>
                    <a:pt x="432412" y="279298"/>
                  </a:lnTo>
                  <a:lnTo>
                    <a:pt x="432294" y="279495"/>
                  </a:lnTo>
                  <a:lnTo>
                    <a:pt x="433027" y="279696"/>
                  </a:lnTo>
                  <a:lnTo>
                    <a:pt x="433351" y="279518"/>
                  </a:lnTo>
                  <a:lnTo>
                    <a:pt x="433757" y="280088"/>
                  </a:lnTo>
                  <a:lnTo>
                    <a:pt x="434815" y="279973"/>
                  </a:lnTo>
                  <a:lnTo>
                    <a:pt x="435931" y="280596"/>
                  </a:lnTo>
                  <a:lnTo>
                    <a:pt x="436101" y="281237"/>
                  </a:lnTo>
                  <a:lnTo>
                    <a:pt x="436462" y="281430"/>
                  </a:lnTo>
                  <a:lnTo>
                    <a:pt x="437611" y="281035"/>
                  </a:lnTo>
                  <a:lnTo>
                    <a:pt x="437538" y="280405"/>
                  </a:lnTo>
                  <a:lnTo>
                    <a:pt x="438039" y="279780"/>
                  </a:lnTo>
                  <a:lnTo>
                    <a:pt x="438177" y="279960"/>
                  </a:lnTo>
                  <a:lnTo>
                    <a:pt x="438689" y="279824"/>
                  </a:lnTo>
                  <a:lnTo>
                    <a:pt x="438943" y="280103"/>
                  </a:lnTo>
                  <a:lnTo>
                    <a:pt x="440150" y="279959"/>
                  </a:lnTo>
                  <a:lnTo>
                    <a:pt x="440278" y="280169"/>
                  </a:lnTo>
                  <a:lnTo>
                    <a:pt x="440854" y="280090"/>
                  </a:lnTo>
                  <a:lnTo>
                    <a:pt x="441059" y="280291"/>
                  </a:lnTo>
                  <a:lnTo>
                    <a:pt x="441495" y="279963"/>
                  </a:lnTo>
                  <a:lnTo>
                    <a:pt x="441827" y="280042"/>
                  </a:lnTo>
                  <a:lnTo>
                    <a:pt x="442039" y="280494"/>
                  </a:lnTo>
                  <a:lnTo>
                    <a:pt x="442599" y="280263"/>
                  </a:lnTo>
                  <a:lnTo>
                    <a:pt x="442859" y="280463"/>
                  </a:lnTo>
                  <a:lnTo>
                    <a:pt x="443341" y="279949"/>
                  </a:lnTo>
                  <a:lnTo>
                    <a:pt x="444478" y="279359"/>
                  </a:lnTo>
                  <a:lnTo>
                    <a:pt x="445373" y="279584"/>
                  </a:lnTo>
                  <a:lnTo>
                    <a:pt x="446057" y="279451"/>
                  </a:lnTo>
                  <a:lnTo>
                    <a:pt x="445896" y="278773"/>
                  </a:lnTo>
                  <a:lnTo>
                    <a:pt x="446932" y="277875"/>
                  </a:lnTo>
                  <a:lnTo>
                    <a:pt x="447260" y="278008"/>
                  </a:lnTo>
                  <a:lnTo>
                    <a:pt x="447600" y="277672"/>
                  </a:lnTo>
                  <a:lnTo>
                    <a:pt x="448259" y="277664"/>
                  </a:lnTo>
                  <a:lnTo>
                    <a:pt x="448429" y="277942"/>
                  </a:lnTo>
                  <a:lnTo>
                    <a:pt x="449679" y="277906"/>
                  </a:lnTo>
                  <a:lnTo>
                    <a:pt x="450030" y="278566"/>
                  </a:lnTo>
                  <a:lnTo>
                    <a:pt x="450483" y="278712"/>
                  </a:lnTo>
                  <a:lnTo>
                    <a:pt x="451124" y="279680"/>
                  </a:lnTo>
                  <a:lnTo>
                    <a:pt x="450922" y="281371"/>
                  </a:lnTo>
                  <a:lnTo>
                    <a:pt x="451296" y="281439"/>
                  </a:lnTo>
                  <a:lnTo>
                    <a:pt x="451580" y="281818"/>
                  </a:lnTo>
                  <a:lnTo>
                    <a:pt x="452422" y="281444"/>
                  </a:lnTo>
                  <a:lnTo>
                    <a:pt x="453093" y="281803"/>
                  </a:lnTo>
                  <a:lnTo>
                    <a:pt x="453010" y="282632"/>
                  </a:lnTo>
                  <a:lnTo>
                    <a:pt x="453529" y="283497"/>
                  </a:lnTo>
                  <a:lnTo>
                    <a:pt x="456130" y="283560"/>
                  </a:lnTo>
                  <a:lnTo>
                    <a:pt x="457577" y="282545"/>
                  </a:lnTo>
                  <a:lnTo>
                    <a:pt x="458543" y="282950"/>
                  </a:lnTo>
                  <a:lnTo>
                    <a:pt x="458619" y="283795"/>
                  </a:lnTo>
                  <a:lnTo>
                    <a:pt x="459299" y="284659"/>
                  </a:lnTo>
                  <a:lnTo>
                    <a:pt x="458635" y="285157"/>
                  </a:lnTo>
                  <a:lnTo>
                    <a:pt x="458463" y="285571"/>
                  </a:lnTo>
                  <a:lnTo>
                    <a:pt x="458691" y="287317"/>
                  </a:lnTo>
                  <a:lnTo>
                    <a:pt x="459349" y="288357"/>
                  </a:lnTo>
                  <a:lnTo>
                    <a:pt x="460468" y="289888"/>
                  </a:lnTo>
                  <a:lnTo>
                    <a:pt x="462196" y="289529"/>
                  </a:lnTo>
                  <a:lnTo>
                    <a:pt x="462815" y="289658"/>
                  </a:lnTo>
                  <a:lnTo>
                    <a:pt x="463208" y="290445"/>
                  </a:lnTo>
                  <a:lnTo>
                    <a:pt x="463091" y="291184"/>
                  </a:lnTo>
                  <a:lnTo>
                    <a:pt x="463317" y="291948"/>
                  </a:lnTo>
                  <a:lnTo>
                    <a:pt x="463817" y="292112"/>
                  </a:lnTo>
                  <a:lnTo>
                    <a:pt x="463953" y="293318"/>
                  </a:lnTo>
                  <a:lnTo>
                    <a:pt x="464158" y="293553"/>
                  </a:lnTo>
                  <a:lnTo>
                    <a:pt x="464511" y="293516"/>
                  </a:lnTo>
                  <a:lnTo>
                    <a:pt x="464877" y="294214"/>
                  </a:lnTo>
                  <a:lnTo>
                    <a:pt x="464730" y="294479"/>
                  </a:lnTo>
                  <a:lnTo>
                    <a:pt x="465214" y="295015"/>
                  </a:lnTo>
                  <a:lnTo>
                    <a:pt x="464885" y="296187"/>
                  </a:lnTo>
                  <a:lnTo>
                    <a:pt x="462910" y="297430"/>
                  </a:lnTo>
                  <a:lnTo>
                    <a:pt x="462873" y="298284"/>
                  </a:lnTo>
                  <a:lnTo>
                    <a:pt x="463246" y="299201"/>
                  </a:lnTo>
                  <a:lnTo>
                    <a:pt x="463683" y="299601"/>
                  </a:lnTo>
                  <a:lnTo>
                    <a:pt x="463798" y="300812"/>
                  </a:lnTo>
                  <a:lnTo>
                    <a:pt x="463066" y="301287"/>
                  </a:lnTo>
                  <a:lnTo>
                    <a:pt x="462307" y="302460"/>
                  </a:lnTo>
                  <a:lnTo>
                    <a:pt x="463143" y="304629"/>
                  </a:lnTo>
                  <a:lnTo>
                    <a:pt x="464072" y="306147"/>
                  </a:lnTo>
                  <a:lnTo>
                    <a:pt x="463262" y="306873"/>
                  </a:lnTo>
                  <a:lnTo>
                    <a:pt x="461464" y="307059"/>
                  </a:lnTo>
                  <a:lnTo>
                    <a:pt x="460505" y="307842"/>
                  </a:lnTo>
                  <a:lnTo>
                    <a:pt x="459192" y="308453"/>
                  </a:lnTo>
                  <a:lnTo>
                    <a:pt x="458630" y="308550"/>
                  </a:lnTo>
                  <a:lnTo>
                    <a:pt x="456396" y="308099"/>
                  </a:lnTo>
                  <a:lnTo>
                    <a:pt x="455613" y="308153"/>
                  </a:lnTo>
                  <a:lnTo>
                    <a:pt x="454910" y="308513"/>
                  </a:lnTo>
                  <a:lnTo>
                    <a:pt x="456347" y="310591"/>
                  </a:lnTo>
                  <a:lnTo>
                    <a:pt x="458574" y="311672"/>
                  </a:lnTo>
                  <a:lnTo>
                    <a:pt x="459034" y="312357"/>
                  </a:lnTo>
                  <a:lnTo>
                    <a:pt x="458862" y="313431"/>
                  </a:lnTo>
                  <a:lnTo>
                    <a:pt x="457638" y="313487"/>
                  </a:lnTo>
                  <a:lnTo>
                    <a:pt x="457038" y="313224"/>
                  </a:lnTo>
                  <a:lnTo>
                    <a:pt x="456747" y="313830"/>
                  </a:lnTo>
                  <a:lnTo>
                    <a:pt x="458439" y="314364"/>
                  </a:lnTo>
                  <a:lnTo>
                    <a:pt x="457942" y="316525"/>
                  </a:lnTo>
                  <a:lnTo>
                    <a:pt x="456889" y="316493"/>
                  </a:lnTo>
                  <a:lnTo>
                    <a:pt x="456043" y="316008"/>
                  </a:lnTo>
                  <a:lnTo>
                    <a:pt x="456166" y="317088"/>
                  </a:lnTo>
                  <a:lnTo>
                    <a:pt x="456651" y="317410"/>
                  </a:lnTo>
                  <a:lnTo>
                    <a:pt x="455941" y="317440"/>
                  </a:lnTo>
                  <a:lnTo>
                    <a:pt x="454832" y="318002"/>
                  </a:lnTo>
                  <a:lnTo>
                    <a:pt x="455339" y="319222"/>
                  </a:lnTo>
                  <a:lnTo>
                    <a:pt x="456371" y="320383"/>
                  </a:lnTo>
                  <a:lnTo>
                    <a:pt x="454030" y="322327"/>
                  </a:lnTo>
                  <a:lnTo>
                    <a:pt x="453673" y="322103"/>
                  </a:lnTo>
                  <a:lnTo>
                    <a:pt x="452899" y="323358"/>
                  </a:lnTo>
                  <a:lnTo>
                    <a:pt x="452851" y="325671"/>
                  </a:lnTo>
                  <a:lnTo>
                    <a:pt x="453268" y="325903"/>
                  </a:lnTo>
                  <a:lnTo>
                    <a:pt x="453044" y="326497"/>
                  </a:lnTo>
                  <a:lnTo>
                    <a:pt x="453626" y="326739"/>
                  </a:lnTo>
                  <a:lnTo>
                    <a:pt x="454957" y="328544"/>
                  </a:lnTo>
                  <a:lnTo>
                    <a:pt x="455377" y="328636"/>
                  </a:lnTo>
                  <a:lnTo>
                    <a:pt x="454987" y="328799"/>
                  </a:lnTo>
                  <a:lnTo>
                    <a:pt x="453389" y="328608"/>
                  </a:lnTo>
                  <a:lnTo>
                    <a:pt x="452491" y="328742"/>
                  </a:lnTo>
                  <a:lnTo>
                    <a:pt x="452890" y="330258"/>
                  </a:lnTo>
                  <a:lnTo>
                    <a:pt x="453565" y="331317"/>
                  </a:lnTo>
                  <a:lnTo>
                    <a:pt x="453528" y="331898"/>
                  </a:lnTo>
                  <a:lnTo>
                    <a:pt x="453249" y="332103"/>
                  </a:lnTo>
                  <a:lnTo>
                    <a:pt x="453007" y="333016"/>
                  </a:lnTo>
                  <a:lnTo>
                    <a:pt x="455203" y="334782"/>
                  </a:lnTo>
                  <a:lnTo>
                    <a:pt x="455932" y="337210"/>
                  </a:lnTo>
                  <a:lnTo>
                    <a:pt x="457170" y="338864"/>
                  </a:lnTo>
                  <a:lnTo>
                    <a:pt x="457099" y="339497"/>
                  </a:lnTo>
                  <a:lnTo>
                    <a:pt x="456498" y="340510"/>
                  </a:lnTo>
                  <a:lnTo>
                    <a:pt x="456315" y="341741"/>
                  </a:lnTo>
                  <a:lnTo>
                    <a:pt x="455888" y="342185"/>
                  </a:lnTo>
                  <a:lnTo>
                    <a:pt x="457555" y="342325"/>
                  </a:lnTo>
                  <a:lnTo>
                    <a:pt x="458033" y="343150"/>
                  </a:lnTo>
                  <a:lnTo>
                    <a:pt x="458922" y="343547"/>
                  </a:lnTo>
                  <a:lnTo>
                    <a:pt x="460282" y="344614"/>
                  </a:lnTo>
                  <a:lnTo>
                    <a:pt x="459186" y="345928"/>
                  </a:lnTo>
                  <a:lnTo>
                    <a:pt x="458649" y="347065"/>
                  </a:lnTo>
                  <a:lnTo>
                    <a:pt x="458806" y="347954"/>
                  </a:lnTo>
                  <a:lnTo>
                    <a:pt x="459875" y="348463"/>
                  </a:lnTo>
                  <a:lnTo>
                    <a:pt x="458575" y="349907"/>
                  </a:lnTo>
                  <a:lnTo>
                    <a:pt x="456979" y="350081"/>
                  </a:lnTo>
                  <a:lnTo>
                    <a:pt x="456716" y="350368"/>
                  </a:lnTo>
                  <a:lnTo>
                    <a:pt x="456466" y="351157"/>
                  </a:lnTo>
                  <a:lnTo>
                    <a:pt x="456713" y="351617"/>
                  </a:lnTo>
                  <a:lnTo>
                    <a:pt x="455955" y="353014"/>
                  </a:lnTo>
                  <a:lnTo>
                    <a:pt x="455558" y="354496"/>
                  </a:lnTo>
                  <a:lnTo>
                    <a:pt x="455281" y="356569"/>
                  </a:lnTo>
                  <a:lnTo>
                    <a:pt x="455884" y="358193"/>
                  </a:lnTo>
                  <a:lnTo>
                    <a:pt x="456666" y="359248"/>
                  </a:lnTo>
                  <a:lnTo>
                    <a:pt x="457697" y="361469"/>
                  </a:lnTo>
                  <a:lnTo>
                    <a:pt x="458612" y="360337"/>
                  </a:lnTo>
                  <a:lnTo>
                    <a:pt x="460435" y="360130"/>
                  </a:lnTo>
                  <a:lnTo>
                    <a:pt x="461168" y="359817"/>
                  </a:lnTo>
                  <a:lnTo>
                    <a:pt x="462938" y="359929"/>
                  </a:lnTo>
                  <a:lnTo>
                    <a:pt x="464011" y="360408"/>
                  </a:lnTo>
                  <a:lnTo>
                    <a:pt x="466220" y="357706"/>
                  </a:lnTo>
                  <a:lnTo>
                    <a:pt x="466081" y="357494"/>
                  </a:lnTo>
                  <a:lnTo>
                    <a:pt x="466371" y="357229"/>
                  </a:lnTo>
                  <a:lnTo>
                    <a:pt x="466284" y="357016"/>
                  </a:lnTo>
                  <a:lnTo>
                    <a:pt x="467209" y="356846"/>
                  </a:lnTo>
                  <a:lnTo>
                    <a:pt x="467171" y="356565"/>
                  </a:lnTo>
                  <a:lnTo>
                    <a:pt x="467390" y="356651"/>
                  </a:lnTo>
                  <a:lnTo>
                    <a:pt x="467555" y="356376"/>
                  </a:lnTo>
                  <a:lnTo>
                    <a:pt x="467320" y="355798"/>
                  </a:lnTo>
                  <a:lnTo>
                    <a:pt x="467686" y="355776"/>
                  </a:lnTo>
                  <a:lnTo>
                    <a:pt x="467667" y="355624"/>
                  </a:lnTo>
                  <a:lnTo>
                    <a:pt x="467290" y="355365"/>
                  </a:lnTo>
                  <a:lnTo>
                    <a:pt x="467262" y="355104"/>
                  </a:lnTo>
                  <a:lnTo>
                    <a:pt x="467539" y="354920"/>
                  </a:lnTo>
                  <a:lnTo>
                    <a:pt x="467342" y="354835"/>
                  </a:lnTo>
                  <a:lnTo>
                    <a:pt x="467500" y="354495"/>
                  </a:lnTo>
                  <a:lnTo>
                    <a:pt x="467288" y="354398"/>
                  </a:lnTo>
                  <a:lnTo>
                    <a:pt x="467648" y="354010"/>
                  </a:lnTo>
                  <a:lnTo>
                    <a:pt x="467301" y="353819"/>
                  </a:lnTo>
                  <a:lnTo>
                    <a:pt x="467750" y="353582"/>
                  </a:lnTo>
                  <a:lnTo>
                    <a:pt x="467365" y="353450"/>
                  </a:lnTo>
                  <a:lnTo>
                    <a:pt x="467751" y="353197"/>
                  </a:lnTo>
                  <a:lnTo>
                    <a:pt x="467624" y="352891"/>
                  </a:lnTo>
                  <a:lnTo>
                    <a:pt x="467410" y="352995"/>
                  </a:lnTo>
                  <a:lnTo>
                    <a:pt x="467607" y="352226"/>
                  </a:lnTo>
                  <a:lnTo>
                    <a:pt x="467495" y="352014"/>
                  </a:lnTo>
                  <a:lnTo>
                    <a:pt x="467296" y="352141"/>
                  </a:lnTo>
                  <a:lnTo>
                    <a:pt x="467214" y="351623"/>
                  </a:lnTo>
                  <a:lnTo>
                    <a:pt x="467375" y="350988"/>
                  </a:lnTo>
                  <a:lnTo>
                    <a:pt x="467872" y="350849"/>
                  </a:lnTo>
                  <a:lnTo>
                    <a:pt x="467714" y="350271"/>
                  </a:lnTo>
                  <a:lnTo>
                    <a:pt x="468136" y="350134"/>
                  </a:lnTo>
                  <a:lnTo>
                    <a:pt x="468563" y="349091"/>
                  </a:lnTo>
                  <a:lnTo>
                    <a:pt x="470954" y="350824"/>
                  </a:lnTo>
                  <a:lnTo>
                    <a:pt x="470312" y="352802"/>
                  </a:lnTo>
                  <a:lnTo>
                    <a:pt x="470514" y="354324"/>
                  </a:lnTo>
                  <a:lnTo>
                    <a:pt x="470155" y="356964"/>
                  </a:lnTo>
                  <a:lnTo>
                    <a:pt x="471951" y="357605"/>
                  </a:lnTo>
                  <a:lnTo>
                    <a:pt x="470877" y="359680"/>
                  </a:lnTo>
                  <a:lnTo>
                    <a:pt x="470384" y="359940"/>
                  </a:lnTo>
                  <a:lnTo>
                    <a:pt x="469677" y="359934"/>
                  </a:lnTo>
                  <a:lnTo>
                    <a:pt x="468878" y="360679"/>
                  </a:lnTo>
                  <a:lnTo>
                    <a:pt x="469285" y="361150"/>
                  </a:lnTo>
                  <a:lnTo>
                    <a:pt x="469309" y="361861"/>
                  </a:lnTo>
                  <a:lnTo>
                    <a:pt x="468469" y="365907"/>
                  </a:lnTo>
                  <a:lnTo>
                    <a:pt x="470073" y="366423"/>
                  </a:lnTo>
                  <a:lnTo>
                    <a:pt x="472308" y="366374"/>
                  </a:lnTo>
                  <a:lnTo>
                    <a:pt x="473002" y="366835"/>
                  </a:lnTo>
                  <a:lnTo>
                    <a:pt x="473534" y="367594"/>
                  </a:lnTo>
                  <a:lnTo>
                    <a:pt x="473623" y="367379"/>
                  </a:lnTo>
                  <a:lnTo>
                    <a:pt x="474174" y="367236"/>
                  </a:lnTo>
                  <a:lnTo>
                    <a:pt x="475135" y="367359"/>
                  </a:lnTo>
                  <a:lnTo>
                    <a:pt x="475487" y="367547"/>
                  </a:lnTo>
                  <a:lnTo>
                    <a:pt x="475998" y="368979"/>
                  </a:lnTo>
                  <a:lnTo>
                    <a:pt x="475041" y="369491"/>
                  </a:lnTo>
                  <a:lnTo>
                    <a:pt x="473336" y="369773"/>
                  </a:lnTo>
                  <a:lnTo>
                    <a:pt x="470523" y="369021"/>
                  </a:lnTo>
                  <a:lnTo>
                    <a:pt x="469297" y="369311"/>
                  </a:lnTo>
                  <a:lnTo>
                    <a:pt x="467879" y="369889"/>
                  </a:lnTo>
                  <a:lnTo>
                    <a:pt x="465563" y="372207"/>
                  </a:lnTo>
                  <a:lnTo>
                    <a:pt x="464795" y="374388"/>
                  </a:lnTo>
                  <a:lnTo>
                    <a:pt x="465284" y="374614"/>
                  </a:lnTo>
                  <a:lnTo>
                    <a:pt x="465627" y="374480"/>
                  </a:lnTo>
                  <a:lnTo>
                    <a:pt x="465914" y="374723"/>
                  </a:lnTo>
                  <a:lnTo>
                    <a:pt x="466286" y="376140"/>
                  </a:lnTo>
                  <a:lnTo>
                    <a:pt x="467426" y="376955"/>
                  </a:lnTo>
                  <a:lnTo>
                    <a:pt x="467656" y="378021"/>
                  </a:lnTo>
                  <a:lnTo>
                    <a:pt x="468101" y="378536"/>
                  </a:lnTo>
                  <a:lnTo>
                    <a:pt x="469362" y="378294"/>
                  </a:lnTo>
                  <a:lnTo>
                    <a:pt x="469529" y="378947"/>
                  </a:lnTo>
                  <a:lnTo>
                    <a:pt x="470699" y="379721"/>
                  </a:lnTo>
                  <a:lnTo>
                    <a:pt x="472954" y="379213"/>
                  </a:lnTo>
                  <a:lnTo>
                    <a:pt x="474265" y="381455"/>
                  </a:lnTo>
                  <a:lnTo>
                    <a:pt x="474766" y="381820"/>
                  </a:lnTo>
                  <a:lnTo>
                    <a:pt x="477054" y="381590"/>
                  </a:lnTo>
                  <a:lnTo>
                    <a:pt x="478578" y="381808"/>
                  </a:lnTo>
                  <a:lnTo>
                    <a:pt x="478917" y="381060"/>
                  </a:lnTo>
                  <a:lnTo>
                    <a:pt x="480435" y="380862"/>
                  </a:lnTo>
                  <a:lnTo>
                    <a:pt x="481069" y="382660"/>
                  </a:lnTo>
                  <a:lnTo>
                    <a:pt x="482281" y="382519"/>
                  </a:lnTo>
                  <a:lnTo>
                    <a:pt x="481629" y="380039"/>
                  </a:lnTo>
                  <a:lnTo>
                    <a:pt x="482329" y="378523"/>
                  </a:lnTo>
                  <a:lnTo>
                    <a:pt x="482768" y="377997"/>
                  </a:lnTo>
                  <a:lnTo>
                    <a:pt x="485165" y="377811"/>
                  </a:lnTo>
                  <a:lnTo>
                    <a:pt x="484881" y="375702"/>
                  </a:lnTo>
                  <a:lnTo>
                    <a:pt x="486293" y="375457"/>
                  </a:lnTo>
                  <a:lnTo>
                    <a:pt x="487238" y="374836"/>
                  </a:lnTo>
                  <a:lnTo>
                    <a:pt x="487448" y="374397"/>
                  </a:lnTo>
                  <a:lnTo>
                    <a:pt x="486802" y="373386"/>
                  </a:lnTo>
                  <a:lnTo>
                    <a:pt x="487406" y="373125"/>
                  </a:lnTo>
                  <a:lnTo>
                    <a:pt x="488410" y="373195"/>
                  </a:lnTo>
                  <a:lnTo>
                    <a:pt x="488758" y="374036"/>
                  </a:lnTo>
                  <a:lnTo>
                    <a:pt x="488622" y="375421"/>
                  </a:lnTo>
                  <a:lnTo>
                    <a:pt x="488911" y="376378"/>
                  </a:lnTo>
                  <a:lnTo>
                    <a:pt x="488680" y="377460"/>
                  </a:lnTo>
                  <a:lnTo>
                    <a:pt x="488088" y="378223"/>
                  </a:lnTo>
                  <a:lnTo>
                    <a:pt x="488040" y="380068"/>
                  </a:lnTo>
                  <a:lnTo>
                    <a:pt x="490392" y="380088"/>
                  </a:lnTo>
                  <a:lnTo>
                    <a:pt x="491374" y="379544"/>
                  </a:lnTo>
                  <a:lnTo>
                    <a:pt x="496592" y="383807"/>
                  </a:lnTo>
                  <a:lnTo>
                    <a:pt x="495649" y="385975"/>
                  </a:lnTo>
                  <a:lnTo>
                    <a:pt x="493052" y="387691"/>
                  </a:lnTo>
                  <a:lnTo>
                    <a:pt x="493468" y="389731"/>
                  </a:lnTo>
                  <a:lnTo>
                    <a:pt x="493451" y="391058"/>
                  </a:lnTo>
                  <a:lnTo>
                    <a:pt x="493539" y="392028"/>
                  </a:lnTo>
                  <a:lnTo>
                    <a:pt x="493159" y="392989"/>
                  </a:lnTo>
                  <a:lnTo>
                    <a:pt x="493109" y="396370"/>
                  </a:lnTo>
                  <a:lnTo>
                    <a:pt x="492620" y="398367"/>
                  </a:lnTo>
                  <a:lnTo>
                    <a:pt x="491656" y="400365"/>
                  </a:lnTo>
                  <a:lnTo>
                    <a:pt x="489009" y="404206"/>
                  </a:lnTo>
                  <a:lnTo>
                    <a:pt x="489073" y="404625"/>
                  </a:lnTo>
                  <a:lnTo>
                    <a:pt x="489399" y="404939"/>
                  </a:lnTo>
                  <a:lnTo>
                    <a:pt x="490093" y="405033"/>
                  </a:lnTo>
                  <a:lnTo>
                    <a:pt x="490342" y="405405"/>
                  </a:lnTo>
                  <a:lnTo>
                    <a:pt x="490834" y="405532"/>
                  </a:lnTo>
                  <a:lnTo>
                    <a:pt x="491681" y="406244"/>
                  </a:lnTo>
                  <a:lnTo>
                    <a:pt x="491556" y="406878"/>
                  </a:lnTo>
                  <a:lnTo>
                    <a:pt x="492098" y="407688"/>
                  </a:lnTo>
                  <a:lnTo>
                    <a:pt x="492543" y="407786"/>
                  </a:lnTo>
                  <a:lnTo>
                    <a:pt x="492464" y="408364"/>
                  </a:lnTo>
                  <a:lnTo>
                    <a:pt x="493104" y="408502"/>
                  </a:lnTo>
                  <a:lnTo>
                    <a:pt x="492883" y="409782"/>
                  </a:lnTo>
                  <a:lnTo>
                    <a:pt x="493653" y="410135"/>
                  </a:lnTo>
                  <a:lnTo>
                    <a:pt x="493525" y="410465"/>
                  </a:lnTo>
                  <a:lnTo>
                    <a:pt x="494165" y="410649"/>
                  </a:lnTo>
                  <a:lnTo>
                    <a:pt x="494742" y="411519"/>
                  </a:lnTo>
                  <a:lnTo>
                    <a:pt x="495363" y="411548"/>
                  </a:lnTo>
                  <a:lnTo>
                    <a:pt x="496072" y="412511"/>
                  </a:lnTo>
                  <a:lnTo>
                    <a:pt x="496070" y="412802"/>
                  </a:lnTo>
                  <a:lnTo>
                    <a:pt x="497268" y="413847"/>
                  </a:lnTo>
                  <a:lnTo>
                    <a:pt x="497882" y="415287"/>
                  </a:lnTo>
                  <a:lnTo>
                    <a:pt x="498882" y="415685"/>
                  </a:lnTo>
                  <a:lnTo>
                    <a:pt x="499652" y="416845"/>
                  </a:lnTo>
                  <a:lnTo>
                    <a:pt x="499990" y="416780"/>
                  </a:lnTo>
                  <a:lnTo>
                    <a:pt x="500360" y="417350"/>
                  </a:lnTo>
                  <a:lnTo>
                    <a:pt x="500920" y="417697"/>
                  </a:lnTo>
                  <a:lnTo>
                    <a:pt x="499464" y="421480"/>
                  </a:lnTo>
                  <a:lnTo>
                    <a:pt x="500792" y="421397"/>
                  </a:lnTo>
                  <a:lnTo>
                    <a:pt x="502937" y="421872"/>
                  </a:lnTo>
                  <a:lnTo>
                    <a:pt x="500817" y="424393"/>
                  </a:lnTo>
                  <a:lnTo>
                    <a:pt x="500558" y="424984"/>
                  </a:lnTo>
                  <a:lnTo>
                    <a:pt x="500081" y="427860"/>
                  </a:lnTo>
                  <a:lnTo>
                    <a:pt x="499480" y="429271"/>
                  </a:lnTo>
                  <a:lnTo>
                    <a:pt x="498421" y="433334"/>
                  </a:lnTo>
                  <a:lnTo>
                    <a:pt x="497495" y="433594"/>
                  </a:lnTo>
                  <a:lnTo>
                    <a:pt x="497222" y="434075"/>
                  </a:lnTo>
                  <a:lnTo>
                    <a:pt x="496051" y="434780"/>
                  </a:lnTo>
                  <a:lnTo>
                    <a:pt x="495892" y="435501"/>
                  </a:lnTo>
                  <a:lnTo>
                    <a:pt x="497020" y="436113"/>
                  </a:lnTo>
                  <a:lnTo>
                    <a:pt x="497420" y="437056"/>
                  </a:lnTo>
                  <a:lnTo>
                    <a:pt x="497103" y="438980"/>
                  </a:lnTo>
                  <a:lnTo>
                    <a:pt x="495637" y="438917"/>
                  </a:lnTo>
                  <a:lnTo>
                    <a:pt x="490272" y="440718"/>
                  </a:lnTo>
                  <a:lnTo>
                    <a:pt x="489649" y="440558"/>
                  </a:lnTo>
                  <a:lnTo>
                    <a:pt x="488504" y="440839"/>
                  </a:lnTo>
                  <a:lnTo>
                    <a:pt x="487802" y="441287"/>
                  </a:lnTo>
                  <a:lnTo>
                    <a:pt x="486284" y="441168"/>
                  </a:lnTo>
                  <a:lnTo>
                    <a:pt x="486006" y="439878"/>
                  </a:lnTo>
                  <a:lnTo>
                    <a:pt x="486178" y="439316"/>
                  </a:lnTo>
                  <a:lnTo>
                    <a:pt x="485236" y="437825"/>
                  </a:lnTo>
                  <a:lnTo>
                    <a:pt x="485449" y="437190"/>
                  </a:lnTo>
                  <a:lnTo>
                    <a:pt x="485147" y="435992"/>
                  </a:lnTo>
                  <a:lnTo>
                    <a:pt x="483818" y="434490"/>
                  </a:lnTo>
                  <a:lnTo>
                    <a:pt x="483298" y="432524"/>
                  </a:lnTo>
                  <a:lnTo>
                    <a:pt x="483405" y="431655"/>
                  </a:lnTo>
                  <a:lnTo>
                    <a:pt x="482210" y="430796"/>
                  </a:lnTo>
                  <a:lnTo>
                    <a:pt x="478839" y="430703"/>
                  </a:lnTo>
                  <a:lnTo>
                    <a:pt x="480222" y="428348"/>
                  </a:lnTo>
                  <a:lnTo>
                    <a:pt x="480143" y="426611"/>
                  </a:lnTo>
                  <a:lnTo>
                    <a:pt x="476442" y="424129"/>
                  </a:lnTo>
                  <a:lnTo>
                    <a:pt x="475223" y="424863"/>
                  </a:lnTo>
                  <a:lnTo>
                    <a:pt x="475145" y="425308"/>
                  </a:lnTo>
                  <a:lnTo>
                    <a:pt x="475432" y="425707"/>
                  </a:lnTo>
                  <a:lnTo>
                    <a:pt x="475135" y="426821"/>
                  </a:lnTo>
                  <a:lnTo>
                    <a:pt x="474869" y="426890"/>
                  </a:lnTo>
                  <a:lnTo>
                    <a:pt x="474483" y="427928"/>
                  </a:lnTo>
                  <a:lnTo>
                    <a:pt x="473817" y="428766"/>
                  </a:lnTo>
                  <a:lnTo>
                    <a:pt x="473868" y="429106"/>
                  </a:lnTo>
                  <a:lnTo>
                    <a:pt x="473643" y="429119"/>
                  </a:lnTo>
                  <a:lnTo>
                    <a:pt x="473090" y="430009"/>
                  </a:lnTo>
                  <a:lnTo>
                    <a:pt x="472862" y="430776"/>
                  </a:lnTo>
                  <a:lnTo>
                    <a:pt x="472451" y="430944"/>
                  </a:lnTo>
                  <a:lnTo>
                    <a:pt x="472575" y="431302"/>
                  </a:lnTo>
                  <a:lnTo>
                    <a:pt x="472146" y="431924"/>
                  </a:lnTo>
                  <a:lnTo>
                    <a:pt x="471943" y="432988"/>
                  </a:lnTo>
                  <a:lnTo>
                    <a:pt x="471385" y="433436"/>
                  </a:lnTo>
                  <a:lnTo>
                    <a:pt x="471318" y="434035"/>
                  </a:lnTo>
                  <a:lnTo>
                    <a:pt x="470402" y="435060"/>
                  </a:lnTo>
                  <a:lnTo>
                    <a:pt x="469012" y="435796"/>
                  </a:lnTo>
                  <a:lnTo>
                    <a:pt x="468379" y="437015"/>
                  </a:lnTo>
                  <a:lnTo>
                    <a:pt x="466878" y="438117"/>
                  </a:lnTo>
                  <a:lnTo>
                    <a:pt x="466506" y="438167"/>
                  </a:lnTo>
                  <a:lnTo>
                    <a:pt x="467894" y="440127"/>
                  </a:lnTo>
                  <a:lnTo>
                    <a:pt x="467829" y="439933"/>
                  </a:lnTo>
                  <a:lnTo>
                    <a:pt x="468845" y="440803"/>
                  </a:lnTo>
                  <a:lnTo>
                    <a:pt x="468667" y="441074"/>
                  </a:lnTo>
                  <a:lnTo>
                    <a:pt x="469044" y="441389"/>
                  </a:lnTo>
                  <a:lnTo>
                    <a:pt x="468821" y="441993"/>
                  </a:lnTo>
                  <a:lnTo>
                    <a:pt x="469145" y="442684"/>
                  </a:lnTo>
                  <a:lnTo>
                    <a:pt x="469076" y="443032"/>
                  </a:lnTo>
                  <a:lnTo>
                    <a:pt x="470033" y="443426"/>
                  </a:lnTo>
                  <a:lnTo>
                    <a:pt x="470326" y="443955"/>
                  </a:lnTo>
                  <a:lnTo>
                    <a:pt x="470246" y="444819"/>
                  </a:lnTo>
                  <a:lnTo>
                    <a:pt x="470930" y="445525"/>
                  </a:lnTo>
                  <a:lnTo>
                    <a:pt x="471210" y="446416"/>
                  </a:lnTo>
                  <a:lnTo>
                    <a:pt x="471655" y="446602"/>
                  </a:lnTo>
                  <a:lnTo>
                    <a:pt x="471764" y="447572"/>
                  </a:lnTo>
                  <a:lnTo>
                    <a:pt x="472271" y="447991"/>
                  </a:lnTo>
                  <a:lnTo>
                    <a:pt x="471973" y="448928"/>
                  </a:lnTo>
                  <a:lnTo>
                    <a:pt x="472213" y="449448"/>
                  </a:lnTo>
                  <a:lnTo>
                    <a:pt x="471934" y="449738"/>
                  </a:lnTo>
                  <a:lnTo>
                    <a:pt x="471886" y="450429"/>
                  </a:lnTo>
                  <a:lnTo>
                    <a:pt x="471634" y="450540"/>
                  </a:lnTo>
                  <a:lnTo>
                    <a:pt x="471858" y="450705"/>
                  </a:lnTo>
                  <a:lnTo>
                    <a:pt x="471729" y="451181"/>
                  </a:lnTo>
                  <a:lnTo>
                    <a:pt x="471554" y="451185"/>
                  </a:lnTo>
                  <a:lnTo>
                    <a:pt x="471668" y="451829"/>
                  </a:lnTo>
                  <a:lnTo>
                    <a:pt x="471267" y="452359"/>
                  </a:lnTo>
                  <a:lnTo>
                    <a:pt x="471820" y="454396"/>
                  </a:lnTo>
                  <a:lnTo>
                    <a:pt x="471272" y="455517"/>
                  </a:lnTo>
                  <a:lnTo>
                    <a:pt x="470893" y="455245"/>
                  </a:lnTo>
                  <a:lnTo>
                    <a:pt x="470531" y="455685"/>
                  </a:lnTo>
                  <a:lnTo>
                    <a:pt x="470129" y="457672"/>
                  </a:lnTo>
                  <a:lnTo>
                    <a:pt x="469892" y="457777"/>
                  </a:lnTo>
                  <a:lnTo>
                    <a:pt x="469838" y="458310"/>
                  </a:lnTo>
                  <a:lnTo>
                    <a:pt x="469271" y="459084"/>
                  </a:lnTo>
                  <a:lnTo>
                    <a:pt x="470871" y="460042"/>
                  </a:lnTo>
                  <a:lnTo>
                    <a:pt x="472104" y="462435"/>
                  </a:lnTo>
                  <a:lnTo>
                    <a:pt x="471754" y="462571"/>
                  </a:lnTo>
                  <a:lnTo>
                    <a:pt x="472054" y="463238"/>
                  </a:lnTo>
                  <a:lnTo>
                    <a:pt x="471736" y="463693"/>
                  </a:lnTo>
                  <a:lnTo>
                    <a:pt x="472285" y="464236"/>
                  </a:lnTo>
                  <a:lnTo>
                    <a:pt x="472219" y="465059"/>
                  </a:lnTo>
                  <a:lnTo>
                    <a:pt x="472518" y="466248"/>
                  </a:lnTo>
                  <a:lnTo>
                    <a:pt x="472993" y="466514"/>
                  </a:lnTo>
                  <a:lnTo>
                    <a:pt x="472632" y="466876"/>
                  </a:lnTo>
                  <a:lnTo>
                    <a:pt x="472726" y="467096"/>
                  </a:lnTo>
                  <a:lnTo>
                    <a:pt x="473362" y="467277"/>
                  </a:lnTo>
                  <a:lnTo>
                    <a:pt x="473175" y="467493"/>
                  </a:lnTo>
                  <a:lnTo>
                    <a:pt x="473491" y="467715"/>
                  </a:lnTo>
                  <a:lnTo>
                    <a:pt x="473373" y="468164"/>
                  </a:lnTo>
                  <a:lnTo>
                    <a:pt x="473783" y="468569"/>
                  </a:lnTo>
                  <a:lnTo>
                    <a:pt x="473762" y="469641"/>
                  </a:lnTo>
                  <a:lnTo>
                    <a:pt x="474022" y="469917"/>
                  </a:lnTo>
                  <a:lnTo>
                    <a:pt x="473692" y="470003"/>
                  </a:lnTo>
                  <a:lnTo>
                    <a:pt x="474125" y="471042"/>
                  </a:lnTo>
                  <a:lnTo>
                    <a:pt x="473778" y="470974"/>
                  </a:lnTo>
                  <a:lnTo>
                    <a:pt x="474062" y="471307"/>
                  </a:lnTo>
                  <a:lnTo>
                    <a:pt x="473898" y="471753"/>
                  </a:lnTo>
                  <a:lnTo>
                    <a:pt x="474523" y="472458"/>
                  </a:lnTo>
                  <a:lnTo>
                    <a:pt x="474685" y="472810"/>
                  </a:lnTo>
                  <a:lnTo>
                    <a:pt x="474526" y="472926"/>
                  </a:lnTo>
                  <a:lnTo>
                    <a:pt x="475027" y="473603"/>
                  </a:lnTo>
                  <a:lnTo>
                    <a:pt x="474526" y="474162"/>
                  </a:lnTo>
                  <a:lnTo>
                    <a:pt x="474712" y="474804"/>
                  </a:lnTo>
                  <a:lnTo>
                    <a:pt x="475200" y="475357"/>
                  </a:lnTo>
                  <a:lnTo>
                    <a:pt x="475212" y="476006"/>
                  </a:lnTo>
                  <a:lnTo>
                    <a:pt x="475479" y="476442"/>
                  </a:lnTo>
                  <a:lnTo>
                    <a:pt x="476007" y="477148"/>
                  </a:lnTo>
                  <a:lnTo>
                    <a:pt x="476234" y="477161"/>
                  </a:lnTo>
                  <a:lnTo>
                    <a:pt x="476109" y="477682"/>
                  </a:lnTo>
                  <a:lnTo>
                    <a:pt x="476429" y="477812"/>
                  </a:lnTo>
                  <a:lnTo>
                    <a:pt x="476189" y="478153"/>
                  </a:lnTo>
                  <a:lnTo>
                    <a:pt x="476546" y="478292"/>
                  </a:lnTo>
                  <a:lnTo>
                    <a:pt x="477115" y="479441"/>
                  </a:lnTo>
                  <a:lnTo>
                    <a:pt x="476843" y="479317"/>
                  </a:lnTo>
                  <a:lnTo>
                    <a:pt x="476523" y="479552"/>
                  </a:lnTo>
                  <a:lnTo>
                    <a:pt x="476746" y="479579"/>
                  </a:lnTo>
                  <a:lnTo>
                    <a:pt x="476647" y="479966"/>
                  </a:lnTo>
                  <a:lnTo>
                    <a:pt x="476965" y="480147"/>
                  </a:lnTo>
                  <a:lnTo>
                    <a:pt x="476763" y="480470"/>
                  </a:lnTo>
                  <a:lnTo>
                    <a:pt x="477043" y="480975"/>
                  </a:lnTo>
                  <a:lnTo>
                    <a:pt x="477021" y="481521"/>
                  </a:lnTo>
                  <a:lnTo>
                    <a:pt x="476747" y="481699"/>
                  </a:lnTo>
                  <a:lnTo>
                    <a:pt x="476893" y="481905"/>
                  </a:lnTo>
                  <a:lnTo>
                    <a:pt x="476419" y="481889"/>
                  </a:lnTo>
                  <a:lnTo>
                    <a:pt x="476550" y="482374"/>
                  </a:lnTo>
                  <a:lnTo>
                    <a:pt x="475622" y="482471"/>
                  </a:lnTo>
                  <a:lnTo>
                    <a:pt x="475227" y="482762"/>
                  </a:lnTo>
                  <a:lnTo>
                    <a:pt x="474673" y="483721"/>
                  </a:lnTo>
                  <a:lnTo>
                    <a:pt x="474881" y="484117"/>
                  </a:lnTo>
                  <a:lnTo>
                    <a:pt x="475061" y="483799"/>
                  </a:lnTo>
                  <a:lnTo>
                    <a:pt x="475434" y="484821"/>
                  </a:lnTo>
                  <a:lnTo>
                    <a:pt x="475304" y="485448"/>
                  </a:lnTo>
                  <a:lnTo>
                    <a:pt x="475498" y="486134"/>
                  </a:lnTo>
                  <a:lnTo>
                    <a:pt x="474939" y="487527"/>
                  </a:lnTo>
                  <a:lnTo>
                    <a:pt x="475250" y="489103"/>
                  </a:lnTo>
                  <a:lnTo>
                    <a:pt x="474842" y="491036"/>
                  </a:lnTo>
                  <a:lnTo>
                    <a:pt x="475273" y="491900"/>
                  </a:lnTo>
                  <a:lnTo>
                    <a:pt x="475441" y="491639"/>
                  </a:lnTo>
                  <a:lnTo>
                    <a:pt x="475982" y="491828"/>
                  </a:lnTo>
                  <a:lnTo>
                    <a:pt x="475982" y="492222"/>
                  </a:lnTo>
                  <a:lnTo>
                    <a:pt x="476726" y="492517"/>
                  </a:lnTo>
                  <a:lnTo>
                    <a:pt x="476773" y="493698"/>
                  </a:lnTo>
                  <a:lnTo>
                    <a:pt x="477306" y="493746"/>
                  </a:lnTo>
                  <a:lnTo>
                    <a:pt x="477343" y="494400"/>
                  </a:lnTo>
                  <a:lnTo>
                    <a:pt x="477556" y="494273"/>
                  </a:lnTo>
                  <a:lnTo>
                    <a:pt x="477751" y="494489"/>
                  </a:lnTo>
                  <a:lnTo>
                    <a:pt x="477579" y="494593"/>
                  </a:lnTo>
                  <a:lnTo>
                    <a:pt x="477760" y="495540"/>
                  </a:lnTo>
                  <a:lnTo>
                    <a:pt x="478315" y="496087"/>
                  </a:lnTo>
                  <a:lnTo>
                    <a:pt x="478848" y="496208"/>
                  </a:lnTo>
                  <a:lnTo>
                    <a:pt x="478856" y="496427"/>
                  </a:lnTo>
                  <a:lnTo>
                    <a:pt x="478428" y="496478"/>
                  </a:lnTo>
                  <a:lnTo>
                    <a:pt x="478840" y="497449"/>
                  </a:lnTo>
                  <a:lnTo>
                    <a:pt x="478474" y="497719"/>
                  </a:lnTo>
                  <a:lnTo>
                    <a:pt x="477882" y="498466"/>
                  </a:lnTo>
                  <a:lnTo>
                    <a:pt x="477679" y="498218"/>
                  </a:lnTo>
                  <a:lnTo>
                    <a:pt x="477324" y="498271"/>
                  </a:lnTo>
                  <a:lnTo>
                    <a:pt x="476078" y="498806"/>
                  </a:lnTo>
                  <a:lnTo>
                    <a:pt x="474074" y="501018"/>
                  </a:lnTo>
                  <a:lnTo>
                    <a:pt x="474027" y="502528"/>
                  </a:lnTo>
                  <a:lnTo>
                    <a:pt x="473085" y="503154"/>
                  </a:lnTo>
                  <a:lnTo>
                    <a:pt x="471370" y="503259"/>
                  </a:lnTo>
                  <a:lnTo>
                    <a:pt x="471073" y="503476"/>
                  </a:lnTo>
                  <a:lnTo>
                    <a:pt x="469246" y="502913"/>
                  </a:lnTo>
                  <a:lnTo>
                    <a:pt x="469083" y="503346"/>
                  </a:lnTo>
                  <a:lnTo>
                    <a:pt x="468078" y="502810"/>
                  </a:lnTo>
                  <a:lnTo>
                    <a:pt x="467232" y="502784"/>
                  </a:lnTo>
                  <a:lnTo>
                    <a:pt x="467049" y="502965"/>
                  </a:lnTo>
                  <a:lnTo>
                    <a:pt x="466532" y="502803"/>
                  </a:lnTo>
                  <a:lnTo>
                    <a:pt x="465335" y="503199"/>
                  </a:lnTo>
                  <a:lnTo>
                    <a:pt x="464875" y="502927"/>
                  </a:lnTo>
                  <a:lnTo>
                    <a:pt x="464462" y="503375"/>
                  </a:lnTo>
                  <a:lnTo>
                    <a:pt x="463927" y="503401"/>
                  </a:lnTo>
                  <a:lnTo>
                    <a:pt x="463689" y="503686"/>
                  </a:lnTo>
                  <a:lnTo>
                    <a:pt x="463768" y="504195"/>
                  </a:lnTo>
                  <a:lnTo>
                    <a:pt x="463287" y="504233"/>
                  </a:lnTo>
                  <a:lnTo>
                    <a:pt x="463032" y="503740"/>
                  </a:lnTo>
                  <a:lnTo>
                    <a:pt x="462819" y="503814"/>
                  </a:lnTo>
                  <a:lnTo>
                    <a:pt x="462857" y="504130"/>
                  </a:lnTo>
                  <a:lnTo>
                    <a:pt x="462547" y="504227"/>
                  </a:lnTo>
                  <a:lnTo>
                    <a:pt x="462545" y="504492"/>
                  </a:lnTo>
                  <a:lnTo>
                    <a:pt x="462081" y="504255"/>
                  </a:lnTo>
                  <a:lnTo>
                    <a:pt x="460817" y="505282"/>
                  </a:lnTo>
                  <a:lnTo>
                    <a:pt x="460403" y="505178"/>
                  </a:lnTo>
                  <a:lnTo>
                    <a:pt x="460023" y="506766"/>
                  </a:lnTo>
                  <a:lnTo>
                    <a:pt x="458451" y="508236"/>
                  </a:lnTo>
                  <a:lnTo>
                    <a:pt x="457572" y="508539"/>
                  </a:lnTo>
                  <a:lnTo>
                    <a:pt x="457734" y="508712"/>
                  </a:lnTo>
                  <a:lnTo>
                    <a:pt x="456934" y="509880"/>
                  </a:lnTo>
                  <a:lnTo>
                    <a:pt x="457101" y="509963"/>
                  </a:lnTo>
                  <a:lnTo>
                    <a:pt x="456863" y="511033"/>
                  </a:lnTo>
                  <a:lnTo>
                    <a:pt x="457034" y="511409"/>
                  </a:lnTo>
                  <a:lnTo>
                    <a:pt x="456585" y="511816"/>
                  </a:lnTo>
                  <a:lnTo>
                    <a:pt x="456388" y="512597"/>
                  </a:lnTo>
                  <a:lnTo>
                    <a:pt x="456906" y="513269"/>
                  </a:lnTo>
                  <a:lnTo>
                    <a:pt x="456512" y="514968"/>
                  </a:lnTo>
                  <a:lnTo>
                    <a:pt x="457099" y="515614"/>
                  </a:lnTo>
                  <a:lnTo>
                    <a:pt x="456958" y="516204"/>
                  </a:lnTo>
                  <a:lnTo>
                    <a:pt x="457163" y="516606"/>
                  </a:lnTo>
                  <a:lnTo>
                    <a:pt x="456492" y="517379"/>
                  </a:lnTo>
                  <a:lnTo>
                    <a:pt x="456147" y="518213"/>
                  </a:lnTo>
                  <a:lnTo>
                    <a:pt x="455364" y="518059"/>
                  </a:lnTo>
                  <a:lnTo>
                    <a:pt x="454848" y="518428"/>
                  </a:lnTo>
                  <a:lnTo>
                    <a:pt x="454993" y="519446"/>
                  </a:lnTo>
                  <a:lnTo>
                    <a:pt x="455603" y="520076"/>
                  </a:lnTo>
                  <a:lnTo>
                    <a:pt x="455581" y="521431"/>
                  </a:lnTo>
                  <a:lnTo>
                    <a:pt x="455120" y="522453"/>
                  </a:lnTo>
                  <a:lnTo>
                    <a:pt x="455197" y="522840"/>
                  </a:lnTo>
                  <a:lnTo>
                    <a:pt x="454252" y="522697"/>
                  </a:lnTo>
                  <a:lnTo>
                    <a:pt x="453958" y="522815"/>
                  </a:lnTo>
                  <a:lnTo>
                    <a:pt x="453769" y="523278"/>
                  </a:lnTo>
                  <a:lnTo>
                    <a:pt x="454485" y="524589"/>
                  </a:lnTo>
                  <a:lnTo>
                    <a:pt x="456069" y="525429"/>
                  </a:lnTo>
                  <a:lnTo>
                    <a:pt x="456489" y="526135"/>
                  </a:lnTo>
                  <a:lnTo>
                    <a:pt x="456035" y="526579"/>
                  </a:lnTo>
                  <a:lnTo>
                    <a:pt x="454627" y="526039"/>
                  </a:lnTo>
                  <a:lnTo>
                    <a:pt x="454892" y="528960"/>
                  </a:lnTo>
                  <a:lnTo>
                    <a:pt x="453578" y="530344"/>
                  </a:lnTo>
                  <a:lnTo>
                    <a:pt x="453022" y="530173"/>
                  </a:lnTo>
                  <a:lnTo>
                    <a:pt x="452442" y="530503"/>
                  </a:lnTo>
                  <a:lnTo>
                    <a:pt x="451639" y="530453"/>
                  </a:lnTo>
                  <a:lnTo>
                    <a:pt x="451337" y="530790"/>
                  </a:lnTo>
                  <a:lnTo>
                    <a:pt x="450802" y="530301"/>
                  </a:lnTo>
                  <a:lnTo>
                    <a:pt x="450762" y="530648"/>
                  </a:lnTo>
                  <a:lnTo>
                    <a:pt x="450232" y="531002"/>
                  </a:lnTo>
                  <a:lnTo>
                    <a:pt x="449411" y="530968"/>
                  </a:lnTo>
                  <a:lnTo>
                    <a:pt x="449407" y="531296"/>
                  </a:lnTo>
                  <a:lnTo>
                    <a:pt x="448568" y="531621"/>
                  </a:lnTo>
                  <a:lnTo>
                    <a:pt x="448285" y="532018"/>
                  </a:lnTo>
                  <a:lnTo>
                    <a:pt x="448451" y="532622"/>
                  </a:lnTo>
                  <a:lnTo>
                    <a:pt x="448005" y="533452"/>
                  </a:lnTo>
                  <a:lnTo>
                    <a:pt x="448036" y="534290"/>
                  </a:lnTo>
                  <a:lnTo>
                    <a:pt x="448437" y="534705"/>
                  </a:lnTo>
                  <a:lnTo>
                    <a:pt x="448229" y="535202"/>
                  </a:lnTo>
                  <a:lnTo>
                    <a:pt x="447687" y="535623"/>
                  </a:lnTo>
                  <a:lnTo>
                    <a:pt x="447758" y="536966"/>
                  </a:lnTo>
                  <a:lnTo>
                    <a:pt x="447404" y="537269"/>
                  </a:lnTo>
                  <a:lnTo>
                    <a:pt x="447767" y="537981"/>
                  </a:lnTo>
                  <a:lnTo>
                    <a:pt x="447710" y="538388"/>
                  </a:lnTo>
                  <a:lnTo>
                    <a:pt x="448008" y="538348"/>
                  </a:lnTo>
                  <a:lnTo>
                    <a:pt x="448154" y="538657"/>
                  </a:lnTo>
                  <a:lnTo>
                    <a:pt x="447726" y="539165"/>
                  </a:lnTo>
                  <a:lnTo>
                    <a:pt x="447178" y="539277"/>
                  </a:lnTo>
                  <a:lnTo>
                    <a:pt x="447001" y="539642"/>
                  </a:lnTo>
                  <a:lnTo>
                    <a:pt x="447297" y="539854"/>
                  </a:lnTo>
                  <a:lnTo>
                    <a:pt x="447237" y="540186"/>
                  </a:lnTo>
                  <a:lnTo>
                    <a:pt x="446779" y="539994"/>
                  </a:lnTo>
                  <a:lnTo>
                    <a:pt x="446739" y="541743"/>
                  </a:lnTo>
                  <a:lnTo>
                    <a:pt x="446154" y="542299"/>
                  </a:lnTo>
                  <a:lnTo>
                    <a:pt x="445622" y="543363"/>
                  </a:lnTo>
                  <a:lnTo>
                    <a:pt x="445037" y="543081"/>
                  </a:lnTo>
                  <a:lnTo>
                    <a:pt x="444755" y="543298"/>
                  </a:lnTo>
                  <a:lnTo>
                    <a:pt x="444507" y="543081"/>
                  </a:lnTo>
                  <a:lnTo>
                    <a:pt x="443976" y="543192"/>
                  </a:lnTo>
                  <a:lnTo>
                    <a:pt x="443707" y="543471"/>
                  </a:lnTo>
                  <a:lnTo>
                    <a:pt x="443733" y="543870"/>
                  </a:lnTo>
                  <a:lnTo>
                    <a:pt x="443404" y="543753"/>
                  </a:lnTo>
                  <a:lnTo>
                    <a:pt x="443263" y="544145"/>
                  </a:lnTo>
                  <a:lnTo>
                    <a:pt x="441907" y="544767"/>
                  </a:lnTo>
                  <a:lnTo>
                    <a:pt x="440745" y="544525"/>
                  </a:lnTo>
                  <a:lnTo>
                    <a:pt x="440525" y="544237"/>
                  </a:lnTo>
                  <a:lnTo>
                    <a:pt x="440132" y="544798"/>
                  </a:lnTo>
                  <a:lnTo>
                    <a:pt x="440237" y="545211"/>
                  </a:lnTo>
                  <a:lnTo>
                    <a:pt x="439965" y="545654"/>
                  </a:lnTo>
                  <a:lnTo>
                    <a:pt x="440167" y="546014"/>
                  </a:lnTo>
                  <a:lnTo>
                    <a:pt x="439580" y="546523"/>
                  </a:lnTo>
                  <a:lnTo>
                    <a:pt x="439639" y="547023"/>
                  </a:lnTo>
                  <a:lnTo>
                    <a:pt x="438818" y="547404"/>
                  </a:lnTo>
                  <a:lnTo>
                    <a:pt x="438090" y="546811"/>
                  </a:lnTo>
                  <a:lnTo>
                    <a:pt x="437845" y="546865"/>
                  </a:lnTo>
                  <a:lnTo>
                    <a:pt x="437680" y="545809"/>
                  </a:lnTo>
                  <a:lnTo>
                    <a:pt x="436797" y="545232"/>
                  </a:lnTo>
                  <a:lnTo>
                    <a:pt x="436546" y="544781"/>
                  </a:lnTo>
                  <a:lnTo>
                    <a:pt x="436236" y="544472"/>
                  </a:lnTo>
                  <a:lnTo>
                    <a:pt x="435554" y="544534"/>
                  </a:lnTo>
                  <a:lnTo>
                    <a:pt x="435161" y="544167"/>
                  </a:lnTo>
                  <a:lnTo>
                    <a:pt x="435315" y="544019"/>
                  </a:lnTo>
                  <a:lnTo>
                    <a:pt x="435037" y="543028"/>
                  </a:lnTo>
                  <a:lnTo>
                    <a:pt x="434570" y="542502"/>
                  </a:lnTo>
                  <a:lnTo>
                    <a:pt x="434883" y="542246"/>
                  </a:lnTo>
                  <a:lnTo>
                    <a:pt x="434546" y="542075"/>
                  </a:lnTo>
                  <a:lnTo>
                    <a:pt x="434570" y="541776"/>
                  </a:lnTo>
                  <a:lnTo>
                    <a:pt x="434355" y="541895"/>
                  </a:lnTo>
                  <a:lnTo>
                    <a:pt x="434382" y="541088"/>
                  </a:lnTo>
                  <a:lnTo>
                    <a:pt x="433756" y="540672"/>
                  </a:lnTo>
                  <a:lnTo>
                    <a:pt x="433907" y="540457"/>
                  </a:lnTo>
                  <a:lnTo>
                    <a:pt x="433640" y="540289"/>
                  </a:lnTo>
                  <a:lnTo>
                    <a:pt x="433826" y="539996"/>
                  </a:lnTo>
                  <a:lnTo>
                    <a:pt x="433605" y="539590"/>
                  </a:lnTo>
                  <a:lnTo>
                    <a:pt x="434025" y="539186"/>
                  </a:lnTo>
                  <a:lnTo>
                    <a:pt x="433613" y="538541"/>
                  </a:lnTo>
                  <a:lnTo>
                    <a:pt x="433248" y="538492"/>
                  </a:lnTo>
                  <a:lnTo>
                    <a:pt x="433370" y="538050"/>
                  </a:lnTo>
                  <a:lnTo>
                    <a:pt x="433177" y="537671"/>
                  </a:lnTo>
                  <a:lnTo>
                    <a:pt x="432868" y="537595"/>
                  </a:lnTo>
                  <a:lnTo>
                    <a:pt x="433034" y="537434"/>
                  </a:lnTo>
                  <a:lnTo>
                    <a:pt x="432390" y="537242"/>
                  </a:lnTo>
                  <a:lnTo>
                    <a:pt x="432484" y="537005"/>
                  </a:lnTo>
                  <a:lnTo>
                    <a:pt x="432051" y="535970"/>
                  </a:lnTo>
                  <a:lnTo>
                    <a:pt x="431571" y="536023"/>
                  </a:lnTo>
                  <a:lnTo>
                    <a:pt x="431712" y="535593"/>
                  </a:lnTo>
                  <a:lnTo>
                    <a:pt x="431477" y="535629"/>
                  </a:lnTo>
                  <a:lnTo>
                    <a:pt x="431434" y="535195"/>
                  </a:lnTo>
                  <a:lnTo>
                    <a:pt x="431205" y="535209"/>
                  </a:lnTo>
                  <a:lnTo>
                    <a:pt x="431315" y="535022"/>
                  </a:lnTo>
                  <a:lnTo>
                    <a:pt x="431123" y="534868"/>
                  </a:lnTo>
                  <a:lnTo>
                    <a:pt x="431219" y="533379"/>
                  </a:lnTo>
                  <a:lnTo>
                    <a:pt x="430468" y="533315"/>
                  </a:lnTo>
                  <a:lnTo>
                    <a:pt x="430150" y="532500"/>
                  </a:lnTo>
                  <a:lnTo>
                    <a:pt x="427225" y="531248"/>
                  </a:lnTo>
                  <a:lnTo>
                    <a:pt x="425460" y="531363"/>
                  </a:lnTo>
                  <a:lnTo>
                    <a:pt x="425621" y="530422"/>
                  </a:lnTo>
                  <a:lnTo>
                    <a:pt x="425017" y="527699"/>
                  </a:lnTo>
                  <a:lnTo>
                    <a:pt x="422684" y="525799"/>
                  </a:lnTo>
                  <a:lnTo>
                    <a:pt x="421184" y="522821"/>
                  </a:lnTo>
                  <a:lnTo>
                    <a:pt x="420821" y="521624"/>
                  </a:lnTo>
                  <a:lnTo>
                    <a:pt x="421149" y="520659"/>
                  </a:lnTo>
                  <a:lnTo>
                    <a:pt x="421017" y="519002"/>
                  </a:lnTo>
                  <a:lnTo>
                    <a:pt x="419940" y="517226"/>
                  </a:lnTo>
                  <a:lnTo>
                    <a:pt x="418321" y="515729"/>
                  </a:lnTo>
                  <a:lnTo>
                    <a:pt x="417559" y="514530"/>
                  </a:lnTo>
                  <a:lnTo>
                    <a:pt x="416781" y="515809"/>
                  </a:lnTo>
                  <a:lnTo>
                    <a:pt x="416216" y="516253"/>
                  </a:lnTo>
                  <a:lnTo>
                    <a:pt x="415501" y="519058"/>
                  </a:lnTo>
                  <a:lnTo>
                    <a:pt x="413512" y="524074"/>
                  </a:lnTo>
                  <a:lnTo>
                    <a:pt x="410355" y="522916"/>
                  </a:lnTo>
                  <a:lnTo>
                    <a:pt x="409279" y="522056"/>
                  </a:lnTo>
                  <a:lnTo>
                    <a:pt x="407205" y="521066"/>
                  </a:lnTo>
                  <a:lnTo>
                    <a:pt x="403839" y="520690"/>
                  </a:lnTo>
                  <a:lnTo>
                    <a:pt x="403004" y="520410"/>
                  </a:lnTo>
                  <a:lnTo>
                    <a:pt x="402442" y="519889"/>
                  </a:lnTo>
                  <a:lnTo>
                    <a:pt x="399350" y="518710"/>
                  </a:lnTo>
                  <a:lnTo>
                    <a:pt x="398333" y="520251"/>
                  </a:lnTo>
                  <a:lnTo>
                    <a:pt x="397795" y="520469"/>
                  </a:lnTo>
                  <a:lnTo>
                    <a:pt x="397025" y="521393"/>
                  </a:lnTo>
                  <a:lnTo>
                    <a:pt x="396523" y="521485"/>
                  </a:lnTo>
                  <a:lnTo>
                    <a:pt x="396579" y="522330"/>
                  </a:lnTo>
                  <a:lnTo>
                    <a:pt x="396864" y="522746"/>
                  </a:lnTo>
                  <a:lnTo>
                    <a:pt x="396476" y="524576"/>
                  </a:lnTo>
                  <a:lnTo>
                    <a:pt x="397623" y="526855"/>
                  </a:lnTo>
                  <a:lnTo>
                    <a:pt x="397735" y="527522"/>
                  </a:lnTo>
                  <a:lnTo>
                    <a:pt x="398134" y="527639"/>
                  </a:lnTo>
                  <a:lnTo>
                    <a:pt x="398121" y="528361"/>
                  </a:lnTo>
                  <a:lnTo>
                    <a:pt x="398128" y="528702"/>
                  </a:lnTo>
                  <a:lnTo>
                    <a:pt x="398610" y="529215"/>
                  </a:lnTo>
                  <a:lnTo>
                    <a:pt x="398994" y="529239"/>
                  </a:lnTo>
                  <a:lnTo>
                    <a:pt x="399000" y="530063"/>
                  </a:lnTo>
                  <a:lnTo>
                    <a:pt x="398309" y="530888"/>
                  </a:lnTo>
                  <a:lnTo>
                    <a:pt x="398021" y="530879"/>
                  </a:lnTo>
                  <a:lnTo>
                    <a:pt x="397510" y="531729"/>
                  </a:lnTo>
                  <a:lnTo>
                    <a:pt x="396969" y="531899"/>
                  </a:lnTo>
                  <a:lnTo>
                    <a:pt x="397179" y="532341"/>
                  </a:lnTo>
                  <a:lnTo>
                    <a:pt x="396839" y="532561"/>
                  </a:lnTo>
                  <a:lnTo>
                    <a:pt x="396978" y="533232"/>
                  </a:lnTo>
                  <a:lnTo>
                    <a:pt x="396617" y="533540"/>
                  </a:lnTo>
                  <a:lnTo>
                    <a:pt x="396725" y="533765"/>
                  </a:lnTo>
                  <a:lnTo>
                    <a:pt x="396369" y="534240"/>
                  </a:lnTo>
                  <a:lnTo>
                    <a:pt x="396307" y="534805"/>
                  </a:lnTo>
                  <a:lnTo>
                    <a:pt x="395033" y="535362"/>
                  </a:lnTo>
                  <a:lnTo>
                    <a:pt x="394910" y="536588"/>
                  </a:lnTo>
                  <a:lnTo>
                    <a:pt x="394266" y="537580"/>
                  </a:lnTo>
                  <a:lnTo>
                    <a:pt x="393231" y="538514"/>
                  </a:lnTo>
                  <a:lnTo>
                    <a:pt x="392733" y="539421"/>
                  </a:lnTo>
                  <a:lnTo>
                    <a:pt x="392844" y="539838"/>
                  </a:lnTo>
                  <a:lnTo>
                    <a:pt x="391887" y="540553"/>
                  </a:lnTo>
                  <a:lnTo>
                    <a:pt x="390839" y="540488"/>
                  </a:lnTo>
                  <a:lnTo>
                    <a:pt x="390562" y="540081"/>
                  </a:lnTo>
                  <a:lnTo>
                    <a:pt x="390418" y="540451"/>
                  </a:lnTo>
                  <a:lnTo>
                    <a:pt x="390068" y="540372"/>
                  </a:lnTo>
                  <a:lnTo>
                    <a:pt x="390168" y="540898"/>
                  </a:lnTo>
                  <a:lnTo>
                    <a:pt x="388977" y="540767"/>
                  </a:lnTo>
                  <a:lnTo>
                    <a:pt x="388731" y="540464"/>
                  </a:lnTo>
                  <a:lnTo>
                    <a:pt x="386779" y="541273"/>
                  </a:lnTo>
                  <a:lnTo>
                    <a:pt x="386625" y="541596"/>
                  </a:lnTo>
                  <a:lnTo>
                    <a:pt x="386776" y="542808"/>
                  </a:lnTo>
                  <a:lnTo>
                    <a:pt x="386453" y="543703"/>
                  </a:lnTo>
                  <a:lnTo>
                    <a:pt x="387266" y="544918"/>
                  </a:lnTo>
                  <a:lnTo>
                    <a:pt x="387679" y="546252"/>
                  </a:lnTo>
                  <a:lnTo>
                    <a:pt x="388016" y="546556"/>
                  </a:lnTo>
                  <a:lnTo>
                    <a:pt x="388093" y="547459"/>
                  </a:lnTo>
                  <a:lnTo>
                    <a:pt x="387885" y="548703"/>
                  </a:lnTo>
                  <a:lnTo>
                    <a:pt x="387633" y="549060"/>
                  </a:lnTo>
                  <a:lnTo>
                    <a:pt x="387688" y="550233"/>
                  </a:lnTo>
                  <a:lnTo>
                    <a:pt x="387045" y="551480"/>
                  </a:lnTo>
                  <a:lnTo>
                    <a:pt x="387711" y="552529"/>
                  </a:lnTo>
                  <a:lnTo>
                    <a:pt x="387771" y="553109"/>
                  </a:lnTo>
                  <a:lnTo>
                    <a:pt x="386978" y="553536"/>
                  </a:lnTo>
                  <a:lnTo>
                    <a:pt x="386025" y="554936"/>
                  </a:lnTo>
                  <a:lnTo>
                    <a:pt x="386132" y="556329"/>
                  </a:lnTo>
                  <a:lnTo>
                    <a:pt x="385817" y="556518"/>
                  </a:lnTo>
                  <a:lnTo>
                    <a:pt x="385682" y="556960"/>
                  </a:lnTo>
                  <a:lnTo>
                    <a:pt x="385132" y="557146"/>
                  </a:lnTo>
                  <a:lnTo>
                    <a:pt x="384795" y="558080"/>
                  </a:lnTo>
                  <a:lnTo>
                    <a:pt x="383957" y="558339"/>
                  </a:lnTo>
                  <a:lnTo>
                    <a:pt x="382960" y="560727"/>
                  </a:lnTo>
                  <a:lnTo>
                    <a:pt x="382003" y="561368"/>
                  </a:lnTo>
                  <a:lnTo>
                    <a:pt x="381270" y="562448"/>
                  </a:lnTo>
                  <a:lnTo>
                    <a:pt x="380243" y="563019"/>
                  </a:lnTo>
                  <a:lnTo>
                    <a:pt x="380076" y="563433"/>
                  </a:lnTo>
                  <a:lnTo>
                    <a:pt x="378597" y="563512"/>
                  </a:lnTo>
                  <a:lnTo>
                    <a:pt x="377885" y="563229"/>
                  </a:lnTo>
                  <a:lnTo>
                    <a:pt x="377901" y="563041"/>
                  </a:lnTo>
                  <a:lnTo>
                    <a:pt x="376723" y="562859"/>
                  </a:lnTo>
                  <a:lnTo>
                    <a:pt x="376367" y="562595"/>
                  </a:lnTo>
                  <a:lnTo>
                    <a:pt x="376028" y="562679"/>
                  </a:lnTo>
                  <a:lnTo>
                    <a:pt x="375793" y="563105"/>
                  </a:lnTo>
                  <a:lnTo>
                    <a:pt x="375165" y="563252"/>
                  </a:lnTo>
                  <a:lnTo>
                    <a:pt x="374803" y="563191"/>
                  </a:lnTo>
                  <a:lnTo>
                    <a:pt x="373959" y="563662"/>
                  </a:lnTo>
                  <a:lnTo>
                    <a:pt x="374326" y="563985"/>
                  </a:lnTo>
                  <a:lnTo>
                    <a:pt x="374213" y="564194"/>
                  </a:lnTo>
                  <a:lnTo>
                    <a:pt x="373604" y="564022"/>
                  </a:lnTo>
                  <a:lnTo>
                    <a:pt x="373028" y="565138"/>
                  </a:lnTo>
                  <a:lnTo>
                    <a:pt x="372083" y="565820"/>
                  </a:lnTo>
                  <a:lnTo>
                    <a:pt x="372226" y="566066"/>
                  </a:lnTo>
                  <a:lnTo>
                    <a:pt x="372034" y="566261"/>
                  </a:lnTo>
                  <a:lnTo>
                    <a:pt x="371185" y="566467"/>
                  </a:lnTo>
                  <a:lnTo>
                    <a:pt x="371519" y="568048"/>
                  </a:lnTo>
                  <a:lnTo>
                    <a:pt x="370866" y="568152"/>
                  </a:lnTo>
                  <a:lnTo>
                    <a:pt x="370752" y="568514"/>
                  </a:lnTo>
                  <a:lnTo>
                    <a:pt x="369966" y="569211"/>
                  </a:lnTo>
                  <a:lnTo>
                    <a:pt x="370137" y="569993"/>
                  </a:lnTo>
                  <a:lnTo>
                    <a:pt x="370423" y="570240"/>
                  </a:lnTo>
                  <a:lnTo>
                    <a:pt x="370704" y="571174"/>
                  </a:lnTo>
                  <a:lnTo>
                    <a:pt x="371041" y="571180"/>
                  </a:lnTo>
                  <a:lnTo>
                    <a:pt x="371412" y="572369"/>
                  </a:lnTo>
                  <a:lnTo>
                    <a:pt x="370679" y="572618"/>
                  </a:lnTo>
                  <a:lnTo>
                    <a:pt x="370727" y="573401"/>
                  </a:lnTo>
                  <a:lnTo>
                    <a:pt x="371957" y="574681"/>
                  </a:lnTo>
                  <a:lnTo>
                    <a:pt x="371892" y="575089"/>
                  </a:lnTo>
                  <a:lnTo>
                    <a:pt x="372116" y="575311"/>
                  </a:lnTo>
                  <a:lnTo>
                    <a:pt x="372146" y="575648"/>
                  </a:lnTo>
                  <a:lnTo>
                    <a:pt x="371660" y="575858"/>
                  </a:lnTo>
                  <a:lnTo>
                    <a:pt x="372019" y="576758"/>
                  </a:lnTo>
                  <a:lnTo>
                    <a:pt x="371357" y="577340"/>
                  </a:lnTo>
                  <a:lnTo>
                    <a:pt x="371160" y="577244"/>
                  </a:lnTo>
                  <a:lnTo>
                    <a:pt x="371148" y="577451"/>
                  </a:lnTo>
                  <a:lnTo>
                    <a:pt x="372024" y="577909"/>
                  </a:lnTo>
                  <a:lnTo>
                    <a:pt x="372426" y="579717"/>
                  </a:lnTo>
                  <a:lnTo>
                    <a:pt x="372320" y="579989"/>
                  </a:lnTo>
                  <a:lnTo>
                    <a:pt x="372692" y="580116"/>
                  </a:lnTo>
                  <a:lnTo>
                    <a:pt x="372790" y="580453"/>
                  </a:lnTo>
                  <a:lnTo>
                    <a:pt x="373081" y="579918"/>
                  </a:lnTo>
                  <a:lnTo>
                    <a:pt x="374364" y="581264"/>
                  </a:lnTo>
                  <a:lnTo>
                    <a:pt x="374350" y="582527"/>
                  </a:lnTo>
                  <a:lnTo>
                    <a:pt x="374486" y="582719"/>
                  </a:lnTo>
                  <a:lnTo>
                    <a:pt x="374893" y="582609"/>
                  </a:lnTo>
                  <a:lnTo>
                    <a:pt x="375099" y="582811"/>
                  </a:lnTo>
                  <a:lnTo>
                    <a:pt x="375016" y="583099"/>
                  </a:lnTo>
                  <a:lnTo>
                    <a:pt x="375645" y="583608"/>
                  </a:lnTo>
                  <a:lnTo>
                    <a:pt x="375353" y="583711"/>
                  </a:lnTo>
                  <a:lnTo>
                    <a:pt x="375595" y="584353"/>
                  </a:lnTo>
                  <a:lnTo>
                    <a:pt x="375302" y="584284"/>
                  </a:lnTo>
                  <a:lnTo>
                    <a:pt x="374988" y="584976"/>
                  </a:lnTo>
                  <a:lnTo>
                    <a:pt x="375810" y="585707"/>
                  </a:lnTo>
                  <a:lnTo>
                    <a:pt x="375897" y="586270"/>
                  </a:lnTo>
                  <a:lnTo>
                    <a:pt x="375583" y="587247"/>
                  </a:lnTo>
                  <a:lnTo>
                    <a:pt x="375163" y="587248"/>
                  </a:lnTo>
                  <a:lnTo>
                    <a:pt x="375163" y="587947"/>
                  </a:lnTo>
                  <a:lnTo>
                    <a:pt x="374934" y="588270"/>
                  </a:lnTo>
                  <a:lnTo>
                    <a:pt x="374192" y="588287"/>
                  </a:lnTo>
                  <a:lnTo>
                    <a:pt x="374069" y="588973"/>
                  </a:lnTo>
                  <a:lnTo>
                    <a:pt x="374350" y="589000"/>
                  </a:lnTo>
                  <a:lnTo>
                    <a:pt x="374129" y="589433"/>
                  </a:lnTo>
                  <a:lnTo>
                    <a:pt x="374361" y="589425"/>
                  </a:lnTo>
                  <a:lnTo>
                    <a:pt x="374070" y="590131"/>
                  </a:lnTo>
                  <a:lnTo>
                    <a:pt x="373415" y="590252"/>
                  </a:lnTo>
                  <a:lnTo>
                    <a:pt x="373015" y="590070"/>
                  </a:lnTo>
                  <a:lnTo>
                    <a:pt x="372391" y="590855"/>
                  </a:lnTo>
                  <a:lnTo>
                    <a:pt x="371938" y="590871"/>
                  </a:lnTo>
                  <a:lnTo>
                    <a:pt x="372193" y="591236"/>
                  </a:lnTo>
                  <a:lnTo>
                    <a:pt x="372512" y="591268"/>
                  </a:lnTo>
                  <a:lnTo>
                    <a:pt x="372051" y="591854"/>
                  </a:lnTo>
                  <a:lnTo>
                    <a:pt x="371730" y="591786"/>
                  </a:lnTo>
                  <a:lnTo>
                    <a:pt x="371538" y="592115"/>
                  </a:lnTo>
                  <a:lnTo>
                    <a:pt x="371231" y="592095"/>
                  </a:lnTo>
                  <a:lnTo>
                    <a:pt x="371269" y="592463"/>
                  </a:lnTo>
                  <a:lnTo>
                    <a:pt x="371592" y="592696"/>
                  </a:lnTo>
                  <a:lnTo>
                    <a:pt x="371182" y="593408"/>
                  </a:lnTo>
                  <a:lnTo>
                    <a:pt x="370539" y="593517"/>
                  </a:lnTo>
                  <a:lnTo>
                    <a:pt x="370573" y="593894"/>
                  </a:lnTo>
                  <a:lnTo>
                    <a:pt x="368085" y="594900"/>
                  </a:lnTo>
                  <a:lnTo>
                    <a:pt x="367324" y="594235"/>
                  </a:lnTo>
                  <a:lnTo>
                    <a:pt x="366141" y="594522"/>
                  </a:lnTo>
                  <a:lnTo>
                    <a:pt x="365757" y="594232"/>
                  </a:lnTo>
                  <a:lnTo>
                    <a:pt x="365531" y="594425"/>
                  </a:lnTo>
                  <a:lnTo>
                    <a:pt x="364997" y="594190"/>
                  </a:lnTo>
                  <a:lnTo>
                    <a:pt x="364210" y="595119"/>
                  </a:lnTo>
                  <a:lnTo>
                    <a:pt x="363681" y="594517"/>
                  </a:lnTo>
                  <a:lnTo>
                    <a:pt x="363258" y="594938"/>
                  </a:lnTo>
                  <a:lnTo>
                    <a:pt x="362828" y="594206"/>
                  </a:lnTo>
                  <a:lnTo>
                    <a:pt x="362257" y="594578"/>
                  </a:lnTo>
                  <a:lnTo>
                    <a:pt x="361873" y="593954"/>
                  </a:lnTo>
                  <a:lnTo>
                    <a:pt x="361450" y="593894"/>
                  </a:lnTo>
                  <a:lnTo>
                    <a:pt x="360494" y="592549"/>
                  </a:lnTo>
                  <a:lnTo>
                    <a:pt x="359273" y="592423"/>
                  </a:lnTo>
                  <a:lnTo>
                    <a:pt x="358091" y="591120"/>
                  </a:lnTo>
                  <a:lnTo>
                    <a:pt x="356857" y="591032"/>
                  </a:lnTo>
                  <a:lnTo>
                    <a:pt x="356842" y="589945"/>
                  </a:lnTo>
                  <a:lnTo>
                    <a:pt x="356424" y="589311"/>
                  </a:lnTo>
                  <a:lnTo>
                    <a:pt x="350464" y="587963"/>
                  </a:lnTo>
                  <a:lnTo>
                    <a:pt x="348942" y="586834"/>
                  </a:lnTo>
                  <a:lnTo>
                    <a:pt x="348125" y="587007"/>
                  </a:lnTo>
                  <a:lnTo>
                    <a:pt x="347513" y="587407"/>
                  </a:lnTo>
                  <a:lnTo>
                    <a:pt x="347212" y="588735"/>
                  </a:lnTo>
                  <a:lnTo>
                    <a:pt x="346047" y="590033"/>
                  </a:lnTo>
                  <a:lnTo>
                    <a:pt x="345297" y="589894"/>
                  </a:lnTo>
                  <a:lnTo>
                    <a:pt x="344841" y="590380"/>
                  </a:lnTo>
                  <a:lnTo>
                    <a:pt x="343124" y="591183"/>
                  </a:lnTo>
                  <a:lnTo>
                    <a:pt x="342979" y="591787"/>
                  </a:lnTo>
                  <a:lnTo>
                    <a:pt x="343442" y="592650"/>
                  </a:lnTo>
                  <a:lnTo>
                    <a:pt x="345111" y="594041"/>
                  </a:lnTo>
                  <a:lnTo>
                    <a:pt x="345721" y="595180"/>
                  </a:lnTo>
                  <a:lnTo>
                    <a:pt x="345896" y="596763"/>
                  </a:lnTo>
                  <a:lnTo>
                    <a:pt x="345623" y="597617"/>
                  </a:lnTo>
                  <a:lnTo>
                    <a:pt x="345733" y="598073"/>
                  </a:lnTo>
                  <a:lnTo>
                    <a:pt x="346935" y="599694"/>
                  </a:lnTo>
                  <a:lnTo>
                    <a:pt x="346679" y="599967"/>
                  </a:lnTo>
                  <a:lnTo>
                    <a:pt x="346370" y="601202"/>
                  </a:lnTo>
                  <a:lnTo>
                    <a:pt x="347474" y="602701"/>
                  </a:lnTo>
                  <a:lnTo>
                    <a:pt x="347434" y="604428"/>
                  </a:lnTo>
                  <a:lnTo>
                    <a:pt x="347946" y="604879"/>
                  </a:lnTo>
                  <a:lnTo>
                    <a:pt x="347728" y="605455"/>
                  </a:lnTo>
                  <a:lnTo>
                    <a:pt x="348525" y="607504"/>
                  </a:lnTo>
                  <a:lnTo>
                    <a:pt x="347892" y="609077"/>
                  </a:lnTo>
                  <a:lnTo>
                    <a:pt x="346729" y="610349"/>
                  </a:lnTo>
                  <a:lnTo>
                    <a:pt x="346497" y="611473"/>
                  </a:lnTo>
                  <a:lnTo>
                    <a:pt x="346212" y="611548"/>
                  </a:lnTo>
                  <a:lnTo>
                    <a:pt x="344868" y="610785"/>
                  </a:lnTo>
                  <a:lnTo>
                    <a:pt x="344007" y="609854"/>
                  </a:lnTo>
                  <a:lnTo>
                    <a:pt x="343342" y="610271"/>
                  </a:lnTo>
                  <a:lnTo>
                    <a:pt x="343582" y="611097"/>
                  </a:lnTo>
                  <a:lnTo>
                    <a:pt x="343449" y="611312"/>
                  </a:lnTo>
                  <a:lnTo>
                    <a:pt x="342807" y="611394"/>
                  </a:lnTo>
                  <a:lnTo>
                    <a:pt x="342204" y="610766"/>
                  </a:lnTo>
                  <a:lnTo>
                    <a:pt x="340855" y="610769"/>
                  </a:lnTo>
                  <a:lnTo>
                    <a:pt x="340169" y="611195"/>
                  </a:lnTo>
                  <a:lnTo>
                    <a:pt x="340193" y="611597"/>
                  </a:lnTo>
                  <a:lnTo>
                    <a:pt x="339437" y="612568"/>
                  </a:lnTo>
                  <a:lnTo>
                    <a:pt x="339694" y="614240"/>
                  </a:lnTo>
                  <a:lnTo>
                    <a:pt x="339599" y="615202"/>
                  </a:lnTo>
                  <a:lnTo>
                    <a:pt x="339214" y="615995"/>
                  </a:lnTo>
                  <a:lnTo>
                    <a:pt x="339299" y="616624"/>
                  </a:lnTo>
                  <a:lnTo>
                    <a:pt x="340736" y="619053"/>
                  </a:lnTo>
                  <a:lnTo>
                    <a:pt x="341821" y="621677"/>
                  </a:lnTo>
                  <a:lnTo>
                    <a:pt x="341886" y="622863"/>
                  </a:lnTo>
                  <a:lnTo>
                    <a:pt x="340708" y="623572"/>
                  </a:lnTo>
                  <a:lnTo>
                    <a:pt x="339248" y="624229"/>
                  </a:lnTo>
                  <a:lnTo>
                    <a:pt x="338454" y="623970"/>
                  </a:lnTo>
                  <a:lnTo>
                    <a:pt x="337750" y="624517"/>
                  </a:lnTo>
                  <a:lnTo>
                    <a:pt x="335965" y="625061"/>
                  </a:lnTo>
                  <a:lnTo>
                    <a:pt x="336224" y="625890"/>
                  </a:lnTo>
                  <a:lnTo>
                    <a:pt x="336141" y="626951"/>
                  </a:lnTo>
                  <a:lnTo>
                    <a:pt x="333248" y="626939"/>
                  </a:lnTo>
                  <a:lnTo>
                    <a:pt x="332411" y="627462"/>
                  </a:lnTo>
                  <a:lnTo>
                    <a:pt x="329779" y="628318"/>
                  </a:lnTo>
                  <a:lnTo>
                    <a:pt x="328620" y="629717"/>
                  </a:lnTo>
                  <a:lnTo>
                    <a:pt x="326711" y="630813"/>
                  </a:lnTo>
                  <a:lnTo>
                    <a:pt x="326194" y="631406"/>
                  </a:lnTo>
                  <a:lnTo>
                    <a:pt x="321994" y="632932"/>
                  </a:lnTo>
                  <a:lnTo>
                    <a:pt x="321890" y="629744"/>
                  </a:lnTo>
                  <a:lnTo>
                    <a:pt x="321257" y="626577"/>
                  </a:lnTo>
                  <a:lnTo>
                    <a:pt x="318006" y="618610"/>
                  </a:lnTo>
                  <a:lnTo>
                    <a:pt x="316405" y="615968"/>
                  </a:lnTo>
                  <a:lnTo>
                    <a:pt x="312697" y="611404"/>
                  </a:lnTo>
                  <a:lnTo>
                    <a:pt x="308519" y="604538"/>
                  </a:lnTo>
                  <a:lnTo>
                    <a:pt x="305409" y="598101"/>
                  </a:lnTo>
                  <a:lnTo>
                    <a:pt x="300938" y="591833"/>
                  </a:lnTo>
                  <a:lnTo>
                    <a:pt x="297391" y="586081"/>
                  </a:lnTo>
                  <a:lnTo>
                    <a:pt x="292569" y="578311"/>
                  </a:lnTo>
                  <a:lnTo>
                    <a:pt x="291385" y="575212"/>
                  </a:lnTo>
                  <a:lnTo>
                    <a:pt x="290694" y="571460"/>
                  </a:lnTo>
                  <a:lnTo>
                    <a:pt x="289925" y="568981"/>
                  </a:lnTo>
                  <a:lnTo>
                    <a:pt x="288606" y="566705"/>
                  </a:lnTo>
                  <a:lnTo>
                    <a:pt x="287310" y="565141"/>
                  </a:lnTo>
                  <a:lnTo>
                    <a:pt x="283871" y="562408"/>
                  </a:lnTo>
                  <a:lnTo>
                    <a:pt x="279879" y="560427"/>
                  </a:lnTo>
                  <a:lnTo>
                    <a:pt x="274716" y="556485"/>
                  </a:lnTo>
                  <a:lnTo>
                    <a:pt x="272431" y="556120"/>
                  </a:lnTo>
                  <a:lnTo>
                    <a:pt x="269008" y="556532"/>
                  </a:lnTo>
                  <a:lnTo>
                    <a:pt x="267469" y="557068"/>
                  </a:lnTo>
                  <a:lnTo>
                    <a:pt x="265134" y="558811"/>
                  </a:lnTo>
                  <a:lnTo>
                    <a:pt x="263477" y="560396"/>
                  </a:lnTo>
                  <a:lnTo>
                    <a:pt x="262095" y="561474"/>
                  </a:lnTo>
                  <a:lnTo>
                    <a:pt x="260571" y="563323"/>
                  </a:lnTo>
                  <a:lnTo>
                    <a:pt x="255863" y="564746"/>
                  </a:lnTo>
                  <a:lnTo>
                    <a:pt x="254392" y="564733"/>
                  </a:lnTo>
                  <a:lnTo>
                    <a:pt x="248904" y="563883"/>
                  </a:lnTo>
                  <a:lnTo>
                    <a:pt x="245926" y="562998"/>
                  </a:lnTo>
                  <a:lnTo>
                    <a:pt x="244239" y="562813"/>
                  </a:lnTo>
                  <a:lnTo>
                    <a:pt x="242351" y="563491"/>
                  </a:lnTo>
                  <a:lnTo>
                    <a:pt x="241384" y="564418"/>
                  </a:lnTo>
                  <a:lnTo>
                    <a:pt x="240452" y="566081"/>
                  </a:lnTo>
                  <a:lnTo>
                    <a:pt x="239353" y="568870"/>
                  </a:lnTo>
                  <a:lnTo>
                    <a:pt x="238244" y="576952"/>
                  </a:lnTo>
                  <a:lnTo>
                    <a:pt x="237288" y="579556"/>
                  </a:lnTo>
                  <a:lnTo>
                    <a:pt x="236330" y="581253"/>
                  </a:lnTo>
                  <a:lnTo>
                    <a:pt x="234683" y="583289"/>
                  </a:lnTo>
                  <a:lnTo>
                    <a:pt x="233493" y="584152"/>
                  </a:lnTo>
                  <a:lnTo>
                    <a:pt x="232303" y="584832"/>
                  </a:lnTo>
                  <a:lnTo>
                    <a:pt x="229642" y="585816"/>
                  </a:lnTo>
                  <a:lnTo>
                    <a:pt x="226942" y="585747"/>
                  </a:lnTo>
                  <a:lnTo>
                    <a:pt x="224974" y="584324"/>
                  </a:lnTo>
                  <a:lnTo>
                    <a:pt x="220461" y="578465"/>
                  </a:lnTo>
                  <a:lnTo>
                    <a:pt x="216180" y="570572"/>
                  </a:lnTo>
                  <a:lnTo>
                    <a:pt x="212110" y="564079"/>
                  </a:lnTo>
                  <a:lnTo>
                    <a:pt x="211201" y="561652"/>
                  </a:lnTo>
                  <a:lnTo>
                    <a:pt x="210426" y="557078"/>
                  </a:lnTo>
                  <a:lnTo>
                    <a:pt x="211173" y="547976"/>
                  </a:lnTo>
                  <a:lnTo>
                    <a:pt x="210823" y="543643"/>
                  </a:lnTo>
                  <a:lnTo>
                    <a:pt x="210443" y="542461"/>
                  </a:lnTo>
                  <a:lnTo>
                    <a:pt x="206535" y="535701"/>
                  </a:lnTo>
                  <a:lnTo>
                    <a:pt x="204225" y="530894"/>
                  </a:lnTo>
                  <a:lnTo>
                    <a:pt x="203843" y="527969"/>
                  </a:lnTo>
                  <a:lnTo>
                    <a:pt x="204910" y="518878"/>
                  </a:lnTo>
                  <a:lnTo>
                    <a:pt x="204690" y="516995"/>
                  </a:lnTo>
                  <a:lnTo>
                    <a:pt x="204187" y="515332"/>
                  </a:lnTo>
                  <a:lnTo>
                    <a:pt x="202942" y="513273"/>
                  </a:lnTo>
                  <a:lnTo>
                    <a:pt x="194317" y="506440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pg78">
              <a:extLst>
                <a:ext uri="{FF2B5EF4-FFF2-40B4-BE49-F238E27FC236}">
                  <a16:creationId xmlns:a16="http://schemas.microsoft.com/office/drawing/2014/main" id="{BF215A1A-49AE-D07E-70C1-00CA5CE0FF08}"/>
                </a:ext>
              </a:extLst>
            </p:cNvPr>
            <p:cNvSpPr/>
            <p:nvPr/>
          </p:nvSpPr>
          <p:spPr>
            <a:xfrm>
              <a:off x="4611363" y="892192"/>
              <a:ext cx="484566" cy="549008"/>
            </a:xfrm>
            <a:custGeom>
              <a:avLst/>
              <a:gdLst/>
              <a:ahLst/>
              <a:cxnLst/>
              <a:rect l="0" t="0" r="0" b="0"/>
              <a:pathLst>
                <a:path w="484566" h="549008">
                  <a:moveTo>
                    <a:pt x="94678" y="412265"/>
                  </a:moveTo>
                  <a:lnTo>
                    <a:pt x="94136" y="412069"/>
                  </a:lnTo>
                  <a:lnTo>
                    <a:pt x="94353" y="409750"/>
                  </a:lnTo>
                  <a:lnTo>
                    <a:pt x="92158" y="409173"/>
                  </a:lnTo>
                  <a:lnTo>
                    <a:pt x="92540" y="408112"/>
                  </a:lnTo>
                  <a:lnTo>
                    <a:pt x="93137" y="408345"/>
                  </a:lnTo>
                  <a:lnTo>
                    <a:pt x="93572" y="407136"/>
                  </a:lnTo>
                  <a:lnTo>
                    <a:pt x="90779" y="407330"/>
                  </a:lnTo>
                  <a:lnTo>
                    <a:pt x="90389" y="411061"/>
                  </a:lnTo>
                  <a:lnTo>
                    <a:pt x="90856" y="411413"/>
                  </a:lnTo>
                  <a:lnTo>
                    <a:pt x="91961" y="411479"/>
                  </a:lnTo>
                  <a:lnTo>
                    <a:pt x="91481" y="412822"/>
                  </a:lnTo>
                  <a:lnTo>
                    <a:pt x="91788" y="413531"/>
                  </a:lnTo>
                  <a:lnTo>
                    <a:pt x="90858" y="413641"/>
                  </a:lnTo>
                  <a:lnTo>
                    <a:pt x="90590" y="414734"/>
                  </a:lnTo>
                  <a:lnTo>
                    <a:pt x="88865" y="414613"/>
                  </a:lnTo>
                  <a:lnTo>
                    <a:pt x="88756" y="415401"/>
                  </a:lnTo>
                  <a:lnTo>
                    <a:pt x="89902" y="415365"/>
                  </a:lnTo>
                  <a:lnTo>
                    <a:pt x="90213" y="416395"/>
                  </a:lnTo>
                  <a:lnTo>
                    <a:pt x="86345" y="417137"/>
                  </a:lnTo>
                  <a:lnTo>
                    <a:pt x="84974" y="416704"/>
                  </a:lnTo>
                  <a:lnTo>
                    <a:pt x="83852" y="415691"/>
                  </a:lnTo>
                  <a:lnTo>
                    <a:pt x="82958" y="415458"/>
                  </a:lnTo>
                  <a:lnTo>
                    <a:pt x="81786" y="415651"/>
                  </a:lnTo>
                  <a:lnTo>
                    <a:pt x="80609" y="416280"/>
                  </a:lnTo>
                  <a:lnTo>
                    <a:pt x="78199" y="415280"/>
                  </a:lnTo>
                  <a:lnTo>
                    <a:pt x="77709" y="415552"/>
                  </a:lnTo>
                  <a:lnTo>
                    <a:pt x="76202" y="414904"/>
                  </a:lnTo>
                  <a:lnTo>
                    <a:pt x="75875" y="414464"/>
                  </a:lnTo>
                  <a:lnTo>
                    <a:pt x="74867" y="413913"/>
                  </a:lnTo>
                  <a:lnTo>
                    <a:pt x="73833" y="413639"/>
                  </a:lnTo>
                  <a:lnTo>
                    <a:pt x="71002" y="414295"/>
                  </a:lnTo>
                  <a:lnTo>
                    <a:pt x="70915" y="413373"/>
                  </a:lnTo>
                  <a:lnTo>
                    <a:pt x="71186" y="411912"/>
                  </a:lnTo>
                  <a:lnTo>
                    <a:pt x="70884" y="409107"/>
                  </a:lnTo>
                  <a:lnTo>
                    <a:pt x="71060" y="407545"/>
                  </a:lnTo>
                  <a:lnTo>
                    <a:pt x="67481" y="407355"/>
                  </a:lnTo>
                  <a:lnTo>
                    <a:pt x="64705" y="408399"/>
                  </a:lnTo>
                  <a:lnTo>
                    <a:pt x="64324" y="408223"/>
                  </a:lnTo>
                  <a:lnTo>
                    <a:pt x="62449" y="408355"/>
                  </a:lnTo>
                  <a:lnTo>
                    <a:pt x="61609" y="408126"/>
                  </a:lnTo>
                  <a:lnTo>
                    <a:pt x="60400" y="407262"/>
                  </a:lnTo>
                  <a:lnTo>
                    <a:pt x="58521" y="406609"/>
                  </a:lnTo>
                  <a:lnTo>
                    <a:pt x="52844" y="406573"/>
                  </a:lnTo>
                  <a:lnTo>
                    <a:pt x="51903" y="405951"/>
                  </a:lnTo>
                  <a:lnTo>
                    <a:pt x="50611" y="404445"/>
                  </a:lnTo>
                  <a:lnTo>
                    <a:pt x="47837" y="402050"/>
                  </a:lnTo>
                  <a:lnTo>
                    <a:pt x="44476" y="405269"/>
                  </a:lnTo>
                  <a:lnTo>
                    <a:pt x="44139" y="405168"/>
                  </a:lnTo>
                  <a:lnTo>
                    <a:pt x="42742" y="404297"/>
                  </a:lnTo>
                  <a:lnTo>
                    <a:pt x="42331" y="403668"/>
                  </a:lnTo>
                  <a:lnTo>
                    <a:pt x="41489" y="403340"/>
                  </a:lnTo>
                  <a:lnTo>
                    <a:pt x="40806" y="400362"/>
                  </a:lnTo>
                  <a:lnTo>
                    <a:pt x="40126" y="400424"/>
                  </a:lnTo>
                  <a:lnTo>
                    <a:pt x="39910" y="400667"/>
                  </a:lnTo>
                  <a:lnTo>
                    <a:pt x="39542" y="400512"/>
                  </a:lnTo>
                  <a:lnTo>
                    <a:pt x="38895" y="400078"/>
                  </a:lnTo>
                  <a:lnTo>
                    <a:pt x="37781" y="398708"/>
                  </a:lnTo>
                  <a:lnTo>
                    <a:pt x="36486" y="399308"/>
                  </a:lnTo>
                  <a:lnTo>
                    <a:pt x="36434" y="399525"/>
                  </a:lnTo>
                  <a:lnTo>
                    <a:pt x="34405" y="399636"/>
                  </a:lnTo>
                  <a:lnTo>
                    <a:pt x="34404" y="400394"/>
                  </a:lnTo>
                  <a:lnTo>
                    <a:pt x="34075" y="400513"/>
                  </a:lnTo>
                  <a:lnTo>
                    <a:pt x="34436" y="401906"/>
                  </a:lnTo>
                  <a:lnTo>
                    <a:pt x="33247" y="403226"/>
                  </a:lnTo>
                  <a:lnTo>
                    <a:pt x="31337" y="406162"/>
                  </a:lnTo>
                  <a:lnTo>
                    <a:pt x="30944" y="407711"/>
                  </a:lnTo>
                  <a:lnTo>
                    <a:pt x="31149" y="408906"/>
                  </a:lnTo>
                  <a:lnTo>
                    <a:pt x="30131" y="408607"/>
                  </a:lnTo>
                  <a:lnTo>
                    <a:pt x="29913" y="408291"/>
                  </a:lnTo>
                  <a:lnTo>
                    <a:pt x="30113" y="407782"/>
                  </a:lnTo>
                  <a:lnTo>
                    <a:pt x="30313" y="401067"/>
                  </a:lnTo>
                  <a:lnTo>
                    <a:pt x="29508" y="400842"/>
                  </a:lnTo>
                  <a:lnTo>
                    <a:pt x="29971" y="397750"/>
                  </a:lnTo>
                  <a:lnTo>
                    <a:pt x="29509" y="397759"/>
                  </a:lnTo>
                  <a:lnTo>
                    <a:pt x="28845" y="393860"/>
                  </a:lnTo>
                  <a:lnTo>
                    <a:pt x="28593" y="394125"/>
                  </a:lnTo>
                  <a:lnTo>
                    <a:pt x="27832" y="394104"/>
                  </a:lnTo>
                  <a:lnTo>
                    <a:pt x="27908" y="394423"/>
                  </a:lnTo>
                  <a:lnTo>
                    <a:pt x="27679" y="394700"/>
                  </a:lnTo>
                  <a:lnTo>
                    <a:pt x="27111" y="394688"/>
                  </a:lnTo>
                  <a:lnTo>
                    <a:pt x="26908" y="394397"/>
                  </a:lnTo>
                  <a:lnTo>
                    <a:pt x="26219" y="394204"/>
                  </a:lnTo>
                  <a:lnTo>
                    <a:pt x="25710" y="394425"/>
                  </a:lnTo>
                  <a:lnTo>
                    <a:pt x="25338" y="394332"/>
                  </a:lnTo>
                  <a:lnTo>
                    <a:pt x="25255" y="393958"/>
                  </a:lnTo>
                  <a:lnTo>
                    <a:pt x="24886" y="393785"/>
                  </a:lnTo>
                  <a:lnTo>
                    <a:pt x="24402" y="394185"/>
                  </a:lnTo>
                  <a:lnTo>
                    <a:pt x="24319" y="394658"/>
                  </a:lnTo>
                  <a:lnTo>
                    <a:pt x="24578" y="394726"/>
                  </a:lnTo>
                  <a:lnTo>
                    <a:pt x="24776" y="395179"/>
                  </a:lnTo>
                  <a:lnTo>
                    <a:pt x="24364" y="395507"/>
                  </a:lnTo>
                  <a:lnTo>
                    <a:pt x="24420" y="395762"/>
                  </a:lnTo>
                  <a:lnTo>
                    <a:pt x="23956" y="395606"/>
                  </a:lnTo>
                  <a:lnTo>
                    <a:pt x="23768" y="395895"/>
                  </a:lnTo>
                  <a:lnTo>
                    <a:pt x="24000" y="396101"/>
                  </a:lnTo>
                  <a:lnTo>
                    <a:pt x="23580" y="396540"/>
                  </a:lnTo>
                  <a:lnTo>
                    <a:pt x="23940" y="396941"/>
                  </a:lnTo>
                  <a:lnTo>
                    <a:pt x="23674" y="397059"/>
                  </a:lnTo>
                  <a:lnTo>
                    <a:pt x="23518" y="397677"/>
                  </a:lnTo>
                  <a:lnTo>
                    <a:pt x="23739" y="398523"/>
                  </a:lnTo>
                  <a:lnTo>
                    <a:pt x="23615" y="398755"/>
                  </a:lnTo>
                  <a:lnTo>
                    <a:pt x="23793" y="398822"/>
                  </a:lnTo>
                  <a:lnTo>
                    <a:pt x="23482" y="399188"/>
                  </a:lnTo>
                  <a:lnTo>
                    <a:pt x="23603" y="399913"/>
                  </a:lnTo>
                  <a:lnTo>
                    <a:pt x="23311" y="400106"/>
                  </a:lnTo>
                  <a:lnTo>
                    <a:pt x="23405" y="400436"/>
                  </a:lnTo>
                  <a:lnTo>
                    <a:pt x="23047" y="401186"/>
                  </a:lnTo>
                  <a:lnTo>
                    <a:pt x="22322" y="401734"/>
                  </a:lnTo>
                  <a:lnTo>
                    <a:pt x="19450" y="401005"/>
                  </a:lnTo>
                  <a:lnTo>
                    <a:pt x="18406" y="400958"/>
                  </a:lnTo>
                  <a:lnTo>
                    <a:pt x="18122" y="399326"/>
                  </a:lnTo>
                  <a:lnTo>
                    <a:pt x="16065" y="399755"/>
                  </a:lnTo>
                  <a:lnTo>
                    <a:pt x="14943" y="399686"/>
                  </a:lnTo>
                  <a:lnTo>
                    <a:pt x="15496" y="397314"/>
                  </a:lnTo>
                  <a:lnTo>
                    <a:pt x="16168" y="396093"/>
                  </a:lnTo>
                  <a:lnTo>
                    <a:pt x="15768" y="394290"/>
                  </a:lnTo>
                  <a:lnTo>
                    <a:pt x="15536" y="393750"/>
                  </a:lnTo>
                  <a:lnTo>
                    <a:pt x="15121" y="393557"/>
                  </a:lnTo>
                  <a:lnTo>
                    <a:pt x="17118" y="390198"/>
                  </a:lnTo>
                  <a:lnTo>
                    <a:pt x="16711" y="389569"/>
                  </a:lnTo>
                  <a:lnTo>
                    <a:pt x="16762" y="388710"/>
                  </a:lnTo>
                  <a:lnTo>
                    <a:pt x="17542" y="387926"/>
                  </a:lnTo>
                  <a:lnTo>
                    <a:pt x="18835" y="387695"/>
                  </a:lnTo>
                  <a:lnTo>
                    <a:pt x="18644" y="387247"/>
                  </a:lnTo>
                  <a:lnTo>
                    <a:pt x="18902" y="387262"/>
                  </a:lnTo>
                  <a:lnTo>
                    <a:pt x="18892" y="386790"/>
                  </a:lnTo>
                  <a:lnTo>
                    <a:pt x="18651" y="386648"/>
                  </a:lnTo>
                  <a:lnTo>
                    <a:pt x="19326" y="386047"/>
                  </a:lnTo>
                  <a:lnTo>
                    <a:pt x="19225" y="385220"/>
                  </a:lnTo>
                  <a:lnTo>
                    <a:pt x="19757" y="384634"/>
                  </a:lnTo>
                  <a:lnTo>
                    <a:pt x="19913" y="384002"/>
                  </a:lnTo>
                  <a:lnTo>
                    <a:pt x="19603" y="383637"/>
                  </a:lnTo>
                  <a:lnTo>
                    <a:pt x="19251" y="383826"/>
                  </a:lnTo>
                  <a:lnTo>
                    <a:pt x="19152" y="383341"/>
                  </a:lnTo>
                  <a:lnTo>
                    <a:pt x="18812" y="383048"/>
                  </a:lnTo>
                  <a:lnTo>
                    <a:pt x="19226" y="382899"/>
                  </a:lnTo>
                  <a:lnTo>
                    <a:pt x="19289" y="382705"/>
                  </a:lnTo>
                  <a:lnTo>
                    <a:pt x="18960" y="382530"/>
                  </a:lnTo>
                  <a:lnTo>
                    <a:pt x="19529" y="382240"/>
                  </a:lnTo>
                  <a:lnTo>
                    <a:pt x="19272" y="382196"/>
                  </a:lnTo>
                  <a:lnTo>
                    <a:pt x="19695" y="381679"/>
                  </a:lnTo>
                  <a:lnTo>
                    <a:pt x="19445" y="381613"/>
                  </a:lnTo>
                  <a:lnTo>
                    <a:pt x="19697" y="381297"/>
                  </a:lnTo>
                  <a:lnTo>
                    <a:pt x="19293" y="381118"/>
                  </a:lnTo>
                  <a:lnTo>
                    <a:pt x="19499" y="380958"/>
                  </a:lnTo>
                  <a:lnTo>
                    <a:pt x="19602" y="380684"/>
                  </a:lnTo>
                  <a:lnTo>
                    <a:pt x="20066" y="380619"/>
                  </a:lnTo>
                  <a:lnTo>
                    <a:pt x="19846" y="380392"/>
                  </a:lnTo>
                  <a:lnTo>
                    <a:pt x="20087" y="379980"/>
                  </a:lnTo>
                  <a:lnTo>
                    <a:pt x="19549" y="378920"/>
                  </a:lnTo>
                  <a:lnTo>
                    <a:pt x="19265" y="378733"/>
                  </a:lnTo>
                  <a:lnTo>
                    <a:pt x="19249" y="378146"/>
                  </a:lnTo>
                  <a:lnTo>
                    <a:pt x="18561" y="377867"/>
                  </a:lnTo>
                  <a:lnTo>
                    <a:pt x="16531" y="377807"/>
                  </a:lnTo>
                  <a:lnTo>
                    <a:pt x="16497" y="377588"/>
                  </a:lnTo>
                  <a:lnTo>
                    <a:pt x="14573" y="377287"/>
                  </a:lnTo>
                  <a:lnTo>
                    <a:pt x="14904" y="375480"/>
                  </a:lnTo>
                  <a:lnTo>
                    <a:pt x="12558" y="374614"/>
                  </a:lnTo>
                  <a:lnTo>
                    <a:pt x="9718" y="373102"/>
                  </a:lnTo>
                  <a:lnTo>
                    <a:pt x="4682" y="371984"/>
                  </a:lnTo>
                  <a:lnTo>
                    <a:pt x="1671" y="371957"/>
                  </a:lnTo>
                  <a:lnTo>
                    <a:pt x="1772" y="370234"/>
                  </a:lnTo>
                  <a:lnTo>
                    <a:pt x="3541" y="369164"/>
                  </a:lnTo>
                  <a:lnTo>
                    <a:pt x="3922" y="368499"/>
                  </a:lnTo>
                  <a:lnTo>
                    <a:pt x="3611" y="368283"/>
                  </a:lnTo>
                  <a:lnTo>
                    <a:pt x="435" y="368141"/>
                  </a:lnTo>
                  <a:lnTo>
                    <a:pt x="0" y="367393"/>
                  </a:lnTo>
                  <a:lnTo>
                    <a:pt x="0" y="366610"/>
                  </a:lnTo>
                  <a:lnTo>
                    <a:pt x="1865" y="364070"/>
                  </a:lnTo>
                  <a:lnTo>
                    <a:pt x="1283" y="362100"/>
                  </a:lnTo>
                  <a:lnTo>
                    <a:pt x="3754" y="361298"/>
                  </a:lnTo>
                  <a:lnTo>
                    <a:pt x="3605" y="360376"/>
                  </a:lnTo>
                  <a:lnTo>
                    <a:pt x="1905" y="359894"/>
                  </a:lnTo>
                  <a:lnTo>
                    <a:pt x="1484" y="359127"/>
                  </a:lnTo>
                  <a:lnTo>
                    <a:pt x="1518" y="358328"/>
                  </a:lnTo>
                  <a:lnTo>
                    <a:pt x="2153" y="356691"/>
                  </a:lnTo>
                  <a:lnTo>
                    <a:pt x="3424" y="355498"/>
                  </a:lnTo>
                  <a:lnTo>
                    <a:pt x="3873" y="355359"/>
                  </a:lnTo>
                  <a:lnTo>
                    <a:pt x="4060" y="354927"/>
                  </a:lnTo>
                  <a:lnTo>
                    <a:pt x="3999" y="354523"/>
                  </a:lnTo>
                  <a:lnTo>
                    <a:pt x="1845" y="353082"/>
                  </a:lnTo>
                  <a:lnTo>
                    <a:pt x="1545" y="352671"/>
                  </a:lnTo>
                  <a:lnTo>
                    <a:pt x="1349" y="352221"/>
                  </a:lnTo>
                  <a:lnTo>
                    <a:pt x="1461" y="351094"/>
                  </a:lnTo>
                  <a:lnTo>
                    <a:pt x="2208" y="349696"/>
                  </a:lnTo>
                  <a:lnTo>
                    <a:pt x="916" y="348018"/>
                  </a:lnTo>
                  <a:lnTo>
                    <a:pt x="4588" y="343990"/>
                  </a:lnTo>
                  <a:lnTo>
                    <a:pt x="7377" y="339319"/>
                  </a:lnTo>
                  <a:lnTo>
                    <a:pt x="10952" y="330140"/>
                  </a:lnTo>
                  <a:lnTo>
                    <a:pt x="11717" y="327117"/>
                  </a:lnTo>
                  <a:lnTo>
                    <a:pt x="12147" y="324041"/>
                  </a:lnTo>
                  <a:lnTo>
                    <a:pt x="12896" y="310946"/>
                  </a:lnTo>
                  <a:lnTo>
                    <a:pt x="13913" y="303731"/>
                  </a:lnTo>
                  <a:lnTo>
                    <a:pt x="15511" y="297255"/>
                  </a:lnTo>
                  <a:lnTo>
                    <a:pt x="17728" y="290970"/>
                  </a:lnTo>
                  <a:lnTo>
                    <a:pt x="30603" y="262879"/>
                  </a:lnTo>
                  <a:lnTo>
                    <a:pt x="33316" y="256929"/>
                  </a:lnTo>
                  <a:lnTo>
                    <a:pt x="34100" y="254732"/>
                  </a:lnTo>
                  <a:lnTo>
                    <a:pt x="34720" y="251566"/>
                  </a:lnTo>
                  <a:lnTo>
                    <a:pt x="34784" y="248323"/>
                  </a:lnTo>
                  <a:lnTo>
                    <a:pt x="34166" y="244266"/>
                  </a:lnTo>
                  <a:lnTo>
                    <a:pt x="32532" y="239173"/>
                  </a:lnTo>
                  <a:lnTo>
                    <a:pt x="30342" y="234720"/>
                  </a:lnTo>
                  <a:lnTo>
                    <a:pt x="28717" y="232085"/>
                  </a:lnTo>
                  <a:lnTo>
                    <a:pt x="22839" y="223270"/>
                  </a:lnTo>
                  <a:lnTo>
                    <a:pt x="22021" y="221401"/>
                  </a:lnTo>
                  <a:lnTo>
                    <a:pt x="21219" y="218439"/>
                  </a:lnTo>
                  <a:lnTo>
                    <a:pt x="20947" y="215959"/>
                  </a:lnTo>
                  <a:lnTo>
                    <a:pt x="21089" y="213545"/>
                  </a:lnTo>
                  <a:lnTo>
                    <a:pt x="22745" y="207876"/>
                  </a:lnTo>
                  <a:lnTo>
                    <a:pt x="26978" y="195482"/>
                  </a:lnTo>
                  <a:lnTo>
                    <a:pt x="28270" y="193004"/>
                  </a:lnTo>
                  <a:lnTo>
                    <a:pt x="30686" y="189441"/>
                  </a:lnTo>
                  <a:lnTo>
                    <a:pt x="31715" y="187302"/>
                  </a:lnTo>
                  <a:lnTo>
                    <a:pt x="32387" y="185136"/>
                  </a:lnTo>
                  <a:lnTo>
                    <a:pt x="33006" y="181752"/>
                  </a:lnTo>
                  <a:lnTo>
                    <a:pt x="34266" y="178433"/>
                  </a:lnTo>
                  <a:lnTo>
                    <a:pt x="38159" y="168315"/>
                  </a:lnTo>
                  <a:lnTo>
                    <a:pt x="42012" y="158157"/>
                  </a:lnTo>
                  <a:lnTo>
                    <a:pt x="42720" y="152044"/>
                  </a:lnTo>
                  <a:lnTo>
                    <a:pt x="48722" y="136221"/>
                  </a:lnTo>
                  <a:lnTo>
                    <a:pt x="53312" y="128400"/>
                  </a:lnTo>
                  <a:lnTo>
                    <a:pt x="53735" y="127160"/>
                  </a:lnTo>
                  <a:lnTo>
                    <a:pt x="53830" y="125843"/>
                  </a:lnTo>
                  <a:lnTo>
                    <a:pt x="53560" y="124462"/>
                  </a:lnTo>
                  <a:lnTo>
                    <a:pt x="52926" y="123209"/>
                  </a:lnTo>
                  <a:lnTo>
                    <a:pt x="46675" y="114561"/>
                  </a:lnTo>
                  <a:lnTo>
                    <a:pt x="43713" y="111186"/>
                  </a:lnTo>
                  <a:lnTo>
                    <a:pt x="42050" y="108792"/>
                  </a:lnTo>
                  <a:lnTo>
                    <a:pt x="41136" y="106414"/>
                  </a:lnTo>
                  <a:lnTo>
                    <a:pt x="39828" y="100271"/>
                  </a:lnTo>
                  <a:lnTo>
                    <a:pt x="39949" y="98490"/>
                  </a:lnTo>
                  <a:lnTo>
                    <a:pt x="40740" y="95997"/>
                  </a:lnTo>
                  <a:lnTo>
                    <a:pt x="43985" y="93405"/>
                  </a:lnTo>
                  <a:lnTo>
                    <a:pt x="44904" y="92106"/>
                  </a:lnTo>
                  <a:lnTo>
                    <a:pt x="45511" y="90644"/>
                  </a:lnTo>
                  <a:lnTo>
                    <a:pt x="45755" y="87915"/>
                  </a:lnTo>
                  <a:lnTo>
                    <a:pt x="45250" y="84715"/>
                  </a:lnTo>
                  <a:lnTo>
                    <a:pt x="44748" y="83320"/>
                  </a:lnTo>
                  <a:lnTo>
                    <a:pt x="43874" y="82070"/>
                  </a:lnTo>
                  <a:lnTo>
                    <a:pt x="40523" y="78986"/>
                  </a:lnTo>
                  <a:lnTo>
                    <a:pt x="37640" y="75595"/>
                  </a:lnTo>
                  <a:lnTo>
                    <a:pt x="34280" y="70194"/>
                  </a:lnTo>
                  <a:lnTo>
                    <a:pt x="33035" y="67458"/>
                  </a:lnTo>
                  <a:lnTo>
                    <a:pt x="31374" y="59994"/>
                  </a:lnTo>
                  <a:lnTo>
                    <a:pt x="31217" y="57844"/>
                  </a:lnTo>
                  <a:lnTo>
                    <a:pt x="31885" y="54589"/>
                  </a:lnTo>
                  <a:lnTo>
                    <a:pt x="33591" y="51700"/>
                  </a:lnTo>
                  <a:lnTo>
                    <a:pt x="34849" y="50776"/>
                  </a:lnTo>
                  <a:lnTo>
                    <a:pt x="37946" y="49309"/>
                  </a:lnTo>
                  <a:lnTo>
                    <a:pt x="40606" y="47614"/>
                  </a:lnTo>
                  <a:lnTo>
                    <a:pt x="43358" y="45413"/>
                  </a:lnTo>
                  <a:lnTo>
                    <a:pt x="45069" y="43301"/>
                  </a:lnTo>
                  <a:lnTo>
                    <a:pt x="46434" y="43984"/>
                  </a:lnTo>
                  <a:lnTo>
                    <a:pt x="47790" y="45047"/>
                  </a:lnTo>
                  <a:lnTo>
                    <a:pt x="48007" y="45723"/>
                  </a:lnTo>
                  <a:lnTo>
                    <a:pt x="51128" y="48474"/>
                  </a:lnTo>
                  <a:lnTo>
                    <a:pt x="50943" y="49670"/>
                  </a:lnTo>
                  <a:lnTo>
                    <a:pt x="51382" y="52443"/>
                  </a:lnTo>
                  <a:lnTo>
                    <a:pt x="51627" y="52755"/>
                  </a:lnTo>
                  <a:lnTo>
                    <a:pt x="53555" y="54001"/>
                  </a:lnTo>
                  <a:lnTo>
                    <a:pt x="54440" y="55654"/>
                  </a:lnTo>
                  <a:lnTo>
                    <a:pt x="55399" y="55703"/>
                  </a:lnTo>
                  <a:lnTo>
                    <a:pt x="56500" y="56353"/>
                  </a:lnTo>
                  <a:lnTo>
                    <a:pt x="57738" y="56665"/>
                  </a:lnTo>
                  <a:lnTo>
                    <a:pt x="58432" y="58109"/>
                  </a:lnTo>
                  <a:lnTo>
                    <a:pt x="59033" y="58361"/>
                  </a:lnTo>
                  <a:lnTo>
                    <a:pt x="59419" y="59115"/>
                  </a:lnTo>
                  <a:lnTo>
                    <a:pt x="60098" y="58927"/>
                  </a:lnTo>
                  <a:lnTo>
                    <a:pt x="61542" y="59347"/>
                  </a:lnTo>
                  <a:lnTo>
                    <a:pt x="63343" y="59110"/>
                  </a:lnTo>
                  <a:lnTo>
                    <a:pt x="64413" y="59230"/>
                  </a:lnTo>
                  <a:lnTo>
                    <a:pt x="67877" y="57073"/>
                  </a:lnTo>
                  <a:lnTo>
                    <a:pt x="71559" y="55906"/>
                  </a:lnTo>
                  <a:lnTo>
                    <a:pt x="71878" y="55781"/>
                  </a:lnTo>
                  <a:lnTo>
                    <a:pt x="72007" y="54965"/>
                  </a:lnTo>
                  <a:lnTo>
                    <a:pt x="71291" y="53570"/>
                  </a:lnTo>
                  <a:lnTo>
                    <a:pt x="71711" y="52609"/>
                  </a:lnTo>
                  <a:lnTo>
                    <a:pt x="72964" y="51192"/>
                  </a:lnTo>
                  <a:lnTo>
                    <a:pt x="71832" y="48640"/>
                  </a:lnTo>
                  <a:lnTo>
                    <a:pt x="70937" y="45757"/>
                  </a:lnTo>
                  <a:lnTo>
                    <a:pt x="71824" y="45463"/>
                  </a:lnTo>
                  <a:lnTo>
                    <a:pt x="75607" y="42100"/>
                  </a:lnTo>
                  <a:lnTo>
                    <a:pt x="76344" y="42970"/>
                  </a:lnTo>
                  <a:lnTo>
                    <a:pt x="78067" y="43421"/>
                  </a:lnTo>
                  <a:lnTo>
                    <a:pt x="80748" y="45746"/>
                  </a:lnTo>
                  <a:lnTo>
                    <a:pt x="81891" y="47065"/>
                  </a:lnTo>
                  <a:lnTo>
                    <a:pt x="82518" y="46300"/>
                  </a:lnTo>
                  <a:lnTo>
                    <a:pt x="83317" y="44672"/>
                  </a:lnTo>
                  <a:lnTo>
                    <a:pt x="83960" y="44634"/>
                  </a:lnTo>
                  <a:lnTo>
                    <a:pt x="85337" y="45111"/>
                  </a:lnTo>
                  <a:lnTo>
                    <a:pt x="86015" y="45051"/>
                  </a:lnTo>
                  <a:lnTo>
                    <a:pt x="86571" y="44622"/>
                  </a:lnTo>
                  <a:lnTo>
                    <a:pt x="86781" y="43980"/>
                  </a:lnTo>
                  <a:lnTo>
                    <a:pt x="89082" y="42639"/>
                  </a:lnTo>
                  <a:lnTo>
                    <a:pt x="89183" y="40659"/>
                  </a:lnTo>
                  <a:lnTo>
                    <a:pt x="89697" y="40141"/>
                  </a:lnTo>
                  <a:lnTo>
                    <a:pt x="90302" y="38748"/>
                  </a:lnTo>
                  <a:lnTo>
                    <a:pt x="90846" y="38395"/>
                  </a:lnTo>
                  <a:lnTo>
                    <a:pt x="90691" y="37935"/>
                  </a:lnTo>
                  <a:lnTo>
                    <a:pt x="90921" y="37695"/>
                  </a:lnTo>
                  <a:lnTo>
                    <a:pt x="90704" y="37016"/>
                  </a:lnTo>
                  <a:lnTo>
                    <a:pt x="89302" y="36167"/>
                  </a:lnTo>
                  <a:lnTo>
                    <a:pt x="88703" y="35117"/>
                  </a:lnTo>
                  <a:lnTo>
                    <a:pt x="89340" y="34017"/>
                  </a:lnTo>
                  <a:lnTo>
                    <a:pt x="89928" y="34313"/>
                  </a:lnTo>
                  <a:lnTo>
                    <a:pt x="89847" y="34685"/>
                  </a:lnTo>
                  <a:lnTo>
                    <a:pt x="92047" y="34634"/>
                  </a:lnTo>
                  <a:lnTo>
                    <a:pt x="92852" y="34233"/>
                  </a:lnTo>
                  <a:lnTo>
                    <a:pt x="93506" y="34539"/>
                  </a:lnTo>
                  <a:lnTo>
                    <a:pt x="94682" y="33474"/>
                  </a:lnTo>
                  <a:lnTo>
                    <a:pt x="95461" y="33452"/>
                  </a:lnTo>
                  <a:lnTo>
                    <a:pt x="97222" y="32453"/>
                  </a:lnTo>
                  <a:lnTo>
                    <a:pt x="98191" y="32663"/>
                  </a:lnTo>
                  <a:lnTo>
                    <a:pt x="98644" y="32030"/>
                  </a:lnTo>
                  <a:lnTo>
                    <a:pt x="99955" y="31391"/>
                  </a:lnTo>
                  <a:lnTo>
                    <a:pt x="102048" y="29582"/>
                  </a:lnTo>
                  <a:lnTo>
                    <a:pt x="101762" y="29034"/>
                  </a:lnTo>
                  <a:lnTo>
                    <a:pt x="102458" y="27974"/>
                  </a:lnTo>
                  <a:lnTo>
                    <a:pt x="102448" y="27472"/>
                  </a:lnTo>
                  <a:lnTo>
                    <a:pt x="103858" y="26282"/>
                  </a:lnTo>
                  <a:lnTo>
                    <a:pt x="103950" y="25657"/>
                  </a:lnTo>
                  <a:lnTo>
                    <a:pt x="104675" y="24568"/>
                  </a:lnTo>
                  <a:lnTo>
                    <a:pt x="104975" y="23602"/>
                  </a:lnTo>
                  <a:lnTo>
                    <a:pt x="105124" y="21285"/>
                  </a:lnTo>
                  <a:lnTo>
                    <a:pt x="104363" y="21057"/>
                  </a:lnTo>
                  <a:lnTo>
                    <a:pt x="104099" y="21299"/>
                  </a:lnTo>
                  <a:lnTo>
                    <a:pt x="103267" y="21417"/>
                  </a:lnTo>
                  <a:lnTo>
                    <a:pt x="102945" y="20571"/>
                  </a:lnTo>
                  <a:lnTo>
                    <a:pt x="103144" y="18984"/>
                  </a:lnTo>
                  <a:lnTo>
                    <a:pt x="101369" y="18604"/>
                  </a:lnTo>
                  <a:lnTo>
                    <a:pt x="101748" y="18089"/>
                  </a:lnTo>
                  <a:lnTo>
                    <a:pt x="100488" y="16515"/>
                  </a:lnTo>
                  <a:lnTo>
                    <a:pt x="99495" y="16280"/>
                  </a:lnTo>
                  <a:lnTo>
                    <a:pt x="101692" y="10317"/>
                  </a:lnTo>
                  <a:lnTo>
                    <a:pt x="102828" y="6120"/>
                  </a:lnTo>
                  <a:lnTo>
                    <a:pt x="103698" y="4342"/>
                  </a:lnTo>
                  <a:lnTo>
                    <a:pt x="104733" y="3030"/>
                  </a:lnTo>
                  <a:lnTo>
                    <a:pt x="106891" y="1021"/>
                  </a:lnTo>
                  <a:lnTo>
                    <a:pt x="108345" y="291"/>
                  </a:lnTo>
                  <a:lnTo>
                    <a:pt x="109941" y="0"/>
                  </a:lnTo>
                  <a:lnTo>
                    <a:pt x="114359" y="494"/>
                  </a:lnTo>
                  <a:lnTo>
                    <a:pt x="117406" y="1334"/>
                  </a:lnTo>
                  <a:lnTo>
                    <a:pt x="123293" y="3993"/>
                  </a:lnTo>
                  <a:lnTo>
                    <a:pt x="127316" y="6568"/>
                  </a:lnTo>
                  <a:lnTo>
                    <a:pt x="129687" y="8597"/>
                  </a:lnTo>
                  <a:lnTo>
                    <a:pt x="131819" y="10868"/>
                  </a:lnTo>
                  <a:lnTo>
                    <a:pt x="143222" y="25472"/>
                  </a:lnTo>
                  <a:lnTo>
                    <a:pt x="144715" y="26702"/>
                  </a:lnTo>
                  <a:lnTo>
                    <a:pt x="147791" y="28439"/>
                  </a:lnTo>
                  <a:lnTo>
                    <a:pt x="152087" y="32225"/>
                  </a:lnTo>
                  <a:lnTo>
                    <a:pt x="154898" y="34663"/>
                  </a:lnTo>
                  <a:lnTo>
                    <a:pt x="158965" y="37476"/>
                  </a:lnTo>
                  <a:lnTo>
                    <a:pt x="163642" y="42492"/>
                  </a:lnTo>
                  <a:lnTo>
                    <a:pt x="166037" y="44432"/>
                  </a:lnTo>
                  <a:lnTo>
                    <a:pt x="168485" y="46053"/>
                  </a:lnTo>
                  <a:lnTo>
                    <a:pt x="171173" y="47233"/>
                  </a:lnTo>
                  <a:lnTo>
                    <a:pt x="175611" y="48739"/>
                  </a:lnTo>
                  <a:lnTo>
                    <a:pt x="181165" y="50102"/>
                  </a:lnTo>
                  <a:lnTo>
                    <a:pt x="182407" y="50119"/>
                  </a:lnTo>
                  <a:lnTo>
                    <a:pt x="183611" y="49830"/>
                  </a:lnTo>
                  <a:lnTo>
                    <a:pt x="184706" y="49256"/>
                  </a:lnTo>
                  <a:lnTo>
                    <a:pt x="185629" y="48427"/>
                  </a:lnTo>
                  <a:lnTo>
                    <a:pt x="186425" y="47173"/>
                  </a:lnTo>
                  <a:lnTo>
                    <a:pt x="187418" y="44260"/>
                  </a:lnTo>
                  <a:lnTo>
                    <a:pt x="189873" y="38835"/>
                  </a:lnTo>
                  <a:lnTo>
                    <a:pt x="191800" y="36203"/>
                  </a:lnTo>
                  <a:lnTo>
                    <a:pt x="193739" y="34720"/>
                  </a:lnTo>
                  <a:lnTo>
                    <a:pt x="195978" y="33751"/>
                  </a:lnTo>
                  <a:lnTo>
                    <a:pt x="198378" y="33354"/>
                  </a:lnTo>
                  <a:lnTo>
                    <a:pt x="200807" y="33549"/>
                  </a:lnTo>
                  <a:lnTo>
                    <a:pt x="203664" y="34632"/>
                  </a:lnTo>
                  <a:lnTo>
                    <a:pt x="209471" y="38403"/>
                  </a:lnTo>
                  <a:lnTo>
                    <a:pt x="211960" y="41042"/>
                  </a:lnTo>
                  <a:lnTo>
                    <a:pt x="215086" y="46011"/>
                  </a:lnTo>
                  <a:lnTo>
                    <a:pt x="216823" y="48068"/>
                  </a:lnTo>
                  <a:lnTo>
                    <a:pt x="226940" y="56276"/>
                  </a:lnTo>
                  <a:lnTo>
                    <a:pt x="229023" y="57722"/>
                  </a:lnTo>
                  <a:lnTo>
                    <a:pt x="232094" y="59191"/>
                  </a:lnTo>
                  <a:lnTo>
                    <a:pt x="235144" y="60032"/>
                  </a:lnTo>
                  <a:lnTo>
                    <a:pt x="237241" y="60300"/>
                  </a:lnTo>
                  <a:lnTo>
                    <a:pt x="244222" y="60567"/>
                  </a:lnTo>
                  <a:lnTo>
                    <a:pt x="246710" y="60949"/>
                  </a:lnTo>
                  <a:lnTo>
                    <a:pt x="248931" y="61621"/>
                  </a:lnTo>
                  <a:lnTo>
                    <a:pt x="257436" y="65003"/>
                  </a:lnTo>
                  <a:lnTo>
                    <a:pt x="259398" y="66123"/>
                  </a:lnTo>
                  <a:lnTo>
                    <a:pt x="260861" y="67500"/>
                  </a:lnTo>
                  <a:lnTo>
                    <a:pt x="262011" y="69356"/>
                  </a:lnTo>
                  <a:lnTo>
                    <a:pt x="264642" y="75984"/>
                  </a:lnTo>
                  <a:lnTo>
                    <a:pt x="267175" y="85093"/>
                  </a:lnTo>
                  <a:lnTo>
                    <a:pt x="268375" y="87250"/>
                  </a:lnTo>
                  <a:lnTo>
                    <a:pt x="270003" y="89094"/>
                  </a:lnTo>
                  <a:lnTo>
                    <a:pt x="272046" y="90580"/>
                  </a:lnTo>
                  <a:lnTo>
                    <a:pt x="277266" y="93231"/>
                  </a:lnTo>
                  <a:lnTo>
                    <a:pt x="280650" y="94542"/>
                  </a:lnTo>
                  <a:lnTo>
                    <a:pt x="284845" y="95734"/>
                  </a:lnTo>
                  <a:lnTo>
                    <a:pt x="288585" y="96748"/>
                  </a:lnTo>
                  <a:lnTo>
                    <a:pt x="293255" y="98489"/>
                  </a:lnTo>
                  <a:lnTo>
                    <a:pt x="297529" y="101054"/>
                  </a:lnTo>
                  <a:lnTo>
                    <a:pt x="301655" y="104033"/>
                  </a:lnTo>
                  <a:lnTo>
                    <a:pt x="304246" y="105490"/>
                  </a:lnTo>
                  <a:lnTo>
                    <a:pt x="307064" y="107416"/>
                  </a:lnTo>
                  <a:lnTo>
                    <a:pt x="309445" y="109863"/>
                  </a:lnTo>
                  <a:lnTo>
                    <a:pt x="313037" y="114362"/>
                  </a:lnTo>
                  <a:lnTo>
                    <a:pt x="315040" y="116012"/>
                  </a:lnTo>
                  <a:lnTo>
                    <a:pt x="316980" y="116866"/>
                  </a:lnTo>
                  <a:lnTo>
                    <a:pt x="325061" y="119012"/>
                  </a:lnTo>
                  <a:lnTo>
                    <a:pt x="334699" y="121991"/>
                  </a:lnTo>
                  <a:lnTo>
                    <a:pt x="337669" y="123256"/>
                  </a:lnTo>
                  <a:lnTo>
                    <a:pt x="339832" y="125602"/>
                  </a:lnTo>
                  <a:lnTo>
                    <a:pt x="341352" y="126872"/>
                  </a:lnTo>
                  <a:lnTo>
                    <a:pt x="346658" y="134547"/>
                  </a:lnTo>
                  <a:lnTo>
                    <a:pt x="352266" y="148209"/>
                  </a:lnTo>
                  <a:lnTo>
                    <a:pt x="358299" y="158189"/>
                  </a:lnTo>
                  <a:lnTo>
                    <a:pt x="360388" y="160877"/>
                  </a:lnTo>
                  <a:lnTo>
                    <a:pt x="365794" y="165828"/>
                  </a:lnTo>
                  <a:lnTo>
                    <a:pt x="367754" y="167037"/>
                  </a:lnTo>
                  <a:lnTo>
                    <a:pt x="369316" y="168698"/>
                  </a:lnTo>
                  <a:lnTo>
                    <a:pt x="378419" y="175124"/>
                  </a:lnTo>
                  <a:lnTo>
                    <a:pt x="384022" y="180192"/>
                  </a:lnTo>
                  <a:lnTo>
                    <a:pt x="385553" y="181330"/>
                  </a:lnTo>
                  <a:lnTo>
                    <a:pt x="387130" y="183496"/>
                  </a:lnTo>
                  <a:lnTo>
                    <a:pt x="388193" y="185416"/>
                  </a:lnTo>
                  <a:lnTo>
                    <a:pt x="390063" y="190250"/>
                  </a:lnTo>
                  <a:lnTo>
                    <a:pt x="391174" y="191760"/>
                  </a:lnTo>
                  <a:lnTo>
                    <a:pt x="392998" y="193423"/>
                  </a:lnTo>
                  <a:lnTo>
                    <a:pt x="396499" y="194986"/>
                  </a:lnTo>
                  <a:lnTo>
                    <a:pt x="404216" y="197253"/>
                  </a:lnTo>
                  <a:lnTo>
                    <a:pt x="410374" y="197864"/>
                  </a:lnTo>
                  <a:lnTo>
                    <a:pt x="415646" y="199589"/>
                  </a:lnTo>
                  <a:lnTo>
                    <a:pt x="421678" y="202485"/>
                  </a:lnTo>
                  <a:lnTo>
                    <a:pt x="427063" y="206658"/>
                  </a:lnTo>
                  <a:lnTo>
                    <a:pt x="437033" y="216336"/>
                  </a:lnTo>
                  <a:lnTo>
                    <a:pt x="442476" y="224548"/>
                  </a:lnTo>
                  <a:lnTo>
                    <a:pt x="449469" y="231389"/>
                  </a:lnTo>
                  <a:lnTo>
                    <a:pt x="452926" y="235559"/>
                  </a:lnTo>
                  <a:lnTo>
                    <a:pt x="457045" y="238497"/>
                  </a:lnTo>
                  <a:lnTo>
                    <a:pt x="464513" y="246404"/>
                  </a:lnTo>
                  <a:lnTo>
                    <a:pt x="473030" y="254086"/>
                  </a:lnTo>
                  <a:lnTo>
                    <a:pt x="478724" y="257807"/>
                  </a:lnTo>
                  <a:lnTo>
                    <a:pt x="484566" y="260949"/>
                  </a:lnTo>
                  <a:lnTo>
                    <a:pt x="483762" y="263963"/>
                  </a:lnTo>
                  <a:lnTo>
                    <a:pt x="483411" y="264320"/>
                  </a:lnTo>
                  <a:lnTo>
                    <a:pt x="483314" y="264951"/>
                  </a:lnTo>
                  <a:lnTo>
                    <a:pt x="482878" y="265649"/>
                  </a:lnTo>
                  <a:lnTo>
                    <a:pt x="481338" y="266657"/>
                  </a:lnTo>
                  <a:lnTo>
                    <a:pt x="480542" y="268407"/>
                  </a:lnTo>
                  <a:lnTo>
                    <a:pt x="479467" y="269713"/>
                  </a:lnTo>
                  <a:lnTo>
                    <a:pt x="479536" y="270085"/>
                  </a:lnTo>
                  <a:lnTo>
                    <a:pt x="478665" y="271491"/>
                  </a:lnTo>
                  <a:lnTo>
                    <a:pt x="474721" y="275121"/>
                  </a:lnTo>
                  <a:lnTo>
                    <a:pt x="474848" y="275652"/>
                  </a:lnTo>
                  <a:lnTo>
                    <a:pt x="475558" y="276587"/>
                  </a:lnTo>
                  <a:lnTo>
                    <a:pt x="475376" y="277590"/>
                  </a:lnTo>
                  <a:lnTo>
                    <a:pt x="474660" y="279071"/>
                  </a:lnTo>
                  <a:lnTo>
                    <a:pt x="473855" y="279414"/>
                  </a:lnTo>
                  <a:lnTo>
                    <a:pt x="473501" y="279919"/>
                  </a:lnTo>
                  <a:lnTo>
                    <a:pt x="473132" y="281003"/>
                  </a:lnTo>
                  <a:lnTo>
                    <a:pt x="471884" y="281789"/>
                  </a:lnTo>
                  <a:lnTo>
                    <a:pt x="470275" y="277941"/>
                  </a:lnTo>
                  <a:lnTo>
                    <a:pt x="469343" y="277527"/>
                  </a:lnTo>
                  <a:lnTo>
                    <a:pt x="468785" y="277701"/>
                  </a:lnTo>
                  <a:lnTo>
                    <a:pt x="468216" y="277225"/>
                  </a:lnTo>
                  <a:lnTo>
                    <a:pt x="467988" y="277315"/>
                  </a:lnTo>
                  <a:lnTo>
                    <a:pt x="466984" y="276880"/>
                  </a:lnTo>
                  <a:lnTo>
                    <a:pt x="466426" y="277008"/>
                  </a:lnTo>
                  <a:lnTo>
                    <a:pt x="465603" y="280206"/>
                  </a:lnTo>
                  <a:lnTo>
                    <a:pt x="465090" y="280217"/>
                  </a:lnTo>
                  <a:lnTo>
                    <a:pt x="464122" y="279631"/>
                  </a:lnTo>
                  <a:lnTo>
                    <a:pt x="463472" y="276337"/>
                  </a:lnTo>
                  <a:lnTo>
                    <a:pt x="461995" y="275748"/>
                  </a:lnTo>
                  <a:lnTo>
                    <a:pt x="461434" y="275837"/>
                  </a:lnTo>
                  <a:lnTo>
                    <a:pt x="461233" y="275960"/>
                  </a:lnTo>
                  <a:lnTo>
                    <a:pt x="461059" y="275587"/>
                  </a:lnTo>
                  <a:lnTo>
                    <a:pt x="460079" y="275391"/>
                  </a:lnTo>
                  <a:lnTo>
                    <a:pt x="460026" y="275137"/>
                  </a:lnTo>
                  <a:lnTo>
                    <a:pt x="459704" y="275072"/>
                  </a:lnTo>
                  <a:lnTo>
                    <a:pt x="459339" y="275136"/>
                  </a:lnTo>
                  <a:lnTo>
                    <a:pt x="458763" y="275870"/>
                  </a:lnTo>
                  <a:lnTo>
                    <a:pt x="458247" y="275833"/>
                  </a:lnTo>
                  <a:lnTo>
                    <a:pt x="457919" y="273993"/>
                  </a:lnTo>
                  <a:lnTo>
                    <a:pt x="457604" y="273475"/>
                  </a:lnTo>
                  <a:lnTo>
                    <a:pt x="454394" y="274000"/>
                  </a:lnTo>
                  <a:lnTo>
                    <a:pt x="453249" y="274397"/>
                  </a:lnTo>
                  <a:lnTo>
                    <a:pt x="452268" y="275145"/>
                  </a:lnTo>
                  <a:lnTo>
                    <a:pt x="451000" y="275408"/>
                  </a:lnTo>
                  <a:lnTo>
                    <a:pt x="450500" y="275958"/>
                  </a:lnTo>
                  <a:lnTo>
                    <a:pt x="449167" y="275714"/>
                  </a:lnTo>
                  <a:lnTo>
                    <a:pt x="448282" y="276354"/>
                  </a:lnTo>
                  <a:lnTo>
                    <a:pt x="445896" y="275728"/>
                  </a:lnTo>
                  <a:lnTo>
                    <a:pt x="445686" y="276320"/>
                  </a:lnTo>
                  <a:lnTo>
                    <a:pt x="443598" y="275767"/>
                  </a:lnTo>
                  <a:lnTo>
                    <a:pt x="442148" y="274973"/>
                  </a:lnTo>
                  <a:lnTo>
                    <a:pt x="440955" y="273734"/>
                  </a:lnTo>
                  <a:lnTo>
                    <a:pt x="440571" y="272971"/>
                  </a:lnTo>
                  <a:lnTo>
                    <a:pt x="439878" y="272415"/>
                  </a:lnTo>
                  <a:lnTo>
                    <a:pt x="439069" y="270940"/>
                  </a:lnTo>
                  <a:lnTo>
                    <a:pt x="438460" y="270577"/>
                  </a:lnTo>
                  <a:lnTo>
                    <a:pt x="438981" y="268365"/>
                  </a:lnTo>
                  <a:lnTo>
                    <a:pt x="441732" y="267812"/>
                  </a:lnTo>
                  <a:lnTo>
                    <a:pt x="441034" y="266169"/>
                  </a:lnTo>
                  <a:lnTo>
                    <a:pt x="441860" y="265581"/>
                  </a:lnTo>
                  <a:lnTo>
                    <a:pt x="443271" y="265763"/>
                  </a:lnTo>
                  <a:lnTo>
                    <a:pt x="443850" y="261879"/>
                  </a:lnTo>
                  <a:lnTo>
                    <a:pt x="444228" y="261475"/>
                  </a:lnTo>
                  <a:lnTo>
                    <a:pt x="444422" y="260265"/>
                  </a:lnTo>
                  <a:lnTo>
                    <a:pt x="444902" y="259973"/>
                  </a:lnTo>
                  <a:lnTo>
                    <a:pt x="445141" y="257390"/>
                  </a:lnTo>
                  <a:lnTo>
                    <a:pt x="444884" y="257267"/>
                  </a:lnTo>
                  <a:lnTo>
                    <a:pt x="442446" y="256892"/>
                  </a:lnTo>
                  <a:lnTo>
                    <a:pt x="442208" y="258062"/>
                  </a:lnTo>
                  <a:lnTo>
                    <a:pt x="438362" y="259426"/>
                  </a:lnTo>
                  <a:lnTo>
                    <a:pt x="436922" y="259534"/>
                  </a:lnTo>
                  <a:lnTo>
                    <a:pt x="437005" y="260176"/>
                  </a:lnTo>
                  <a:lnTo>
                    <a:pt x="434955" y="261042"/>
                  </a:lnTo>
                  <a:lnTo>
                    <a:pt x="434457" y="261571"/>
                  </a:lnTo>
                  <a:lnTo>
                    <a:pt x="432716" y="262139"/>
                  </a:lnTo>
                  <a:lnTo>
                    <a:pt x="431282" y="263077"/>
                  </a:lnTo>
                  <a:lnTo>
                    <a:pt x="430469" y="263930"/>
                  </a:lnTo>
                  <a:lnTo>
                    <a:pt x="428887" y="264688"/>
                  </a:lnTo>
                  <a:lnTo>
                    <a:pt x="428313" y="264518"/>
                  </a:lnTo>
                  <a:lnTo>
                    <a:pt x="428456" y="264669"/>
                  </a:lnTo>
                  <a:lnTo>
                    <a:pt x="428302" y="264881"/>
                  </a:lnTo>
                  <a:lnTo>
                    <a:pt x="425882" y="266399"/>
                  </a:lnTo>
                  <a:lnTo>
                    <a:pt x="425229" y="267475"/>
                  </a:lnTo>
                  <a:lnTo>
                    <a:pt x="424424" y="267595"/>
                  </a:lnTo>
                  <a:lnTo>
                    <a:pt x="423897" y="268808"/>
                  </a:lnTo>
                  <a:lnTo>
                    <a:pt x="422950" y="269169"/>
                  </a:lnTo>
                  <a:lnTo>
                    <a:pt x="422519" y="269724"/>
                  </a:lnTo>
                  <a:lnTo>
                    <a:pt x="422293" y="269799"/>
                  </a:lnTo>
                  <a:lnTo>
                    <a:pt x="422100" y="270438"/>
                  </a:lnTo>
                  <a:lnTo>
                    <a:pt x="422708" y="271213"/>
                  </a:lnTo>
                  <a:lnTo>
                    <a:pt x="422952" y="271131"/>
                  </a:lnTo>
                  <a:lnTo>
                    <a:pt x="422744" y="271724"/>
                  </a:lnTo>
                  <a:lnTo>
                    <a:pt x="423315" y="272031"/>
                  </a:lnTo>
                  <a:lnTo>
                    <a:pt x="423446" y="272595"/>
                  </a:lnTo>
                  <a:lnTo>
                    <a:pt x="421708" y="271571"/>
                  </a:lnTo>
                  <a:lnTo>
                    <a:pt x="420010" y="272111"/>
                  </a:lnTo>
                  <a:lnTo>
                    <a:pt x="418959" y="271622"/>
                  </a:lnTo>
                  <a:lnTo>
                    <a:pt x="417521" y="269835"/>
                  </a:lnTo>
                  <a:lnTo>
                    <a:pt x="414984" y="268027"/>
                  </a:lnTo>
                  <a:lnTo>
                    <a:pt x="413161" y="267321"/>
                  </a:lnTo>
                  <a:lnTo>
                    <a:pt x="412142" y="266516"/>
                  </a:lnTo>
                  <a:lnTo>
                    <a:pt x="411464" y="267092"/>
                  </a:lnTo>
                  <a:lnTo>
                    <a:pt x="410195" y="266083"/>
                  </a:lnTo>
                  <a:lnTo>
                    <a:pt x="408608" y="265653"/>
                  </a:lnTo>
                  <a:lnTo>
                    <a:pt x="407671" y="264894"/>
                  </a:lnTo>
                  <a:lnTo>
                    <a:pt x="406099" y="264222"/>
                  </a:lnTo>
                  <a:lnTo>
                    <a:pt x="404802" y="262343"/>
                  </a:lnTo>
                  <a:lnTo>
                    <a:pt x="402926" y="261414"/>
                  </a:lnTo>
                  <a:lnTo>
                    <a:pt x="401262" y="259641"/>
                  </a:lnTo>
                  <a:lnTo>
                    <a:pt x="398817" y="257771"/>
                  </a:lnTo>
                  <a:lnTo>
                    <a:pt x="397592" y="256441"/>
                  </a:lnTo>
                  <a:lnTo>
                    <a:pt x="397035" y="255272"/>
                  </a:lnTo>
                  <a:lnTo>
                    <a:pt x="394512" y="253689"/>
                  </a:lnTo>
                  <a:lnTo>
                    <a:pt x="393068" y="251993"/>
                  </a:lnTo>
                  <a:lnTo>
                    <a:pt x="392243" y="248761"/>
                  </a:lnTo>
                  <a:lnTo>
                    <a:pt x="391558" y="247303"/>
                  </a:lnTo>
                  <a:lnTo>
                    <a:pt x="392151" y="246635"/>
                  </a:lnTo>
                  <a:lnTo>
                    <a:pt x="391701" y="245305"/>
                  </a:lnTo>
                  <a:lnTo>
                    <a:pt x="390852" y="244176"/>
                  </a:lnTo>
                  <a:lnTo>
                    <a:pt x="389525" y="243390"/>
                  </a:lnTo>
                  <a:lnTo>
                    <a:pt x="389020" y="242843"/>
                  </a:lnTo>
                  <a:lnTo>
                    <a:pt x="388988" y="242314"/>
                  </a:lnTo>
                  <a:lnTo>
                    <a:pt x="389313" y="241962"/>
                  </a:lnTo>
                  <a:lnTo>
                    <a:pt x="389143" y="241892"/>
                  </a:lnTo>
                  <a:lnTo>
                    <a:pt x="386292" y="242111"/>
                  </a:lnTo>
                  <a:lnTo>
                    <a:pt x="385575" y="242640"/>
                  </a:lnTo>
                  <a:lnTo>
                    <a:pt x="384600" y="242252"/>
                  </a:lnTo>
                  <a:lnTo>
                    <a:pt x="381939" y="243459"/>
                  </a:lnTo>
                  <a:lnTo>
                    <a:pt x="381211" y="243133"/>
                  </a:lnTo>
                  <a:lnTo>
                    <a:pt x="380441" y="243202"/>
                  </a:lnTo>
                  <a:lnTo>
                    <a:pt x="379841" y="244342"/>
                  </a:lnTo>
                  <a:lnTo>
                    <a:pt x="379966" y="245208"/>
                  </a:lnTo>
                  <a:lnTo>
                    <a:pt x="379317" y="247242"/>
                  </a:lnTo>
                  <a:lnTo>
                    <a:pt x="378901" y="247487"/>
                  </a:lnTo>
                  <a:lnTo>
                    <a:pt x="378135" y="247493"/>
                  </a:lnTo>
                  <a:lnTo>
                    <a:pt x="377595" y="247122"/>
                  </a:lnTo>
                  <a:lnTo>
                    <a:pt x="375662" y="246903"/>
                  </a:lnTo>
                  <a:lnTo>
                    <a:pt x="375507" y="247127"/>
                  </a:lnTo>
                  <a:lnTo>
                    <a:pt x="375135" y="246707"/>
                  </a:lnTo>
                  <a:lnTo>
                    <a:pt x="374242" y="246419"/>
                  </a:lnTo>
                  <a:lnTo>
                    <a:pt x="374083" y="246228"/>
                  </a:lnTo>
                  <a:lnTo>
                    <a:pt x="374268" y="245824"/>
                  </a:lnTo>
                  <a:lnTo>
                    <a:pt x="373641" y="245198"/>
                  </a:lnTo>
                  <a:lnTo>
                    <a:pt x="373800" y="244922"/>
                  </a:lnTo>
                  <a:lnTo>
                    <a:pt x="373406" y="244876"/>
                  </a:lnTo>
                  <a:lnTo>
                    <a:pt x="372437" y="243466"/>
                  </a:lnTo>
                  <a:lnTo>
                    <a:pt x="371796" y="243283"/>
                  </a:lnTo>
                  <a:lnTo>
                    <a:pt x="371689" y="243857"/>
                  </a:lnTo>
                  <a:lnTo>
                    <a:pt x="371111" y="243547"/>
                  </a:lnTo>
                  <a:lnTo>
                    <a:pt x="370777" y="242841"/>
                  </a:lnTo>
                  <a:lnTo>
                    <a:pt x="370554" y="243136"/>
                  </a:lnTo>
                  <a:lnTo>
                    <a:pt x="370423" y="242804"/>
                  </a:lnTo>
                  <a:lnTo>
                    <a:pt x="368875" y="242029"/>
                  </a:lnTo>
                  <a:lnTo>
                    <a:pt x="368531" y="241261"/>
                  </a:lnTo>
                  <a:lnTo>
                    <a:pt x="367608" y="241184"/>
                  </a:lnTo>
                  <a:lnTo>
                    <a:pt x="367337" y="240465"/>
                  </a:lnTo>
                  <a:lnTo>
                    <a:pt x="367555" y="240162"/>
                  </a:lnTo>
                  <a:lnTo>
                    <a:pt x="367447" y="239815"/>
                  </a:lnTo>
                  <a:lnTo>
                    <a:pt x="367685" y="239727"/>
                  </a:lnTo>
                  <a:lnTo>
                    <a:pt x="367120" y="239225"/>
                  </a:lnTo>
                  <a:lnTo>
                    <a:pt x="367375" y="239033"/>
                  </a:lnTo>
                  <a:lnTo>
                    <a:pt x="367470" y="238466"/>
                  </a:lnTo>
                  <a:lnTo>
                    <a:pt x="366782" y="238098"/>
                  </a:lnTo>
                  <a:lnTo>
                    <a:pt x="366978" y="237765"/>
                  </a:lnTo>
                  <a:lnTo>
                    <a:pt x="366489" y="237926"/>
                  </a:lnTo>
                  <a:lnTo>
                    <a:pt x="366222" y="237622"/>
                  </a:lnTo>
                  <a:lnTo>
                    <a:pt x="366504" y="237507"/>
                  </a:lnTo>
                  <a:lnTo>
                    <a:pt x="365462" y="236861"/>
                  </a:lnTo>
                  <a:lnTo>
                    <a:pt x="365712" y="236669"/>
                  </a:lnTo>
                  <a:lnTo>
                    <a:pt x="365861" y="236799"/>
                  </a:lnTo>
                  <a:lnTo>
                    <a:pt x="365891" y="236216"/>
                  </a:lnTo>
                  <a:lnTo>
                    <a:pt x="365308" y="236303"/>
                  </a:lnTo>
                  <a:lnTo>
                    <a:pt x="365070" y="235732"/>
                  </a:lnTo>
                  <a:lnTo>
                    <a:pt x="365268" y="235569"/>
                  </a:lnTo>
                  <a:lnTo>
                    <a:pt x="365200" y="235250"/>
                  </a:lnTo>
                  <a:lnTo>
                    <a:pt x="365051" y="235441"/>
                  </a:lnTo>
                  <a:lnTo>
                    <a:pt x="364554" y="235147"/>
                  </a:lnTo>
                  <a:lnTo>
                    <a:pt x="365011" y="234477"/>
                  </a:lnTo>
                  <a:lnTo>
                    <a:pt x="364491" y="234380"/>
                  </a:lnTo>
                  <a:lnTo>
                    <a:pt x="364512" y="233690"/>
                  </a:lnTo>
                  <a:lnTo>
                    <a:pt x="363608" y="233478"/>
                  </a:lnTo>
                  <a:lnTo>
                    <a:pt x="363728" y="233121"/>
                  </a:lnTo>
                  <a:lnTo>
                    <a:pt x="363242" y="233064"/>
                  </a:lnTo>
                  <a:lnTo>
                    <a:pt x="363357" y="232491"/>
                  </a:lnTo>
                  <a:lnTo>
                    <a:pt x="362826" y="232149"/>
                  </a:lnTo>
                  <a:lnTo>
                    <a:pt x="362775" y="231588"/>
                  </a:lnTo>
                  <a:lnTo>
                    <a:pt x="362607" y="231426"/>
                  </a:lnTo>
                  <a:lnTo>
                    <a:pt x="362301" y="231622"/>
                  </a:lnTo>
                  <a:lnTo>
                    <a:pt x="361520" y="230497"/>
                  </a:lnTo>
                  <a:lnTo>
                    <a:pt x="361157" y="230495"/>
                  </a:lnTo>
                  <a:lnTo>
                    <a:pt x="361213" y="230100"/>
                  </a:lnTo>
                  <a:lnTo>
                    <a:pt x="360866" y="229961"/>
                  </a:lnTo>
                  <a:lnTo>
                    <a:pt x="360985" y="229769"/>
                  </a:lnTo>
                  <a:lnTo>
                    <a:pt x="360437" y="229806"/>
                  </a:lnTo>
                  <a:lnTo>
                    <a:pt x="360172" y="229140"/>
                  </a:lnTo>
                  <a:lnTo>
                    <a:pt x="358999" y="229081"/>
                  </a:lnTo>
                  <a:lnTo>
                    <a:pt x="358354" y="228243"/>
                  </a:lnTo>
                  <a:lnTo>
                    <a:pt x="357571" y="227248"/>
                  </a:lnTo>
                  <a:lnTo>
                    <a:pt x="356875" y="227148"/>
                  </a:lnTo>
                  <a:lnTo>
                    <a:pt x="356340" y="226343"/>
                  </a:lnTo>
                  <a:lnTo>
                    <a:pt x="355376" y="225726"/>
                  </a:lnTo>
                  <a:lnTo>
                    <a:pt x="355269" y="225395"/>
                  </a:lnTo>
                  <a:lnTo>
                    <a:pt x="354858" y="225291"/>
                  </a:lnTo>
                  <a:lnTo>
                    <a:pt x="354751" y="225728"/>
                  </a:lnTo>
                  <a:lnTo>
                    <a:pt x="354377" y="225940"/>
                  </a:lnTo>
                  <a:lnTo>
                    <a:pt x="353519" y="225323"/>
                  </a:lnTo>
                  <a:lnTo>
                    <a:pt x="353006" y="226081"/>
                  </a:lnTo>
                  <a:lnTo>
                    <a:pt x="351289" y="226535"/>
                  </a:lnTo>
                  <a:lnTo>
                    <a:pt x="350910" y="226420"/>
                  </a:lnTo>
                  <a:lnTo>
                    <a:pt x="350375" y="226928"/>
                  </a:lnTo>
                  <a:lnTo>
                    <a:pt x="349842" y="226978"/>
                  </a:lnTo>
                  <a:lnTo>
                    <a:pt x="349386" y="226682"/>
                  </a:lnTo>
                  <a:lnTo>
                    <a:pt x="348780" y="226946"/>
                  </a:lnTo>
                  <a:lnTo>
                    <a:pt x="348675" y="226753"/>
                  </a:lnTo>
                  <a:lnTo>
                    <a:pt x="347144" y="226528"/>
                  </a:lnTo>
                  <a:lnTo>
                    <a:pt x="346358" y="225799"/>
                  </a:lnTo>
                  <a:lnTo>
                    <a:pt x="344464" y="225242"/>
                  </a:lnTo>
                  <a:lnTo>
                    <a:pt x="344075" y="225438"/>
                  </a:lnTo>
                  <a:lnTo>
                    <a:pt x="342996" y="224910"/>
                  </a:lnTo>
                  <a:lnTo>
                    <a:pt x="340102" y="226609"/>
                  </a:lnTo>
                  <a:lnTo>
                    <a:pt x="336734" y="229717"/>
                  </a:lnTo>
                  <a:lnTo>
                    <a:pt x="335250" y="230625"/>
                  </a:lnTo>
                  <a:lnTo>
                    <a:pt x="333189" y="232826"/>
                  </a:lnTo>
                  <a:lnTo>
                    <a:pt x="326642" y="236059"/>
                  </a:lnTo>
                  <a:lnTo>
                    <a:pt x="324599" y="235856"/>
                  </a:lnTo>
                  <a:lnTo>
                    <a:pt x="324231" y="236303"/>
                  </a:lnTo>
                  <a:lnTo>
                    <a:pt x="324438" y="236708"/>
                  </a:lnTo>
                  <a:lnTo>
                    <a:pt x="324230" y="237191"/>
                  </a:lnTo>
                  <a:lnTo>
                    <a:pt x="320605" y="239857"/>
                  </a:lnTo>
                  <a:lnTo>
                    <a:pt x="321253" y="241663"/>
                  </a:lnTo>
                  <a:lnTo>
                    <a:pt x="319879" y="243337"/>
                  </a:lnTo>
                  <a:lnTo>
                    <a:pt x="318682" y="244256"/>
                  </a:lnTo>
                  <a:lnTo>
                    <a:pt x="318663" y="244492"/>
                  </a:lnTo>
                  <a:lnTo>
                    <a:pt x="318395" y="244402"/>
                  </a:lnTo>
                  <a:lnTo>
                    <a:pt x="318257" y="243667"/>
                  </a:lnTo>
                  <a:lnTo>
                    <a:pt x="315772" y="243154"/>
                  </a:lnTo>
                  <a:lnTo>
                    <a:pt x="313178" y="244081"/>
                  </a:lnTo>
                  <a:lnTo>
                    <a:pt x="312841" y="244663"/>
                  </a:lnTo>
                  <a:lnTo>
                    <a:pt x="312288" y="244575"/>
                  </a:lnTo>
                  <a:lnTo>
                    <a:pt x="311272" y="244913"/>
                  </a:lnTo>
                  <a:lnTo>
                    <a:pt x="310932" y="244642"/>
                  </a:lnTo>
                  <a:lnTo>
                    <a:pt x="309221" y="244519"/>
                  </a:lnTo>
                  <a:lnTo>
                    <a:pt x="308459" y="244773"/>
                  </a:lnTo>
                  <a:lnTo>
                    <a:pt x="307764" y="245402"/>
                  </a:lnTo>
                  <a:lnTo>
                    <a:pt x="307592" y="246287"/>
                  </a:lnTo>
                  <a:lnTo>
                    <a:pt x="306046" y="247456"/>
                  </a:lnTo>
                  <a:lnTo>
                    <a:pt x="305946" y="248287"/>
                  </a:lnTo>
                  <a:lnTo>
                    <a:pt x="306243" y="249626"/>
                  </a:lnTo>
                  <a:lnTo>
                    <a:pt x="306963" y="250813"/>
                  </a:lnTo>
                  <a:lnTo>
                    <a:pt x="306818" y="253464"/>
                  </a:lnTo>
                  <a:lnTo>
                    <a:pt x="307672" y="256371"/>
                  </a:lnTo>
                  <a:lnTo>
                    <a:pt x="307810" y="258990"/>
                  </a:lnTo>
                  <a:lnTo>
                    <a:pt x="307043" y="260404"/>
                  </a:lnTo>
                  <a:lnTo>
                    <a:pt x="306283" y="260877"/>
                  </a:lnTo>
                  <a:lnTo>
                    <a:pt x="306131" y="261293"/>
                  </a:lnTo>
                  <a:lnTo>
                    <a:pt x="305571" y="261413"/>
                  </a:lnTo>
                  <a:lnTo>
                    <a:pt x="305076" y="261895"/>
                  </a:lnTo>
                  <a:lnTo>
                    <a:pt x="305010" y="263036"/>
                  </a:lnTo>
                  <a:lnTo>
                    <a:pt x="304400" y="263504"/>
                  </a:lnTo>
                  <a:lnTo>
                    <a:pt x="304660" y="263961"/>
                  </a:lnTo>
                  <a:lnTo>
                    <a:pt x="305764" y="264615"/>
                  </a:lnTo>
                  <a:lnTo>
                    <a:pt x="305980" y="264860"/>
                  </a:lnTo>
                  <a:lnTo>
                    <a:pt x="305722" y="265200"/>
                  </a:lnTo>
                  <a:lnTo>
                    <a:pt x="306081" y="265709"/>
                  </a:lnTo>
                  <a:lnTo>
                    <a:pt x="306765" y="266009"/>
                  </a:lnTo>
                  <a:lnTo>
                    <a:pt x="307229" y="266898"/>
                  </a:lnTo>
                  <a:lnTo>
                    <a:pt x="308447" y="267972"/>
                  </a:lnTo>
                  <a:lnTo>
                    <a:pt x="308267" y="268940"/>
                  </a:lnTo>
                  <a:lnTo>
                    <a:pt x="308476" y="269875"/>
                  </a:lnTo>
                  <a:lnTo>
                    <a:pt x="307858" y="270660"/>
                  </a:lnTo>
                  <a:lnTo>
                    <a:pt x="308198" y="272100"/>
                  </a:lnTo>
                  <a:lnTo>
                    <a:pt x="308020" y="274937"/>
                  </a:lnTo>
                  <a:lnTo>
                    <a:pt x="307583" y="275489"/>
                  </a:lnTo>
                  <a:lnTo>
                    <a:pt x="307353" y="276740"/>
                  </a:lnTo>
                  <a:lnTo>
                    <a:pt x="306981" y="277377"/>
                  </a:lnTo>
                  <a:lnTo>
                    <a:pt x="305925" y="278397"/>
                  </a:lnTo>
                  <a:lnTo>
                    <a:pt x="305525" y="278432"/>
                  </a:lnTo>
                  <a:lnTo>
                    <a:pt x="304584" y="279975"/>
                  </a:lnTo>
                  <a:lnTo>
                    <a:pt x="303484" y="281199"/>
                  </a:lnTo>
                  <a:lnTo>
                    <a:pt x="303026" y="282649"/>
                  </a:lnTo>
                  <a:lnTo>
                    <a:pt x="300585" y="286130"/>
                  </a:lnTo>
                  <a:lnTo>
                    <a:pt x="299786" y="286714"/>
                  </a:lnTo>
                  <a:lnTo>
                    <a:pt x="298363" y="288346"/>
                  </a:lnTo>
                  <a:lnTo>
                    <a:pt x="294208" y="291936"/>
                  </a:lnTo>
                  <a:lnTo>
                    <a:pt x="294196" y="292317"/>
                  </a:lnTo>
                  <a:lnTo>
                    <a:pt x="295173" y="294097"/>
                  </a:lnTo>
                  <a:lnTo>
                    <a:pt x="300136" y="296328"/>
                  </a:lnTo>
                  <a:lnTo>
                    <a:pt x="300858" y="296396"/>
                  </a:lnTo>
                  <a:lnTo>
                    <a:pt x="302706" y="298099"/>
                  </a:lnTo>
                  <a:lnTo>
                    <a:pt x="303599" y="299361"/>
                  </a:lnTo>
                  <a:lnTo>
                    <a:pt x="305498" y="300832"/>
                  </a:lnTo>
                  <a:lnTo>
                    <a:pt x="305928" y="302402"/>
                  </a:lnTo>
                  <a:lnTo>
                    <a:pt x="305820" y="304493"/>
                  </a:lnTo>
                  <a:lnTo>
                    <a:pt x="307663" y="306925"/>
                  </a:lnTo>
                  <a:lnTo>
                    <a:pt x="308678" y="309169"/>
                  </a:lnTo>
                  <a:lnTo>
                    <a:pt x="308458" y="309274"/>
                  </a:lnTo>
                  <a:lnTo>
                    <a:pt x="309322" y="311346"/>
                  </a:lnTo>
                  <a:lnTo>
                    <a:pt x="310726" y="312216"/>
                  </a:lnTo>
                  <a:lnTo>
                    <a:pt x="311019" y="312811"/>
                  </a:lnTo>
                  <a:lnTo>
                    <a:pt x="310866" y="314933"/>
                  </a:lnTo>
                  <a:lnTo>
                    <a:pt x="310385" y="315896"/>
                  </a:lnTo>
                  <a:lnTo>
                    <a:pt x="310782" y="319726"/>
                  </a:lnTo>
                  <a:lnTo>
                    <a:pt x="312142" y="321247"/>
                  </a:lnTo>
                  <a:lnTo>
                    <a:pt x="314344" y="324966"/>
                  </a:lnTo>
                  <a:lnTo>
                    <a:pt x="315462" y="326321"/>
                  </a:lnTo>
                  <a:lnTo>
                    <a:pt x="318587" y="328265"/>
                  </a:lnTo>
                  <a:lnTo>
                    <a:pt x="320300" y="329886"/>
                  </a:lnTo>
                  <a:lnTo>
                    <a:pt x="322124" y="332248"/>
                  </a:lnTo>
                  <a:lnTo>
                    <a:pt x="322918" y="334734"/>
                  </a:lnTo>
                  <a:lnTo>
                    <a:pt x="323794" y="335686"/>
                  </a:lnTo>
                  <a:lnTo>
                    <a:pt x="326655" y="337791"/>
                  </a:lnTo>
                  <a:lnTo>
                    <a:pt x="327044" y="338570"/>
                  </a:lnTo>
                  <a:lnTo>
                    <a:pt x="327778" y="338576"/>
                  </a:lnTo>
                  <a:lnTo>
                    <a:pt x="327690" y="339081"/>
                  </a:lnTo>
                  <a:lnTo>
                    <a:pt x="328295" y="341141"/>
                  </a:lnTo>
                  <a:lnTo>
                    <a:pt x="329749" y="341501"/>
                  </a:lnTo>
                  <a:lnTo>
                    <a:pt x="331074" y="344178"/>
                  </a:lnTo>
                  <a:lnTo>
                    <a:pt x="332418" y="344794"/>
                  </a:lnTo>
                  <a:lnTo>
                    <a:pt x="333702" y="344894"/>
                  </a:lnTo>
                  <a:lnTo>
                    <a:pt x="333987" y="347708"/>
                  </a:lnTo>
                  <a:lnTo>
                    <a:pt x="336183" y="348674"/>
                  </a:lnTo>
                  <a:lnTo>
                    <a:pt x="336981" y="348581"/>
                  </a:lnTo>
                  <a:lnTo>
                    <a:pt x="338222" y="353773"/>
                  </a:lnTo>
                  <a:lnTo>
                    <a:pt x="339364" y="357108"/>
                  </a:lnTo>
                  <a:lnTo>
                    <a:pt x="340450" y="356907"/>
                  </a:lnTo>
                  <a:lnTo>
                    <a:pt x="340816" y="357981"/>
                  </a:lnTo>
                  <a:lnTo>
                    <a:pt x="339449" y="358799"/>
                  </a:lnTo>
                  <a:lnTo>
                    <a:pt x="339645" y="360797"/>
                  </a:lnTo>
                  <a:lnTo>
                    <a:pt x="339180" y="360671"/>
                  </a:lnTo>
                  <a:lnTo>
                    <a:pt x="337265" y="363443"/>
                  </a:lnTo>
                  <a:lnTo>
                    <a:pt x="336628" y="363939"/>
                  </a:lnTo>
                  <a:lnTo>
                    <a:pt x="334633" y="364786"/>
                  </a:lnTo>
                  <a:lnTo>
                    <a:pt x="334124" y="365495"/>
                  </a:lnTo>
                  <a:lnTo>
                    <a:pt x="333631" y="365385"/>
                  </a:lnTo>
                  <a:lnTo>
                    <a:pt x="332723" y="366108"/>
                  </a:lnTo>
                  <a:lnTo>
                    <a:pt x="332602" y="366481"/>
                  </a:lnTo>
                  <a:lnTo>
                    <a:pt x="331661" y="366864"/>
                  </a:lnTo>
                  <a:lnTo>
                    <a:pt x="331145" y="366495"/>
                  </a:lnTo>
                  <a:lnTo>
                    <a:pt x="330873" y="366838"/>
                  </a:lnTo>
                  <a:lnTo>
                    <a:pt x="330985" y="367253"/>
                  </a:lnTo>
                  <a:lnTo>
                    <a:pt x="330514" y="368169"/>
                  </a:lnTo>
                  <a:lnTo>
                    <a:pt x="330438" y="369609"/>
                  </a:lnTo>
                  <a:lnTo>
                    <a:pt x="329927" y="370723"/>
                  </a:lnTo>
                  <a:lnTo>
                    <a:pt x="329563" y="372927"/>
                  </a:lnTo>
                  <a:lnTo>
                    <a:pt x="327267" y="376253"/>
                  </a:lnTo>
                  <a:lnTo>
                    <a:pt x="326452" y="378082"/>
                  </a:lnTo>
                  <a:lnTo>
                    <a:pt x="325472" y="378274"/>
                  </a:lnTo>
                  <a:lnTo>
                    <a:pt x="325256" y="378679"/>
                  </a:lnTo>
                  <a:lnTo>
                    <a:pt x="326029" y="379098"/>
                  </a:lnTo>
                  <a:lnTo>
                    <a:pt x="326434" y="379702"/>
                  </a:lnTo>
                  <a:lnTo>
                    <a:pt x="327017" y="381435"/>
                  </a:lnTo>
                  <a:lnTo>
                    <a:pt x="326951" y="382319"/>
                  </a:lnTo>
                  <a:lnTo>
                    <a:pt x="327713" y="385226"/>
                  </a:lnTo>
                  <a:lnTo>
                    <a:pt x="327766" y="387095"/>
                  </a:lnTo>
                  <a:lnTo>
                    <a:pt x="328194" y="388183"/>
                  </a:lnTo>
                  <a:lnTo>
                    <a:pt x="328215" y="389295"/>
                  </a:lnTo>
                  <a:lnTo>
                    <a:pt x="328513" y="389685"/>
                  </a:lnTo>
                  <a:lnTo>
                    <a:pt x="328361" y="390476"/>
                  </a:lnTo>
                  <a:lnTo>
                    <a:pt x="328817" y="391090"/>
                  </a:lnTo>
                  <a:lnTo>
                    <a:pt x="329840" y="391033"/>
                  </a:lnTo>
                  <a:lnTo>
                    <a:pt x="330821" y="391631"/>
                  </a:lnTo>
                  <a:lnTo>
                    <a:pt x="330675" y="392541"/>
                  </a:lnTo>
                  <a:lnTo>
                    <a:pt x="330883" y="392979"/>
                  </a:lnTo>
                  <a:lnTo>
                    <a:pt x="331417" y="393248"/>
                  </a:lnTo>
                  <a:lnTo>
                    <a:pt x="331903" y="394344"/>
                  </a:lnTo>
                  <a:lnTo>
                    <a:pt x="332499" y="394651"/>
                  </a:lnTo>
                  <a:lnTo>
                    <a:pt x="332724" y="395267"/>
                  </a:lnTo>
                  <a:lnTo>
                    <a:pt x="332404" y="395709"/>
                  </a:lnTo>
                  <a:lnTo>
                    <a:pt x="332229" y="398663"/>
                  </a:lnTo>
                  <a:lnTo>
                    <a:pt x="332729" y="399367"/>
                  </a:lnTo>
                  <a:lnTo>
                    <a:pt x="333209" y="400777"/>
                  </a:lnTo>
                  <a:lnTo>
                    <a:pt x="333142" y="401798"/>
                  </a:lnTo>
                  <a:lnTo>
                    <a:pt x="331912" y="402205"/>
                  </a:lnTo>
                  <a:lnTo>
                    <a:pt x="332439" y="403454"/>
                  </a:lnTo>
                  <a:lnTo>
                    <a:pt x="331849" y="406007"/>
                  </a:lnTo>
                  <a:lnTo>
                    <a:pt x="329029" y="407633"/>
                  </a:lnTo>
                  <a:lnTo>
                    <a:pt x="328894" y="407938"/>
                  </a:lnTo>
                  <a:lnTo>
                    <a:pt x="329320" y="408236"/>
                  </a:lnTo>
                  <a:lnTo>
                    <a:pt x="327835" y="409492"/>
                  </a:lnTo>
                  <a:lnTo>
                    <a:pt x="326947" y="411303"/>
                  </a:lnTo>
                  <a:lnTo>
                    <a:pt x="326621" y="411617"/>
                  </a:lnTo>
                  <a:lnTo>
                    <a:pt x="325416" y="411373"/>
                  </a:lnTo>
                  <a:lnTo>
                    <a:pt x="325229" y="411542"/>
                  </a:lnTo>
                  <a:lnTo>
                    <a:pt x="324696" y="411037"/>
                  </a:lnTo>
                  <a:lnTo>
                    <a:pt x="324551" y="411242"/>
                  </a:lnTo>
                  <a:lnTo>
                    <a:pt x="324012" y="411103"/>
                  </a:lnTo>
                  <a:lnTo>
                    <a:pt x="324371" y="410782"/>
                  </a:lnTo>
                  <a:lnTo>
                    <a:pt x="324101" y="410834"/>
                  </a:lnTo>
                  <a:lnTo>
                    <a:pt x="324082" y="410389"/>
                  </a:lnTo>
                  <a:lnTo>
                    <a:pt x="323335" y="410804"/>
                  </a:lnTo>
                  <a:lnTo>
                    <a:pt x="323215" y="410575"/>
                  </a:lnTo>
                  <a:lnTo>
                    <a:pt x="323382" y="410556"/>
                  </a:lnTo>
                  <a:lnTo>
                    <a:pt x="322917" y="410416"/>
                  </a:lnTo>
                  <a:lnTo>
                    <a:pt x="322982" y="410269"/>
                  </a:lnTo>
                  <a:lnTo>
                    <a:pt x="322773" y="410291"/>
                  </a:lnTo>
                  <a:lnTo>
                    <a:pt x="322835" y="410097"/>
                  </a:lnTo>
                  <a:lnTo>
                    <a:pt x="322163" y="409495"/>
                  </a:lnTo>
                  <a:lnTo>
                    <a:pt x="321482" y="409684"/>
                  </a:lnTo>
                  <a:lnTo>
                    <a:pt x="321501" y="412835"/>
                  </a:lnTo>
                  <a:lnTo>
                    <a:pt x="323790" y="414364"/>
                  </a:lnTo>
                  <a:lnTo>
                    <a:pt x="325090" y="415546"/>
                  </a:lnTo>
                  <a:lnTo>
                    <a:pt x="327945" y="416820"/>
                  </a:lnTo>
                  <a:lnTo>
                    <a:pt x="331861" y="417282"/>
                  </a:lnTo>
                  <a:lnTo>
                    <a:pt x="331259" y="419477"/>
                  </a:lnTo>
                  <a:lnTo>
                    <a:pt x="330188" y="421331"/>
                  </a:lnTo>
                  <a:lnTo>
                    <a:pt x="329477" y="424218"/>
                  </a:lnTo>
                  <a:lnTo>
                    <a:pt x="327460" y="426568"/>
                  </a:lnTo>
                  <a:lnTo>
                    <a:pt x="329439" y="429880"/>
                  </a:lnTo>
                  <a:lnTo>
                    <a:pt x="331391" y="431694"/>
                  </a:lnTo>
                  <a:lnTo>
                    <a:pt x="330741" y="433632"/>
                  </a:lnTo>
                  <a:lnTo>
                    <a:pt x="330483" y="434006"/>
                  </a:lnTo>
                  <a:lnTo>
                    <a:pt x="329386" y="434295"/>
                  </a:lnTo>
                  <a:lnTo>
                    <a:pt x="329358" y="436078"/>
                  </a:lnTo>
                  <a:lnTo>
                    <a:pt x="328846" y="436494"/>
                  </a:lnTo>
                  <a:lnTo>
                    <a:pt x="328157" y="437638"/>
                  </a:lnTo>
                  <a:lnTo>
                    <a:pt x="327629" y="437561"/>
                  </a:lnTo>
                  <a:lnTo>
                    <a:pt x="326293" y="438482"/>
                  </a:lnTo>
                  <a:lnTo>
                    <a:pt x="325269" y="438607"/>
                  </a:lnTo>
                  <a:lnTo>
                    <a:pt x="324576" y="439015"/>
                  </a:lnTo>
                  <a:lnTo>
                    <a:pt x="324130" y="438672"/>
                  </a:lnTo>
                  <a:lnTo>
                    <a:pt x="323581" y="439418"/>
                  </a:lnTo>
                  <a:lnTo>
                    <a:pt x="322783" y="439850"/>
                  </a:lnTo>
                  <a:lnTo>
                    <a:pt x="321378" y="439603"/>
                  </a:lnTo>
                  <a:lnTo>
                    <a:pt x="320899" y="440198"/>
                  </a:lnTo>
                  <a:lnTo>
                    <a:pt x="319756" y="440511"/>
                  </a:lnTo>
                  <a:lnTo>
                    <a:pt x="318714" y="440249"/>
                  </a:lnTo>
                  <a:lnTo>
                    <a:pt x="317195" y="440442"/>
                  </a:lnTo>
                  <a:lnTo>
                    <a:pt x="315170" y="439749"/>
                  </a:lnTo>
                  <a:lnTo>
                    <a:pt x="314534" y="441043"/>
                  </a:lnTo>
                  <a:lnTo>
                    <a:pt x="314620" y="442814"/>
                  </a:lnTo>
                  <a:lnTo>
                    <a:pt x="313898" y="445567"/>
                  </a:lnTo>
                  <a:lnTo>
                    <a:pt x="312537" y="445470"/>
                  </a:lnTo>
                  <a:lnTo>
                    <a:pt x="312446" y="444935"/>
                  </a:lnTo>
                  <a:lnTo>
                    <a:pt x="311833" y="445083"/>
                  </a:lnTo>
                  <a:lnTo>
                    <a:pt x="311154" y="444864"/>
                  </a:lnTo>
                  <a:lnTo>
                    <a:pt x="310945" y="445016"/>
                  </a:lnTo>
                  <a:lnTo>
                    <a:pt x="310792" y="444824"/>
                  </a:lnTo>
                  <a:lnTo>
                    <a:pt x="310383" y="445149"/>
                  </a:lnTo>
                  <a:lnTo>
                    <a:pt x="310264" y="444836"/>
                  </a:lnTo>
                  <a:lnTo>
                    <a:pt x="310049" y="445137"/>
                  </a:lnTo>
                  <a:lnTo>
                    <a:pt x="309701" y="444906"/>
                  </a:lnTo>
                  <a:lnTo>
                    <a:pt x="308436" y="445495"/>
                  </a:lnTo>
                  <a:lnTo>
                    <a:pt x="307822" y="445034"/>
                  </a:lnTo>
                  <a:lnTo>
                    <a:pt x="307159" y="445611"/>
                  </a:lnTo>
                  <a:lnTo>
                    <a:pt x="305947" y="445169"/>
                  </a:lnTo>
                  <a:lnTo>
                    <a:pt x="304989" y="445383"/>
                  </a:lnTo>
                  <a:lnTo>
                    <a:pt x="302635" y="447211"/>
                  </a:lnTo>
                  <a:lnTo>
                    <a:pt x="301851" y="446969"/>
                  </a:lnTo>
                  <a:lnTo>
                    <a:pt x="301875" y="447317"/>
                  </a:lnTo>
                  <a:lnTo>
                    <a:pt x="301481" y="447232"/>
                  </a:lnTo>
                  <a:lnTo>
                    <a:pt x="301264" y="447564"/>
                  </a:lnTo>
                  <a:lnTo>
                    <a:pt x="300551" y="447432"/>
                  </a:lnTo>
                  <a:lnTo>
                    <a:pt x="300046" y="447598"/>
                  </a:lnTo>
                  <a:lnTo>
                    <a:pt x="299839" y="455539"/>
                  </a:lnTo>
                  <a:lnTo>
                    <a:pt x="299719" y="455280"/>
                  </a:lnTo>
                  <a:lnTo>
                    <a:pt x="298946" y="454977"/>
                  </a:lnTo>
                  <a:lnTo>
                    <a:pt x="298595" y="455249"/>
                  </a:lnTo>
                  <a:lnTo>
                    <a:pt x="298668" y="455566"/>
                  </a:lnTo>
                  <a:lnTo>
                    <a:pt x="298344" y="455738"/>
                  </a:lnTo>
                  <a:lnTo>
                    <a:pt x="298347" y="456029"/>
                  </a:lnTo>
                  <a:lnTo>
                    <a:pt x="298034" y="456014"/>
                  </a:lnTo>
                  <a:lnTo>
                    <a:pt x="297839" y="455576"/>
                  </a:lnTo>
                  <a:lnTo>
                    <a:pt x="297402" y="455908"/>
                  </a:lnTo>
                  <a:lnTo>
                    <a:pt x="296908" y="455673"/>
                  </a:lnTo>
                  <a:lnTo>
                    <a:pt x="296735" y="455998"/>
                  </a:lnTo>
                  <a:lnTo>
                    <a:pt x="296586" y="455787"/>
                  </a:lnTo>
                  <a:lnTo>
                    <a:pt x="295170" y="455414"/>
                  </a:lnTo>
                  <a:lnTo>
                    <a:pt x="294013" y="456124"/>
                  </a:lnTo>
                  <a:lnTo>
                    <a:pt x="294079" y="456565"/>
                  </a:lnTo>
                  <a:lnTo>
                    <a:pt x="293658" y="456807"/>
                  </a:lnTo>
                  <a:lnTo>
                    <a:pt x="292774" y="456414"/>
                  </a:lnTo>
                  <a:lnTo>
                    <a:pt x="292373" y="456500"/>
                  </a:lnTo>
                  <a:lnTo>
                    <a:pt x="292272" y="456258"/>
                  </a:lnTo>
                  <a:lnTo>
                    <a:pt x="290977" y="456734"/>
                  </a:lnTo>
                  <a:lnTo>
                    <a:pt x="289589" y="456727"/>
                  </a:lnTo>
                  <a:lnTo>
                    <a:pt x="289125" y="456429"/>
                  </a:lnTo>
                  <a:lnTo>
                    <a:pt x="288741" y="456472"/>
                  </a:lnTo>
                  <a:lnTo>
                    <a:pt x="288428" y="456046"/>
                  </a:lnTo>
                  <a:lnTo>
                    <a:pt x="287869" y="456222"/>
                  </a:lnTo>
                  <a:lnTo>
                    <a:pt x="287391" y="455977"/>
                  </a:lnTo>
                  <a:lnTo>
                    <a:pt x="285976" y="456165"/>
                  </a:lnTo>
                  <a:lnTo>
                    <a:pt x="285433" y="455848"/>
                  </a:lnTo>
                  <a:lnTo>
                    <a:pt x="284417" y="454543"/>
                  </a:lnTo>
                  <a:lnTo>
                    <a:pt x="284055" y="454357"/>
                  </a:lnTo>
                  <a:lnTo>
                    <a:pt x="283780" y="454477"/>
                  </a:lnTo>
                  <a:lnTo>
                    <a:pt x="283709" y="454258"/>
                  </a:lnTo>
                  <a:lnTo>
                    <a:pt x="283554" y="454380"/>
                  </a:lnTo>
                  <a:lnTo>
                    <a:pt x="282772" y="453859"/>
                  </a:lnTo>
                  <a:lnTo>
                    <a:pt x="281430" y="454067"/>
                  </a:lnTo>
                  <a:lnTo>
                    <a:pt x="280552" y="454533"/>
                  </a:lnTo>
                  <a:lnTo>
                    <a:pt x="280541" y="454743"/>
                  </a:lnTo>
                  <a:lnTo>
                    <a:pt x="280294" y="457409"/>
                  </a:lnTo>
                  <a:lnTo>
                    <a:pt x="280300" y="461220"/>
                  </a:lnTo>
                  <a:lnTo>
                    <a:pt x="279036" y="460719"/>
                  </a:lnTo>
                  <a:lnTo>
                    <a:pt x="278517" y="464052"/>
                  </a:lnTo>
                  <a:lnTo>
                    <a:pt x="278070" y="463805"/>
                  </a:lnTo>
                  <a:lnTo>
                    <a:pt x="278349" y="466186"/>
                  </a:lnTo>
                  <a:lnTo>
                    <a:pt x="278708" y="466993"/>
                  </a:lnTo>
                  <a:lnTo>
                    <a:pt x="277207" y="467482"/>
                  </a:lnTo>
                  <a:lnTo>
                    <a:pt x="277146" y="468232"/>
                  </a:lnTo>
                  <a:lnTo>
                    <a:pt x="275132" y="468372"/>
                  </a:lnTo>
                  <a:lnTo>
                    <a:pt x="275067" y="469475"/>
                  </a:lnTo>
                  <a:lnTo>
                    <a:pt x="275459" y="469368"/>
                  </a:lnTo>
                  <a:lnTo>
                    <a:pt x="275386" y="470794"/>
                  </a:lnTo>
                  <a:lnTo>
                    <a:pt x="273221" y="471078"/>
                  </a:lnTo>
                  <a:lnTo>
                    <a:pt x="273153" y="472515"/>
                  </a:lnTo>
                  <a:lnTo>
                    <a:pt x="272778" y="472441"/>
                  </a:lnTo>
                  <a:lnTo>
                    <a:pt x="272718" y="472643"/>
                  </a:lnTo>
                  <a:lnTo>
                    <a:pt x="273010" y="475464"/>
                  </a:lnTo>
                  <a:lnTo>
                    <a:pt x="272527" y="476099"/>
                  </a:lnTo>
                  <a:lnTo>
                    <a:pt x="272718" y="477340"/>
                  </a:lnTo>
                  <a:lnTo>
                    <a:pt x="274387" y="476854"/>
                  </a:lnTo>
                  <a:lnTo>
                    <a:pt x="275984" y="477214"/>
                  </a:lnTo>
                  <a:lnTo>
                    <a:pt x="276238" y="478686"/>
                  </a:lnTo>
                  <a:lnTo>
                    <a:pt x="276188" y="481201"/>
                  </a:lnTo>
                  <a:lnTo>
                    <a:pt x="274846" y="480807"/>
                  </a:lnTo>
                  <a:lnTo>
                    <a:pt x="273561" y="480791"/>
                  </a:lnTo>
                  <a:lnTo>
                    <a:pt x="272029" y="479696"/>
                  </a:lnTo>
                  <a:lnTo>
                    <a:pt x="270797" y="479516"/>
                  </a:lnTo>
                  <a:lnTo>
                    <a:pt x="270896" y="481165"/>
                  </a:lnTo>
                  <a:lnTo>
                    <a:pt x="269923" y="482026"/>
                  </a:lnTo>
                  <a:lnTo>
                    <a:pt x="269772" y="484902"/>
                  </a:lnTo>
                  <a:lnTo>
                    <a:pt x="269435" y="484944"/>
                  </a:lnTo>
                  <a:lnTo>
                    <a:pt x="269296" y="485618"/>
                  </a:lnTo>
                  <a:lnTo>
                    <a:pt x="268600" y="486045"/>
                  </a:lnTo>
                  <a:lnTo>
                    <a:pt x="267626" y="487624"/>
                  </a:lnTo>
                  <a:lnTo>
                    <a:pt x="266400" y="486982"/>
                  </a:lnTo>
                  <a:lnTo>
                    <a:pt x="264934" y="487241"/>
                  </a:lnTo>
                  <a:lnTo>
                    <a:pt x="265173" y="487980"/>
                  </a:lnTo>
                  <a:lnTo>
                    <a:pt x="264938" y="487995"/>
                  </a:lnTo>
                  <a:lnTo>
                    <a:pt x="264492" y="487505"/>
                  </a:lnTo>
                  <a:lnTo>
                    <a:pt x="264320" y="487841"/>
                  </a:lnTo>
                  <a:lnTo>
                    <a:pt x="262749" y="486636"/>
                  </a:lnTo>
                  <a:lnTo>
                    <a:pt x="262062" y="485751"/>
                  </a:lnTo>
                  <a:lnTo>
                    <a:pt x="260850" y="488130"/>
                  </a:lnTo>
                  <a:lnTo>
                    <a:pt x="260025" y="488211"/>
                  </a:lnTo>
                  <a:lnTo>
                    <a:pt x="260405" y="489374"/>
                  </a:lnTo>
                  <a:lnTo>
                    <a:pt x="259474" y="489454"/>
                  </a:lnTo>
                  <a:lnTo>
                    <a:pt x="260353" y="490467"/>
                  </a:lnTo>
                  <a:lnTo>
                    <a:pt x="261135" y="490382"/>
                  </a:lnTo>
                  <a:lnTo>
                    <a:pt x="261167" y="490653"/>
                  </a:lnTo>
                  <a:lnTo>
                    <a:pt x="260689" y="490822"/>
                  </a:lnTo>
                  <a:lnTo>
                    <a:pt x="261019" y="491515"/>
                  </a:lnTo>
                  <a:lnTo>
                    <a:pt x="261587" y="491546"/>
                  </a:lnTo>
                  <a:lnTo>
                    <a:pt x="261646" y="492325"/>
                  </a:lnTo>
                  <a:lnTo>
                    <a:pt x="262352" y="493774"/>
                  </a:lnTo>
                  <a:lnTo>
                    <a:pt x="262389" y="494599"/>
                  </a:lnTo>
                  <a:lnTo>
                    <a:pt x="260105" y="496175"/>
                  </a:lnTo>
                  <a:lnTo>
                    <a:pt x="260806" y="497123"/>
                  </a:lnTo>
                  <a:lnTo>
                    <a:pt x="260867" y="498103"/>
                  </a:lnTo>
                  <a:lnTo>
                    <a:pt x="262267" y="498677"/>
                  </a:lnTo>
                  <a:lnTo>
                    <a:pt x="262107" y="499774"/>
                  </a:lnTo>
                  <a:lnTo>
                    <a:pt x="260627" y="501776"/>
                  </a:lnTo>
                  <a:lnTo>
                    <a:pt x="260431" y="503350"/>
                  </a:lnTo>
                  <a:lnTo>
                    <a:pt x="261843" y="502983"/>
                  </a:lnTo>
                  <a:lnTo>
                    <a:pt x="262345" y="504085"/>
                  </a:lnTo>
                  <a:lnTo>
                    <a:pt x="263057" y="504228"/>
                  </a:lnTo>
                  <a:lnTo>
                    <a:pt x="262798" y="504983"/>
                  </a:lnTo>
                  <a:lnTo>
                    <a:pt x="262017" y="504767"/>
                  </a:lnTo>
                  <a:lnTo>
                    <a:pt x="260829" y="505491"/>
                  </a:lnTo>
                  <a:lnTo>
                    <a:pt x="259960" y="507120"/>
                  </a:lnTo>
                  <a:lnTo>
                    <a:pt x="255187" y="507739"/>
                  </a:lnTo>
                  <a:lnTo>
                    <a:pt x="255219" y="508980"/>
                  </a:lnTo>
                  <a:lnTo>
                    <a:pt x="255823" y="510270"/>
                  </a:lnTo>
                  <a:lnTo>
                    <a:pt x="256402" y="512951"/>
                  </a:lnTo>
                  <a:lnTo>
                    <a:pt x="256150" y="513869"/>
                  </a:lnTo>
                  <a:lnTo>
                    <a:pt x="256389" y="515009"/>
                  </a:lnTo>
                  <a:lnTo>
                    <a:pt x="255851" y="515274"/>
                  </a:lnTo>
                  <a:lnTo>
                    <a:pt x="256179" y="517218"/>
                  </a:lnTo>
                  <a:lnTo>
                    <a:pt x="255481" y="518877"/>
                  </a:lnTo>
                  <a:lnTo>
                    <a:pt x="258018" y="519857"/>
                  </a:lnTo>
                  <a:lnTo>
                    <a:pt x="257905" y="520435"/>
                  </a:lnTo>
                  <a:lnTo>
                    <a:pt x="261087" y="521368"/>
                  </a:lnTo>
                  <a:lnTo>
                    <a:pt x="260750" y="525830"/>
                  </a:lnTo>
                  <a:lnTo>
                    <a:pt x="260098" y="526583"/>
                  </a:lnTo>
                  <a:lnTo>
                    <a:pt x="259740" y="527737"/>
                  </a:lnTo>
                  <a:lnTo>
                    <a:pt x="260983" y="527939"/>
                  </a:lnTo>
                  <a:lnTo>
                    <a:pt x="261812" y="528396"/>
                  </a:lnTo>
                  <a:lnTo>
                    <a:pt x="262680" y="531181"/>
                  </a:lnTo>
                  <a:lnTo>
                    <a:pt x="263951" y="532149"/>
                  </a:lnTo>
                  <a:lnTo>
                    <a:pt x="265203" y="533621"/>
                  </a:lnTo>
                  <a:lnTo>
                    <a:pt x="262268" y="536203"/>
                  </a:lnTo>
                  <a:lnTo>
                    <a:pt x="260264" y="539268"/>
                  </a:lnTo>
                  <a:lnTo>
                    <a:pt x="259703" y="540941"/>
                  </a:lnTo>
                  <a:lnTo>
                    <a:pt x="258497" y="540824"/>
                  </a:lnTo>
                  <a:lnTo>
                    <a:pt x="255875" y="541340"/>
                  </a:lnTo>
                  <a:lnTo>
                    <a:pt x="255534" y="539524"/>
                  </a:lnTo>
                  <a:lnTo>
                    <a:pt x="254764" y="539612"/>
                  </a:lnTo>
                  <a:lnTo>
                    <a:pt x="254332" y="539433"/>
                  </a:lnTo>
                  <a:lnTo>
                    <a:pt x="253372" y="540098"/>
                  </a:lnTo>
                  <a:lnTo>
                    <a:pt x="251513" y="540295"/>
                  </a:lnTo>
                  <a:lnTo>
                    <a:pt x="248540" y="541384"/>
                  </a:lnTo>
                  <a:lnTo>
                    <a:pt x="245367" y="540705"/>
                  </a:lnTo>
                  <a:lnTo>
                    <a:pt x="245306" y="541087"/>
                  </a:lnTo>
                  <a:lnTo>
                    <a:pt x="244329" y="540464"/>
                  </a:lnTo>
                  <a:lnTo>
                    <a:pt x="243161" y="538539"/>
                  </a:lnTo>
                  <a:lnTo>
                    <a:pt x="239463" y="538658"/>
                  </a:lnTo>
                  <a:lnTo>
                    <a:pt x="238429" y="540004"/>
                  </a:lnTo>
                  <a:lnTo>
                    <a:pt x="235892" y="539585"/>
                  </a:lnTo>
                  <a:lnTo>
                    <a:pt x="235781" y="539958"/>
                  </a:lnTo>
                  <a:lnTo>
                    <a:pt x="234723" y="540477"/>
                  </a:lnTo>
                  <a:lnTo>
                    <a:pt x="234172" y="540247"/>
                  </a:lnTo>
                  <a:lnTo>
                    <a:pt x="233614" y="540310"/>
                  </a:lnTo>
                  <a:lnTo>
                    <a:pt x="232294" y="540939"/>
                  </a:lnTo>
                  <a:lnTo>
                    <a:pt x="231615" y="540321"/>
                  </a:lnTo>
                  <a:lnTo>
                    <a:pt x="230237" y="540288"/>
                  </a:lnTo>
                  <a:lnTo>
                    <a:pt x="229763" y="540795"/>
                  </a:lnTo>
                  <a:lnTo>
                    <a:pt x="229369" y="540830"/>
                  </a:lnTo>
                  <a:lnTo>
                    <a:pt x="229674" y="542226"/>
                  </a:lnTo>
                  <a:lnTo>
                    <a:pt x="229283" y="543281"/>
                  </a:lnTo>
                  <a:lnTo>
                    <a:pt x="227778" y="542735"/>
                  </a:lnTo>
                  <a:lnTo>
                    <a:pt x="227723" y="544551"/>
                  </a:lnTo>
                  <a:lnTo>
                    <a:pt x="225641" y="544604"/>
                  </a:lnTo>
                  <a:lnTo>
                    <a:pt x="220366" y="545246"/>
                  </a:lnTo>
                  <a:lnTo>
                    <a:pt x="219079" y="546136"/>
                  </a:lnTo>
                  <a:lnTo>
                    <a:pt x="218337" y="546007"/>
                  </a:lnTo>
                  <a:lnTo>
                    <a:pt x="216607" y="547099"/>
                  </a:lnTo>
                  <a:lnTo>
                    <a:pt x="215752" y="549008"/>
                  </a:lnTo>
                  <a:lnTo>
                    <a:pt x="214522" y="548413"/>
                  </a:lnTo>
                  <a:lnTo>
                    <a:pt x="212794" y="548633"/>
                  </a:lnTo>
                  <a:lnTo>
                    <a:pt x="213680" y="544467"/>
                  </a:lnTo>
                  <a:lnTo>
                    <a:pt x="211726" y="543519"/>
                  </a:lnTo>
                  <a:lnTo>
                    <a:pt x="210766" y="543353"/>
                  </a:lnTo>
                  <a:lnTo>
                    <a:pt x="210780" y="542109"/>
                  </a:lnTo>
                  <a:lnTo>
                    <a:pt x="210000" y="540559"/>
                  </a:lnTo>
                  <a:lnTo>
                    <a:pt x="209122" y="539591"/>
                  </a:lnTo>
                  <a:lnTo>
                    <a:pt x="209124" y="538508"/>
                  </a:lnTo>
                  <a:lnTo>
                    <a:pt x="205090" y="539285"/>
                  </a:lnTo>
                  <a:lnTo>
                    <a:pt x="202931" y="539942"/>
                  </a:lnTo>
                  <a:lnTo>
                    <a:pt x="203222" y="539677"/>
                  </a:lnTo>
                  <a:lnTo>
                    <a:pt x="202569" y="539050"/>
                  </a:lnTo>
                  <a:lnTo>
                    <a:pt x="202106" y="539262"/>
                  </a:lnTo>
                  <a:lnTo>
                    <a:pt x="201766" y="538639"/>
                  </a:lnTo>
                  <a:lnTo>
                    <a:pt x="199984" y="537934"/>
                  </a:lnTo>
                  <a:lnTo>
                    <a:pt x="199690" y="537491"/>
                  </a:lnTo>
                  <a:lnTo>
                    <a:pt x="198774" y="537045"/>
                  </a:lnTo>
                  <a:lnTo>
                    <a:pt x="197941" y="537847"/>
                  </a:lnTo>
                  <a:lnTo>
                    <a:pt x="196931" y="536700"/>
                  </a:lnTo>
                  <a:lnTo>
                    <a:pt x="195219" y="535686"/>
                  </a:lnTo>
                  <a:lnTo>
                    <a:pt x="194735" y="535401"/>
                  </a:lnTo>
                  <a:lnTo>
                    <a:pt x="196012" y="534199"/>
                  </a:lnTo>
                  <a:lnTo>
                    <a:pt x="197630" y="534184"/>
                  </a:lnTo>
                  <a:lnTo>
                    <a:pt x="197754" y="534672"/>
                  </a:lnTo>
                  <a:lnTo>
                    <a:pt x="198304" y="534911"/>
                  </a:lnTo>
                  <a:lnTo>
                    <a:pt x="198317" y="534257"/>
                  </a:lnTo>
                  <a:lnTo>
                    <a:pt x="199298" y="533939"/>
                  </a:lnTo>
                  <a:lnTo>
                    <a:pt x="199643" y="533196"/>
                  </a:lnTo>
                  <a:lnTo>
                    <a:pt x="200009" y="532963"/>
                  </a:lnTo>
                  <a:lnTo>
                    <a:pt x="200417" y="532999"/>
                  </a:lnTo>
                  <a:lnTo>
                    <a:pt x="200504" y="532749"/>
                  </a:lnTo>
                  <a:lnTo>
                    <a:pt x="200105" y="532322"/>
                  </a:lnTo>
                  <a:lnTo>
                    <a:pt x="200354" y="532087"/>
                  </a:lnTo>
                  <a:lnTo>
                    <a:pt x="200605" y="532177"/>
                  </a:lnTo>
                  <a:lnTo>
                    <a:pt x="200712" y="531824"/>
                  </a:lnTo>
                  <a:lnTo>
                    <a:pt x="201101" y="531611"/>
                  </a:lnTo>
                  <a:lnTo>
                    <a:pt x="201105" y="531030"/>
                  </a:lnTo>
                  <a:lnTo>
                    <a:pt x="200753" y="530281"/>
                  </a:lnTo>
                  <a:lnTo>
                    <a:pt x="200958" y="529855"/>
                  </a:lnTo>
                  <a:lnTo>
                    <a:pt x="201982" y="529786"/>
                  </a:lnTo>
                  <a:lnTo>
                    <a:pt x="201899" y="529291"/>
                  </a:lnTo>
                  <a:lnTo>
                    <a:pt x="202501" y="528832"/>
                  </a:lnTo>
                  <a:lnTo>
                    <a:pt x="203136" y="528779"/>
                  </a:lnTo>
                  <a:lnTo>
                    <a:pt x="203222" y="528321"/>
                  </a:lnTo>
                  <a:lnTo>
                    <a:pt x="204563" y="527572"/>
                  </a:lnTo>
                  <a:lnTo>
                    <a:pt x="204458" y="527126"/>
                  </a:lnTo>
                  <a:lnTo>
                    <a:pt x="204636" y="526857"/>
                  </a:lnTo>
                  <a:lnTo>
                    <a:pt x="204250" y="526744"/>
                  </a:lnTo>
                  <a:lnTo>
                    <a:pt x="204763" y="526208"/>
                  </a:lnTo>
                  <a:lnTo>
                    <a:pt x="204394" y="525710"/>
                  </a:lnTo>
                  <a:lnTo>
                    <a:pt x="204986" y="524958"/>
                  </a:lnTo>
                  <a:lnTo>
                    <a:pt x="205567" y="524935"/>
                  </a:lnTo>
                  <a:lnTo>
                    <a:pt x="206133" y="524571"/>
                  </a:lnTo>
                  <a:lnTo>
                    <a:pt x="206315" y="525062"/>
                  </a:lnTo>
                  <a:lnTo>
                    <a:pt x="206746" y="525173"/>
                  </a:lnTo>
                  <a:lnTo>
                    <a:pt x="206833" y="524460"/>
                  </a:lnTo>
                  <a:lnTo>
                    <a:pt x="207617" y="524696"/>
                  </a:lnTo>
                  <a:lnTo>
                    <a:pt x="207861" y="524497"/>
                  </a:lnTo>
                  <a:lnTo>
                    <a:pt x="207809" y="523654"/>
                  </a:lnTo>
                  <a:lnTo>
                    <a:pt x="208481" y="523015"/>
                  </a:lnTo>
                  <a:lnTo>
                    <a:pt x="208543" y="522407"/>
                  </a:lnTo>
                  <a:lnTo>
                    <a:pt x="209183" y="522088"/>
                  </a:lnTo>
                  <a:lnTo>
                    <a:pt x="208853" y="521262"/>
                  </a:lnTo>
                  <a:lnTo>
                    <a:pt x="210486" y="520762"/>
                  </a:lnTo>
                  <a:lnTo>
                    <a:pt x="212707" y="520627"/>
                  </a:lnTo>
                  <a:lnTo>
                    <a:pt x="213174" y="520125"/>
                  </a:lnTo>
                  <a:lnTo>
                    <a:pt x="213367" y="520225"/>
                  </a:lnTo>
                  <a:lnTo>
                    <a:pt x="213110" y="520662"/>
                  </a:lnTo>
                  <a:lnTo>
                    <a:pt x="213371" y="520657"/>
                  </a:lnTo>
                  <a:lnTo>
                    <a:pt x="213554" y="521149"/>
                  </a:lnTo>
                  <a:lnTo>
                    <a:pt x="214674" y="520729"/>
                  </a:lnTo>
                  <a:lnTo>
                    <a:pt x="214179" y="520395"/>
                  </a:lnTo>
                  <a:lnTo>
                    <a:pt x="214184" y="520151"/>
                  </a:lnTo>
                  <a:lnTo>
                    <a:pt x="214803" y="519644"/>
                  </a:lnTo>
                  <a:lnTo>
                    <a:pt x="215228" y="519594"/>
                  </a:lnTo>
                  <a:lnTo>
                    <a:pt x="215521" y="518958"/>
                  </a:lnTo>
                  <a:lnTo>
                    <a:pt x="215877" y="519149"/>
                  </a:lnTo>
                  <a:lnTo>
                    <a:pt x="216136" y="518912"/>
                  </a:lnTo>
                  <a:lnTo>
                    <a:pt x="216991" y="519334"/>
                  </a:lnTo>
                  <a:lnTo>
                    <a:pt x="217220" y="518782"/>
                  </a:lnTo>
                  <a:lnTo>
                    <a:pt x="217366" y="519888"/>
                  </a:lnTo>
                  <a:lnTo>
                    <a:pt x="217913" y="519445"/>
                  </a:lnTo>
                  <a:lnTo>
                    <a:pt x="218237" y="519531"/>
                  </a:lnTo>
                  <a:lnTo>
                    <a:pt x="218658" y="520311"/>
                  </a:lnTo>
                  <a:lnTo>
                    <a:pt x="219180" y="520537"/>
                  </a:lnTo>
                  <a:lnTo>
                    <a:pt x="219508" y="520320"/>
                  </a:lnTo>
                  <a:lnTo>
                    <a:pt x="219275" y="519812"/>
                  </a:lnTo>
                  <a:lnTo>
                    <a:pt x="221924" y="519459"/>
                  </a:lnTo>
                  <a:lnTo>
                    <a:pt x="221958" y="518837"/>
                  </a:lnTo>
                  <a:lnTo>
                    <a:pt x="221644" y="518528"/>
                  </a:lnTo>
                  <a:lnTo>
                    <a:pt x="221770" y="517212"/>
                  </a:lnTo>
                  <a:lnTo>
                    <a:pt x="221432" y="516507"/>
                  </a:lnTo>
                  <a:lnTo>
                    <a:pt x="222424" y="516179"/>
                  </a:lnTo>
                  <a:lnTo>
                    <a:pt x="222727" y="514663"/>
                  </a:lnTo>
                  <a:lnTo>
                    <a:pt x="223621" y="515004"/>
                  </a:lnTo>
                  <a:lnTo>
                    <a:pt x="223986" y="514428"/>
                  </a:lnTo>
                  <a:lnTo>
                    <a:pt x="223355" y="513279"/>
                  </a:lnTo>
                  <a:lnTo>
                    <a:pt x="223675" y="512594"/>
                  </a:lnTo>
                  <a:lnTo>
                    <a:pt x="224177" y="512693"/>
                  </a:lnTo>
                  <a:lnTo>
                    <a:pt x="224243" y="512503"/>
                  </a:lnTo>
                  <a:lnTo>
                    <a:pt x="224231" y="510732"/>
                  </a:lnTo>
                  <a:lnTo>
                    <a:pt x="225003" y="508843"/>
                  </a:lnTo>
                  <a:lnTo>
                    <a:pt x="224982" y="507862"/>
                  </a:lnTo>
                  <a:lnTo>
                    <a:pt x="226283" y="507532"/>
                  </a:lnTo>
                  <a:lnTo>
                    <a:pt x="227231" y="507783"/>
                  </a:lnTo>
                  <a:lnTo>
                    <a:pt x="228204" y="507407"/>
                  </a:lnTo>
                  <a:lnTo>
                    <a:pt x="228155" y="506826"/>
                  </a:lnTo>
                  <a:lnTo>
                    <a:pt x="227633" y="506608"/>
                  </a:lnTo>
                  <a:lnTo>
                    <a:pt x="227753" y="505687"/>
                  </a:lnTo>
                  <a:lnTo>
                    <a:pt x="227465" y="505103"/>
                  </a:lnTo>
                  <a:lnTo>
                    <a:pt x="227724" y="503982"/>
                  </a:lnTo>
                  <a:lnTo>
                    <a:pt x="226739" y="502913"/>
                  </a:lnTo>
                  <a:lnTo>
                    <a:pt x="226906" y="502749"/>
                  </a:lnTo>
                  <a:lnTo>
                    <a:pt x="227339" y="503058"/>
                  </a:lnTo>
                  <a:lnTo>
                    <a:pt x="227629" y="502820"/>
                  </a:lnTo>
                  <a:lnTo>
                    <a:pt x="228139" y="502874"/>
                  </a:lnTo>
                  <a:lnTo>
                    <a:pt x="228168" y="502527"/>
                  </a:lnTo>
                  <a:lnTo>
                    <a:pt x="227607" y="502078"/>
                  </a:lnTo>
                  <a:lnTo>
                    <a:pt x="227651" y="501299"/>
                  </a:lnTo>
                  <a:lnTo>
                    <a:pt x="228414" y="501627"/>
                  </a:lnTo>
                  <a:lnTo>
                    <a:pt x="228755" y="500890"/>
                  </a:lnTo>
                  <a:lnTo>
                    <a:pt x="229069" y="500858"/>
                  </a:lnTo>
                  <a:lnTo>
                    <a:pt x="229274" y="501224"/>
                  </a:lnTo>
                  <a:lnTo>
                    <a:pt x="229558" y="500950"/>
                  </a:lnTo>
                  <a:lnTo>
                    <a:pt x="229901" y="500208"/>
                  </a:lnTo>
                  <a:lnTo>
                    <a:pt x="230650" y="499624"/>
                  </a:lnTo>
                  <a:lnTo>
                    <a:pt x="230163" y="497438"/>
                  </a:lnTo>
                  <a:lnTo>
                    <a:pt x="231046" y="497474"/>
                  </a:lnTo>
                  <a:lnTo>
                    <a:pt x="231208" y="497209"/>
                  </a:lnTo>
                  <a:lnTo>
                    <a:pt x="230534" y="496534"/>
                  </a:lnTo>
                  <a:lnTo>
                    <a:pt x="230332" y="495994"/>
                  </a:lnTo>
                  <a:lnTo>
                    <a:pt x="230128" y="494212"/>
                  </a:lnTo>
                  <a:lnTo>
                    <a:pt x="229706" y="493668"/>
                  </a:lnTo>
                  <a:lnTo>
                    <a:pt x="228768" y="493446"/>
                  </a:lnTo>
                  <a:lnTo>
                    <a:pt x="228239" y="492431"/>
                  </a:lnTo>
                  <a:lnTo>
                    <a:pt x="229163" y="491434"/>
                  </a:lnTo>
                  <a:lnTo>
                    <a:pt x="230804" y="491869"/>
                  </a:lnTo>
                  <a:lnTo>
                    <a:pt x="231069" y="491740"/>
                  </a:lnTo>
                  <a:lnTo>
                    <a:pt x="231329" y="491091"/>
                  </a:lnTo>
                  <a:lnTo>
                    <a:pt x="231249" y="490927"/>
                  </a:lnTo>
                  <a:lnTo>
                    <a:pt x="230786" y="491050"/>
                  </a:lnTo>
                  <a:lnTo>
                    <a:pt x="230802" y="490656"/>
                  </a:lnTo>
                  <a:lnTo>
                    <a:pt x="231314" y="489703"/>
                  </a:lnTo>
                  <a:lnTo>
                    <a:pt x="232060" y="489521"/>
                  </a:lnTo>
                  <a:lnTo>
                    <a:pt x="232165" y="488594"/>
                  </a:lnTo>
                  <a:lnTo>
                    <a:pt x="232688" y="487722"/>
                  </a:lnTo>
                  <a:lnTo>
                    <a:pt x="232650" y="485689"/>
                  </a:lnTo>
                  <a:lnTo>
                    <a:pt x="233104" y="484923"/>
                  </a:lnTo>
                  <a:lnTo>
                    <a:pt x="233020" y="484356"/>
                  </a:lnTo>
                  <a:lnTo>
                    <a:pt x="233785" y="484412"/>
                  </a:lnTo>
                  <a:lnTo>
                    <a:pt x="234241" y="484111"/>
                  </a:lnTo>
                  <a:lnTo>
                    <a:pt x="233355" y="481952"/>
                  </a:lnTo>
                  <a:lnTo>
                    <a:pt x="234024" y="481953"/>
                  </a:lnTo>
                  <a:lnTo>
                    <a:pt x="233900" y="482484"/>
                  </a:lnTo>
                  <a:lnTo>
                    <a:pt x="234326" y="482586"/>
                  </a:lnTo>
                  <a:lnTo>
                    <a:pt x="234730" y="481477"/>
                  </a:lnTo>
                  <a:lnTo>
                    <a:pt x="234707" y="480714"/>
                  </a:lnTo>
                  <a:lnTo>
                    <a:pt x="235020" y="480274"/>
                  </a:lnTo>
                  <a:lnTo>
                    <a:pt x="234756" y="479577"/>
                  </a:lnTo>
                  <a:lnTo>
                    <a:pt x="234246" y="479414"/>
                  </a:lnTo>
                  <a:lnTo>
                    <a:pt x="233935" y="478913"/>
                  </a:lnTo>
                  <a:lnTo>
                    <a:pt x="234092" y="477260"/>
                  </a:lnTo>
                  <a:lnTo>
                    <a:pt x="233415" y="477235"/>
                  </a:lnTo>
                  <a:lnTo>
                    <a:pt x="230469" y="478024"/>
                  </a:lnTo>
                  <a:lnTo>
                    <a:pt x="229977" y="478521"/>
                  </a:lnTo>
                  <a:lnTo>
                    <a:pt x="229119" y="478531"/>
                  </a:lnTo>
                  <a:lnTo>
                    <a:pt x="227904" y="477486"/>
                  </a:lnTo>
                  <a:lnTo>
                    <a:pt x="227210" y="475944"/>
                  </a:lnTo>
                  <a:lnTo>
                    <a:pt x="227088" y="474576"/>
                  </a:lnTo>
                  <a:lnTo>
                    <a:pt x="227630" y="473389"/>
                  </a:lnTo>
                  <a:lnTo>
                    <a:pt x="227329" y="472942"/>
                  </a:lnTo>
                  <a:lnTo>
                    <a:pt x="227472" y="472491"/>
                  </a:lnTo>
                  <a:lnTo>
                    <a:pt x="229105" y="472518"/>
                  </a:lnTo>
                  <a:lnTo>
                    <a:pt x="229375" y="472209"/>
                  </a:lnTo>
                  <a:lnTo>
                    <a:pt x="229211" y="471982"/>
                  </a:lnTo>
                  <a:lnTo>
                    <a:pt x="229583" y="471681"/>
                  </a:lnTo>
                  <a:lnTo>
                    <a:pt x="229244" y="468776"/>
                  </a:lnTo>
                  <a:lnTo>
                    <a:pt x="228348" y="468124"/>
                  </a:lnTo>
                  <a:lnTo>
                    <a:pt x="228310" y="467726"/>
                  </a:lnTo>
                  <a:lnTo>
                    <a:pt x="228887" y="466358"/>
                  </a:lnTo>
                  <a:lnTo>
                    <a:pt x="229366" y="464314"/>
                  </a:lnTo>
                  <a:lnTo>
                    <a:pt x="229645" y="464035"/>
                  </a:lnTo>
                  <a:lnTo>
                    <a:pt x="229431" y="463741"/>
                  </a:lnTo>
                  <a:lnTo>
                    <a:pt x="229221" y="463891"/>
                  </a:lnTo>
                  <a:lnTo>
                    <a:pt x="228747" y="463622"/>
                  </a:lnTo>
                  <a:lnTo>
                    <a:pt x="228434" y="463804"/>
                  </a:lnTo>
                  <a:lnTo>
                    <a:pt x="228231" y="463477"/>
                  </a:lnTo>
                  <a:lnTo>
                    <a:pt x="227849" y="463802"/>
                  </a:lnTo>
                  <a:lnTo>
                    <a:pt x="227134" y="463477"/>
                  </a:lnTo>
                  <a:lnTo>
                    <a:pt x="227256" y="463994"/>
                  </a:lnTo>
                  <a:lnTo>
                    <a:pt x="226978" y="464120"/>
                  </a:lnTo>
                  <a:lnTo>
                    <a:pt x="226756" y="463742"/>
                  </a:lnTo>
                  <a:lnTo>
                    <a:pt x="226449" y="463954"/>
                  </a:lnTo>
                  <a:lnTo>
                    <a:pt x="225800" y="463532"/>
                  </a:lnTo>
                  <a:lnTo>
                    <a:pt x="225545" y="464099"/>
                  </a:lnTo>
                  <a:lnTo>
                    <a:pt x="224986" y="463872"/>
                  </a:lnTo>
                  <a:lnTo>
                    <a:pt x="224619" y="463998"/>
                  </a:lnTo>
                  <a:lnTo>
                    <a:pt x="224221" y="463455"/>
                  </a:lnTo>
                  <a:lnTo>
                    <a:pt x="223852" y="463745"/>
                  </a:lnTo>
                  <a:lnTo>
                    <a:pt x="223422" y="463571"/>
                  </a:lnTo>
                  <a:lnTo>
                    <a:pt x="223072" y="463801"/>
                  </a:lnTo>
                  <a:lnTo>
                    <a:pt x="222913" y="463322"/>
                  </a:lnTo>
                  <a:lnTo>
                    <a:pt x="222622" y="463689"/>
                  </a:lnTo>
                  <a:lnTo>
                    <a:pt x="222168" y="463539"/>
                  </a:lnTo>
                  <a:lnTo>
                    <a:pt x="222007" y="463815"/>
                  </a:lnTo>
                  <a:lnTo>
                    <a:pt x="221740" y="463660"/>
                  </a:lnTo>
                  <a:lnTo>
                    <a:pt x="221300" y="463831"/>
                  </a:lnTo>
                  <a:lnTo>
                    <a:pt x="221001" y="463607"/>
                  </a:lnTo>
                  <a:lnTo>
                    <a:pt x="220858" y="463954"/>
                  </a:lnTo>
                  <a:lnTo>
                    <a:pt x="220418" y="463987"/>
                  </a:lnTo>
                  <a:lnTo>
                    <a:pt x="220585" y="466493"/>
                  </a:lnTo>
                  <a:lnTo>
                    <a:pt x="219408" y="467415"/>
                  </a:lnTo>
                  <a:lnTo>
                    <a:pt x="218756" y="466351"/>
                  </a:lnTo>
                  <a:lnTo>
                    <a:pt x="218821" y="465427"/>
                  </a:lnTo>
                  <a:lnTo>
                    <a:pt x="218466" y="464122"/>
                  </a:lnTo>
                  <a:lnTo>
                    <a:pt x="217849" y="464611"/>
                  </a:lnTo>
                  <a:lnTo>
                    <a:pt x="217510" y="464617"/>
                  </a:lnTo>
                  <a:lnTo>
                    <a:pt x="216433" y="464053"/>
                  </a:lnTo>
                  <a:lnTo>
                    <a:pt x="216095" y="464252"/>
                  </a:lnTo>
                  <a:lnTo>
                    <a:pt x="215975" y="463737"/>
                  </a:lnTo>
                  <a:lnTo>
                    <a:pt x="214982" y="464150"/>
                  </a:lnTo>
                  <a:lnTo>
                    <a:pt x="214528" y="463995"/>
                  </a:lnTo>
                  <a:lnTo>
                    <a:pt x="214407" y="463670"/>
                  </a:lnTo>
                  <a:lnTo>
                    <a:pt x="214219" y="463739"/>
                  </a:lnTo>
                  <a:lnTo>
                    <a:pt x="214039" y="463752"/>
                  </a:lnTo>
                  <a:lnTo>
                    <a:pt x="213979" y="464236"/>
                  </a:lnTo>
                  <a:lnTo>
                    <a:pt x="213472" y="464185"/>
                  </a:lnTo>
                  <a:lnTo>
                    <a:pt x="213476" y="464405"/>
                  </a:lnTo>
                  <a:lnTo>
                    <a:pt x="213172" y="464451"/>
                  </a:lnTo>
                  <a:lnTo>
                    <a:pt x="212573" y="464445"/>
                  </a:lnTo>
                  <a:lnTo>
                    <a:pt x="212171" y="464094"/>
                  </a:lnTo>
                  <a:lnTo>
                    <a:pt x="210647" y="464065"/>
                  </a:lnTo>
                  <a:lnTo>
                    <a:pt x="210371" y="463791"/>
                  </a:lnTo>
                  <a:lnTo>
                    <a:pt x="209484" y="463905"/>
                  </a:lnTo>
                  <a:lnTo>
                    <a:pt x="209475" y="464337"/>
                  </a:lnTo>
                  <a:lnTo>
                    <a:pt x="208998" y="464904"/>
                  </a:lnTo>
                  <a:lnTo>
                    <a:pt x="207400" y="465829"/>
                  </a:lnTo>
                  <a:lnTo>
                    <a:pt x="206821" y="467235"/>
                  </a:lnTo>
                  <a:lnTo>
                    <a:pt x="206873" y="467561"/>
                  </a:lnTo>
                  <a:lnTo>
                    <a:pt x="205404" y="469064"/>
                  </a:lnTo>
                  <a:lnTo>
                    <a:pt x="205152" y="469633"/>
                  </a:lnTo>
                  <a:lnTo>
                    <a:pt x="204572" y="469999"/>
                  </a:lnTo>
                  <a:lnTo>
                    <a:pt x="204579" y="470393"/>
                  </a:lnTo>
                  <a:lnTo>
                    <a:pt x="204100" y="469928"/>
                  </a:lnTo>
                  <a:lnTo>
                    <a:pt x="203716" y="468838"/>
                  </a:lnTo>
                  <a:lnTo>
                    <a:pt x="201561" y="468594"/>
                  </a:lnTo>
                  <a:lnTo>
                    <a:pt x="201468" y="466674"/>
                  </a:lnTo>
                  <a:lnTo>
                    <a:pt x="200378" y="464109"/>
                  </a:lnTo>
                  <a:lnTo>
                    <a:pt x="200505" y="461822"/>
                  </a:lnTo>
                  <a:lnTo>
                    <a:pt x="199745" y="461294"/>
                  </a:lnTo>
                  <a:lnTo>
                    <a:pt x="199301" y="461181"/>
                  </a:lnTo>
                  <a:lnTo>
                    <a:pt x="199308" y="461425"/>
                  </a:lnTo>
                  <a:lnTo>
                    <a:pt x="198971" y="461443"/>
                  </a:lnTo>
                  <a:lnTo>
                    <a:pt x="198920" y="462143"/>
                  </a:lnTo>
                  <a:lnTo>
                    <a:pt x="197951" y="464513"/>
                  </a:lnTo>
                  <a:lnTo>
                    <a:pt x="197925" y="465056"/>
                  </a:lnTo>
                  <a:lnTo>
                    <a:pt x="196698" y="465166"/>
                  </a:lnTo>
                  <a:lnTo>
                    <a:pt x="193490" y="464928"/>
                  </a:lnTo>
                  <a:lnTo>
                    <a:pt x="193651" y="463074"/>
                  </a:lnTo>
                  <a:lnTo>
                    <a:pt x="194139" y="461877"/>
                  </a:lnTo>
                  <a:lnTo>
                    <a:pt x="194922" y="461066"/>
                  </a:lnTo>
                  <a:lnTo>
                    <a:pt x="195212" y="460380"/>
                  </a:lnTo>
                  <a:lnTo>
                    <a:pt x="194321" y="459969"/>
                  </a:lnTo>
                  <a:lnTo>
                    <a:pt x="193801" y="460314"/>
                  </a:lnTo>
                  <a:lnTo>
                    <a:pt x="193703" y="460039"/>
                  </a:lnTo>
                  <a:lnTo>
                    <a:pt x="193641" y="460203"/>
                  </a:lnTo>
                  <a:lnTo>
                    <a:pt x="193029" y="459985"/>
                  </a:lnTo>
                  <a:lnTo>
                    <a:pt x="192420" y="460344"/>
                  </a:lnTo>
                  <a:lnTo>
                    <a:pt x="192361" y="460100"/>
                  </a:lnTo>
                  <a:lnTo>
                    <a:pt x="191986" y="460043"/>
                  </a:lnTo>
                  <a:lnTo>
                    <a:pt x="188140" y="460908"/>
                  </a:lnTo>
                  <a:lnTo>
                    <a:pt x="187902" y="460885"/>
                  </a:lnTo>
                  <a:lnTo>
                    <a:pt x="188235" y="459973"/>
                  </a:lnTo>
                  <a:lnTo>
                    <a:pt x="187958" y="459625"/>
                  </a:lnTo>
                  <a:lnTo>
                    <a:pt x="187504" y="459959"/>
                  </a:lnTo>
                  <a:lnTo>
                    <a:pt x="187339" y="459810"/>
                  </a:lnTo>
                  <a:lnTo>
                    <a:pt x="186969" y="460234"/>
                  </a:lnTo>
                  <a:lnTo>
                    <a:pt x="186667" y="460097"/>
                  </a:lnTo>
                  <a:lnTo>
                    <a:pt x="186594" y="461167"/>
                  </a:lnTo>
                  <a:lnTo>
                    <a:pt x="185945" y="461242"/>
                  </a:lnTo>
                  <a:lnTo>
                    <a:pt x="185631" y="460342"/>
                  </a:lnTo>
                  <a:lnTo>
                    <a:pt x="185572" y="460614"/>
                  </a:lnTo>
                  <a:lnTo>
                    <a:pt x="184874" y="460903"/>
                  </a:lnTo>
                  <a:lnTo>
                    <a:pt x="184368" y="461433"/>
                  </a:lnTo>
                  <a:lnTo>
                    <a:pt x="183311" y="458551"/>
                  </a:lnTo>
                  <a:lnTo>
                    <a:pt x="181885" y="458252"/>
                  </a:lnTo>
                  <a:lnTo>
                    <a:pt x="179738" y="458319"/>
                  </a:lnTo>
                  <a:lnTo>
                    <a:pt x="179308" y="457630"/>
                  </a:lnTo>
                  <a:lnTo>
                    <a:pt x="179200" y="456251"/>
                  </a:lnTo>
                  <a:lnTo>
                    <a:pt x="179959" y="456142"/>
                  </a:lnTo>
                  <a:lnTo>
                    <a:pt x="180584" y="455610"/>
                  </a:lnTo>
                  <a:lnTo>
                    <a:pt x="180637" y="453389"/>
                  </a:lnTo>
                  <a:lnTo>
                    <a:pt x="181614" y="450551"/>
                  </a:lnTo>
                  <a:lnTo>
                    <a:pt x="178956" y="448798"/>
                  </a:lnTo>
                  <a:lnTo>
                    <a:pt x="176553" y="448060"/>
                  </a:lnTo>
                  <a:lnTo>
                    <a:pt x="176375" y="447688"/>
                  </a:lnTo>
                  <a:lnTo>
                    <a:pt x="175609" y="447305"/>
                  </a:lnTo>
                  <a:lnTo>
                    <a:pt x="175642" y="446692"/>
                  </a:lnTo>
                  <a:lnTo>
                    <a:pt x="175261" y="445858"/>
                  </a:lnTo>
                  <a:lnTo>
                    <a:pt x="174965" y="445768"/>
                  </a:lnTo>
                  <a:lnTo>
                    <a:pt x="174631" y="446420"/>
                  </a:lnTo>
                  <a:lnTo>
                    <a:pt x="173481" y="447365"/>
                  </a:lnTo>
                  <a:lnTo>
                    <a:pt x="173386" y="447186"/>
                  </a:lnTo>
                  <a:lnTo>
                    <a:pt x="170341" y="448328"/>
                  </a:lnTo>
                  <a:lnTo>
                    <a:pt x="168643" y="448456"/>
                  </a:lnTo>
                  <a:lnTo>
                    <a:pt x="167837" y="447862"/>
                  </a:lnTo>
                  <a:lnTo>
                    <a:pt x="165663" y="447184"/>
                  </a:lnTo>
                  <a:lnTo>
                    <a:pt x="165951" y="446582"/>
                  </a:lnTo>
                  <a:lnTo>
                    <a:pt x="165728" y="446475"/>
                  </a:lnTo>
                  <a:lnTo>
                    <a:pt x="165891" y="445968"/>
                  </a:lnTo>
                  <a:lnTo>
                    <a:pt x="165705" y="445361"/>
                  </a:lnTo>
                  <a:lnTo>
                    <a:pt x="166119" y="445004"/>
                  </a:lnTo>
                  <a:lnTo>
                    <a:pt x="165882" y="444709"/>
                  </a:lnTo>
                  <a:lnTo>
                    <a:pt x="166181" y="444564"/>
                  </a:lnTo>
                  <a:lnTo>
                    <a:pt x="166032" y="444034"/>
                  </a:lnTo>
                  <a:lnTo>
                    <a:pt x="165655" y="443946"/>
                  </a:lnTo>
                  <a:lnTo>
                    <a:pt x="165943" y="443565"/>
                  </a:lnTo>
                  <a:lnTo>
                    <a:pt x="165712" y="443445"/>
                  </a:lnTo>
                  <a:lnTo>
                    <a:pt x="165962" y="443289"/>
                  </a:lnTo>
                  <a:lnTo>
                    <a:pt x="165705" y="442558"/>
                  </a:lnTo>
                  <a:lnTo>
                    <a:pt x="165929" y="442457"/>
                  </a:lnTo>
                  <a:lnTo>
                    <a:pt x="165687" y="442075"/>
                  </a:lnTo>
                  <a:lnTo>
                    <a:pt x="164451" y="443092"/>
                  </a:lnTo>
                  <a:lnTo>
                    <a:pt x="163627" y="442863"/>
                  </a:lnTo>
                  <a:lnTo>
                    <a:pt x="163695" y="441857"/>
                  </a:lnTo>
                  <a:lnTo>
                    <a:pt x="162698" y="436879"/>
                  </a:lnTo>
                  <a:lnTo>
                    <a:pt x="162783" y="435498"/>
                  </a:lnTo>
                  <a:lnTo>
                    <a:pt x="163724" y="433610"/>
                  </a:lnTo>
                  <a:lnTo>
                    <a:pt x="163164" y="432440"/>
                  </a:lnTo>
                  <a:lnTo>
                    <a:pt x="162420" y="431962"/>
                  </a:lnTo>
                  <a:lnTo>
                    <a:pt x="163261" y="431245"/>
                  </a:lnTo>
                  <a:lnTo>
                    <a:pt x="163251" y="430819"/>
                  </a:lnTo>
                  <a:lnTo>
                    <a:pt x="163982" y="430201"/>
                  </a:lnTo>
                  <a:lnTo>
                    <a:pt x="164567" y="429074"/>
                  </a:lnTo>
                  <a:lnTo>
                    <a:pt x="164832" y="429143"/>
                  </a:lnTo>
                  <a:lnTo>
                    <a:pt x="164963" y="428865"/>
                  </a:lnTo>
                  <a:lnTo>
                    <a:pt x="165254" y="428964"/>
                  </a:lnTo>
                  <a:lnTo>
                    <a:pt x="165653" y="428413"/>
                  </a:lnTo>
                  <a:lnTo>
                    <a:pt x="165353" y="428079"/>
                  </a:lnTo>
                  <a:lnTo>
                    <a:pt x="165907" y="427886"/>
                  </a:lnTo>
                  <a:lnTo>
                    <a:pt x="165542" y="427314"/>
                  </a:lnTo>
                  <a:lnTo>
                    <a:pt x="165809" y="426999"/>
                  </a:lnTo>
                  <a:lnTo>
                    <a:pt x="165550" y="426317"/>
                  </a:lnTo>
                  <a:lnTo>
                    <a:pt x="165119" y="426006"/>
                  </a:lnTo>
                  <a:lnTo>
                    <a:pt x="165488" y="425877"/>
                  </a:lnTo>
                  <a:lnTo>
                    <a:pt x="165681" y="425369"/>
                  </a:lnTo>
                  <a:lnTo>
                    <a:pt x="165433" y="425181"/>
                  </a:lnTo>
                  <a:lnTo>
                    <a:pt x="165871" y="424929"/>
                  </a:lnTo>
                  <a:lnTo>
                    <a:pt x="165728" y="424248"/>
                  </a:lnTo>
                  <a:lnTo>
                    <a:pt x="166244" y="423806"/>
                  </a:lnTo>
                  <a:lnTo>
                    <a:pt x="165882" y="423794"/>
                  </a:lnTo>
                  <a:lnTo>
                    <a:pt x="166068" y="423190"/>
                  </a:lnTo>
                  <a:lnTo>
                    <a:pt x="165402" y="422698"/>
                  </a:lnTo>
                  <a:lnTo>
                    <a:pt x="165493" y="422507"/>
                  </a:lnTo>
                  <a:lnTo>
                    <a:pt x="164982" y="422465"/>
                  </a:lnTo>
                  <a:lnTo>
                    <a:pt x="165062" y="422232"/>
                  </a:lnTo>
                  <a:lnTo>
                    <a:pt x="165386" y="422242"/>
                  </a:lnTo>
                  <a:lnTo>
                    <a:pt x="165435" y="421683"/>
                  </a:lnTo>
                  <a:lnTo>
                    <a:pt x="165025" y="421767"/>
                  </a:lnTo>
                  <a:lnTo>
                    <a:pt x="165203" y="420323"/>
                  </a:lnTo>
                  <a:lnTo>
                    <a:pt x="164828" y="419873"/>
                  </a:lnTo>
                  <a:lnTo>
                    <a:pt x="165112" y="419185"/>
                  </a:lnTo>
                  <a:lnTo>
                    <a:pt x="164654" y="418605"/>
                  </a:lnTo>
                  <a:lnTo>
                    <a:pt x="164803" y="417693"/>
                  </a:lnTo>
                  <a:lnTo>
                    <a:pt x="164412" y="417626"/>
                  </a:lnTo>
                  <a:lnTo>
                    <a:pt x="164240" y="417488"/>
                  </a:lnTo>
                  <a:lnTo>
                    <a:pt x="164362" y="417291"/>
                  </a:lnTo>
                  <a:lnTo>
                    <a:pt x="164083" y="417297"/>
                  </a:lnTo>
                  <a:lnTo>
                    <a:pt x="163872" y="416466"/>
                  </a:lnTo>
                  <a:lnTo>
                    <a:pt x="163222" y="416027"/>
                  </a:lnTo>
                  <a:lnTo>
                    <a:pt x="163481" y="414819"/>
                  </a:lnTo>
                  <a:lnTo>
                    <a:pt x="162941" y="414499"/>
                  </a:lnTo>
                  <a:lnTo>
                    <a:pt x="163191" y="413925"/>
                  </a:lnTo>
                  <a:lnTo>
                    <a:pt x="163098" y="412457"/>
                  </a:lnTo>
                  <a:lnTo>
                    <a:pt x="162620" y="412427"/>
                  </a:lnTo>
                  <a:lnTo>
                    <a:pt x="162526" y="410888"/>
                  </a:lnTo>
                  <a:lnTo>
                    <a:pt x="162263" y="410472"/>
                  </a:lnTo>
                  <a:lnTo>
                    <a:pt x="162508" y="410195"/>
                  </a:lnTo>
                  <a:lnTo>
                    <a:pt x="162286" y="409583"/>
                  </a:lnTo>
                  <a:lnTo>
                    <a:pt x="162430" y="409026"/>
                  </a:lnTo>
                  <a:lnTo>
                    <a:pt x="162817" y="409018"/>
                  </a:lnTo>
                  <a:lnTo>
                    <a:pt x="162916" y="408798"/>
                  </a:lnTo>
                  <a:lnTo>
                    <a:pt x="162668" y="408429"/>
                  </a:lnTo>
                  <a:lnTo>
                    <a:pt x="163138" y="408146"/>
                  </a:lnTo>
                  <a:lnTo>
                    <a:pt x="162666" y="407632"/>
                  </a:lnTo>
                  <a:lnTo>
                    <a:pt x="163096" y="407347"/>
                  </a:lnTo>
                  <a:lnTo>
                    <a:pt x="162539" y="406877"/>
                  </a:lnTo>
                  <a:lnTo>
                    <a:pt x="161643" y="406647"/>
                  </a:lnTo>
                  <a:lnTo>
                    <a:pt x="161509" y="407766"/>
                  </a:lnTo>
                  <a:lnTo>
                    <a:pt x="161081" y="407960"/>
                  </a:lnTo>
                  <a:lnTo>
                    <a:pt x="161119" y="409659"/>
                  </a:lnTo>
                  <a:lnTo>
                    <a:pt x="160019" y="412182"/>
                  </a:lnTo>
                  <a:lnTo>
                    <a:pt x="158067" y="413149"/>
                  </a:lnTo>
                  <a:lnTo>
                    <a:pt x="156394" y="415553"/>
                  </a:lnTo>
                  <a:lnTo>
                    <a:pt x="155775" y="415525"/>
                  </a:lnTo>
                  <a:lnTo>
                    <a:pt x="154956" y="416437"/>
                  </a:lnTo>
                  <a:lnTo>
                    <a:pt x="154141" y="416964"/>
                  </a:lnTo>
                  <a:lnTo>
                    <a:pt x="152531" y="416156"/>
                  </a:lnTo>
                  <a:lnTo>
                    <a:pt x="151263" y="414076"/>
                  </a:lnTo>
                  <a:lnTo>
                    <a:pt x="150844" y="412840"/>
                  </a:lnTo>
                  <a:lnTo>
                    <a:pt x="150272" y="412695"/>
                  </a:lnTo>
                  <a:lnTo>
                    <a:pt x="146811" y="413385"/>
                  </a:lnTo>
                  <a:lnTo>
                    <a:pt x="146600" y="413683"/>
                  </a:lnTo>
                  <a:lnTo>
                    <a:pt x="140952" y="416774"/>
                  </a:lnTo>
                  <a:lnTo>
                    <a:pt x="139938" y="416432"/>
                  </a:lnTo>
                  <a:lnTo>
                    <a:pt x="139682" y="415888"/>
                  </a:lnTo>
                  <a:lnTo>
                    <a:pt x="138794" y="415618"/>
                  </a:lnTo>
                  <a:lnTo>
                    <a:pt x="138759" y="415349"/>
                  </a:lnTo>
                  <a:lnTo>
                    <a:pt x="137371" y="415607"/>
                  </a:lnTo>
                  <a:lnTo>
                    <a:pt x="136655" y="415348"/>
                  </a:lnTo>
                  <a:lnTo>
                    <a:pt x="136249" y="414745"/>
                  </a:lnTo>
                  <a:lnTo>
                    <a:pt x="135930" y="414631"/>
                  </a:lnTo>
                  <a:lnTo>
                    <a:pt x="134420" y="414833"/>
                  </a:lnTo>
                  <a:lnTo>
                    <a:pt x="133587" y="414282"/>
                  </a:lnTo>
                  <a:lnTo>
                    <a:pt x="133666" y="414130"/>
                  </a:lnTo>
                  <a:lnTo>
                    <a:pt x="132997" y="414142"/>
                  </a:lnTo>
                  <a:lnTo>
                    <a:pt x="132191" y="413308"/>
                  </a:lnTo>
                  <a:lnTo>
                    <a:pt x="132320" y="411908"/>
                  </a:lnTo>
                  <a:lnTo>
                    <a:pt x="131492" y="411730"/>
                  </a:lnTo>
                  <a:lnTo>
                    <a:pt x="131473" y="412901"/>
                  </a:lnTo>
                  <a:lnTo>
                    <a:pt x="131819" y="412788"/>
                  </a:lnTo>
                  <a:lnTo>
                    <a:pt x="131886" y="412971"/>
                  </a:lnTo>
                  <a:lnTo>
                    <a:pt x="131459" y="413457"/>
                  </a:lnTo>
                  <a:lnTo>
                    <a:pt x="130804" y="413316"/>
                  </a:lnTo>
                  <a:lnTo>
                    <a:pt x="130742" y="413988"/>
                  </a:lnTo>
                  <a:lnTo>
                    <a:pt x="130353" y="414630"/>
                  </a:lnTo>
                  <a:lnTo>
                    <a:pt x="130595" y="415219"/>
                  </a:lnTo>
                  <a:lnTo>
                    <a:pt x="130480" y="415487"/>
                  </a:lnTo>
                  <a:lnTo>
                    <a:pt x="130966" y="416450"/>
                  </a:lnTo>
                  <a:lnTo>
                    <a:pt x="130666" y="416797"/>
                  </a:lnTo>
                  <a:lnTo>
                    <a:pt x="130871" y="417714"/>
                  </a:lnTo>
                  <a:lnTo>
                    <a:pt x="130602" y="418237"/>
                  </a:lnTo>
                  <a:lnTo>
                    <a:pt x="130574" y="419350"/>
                  </a:lnTo>
                  <a:lnTo>
                    <a:pt x="130166" y="419591"/>
                  </a:lnTo>
                  <a:lnTo>
                    <a:pt x="129951" y="419445"/>
                  </a:lnTo>
                  <a:lnTo>
                    <a:pt x="130162" y="419044"/>
                  </a:lnTo>
                  <a:lnTo>
                    <a:pt x="129517" y="419233"/>
                  </a:lnTo>
                  <a:lnTo>
                    <a:pt x="128657" y="420693"/>
                  </a:lnTo>
                  <a:lnTo>
                    <a:pt x="127491" y="420514"/>
                  </a:lnTo>
                  <a:lnTo>
                    <a:pt x="126924" y="421158"/>
                  </a:lnTo>
                  <a:lnTo>
                    <a:pt x="126677" y="421101"/>
                  </a:lnTo>
                  <a:lnTo>
                    <a:pt x="125997" y="421625"/>
                  </a:lnTo>
                  <a:lnTo>
                    <a:pt x="125579" y="421465"/>
                  </a:lnTo>
                  <a:lnTo>
                    <a:pt x="125599" y="421183"/>
                  </a:lnTo>
                  <a:lnTo>
                    <a:pt x="125337" y="421006"/>
                  </a:lnTo>
                  <a:lnTo>
                    <a:pt x="125759" y="420101"/>
                  </a:lnTo>
                  <a:lnTo>
                    <a:pt x="125613" y="419806"/>
                  </a:lnTo>
                  <a:lnTo>
                    <a:pt x="124924" y="419401"/>
                  </a:lnTo>
                  <a:lnTo>
                    <a:pt x="123657" y="419186"/>
                  </a:lnTo>
                  <a:lnTo>
                    <a:pt x="122804" y="419499"/>
                  </a:lnTo>
                  <a:lnTo>
                    <a:pt x="120577" y="419487"/>
                  </a:lnTo>
                  <a:lnTo>
                    <a:pt x="119750" y="419871"/>
                  </a:lnTo>
                  <a:lnTo>
                    <a:pt x="119563" y="420185"/>
                  </a:lnTo>
                  <a:lnTo>
                    <a:pt x="119026" y="419407"/>
                  </a:lnTo>
                  <a:lnTo>
                    <a:pt x="118709" y="419205"/>
                  </a:lnTo>
                  <a:lnTo>
                    <a:pt x="118302" y="419333"/>
                  </a:lnTo>
                  <a:lnTo>
                    <a:pt x="118374" y="418921"/>
                  </a:lnTo>
                  <a:lnTo>
                    <a:pt x="118076" y="418859"/>
                  </a:lnTo>
                  <a:lnTo>
                    <a:pt x="117952" y="418534"/>
                  </a:lnTo>
                  <a:lnTo>
                    <a:pt x="117687" y="418524"/>
                  </a:lnTo>
                  <a:lnTo>
                    <a:pt x="117623" y="418729"/>
                  </a:lnTo>
                  <a:lnTo>
                    <a:pt x="117168" y="418357"/>
                  </a:lnTo>
                  <a:lnTo>
                    <a:pt x="116749" y="418544"/>
                  </a:lnTo>
                  <a:lnTo>
                    <a:pt x="116131" y="417933"/>
                  </a:lnTo>
                  <a:lnTo>
                    <a:pt x="115918" y="418018"/>
                  </a:lnTo>
                  <a:lnTo>
                    <a:pt x="115612" y="417636"/>
                  </a:lnTo>
                  <a:lnTo>
                    <a:pt x="115297" y="417697"/>
                  </a:lnTo>
                  <a:lnTo>
                    <a:pt x="114388" y="417175"/>
                  </a:lnTo>
                  <a:lnTo>
                    <a:pt x="113968" y="417535"/>
                  </a:lnTo>
                  <a:lnTo>
                    <a:pt x="112939" y="416704"/>
                  </a:lnTo>
                  <a:lnTo>
                    <a:pt x="111998" y="416646"/>
                  </a:lnTo>
                  <a:lnTo>
                    <a:pt x="111675" y="416979"/>
                  </a:lnTo>
                  <a:lnTo>
                    <a:pt x="111426" y="416909"/>
                  </a:lnTo>
                  <a:lnTo>
                    <a:pt x="110372" y="415656"/>
                  </a:lnTo>
                  <a:lnTo>
                    <a:pt x="109300" y="415333"/>
                  </a:lnTo>
                  <a:lnTo>
                    <a:pt x="109123" y="414592"/>
                  </a:lnTo>
                  <a:lnTo>
                    <a:pt x="107857" y="413711"/>
                  </a:lnTo>
                  <a:lnTo>
                    <a:pt x="107296" y="413812"/>
                  </a:lnTo>
                  <a:lnTo>
                    <a:pt x="106407" y="413354"/>
                  </a:lnTo>
                  <a:lnTo>
                    <a:pt x="106073" y="413669"/>
                  </a:lnTo>
                  <a:lnTo>
                    <a:pt x="105641" y="413499"/>
                  </a:lnTo>
                  <a:lnTo>
                    <a:pt x="105253" y="413703"/>
                  </a:lnTo>
                  <a:lnTo>
                    <a:pt x="105034" y="413248"/>
                  </a:lnTo>
                  <a:lnTo>
                    <a:pt x="104137" y="412672"/>
                  </a:lnTo>
                  <a:lnTo>
                    <a:pt x="104272" y="411346"/>
                  </a:lnTo>
                  <a:lnTo>
                    <a:pt x="103742" y="409115"/>
                  </a:lnTo>
                  <a:lnTo>
                    <a:pt x="102662" y="408999"/>
                  </a:lnTo>
                  <a:lnTo>
                    <a:pt x="100165" y="408089"/>
                  </a:lnTo>
                  <a:lnTo>
                    <a:pt x="99291" y="407540"/>
                  </a:lnTo>
                  <a:lnTo>
                    <a:pt x="98480" y="409119"/>
                  </a:lnTo>
                  <a:lnTo>
                    <a:pt x="98931" y="410191"/>
                  </a:lnTo>
                  <a:lnTo>
                    <a:pt x="96831" y="410065"/>
                  </a:lnTo>
                  <a:lnTo>
                    <a:pt x="97247" y="412128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pg79">
              <a:extLst>
                <a:ext uri="{FF2B5EF4-FFF2-40B4-BE49-F238E27FC236}">
                  <a16:creationId xmlns:a16="http://schemas.microsoft.com/office/drawing/2014/main" id="{E18CEB2A-80BB-CE6B-E9F3-609CC24EC2B0}"/>
                </a:ext>
              </a:extLst>
            </p:cNvPr>
            <p:cNvSpPr/>
            <p:nvPr/>
          </p:nvSpPr>
          <p:spPr>
            <a:xfrm>
              <a:off x="5402963" y="1607916"/>
              <a:ext cx="667289" cy="725153"/>
            </a:xfrm>
            <a:custGeom>
              <a:avLst/>
              <a:gdLst/>
              <a:ahLst/>
              <a:cxnLst/>
              <a:rect l="0" t="0" r="0" b="0"/>
              <a:pathLst>
                <a:path w="667289" h="725153">
                  <a:moveTo>
                    <a:pt x="123104" y="259823"/>
                  </a:moveTo>
                  <a:lnTo>
                    <a:pt x="122455" y="259806"/>
                  </a:lnTo>
                  <a:lnTo>
                    <a:pt x="121739" y="260250"/>
                  </a:lnTo>
                  <a:lnTo>
                    <a:pt x="121887" y="261215"/>
                  </a:lnTo>
                  <a:lnTo>
                    <a:pt x="120956" y="260903"/>
                  </a:lnTo>
                  <a:lnTo>
                    <a:pt x="120749" y="260013"/>
                  </a:lnTo>
                  <a:lnTo>
                    <a:pt x="120538" y="260057"/>
                  </a:lnTo>
                  <a:lnTo>
                    <a:pt x="119519" y="260672"/>
                  </a:lnTo>
                  <a:lnTo>
                    <a:pt x="119080" y="260624"/>
                  </a:lnTo>
                  <a:lnTo>
                    <a:pt x="118354" y="261223"/>
                  </a:lnTo>
                  <a:lnTo>
                    <a:pt x="118247" y="261611"/>
                  </a:lnTo>
                  <a:lnTo>
                    <a:pt x="117549" y="261589"/>
                  </a:lnTo>
                  <a:lnTo>
                    <a:pt x="117346" y="262116"/>
                  </a:lnTo>
                  <a:lnTo>
                    <a:pt x="116592" y="262178"/>
                  </a:lnTo>
                  <a:lnTo>
                    <a:pt x="116134" y="263137"/>
                  </a:lnTo>
                  <a:lnTo>
                    <a:pt x="116335" y="263725"/>
                  </a:lnTo>
                  <a:lnTo>
                    <a:pt x="116188" y="263925"/>
                  </a:lnTo>
                  <a:lnTo>
                    <a:pt x="115519" y="264080"/>
                  </a:lnTo>
                  <a:lnTo>
                    <a:pt x="115290" y="264519"/>
                  </a:lnTo>
                  <a:lnTo>
                    <a:pt x="114424" y="264437"/>
                  </a:lnTo>
                  <a:lnTo>
                    <a:pt x="114173" y="264868"/>
                  </a:lnTo>
                  <a:lnTo>
                    <a:pt x="113614" y="264971"/>
                  </a:lnTo>
                  <a:lnTo>
                    <a:pt x="112988" y="266218"/>
                  </a:lnTo>
                  <a:lnTo>
                    <a:pt x="111556" y="264991"/>
                  </a:lnTo>
                  <a:lnTo>
                    <a:pt x="110028" y="262510"/>
                  </a:lnTo>
                  <a:lnTo>
                    <a:pt x="109267" y="263109"/>
                  </a:lnTo>
                  <a:lnTo>
                    <a:pt x="107602" y="263332"/>
                  </a:lnTo>
                  <a:lnTo>
                    <a:pt x="105490" y="264530"/>
                  </a:lnTo>
                  <a:lnTo>
                    <a:pt x="104968" y="262622"/>
                  </a:lnTo>
                  <a:lnTo>
                    <a:pt x="101817" y="262913"/>
                  </a:lnTo>
                  <a:lnTo>
                    <a:pt x="99467" y="263980"/>
                  </a:lnTo>
                  <a:lnTo>
                    <a:pt x="99409" y="262256"/>
                  </a:lnTo>
                  <a:lnTo>
                    <a:pt x="98920" y="261994"/>
                  </a:lnTo>
                  <a:lnTo>
                    <a:pt x="98030" y="260316"/>
                  </a:lnTo>
                  <a:lnTo>
                    <a:pt x="98222" y="259983"/>
                  </a:lnTo>
                  <a:lnTo>
                    <a:pt x="98097" y="258985"/>
                  </a:lnTo>
                  <a:lnTo>
                    <a:pt x="96315" y="258623"/>
                  </a:lnTo>
                  <a:lnTo>
                    <a:pt x="94324" y="258577"/>
                  </a:lnTo>
                  <a:lnTo>
                    <a:pt x="93634" y="258267"/>
                  </a:lnTo>
                  <a:lnTo>
                    <a:pt x="90936" y="258660"/>
                  </a:lnTo>
                  <a:lnTo>
                    <a:pt x="88361" y="257792"/>
                  </a:lnTo>
                  <a:lnTo>
                    <a:pt x="84342" y="259290"/>
                  </a:lnTo>
                  <a:lnTo>
                    <a:pt x="82686" y="260378"/>
                  </a:lnTo>
                  <a:lnTo>
                    <a:pt x="82099" y="260039"/>
                  </a:lnTo>
                  <a:lnTo>
                    <a:pt x="81369" y="260171"/>
                  </a:lnTo>
                  <a:lnTo>
                    <a:pt x="79908" y="261108"/>
                  </a:lnTo>
                  <a:lnTo>
                    <a:pt x="77978" y="262794"/>
                  </a:lnTo>
                  <a:lnTo>
                    <a:pt x="77325" y="262972"/>
                  </a:lnTo>
                  <a:lnTo>
                    <a:pt x="77663" y="263661"/>
                  </a:lnTo>
                  <a:lnTo>
                    <a:pt x="76295" y="264751"/>
                  </a:lnTo>
                  <a:lnTo>
                    <a:pt x="75697" y="265413"/>
                  </a:lnTo>
                  <a:lnTo>
                    <a:pt x="75531" y="265951"/>
                  </a:lnTo>
                  <a:lnTo>
                    <a:pt x="73449" y="262570"/>
                  </a:lnTo>
                  <a:lnTo>
                    <a:pt x="73045" y="262932"/>
                  </a:lnTo>
                  <a:lnTo>
                    <a:pt x="71898" y="263120"/>
                  </a:lnTo>
                  <a:lnTo>
                    <a:pt x="69899" y="262729"/>
                  </a:lnTo>
                  <a:lnTo>
                    <a:pt x="69537" y="262420"/>
                  </a:lnTo>
                  <a:lnTo>
                    <a:pt x="69249" y="261027"/>
                  </a:lnTo>
                  <a:lnTo>
                    <a:pt x="68862" y="260305"/>
                  </a:lnTo>
                  <a:lnTo>
                    <a:pt x="67612" y="260520"/>
                  </a:lnTo>
                  <a:lnTo>
                    <a:pt x="67924" y="261589"/>
                  </a:lnTo>
                  <a:lnTo>
                    <a:pt x="67944" y="263475"/>
                  </a:lnTo>
                  <a:lnTo>
                    <a:pt x="67399" y="263784"/>
                  </a:lnTo>
                  <a:lnTo>
                    <a:pt x="66471" y="265273"/>
                  </a:lnTo>
                  <a:lnTo>
                    <a:pt x="66233" y="265194"/>
                  </a:lnTo>
                  <a:lnTo>
                    <a:pt x="65477" y="265592"/>
                  </a:lnTo>
                  <a:lnTo>
                    <a:pt x="64060" y="264621"/>
                  </a:lnTo>
                  <a:lnTo>
                    <a:pt x="63166" y="263070"/>
                  </a:lnTo>
                  <a:lnTo>
                    <a:pt x="62057" y="261801"/>
                  </a:lnTo>
                  <a:lnTo>
                    <a:pt x="61511" y="259594"/>
                  </a:lnTo>
                  <a:lnTo>
                    <a:pt x="60958" y="258256"/>
                  </a:lnTo>
                  <a:lnTo>
                    <a:pt x="60688" y="258147"/>
                  </a:lnTo>
                  <a:lnTo>
                    <a:pt x="60733" y="257682"/>
                  </a:lnTo>
                  <a:lnTo>
                    <a:pt x="59649" y="256287"/>
                  </a:lnTo>
                  <a:lnTo>
                    <a:pt x="59354" y="255446"/>
                  </a:lnTo>
                  <a:lnTo>
                    <a:pt x="59458" y="255180"/>
                  </a:lnTo>
                  <a:lnTo>
                    <a:pt x="59051" y="254933"/>
                  </a:lnTo>
                  <a:lnTo>
                    <a:pt x="57871" y="255074"/>
                  </a:lnTo>
                  <a:lnTo>
                    <a:pt x="57475" y="255618"/>
                  </a:lnTo>
                  <a:lnTo>
                    <a:pt x="57140" y="255487"/>
                  </a:lnTo>
                  <a:lnTo>
                    <a:pt x="56855" y="255915"/>
                  </a:lnTo>
                  <a:lnTo>
                    <a:pt x="56172" y="255846"/>
                  </a:lnTo>
                  <a:lnTo>
                    <a:pt x="54891" y="257192"/>
                  </a:lnTo>
                  <a:lnTo>
                    <a:pt x="53952" y="258921"/>
                  </a:lnTo>
                  <a:lnTo>
                    <a:pt x="53620" y="258280"/>
                  </a:lnTo>
                  <a:lnTo>
                    <a:pt x="53105" y="258047"/>
                  </a:lnTo>
                  <a:lnTo>
                    <a:pt x="53341" y="257186"/>
                  </a:lnTo>
                  <a:lnTo>
                    <a:pt x="53207" y="256912"/>
                  </a:lnTo>
                  <a:lnTo>
                    <a:pt x="53350" y="256615"/>
                  </a:lnTo>
                  <a:lnTo>
                    <a:pt x="53055" y="256793"/>
                  </a:lnTo>
                  <a:lnTo>
                    <a:pt x="52262" y="256009"/>
                  </a:lnTo>
                  <a:lnTo>
                    <a:pt x="52097" y="255255"/>
                  </a:lnTo>
                  <a:lnTo>
                    <a:pt x="52295" y="254932"/>
                  </a:lnTo>
                  <a:lnTo>
                    <a:pt x="51636" y="254065"/>
                  </a:lnTo>
                  <a:lnTo>
                    <a:pt x="50941" y="252352"/>
                  </a:lnTo>
                  <a:lnTo>
                    <a:pt x="48968" y="251728"/>
                  </a:lnTo>
                  <a:lnTo>
                    <a:pt x="48536" y="251221"/>
                  </a:lnTo>
                  <a:lnTo>
                    <a:pt x="48268" y="247216"/>
                  </a:lnTo>
                  <a:lnTo>
                    <a:pt x="47517" y="246666"/>
                  </a:lnTo>
                  <a:lnTo>
                    <a:pt x="48005" y="245232"/>
                  </a:lnTo>
                  <a:lnTo>
                    <a:pt x="47613" y="245121"/>
                  </a:lnTo>
                  <a:lnTo>
                    <a:pt x="46495" y="243784"/>
                  </a:lnTo>
                  <a:lnTo>
                    <a:pt x="44432" y="242256"/>
                  </a:lnTo>
                  <a:lnTo>
                    <a:pt x="45962" y="238838"/>
                  </a:lnTo>
                  <a:lnTo>
                    <a:pt x="46747" y="238049"/>
                  </a:lnTo>
                  <a:lnTo>
                    <a:pt x="47237" y="237961"/>
                  </a:lnTo>
                  <a:lnTo>
                    <a:pt x="47452" y="237342"/>
                  </a:lnTo>
                  <a:lnTo>
                    <a:pt x="49089" y="235886"/>
                  </a:lnTo>
                  <a:lnTo>
                    <a:pt x="47408" y="235869"/>
                  </a:lnTo>
                  <a:lnTo>
                    <a:pt x="45241" y="235409"/>
                  </a:lnTo>
                  <a:lnTo>
                    <a:pt x="42678" y="235345"/>
                  </a:lnTo>
                  <a:lnTo>
                    <a:pt x="41845" y="235631"/>
                  </a:lnTo>
                  <a:lnTo>
                    <a:pt x="41450" y="235540"/>
                  </a:lnTo>
                  <a:lnTo>
                    <a:pt x="41871" y="234737"/>
                  </a:lnTo>
                  <a:lnTo>
                    <a:pt x="42299" y="232909"/>
                  </a:lnTo>
                  <a:lnTo>
                    <a:pt x="40628" y="232209"/>
                  </a:lnTo>
                  <a:lnTo>
                    <a:pt x="40459" y="231261"/>
                  </a:lnTo>
                  <a:lnTo>
                    <a:pt x="40548" y="227270"/>
                  </a:lnTo>
                  <a:lnTo>
                    <a:pt x="40143" y="225292"/>
                  </a:lnTo>
                  <a:lnTo>
                    <a:pt x="39917" y="224864"/>
                  </a:lnTo>
                  <a:lnTo>
                    <a:pt x="37859" y="223810"/>
                  </a:lnTo>
                  <a:lnTo>
                    <a:pt x="37608" y="224070"/>
                  </a:lnTo>
                  <a:lnTo>
                    <a:pt x="35847" y="223074"/>
                  </a:lnTo>
                  <a:lnTo>
                    <a:pt x="32480" y="222395"/>
                  </a:lnTo>
                  <a:lnTo>
                    <a:pt x="31412" y="221894"/>
                  </a:lnTo>
                  <a:lnTo>
                    <a:pt x="31822" y="221792"/>
                  </a:lnTo>
                  <a:lnTo>
                    <a:pt x="31688" y="221599"/>
                  </a:lnTo>
                  <a:lnTo>
                    <a:pt x="32318" y="218689"/>
                  </a:lnTo>
                  <a:lnTo>
                    <a:pt x="31082" y="218436"/>
                  </a:lnTo>
                  <a:lnTo>
                    <a:pt x="30792" y="218615"/>
                  </a:lnTo>
                  <a:lnTo>
                    <a:pt x="30153" y="218516"/>
                  </a:lnTo>
                  <a:lnTo>
                    <a:pt x="29875" y="217984"/>
                  </a:lnTo>
                  <a:lnTo>
                    <a:pt x="29235" y="217870"/>
                  </a:lnTo>
                  <a:lnTo>
                    <a:pt x="26911" y="218636"/>
                  </a:lnTo>
                  <a:lnTo>
                    <a:pt x="26178" y="218500"/>
                  </a:lnTo>
                  <a:lnTo>
                    <a:pt x="23411" y="219504"/>
                  </a:lnTo>
                  <a:lnTo>
                    <a:pt x="19765" y="218769"/>
                  </a:lnTo>
                  <a:lnTo>
                    <a:pt x="17480" y="217865"/>
                  </a:lnTo>
                  <a:lnTo>
                    <a:pt x="18315" y="214763"/>
                  </a:lnTo>
                  <a:lnTo>
                    <a:pt x="20994" y="209358"/>
                  </a:lnTo>
                  <a:lnTo>
                    <a:pt x="21369" y="205989"/>
                  </a:lnTo>
                  <a:lnTo>
                    <a:pt x="22233" y="205375"/>
                  </a:lnTo>
                  <a:lnTo>
                    <a:pt x="23065" y="205699"/>
                  </a:lnTo>
                  <a:lnTo>
                    <a:pt x="24665" y="204695"/>
                  </a:lnTo>
                  <a:lnTo>
                    <a:pt x="25296" y="204677"/>
                  </a:lnTo>
                  <a:lnTo>
                    <a:pt x="27544" y="203316"/>
                  </a:lnTo>
                  <a:lnTo>
                    <a:pt x="27697" y="202053"/>
                  </a:lnTo>
                  <a:lnTo>
                    <a:pt x="28627" y="200805"/>
                  </a:lnTo>
                  <a:lnTo>
                    <a:pt x="29429" y="200315"/>
                  </a:lnTo>
                  <a:lnTo>
                    <a:pt x="29383" y="199541"/>
                  </a:lnTo>
                  <a:lnTo>
                    <a:pt x="31003" y="197424"/>
                  </a:lnTo>
                  <a:lnTo>
                    <a:pt x="30814" y="197201"/>
                  </a:lnTo>
                  <a:lnTo>
                    <a:pt x="30922" y="196204"/>
                  </a:lnTo>
                  <a:lnTo>
                    <a:pt x="30652" y="195708"/>
                  </a:lnTo>
                  <a:lnTo>
                    <a:pt x="29847" y="196209"/>
                  </a:lnTo>
                  <a:lnTo>
                    <a:pt x="28675" y="196253"/>
                  </a:lnTo>
                  <a:lnTo>
                    <a:pt x="27531" y="196834"/>
                  </a:lnTo>
                  <a:lnTo>
                    <a:pt x="26566" y="194308"/>
                  </a:lnTo>
                  <a:lnTo>
                    <a:pt x="24984" y="193596"/>
                  </a:lnTo>
                  <a:lnTo>
                    <a:pt x="24064" y="193639"/>
                  </a:lnTo>
                  <a:lnTo>
                    <a:pt x="24484" y="192566"/>
                  </a:lnTo>
                  <a:lnTo>
                    <a:pt x="21052" y="189067"/>
                  </a:lnTo>
                  <a:lnTo>
                    <a:pt x="19258" y="188195"/>
                  </a:lnTo>
                  <a:lnTo>
                    <a:pt x="18623" y="188169"/>
                  </a:lnTo>
                  <a:lnTo>
                    <a:pt x="18238" y="189502"/>
                  </a:lnTo>
                  <a:lnTo>
                    <a:pt x="17383" y="190141"/>
                  </a:lnTo>
                  <a:lnTo>
                    <a:pt x="12273" y="189491"/>
                  </a:lnTo>
                  <a:lnTo>
                    <a:pt x="10517" y="189794"/>
                  </a:lnTo>
                  <a:lnTo>
                    <a:pt x="10302" y="187415"/>
                  </a:lnTo>
                  <a:lnTo>
                    <a:pt x="10585" y="184112"/>
                  </a:lnTo>
                  <a:lnTo>
                    <a:pt x="9883" y="179642"/>
                  </a:lnTo>
                  <a:lnTo>
                    <a:pt x="9871" y="177293"/>
                  </a:lnTo>
                  <a:lnTo>
                    <a:pt x="12474" y="176934"/>
                  </a:lnTo>
                  <a:lnTo>
                    <a:pt x="14311" y="177028"/>
                  </a:lnTo>
                  <a:lnTo>
                    <a:pt x="15186" y="177174"/>
                  </a:lnTo>
                  <a:lnTo>
                    <a:pt x="17061" y="177974"/>
                  </a:lnTo>
                  <a:lnTo>
                    <a:pt x="18917" y="178300"/>
                  </a:lnTo>
                  <a:lnTo>
                    <a:pt x="18899" y="179001"/>
                  </a:lnTo>
                  <a:lnTo>
                    <a:pt x="18576" y="179522"/>
                  </a:lnTo>
                  <a:lnTo>
                    <a:pt x="18689" y="179737"/>
                  </a:lnTo>
                  <a:lnTo>
                    <a:pt x="18928" y="179756"/>
                  </a:lnTo>
                  <a:lnTo>
                    <a:pt x="19443" y="180464"/>
                  </a:lnTo>
                  <a:lnTo>
                    <a:pt x="19734" y="180484"/>
                  </a:lnTo>
                  <a:lnTo>
                    <a:pt x="20141" y="181166"/>
                  </a:lnTo>
                  <a:lnTo>
                    <a:pt x="21210" y="181855"/>
                  </a:lnTo>
                  <a:lnTo>
                    <a:pt x="23486" y="182603"/>
                  </a:lnTo>
                  <a:lnTo>
                    <a:pt x="23915" y="183353"/>
                  </a:lnTo>
                  <a:lnTo>
                    <a:pt x="24763" y="182589"/>
                  </a:lnTo>
                  <a:lnTo>
                    <a:pt x="26814" y="182130"/>
                  </a:lnTo>
                  <a:lnTo>
                    <a:pt x="27365" y="182385"/>
                  </a:lnTo>
                  <a:lnTo>
                    <a:pt x="27587" y="182270"/>
                  </a:lnTo>
                  <a:lnTo>
                    <a:pt x="26038" y="180032"/>
                  </a:lnTo>
                  <a:lnTo>
                    <a:pt x="24927" y="179081"/>
                  </a:lnTo>
                  <a:lnTo>
                    <a:pt x="24192" y="178766"/>
                  </a:lnTo>
                  <a:lnTo>
                    <a:pt x="22960" y="177090"/>
                  </a:lnTo>
                  <a:lnTo>
                    <a:pt x="22439" y="171946"/>
                  </a:lnTo>
                  <a:lnTo>
                    <a:pt x="22757" y="170166"/>
                  </a:lnTo>
                  <a:lnTo>
                    <a:pt x="24850" y="169869"/>
                  </a:lnTo>
                  <a:lnTo>
                    <a:pt x="24666" y="167778"/>
                  </a:lnTo>
                  <a:lnTo>
                    <a:pt x="23755" y="167768"/>
                  </a:lnTo>
                  <a:lnTo>
                    <a:pt x="24591" y="166423"/>
                  </a:lnTo>
                  <a:lnTo>
                    <a:pt x="24665" y="165253"/>
                  </a:lnTo>
                  <a:lnTo>
                    <a:pt x="25218" y="164501"/>
                  </a:lnTo>
                  <a:lnTo>
                    <a:pt x="26493" y="164808"/>
                  </a:lnTo>
                  <a:lnTo>
                    <a:pt x="27192" y="165725"/>
                  </a:lnTo>
                  <a:lnTo>
                    <a:pt x="27841" y="164483"/>
                  </a:lnTo>
                  <a:lnTo>
                    <a:pt x="28158" y="162606"/>
                  </a:lnTo>
                  <a:lnTo>
                    <a:pt x="31190" y="160450"/>
                  </a:lnTo>
                  <a:lnTo>
                    <a:pt x="33525" y="159484"/>
                  </a:lnTo>
                  <a:lnTo>
                    <a:pt x="33630" y="159656"/>
                  </a:lnTo>
                  <a:lnTo>
                    <a:pt x="36367" y="156226"/>
                  </a:lnTo>
                  <a:lnTo>
                    <a:pt x="34026" y="156534"/>
                  </a:lnTo>
                  <a:lnTo>
                    <a:pt x="33087" y="155058"/>
                  </a:lnTo>
                  <a:lnTo>
                    <a:pt x="30166" y="152891"/>
                  </a:lnTo>
                  <a:lnTo>
                    <a:pt x="38217" y="149683"/>
                  </a:lnTo>
                  <a:lnTo>
                    <a:pt x="37337" y="149221"/>
                  </a:lnTo>
                  <a:lnTo>
                    <a:pt x="36226" y="147754"/>
                  </a:lnTo>
                  <a:lnTo>
                    <a:pt x="37627" y="146736"/>
                  </a:lnTo>
                  <a:lnTo>
                    <a:pt x="37893" y="145940"/>
                  </a:lnTo>
                  <a:lnTo>
                    <a:pt x="38390" y="145411"/>
                  </a:lnTo>
                  <a:lnTo>
                    <a:pt x="40534" y="144004"/>
                  </a:lnTo>
                  <a:lnTo>
                    <a:pt x="42065" y="142243"/>
                  </a:lnTo>
                  <a:lnTo>
                    <a:pt x="44612" y="140855"/>
                  </a:lnTo>
                  <a:lnTo>
                    <a:pt x="44658" y="139728"/>
                  </a:lnTo>
                  <a:lnTo>
                    <a:pt x="44224" y="136946"/>
                  </a:lnTo>
                  <a:lnTo>
                    <a:pt x="44578" y="133228"/>
                  </a:lnTo>
                  <a:lnTo>
                    <a:pt x="38675" y="133111"/>
                  </a:lnTo>
                  <a:lnTo>
                    <a:pt x="33383" y="132119"/>
                  </a:lnTo>
                  <a:lnTo>
                    <a:pt x="33428" y="133178"/>
                  </a:lnTo>
                  <a:lnTo>
                    <a:pt x="33161" y="133170"/>
                  </a:lnTo>
                  <a:lnTo>
                    <a:pt x="33163" y="133506"/>
                  </a:lnTo>
                  <a:lnTo>
                    <a:pt x="33546" y="134719"/>
                  </a:lnTo>
                  <a:lnTo>
                    <a:pt x="34052" y="135463"/>
                  </a:lnTo>
                  <a:lnTo>
                    <a:pt x="29879" y="137437"/>
                  </a:lnTo>
                  <a:lnTo>
                    <a:pt x="26166" y="138725"/>
                  </a:lnTo>
                  <a:lnTo>
                    <a:pt x="25884" y="139136"/>
                  </a:lnTo>
                  <a:lnTo>
                    <a:pt x="26016" y="139799"/>
                  </a:lnTo>
                  <a:lnTo>
                    <a:pt x="25849" y="139726"/>
                  </a:lnTo>
                  <a:lnTo>
                    <a:pt x="25790" y="139988"/>
                  </a:lnTo>
                  <a:lnTo>
                    <a:pt x="26268" y="140504"/>
                  </a:lnTo>
                  <a:lnTo>
                    <a:pt x="23252" y="142282"/>
                  </a:lnTo>
                  <a:lnTo>
                    <a:pt x="22155" y="142757"/>
                  </a:lnTo>
                  <a:lnTo>
                    <a:pt x="21648" y="142683"/>
                  </a:lnTo>
                  <a:lnTo>
                    <a:pt x="21545" y="144966"/>
                  </a:lnTo>
                  <a:lnTo>
                    <a:pt x="21135" y="146856"/>
                  </a:lnTo>
                  <a:lnTo>
                    <a:pt x="20758" y="147883"/>
                  </a:lnTo>
                  <a:lnTo>
                    <a:pt x="19725" y="148372"/>
                  </a:lnTo>
                  <a:lnTo>
                    <a:pt x="16484" y="145900"/>
                  </a:lnTo>
                  <a:lnTo>
                    <a:pt x="15719" y="145689"/>
                  </a:lnTo>
                  <a:lnTo>
                    <a:pt x="15403" y="146132"/>
                  </a:lnTo>
                  <a:lnTo>
                    <a:pt x="14912" y="146055"/>
                  </a:lnTo>
                  <a:lnTo>
                    <a:pt x="10650" y="144224"/>
                  </a:lnTo>
                  <a:lnTo>
                    <a:pt x="7427" y="143333"/>
                  </a:lnTo>
                  <a:lnTo>
                    <a:pt x="6646" y="143410"/>
                  </a:lnTo>
                  <a:lnTo>
                    <a:pt x="5829" y="141965"/>
                  </a:lnTo>
                  <a:lnTo>
                    <a:pt x="4320" y="141195"/>
                  </a:lnTo>
                  <a:lnTo>
                    <a:pt x="3527" y="140283"/>
                  </a:lnTo>
                  <a:lnTo>
                    <a:pt x="2090" y="139524"/>
                  </a:lnTo>
                  <a:lnTo>
                    <a:pt x="1605" y="138180"/>
                  </a:lnTo>
                  <a:lnTo>
                    <a:pt x="1681" y="136379"/>
                  </a:lnTo>
                  <a:lnTo>
                    <a:pt x="1958" y="134602"/>
                  </a:lnTo>
                  <a:lnTo>
                    <a:pt x="2872" y="134251"/>
                  </a:lnTo>
                  <a:lnTo>
                    <a:pt x="0" y="127933"/>
                  </a:lnTo>
                  <a:lnTo>
                    <a:pt x="766" y="127395"/>
                  </a:lnTo>
                  <a:lnTo>
                    <a:pt x="2619" y="127294"/>
                  </a:lnTo>
                  <a:lnTo>
                    <a:pt x="4189" y="126532"/>
                  </a:lnTo>
                  <a:lnTo>
                    <a:pt x="7282" y="126173"/>
                  </a:lnTo>
                  <a:lnTo>
                    <a:pt x="8881" y="125398"/>
                  </a:lnTo>
                  <a:lnTo>
                    <a:pt x="10090" y="125385"/>
                  </a:lnTo>
                  <a:lnTo>
                    <a:pt x="11552" y="124855"/>
                  </a:lnTo>
                  <a:lnTo>
                    <a:pt x="16574" y="122138"/>
                  </a:lnTo>
                  <a:lnTo>
                    <a:pt x="17755" y="120973"/>
                  </a:lnTo>
                  <a:lnTo>
                    <a:pt x="18206" y="119338"/>
                  </a:lnTo>
                  <a:lnTo>
                    <a:pt x="19401" y="119818"/>
                  </a:lnTo>
                  <a:lnTo>
                    <a:pt x="19726" y="120337"/>
                  </a:lnTo>
                  <a:lnTo>
                    <a:pt x="20787" y="119924"/>
                  </a:lnTo>
                  <a:lnTo>
                    <a:pt x="22237" y="120049"/>
                  </a:lnTo>
                  <a:lnTo>
                    <a:pt x="23801" y="119599"/>
                  </a:lnTo>
                  <a:lnTo>
                    <a:pt x="27262" y="119248"/>
                  </a:lnTo>
                  <a:lnTo>
                    <a:pt x="28731" y="118721"/>
                  </a:lnTo>
                  <a:lnTo>
                    <a:pt x="29642" y="120768"/>
                  </a:lnTo>
                  <a:lnTo>
                    <a:pt x="30638" y="120976"/>
                  </a:lnTo>
                  <a:lnTo>
                    <a:pt x="31367" y="120032"/>
                  </a:lnTo>
                  <a:lnTo>
                    <a:pt x="30540" y="118983"/>
                  </a:lnTo>
                  <a:lnTo>
                    <a:pt x="32316" y="117885"/>
                  </a:lnTo>
                  <a:lnTo>
                    <a:pt x="31641" y="117355"/>
                  </a:lnTo>
                  <a:lnTo>
                    <a:pt x="31272" y="116702"/>
                  </a:lnTo>
                  <a:lnTo>
                    <a:pt x="31767" y="115962"/>
                  </a:lnTo>
                  <a:lnTo>
                    <a:pt x="31571" y="115297"/>
                  </a:lnTo>
                  <a:lnTo>
                    <a:pt x="32407" y="115019"/>
                  </a:lnTo>
                  <a:lnTo>
                    <a:pt x="32020" y="114324"/>
                  </a:lnTo>
                  <a:lnTo>
                    <a:pt x="35012" y="111062"/>
                  </a:lnTo>
                  <a:lnTo>
                    <a:pt x="36987" y="109328"/>
                  </a:lnTo>
                  <a:lnTo>
                    <a:pt x="38886" y="106998"/>
                  </a:lnTo>
                  <a:lnTo>
                    <a:pt x="39708" y="105983"/>
                  </a:lnTo>
                  <a:lnTo>
                    <a:pt x="40612" y="105455"/>
                  </a:lnTo>
                  <a:lnTo>
                    <a:pt x="41107" y="104812"/>
                  </a:lnTo>
                  <a:lnTo>
                    <a:pt x="41225" y="104193"/>
                  </a:lnTo>
                  <a:lnTo>
                    <a:pt x="41635" y="103819"/>
                  </a:lnTo>
                  <a:lnTo>
                    <a:pt x="42460" y="103634"/>
                  </a:lnTo>
                  <a:lnTo>
                    <a:pt x="42905" y="102472"/>
                  </a:lnTo>
                  <a:lnTo>
                    <a:pt x="42855" y="101549"/>
                  </a:lnTo>
                  <a:lnTo>
                    <a:pt x="40162" y="101397"/>
                  </a:lnTo>
                  <a:lnTo>
                    <a:pt x="40347" y="100801"/>
                  </a:lnTo>
                  <a:lnTo>
                    <a:pt x="41294" y="100391"/>
                  </a:lnTo>
                  <a:lnTo>
                    <a:pt x="41507" y="99557"/>
                  </a:lnTo>
                  <a:lnTo>
                    <a:pt x="43509" y="100185"/>
                  </a:lnTo>
                  <a:lnTo>
                    <a:pt x="43225" y="100713"/>
                  </a:lnTo>
                  <a:lnTo>
                    <a:pt x="43947" y="101170"/>
                  </a:lnTo>
                  <a:lnTo>
                    <a:pt x="44872" y="100676"/>
                  </a:lnTo>
                  <a:lnTo>
                    <a:pt x="45536" y="100862"/>
                  </a:lnTo>
                  <a:lnTo>
                    <a:pt x="45279" y="100526"/>
                  </a:lnTo>
                  <a:lnTo>
                    <a:pt x="46396" y="99381"/>
                  </a:lnTo>
                  <a:lnTo>
                    <a:pt x="48986" y="101047"/>
                  </a:lnTo>
                  <a:lnTo>
                    <a:pt x="49931" y="100158"/>
                  </a:lnTo>
                  <a:lnTo>
                    <a:pt x="50320" y="100132"/>
                  </a:lnTo>
                  <a:lnTo>
                    <a:pt x="50370" y="98829"/>
                  </a:lnTo>
                  <a:lnTo>
                    <a:pt x="50785" y="97495"/>
                  </a:lnTo>
                  <a:lnTo>
                    <a:pt x="53180" y="94421"/>
                  </a:lnTo>
                  <a:lnTo>
                    <a:pt x="54030" y="92003"/>
                  </a:lnTo>
                  <a:lnTo>
                    <a:pt x="53730" y="91819"/>
                  </a:lnTo>
                  <a:lnTo>
                    <a:pt x="53558" y="89992"/>
                  </a:lnTo>
                  <a:lnTo>
                    <a:pt x="51838" y="90131"/>
                  </a:lnTo>
                  <a:lnTo>
                    <a:pt x="51412" y="89539"/>
                  </a:lnTo>
                  <a:lnTo>
                    <a:pt x="52274" y="88670"/>
                  </a:lnTo>
                  <a:lnTo>
                    <a:pt x="53125" y="88824"/>
                  </a:lnTo>
                  <a:lnTo>
                    <a:pt x="52679" y="87596"/>
                  </a:lnTo>
                  <a:lnTo>
                    <a:pt x="53101" y="87684"/>
                  </a:lnTo>
                  <a:lnTo>
                    <a:pt x="53338" y="88299"/>
                  </a:lnTo>
                  <a:lnTo>
                    <a:pt x="54021" y="88395"/>
                  </a:lnTo>
                  <a:lnTo>
                    <a:pt x="54079" y="88106"/>
                  </a:lnTo>
                  <a:lnTo>
                    <a:pt x="55580" y="88335"/>
                  </a:lnTo>
                  <a:lnTo>
                    <a:pt x="55651" y="85067"/>
                  </a:lnTo>
                  <a:lnTo>
                    <a:pt x="56395" y="85053"/>
                  </a:lnTo>
                  <a:lnTo>
                    <a:pt x="56257" y="87114"/>
                  </a:lnTo>
                  <a:lnTo>
                    <a:pt x="62284" y="89189"/>
                  </a:lnTo>
                  <a:lnTo>
                    <a:pt x="62111" y="91217"/>
                  </a:lnTo>
                  <a:lnTo>
                    <a:pt x="62643" y="91264"/>
                  </a:lnTo>
                  <a:lnTo>
                    <a:pt x="62146" y="93832"/>
                  </a:lnTo>
                  <a:lnTo>
                    <a:pt x="62526" y="94083"/>
                  </a:lnTo>
                  <a:lnTo>
                    <a:pt x="61528" y="97786"/>
                  </a:lnTo>
                  <a:lnTo>
                    <a:pt x="63760" y="98505"/>
                  </a:lnTo>
                  <a:lnTo>
                    <a:pt x="64913" y="95399"/>
                  </a:lnTo>
                  <a:lnTo>
                    <a:pt x="65160" y="95409"/>
                  </a:lnTo>
                  <a:lnTo>
                    <a:pt x="66184" y="91909"/>
                  </a:lnTo>
                  <a:lnTo>
                    <a:pt x="67435" y="91667"/>
                  </a:lnTo>
                  <a:lnTo>
                    <a:pt x="71624" y="89082"/>
                  </a:lnTo>
                  <a:lnTo>
                    <a:pt x="72475" y="90401"/>
                  </a:lnTo>
                  <a:lnTo>
                    <a:pt x="74621" y="88981"/>
                  </a:lnTo>
                  <a:lnTo>
                    <a:pt x="76829" y="88347"/>
                  </a:lnTo>
                  <a:lnTo>
                    <a:pt x="76582" y="86881"/>
                  </a:lnTo>
                  <a:lnTo>
                    <a:pt x="78298" y="87464"/>
                  </a:lnTo>
                  <a:lnTo>
                    <a:pt x="78866" y="89037"/>
                  </a:lnTo>
                  <a:lnTo>
                    <a:pt x="79361" y="88942"/>
                  </a:lnTo>
                  <a:lnTo>
                    <a:pt x="79572" y="84699"/>
                  </a:lnTo>
                  <a:lnTo>
                    <a:pt x="79898" y="83171"/>
                  </a:lnTo>
                  <a:lnTo>
                    <a:pt x="81546" y="83278"/>
                  </a:lnTo>
                  <a:lnTo>
                    <a:pt x="84369" y="82921"/>
                  </a:lnTo>
                  <a:lnTo>
                    <a:pt x="84371" y="81520"/>
                  </a:lnTo>
                  <a:lnTo>
                    <a:pt x="84926" y="80007"/>
                  </a:lnTo>
                  <a:lnTo>
                    <a:pt x="84776" y="79577"/>
                  </a:lnTo>
                  <a:lnTo>
                    <a:pt x="85418" y="78807"/>
                  </a:lnTo>
                  <a:lnTo>
                    <a:pt x="84838" y="78446"/>
                  </a:lnTo>
                  <a:lnTo>
                    <a:pt x="87984" y="79841"/>
                  </a:lnTo>
                  <a:lnTo>
                    <a:pt x="88958" y="80610"/>
                  </a:lnTo>
                  <a:lnTo>
                    <a:pt x="90867" y="79312"/>
                  </a:lnTo>
                  <a:lnTo>
                    <a:pt x="93156" y="80394"/>
                  </a:lnTo>
                  <a:lnTo>
                    <a:pt x="93711" y="79497"/>
                  </a:lnTo>
                  <a:lnTo>
                    <a:pt x="95693" y="80739"/>
                  </a:lnTo>
                  <a:lnTo>
                    <a:pt x="96418" y="79909"/>
                  </a:lnTo>
                  <a:lnTo>
                    <a:pt x="97464" y="79216"/>
                  </a:lnTo>
                  <a:lnTo>
                    <a:pt x="99789" y="76601"/>
                  </a:lnTo>
                  <a:lnTo>
                    <a:pt x="99427" y="76262"/>
                  </a:lnTo>
                  <a:lnTo>
                    <a:pt x="99597" y="76163"/>
                  </a:lnTo>
                  <a:lnTo>
                    <a:pt x="99930" y="76221"/>
                  </a:lnTo>
                  <a:lnTo>
                    <a:pt x="100546" y="76944"/>
                  </a:lnTo>
                  <a:lnTo>
                    <a:pt x="100662" y="76790"/>
                  </a:lnTo>
                  <a:lnTo>
                    <a:pt x="101161" y="77175"/>
                  </a:lnTo>
                  <a:lnTo>
                    <a:pt x="101494" y="77069"/>
                  </a:lnTo>
                  <a:lnTo>
                    <a:pt x="101946" y="77514"/>
                  </a:lnTo>
                  <a:lnTo>
                    <a:pt x="102505" y="76991"/>
                  </a:lnTo>
                  <a:lnTo>
                    <a:pt x="104018" y="74033"/>
                  </a:lnTo>
                  <a:lnTo>
                    <a:pt x="102602" y="73271"/>
                  </a:lnTo>
                  <a:lnTo>
                    <a:pt x="105323" y="69512"/>
                  </a:lnTo>
                  <a:lnTo>
                    <a:pt x="105931" y="66189"/>
                  </a:lnTo>
                  <a:lnTo>
                    <a:pt x="107069" y="66126"/>
                  </a:lnTo>
                  <a:lnTo>
                    <a:pt x="108450" y="65638"/>
                  </a:lnTo>
                  <a:lnTo>
                    <a:pt x="108189" y="65288"/>
                  </a:lnTo>
                  <a:lnTo>
                    <a:pt x="108541" y="63976"/>
                  </a:lnTo>
                  <a:lnTo>
                    <a:pt x="108435" y="62684"/>
                  </a:lnTo>
                  <a:lnTo>
                    <a:pt x="107615" y="60195"/>
                  </a:lnTo>
                  <a:lnTo>
                    <a:pt x="107077" y="57404"/>
                  </a:lnTo>
                  <a:lnTo>
                    <a:pt x="105973" y="54440"/>
                  </a:lnTo>
                  <a:lnTo>
                    <a:pt x="104508" y="51400"/>
                  </a:lnTo>
                  <a:lnTo>
                    <a:pt x="105473" y="51365"/>
                  </a:lnTo>
                  <a:lnTo>
                    <a:pt x="108658" y="51814"/>
                  </a:lnTo>
                  <a:lnTo>
                    <a:pt x="112950" y="50530"/>
                  </a:lnTo>
                  <a:lnTo>
                    <a:pt x="115121" y="49189"/>
                  </a:lnTo>
                  <a:lnTo>
                    <a:pt x="115918" y="49114"/>
                  </a:lnTo>
                  <a:lnTo>
                    <a:pt x="115843" y="50158"/>
                  </a:lnTo>
                  <a:lnTo>
                    <a:pt x="114687" y="53455"/>
                  </a:lnTo>
                  <a:lnTo>
                    <a:pt x="116732" y="52735"/>
                  </a:lnTo>
                  <a:lnTo>
                    <a:pt x="117417" y="51711"/>
                  </a:lnTo>
                  <a:lnTo>
                    <a:pt x="118174" y="51305"/>
                  </a:lnTo>
                  <a:lnTo>
                    <a:pt x="120762" y="51139"/>
                  </a:lnTo>
                  <a:lnTo>
                    <a:pt x="121060" y="51010"/>
                  </a:lnTo>
                  <a:lnTo>
                    <a:pt x="121119" y="50714"/>
                  </a:lnTo>
                  <a:lnTo>
                    <a:pt x="123365" y="49955"/>
                  </a:lnTo>
                  <a:lnTo>
                    <a:pt x="125363" y="50094"/>
                  </a:lnTo>
                  <a:lnTo>
                    <a:pt x="126676" y="49414"/>
                  </a:lnTo>
                  <a:lnTo>
                    <a:pt x="127150" y="49231"/>
                  </a:lnTo>
                  <a:lnTo>
                    <a:pt x="127604" y="49366"/>
                  </a:lnTo>
                  <a:lnTo>
                    <a:pt x="127567" y="50837"/>
                  </a:lnTo>
                  <a:lnTo>
                    <a:pt x="127935" y="51903"/>
                  </a:lnTo>
                  <a:lnTo>
                    <a:pt x="127527" y="53922"/>
                  </a:lnTo>
                  <a:lnTo>
                    <a:pt x="127854" y="54195"/>
                  </a:lnTo>
                  <a:lnTo>
                    <a:pt x="130941" y="54020"/>
                  </a:lnTo>
                  <a:lnTo>
                    <a:pt x="132540" y="54195"/>
                  </a:lnTo>
                  <a:lnTo>
                    <a:pt x="137216" y="55556"/>
                  </a:lnTo>
                  <a:lnTo>
                    <a:pt x="138743" y="55179"/>
                  </a:lnTo>
                  <a:lnTo>
                    <a:pt x="139384" y="54680"/>
                  </a:lnTo>
                  <a:lnTo>
                    <a:pt x="140283" y="54391"/>
                  </a:lnTo>
                  <a:lnTo>
                    <a:pt x="140517" y="53781"/>
                  </a:lnTo>
                  <a:lnTo>
                    <a:pt x="140343" y="51286"/>
                  </a:lnTo>
                  <a:lnTo>
                    <a:pt x="140551" y="51156"/>
                  </a:lnTo>
                  <a:lnTo>
                    <a:pt x="140520" y="50801"/>
                  </a:lnTo>
                  <a:lnTo>
                    <a:pt x="140825" y="50754"/>
                  </a:lnTo>
                  <a:lnTo>
                    <a:pt x="140261" y="50069"/>
                  </a:lnTo>
                  <a:lnTo>
                    <a:pt x="140239" y="49348"/>
                  </a:lnTo>
                  <a:lnTo>
                    <a:pt x="139641" y="48580"/>
                  </a:lnTo>
                  <a:lnTo>
                    <a:pt x="139490" y="47863"/>
                  </a:lnTo>
                  <a:lnTo>
                    <a:pt x="139638" y="47407"/>
                  </a:lnTo>
                  <a:lnTo>
                    <a:pt x="139151" y="45782"/>
                  </a:lnTo>
                  <a:lnTo>
                    <a:pt x="139661" y="45654"/>
                  </a:lnTo>
                  <a:lnTo>
                    <a:pt x="139407" y="45177"/>
                  </a:lnTo>
                  <a:lnTo>
                    <a:pt x="139093" y="42295"/>
                  </a:lnTo>
                  <a:lnTo>
                    <a:pt x="139783" y="40345"/>
                  </a:lnTo>
                  <a:lnTo>
                    <a:pt x="140307" y="39530"/>
                  </a:lnTo>
                  <a:lnTo>
                    <a:pt x="140124" y="39441"/>
                  </a:lnTo>
                  <a:lnTo>
                    <a:pt x="140175" y="39115"/>
                  </a:lnTo>
                  <a:lnTo>
                    <a:pt x="140459" y="38835"/>
                  </a:lnTo>
                  <a:lnTo>
                    <a:pt x="142809" y="39276"/>
                  </a:lnTo>
                  <a:lnTo>
                    <a:pt x="145464" y="40226"/>
                  </a:lnTo>
                  <a:lnTo>
                    <a:pt x="148147" y="35815"/>
                  </a:lnTo>
                  <a:lnTo>
                    <a:pt x="148829" y="34842"/>
                  </a:lnTo>
                  <a:lnTo>
                    <a:pt x="149692" y="34111"/>
                  </a:lnTo>
                  <a:lnTo>
                    <a:pt x="150341" y="35660"/>
                  </a:lnTo>
                  <a:lnTo>
                    <a:pt x="151380" y="37074"/>
                  </a:lnTo>
                  <a:lnTo>
                    <a:pt x="154169" y="35307"/>
                  </a:lnTo>
                  <a:lnTo>
                    <a:pt x="154705" y="36074"/>
                  </a:lnTo>
                  <a:lnTo>
                    <a:pt x="155150" y="35863"/>
                  </a:lnTo>
                  <a:lnTo>
                    <a:pt x="156399" y="36026"/>
                  </a:lnTo>
                  <a:lnTo>
                    <a:pt x="159166" y="39396"/>
                  </a:lnTo>
                  <a:lnTo>
                    <a:pt x="160436" y="38538"/>
                  </a:lnTo>
                  <a:lnTo>
                    <a:pt x="161792" y="40126"/>
                  </a:lnTo>
                  <a:lnTo>
                    <a:pt x="162506" y="40799"/>
                  </a:lnTo>
                  <a:lnTo>
                    <a:pt x="164688" y="38841"/>
                  </a:lnTo>
                  <a:lnTo>
                    <a:pt x="166085" y="40403"/>
                  </a:lnTo>
                  <a:lnTo>
                    <a:pt x="167509" y="41586"/>
                  </a:lnTo>
                  <a:lnTo>
                    <a:pt x="167941" y="41636"/>
                  </a:lnTo>
                  <a:lnTo>
                    <a:pt x="168280" y="40919"/>
                  </a:lnTo>
                  <a:lnTo>
                    <a:pt x="169088" y="40123"/>
                  </a:lnTo>
                  <a:lnTo>
                    <a:pt x="176322" y="42543"/>
                  </a:lnTo>
                  <a:lnTo>
                    <a:pt x="178958" y="44305"/>
                  </a:lnTo>
                  <a:lnTo>
                    <a:pt x="180787" y="45183"/>
                  </a:lnTo>
                  <a:lnTo>
                    <a:pt x="181365" y="44077"/>
                  </a:lnTo>
                  <a:lnTo>
                    <a:pt x="182599" y="43118"/>
                  </a:lnTo>
                  <a:lnTo>
                    <a:pt x="182203" y="42527"/>
                  </a:lnTo>
                  <a:lnTo>
                    <a:pt x="182406" y="40482"/>
                  </a:lnTo>
                  <a:lnTo>
                    <a:pt x="182970" y="38664"/>
                  </a:lnTo>
                  <a:lnTo>
                    <a:pt x="182604" y="37581"/>
                  </a:lnTo>
                  <a:lnTo>
                    <a:pt x="183258" y="35650"/>
                  </a:lnTo>
                  <a:lnTo>
                    <a:pt x="182886" y="35086"/>
                  </a:lnTo>
                  <a:lnTo>
                    <a:pt x="182973" y="34548"/>
                  </a:lnTo>
                  <a:lnTo>
                    <a:pt x="182772" y="34339"/>
                  </a:lnTo>
                  <a:lnTo>
                    <a:pt x="183358" y="32968"/>
                  </a:lnTo>
                  <a:lnTo>
                    <a:pt x="184658" y="33764"/>
                  </a:lnTo>
                  <a:lnTo>
                    <a:pt x="184729" y="33576"/>
                  </a:lnTo>
                  <a:lnTo>
                    <a:pt x="185106" y="33626"/>
                  </a:lnTo>
                  <a:lnTo>
                    <a:pt x="186827" y="34453"/>
                  </a:lnTo>
                  <a:lnTo>
                    <a:pt x="188616" y="35859"/>
                  </a:lnTo>
                  <a:lnTo>
                    <a:pt x="190766" y="33760"/>
                  </a:lnTo>
                  <a:lnTo>
                    <a:pt x="192011" y="32166"/>
                  </a:lnTo>
                  <a:lnTo>
                    <a:pt x="193170" y="29938"/>
                  </a:lnTo>
                  <a:lnTo>
                    <a:pt x="193942" y="29462"/>
                  </a:lnTo>
                  <a:lnTo>
                    <a:pt x="194950" y="25768"/>
                  </a:lnTo>
                  <a:lnTo>
                    <a:pt x="195421" y="25932"/>
                  </a:lnTo>
                  <a:lnTo>
                    <a:pt x="195713" y="25290"/>
                  </a:lnTo>
                  <a:lnTo>
                    <a:pt x="195902" y="25379"/>
                  </a:lnTo>
                  <a:lnTo>
                    <a:pt x="196932" y="24248"/>
                  </a:lnTo>
                  <a:lnTo>
                    <a:pt x="197745" y="22727"/>
                  </a:lnTo>
                  <a:lnTo>
                    <a:pt x="194914" y="20883"/>
                  </a:lnTo>
                  <a:lnTo>
                    <a:pt x="197063" y="18921"/>
                  </a:lnTo>
                  <a:lnTo>
                    <a:pt x="197605" y="16775"/>
                  </a:lnTo>
                  <a:lnTo>
                    <a:pt x="199782" y="16108"/>
                  </a:lnTo>
                  <a:lnTo>
                    <a:pt x="201158" y="16236"/>
                  </a:lnTo>
                  <a:lnTo>
                    <a:pt x="201937" y="15973"/>
                  </a:lnTo>
                  <a:lnTo>
                    <a:pt x="203271" y="16570"/>
                  </a:lnTo>
                  <a:lnTo>
                    <a:pt x="204761" y="16570"/>
                  </a:lnTo>
                  <a:lnTo>
                    <a:pt x="206072" y="17067"/>
                  </a:lnTo>
                  <a:lnTo>
                    <a:pt x="206213" y="16299"/>
                  </a:lnTo>
                  <a:lnTo>
                    <a:pt x="206658" y="16066"/>
                  </a:lnTo>
                  <a:lnTo>
                    <a:pt x="206129" y="15645"/>
                  </a:lnTo>
                  <a:lnTo>
                    <a:pt x="206226" y="14613"/>
                  </a:lnTo>
                  <a:lnTo>
                    <a:pt x="207591" y="14363"/>
                  </a:lnTo>
                  <a:lnTo>
                    <a:pt x="207939" y="13615"/>
                  </a:lnTo>
                  <a:lnTo>
                    <a:pt x="208707" y="13016"/>
                  </a:lnTo>
                  <a:lnTo>
                    <a:pt x="209657" y="12147"/>
                  </a:lnTo>
                  <a:lnTo>
                    <a:pt x="210035" y="12146"/>
                  </a:lnTo>
                  <a:lnTo>
                    <a:pt x="210896" y="11435"/>
                  </a:lnTo>
                  <a:lnTo>
                    <a:pt x="210835" y="11198"/>
                  </a:lnTo>
                  <a:lnTo>
                    <a:pt x="211100" y="11203"/>
                  </a:lnTo>
                  <a:lnTo>
                    <a:pt x="211057" y="10939"/>
                  </a:lnTo>
                  <a:lnTo>
                    <a:pt x="211367" y="10720"/>
                  </a:lnTo>
                  <a:lnTo>
                    <a:pt x="211511" y="9835"/>
                  </a:lnTo>
                  <a:lnTo>
                    <a:pt x="211769" y="9774"/>
                  </a:lnTo>
                  <a:lnTo>
                    <a:pt x="211775" y="9318"/>
                  </a:lnTo>
                  <a:lnTo>
                    <a:pt x="212615" y="8854"/>
                  </a:lnTo>
                  <a:lnTo>
                    <a:pt x="214397" y="6898"/>
                  </a:lnTo>
                  <a:lnTo>
                    <a:pt x="215117" y="7487"/>
                  </a:lnTo>
                  <a:lnTo>
                    <a:pt x="216279" y="7378"/>
                  </a:lnTo>
                  <a:lnTo>
                    <a:pt x="219091" y="5758"/>
                  </a:lnTo>
                  <a:lnTo>
                    <a:pt x="219395" y="4829"/>
                  </a:lnTo>
                  <a:lnTo>
                    <a:pt x="220466" y="4011"/>
                  </a:lnTo>
                  <a:lnTo>
                    <a:pt x="221276" y="4449"/>
                  </a:lnTo>
                  <a:lnTo>
                    <a:pt x="222065" y="4104"/>
                  </a:lnTo>
                  <a:lnTo>
                    <a:pt x="223596" y="2001"/>
                  </a:lnTo>
                  <a:lnTo>
                    <a:pt x="224781" y="1329"/>
                  </a:lnTo>
                  <a:lnTo>
                    <a:pt x="227128" y="4178"/>
                  </a:lnTo>
                  <a:lnTo>
                    <a:pt x="228378" y="6061"/>
                  </a:lnTo>
                  <a:lnTo>
                    <a:pt x="230681" y="4906"/>
                  </a:lnTo>
                  <a:lnTo>
                    <a:pt x="230774" y="5442"/>
                  </a:lnTo>
                  <a:lnTo>
                    <a:pt x="233053" y="9894"/>
                  </a:lnTo>
                  <a:lnTo>
                    <a:pt x="234655" y="9136"/>
                  </a:lnTo>
                  <a:lnTo>
                    <a:pt x="237183" y="13689"/>
                  </a:lnTo>
                  <a:lnTo>
                    <a:pt x="237677" y="13810"/>
                  </a:lnTo>
                  <a:lnTo>
                    <a:pt x="238073" y="13436"/>
                  </a:lnTo>
                  <a:lnTo>
                    <a:pt x="239002" y="13262"/>
                  </a:lnTo>
                  <a:lnTo>
                    <a:pt x="239051" y="12997"/>
                  </a:lnTo>
                  <a:lnTo>
                    <a:pt x="240057" y="12648"/>
                  </a:lnTo>
                  <a:lnTo>
                    <a:pt x="240657" y="13156"/>
                  </a:lnTo>
                  <a:lnTo>
                    <a:pt x="241073" y="13227"/>
                  </a:lnTo>
                  <a:lnTo>
                    <a:pt x="241411" y="12857"/>
                  </a:lnTo>
                  <a:lnTo>
                    <a:pt x="241945" y="12817"/>
                  </a:lnTo>
                  <a:lnTo>
                    <a:pt x="242165" y="12431"/>
                  </a:lnTo>
                  <a:lnTo>
                    <a:pt x="242284" y="12615"/>
                  </a:lnTo>
                  <a:lnTo>
                    <a:pt x="242650" y="12383"/>
                  </a:lnTo>
                  <a:lnTo>
                    <a:pt x="243097" y="11245"/>
                  </a:lnTo>
                  <a:lnTo>
                    <a:pt x="243571" y="10992"/>
                  </a:lnTo>
                  <a:lnTo>
                    <a:pt x="243777" y="10219"/>
                  </a:lnTo>
                  <a:lnTo>
                    <a:pt x="244300" y="10206"/>
                  </a:lnTo>
                  <a:lnTo>
                    <a:pt x="244696" y="9724"/>
                  </a:lnTo>
                  <a:lnTo>
                    <a:pt x="244619" y="9552"/>
                  </a:lnTo>
                  <a:lnTo>
                    <a:pt x="244787" y="9372"/>
                  </a:lnTo>
                  <a:lnTo>
                    <a:pt x="244962" y="9488"/>
                  </a:lnTo>
                  <a:lnTo>
                    <a:pt x="244723" y="9004"/>
                  </a:lnTo>
                  <a:lnTo>
                    <a:pt x="245032" y="8578"/>
                  </a:lnTo>
                  <a:lnTo>
                    <a:pt x="244697" y="8396"/>
                  </a:lnTo>
                  <a:lnTo>
                    <a:pt x="245091" y="8375"/>
                  </a:lnTo>
                  <a:lnTo>
                    <a:pt x="245445" y="7873"/>
                  </a:lnTo>
                  <a:lnTo>
                    <a:pt x="245125" y="7388"/>
                  </a:lnTo>
                  <a:lnTo>
                    <a:pt x="245791" y="7809"/>
                  </a:lnTo>
                  <a:lnTo>
                    <a:pt x="246739" y="7485"/>
                  </a:lnTo>
                  <a:lnTo>
                    <a:pt x="247615" y="5204"/>
                  </a:lnTo>
                  <a:lnTo>
                    <a:pt x="248512" y="4296"/>
                  </a:lnTo>
                  <a:lnTo>
                    <a:pt x="248105" y="3794"/>
                  </a:lnTo>
                  <a:lnTo>
                    <a:pt x="248137" y="3440"/>
                  </a:lnTo>
                  <a:lnTo>
                    <a:pt x="248982" y="2632"/>
                  </a:lnTo>
                  <a:lnTo>
                    <a:pt x="248934" y="2190"/>
                  </a:lnTo>
                  <a:lnTo>
                    <a:pt x="249312" y="1612"/>
                  </a:lnTo>
                  <a:lnTo>
                    <a:pt x="249761" y="1614"/>
                  </a:lnTo>
                  <a:lnTo>
                    <a:pt x="250909" y="0"/>
                  </a:lnTo>
                  <a:lnTo>
                    <a:pt x="251219" y="812"/>
                  </a:lnTo>
                  <a:lnTo>
                    <a:pt x="250853" y="2051"/>
                  </a:lnTo>
                  <a:lnTo>
                    <a:pt x="249122" y="4027"/>
                  </a:lnTo>
                  <a:lnTo>
                    <a:pt x="249410" y="4392"/>
                  </a:lnTo>
                  <a:lnTo>
                    <a:pt x="250142" y="4626"/>
                  </a:lnTo>
                  <a:lnTo>
                    <a:pt x="251647" y="3029"/>
                  </a:lnTo>
                  <a:lnTo>
                    <a:pt x="252738" y="242"/>
                  </a:lnTo>
                  <a:lnTo>
                    <a:pt x="253250" y="122"/>
                  </a:lnTo>
                  <a:lnTo>
                    <a:pt x="254687" y="615"/>
                  </a:lnTo>
                  <a:lnTo>
                    <a:pt x="257423" y="875"/>
                  </a:lnTo>
                  <a:lnTo>
                    <a:pt x="257633" y="3913"/>
                  </a:lnTo>
                  <a:lnTo>
                    <a:pt x="259325" y="3881"/>
                  </a:lnTo>
                  <a:lnTo>
                    <a:pt x="259785" y="4555"/>
                  </a:lnTo>
                  <a:lnTo>
                    <a:pt x="260098" y="4643"/>
                  </a:lnTo>
                  <a:lnTo>
                    <a:pt x="260200" y="5383"/>
                  </a:lnTo>
                  <a:lnTo>
                    <a:pt x="259776" y="5423"/>
                  </a:lnTo>
                  <a:lnTo>
                    <a:pt x="259788" y="5679"/>
                  </a:lnTo>
                  <a:lnTo>
                    <a:pt x="260510" y="7262"/>
                  </a:lnTo>
                  <a:lnTo>
                    <a:pt x="260923" y="7386"/>
                  </a:lnTo>
                  <a:lnTo>
                    <a:pt x="260932" y="8876"/>
                  </a:lnTo>
                  <a:lnTo>
                    <a:pt x="260690" y="9056"/>
                  </a:lnTo>
                  <a:lnTo>
                    <a:pt x="260913" y="9111"/>
                  </a:lnTo>
                  <a:lnTo>
                    <a:pt x="261109" y="9656"/>
                  </a:lnTo>
                  <a:lnTo>
                    <a:pt x="260806" y="9997"/>
                  </a:lnTo>
                  <a:lnTo>
                    <a:pt x="261076" y="11417"/>
                  </a:lnTo>
                  <a:lnTo>
                    <a:pt x="261408" y="11617"/>
                  </a:lnTo>
                  <a:lnTo>
                    <a:pt x="261779" y="10559"/>
                  </a:lnTo>
                  <a:lnTo>
                    <a:pt x="262481" y="10514"/>
                  </a:lnTo>
                  <a:lnTo>
                    <a:pt x="262364" y="8478"/>
                  </a:lnTo>
                  <a:lnTo>
                    <a:pt x="263155" y="8481"/>
                  </a:lnTo>
                  <a:lnTo>
                    <a:pt x="263597" y="11613"/>
                  </a:lnTo>
                  <a:lnTo>
                    <a:pt x="263687" y="14627"/>
                  </a:lnTo>
                  <a:lnTo>
                    <a:pt x="264701" y="15204"/>
                  </a:lnTo>
                  <a:lnTo>
                    <a:pt x="264922" y="16504"/>
                  </a:lnTo>
                  <a:lnTo>
                    <a:pt x="270111" y="15375"/>
                  </a:lnTo>
                  <a:lnTo>
                    <a:pt x="271359" y="14071"/>
                  </a:lnTo>
                  <a:lnTo>
                    <a:pt x="275139" y="15285"/>
                  </a:lnTo>
                  <a:lnTo>
                    <a:pt x="274796" y="16657"/>
                  </a:lnTo>
                  <a:lnTo>
                    <a:pt x="275074" y="16783"/>
                  </a:lnTo>
                  <a:lnTo>
                    <a:pt x="274842" y="17875"/>
                  </a:lnTo>
                  <a:lnTo>
                    <a:pt x="277517" y="18601"/>
                  </a:lnTo>
                  <a:lnTo>
                    <a:pt x="280040" y="18098"/>
                  </a:lnTo>
                  <a:lnTo>
                    <a:pt x="280195" y="18474"/>
                  </a:lnTo>
                  <a:lnTo>
                    <a:pt x="279905" y="17371"/>
                  </a:lnTo>
                  <a:lnTo>
                    <a:pt x="280529" y="16843"/>
                  </a:lnTo>
                  <a:lnTo>
                    <a:pt x="281272" y="15509"/>
                  </a:lnTo>
                  <a:lnTo>
                    <a:pt x="281732" y="15358"/>
                  </a:lnTo>
                  <a:lnTo>
                    <a:pt x="281791" y="14665"/>
                  </a:lnTo>
                  <a:lnTo>
                    <a:pt x="282395" y="14090"/>
                  </a:lnTo>
                  <a:lnTo>
                    <a:pt x="284462" y="15170"/>
                  </a:lnTo>
                  <a:lnTo>
                    <a:pt x="286226" y="15274"/>
                  </a:lnTo>
                  <a:lnTo>
                    <a:pt x="287427" y="16114"/>
                  </a:lnTo>
                  <a:lnTo>
                    <a:pt x="289652" y="16799"/>
                  </a:lnTo>
                  <a:lnTo>
                    <a:pt x="288513" y="19142"/>
                  </a:lnTo>
                  <a:lnTo>
                    <a:pt x="288728" y="19976"/>
                  </a:lnTo>
                  <a:lnTo>
                    <a:pt x="288757" y="23331"/>
                  </a:lnTo>
                  <a:lnTo>
                    <a:pt x="288504" y="23897"/>
                  </a:lnTo>
                  <a:lnTo>
                    <a:pt x="289015" y="24160"/>
                  </a:lnTo>
                  <a:lnTo>
                    <a:pt x="288545" y="24888"/>
                  </a:lnTo>
                  <a:lnTo>
                    <a:pt x="285863" y="24092"/>
                  </a:lnTo>
                  <a:lnTo>
                    <a:pt x="281200" y="22062"/>
                  </a:lnTo>
                  <a:lnTo>
                    <a:pt x="280854" y="22773"/>
                  </a:lnTo>
                  <a:lnTo>
                    <a:pt x="281198" y="24958"/>
                  </a:lnTo>
                  <a:lnTo>
                    <a:pt x="280523" y="26543"/>
                  </a:lnTo>
                  <a:lnTo>
                    <a:pt x="280655" y="28311"/>
                  </a:lnTo>
                  <a:lnTo>
                    <a:pt x="280431" y="28995"/>
                  </a:lnTo>
                  <a:lnTo>
                    <a:pt x="280615" y="29275"/>
                  </a:lnTo>
                  <a:lnTo>
                    <a:pt x="280058" y="31321"/>
                  </a:lnTo>
                  <a:lnTo>
                    <a:pt x="280166" y="32076"/>
                  </a:lnTo>
                  <a:lnTo>
                    <a:pt x="280642" y="32196"/>
                  </a:lnTo>
                  <a:lnTo>
                    <a:pt x="281059" y="33470"/>
                  </a:lnTo>
                  <a:lnTo>
                    <a:pt x="280637" y="33954"/>
                  </a:lnTo>
                  <a:lnTo>
                    <a:pt x="280486" y="34987"/>
                  </a:lnTo>
                  <a:lnTo>
                    <a:pt x="280745" y="35800"/>
                  </a:lnTo>
                  <a:lnTo>
                    <a:pt x="281471" y="36572"/>
                  </a:lnTo>
                  <a:lnTo>
                    <a:pt x="281550" y="37264"/>
                  </a:lnTo>
                  <a:lnTo>
                    <a:pt x="282032" y="37717"/>
                  </a:lnTo>
                  <a:lnTo>
                    <a:pt x="283160" y="37849"/>
                  </a:lnTo>
                  <a:lnTo>
                    <a:pt x="283701" y="38311"/>
                  </a:lnTo>
                  <a:lnTo>
                    <a:pt x="285623" y="37570"/>
                  </a:lnTo>
                  <a:lnTo>
                    <a:pt x="285430" y="38457"/>
                  </a:lnTo>
                  <a:lnTo>
                    <a:pt x="284690" y="39526"/>
                  </a:lnTo>
                  <a:lnTo>
                    <a:pt x="288812" y="41534"/>
                  </a:lnTo>
                  <a:lnTo>
                    <a:pt x="291350" y="44898"/>
                  </a:lnTo>
                  <a:lnTo>
                    <a:pt x="292433" y="43324"/>
                  </a:lnTo>
                  <a:lnTo>
                    <a:pt x="293936" y="42675"/>
                  </a:lnTo>
                  <a:lnTo>
                    <a:pt x="297023" y="41946"/>
                  </a:lnTo>
                  <a:lnTo>
                    <a:pt x="298457" y="41364"/>
                  </a:lnTo>
                  <a:lnTo>
                    <a:pt x="303126" y="41438"/>
                  </a:lnTo>
                  <a:lnTo>
                    <a:pt x="302962" y="40727"/>
                  </a:lnTo>
                  <a:lnTo>
                    <a:pt x="305888" y="40052"/>
                  </a:lnTo>
                  <a:lnTo>
                    <a:pt x="305739" y="38829"/>
                  </a:lnTo>
                  <a:lnTo>
                    <a:pt x="306644" y="38800"/>
                  </a:lnTo>
                  <a:lnTo>
                    <a:pt x="306769" y="39734"/>
                  </a:lnTo>
                  <a:lnTo>
                    <a:pt x="308362" y="39919"/>
                  </a:lnTo>
                  <a:lnTo>
                    <a:pt x="310053" y="39840"/>
                  </a:lnTo>
                  <a:lnTo>
                    <a:pt x="309887" y="39422"/>
                  </a:lnTo>
                  <a:lnTo>
                    <a:pt x="312120" y="38953"/>
                  </a:lnTo>
                  <a:lnTo>
                    <a:pt x="313101" y="40112"/>
                  </a:lnTo>
                  <a:lnTo>
                    <a:pt x="315230" y="39664"/>
                  </a:lnTo>
                  <a:lnTo>
                    <a:pt x="316202" y="36545"/>
                  </a:lnTo>
                  <a:lnTo>
                    <a:pt x="321307" y="38390"/>
                  </a:lnTo>
                  <a:lnTo>
                    <a:pt x="321610" y="38090"/>
                  </a:lnTo>
                  <a:lnTo>
                    <a:pt x="323367" y="39464"/>
                  </a:lnTo>
                  <a:lnTo>
                    <a:pt x="324776" y="41590"/>
                  </a:lnTo>
                  <a:lnTo>
                    <a:pt x="326039" y="42958"/>
                  </a:lnTo>
                  <a:lnTo>
                    <a:pt x="329322" y="42564"/>
                  </a:lnTo>
                  <a:lnTo>
                    <a:pt x="330741" y="42636"/>
                  </a:lnTo>
                  <a:lnTo>
                    <a:pt x="332816" y="43209"/>
                  </a:lnTo>
                  <a:lnTo>
                    <a:pt x="335491" y="42065"/>
                  </a:lnTo>
                  <a:lnTo>
                    <a:pt x="337303" y="45396"/>
                  </a:lnTo>
                  <a:lnTo>
                    <a:pt x="341083" y="50213"/>
                  </a:lnTo>
                  <a:lnTo>
                    <a:pt x="343318" y="49286"/>
                  </a:lnTo>
                  <a:lnTo>
                    <a:pt x="346470" y="48379"/>
                  </a:lnTo>
                  <a:lnTo>
                    <a:pt x="348657" y="47358"/>
                  </a:lnTo>
                  <a:lnTo>
                    <a:pt x="349236" y="48674"/>
                  </a:lnTo>
                  <a:lnTo>
                    <a:pt x="347267" y="50089"/>
                  </a:lnTo>
                  <a:lnTo>
                    <a:pt x="343908" y="52000"/>
                  </a:lnTo>
                  <a:lnTo>
                    <a:pt x="342681" y="52437"/>
                  </a:lnTo>
                  <a:lnTo>
                    <a:pt x="340968" y="53564"/>
                  </a:lnTo>
                  <a:lnTo>
                    <a:pt x="337757" y="56311"/>
                  </a:lnTo>
                  <a:lnTo>
                    <a:pt x="336376" y="57945"/>
                  </a:lnTo>
                  <a:lnTo>
                    <a:pt x="336044" y="58814"/>
                  </a:lnTo>
                  <a:lnTo>
                    <a:pt x="333899" y="61208"/>
                  </a:lnTo>
                  <a:lnTo>
                    <a:pt x="331767" y="65055"/>
                  </a:lnTo>
                  <a:lnTo>
                    <a:pt x="328215" y="70099"/>
                  </a:lnTo>
                  <a:lnTo>
                    <a:pt x="327379" y="72272"/>
                  </a:lnTo>
                  <a:lnTo>
                    <a:pt x="327117" y="73976"/>
                  </a:lnTo>
                  <a:lnTo>
                    <a:pt x="325804" y="73640"/>
                  </a:lnTo>
                  <a:lnTo>
                    <a:pt x="325177" y="75610"/>
                  </a:lnTo>
                  <a:lnTo>
                    <a:pt x="322854" y="75218"/>
                  </a:lnTo>
                  <a:lnTo>
                    <a:pt x="323224" y="78416"/>
                  </a:lnTo>
                  <a:lnTo>
                    <a:pt x="322402" y="80605"/>
                  </a:lnTo>
                  <a:lnTo>
                    <a:pt x="321678" y="81627"/>
                  </a:lnTo>
                  <a:lnTo>
                    <a:pt x="318425" y="84523"/>
                  </a:lnTo>
                  <a:lnTo>
                    <a:pt x="318027" y="85109"/>
                  </a:lnTo>
                  <a:lnTo>
                    <a:pt x="317728" y="88770"/>
                  </a:lnTo>
                  <a:lnTo>
                    <a:pt x="316004" y="88263"/>
                  </a:lnTo>
                  <a:lnTo>
                    <a:pt x="314212" y="90615"/>
                  </a:lnTo>
                  <a:lnTo>
                    <a:pt x="311226" y="89578"/>
                  </a:lnTo>
                  <a:lnTo>
                    <a:pt x="310394" y="89504"/>
                  </a:lnTo>
                  <a:lnTo>
                    <a:pt x="310491" y="87177"/>
                  </a:lnTo>
                  <a:lnTo>
                    <a:pt x="310272" y="86988"/>
                  </a:lnTo>
                  <a:lnTo>
                    <a:pt x="307803" y="88879"/>
                  </a:lnTo>
                  <a:lnTo>
                    <a:pt x="305952" y="87831"/>
                  </a:lnTo>
                  <a:lnTo>
                    <a:pt x="304973" y="89457"/>
                  </a:lnTo>
                  <a:lnTo>
                    <a:pt x="302301" y="88003"/>
                  </a:lnTo>
                  <a:lnTo>
                    <a:pt x="301061" y="90902"/>
                  </a:lnTo>
                  <a:lnTo>
                    <a:pt x="300835" y="90867"/>
                  </a:lnTo>
                  <a:lnTo>
                    <a:pt x="300757" y="91108"/>
                  </a:lnTo>
                  <a:lnTo>
                    <a:pt x="294716" y="92820"/>
                  </a:lnTo>
                  <a:lnTo>
                    <a:pt x="295497" y="94727"/>
                  </a:lnTo>
                  <a:lnTo>
                    <a:pt x="293202" y="95269"/>
                  </a:lnTo>
                  <a:lnTo>
                    <a:pt x="293437" y="97429"/>
                  </a:lnTo>
                  <a:lnTo>
                    <a:pt x="291990" y="97697"/>
                  </a:lnTo>
                  <a:lnTo>
                    <a:pt x="292048" y="98233"/>
                  </a:lnTo>
                  <a:lnTo>
                    <a:pt x="291347" y="98106"/>
                  </a:lnTo>
                  <a:lnTo>
                    <a:pt x="290970" y="97550"/>
                  </a:lnTo>
                  <a:lnTo>
                    <a:pt x="288977" y="98466"/>
                  </a:lnTo>
                  <a:lnTo>
                    <a:pt x="289290" y="100063"/>
                  </a:lnTo>
                  <a:lnTo>
                    <a:pt x="285389" y="100577"/>
                  </a:lnTo>
                  <a:lnTo>
                    <a:pt x="283682" y="99757"/>
                  </a:lnTo>
                  <a:lnTo>
                    <a:pt x="283510" y="100071"/>
                  </a:lnTo>
                  <a:lnTo>
                    <a:pt x="281388" y="98464"/>
                  </a:lnTo>
                  <a:lnTo>
                    <a:pt x="280498" y="98769"/>
                  </a:lnTo>
                  <a:lnTo>
                    <a:pt x="278836" y="97752"/>
                  </a:lnTo>
                  <a:lnTo>
                    <a:pt x="278985" y="96296"/>
                  </a:lnTo>
                  <a:lnTo>
                    <a:pt x="279818" y="94790"/>
                  </a:lnTo>
                  <a:lnTo>
                    <a:pt x="279153" y="94708"/>
                  </a:lnTo>
                  <a:lnTo>
                    <a:pt x="278037" y="94124"/>
                  </a:lnTo>
                  <a:lnTo>
                    <a:pt x="277879" y="94404"/>
                  </a:lnTo>
                  <a:lnTo>
                    <a:pt x="277494" y="94267"/>
                  </a:lnTo>
                  <a:lnTo>
                    <a:pt x="276759" y="94564"/>
                  </a:lnTo>
                  <a:lnTo>
                    <a:pt x="276294" y="95123"/>
                  </a:lnTo>
                  <a:lnTo>
                    <a:pt x="275634" y="95332"/>
                  </a:lnTo>
                  <a:lnTo>
                    <a:pt x="275337" y="95105"/>
                  </a:lnTo>
                  <a:lnTo>
                    <a:pt x="274840" y="95165"/>
                  </a:lnTo>
                  <a:lnTo>
                    <a:pt x="273520" y="95760"/>
                  </a:lnTo>
                  <a:lnTo>
                    <a:pt x="273582" y="96140"/>
                  </a:lnTo>
                  <a:lnTo>
                    <a:pt x="273052" y="96693"/>
                  </a:lnTo>
                  <a:lnTo>
                    <a:pt x="272819" y="97365"/>
                  </a:lnTo>
                  <a:lnTo>
                    <a:pt x="272984" y="98810"/>
                  </a:lnTo>
                  <a:lnTo>
                    <a:pt x="272628" y="100164"/>
                  </a:lnTo>
                  <a:lnTo>
                    <a:pt x="271011" y="102078"/>
                  </a:lnTo>
                  <a:lnTo>
                    <a:pt x="269312" y="103649"/>
                  </a:lnTo>
                  <a:lnTo>
                    <a:pt x="268995" y="103119"/>
                  </a:lnTo>
                  <a:lnTo>
                    <a:pt x="268291" y="102929"/>
                  </a:lnTo>
                  <a:lnTo>
                    <a:pt x="266132" y="102886"/>
                  </a:lnTo>
                  <a:lnTo>
                    <a:pt x="265257" y="103078"/>
                  </a:lnTo>
                  <a:lnTo>
                    <a:pt x="264444" y="102682"/>
                  </a:lnTo>
                  <a:lnTo>
                    <a:pt x="264243" y="102773"/>
                  </a:lnTo>
                  <a:lnTo>
                    <a:pt x="263393" y="104424"/>
                  </a:lnTo>
                  <a:lnTo>
                    <a:pt x="263150" y="106016"/>
                  </a:lnTo>
                  <a:lnTo>
                    <a:pt x="262362" y="107470"/>
                  </a:lnTo>
                  <a:lnTo>
                    <a:pt x="261726" y="110181"/>
                  </a:lnTo>
                  <a:lnTo>
                    <a:pt x="261274" y="110977"/>
                  </a:lnTo>
                  <a:lnTo>
                    <a:pt x="260887" y="111642"/>
                  </a:lnTo>
                  <a:lnTo>
                    <a:pt x="257826" y="114051"/>
                  </a:lnTo>
                  <a:lnTo>
                    <a:pt x="255347" y="115664"/>
                  </a:lnTo>
                  <a:lnTo>
                    <a:pt x="253136" y="118041"/>
                  </a:lnTo>
                  <a:lnTo>
                    <a:pt x="251507" y="118870"/>
                  </a:lnTo>
                  <a:lnTo>
                    <a:pt x="251595" y="120511"/>
                  </a:lnTo>
                  <a:lnTo>
                    <a:pt x="251698" y="121025"/>
                  </a:lnTo>
                  <a:lnTo>
                    <a:pt x="250517" y="122617"/>
                  </a:lnTo>
                  <a:lnTo>
                    <a:pt x="247434" y="124080"/>
                  </a:lnTo>
                  <a:lnTo>
                    <a:pt x="244999" y="124559"/>
                  </a:lnTo>
                  <a:lnTo>
                    <a:pt x="243634" y="125618"/>
                  </a:lnTo>
                  <a:lnTo>
                    <a:pt x="242892" y="129885"/>
                  </a:lnTo>
                  <a:lnTo>
                    <a:pt x="243368" y="130199"/>
                  </a:lnTo>
                  <a:lnTo>
                    <a:pt x="243387" y="132568"/>
                  </a:lnTo>
                  <a:lnTo>
                    <a:pt x="241823" y="132121"/>
                  </a:lnTo>
                  <a:lnTo>
                    <a:pt x="241472" y="134623"/>
                  </a:lnTo>
                  <a:lnTo>
                    <a:pt x="241740" y="137281"/>
                  </a:lnTo>
                  <a:lnTo>
                    <a:pt x="241063" y="137165"/>
                  </a:lnTo>
                  <a:lnTo>
                    <a:pt x="241032" y="137525"/>
                  </a:lnTo>
                  <a:lnTo>
                    <a:pt x="241021" y="137787"/>
                  </a:lnTo>
                  <a:lnTo>
                    <a:pt x="242119" y="137890"/>
                  </a:lnTo>
                  <a:lnTo>
                    <a:pt x="242056" y="138997"/>
                  </a:lnTo>
                  <a:lnTo>
                    <a:pt x="242547" y="141109"/>
                  </a:lnTo>
                  <a:lnTo>
                    <a:pt x="241739" y="141444"/>
                  </a:lnTo>
                  <a:lnTo>
                    <a:pt x="241281" y="142109"/>
                  </a:lnTo>
                  <a:lnTo>
                    <a:pt x="241312" y="142842"/>
                  </a:lnTo>
                  <a:lnTo>
                    <a:pt x="241960" y="143636"/>
                  </a:lnTo>
                  <a:lnTo>
                    <a:pt x="241740" y="144431"/>
                  </a:lnTo>
                  <a:lnTo>
                    <a:pt x="242167" y="145298"/>
                  </a:lnTo>
                  <a:lnTo>
                    <a:pt x="241986" y="145943"/>
                  </a:lnTo>
                  <a:lnTo>
                    <a:pt x="241885" y="146313"/>
                  </a:lnTo>
                  <a:lnTo>
                    <a:pt x="242670" y="146770"/>
                  </a:lnTo>
                  <a:lnTo>
                    <a:pt x="243073" y="148161"/>
                  </a:lnTo>
                  <a:lnTo>
                    <a:pt x="245023" y="150082"/>
                  </a:lnTo>
                  <a:lnTo>
                    <a:pt x="245175" y="154353"/>
                  </a:lnTo>
                  <a:lnTo>
                    <a:pt x="245949" y="155494"/>
                  </a:lnTo>
                  <a:lnTo>
                    <a:pt x="246393" y="156750"/>
                  </a:lnTo>
                  <a:lnTo>
                    <a:pt x="246444" y="158175"/>
                  </a:lnTo>
                  <a:lnTo>
                    <a:pt x="246142" y="159794"/>
                  </a:lnTo>
                  <a:lnTo>
                    <a:pt x="251041" y="160866"/>
                  </a:lnTo>
                  <a:lnTo>
                    <a:pt x="251788" y="160433"/>
                  </a:lnTo>
                  <a:lnTo>
                    <a:pt x="254875" y="159592"/>
                  </a:lnTo>
                  <a:lnTo>
                    <a:pt x="256685" y="159346"/>
                  </a:lnTo>
                  <a:lnTo>
                    <a:pt x="257566" y="158598"/>
                  </a:lnTo>
                  <a:lnTo>
                    <a:pt x="257839" y="159056"/>
                  </a:lnTo>
                  <a:lnTo>
                    <a:pt x="259634" y="158880"/>
                  </a:lnTo>
                  <a:lnTo>
                    <a:pt x="260192" y="160723"/>
                  </a:lnTo>
                  <a:lnTo>
                    <a:pt x="261541" y="160660"/>
                  </a:lnTo>
                  <a:lnTo>
                    <a:pt x="261845" y="162149"/>
                  </a:lnTo>
                  <a:lnTo>
                    <a:pt x="262643" y="161851"/>
                  </a:lnTo>
                  <a:lnTo>
                    <a:pt x="264093" y="164389"/>
                  </a:lnTo>
                  <a:lnTo>
                    <a:pt x="265952" y="163377"/>
                  </a:lnTo>
                  <a:lnTo>
                    <a:pt x="266640" y="164430"/>
                  </a:lnTo>
                  <a:lnTo>
                    <a:pt x="268665" y="163832"/>
                  </a:lnTo>
                  <a:lnTo>
                    <a:pt x="269498" y="164766"/>
                  </a:lnTo>
                  <a:lnTo>
                    <a:pt x="269068" y="165287"/>
                  </a:lnTo>
                  <a:lnTo>
                    <a:pt x="269184" y="165542"/>
                  </a:lnTo>
                  <a:lnTo>
                    <a:pt x="269430" y="165435"/>
                  </a:lnTo>
                  <a:lnTo>
                    <a:pt x="269884" y="166322"/>
                  </a:lnTo>
                  <a:lnTo>
                    <a:pt x="269520" y="166510"/>
                  </a:lnTo>
                  <a:lnTo>
                    <a:pt x="269541" y="166872"/>
                  </a:lnTo>
                  <a:lnTo>
                    <a:pt x="270102" y="167206"/>
                  </a:lnTo>
                  <a:lnTo>
                    <a:pt x="272596" y="165507"/>
                  </a:lnTo>
                  <a:lnTo>
                    <a:pt x="272054" y="165140"/>
                  </a:lnTo>
                  <a:lnTo>
                    <a:pt x="272338" y="164981"/>
                  </a:lnTo>
                  <a:lnTo>
                    <a:pt x="273363" y="165678"/>
                  </a:lnTo>
                  <a:lnTo>
                    <a:pt x="274167" y="166562"/>
                  </a:lnTo>
                  <a:lnTo>
                    <a:pt x="275878" y="169947"/>
                  </a:lnTo>
                  <a:lnTo>
                    <a:pt x="276315" y="170120"/>
                  </a:lnTo>
                  <a:lnTo>
                    <a:pt x="276130" y="170709"/>
                  </a:lnTo>
                  <a:lnTo>
                    <a:pt x="276937" y="170968"/>
                  </a:lnTo>
                  <a:lnTo>
                    <a:pt x="276815" y="171255"/>
                  </a:lnTo>
                  <a:lnTo>
                    <a:pt x="277750" y="171976"/>
                  </a:lnTo>
                  <a:lnTo>
                    <a:pt x="277980" y="172556"/>
                  </a:lnTo>
                  <a:lnTo>
                    <a:pt x="278903" y="173526"/>
                  </a:lnTo>
                  <a:lnTo>
                    <a:pt x="278598" y="173772"/>
                  </a:lnTo>
                  <a:lnTo>
                    <a:pt x="279061" y="174078"/>
                  </a:lnTo>
                  <a:lnTo>
                    <a:pt x="279159" y="173803"/>
                  </a:lnTo>
                  <a:lnTo>
                    <a:pt x="279861" y="174525"/>
                  </a:lnTo>
                  <a:lnTo>
                    <a:pt x="281315" y="173791"/>
                  </a:lnTo>
                  <a:lnTo>
                    <a:pt x="281620" y="173772"/>
                  </a:lnTo>
                  <a:lnTo>
                    <a:pt x="281476" y="173966"/>
                  </a:lnTo>
                  <a:lnTo>
                    <a:pt x="281836" y="174183"/>
                  </a:lnTo>
                  <a:lnTo>
                    <a:pt x="281934" y="174603"/>
                  </a:lnTo>
                  <a:lnTo>
                    <a:pt x="283324" y="174261"/>
                  </a:lnTo>
                  <a:lnTo>
                    <a:pt x="284520" y="178009"/>
                  </a:lnTo>
                  <a:lnTo>
                    <a:pt x="285853" y="177782"/>
                  </a:lnTo>
                  <a:lnTo>
                    <a:pt x="285816" y="175639"/>
                  </a:lnTo>
                  <a:lnTo>
                    <a:pt x="286836" y="173282"/>
                  </a:lnTo>
                  <a:lnTo>
                    <a:pt x="287952" y="171682"/>
                  </a:lnTo>
                  <a:lnTo>
                    <a:pt x="291134" y="170727"/>
                  </a:lnTo>
                  <a:lnTo>
                    <a:pt x="292348" y="169864"/>
                  </a:lnTo>
                  <a:lnTo>
                    <a:pt x="294671" y="169473"/>
                  </a:lnTo>
                  <a:lnTo>
                    <a:pt x="296005" y="169518"/>
                  </a:lnTo>
                  <a:lnTo>
                    <a:pt x="296702" y="169264"/>
                  </a:lnTo>
                  <a:lnTo>
                    <a:pt x="297214" y="169546"/>
                  </a:lnTo>
                  <a:lnTo>
                    <a:pt x="297429" y="168820"/>
                  </a:lnTo>
                  <a:lnTo>
                    <a:pt x="298263" y="168963"/>
                  </a:lnTo>
                  <a:lnTo>
                    <a:pt x="298332" y="168704"/>
                  </a:lnTo>
                  <a:lnTo>
                    <a:pt x="298667" y="168689"/>
                  </a:lnTo>
                  <a:lnTo>
                    <a:pt x="298206" y="167583"/>
                  </a:lnTo>
                  <a:lnTo>
                    <a:pt x="298882" y="165616"/>
                  </a:lnTo>
                  <a:lnTo>
                    <a:pt x="300754" y="164248"/>
                  </a:lnTo>
                  <a:lnTo>
                    <a:pt x="300484" y="163813"/>
                  </a:lnTo>
                  <a:lnTo>
                    <a:pt x="301531" y="163351"/>
                  </a:lnTo>
                  <a:lnTo>
                    <a:pt x="301969" y="161699"/>
                  </a:lnTo>
                  <a:lnTo>
                    <a:pt x="303158" y="160108"/>
                  </a:lnTo>
                  <a:lnTo>
                    <a:pt x="303632" y="159816"/>
                  </a:lnTo>
                  <a:lnTo>
                    <a:pt x="304496" y="159736"/>
                  </a:lnTo>
                  <a:lnTo>
                    <a:pt x="305494" y="160777"/>
                  </a:lnTo>
                  <a:lnTo>
                    <a:pt x="306208" y="160345"/>
                  </a:lnTo>
                  <a:lnTo>
                    <a:pt x="306902" y="160421"/>
                  </a:lnTo>
                  <a:lnTo>
                    <a:pt x="307552" y="159608"/>
                  </a:lnTo>
                  <a:lnTo>
                    <a:pt x="308705" y="160377"/>
                  </a:lnTo>
                  <a:lnTo>
                    <a:pt x="309872" y="160579"/>
                  </a:lnTo>
                  <a:lnTo>
                    <a:pt x="309453" y="158601"/>
                  </a:lnTo>
                  <a:lnTo>
                    <a:pt x="313139" y="157311"/>
                  </a:lnTo>
                  <a:lnTo>
                    <a:pt x="315292" y="156174"/>
                  </a:lnTo>
                  <a:lnTo>
                    <a:pt x="315809" y="156362"/>
                  </a:lnTo>
                  <a:lnTo>
                    <a:pt x="316633" y="157387"/>
                  </a:lnTo>
                  <a:lnTo>
                    <a:pt x="317468" y="156940"/>
                  </a:lnTo>
                  <a:lnTo>
                    <a:pt x="318123" y="156015"/>
                  </a:lnTo>
                  <a:lnTo>
                    <a:pt x="319344" y="155037"/>
                  </a:lnTo>
                  <a:lnTo>
                    <a:pt x="319321" y="154410"/>
                  </a:lnTo>
                  <a:lnTo>
                    <a:pt x="319761" y="153728"/>
                  </a:lnTo>
                  <a:lnTo>
                    <a:pt x="319587" y="152923"/>
                  </a:lnTo>
                  <a:lnTo>
                    <a:pt x="320186" y="152406"/>
                  </a:lnTo>
                  <a:lnTo>
                    <a:pt x="320259" y="152026"/>
                  </a:lnTo>
                  <a:lnTo>
                    <a:pt x="320012" y="151978"/>
                  </a:lnTo>
                  <a:lnTo>
                    <a:pt x="320251" y="150555"/>
                  </a:lnTo>
                  <a:lnTo>
                    <a:pt x="319924" y="150439"/>
                  </a:lnTo>
                  <a:lnTo>
                    <a:pt x="319889" y="150071"/>
                  </a:lnTo>
                  <a:lnTo>
                    <a:pt x="320415" y="149314"/>
                  </a:lnTo>
                  <a:lnTo>
                    <a:pt x="320284" y="148771"/>
                  </a:lnTo>
                  <a:lnTo>
                    <a:pt x="320602" y="148766"/>
                  </a:lnTo>
                  <a:lnTo>
                    <a:pt x="320872" y="148424"/>
                  </a:lnTo>
                  <a:lnTo>
                    <a:pt x="320918" y="147794"/>
                  </a:lnTo>
                  <a:lnTo>
                    <a:pt x="320647" y="147587"/>
                  </a:lnTo>
                  <a:lnTo>
                    <a:pt x="320837" y="147055"/>
                  </a:lnTo>
                  <a:lnTo>
                    <a:pt x="320054" y="147016"/>
                  </a:lnTo>
                  <a:lnTo>
                    <a:pt x="320180" y="146096"/>
                  </a:lnTo>
                  <a:lnTo>
                    <a:pt x="319795" y="145703"/>
                  </a:lnTo>
                  <a:lnTo>
                    <a:pt x="319989" y="145320"/>
                  </a:lnTo>
                  <a:lnTo>
                    <a:pt x="319787" y="145130"/>
                  </a:lnTo>
                  <a:lnTo>
                    <a:pt x="319721" y="144276"/>
                  </a:lnTo>
                  <a:lnTo>
                    <a:pt x="318789" y="144956"/>
                  </a:lnTo>
                  <a:lnTo>
                    <a:pt x="318652" y="144252"/>
                  </a:lnTo>
                  <a:lnTo>
                    <a:pt x="318892" y="143405"/>
                  </a:lnTo>
                  <a:lnTo>
                    <a:pt x="319254" y="143176"/>
                  </a:lnTo>
                  <a:lnTo>
                    <a:pt x="320809" y="144340"/>
                  </a:lnTo>
                  <a:lnTo>
                    <a:pt x="323045" y="144982"/>
                  </a:lnTo>
                  <a:lnTo>
                    <a:pt x="325135" y="146151"/>
                  </a:lnTo>
                  <a:lnTo>
                    <a:pt x="326261" y="146504"/>
                  </a:lnTo>
                  <a:lnTo>
                    <a:pt x="326861" y="146816"/>
                  </a:lnTo>
                  <a:lnTo>
                    <a:pt x="328321" y="146802"/>
                  </a:lnTo>
                  <a:lnTo>
                    <a:pt x="328917" y="147066"/>
                  </a:lnTo>
                  <a:lnTo>
                    <a:pt x="329268" y="147970"/>
                  </a:lnTo>
                  <a:lnTo>
                    <a:pt x="329401" y="149534"/>
                  </a:lnTo>
                  <a:lnTo>
                    <a:pt x="330054" y="150371"/>
                  </a:lnTo>
                  <a:lnTo>
                    <a:pt x="331873" y="151192"/>
                  </a:lnTo>
                  <a:lnTo>
                    <a:pt x="332655" y="150965"/>
                  </a:lnTo>
                  <a:lnTo>
                    <a:pt x="333123" y="151153"/>
                  </a:lnTo>
                  <a:lnTo>
                    <a:pt x="333721" y="152098"/>
                  </a:lnTo>
                  <a:lnTo>
                    <a:pt x="335343" y="153350"/>
                  </a:lnTo>
                  <a:lnTo>
                    <a:pt x="335925" y="153576"/>
                  </a:lnTo>
                  <a:lnTo>
                    <a:pt x="337658" y="153413"/>
                  </a:lnTo>
                  <a:lnTo>
                    <a:pt x="339924" y="153685"/>
                  </a:lnTo>
                  <a:lnTo>
                    <a:pt x="341066" y="154198"/>
                  </a:lnTo>
                  <a:lnTo>
                    <a:pt x="341217" y="154913"/>
                  </a:lnTo>
                  <a:lnTo>
                    <a:pt x="341053" y="155625"/>
                  </a:lnTo>
                  <a:lnTo>
                    <a:pt x="340072" y="157047"/>
                  </a:lnTo>
                  <a:lnTo>
                    <a:pt x="339756" y="158577"/>
                  </a:lnTo>
                  <a:lnTo>
                    <a:pt x="338755" y="160139"/>
                  </a:lnTo>
                  <a:lnTo>
                    <a:pt x="338624" y="160979"/>
                  </a:lnTo>
                  <a:lnTo>
                    <a:pt x="339114" y="161613"/>
                  </a:lnTo>
                  <a:lnTo>
                    <a:pt x="342186" y="162961"/>
                  </a:lnTo>
                  <a:lnTo>
                    <a:pt x="343598" y="164425"/>
                  </a:lnTo>
                  <a:lnTo>
                    <a:pt x="343784" y="165229"/>
                  </a:lnTo>
                  <a:lnTo>
                    <a:pt x="343680" y="166026"/>
                  </a:lnTo>
                  <a:lnTo>
                    <a:pt x="343975" y="166800"/>
                  </a:lnTo>
                  <a:lnTo>
                    <a:pt x="345173" y="167397"/>
                  </a:lnTo>
                  <a:lnTo>
                    <a:pt x="345747" y="167999"/>
                  </a:lnTo>
                  <a:lnTo>
                    <a:pt x="345652" y="168606"/>
                  </a:lnTo>
                  <a:lnTo>
                    <a:pt x="344585" y="170433"/>
                  </a:lnTo>
                  <a:lnTo>
                    <a:pt x="344636" y="171686"/>
                  </a:lnTo>
                  <a:lnTo>
                    <a:pt x="346136" y="173293"/>
                  </a:lnTo>
                  <a:lnTo>
                    <a:pt x="347518" y="175599"/>
                  </a:lnTo>
                  <a:lnTo>
                    <a:pt x="349344" y="176316"/>
                  </a:lnTo>
                  <a:lnTo>
                    <a:pt x="350059" y="179623"/>
                  </a:lnTo>
                  <a:lnTo>
                    <a:pt x="352089" y="181096"/>
                  </a:lnTo>
                  <a:lnTo>
                    <a:pt x="353066" y="182207"/>
                  </a:lnTo>
                  <a:lnTo>
                    <a:pt x="353911" y="182642"/>
                  </a:lnTo>
                  <a:lnTo>
                    <a:pt x="354283" y="183174"/>
                  </a:lnTo>
                  <a:lnTo>
                    <a:pt x="354935" y="185351"/>
                  </a:lnTo>
                  <a:lnTo>
                    <a:pt x="355460" y="186099"/>
                  </a:lnTo>
                  <a:lnTo>
                    <a:pt x="356968" y="187061"/>
                  </a:lnTo>
                  <a:lnTo>
                    <a:pt x="357173" y="187836"/>
                  </a:lnTo>
                  <a:lnTo>
                    <a:pt x="357017" y="189953"/>
                  </a:lnTo>
                  <a:lnTo>
                    <a:pt x="358531" y="191860"/>
                  </a:lnTo>
                  <a:lnTo>
                    <a:pt x="359106" y="193599"/>
                  </a:lnTo>
                  <a:lnTo>
                    <a:pt x="359914" y="194843"/>
                  </a:lnTo>
                  <a:lnTo>
                    <a:pt x="360628" y="195399"/>
                  </a:lnTo>
                  <a:lnTo>
                    <a:pt x="361886" y="195109"/>
                  </a:lnTo>
                  <a:lnTo>
                    <a:pt x="362507" y="195229"/>
                  </a:lnTo>
                  <a:lnTo>
                    <a:pt x="364929" y="196540"/>
                  </a:lnTo>
                  <a:lnTo>
                    <a:pt x="365333" y="197060"/>
                  </a:lnTo>
                  <a:lnTo>
                    <a:pt x="365711" y="198917"/>
                  </a:lnTo>
                  <a:lnTo>
                    <a:pt x="365460" y="199689"/>
                  </a:lnTo>
                  <a:lnTo>
                    <a:pt x="364161" y="201745"/>
                  </a:lnTo>
                  <a:lnTo>
                    <a:pt x="365651" y="204587"/>
                  </a:lnTo>
                  <a:lnTo>
                    <a:pt x="367183" y="206739"/>
                  </a:lnTo>
                  <a:lnTo>
                    <a:pt x="367268" y="207933"/>
                  </a:lnTo>
                  <a:lnTo>
                    <a:pt x="366923" y="210938"/>
                  </a:lnTo>
                  <a:lnTo>
                    <a:pt x="367092" y="211715"/>
                  </a:lnTo>
                  <a:lnTo>
                    <a:pt x="367918" y="212680"/>
                  </a:lnTo>
                  <a:lnTo>
                    <a:pt x="367485" y="213227"/>
                  </a:lnTo>
                  <a:lnTo>
                    <a:pt x="366730" y="213631"/>
                  </a:lnTo>
                  <a:lnTo>
                    <a:pt x="366387" y="216387"/>
                  </a:lnTo>
                  <a:lnTo>
                    <a:pt x="366771" y="217393"/>
                  </a:lnTo>
                  <a:lnTo>
                    <a:pt x="367279" y="217763"/>
                  </a:lnTo>
                  <a:lnTo>
                    <a:pt x="368041" y="218139"/>
                  </a:lnTo>
                  <a:lnTo>
                    <a:pt x="369535" y="218268"/>
                  </a:lnTo>
                  <a:lnTo>
                    <a:pt x="371799" y="218855"/>
                  </a:lnTo>
                  <a:lnTo>
                    <a:pt x="373315" y="219784"/>
                  </a:lnTo>
                  <a:lnTo>
                    <a:pt x="374510" y="221508"/>
                  </a:lnTo>
                  <a:lnTo>
                    <a:pt x="375451" y="222253"/>
                  </a:lnTo>
                  <a:lnTo>
                    <a:pt x="376330" y="223387"/>
                  </a:lnTo>
                  <a:lnTo>
                    <a:pt x="378346" y="224202"/>
                  </a:lnTo>
                  <a:lnTo>
                    <a:pt x="380528" y="224613"/>
                  </a:lnTo>
                  <a:lnTo>
                    <a:pt x="382484" y="223933"/>
                  </a:lnTo>
                  <a:lnTo>
                    <a:pt x="384846" y="223889"/>
                  </a:lnTo>
                  <a:lnTo>
                    <a:pt x="389174" y="225235"/>
                  </a:lnTo>
                  <a:lnTo>
                    <a:pt x="393182" y="225222"/>
                  </a:lnTo>
                  <a:lnTo>
                    <a:pt x="395296" y="225820"/>
                  </a:lnTo>
                  <a:lnTo>
                    <a:pt x="396742" y="225461"/>
                  </a:lnTo>
                  <a:lnTo>
                    <a:pt x="398182" y="226370"/>
                  </a:lnTo>
                  <a:lnTo>
                    <a:pt x="400032" y="226806"/>
                  </a:lnTo>
                  <a:lnTo>
                    <a:pt x="401419" y="227579"/>
                  </a:lnTo>
                  <a:lnTo>
                    <a:pt x="401955" y="227375"/>
                  </a:lnTo>
                  <a:lnTo>
                    <a:pt x="402874" y="227627"/>
                  </a:lnTo>
                  <a:lnTo>
                    <a:pt x="404405" y="229179"/>
                  </a:lnTo>
                  <a:lnTo>
                    <a:pt x="405105" y="229529"/>
                  </a:lnTo>
                  <a:lnTo>
                    <a:pt x="406211" y="229827"/>
                  </a:lnTo>
                  <a:lnTo>
                    <a:pt x="407590" y="229530"/>
                  </a:lnTo>
                  <a:lnTo>
                    <a:pt x="408331" y="229654"/>
                  </a:lnTo>
                  <a:lnTo>
                    <a:pt x="409966" y="230715"/>
                  </a:lnTo>
                  <a:lnTo>
                    <a:pt x="410243" y="231304"/>
                  </a:lnTo>
                  <a:lnTo>
                    <a:pt x="413843" y="233401"/>
                  </a:lnTo>
                  <a:lnTo>
                    <a:pt x="416875" y="236423"/>
                  </a:lnTo>
                  <a:lnTo>
                    <a:pt x="417874" y="236433"/>
                  </a:lnTo>
                  <a:lnTo>
                    <a:pt x="419211" y="237187"/>
                  </a:lnTo>
                  <a:lnTo>
                    <a:pt x="419750" y="236845"/>
                  </a:lnTo>
                  <a:lnTo>
                    <a:pt x="420527" y="236860"/>
                  </a:lnTo>
                  <a:lnTo>
                    <a:pt x="421940" y="238398"/>
                  </a:lnTo>
                  <a:lnTo>
                    <a:pt x="423348" y="239527"/>
                  </a:lnTo>
                  <a:lnTo>
                    <a:pt x="424675" y="239627"/>
                  </a:lnTo>
                  <a:lnTo>
                    <a:pt x="428366" y="240479"/>
                  </a:lnTo>
                  <a:lnTo>
                    <a:pt x="429378" y="241829"/>
                  </a:lnTo>
                  <a:lnTo>
                    <a:pt x="430276" y="241981"/>
                  </a:lnTo>
                  <a:lnTo>
                    <a:pt x="431477" y="241718"/>
                  </a:lnTo>
                  <a:lnTo>
                    <a:pt x="432013" y="241899"/>
                  </a:lnTo>
                  <a:lnTo>
                    <a:pt x="433269" y="244236"/>
                  </a:lnTo>
                  <a:lnTo>
                    <a:pt x="433273" y="245245"/>
                  </a:lnTo>
                  <a:lnTo>
                    <a:pt x="433328" y="246313"/>
                  </a:lnTo>
                  <a:lnTo>
                    <a:pt x="433798" y="247362"/>
                  </a:lnTo>
                  <a:lnTo>
                    <a:pt x="435691" y="248765"/>
                  </a:lnTo>
                  <a:lnTo>
                    <a:pt x="436367" y="250360"/>
                  </a:lnTo>
                  <a:lnTo>
                    <a:pt x="438454" y="252619"/>
                  </a:lnTo>
                  <a:lnTo>
                    <a:pt x="440780" y="253938"/>
                  </a:lnTo>
                  <a:lnTo>
                    <a:pt x="442516" y="253765"/>
                  </a:lnTo>
                  <a:lnTo>
                    <a:pt x="444107" y="254499"/>
                  </a:lnTo>
                  <a:lnTo>
                    <a:pt x="445707" y="254173"/>
                  </a:lnTo>
                  <a:lnTo>
                    <a:pt x="446554" y="254431"/>
                  </a:lnTo>
                  <a:lnTo>
                    <a:pt x="447537" y="254220"/>
                  </a:lnTo>
                  <a:lnTo>
                    <a:pt x="448121" y="254339"/>
                  </a:lnTo>
                  <a:lnTo>
                    <a:pt x="448145" y="254961"/>
                  </a:lnTo>
                  <a:lnTo>
                    <a:pt x="448685" y="255710"/>
                  </a:lnTo>
                  <a:lnTo>
                    <a:pt x="450506" y="255838"/>
                  </a:lnTo>
                  <a:lnTo>
                    <a:pt x="451390" y="256592"/>
                  </a:lnTo>
                  <a:lnTo>
                    <a:pt x="452700" y="256629"/>
                  </a:lnTo>
                  <a:lnTo>
                    <a:pt x="452848" y="257195"/>
                  </a:lnTo>
                  <a:lnTo>
                    <a:pt x="453645" y="257525"/>
                  </a:lnTo>
                  <a:lnTo>
                    <a:pt x="453790" y="258245"/>
                  </a:lnTo>
                  <a:lnTo>
                    <a:pt x="454472" y="259263"/>
                  </a:lnTo>
                  <a:lnTo>
                    <a:pt x="455844" y="259827"/>
                  </a:lnTo>
                  <a:lnTo>
                    <a:pt x="456559" y="259192"/>
                  </a:lnTo>
                  <a:lnTo>
                    <a:pt x="457174" y="259067"/>
                  </a:lnTo>
                  <a:lnTo>
                    <a:pt x="458281" y="259487"/>
                  </a:lnTo>
                  <a:lnTo>
                    <a:pt x="459590" y="261231"/>
                  </a:lnTo>
                  <a:lnTo>
                    <a:pt x="460390" y="261891"/>
                  </a:lnTo>
                  <a:lnTo>
                    <a:pt x="460273" y="262279"/>
                  </a:lnTo>
                  <a:lnTo>
                    <a:pt x="460645" y="263137"/>
                  </a:lnTo>
                  <a:lnTo>
                    <a:pt x="462922" y="264050"/>
                  </a:lnTo>
                  <a:lnTo>
                    <a:pt x="463397" y="264021"/>
                  </a:lnTo>
                  <a:lnTo>
                    <a:pt x="463479" y="264449"/>
                  </a:lnTo>
                  <a:lnTo>
                    <a:pt x="463757" y="264591"/>
                  </a:lnTo>
                  <a:lnTo>
                    <a:pt x="465974" y="264471"/>
                  </a:lnTo>
                  <a:lnTo>
                    <a:pt x="466205" y="265074"/>
                  </a:lnTo>
                  <a:lnTo>
                    <a:pt x="466998" y="265974"/>
                  </a:lnTo>
                  <a:lnTo>
                    <a:pt x="466662" y="266399"/>
                  </a:lnTo>
                  <a:lnTo>
                    <a:pt x="466929" y="266545"/>
                  </a:lnTo>
                  <a:lnTo>
                    <a:pt x="466861" y="266721"/>
                  </a:lnTo>
                  <a:lnTo>
                    <a:pt x="466574" y="266935"/>
                  </a:lnTo>
                  <a:lnTo>
                    <a:pt x="466900" y="267717"/>
                  </a:lnTo>
                  <a:lnTo>
                    <a:pt x="467197" y="267762"/>
                  </a:lnTo>
                  <a:lnTo>
                    <a:pt x="467438" y="267411"/>
                  </a:lnTo>
                  <a:lnTo>
                    <a:pt x="467857" y="267760"/>
                  </a:lnTo>
                  <a:lnTo>
                    <a:pt x="467444" y="268428"/>
                  </a:lnTo>
                  <a:lnTo>
                    <a:pt x="468273" y="268633"/>
                  </a:lnTo>
                  <a:lnTo>
                    <a:pt x="468725" y="269824"/>
                  </a:lnTo>
                  <a:lnTo>
                    <a:pt x="469818" y="271336"/>
                  </a:lnTo>
                  <a:lnTo>
                    <a:pt x="469406" y="271986"/>
                  </a:lnTo>
                  <a:lnTo>
                    <a:pt x="470621" y="273101"/>
                  </a:lnTo>
                  <a:lnTo>
                    <a:pt x="470786" y="273620"/>
                  </a:lnTo>
                  <a:lnTo>
                    <a:pt x="472480" y="275708"/>
                  </a:lnTo>
                  <a:lnTo>
                    <a:pt x="473038" y="276861"/>
                  </a:lnTo>
                  <a:lnTo>
                    <a:pt x="473405" y="277201"/>
                  </a:lnTo>
                  <a:lnTo>
                    <a:pt x="474968" y="277717"/>
                  </a:lnTo>
                  <a:lnTo>
                    <a:pt x="476277" y="277758"/>
                  </a:lnTo>
                  <a:lnTo>
                    <a:pt x="477212" y="278621"/>
                  </a:lnTo>
                  <a:lnTo>
                    <a:pt x="477150" y="278947"/>
                  </a:lnTo>
                  <a:lnTo>
                    <a:pt x="477558" y="279899"/>
                  </a:lnTo>
                  <a:lnTo>
                    <a:pt x="478994" y="281243"/>
                  </a:lnTo>
                  <a:lnTo>
                    <a:pt x="480543" y="281991"/>
                  </a:lnTo>
                  <a:lnTo>
                    <a:pt x="481185" y="282847"/>
                  </a:lnTo>
                  <a:lnTo>
                    <a:pt x="482127" y="283152"/>
                  </a:lnTo>
                  <a:lnTo>
                    <a:pt x="482688" y="283617"/>
                  </a:lnTo>
                  <a:lnTo>
                    <a:pt x="483391" y="285478"/>
                  </a:lnTo>
                  <a:lnTo>
                    <a:pt x="485118" y="288094"/>
                  </a:lnTo>
                  <a:lnTo>
                    <a:pt x="486419" y="288896"/>
                  </a:lnTo>
                  <a:lnTo>
                    <a:pt x="486359" y="289109"/>
                  </a:lnTo>
                  <a:lnTo>
                    <a:pt x="489400" y="291847"/>
                  </a:lnTo>
                  <a:lnTo>
                    <a:pt x="490265" y="292937"/>
                  </a:lnTo>
                  <a:lnTo>
                    <a:pt x="492277" y="293567"/>
                  </a:lnTo>
                  <a:lnTo>
                    <a:pt x="493889" y="293283"/>
                  </a:lnTo>
                  <a:lnTo>
                    <a:pt x="494319" y="293809"/>
                  </a:lnTo>
                  <a:lnTo>
                    <a:pt x="494788" y="293844"/>
                  </a:lnTo>
                  <a:lnTo>
                    <a:pt x="494778" y="294190"/>
                  </a:lnTo>
                  <a:lnTo>
                    <a:pt x="495137" y="294382"/>
                  </a:lnTo>
                  <a:lnTo>
                    <a:pt x="496523" y="294209"/>
                  </a:lnTo>
                  <a:lnTo>
                    <a:pt x="497013" y="294561"/>
                  </a:lnTo>
                  <a:lnTo>
                    <a:pt x="497184" y="294434"/>
                  </a:lnTo>
                  <a:lnTo>
                    <a:pt x="497045" y="293916"/>
                  </a:lnTo>
                  <a:lnTo>
                    <a:pt x="497604" y="293929"/>
                  </a:lnTo>
                  <a:lnTo>
                    <a:pt x="497932" y="294484"/>
                  </a:lnTo>
                  <a:lnTo>
                    <a:pt x="498544" y="294418"/>
                  </a:lnTo>
                  <a:lnTo>
                    <a:pt x="498742" y="295100"/>
                  </a:lnTo>
                  <a:lnTo>
                    <a:pt x="499237" y="294636"/>
                  </a:lnTo>
                  <a:lnTo>
                    <a:pt x="499531" y="294263"/>
                  </a:lnTo>
                  <a:lnTo>
                    <a:pt x="500588" y="294378"/>
                  </a:lnTo>
                  <a:lnTo>
                    <a:pt x="501721" y="295181"/>
                  </a:lnTo>
                  <a:lnTo>
                    <a:pt x="502056" y="294789"/>
                  </a:lnTo>
                  <a:lnTo>
                    <a:pt x="502411" y="295370"/>
                  </a:lnTo>
                  <a:lnTo>
                    <a:pt x="502671" y="295139"/>
                  </a:lnTo>
                  <a:lnTo>
                    <a:pt x="502852" y="295278"/>
                  </a:lnTo>
                  <a:lnTo>
                    <a:pt x="503621" y="295028"/>
                  </a:lnTo>
                  <a:lnTo>
                    <a:pt x="503848" y="295116"/>
                  </a:lnTo>
                  <a:lnTo>
                    <a:pt x="503868" y="295495"/>
                  </a:lnTo>
                  <a:lnTo>
                    <a:pt x="504234" y="295524"/>
                  </a:lnTo>
                  <a:lnTo>
                    <a:pt x="504472" y="295223"/>
                  </a:lnTo>
                  <a:lnTo>
                    <a:pt x="504869" y="295778"/>
                  </a:lnTo>
                  <a:lnTo>
                    <a:pt x="505640" y="295752"/>
                  </a:lnTo>
                  <a:lnTo>
                    <a:pt x="505947" y="296005"/>
                  </a:lnTo>
                  <a:lnTo>
                    <a:pt x="506021" y="296642"/>
                  </a:lnTo>
                  <a:lnTo>
                    <a:pt x="506449" y="296956"/>
                  </a:lnTo>
                  <a:lnTo>
                    <a:pt x="506720" y="297419"/>
                  </a:lnTo>
                  <a:lnTo>
                    <a:pt x="506509" y="297582"/>
                  </a:lnTo>
                  <a:lnTo>
                    <a:pt x="507100" y="298406"/>
                  </a:lnTo>
                  <a:lnTo>
                    <a:pt x="506841" y="298943"/>
                  </a:lnTo>
                  <a:lnTo>
                    <a:pt x="507280" y="300102"/>
                  </a:lnTo>
                  <a:lnTo>
                    <a:pt x="508102" y="300964"/>
                  </a:lnTo>
                  <a:lnTo>
                    <a:pt x="509089" y="301591"/>
                  </a:lnTo>
                  <a:lnTo>
                    <a:pt x="509491" y="301615"/>
                  </a:lnTo>
                  <a:lnTo>
                    <a:pt x="509786" y="302139"/>
                  </a:lnTo>
                  <a:lnTo>
                    <a:pt x="512799" y="302598"/>
                  </a:lnTo>
                  <a:lnTo>
                    <a:pt x="513978" y="302999"/>
                  </a:lnTo>
                  <a:lnTo>
                    <a:pt x="515608" y="302475"/>
                  </a:lnTo>
                  <a:lnTo>
                    <a:pt x="516593" y="302522"/>
                  </a:lnTo>
                  <a:lnTo>
                    <a:pt x="516823" y="302714"/>
                  </a:lnTo>
                  <a:lnTo>
                    <a:pt x="519623" y="301195"/>
                  </a:lnTo>
                  <a:lnTo>
                    <a:pt x="520082" y="301342"/>
                  </a:lnTo>
                  <a:lnTo>
                    <a:pt x="522897" y="301154"/>
                  </a:lnTo>
                  <a:lnTo>
                    <a:pt x="525985" y="301755"/>
                  </a:lnTo>
                  <a:lnTo>
                    <a:pt x="532499" y="301398"/>
                  </a:lnTo>
                  <a:lnTo>
                    <a:pt x="533003" y="301493"/>
                  </a:lnTo>
                  <a:lnTo>
                    <a:pt x="533230" y="302181"/>
                  </a:lnTo>
                  <a:lnTo>
                    <a:pt x="534442" y="303507"/>
                  </a:lnTo>
                  <a:lnTo>
                    <a:pt x="535072" y="304490"/>
                  </a:lnTo>
                  <a:lnTo>
                    <a:pt x="536106" y="305051"/>
                  </a:lnTo>
                  <a:lnTo>
                    <a:pt x="536602" y="305639"/>
                  </a:lnTo>
                  <a:lnTo>
                    <a:pt x="537916" y="305293"/>
                  </a:lnTo>
                  <a:lnTo>
                    <a:pt x="541361" y="304944"/>
                  </a:lnTo>
                  <a:lnTo>
                    <a:pt x="542749" y="305631"/>
                  </a:lnTo>
                  <a:lnTo>
                    <a:pt x="542841" y="306399"/>
                  </a:lnTo>
                  <a:lnTo>
                    <a:pt x="545539" y="305930"/>
                  </a:lnTo>
                  <a:lnTo>
                    <a:pt x="546878" y="306732"/>
                  </a:lnTo>
                  <a:lnTo>
                    <a:pt x="548445" y="306766"/>
                  </a:lnTo>
                  <a:lnTo>
                    <a:pt x="550004" y="307482"/>
                  </a:lnTo>
                  <a:lnTo>
                    <a:pt x="552895" y="308267"/>
                  </a:lnTo>
                  <a:lnTo>
                    <a:pt x="552534" y="309117"/>
                  </a:lnTo>
                  <a:lnTo>
                    <a:pt x="552980" y="310186"/>
                  </a:lnTo>
                  <a:lnTo>
                    <a:pt x="557726" y="314465"/>
                  </a:lnTo>
                  <a:lnTo>
                    <a:pt x="557631" y="314875"/>
                  </a:lnTo>
                  <a:lnTo>
                    <a:pt x="558187" y="314826"/>
                  </a:lnTo>
                  <a:lnTo>
                    <a:pt x="559443" y="313922"/>
                  </a:lnTo>
                  <a:lnTo>
                    <a:pt x="560211" y="314215"/>
                  </a:lnTo>
                  <a:lnTo>
                    <a:pt x="562057" y="314042"/>
                  </a:lnTo>
                  <a:lnTo>
                    <a:pt x="563869" y="317331"/>
                  </a:lnTo>
                  <a:lnTo>
                    <a:pt x="568050" y="318647"/>
                  </a:lnTo>
                  <a:lnTo>
                    <a:pt x="568372" y="318879"/>
                  </a:lnTo>
                  <a:lnTo>
                    <a:pt x="569585" y="321113"/>
                  </a:lnTo>
                  <a:lnTo>
                    <a:pt x="572945" y="323133"/>
                  </a:lnTo>
                  <a:lnTo>
                    <a:pt x="574521" y="323592"/>
                  </a:lnTo>
                  <a:lnTo>
                    <a:pt x="576469" y="323252"/>
                  </a:lnTo>
                  <a:lnTo>
                    <a:pt x="578128" y="323525"/>
                  </a:lnTo>
                  <a:lnTo>
                    <a:pt x="582128" y="325241"/>
                  </a:lnTo>
                  <a:lnTo>
                    <a:pt x="583727" y="326255"/>
                  </a:lnTo>
                  <a:lnTo>
                    <a:pt x="584086" y="325933"/>
                  </a:lnTo>
                  <a:lnTo>
                    <a:pt x="584507" y="325908"/>
                  </a:lnTo>
                  <a:lnTo>
                    <a:pt x="584678" y="326090"/>
                  </a:lnTo>
                  <a:lnTo>
                    <a:pt x="587005" y="326067"/>
                  </a:lnTo>
                  <a:lnTo>
                    <a:pt x="590716" y="328157"/>
                  </a:lnTo>
                  <a:lnTo>
                    <a:pt x="591555" y="328203"/>
                  </a:lnTo>
                  <a:lnTo>
                    <a:pt x="593259" y="328776"/>
                  </a:lnTo>
                  <a:lnTo>
                    <a:pt x="594924" y="326764"/>
                  </a:lnTo>
                  <a:lnTo>
                    <a:pt x="596277" y="325877"/>
                  </a:lnTo>
                  <a:lnTo>
                    <a:pt x="597283" y="322747"/>
                  </a:lnTo>
                  <a:lnTo>
                    <a:pt x="597154" y="321329"/>
                  </a:lnTo>
                  <a:lnTo>
                    <a:pt x="598666" y="318880"/>
                  </a:lnTo>
                  <a:lnTo>
                    <a:pt x="600659" y="318461"/>
                  </a:lnTo>
                  <a:lnTo>
                    <a:pt x="604572" y="318324"/>
                  </a:lnTo>
                  <a:lnTo>
                    <a:pt x="607758" y="317543"/>
                  </a:lnTo>
                  <a:lnTo>
                    <a:pt x="609837" y="316736"/>
                  </a:lnTo>
                  <a:lnTo>
                    <a:pt x="610929" y="315770"/>
                  </a:lnTo>
                  <a:lnTo>
                    <a:pt x="611607" y="315498"/>
                  </a:lnTo>
                  <a:lnTo>
                    <a:pt x="613585" y="314277"/>
                  </a:lnTo>
                  <a:lnTo>
                    <a:pt x="614976" y="313700"/>
                  </a:lnTo>
                  <a:lnTo>
                    <a:pt x="618737" y="313447"/>
                  </a:lnTo>
                  <a:lnTo>
                    <a:pt x="620074" y="317824"/>
                  </a:lnTo>
                  <a:lnTo>
                    <a:pt x="619833" y="318655"/>
                  </a:lnTo>
                  <a:lnTo>
                    <a:pt x="620164" y="318844"/>
                  </a:lnTo>
                  <a:lnTo>
                    <a:pt x="620759" y="320156"/>
                  </a:lnTo>
                  <a:lnTo>
                    <a:pt x="620444" y="325996"/>
                  </a:lnTo>
                  <a:lnTo>
                    <a:pt x="620875" y="326738"/>
                  </a:lnTo>
                  <a:lnTo>
                    <a:pt x="620109" y="328035"/>
                  </a:lnTo>
                  <a:lnTo>
                    <a:pt x="620411" y="330264"/>
                  </a:lnTo>
                  <a:lnTo>
                    <a:pt x="622051" y="332362"/>
                  </a:lnTo>
                  <a:lnTo>
                    <a:pt x="623318" y="333012"/>
                  </a:lnTo>
                  <a:lnTo>
                    <a:pt x="624021" y="333734"/>
                  </a:lnTo>
                  <a:lnTo>
                    <a:pt x="627982" y="336488"/>
                  </a:lnTo>
                  <a:lnTo>
                    <a:pt x="631445" y="338183"/>
                  </a:lnTo>
                  <a:lnTo>
                    <a:pt x="632803" y="340912"/>
                  </a:lnTo>
                  <a:lnTo>
                    <a:pt x="635071" y="340765"/>
                  </a:lnTo>
                  <a:lnTo>
                    <a:pt x="635883" y="340942"/>
                  </a:lnTo>
                  <a:lnTo>
                    <a:pt x="637591" y="347038"/>
                  </a:lnTo>
                  <a:lnTo>
                    <a:pt x="639030" y="348980"/>
                  </a:lnTo>
                  <a:lnTo>
                    <a:pt x="639327" y="349036"/>
                  </a:lnTo>
                  <a:lnTo>
                    <a:pt x="640013" y="350890"/>
                  </a:lnTo>
                  <a:lnTo>
                    <a:pt x="640675" y="351948"/>
                  </a:lnTo>
                  <a:lnTo>
                    <a:pt x="640867" y="353579"/>
                  </a:lnTo>
                  <a:lnTo>
                    <a:pt x="642190" y="354981"/>
                  </a:lnTo>
                  <a:lnTo>
                    <a:pt x="644767" y="355929"/>
                  </a:lnTo>
                  <a:lnTo>
                    <a:pt x="647007" y="357835"/>
                  </a:lnTo>
                  <a:lnTo>
                    <a:pt x="646972" y="358616"/>
                  </a:lnTo>
                  <a:lnTo>
                    <a:pt x="647333" y="359709"/>
                  </a:lnTo>
                  <a:lnTo>
                    <a:pt x="647656" y="359626"/>
                  </a:lnTo>
                  <a:lnTo>
                    <a:pt x="648712" y="362505"/>
                  </a:lnTo>
                  <a:lnTo>
                    <a:pt x="650394" y="363631"/>
                  </a:lnTo>
                  <a:lnTo>
                    <a:pt x="650553" y="363945"/>
                  </a:lnTo>
                  <a:lnTo>
                    <a:pt x="651237" y="364186"/>
                  </a:lnTo>
                  <a:lnTo>
                    <a:pt x="652628" y="366596"/>
                  </a:lnTo>
                  <a:lnTo>
                    <a:pt x="653643" y="367576"/>
                  </a:lnTo>
                  <a:lnTo>
                    <a:pt x="653248" y="369616"/>
                  </a:lnTo>
                  <a:lnTo>
                    <a:pt x="652806" y="370551"/>
                  </a:lnTo>
                  <a:lnTo>
                    <a:pt x="652776" y="373473"/>
                  </a:lnTo>
                  <a:lnTo>
                    <a:pt x="653684" y="374891"/>
                  </a:lnTo>
                  <a:lnTo>
                    <a:pt x="655599" y="376288"/>
                  </a:lnTo>
                  <a:lnTo>
                    <a:pt x="658376" y="380614"/>
                  </a:lnTo>
                  <a:lnTo>
                    <a:pt x="660784" y="382141"/>
                  </a:lnTo>
                  <a:lnTo>
                    <a:pt x="661598" y="383140"/>
                  </a:lnTo>
                  <a:lnTo>
                    <a:pt x="662883" y="386032"/>
                  </a:lnTo>
                  <a:lnTo>
                    <a:pt x="663003" y="387012"/>
                  </a:lnTo>
                  <a:lnTo>
                    <a:pt x="663927" y="388516"/>
                  </a:lnTo>
                  <a:lnTo>
                    <a:pt x="664042" y="389265"/>
                  </a:lnTo>
                  <a:lnTo>
                    <a:pt x="665319" y="390295"/>
                  </a:lnTo>
                  <a:lnTo>
                    <a:pt x="665409" y="391041"/>
                  </a:lnTo>
                  <a:lnTo>
                    <a:pt x="665997" y="391521"/>
                  </a:lnTo>
                  <a:lnTo>
                    <a:pt x="667021" y="393874"/>
                  </a:lnTo>
                  <a:lnTo>
                    <a:pt x="667289" y="395077"/>
                  </a:lnTo>
                  <a:lnTo>
                    <a:pt x="665815" y="396693"/>
                  </a:lnTo>
                  <a:lnTo>
                    <a:pt x="665806" y="397796"/>
                  </a:lnTo>
                  <a:lnTo>
                    <a:pt x="665262" y="398625"/>
                  </a:lnTo>
                  <a:lnTo>
                    <a:pt x="664829" y="400531"/>
                  </a:lnTo>
                  <a:lnTo>
                    <a:pt x="663696" y="401735"/>
                  </a:lnTo>
                  <a:lnTo>
                    <a:pt x="663475" y="403289"/>
                  </a:lnTo>
                  <a:lnTo>
                    <a:pt x="663605" y="404481"/>
                  </a:lnTo>
                  <a:lnTo>
                    <a:pt x="661205" y="406036"/>
                  </a:lnTo>
                  <a:lnTo>
                    <a:pt x="660443" y="409529"/>
                  </a:lnTo>
                  <a:lnTo>
                    <a:pt x="659530" y="410212"/>
                  </a:lnTo>
                  <a:lnTo>
                    <a:pt x="657769" y="412374"/>
                  </a:lnTo>
                  <a:lnTo>
                    <a:pt x="655989" y="413373"/>
                  </a:lnTo>
                  <a:lnTo>
                    <a:pt x="654295" y="415675"/>
                  </a:lnTo>
                  <a:lnTo>
                    <a:pt x="653817" y="416383"/>
                  </a:lnTo>
                  <a:lnTo>
                    <a:pt x="652989" y="418596"/>
                  </a:lnTo>
                  <a:lnTo>
                    <a:pt x="652997" y="419098"/>
                  </a:lnTo>
                  <a:lnTo>
                    <a:pt x="650296" y="421072"/>
                  </a:lnTo>
                  <a:lnTo>
                    <a:pt x="648516" y="422084"/>
                  </a:lnTo>
                  <a:lnTo>
                    <a:pt x="647314" y="422622"/>
                  </a:lnTo>
                  <a:lnTo>
                    <a:pt x="644839" y="423000"/>
                  </a:lnTo>
                  <a:lnTo>
                    <a:pt x="642090" y="422907"/>
                  </a:lnTo>
                  <a:lnTo>
                    <a:pt x="638067" y="424361"/>
                  </a:lnTo>
                  <a:lnTo>
                    <a:pt x="637421" y="424184"/>
                  </a:lnTo>
                  <a:lnTo>
                    <a:pt x="636447" y="424558"/>
                  </a:lnTo>
                  <a:lnTo>
                    <a:pt x="634289" y="424597"/>
                  </a:lnTo>
                  <a:lnTo>
                    <a:pt x="631017" y="425782"/>
                  </a:lnTo>
                  <a:lnTo>
                    <a:pt x="629618" y="426065"/>
                  </a:lnTo>
                  <a:lnTo>
                    <a:pt x="628199" y="426695"/>
                  </a:lnTo>
                  <a:lnTo>
                    <a:pt x="627536" y="427350"/>
                  </a:lnTo>
                  <a:lnTo>
                    <a:pt x="626681" y="428690"/>
                  </a:lnTo>
                  <a:lnTo>
                    <a:pt x="625905" y="429076"/>
                  </a:lnTo>
                  <a:lnTo>
                    <a:pt x="624676" y="431238"/>
                  </a:lnTo>
                  <a:lnTo>
                    <a:pt x="623506" y="432219"/>
                  </a:lnTo>
                  <a:lnTo>
                    <a:pt x="621845" y="432897"/>
                  </a:lnTo>
                  <a:lnTo>
                    <a:pt x="620050" y="432984"/>
                  </a:lnTo>
                  <a:lnTo>
                    <a:pt x="615792" y="434059"/>
                  </a:lnTo>
                  <a:lnTo>
                    <a:pt x="615259" y="435622"/>
                  </a:lnTo>
                  <a:lnTo>
                    <a:pt x="613335" y="438222"/>
                  </a:lnTo>
                  <a:lnTo>
                    <a:pt x="609394" y="440806"/>
                  </a:lnTo>
                  <a:lnTo>
                    <a:pt x="607455" y="441652"/>
                  </a:lnTo>
                  <a:lnTo>
                    <a:pt x="606830" y="442266"/>
                  </a:lnTo>
                  <a:lnTo>
                    <a:pt x="605280" y="444646"/>
                  </a:lnTo>
                  <a:lnTo>
                    <a:pt x="602990" y="446509"/>
                  </a:lnTo>
                  <a:lnTo>
                    <a:pt x="602020" y="447687"/>
                  </a:lnTo>
                  <a:lnTo>
                    <a:pt x="602257" y="449601"/>
                  </a:lnTo>
                  <a:lnTo>
                    <a:pt x="603305" y="451594"/>
                  </a:lnTo>
                  <a:lnTo>
                    <a:pt x="603645" y="453304"/>
                  </a:lnTo>
                  <a:lnTo>
                    <a:pt x="603395" y="454803"/>
                  </a:lnTo>
                  <a:lnTo>
                    <a:pt x="604156" y="455434"/>
                  </a:lnTo>
                  <a:lnTo>
                    <a:pt x="605820" y="456201"/>
                  </a:lnTo>
                  <a:lnTo>
                    <a:pt x="610999" y="457075"/>
                  </a:lnTo>
                  <a:lnTo>
                    <a:pt x="614413" y="458074"/>
                  </a:lnTo>
                  <a:lnTo>
                    <a:pt x="616153" y="459794"/>
                  </a:lnTo>
                  <a:lnTo>
                    <a:pt x="617048" y="460387"/>
                  </a:lnTo>
                  <a:lnTo>
                    <a:pt x="617891" y="461533"/>
                  </a:lnTo>
                  <a:lnTo>
                    <a:pt x="618287" y="462531"/>
                  </a:lnTo>
                  <a:lnTo>
                    <a:pt x="617114" y="464557"/>
                  </a:lnTo>
                  <a:lnTo>
                    <a:pt x="616194" y="465675"/>
                  </a:lnTo>
                  <a:lnTo>
                    <a:pt x="615801" y="465958"/>
                  </a:lnTo>
                  <a:lnTo>
                    <a:pt x="614510" y="465889"/>
                  </a:lnTo>
                  <a:lnTo>
                    <a:pt x="614491" y="471924"/>
                  </a:lnTo>
                  <a:lnTo>
                    <a:pt x="615567" y="475676"/>
                  </a:lnTo>
                  <a:lnTo>
                    <a:pt x="616224" y="476740"/>
                  </a:lnTo>
                  <a:lnTo>
                    <a:pt x="612077" y="481418"/>
                  </a:lnTo>
                  <a:lnTo>
                    <a:pt x="610961" y="482322"/>
                  </a:lnTo>
                  <a:lnTo>
                    <a:pt x="609529" y="482631"/>
                  </a:lnTo>
                  <a:lnTo>
                    <a:pt x="607215" y="485429"/>
                  </a:lnTo>
                  <a:lnTo>
                    <a:pt x="606386" y="487442"/>
                  </a:lnTo>
                  <a:lnTo>
                    <a:pt x="604599" y="488997"/>
                  </a:lnTo>
                  <a:lnTo>
                    <a:pt x="602966" y="490968"/>
                  </a:lnTo>
                  <a:lnTo>
                    <a:pt x="602587" y="492077"/>
                  </a:lnTo>
                  <a:lnTo>
                    <a:pt x="603078" y="493474"/>
                  </a:lnTo>
                  <a:lnTo>
                    <a:pt x="602287" y="496022"/>
                  </a:lnTo>
                  <a:lnTo>
                    <a:pt x="602703" y="497630"/>
                  </a:lnTo>
                  <a:lnTo>
                    <a:pt x="603443" y="498569"/>
                  </a:lnTo>
                  <a:lnTo>
                    <a:pt x="604350" y="500798"/>
                  </a:lnTo>
                  <a:lnTo>
                    <a:pt x="604461" y="503623"/>
                  </a:lnTo>
                  <a:lnTo>
                    <a:pt x="605947" y="506320"/>
                  </a:lnTo>
                  <a:lnTo>
                    <a:pt x="609783" y="508232"/>
                  </a:lnTo>
                  <a:lnTo>
                    <a:pt x="611489" y="509813"/>
                  </a:lnTo>
                  <a:lnTo>
                    <a:pt x="615858" y="512688"/>
                  </a:lnTo>
                  <a:lnTo>
                    <a:pt x="619717" y="518199"/>
                  </a:lnTo>
                  <a:lnTo>
                    <a:pt x="624737" y="520989"/>
                  </a:lnTo>
                  <a:lnTo>
                    <a:pt x="626690" y="521182"/>
                  </a:lnTo>
                  <a:lnTo>
                    <a:pt x="625839" y="523060"/>
                  </a:lnTo>
                  <a:lnTo>
                    <a:pt x="625374" y="526485"/>
                  </a:lnTo>
                  <a:lnTo>
                    <a:pt x="626432" y="529111"/>
                  </a:lnTo>
                  <a:lnTo>
                    <a:pt x="622990" y="530306"/>
                  </a:lnTo>
                  <a:lnTo>
                    <a:pt x="620138" y="532760"/>
                  </a:lnTo>
                  <a:lnTo>
                    <a:pt x="619413" y="534764"/>
                  </a:lnTo>
                  <a:lnTo>
                    <a:pt x="614307" y="537381"/>
                  </a:lnTo>
                  <a:lnTo>
                    <a:pt x="611961" y="538335"/>
                  </a:lnTo>
                  <a:lnTo>
                    <a:pt x="609868" y="540510"/>
                  </a:lnTo>
                  <a:lnTo>
                    <a:pt x="605736" y="543808"/>
                  </a:lnTo>
                  <a:lnTo>
                    <a:pt x="605802" y="543973"/>
                  </a:lnTo>
                  <a:lnTo>
                    <a:pt x="609038" y="551924"/>
                  </a:lnTo>
                  <a:lnTo>
                    <a:pt x="611991" y="556504"/>
                  </a:lnTo>
                  <a:lnTo>
                    <a:pt x="613389" y="563977"/>
                  </a:lnTo>
                  <a:lnTo>
                    <a:pt x="613113" y="566452"/>
                  </a:lnTo>
                  <a:lnTo>
                    <a:pt x="616473" y="569717"/>
                  </a:lnTo>
                  <a:lnTo>
                    <a:pt x="617751" y="572726"/>
                  </a:lnTo>
                  <a:lnTo>
                    <a:pt x="617498" y="576136"/>
                  </a:lnTo>
                  <a:lnTo>
                    <a:pt x="616947" y="576438"/>
                  </a:lnTo>
                  <a:lnTo>
                    <a:pt x="617651" y="578678"/>
                  </a:lnTo>
                  <a:lnTo>
                    <a:pt x="618778" y="580423"/>
                  </a:lnTo>
                  <a:lnTo>
                    <a:pt x="620050" y="582001"/>
                  </a:lnTo>
                  <a:lnTo>
                    <a:pt x="620955" y="582551"/>
                  </a:lnTo>
                  <a:lnTo>
                    <a:pt x="622914" y="581691"/>
                  </a:lnTo>
                  <a:lnTo>
                    <a:pt x="629335" y="587994"/>
                  </a:lnTo>
                  <a:lnTo>
                    <a:pt x="632358" y="592848"/>
                  </a:lnTo>
                  <a:lnTo>
                    <a:pt x="637096" y="593808"/>
                  </a:lnTo>
                  <a:lnTo>
                    <a:pt x="640168" y="594824"/>
                  </a:lnTo>
                  <a:lnTo>
                    <a:pt x="640809" y="594401"/>
                  </a:lnTo>
                  <a:lnTo>
                    <a:pt x="643624" y="597388"/>
                  </a:lnTo>
                  <a:lnTo>
                    <a:pt x="639799" y="600383"/>
                  </a:lnTo>
                  <a:lnTo>
                    <a:pt x="638375" y="601888"/>
                  </a:lnTo>
                  <a:lnTo>
                    <a:pt x="638993" y="602727"/>
                  </a:lnTo>
                  <a:lnTo>
                    <a:pt x="637257" y="604836"/>
                  </a:lnTo>
                  <a:lnTo>
                    <a:pt x="635707" y="609280"/>
                  </a:lnTo>
                  <a:lnTo>
                    <a:pt x="635370" y="608978"/>
                  </a:lnTo>
                  <a:lnTo>
                    <a:pt x="630345" y="604479"/>
                  </a:lnTo>
                  <a:lnTo>
                    <a:pt x="627664" y="603660"/>
                  </a:lnTo>
                  <a:lnTo>
                    <a:pt x="625786" y="602682"/>
                  </a:lnTo>
                  <a:lnTo>
                    <a:pt x="624203" y="601533"/>
                  </a:lnTo>
                  <a:lnTo>
                    <a:pt x="621842" y="599234"/>
                  </a:lnTo>
                  <a:lnTo>
                    <a:pt x="620271" y="598837"/>
                  </a:lnTo>
                  <a:lnTo>
                    <a:pt x="617215" y="598607"/>
                  </a:lnTo>
                  <a:lnTo>
                    <a:pt x="614912" y="596840"/>
                  </a:lnTo>
                  <a:lnTo>
                    <a:pt x="613931" y="594967"/>
                  </a:lnTo>
                  <a:lnTo>
                    <a:pt x="613482" y="594765"/>
                  </a:lnTo>
                  <a:lnTo>
                    <a:pt x="612842" y="593750"/>
                  </a:lnTo>
                  <a:lnTo>
                    <a:pt x="611338" y="592466"/>
                  </a:lnTo>
                  <a:lnTo>
                    <a:pt x="610618" y="591056"/>
                  </a:lnTo>
                  <a:lnTo>
                    <a:pt x="609980" y="590730"/>
                  </a:lnTo>
                  <a:lnTo>
                    <a:pt x="609822" y="590415"/>
                  </a:lnTo>
                  <a:lnTo>
                    <a:pt x="608803" y="590363"/>
                  </a:lnTo>
                  <a:lnTo>
                    <a:pt x="607796" y="589672"/>
                  </a:lnTo>
                  <a:lnTo>
                    <a:pt x="607380" y="590019"/>
                  </a:lnTo>
                  <a:lnTo>
                    <a:pt x="605977" y="589635"/>
                  </a:lnTo>
                  <a:lnTo>
                    <a:pt x="604583" y="590070"/>
                  </a:lnTo>
                  <a:lnTo>
                    <a:pt x="600539" y="590635"/>
                  </a:lnTo>
                  <a:lnTo>
                    <a:pt x="597970" y="589393"/>
                  </a:lnTo>
                  <a:lnTo>
                    <a:pt x="597426" y="587990"/>
                  </a:lnTo>
                  <a:lnTo>
                    <a:pt x="596634" y="587109"/>
                  </a:lnTo>
                  <a:lnTo>
                    <a:pt x="596903" y="586225"/>
                  </a:lnTo>
                  <a:lnTo>
                    <a:pt x="596260" y="585299"/>
                  </a:lnTo>
                  <a:lnTo>
                    <a:pt x="596033" y="584459"/>
                  </a:lnTo>
                  <a:lnTo>
                    <a:pt x="592167" y="584330"/>
                  </a:lnTo>
                  <a:lnTo>
                    <a:pt x="591684" y="583816"/>
                  </a:lnTo>
                  <a:lnTo>
                    <a:pt x="591314" y="583731"/>
                  </a:lnTo>
                  <a:lnTo>
                    <a:pt x="590910" y="582705"/>
                  </a:lnTo>
                  <a:lnTo>
                    <a:pt x="590452" y="582651"/>
                  </a:lnTo>
                  <a:lnTo>
                    <a:pt x="589575" y="583525"/>
                  </a:lnTo>
                  <a:lnTo>
                    <a:pt x="588539" y="583757"/>
                  </a:lnTo>
                  <a:lnTo>
                    <a:pt x="588339" y="585215"/>
                  </a:lnTo>
                  <a:lnTo>
                    <a:pt x="587860" y="585738"/>
                  </a:lnTo>
                  <a:lnTo>
                    <a:pt x="587699" y="586439"/>
                  </a:lnTo>
                  <a:lnTo>
                    <a:pt x="587534" y="586728"/>
                  </a:lnTo>
                  <a:lnTo>
                    <a:pt x="586766" y="587087"/>
                  </a:lnTo>
                  <a:lnTo>
                    <a:pt x="586652" y="587726"/>
                  </a:lnTo>
                  <a:lnTo>
                    <a:pt x="585823" y="588308"/>
                  </a:lnTo>
                  <a:lnTo>
                    <a:pt x="585789" y="588803"/>
                  </a:lnTo>
                  <a:lnTo>
                    <a:pt x="585058" y="589953"/>
                  </a:lnTo>
                  <a:lnTo>
                    <a:pt x="584149" y="590665"/>
                  </a:lnTo>
                  <a:lnTo>
                    <a:pt x="583711" y="591421"/>
                  </a:lnTo>
                  <a:lnTo>
                    <a:pt x="581742" y="592190"/>
                  </a:lnTo>
                  <a:lnTo>
                    <a:pt x="581309" y="593237"/>
                  </a:lnTo>
                  <a:lnTo>
                    <a:pt x="580739" y="593713"/>
                  </a:lnTo>
                  <a:lnTo>
                    <a:pt x="580114" y="595891"/>
                  </a:lnTo>
                  <a:lnTo>
                    <a:pt x="579788" y="596295"/>
                  </a:lnTo>
                  <a:lnTo>
                    <a:pt x="579475" y="599946"/>
                  </a:lnTo>
                  <a:lnTo>
                    <a:pt x="579234" y="600341"/>
                  </a:lnTo>
                  <a:lnTo>
                    <a:pt x="578512" y="600728"/>
                  </a:lnTo>
                  <a:lnTo>
                    <a:pt x="578245" y="602490"/>
                  </a:lnTo>
                  <a:lnTo>
                    <a:pt x="578030" y="602825"/>
                  </a:lnTo>
                  <a:lnTo>
                    <a:pt x="577188" y="602816"/>
                  </a:lnTo>
                  <a:lnTo>
                    <a:pt x="576961" y="604309"/>
                  </a:lnTo>
                  <a:lnTo>
                    <a:pt x="576755" y="604532"/>
                  </a:lnTo>
                  <a:lnTo>
                    <a:pt x="575921" y="604618"/>
                  </a:lnTo>
                  <a:lnTo>
                    <a:pt x="576226" y="605608"/>
                  </a:lnTo>
                  <a:lnTo>
                    <a:pt x="575844" y="606515"/>
                  </a:lnTo>
                  <a:lnTo>
                    <a:pt x="574914" y="607618"/>
                  </a:lnTo>
                  <a:lnTo>
                    <a:pt x="573611" y="608155"/>
                  </a:lnTo>
                  <a:lnTo>
                    <a:pt x="573475" y="609092"/>
                  </a:lnTo>
                  <a:lnTo>
                    <a:pt x="572672" y="610220"/>
                  </a:lnTo>
                  <a:lnTo>
                    <a:pt x="571712" y="610793"/>
                  </a:lnTo>
                  <a:lnTo>
                    <a:pt x="570516" y="611929"/>
                  </a:lnTo>
                  <a:lnTo>
                    <a:pt x="569617" y="612350"/>
                  </a:lnTo>
                  <a:lnTo>
                    <a:pt x="569827" y="613342"/>
                  </a:lnTo>
                  <a:lnTo>
                    <a:pt x="569699" y="614141"/>
                  </a:lnTo>
                  <a:lnTo>
                    <a:pt x="569172" y="614693"/>
                  </a:lnTo>
                  <a:lnTo>
                    <a:pt x="568495" y="614970"/>
                  </a:lnTo>
                  <a:lnTo>
                    <a:pt x="567385" y="616445"/>
                  </a:lnTo>
                  <a:lnTo>
                    <a:pt x="567384" y="616919"/>
                  </a:lnTo>
                  <a:lnTo>
                    <a:pt x="567646" y="617095"/>
                  </a:lnTo>
                  <a:lnTo>
                    <a:pt x="567520" y="617512"/>
                  </a:lnTo>
                  <a:lnTo>
                    <a:pt x="566644" y="618039"/>
                  </a:lnTo>
                  <a:lnTo>
                    <a:pt x="566131" y="618994"/>
                  </a:lnTo>
                  <a:lnTo>
                    <a:pt x="565065" y="619329"/>
                  </a:lnTo>
                  <a:lnTo>
                    <a:pt x="564618" y="620035"/>
                  </a:lnTo>
                  <a:lnTo>
                    <a:pt x="563668" y="620721"/>
                  </a:lnTo>
                  <a:lnTo>
                    <a:pt x="563559" y="621728"/>
                  </a:lnTo>
                  <a:lnTo>
                    <a:pt x="563067" y="622094"/>
                  </a:lnTo>
                  <a:lnTo>
                    <a:pt x="561968" y="622548"/>
                  </a:lnTo>
                  <a:lnTo>
                    <a:pt x="561413" y="622206"/>
                  </a:lnTo>
                  <a:lnTo>
                    <a:pt x="560384" y="622984"/>
                  </a:lnTo>
                  <a:lnTo>
                    <a:pt x="559538" y="623043"/>
                  </a:lnTo>
                  <a:lnTo>
                    <a:pt x="558815" y="624030"/>
                  </a:lnTo>
                  <a:lnTo>
                    <a:pt x="557873" y="624203"/>
                  </a:lnTo>
                  <a:lnTo>
                    <a:pt x="557518" y="624922"/>
                  </a:lnTo>
                  <a:lnTo>
                    <a:pt x="555762" y="625620"/>
                  </a:lnTo>
                  <a:lnTo>
                    <a:pt x="555347" y="625728"/>
                  </a:lnTo>
                  <a:lnTo>
                    <a:pt x="554095" y="625406"/>
                  </a:lnTo>
                  <a:lnTo>
                    <a:pt x="552509" y="626011"/>
                  </a:lnTo>
                  <a:lnTo>
                    <a:pt x="551992" y="625608"/>
                  </a:lnTo>
                  <a:lnTo>
                    <a:pt x="551644" y="624786"/>
                  </a:lnTo>
                  <a:lnTo>
                    <a:pt x="549907" y="624283"/>
                  </a:lnTo>
                  <a:lnTo>
                    <a:pt x="548452" y="624860"/>
                  </a:lnTo>
                  <a:lnTo>
                    <a:pt x="546954" y="626113"/>
                  </a:lnTo>
                  <a:lnTo>
                    <a:pt x="545173" y="625828"/>
                  </a:lnTo>
                  <a:lnTo>
                    <a:pt x="544427" y="626686"/>
                  </a:lnTo>
                  <a:lnTo>
                    <a:pt x="543323" y="627003"/>
                  </a:lnTo>
                  <a:lnTo>
                    <a:pt x="543339" y="628017"/>
                  </a:lnTo>
                  <a:lnTo>
                    <a:pt x="543021" y="629108"/>
                  </a:lnTo>
                  <a:lnTo>
                    <a:pt x="540184" y="633894"/>
                  </a:lnTo>
                  <a:lnTo>
                    <a:pt x="538176" y="639253"/>
                  </a:lnTo>
                  <a:lnTo>
                    <a:pt x="537828" y="641333"/>
                  </a:lnTo>
                  <a:lnTo>
                    <a:pt x="537925" y="641907"/>
                  </a:lnTo>
                  <a:lnTo>
                    <a:pt x="538545" y="643558"/>
                  </a:lnTo>
                  <a:lnTo>
                    <a:pt x="539657" y="645457"/>
                  </a:lnTo>
                  <a:lnTo>
                    <a:pt x="539679" y="646208"/>
                  </a:lnTo>
                  <a:lnTo>
                    <a:pt x="539543" y="646663"/>
                  </a:lnTo>
                  <a:lnTo>
                    <a:pt x="538738" y="647248"/>
                  </a:lnTo>
                  <a:lnTo>
                    <a:pt x="537249" y="647647"/>
                  </a:lnTo>
                  <a:lnTo>
                    <a:pt x="536253" y="646602"/>
                  </a:lnTo>
                  <a:lnTo>
                    <a:pt x="535611" y="646486"/>
                  </a:lnTo>
                  <a:lnTo>
                    <a:pt x="535092" y="645969"/>
                  </a:lnTo>
                  <a:lnTo>
                    <a:pt x="534947" y="644881"/>
                  </a:lnTo>
                  <a:lnTo>
                    <a:pt x="534404" y="644413"/>
                  </a:lnTo>
                  <a:lnTo>
                    <a:pt x="532235" y="644251"/>
                  </a:lnTo>
                  <a:lnTo>
                    <a:pt x="531172" y="643929"/>
                  </a:lnTo>
                  <a:lnTo>
                    <a:pt x="529982" y="644629"/>
                  </a:lnTo>
                  <a:lnTo>
                    <a:pt x="528594" y="643868"/>
                  </a:lnTo>
                  <a:lnTo>
                    <a:pt x="524856" y="643341"/>
                  </a:lnTo>
                  <a:lnTo>
                    <a:pt x="524086" y="643628"/>
                  </a:lnTo>
                  <a:lnTo>
                    <a:pt x="523501" y="644260"/>
                  </a:lnTo>
                  <a:lnTo>
                    <a:pt x="523480" y="644977"/>
                  </a:lnTo>
                  <a:lnTo>
                    <a:pt x="524126" y="645709"/>
                  </a:lnTo>
                  <a:lnTo>
                    <a:pt x="524016" y="646101"/>
                  </a:lnTo>
                  <a:lnTo>
                    <a:pt x="521192" y="646844"/>
                  </a:lnTo>
                  <a:lnTo>
                    <a:pt x="520799" y="646735"/>
                  </a:lnTo>
                  <a:lnTo>
                    <a:pt x="520737" y="646496"/>
                  </a:lnTo>
                  <a:lnTo>
                    <a:pt x="520918" y="644803"/>
                  </a:lnTo>
                  <a:lnTo>
                    <a:pt x="520744" y="643139"/>
                  </a:lnTo>
                  <a:lnTo>
                    <a:pt x="519028" y="643358"/>
                  </a:lnTo>
                  <a:lnTo>
                    <a:pt x="516905" y="641291"/>
                  </a:lnTo>
                  <a:lnTo>
                    <a:pt x="516374" y="641226"/>
                  </a:lnTo>
                  <a:lnTo>
                    <a:pt x="515089" y="642183"/>
                  </a:lnTo>
                  <a:lnTo>
                    <a:pt x="513699" y="642451"/>
                  </a:lnTo>
                  <a:lnTo>
                    <a:pt x="511378" y="641945"/>
                  </a:lnTo>
                  <a:lnTo>
                    <a:pt x="509845" y="641019"/>
                  </a:lnTo>
                  <a:lnTo>
                    <a:pt x="509052" y="641064"/>
                  </a:lnTo>
                  <a:lnTo>
                    <a:pt x="508245" y="640413"/>
                  </a:lnTo>
                  <a:lnTo>
                    <a:pt x="507162" y="639962"/>
                  </a:lnTo>
                  <a:lnTo>
                    <a:pt x="505106" y="639852"/>
                  </a:lnTo>
                  <a:lnTo>
                    <a:pt x="502554" y="640266"/>
                  </a:lnTo>
                  <a:lnTo>
                    <a:pt x="500685" y="642331"/>
                  </a:lnTo>
                  <a:lnTo>
                    <a:pt x="500201" y="643235"/>
                  </a:lnTo>
                  <a:lnTo>
                    <a:pt x="498746" y="643841"/>
                  </a:lnTo>
                  <a:lnTo>
                    <a:pt x="495806" y="643382"/>
                  </a:lnTo>
                  <a:lnTo>
                    <a:pt x="495060" y="643473"/>
                  </a:lnTo>
                  <a:lnTo>
                    <a:pt x="494139" y="643979"/>
                  </a:lnTo>
                  <a:lnTo>
                    <a:pt x="491955" y="644403"/>
                  </a:lnTo>
                  <a:lnTo>
                    <a:pt x="491549" y="644164"/>
                  </a:lnTo>
                  <a:lnTo>
                    <a:pt x="491543" y="643923"/>
                  </a:lnTo>
                  <a:lnTo>
                    <a:pt x="492640" y="642680"/>
                  </a:lnTo>
                  <a:lnTo>
                    <a:pt x="492686" y="642335"/>
                  </a:lnTo>
                  <a:lnTo>
                    <a:pt x="492566" y="642061"/>
                  </a:lnTo>
                  <a:lnTo>
                    <a:pt x="491271" y="641646"/>
                  </a:lnTo>
                  <a:lnTo>
                    <a:pt x="489160" y="645061"/>
                  </a:lnTo>
                  <a:lnTo>
                    <a:pt x="487553" y="645008"/>
                  </a:lnTo>
                  <a:lnTo>
                    <a:pt x="486622" y="645654"/>
                  </a:lnTo>
                  <a:lnTo>
                    <a:pt x="485108" y="647353"/>
                  </a:lnTo>
                  <a:lnTo>
                    <a:pt x="483115" y="651269"/>
                  </a:lnTo>
                  <a:lnTo>
                    <a:pt x="481625" y="650338"/>
                  </a:lnTo>
                  <a:lnTo>
                    <a:pt x="479345" y="651136"/>
                  </a:lnTo>
                  <a:lnTo>
                    <a:pt x="479098" y="651461"/>
                  </a:lnTo>
                  <a:lnTo>
                    <a:pt x="478632" y="655111"/>
                  </a:lnTo>
                  <a:lnTo>
                    <a:pt x="477072" y="657007"/>
                  </a:lnTo>
                  <a:lnTo>
                    <a:pt x="475650" y="658164"/>
                  </a:lnTo>
                  <a:lnTo>
                    <a:pt x="474347" y="658793"/>
                  </a:lnTo>
                  <a:lnTo>
                    <a:pt x="474144" y="659029"/>
                  </a:lnTo>
                  <a:lnTo>
                    <a:pt x="474094" y="659980"/>
                  </a:lnTo>
                  <a:lnTo>
                    <a:pt x="472891" y="660203"/>
                  </a:lnTo>
                  <a:lnTo>
                    <a:pt x="470666" y="659439"/>
                  </a:lnTo>
                  <a:lnTo>
                    <a:pt x="469840" y="659488"/>
                  </a:lnTo>
                  <a:lnTo>
                    <a:pt x="469022" y="659979"/>
                  </a:lnTo>
                  <a:lnTo>
                    <a:pt x="467490" y="661974"/>
                  </a:lnTo>
                  <a:lnTo>
                    <a:pt x="465827" y="660806"/>
                  </a:lnTo>
                  <a:lnTo>
                    <a:pt x="463931" y="660646"/>
                  </a:lnTo>
                  <a:lnTo>
                    <a:pt x="462779" y="660951"/>
                  </a:lnTo>
                  <a:lnTo>
                    <a:pt x="461386" y="662138"/>
                  </a:lnTo>
                  <a:lnTo>
                    <a:pt x="459158" y="662644"/>
                  </a:lnTo>
                  <a:lnTo>
                    <a:pt x="458516" y="663280"/>
                  </a:lnTo>
                  <a:lnTo>
                    <a:pt x="456933" y="663471"/>
                  </a:lnTo>
                  <a:lnTo>
                    <a:pt x="455738" y="662424"/>
                  </a:lnTo>
                  <a:lnTo>
                    <a:pt x="455014" y="662079"/>
                  </a:lnTo>
                  <a:lnTo>
                    <a:pt x="453369" y="662685"/>
                  </a:lnTo>
                  <a:lnTo>
                    <a:pt x="452432" y="662696"/>
                  </a:lnTo>
                  <a:lnTo>
                    <a:pt x="449451" y="661069"/>
                  </a:lnTo>
                  <a:lnTo>
                    <a:pt x="446489" y="660654"/>
                  </a:lnTo>
                  <a:lnTo>
                    <a:pt x="444579" y="659571"/>
                  </a:lnTo>
                  <a:lnTo>
                    <a:pt x="442080" y="659143"/>
                  </a:lnTo>
                  <a:lnTo>
                    <a:pt x="439814" y="659133"/>
                  </a:lnTo>
                  <a:lnTo>
                    <a:pt x="438008" y="658412"/>
                  </a:lnTo>
                  <a:lnTo>
                    <a:pt x="437027" y="659099"/>
                  </a:lnTo>
                  <a:lnTo>
                    <a:pt x="435032" y="659369"/>
                  </a:lnTo>
                  <a:lnTo>
                    <a:pt x="433870" y="660471"/>
                  </a:lnTo>
                  <a:lnTo>
                    <a:pt x="430375" y="662092"/>
                  </a:lnTo>
                  <a:lnTo>
                    <a:pt x="428904" y="663632"/>
                  </a:lnTo>
                  <a:lnTo>
                    <a:pt x="427407" y="664014"/>
                  </a:lnTo>
                  <a:lnTo>
                    <a:pt x="426253" y="664815"/>
                  </a:lnTo>
                  <a:lnTo>
                    <a:pt x="425086" y="665135"/>
                  </a:lnTo>
                  <a:lnTo>
                    <a:pt x="424201" y="665979"/>
                  </a:lnTo>
                  <a:lnTo>
                    <a:pt x="422163" y="666886"/>
                  </a:lnTo>
                  <a:lnTo>
                    <a:pt x="420454" y="668194"/>
                  </a:lnTo>
                  <a:lnTo>
                    <a:pt x="418869" y="668247"/>
                  </a:lnTo>
                  <a:lnTo>
                    <a:pt x="417867" y="668744"/>
                  </a:lnTo>
                  <a:lnTo>
                    <a:pt x="416031" y="668197"/>
                  </a:lnTo>
                  <a:lnTo>
                    <a:pt x="415002" y="668268"/>
                  </a:lnTo>
                  <a:lnTo>
                    <a:pt x="413757" y="670752"/>
                  </a:lnTo>
                  <a:lnTo>
                    <a:pt x="413477" y="672299"/>
                  </a:lnTo>
                  <a:lnTo>
                    <a:pt x="412162" y="672885"/>
                  </a:lnTo>
                  <a:lnTo>
                    <a:pt x="411591" y="674490"/>
                  </a:lnTo>
                  <a:lnTo>
                    <a:pt x="410550" y="674915"/>
                  </a:lnTo>
                  <a:lnTo>
                    <a:pt x="409893" y="676945"/>
                  </a:lnTo>
                  <a:lnTo>
                    <a:pt x="408113" y="678247"/>
                  </a:lnTo>
                  <a:lnTo>
                    <a:pt x="406831" y="678377"/>
                  </a:lnTo>
                  <a:lnTo>
                    <a:pt x="406545" y="678800"/>
                  </a:lnTo>
                  <a:lnTo>
                    <a:pt x="405889" y="681313"/>
                  </a:lnTo>
                  <a:lnTo>
                    <a:pt x="405179" y="681744"/>
                  </a:lnTo>
                  <a:lnTo>
                    <a:pt x="404866" y="683120"/>
                  </a:lnTo>
                  <a:lnTo>
                    <a:pt x="403636" y="684124"/>
                  </a:lnTo>
                  <a:lnTo>
                    <a:pt x="403982" y="685052"/>
                  </a:lnTo>
                  <a:lnTo>
                    <a:pt x="405096" y="686312"/>
                  </a:lnTo>
                  <a:lnTo>
                    <a:pt x="405402" y="686970"/>
                  </a:lnTo>
                  <a:lnTo>
                    <a:pt x="405196" y="688867"/>
                  </a:lnTo>
                  <a:lnTo>
                    <a:pt x="406207" y="689646"/>
                  </a:lnTo>
                  <a:lnTo>
                    <a:pt x="406784" y="690901"/>
                  </a:lnTo>
                  <a:lnTo>
                    <a:pt x="408011" y="692100"/>
                  </a:lnTo>
                  <a:lnTo>
                    <a:pt x="408520" y="694471"/>
                  </a:lnTo>
                  <a:lnTo>
                    <a:pt x="409477" y="694896"/>
                  </a:lnTo>
                  <a:lnTo>
                    <a:pt x="410041" y="696464"/>
                  </a:lnTo>
                  <a:lnTo>
                    <a:pt x="410272" y="696652"/>
                  </a:lnTo>
                  <a:lnTo>
                    <a:pt x="410888" y="696616"/>
                  </a:lnTo>
                  <a:lnTo>
                    <a:pt x="411076" y="697188"/>
                  </a:lnTo>
                  <a:lnTo>
                    <a:pt x="409918" y="698455"/>
                  </a:lnTo>
                  <a:lnTo>
                    <a:pt x="409187" y="699938"/>
                  </a:lnTo>
                  <a:lnTo>
                    <a:pt x="409036" y="700839"/>
                  </a:lnTo>
                  <a:lnTo>
                    <a:pt x="409692" y="702011"/>
                  </a:lnTo>
                  <a:lnTo>
                    <a:pt x="409779" y="702579"/>
                  </a:lnTo>
                  <a:lnTo>
                    <a:pt x="408804" y="703259"/>
                  </a:lnTo>
                  <a:lnTo>
                    <a:pt x="408276" y="704993"/>
                  </a:lnTo>
                  <a:lnTo>
                    <a:pt x="407765" y="705708"/>
                  </a:lnTo>
                  <a:lnTo>
                    <a:pt x="407824" y="706949"/>
                  </a:lnTo>
                  <a:lnTo>
                    <a:pt x="406989" y="708213"/>
                  </a:lnTo>
                  <a:lnTo>
                    <a:pt x="406752" y="709949"/>
                  </a:lnTo>
                  <a:lnTo>
                    <a:pt x="405384" y="711212"/>
                  </a:lnTo>
                  <a:lnTo>
                    <a:pt x="405164" y="712125"/>
                  </a:lnTo>
                  <a:lnTo>
                    <a:pt x="403952" y="712721"/>
                  </a:lnTo>
                  <a:lnTo>
                    <a:pt x="403353" y="714657"/>
                  </a:lnTo>
                  <a:lnTo>
                    <a:pt x="402223" y="715185"/>
                  </a:lnTo>
                  <a:lnTo>
                    <a:pt x="401301" y="716018"/>
                  </a:lnTo>
                  <a:lnTo>
                    <a:pt x="400018" y="719116"/>
                  </a:lnTo>
                  <a:lnTo>
                    <a:pt x="398671" y="719478"/>
                  </a:lnTo>
                  <a:lnTo>
                    <a:pt x="397125" y="720695"/>
                  </a:lnTo>
                  <a:lnTo>
                    <a:pt x="396013" y="721038"/>
                  </a:lnTo>
                  <a:lnTo>
                    <a:pt x="394924" y="722503"/>
                  </a:lnTo>
                  <a:lnTo>
                    <a:pt x="393804" y="722907"/>
                  </a:lnTo>
                  <a:lnTo>
                    <a:pt x="392441" y="723937"/>
                  </a:lnTo>
                  <a:lnTo>
                    <a:pt x="390756" y="724040"/>
                  </a:lnTo>
                  <a:lnTo>
                    <a:pt x="389323" y="723664"/>
                  </a:lnTo>
                  <a:lnTo>
                    <a:pt x="388823" y="723246"/>
                  </a:lnTo>
                  <a:lnTo>
                    <a:pt x="388363" y="723247"/>
                  </a:lnTo>
                  <a:lnTo>
                    <a:pt x="387505" y="723764"/>
                  </a:lnTo>
                  <a:lnTo>
                    <a:pt x="386478" y="723867"/>
                  </a:lnTo>
                  <a:lnTo>
                    <a:pt x="384852" y="724997"/>
                  </a:lnTo>
                  <a:lnTo>
                    <a:pt x="383554" y="725153"/>
                  </a:lnTo>
                  <a:lnTo>
                    <a:pt x="381417" y="724308"/>
                  </a:lnTo>
                  <a:lnTo>
                    <a:pt x="379548" y="724452"/>
                  </a:lnTo>
                  <a:lnTo>
                    <a:pt x="379023" y="723916"/>
                  </a:lnTo>
                  <a:lnTo>
                    <a:pt x="378651" y="722263"/>
                  </a:lnTo>
                  <a:lnTo>
                    <a:pt x="377504" y="721651"/>
                  </a:lnTo>
                  <a:lnTo>
                    <a:pt x="376253" y="721358"/>
                  </a:lnTo>
                  <a:lnTo>
                    <a:pt x="375607" y="721531"/>
                  </a:lnTo>
                  <a:lnTo>
                    <a:pt x="374098" y="720622"/>
                  </a:lnTo>
                  <a:lnTo>
                    <a:pt x="372465" y="720418"/>
                  </a:lnTo>
                  <a:lnTo>
                    <a:pt x="371198" y="719693"/>
                  </a:lnTo>
                  <a:lnTo>
                    <a:pt x="370645" y="719647"/>
                  </a:lnTo>
                  <a:lnTo>
                    <a:pt x="370448" y="719335"/>
                  </a:lnTo>
                  <a:lnTo>
                    <a:pt x="369315" y="719265"/>
                  </a:lnTo>
                  <a:lnTo>
                    <a:pt x="368096" y="718195"/>
                  </a:lnTo>
                  <a:lnTo>
                    <a:pt x="367286" y="716220"/>
                  </a:lnTo>
                  <a:lnTo>
                    <a:pt x="367917" y="713136"/>
                  </a:lnTo>
                  <a:lnTo>
                    <a:pt x="370418" y="709788"/>
                  </a:lnTo>
                  <a:lnTo>
                    <a:pt x="372048" y="708795"/>
                  </a:lnTo>
                  <a:lnTo>
                    <a:pt x="369902" y="705389"/>
                  </a:lnTo>
                  <a:lnTo>
                    <a:pt x="370671" y="703959"/>
                  </a:lnTo>
                  <a:lnTo>
                    <a:pt x="370736" y="702384"/>
                  </a:lnTo>
                  <a:lnTo>
                    <a:pt x="372320" y="700322"/>
                  </a:lnTo>
                  <a:lnTo>
                    <a:pt x="368637" y="696429"/>
                  </a:lnTo>
                  <a:lnTo>
                    <a:pt x="366631" y="695246"/>
                  </a:lnTo>
                  <a:lnTo>
                    <a:pt x="365588" y="694243"/>
                  </a:lnTo>
                  <a:lnTo>
                    <a:pt x="364546" y="694010"/>
                  </a:lnTo>
                  <a:lnTo>
                    <a:pt x="362916" y="692445"/>
                  </a:lnTo>
                  <a:lnTo>
                    <a:pt x="362524" y="691576"/>
                  </a:lnTo>
                  <a:lnTo>
                    <a:pt x="363042" y="689516"/>
                  </a:lnTo>
                  <a:lnTo>
                    <a:pt x="362317" y="689386"/>
                  </a:lnTo>
                  <a:lnTo>
                    <a:pt x="361919" y="687549"/>
                  </a:lnTo>
                  <a:lnTo>
                    <a:pt x="361049" y="686866"/>
                  </a:lnTo>
                  <a:lnTo>
                    <a:pt x="361329" y="685849"/>
                  </a:lnTo>
                  <a:lnTo>
                    <a:pt x="359948" y="685011"/>
                  </a:lnTo>
                  <a:lnTo>
                    <a:pt x="358557" y="685013"/>
                  </a:lnTo>
                  <a:lnTo>
                    <a:pt x="358294" y="684533"/>
                  </a:lnTo>
                  <a:lnTo>
                    <a:pt x="351291" y="682468"/>
                  </a:lnTo>
                  <a:lnTo>
                    <a:pt x="346529" y="681354"/>
                  </a:lnTo>
                  <a:lnTo>
                    <a:pt x="345946" y="680491"/>
                  </a:lnTo>
                  <a:lnTo>
                    <a:pt x="343995" y="679836"/>
                  </a:lnTo>
                  <a:lnTo>
                    <a:pt x="345217" y="673350"/>
                  </a:lnTo>
                  <a:lnTo>
                    <a:pt x="344753" y="672354"/>
                  </a:lnTo>
                  <a:lnTo>
                    <a:pt x="344495" y="670137"/>
                  </a:lnTo>
                  <a:lnTo>
                    <a:pt x="343193" y="669703"/>
                  </a:lnTo>
                  <a:lnTo>
                    <a:pt x="342492" y="669009"/>
                  </a:lnTo>
                  <a:lnTo>
                    <a:pt x="341545" y="666944"/>
                  </a:lnTo>
                  <a:lnTo>
                    <a:pt x="340712" y="665931"/>
                  </a:lnTo>
                  <a:lnTo>
                    <a:pt x="339738" y="665522"/>
                  </a:lnTo>
                  <a:lnTo>
                    <a:pt x="339007" y="664762"/>
                  </a:lnTo>
                  <a:lnTo>
                    <a:pt x="338208" y="662896"/>
                  </a:lnTo>
                  <a:lnTo>
                    <a:pt x="338591" y="661682"/>
                  </a:lnTo>
                  <a:lnTo>
                    <a:pt x="340718" y="661882"/>
                  </a:lnTo>
                  <a:lnTo>
                    <a:pt x="345186" y="660930"/>
                  </a:lnTo>
                  <a:lnTo>
                    <a:pt x="346652" y="660348"/>
                  </a:lnTo>
                  <a:lnTo>
                    <a:pt x="347929" y="660569"/>
                  </a:lnTo>
                  <a:lnTo>
                    <a:pt x="349006" y="659654"/>
                  </a:lnTo>
                  <a:lnTo>
                    <a:pt x="350018" y="659301"/>
                  </a:lnTo>
                  <a:lnTo>
                    <a:pt x="352150" y="659184"/>
                  </a:lnTo>
                  <a:lnTo>
                    <a:pt x="353177" y="659465"/>
                  </a:lnTo>
                  <a:lnTo>
                    <a:pt x="354646" y="658819"/>
                  </a:lnTo>
                  <a:lnTo>
                    <a:pt x="358491" y="657991"/>
                  </a:lnTo>
                  <a:lnTo>
                    <a:pt x="359442" y="657992"/>
                  </a:lnTo>
                  <a:lnTo>
                    <a:pt x="360518" y="657402"/>
                  </a:lnTo>
                  <a:lnTo>
                    <a:pt x="361182" y="653042"/>
                  </a:lnTo>
                  <a:lnTo>
                    <a:pt x="362715" y="650333"/>
                  </a:lnTo>
                  <a:lnTo>
                    <a:pt x="362157" y="649745"/>
                  </a:lnTo>
                  <a:lnTo>
                    <a:pt x="359008" y="647643"/>
                  </a:lnTo>
                  <a:lnTo>
                    <a:pt x="359292" y="646071"/>
                  </a:lnTo>
                  <a:lnTo>
                    <a:pt x="359843" y="644487"/>
                  </a:lnTo>
                  <a:lnTo>
                    <a:pt x="361254" y="643417"/>
                  </a:lnTo>
                  <a:lnTo>
                    <a:pt x="363862" y="641992"/>
                  </a:lnTo>
                  <a:lnTo>
                    <a:pt x="365396" y="640258"/>
                  </a:lnTo>
                  <a:lnTo>
                    <a:pt x="365776" y="640274"/>
                  </a:lnTo>
                  <a:lnTo>
                    <a:pt x="365997" y="639316"/>
                  </a:lnTo>
                  <a:lnTo>
                    <a:pt x="367175" y="636824"/>
                  </a:lnTo>
                  <a:lnTo>
                    <a:pt x="367571" y="634819"/>
                  </a:lnTo>
                  <a:lnTo>
                    <a:pt x="369148" y="630564"/>
                  </a:lnTo>
                  <a:lnTo>
                    <a:pt x="367908" y="629253"/>
                  </a:lnTo>
                  <a:lnTo>
                    <a:pt x="367868" y="628148"/>
                  </a:lnTo>
                  <a:lnTo>
                    <a:pt x="367142" y="626727"/>
                  </a:lnTo>
                  <a:lnTo>
                    <a:pt x="367095" y="625760"/>
                  </a:lnTo>
                  <a:lnTo>
                    <a:pt x="365144" y="623253"/>
                  </a:lnTo>
                  <a:lnTo>
                    <a:pt x="364986" y="622412"/>
                  </a:lnTo>
                  <a:lnTo>
                    <a:pt x="365731" y="621526"/>
                  </a:lnTo>
                  <a:lnTo>
                    <a:pt x="366841" y="621002"/>
                  </a:lnTo>
                  <a:lnTo>
                    <a:pt x="367937" y="619747"/>
                  </a:lnTo>
                  <a:lnTo>
                    <a:pt x="368819" y="617887"/>
                  </a:lnTo>
                  <a:lnTo>
                    <a:pt x="369022" y="615405"/>
                  </a:lnTo>
                  <a:lnTo>
                    <a:pt x="368345" y="614755"/>
                  </a:lnTo>
                  <a:lnTo>
                    <a:pt x="367546" y="613242"/>
                  </a:lnTo>
                  <a:lnTo>
                    <a:pt x="365454" y="611567"/>
                  </a:lnTo>
                  <a:lnTo>
                    <a:pt x="364061" y="611730"/>
                  </a:lnTo>
                  <a:lnTo>
                    <a:pt x="363341" y="611369"/>
                  </a:lnTo>
                  <a:lnTo>
                    <a:pt x="362381" y="611660"/>
                  </a:lnTo>
                  <a:lnTo>
                    <a:pt x="360496" y="608668"/>
                  </a:lnTo>
                  <a:lnTo>
                    <a:pt x="359180" y="608655"/>
                  </a:lnTo>
                  <a:lnTo>
                    <a:pt x="357111" y="607609"/>
                  </a:lnTo>
                  <a:lnTo>
                    <a:pt x="356667" y="605488"/>
                  </a:lnTo>
                  <a:lnTo>
                    <a:pt x="356839" y="604879"/>
                  </a:lnTo>
                  <a:lnTo>
                    <a:pt x="357516" y="604456"/>
                  </a:lnTo>
                  <a:lnTo>
                    <a:pt x="357569" y="603715"/>
                  </a:lnTo>
                  <a:lnTo>
                    <a:pt x="357888" y="603231"/>
                  </a:lnTo>
                  <a:lnTo>
                    <a:pt x="357933" y="602153"/>
                  </a:lnTo>
                  <a:lnTo>
                    <a:pt x="358315" y="600864"/>
                  </a:lnTo>
                  <a:lnTo>
                    <a:pt x="358122" y="600189"/>
                  </a:lnTo>
                  <a:lnTo>
                    <a:pt x="357271" y="599023"/>
                  </a:lnTo>
                  <a:lnTo>
                    <a:pt x="354347" y="596848"/>
                  </a:lnTo>
                  <a:lnTo>
                    <a:pt x="353311" y="596627"/>
                  </a:lnTo>
                  <a:lnTo>
                    <a:pt x="353162" y="595030"/>
                  </a:lnTo>
                  <a:lnTo>
                    <a:pt x="353516" y="593248"/>
                  </a:lnTo>
                  <a:lnTo>
                    <a:pt x="353061" y="592205"/>
                  </a:lnTo>
                  <a:lnTo>
                    <a:pt x="350455" y="590020"/>
                  </a:lnTo>
                  <a:lnTo>
                    <a:pt x="347793" y="588169"/>
                  </a:lnTo>
                  <a:lnTo>
                    <a:pt x="346947" y="587203"/>
                  </a:lnTo>
                  <a:lnTo>
                    <a:pt x="345661" y="580215"/>
                  </a:lnTo>
                  <a:lnTo>
                    <a:pt x="345618" y="579155"/>
                  </a:lnTo>
                  <a:lnTo>
                    <a:pt x="346202" y="578677"/>
                  </a:lnTo>
                  <a:lnTo>
                    <a:pt x="345709" y="578436"/>
                  </a:lnTo>
                  <a:lnTo>
                    <a:pt x="344554" y="578848"/>
                  </a:lnTo>
                  <a:lnTo>
                    <a:pt x="343642" y="578532"/>
                  </a:lnTo>
                  <a:lnTo>
                    <a:pt x="342841" y="578683"/>
                  </a:lnTo>
                  <a:lnTo>
                    <a:pt x="341639" y="577942"/>
                  </a:lnTo>
                  <a:lnTo>
                    <a:pt x="341254" y="577440"/>
                  </a:lnTo>
                  <a:lnTo>
                    <a:pt x="341201" y="575474"/>
                  </a:lnTo>
                  <a:lnTo>
                    <a:pt x="340205" y="574475"/>
                  </a:lnTo>
                  <a:lnTo>
                    <a:pt x="339175" y="574103"/>
                  </a:lnTo>
                  <a:lnTo>
                    <a:pt x="338363" y="573001"/>
                  </a:lnTo>
                  <a:lnTo>
                    <a:pt x="337077" y="572349"/>
                  </a:lnTo>
                  <a:lnTo>
                    <a:pt x="336423" y="571606"/>
                  </a:lnTo>
                  <a:lnTo>
                    <a:pt x="335875" y="571432"/>
                  </a:lnTo>
                  <a:lnTo>
                    <a:pt x="335226" y="570385"/>
                  </a:lnTo>
                  <a:lnTo>
                    <a:pt x="334541" y="570201"/>
                  </a:lnTo>
                  <a:lnTo>
                    <a:pt x="333958" y="569489"/>
                  </a:lnTo>
                  <a:lnTo>
                    <a:pt x="330323" y="569259"/>
                  </a:lnTo>
                  <a:lnTo>
                    <a:pt x="328424" y="568399"/>
                  </a:lnTo>
                  <a:lnTo>
                    <a:pt x="326877" y="568420"/>
                  </a:lnTo>
                  <a:lnTo>
                    <a:pt x="326121" y="568162"/>
                  </a:lnTo>
                  <a:lnTo>
                    <a:pt x="325158" y="567485"/>
                  </a:lnTo>
                  <a:lnTo>
                    <a:pt x="324556" y="566590"/>
                  </a:lnTo>
                  <a:lnTo>
                    <a:pt x="323485" y="566026"/>
                  </a:lnTo>
                  <a:lnTo>
                    <a:pt x="323273" y="565193"/>
                  </a:lnTo>
                  <a:lnTo>
                    <a:pt x="321534" y="565337"/>
                  </a:lnTo>
                  <a:lnTo>
                    <a:pt x="321004" y="565154"/>
                  </a:lnTo>
                  <a:lnTo>
                    <a:pt x="321084" y="563424"/>
                  </a:lnTo>
                  <a:lnTo>
                    <a:pt x="320524" y="563301"/>
                  </a:lnTo>
                  <a:lnTo>
                    <a:pt x="319897" y="563607"/>
                  </a:lnTo>
                  <a:lnTo>
                    <a:pt x="318470" y="562831"/>
                  </a:lnTo>
                  <a:lnTo>
                    <a:pt x="317851" y="562817"/>
                  </a:lnTo>
                  <a:lnTo>
                    <a:pt x="314512" y="560747"/>
                  </a:lnTo>
                  <a:lnTo>
                    <a:pt x="313073" y="556876"/>
                  </a:lnTo>
                  <a:lnTo>
                    <a:pt x="313777" y="553090"/>
                  </a:lnTo>
                  <a:lnTo>
                    <a:pt x="316198" y="549047"/>
                  </a:lnTo>
                  <a:lnTo>
                    <a:pt x="318302" y="544473"/>
                  </a:lnTo>
                  <a:lnTo>
                    <a:pt x="314728" y="540183"/>
                  </a:lnTo>
                  <a:lnTo>
                    <a:pt x="308108" y="541788"/>
                  </a:lnTo>
                  <a:lnTo>
                    <a:pt x="303215" y="544674"/>
                  </a:lnTo>
                  <a:lnTo>
                    <a:pt x="297400" y="546936"/>
                  </a:lnTo>
                  <a:lnTo>
                    <a:pt x="295427" y="547417"/>
                  </a:lnTo>
                  <a:lnTo>
                    <a:pt x="294513" y="546511"/>
                  </a:lnTo>
                  <a:lnTo>
                    <a:pt x="292779" y="545440"/>
                  </a:lnTo>
                  <a:lnTo>
                    <a:pt x="292707" y="541405"/>
                  </a:lnTo>
                  <a:lnTo>
                    <a:pt x="293372" y="541018"/>
                  </a:lnTo>
                  <a:lnTo>
                    <a:pt x="293202" y="538553"/>
                  </a:lnTo>
                  <a:lnTo>
                    <a:pt x="292899" y="538160"/>
                  </a:lnTo>
                  <a:lnTo>
                    <a:pt x="292505" y="535343"/>
                  </a:lnTo>
                  <a:lnTo>
                    <a:pt x="291491" y="534921"/>
                  </a:lnTo>
                  <a:lnTo>
                    <a:pt x="290302" y="534902"/>
                  </a:lnTo>
                  <a:lnTo>
                    <a:pt x="289123" y="534293"/>
                  </a:lnTo>
                  <a:lnTo>
                    <a:pt x="289254" y="534465"/>
                  </a:lnTo>
                  <a:lnTo>
                    <a:pt x="287003" y="534454"/>
                  </a:lnTo>
                  <a:lnTo>
                    <a:pt x="287165" y="534096"/>
                  </a:lnTo>
                  <a:lnTo>
                    <a:pt x="288174" y="531895"/>
                  </a:lnTo>
                  <a:lnTo>
                    <a:pt x="287084" y="531583"/>
                  </a:lnTo>
                  <a:lnTo>
                    <a:pt x="287297" y="531222"/>
                  </a:lnTo>
                  <a:lnTo>
                    <a:pt x="286459" y="530497"/>
                  </a:lnTo>
                  <a:lnTo>
                    <a:pt x="285147" y="528155"/>
                  </a:lnTo>
                  <a:lnTo>
                    <a:pt x="284644" y="528195"/>
                  </a:lnTo>
                  <a:lnTo>
                    <a:pt x="283290" y="527703"/>
                  </a:lnTo>
                  <a:lnTo>
                    <a:pt x="281226" y="526345"/>
                  </a:lnTo>
                  <a:lnTo>
                    <a:pt x="281714" y="525695"/>
                  </a:lnTo>
                  <a:lnTo>
                    <a:pt x="281315" y="524925"/>
                  </a:lnTo>
                  <a:lnTo>
                    <a:pt x="280771" y="525251"/>
                  </a:lnTo>
                  <a:lnTo>
                    <a:pt x="279727" y="525386"/>
                  </a:lnTo>
                  <a:lnTo>
                    <a:pt x="277188" y="515238"/>
                  </a:lnTo>
                  <a:lnTo>
                    <a:pt x="277597" y="505957"/>
                  </a:lnTo>
                  <a:lnTo>
                    <a:pt x="272629" y="504666"/>
                  </a:lnTo>
                  <a:lnTo>
                    <a:pt x="270508" y="503559"/>
                  </a:lnTo>
                  <a:lnTo>
                    <a:pt x="265501" y="499854"/>
                  </a:lnTo>
                  <a:lnTo>
                    <a:pt x="262144" y="498336"/>
                  </a:lnTo>
                  <a:lnTo>
                    <a:pt x="263089" y="497162"/>
                  </a:lnTo>
                  <a:lnTo>
                    <a:pt x="264585" y="488360"/>
                  </a:lnTo>
                  <a:lnTo>
                    <a:pt x="266081" y="484010"/>
                  </a:lnTo>
                  <a:lnTo>
                    <a:pt x="267915" y="483837"/>
                  </a:lnTo>
                  <a:lnTo>
                    <a:pt x="269436" y="480801"/>
                  </a:lnTo>
                  <a:lnTo>
                    <a:pt x="271298" y="478757"/>
                  </a:lnTo>
                  <a:lnTo>
                    <a:pt x="272284" y="476481"/>
                  </a:lnTo>
                  <a:lnTo>
                    <a:pt x="268424" y="467462"/>
                  </a:lnTo>
                  <a:lnTo>
                    <a:pt x="271877" y="463874"/>
                  </a:lnTo>
                  <a:lnTo>
                    <a:pt x="272809" y="461968"/>
                  </a:lnTo>
                  <a:lnTo>
                    <a:pt x="274519" y="460350"/>
                  </a:lnTo>
                  <a:lnTo>
                    <a:pt x="275816" y="458060"/>
                  </a:lnTo>
                  <a:lnTo>
                    <a:pt x="278104" y="450726"/>
                  </a:lnTo>
                  <a:lnTo>
                    <a:pt x="277905" y="449637"/>
                  </a:lnTo>
                  <a:lnTo>
                    <a:pt x="275779" y="445503"/>
                  </a:lnTo>
                  <a:lnTo>
                    <a:pt x="272816" y="440725"/>
                  </a:lnTo>
                  <a:lnTo>
                    <a:pt x="275533" y="438139"/>
                  </a:lnTo>
                  <a:lnTo>
                    <a:pt x="275829" y="434381"/>
                  </a:lnTo>
                  <a:lnTo>
                    <a:pt x="276236" y="432513"/>
                  </a:lnTo>
                  <a:lnTo>
                    <a:pt x="277839" y="430150"/>
                  </a:lnTo>
                  <a:lnTo>
                    <a:pt x="278858" y="427634"/>
                  </a:lnTo>
                  <a:lnTo>
                    <a:pt x="282226" y="421325"/>
                  </a:lnTo>
                  <a:lnTo>
                    <a:pt x="283750" y="420177"/>
                  </a:lnTo>
                  <a:lnTo>
                    <a:pt x="284140" y="418081"/>
                  </a:lnTo>
                  <a:lnTo>
                    <a:pt x="281721" y="416490"/>
                  </a:lnTo>
                  <a:lnTo>
                    <a:pt x="285916" y="411383"/>
                  </a:lnTo>
                  <a:lnTo>
                    <a:pt x="283849" y="405856"/>
                  </a:lnTo>
                  <a:lnTo>
                    <a:pt x="282004" y="404461"/>
                  </a:lnTo>
                  <a:lnTo>
                    <a:pt x="277988" y="403984"/>
                  </a:lnTo>
                  <a:lnTo>
                    <a:pt x="273714" y="402458"/>
                  </a:lnTo>
                  <a:lnTo>
                    <a:pt x="271937" y="402326"/>
                  </a:lnTo>
                  <a:lnTo>
                    <a:pt x="269498" y="401652"/>
                  </a:lnTo>
                  <a:lnTo>
                    <a:pt x="267751" y="401455"/>
                  </a:lnTo>
                  <a:lnTo>
                    <a:pt x="264245" y="402018"/>
                  </a:lnTo>
                  <a:lnTo>
                    <a:pt x="262661" y="395994"/>
                  </a:lnTo>
                  <a:lnTo>
                    <a:pt x="261831" y="394838"/>
                  </a:lnTo>
                  <a:lnTo>
                    <a:pt x="259886" y="394784"/>
                  </a:lnTo>
                  <a:lnTo>
                    <a:pt x="258431" y="394387"/>
                  </a:lnTo>
                  <a:lnTo>
                    <a:pt x="256444" y="394892"/>
                  </a:lnTo>
                  <a:lnTo>
                    <a:pt x="248741" y="395831"/>
                  </a:lnTo>
                  <a:lnTo>
                    <a:pt x="246969" y="387624"/>
                  </a:lnTo>
                  <a:lnTo>
                    <a:pt x="245270" y="384924"/>
                  </a:lnTo>
                  <a:lnTo>
                    <a:pt x="241457" y="385918"/>
                  </a:lnTo>
                  <a:lnTo>
                    <a:pt x="236669" y="386674"/>
                  </a:lnTo>
                  <a:lnTo>
                    <a:pt x="236309" y="386060"/>
                  </a:lnTo>
                  <a:lnTo>
                    <a:pt x="237004" y="384227"/>
                  </a:lnTo>
                  <a:lnTo>
                    <a:pt x="236825" y="382862"/>
                  </a:lnTo>
                  <a:lnTo>
                    <a:pt x="235852" y="380417"/>
                  </a:lnTo>
                  <a:lnTo>
                    <a:pt x="234759" y="379307"/>
                  </a:lnTo>
                  <a:lnTo>
                    <a:pt x="233846" y="377418"/>
                  </a:lnTo>
                  <a:lnTo>
                    <a:pt x="229751" y="374831"/>
                  </a:lnTo>
                  <a:lnTo>
                    <a:pt x="229063" y="371518"/>
                  </a:lnTo>
                  <a:lnTo>
                    <a:pt x="228155" y="369883"/>
                  </a:lnTo>
                  <a:lnTo>
                    <a:pt x="227158" y="366914"/>
                  </a:lnTo>
                  <a:lnTo>
                    <a:pt x="224546" y="367101"/>
                  </a:lnTo>
                  <a:lnTo>
                    <a:pt x="221515" y="366855"/>
                  </a:lnTo>
                  <a:lnTo>
                    <a:pt x="217759" y="367692"/>
                  </a:lnTo>
                  <a:lnTo>
                    <a:pt x="216324" y="367511"/>
                  </a:lnTo>
                  <a:lnTo>
                    <a:pt x="212404" y="367856"/>
                  </a:lnTo>
                  <a:lnTo>
                    <a:pt x="209539" y="368462"/>
                  </a:lnTo>
                  <a:lnTo>
                    <a:pt x="207709" y="368374"/>
                  </a:lnTo>
                  <a:lnTo>
                    <a:pt x="202220" y="369781"/>
                  </a:lnTo>
                  <a:lnTo>
                    <a:pt x="199865" y="369781"/>
                  </a:lnTo>
                  <a:lnTo>
                    <a:pt x="199250" y="370023"/>
                  </a:lnTo>
                  <a:lnTo>
                    <a:pt x="198697" y="368483"/>
                  </a:lnTo>
                  <a:lnTo>
                    <a:pt x="196892" y="368161"/>
                  </a:lnTo>
                  <a:lnTo>
                    <a:pt x="195634" y="366538"/>
                  </a:lnTo>
                  <a:lnTo>
                    <a:pt x="194823" y="367038"/>
                  </a:lnTo>
                  <a:lnTo>
                    <a:pt x="194165" y="366634"/>
                  </a:lnTo>
                  <a:lnTo>
                    <a:pt x="193950" y="366134"/>
                  </a:lnTo>
                  <a:lnTo>
                    <a:pt x="192976" y="366725"/>
                  </a:lnTo>
                  <a:lnTo>
                    <a:pt x="192620" y="366514"/>
                  </a:lnTo>
                  <a:lnTo>
                    <a:pt x="191799" y="366529"/>
                  </a:lnTo>
                  <a:lnTo>
                    <a:pt x="191210" y="367006"/>
                  </a:lnTo>
                  <a:lnTo>
                    <a:pt x="190619" y="367097"/>
                  </a:lnTo>
                  <a:lnTo>
                    <a:pt x="189742" y="366562"/>
                  </a:lnTo>
                  <a:lnTo>
                    <a:pt x="189422" y="366889"/>
                  </a:lnTo>
                  <a:lnTo>
                    <a:pt x="189415" y="368062"/>
                  </a:lnTo>
                  <a:lnTo>
                    <a:pt x="186788" y="368655"/>
                  </a:lnTo>
                  <a:lnTo>
                    <a:pt x="184470" y="369468"/>
                  </a:lnTo>
                  <a:lnTo>
                    <a:pt x="183540" y="369364"/>
                  </a:lnTo>
                  <a:lnTo>
                    <a:pt x="182499" y="368689"/>
                  </a:lnTo>
                  <a:lnTo>
                    <a:pt x="179866" y="368516"/>
                  </a:lnTo>
                  <a:lnTo>
                    <a:pt x="178799" y="368848"/>
                  </a:lnTo>
                  <a:lnTo>
                    <a:pt x="177794" y="368537"/>
                  </a:lnTo>
                  <a:lnTo>
                    <a:pt x="176292" y="367602"/>
                  </a:lnTo>
                  <a:lnTo>
                    <a:pt x="172603" y="366691"/>
                  </a:lnTo>
                  <a:lnTo>
                    <a:pt x="172041" y="365990"/>
                  </a:lnTo>
                  <a:lnTo>
                    <a:pt x="172028" y="365499"/>
                  </a:lnTo>
                  <a:lnTo>
                    <a:pt x="170340" y="366495"/>
                  </a:lnTo>
                  <a:lnTo>
                    <a:pt x="169793" y="366540"/>
                  </a:lnTo>
                  <a:lnTo>
                    <a:pt x="167951" y="364997"/>
                  </a:lnTo>
                  <a:lnTo>
                    <a:pt x="166236" y="364271"/>
                  </a:lnTo>
                  <a:lnTo>
                    <a:pt x="165324" y="364169"/>
                  </a:lnTo>
                  <a:lnTo>
                    <a:pt x="163414" y="364455"/>
                  </a:lnTo>
                  <a:lnTo>
                    <a:pt x="162270" y="364234"/>
                  </a:lnTo>
                  <a:lnTo>
                    <a:pt x="159197" y="364834"/>
                  </a:lnTo>
                  <a:lnTo>
                    <a:pt x="158187" y="364433"/>
                  </a:lnTo>
                  <a:lnTo>
                    <a:pt x="157277" y="363100"/>
                  </a:lnTo>
                  <a:lnTo>
                    <a:pt x="154253" y="362103"/>
                  </a:lnTo>
                  <a:lnTo>
                    <a:pt x="156514" y="356891"/>
                  </a:lnTo>
                  <a:lnTo>
                    <a:pt x="157573" y="349324"/>
                  </a:lnTo>
                  <a:lnTo>
                    <a:pt x="156900" y="348181"/>
                  </a:lnTo>
                  <a:lnTo>
                    <a:pt x="156048" y="345002"/>
                  </a:lnTo>
                  <a:lnTo>
                    <a:pt x="154561" y="344463"/>
                  </a:lnTo>
                  <a:lnTo>
                    <a:pt x="154517" y="344029"/>
                  </a:lnTo>
                  <a:lnTo>
                    <a:pt x="154861" y="343680"/>
                  </a:lnTo>
                  <a:lnTo>
                    <a:pt x="154027" y="343079"/>
                  </a:lnTo>
                  <a:lnTo>
                    <a:pt x="155116" y="343082"/>
                  </a:lnTo>
                  <a:lnTo>
                    <a:pt x="155442" y="342752"/>
                  </a:lnTo>
                  <a:lnTo>
                    <a:pt x="157539" y="342510"/>
                  </a:lnTo>
                  <a:lnTo>
                    <a:pt x="157561" y="342237"/>
                  </a:lnTo>
                  <a:lnTo>
                    <a:pt x="159185" y="341891"/>
                  </a:lnTo>
                  <a:lnTo>
                    <a:pt x="161018" y="341829"/>
                  </a:lnTo>
                  <a:lnTo>
                    <a:pt x="162137" y="341509"/>
                  </a:lnTo>
                  <a:lnTo>
                    <a:pt x="162655" y="341090"/>
                  </a:lnTo>
                  <a:lnTo>
                    <a:pt x="165712" y="338555"/>
                  </a:lnTo>
                  <a:lnTo>
                    <a:pt x="166016" y="336814"/>
                  </a:lnTo>
                  <a:lnTo>
                    <a:pt x="166646" y="336655"/>
                  </a:lnTo>
                  <a:lnTo>
                    <a:pt x="168614" y="335409"/>
                  </a:lnTo>
                  <a:lnTo>
                    <a:pt x="169664" y="335293"/>
                  </a:lnTo>
                  <a:lnTo>
                    <a:pt x="169643" y="334104"/>
                  </a:lnTo>
                  <a:lnTo>
                    <a:pt x="170326" y="332759"/>
                  </a:lnTo>
                  <a:lnTo>
                    <a:pt x="170443" y="332028"/>
                  </a:lnTo>
                  <a:lnTo>
                    <a:pt x="170270" y="331169"/>
                  </a:lnTo>
                  <a:lnTo>
                    <a:pt x="171823" y="328686"/>
                  </a:lnTo>
                  <a:lnTo>
                    <a:pt x="164786" y="324572"/>
                  </a:lnTo>
                  <a:lnTo>
                    <a:pt x="164262" y="323081"/>
                  </a:lnTo>
                  <a:lnTo>
                    <a:pt x="163726" y="322336"/>
                  </a:lnTo>
                  <a:lnTo>
                    <a:pt x="160065" y="319520"/>
                  </a:lnTo>
                  <a:lnTo>
                    <a:pt x="159682" y="317598"/>
                  </a:lnTo>
                  <a:lnTo>
                    <a:pt x="159150" y="316960"/>
                  </a:lnTo>
                  <a:lnTo>
                    <a:pt x="158076" y="314735"/>
                  </a:lnTo>
                  <a:lnTo>
                    <a:pt x="157533" y="312558"/>
                  </a:lnTo>
                  <a:lnTo>
                    <a:pt x="155322" y="309330"/>
                  </a:lnTo>
                  <a:lnTo>
                    <a:pt x="155770" y="308358"/>
                  </a:lnTo>
                  <a:lnTo>
                    <a:pt x="155678" y="306693"/>
                  </a:lnTo>
                  <a:lnTo>
                    <a:pt x="156369" y="305799"/>
                  </a:lnTo>
                  <a:lnTo>
                    <a:pt x="158725" y="304900"/>
                  </a:lnTo>
                  <a:lnTo>
                    <a:pt x="160185" y="303567"/>
                  </a:lnTo>
                  <a:lnTo>
                    <a:pt x="162014" y="302827"/>
                  </a:lnTo>
                  <a:lnTo>
                    <a:pt x="164995" y="300894"/>
                  </a:lnTo>
                  <a:lnTo>
                    <a:pt x="165604" y="300171"/>
                  </a:lnTo>
                  <a:lnTo>
                    <a:pt x="165398" y="299133"/>
                  </a:lnTo>
                  <a:lnTo>
                    <a:pt x="166387" y="298181"/>
                  </a:lnTo>
                  <a:lnTo>
                    <a:pt x="166306" y="297506"/>
                  </a:lnTo>
                  <a:lnTo>
                    <a:pt x="166679" y="296881"/>
                  </a:lnTo>
                  <a:lnTo>
                    <a:pt x="166497" y="296677"/>
                  </a:lnTo>
                  <a:lnTo>
                    <a:pt x="166574" y="295437"/>
                  </a:lnTo>
                  <a:lnTo>
                    <a:pt x="165027" y="291831"/>
                  </a:lnTo>
                  <a:lnTo>
                    <a:pt x="165064" y="290708"/>
                  </a:lnTo>
                  <a:lnTo>
                    <a:pt x="164821" y="289810"/>
                  </a:lnTo>
                  <a:lnTo>
                    <a:pt x="165747" y="287621"/>
                  </a:lnTo>
                  <a:lnTo>
                    <a:pt x="167019" y="286370"/>
                  </a:lnTo>
                  <a:lnTo>
                    <a:pt x="168546" y="285339"/>
                  </a:lnTo>
                  <a:lnTo>
                    <a:pt x="169337" y="283441"/>
                  </a:lnTo>
                  <a:lnTo>
                    <a:pt x="168005" y="281180"/>
                  </a:lnTo>
                  <a:lnTo>
                    <a:pt x="166868" y="279978"/>
                  </a:lnTo>
                  <a:lnTo>
                    <a:pt x="167136" y="278308"/>
                  </a:lnTo>
                  <a:lnTo>
                    <a:pt x="167997" y="276074"/>
                  </a:lnTo>
                  <a:lnTo>
                    <a:pt x="168025" y="274699"/>
                  </a:lnTo>
                  <a:lnTo>
                    <a:pt x="169205" y="273839"/>
                  </a:lnTo>
                  <a:lnTo>
                    <a:pt x="170460" y="273952"/>
                  </a:lnTo>
                  <a:lnTo>
                    <a:pt x="170858" y="273728"/>
                  </a:lnTo>
                  <a:lnTo>
                    <a:pt x="172629" y="274431"/>
                  </a:lnTo>
                  <a:lnTo>
                    <a:pt x="173154" y="274109"/>
                  </a:lnTo>
                  <a:lnTo>
                    <a:pt x="173902" y="274710"/>
                  </a:lnTo>
                  <a:lnTo>
                    <a:pt x="175087" y="274910"/>
                  </a:lnTo>
                  <a:lnTo>
                    <a:pt x="175341" y="274677"/>
                  </a:lnTo>
                  <a:lnTo>
                    <a:pt x="176274" y="275291"/>
                  </a:lnTo>
                  <a:lnTo>
                    <a:pt x="176669" y="275137"/>
                  </a:lnTo>
                  <a:lnTo>
                    <a:pt x="177064" y="275339"/>
                  </a:lnTo>
                  <a:lnTo>
                    <a:pt x="177185" y="275033"/>
                  </a:lnTo>
                  <a:lnTo>
                    <a:pt x="178004" y="274489"/>
                  </a:lnTo>
                  <a:lnTo>
                    <a:pt x="178399" y="274511"/>
                  </a:lnTo>
                  <a:lnTo>
                    <a:pt x="178640" y="274884"/>
                  </a:lnTo>
                  <a:lnTo>
                    <a:pt x="179018" y="274353"/>
                  </a:lnTo>
                  <a:lnTo>
                    <a:pt x="179341" y="274533"/>
                  </a:lnTo>
                  <a:lnTo>
                    <a:pt x="179997" y="273765"/>
                  </a:lnTo>
                  <a:lnTo>
                    <a:pt x="179589" y="273561"/>
                  </a:lnTo>
                  <a:lnTo>
                    <a:pt x="179541" y="273168"/>
                  </a:lnTo>
                  <a:lnTo>
                    <a:pt x="179082" y="272653"/>
                  </a:lnTo>
                  <a:lnTo>
                    <a:pt x="177481" y="272183"/>
                  </a:lnTo>
                  <a:lnTo>
                    <a:pt x="176714" y="271497"/>
                  </a:lnTo>
                  <a:lnTo>
                    <a:pt x="176500" y="270833"/>
                  </a:lnTo>
                  <a:lnTo>
                    <a:pt x="175814" y="270525"/>
                  </a:lnTo>
                  <a:lnTo>
                    <a:pt x="174294" y="269153"/>
                  </a:lnTo>
                  <a:lnTo>
                    <a:pt x="173574" y="267825"/>
                  </a:lnTo>
                  <a:lnTo>
                    <a:pt x="172994" y="265455"/>
                  </a:lnTo>
                  <a:lnTo>
                    <a:pt x="172882" y="261184"/>
                  </a:lnTo>
                  <a:lnTo>
                    <a:pt x="172557" y="259847"/>
                  </a:lnTo>
                  <a:lnTo>
                    <a:pt x="170873" y="259334"/>
                  </a:lnTo>
                  <a:lnTo>
                    <a:pt x="170727" y="258744"/>
                  </a:lnTo>
                  <a:lnTo>
                    <a:pt x="169580" y="256888"/>
                  </a:lnTo>
                  <a:lnTo>
                    <a:pt x="169543" y="256008"/>
                  </a:lnTo>
                  <a:lnTo>
                    <a:pt x="168851" y="255074"/>
                  </a:lnTo>
                  <a:lnTo>
                    <a:pt x="168868" y="254087"/>
                  </a:lnTo>
                  <a:lnTo>
                    <a:pt x="168094" y="251152"/>
                  </a:lnTo>
                  <a:lnTo>
                    <a:pt x="165915" y="247218"/>
                  </a:lnTo>
                  <a:lnTo>
                    <a:pt x="164916" y="246991"/>
                  </a:lnTo>
                  <a:lnTo>
                    <a:pt x="163859" y="246343"/>
                  </a:lnTo>
                  <a:lnTo>
                    <a:pt x="162380" y="244761"/>
                  </a:lnTo>
                  <a:lnTo>
                    <a:pt x="161939" y="244866"/>
                  </a:lnTo>
                  <a:lnTo>
                    <a:pt x="160953" y="244621"/>
                  </a:lnTo>
                  <a:lnTo>
                    <a:pt x="160838" y="244772"/>
                  </a:lnTo>
                  <a:lnTo>
                    <a:pt x="160252" y="244494"/>
                  </a:lnTo>
                  <a:lnTo>
                    <a:pt x="159906" y="244631"/>
                  </a:lnTo>
                  <a:lnTo>
                    <a:pt x="159296" y="243694"/>
                  </a:lnTo>
                  <a:lnTo>
                    <a:pt x="159485" y="243525"/>
                  </a:lnTo>
                  <a:lnTo>
                    <a:pt x="159246" y="243005"/>
                  </a:lnTo>
                  <a:lnTo>
                    <a:pt x="158976" y="242970"/>
                  </a:lnTo>
                  <a:lnTo>
                    <a:pt x="158883" y="242662"/>
                  </a:lnTo>
                  <a:lnTo>
                    <a:pt x="158765" y="242817"/>
                  </a:lnTo>
                  <a:lnTo>
                    <a:pt x="158616" y="242137"/>
                  </a:lnTo>
                  <a:lnTo>
                    <a:pt x="157511" y="241485"/>
                  </a:lnTo>
                  <a:lnTo>
                    <a:pt x="156906" y="240811"/>
                  </a:lnTo>
                  <a:lnTo>
                    <a:pt x="156619" y="240033"/>
                  </a:lnTo>
                  <a:lnTo>
                    <a:pt x="156271" y="239971"/>
                  </a:lnTo>
                  <a:lnTo>
                    <a:pt x="155690" y="239063"/>
                  </a:lnTo>
                  <a:lnTo>
                    <a:pt x="155418" y="239299"/>
                  </a:lnTo>
                  <a:lnTo>
                    <a:pt x="155296" y="238969"/>
                  </a:lnTo>
                  <a:lnTo>
                    <a:pt x="154801" y="238853"/>
                  </a:lnTo>
                  <a:lnTo>
                    <a:pt x="154561" y="238081"/>
                  </a:lnTo>
                  <a:lnTo>
                    <a:pt x="154673" y="237434"/>
                  </a:lnTo>
                  <a:lnTo>
                    <a:pt x="154454" y="237286"/>
                  </a:lnTo>
                  <a:lnTo>
                    <a:pt x="154876" y="237136"/>
                  </a:lnTo>
                  <a:lnTo>
                    <a:pt x="155157" y="235474"/>
                  </a:lnTo>
                  <a:lnTo>
                    <a:pt x="155757" y="235039"/>
                  </a:lnTo>
                  <a:lnTo>
                    <a:pt x="156016" y="235100"/>
                  </a:lnTo>
                  <a:lnTo>
                    <a:pt x="156062" y="234684"/>
                  </a:lnTo>
                  <a:lnTo>
                    <a:pt x="156455" y="234558"/>
                  </a:lnTo>
                  <a:lnTo>
                    <a:pt x="157104" y="233288"/>
                  </a:lnTo>
                  <a:lnTo>
                    <a:pt x="157088" y="232957"/>
                  </a:lnTo>
                  <a:lnTo>
                    <a:pt x="156836" y="233136"/>
                  </a:lnTo>
                  <a:lnTo>
                    <a:pt x="156589" y="232900"/>
                  </a:lnTo>
                  <a:lnTo>
                    <a:pt x="156834" y="232699"/>
                  </a:lnTo>
                  <a:lnTo>
                    <a:pt x="156552" y="232204"/>
                  </a:lnTo>
                  <a:lnTo>
                    <a:pt x="156910" y="232124"/>
                  </a:lnTo>
                  <a:lnTo>
                    <a:pt x="156749" y="231447"/>
                  </a:lnTo>
                  <a:lnTo>
                    <a:pt x="156997" y="231241"/>
                  </a:lnTo>
                  <a:lnTo>
                    <a:pt x="156748" y="231062"/>
                  </a:lnTo>
                  <a:lnTo>
                    <a:pt x="156878" y="230690"/>
                  </a:lnTo>
                  <a:lnTo>
                    <a:pt x="157195" y="230760"/>
                  </a:lnTo>
                  <a:lnTo>
                    <a:pt x="157199" y="230467"/>
                  </a:lnTo>
                  <a:lnTo>
                    <a:pt x="157551" y="230315"/>
                  </a:lnTo>
                  <a:lnTo>
                    <a:pt x="157733" y="229771"/>
                  </a:lnTo>
                  <a:lnTo>
                    <a:pt x="157283" y="229757"/>
                  </a:lnTo>
                  <a:lnTo>
                    <a:pt x="157631" y="229535"/>
                  </a:lnTo>
                  <a:lnTo>
                    <a:pt x="157568" y="229178"/>
                  </a:lnTo>
                  <a:lnTo>
                    <a:pt x="158018" y="228609"/>
                  </a:lnTo>
                  <a:lnTo>
                    <a:pt x="157961" y="227838"/>
                  </a:lnTo>
                  <a:lnTo>
                    <a:pt x="158423" y="227956"/>
                  </a:lnTo>
                  <a:lnTo>
                    <a:pt x="158699" y="227418"/>
                  </a:lnTo>
                  <a:lnTo>
                    <a:pt x="158536" y="227173"/>
                  </a:lnTo>
                  <a:lnTo>
                    <a:pt x="158770" y="225831"/>
                  </a:lnTo>
                  <a:lnTo>
                    <a:pt x="159123" y="225588"/>
                  </a:lnTo>
                  <a:lnTo>
                    <a:pt x="159724" y="224321"/>
                  </a:lnTo>
                  <a:lnTo>
                    <a:pt x="160095" y="224164"/>
                  </a:lnTo>
                  <a:lnTo>
                    <a:pt x="160318" y="223129"/>
                  </a:lnTo>
                  <a:lnTo>
                    <a:pt x="159917" y="222790"/>
                  </a:lnTo>
                  <a:lnTo>
                    <a:pt x="160340" y="222160"/>
                  </a:lnTo>
                  <a:lnTo>
                    <a:pt x="160198" y="221576"/>
                  </a:lnTo>
                  <a:lnTo>
                    <a:pt x="159342" y="221472"/>
                  </a:lnTo>
                  <a:lnTo>
                    <a:pt x="159267" y="221162"/>
                  </a:lnTo>
                  <a:lnTo>
                    <a:pt x="159622" y="220850"/>
                  </a:lnTo>
                  <a:lnTo>
                    <a:pt x="159579" y="220500"/>
                  </a:lnTo>
                  <a:lnTo>
                    <a:pt x="158839" y="220695"/>
                  </a:lnTo>
                  <a:lnTo>
                    <a:pt x="159060" y="219956"/>
                  </a:lnTo>
                  <a:lnTo>
                    <a:pt x="158601" y="219851"/>
                  </a:lnTo>
                  <a:lnTo>
                    <a:pt x="158620" y="219297"/>
                  </a:lnTo>
                  <a:lnTo>
                    <a:pt x="159156" y="218792"/>
                  </a:lnTo>
                  <a:lnTo>
                    <a:pt x="158685" y="218233"/>
                  </a:lnTo>
                  <a:lnTo>
                    <a:pt x="158865" y="217983"/>
                  </a:lnTo>
                  <a:lnTo>
                    <a:pt x="158691" y="217225"/>
                  </a:lnTo>
                  <a:lnTo>
                    <a:pt x="158483" y="216944"/>
                  </a:lnTo>
                  <a:lnTo>
                    <a:pt x="158197" y="217150"/>
                  </a:lnTo>
                  <a:lnTo>
                    <a:pt x="157734" y="217042"/>
                  </a:lnTo>
                  <a:lnTo>
                    <a:pt x="157985" y="216229"/>
                  </a:lnTo>
                  <a:lnTo>
                    <a:pt x="157725" y="215457"/>
                  </a:lnTo>
                  <a:lnTo>
                    <a:pt x="157106" y="215077"/>
                  </a:lnTo>
                  <a:lnTo>
                    <a:pt x="156637" y="213806"/>
                  </a:lnTo>
                  <a:lnTo>
                    <a:pt x="156128" y="213739"/>
                  </a:lnTo>
                  <a:lnTo>
                    <a:pt x="156120" y="213326"/>
                  </a:lnTo>
                  <a:lnTo>
                    <a:pt x="155549" y="213113"/>
                  </a:lnTo>
                  <a:lnTo>
                    <a:pt x="155480" y="212373"/>
                  </a:lnTo>
                  <a:lnTo>
                    <a:pt x="154970" y="212037"/>
                  </a:lnTo>
                  <a:lnTo>
                    <a:pt x="153972" y="212923"/>
                  </a:lnTo>
                  <a:lnTo>
                    <a:pt x="150760" y="214658"/>
                  </a:lnTo>
                  <a:lnTo>
                    <a:pt x="148167" y="215465"/>
                  </a:lnTo>
                  <a:lnTo>
                    <a:pt x="144995" y="217231"/>
                  </a:lnTo>
                  <a:lnTo>
                    <a:pt x="142849" y="219030"/>
                  </a:lnTo>
                  <a:lnTo>
                    <a:pt x="140629" y="221989"/>
                  </a:lnTo>
                  <a:lnTo>
                    <a:pt x="140017" y="222341"/>
                  </a:lnTo>
                  <a:lnTo>
                    <a:pt x="138786" y="223316"/>
                  </a:lnTo>
                  <a:lnTo>
                    <a:pt x="138291" y="224345"/>
                  </a:lnTo>
                  <a:lnTo>
                    <a:pt x="138262" y="225178"/>
                  </a:lnTo>
                  <a:lnTo>
                    <a:pt x="139270" y="227933"/>
                  </a:lnTo>
                  <a:lnTo>
                    <a:pt x="139341" y="229141"/>
                  </a:lnTo>
                  <a:lnTo>
                    <a:pt x="137220" y="231930"/>
                  </a:lnTo>
                  <a:lnTo>
                    <a:pt x="136847" y="235134"/>
                  </a:lnTo>
                  <a:lnTo>
                    <a:pt x="137298" y="240988"/>
                  </a:lnTo>
                  <a:lnTo>
                    <a:pt x="137234" y="242532"/>
                  </a:lnTo>
                  <a:lnTo>
                    <a:pt x="136490" y="244481"/>
                  </a:lnTo>
                  <a:lnTo>
                    <a:pt x="135285" y="245958"/>
                  </a:lnTo>
                  <a:lnTo>
                    <a:pt x="131188" y="249975"/>
                  </a:lnTo>
                  <a:lnTo>
                    <a:pt x="129909" y="251622"/>
                  </a:lnTo>
                  <a:lnTo>
                    <a:pt x="129183" y="253419"/>
                  </a:lnTo>
                  <a:lnTo>
                    <a:pt x="127147" y="259942"/>
                  </a:lnTo>
                  <a:lnTo>
                    <a:pt x="125224" y="258566"/>
                  </a:lnTo>
                  <a:lnTo>
                    <a:pt x="122867" y="25920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pg80">
              <a:extLst>
                <a:ext uri="{FF2B5EF4-FFF2-40B4-BE49-F238E27FC236}">
                  <a16:creationId xmlns:a16="http://schemas.microsoft.com/office/drawing/2014/main" id="{99338154-658D-F5B8-1124-95CAE957EA63}"/>
                </a:ext>
              </a:extLst>
            </p:cNvPr>
            <p:cNvSpPr/>
            <p:nvPr/>
          </p:nvSpPr>
          <p:spPr>
            <a:xfrm>
              <a:off x="5261987" y="883128"/>
              <a:ext cx="491107" cy="532158"/>
            </a:xfrm>
            <a:custGeom>
              <a:avLst/>
              <a:gdLst/>
              <a:ahLst/>
              <a:cxnLst/>
              <a:rect l="0" t="0" r="0" b="0"/>
              <a:pathLst>
                <a:path w="491107" h="532158">
                  <a:moveTo>
                    <a:pt x="185966" y="426193"/>
                  </a:moveTo>
                  <a:lnTo>
                    <a:pt x="181657" y="419131"/>
                  </a:lnTo>
                  <a:lnTo>
                    <a:pt x="176495" y="415984"/>
                  </a:lnTo>
                  <a:lnTo>
                    <a:pt x="176160" y="415785"/>
                  </a:lnTo>
                  <a:lnTo>
                    <a:pt x="174347" y="415770"/>
                  </a:lnTo>
                  <a:lnTo>
                    <a:pt x="171936" y="416354"/>
                  </a:lnTo>
                  <a:lnTo>
                    <a:pt x="167149" y="418768"/>
                  </a:lnTo>
                  <a:lnTo>
                    <a:pt x="163043" y="421346"/>
                  </a:lnTo>
                  <a:lnTo>
                    <a:pt x="158134" y="423578"/>
                  </a:lnTo>
                  <a:lnTo>
                    <a:pt x="158746" y="425407"/>
                  </a:lnTo>
                  <a:lnTo>
                    <a:pt x="157456" y="430065"/>
                  </a:lnTo>
                  <a:lnTo>
                    <a:pt x="157719" y="430823"/>
                  </a:lnTo>
                  <a:lnTo>
                    <a:pt x="156844" y="431794"/>
                  </a:lnTo>
                  <a:lnTo>
                    <a:pt x="157261" y="432816"/>
                  </a:lnTo>
                  <a:lnTo>
                    <a:pt x="157148" y="433278"/>
                  </a:lnTo>
                  <a:lnTo>
                    <a:pt x="156492" y="433920"/>
                  </a:lnTo>
                  <a:lnTo>
                    <a:pt x="155634" y="435471"/>
                  </a:lnTo>
                  <a:lnTo>
                    <a:pt x="154135" y="436602"/>
                  </a:lnTo>
                  <a:lnTo>
                    <a:pt x="154237" y="436779"/>
                  </a:lnTo>
                  <a:lnTo>
                    <a:pt x="151945" y="437409"/>
                  </a:lnTo>
                  <a:lnTo>
                    <a:pt x="150278" y="436810"/>
                  </a:lnTo>
                  <a:lnTo>
                    <a:pt x="146496" y="438031"/>
                  </a:lnTo>
                  <a:lnTo>
                    <a:pt x="146375" y="442368"/>
                  </a:lnTo>
                  <a:lnTo>
                    <a:pt x="131086" y="443178"/>
                  </a:lnTo>
                  <a:lnTo>
                    <a:pt x="131987" y="435403"/>
                  </a:lnTo>
                  <a:lnTo>
                    <a:pt x="123776" y="442460"/>
                  </a:lnTo>
                  <a:lnTo>
                    <a:pt x="121145" y="443994"/>
                  </a:lnTo>
                  <a:lnTo>
                    <a:pt x="112907" y="450168"/>
                  </a:lnTo>
                  <a:lnTo>
                    <a:pt x="109473" y="451524"/>
                  </a:lnTo>
                  <a:lnTo>
                    <a:pt x="106795" y="452270"/>
                  </a:lnTo>
                  <a:lnTo>
                    <a:pt x="101351" y="453016"/>
                  </a:lnTo>
                  <a:lnTo>
                    <a:pt x="98282" y="452765"/>
                  </a:lnTo>
                  <a:lnTo>
                    <a:pt x="94014" y="451578"/>
                  </a:lnTo>
                  <a:lnTo>
                    <a:pt x="91250" y="450305"/>
                  </a:lnTo>
                  <a:lnTo>
                    <a:pt x="83622" y="445916"/>
                  </a:lnTo>
                  <a:lnTo>
                    <a:pt x="80794" y="444636"/>
                  </a:lnTo>
                  <a:lnTo>
                    <a:pt x="78081" y="443724"/>
                  </a:lnTo>
                  <a:lnTo>
                    <a:pt x="66688" y="441434"/>
                  </a:lnTo>
                  <a:lnTo>
                    <a:pt x="56796" y="440022"/>
                  </a:lnTo>
                  <a:lnTo>
                    <a:pt x="52603" y="439053"/>
                  </a:lnTo>
                  <a:lnTo>
                    <a:pt x="48049" y="437292"/>
                  </a:lnTo>
                  <a:lnTo>
                    <a:pt x="44677" y="435400"/>
                  </a:lnTo>
                  <a:lnTo>
                    <a:pt x="38933" y="430817"/>
                  </a:lnTo>
                  <a:lnTo>
                    <a:pt x="36496" y="429263"/>
                  </a:lnTo>
                  <a:lnTo>
                    <a:pt x="23303" y="423783"/>
                  </a:lnTo>
                  <a:lnTo>
                    <a:pt x="18069" y="421365"/>
                  </a:lnTo>
                  <a:lnTo>
                    <a:pt x="13513" y="418178"/>
                  </a:lnTo>
                  <a:lnTo>
                    <a:pt x="11518" y="416175"/>
                  </a:lnTo>
                  <a:lnTo>
                    <a:pt x="7762" y="411453"/>
                  </a:lnTo>
                  <a:lnTo>
                    <a:pt x="4815" y="407938"/>
                  </a:lnTo>
                  <a:lnTo>
                    <a:pt x="2208" y="403874"/>
                  </a:lnTo>
                  <a:lnTo>
                    <a:pt x="1010" y="400962"/>
                  </a:lnTo>
                  <a:lnTo>
                    <a:pt x="574" y="399277"/>
                  </a:lnTo>
                  <a:lnTo>
                    <a:pt x="92" y="396174"/>
                  </a:lnTo>
                  <a:lnTo>
                    <a:pt x="0" y="393976"/>
                  </a:lnTo>
                  <a:lnTo>
                    <a:pt x="827" y="383410"/>
                  </a:lnTo>
                  <a:lnTo>
                    <a:pt x="2336" y="376180"/>
                  </a:lnTo>
                  <a:lnTo>
                    <a:pt x="4509" y="367919"/>
                  </a:lnTo>
                  <a:lnTo>
                    <a:pt x="6239" y="362856"/>
                  </a:lnTo>
                  <a:lnTo>
                    <a:pt x="8230" y="359061"/>
                  </a:lnTo>
                  <a:lnTo>
                    <a:pt x="8823" y="357430"/>
                  </a:lnTo>
                  <a:lnTo>
                    <a:pt x="9040" y="352213"/>
                  </a:lnTo>
                  <a:lnTo>
                    <a:pt x="13239" y="350687"/>
                  </a:lnTo>
                  <a:lnTo>
                    <a:pt x="13757" y="350094"/>
                  </a:lnTo>
                  <a:lnTo>
                    <a:pt x="15666" y="348998"/>
                  </a:lnTo>
                  <a:lnTo>
                    <a:pt x="16825" y="347599"/>
                  </a:lnTo>
                  <a:lnTo>
                    <a:pt x="19457" y="346743"/>
                  </a:lnTo>
                  <a:lnTo>
                    <a:pt x="20294" y="346220"/>
                  </a:lnTo>
                  <a:lnTo>
                    <a:pt x="23187" y="346232"/>
                  </a:lnTo>
                  <a:lnTo>
                    <a:pt x="23270" y="345170"/>
                  </a:lnTo>
                  <a:lnTo>
                    <a:pt x="23011" y="344342"/>
                  </a:lnTo>
                  <a:lnTo>
                    <a:pt x="24796" y="343798"/>
                  </a:lnTo>
                  <a:lnTo>
                    <a:pt x="25500" y="343251"/>
                  </a:lnTo>
                  <a:lnTo>
                    <a:pt x="26294" y="343510"/>
                  </a:lnTo>
                  <a:lnTo>
                    <a:pt x="27753" y="342853"/>
                  </a:lnTo>
                  <a:lnTo>
                    <a:pt x="28932" y="342144"/>
                  </a:lnTo>
                  <a:lnTo>
                    <a:pt x="28867" y="340958"/>
                  </a:lnTo>
                  <a:lnTo>
                    <a:pt x="27782" y="338334"/>
                  </a:lnTo>
                  <a:lnTo>
                    <a:pt x="26345" y="335905"/>
                  </a:lnTo>
                  <a:lnTo>
                    <a:pt x="26260" y="335276"/>
                  </a:lnTo>
                  <a:lnTo>
                    <a:pt x="26645" y="334483"/>
                  </a:lnTo>
                  <a:lnTo>
                    <a:pt x="26740" y="333521"/>
                  </a:lnTo>
                  <a:lnTo>
                    <a:pt x="26482" y="331849"/>
                  </a:lnTo>
                  <a:lnTo>
                    <a:pt x="27238" y="330878"/>
                  </a:lnTo>
                  <a:lnTo>
                    <a:pt x="27214" y="330476"/>
                  </a:lnTo>
                  <a:lnTo>
                    <a:pt x="27901" y="330050"/>
                  </a:lnTo>
                  <a:lnTo>
                    <a:pt x="29250" y="330047"/>
                  </a:lnTo>
                  <a:lnTo>
                    <a:pt x="29853" y="330675"/>
                  </a:lnTo>
                  <a:lnTo>
                    <a:pt x="30495" y="330593"/>
                  </a:lnTo>
                  <a:lnTo>
                    <a:pt x="30628" y="330377"/>
                  </a:lnTo>
                  <a:lnTo>
                    <a:pt x="30388" y="329552"/>
                  </a:lnTo>
                  <a:lnTo>
                    <a:pt x="31053" y="329135"/>
                  </a:lnTo>
                  <a:lnTo>
                    <a:pt x="31913" y="330066"/>
                  </a:lnTo>
                  <a:lnTo>
                    <a:pt x="33258" y="330828"/>
                  </a:lnTo>
                  <a:lnTo>
                    <a:pt x="33542" y="330754"/>
                  </a:lnTo>
                  <a:lnTo>
                    <a:pt x="33775" y="329630"/>
                  </a:lnTo>
                  <a:lnTo>
                    <a:pt x="34938" y="328358"/>
                  </a:lnTo>
                  <a:lnTo>
                    <a:pt x="35571" y="326785"/>
                  </a:lnTo>
                  <a:lnTo>
                    <a:pt x="34774" y="324736"/>
                  </a:lnTo>
                  <a:lnTo>
                    <a:pt x="34992" y="324160"/>
                  </a:lnTo>
                  <a:lnTo>
                    <a:pt x="34479" y="323709"/>
                  </a:lnTo>
                  <a:lnTo>
                    <a:pt x="34519" y="321982"/>
                  </a:lnTo>
                  <a:lnTo>
                    <a:pt x="33416" y="320483"/>
                  </a:lnTo>
                  <a:lnTo>
                    <a:pt x="33725" y="319248"/>
                  </a:lnTo>
                  <a:lnTo>
                    <a:pt x="33981" y="318975"/>
                  </a:lnTo>
                  <a:lnTo>
                    <a:pt x="32778" y="317354"/>
                  </a:lnTo>
                  <a:lnTo>
                    <a:pt x="32668" y="316898"/>
                  </a:lnTo>
                  <a:lnTo>
                    <a:pt x="32942" y="316044"/>
                  </a:lnTo>
                  <a:lnTo>
                    <a:pt x="32767" y="314461"/>
                  </a:lnTo>
                  <a:lnTo>
                    <a:pt x="32157" y="313322"/>
                  </a:lnTo>
                  <a:lnTo>
                    <a:pt x="30488" y="311931"/>
                  </a:lnTo>
                  <a:lnTo>
                    <a:pt x="30024" y="311068"/>
                  </a:lnTo>
                  <a:lnTo>
                    <a:pt x="30169" y="310464"/>
                  </a:lnTo>
                  <a:lnTo>
                    <a:pt x="31887" y="309661"/>
                  </a:lnTo>
                  <a:lnTo>
                    <a:pt x="32343" y="309175"/>
                  </a:lnTo>
                  <a:lnTo>
                    <a:pt x="33093" y="309313"/>
                  </a:lnTo>
                  <a:lnTo>
                    <a:pt x="34258" y="308016"/>
                  </a:lnTo>
                  <a:lnTo>
                    <a:pt x="34559" y="306688"/>
                  </a:lnTo>
                  <a:lnTo>
                    <a:pt x="35171" y="306288"/>
                  </a:lnTo>
                  <a:lnTo>
                    <a:pt x="35988" y="306115"/>
                  </a:lnTo>
                  <a:lnTo>
                    <a:pt x="37510" y="307244"/>
                  </a:lnTo>
                  <a:lnTo>
                    <a:pt x="43469" y="308592"/>
                  </a:lnTo>
                  <a:lnTo>
                    <a:pt x="43888" y="309226"/>
                  </a:lnTo>
                  <a:lnTo>
                    <a:pt x="43903" y="310313"/>
                  </a:lnTo>
                  <a:lnTo>
                    <a:pt x="45137" y="310401"/>
                  </a:lnTo>
                  <a:lnTo>
                    <a:pt x="46319" y="311704"/>
                  </a:lnTo>
                  <a:lnTo>
                    <a:pt x="47539" y="311830"/>
                  </a:lnTo>
                  <a:lnTo>
                    <a:pt x="48495" y="313175"/>
                  </a:lnTo>
                  <a:lnTo>
                    <a:pt x="48918" y="313234"/>
                  </a:lnTo>
                  <a:lnTo>
                    <a:pt x="49303" y="313859"/>
                  </a:lnTo>
                  <a:lnTo>
                    <a:pt x="49874" y="313487"/>
                  </a:lnTo>
                  <a:lnTo>
                    <a:pt x="50304" y="314219"/>
                  </a:lnTo>
                  <a:lnTo>
                    <a:pt x="50727" y="313798"/>
                  </a:lnTo>
                  <a:lnTo>
                    <a:pt x="51256" y="314400"/>
                  </a:lnTo>
                  <a:lnTo>
                    <a:pt x="52043" y="313471"/>
                  </a:lnTo>
                  <a:lnTo>
                    <a:pt x="52576" y="313706"/>
                  </a:lnTo>
                  <a:lnTo>
                    <a:pt x="52802" y="313513"/>
                  </a:lnTo>
                  <a:lnTo>
                    <a:pt x="53187" y="313803"/>
                  </a:lnTo>
                  <a:lnTo>
                    <a:pt x="54370" y="313516"/>
                  </a:lnTo>
                  <a:lnTo>
                    <a:pt x="55131" y="314181"/>
                  </a:lnTo>
                  <a:lnTo>
                    <a:pt x="57618" y="313175"/>
                  </a:lnTo>
                  <a:lnTo>
                    <a:pt x="57585" y="312798"/>
                  </a:lnTo>
                  <a:lnTo>
                    <a:pt x="58228" y="312689"/>
                  </a:lnTo>
                  <a:lnTo>
                    <a:pt x="58638" y="311977"/>
                  </a:lnTo>
                  <a:lnTo>
                    <a:pt x="58315" y="311744"/>
                  </a:lnTo>
                  <a:lnTo>
                    <a:pt x="58277" y="311376"/>
                  </a:lnTo>
                  <a:lnTo>
                    <a:pt x="58583" y="311396"/>
                  </a:lnTo>
                  <a:lnTo>
                    <a:pt x="58776" y="311067"/>
                  </a:lnTo>
                  <a:lnTo>
                    <a:pt x="59096" y="311135"/>
                  </a:lnTo>
                  <a:lnTo>
                    <a:pt x="59558" y="310549"/>
                  </a:lnTo>
                  <a:lnTo>
                    <a:pt x="59239" y="310517"/>
                  </a:lnTo>
                  <a:lnTo>
                    <a:pt x="58984" y="310152"/>
                  </a:lnTo>
                  <a:lnTo>
                    <a:pt x="59437" y="310136"/>
                  </a:lnTo>
                  <a:lnTo>
                    <a:pt x="60061" y="309351"/>
                  </a:lnTo>
                  <a:lnTo>
                    <a:pt x="60461" y="309533"/>
                  </a:lnTo>
                  <a:lnTo>
                    <a:pt x="61115" y="309412"/>
                  </a:lnTo>
                  <a:lnTo>
                    <a:pt x="61407" y="308705"/>
                  </a:lnTo>
                  <a:lnTo>
                    <a:pt x="61175" y="308714"/>
                  </a:lnTo>
                  <a:lnTo>
                    <a:pt x="61396" y="308281"/>
                  </a:lnTo>
                  <a:lnTo>
                    <a:pt x="61115" y="308254"/>
                  </a:lnTo>
                  <a:lnTo>
                    <a:pt x="61238" y="307568"/>
                  </a:lnTo>
                  <a:lnTo>
                    <a:pt x="61980" y="307551"/>
                  </a:lnTo>
                  <a:lnTo>
                    <a:pt x="62209" y="307228"/>
                  </a:lnTo>
                  <a:lnTo>
                    <a:pt x="62209" y="306529"/>
                  </a:lnTo>
                  <a:lnTo>
                    <a:pt x="62629" y="306528"/>
                  </a:lnTo>
                  <a:lnTo>
                    <a:pt x="62942" y="305551"/>
                  </a:lnTo>
                  <a:lnTo>
                    <a:pt x="62856" y="304988"/>
                  </a:lnTo>
                  <a:lnTo>
                    <a:pt x="62034" y="304257"/>
                  </a:lnTo>
                  <a:lnTo>
                    <a:pt x="62348" y="303565"/>
                  </a:lnTo>
                  <a:lnTo>
                    <a:pt x="62640" y="303634"/>
                  </a:lnTo>
                  <a:lnTo>
                    <a:pt x="62398" y="302992"/>
                  </a:lnTo>
                  <a:lnTo>
                    <a:pt x="62691" y="302889"/>
                  </a:lnTo>
                  <a:lnTo>
                    <a:pt x="62062" y="302380"/>
                  </a:lnTo>
                  <a:lnTo>
                    <a:pt x="62144" y="302092"/>
                  </a:lnTo>
                  <a:lnTo>
                    <a:pt x="61938" y="301890"/>
                  </a:lnTo>
                  <a:lnTo>
                    <a:pt x="61532" y="302000"/>
                  </a:lnTo>
                  <a:lnTo>
                    <a:pt x="61396" y="301808"/>
                  </a:lnTo>
                  <a:lnTo>
                    <a:pt x="61409" y="300545"/>
                  </a:lnTo>
                  <a:lnTo>
                    <a:pt x="60127" y="299199"/>
                  </a:lnTo>
                  <a:lnTo>
                    <a:pt x="59836" y="299734"/>
                  </a:lnTo>
                  <a:lnTo>
                    <a:pt x="59737" y="299397"/>
                  </a:lnTo>
                  <a:lnTo>
                    <a:pt x="59366" y="299270"/>
                  </a:lnTo>
                  <a:lnTo>
                    <a:pt x="59472" y="298998"/>
                  </a:lnTo>
                  <a:lnTo>
                    <a:pt x="59070" y="297190"/>
                  </a:lnTo>
                  <a:lnTo>
                    <a:pt x="58194" y="296732"/>
                  </a:lnTo>
                  <a:lnTo>
                    <a:pt x="58205" y="296525"/>
                  </a:lnTo>
                  <a:lnTo>
                    <a:pt x="58403" y="296621"/>
                  </a:lnTo>
                  <a:lnTo>
                    <a:pt x="59065" y="296039"/>
                  </a:lnTo>
                  <a:lnTo>
                    <a:pt x="58706" y="295139"/>
                  </a:lnTo>
                  <a:lnTo>
                    <a:pt x="59192" y="294929"/>
                  </a:lnTo>
                  <a:lnTo>
                    <a:pt x="59161" y="294592"/>
                  </a:lnTo>
                  <a:lnTo>
                    <a:pt x="58937" y="294370"/>
                  </a:lnTo>
                  <a:lnTo>
                    <a:pt x="59002" y="293962"/>
                  </a:lnTo>
                  <a:lnTo>
                    <a:pt x="57772" y="292682"/>
                  </a:lnTo>
                  <a:lnTo>
                    <a:pt x="57724" y="291899"/>
                  </a:lnTo>
                  <a:lnTo>
                    <a:pt x="58458" y="291650"/>
                  </a:lnTo>
                  <a:lnTo>
                    <a:pt x="58086" y="290461"/>
                  </a:lnTo>
                  <a:lnTo>
                    <a:pt x="57750" y="290454"/>
                  </a:lnTo>
                  <a:lnTo>
                    <a:pt x="57468" y="289520"/>
                  </a:lnTo>
                  <a:lnTo>
                    <a:pt x="57183" y="289273"/>
                  </a:lnTo>
                  <a:lnTo>
                    <a:pt x="57012" y="288492"/>
                  </a:lnTo>
                  <a:lnTo>
                    <a:pt x="57798" y="287795"/>
                  </a:lnTo>
                  <a:lnTo>
                    <a:pt x="57911" y="287433"/>
                  </a:lnTo>
                  <a:lnTo>
                    <a:pt x="58565" y="287329"/>
                  </a:lnTo>
                  <a:lnTo>
                    <a:pt x="58231" y="285748"/>
                  </a:lnTo>
                  <a:lnTo>
                    <a:pt x="59080" y="285542"/>
                  </a:lnTo>
                  <a:lnTo>
                    <a:pt x="59272" y="285347"/>
                  </a:lnTo>
                  <a:lnTo>
                    <a:pt x="59129" y="285101"/>
                  </a:lnTo>
                  <a:lnTo>
                    <a:pt x="60073" y="284419"/>
                  </a:lnTo>
                  <a:lnTo>
                    <a:pt x="60650" y="283303"/>
                  </a:lnTo>
                  <a:lnTo>
                    <a:pt x="61258" y="283475"/>
                  </a:lnTo>
                  <a:lnTo>
                    <a:pt x="61372" y="283266"/>
                  </a:lnTo>
                  <a:lnTo>
                    <a:pt x="61005" y="282943"/>
                  </a:lnTo>
                  <a:lnTo>
                    <a:pt x="61849" y="282472"/>
                  </a:lnTo>
                  <a:lnTo>
                    <a:pt x="62211" y="282533"/>
                  </a:lnTo>
                  <a:lnTo>
                    <a:pt x="62839" y="282386"/>
                  </a:lnTo>
                  <a:lnTo>
                    <a:pt x="63073" y="281960"/>
                  </a:lnTo>
                  <a:lnTo>
                    <a:pt x="63413" y="281876"/>
                  </a:lnTo>
                  <a:lnTo>
                    <a:pt x="63769" y="282140"/>
                  </a:lnTo>
                  <a:lnTo>
                    <a:pt x="64946" y="282322"/>
                  </a:lnTo>
                  <a:lnTo>
                    <a:pt x="64930" y="282510"/>
                  </a:lnTo>
                  <a:lnTo>
                    <a:pt x="65643" y="282793"/>
                  </a:lnTo>
                  <a:lnTo>
                    <a:pt x="67122" y="282714"/>
                  </a:lnTo>
                  <a:lnTo>
                    <a:pt x="67289" y="282300"/>
                  </a:lnTo>
                  <a:lnTo>
                    <a:pt x="68316" y="281729"/>
                  </a:lnTo>
                  <a:lnTo>
                    <a:pt x="69049" y="280649"/>
                  </a:lnTo>
                  <a:lnTo>
                    <a:pt x="70005" y="280008"/>
                  </a:lnTo>
                  <a:lnTo>
                    <a:pt x="71003" y="277620"/>
                  </a:lnTo>
                  <a:lnTo>
                    <a:pt x="71841" y="277361"/>
                  </a:lnTo>
                  <a:lnTo>
                    <a:pt x="72178" y="276427"/>
                  </a:lnTo>
                  <a:lnTo>
                    <a:pt x="72728" y="276241"/>
                  </a:lnTo>
                  <a:lnTo>
                    <a:pt x="72863" y="275799"/>
                  </a:lnTo>
                  <a:lnTo>
                    <a:pt x="73178" y="275609"/>
                  </a:lnTo>
                  <a:lnTo>
                    <a:pt x="73070" y="274217"/>
                  </a:lnTo>
                  <a:lnTo>
                    <a:pt x="74024" y="272817"/>
                  </a:lnTo>
                  <a:lnTo>
                    <a:pt x="74817" y="272389"/>
                  </a:lnTo>
                  <a:lnTo>
                    <a:pt x="74757" y="271810"/>
                  </a:lnTo>
                  <a:lnTo>
                    <a:pt x="74091" y="270761"/>
                  </a:lnTo>
                  <a:lnTo>
                    <a:pt x="74734" y="269514"/>
                  </a:lnTo>
                  <a:lnTo>
                    <a:pt x="74679" y="268341"/>
                  </a:lnTo>
                  <a:lnTo>
                    <a:pt x="74930" y="267984"/>
                  </a:lnTo>
                  <a:lnTo>
                    <a:pt x="75139" y="266740"/>
                  </a:lnTo>
                  <a:lnTo>
                    <a:pt x="75061" y="265837"/>
                  </a:lnTo>
                  <a:lnTo>
                    <a:pt x="74724" y="265533"/>
                  </a:lnTo>
                  <a:lnTo>
                    <a:pt x="74312" y="264198"/>
                  </a:lnTo>
                  <a:lnTo>
                    <a:pt x="73499" y="262984"/>
                  </a:lnTo>
                  <a:lnTo>
                    <a:pt x="73821" y="262088"/>
                  </a:lnTo>
                  <a:lnTo>
                    <a:pt x="73671" y="260877"/>
                  </a:lnTo>
                  <a:lnTo>
                    <a:pt x="73825" y="260554"/>
                  </a:lnTo>
                  <a:lnTo>
                    <a:pt x="75777" y="259745"/>
                  </a:lnTo>
                  <a:lnTo>
                    <a:pt x="76022" y="260048"/>
                  </a:lnTo>
                  <a:lnTo>
                    <a:pt x="77213" y="260179"/>
                  </a:lnTo>
                  <a:lnTo>
                    <a:pt x="77114" y="259653"/>
                  </a:lnTo>
                  <a:lnTo>
                    <a:pt x="77464" y="259732"/>
                  </a:lnTo>
                  <a:lnTo>
                    <a:pt x="77608" y="259362"/>
                  </a:lnTo>
                  <a:lnTo>
                    <a:pt x="77885" y="259769"/>
                  </a:lnTo>
                  <a:lnTo>
                    <a:pt x="78933" y="259834"/>
                  </a:lnTo>
                  <a:lnTo>
                    <a:pt x="79889" y="259119"/>
                  </a:lnTo>
                  <a:lnTo>
                    <a:pt x="79779" y="258702"/>
                  </a:lnTo>
                  <a:lnTo>
                    <a:pt x="80277" y="257795"/>
                  </a:lnTo>
                  <a:lnTo>
                    <a:pt x="81312" y="256861"/>
                  </a:lnTo>
                  <a:lnTo>
                    <a:pt x="81956" y="255869"/>
                  </a:lnTo>
                  <a:lnTo>
                    <a:pt x="82079" y="254643"/>
                  </a:lnTo>
                  <a:lnTo>
                    <a:pt x="83353" y="254085"/>
                  </a:lnTo>
                  <a:lnTo>
                    <a:pt x="83414" y="253521"/>
                  </a:lnTo>
                  <a:lnTo>
                    <a:pt x="83771" y="253046"/>
                  </a:lnTo>
                  <a:lnTo>
                    <a:pt x="83663" y="252821"/>
                  </a:lnTo>
                  <a:lnTo>
                    <a:pt x="84024" y="252512"/>
                  </a:lnTo>
                  <a:lnTo>
                    <a:pt x="83885" y="251842"/>
                  </a:lnTo>
                  <a:lnTo>
                    <a:pt x="84225" y="251622"/>
                  </a:lnTo>
                  <a:lnTo>
                    <a:pt x="84015" y="251180"/>
                  </a:lnTo>
                  <a:lnTo>
                    <a:pt x="84556" y="251010"/>
                  </a:lnTo>
                  <a:lnTo>
                    <a:pt x="85066" y="250160"/>
                  </a:lnTo>
                  <a:lnTo>
                    <a:pt x="85354" y="250169"/>
                  </a:lnTo>
                  <a:lnTo>
                    <a:pt x="86046" y="249344"/>
                  </a:lnTo>
                  <a:lnTo>
                    <a:pt x="86040" y="248520"/>
                  </a:lnTo>
                  <a:lnTo>
                    <a:pt x="85656" y="248496"/>
                  </a:lnTo>
                  <a:lnTo>
                    <a:pt x="85174" y="247983"/>
                  </a:lnTo>
                  <a:lnTo>
                    <a:pt x="85167" y="247642"/>
                  </a:lnTo>
                  <a:lnTo>
                    <a:pt x="85180" y="246920"/>
                  </a:lnTo>
                  <a:lnTo>
                    <a:pt x="84781" y="246803"/>
                  </a:lnTo>
                  <a:lnTo>
                    <a:pt x="84668" y="246136"/>
                  </a:lnTo>
                  <a:lnTo>
                    <a:pt x="83521" y="243857"/>
                  </a:lnTo>
                  <a:lnTo>
                    <a:pt x="83910" y="242027"/>
                  </a:lnTo>
                  <a:lnTo>
                    <a:pt x="83625" y="241611"/>
                  </a:lnTo>
                  <a:lnTo>
                    <a:pt x="83569" y="240766"/>
                  </a:lnTo>
                  <a:lnTo>
                    <a:pt x="84071" y="240673"/>
                  </a:lnTo>
                  <a:lnTo>
                    <a:pt x="84841" y="239750"/>
                  </a:lnTo>
                  <a:lnTo>
                    <a:pt x="85379" y="239532"/>
                  </a:lnTo>
                  <a:lnTo>
                    <a:pt x="86396" y="237991"/>
                  </a:lnTo>
                  <a:lnTo>
                    <a:pt x="89488" y="239170"/>
                  </a:lnTo>
                  <a:lnTo>
                    <a:pt x="90050" y="239691"/>
                  </a:lnTo>
                  <a:lnTo>
                    <a:pt x="90885" y="239971"/>
                  </a:lnTo>
                  <a:lnTo>
                    <a:pt x="94251" y="240346"/>
                  </a:lnTo>
                  <a:lnTo>
                    <a:pt x="96325" y="241337"/>
                  </a:lnTo>
                  <a:lnTo>
                    <a:pt x="97401" y="242197"/>
                  </a:lnTo>
                  <a:lnTo>
                    <a:pt x="100558" y="243355"/>
                  </a:lnTo>
                  <a:lnTo>
                    <a:pt x="102546" y="238339"/>
                  </a:lnTo>
                  <a:lnTo>
                    <a:pt x="103261" y="235534"/>
                  </a:lnTo>
                  <a:lnTo>
                    <a:pt x="103827" y="235090"/>
                  </a:lnTo>
                  <a:lnTo>
                    <a:pt x="104605" y="233811"/>
                  </a:lnTo>
                  <a:lnTo>
                    <a:pt x="105366" y="235009"/>
                  </a:lnTo>
                  <a:lnTo>
                    <a:pt x="106985" y="236507"/>
                  </a:lnTo>
                  <a:lnTo>
                    <a:pt x="108063" y="238282"/>
                  </a:lnTo>
                  <a:lnTo>
                    <a:pt x="108194" y="239940"/>
                  </a:lnTo>
                  <a:lnTo>
                    <a:pt x="107866" y="240904"/>
                  </a:lnTo>
                  <a:lnTo>
                    <a:pt x="108229" y="242102"/>
                  </a:lnTo>
                  <a:lnTo>
                    <a:pt x="109729" y="245080"/>
                  </a:lnTo>
                  <a:lnTo>
                    <a:pt x="112063" y="246980"/>
                  </a:lnTo>
                  <a:lnTo>
                    <a:pt x="112667" y="249703"/>
                  </a:lnTo>
                  <a:lnTo>
                    <a:pt x="112506" y="250644"/>
                  </a:lnTo>
                  <a:lnTo>
                    <a:pt x="114271" y="250529"/>
                  </a:lnTo>
                  <a:lnTo>
                    <a:pt x="117196" y="251781"/>
                  </a:lnTo>
                  <a:lnTo>
                    <a:pt x="117513" y="252596"/>
                  </a:lnTo>
                  <a:lnTo>
                    <a:pt x="118265" y="252660"/>
                  </a:lnTo>
                  <a:lnTo>
                    <a:pt x="118169" y="254149"/>
                  </a:lnTo>
                  <a:lnTo>
                    <a:pt x="118361" y="254303"/>
                  </a:lnTo>
                  <a:lnTo>
                    <a:pt x="118251" y="254490"/>
                  </a:lnTo>
                  <a:lnTo>
                    <a:pt x="118480" y="254476"/>
                  </a:lnTo>
                  <a:lnTo>
                    <a:pt x="118523" y="254909"/>
                  </a:lnTo>
                  <a:lnTo>
                    <a:pt x="118757" y="254874"/>
                  </a:lnTo>
                  <a:lnTo>
                    <a:pt x="118617" y="255304"/>
                  </a:lnTo>
                  <a:lnTo>
                    <a:pt x="119096" y="255251"/>
                  </a:lnTo>
                  <a:lnTo>
                    <a:pt x="119530" y="256285"/>
                  </a:lnTo>
                  <a:lnTo>
                    <a:pt x="119436" y="256523"/>
                  </a:lnTo>
                  <a:lnTo>
                    <a:pt x="120080" y="256715"/>
                  </a:lnTo>
                  <a:lnTo>
                    <a:pt x="119914" y="256876"/>
                  </a:lnTo>
                  <a:lnTo>
                    <a:pt x="120223" y="256952"/>
                  </a:lnTo>
                  <a:lnTo>
                    <a:pt x="120416" y="257331"/>
                  </a:lnTo>
                  <a:lnTo>
                    <a:pt x="120294" y="257773"/>
                  </a:lnTo>
                  <a:lnTo>
                    <a:pt x="120658" y="257821"/>
                  </a:lnTo>
                  <a:lnTo>
                    <a:pt x="121071" y="258467"/>
                  </a:lnTo>
                  <a:lnTo>
                    <a:pt x="120651" y="258870"/>
                  </a:lnTo>
                  <a:lnTo>
                    <a:pt x="120872" y="259277"/>
                  </a:lnTo>
                  <a:lnTo>
                    <a:pt x="120685" y="259570"/>
                  </a:lnTo>
                  <a:lnTo>
                    <a:pt x="120952" y="259737"/>
                  </a:lnTo>
                  <a:lnTo>
                    <a:pt x="120801" y="259953"/>
                  </a:lnTo>
                  <a:lnTo>
                    <a:pt x="121428" y="260369"/>
                  </a:lnTo>
                  <a:lnTo>
                    <a:pt x="121401" y="261176"/>
                  </a:lnTo>
                  <a:lnTo>
                    <a:pt x="121616" y="261057"/>
                  </a:lnTo>
                  <a:lnTo>
                    <a:pt x="121592" y="261356"/>
                  </a:lnTo>
                  <a:lnTo>
                    <a:pt x="121929" y="261527"/>
                  </a:lnTo>
                  <a:lnTo>
                    <a:pt x="121616" y="261783"/>
                  </a:lnTo>
                  <a:lnTo>
                    <a:pt x="122083" y="262309"/>
                  </a:lnTo>
                  <a:lnTo>
                    <a:pt x="122361" y="263300"/>
                  </a:lnTo>
                  <a:lnTo>
                    <a:pt x="122207" y="263448"/>
                  </a:lnTo>
                  <a:lnTo>
                    <a:pt x="122600" y="263815"/>
                  </a:lnTo>
                  <a:lnTo>
                    <a:pt x="123282" y="263752"/>
                  </a:lnTo>
                  <a:lnTo>
                    <a:pt x="123592" y="264062"/>
                  </a:lnTo>
                  <a:lnTo>
                    <a:pt x="123842" y="264513"/>
                  </a:lnTo>
                  <a:lnTo>
                    <a:pt x="124726" y="265090"/>
                  </a:lnTo>
                  <a:lnTo>
                    <a:pt x="124890" y="266146"/>
                  </a:lnTo>
                  <a:lnTo>
                    <a:pt x="125136" y="266092"/>
                  </a:lnTo>
                  <a:lnTo>
                    <a:pt x="125863" y="266685"/>
                  </a:lnTo>
                  <a:lnTo>
                    <a:pt x="126685" y="266304"/>
                  </a:lnTo>
                  <a:lnTo>
                    <a:pt x="126626" y="265804"/>
                  </a:lnTo>
                  <a:lnTo>
                    <a:pt x="127212" y="265294"/>
                  </a:lnTo>
                  <a:lnTo>
                    <a:pt x="127011" y="264935"/>
                  </a:lnTo>
                  <a:lnTo>
                    <a:pt x="127282" y="264492"/>
                  </a:lnTo>
                  <a:lnTo>
                    <a:pt x="127178" y="264078"/>
                  </a:lnTo>
                  <a:lnTo>
                    <a:pt x="127570" y="263518"/>
                  </a:lnTo>
                  <a:lnTo>
                    <a:pt x="127791" y="263806"/>
                  </a:lnTo>
                  <a:lnTo>
                    <a:pt x="128953" y="264048"/>
                  </a:lnTo>
                  <a:lnTo>
                    <a:pt x="130309" y="263426"/>
                  </a:lnTo>
                  <a:lnTo>
                    <a:pt x="130450" y="263033"/>
                  </a:lnTo>
                  <a:lnTo>
                    <a:pt x="130779" y="263151"/>
                  </a:lnTo>
                  <a:lnTo>
                    <a:pt x="130753" y="262752"/>
                  </a:lnTo>
                  <a:lnTo>
                    <a:pt x="131021" y="262473"/>
                  </a:lnTo>
                  <a:lnTo>
                    <a:pt x="131553" y="262362"/>
                  </a:lnTo>
                  <a:lnTo>
                    <a:pt x="131801" y="262579"/>
                  </a:lnTo>
                  <a:lnTo>
                    <a:pt x="132083" y="262362"/>
                  </a:lnTo>
                  <a:lnTo>
                    <a:pt x="132668" y="262644"/>
                  </a:lnTo>
                  <a:lnTo>
                    <a:pt x="133199" y="261580"/>
                  </a:lnTo>
                  <a:lnTo>
                    <a:pt x="133784" y="261024"/>
                  </a:lnTo>
                  <a:lnTo>
                    <a:pt x="133824" y="259275"/>
                  </a:lnTo>
                  <a:lnTo>
                    <a:pt x="134283" y="259467"/>
                  </a:lnTo>
                  <a:lnTo>
                    <a:pt x="134342" y="259135"/>
                  </a:lnTo>
                  <a:lnTo>
                    <a:pt x="134047" y="258923"/>
                  </a:lnTo>
                  <a:lnTo>
                    <a:pt x="134224" y="258558"/>
                  </a:lnTo>
                  <a:lnTo>
                    <a:pt x="134772" y="258446"/>
                  </a:lnTo>
                  <a:lnTo>
                    <a:pt x="135200" y="257938"/>
                  </a:lnTo>
                  <a:lnTo>
                    <a:pt x="135054" y="257629"/>
                  </a:lnTo>
                  <a:lnTo>
                    <a:pt x="134756" y="257669"/>
                  </a:lnTo>
                  <a:lnTo>
                    <a:pt x="134813" y="257262"/>
                  </a:lnTo>
                  <a:lnTo>
                    <a:pt x="134450" y="256550"/>
                  </a:lnTo>
                  <a:lnTo>
                    <a:pt x="134804" y="256247"/>
                  </a:lnTo>
                  <a:lnTo>
                    <a:pt x="134733" y="254904"/>
                  </a:lnTo>
                  <a:lnTo>
                    <a:pt x="135275" y="254483"/>
                  </a:lnTo>
                  <a:lnTo>
                    <a:pt x="135483" y="253986"/>
                  </a:lnTo>
                  <a:lnTo>
                    <a:pt x="135081" y="253571"/>
                  </a:lnTo>
                  <a:lnTo>
                    <a:pt x="135051" y="252733"/>
                  </a:lnTo>
                  <a:lnTo>
                    <a:pt x="135497" y="251903"/>
                  </a:lnTo>
                  <a:lnTo>
                    <a:pt x="135331" y="251299"/>
                  </a:lnTo>
                  <a:lnTo>
                    <a:pt x="135614" y="250902"/>
                  </a:lnTo>
                  <a:lnTo>
                    <a:pt x="136452" y="250577"/>
                  </a:lnTo>
                  <a:lnTo>
                    <a:pt x="136457" y="250249"/>
                  </a:lnTo>
                  <a:lnTo>
                    <a:pt x="137278" y="250282"/>
                  </a:lnTo>
                  <a:lnTo>
                    <a:pt x="137808" y="249929"/>
                  </a:lnTo>
                  <a:lnTo>
                    <a:pt x="137848" y="249582"/>
                  </a:lnTo>
                  <a:lnTo>
                    <a:pt x="138383" y="250071"/>
                  </a:lnTo>
                  <a:lnTo>
                    <a:pt x="138685" y="249734"/>
                  </a:lnTo>
                  <a:lnTo>
                    <a:pt x="139488" y="249784"/>
                  </a:lnTo>
                  <a:lnTo>
                    <a:pt x="140068" y="249454"/>
                  </a:lnTo>
                  <a:lnTo>
                    <a:pt x="140623" y="249625"/>
                  </a:lnTo>
                  <a:lnTo>
                    <a:pt x="141938" y="248241"/>
                  </a:lnTo>
                  <a:lnTo>
                    <a:pt x="141673" y="245320"/>
                  </a:lnTo>
                  <a:lnTo>
                    <a:pt x="143080" y="245860"/>
                  </a:lnTo>
                  <a:lnTo>
                    <a:pt x="143534" y="245416"/>
                  </a:lnTo>
                  <a:lnTo>
                    <a:pt x="143115" y="244709"/>
                  </a:lnTo>
                  <a:lnTo>
                    <a:pt x="141531" y="243870"/>
                  </a:lnTo>
                  <a:lnTo>
                    <a:pt x="140815" y="242559"/>
                  </a:lnTo>
                  <a:lnTo>
                    <a:pt x="141003" y="242096"/>
                  </a:lnTo>
                  <a:lnTo>
                    <a:pt x="141298" y="241978"/>
                  </a:lnTo>
                  <a:lnTo>
                    <a:pt x="142243" y="242121"/>
                  </a:lnTo>
                  <a:lnTo>
                    <a:pt x="142166" y="241734"/>
                  </a:lnTo>
                  <a:lnTo>
                    <a:pt x="142627" y="240712"/>
                  </a:lnTo>
                  <a:lnTo>
                    <a:pt x="142649" y="239357"/>
                  </a:lnTo>
                  <a:lnTo>
                    <a:pt x="142038" y="238727"/>
                  </a:lnTo>
                  <a:lnTo>
                    <a:pt x="141894" y="237709"/>
                  </a:lnTo>
                  <a:lnTo>
                    <a:pt x="142409" y="237340"/>
                  </a:lnTo>
                  <a:lnTo>
                    <a:pt x="143193" y="237494"/>
                  </a:lnTo>
                  <a:lnTo>
                    <a:pt x="143537" y="236660"/>
                  </a:lnTo>
                  <a:lnTo>
                    <a:pt x="144209" y="235887"/>
                  </a:lnTo>
                  <a:lnTo>
                    <a:pt x="144004" y="235485"/>
                  </a:lnTo>
                  <a:lnTo>
                    <a:pt x="144145" y="234894"/>
                  </a:lnTo>
                  <a:lnTo>
                    <a:pt x="143558" y="234249"/>
                  </a:lnTo>
                  <a:lnTo>
                    <a:pt x="143952" y="232549"/>
                  </a:lnTo>
                  <a:lnTo>
                    <a:pt x="143434" y="231878"/>
                  </a:lnTo>
                  <a:lnTo>
                    <a:pt x="143631" y="231097"/>
                  </a:lnTo>
                  <a:lnTo>
                    <a:pt x="144080" y="230690"/>
                  </a:lnTo>
                  <a:lnTo>
                    <a:pt x="143908" y="230314"/>
                  </a:lnTo>
                  <a:lnTo>
                    <a:pt x="144147" y="229244"/>
                  </a:lnTo>
                  <a:lnTo>
                    <a:pt x="143980" y="229161"/>
                  </a:lnTo>
                  <a:lnTo>
                    <a:pt x="144780" y="227993"/>
                  </a:lnTo>
                  <a:lnTo>
                    <a:pt x="144618" y="227819"/>
                  </a:lnTo>
                  <a:lnTo>
                    <a:pt x="145496" y="227517"/>
                  </a:lnTo>
                  <a:lnTo>
                    <a:pt x="147069" y="226047"/>
                  </a:lnTo>
                  <a:lnTo>
                    <a:pt x="147449" y="224459"/>
                  </a:lnTo>
                  <a:lnTo>
                    <a:pt x="147863" y="224563"/>
                  </a:lnTo>
                  <a:lnTo>
                    <a:pt x="149127" y="223536"/>
                  </a:lnTo>
                  <a:lnTo>
                    <a:pt x="149591" y="223773"/>
                  </a:lnTo>
                  <a:lnTo>
                    <a:pt x="149593" y="223507"/>
                  </a:lnTo>
                  <a:lnTo>
                    <a:pt x="149903" y="223411"/>
                  </a:lnTo>
                  <a:lnTo>
                    <a:pt x="149864" y="223095"/>
                  </a:lnTo>
                  <a:lnTo>
                    <a:pt x="150078" y="223021"/>
                  </a:lnTo>
                  <a:lnTo>
                    <a:pt x="150333" y="223514"/>
                  </a:lnTo>
                  <a:lnTo>
                    <a:pt x="150814" y="223476"/>
                  </a:lnTo>
                  <a:lnTo>
                    <a:pt x="150735" y="222967"/>
                  </a:lnTo>
                  <a:lnTo>
                    <a:pt x="150973" y="222682"/>
                  </a:lnTo>
                  <a:lnTo>
                    <a:pt x="151508" y="222656"/>
                  </a:lnTo>
                  <a:lnTo>
                    <a:pt x="151921" y="222208"/>
                  </a:lnTo>
                  <a:lnTo>
                    <a:pt x="152381" y="222480"/>
                  </a:lnTo>
                  <a:lnTo>
                    <a:pt x="153578" y="222084"/>
                  </a:lnTo>
                  <a:lnTo>
                    <a:pt x="154095" y="222245"/>
                  </a:lnTo>
                  <a:lnTo>
                    <a:pt x="154278" y="222065"/>
                  </a:lnTo>
                  <a:lnTo>
                    <a:pt x="155124" y="222091"/>
                  </a:lnTo>
                  <a:lnTo>
                    <a:pt x="156129" y="222627"/>
                  </a:lnTo>
                  <a:lnTo>
                    <a:pt x="156292" y="222194"/>
                  </a:lnTo>
                  <a:lnTo>
                    <a:pt x="158119" y="222757"/>
                  </a:lnTo>
                  <a:lnTo>
                    <a:pt x="158415" y="222540"/>
                  </a:lnTo>
                  <a:lnTo>
                    <a:pt x="160130" y="222435"/>
                  </a:lnTo>
                  <a:lnTo>
                    <a:pt x="161073" y="221808"/>
                  </a:lnTo>
                  <a:lnTo>
                    <a:pt x="161120" y="220299"/>
                  </a:lnTo>
                  <a:lnTo>
                    <a:pt x="163123" y="218087"/>
                  </a:lnTo>
                  <a:lnTo>
                    <a:pt x="164370" y="217552"/>
                  </a:lnTo>
                  <a:lnTo>
                    <a:pt x="164725" y="217499"/>
                  </a:lnTo>
                  <a:lnTo>
                    <a:pt x="164928" y="217747"/>
                  </a:lnTo>
                  <a:lnTo>
                    <a:pt x="165520" y="217000"/>
                  </a:lnTo>
                  <a:lnTo>
                    <a:pt x="165886" y="216730"/>
                  </a:lnTo>
                  <a:lnTo>
                    <a:pt x="165474" y="215759"/>
                  </a:lnTo>
                  <a:lnTo>
                    <a:pt x="165902" y="215708"/>
                  </a:lnTo>
                  <a:lnTo>
                    <a:pt x="165894" y="215489"/>
                  </a:lnTo>
                  <a:lnTo>
                    <a:pt x="165360" y="215367"/>
                  </a:lnTo>
                  <a:lnTo>
                    <a:pt x="164806" y="214821"/>
                  </a:lnTo>
                  <a:lnTo>
                    <a:pt x="164624" y="213874"/>
                  </a:lnTo>
                  <a:lnTo>
                    <a:pt x="164796" y="213770"/>
                  </a:lnTo>
                  <a:lnTo>
                    <a:pt x="164602" y="213554"/>
                  </a:lnTo>
                  <a:lnTo>
                    <a:pt x="164388" y="213681"/>
                  </a:lnTo>
                  <a:lnTo>
                    <a:pt x="164351" y="213027"/>
                  </a:lnTo>
                  <a:lnTo>
                    <a:pt x="163819" y="212979"/>
                  </a:lnTo>
                  <a:lnTo>
                    <a:pt x="163772" y="211798"/>
                  </a:lnTo>
                  <a:lnTo>
                    <a:pt x="163028" y="211503"/>
                  </a:lnTo>
                  <a:lnTo>
                    <a:pt x="163027" y="211109"/>
                  </a:lnTo>
                  <a:lnTo>
                    <a:pt x="162487" y="210920"/>
                  </a:lnTo>
                  <a:lnTo>
                    <a:pt x="162318" y="211181"/>
                  </a:lnTo>
                  <a:lnTo>
                    <a:pt x="161888" y="210316"/>
                  </a:lnTo>
                  <a:lnTo>
                    <a:pt x="162295" y="208384"/>
                  </a:lnTo>
                  <a:lnTo>
                    <a:pt x="161985" y="206808"/>
                  </a:lnTo>
                  <a:lnTo>
                    <a:pt x="162543" y="205415"/>
                  </a:lnTo>
                  <a:lnTo>
                    <a:pt x="162350" y="204729"/>
                  </a:lnTo>
                  <a:lnTo>
                    <a:pt x="162479" y="204102"/>
                  </a:lnTo>
                  <a:lnTo>
                    <a:pt x="162106" y="203080"/>
                  </a:lnTo>
                  <a:lnTo>
                    <a:pt x="161927" y="203398"/>
                  </a:lnTo>
                  <a:lnTo>
                    <a:pt x="161718" y="203002"/>
                  </a:lnTo>
                  <a:lnTo>
                    <a:pt x="162272" y="202043"/>
                  </a:lnTo>
                  <a:lnTo>
                    <a:pt x="162668" y="201752"/>
                  </a:lnTo>
                  <a:lnTo>
                    <a:pt x="163596" y="201655"/>
                  </a:lnTo>
                  <a:lnTo>
                    <a:pt x="163464" y="201169"/>
                  </a:lnTo>
                  <a:lnTo>
                    <a:pt x="163939" y="201186"/>
                  </a:lnTo>
                  <a:lnTo>
                    <a:pt x="163792" y="200979"/>
                  </a:lnTo>
                  <a:lnTo>
                    <a:pt x="164067" y="200801"/>
                  </a:lnTo>
                  <a:lnTo>
                    <a:pt x="164089" y="200256"/>
                  </a:lnTo>
                  <a:lnTo>
                    <a:pt x="163809" y="199751"/>
                  </a:lnTo>
                  <a:lnTo>
                    <a:pt x="164011" y="199428"/>
                  </a:lnTo>
                  <a:lnTo>
                    <a:pt x="163693" y="199247"/>
                  </a:lnTo>
                  <a:lnTo>
                    <a:pt x="163792" y="198860"/>
                  </a:lnTo>
                  <a:lnTo>
                    <a:pt x="163569" y="198833"/>
                  </a:lnTo>
                  <a:lnTo>
                    <a:pt x="163889" y="198598"/>
                  </a:lnTo>
                  <a:lnTo>
                    <a:pt x="164160" y="198722"/>
                  </a:lnTo>
                  <a:lnTo>
                    <a:pt x="163591" y="197573"/>
                  </a:lnTo>
                  <a:lnTo>
                    <a:pt x="163235" y="197434"/>
                  </a:lnTo>
                  <a:lnTo>
                    <a:pt x="163474" y="197093"/>
                  </a:lnTo>
                  <a:lnTo>
                    <a:pt x="163155" y="196963"/>
                  </a:lnTo>
                  <a:lnTo>
                    <a:pt x="163279" y="196442"/>
                  </a:lnTo>
                  <a:lnTo>
                    <a:pt x="163053" y="196429"/>
                  </a:lnTo>
                  <a:lnTo>
                    <a:pt x="162525" y="195723"/>
                  </a:lnTo>
                  <a:lnTo>
                    <a:pt x="162258" y="195287"/>
                  </a:lnTo>
                  <a:lnTo>
                    <a:pt x="162245" y="194637"/>
                  </a:lnTo>
                  <a:lnTo>
                    <a:pt x="161758" y="194084"/>
                  </a:lnTo>
                  <a:lnTo>
                    <a:pt x="161572" y="193443"/>
                  </a:lnTo>
                  <a:lnTo>
                    <a:pt x="162072" y="192884"/>
                  </a:lnTo>
                  <a:lnTo>
                    <a:pt x="161572" y="192207"/>
                  </a:lnTo>
                  <a:lnTo>
                    <a:pt x="161731" y="192091"/>
                  </a:lnTo>
                  <a:lnTo>
                    <a:pt x="161569" y="191739"/>
                  </a:lnTo>
                  <a:lnTo>
                    <a:pt x="160943" y="191034"/>
                  </a:lnTo>
                  <a:lnTo>
                    <a:pt x="161107" y="190588"/>
                  </a:lnTo>
                  <a:lnTo>
                    <a:pt x="160824" y="190255"/>
                  </a:lnTo>
                  <a:lnTo>
                    <a:pt x="161171" y="190323"/>
                  </a:lnTo>
                  <a:lnTo>
                    <a:pt x="160738" y="189284"/>
                  </a:lnTo>
                  <a:lnTo>
                    <a:pt x="161067" y="189198"/>
                  </a:lnTo>
                  <a:lnTo>
                    <a:pt x="160807" y="188922"/>
                  </a:lnTo>
                  <a:lnTo>
                    <a:pt x="160829" y="187849"/>
                  </a:lnTo>
                  <a:lnTo>
                    <a:pt x="160419" y="187445"/>
                  </a:lnTo>
                  <a:lnTo>
                    <a:pt x="160536" y="186996"/>
                  </a:lnTo>
                  <a:lnTo>
                    <a:pt x="160221" y="186774"/>
                  </a:lnTo>
                  <a:lnTo>
                    <a:pt x="160408" y="186558"/>
                  </a:lnTo>
                  <a:lnTo>
                    <a:pt x="159771" y="186377"/>
                  </a:lnTo>
                  <a:lnTo>
                    <a:pt x="159678" y="186157"/>
                  </a:lnTo>
                  <a:lnTo>
                    <a:pt x="160039" y="185795"/>
                  </a:lnTo>
                  <a:lnTo>
                    <a:pt x="159563" y="185529"/>
                  </a:lnTo>
                  <a:lnTo>
                    <a:pt x="159265" y="184340"/>
                  </a:lnTo>
                  <a:lnTo>
                    <a:pt x="159331" y="183517"/>
                  </a:lnTo>
                  <a:lnTo>
                    <a:pt x="158782" y="182974"/>
                  </a:lnTo>
                  <a:lnTo>
                    <a:pt x="159100" y="182519"/>
                  </a:lnTo>
                  <a:lnTo>
                    <a:pt x="158800" y="181852"/>
                  </a:lnTo>
                  <a:lnTo>
                    <a:pt x="159149" y="181716"/>
                  </a:lnTo>
                  <a:lnTo>
                    <a:pt x="157917" y="179323"/>
                  </a:lnTo>
                  <a:lnTo>
                    <a:pt x="156317" y="178365"/>
                  </a:lnTo>
                  <a:lnTo>
                    <a:pt x="156883" y="177591"/>
                  </a:lnTo>
                  <a:lnTo>
                    <a:pt x="156938" y="177058"/>
                  </a:lnTo>
                  <a:lnTo>
                    <a:pt x="157174" y="176952"/>
                  </a:lnTo>
                  <a:lnTo>
                    <a:pt x="157577" y="174966"/>
                  </a:lnTo>
                  <a:lnTo>
                    <a:pt x="157939" y="174526"/>
                  </a:lnTo>
                  <a:lnTo>
                    <a:pt x="158317" y="174798"/>
                  </a:lnTo>
                  <a:lnTo>
                    <a:pt x="158866" y="173677"/>
                  </a:lnTo>
                  <a:lnTo>
                    <a:pt x="158312" y="171640"/>
                  </a:lnTo>
                  <a:lnTo>
                    <a:pt x="158714" y="171110"/>
                  </a:lnTo>
                  <a:lnTo>
                    <a:pt x="158600" y="170466"/>
                  </a:lnTo>
                  <a:lnTo>
                    <a:pt x="158775" y="170462"/>
                  </a:lnTo>
                  <a:lnTo>
                    <a:pt x="158903" y="169986"/>
                  </a:lnTo>
                  <a:lnTo>
                    <a:pt x="158679" y="169821"/>
                  </a:lnTo>
                  <a:lnTo>
                    <a:pt x="158932" y="169710"/>
                  </a:lnTo>
                  <a:lnTo>
                    <a:pt x="158980" y="169019"/>
                  </a:lnTo>
                  <a:lnTo>
                    <a:pt x="159259" y="168729"/>
                  </a:lnTo>
                  <a:lnTo>
                    <a:pt x="159019" y="168209"/>
                  </a:lnTo>
                  <a:lnTo>
                    <a:pt x="159317" y="167272"/>
                  </a:lnTo>
                  <a:lnTo>
                    <a:pt x="158810" y="166853"/>
                  </a:lnTo>
                  <a:lnTo>
                    <a:pt x="158701" y="165883"/>
                  </a:lnTo>
                  <a:lnTo>
                    <a:pt x="158256" y="165697"/>
                  </a:lnTo>
                  <a:lnTo>
                    <a:pt x="157976" y="164806"/>
                  </a:lnTo>
                  <a:lnTo>
                    <a:pt x="157292" y="164100"/>
                  </a:lnTo>
                  <a:lnTo>
                    <a:pt x="157372" y="163236"/>
                  </a:lnTo>
                  <a:lnTo>
                    <a:pt x="157079" y="162707"/>
                  </a:lnTo>
                  <a:lnTo>
                    <a:pt x="156122" y="162313"/>
                  </a:lnTo>
                  <a:lnTo>
                    <a:pt x="156190" y="161965"/>
                  </a:lnTo>
                  <a:lnTo>
                    <a:pt x="155867" y="161274"/>
                  </a:lnTo>
                  <a:lnTo>
                    <a:pt x="156089" y="160670"/>
                  </a:lnTo>
                  <a:lnTo>
                    <a:pt x="155713" y="160355"/>
                  </a:lnTo>
                  <a:lnTo>
                    <a:pt x="155891" y="160084"/>
                  </a:lnTo>
                  <a:lnTo>
                    <a:pt x="154875" y="159214"/>
                  </a:lnTo>
                  <a:lnTo>
                    <a:pt x="154940" y="159408"/>
                  </a:lnTo>
                  <a:lnTo>
                    <a:pt x="153552" y="157448"/>
                  </a:lnTo>
                  <a:lnTo>
                    <a:pt x="153923" y="157398"/>
                  </a:lnTo>
                  <a:lnTo>
                    <a:pt x="155425" y="156296"/>
                  </a:lnTo>
                  <a:lnTo>
                    <a:pt x="156058" y="155077"/>
                  </a:lnTo>
                  <a:lnTo>
                    <a:pt x="157448" y="154341"/>
                  </a:lnTo>
                  <a:lnTo>
                    <a:pt x="158364" y="153316"/>
                  </a:lnTo>
                  <a:lnTo>
                    <a:pt x="158431" y="152717"/>
                  </a:lnTo>
                  <a:lnTo>
                    <a:pt x="158989" y="152269"/>
                  </a:lnTo>
                  <a:lnTo>
                    <a:pt x="159191" y="151205"/>
                  </a:lnTo>
                  <a:lnTo>
                    <a:pt x="159621" y="150583"/>
                  </a:lnTo>
                  <a:lnTo>
                    <a:pt x="159497" y="150224"/>
                  </a:lnTo>
                  <a:lnTo>
                    <a:pt x="159907" y="150057"/>
                  </a:lnTo>
                  <a:lnTo>
                    <a:pt x="160136" y="149290"/>
                  </a:lnTo>
                  <a:lnTo>
                    <a:pt x="160689" y="148400"/>
                  </a:lnTo>
                  <a:lnTo>
                    <a:pt x="160914" y="148386"/>
                  </a:lnTo>
                  <a:lnTo>
                    <a:pt x="160863" y="148047"/>
                  </a:lnTo>
                  <a:lnTo>
                    <a:pt x="161528" y="147209"/>
                  </a:lnTo>
                  <a:lnTo>
                    <a:pt x="161915" y="146170"/>
                  </a:lnTo>
                  <a:lnTo>
                    <a:pt x="162181" y="146102"/>
                  </a:lnTo>
                  <a:lnTo>
                    <a:pt x="162477" y="144987"/>
                  </a:lnTo>
                  <a:lnTo>
                    <a:pt x="162191" y="144589"/>
                  </a:lnTo>
                  <a:lnTo>
                    <a:pt x="162269" y="144144"/>
                  </a:lnTo>
                  <a:lnTo>
                    <a:pt x="163488" y="143410"/>
                  </a:lnTo>
                  <a:lnTo>
                    <a:pt x="167189" y="145892"/>
                  </a:lnTo>
                  <a:lnTo>
                    <a:pt x="167267" y="147629"/>
                  </a:lnTo>
                  <a:lnTo>
                    <a:pt x="165884" y="149984"/>
                  </a:lnTo>
                  <a:lnTo>
                    <a:pt x="169256" y="150077"/>
                  </a:lnTo>
                  <a:lnTo>
                    <a:pt x="170450" y="150935"/>
                  </a:lnTo>
                  <a:lnTo>
                    <a:pt x="170344" y="151805"/>
                  </a:lnTo>
                  <a:lnTo>
                    <a:pt x="170864" y="153771"/>
                  </a:lnTo>
                  <a:lnTo>
                    <a:pt x="172193" y="155273"/>
                  </a:lnTo>
                  <a:lnTo>
                    <a:pt x="172495" y="156471"/>
                  </a:lnTo>
                  <a:lnTo>
                    <a:pt x="172282" y="157106"/>
                  </a:lnTo>
                  <a:lnTo>
                    <a:pt x="173224" y="158597"/>
                  </a:lnTo>
                  <a:lnTo>
                    <a:pt x="173051" y="159159"/>
                  </a:lnTo>
                  <a:lnTo>
                    <a:pt x="173329" y="160449"/>
                  </a:lnTo>
                  <a:lnTo>
                    <a:pt x="174848" y="160568"/>
                  </a:lnTo>
                  <a:lnTo>
                    <a:pt x="175549" y="160120"/>
                  </a:lnTo>
                  <a:lnTo>
                    <a:pt x="176695" y="159839"/>
                  </a:lnTo>
                  <a:lnTo>
                    <a:pt x="177317" y="159999"/>
                  </a:lnTo>
                  <a:lnTo>
                    <a:pt x="182683" y="158198"/>
                  </a:lnTo>
                  <a:lnTo>
                    <a:pt x="184148" y="158261"/>
                  </a:lnTo>
                  <a:lnTo>
                    <a:pt x="184466" y="156337"/>
                  </a:lnTo>
                  <a:lnTo>
                    <a:pt x="184066" y="155394"/>
                  </a:lnTo>
                  <a:lnTo>
                    <a:pt x="182938" y="154782"/>
                  </a:lnTo>
                  <a:lnTo>
                    <a:pt x="183096" y="154061"/>
                  </a:lnTo>
                  <a:lnTo>
                    <a:pt x="184268" y="153356"/>
                  </a:lnTo>
                  <a:lnTo>
                    <a:pt x="184540" y="152875"/>
                  </a:lnTo>
                  <a:lnTo>
                    <a:pt x="185467" y="152615"/>
                  </a:lnTo>
                  <a:lnTo>
                    <a:pt x="186525" y="148552"/>
                  </a:lnTo>
                  <a:lnTo>
                    <a:pt x="187127" y="147141"/>
                  </a:lnTo>
                  <a:lnTo>
                    <a:pt x="187604" y="144265"/>
                  </a:lnTo>
                  <a:lnTo>
                    <a:pt x="187862" y="143674"/>
                  </a:lnTo>
                  <a:lnTo>
                    <a:pt x="189982" y="141153"/>
                  </a:lnTo>
                  <a:lnTo>
                    <a:pt x="187837" y="140678"/>
                  </a:lnTo>
                  <a:lnTo>
                    <a:pt x="186510" y="140761"/>
                  </a:lnTo>
                  <a:lnTo>
                    <a:pt x="187966" y="136978"/>
                  </a:lnTo>
                  <a:lnTo>
                    <a:pt x="187405" y="136631"/>
                  </a:lnTo>
                  <a:lnTo>
                    <a:pt x="187036" y="136061"/>
                  </a:lnTo>
                  <a:lnTo>
                    <a:pt x="186698" y="136125"/>
                  </a:lnTo>
                  <a:lnTo>
                    <a:pt x="185928" y="134966"/>
                  </a:lnTo>
                  <a:lnTo>
                    <a:pt x="184927" y="134568"/>
                  </a:lnTo>
                  <a:lnTo>
                    <a:pt x="184313" y="133128"/>
                  </a:lnTo>
                  <a:lnTo>
                    <a:pt x="183116" y="132083"/>
                  </a:lnTo>
                  <a:lnTo>
                    <a:pt x="183117" y="131792"/>
                  </a:lnTo>
                  <a:lnTo>
                    <a:pt x="182409" y="130829"/>
                  </a:lnTo>
                  <a:lnTo>
                    <a:pt x="181788" y="130800"/>
                  </a:lnTo>
                  <a:lnTo>
                    <a:pt x="181211" y="129930"/>
                  </a:lnTo>
                  <a:lnTo>
                    <a:pt x="180571" y="129746"/>
                  </a:lnTo>
                  <a:lnTo>
                    <a:pt x="180699" y="129416"/>
                  </a:lnTo>
                  <a:lnTo>
                    <a:pt x="179929" y="129063"/>
                  </a:lnTo>
                  <a:lnTo>
                    <a:pt x="180150" y="127783"/>
                  </a:lnTo>
                  <a:lnTo>
                    <a:pt x="179510" y="127645"/>
                  </a:lnTo>
                  <a:lnTo>
                    <a:pt x="179589" y="127067"/>
                  </a:lnTo>
                  <a:lnTo>
                    <a:pt x="179144" y="126969"/>
                  </a:lnTo>
                  <a:lnTo>
                    <a:pt x="178602" y="126159"/>
                  </a:lnTo>
                  <a:lnTo>
                    <a:pt x="178727" y="125525"/>
                  </a:lnTo>
                  <a:lnTo>
                    <a:pt x="177880" y="124813"/>
                  </a:lnTo>
                  <a:lnTo>
                    <a:pt x="177388" y="124686"/>
                  </a:lnTo>
                  <a:lnTo>
                    <a:pt x="177139" y="124314"/>
                  </a:lnTo>
                  <a:lnTo>
                    <a:pt x="176445" y="124220"/>
                  </a:lnTo>
                  <a:lnTo>
                    <a:pt x="176119" y="123906"/>
                  </a:lnTo>
                  <a:lnTo>
                    <a:pt x="176055" y="123487"/>
                  </a:lnTo>
                  <a:lnTo>
                    <a:pt x="178702" y="119645"/>
                  </a:lnTo>
                  <a:lnTo>
                    <a:pt x="179666" y="117648"/>
                  </a:lnTo>
                  <a:lnTo>
                    <a:pt x="180154" y="115651"/>
                  </a:lnTo>
                  <a:lnTo>
                    <a:pt x="180205" y="112270"/>
                  </a:lnTo>
                  <a:lnTo>
                    <a:pt x="180585" y="111309"/>
                  </a:lnTo>
                  <a:lnTo>
                    <a:pt x="180497" y="110338"/>
                  </a:lnTo>
                  <a:lnTo>
                    <a:pt x="180514" y="109012"/>
                  </a:lnTo>
                  <a:lnTo>
                    <a:pt x="180098" y="106972"/>
                  </a:lnTo>
                  <a:lnTo>
                    <a:pt x="182695" y="105256"/>
                  </a:lnTo>
                  <a:lnTo>
                    <a:pt x="183637" y="103087"/>
                  </a:lnTo>
                  <a:lnTo>
                    <a:pt x="178419" y="98825"/>
                  </a:lnTo>
                  <a:lnTo>
                    <a:pt x="177438" y="99368"/>
                  </a:lnTo>
                  <a:lnTo>
                    <a:pt x="175086" y="99349"/>
                  </a:lnTo>
                  <a:lnTo>
                    <a:pt x="175134" y="97504"/>
                  </a:lnTo>
                  <a:lnTo>
                    <a:pt x="175726" y="96740"/>
                  </a:lnTo>
                  <a:lnTo>
                    <a:pt x="175956" y="95659"/>
                  </a:lnTo>
                  <a:lnTo>
                    <a:pt x="175668" y="94702"/>
                  </a:lnTo>
                  <a:lnTo>
                    <a:pt x="175804" y="93317"/>
                  </a:lnTo>
                  <a:lnTo>
                    <a:pt x="175455" y="92475"/>
                  </a:lnTo>
                  <a:lnTo>
                    <a:pt x="174452" y="92406"/>
                  </a:lnTo>
                  <a:lnTo>
                    <a:pt x="173848" y="92667"/>
                  </a:lnTo>
                  <a:lnTo>
                    <a:pt x="174494" y="93678"/>
                  </a:lnTo>
                  <a:lnTo>
                    <a:pt x="174283" y="94117"/>
                  </a:lnTo>
                  <a:lnTo>
                    <a:pt x="173339" y="94738"/>
                  </a:lnTo>
                  <a:lnTo>
                    <a:pt x="171927" y="94983"/>
                  </a:lnTo>
                  <a:lnTo>
                    <a:pt x="172211" y="97092"/>
                  </a:lnTo>
                  <a:lnTo>
                    <a:pt x="169814" y="97278"/>
                  </a:lnTo>
                  <a:lnTo>
                    <a:pt x="169375" y="97804"/>
                  </a:lnTo>
                  <a:lnTo>
                    <a:pt x="168675" y="99320"/>
                  </a:lnTo>
                  <a:lnTo>
                    <a:pt x="169326" y="101800"/>
                  </a:lnTo>
                  <a:lnTo>
                    <a:pt x="168115" y="101941"/>
                  </a:lnTo>
                  <a:lnTo>
                    <a:pt x="167480" y="100143"/>
                  </a:lnTo>
                  <a:lnTo>
                    <a:pt x="165963" y="100341"/>
                  </a:lnTo>
                  <a:lnTo>
                    <a:pt x="165624" y="101089"/>
                  </a:lnTo>
                  <a:lnTo>
                    <a:pt x="164099" y="100871"/>
                  </a:lnTo>
                  <a:lnTo>
                    <a:pt x="161812" y="101101"/>
                  </a:lnTo>
                  <a:lnTo>
                    <a:pt x="161311" y="100736"/>
                  </a:lnTo>
                  <a:lnTo>
                    <a:pt x="160000" y="98494"/>
                  </a:lnTo>
                  <a:lnTo>
                    <a:pt x="157745" y="99002"/>
                  </a:lnTo>
                  <a:lnTo>
                    <a:pt x="156574" y="98228"/>
                  </a:lnTo>
                  <a:lnTo>
                    <a:pt x="156408" y="97575"/>
                  </a:lnTo>
                  <a:lnTo>
                    <a:pt x="155147" y="97817"/>
                  </a:lnTo>
                  <a:lnTo>
                    <a:pt x="154702" y="97302"/>
                  </a:lnTo>
                  <a:lnTo>
                    <a:pt x="154472" y="96236"/>
                  </a:lnTo>
                  <a:lnTo>
                    <a:pt x="153331" y="95421"/>
                  </a:lnTo>
                  <a:lnTo>
                    <a:pt x="152960" y="94004"/>
                  </a:lnTo>
                  <a:lnTo>
                    <a:pt x="152673" y="93761"/>
                  </a:lnTo>
                  <a:lnTo>
                    <a:pt x="152329" y="93895"/>
                  </a:lnTo>
                  <a:lnTo>
                    <a:pt x="151840" y="93669"/>
                  </a:lnTo>
                  <a:lnTo>
                    <a:pt x="152609" y="91488"/>
                  </a:lnTo>
                  <a:lnTo>
                    <a:pt x="154925" y="89170"/>
                  </a:lnTo>
                  <a:lnTo>
                    <a:pt x="156342" y="88592"/>
                  </a:lnTo>
                  <a:lnTo>
                    <a:pt x="157569" y="88302"/>
                  </a:lnTo>
                  <a:lnTo>
                    <a:pt x="160381" y="89054"/>
                  </a:lnTo>
                  <a:lnTo>
                    <a:pt x="162087" y="88772"/>
                  </a:lnTo>
                  <a:lnTo>
                    <a:pt x="163043" y="88260"/>
                  </a:lnTo>
                  <a:lnTo>
                    <a:pt x="162533" y="86828"/>
                  </a:lnTo>
                  <a:lnTo>
                    <a:pt x="162181" y="86640"/>
                  </a:lnTo>
                  <a:lnTo>
                    <a:pt x="161219" y="86517"/>
                  </a:lnTo>
                  <a:lnTo>
                    <a:pt x="160669" y="86660"/>
                  </a:lnTo>
                  <a:lnTo>
                    <a:pt x="160580" y="86875"/>
                  </a:lnTo>
                  <a:lnTo>
                    <a:pt x="160048" y="86116"/>
                  </a:lnTo>
                  <a:lnTo>
                    <a:pt x="159354" y="85655"/>
                  </a:lnTo>
                  <a:lnTo>
                    <a:pt x="157119" y="85704"/>
                  </a:lnTo>
                  <a:lnTo>
                    <a:pt x="155514" y="85188"/>
                  </a:lnTo>
                  <a:lnTo>
                    <a:pt x="156355" y="81142"/>
                  </a:lnTo>
                  <a:lnTo>
                    <a:pt x="156331" y="80431"/>
                  </a:lnTo>
                  <a:lnTo>
                    <a:pt x="155924" y="79960"/>
                  </a:lnTo>
                  <a:lnTo>
                    <a:pt x="156723" y="79214"/>
                  </a:lnTo>
                  <a:lnTo>
                    <a:pt x="157429" y="79221"/>
                  </a:lnTo>
                  <a:lnTo>
                    <a:pt x="157922" y="78961"/>
                  </a:lnTo>
                  <a:lnTo>
                    <a:pt x="158997" y="76886"/>
                  </a:lnTo>
                  <a:lnTo>
                    <a:pt x="157201" y="76245"/>
                  </a:lnTo>
                  <a:lnTo>
                    <a:pt x="157560" y="73605"/>
                  </a:lnTo>
                  <a:lnTo>
                    <a:pt x="157358" y="72083"/>
                  </a:lnTo>
                  <a:lnTo>
                    <a:pt x="158000" y="70104"/>
                  </a:lnTo>
                  <a:lnTo>
                    <a:pt x="155608" y="68372"/>
                  </a:lnTo>
                  <a:lnTo>
                    <a:pt x="155181" y="69415"/>
                  </a:lnTo>
                  <a:lnTo>
                    <a:pt x="154759" y="69552"/>
                  </a:lnTo>
                  <a:lnTo>
                    <a:pt x="154917" y="70130"/>
                  </a:lnTo>
                  <a:lnTo>
                    <a:pt x="154420" y="70269"/>
                  </a:lnTo>
                  <a:lnTo>
                    <a:pt x="154259" y="70904"/>
                  </a:lnTo>
                  <a:lnTo>
                    <a:pt x="154341" y="71422"/>
                  </a:lnTo>
                  <a:lnTo>
                    <a:pt x="154540" y="71295"/>
                  </a:lnTo>
                  <a:lnTo>
                    <a:pt x="154653" y="71507"/>
                  </a:lnTo>
                  <a:lnTo>
                    <a:pt x="154456" y="72276"/>
                  </a:lnTo>
                  <a:lnTo>
                    <a:pt x="154670" y="72172"/>
                  </a:lnTo>
                  <a:lnTo>
                    <a:pt x="154796" y="72478"/>
                  </a:lnTo>
                  <a:lnTo>
                    <a:pt x="154410" y="72731"/>
                  </a:lnTo>
                  <a:lnTo>
                    <a:pt x="154795" y="72863"/>
                  </a:lnTo>
                  <a:lnTo>
                    <a:pt x="154347" y="73100"/>
                  </a:lnTo>
                  <a:lnTo>
                    <a:pt x="154694" y="73291"/>
                  </a:lnTo>
                  <a:lnTo>
                    <a:pt x="154334" y="73679"/>
                  </a:lnTo>
                  <a:lnTo>
                    <a:pt x="154545" y="73775"/>
                  </a:lnTo>
                  <a:lnTo>
                    <a:pt x="154388" y="74116"/>
                  </a:lnTo>
                  <a:lnTo>
                    <a:pt x="154585" y="74201"/>
                  </a:lnTo>
                  <a:lnTo>
                    <a:pt x="154307" y="74384"/>
                  </a:lnTo>
                  <a:lnTo>
                    <a:pt x="154336" y="74646"/>
                  </a:lnTo>
                  <a:lnTo>
                    <a:pt x="154712" y="74905"/>
                  </a:lnTo>
                  <a:lnTo>
                    <a:pt x="154732" y="75057"/>
                  </a:lnTo>
                  <a:lnTo>
                    <a:pt x="154365" y="75079"/>
                  </a:lnTo>
                  <a:lnTo>
                    <a:pt x="154600" y="75657"/>
                  </a:lnTo>
                  <a:lnTo>
                    <a:pt x="154435" y="75932"/>
                  </a:lnTo>
                  <a:lnTo>
                    <a:pt x="154217" y="75846"/>
                  </a:lnTo>
                  <a:lnTo>
                    <a:pt x="154254" y="76127"/>
                  </a:lnTo>
                  <a:lnTo>
                    <a:pt x="153330" y="76297"/>
                  </a:lnTo>
                  <a:lnTo>
                    <a:pt x="153417" y="76510"/>
                  </a:lnTo>
                  <a:lnTo>
                    <a:pt x="153127" y="76774"/>
                  </a:lnTo>
                  <a:lnTo>
                    <a:pt x="153266" y="76987"/>
                  </a:lnTo>
                  <a:lnTo>
                    <a:pt x="151057" y="79689"/>
                  </a:lnTo>
                  <a:lnTo>
                    <a:pt x="149984" y="79210"/>
                  </a:lnTo>
                  <a:lnTo>
                    <a:pt x="148213" y="79097"/>
                  </a:lnTo>
                  <a:lnTo>
                    <a:pt x="147481" y="79411"/>
                  </a:lnTo>
                  <a:lnTo>
                    <a:pt x="145658" y="79618"/>
                  </a:lnTo>
                  <a:lnTo>
                    <a:pt x="144743" y="80750"/>
                  </a:lnTo>
                  <a:lnTo>
                    <a:pt x="143712" y="78529"/>
                  </a:lnTo>
                  <a:lnTo>
                    <a:pt x="142929" y="77474"/>
                  </a:lnTo>
                  <a:lnTo>
                    <a:pt x="142327" y="75850"/>
                  </a:lnTo>
                  <a:lnTo>
                    <a:pt x="142603" y="73777"/>
                  </a:lnTo>
                  <a:lnTo>
                    <a:pt x="143001" y="72295"/>
                  </a:lnTo>
                  <a:lnTo>
                    <a:pt x="143759" y="70898"/>
                  </a:lnTo>
                  <a:lnTo>
                    <a:pt x="143512" y="70438"/>
                  </a:lnTo>
                  <a:lnTo>
                    <a:pt x="143762" y="69648"/>
                  </a:lnTo>
                  <a:lnTo>
                    <a:pt x="144025" y="69362"/>
                  </a:lnTo>
                  <a:lnTo>
                    <a:pt x="145620" y="69188"/>
                  </a:lnTo>
                  <a:lnTo>
                    <a:pt x="146921" y="67744"/>
                  </a:lnTo>
                  <a:lnTo>
                    <a:pt x="145851" y="67235"/>
                  </a:lnTo>
                  <a:lnTo>
                    <a:pt x="145695" y="66346"/>
                  </a:lnTo>
                  <a:lnTo>
                    <a:pt x="146232" y="65209"/>
                  </a:lnTo>
                  <a:lnTo>
                    <a:pt x="147327" y="63895"/>
                  </a:lnTo>
                  <a:lnTo>
                    <a:pt x="145968" y="62828"/>
                  </a:lnTo>
                  <a:lnTo>
                    <a:pt x="145079" y="62430"/>
                  </a:lnTo>
                  <a:lnTo>
                    <a:pt x="144600" y="61605"/>
                  </a:lnTo>
                  <a:lnTo>
                    <a:pt x="142934" y="61466"/>
                  </a:lnTo>
                  <a:lnTo>
                    <a:pt x="143361" y="61022"/>
                  </a:lnTo>
                  <a:lnTo>
                    <a:pt x="143544" y="59791"/>
                  </a:lnTo>
                  <a:lnTo>
                    <a:pt x="144145" y="58778"/>
                  </a:lnTo>
                  <a:lnTo>
                    <a:pt x="144215" y="58145"/>
                  </a:lnTo>
                  <a:lnTo>
                    <a:pt x="142978" y="56491"/>
                  </a:lnTo>
                  <a:lnTo>
                    <a:pt x="142249" y="54062"/>
                  </a:lnTo>
                  <a:lnTo>
                    <a:pt x="140052" y="52296"/>
                  </a:lnTo>
                  <a:lnTo>
                    <a:pt x="140295" y="51384"/>
                  </a:lnTo>
                  <a:lnTo>
                    <a:pt x="140574" y="51179"/>
                  </a:lnTo>
                  <a:lnTo>
                    <a:pt x="140611" y="50598"/>
                  </a:lnTo>
                  <a:lnTo>
                    <a:pt x="139936" y="49539"/>
                  </a:lnTo>
                  <a:lnTo>
                    <a:pt x="139537" y="48023"/>
                  </a:lnTo>
                  <a:lnTo>
                    <a:pt x="140435" y="47889"/>
                  </a:lnTo>
                  <a:lnTo>
                    <a:pt x="142033" y="48080"/>
                  </a:lnTo>
                  <a:lnTo>
                    <a:pt x="142423" y="47917"/>
                  </a:lnTo>
                  <a:lnTo>
                    <a:pt x="142003" y="47825"/>
                  </a:lnTo>
                  <a:lnTo>
                    <a:pt x="140672" y="46020"/>
                  </a:lnTo>
                  <a:lnTo>
                    <a:pt x="140089" y="45778"/>
                  </a:lnTo>
                  <a:lnTo>
                    <a:pt x="140314" y="45184"/>
                  </a:lnTo>
                  <a:lnTo>
                    <a:pt x="139896" y="44952"/>
                  </a:lnTo>
                  <a:lnTo>
                    <a:pt x="139944" y="42639"/>
                  </a:lnTo>
                  <a:lnTo>
                    <a:pt x="140719" y="41384"/>
                  </a:lnTo>
                  <a:lnTo>
                    <a:pt x="141076" y="41608"/>
                  </a:lnTo>
                  <a:lnTo>
                    <a:pt x="143417" y="39664"/>
                  </a:lnTo>
                  <a:lnTo>
                    <a:pt x="142385" y="38503"/>
                  </a:lnTo>
                  <a:lnTo>
                    <a:pt x="141878" y="37283"/>
                  </a:lnTo>
                  <a:lnTo>
                    <a:pt x="142987" y="36721"/>
                  </a:lnTo>
                  <a:lnTo>
                    <a:pt x="143696" y="36691"/>
                  </a:lnTo>
                  <a:lnTo>
                    <a:pt x="143212" y="36369"/>
                  </a:lnTo>
                  <a:lnTo>
                    <a:pt x="143088" y="35289"/>
                  </a:lnTo>
                  <a:lnTo>
                    <a:pt x="143935" y="35774"/>
                  </a:lnTo>
                  <a:lnTo>
                    <a:pt x="144988" y="35805"/>
                  </a:lnTo>
                  <a:lnTo>
                    <a:pt x="145484" y="33645"/>
                  </a:lnTo>
                  <a:lnTo>
                    <a:pt x="143792" y="33111"/>
                  </a:lnTo>
                  <a:lnTo>
                    <a:pt x="144084" y="32505"/>
                  </a:lnTo>
                  <a:lnTo>
                    <a:pt x="144684" y="32768"/>
                  </a:lnTo>
                  <a:lnTo>
                    <a:pt x="145908" y="32712"/>
                  </a:lnTo>
                  <a:lnTo>
                    <a:pt x="146080" y="31637"/>
                  </a:lnTo>
                  <a:lnTo>
                    <a:pt x="145620" y="30953"/>
                  </a:lnTo>
                  <a:lnTo>
                    <a:pt x="143393" y="29872"/>
                  </a:lnTo>
                  <a:lnTo>
                    <a:pt x="141955" y="27794"/>
                  </a:lnTo>
                  <a:lnTo>
                    <a:pt x="142659" y="27434"/>
                  </a:lnTo>
                  <a:lnTo>
                    <a:pt x="143441" y="27380"/>
                  </a:lnTo>
                  <a:lnTo>
                    <a:pt x="145675" y="27831"/>
                  </a:lnTo>
                  <a:lnTo>
                    <a:pt x="146238" y="27734"/>
                  </a:lnTo>
                  <a:lnTo>
                    <a:pt x="147551" y="27122"/>
                  </a:lnTo>
                  <a:lnTo>
                    <a:pt x="148510" y="26340"/>
                  </a:lnTo>
                  <a:lnTo>
                    <a:pt x="150308" y="26154"/>
                  </a:lnTo>
                  <a:lnTo>
                    <a:pt x="151118" y="25428"/>
                  </a:lnTo>
                  <a:lnTo>
                    <a:pt x="150189" y="23910"/>
                  </a:lnTo>
                  <a:lnTo>
                    <a:pt x="149352" y="21740"/>
                  </a:lnTo>
                  <a:lnTo>
                    <a:pt x="150112" y="20568"/>
                  </a:lnTo>
                  <a:lnTo>
                    <a:pt x="150843" y="20093"/>
                  </a:lnTo>
                  <a:lnTo>
                    <a:pt x="150729" y="18882"/>
                  </a:lnTo>
                  <a:lnTo>
                    <a:pt x="150292" y="18482"/>
                  </a:lnTo>
                  <a:lnTo>
                    <a:pt x="149919" y="17565"/>
                  </a:lnTo>
                  <a:lnTo>
                    <a:pt x="149956" y="16711"/>
                  </a:lnTo>
                  <a:lnTo>
                    <a:pt x="151931" y="15468"/>
                  </a:lnTo>
                  <a:lnTo>
                    <a:pt x="152260" y="14296"/>
                  </a:lnTo>
                  <a:lnTo>
                    <a:pt x="151775" y="13760"/>
                  </a:lnTo>
                  <a:lnTo>
                    <a:pt x="151923" y="13495"/>
                  </a:lnTo>
                  <a:lnTo>
                    <a:pt x="151557" y="12797"/>
                  </a:lnTo>
                  <a:lnTo>
                    <a:pt x="151204" y="12834"/>
                  </a:lnTo>
                  <a:lnTo>
                    <a:pt x="150999" y="12599"/>
                  </a:lnTo>
                  <a:lnTo>
                    <a:pt x="150862" y="11393"/>
                  </a:lnTo>
                  <a:lnTo>
                    <a:pt x="150363" y="11229"/>
                  </a:lnTo>
                  <a:lnTo>
                    <a:pt x="150137" y="10465"/>
                  </a:lnTo>
                  <a:lnTo>
                    <a:pt x="150254" y="9726"/>
                  </a:lnTo>
                  <a:lnTo>
                    <a:pt x="149861" y="8939"/>
                  </a:lnTo>
                  <a:lnTo>
                    <a:pt x="149242" y="8809"/>
                  </a:lnTo>
                  <a:lnTo>
                    <a:pt x="147514" y="9169"/>
                  </a:lnTo>
                  <a:lnTo>
                    <a:pt x="146395" y="7638"/>
                  </a:lnTo>
                  <a:lnTo>
                    <a:pt x="147528" y="7391"/>
                  </a:lnTo>
                  <a:lnTo>
                    <a:pt x="148868" y="6345"/>
                  </a:lnTo>
                  <a:lnTo>
                    <a:pt x="151993" y="5577"/>
                  </a:lnTo>
                  <a:lnTo>
                    <a:pt x="154510" y="6030"/>
                  </a:lnTo>
                  <a:lnTo>
                    <a:pt x="157438" y="4264"/>
                  </a:lnTo>
                  <a:lnTo>
                    <a:pt x="161071" y="4510"/>
                  </a:lnTo>
                  <a:lnTo>
                    <a:pt x="160795" y="1989"/>
                  </a:lnTo>
                  <a:lnTo>
                    <a:pt x="161819" y="1327"/>
                  </a:lnTo>
                  <a:lnTo>
                    <a:pt x="162156" y="1650"/>
                  </a:lnTo>
                  <a:lnTo>
                    <a:pt x="162969" y="1586"/>
                  </a:lnTo>
                  <a:lnTo>
                    <a:pt x="163109" y="2024"/>
                  </a:lnTo>
                  <a:lnTo>
                    <a:pt x="163573" y="2235"/>
                  </a:lnTo>
                  <a:lnTo>
                    <a:pt x="164615" y="1558"/>
                  </a:lnTo>
                  <a:lnTo>
                    <a:pt x="165025" y="954"/>
                  </a:lnTo>
                  <a:lnTo>
                    <a:pt x="164997" y="416"/>
                  </a:lnTo>
                  <a:lnTo>
                    <a:pt x="165689" y="0"/>
                  </a:lnTo>
                  <a:lnTo>
                    <a:pt x="168334" y="478"/>
                  </a:lnTo>
                  <a:lnTo>
                    <a:pt x="169069" y="1279"/>
                  </a:lnTo>
                  <a:lnTo>
                    <a:pt x="170014" y="1461"/>
                  </a:lnTo>
                  <a:lnTo>
                    <a:pt x="170516" y="1895"/>
                  </a:lnTo>
                  <a:lnTo>
                    <a:pt x="171384" y="1908"/>
                  </a:lnTo>
                  <a:lnTo>
                    <a:pt x="171844" y="2162"/>
                  </a:lnTo>
                  <a:lnTo>
                    <a:pt x="173465" y="2125"/>
                  </a:lnTo>
                  <a:lnTo>
                    <a:pt x="173902" y="1485"/>
                  </a:lnTo>
                  <a:lnTo>
                    <a:pt x="174413" y="1358"/>
                  </a:lnTo>
                  <a:lnTo>
                    <a:pt x="176124" y="1398"/>
                  </a:lnTo>
                  <a:lnTo>
                    <a:pt x="177381" y="1878"/>
                  </a:lnTo>
                  <a:lnTo>
                    <a:pt x="177860" y="1680"/>
                  </a:lnTo>
                  <a:lnTo>
                    <a:pt x="178853" y="1737"/>
                  </a:lnTo>
                  <a:lnTo>
                    <a:pt x="179778" y="2077"/>
                  </a:lnTo>
                  <a:lnTo>
                    <a:pt x="180029" y="2542"/>
                  </a:lnTo>
                  <a:lnTo>
                    <a:pt x="179837" y="2899"/>
                  </a:lnTo>
                  <a:lnTo>
                    <a:pt x="180485" y="3002"/>
                  </a:lnTo>
                  <a:lnTo>
                    <a:pt x="182029" y="4559"/>
                  </a:lnTo>
                  <a:lnTo>
                    <a:pt x="183009" y="4898"/>
                  </a:lnTo>
                  <a:lnTo>
                    <a:pt x="183277" y="4742"/>
                  </a:lnTo>
                  <a:lnTo>
                    <a:pt x="183575" y="5014"/>
                  </a:lnTo>
                  <a:lnTo>
                    <a:pt x="183906" y="4730"/>
                  </a:lnTo>
                  <a:lnTo>
                    <a:pt x="184450" y="4832"/>
                  </a:lnTo>
                  <a:lnTo>
                    <a:pt x="185378" y="5223"/>
                  </a:lnTo>
                  <a:lnTo>
                    <a:pt x="186221" y="5998"/>
                  </a:lnTo>
                  <a:lnTo>
                    <a:pt x="186735" y="5846"/>
                  </a:lnTo>
                  <a:lnTo>
                    <a:pt x="187618" y="6110"/>
                  </a:lnTo>
                  <a:lnTo>
                    <a:pt x="188803" y="5201"/>
                  </a:lnTo>
                  <a:lnTo>
                    <a:pt x="189778" y="5302"/>
                  </a:lnTo>
                  <a:lnTo>
                    <a:pt x="191085" y="7255"/>
                  </a:lnTo>
                  <a:lnTo>
                    <a:pt x="191653" y="7293"/>
                  </a:lnTo>
                  <a:lnTo>
                    <a:pt x="191919" y="8022"/>
                  </a:lnTo>
                  <a:lnTo>
                    <a:pt x="192777" y="8289"/>
                  </a:lnTo>
                  <a:lnTo>
                    <a:pt x="193293" y="8852"/>
                  </a:lnTo>
                  <a:lnTo>
                    <a:pt x="193752" y="8866"/>
                  </a:lnTo>
                  <a:lnTo>
                    <a:pt x="193759" y="8647"/>
                  </a:lnTo>
                  <a:lnTo>
                    <a:pt x="194148" y="8798"/>
                  </a:lnTo>
                  <a:lnTo>
                    <a:pt x="194418" y="8635"/>
                  </a:lnTo>
                  <a:lnTo>
                    <a:pt x="194343" y="8426"/>
                  </a:lnTo>
                  <a:lnTo>
                    <a:pt x="194732" y="8626"/>
                  </a:lnTo>
                  <a:lnTo>
                    <a:pt x="195246" y="8416"/>
                  </a:lnTo>
                  <a:lnTo>
                    <a:pt x="196293" y="9026"/>
                  </a:lnTo>
                  <a:lnTo>
                    <a:pt x="197348" y="8912"/>
                  </a:lnTo>
                  <a:lnTo>
                    <a:pt x="197792" y="8592"/>
                  </a:lnTo>
                  <a:lnTo>
                    <a:pt x="198684" y="9073"/>
                  </a:lnTo>
                  <a:lnTo>
                    <a:pt x="198694" y="9380"/>
                  </a:lnTo>
                  <a:lnTo>
                    <a:pt x="199195" y="9584"/>
                  </a:lnTo>
                  <a:lnTo>
                    <a:pt x="200052" y="10438"/>
                  </a:lnTo>
                  <a:lnTo>
                    <a:pt x="200228" y="10301"/>
                  </a:lnTo>
                  <a:lnTo>
                    <a:pt x="201456" y="11126"/>
                  </a:lnTo>
                  <a:lnTo>
                    <a:pt x="202054" y="11074"/>
                  </a:lnTo>
                  <a:lnTo>
                    <a:pt x="202846" y="11417"/>
                  </a:lnTo>
                  <a:lnTo>
                    <a:pt x="203284" y="11177"/>
                  </a:lnTo>
                  <a:lnTo>
                    <a:pt x="204205" y="11718"/>
                  </a:lnTo>
                  <a:lnTo>
                    <a:pt x="205478" y="11650"/>
                  </a:lnTo>
                  <a:lnTo>
                    <a:pt x="206082" y="11365"/>
                  </a:lnTo>
                  <a:lnTo>
                    <a:pt x="207143" y="11575"/>
                  </a:lnTo>
                  <a:lnTo>
                    <a:pt x="207588" y="11405"/>
                  </a:lnTo>
                  <a:lnTo>
                    <a:pt x="208855" y="11399"/>
                  </a:lnTo>
                  <a:lnTo>
                    <a:pt x="209357" y="11937"/>
                  </a:lnTo>
                  <a:lnTo>
                    <a:pt x="212779" y="12564"/>
                  </a:lnTo>
                  <a:lnTo>
                    <a:pt x="214617" y="13271"/>
                  </a:lnTo>
                  <a:lnTo>
                    <a:pt x="217905" y="15686"/>
                  </a:lnTo>
                  <a:lnTo>
                    <a:pt x="222252" y="17756"/>
                  </a:lnTo>
                  <a:lnTo>
                    <a:pt x="224293" y="19318"/>
                  </a:lnTo>
                  <a:lnTo>
                    <a:pt x="224415" y="20005"/>
                  </a:lnTo>
                  <a:lnTo>
                    <a:pt x="225061" y="20807"/>
                  </a:lnTo>
                  <a:lnTo>
                    <a:pt x="225788" y="23755"/>
                  </a:lnTo>
                  <a:lnTo>
                    <a:pt x="226429" y="24691"/>
                  </a:lnTo>
                  <a:lnTo>
                    <a:pt x="227792" y="25137"/>
                  </a:lnTo>
                  <a:lnTo>
                    <a:pt x="227989" y="24959"/>
                  </a:lnTo>
                  <a:lnTo>
                    <a:pt x="228935" y="25127"/>
                  </a:lnTo>
                  <a:lnTo>
                    <a:pt x="230508" y="24317"/>
                  </a:lnTo>
                  <a:lnTo>
                    <a:pt x="231001" y="24570"/>
                  </a:lnTo>
                  <a:lnTo>
                    <a:pt x="231515" y="24380"/>
                  </a:lnTo>
                  <a:lnTo>
                    <a:pt x="232228" y="23637"/>
                  </a:lnTo>
                  <a:lnTo>
                    <a:pt x="233829" y="23950"/>
                  </a:lnTo>
                  <a:lnTo>
                    <a:pt x="234501" y="23597"/>
                  </a:lnTo>
                  <a:lnTo>
                    <a:pt x="235307" y="24425"/>
                  </a:lnTo>
                  <a:lnTo>
                    <a:pt x="235862" y="24302"/>
                  </a:lnTo>
                  <a:lnTo>
                    <a:pt x="237129" y="21049"/>
                  </a:lnTo>
                  <a:lnTo>
                    <a:pt x="238219" y="21007"/>
                  </a:lnTo>
                  <a:lnTo>
                    <a:pt x="239827" y="19862"/>
                  </a:lnTo>
                  <a:lnTo>
                    <a:pt x="240425" y="19870"/>
                  </a:lnTo>
                  <a:lnTo>
                    <a:pt x="240677" y="20169"/>
                  </a:lnTo>
                  <a:lnTo>
                    <a:pt x="241854" y="19818"/>
                  </a:lnTo>
                  <a:lnTo>
                    <a:pt x="241898" y="20081"/>
                  </a:lnTo>
                  <a:lnTo>
                    <a:pt x="242215" y="19965"/>
                  </a:lnTo>
                  <a:lnTo>
                    <a:pt x="242477" y="20160"/>
                  </a:lnTo>
                  <a:lnTo>
                    <a:pt x="243162" y="19564"/>
                  </a:lnTo>
                  <a:lnTo>
                    <a:pt x="243635" y="19587"/>
                  </a:lnTo>
                  <a:lnTo>
                    <a:pt x="243832" y="18680"/>
                  </a:lnTo>
                  <a:lnTo>
                    <a:pt x="244909" y="18641"/>
                  </a:lnTo>
                  <a:lnTo>
                    <a:pt x="245101" y="19059"/>
                  </a:lnTo>
                  <a:lnTo>
                    <a:pt x="245667" y="18991"/>
                  </a:lnTo>
                  <a:lnTo>
                    <a:pt x="245837" y="19197"/>
                  </a:lnTo>
                  <a:lnTo>
                    <a:pt x="246376" y="18968"/>
                  </a:lnTo>
                  <a:lnTo>
                    <a:pt x="246894" y="19106"/>
                  </a:lnTo>
                  <a:lnTo>
                    <a:pt x="247218" y="18416"/>
                  </a:lnTo>
                  <a:lnTo>
                    <a:pt x="247416" y="18640"/>
                  </a:lnTo>
                  <a:lnTo>
                    <a:pt x="247755" y="18457"/>
                  </a:lnTo>
                  <a:lnTo>
                    <a:pt x="248154" y="18740"/>
                  </a:lnTo>
                  <a:lnTo>
                    <a:pt x="248705" y="18279"/>
                  </a:lnTo>
                  <a:lnTo>
                    <a:pt x="248899" y="18486"/>
                  </a:lnTo>
                  <a:lnTo>
                    <a:pt x="249619" y="18540"/>
                  </a:lnTo>
                  <a:lnTo>
                    <a:pt x="249900" y="18295"/>
                  </a:lnTo>
                  <a:lnTo>
                    <a:pt x="250832" y="18549"/>
                  </a:lnTo>
                  <a:lnTo>
                    <a:pt x="251444" y="19157"/>
                  </a:lnTo>
                  <a:lnTo>
                    <a:pt x="252602" y="19073"/>
                  </a:lnTo>
                  <a:lnTo>
                    <a:pt x="253131" y="19393"/>
                  </a:lnTo>
                  <a:lnTo>
                    <a:pt x="253189" y="19164"/>
                  </a:lnTo>
                  <a:lnTo>
                    <a:pt x="253485" y="19214"/>
                  </a:lnTo>
                  <a:lnTo>
                    <a:pt x="253637" y="19451"/>
                  </a:lnTo>
                  <a:lnTo>
                    <a:pt x="255181" y="18496"/>
                  </a:lnTo>
                  <a:lnTo>
                    <a:pt x="255456" y="18812"/>
                  </a:lnTo>
                  <a:lnTo>
                    <a:pt x="255859" y="18638"/>
                  </a:lnTo>
                  <a:lnTo>
                    <a:pt x="256179" y="19030"/>
                  </a:lnTo>
                  <a:lnTo>
                    <a:pt x="256941" y="18893"/>
                  </a:lnTo>
                  <a:lnTo>
                    <a:pt x="257124" y="19191"/>
                  </a:lnTo>
                  <a:lnTo>
                    <a:pt x="258049" y="19465"/>
                  </a:lnTo>
                  <a:lnTo>
                    <a:pt x="259163" y="19452"/>
                  </a:lnTo>
                  <a:lnTo>
                    <a:pt x="259131" y="19095"/>
                  </a:lnTo>
                  <a:lnTo>
                    <a:pt x="259522" y="18760"/>
                  </a:lnTo>
                  <a:lnTo>
                    <a:pt x="260377" y="18837"/>
                  </a:lnTo>
                  <a:lnTo>
                    <a:pt x="260195" y="19197"/>
                  </a:lnTo>
                  <a:lnTo>
                    <a:pt x="260681" y="20364"/>
                  </a:lnTo>
                  <a:lnTo>
                    <a:pt x="260943" y="20948"/>
                  </a:lnTo>
                  <a:lnTo>
                    <a:pt x="261595" y="21495"/>
                  </a:lnTo>
                  <a:lnTo>
                    <a:pt x="261725" y="22267"/>
                  </a:lnTo>
                  <a:lnTo>
                    <a:pt x="262849" y="23623"/>
                  </a:lnTo>
                  <a:lnTo>
                    <a:pt x="262809" y="23954"/>
                  </a:lnTo>
                  <a:lnTo>
                    <a:pt x="263017" y="24068"/>
                  </a:lnTo>
                  <a:lnTo>
                    <a:pt x="262890" y="24502"/>
                  </a:lnTo>
                  <a:lnTo>
                    <a:pt x="263364" y="24675"/>
                  </a:lnTo>
                  <a:lnTo>
                    <a:pt x="263674" y="25193"/>
                  </a:lnTo>
                  <a:lnTo>
                    <a:pt x="264309" y="25320"/>
                  </a:lnTo>
                  <a:lnTo>
                    <a:pt x="265468" y="27175"/>
                  </a:lnTo>
                  <a:lnTo>
                    <a:pt x="266290" y="27898"/>
                  </a:lnTo>
                  <a:lnTo>
                    <a:pt x="266385" y="28365"/>
                  </a:lnTo>
                  <a:lnTo>
                    <a:pt x="267068" y="28590"/>
                  </a:lnTo>
                  <a:lnTo>
                    <a:pt x="267073" y="28963"/>
                  </a:lnTo>
                  <a:lnTo>
                    <a:pt x="267651" y="29248"/>
                  </a:lnTo>
                  <a:lnTo>
                    <a:pt x="267886" y="29700"/>
                  </a:lnTo>
                  <a:lnTo>
                    <a:pt x="268209" y="29802"/>
                  </a:lnTo>
                  <a:lnTo>
                    <a:pt x="268214" y="30086"/>
                  </a:lnTo>
                  <a:lnTo>
                    <a:pt x="268816" y="30345"/>
                  </a:lnTo>
                  <a:lnTo>
                    <a:pt x="269324" y="30158"/>
                  </a:lnTo>
                  <a:lnTo>
                    <a:pt x="269774" y="30500"/>
                  </a:lnTo>
                  <a:lnTo>
                    <a:pt x="270517" y="30603"/>
                  </a:lnTo>
                  <a:lnTo>
                    <a:pt x="273637" y="32360"/>
                  </a:lnTo>
                  <a:lnTo>
                    <a:pt x="275741" y="32789"/>
                  </a:lnTo>
                  <a:lnTo>
                    <a:pt x="279044" y="35484"/>
                  </a:lnTo>
                  <a:lnTo>
                    <a:pt x="280206" y="35941"/>
                  </a:lnTo>
                  <a:lnTo>
                    <a:pt x="280820" y="35855"/>
                  </a:lnTo>
                  <a:lnTo>
                    <a:pt x="281176" y="36281"/>
                  </a:lnTo>
                  <a:lnTo>
                    <a:pt x="281705" y="36342"/>
                  </a:lnTo>
                  <a:lnTo>
                    <a:pt x="282038" y="36729"/>
                  </a:lnTo>
                  <a:lnTo>
                    <a:pt x="282369" y="36675"/>
                  </a:lnTo>
                  <a:lnTo>
                    <a:pt x="284196" y="38189"/>
                  </a:lnTo>
                  <a:lnTo>
                    <a:pt x="284414" y="38105"/>
                  </a:lnTo>
                  <a:lnTo>
                    <a:pt x="285409" y="38803"/>
                  </a:lnTo>
                  <a:lnTo>
                    <a:pt x="285384" y="39158"/>
                  </a:lnTo>
                  <a:lnTo>
                    <a:pt x="285992" y="39664"/>
                  </a:lnTo>
                  <a:lnTo>
                    <a:pt x="286320" y="39417"/>
                  </a:lnTo>
                  <a:lnTo>
                    <a:pt x="287130" y="39839"/>
                  </a:lnTo>
                  <a:lnTo>
                    <a:pt x="287436" y="40300"/>
                  </a:lnTo>
                  <a:lnTo>
                    <a:pt x="288845" y="40426"/>
                  </a:lnTo>
                  <a:lnTo>
                    <a:pt x="289382" y="40844"/>
                  </a:lnTo>
                  <a:lnTo>
                    <a:pt x="289989" y="40969"/>
                  </a:lnTo>
                  <a:lnTo>
                    <a:pt x="290216" y="41400"/>
                  </a:lnTo>
                  <a:lnTo>
                    <a:pt x="290444" y="41271"/>
                  </a:lnTo>
                  <a:lnTo>
                    <a:pt x="291451" y="41672"/>
                  </a:lnTo>
                  <a:lnTo>
                    <a:pt x="292989" y="41142"/>
                  </a:lnTo>
                  <a:lnTo>
                    <a:pt x="293286" y="41531"/>
                  </a:lnTo>
                  <a:lnTo>
                    <a:pt x="294728" y="41334"/>
                  </a:lnTo>
                  <a:lnTo>
                    <a:pt x="295277" y="40897"/>
                  </a:lnTo>
                  <a:lnTo>
                    <a:pt x="298249" y="43883"/>
                  </a:lnTo>
                  <a:lnTo>
                    <a:pt x="300217" y="45301"/>
                  </a:lnTo>
                  <a:lnTo>
                    <a:pt x="306866" y="46866"/>
                  </a:lnTo>
                  <a:lnTo>
                    <a:pt x="309920" y="46720"/>
                  </a:lnTo>
                  <a:lnTo>
                    <a:pt x="312657" y="47435"/>
                  </a:lnTo>
                  <a:lnTo>
                    <a:pt x="313458" y="47445"/>
                  </a:lnTo>
                  <a:lnTo>
                    <a:pt x="316359" y="45360"/>
                  </a:lnTo>
                  <a:lnTo>
                    <a:pt x="316592" y="48380"/>
                  </a:lnTo>
                  <a:lnTo>
                    <a:pt x="317013" y="49308"/>
                  </a:lnTo>
                  <a:lnTo>
                    <a:pt x="317452" y="52333"/>
                  </a:lnTo>
                  <a:lnTo>
                    <a:pt x="318202" y="53735"/>
                  </a:lnTo>
                  <a:lnTo>
                    <a:pt x="318380" y="55741"/>
                  </a:lnTo>
                  <a:lnTo>
                    <a:pt x="319405" y="55831"/>
                  </a:lnTo>
                  <a:lnTo>
                    <a:pt x="319705" y="60472"/>
                  </a:lnTo>
                  <a:lnTo>
                    <a:pt x="319498" y="61478"/>
                  </a:lnTo>
                  <a:lnTo>
                    <a:pt x="320078" y="62193"/>
                  </a:lnTo>
                  <a:lnTo>
                    <a:pt x="320784" y="62355"/>
                  </a:lnTo>
                  <a:lnTo>
                    <a:pt x="321940" y="63408"/>
                  </a:lnTo>
                  <a:lnTo>
                    <a:pt x="323089" y="63893"/>
                  </a:lnTo>
                  <a:lnTo>
                    <a:pt x="324186" y="63970"/>
                  </a:lnTo>
                  <a:lnTo>
                    <a:pt x="325967" y="64963"/>
                  </a:lnTo>
                  <a:lnTo>
                    <a:pt x="327950" y="63269"/>
                  </a:lnTo>
                  <a:lnTo>
                    <a:pt x="327785" y="63034"/>
                  </a:lnTo>
                  <a:lnTo>
                    <a:pt x="327977" y="62687"/>
                  </a:lnTo>
                  <a:lnTo>
                    <a:pt x="329136" y="62062"/>
                  </a:lnTo>
                  <a:lnTo>
                    <a:pt x="329635" y="61206"/>
                  </a:lnTo>
                  <a:lnTo>
                    <a:pt x="330311" y="61092"/>
                  </a:lnTo>
                  <a:lnTo>
                    <a:pt x="330439" y="60860"/>
                  </a:lnTo>
                  <a:lnTo>
                    <a:pt x="331004" y="61464"/>
                  </a:lnTo>
                  <a:lnTo>
                    <a:pt x="331710" y="61440"/>
                  </a:lnTo>
                  <a:lnTo>
                    <a:pt x="333196" y="60295"/>
                  </a:lnTo>
                  <a:lnTo>
                    <a:pt x="333877" y="60661"/>
                  </a:lnTo>
                  <a:lnTo>
                    <a:pt x="334562" y="60311"/>
                  </a:lnTo>
                  <a:lnTo>
                    <a:pt x="335211" y="60481"/>
                  </a:lnTo>
                  <a:lnTo>
                    <a:pt x="335911" y="60092"/>
                  </a:lnTo>
                  <a:lnTo>
                    <a:pt x="336513" y="58036"/>
                  </a:lnTo>
                  <a:lnTo>
                    <a:pt x="338300" y="56182"/>
                  </a:lnTo>
                  <a:lnTo>
                    <a:pt x="338352" y="54689"/>
                  </a:lnTo>
                  <a:lnTo>
                    <a:pt x="338173" y="54387"/>
                  </a:lnTo>
                  <a:lnTo>
                    <a:pt x="338511" y="53434"/>
                  </a:lnTo>
                  <a:lnTo>
                    <a:pt x="338142" y="52789"/>
                  </a:lnTo>
                  <a:lnTo>
                    <a:pt x="337914" y="51973"/>
                  </a:lnTo>
                  <a:lnTo>
                    <a:pt x="338040" y="51793"/>
                  </a:lnTo>
                  <a:lnTo>
                    <a:pt x="338575" y="51698"/>
                  </a:lnTo>
                  <a:lnTo>
                    <a:pt x="339291" y="51191"/>
                  </a:lnTo>
                  <a:lnTo>
                    <a:pt x="339210" y="51004"/>
                  </a:lnTo>
                  <a:lnTo>
                    <a:pt x="339652" y="50467"/>
                  </a:lnTo>
                  <a:lnTo>
                    <a:pt x="340188" y="50346"/>
                  </a:lnTo>
                  <a:lnTo>
                    <a:pt x="341481" y="48798"/>
                  </a:lnTo>
                  <a:lnTo>
                    <a:pt x="342852" y="48459"/>
                  </a:lnTo>
                  <a:lnTo>
                    <a:pt x="343975" y="48790"/>
                  </a:lnTo>
                  <a:lnTo>
                    <a:pt x="344600" y="48673"/>
                  </a:lnTo>
                  <a:lnTo>
                    <a:pt x="345691" y="47901"/>
                  </a:lnTo>
                  <a:lnTo>
                    <a:pt x="346751" y="47781"/>
                  </a:lnTo>
                  <a:lnTo>
                    <a:pt x="346739" y="47290"/>
                  </a:lnTo>
                  <a:lnTo>
                    <a:pt x="347021" y="46929"/>
                  </a:lnTo>
                  <a:lnTo>
                    <a:pt x="345809" y="45748"/>
                  </a:lnTo>
                  <a:lnTo>
                    <a:pt x="345796" y="45506"/>
                  </a:lnTo>
                  <a:lnTo>
                    <a:pt x="346230" y="45456"/>
                  </a:lnTo>
                  <a:lnTo>
                    <a:pt x="345929" y="44725"/>
                  </a:lnTo>
                  <a:lnTo>
                    <a:pt x="345487" y="44521"/>
                  </a:lnTo>
                  <a:lnTo>
                    <a:pt x="344975" y="43776"/>
                  </a:lnTo>
                  <a:lnTo>
                    <a:pt x="346519" y="42245"/>
                  </a:lnTo>
                  <a:lnTo>
                    <a:pt x="346738" y="41660"/>
                  </a:lnTo>
                  <a:lnTo>
                    <a:pt x="346362" y="41153"/>
                  </a:lnTo>
                  <a:lnTo>
                    <a:pt x="346510" y="40429"/>
                  </a:lnTo>
                  <a:lnTo>
                    <a:pt x="346035" y="40474"/>
                  </a:lnTo>
                  <a:lnTo>
                    <a:pt x="345894" y="40128"/>
                  </a:lnTo>
                  <a:lnTo>
                    <a:pt x="346147" y="37935"/>
                  </a:lnTo>
                  <a:lnTo>
                    <a:pt x="345863" y="37594"/>
                  </a:lnTo>
                  <a:lnTo>
                    <a:pt x="346501" y="36938"/>
                  </a:lnTo>
                  <a:lnTo>
                    <a:pt x="346338" y="36863"/>
                  </a:lnTo>
                  <a:lnTo>
                    <a:pt x="346464" y="36591"/>
                  </a:lnTo>
                  <a:lnTo>
                    <a:pt x="347110" y="36540"/>
                  </a:lnTo>
                  <a:lnTo>
                    <a:pt x="346539" y="36093"/>
                  </a:lnTo>
                  <a:lnTo>
                    <a:pt x="347035" y="36013"/>
                  </a:lnTo>
                  <a:lnTo>
                    <a:pt x="347356" y="35446"/>
                  </a:lnTo>
                  <a:lnTo>
                    <a:pt x="347520" y="35526"/>
                  </a:lnTo>
                  <a:lnTo>
                    <a:pt x="347684" y="34780"/>
                  </a:lnTo>
                  <a:lnTo>
                    <a:pt x="348550" y="34156"/>
                  </a:lnTo>
                  <a:lnTo>
                    <a:pt x="348827" y="34179"/>
                  </a:lnTo>
                  <a:lnTo>
                    <a:pt x="349091" y="33813"/>
                  </a:lnTo>
                  <a:lnTo>
                    <a:pt x="349150" y="33409"/>
                  </a:lnTo>
                  <a:lnTo>
                    <a:pt x="349582" y="33035"/>
                  </a:lnTo>
                  <a:lnTo>
                    <a:pt x="349428" y="32607"/>
                  </a:lnTo>
                  <a:lnTo>
                    <a:pt x="349792" y="32382"/>
                  </a:lnTo>
                  <a:lnTo>
                    <a:pt x="350021" y="31349"/>
                  </a:lnTo>
                  <a:lnTo>
                    <a:pt x="350484" y="31679"/>
                  </a:lnTo>
                  <a:lnTo>
                    <a:pt x="350898" y="30879"/>
                  </a:lnTo>
                  <a:lnTo>
                    <a:pt x="350712" y="30625"/>
                  </a:lnTo>
                  <a:lnTo>
                    <a:pt x="351548" y="30425"/>
                  </a:lnTo>
                  <a:lnTo>
                    <a:pt x="351214" y="29854"/>
                  </a:lnTo>
                  <a:lnTo>
                    <a:pt x="351467" y="29589"/>
                  </a:lnTo>
                  <a:lnTo>
                    <a:pt x="351278" y="29151"/>
                  </a:lnTo>
                  <a:lnTo>
                    <a:pt x="351547" y="29104"/>
                  </a:lnTo>
                  <a:lnTo>
                    <a:pt x="351591" y="28858"/>
                  </a:lnTo>
                  <a:lnTo>
                    <a:pt x="351284" y="28870"/>
                  </a:lnTo>
                  <a:lnTo>
                    <a:pt x="351294" y="28379"/>
                  </a:lnTo>
                  <a:lnTo>
                    <a:pt x="355478" y="28228"/>
                  </a:lnTo>
                  <a:lnTo>
                    <a:pt x="356840" y="27922"/>
                  </a:lnTo>
                  <a:lnTo>
                    <a:pt x="359886" y="26370"/>
                  </a:lnTo>
                  <a:lnTo>
                    <a:pt x="360138" y="26901"/>
                  </a:lnTo>
                  <a:lnTo>
                    <a:pt x="360178" y="28215"/>
                  </a:lnTo>
                  <a:lnTo>
                    <a:pt x="361125" y="29878"/>
                  </a:lnTo>
                  <a:lnTo>
                    <a:pt x="361993" y="30480"/>
                  </a:lnTo>
                  <a:lnTo>
                    <a:pt x="362550" y="31677"/>
                  </a:lnTo>
                  <a:lnTo>
                    <a:pt x="362691" y="33241"/>
                  </a:lnTo>
                  <a:lnTo>
                    <a:pt x="362498" y="34119"/>
                  </a:lnTo>
                  <a:lnTo>
                    <a:pt x="362804" y="35880"/>
                  </a:lnTo>
                  <a:lnTo>
                    <a:pt x="370874" y="36782"/>
                  </a:lnTo>
                  <a:lnTo>
                    <a:pt x="372856" y="36536"/>
                  </a:lnTo>
                  <a:lnTo>
                    <a:pt x="374609" y="36621"/>
                  </a:lnTo>
                  <a:lnTo>
                    <a:pt x="378994" y="35183"/>
                  </a:lnTo>
                  <a:lnTo>
                    <a:pt x="380114" y="33889"/>
                  </a:lnTo>
                  <a:lnTo>
                    <a:pt x="383408" y="32346"/>
                  </a:lnTo>
                  <a:lnTo>
                    <a:pt x="384763" y="29469"/>
                  </a:lnTo>
                  <a:lnTo>
                    <a:pt x="388602" y="23548"/>
                  </a:lnTo>
                  <a:lnTo>
                    <a:pt x="389160" y="23380"/>
                  </a:lnTo>
                  <a:lnTo>
                    <a:pt x="390015" y="25206"/>
                  </a:lnTo>
                  <a:lnTo>
                    <a:pt x="390169" y="26256"/>
                  </a:lnTo>
                  <a:lnTo>
                    <a:pt x="389936" y="27577"/>
                  </a:lnTo>
                  <a:lnTo>
                    <a:pt x="390873" y="28406"/>
                  </a:lnTo>
                  <a:lnTo>
                    <a:pt x="390435" y="29311"/>
                  </a:lnTo>
                  <a:lnTo>
                    <a:pt x="390551" y="29636"/>
                  </a:lnTo>
                  <a:lnTo>
                    <a:pt x="392040" y="30365"/>
                  </a:lnTo>
                  <a:lnTo>
                    <a:pt x="392299" y="30775"/>
                  </a:lnTo>
                  <a:lnTo>
                    <a:pt x="393316" y="31320"/>
                  </a:lnTo>
                  <a:lnTo>
                    <a:pt x="393915" y="32511"/>
                  </a:lnTo>
                  <a:lnTo>
                    <a:pt x="394215" y="32645"/>
                  </a:lnTo>
                  <a:lnTo>
                    <a:pt x="395044" y="32238"/>
                  </a:lnTo>
                  <a:lnTo>
                    <a:pt x="395772" y="32244"/>
                  </a:lnTo>
                  <a:lnTo>
                    <a:pt x="396949" y="31535"/>
                  </a:lnTo>
                  <a:lnTo>
                    <a:pt x="398501" y="32895"/>
                  </a:lnTo>
                  <a:lnTo>
                    <a:pt x="398860" y="33135"/>
                  </a:lnTo>
                  <a:lnTo>
                    <a:pt x="399053" y="33836"/>
                  </a:lnTo>
                  <a:lnTo>
                    <a:pt x="398773" y="36354"/>
                  </a:lnTo>
                  <a:lnTo>
                    <a:pt x="397445" y="37907"/>
                  </a:lnTo>
                  <a:lnTo>
                    <a:pt x="397348" y="38665"/>
                  </a:lnTo>
                  <a:lnTo>
                    <a:pt x="397572" y="38963"/>
                  </a:lnTo>
                  <a:lnTo>
                    <a:pt x="398310" y="39109"/>
                  </a:lnTo>
                  <a:lnTo>
                    <a:pt x="398301" y="40461"/>
                  </a:lnTo>
                  <a:lnTo>
                    <a:pt x="398623" y="40673"/>
                  </a:lnTo>
                  <a:lnTo>
                    <a:pt x="398707" y="41391"/>
                  </a:lnTo>
                  <a:lnTo>
                    <a:pt x="398251" y="41724"/>
                  </a:lnTo>
                  <a:lnTo>
                    <a:pt x="398772" y="42107"/>
                  </a:lnTo>
                  <a:lnTo>
                    <a:pt x="398557" y="42430"/>
                  </a:lnTo>
                  <a:lnTo>
                    <a:pt x="398733" y="42757"/>
                  </a:lnTo>
                  <a:lnTo>
                    <a:pt x="399270" y="42965"/>
                  </a:lnTo>
                  <a:lnTo>
                    <a:pt x="399220" y="43629"/>
                  </a:lnTo>
                  <a:lnTo>
                    <a:pt x="399582" y="43931"/>
                  </a:lnTo>
                  <a:lnTo>
                    <a:pt x="399434" y="44571"/>
                  </a:lnTo>
                  <a:lnTo>
                    <a:pt x="399655" y="44556"/>
                  </a:lnTo>
                  <a:lnTo>
                    <a:pt x="399501" y="44684"/>
                  </a:lnTo>
                  <a:lnTo>
                    <a:pt x="399703" y="45173"/>
                  </a:lnTo>
                  <a:lnTo>
                    <a:pt x="399348" y="46134"/>
                  </a:lnTo>
                  <a:lnTo>
                    <a:pt x="399469" y="46805"/>
                  </a:lnTo>
                  <a:lnTo>
                    <a:pt x="399021" y="46896"/>
                  </a:lnTo>
                  <a:lnTo>
                    <a:pt x="398523" y="48267"/>
                  </a:lnTo>
                  <a:lnTo>
                    <a:pt x="398220" y="48395"/>
                  </a:lnTo>
                  <a:lnTo>
                    <a:pt x="398623" y="50146"/>
                  </a:lnTo>
                  <a:lnTo>
                    <a:pt x="398427" y="50101"/>
                  </a:lnTo>
                  <a:lnTo>
                    <a:pt x="398355" y="50514"/>
                  </a:lnTo>
                  <a:lnTo>
                    <a:pt x="398621" y="50873"/>
                  </a:lnTo>
                  <a:lnTo>
                    <a:pt x="398570" y="51110"/>
                  </a:lnTo>
                  <a:lnTo>
                    <a:pt x="398287" y="51036"/>
                  </a:lnTo>
                  <a:lnTo>
                    <a:pt x="398033" y="51344"/>
                  </a:lnTo>
                  <a:lnTo>
                    <a:pt x="398332" y="51696"/>
                  </a:lnTo>
                  <a:lnTo>
                    <a:pt x="398173" y="51834"/>
                  </a:lnTo>
                  <a:lnTo>
                    <a:pt x="398697" y="52351"/>
                  </a:lnTo>
                  <a:lnTo>
                    <a:pt x="398499" y="52716"/>
                  </a:lnTo>
                  <a:lnTo>
                    <a:pt x="398888" y="53683"/>
                  </a:lnTo>
                  <a:lnTo>
                    <a:pt x="399558" y="54460"/>
                  </a:lnTo>
                  <a:lnTo>
                    <a:pt x="399298" y="54854"/>
                  </a:lnTo>
                  <a:lnTo>
                    <a:pt x="399850" y="55203"/>
                  </a:lnTo>
                  <a:lnTo>
                    <a:pt x="400192" y="56285"/>
                  </a:lnTo>
                  <a:lnTo>
                    <a:pt x="400463" y="56291"/>
                  </a:lnTo>
                  <a:lnTo>
                    <a:pt x="400252" y="56467"/>
                  </a:lnTo>
                  <a:lnTo>
                    <a:pt x="400877" y="56495"/>
                  </a:lnTo>
                  <a:lnTo>
                    <a:pt x="401115" y="57196"/>
                  </a:lnTo>
                  <a:lnTo>
                    <a:pt x="401592" y="57532"/>
                  </a:lnTo>
                  <a:lnTo>
                    <a:pt x="401411" y="58284"/>
                  </a:lnTo>
                  <a:lnTo>
                    <a:pt x="402104" y="58395"/>
                  </a:lnTo>
                  <a:lnTo>
                    <a:pt x="402368" y="59024"/>
                  </a:lnTo>
                  <a:lnTo>
                    <a:pt x="402735" y="59152"/>
                  </a:lnTo>
                  <a:lnTo>
                    <a:pt x="402857" y="59643"/>
                  </a:lnTo>
                  <a:lnTo>
                    <a:pt x="402592" y="59598"/>
                  </a:lnTo>
                  <a:lnTo>
                    <a:pt x="402696" y="60087"/>
                  </a:lnTo>
                  <a:lnTo>
                    <a:pt x="402414" y="60210"/>
                  </a:lnTo>
                  <a:lnTo>
                    <a:pt x="402894" y="60667"/>
                  </a:lnTo>
                  <a:lnTo>
                    <a:pt x="402852" y="60983"/>
                  </a:lnTo>
                  <a:lnTo>
                    <a:pt x="402543" y="60766"/>
                  </a:lnTo>
                  <a:lnTo>
                    <a:pt x="402285" y="61942"/>
                  </a:lnTo>
                  <a:lnTo>
                    <a:pt x="402567" y="62129"/>
                  </a:lnTo>
                  <a:lnTo>
                    <a:pt x="402397" y="62880"/>
                  </a:lnTo>
                  <a:lnTo>
                    <a:pt x="402763" y="63750"/>
                  </a:lnTo>
                  <a:lnTo>
                    <a:pt x="402784" y="64218"/>
                  </a:lnTo>
                  <a:lnTo>
                    <a:pt x="402564" y="64400"/>
                  </a:lnTo>
                  <a:lnTo>
                    <a:pt x="402995" y="64670"/>
                  </a:lnTo>
                  <a:lnTo>
                    <a:pt x="403177" y="65154"/>
                  </a:lnTo>
                  <a:lnTo>
                    <a:pt x="403227" y="66228"/>
                  </a:lnTo>
                  <a:lnTo>
                    <a:pt x="403812" y="66329"/>
                  </a:lnTo>
                  <a:lnTo>
                    <a:pt x="403785" y="66750"/>
                  </a:lnTo>
                  <a:lnTo>
                    <a:pt x="404229" y="66672"/>
                  </a:lnTo>
                  <a:lnTo>
                    <a:pt x="404416" y="66916"/>
                  </a:lnTo>
                  <a:lnTo>
                    <a:pt x="406066" y="66199"/>
                  </a:lnTo>
                  <a:lnTo>
                    <a:pt x="406749" y="66282"/>
                  </a:lnTo>
                  <a:lnTo>
                    <a:pt x="408683" y="65766"/>
                  </a:lnTo>
                  <a:lnTo>
                    <a:pt x="410531" y="66417"/>
                  </a:lnTo>
                  <a:lnTo>
                    <a:pt x="412966" y="67785"/>
                  </a:lnTo>
                  <a:lnTo>
                    <a:pt x="414199" y="68191"/>
                  </a:lnTo>
                  <a:lnTo>
                    <a:pt x="414355" y="70699"/>
                  </a:lnTo>
                  <a:lnTo>
                    <a:pt x="416297" y="73961"/>
                  </a:lnTo>
                  <a:lnTo>
                    <a:pt x="418232" y="74620"/>
                  </a:lnTo>
                  <a:lnTo>
                    <a:pt x="420848" y="74731"/>
                  </a:lnTo>
                  <a:lnTo>
                    <a:pt x="421097" y="77226"/>
                  </a:lnTo>
                  <a:lnTo>
                    <a:pt x="420709" y="77993"/>
                  </a:lnTo>
                  <a:lnTo>
                    <a:pt x="421388" y="78589"/>
                  </a:lnTo>
                  <a:lnTo>
                    <a:pt x="421707" y="79269"/>
                  </a:lnTo>
                  <a:lnTo>
                    <a:pt x="421585" y="80034"/>
                  </a:lnTo>
                  <a:lnTo>
                    <a:pt x="423572" y="79836"/>
                  </a:lnTo>
                  <a:lnTo>
                    <a:pt x="424458" y="78985"/>
                  </a:lnTo>
                  <a:lnTo>
                    <a:pt x="427032" y="78171"/>
                  </a:lnTo>
                  <a:lnTo>
                    <a:pt x="428958" y="78196"/>
                  </a:lnTo>
                  <a:lnTo>
                    <a:pt x="431511" y="78920"/>
                  </a:lnTo>
                  <a:lnTo>
                    <a:pt x="432124" y="78328"/>
                  </a:lnTo>
                  <a:lnTo>
                    <a:pt x="433310" y="78817"/>
                  </a:lnTo>
                  <a:lnTo>
                    <a:pt x="434930" y="78714"/>
                  </a:lnTo>
                  <a:lnTo>
                    <a:pt x="434871" y="79603"/>
                  </a:lnTo>
                  <a:lnTo>
                    <a:pt x="435566" y="82116"/>
                  </a:lnTo>
                  <a:lnTo>
                    <a:pt x="435196" y="86095"/>
                  </a:lnTo>
                  <a:lnTo>
                    <a:pt x="435549" y="89348"/>
                  </a:lnTo>
                  <a:lnTo>
                    <a:pt x="435879" y="90531"/>
                  </a:lnTo>
                  <a:lnTo>
                    <a:pt x="435835" y="91778"/>
                  </a:lnTo>
                  <a:lnTo>
                    <a:pt x="435362" y="92006"/>
                  </a:lnTo>
                  <a:lnTo>
                    <a:pt x="435006" y="90508"/>
                  </a:lnTo>
                  <a:lnTo>
                    <a:pt x="433697" y="91362"/>
                  </a:lnTo>
                  <a:lnTo>
                    <a:pt x="433710" y="92401"/>
                  </a:lnTo>
                  <a:lnTo>
                    <a:pt x="432865" y="92305"/>
                  </a:lnTo>
                  <a:lnTo>
                    <a:pt x="431935" y="91878"/>
                  </a:lnTo>
                  <a:lnTo>
                    <a:pt x="429279" y="90254"/>
                  </a:lnTo>
                  <a:lnTo>
                    <a:pt x="428911" y="89593"/>
                  </a:lnTo>
                  <a:lnTo>
                    <a:pt x="426653" y="89681"/>
                  </a:lnTo>
                  <a:lnTo>
                    <a:pt x="422123" y="89253"/>
                  </a:lnTo>
                  <a:lnTo>
                    <a:pt x="421077" y="88140"/>
                  </a:lnTo>
                  <a:lnTo>
                    <a:pt x="419264" y="86859"/>
                  </a:lnTo>
                  <a:lnTo>
                    <a:pt x="419227" y="85403"/>
                  </a:lnTo>
                  <a:lnTo>
                    <a:pt x="418708" y="84561"/>
                  </a:lnTo>
                  <a:lnTo>
                    <a:pt x="417829" y="84096"/>
                  </a:lnTo>
                  <a:lnTo>
                    <a:pt x="417189" y="82176"/>
                  </a:lnTo>
                  <a:lnTo>
                    <a:pt x="415446" y="81652"/>
                  </a:lnTo>
                  <a:lnTo>
                    <a:pt x="413892" y="81498"/>
                  </a:lnTo>
                  <a:lnTo>
                    <a:pt x="411131" y="81790"/>
                  </a:lnTo>
                  <a:lnTo>
                    <a:pt x="410674" y="80859"/>
                  </a:lnTo>
                  <a:lnTo>
                    <a:pt x="413412" y="80644"/>
                  </a:lnTo>
                  <a:lnTo>
                    <a:pt x="417093" y="81390"/>
                  </a:lnTo>
                  <a:lnTo>
                    <a:pt x="417639" y="80141"/>
                  </a:lnTo>
                  <a:lnTo>
                    <a:pt x="418034" y="80363"/>
                  </a:lnTo>
                  <a:lnTo>
                    <a:pt x="418055" y="79345"/>
                  </a:lnTo>
                  <a:lnTo>
                    <a:pt x="416500" y="78213"/>
                  </a:lnTo>
                  <a:lnTo>
                    <a:pt x="414148" y="77061"/>
                  </a:lnTo>
                  <a:lnTo>
                    <a:pt x="413602" y="77023"/>
                  </a:lnTo>
                  <a:lnTo>
                    <a:pt x="412228" y="77798"/>
                  </a:lnTo>
                  <a:lnTo>
                    <a:pt x="411051" y="78003"/>
                  </a:lnTo>
                  <a:lnTo>
                    <a:pt x="410938" y="78303"/>
                  </a:lnTo>
                  <a:lnTo>
                    <a:pt x="410059" y="78448"/>
                  </a:lnTo>
                  <a:lnTo>
                    <a:pt x="408862" y="78262"/>
                  </a:lnTo>
                  <a:lnTo>
                    <a:pt x="409008" y="79400"/>
                  </a:lnTo>
                  <a:lnTo>
                    <a:pt x="408555" y="81496"/>
                  </a:lnTo>
                  <a:lnTo>
                    <a:pt x="405124" y="79805"/>
                  </a:lnTo>
                  <a:lnTo>
                    <a:pt x="402991" y="79673"/>
                  </a:lnTo>
                  <a:lnTo>
                    <a:pt x="402522" y="79377"/>
                  </a:lnTo>
                  <a:lnTo>
                    <a:pt x="401371" y="79597"/>
                  </a:lnTo>
                  <a:lnTo>
                    <a:pt x="400263" y="79200"/>
                  </a:lnTo>
                  <a:lnTo>
                    <a:pt x="400069" y="78811"/>
                  </a:lnTo>
                  <a:lnTo>
                    <a:pt x="399647" y="78715"/>
                  </a:lnTo>
                  <a:lnTo>
                    <a:pt x="395867" y="83726"/>
                  </a:lnTo>
                  <a:lnTo>
                    <a:pt x="395445" y="82068"/>
                  </a:lnTo>
                  <a:lnTo>
                    <a:pt x="395167" y="81931"/>
                  </a:lnTo>
                  <a:lnTo>
                    <a:pt x="392734" y="84748"/>
                  </a:lnTo>
                  <a:lnTo>
                    <a:pt x="392199" y="86372"/>
                  </a:lnTo>
                  <a:lnTo>
                    <a:pt x="392242" y="88057"/>
                  </a:lnTo>
                  <a:lnTo>
                    <a:pt x="393720" y="89454"/>
                  </a:lnTo>
                  <a:lnTo>
                    <a:pt x="392747" y="92194"/>
                  </a:lnTo>
                  <a:lnTo>
                    <a:pt x="391381" y="94369"/>
                  </a:lnTo>
                  <a:lnTo>
                    <a:pt x="389575" y="95953"/>
                  </a:lnTo>
                  <a:lnTo>
                    <a:pt x="388469" y="97590"/>
                  </a:lnTo>
                  <a:lnTo>
                    <a:pt x="386491" y="99494"/>
                  </a:lnTo>
                  <a:lnTo>
                    <a:pt x="386160" y="99117"/>
                  </a:lnTo>
                  <a:lnTo>
                    <a:pt x="386515" y="98954"/>
                  </a:lnTo>
                  <a:lnTo>
                    <a:pt x="386272" y="98612"/>
                  </a:lnTo>
                  <a:lnTo>
                    <a:pt x="386462" y="98497"/>
                  </a:lnTo>
                  <a:lnTo>
                    <a:pt x="386303" y="98071"/>
                  </a:lnTo>
                  <a:lnTo>
                    <a:pt x="385815" y="98063"/>
                  </a:lnTo>
                  <a:lnTo>
                    <a:pt x="385721" y="96709"/>
                  </a:lnTo>
                  <a:lnTo>
                    <a:pt x="385439" y="96286"/>
                  </a:lnTo>
                  <a:lnTo>
                    <a:pt x="385637" y="96120"/>
                  </a:lnTo>
                  <a:lnTo>
                    <a:pt x="385712" y="95204"/>
                  </a:lnTo>
                  <a:lnTo>
                    <a:pt x="386425" y="94506"/>
                  </a:lnTo>
                  <a:lnTo>
                    <a:pt x="386162" y="93728"/>
                  </a:lnTo>
                  <a:lnTo>
                    <a:pt x="386385" y="93533"/>
                  </a:lnTo>
                  <a:lnTo>
                    <a:pt x="385556" y="92934"/>
                  </a:lnTo>
                  <a:lnTo>
                    <a:pt x="384800" y="90676"/>
                  </a:lnTo>
                  <a:lnTo>
                    <a:pt x="384353" y="90022"/>
                  </a:lnTo>
                  <a:lnTo>
                    <a:pt x="383988" y="90177"/>
                  </a:lnTo>
                  <a:lnTo>
                    <a:pt x="383630" y="89425"/>
                  </a:lnTo>
                  <a:lnTo>
                    <a:pt x="383463" y="88030"/>
                  </a:lnTo>
                  <a:lnTo>
                    <a:pt x="383774" y="86892"/>
                  </a:lnTo>
                  <a:lnTo>
                    <a:pt x="383401" y="86151"/>
                  </a:lnTo>
                  <a:lnTo>
                    <a:pt x="382604" y="86527"/>
                  </a:lnTo>
                  <a:lnTo>
                    <a:pt x="380912" y="86165"/>
                  </a:lnTo>
                  <a:lnTo>
                    <a:pt x="379897" y="86345"/>
                  </a:lnTo>
                  <a:lnTo>
                    <a:pt x="380072" y="90723"/>
                  </a:lnTo>
                  <a:lnTo>
                    <a:pt x="380693" y="92784"/>
                  </a:lnTo>
                  <a:lnTo>
                    <a:pt x="380644" y="93259"/>
                  </a:lnTo>
                  <a:lnTo>
                    <a:pt x="380248" y="93590"/>
                  </a:lnTo>
                  <a:lnTo>
                    <a:pt x="377937" y="93281"/>
                  </a:lnTo>
                  <a:lnTo>
                    <a:pt x="377344" y="92945"/>
                  </a:lnTo>
                  <a:lnTo>
                    <a:pt x="375985" y="93158"/>
                  </a:lnTo>
                  <a:lnTo>
                    <a:pt x="374385" y="92940"/>
                  </a:lnTo>
                  <a:lnTo>
                    <a:pt x="371842" y="92443"/>
                  </a:lnTo>
                  <a:lnTo>
                    <a:pt x="368711" y="91456"/>
                  </a:lnTo>
                  <a:lnTo>
                    <a:pt x="368604" y="92204"/>
                  </a:lnTo>
                  <a:lnTo>
                    <a:pt x="368464" y="92135"/>
                  </a:lnTo>
                  <a:lnTo>
                    <a:pt x="366211" y="97348"/>
                  </a:lnTo>
                  <a:lnTo>
                    <a:pt x="368660" y="98793"/>
                  </a:lnTo>
                  <a:lnTo>
                    <a:pt x="368511" y="99404"/>
                  </a:lnTo>
                  <a:lnTo>
                    <a:pt x="370188" y="100126"/>
                  </a:lnTo>
                  <a:lnTo>
                    <a:pt x="369519" y="103134"/>
                  </a:lnTo>
                  <a:lnTo>
                    <a:pt x="369733" y="103814"/>
                  </a:lnTo>
                  <a:lnTo>
                    <a:pt x="370715" y="104973"/>
                  </a:lnTo>
                  <a:lnTo>
                    <a:pt x="371753" y="107384"/>
                  </a:lnTo>
                  <a:lnTo>
                    <a:pt x="375034" y="110184"/>
                  </a:lnTo>
                  <a:lnTo>
                    <a:pt x="374902" y="110897"/>
                  </a:lnTo>
                  <a:lnTo>
                    <a:pt x="374545" y="111157"/>
                  </a:lnTo>
                  <a:lnTo>
                    <a:pt x="373727" y="110932"/>
                  </a:lnTo>
                  <a:lnTo>
                    <a:pt x="373223" y="111483"/>
                  </a:lnTo>
                  <a:lnTo>
                    <a:pt x="371897" y="111507"/>
                  </a:lnTo>
                  <a:lnTo>
                    <a:pt x="371342" y="111259"/>
                  </a:lnTo>
                  <a:lnTo>
                    <a:pt x="370545" y="111462"/>
                  </a:lnTo>
                  <a:lnTo>
                    <a:pt x="370518" y="114041"/>
                  </a:lnTo>
                  <a:lnTo>
                    <a:pt x="370586" y="115451"/>
                  </a:lnTo>
                  <a:lnTo>
                    <a:pt x="371838" y="117689"/>
                  </a:lnTo>
                  <a:lnTo>
                    <a:pt x="372027" y="118419"/>
                  </a:lnTo>
                  <a:lnTo>
                    <a:pt x="373233" y="120078"/>
                  </a:lnTo>
                  <a:lnTo>
                    <a:pt x="375422" y="121638"/>
                  </a:lnTo>
                  <a:lnTo>
                    <a:pt x="375817" y="122519"/>
                  </a:lnTo>
                  <a:lnTo>
                    <a:pt x="374636" y="122714"/>
                  </a:lnTo>
                  <a:lnTo>
                    <a:pt x="372183" y="122524"/>
                  </a:lnTo>
                  <a:lnTo>
                    <a:pt x="371710" y="121786"/>
                  </a:lnTo>
                  <a:lnTo>
                    <a:pt x="370363" y="122003"/>
                  </a:lnTo>
                  <a:lnTo>
                    <a:pt x="369582" y="121517"/>
                  </a:lnTo>
                  <a:lnTo>
                    <a:pt x="368916" y="121460"/>
                  </a:lnTo>
                  <a:lnTo>
                    <a:pt x="367533" y="121909"/>
                  </a:lnTo>
                  <a:lnTo>
                    <a:pt x="367592" y="123136"/>
                  </a:lnTo>
                  <a:lnTo>
                    <a:pt x="367088" y="127191"/>
                  </a:lnTo>
                  <a:lnTo>
                    <a:pt x="367040" y="127370"/>
                  </a:lnTo>
                  <a:lnTo>
                    <a:pt x="366204" y="127451"/>
                  </a:lnTo>
                  <a:lnTo>
                    <a:pt x="365934" y="127685"/>
                  </a:lnTo>
                  <a:lnTo>
                    <a:pt x="365931" y="129669"/>
                  </a:lnTo>
                  <a:lnTo>
                    <a:pt x="366358" y="129744"/>
                  </a:lnTo>
                  <a:lnTo>
                    <a:pt x="366510" y="130123"/>
                  </a:lnTo>
                  <a:lnTo>
                    <a:pt x="366995" y="131577"/>
                  </a:lnTo>
                  <a:lnTo>
                    <a:pt x="367066" y="132530"/>
                  </a:lnTo>
                  <a:lnTo>
                    <a:pt x="368233" y="133923"/>
                  </a:lnTo>
                  <a:lnTo>
                    <a:pt x="369643" y="135223"/>
                  </a:lnTo>
                  <a:lnTo>
                    <a:pt x="373725" y="137649"/>
                  </a:lnTo>
                  <a:lnTo>
                    <a:pt x="375193" y="138979"/>
                  </a:lnTo>
                  <a:lnTo>
                    <a:pt x="377356" y="141689"/>
                  </a:lnTo>
                  <a:lnTo>
                    <a:pt x="378726" y="143915"/>
                  </a:lnTo>
                  <a:lnTo>
                    <a:pt x="379102" y="145049"/>
                  </a:lnTo>
                  <a:lnTo>
                    <a:pt x="379282" y="148735"/>
                  </a:lnTo>
                  <a:lnTo>
                    <a:pt x="378125" y="148553"/>
                  </a:lnTo>
                  <a:lnTo>
                    <a:pt x="372426" y="148907"/>
                  </a:lnTo>
                  <a:lnTo>
                    <a:pt x="372227" y="151795"/>
                  </a:lnTo>
                  <a:lnTo>
                    <a:pt x="373281" y="153617"/>
                  </a:lnTo>
                  <a:lnTo>
                    <a:pt x="374065" y="156897"/>
                  </a:lnTo>
                  <a:lnTo>
                    <a:pt x="374809" y="158414"/>
                  </a:lnTo>
                  <a:lnTo>
                    <a:pt x="378113" y="159444"/>
                  </a:lnTo>
                  <a:lnTo>
                    <a:pt x="378693" y="159355"/>
                  </a:lnTo>
                  <a:lnTo>
                    <a:pt x="379724" y="157502"/>
                  </a:lnTo>
                  <a:lnTo>
                    <a:pt x="382983" y="157497"/>
                  </a:lnTo>
                  <a:lnTo>
                    <a:pt x="382721" y="159561"/>
                  </a:lnTo>
                  <a:lnTo>
                    <a:pt x="381893" y="159539"/>
                  </a:lnTo>
                  <a:lnTo>
                    <a:pt x="381226" y="160347"/>
                  </a:lnTo>
                  <a:lnTo>
                    <a:pt x="381718" y="161711"/>
                  </a:lnTo>
                  <a:lnTo>
                    <a:pt x="382245" y="161700"/>
                  </a:lnTo>
                  <a:lnTo>
                    <a:pt x="385041" y="163471"/>
                  </a:lnTo>
                  <a:lnTo>
                    <a:pt x="387624" y="165495"/>
                  </a:lnTo>
                  <a:lnTo>
                    <a:pt x="388872" y="167142"/>
                  </a:lnTo>
                  <a:lnTo>
                    <a:pt x="389459" y="168949"/>
                  </a:lnTo>
                  <a:lnTo>
                    <a:pt x="391911" y="171296"/>
                  </a:lnTo>
                  <a:lnTo>
                    <a:pt x="392209" y="171870"/>
                  </a:lnTo>
                  <a:lnTo>
                    <a:pt x="393965" y="173141"/>
                  </a:lnTo>
                  <a:lnTo>
                    <a:pt x="394363" y="173543"/>
                  </a:lnTo>
                  <a:lnTo>
                    <a:pt x="394299" y="173740"/>
                  </a:lnTo>
                  <a:lnTo>
                    <a:pt x="398623" y="177511"/>
                  </a:lnTo>
                  <a:lnTo>
                    <a:pt x="399165" y="177470"/>
                  </a:lnTo>
                  <a:lnTo>
                    <a:pt x="399172" y="179118"/>
                  </a:lnTo>
                  <a:lnTo>
                    <a:pt x="398429" y="179168"/>
                  </a:lnTo>
                  <a:lnTo>
                    <a:pt x="398571" y="180739"/>
                  </a:lnTo>
                  <a:lnTo>
                    <a:pt x="398419" y="181593"/>
                  </a:lnTo>
                  <a:lnTo>
                    <a:pt x="397572" y="183819"/>
                  </a:lnTo>
                  <a:lnTo>
                    <a:pt x="397909" y="184301"/>
                  </a:lnTo>
                  <a:lnTo>
                    <a:pt x="401891" y="186150"/>
                  </a:lnTo>
                  <a:lnTo>
                    <a:pt x="401913" y="187661"/>
                  </a:lnTo>
                  <a:lnTo>
                    <a:pt x="402910" y="189033"/>
                  </a:lnTo>
                  <a:lnTo>
                    <a:pt x="403819" y="189512"/>
                  </a:lnTo>
                  <a:lnTo>
                    <a:pt x="404167" y="190202"/>
                  </a:lnTo>
                  <a:lnTo>
                    <a:pt x="405558" y="189538"/>
                  </a:lnTo>
                  <a:lnTo>
                    <a:pt x="406088" y="191009"/>
                  </a:lnTo>
                  <a:lnTo>
                    <a:pt x="405468" y="191151"/>
                  </a:lnTo>
                  <a:lnTo>
                    <a:pt x="407090" y="192838"/>
                  </a:lnTo>
                  <a:lnTo>
                    <a:pt x="407112" y="193161"/>
                  </a:lnTo>
                  <a:lnTo>
                    <a:pt x="405917" y="193845"/>
                  </a:lnTo>
                  <a:lnTo>
                    <a:pt x="405279" y="193800"/>
                  </a:lnTo>
                  <a:lnTo>
                    <a:pt x="402969" y="194318"/>
                  </a:lnTo>
                  <a:lnTo>
                    <a:pt x="401546" y="193778"/>
                  </a:lnTo>
                  <a:lnTo>
                    <a:pt x="399310" y="194768"/>
                  </a:lnTo>
                  <a:lnTo>
                    <a:pt x="398841" y="195148"/>
                  </a:lnTo>
                  <a:lnTo>
                    <a:pt x="398183" y="196431"/>
                  </a:lnTo>
                  <a:lnTo>
                    <a:pt x="397490" y="198972"/>
                  </a:lnTo>
                  <a:lnTo>
                    <a:pt x="397212" y="200743"/>
                  </a:lnTo>
                  <a:lnTo>
                    <a:pt x="398369" y="202931"/>
                  </a:lnTo>
                  <a:lnTo>
                    <a:pt x="398311" y="204182"/>
                  </a:lnTo>
                  <a:lnTo>
                    <a:pt x="397810" y="204881"/>
                  </a:lnTo>
                  <a:lnTo>
                    <a:pt x="398762" y="207280"/>
                  </a:lnTo>
                  <a:lnTo>
                    <a:pt x="399207" y="207563"/>
                  </a:lnTo>
                  <a:lnTo>
                    <a:pt x="399820" y="208628"/>
                  </a:lnTo>
                  <a:lnTo>
                    <a:pt x="400767" y="209289"/>
                  </a:lnTo>
                  <a:lnTo>
                    <a:pt x="401128" y="210490"/>
                  </a:lnTo>
                  <a:lnTo>
                    <a:pt x="401137" y="212545"/>
                  </a:lnTo>
                  <a:lnTo>
                    <a:pt x="401720" y="213488"/>
                  </a:lnTo>
                  <a:lnTo>
                    <a:pt x="404436" y="215314"/>
                  </a:lnTo>
                  <a:lnTo>
                    <a:pt x="405240" y="216086"/>
                  </a:lnTo>
                  <a:lnTo>
                    <a:pt x="404567" y="216255"/>
                  </a:lnTo>
                  <a:lnTo>
                    <a:pt x="405089" y="217246"/>
                  </a:lnTo>
                  <a:lnTo>
                    <a:pt x="404904" y="217334"/>
                  </a:lnTo>
                  <a:lnTo>
                    <a:pt x="405361" y="219544"/>
                  </a:lnTo>
                  <a:lnTo>
                    <a:pt x="405820" y="219642"/>
                  </a:lnTo>
                  <a:lnTo>
                    <a:pt x="406999" y="221444"/>
                  </a:lnTo>
                  <a:lnTo>
                    <a:pt x="408056" y="224485"/>
                  </a:lnTo>
                  <a:lnTo>
                    <a:pt x="408174" y="226553"/>
                  </a:lnTo>
                  <a:lnTo>
                    <a:pt x="409993" y="226854"/>
                  </a:lnTo>
                  <a:lnTo>
                    <a:pt x="411000" y="227676"/>
                  </a:lnTo>
                  <a:lnTo>
                    <a:pt x="411492" y="227222"/>
                  </a:lnTo>
                  <a:lnTo>
                    <a:pt x="412313" y="227941"/>
                  </a:lnTo>
                  <a:lnTo>
                    <a:pt x="412925" y="228148"/>
                  </a:lnTo>
                  <a:lnTo>
                    <a:pt x="412855" y="228566"/>
                  </a:lnTo>
                  <a:lnTo>
                    <a:pt x="413868" y="230367"/>
                  </a:lnTo>
                  <a:lnTo>
                    <a:pt x="411685" y="232003"/>
                  </a:lnTo>
                  <a:lnTo>
                    <a:pt x="411358" y="232898"/>
                  </a:lnTo>
                  <a:lnTo>
                    <a:pt x="410684" y="235082"/>
                  </a:lnTo>
                  <a:lnTo>
                    <a:pt x="410430" y="235156"/>
                  </a:lnTo>
                  <a:lnTo>
                    <a:pt x="410374" y="236477"/>
                  </a:lnTo>
                  <a:lnTo>
                    <a:pt x="409973" y="237749"/>
                  </a:lnTo>
                  <a:lnTo>
                    <a:pt x="410600" y="239064"/>
                  </a:lnTo>
                  <a:lnTo>
                    <a:pt x="411178" y="239620"/>
                  </a:lnTo>
                  <a:lnTo>
                    <a:pt x="411838" y="239882"/>
                  </a:lnTo>
                  <a:lnTo>
                    <a:pt x="411396" y="240646"/>
                  </a:lnTo>
                  <a:lnTo>
                    <a:pt x="410883" y="246147"/>
                  </a:lnTo>
                  <a:lnTo>
                    <a:pt x="410534" y="246567"/>
                  </a:lnTo>
                  <a:lnTo>
                    <a:pt x="410090" y="246647"/>
                  </a:lnTo>
                  <a:lnTo>
                    <a:pt x="409157" y="247826"/>
                  </a:lnTo>
                  <a:lnTo>
                    <a:pt x="409334" y="249386"/>
                  </a:lnTo>
                  <a:lnTo>
                    <a:pt x="408898" y="249642"/>
                  </a:lnTo>
                  <a:lnTo>
                    <a:pt x="408818" y="250512"/>
                  </a:lnTo>
                  <a:lnTo>
                    <a:pt x="409627" y="250560"/>
                  </a:lnTo>
                  <a:lnTo>
                    <a:pt x="410046" y="250810"/>
                  </a:lnTo>
                  <a:lnTo>
                    <a:pt x="410968" y="250529"/>
                  </a:lnTo>
                  <a:lnTo>
                    <a:pt x="411351" y="251024"/>
                  </a:lnTo>
                  <a:lnTo>
                    <a:pt x="409823" y="251913"/>
                  </a:lnTo>
                  <a:lnTo>
                    <a:pt x="409870" y="252493"/>
                  </a:lnTo>
                  <a:lnTo>
                    <a:pt x="410951" y="252948"/>
                  </a:lnTo>
                  <a:lnTo>
                    <a:pt x="412202" y="254284"/>
                  </a:lnTo>
                  <a:lnTo>
                    <a:pt x="412924" y="254663"/>
                  </a:lnTo>
                  <a:lnTo>
                    <a:pt x="413867" y="254740"/>
                  </a:lnTo>
                  <a:lnTo>
                    <a:pt x="415398" y="254896"/>
                  </a:lnTo>
                  <a:lnTo>
                    <a:pt x="416425" y="255708"/>
                  </a:lnTo>
                  <a:lnTo>
                    <a:pt x="417475" y="255677"/>
                  </a:lnTo>
                  <a:lnTo>
                    <a:pt x="419141" y="256742"/>
                  </a:lnTo>
                  <a:lnTo>
                    <a:pt x="420717" y="257088"/>
                  </a:lnTo>
                  <a:lnTo>
                    <a:pt x="421329" y="257989"/>
                  </a:lnTo>
                  <a:lnTo>
                    <a:pt x="423456" y="258692"/>
                  </a:lnTo>
                  <a:lnTo>
                    <a:pt x="423307" y="258319"/>
                  </a:lnTo>
                  <a:lnTo>
                    <a:pt x="423805" y="257161"/>
                  </a:lnTo>
                  <a:lnTo>
                    <a:pt x="423097" y="256108"/>
                  </a:lnTo>
                  <a:lnTo>
                    <a:pt x="422958" y="255426"/>
                  </a:lnTo>
                  <a:lnTo>
                    <a:pt x="424310" y="255143"/>
                  </a:lnTo>
                  <a:lnTo>
                    <a:pt x="424968" y="255603"/>
                  </a:lnTo>
                  <a:lnTo>
                    <a:pt x="425223" y="256548"/>
                  </a:lnTo>
                  <a:lnTo>
                    <a:pt x="425712" y="256694"/>
                  </a:lnTo>
                  <a:lnTo>
                    <a:pt x="426086" y="256087"/>
                  </a:lnTo>
                  <a:lnTo>
                    <a:pt x="426845" y="255843"/>
                  </a:lnTo>
                  <a:lnTo>
                    <a:pt x="427780" y="256580"/>
                  </a:lnTo>
                  <a:lnTo>
                    <a:pt x="427136" y="257310"/>
                  </a:lnTo>
                  <a:lnTo>
                    <a:pt x="426950" y="258129"/>
                  </a:lnTo>
                  <a:lnTo>
                    <a:pt x="427433" y="258462"/>
                  </a:lnTo>
                  <a:lnTo>
                    <a:pt x="427426" y="258860"/>
                  </a:lnTo>
                  <a:lnTo>
                    <a:pt x="428085" y="259650"/>
                  </a:lnTo>
                  <a:lnTo>
                    <a:pt x="429320" y="260573"/>
                  </a:lnTo>
                  <a:lnTo>
                    <a:pt x="429712" y="261212"/>
                  </a:lnTo>
                  <a:lnTo>
                    <a:pt x="429400" y="261747"/>
                  </a:lnTo>
                  <a:lnTo>
                    <a:pt x="430449" y="262206"/>
                  </a:lnTo>
                  <a:lnTo>
                    <a:pt x="430293" y="262424"/>
                  </a:lnTo>
                  <a:lnTo>
                    <a:pt x="429642" y="262496"/>
                  </a:lnTo>
                  <a:lnTo>
                    <a:pt x="429880" y="263237"/>
                  </a:lnTo>
                  <a:lnTo>
                    <a:pt x="431021" y="263497"/>
                  </a:lnTo>
                  <a:lnTo>
                    <a:pt x="430969" y="263823"/>
                  </a:lnTo>
                  <a:lnTo>
                    <a:pt x="431458" y="264020"/>
                  </a:lnTo>
                  <a:lnTo>
                    <a:pt x="431031" y="264768"/>
                  </a:lnTo>
                  <a:lnTo>
                    <a:pt x="431884" y="265999"/>
                  </a:lnTo>
                  <a:lnTo>
                    <a:pt x="431429" y="266715"/>
                  </a:lnTo>
                  <a:lnTo>
                    <a:pt x="431712" y="267231"/>
                  </a:lnTo>
                  <a:lnTo>
                    <a:pt x="431315" y="268362"/>
                  </a:lnTo>
                  <a:lnTo>
                    <a:pt x="432520" y="268823"/>
                  </a:lnTo>
                  <a:lnTo>
                    <a:pt x="432495" y="269279"/>
                  </a:lnTo>
                  <a:lnTo>
                    <a:pt x="431533" y="269308"/>
                  </a:lnTo>
                  <a:lnTo>
                    <a:pt x="432707" y="271386"/>
                  </a:lnTo>
                  <a:lnTo>
                    <a:pt x="431733" y="272954"/>
                  </a:lnTo>
                  <a:lnTo>
                    <a:pt x="431481" y="273899"/>
                  </a:lnTo>
                  <a:lnTo>
                    <a:pt x="434748" y="275659"/>
                  </a:lnTo>
                  <a:lnTo>
                    <a:pt x="434681" y="277146"/>
                  </a:lnTo>
                  <a:lnTo>
                    <a:pt x="435886" y="277150"/>
                  </a:lnTo>
                  <a:lnTo>
                    <a:pt x="436002" y="278561"/>
                  </a:lnTo>
                  <a:lnTo>
                    <a:pt x="435630" y="278688"/>
                  </a:lnTo>
                  <a:lnTo>
                    <a:pt x="435684" y="279257"/>
                  </a:lnTo>
                  <a:lnTo>
                    <a:pt x="435172" y="279430"/>
                  </a:lnTo>
                  <a:lnTo>
                    <a:pt x="435154" y="279799"/>
                  </a:lnTo>
                  <a:lnTo>
                    <a:pt x="434680" y="279771"/>
                  </a:lnTo>
                  <a:lnTo>
                    <a:pt x="434148" y="282378"/>
                  </a:lnTo>
                  <a:lnTo>
                    <a:pt x="435003" y="282460"/>
                  </a:lnTo>
                  <a:lnTo>
                    <a:pt x="435551" y="283252"/>
                  </a:lnTo>
                  <a:lnTo>
                    <a:pt x="437057" y="283184"/>
                  </a:lnTo>
                  <a:lnTo>
                    <a:pt x="437459" y="285604"/>
                  </a:lnTo>
                  <a:lnTo>
                    <a:pt x="439436" y="285748"/>
                  </a:lnTo>
                  <a:lnTo>
                    <a:pt x="441318" y="285038"/>
                  </a:lnTo>
                  <a:lnTo>
                    <a:pt x="443985" y="285654"/>
                  </a:lnTo>
                  <a:lnTo>
                    <a:pt x="444723" y="285402"/>
                  </a:lnTo>
                  <a:lnTo>
                    <a:pt x="444534" y="286579"/>
                  </a:lnTo>
                  <a:lnTo>
                    <a:pt x="445230" y="287330"/>
                  </a:lnTo>
                  <a:lnTo>
                    <a:pt x="445435" y="288174"/>
                  </a:lnTo>
                  <a:lnTo>
                    <a:pt x="446124" y="288692"/>
                  </a:lnTo>
                  <a:lnTo>
                    <a:pt x="445983" y="288914"/>
                  </a:lnTo>
                  <a:lnTo>
                    <a:pt x="446409" y="289250"/>
                  </a:lnTo>
                  <a:lnTo>
                    <a:pt x="447296" y="289579"/>
                  </a:lnTo>
                  <a:lnTo>
                    <a:pt x="447748" y="287304"/>
                  </a:lnTo>
                  <a:lnTo>
                    <a:pt x="447941" y="287247"/>
                  </a:lnTo>
                  <a:lnTo>
                    <a:pt x="449430" y="287492"/>
                  </a:lnTo>
                  <a:lnTo>
                    <a:pt x="449813" y="287351"/>
                  </a:lnTo>
                  <a:lnTo>
                    <a:pt x="452450" y="288586"/>
                  </a:lnTo>
                  <a:lnTo>
                    <a:pt x="452878" y="288537"/>
                  </a:lnTo>
                  <a:lnTo>
                    <a:pt x="453176" y="289321"/>
                  </a:lnTo>
                  <a:lnTo>
                    <a:pt x="453905" y="290134"/>
                  </a:lnTo>
                  <a:lnTo>
                    <a:pt x="453780" y="290317"/>
                  </a:lnTo>
                  <a:lnTo>
                    <a:pt x="454766" y="291864"/>
                  </a:lnTo>
                  <a:lnTo>
                    <a:pt x="454670" y="292229"/>
                  </a:lnTo>
                  <a:lnTo>
                    <a:pt x="455960" y="294321"/>
                  </a:lnTo>
                  <a:lnTo>
                    <a:pt x="455866" y="295608"/>
                  </a:lnTo>
                  <a:lnTo>
                    <a:pt x="456096" y="296103"/>
                  </a:lnTo>
                  <a:lnTo>
                    <a:pt x="456865" y="296588"/>
                  </a:lnTo>
                  <a:lnTo>
                    <a:pt x="457052" y="297081"/>
                  </a:lnTo>
                  <a:lnTo>
                    <a:pt x="456959" y="299320"/>
                  </a:lnTo>
                  <a:lnTo>
                    <a:pt x="457146" y="299521"/>
                  </a:lnTo>
                  <a:lnTo>
                    <a:pt x="457066" y="300125"/>
                  </a:lnTo>
                  <a:lnTo>
                    <a:pt x="457345" y="300370"/>
                  </a:lnTo>
                  <a:lnTo>
                    <a:pt x="457176" y="300446"/>
                  </a:lnTo>
                  <a:lnTo>
                    <a:pt x="457581" y="301078"/>
                  </a:lnTo>
                  <a:lnTo>
                    <a:pt x="460137" y="302407"/>
                  </a:lnTo>
                  <a:lnTo>
                    <a:pt x="461256" y="302177"/>
                  </a:lnTo>
                  <a:lnTo>
                    <a:pt x="462021" y="302284"/>
                  </a:lnTo>
                  <a:lnTo>
                    <a:pt x="462462" y="302961"/>
                  </a:lnTo>
                  <a:lnTo>
                    <a:pt x="463100" y="302983"/>
                  </a:lnTo>
                  <a:lnTo>
                    <a:pt x="463881" y="304503"/>
                  </a:lnTo>
                  <a:lnTo>
                    <a:pt x="464368" y="304585"/>
                  </a:lnTo>
                  <a:lnTo>
                    <a:pt x="464947" y="305270"/>
                  </a:lnTo>
                  <a:lnTo>
                    <a:pt x="465135" y="305984"/>
                  </a:lnTo>
                  <a:lnTo>
                    <a:pt x="465776" y="306268"/>
                  </a:lnTo>
                  <a:lnTo>
                    <a:pt x="466128" y="306918"/>
                  </a:lnTo>
                  <a:lnTo>
                    <a:pt x="467065" y="307519"/>
                  </a:lnTo>
                  <a:lnTo>
                    <a:pt x="467382" y="308278"/>
                  </a:lnTo>
                  <a:lnTo>
                    <a:pt x="468274" y="309259"/>
                  </a:lnTo>
                  <a:lnTo>
                    <a:pt x="469034" y="310016"/>
                  </a:lnTo>
                  <a:lnTo>
                    <a:pt x="469713" y="310319"/>
                  </a:lnTo>
                  <a:lnTo>
                    <a:pt x="470038" y="311065"/>
                  </a:lnTo>
                  <a:lnTo>
                    <a:pt x="469041" y="312036"/>
                  </a:lnTo>
                  <a:lnTo>
                    <a:pt x="468695" y="312733"/>
                  </a:lnTo>
                  <a:lnTo>
                    <a:pt x="469375" y="313385"/>
                  </a:lnTo>
                  <a:lnTo>
                    <a:pt x="469548" y="314068"/>
                  </a:lnTo>
                  <a:lnTo>
                    <a:pt x="469361" y="315058"/>
                  </a:lnTo>
                  <a:lnTo>
                    <a:pt x="466953" y="317104"/>
                  </a:lnTo>
                  <a:lnTo>
                    <a:pt x="466813" y="317439"/>
                  </a:lnTo>
                  <a:lnTo>
                    <a:pt x="467110" y="318489"/>
                  </a:lnTo>
                  <a:lnTo>
                    <a:pt x="468007" y="319224"/>
                  </a:lnTo>
                  <a:lnTo>
                    <a:pt x="467891" y="320350"/>
                  </a:lnTo>
                  <a:lnTo>
                    <a:pt x="468476" y="322611"/>
                  </a:lnTo>
                  <a:lnTo>
                    <a:pt x="468833" y="322475"/>
                  </a:lnTo>
                  <a:lnTo>
                    <a:pt x="468537" y="324181"/>
                  </a:lnTo>
                  <a:lnTo>
                    <a:pt x="468991" y="325064"/>
                  </a:lnTo>
                  <a:lnTo>
                    <a:pt x="470560" y="325890"/>
                  </a:lnTo>
                  <a:lnTo>
                    <a:pt x="470811" y="326336"/>
                  </a:lnTo>
                  <a:lnTo>
                    <a:pt x="470636" y="328245"/>
                  </a:lnTo>
                  <a:lnTo>
                    <a:pt x="469942" y="330334"/>
                  </a:lnTo>
                  <a:lnTo>
                    <a:pt x="470117" y="331662"/>
                  </a:lnTo>
                  <a:lnTo>
                    <a:pt x="469840" y="332434"/>
                  </a:lnTo>
                  <a:lnTo>
                    <a:pt x="470117" y="333475"/>
                  </a:lnTo>
                  <a:lnTo>
                    <a:pt x="469937" y="334117"/>
                  </a:lnTo>
                  <a:lnTo>
                    <a:pt x="470305" y="335631"/>
                  </a:lnTo>
                  <a:lnTo>
                    <a:pt x="469548" y="336289"/>
                  </a:lnTo>
                  <a:lnTo>
                    <a:pt x="469356" y="337200"/>
                  </a:lnTo>
                  <a:lnTo>
                    <a:pt x="468895" y="337346"/>
                  </a:lnTo>
                  <a:lnTo>
                    <a:pt x="468337" y="336224"/>
                  </a:lnTo>
                  <a:lnTo>
                    <a:pt x="467309" y="335747"/>
                  </a:lnTo>
                  <a:lnTo>
                    <a:pt x="466590" y="335780"/>
                  </a:lnTo>
                  <a:lnTo>
                    <a:pt x="465652" y="336603"/>
                  </a:lnTo>
                  <a:lnTo>
                    <a:pt x="464597" y="337084"/>
                  </a:lnTo>
                  <a:lnTo>
                    <a:pt x="463526" y="336964"/>
                  </a:lnTo>
                  <a:lnTo>
                    <a:pt x="461600" y="337373"/>
                  </a:lnTo>
                  <a:lnTo>
                    <a:pt x="459427" y="337306"/>
                  </a:lnTo>
                  <a:lnTo>
                    <a:pt x="458633" y="336738"/>
                  </a:lnTo>
                  <a:lnTo>
                    <a:pt x="457946" y="338248"/>
                  </a:lnTo>
                  <a:lnTo>
                    <a:pt x="456155" y="338258"/>
                  </a:lnTo>
                  <a:lnTo>
                    <a:pt x="456433" y="340420"/>
                  </a:lnTo>
                  <a:lnTo>
                    <a:pt x="457640" y="340654"/>
                  </a:lnTo>
                  <a:lnTo>
                    <a:pt x="457698" y="341750"/>
                  </a:lnTo>
                  <a:lnTo>
                    <a:pt x="457071" y="343589"/>
                  </a:lnTo>
                  <a:lnTo>
                    <a:pt x="456013" y="343354"/>
                  </a:lnTo>
                  <a:lnTo>
                    <a:pt x="455855" y="344625"/>
                  </a:lnTo>
                  <a:lnTo>
                    <a:pt x="455315" y="344433"/>
                  </a:lnTo>
                  <a:lnTo>
                    <a:pt x="455359" y="344674"/>
                  </a:lnTo>
                  <a:lnTo>
                    <a:pt x="454514" y="344462"/>
                  </a:lnTo>
                  <a:lnTo>
                    <a:pt x="454247" y="344124"/>
                  </a:lnTo>
                  <a:lnTo>
                    <a:pt x="453190" y="344025"/>
                  </a:lnTo>
                  <a:lnTo>
                    <a:pt x="452202" y="345421"/>
                  </a:lnTo>
                  <a:lnTo>
                    <a:pt x="449983" y="347411"/>
                  </a:lnTo>
                  <a:lnTo>
                    <a:pt x="449795" y="347208"/>
                  </a:lnTo>
                  <a:lnTo>
                    <a:pt x="449156" y="347377"/>
                  </a:lnTo>
                  <a:lnTo>
                    <a:pt x="448098" y="348188"/>
                  </a:lnTo>
                  <a:lnTo>
                    <a:pt x="446501" y="348167"/>
                  </a:lnTo>
                  <a:lnTo>
                    <a:pt x="446238" y="349341"/>
                  </a:lnTo>
                  <a:lnTo>
                    <a:pt x="447500" y="351061"/>
                  </a:lnTo>
                  <a:lnTo>
                    <a:pt x="447936" y="352901"/>
                  </a:lnTo>
                  <a:lnTo>
                    <a:pt x="447559" y="353330"/>
                  </a:lnTo>
                  <a:lnTo>
                    <a:pt x="447887" y="353610"/>
                  </a:lnTo>
                  <a:lnTo>
                    <a:pt x="448321" y="354828"/>
                  </a:lnTo>
                  <a:lnTo>
                    <a:pt x="447142" y="355648"/>
                  </a:lnTo>
                  <a:lnTo>
                    <a:pt x="449119" y="358481"/>
                  </a:lnTo>
                  <a:lnTo>
                    <a:pt x="448323" y="358447"/>
                  </a:lnTo>
                  <a:lnTo>
                    <a:pt x="446446" y="357532"/>
                  </a:lnTo>
                  <a:lnTo>
                    <a:pt x="443215" y="356539"/>
                  </a:lnTo>
                  <a:lnTo>
                    <a:pt x="440494" y="355419"/>
                  </a:lnTo>
                  <a:lnTo>
                    <a:pt x="437973" y="354900"/>
                  </a:lnTo>
                  <a:lnTo>
                    <a:pt x="437961" y="355085"/>
                  </a:lnTo>
                  <a:lnTo>
                    <a:pt x="435556" y="356029"/>
                  </a:lnTo>
                  <a:lnTo>
                    <a:pt x="435412" y="356845"/>
                  </a:lnTo>
                  <a:lnTo>
                    <a:pt x="435720" y="358633"/>
                  </a:lnTo>
                  <a:lnTo>
                    <a:pt x="435464" y="359179"/>
                  </a:lnTo>
                  <a:lnTo>
                    <a:pt x="434907" y="359538"/>
                  </a:lnTo>
                  <a:lnTo>
                    <a:pt x="434388" y="360314"/>
                  </a:lnTo>
                  <a:lnTo>
                    <a:pt x="435978" y="360762"/>
                  </a:lnTo>
                  <a:lnTo>
                    <a:pt x="436869" y="361721"/>
                  </a:lnTo>
                  <a:lnTo>
                    <a:pt x="438654" y="363035"/>
                  </a:lnTo>
                  <a:lnTo>
                    <a:pt x="440885" y="366073"/>
                  </a:lnTo>
                  <a:lnTo>
                    <a:pt x="441316" y="367619"/>
                  </a:lnTo>
                  <a:lnTo>
                    <a:pt x="441285" y="368371"/>
                  </a:lnTo>
                  <a:lnTo>
                    <a:pt x="439712" y="369610"/>
                  </a:lnTo>
                  <a:lnTo>
                    <a:pt x="442498" y="372893"/>
                  </a:lnTo>
                  <a:lnTo>
                    <a:pt x="443550" y="374454"/>
                  </a:lnTo>
                  <a:lnTo>
                    <a:pt x="447248" y="374908"/>
                  </a:lnTo>
                  <a:lnTo>
                    <a:pt x="448590" y="375464"/>
                  </a:lnTo>
                  <a:lnTo>
                    <a:pt x="449414" y="375446"/>
                  </a:lnTo>
                  <a:lnTo>
                    <a:pt x="452536" y="377577"/>
                  </a:lnTo>
                  <a:lnTo>
                    <a:pt x="452827" y="377401"/>
                  </a:lnTo>
                  <a:lnTo>
                    <a:pt x="454028" y="377411"/>
                  </a:lnTo>
                  <a:lnTo>
                    <a:pt x="454712" y="376826"/>
                  </a:lnTo>
                  <a:lnTo>
                    <a:pt x="455404" y="376756"/>
                  </a:lnTo>
                  <a:lnTo>
                    <a:pt x="456162" y="378089"/>
                  </a:lnTo>
                  <a:lnTo>
                    <a:pt x="456114" y="378406"/>
                  </a:lnTo>
                  <a:lnTo>
                    <a:pt x="459207" y="378865"/>
                  </a:lnTo>
                  <a:lnTo>
                    <a:pt x="459230" y="379371"/>
                  </a:lnTo>
                  <a:lnTo>
                    <a:pt x="460465" y="379930"/>
                  </a:lnTo>
                  <a:lnTo>
                    <a:pt x="460637" y="379726"/>
                  </a:lnTo>
                  <a:lnTo>
                    <a:pt x="462096" y="380537"/>
                  </a:lnTo>
                  <a:lnTo>
                    <a:pt x="463316" y="380593"/>
                  </a:lnTo>
                  <a:lnTo>
                    <a:pt x="464172" y="380052"/>
                  </a:lnTo>
                  <a:lnTo>
                    <a:pt x="464238" y="380239"/>
                  </a:lnTo>
                  <a:lnTo>
                    <a:pt x="464899" y="380248"/>
                  </a:lnTo>
                  <a:lnTo>
                    <a:pt x="465679" y="380882"/>
                  </a:lnTo>
                  <a:lnTo>
                    <a:pt x="466040" y="381616"/>
                  </a:lnTo>
                  <a:lnTo>
                    <a:pt x="465907" y="382945"/>
                  </a:lnTo>
                  <a:lnTo>
                    <a:pt x="465159" y="384214"/>
                  </a:lnTo>
                  <a:lnTo>
                    <a:pt x="463606" y="384661"/>
                  </a:lnTo>
                  <a:lnTo>
                    <a:pt x="463444" y="384894"/>
                  </a:lnTo>
                  <a:lnTo>
                    <a:pt x="463543" y="385747"/>
                  </a:lnTo>
                  <a:lnTo>
                    <a:pt x="463859" y="386307"/>
                  </a:lnTo>
                  <a:lnTo>
                    <a:pt x="464299" y="386423"/>
                  </a:lnTo>
                  <a:lnTo>
                    <a:pt x="465312" y="387318"/>
                  </a:lnTo>
                  <a:lnTo>
                    <a:pt x="465779" y="388241"/>
                  </a:lnTo>
                  <a:lnTo>
                    <a:pt x="465559" y="389425"/>
                  </a:lnTo>
                  <a:lnTo>
                    <a:pt x="465630" y="391012"/>
                  </a:lnTo>
                  <a:lnTo>
                    <a:pt x="468168" y="392333"/>
                  </a:lnTo>
                  <a:lnTo>
                    <a:pt x="468255" y="393065"/>
                  </a:lnTo>
                  <a:lnTo>
                    <a:pt x="467990" y="393998"/>
                  </a:lnTo>
                  <a:lnTo>
                    <a:pt x="467307" y="394816"/>
                  </a:lnTo>
                  <a:lnTo>
                    <a:pt x="468892" y="396203"/>
                  </a:lnTo>
                  <a:lnTo>
                    <a:pt x="468909" y="396895"/>
                  </a:lnTo>
                  <a:lnTo>
                    <a:pt x="469600" y="397622"/>
                  </a:lnTo>
                  <a:lnTo>
                    <a:pt x="469547" y="398667"/>
                  </a:lnTo>
                  <a:lnTo>
                    <a:pt x="470889" y="400077"/>
                  </a:lnTo>
                  <a:lnTo>
                    <a:pt x="471472" y="400461"/>
                  </a:lnTo>
                  <a:lnTo>
                    <a:pt x="471967" y="400332"/>
                  </a:lnTo>
                  <a:lnTo>
                    <a:pt x="471952" y="400659"/>
                  </a:lnTo>
                  <a:lnTo>
                    <a:pt x="471583" y="400825"/>
                  </a:lnTo>
                  <a:lnTo>
                    <a:pt x="472372" y="401230"/>
                  </a:lnTo>
                  <a:lnTo>
                    <a:pt x="472022" y="401708"/>
                  </a:lnTo>
                  <a:lnTo>
                    <a:pt x="472400" y="402319"/>
                  </a:lnTo>
                  <a:lnTo>
                    <a:pt x="472741" y="402355"/>
                  </a:lnTo>
                  <a:lnTo>
                    <a:pt x="472688" y="402718"/>
                  </a:lnTo>
                  <a:lnTo>
                    <a:pt x="473626" y="402681"/>
                  </a:lnTo>
                  <a:lnTo>
                    <a:pt x="473784" y="403047"/>
                  </a:lnTo>
                  <a:lnTo>
                    <a:pt x="473547" y="403896"/>
                  </a:lnTo>
                  <a:lnTo>
                    <a:pt x="473641" y="404782"/>
                  </a:lnTo>
                  <a:lnTo>
                    <a:pt x="474192" y="405119"/>
                  </a:lnTo>
                  <a:lnTo>
                    <a:pt x="474868" y="405182"/>
                  </a:lnTo>
                  <a:lnTo>
                    <a:pt x="474971" y="405569"/>
                  </a:lnTo>
                  <a:lnTo>
                    <a:pt x="475311" y="405779"/>
                  </a:lnTo>
                  <a:lnTo>
                    <a:pt x="475409" y="405476"/>
                  </a:lnTo>
                  <a:lnTo>
                    <a:pt x="475725" y="405485"/>
                  </a:lnTo>
                  <a:lnTo>
                    <a:pt x="476409" y="406168"/>
                  </a:lnTo>
                  <a:lnTo>
                    <a:pt x="476383" y="405844"/>
                  </a:lnTo>
                  <a:lnTo>
                    <a:pt x="476717" y="405867"/>
                  </a:lnTo>
                  <a:lnTo>
                    <a:pt x="476894" y="406626"/>
                  </a:lnTo>
                  <a:lnTo>
                    <a:pt x="477123" y="406503"/>
                  </a:lnTo>
                  <a:lnTo>
                    <a:pt x="477634" y="407043"/>
                  </a:lnTo>
                  <a:lnTo>
                    <a:pt x="477917" y="406855"/>
                  </a:lnTo>
                  <a:lnTo>
                    <a:pt x="478024" y="407530"/>
                  </a:lnTo>
                  <a:lnTo>
                    <a:pt x="478895" y="407750"/>
                  </a:lnTo>
                  <a:lnTo>
                    <a:pt x="479004" y="408295"/>
                  </a:lnTo>
                  <a:lnTo>
                    <a:pt x="479456" y="408298"/>
                  </a:lnTo>
                  <a:lnTo>
                    <a:pt x="479720" y="408714"/>
                  </a:lnTo>
                  <a:lnTo>
                    <a:pt x="479963" y="408694"/>
                  </a:lnTo>
                  <a:lnTo>
                    <a:pt x="480405" y="410402"/>
                  </a:lnTo>
                  <a:lnTo>
                    <a:pt x="480922" y="410664"/>
                  </a:lnTo>
                  <a:lnTo>
                    <a:pt x="481100" y="411268"/>
                  </a:lnTo>
                  <a:lnTo>
                    <a:pt x="480865" y="411673"/>
                  </a:lnTo>
                  <a:lnTo>
                    <a:pt x="481212" y="411796"/>
                  </a:lnTo>
                  <a:lnTo>
                    <a:pt x="481393" y="412165"/>
                  </a:lnTo>
                  <a:lnTo>
                    <a:pt x="481858" y="412160"/>
                  </a:lnTo>
                  <a:lnTo>
                    <a:pt x="481968" y="412533"/>
                  </a:lnTo>
                  <a:lnTo>
                    <a:pt x="482455" y="412847"/>
                  </a:lnTo>
                  <a:lnTo>
                    <a:pt x="482733" y="413601"/>
                  </a:lnTo>
                  <a:lnTo>
                    <a:pt x="483046" y="413758"/>
                  </a:lnTo>
                  <a:lnTo>
                    <a:pt x="482777" y="414784"/>
                  </a:lnTo>
                  <a:lnTo>
                    <a:pt x="482980" y="415227"/>
                  </a:lnTo>
                  <a:lnTo>
                    <a:pt x="483333" y="415141"/>
                  </a:lnTo>
                  <a:lnTo>
                    <a:pt x="483322" y="415629"/>
                  </a:lnTo>
                  <a:lnTo>
                    <a:pt x="483801" y="416042"/>
                  </a:lnTo>
                  <a:lnTo>
                    <a:pt x="483711" y="416389"/>
                  </a:lnTo>
                  <a:lnTo>
                    <a:pt x="483361" y="416519"/>
                  </a:lnTo>
                  <a:lnTo>
                    <a:pt x="483756" y="416800"/>
                  </a:lnTo>
                  <a:lnTo>
                    <a:pt x="483422" y="417057"/>
                  </a:lnTo>
                  <a:lnTo>
                    <a:pt x="483895" y="417549"/>
                  </a:lnTo>
                  <a:lnTo>
                    <a:pt x="483802" y="418074"/>
                  </a:lnTo>
                  <a:lnTo>
                    <a:pt x="483276" y="418877"/>
                  </a:lnTo>
                  <a:lnTo>
                    <a:pt x="482911" y="418621"/>
                  </a:lnTo>
                  <a:lnTo>
                    <a:pt x="482724" y="417832"/>
                  </a:lnTo>
                  <a:lnTo>
                    <a:pt x="482330" y="417606"/>
                  </a:lnTo>
                  <a:lnTo>
                    <a:pt x="481890" y="417715"/>
                  </a:lnTo>
                  <a:lnTo>
                    <a:pt x="482201" y="417111"/>
                  </a:lnTo>
                  <a:lnTo>
                    <a:pt x="482104" y="416631"/>
                  </a:lnTo>
                  <a:lnTo>
                    <a:pt x="481721" y="416281"/>
                  </a:lnTo>
                  <a:lnTo>
                    <a:pt x="481983" y="415506"/>
                  </a:lnTo>
                  <a:lnTo>
                    <a:pt x="481599" y="415349"/>
                  </a:lnTo>
                  <a:lnTo>
                    <a:pt x="480393" y="416622"/>
                  </a:lnTo>
                  <a:lnTo>
                    <a:pt x="479587" y="416161"/>
                  </a:lnTo>
                  <a:lnTo>
                    <a:pt x="479207" y="415414"/>
                  </a:lnTo>
                  <a:lnTo>
                    <a:pt x="478865" y="415233"/>
                  </a:lnTo>
                  <a:lnTo>
                    <a:pt x="477560" y="416751"/>
                  </a:lnTo>
                  <a:lnTo>
                    <a:pt x="477195" y="416875"/>
                  </a:lnTo>
                  <a:lnTo>
                    <a:pt x="475430" y="419281"/>
                  </a:lnTo>
                  <a:lnTo>
                    <a:pt x="474614" y="418744"/>
                  </a:lnTo>
                  <a:lnTo>
                    <a:pt x="474111" y="419683"/>
                  </a:lnTo>
                  <a:lnTo>
                    <a:pt x="473631" y="419597"/>
                  </a:lnTo>
                  <a:lnTo>
                    <a:pt x="473538" y="419917"/>
                  </a:lnTo>
                  <a:lnTo>
                    <a:pt x="470955" y="419248"/>
                  </a:lnTo>
                  <a:lnTo>
                    <a:pt x="469644" y="422295"/>
                  </a:lnTo>
                  <a:lnTo>
                    <a:pt x="473058" y="423920"/>
                  </a:lnTo>
                  <a:lnTo>
                    <a:pt x="474394" y="425757"/>
                  </a:lnTo>
                  <a:lnTo>
                    <a:pt x="473613" y="426997"/>
                  </a:lnTo>
                  <a:lnTo>
                    <a:pt x="473396" y="426907"/>
                  </a:lnTo>
                  <a:lnTo>
                    <a:pt x="471311" y="430772"/>
                  </a:lnTo>
                  <a:lnTo>
                    <a:pt x="471554" y="431246"/>
                  </a:lnTo>
                  <a:lnTo>
                    <a:pt x="471129" y="432140"/>
                  </a:lnTo>
                  <a:lnTo>
                    <a:pt x="470547" y="432480"/>
                  </a:lnTo>
                  <a:lnTo>
                    <a:pt x="470157" y="432172"/>
                  </a:lnTo>
                  <a:lnTo>
                    <a:pt x="468536" y="434520"/>
                  </a:lnTo>
                  <a:lnTo>
                    <a:pt x="467870" y="434815"/>
                  </a:lnTo>
                  <a:lnTo>
                    <a:pt x="468704" y="436545"/>
                  </a:lnTo>
                  <a:lnTo>
                    <a:pt x="467267" y="437478"/>
                  </a:lnTo>
                  <a:lnTo>
                    <a:pt x="466999" y="440881"/>
                  </a:lnTo>
                  <a:lnTo>
                    <a:pt x="466715" y="443056"/>
                  </a:lnTo>
                  <a:lnTo>
                    <a:pt x="466503" y="443338"/>
                  </a:lnTo>
                  <a:lnTo>
                    <a:pt x="469707" y="444643"/>
                  </a:lnTo>
                  <a:lnTo>
                    <a:pt x="470803" y="445323"/>
                  </a:lnTo>
                  <a:lnTo>
                    <a:pt x="471298" y="445931"/>
                  </a:lnTo>
                  <a:lnTo>
                    <a:pt x="476288" y="447191"/>
                  </a:lnTo>
                  <a:lnTo>
                    <a:pt x="478850" y="447488"/>
                  </a:lnTo>
                  <a:lnTo>
                    <a:pt x="479100" y="445648"/>
                  </a:lnTo>
                  <a:lnTo>
                    <a:pt x="479533" y="445665"/>
                  </a:lnTo>
                  <a:lnTo>
                    <a:pt x="479205" y="443796"/>
                  </a:lnTo>
                  <a:lnTo>
                    <a:pt x="481655" y="444237"/>
                  </a:lnTo>
                  <a:lnTo>
                    <a:pt x="481958" y="443438"/>
                  </a:lnTo>
                  <a:lnTo>
                    <a:pt x="482748" y="442702"/>
                  </a:lnTo>
                  <a:lnTo>
                    <a:pt x="483418" y="442472"/>
                  </a:lnTo>
                  <a:lnTo>
                    <a:pt x="485553" y="442118"/>
                  </a:lnTo>
                  <a:lnTo>
                    <a:pt x="488464" y="442529"/>
                  </a:lnTo>
                  <a:lnTo>
                    <a:pt x="489196" y="443479"/>
                  </a:lnTo>
                  <a:lnTo>
                    <a:pt x="488956" y="444470"/>
                  </a:lnTo>
                  <a:lnTo>
                    <a:pt x="489597" y="444581"/>
                  </a:lnTo>
                  <a:lnTo>
                    <a:pt x="489784" y="443811"/>
                  </a:lnTo>
                  <a:lnTo>
                    <a:pt x="491107" y="444106"/>
                  </a:lnTo>
                  <a:lnTo>
                    <a:pt x="490691" y="445135"/>
                  </a:lnTo>
                  <a:lnTo>
                    <a:pt x="490900" y="445842"/>
                  </a:lnTo>
                  <a:lnTo>
                    <a:pt x="490194" y="446498"/>
                  </a:lnTo>
                  <a:lnTo>
                    <a:pt x="489858" y="447847"/>
                  </a:lnTo>
                  <a:lnTo>
                    <a:pt x="489476" y="447747"/>
                  </a:lnTo>
                  <a:lnTo>
                    <a:pt x="488601" y="448460"/>
                  </a:lnTo>
                  <a:lnTo>
                    <a:pt x="488010" y="448067"/>
                  </a:lnTo>
                  <a:lnTo>
                    <a:pt x="487555" y="448825"/>
                  </a:lnTo>
                  <a:lnTo>
                    <a:pt x="487605" y="449327"/>
                  </a:lnTo>
                  <a:lnTo>
                    <a:pt x="487114" y="449353"/>
                  </a:lnTo>
                  <a:lnTo>
                    <a:pt x="486982" y="449557"/>
                  </a:lnTo>
                  <a:lnTo>
                    <a:pt x="487245" y="450425"/>
                  </a:lnTo>
                  <a:lnTo>
                    <a:pt x="486691" y="450477"/>
                  </a:lnTo>
                  <a:lnTo>
                    <a:pt x="486834" y="451019"/>
                  </a:lnTo>
                  <a:lnTo>
                    <a:pt x="486652" y="452049"/>
                  </a:lnTo>
                  <a:lnTo>
                    <a:pt x="486124" y="452199"/>
                  </a:lnTo>
                  <a:lnTo>
                    <a:pt x="485132" y="453072"/>
                  </a:lnTo>
                  <a:lnTo>
                    <a:pt x="486132" y="454439"/>
                  </a:lnTo>
                  <a:lnTo>
                    <a:pt x="486159" y="454705"/>
                  </a:lnTo>
                  <a:lnTo>
                    <a:pt x="485865" y="454975"/>
                  </a:lnTo>
                  <a:lnTo>
                    <a:pt x="486495" y="455897"/>
                  </a:lnTo>
                  <a:lnTo>
                    <a:pt x="486495" y="456894"/>
                  </a:lnTo>
                  <a:lnTo>
                    <a:pt x="487282" y="457013"/>
                  </a:lnTo>
                  <a:lnTo>
                    <a:pt x="487208" y="457751"/>
                  </a:lnTo>
                  <a:lnTo>
                    <a:pt x="487841" y="458545"/>
                  </a:lnTo>
                  <a:lnTo>
                    <a:pt x="488846" y="458610"/>
                  </a:lnTo>
                  <a:lnTo>
                    <a:pt x="485526" y="459211"/>
                  </a:lnTo>
                  <a:lnTo>
                    <a:pt x="485214" y="458548"/>
                  </a:lnTo>
                  <a:lnTo>
                    <a:pt x="482627" y="459014"/>
                  </a:lnTo>
                  <a:lnTo>
                    <a:pt x="482576" y="458501"/>
                  </a:lnTo>
                  <a:lnTo>
                    <a:pt x="481830" y="459246"/>
                  </a:lnTo>
                  <a:lnTo>
                    <a:pt x="481812" y="460383"/>
                  </a:lnTo>
                  <a:lnTo>
                    <a:pt x="478917" y="459756"/>
                  </a:lnTo>
                  <a:lnTo>
                    <a:pt x="474479" y="461428"/>
                  </a:lnTo>
                  <a:lnTo>
                    <a:pt x="474092" y="461833"/>
                  </a:lnTo>
                  <a:lnTo>
                    <a:pt x="473944" y="462807"/>
                  </a:lnTo>
                  <a:lnTo>
                    <a:pt x="473536" y="463529"/>
                  </a:lnTo>
                  <a:lnTo>
                    <a:pt x="472614" y="464215"/>
                  </a:lnTo>
                  <a:lnTo>
                    <a:pt x="471462" y="463882"/>
                  </a:lnTo>
                  <a:lnTo>
                    <a:pt x="467919" y="464102"/>
                  </a:lnTo>
                  <a:lnTo>
                    <a:pt x="467770" y="464372"/>
                  </a:lnTo>
                  <a:lnTo>
                    <a:pt x="466952" y="464480"/>
                  </a:lnTo>
                  <a:lnTo>
                    <a:pt x="466302" y="465017"/>
                  </a:lnTo>
                  <a:lnTo>
                    <a:pt x="465292" y="465173"/>
                  </a:lnTo>
                  <a:lnTo>
                    <a:pt x="464185" y="465006"/>
                  </a:lnTo>
                  <a:lnTo>
                    <a:pt x="463228" y="465707"/>
                  </a:lnTo>
                  <a:lnTo>
                    <a:pt x="462041" y="466025"/>
                  </a:lnTo>
                  <a:lnTo>
                    <a:pt x="460489" y="465665"/>
                  </a:lnTo>
                  <a:lnTo>
                    <a:pt x="458567" y="466598"/>
                  </a:lnTo>
                  <a:lnTo>
                    <a:pt x="456358" y="468860"/>
                  </a:lnTo>
                  <a:lnTo>
                    <a:pt x="452894" y="469842"/>
                  </a:lnTo>
                  <a:lnTo>
                    <a:pt x="451717" y="470083"/>
                  </a:lnTo>
                  <a:lnTo>
                    <a:pt x="450468" y="469946"/>
                  </a:lnTo>
                  <a:lnTo>
                    <a:pt x="449901" y="470534"/>
                  </a:lnTo>
                  <a:lnTo>
                    <a:pt x="447248" y="469526"/>
                  </a:lnTo>
                  <a:lnTo>
                    <a:pt x="446716" y="468815"/>
                  </a:lnTo>
                  <a:lnTo>
                    <a:pt x="446000" y="467002"/>
                  </a:lnTo>
                  <a:lnTo>
                    <a:pt x="445283" y="467251"/>
                  </a:lnTo>
                  <a:lnTo>
                    <a:pt x="444355" y="466929"/>
                  </a:lnTo>
                  <a:lnTo>
                    <a:pt x="443374" y="466207"/>
                  </a:lnTo>
                  <a:lnTo>
                    <a:pt x="443488" y="465933"/>
                  </a:lnTo>
                  <a:lnTo>
                    <a:pt x="443235" y="465459"/>
                  </a:lnTo>
                  <a:lnTo>
                    <a:pt x="442923" y="465521"/>
                  </a:lnTo>
                  <a:lnTo>
                    <a:pt x="441863" y="464849"/>
                  </a:lnTo>
                  <a:lnTo>
                    <a:pt x="440866" y="464794"/>
                  </a:lnTo>
                  <a:lnTo>
                    <a:pt x="440259" y="464458"/>
                  </a:lnTo>
                  <a:lnTo>
                    <a:pt x="440294" y="463864"/>
                  </a:lnTo>
                  <a:lnTo>
                    <a:pt x="439883" y="463702"/>
                  </a:lnTo>
                  <a:lnTo>
                    <a:pt x="439327" y="463973"/>
                  </a:lnTo>
                  <a:lnTo>
                    <a:pt x="439079" y="463777"/>
                  </a:lnTo>
                  <a:lnTo>
                    <a:pt x="438731" y="463074"/>
                  </a:lnTo>
                  <a:lnTo>
                    <a:pt x="438890" y="462156"/>
                  </a:lnTo>
                  <a:lnTo>
                    <a:pt x="439220" y="462009"/>
                  </a:lnTo>
                  <a:lnTo>
                    <a:pt x="439344" y="461648"/>
                  </a:lnTo>
                  <a:lnTo>
                    <a:pt x="439357" y="461124"/>
                  </a:lnTo>
                  <a:lnTo>
                    <a:pt x="438727" y="460806"/>
                  </a:lnTo>
                  <a:lnTo>
                    <a:pt x="438206" y="460125"/>
                  </a:lnTo>
                  <a:lnTo>
                    <a:pt x="437382" y="460146"/>
                  </a:lnTo>
                  <a:lnTo>
                    <a:pt x="437022" y="459481"/>
                  </a:lnTo>
                  <a:lnTo>
                    <a:pt x="433846" y="458747"/>
                  </a:lnTo>
                  <a:lnTo>
                    <a:pt x="432242" y="458665"/>
                  </a:lnTo>
                  <a:lnTo>
                    <a:pt x="432122" y="458894"/>
                  </a:lnTo>
                  <a:lnTo>
                    <a:pt x="431640" y="458795"/>
                  </a:lnTo>
                  <a:lnTo>
                    <a:pt x="430593" y="459333"/>
                  </a:lnTo>
                  <a:lnTo>
                    <a:pt x="429326" y="459118"/>
                  </a:lnTo>
                  <a:lnTo>
                    <a:pt x="429035" y="458799"/>
                  </a:lnTo>
                  <a:lnTo>
                    <a:pt x="427164" y="458209"/>
                  </a:lnTo>
                  <a:lnTo>
                    <a:pt x="425396" y="458593"/>
                  </a:lnTo>
                  <a:lnTo>
                    <a:pt x="424605" y="459379"/>
                  </a:lnTo>
                  <a:lnTo>
                    <a:pt x="423983" y="457704"/>
                  </a:lnTo>
                  <a:lnTo>
                    <a:pt x="422446" y="457442"/>
                  </a:lnTo>
                  <a:lnTo>
                    <a:pt x="420125" y="456513"/>
                  </a:lnTo>
                  <a:lnTo>
                    <a:pt x="419931" y="456468"/>
                  </a:lnTo>
                  <a:lnTo>
                    <a:pt x="418420" y="457637"/>
                  </a:lnTo>
                  <a:lnTo>
                    <a:pt x="417735" y="459253"/>
                  </a:lnTo>
                  <a:lnTo>
                    <a:pt x="417998" y="460071"/>
                  </a:lnTo>
                  <a:lnTo>
                    <a:pt x="419618" y="461541"/>
                  </a:lnTo>
                  <a:lnTo>
                    <a:pt x="419396" y="463361"/>
                  </a:lnTo>
                  <a:lnTo>
                    <a:pt x="419849" y="464302"/>
                  </a:lnTo>
                  <a:lnTo>
                    <a:pt x="420453" y="465095"/>
                  </a:lnTo>
                  <a:lnTo>
                    <a:pt x="421802" y="465417"/>
                  </a:lnTo>
                  <a:lnTo>
                    <a:pt x="421367" y="465795"/>
                  </a:lnTo>
                  <a:lnTo>
                    <a:pt x="421223" y="466536"/>
                  </a:lnTo>
                  <a:lnTo>
                    <a:pt x="424227" y="467497"/>
                  </a:lnTo>
                  <a:lnTo>
                    <a:pt x="425255" y="466003"/>
                  </a:lnTo>
                  <a:lnTo>
                    <a:pt x="426764" y="466448"/>
                  </a:lnTo>
                  <a:lnTo>
                    <a:pt x="426776" y="466787"/>
                  </a:lnTo>
                  <a:lnTo>
                    <a:pt x="427465" y="467681"/>
                  </a:lnTo>
                  <a:lnTo>
                    <a:pt x="427783" y="467460"/>
                  </a:lnTo>
                  <a:lnTo>
                    <a:pt x="427917" y="468357"/>
                  </a:lnTo>
                  <a:lnTo>
                    <a:pt x="427510" y="469215"/>
                  </a:lnTo>
                  <a:lnTo>
                    <a:pt x="424598" y="470164"/>
                  </a:lnTo>
                  <a:lnTo>
                    <a:pt x="422660" y="470217"/>
                  </a:lnTo>
                  <a:lnTo>
                    <a:pt x="422253" y="470413"/>
                  </a:lnTo>
                  <a:lnTo>
                    <a:pt x="421533" y="470153"/>
                  </a:lnTo>
                  <a:lnTo>
                    <a:pt x="421275" y="470277"/>
                  </a:lnTo>
                  <a:lnTo>
                    <a:pt x="421236" y="470691"/>
                  </a:lnTo>
                  <a:lnTo>
                    <a:pt x="420592" y="470849"/>
                  </a:lnTo>
                  <a:lnTo>
                    <a:pt x="420275" y="469677"/>
                  </a:lnTo>
                  <a:lnTo>
                    <a:pt x="419728" y="469442"/>
                  </a:lnTo>
                  <a:lnTo>
                    <a:pt x="418010" y="470762"/>
                  </a:lnTo>
                  <a:lnTo>
                    <a:pt x="417650" y="472152"/>
                  </a:lnTo>
                  <a:lnTo>
                    <a:pt x="416625" y="472268"/>
                  </a:lnTo>
                  <a:lnTo>
                    <a:pt x="415652" y="472826"/>
                  </a:lnTo>
                  <a:lnTo>
                    <a:pt x="414512" y="474472"/>
                  </a:lnTo>
                  <a:lnTo>
                    <a:pt x="412842" y="474904"/>
                  </a:lnTo>
                  <a:lnTo>
                    <a:pt x="413392" y="476779"/>
                  </a:lnTo>
                  <a:lnTo>
                    <a:pt x="411764" y="476621"/>
                  </a:lnTo>
                  <a:lnTo>
                    <a:pt x="411004" y="476993"/>
                  </a:lnTo>
                  <a:lnTo>
                    <a:pt x="410277" y="476801"/>
                  </a:lnTo>
                  <a:lnTo>
                    <a:pt x="410201" y="477217"/>
                  </a:lnTo>
                  <a:lnTo>
                    <a:pt x="409654" y="477744"/>
                  </a:lnTo>
                  <a:lnTo>
                    <a:pt x="409275" y="479008"/>
                  </a:lnTo>
                  <a:lnTo>
                    <a:pt x="410868" y="479363"/>
                  </a:lnTo>
                  <a:lnTo>
                    <a:pt x="409881" y="479939"/>
                  </a:lnTo>
                  <a:lnTo>
                    <a:pt x="409843" y="480213"/>
                  </a:lnTo>
                  <a:lnTo>
                    <a:pt x="410315" y="483503"/>
                  </a:lnTo>
                  <a:lnTo>
                    <a:pt x="410488" y="483791"/>
                  </a:lnTo>
                  <a:lnTo>
                    <a:pt x="411337" y="483813"/>
                  </a:lnTo>
                  <a:lnTo>
                    <a:pt x="411465" y="484470"/>
                  </a:lnTo>
                  <a:lnTo>
                    <a:pt x="412204" y="484592"/>
                  </a:lnTo>
                  <a:lnTo>
                    <a:pt x="412524" y="484071"/>
                  </a:lnTo>
                  <a:lnTo>
                    <a:pt x="413360" y="486017"/>
                  </a:lnTo>
                  <a:lnTo>
                    <a:pt x="412998" y="485855"/>
                  </a:lnTo>
                  <a:lnTo>
                    <a:pt x="412496" y="486238"/>
                  </a:lnTo>
                  <a:lnTo>
                    <a:pt x="412553" y="487122"/>
                  </a:lnTo>
                  <a:lnTo>
                    <a:pt x="412239" y="487891"/>
                  </a:lnTo>
                  <a:lnTo>
                    <a:pt x="412381" y="489349"/>
                  </a:lnTo>
                  <a:lnTo>
                    <a:pt x="412697" y="490109"/>
                  </a:lnTo>
                  <a:lnTo>
                    <a:pt x="412689" y="491349"/>
                  </a:lnTo>
                  <a:lnTo>
                    <a:pt x="413795" y="492495"/>
                  </a:lnTo>
                  <a:lnTo>
                    <a:pt x="413981" y="493619"/>
                  </a:lnTo>
                  <a:lnTo>
                    <a:pt x="413448" y="493720"/>
                  </a:lnTo>
                  <a:lnTo>
                    <a:pt x="412662" y="496799"/>
                  </a:lnTo>
                  <a:lnTo>
                    <a:pt x="410167" y="496602"/>
                  </a:lnTo>
                  <a:lnTo>
                    <a:pt x="409626" y="496300"/>
                  </a:lnTo>
                  <a:lnTo>
                    <a:pt x="409462" y="496444"/>
                  </a:lnTo>
                  <a:lnTo>
                    <a:pt x="410743" y="497952"/>
                  </a:lnTo>
                  <a:lnTo>
                    <a:pt x="411428" y="498353"/>
                  </a:lnTo>
                  <a:lnTo>
                    <a:pt x="412278" y="498231"/>
                  </a:lnTo>
                  <a:lnTo>
                    <a:pt x="412306" y="498523"/>
                  </a:lnTo>
                  <a:lnTo>
                    <a:pt x="411586" y="499819"/>
                  </a:lnTo>
                  <a:lnTo>
                    <a:pt x="408218" y="500532"/>
                  </a:lnTo>
                  <a:lnTo>
                    <a:pt x="406670" y="501245"/>
                  </a:lnTo>
                  <a:lnTo>
                    <a:pt x="408060" y="502910"/>
                  </a:lnTo>
                  <a:lnTo>
                    <a:pt x="408897" y="505526"/>
                  </a:lnTo>
                  <a:lnTo>
                    <a:pt x="409124" y="506940"/>
                  </a:lnTo>
                  <a:lnTo>
                    <a:pt x="409591" y="507836"/>
                  </a:lnTo>
                  <a:lnTo>
                    <a:pt x="409377" y="508045"/>
                  </a:lnTo>
                  <a:lnTo>
                    <a:pt x="409376" y="509045"/>
                  </a:lnTo>
                  <a:lnTo>
                    <a:pt x="410275" y="510284"/>
                  </a:lnTo>
                  <a:lnTo>
                    <a:pt x="410435" y="512063"/>
                  </a:lnTo>
                  <a:lnTo>
                    <a:pt x="409531" y="514133"/>
                  </a:lnTo>
                  <a:lnTo>
                    <a:pt x="407620" y="516225"/>
                  </a:lnTo>
                  <a:lnTo>
                    <a:pt x="407389" y="516890"/>
                  </a:lnTo>
                  <a:lnTo>
                    <a:pt x="407159" y="516840"/>
                  </a:lnTo>
                  <a:lnTo>
                    <a:pt x="406982" y="517604"/>
                  </a:lnTo>
                  <a:lnTo>
                    <a:pt x="408245" y="527831"/>
                  </a:lnTo>
                  <a:lnTo>
                    <a:pt x="409145" y="529173"/>
                  </a:lnTo>
                  <a:lnTo>
                    <a:pt x="406716" y="532158"/>
                  </a:lnTo>
                  <a:lnTo>
                    <a:pt x="397764" y="527426"/>
                  </a:lnTo>
                  <a:lnTo>
                    <a:pt x="391638" y="521990"/>
                  </a:lnTo>
                  <a:lnTo>
                    <a:pt x="389745" y="519977"/>
                  </a:lnTo>
                  <a:lnTo>
                    <a:pt x="388838" y="518528"/>
                  </a:lnTo>
                  <a:lnTo>
                    <a:pt x="386592" y="516268"/>
                  </a:lnTo>
                  <a:lnTo>
                    <a:pt x="384748" y="514842"/>
                  </a:lnTo>
                  <a:lnTo>
                    <a:pt x="380977" y="512882"/>
                  </a:lnTo>
                  <a:lnTo>
                    <a:pt x="378291" y="511788"/>
                  </a:lnTo>
                  <a:lnTo>
                    <a:pt x="374584" y="511171"/>
                  </a:lnTo>
                  <a:lnTo>
                    <a:pt x="368156" y="509886"/>
                  </a:lnTo>
                  <a:lnTo>
                    <a:pt x="364776" y="508616"/>
                  </a:lnTo>
                  <a:lnTo>
                    <a:pt x="360034" y="506426"/>
                  </a:lnTo>
                  <a:lnTo>
                    <a:pt x="356036" y="504016"/>
                  </a:lnTo>
                  <a:lnTo>
                    <a:pt x="352039" y="501145"/>
                  </a:lnTo>
                  <a:lnTo>
                    <a:pt x="348855" y="498169"/>
                  </a:lnTo>
                  <a:lnTo>
                    <a:pt x="345070" y="493449"/>
                  </a:lnTo>
                  <a:lnTo>
                    <a:pt x="343252" y="490585"/>
                  </a:lnTo>
                  <a:lnTo>
                    <a:pt x="341759" y="486551"/>
                  </a:lnTo>
                  <a:lnTo>
                    <a:pt x="339967" y="477657"/>
                  </a:lnTo>
                  <a:lnTo>
                    <a:pt x="338243" y="470432"/>
                  </a:lnTo>
                  <a:lnTo>
                    <a:pt x="335537" y="464232"/>
                  </a:lnTo>
                  <a:lnTo>
                    <a:pt x="334208" y="460995"/>
                  </a:lnTo>
                  <a:lnTo>
                    <a:pt x="332581" y="454215"/>
                  </a:lnTo>
                  <a:lnTo>
                    <a:pt x="331554" y="450933"/>
                  </a:lnTo>
                  <a:lnTo>
                    <a:pt x="326481" y="445627"/>
                  </a:lnTo>
                  <a:lnTo>
                    <a:pt x="322750" y="442259"/>
                  </a:lnTo>
                  <a:lnTo>
                    <a:pt x="319363" y="438175"/>
                  </a:lnTo>
                  <a:lnTo>
                    <a:pt x="314445" y="433395"/>
                  </a:lnTo>
                  <a:lnTo>
                    <a:pt x="313329" y="432057"/>
                  </a:lnTo>
                  <a:lnTo>
                    <a:pt x="312339" y="431259"/>
                  </a:lnTo>
                  <a:lnTo>
                    <a:pt x="311091" y="430717"/>
                  </a:lnTo>
                  <a:lnTo>
                    <a:pt x="311734" y="427567"/>
                  </a:lnTo>
                  <a:lnTo>
                    <a:pt x="312329" y="426146"/>
                  </a:lnTo>
                  <a:lnTo>
                    <a:pt x="314353" y="427037"/>
                  </a:lnTo>
                  <a:lnTo>
                    <a:pt x="314506" y="426798"/>
                  </a:lnTo>
                  <a:lnTo>
                    <a:pt x="318016" y="428247"/>
                  </a:lnTo>
                  <a:lnTo>
                    <a:pt x="320446" y="428389"/>
                  </a:lnTo>
                  <a:lnTo>
                    <a:pt x="322468" y="427865"/>
                  </a:lnTo>
                  <a:lnTo>
                    <a:pt x="325410" y="428253"/>
                  </a:lnTo>
                  <a:lnTo>
                    <a:pt x="325573" y="427581"/>
                  </a:lnTo>
                  <a:lnTo>
                    <a:pt x="326553" y="427345"/>
                  </a:lnTo>
                  <a:lnTo>
                    <a:pt x="331024" y="428740"/>
                  </a:lnTo>
                  <a:lnTo>
                    <a:pt x="332430" y="429811"/>
                  </a:lnTo>
                  <a:lnTo>
                    <a:pt x="334088" y="429885"/>
                  </a:lnTo>
                  <a:lnTo>
                    <a:pt x="334704" y="429767"/>
                  </a:lnTo>
                  <a:lnTo>
                    <a:pt x="333129" y="427794"/>
                  </a:lnTo>
                  <a:lnTo>
                    <a:pt x="335872" y="425795"/>
                  </a:lnTo>
                  <a:lnTo>
                    <a:pt x="336430" y="426278"/>
                  </a:lnTo>
                  <a:lnTo>
                    <a:pt x="337961" y="425607"/>
                  </a:lnTo>
                  <a:lnTo>
                    <a:pt x="337849" y="425225"/>
                  </a:lnTo>
                  <a:lnTo>
                    <a:pt x="339093" y="424987"/>
                  </a:lnTo>
                  <a:lnTo>
                    <a:pt x="339069" y="424465"/>
                  </a:lnTo>
                  <a:lnTo>
                    <a:pt x="340905" y="425253"/>
                  </a:lnTo>
                  <a:lnTo>
                    <a:pt x="342502" y="426314"/>
                  </a:lnTo>
                  <a:lnTo>
                    <a:pt x="344167" y="426817"/>
                  </a:lnTo>
                  <a:lnTo>
                    <a:pt x="345425" y="427654"/>
                  </a:lnTo>
                  <a:lnTo>
                    <a:pt x="344957" y="425539"/>
                  </a:lnTo>
                  <a:lnTo>
                    <a:pt x="345437" y="425441"/>
                  </a:lnTo>
                  <a:lnTo>
                    <a:pt x="345692" y="425690"/>
                  </a:lnTo>
                  <a:lnTo>
                    <a:pt x="347012" y="425141"/>
                  </a:lnTo>
                  <a:lnTo>
                    <a:pt x="348026" y="425162"/>
                  </a:lnTo>
                  <a:lnTo>
                    <a:pt x="348550" y="425475"/>
                  </a:lnTo>
                  <a:lnTo>
                    <a:pt x="349294" y="425327"/>
                  </a:lnTo>
                  <a:lnTo>
                    <a:pt x="350024" y="425576"/>
                  </a:lnTo>
                  <a:lnTo>
                    <a:pt x="350800" y="426266"/>
                  </a:lnTo>
                  <a:lnTo>
                    <a:pt x="351740" y="426040"/>
                  </a:lnTo>
                  <a:lnTo>
                    <a:pt x="353117" y="426688"/>
                  </a:lnTo>
                  <a:lnTo>
                    <a:pt x="353701" y="426650"/>
                  </a:lnTo>
                  <a:lnTo>
                    <a:pt x="354433" y="425962"/>
                  </a:lnTo>
                  <a:lnTo>
                    <a:pt x="356337" y="426144"/>
                  </a:lnTo>
                  <a:lnTo>
                    <a:pt x="358326" y="425539"/>
                  </a:lnTo>
                  <a:lnTo>
                    <a:pt x="359689" y="425322"/>
                  </a:lnTo>
                  <a:lnTo>
                    <a:pt x="359151" y="423929"/>
                  </a:lnTo>
                  <a:lnTo>
                    <a:pt x="358216" y="422895"/>
                  </a:lnTo>
                  <a:lnTo>
                    <a:pt x="355920" y="419220"/>
                  </a:lnTo>
                  <a:lnTo>
                    <a:pt x="355168" y="419227"/>
                  </a:lnTo>
                  <a:lnTo>
                    <a:pt x="354879" y="419495"/>
                  </a:lnTo>
                  <a:lnTo>
                    <a:pt x="353656" y="419387"/>
                  </a:lnTo>
                  <a:lnTo>
                    <a:pt x="353075" y="419879"/>
                  </a:lnTo>
                  <a:lnTo>
                    <a:pt x="351087" y="420209"/>
                  </a:lnTo>
                  <a:lnTo>
                    <a:pt x="350681" y="420585"/>
                  </a:lnTo>
                  <a:lnTo>
                    <a:pt x="349604" y="420696"/>
                  </a:lnTo>
                  <a:lnTo>
                    <a:pt x="349066" y="420515"/>
                  </a:lnTo>
                  <a:lnTo>
                    <a:pt x="348740" y="420800"/>
                  </a:lnTo>
                  <a:lnTo>
                    <a:pt x="347504" y="420437"/>
                  </a:lnTo>
                  <a:lnTo>
                    <a:pt x="346901" y="420694"/>
                  </a:lnTo>
                  <a:lnTo>
                    <a:pt x="346592" y="420470"/>
                  </a:lnTo>
                  <a:lnTo>
                    <a:pt x="346117" y="420583"/>
                  </a:lnTo>
                  <a:lnTo>
                    <a:pt x="346089" y="420289"/>
                  </a:lnTo>
                  <a:lnTo>
                    <a:pt x="345634" y="420384"/>
                  </a:lnTo>
                  <a:lnTo>
                    <a:pt x="345651" y="420199"/>
                  </a:lnTo>
                  <a:lnTo>
                    <a:pt x="344890" y="420014"/>
                  </a:lnTo>
                  <a:lnTo>
                    <a:pt x="343936" y="419127"/>
                  </a:lnTo>
                  <a:lnTo>
                    <a:pt x="343041" y="418893"/>
                  </a:lnTo>
                  <a:lnTo>
                    <a:pt x="342507" y="419356"/>
                  </a:lnTo>
                  <a:lnTo>
                    <a:pt x="341654" y="419534"/>
                  </a:lnTo>
                  <a:lnTo>
                    <a:pt x="341418" y="417892"/>
                  </a:lnTo>
                  <a:lnTo>
                    <a:pt x="341136" y="417788"/>
                  </a:lnTo>
                  <a:lnTo>
                    <a:pt x="341696" y="416050"/>
                  </a:lnTo>
                  <a:lnTo>
                    <a:pt x="338955" y="415968"/>
                  </a:lnTo>
                  <a:lnTo>
                    <a:pt x="338342" y="416165"/>
                  </a:lnTo>
                  <a:lnTo>
                    <a:pt x="338439" y="415429"/>
                  </a:lnTo>
                  <a:lnTo>
                    <a:pt x="337587" y="415783"/>
                  </a:lnTo>
                  <a:lnTo>
                    <a:pt x="337161" y="415547"/>
                  </a:lnTo>
                  <a:lnTo>
                    <a:pt x="337163" y="415069"/>
                  </a:lnTo>
                  <a:lnTo>
                    <a:pt x="337882" y="415145"/>
                  </a:lnTo>
                  <a:lnTo>
                    <a:pt x="337645" y="414628"/>
                  </a:lnTo>
                  <a:lnTo>
                    <a:pt x="337163" y="414457"/>
                  </a:lnTo>
                  <a:lnTo>
                    <a:pt x="338192" y="412073"/>
                  </a:lnTo>
                  <a:lnTo>
                    <a:pt x="336948" y="411192"/>
                  </a:lnTo>
                  <a:lnTo>
                    <a:pt x="336743" y="411352"/>
                  </a:lnTo>
                  <a:lnTo>
                    <a:pt x="336084" y="410971"/>
                  </a:lnTo>
                  <a:lnTo>
                    <a:pt x="335933" y="410169"/>
                  </a:lnTo>
                  <a:lnTo>
                    <a:pt x="335569" y="409762"/>
                  </a:lnTo>
                  <a:lnTo>
                    <a:pt x="335193" y="409674"/>
                  </a:lnTo>
                  <a:lnTo>
                    <a:pt x="333986" y="408212"/>
                  </a:lnTo>
                  <a:lnTo>
                    <a:pt x="333067" y="407910"/>
                  </a:lnTo>
                  <a:lnTo>
                    <a:pt x="333513" y="407634"/>
                  </a:lnTo>
                  <a:lnTo>
                    <a:pt x="333645" y="407225"/>
                  </a:lnTo>
                  <a:lnTo>
                    <a:pt x="334120" y="407298"/>
                  </a:lnTo>
                  <a:lnTo>
                    <a:pt x="334390" y="407099"/>
                  </a:lnTo>
                  <a:lnTo>
                    <a:pt x="334729" y="406108"/>
                  </a:lnTo>
                  <a:lnTo>
                    <a:pt x="336608" y="406137"/>
                  </a:lnTo>
                  <a:lnTo>
                    <a:pt x="337148" y="405903"/>
                  </a:lnTo>
                  <a:lnTo>
                    <a:pt x="337821" y="406244"/>
                  </a:lnTo>
                  <a:lnTo>
                    <a:pt x="338716" y="405625"/>
                  </a:lnTo>
                  <a:lnTo>
                    <a:pt x="339341" y="405620"/>
                  </a:lnTo>
                  <a:lnTo>
                    <a:pt x="341059" y="402766"/>
                  </a:lnTo>
                  <a:lnTo>
                    <a:pt x="342019" y="402583"/>
                  </a:lnTo>
                  <a:lnTo>
                    <a:pt x="342853" y="401716"/>
                  </a:lnTo>
                  <a:lnTo>
                    <a:pt x="346558" y="400726"/>
                  </a:lnTo>
                  <a:lnTo>
                    <a:pt x="346567" y="398601"/>
                  </a:lnTo>
                  <a:lnTo>
                    <a:pt x="346637" y="396430"/>
                  </a:lnTo>
                  <a:lnTo>
                    <a:pt x="345925" y="396038"/>
                  </a:lnTo>
                  <a:lnTo>
                    <a:pt x="343061" y="393455"/>
                  </a:lnTo>
                  <a:lnTo>
                    <a:pt x="342489" y="394573"/>
                  </a:lnTo>
                  <a:lnTo>
                    <a:pt x="341705" y="394855"/>
                  </a:lnTo>
                  <a:lnTo>
                    <a:pt x="340367" y="394241"/>
                  </a:lnTo>
                  <a:lnTo>
                    <a:pt x="339360" y="393486"/>
                  </a:lnTo>
                  <a:lnTo>
                    <a:pt x="339149" y="393976"/>
                  </a:lnTo>
                  <a:lnTo>
                    <a:pt x="336454" y="393314"/>
                  </a:lnTo>
                  <a:lnTo>
                    <a:pt x="335368" y="394056"/>
                  </a:lnTo>
                  <a:lnTo>
                    <a:pt x="334194" y="394457"/>
                  </a:lnTo>
                  <a:lnTo>
                    <a:pt x="332961" y="393685"/>
                  </a:lnTo>
                  <a:lnTo>
                    <a:pt x="331673" y="394160"/>
                  </a:lnTo>
                  <a:lnTo>
                    <a:pt x="331420" y="393707"/>
                  </a:lnTo>
                  <a:lnTo>
                    <a:pt x="332154" y="392867"/>
                  </a:lnTo>
                  <a:lnTo>
                    <a:pt x="332188" y="392556"/>
                  </a:lnTo>
                  <a:lnTo>
                    <a:pt x="331758" y="391052"/>
                  </a:lnTo>
                  <a:lnTo>
                    <a:pt x="330171" y="390725"/>
                  </a:lnTo>
                  <a:lnTo>
                    <a:pt x="330158" y="389997"/>
                  </a:lnTo>
                  <a:lnTo>
                    <a:pt x="329411" y="388912"/>
                  </a:lnTo>
                  <a:lnTo>
                    <a:pt x="329258" y="387895"/>
                  </a:lnTo>
                  <a:lnTo>
                    <a:pt x="328816" y="387693"/>
                  </a:lnTo>
                  <a:lnTo>
                    <a:pt x="328609" y="386242"/>
                  </a:lnTo>
                  <a:lnTo>
                    <a:pt x="328263" y="385567"/>
                  </a:lnTo>
                  <a:lnTo>
                    <a:pt x="328418" y="385099"/>
                  </a:lnTo>
                  <a:lnTo>
                    <a:pt x="327951" y="384007"/>
                  </a:lnTo>
                  <a:lnTo>
                    <a:pt x="328115" y="383441"/>
                  </a:lnTo>
                  <a:lnTo>
                    <a:pt x="327528" y="383687"/>
                  </a:lnTo>
                  <a:lnTo>
                    <a:pt x="327029" y="383467"/>
                  </a:lnTo>
                  <a:lnTo>
                    <a:pt x="326906" y="383158"/>
                  </a:lnTo>
                  <a:lnTo>
                    <a:pt x="326368" y="383038"/>
                  </a:lnTo>
                  <a:lnTo>
                    <a:pt x="325078" y="381085"/>
                  </a:lnTo>
                  <a:lnTo>
                    <a:pt x="324663" y="381100"/>
                  </a:lnTo>
                  <a:lnTo>
                    <a:pt x="321532" y="379894"/>
                  </a:lnTo>
                  <a:lnTo>
                    <a:pt x="319920" y="381773"/>
                  </a:lnTo>
                  <a:lnTo>
                    <a:pt x="318738" y="382390"/>
                  </a:lnTo>
                  <a:lnTo>
                    <a:pt x="315990" y="382256"/>
                  </a:lnTo>
                  <a:lnTo>
                    <a:pt x="314260" y="381279"/>
                  </a:lnTo>
                  <a:lnTo>
                    <a:pt x="313140" y="380990"/>
                  </a:lnTo>
                  <a:lnTo>
                    <a:pt x="312861" y="379995"/>
                  </a:lnTo>
                  <a:lnTo>
                    <a:pt x="312449" y="379675"/>
                  </a:lnTo>
                  <a:lnTo>
                    <a:pt x="313226" y="379499"/>
                  </a:lnTo>
                  <a:lnTo>
                    <a:pt x="313199" y="377839"/>
                  </a:lnTo>
                  <a:lnTo>
                    <a:pt x="312559" y="377791"/>
                  </a:lnTo>
                  <a:lnTo>
                    <a:pt x="312249" y="377534"/>
                  </a:lnTo>
                  <a:lnTo>
                    <a:pt x="311204" y="375996"/>
                  </a:lnTo>
                  <a:lnTo>
                    <a:pt x="310589" y="376499"/>
                  </a:lnTo>
                  <a:lnTo>
                    <a:pt x="308921" y="375575"/>
                  </a:lnTo>
                  <a:lnTo>
                    <a:pt x="308101" y="375528"/>
                  </a:lnTo>
                  <a:lnTo>
                    <a:pt x="308013" y="375110"/>
                  </a:lnTo>
                  <a:lnTo>
                    <a:pt x="307433" y="374969"/>
                  </a:lnTo>
                  <a:lnTo>
                    <a:pt x="305754" y="377278"/>
                  </a:lnTo>
                  <a:lnTo>
                    <a:pt x="305228" y="376872"/>
                  </a:lnTo>
                  <a:lnTo>
                    <a:pt x="302745" y="378558"/>
                  </a:lnTo>
                  <a:lnTo>
                    <a:pt x="301859" y="378054"/>
                  </a:lnTo>
                  <a:lnTo>
                    <a:pt x="299073" y="377627"/>
                  </a:lnTo>
                  <a:lnTo>
                    <a:pt x="298650" y="373301"/>
                  </a:lnTo>
                  <a:lnTo>
                    <a:pt x="298839" y="372960"/>
                  </a:lnTo>
                  <a:lnTo>
                    <a:pt x="298491" y="373215"/>
                  </a:lnTo>
                  <a:lnTo>
                    <a:pt x="298650" y="373302"/>
                  </a:lnTo>
                  <a:lnTo>
                    <a:pt x="296648" y="373930"/>
                  </a:lnTo>
                  <a:lnTo>
                    <a:pt x="295657" y="373939"/>
                  </a:lnTo>
                  <a:lnTo>
                    <a:pt x="294942" y="374388"/>
                  </a:lnTo>
                  <a:lnTo>
                    <a:pt x="294509" y="374282"/>
                  </a:lnTo>
                  <a:lnTo>
                    <a:pt x="292859" y="375275"/>
                  </a:lnTo>
                  <a:lnTo>
                    <a:pt x="292135" y="375398"/>
                  </a:lnTo>
                  <a:lnTo>
                    <a:pt x="291975" y="376207"/>
                  </a:lnTo>
                  <a:lnTo>
                    <a:pt x="291393" y="376945"/>
                  </a:lnTo>
                  <a:lnTo>
                    <a:pt x="291296" y="377645"/>
                  </a:lnTo>
                  <a:lnTo>
                    <a:pt x="290005" y="378734"/>
                  </a:lnTo>
                  <a:lnTo>
                    <a:pt x="289993" y="378024"/>
                  </a:lnTo>
                  <a:lnTo>
                    <a:pt x="288793" y="376694"/>
                  </a:lnTo>
                  <a:lnTo>
                    <a:pt x="288523" y="372875"/>
                  </a:lnTo>
                  <a:lnTo>
                    <a:pt x="287808" y="370444"/>
                  </a:lnTo>
                  <a:lnTo>
                    <a:pt x="288252" y="369423"/>
                  </a:lnTo>
                  <a:lnTo>
                    <a:pt x="287424" y="367826"/>
                  </a:lnTo>
                  <a:lnTo>
                    <a:pt x="287268" y="366364"/>
                  </a:lnTo>
                  <a:lnTo>
                    <a:pt x="287774" y="365035"/>
                  </a:lnTo>
                  <a:lnTo>
                    <a:pt x="289274" y="363641"/>
                  </a:lnTo>
                  <a:lnTo>
                    <a:pt x="290562" y="359959"/>
                  </a:lnTo>
                  <a:lnTo>
                    <a:pt x="289472" y="360253"/>
                  </a:lnTo>
                  <a:lnTo>
                    <a:pt x="288710" y="361096"/>
                  </a:lnTo>
                  <a:lnTo>
                    <a:pt x="286621" y="361569"/>
                  </a:lnTo>
                  <a:lnTo>
                    <a:pt x="286432" y="361562"/>
                  </a:lnTo>
                  <a:lnTo>
                    <a:pt x="286026" y="360771"/>
                  </a:lnTo>
                  <a:lnTo>
                    <a:pt x="286310" y="357061"/>
                  </a:lnTo>
                  <a:lnTo>
                    <a:pt x="286023" y="355715"/>
                  </a:lnTo>
                  <a:lnTo>
                    <a:pt x="287869" y="355418"/>
                  </a:lnTo>
                  <a:lnTo>
                    <a:pt x="289327" y="355525"/>
                  </a:lnTo>
                  <a:lnTo>
                    <a:pt x="289202" y="354327"/>
                  </a:lnTo>
                  <a:lnTo>
                    <a:pt x="289381" y="353257"/>
                  </a:lnTo>
                  <a:lnTo>
                    <a:pt x="288636" y="352764"/>
                  </a:lnTo>
                  <a:lnTo>
                    <a:pt x="290511" y="351937"/>
                  </a:lnTo>
                  <a:lnTo>
                    <a:pt x="289126" y="351132"/>
                  </a:lnTo>
                  <a:lnTo>
                    <a:pt x="288506" y="350477"/>
                  </a:lnTo>
                  <a:lnTo>
                    <a:pt x="288239" y="349042"/>
                  </a:lnTo>
                  <a:lnTo>
                    <a:pt x="288697" y="344878"/>
                  </a:lnTo>
                  <a:lnTo>
                    <a:pt x="289473" y="342898"/>
                  </a:lnTo>
                  <a:lnTo>
                    <a:pt x="289758" y="340836"/>
                  </a:lnTo>
                  <a:lnTo>
                    <a:pt x="289486" y="340476"/>
                  </a:lnTo>
                  <a:lnTo>
                    <a:pt x="288985" y="340727"/>
                  </a:lnTo>
                  <a:lnTo>
                    <a:pt x="287857" y="340578"/>
                  </a:lnTo>
                  <a:lnTo>
                    <a:pt x="287335" y="341021"/>
                  </a:lnTo>
                  <a:lnTo>
                    <a:pt x="285888" y="341631"/>
                  </a:lnTo>
                  <a:lnTo>
                    <a:pt x="285266" y="342052"/>
                  </a:lnTo>
                  <a:lnTo>
                    <a:pt x="285212" y="343116"/>
                  </a:lnTo>
                  <a:lnTo>
                    <a:pt x="284762" y="343495"/>
                  </a:lnTo>
                  <a:lnTo>
                    <a:pt x="284459" y="344665"/>
                  </a:lnTo>
                  <a:lnTo>
                    <a:pt x="284760" y="346403"/>
                  </a:lnTo>
                  <a:lnTo>
                    <a:pt x="284305" y="347261"/>
                  </a:lnTo>
                  <a:lnTo>
                    <a:pt x="284073" y="348856"/>
                  </a:lnTo>
                  <a:lnTo>
                    <a:pt x="284139" y="349159"/>
                  </a:lnTo>
                  <a:lnTo>
                    <a:pt x="284936" y="349821"/>
                  </a:lnTo>
                  <a:lnTo>
                    <a:pt x="285122" y="351260"/>
                  </a:lnTo>
                  <a:lnTo>
                    <a:pt x="283784" y="353405"/>
                  </a:lnTo>
                  <a:lnTo>
                    <a:pt x="284364" y="354385"/>
                  </a:lnTo>
                  <a:lnTo>
                    <a:pt x="285171" y="357242"/>
                  </a:lnTo>
                  <a:lnTo>
                    <a:pt x="285563" y="357827"/>
                  </a:lnTo>
                  <a:lnTo>
                    <a:pt x="285453" y="359065"/>
                  </a:lnTo>
                  <a:lnTo>
                    <a:pt x="285645" y="360301"/>
                  </a:lnTo>
                  <a:lnTo>
                    <a:pt x="285254" y="361970"/>
                  </a:lnTo>
                  <a:lnTo>
                    <a:pt x="285142" y="363819"/>
                  </a:lnTo>
                  <a:lnTo>
                    <a:pt x="284349" y="365536"/>
                  </a:lnTo>
                  <a:lnTo>
                    <a:pt x="284184" y="367244"/>
                  </a:lnTo>
                  <a:lnTo>
                    <a:pt x="281575" y="367065"/>
                  </a:lnTo>
                  <a:lnTo>
                    <a:pt x="279408" y="368467"/>
                  </a:lnTo>
                  <a:lnTo>
                    <a:pt x="278267" y="369628"/>
                  </a:lnTo>
                  <a:lnTo>
                    <a:pt x="275430" y="370212"/>
                  </a:lnTo>
                  <a:lnTo>
                    <a:pt x="275205" y="370726"/>
                  </a:lnTo>
                  <a:lnTo>
                    <a:pt x="275850" y="370942"/>
                  </a:lnTo>
                  <a:lnTo>
                    <a:pt x="276274" y="371508"/>
                  </a:lnTo>
                  <a:lnTo>
                    <a:pt x="276905" y="371620"/>
                  </a:lnTo>
                  <a:lnTo>
                    <a:pt x="278244" y="373296"/>
                  </a:lnTo>
                  <a:lnTo>
                    <a:pt x="277478" y="374344"/>
                  </a:lnTo>
                  <a:lnTo>
                    <a:pt x="276831" y="374423"/>
                  </a:lnTo>
                  <a:lnTo>
                    <a:pt x="276801" y="375117"/>
                  </a:lnTo>
                  <a:lnTo>
                    <a:pt x="276310" y="375367"/>
                  </a:lnTo>
                  <a:lnTo>
                    <a:pt x="276558" y="376713"/>
                  </a:lnTo>
                  <a:lnTo>
                    <a:pt x="276183" y="377291"/>
                  </a:lnTo>
                  <a:lnTo>
                    <a:pt x="276346" y="377730"/>
                  </a:lnTo>
                  <a:lnTo>
                    <a:pt x="275925" y="377999"/>
                  </a:lnTo>
                  <a:lnTo>
                    <a:pt x="275532" y="378911"/>
                  </a:lnTo>
                  <a:lnTo>
                    <a:pt x="275715" y="379579"/>
                  </a:lnTo>
                  <a:lnTo>
                    <a:pt x="275577" y="380979"/>
                  </a:lnTo>
                  <a:lnTo>
                    <a:pt x="275169" y="381903"/>
                  </a:lnTo>
                  <a:lnTo>
                    <a:pt x="274458" y="382694"/>
                  </a:lnTo>
                  <a:lnTo>
                    <a:pt x="273510" y="384699"/>
                  </a:lnTo>
                  <a:lnTo>
                    <a:pt x="272342" y="385527"/>
                  </a:lnTo>
                  <a:lnTo>
                    <a:pt x="271792" y="386876"/>
                  </a:lnTo>
                  <a:lnTo>
                    <a:pt x="270430" y="389068"/>
                  </a:lnTo>
                  <a:lnTo>
                    <a:pt x="270198" y="390038"/>
                  </a:lnTo>
                  <a:lnTo>
                    <a:pt x="270379" y="390616"/>
                  </a:lnTo>
                  <a:lnTo>
                    <a:pt x="269122" y="390105"/>
                  </a:lnTo>
                  <a:lnTo>
                    <a:pt x="268437" y="389336"/>
                  </a:lnTo>
                  <a:lnTo>
                    <a:pt x="267810" y="389239"/>
                  </a:lnTo>
                  <a:lnTo>
                    <a:pt x="266160" y="391262"/>
                  </a:lnTo>
                  <a:lnTo>
                    <a:pt x="265084" y="391943"/>
                  </a:lnTo>
                  <a:lnTo>
                    <a:pt x="264166" y="394597"/>
                  </a:lnTo>
                  <a:lnTo>
                    <a:pt x="265291" y="396782"/>
                  </a:lnTo>
                  <a:lnTo>
                    <a:pt x="264403" y="396917"/>
                  </a:lnTo>
                  <a:lnTo>
                    <a:pt x="263456" y="396621"/>
                  </a:lnTo>
                  <a:lnTo>
                    <a:pt x="261185" y="397123"/>
                  </a:lnTo>
                  <a:lnTo>
                    <a:pt x="260927" y="396756"/>
                  </a:lnTo>
                  <a:lnTo>
                    <a:pt x="260511" y="396858"/>
                  </a:lnTo>
                  <a:lnTo>
                    <a:pt x="259824" y="396416"/>
                  </a:lnTo>
                  <a:lnTo>
                    <a:pt x="259242" y="395624"/>
                  </a:lnTo>
                  <a:lnTo>
                    <a:pt x="259635" y="396762"/>
                  </a:lnTo>
                  <a:lnTo>
                    <a:pt x="258257" y="398877"/>
                  </a:lnTo>
                  <a:lnTo>
                    <a:pt x="258366" y="399446"/>
                  </a:lnTo>
                  <a:lnTo>
                    <a:pt x="257746" y="400601"/>
                  </a:lnTo>
                  <a:lnTo>
                    <a:pt x="256702" y="400329"/>
                  </a:lnTo>
                  <a:lnTo>
                    <a:pt x="255119" y="400883"/>
                  </a:lnTo>
                  <a:lnTo>
                    <a:pt x="253988" y="400527"/>
                  </a:lnTo>
                  <a:lnTo>
                    <a:pt x="252899" y="400600"/>
                  </a:lnTo>
                  <a:lnTo>
                    <a:pt x="250917" y="401153"/>
                  </a:lnTo>
                  <a:lnTo>
                    <a:pt x="249279" y="401333"/>
                  </a:lnTo>
                  <a:lnTo>
                    <a:pt x="248338" y="400071"/>
                  </a:lnTo>
                  <a:lnTo>
                    <a:pt x="247952" y="399928"/>
                  </a:lnTo>
                  <a:lnTo>
                    <a:pt x="248727" y="400901"/>
                  </a:lnTo>
                  <a:lnTo>
                    <a:pt x="248971" y="401600"/>
                  </a:lnTo>
                  <a:lnTo>
                    <a:pt x="248453" y="404037"/>
                  </a:lnTo>
                  <a:lnTo>
                    <a:pt x="249256" y="404521"/>
                  </a:lnTo>
                  <a:lnTo>
                    <a:pt x="249333" y="405241"/>
                  </a:lnTo>
                  <a:lnTo>
                    <a:pt x="250074" y="405637"/>
                  </a:lnTo>
                  <a:lnTo>
                    <a:pt x="249351" y="406357"/>
                  </a:lnTo>
                  <a:lnTo>
                    <a:pt x="248864" y="406523"/>
                  </a:lnTo>
                  <a:lnTo>
                    <a:pt x="249095" y="407581"/>
                  </a:lnTo>
                  <a:lnTo>
                    <a:pt x="250839" y="411726"/>
                  </a:lnTo>
                  <a:lnTo>
                    <a:pt x="253808" y="415460"/>
                  </a:lnTo>
                  <a:lnTo>
                    <a:pt x="252518" y="415954"/>
                  </a:lnTo>
                  <a:lnTo>
                    <a:pt x="251954" y="414665"/>
                  </a:lnTo>
                  <a:lnTo>
                    <a:pt x="249700" y="413048"/>
                  </a:lnTo>
                  <a:lnTo>
                    <a:pt x="248790" y="412922"/>
                  </a:lnTo>
                  <a:lnTo>
                    <a:pt x="247462" y="413212"/>
                  </a:lnTo>
                  <a:lnTo>
                    <a:pt x="247343" y="415119"/>
                  </a:lnTo>
                  <a:lnTo>
                    <a:pt x="247619" y="416257"/>
                  </a:lnTo>
                  <a:lnTo>
                    <a:pt x="248626" y="418462"/>
                  </a:lnTo>
                  <a:lnTo>
                    <a:pt x="250119" y="420536"/>
                  </a:lnTo>
                  <a:lnTo>
                    <a:pt x="250341" y="421352"/>
                  </a:lnTo>
                  <a:lnTo>
                    <a:pt x="250373" y="422249"/>
                  </a:lnTo>
                  <a:lnTo>
                    <a:pt x="249757" y="424055"/>
                  </a:lnTo>
                  <a:lnTo>
                    <a:pt x="248702" y="425929"/>
                  </a:lnTo>
                  <a:lnTo>
                    <a:pt x="247627" y="427244"/>
                  </a:lnTo>
                  <a:lnTo>
                    <a:pt x="248326" y="428553"/>
                  </a:lnTo>
                  <a:lnTo>
                    <a:pt x="248701" y="430386"/>
                  </a:lnTo>
                  <a:lnTo>
                    <a:pt x="248549" y="430947"/>
                  </a:lnTo>
                  <a:lnTo>
                    <a:pt x="248740" y="430869"/>
                  </a:lnTo>
                  <a:lnTo>
                    <a:pt x="248806" y="431108"/>
                  </a:lnTo>
                  <a:lnTo>
                    <a:pt x="248372" y="432026"/>
                  </a:lnTo>
                  <a:lnTo>
                    <a:pt x="247516" y="432430"/>
                  </a:lnTo>
                  <a:lnTo>
                    <a:pt x="247714" y="433175"/>
                  </a:lnTo>
                  <a:lnTo>
                    <a:pt x="246863" y="434114"/>
                  </a:lnTo>
                  <a:lnTo>
                    <a:pt x="247072" y="435291"/>
                  </a:lnTo>
                  <a:lnTo>
                    <a:pt x="246741" y="436185"/>
                  </a:lnTo>
                  <a:lnTo>
                    <a:pt x="247304" y="437232"/>
                  </a:lnTo>
                  <a:lnTo>
                    <a:pt x="249029" y="437655"/>
                  </a:lnTo>
                  <a:lnTo>
                    <a:pt x="248525" y="438463"/>
                  </a:lnTo>
                  <a:lnTo>
                    <a:pt x="248444" y="439080"/>
                  </a:lnTo>
                  <a:lnTo>
                    <a:pt x="248896" y="439667"/>
                  </a:lnTo>
                  <a:lnTo>
                    <a:pt x="249969" y="440138"/>
                  </a:lnTo>
                  <a:lnTo>
                    <a:pt x="249271" y="441722"/>
                  </a:lnTo>
                  <a:lnTo>
                    <a:pt x="249654" y="442214"/>
                  </a:lnTo>
                  <a:lnTo>
                    <a:pt x="251088" y="442755"/>
                  </a:lnTo>
                  <a:lnTo>
                    <a:pt x="251586" y="443384"/>
                  </a:lnTo>
                  <a:lnTo>
                    <a:pt x="252148" y="443666"/>
                  </a:lnTo>
                  <a:lnTo>
                    <a:pt x="252163" y="444672"/>
                  </a:lnTo>
                  <a:lnTo>
                    <a:pt x="251358" y="445587"/>
                  </a:lnTo>
                  <a:lnTo>
                    <a:pt x="252366" y="447045"/>
                  </a:lnTo>
                  <a:lnTo>
                    <a:pt x="252987" y="447400"/>
                  </a:lnTo>
                  <a:lnTo>
                    <a:pt x="252397" y="448230"/>
                  </a:lnTo>
                  <a:lnTo>
                    <a:pt x="252096" y="449834"/>
                  </a:lnTo>
                  <a:lnTo>
                    <a:pt x="250913" y="449587"/>
                  </a:lnTo>
                  <a:lnTo>
                    <a:pt x="249856" y="448855"/>
                  </a:lnTo>
                  <a:lnTo>
                    <a:pt x="248278" y="448337"/>
                  </a:lnTo>
                  <a:lnTo>
                    <a:pt x="246880" y="447491"/>
                  </a:lnTo>
                  <a:lnTo>
                    <a:pt x="246805" y="448018"/>
                  </a:lnTo>
                  <a:lnTo>
                    <a:pt x="247882" y="448514"/>
                  </a:lnTo>
                  <a:lnTo>
                    <a:pt x="247565" y="451174"/>
                  </a:lnTo>
                  <a:lnTo>
                    <a:pt x="240849" y="450469"/>
                  </a:lnTo>
                  <a:lnTo>
                    <a:pt x="225219" y="453967"/>
                  </a:lnTo>
                  <a:lnTo>
                    <a:pt x="221088" y="453290"/>
                  </a:lnTo>
                  <a:lnTo>
                    <a:pt x="217509" y="452129"/>
                  </a:lnTo>
                  <a:lnTo>
                    <a:pt x="210314" y="449360"/>
                  </a:lnTo>
                  <a:lnTo>
                    <a:pt x="208394" y="448099"/>
                  </a:lnTo>
                  <a:lnTo>
                    <a:pt x="201012" y="441946"/>
                  </a:lnTo>
                  <a:lnTo>
                    <a:pt x="200102" y="440855"/>
                  </a:lnTo>
                  <a:lnTo>
                    <a:pt x="196742" y="435569"/>
                  </a:lnTo>
                  <a:lnTo>
                    <a:pt x="193441" y="432669"/>
                  </a:lnTo>
                  <a:lnTo>
                    <a:pt x="188162" y="428841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pg81">
              <a:extLst>
                <a:ext uri="{FF2B5EF4-FFF2-40B4-BE49-F238E27FC236}">
                  <a16:creationId xmlns:a16="http://schemas.microsoft.com/office/drawing/2014/main" id="{C458FD00-9A14-F9DC-7D50-8D37D2A1C036}"/>
                </a:ext>
              </a:extLst>
            </p:cNvPr>
            <p:cNvSpPr/>
            <p:nvPr/>
          </p:nvSpPr>
          <p:spPr>
            <a:xfrm>
              <a:off x="4465870" y="1618834"/>
              <a:ext cx="602702" cy="591181"/>
            </a:xfrm>
            <a:custGeom>
              <a:avLst/>
              <a:gdLst/>
              <a:ahLst/>
              <a:cxnLst/>
              <a:rect l="0" t="0" r="0" b="0"/>
              <a:pathLst>
                <a:path w="602702" h="591181">
                  <a:moveTo>
                    <a:pt x="208410" y="525699"/>
                  </a:moveTo>
                  <a:lnTo>
                    <a:pt x="207862" y="525630"/>
                  </a:lnTo>
                  <a:lnTo>
                    <a:pt x="207130" y="524319"/>
                  </a:lnTo>
                  <a:lnTo>
                    <a:pt x="205887" y="524094"/>
                  </a:lnTo>
                  <a:lnTo>
                    <a:pt x="203005" y="524243"/>
                  </a:lnTo>
                  <a:lnTo>
                    <a:pt x="202617" y="524964"/>
                  </a:lnTo>
                  <a:lnTo>
                    <a:pt x="201770" y="525442"/>
                  </a:lnTo>
                  <a:lnTo>
                    <a:pt x="199364" y="525291"/>
                  </a:lnTo>
                  <a:lnTo>
                    <a:pt x="198032" y="525562"/>
                  </a:lnTo>
                  <a:lnTo>
                    <a:pt x="197435" y="525428"/>
                  </a:lnTo>
                  <a:lnTo>
                    <a:pt x="196206" y="524429"/>
                  </a:lnTo>
                  <a:lnTo>
                    <a:pt x="193767" y="523417"/>
                  </a:lnTo>
                  <a:lnTo>
                    <a:pt x="192798" y="524143"/>
                  </a:lnTo>
                  <a:lnTo>
                    <a:pt x="193002" y="524432"/>
                  </a:lnTo>
                  <a:lnTo>
                    <a:pt x="188822" y="526560"/>
                  </a:lnTo>
                  <a:lnTo>
                    <a:pt x="188127" y="526523"/>
                  </a:lnTo>
                  <a:lnTo>
                    <a:pt x="187035" y="527019"/>
                  </a:lnTo>
                  <a:lnTo>
                    <a:pt x="185275" y="526458"/>
                  </a:lnTo>
                  <a:lnTo>
                    <a:pt x="185235" y="526126"/>
                  </a:lnTo>
                  <a:lnTo>
                    <a:pt x="183996" y="526259"/>
                  </a:lnTo>
                  <a:lnTo>
                    <a:pt x="179503" y="527989"/>
                  </a:lnTo>
                  <a:lnTo>
                    <a:pt x="178123" y="528924"/>
                  </a:lnTo>
                  <a:lnTo>
                    <a:pt x="177980" y="529307"/>
                  </a:lnTo>
                  <a:lnTo>
                    <a:pt x="175916" y="529882"/>
                  </a:lnTo>
                  <a:lnTo>
                    <a:pt x="175065" y="529847"/>
                  </a:lnTo>
                  <a:lnTo>
                    <a:pt x="174058" y="530167"/>
                  </a:lnTo>
                  <a:lnTo>
                    <a:pt x="173209" y="530084"/>
                  </a:lnTo>
                  <a:lnTo>
                    <a:pt x="172650" y="529872"/>
                  </a:lnTo>
                  <a:lnTo>
                    <a:pt x="172496" y="528643"/>
                  </a:lnTo>
                  <a:lnTo>
                    <a:pt x="169785" y="528371"/>
                  </a:lnTo>
                  <a:lnTo>
                    <a:pt x="165741" y="528387"/>
                  </a:lnTo>
                  <a:lnTo>
                    <a:pt x="163994" y="530695"/>
                  </a:lnTo>
                  <a:lnTo>
                    <a:pt x="162759" y="531188"/>
                  </a:lnTo>
                  <a:lnTo>
                    <a:pt x="161583" y="531134"/>
                  </a:lnTo>
                  <a:lnTo>
                    <a:pt x="160374" y="531627"/>
                  </a:lnTo>
                  <a:lnTo>
                    <a:pt x="158251" y="532065"/>
                  </a:lnTo>
                  <a:lnTo>
                    <a:pt x="156463" y="531986"/>
                  </a:lnTo>
                  <a:lnTo>
                    <a:pt x="155609" y="532223"/>
                  </a:lnTo>
                  <a:lnTo>
                    <a:pt x="153963" y="531913"/>
                  </a:lnTo>
                  <a:lnTo>
                    <a:pt x="152113" y="532287"/>
                  </a:lnTo>
                  <a:lnTo>
                    <a:pt x="149852" y="531945"/>
                  </a:lnTo>
                  <a:lnTo>
                    <a:pt x="148235" y="532140"/>
                  </a:lnTo>
                  <a:lnTo>
                    <a:pt x="146536" y="532729"/>
                  </a:lnTo>
                  <a:lnTo>
                    <a:pt x="145958" y="531688"/>
                  </a:lnTo>
                  <a:lnTo>
                    <a:pt x="144615" y="531171"/>
                  </a:lnTo>
                  <a:lnTo>
                    <a:pt x="140950" y="530629"/>
                  </a:lnTo>
                  <a:lnTo>
                    <a:pt x="139143" y="531371"/>
                  </a:lnTo>
                  <a:lnTo>
                    <a:pt x="138429" y="532132"/>
                  </a:lnTo>
                  <a:lnTo>
                    <a:pt x="137310" y="532565"/>
                  </a:lnTo>
                  <a:lnTo>
                    <a:pt x="136809" y="533498"/>
                  </a:lnTo>
                  <a:lnTo>
                    <a:pt x="134510" y="535754"/>
                  </a:lnTo>
                  <a:lnTo>
                    <a:pt x="134614" y="536357"/>
                  </a:lnTo>
                  <a:lnTo>
                    <a:pt x="134065" y="536467"/>
                  </a:lnTo>
                  <a:lnTo>
                    <a:pt x="133714" y="536229"/>
                  </a:lnTo>
                  <a:lnTo>
                    <a:pt x="133102" y="536550"/>
                  </a:lnTo>
                  <a:lnTo>
                    <a:pt x="133355" y="537955"/>
                  </a:lnTo>
                  <a:lnTo>
                    <a:pt x="132800" y="537643"/>
                  </a:lnTo>
                  <a:lnTo>
                    <a:pt x="132084" y="537686"/>
                  </a:lnTo>
                  <a:lnTo>
                    <a:pt x="131825" y="538348"/>
                  </a:lnTo>
                  <a:lnTo>
                    <a:pt x="130990" y="538684"/>
                  </a:lnTo>
                  <a:lnTo>
                    <a:pt x="130666" y="538442"/>
                  </a:lnTo>
                  <a:lnTo>
                    <a:pt x="129604" y="538314"/>
                  </a:lnTo>
                  <a:lnTo>
                    <a:pt x="129072" y="538742"/>
                  </a:lnTo>
                  <a:lnTo>
                    <a:pt x="128385" y="538776"/>
                  </a:lnTo>
                  <a:lnTo>
                    <a:pt x="127990" y="539333"/>
                  </a:lnTo>
                  <a:lnTo>
                    <a:pt x="127413" y="539248"/>
                  </a:lnTo>
                  <a:lnTo>
                    <a:pt x="126431" y="538473"/>
                  </a:lnTo>
                  <a:lnTo>
                    <a:pt x="126211" y="537273"/>
                  </a:lnTo>
                  <a:lnTo>
                    <a:pt x="125212" y="536915"/>
                  </a:lnTo>
                  <a:lnTo>
                    <a:pt x="125297" y="535188"/>
                  </a:lnTo>
                  <a:lnTo>
                    <a:pt x="122216" y="533536"/>
                  </a:lnTo>
                  <a:lnTo>
                    <a:pt x="120166" y="533320"/>
                  </a:lnTo>
                  <a:lnTo>
                    <a:pt x="113984" y="530641"/>
                  </a:lnTo>
                  <a:lnTo>
                    <a:pt x="112535" y="530380"/>
                  </a:lnTo>
                  <a:lnTo>
                    <a:pt x="111908" y="530488"/>
                  </a:lnTo>
                  <a:lnTo>
                    <a:pt x="110732" y="528775"/>
                  </a:lnTo>
                  <a:lnTo>
                    <a:pt x="109927" y="528399"/>
                  </a:lnTo>
                  <a:lnTo>
                    <a:pt x="109285" y="528388"/>
                  </a:lnTo>
                  <a:lnTo>
                    <a:pt x="105367" y="526389"/>
                  </a:lnTo>
                  <a:lnTo>
                    <a:pt x="102121" y="521324"/>
                  </a:lnTo>
                  <a:lnTo>
                    <a:pt x="86384" y="514389"/>
                  </a:lnTo>
                  <a:lnTo>
                    <a:pt x="85009" y="510271"/>
                  </a:lnTo>
                  <a:lnTo>
                    <a:pt x="83234" y="508075"/>
                  </a:lnTo>
                  <a:lnTo>
                    <a:pt x="80303" y="509642"/>
                  </a:lnTo>
                  <a:lnTo>
                    <a:pt x="79060" y="509071"/>
                  </a:lnTo>
                  <a:lnTo>
                    <a:pt x="78154" y="508992"/>
                  </a:lnTo>
                  <a:lnTo>
                    <a:pt x="77434" y="509436"/>
                  </a:lnTo>
                  <a:lnTo>
                    <a:pt x="76775" y="509278"/>
                  </a:lnTo>
                  <a:lnTo>
                    <a:pt x="75317" y="509934"/>
                  </a:lnTo>
                  <a:lnTo>
                    <a:pt x="72451" y="508816"/>
                  </a:lnTo>
                  <a:lnTo>
                    <a:pt x="70968" y="509036"/>
                  </a:lnTo>
                  <a:lnTo>
                    <a:pt x="70277" y="509702"/>
                  </a:lnTo>
                  <a:lnTo>
                    <a:pt x="68231" y="509569"/>
                  </a:lnTo>
                  <a:lnTo>
                    <a:pt x="63383" y="510178"/>
                  </a:lnTo>
                  <a:lnTo>
                    <a:pt x="57756" y="509986"/>
                  </a:lnTo>
                  <a:lnTo>
                    <a:pt x="56195" y="510359"/>
                  </a:lnTo>
                  <a:lnTo>
                    <a:pt x="55332" y="509319"/>
                  </a:lnTo>
                  <a:lnTo>
                    <a:pt x="52670" y="509781"/>
                  </a:lnTo>
                  <a:lnTo>
                    <a:pt x="52159" y="510049"/>
                  </a:lnTo>
                  <a:lnTo>
                    <a:pt x="51274" y="509934"/>
                  </a:lnTo>
                  <a:lnTo>
                    <a:pt x="49828" y="510456"/>
                  </a:lnTo>
                  <a:lnTo>
                    <a:pt x="48590" y="510490"/>
                  </a:lnTo>
                  <a:lnTo>
                    <a:pt x="44924" y="509801"/>
                  </a:lnTo>
                  <a:lnTo>
                    <a:pt x="44112" y="508374"/>
                  </a:lnTo>
                  <a:lnTo>
                    <a:pt x="44489" y="505715"/>
                  </a:lnTo>
                  <a:lnTo>
                    <a:pt x="43554" y="501894"/>
                  </a:lnTo>
                  <a:lnTo>
                    <a:pt x="43325" y="498802"/>
                  </a:lnTo>
                  <a:lnTo>
                    <a:pt x="42156" y="496229"/>
                  </a:lnTo>
                  <a:lnTo>
                    <a:pt x="41578" y="495862"/>
                  </a:lnTo>
                  <a:lnTo>
                    <a:pt x="40450" y="495718"/>
                  </a:lnTo>
                  <a:lnTo>
                    <a:pt x="37433" y="496919"/>
                  </a:lnTo>
                  <a:lnTo>
                    <a:pt x="36150" y="495771"/>
                  </a:lnTo>
                  <a:lnTo>
                    <a:pt x="36294" y="494843"/>
                  </a:lnTo>
                  <a:lnTo>
                    <a:pt x="35864" y="494372"/>
                  </a:lnTo>
                  <a:lnTo>
                    <a:pt x="32845" y="493543"/>
                  </a:lnTo>
                  <a:lnTo>
                    <a:pt x="31965" y="493040"/>
                  </a:lnTo>
                  <a:lnTo>
                    <a:pt x="30891" y="493096"/>
                  </a:lnTo>
                  <a:lnTo>
                    <a:pt x="28473" y="491745"/>
                  </a:lnTo>
                  <a:lnTo>
                    <a:pt x="25286" y="490855"/>
                  </a:lnTo>
                  <a:lnTo>
                    <a:pt x="23643" y="490882"/>
                  </a:lnTo>
                  <a:lnTo>
                    <a:pt x="20869" y="491456"/>
                  </a:lnTo>
                  <a:lnTo>
                    <a:pt x="20998" y="489755"/>
                  </a:lnTo>
                  <a:lnTo>
                    <a:pt x="20445" y="485944"/>
                  </a:lnTo>
                  <a:lnTo>
                    <a:pt x="20795" y="484570"/>
                  </a:lnTo>
                  <a:lnTo>
                    <a:pt x="20104" y="484017"/>
                  </a:lnTo>
                  <a:lnTo>
                    <a:pt x="19117" y="484065"/>
                  </a:lnTo>
                  <a:lnTo>
                    <a:pt x="17343" y="482165"/>
                  </a:lnTo>
                  <a:lnTo>
                    <a:pt x="17275" y="480807"/>
                  </a:lnTo>
                  <a:lnTo>
                    <a:pt x="17972" y="477606"/>
                  </a:lnTo>
                  <a:lnTo>
                    <a:pt x="17605" y="475202"/>
                  </a:lnTo>
                  <a:lnTo>
                    <a:pt x="17843" y="474777"/>
                  </a:lnTo>
                  <a:lnTo>
                    <a:pt x="17767" y="474246"/>
                  </a:lnTo>
                  <a:lnTo>
                    <a:pt x="18206" y="473521"/>
                  </a:lnTo>
                  <a:lnTo>
                    <a:pt x="19561" y="473378"/>
                  </a:lnTo>
                  <a:lnTo>
                    <a:pt x="19337" y="470056"/>
                  </a:lnTo>
                  <a:lnTo>
                    <a:pt x="19257" y="469388"/>
                  </a:lnTo>
                  <a:lnTo>
                    <a:pt x="19015" y="469391"/>
                  </a:lnTo>
                  <a:lnTo>
                    <a:pt x="18968" y="468403"/>
                  </a:lnTo>
                  <a:lnTo>
                    <a:pt x="19225" y="462677"/>
                  </a:lnTo>
                  <a:lnTo>
                    <a:pt x="18381" y="462536"/>
                  </a:lnTo>
                  <a:lnTo>
                    <a:pt x="16384" y="463103"/>
                  </a:lnTo>
                  <a:lnTo>
                    <a:pt x="14983" y="463223"/>
                  </a:lnTo>
                  <a:lnTo>
                    <a:pt x="14786" y="459904"/>
                  </a:lnTo>
                  <a:lnTo>
                    <a:pt x="15359" y="456964"/>
                  </a:lnTo>
                  <a:lnTo>
                    <a:pt x="17774" y="456840"/>
                  </a:lnTo>
                  <a:lnTo>
                    <a:pt x="19090" y="455854"/>
                  </a:lnTo>
                  <a:lnTo>
                    <a:pt x="19972" y="455742"/>
                  </a:lnTo>
                  <a:lnTo>
                    <a:pt x="20259" y="455279"/>
                  </a:lnTo>
                  <a:lnTo>
                    <a:pt x="22721" y="453484"/>
                  </a:lnTo>
                  <a:lnTo>
                    <a:pt x="22918" y="453134"/>
                  </a:lnTo>
                  <a:lnTo>
                    <a:pt x="22504" y="450494"/>
                  </a:lnTo>
                  <a:lnTo>
                    <a:pt x="22920" y="448484"/>
                  </a:lnTo>
                  <a:lnTo>
                    <a:pt x="22821" y="447994"/>
                  </a:lnTo>
                  <a:lnTo>
                    <a:pt x="22215" y="447063"/>
                  </a:lnTo>
                  <a:lnTo>
                    <a:pt x="21514" y="446997"/>
                  </a:lnTo>
                  <a:lnTo>
                    <a:pt x="19183" y="445862"/>
                  </a:lnTo>
                  <a:lnTo>
                    <a:pt x="18484" y="444274"/>
                  </a:lnTo>
                  <a:lnTo>
                    <a:pt x="18719" y="442856"/>
                  </a:lnTo>
                  <a:lnTo>
                    <a:pt x="18754" y="442344"/>
                  </a:lnTo>
                  <a:lnTo>
                    <a:pt x="18440" y="441922"/>
                  </a:lnTo>
                  <a:lnTo>
                    <a:pt x="19701" y="441454"/>
                  </a:lnTo>
                  <a:lnTo>
                    <a:pt x="22279" y="441025"/>
                  </a:lnTo>
                  <a:lnTo>
                    <a:pt x="23354" y="440543"/>
                  </a:lnTo>
                  <a:lnTo>
                    <a:pt x="24260" y="440843"/>
                  </a:lnTo>
                  <a:lnTo>
                    <a:pt x="25059" y="440650"/>
                  </a:lnTo>
                  <a:lnTo>
                    <a:pt x="26281" y="441199"/>
                  </a:lnTo>
                  <a:lnTo>
                    <a:pt x="27332" y="441182"/>
                  </a:lnTo>
                  <a:lnTo>
                    <a:pt x="27236" y="439651"/>
                  </a:lnTo>
                  <a:lnTo>
                    <a:pt x="25030" y="435541"/>
                  </a:lnTo>
                  <a:lnTo>
                    <a:pt x="24455" y="432560"/>
                  </a:lnTo>
                  <a:lnTo>
                    <a:pt x="23715" y="431814"/>
                  </a:lnTo>
                  <a:lnTo>
                    <a:pt x="24227" y="430668"/>
                  </a:lnTo>
                  <a:lnTo>
                    <a:pt x="24169" y="429661"/>
                  </a:lnTo>
                  <a:lnTo>
                    <a:pt x="24561" y="428905"/>
                  </a:lnTo>
                  <a:lnTo>
                    <a:pt x="24768" y="428698"/>
                  </a:lnTo>
                  <a:lnTo>
                    <a:pt x="22341" y="426730"/>
                  </a:lnTo>
                  <a:lnTo>
                    <a:pt x="21576" y="425053"/>
                  </a:lnTo>
                  <a:lnTo>
                    <a:pt x="20033" y="423560"/>
                  </a:lnTo>
                  <a:lnTo>
                    <a:pt x="19784" y="420312"/>
                  </a:lnTo>
                  <a:lnTo>
                    <a:pt x="18071" y="418947"/>
                  </a:lnTo>
                  <a:lnTo>
                    <a:pt x="17098" y="417638"/>
                  </a:lnTo>
                  <a:lnTo>
                    <a:pt x="15587" y="416719"/>
                  </a:lnTo>
                  <a:lnTo>
                    <a:pt x="15648" y="415514"/>
                  </a:lnTo>
                  <a:lnTo>
                    <a:pt x="16044" y="414569"/>
                  </a:lnTo>
                  <a:lnTo>
                    <a:pt x="14992" y="413824"/>
                  </a:lnTo>
                  <a:lnTo>
                    <a:pt x="12676" y="413076"/>
                  </a:lnTo>
                  <a:lnTo>
                    <a:pt x="11448" y="412076"/>
                  </a:lnTo>
                  <a:lnTo>
                    <a:pt x="10674" y="410283"/>
                  </a:lnTo>
                  <a:lnTo>
                    <a:pt x="9567" y="409040"/>
                  </a:lnTo>
                  <a:lnTo>
                    <a:pt x="6164" y="407798"/>
                  </a:lnTo>
                  <a:lnTo>
                    <a:pt x="5651" y="405328"/>
                  </a:lnTo>
                  <a:lnTo>
                    <a:pt x="6183" y="402412"/>
                  </a:lnTo>
                  <a:lnTo>
                    <a:pt x="7182" y="399441"/>
                  </a:lnTo>
                  <a:lnTo>
                    <a:pt x="6915" y="397884"/>
                  </a:lnTo>
                  <a:lnTo>
                    <a:pt x="6223" y="396483"/>
                  </a:lnTo>
                  <a:lnTo>
                    <a:pt x="4773" y="395101"/>
                  </a:lnTo>
                  <a:lnTo>
                    <a:pt x="3190" y="393791"/>
                  </a:lnTo>
                  <a:lnTo>
                    <a:pt x="1499" y="393023"/>
                  </a:lnTo>
                  <a:lnTo>
                    <a:pt x="1193" y="388921"/>
                  </a:lnTo>
                  <a:lnTo>
                    <a:pt x="528" y="387569"/>
                  </a:lnTo>
                  <a:lnTo>
                    <a:pt x="0" y="384944"/>
                  </a:lnTo>
                  <a:lnTo>
                    <a:pt x="1561" y="383820"/>
                  </a:lnTo>
                  <a:lnTo>
                    <a:pt x="3151" y="382024"/>
                  </a:lnTo>
                  <a:lnTo>
                    <a:pt x="4974" y="380620"/>
                  </a:lnTo>
                  <a:lnTo>
                    <a:pt x="5598" y="380517"/>
                  </a:lnTo>
                  <a:lnTo>
                    <a:pt x="6617" y="380742"/>
                  </a:lnTo>
                  <a:lnTo>
                    <a:pt x="7534" y="381257"/>
                  </a:lnTo>
                  <a:lnTo>
                    <a:pt x="8422" y="381297"/>
                  </a:lnTo>
                  <a:lnTo>
                    <a:pt x="11092" y="378906"/>
                  </a:lnTo>
                  <a:lnTo>
                    <a:pt x="11838" y="375761"/>
                  </a:lnTo>
                  <a:lnTo>
                    <a:pt x="11757" y="373435"/>
                  </a:lnTo>
                  <a:lnTo>
                    <a:pt x="11659" y="372651"/>
                  </a:lnTo>
                  <a:lnTo>
                    <a:pt x="10898" y="371463"/>
                  </a:lnTo>
                  <a:lnTo>
                    <a:pt x="10637" y="370358"/>
                  </a:lnTo>
                  <a:lnTo>
                    <a:pt x="10950" y="369961"/>
                  </a:lnTo>
                  <a:lnTo>
                    <a:pt x="10948" y="368881"/>
                  </a:lnTo>
                  <a:lnTo>
                    <a:pt x="11250" y="368129"/>
                  </a:lnTo>
                  <a:lnTo>
                    <a:pt x="11324" y="366294"/>
                  </a:lnTo>
                  <a:lnTo>
                    <a:pt x="11780" y="363977"/>
                  </a:lnTo>
                  <a:lnTo>
                    <a:pt x="10377" y="362582"/>
                  </a:lnTo>
                  <a:lnTo>
                    <a:pt x="9852" y="360350"/>
                  </a:lnTo>
                  <a:lnTo>
                    <a:pt x="11454" y="358075"/>
                  </a:lnTo>
                  <a:lnTo>
                    <a:pt x="11766" y="356505"/>
                  </a:lnTo>
                  <a:lnTo>
                    <a:pt x="12625" y="355563"/>
                  </a:lnTo>
                  <a:lnTo>
                    <a:pt x="12030" y="351651"/>
                  </a:lnTo>
                  <a:lnTo>
                    <a:pt x="12592" y="350688"/>
                  </a:lnTo>
                  <a:lnTo>
                    <a:pt x="12581" y="349676"/>
                  </a:lnTo>
                  <a:lnTo>
                    <a:pt x="13142" y="348625"/>
                  </a:lnTo>
                  <a:lnTo>
                    <a:pt x="10527" y="344409"/>
                  </a:lnTo>
                  <a:lnTo>
                    <a:pt x="10341" y="343314"/>
                  </a:lnTo>
                  <a:lnTo>
                    <a:pt x="9355" y="340781"/>
                  </a:lnTo>
                  <a:lnTo>
                    <a:pt x="8097" y="339122"/>
                  </a:lnTo>
                  <a:lnTo>
                    <a:pt x="8017" y="338474"/>
                  </a:lnTo>
                  <a:lnTo>
                    <a:pt x="8861" y="337552"/>
                  </a:lnTo>
                  <a:lnTo>
                    <a:pt x="13112" y="336012"/>
                  </a:lnTo>
                  <a:lnTo>
                    <a:pt x="13699" y="334990"/>
                  </a:lnTo>
                  <a:lnTo>
                    <a:pt x="13733" y="334172"/>
                  </a:lnTo>
                  <a:lnTo>
                    <a:pt x="13567" y="333200"/>
                  </a:lnTo>
                  <a:lnTo>
                    <a:pt x="12349" y="329976"/>
                  </a:lnTo>
                  <a:lnTo>
                    <a:pt x="12823" y="329305"/>
                  </a:lnTo>
                  <a:lnTo>
                    <a:pt x="13740" y="328987"/>
                  </a:lnTo>
                  <a:lnTo>
                    <a:pt x="14845" y="327755"/>
                  </a:lnTo>
                  <a:lnTo>
                    <a:pt x="16047" y="327160"/>
                  </a:lnTo>
                  <a:lnTo>
                    <a:pt x="16266" y="326575"/>
                  </a:lnTo>
                  <a:lnTo>
                    <a:pt x="16190" y="324904"/>
                  </a:lnTo>
                  <a:lnTo>
                    <a:pt x="15445" y="322452"/>
                  </a:lnTo>
                  <a:lnTo>
                    <a:pt x="15258" y="320794"/>
                  </a:lnTo>
                  <a:lnTo>
                    <a:pt x="13578" y="317324"/>
                  </a:lnTo>
                  <a:lnTo>
                    <a:pt x="12869" y="315247"/>
                  </a:lnTo>
                  <a:lnTo>
                    <a:pt x="11549" y="312839"/>
                  </a:lnTo>
                  <a:lnTo>
                    <a:pt x="12845" y="312465"/>
                  </a:lnTo>
                  <a:lnTo>
                    <a:pt x="11862" y="309700"/>
                  </a:lnTo>
                  <a:lnTo>
                    <a:pt x="11395" y="307530"/>
                  </a:lnTo>
                  <a:lnTo>
                    <a:pt x="11340" y="305827"/>
                  </a:lnTo>
                  <a:lnTo>
                    <a:pt x="11810" y="303655"/>
                  </a:lnTo>
                  <a:lnTo>
                    <a:pt x="11162" y="303441"/>
                  </a:lnTo>
                  <a:lnTo>
                    <a:pt x="11492" y="302163"/>
                  </a:lnTo>
                  <a:lnTo>
                    <a:pt x="10275" y="301921"/>
                  </a:lnTo>
                  <a:lnTo>
                    <a:pt x="9416" y="300749"/>
                  </a:lnTo>
                  <a:lnTo>
                    <a:pt x="8663" y="300646"/>
                  </a:lnTo>
                  <a:lnTo>
                    <a:pt x="8297" y="296269"/>
                  </a:lnTo>
                  <a:lnTo>
                    <a:pt x="8566" y="292369"/>
                  </a:lnTo>
                  <a:lnTo>
                    <a:pt x="10659" y="290863"/>
                  </a:lnTo>
                  <a:lnTo>
                    <a:pt x="12118" y="288767"/>
                  </a:lnTo>
                  <a:lnTo>
                    <a:pt x="13033" y="286669"/>
                  </a:lnTo>
                  <a:lnTo>
                    <a:pt x="12845" y="285723"/>
                  </a:lnTo>
                  <a:lnTo>
                    <a:pt x="10940" y="284439"/>
                  </a:lnTo>
                  <a:lnTo>
                    <a:pt x="11843" y="283472"/>
                  </a:lnTo>
                  <a:lnTo>
                    <a:pt x="14650" y="282368"/>
                  </a:lnTo>
                  <a:lnTo>
                    <a:pt x="16997" y="280974"/>
                  </a:lnTo>
                  <a:lnTo>
                    <a:pt x="17217" y="279734"/>
                  </a:lnTo>
                  <a:lnTo>
                    <a:pt x="18509" y="278289"/>
                  </a:lnTo>
                  <a:lnTo>
                    <a:pt x="19101" y="276854"/>
                  </a:lnTo>
                  <a:lnTo>
                    <a:pt x="21002" y="276041"/>
                  </a:lnTo>
                  <a:lnTo>
                    <a:pt x="21192" y="275357"/>
                  </a:lnTo>
                  <a:lnTo>
                    <a:pt x="22045" y="275854"/>
                  </a:lnTo>
                  <a:lnTo>
                    <a:pt x="22577" y="274964"/>
                  </a:lnTo>
                  <a:lnTo>
                    <a:pt x="25453" y="275694"/>
                  </a:lnTo>
                  <a:lnTo>
                    <a:pt x="26408" y="275685"/>
                  </a:lnTo>
                  <a:lnTo>
                    <a:pt x="26560" y="275130"/>
                  </a:lnTo>
                  <a:lnTo>
                    <a:pt x="27681" y="274108"/>
                  </a:lnTo>
                  <a:lnTo>
                    <a:pt x="27741" y="273746"/>
                  </a:lnTo>
                  <a:lnTo>
                    <a:pt x="27438" y="273667"/>
                  </a:lnTo>
                  <a:lnTo>
                    <a:pt x="29777" y="271959"/>
                  </a:lnTo>
                  <a:lnTo>
                    <a:pt x="32764" y="270671"/>
                  </a:lnTo>
                  <a:lnTo>
                    <a:pt x="35566" y="270118"/>
                  </a:lnTo>
                  <a:lnTo>
                    <a:pt x="37814" y="269404"/>
                  </a:lnTo>
                  <a:lnTo>
                    <a:pt x="38307" y="270377"/>
                  </a:lnTo>
                  <a:lnTo>
                    <a:pt x="40017" y="269685"/>
                  </a:lnTo>
                  <a:lnTo>
                    <a:pt x="41203" y="271534"/>
                  </a:lnTo>
                  <a:lnTo>
                    <a:pt x="43779" y="274764"/>
                  </a:lnTo>
                  <a:lnTo>
                    <a:pt x="45985" y="279607"/>
                  </a:lnTo>
                  <a:lnTo>
                    <a:pt x="48691" y="279806"/>
                  </a:lnTo>
                  <a:lnTo>
                    <a:pt x="51957" y="280530"/>
                  </a:lnTo>
                  <a:lnTo>
                    <a:pt x="57551" y="280844"/>
                  </a:lnTo>
                  <a:lnTo>
                    <a:pt x="59392" y="281367"/>
                  </a:lnTo>
                  <a:lnTo>
                    <a:pt x="60080" y="282295"/>
                  </a:lnTo>
                  <a:lnTo>
                    <a:pt x="62551" y="282099"/>
                  </a:lnTo>
                  <a:lnTo>
                    <a:pt x="64462" y="282495"/>
                  </a:lnTo>
                  <a:lnTo>
                    <a:pt x="65962" y="283013"/>
                  </a:lnTo>
                  <a:lnTo>
                    <a:pt x="66860" y="283845"/>
                  </a:lnTo>
                  <a:lnTo>
                    <a:pt x="67959" y="285482"/>
                  </a:lnTo>
                  <a:lnTo>
                    <a:pt x="68591" y="285727"/>
                  </a:lnTo>
                  <a:lnTo>
                    <a:pt x="69567" y="285896"/>
                  </a:lnTo>
                  <a:lnTo>
                    <a:pt x="71746" y="285270"/>
                  </a:lnTo>
                  <a:lnTo>
                    <a:pt x="72812" y="286780"/>
                  </a:lnTo>
                  <a:lnTo>
                    <a:pt x="74664" y="287821"/>
                  </a:lnTo>
                  <a:lnTo>
                    <a:pt x="75817" y="289087"/>
                  </a:lnTo>
                  <a:lnTo>
                    <a:pt x="74709" y="290188"/>
                  </a:lnTo>
                  <a:lnTo>
                    <a:pt x="74483" y="291269"/>
                  </a:lnTo>
                  <a:lnTo>
                    <a:pt x="73094" y="293075"/>
                  </a:lnTo>
                  <a:lnTo>
                    <a:pt x="73360" y="294235"/>
                  </a:lnTo>
                  <a:lnTo>
                    <a:pt x="73099" y="294356"/>
                  </a:lnTo>
                  <a:lnTo>
                    <a:pt x="72811" y="295312"/>
                  </a:lnTo>
                  <a:lnTo>
                    <a:pt x="72396" y="295638"/>
                  </a:lnTo>
                  <a:lnTo>
                    <a:pt x="73282" y="297182"/>
                  </a:lnTo>
                  <a:lnTo>
                    <a:pt x="74219" y="301647"/>
                  </a:lnTo>
                  <a:lnTo>
                    <a:pt x="74806" y="302247"/>
                  </a:lnTo>
                  <a:lnTo>
                    <a:pt x="75580" y="302498"/>
                  </a:lnTo>
                  <a:lnTo>
                    <a:pt x="76637" y="302654"/>
                  </a:lnTo>
                  <a:lnTo>
                    <a:pt x="77614" y="302487"/>
                  </a:lnTo>
                  <a:lnTo>
                    <a:pt x="78233" y="302207"/>
                  </a:lnTo>
                  <a:lnTo>
                    <a:pt x="78652" y="301592"/>
                  </a:lnTo>
                  <a:lnTo>
                    <a:pt x="79301" y="301165"/>
                  </a:lnTo>
                  <a:lnTo>
                    <a:pt x="81177" y="300477"/>
                  </a:lnTo>
                  <a:lnTo>
                    <a:pt x="81868" y="302149"/>
                  </a:lnTo>
                  <a:lnTo>
                    <a:pt x="83748" y="303141"/>
                  </a:lnTo>
                  <a:lnTo>
                    <a:pt x="84409" y="303838"/>
                  </a:lnTo>
                  <a:lnTo>
                    <a:pt x="84915" y="305170"/>
                  </a:lnTo>
                  <a:lnTo>
                    <a:pt x="85634" y="305389"/>
                  </a:lnTo>
                  <a:lnTo>
                    <a:pt x="85836" y="305096"/>
                  </a:lnTo>
                  <a:lnTo>
                    <a:pt x="86399" y="305256"/>
                  </a:lnTo>
                  <a:lnTo>
                    <a:pt x="87046" y="305918"/>
                  </a:lnTo>
                  <a:lnTo>
                    <a:pt x="89380" y="305493"/>
                  </a:lnTo>
                  <a:lnTo>
                    <a:pt x="90875" y="305760"/>
                  </a:lnTo>
                  <a:lnTo>
                    <a:pt x="91559" y="306311"/>
                  </a:lnTo>
                  <a:lnTo>
                    <a:pt x="92520" y="306427"/>
                  </a:lnTo>
                  <a:lnTo>
                    <a:pt x="92768" y="307284"/>
                  </a:lnTo>
                  <a:lnTo>
                    <a:pt x="93630" y="308337"/>
                  </a:lnTo>
                  <a:lnTo>
                    <a:pt x="94437" y="308207"/>
                  </a:lnTo>
                  <a:lnTo>
                    <a:pt x="94433" y="306736"/>
                  </a:lnTo>
                  <a:lnTo>
                    <a:pt x="95107" y="306463"/>
                  </a:lnTo>
                  <a:lnTo>
                    <a:pt x="94667" y="304707"/>
                  </a:lnTo>
                  <a:lnTo>
                    <a:pt x="95025" y="303005"/>
                  </a:lnTo>
                  <a:lnTo>
                    <a:pt x="95294" y="303188"/>
                  </a:lnTo>
                  <a:lnTo>
                    <a:pt x="95638" y="302791"/>
                  </a:lnTo>
                  <a:lnTo>
                    <a:pt x="95653" y="303142"/>
                  </a:lnTo>
                  <a:lnTo>
                    <a:pt x="96687" y="302873"/>
                  </a:lnTo>
                  <a:lnTo>
                    <a:pt x="99323" y="301344"/>
                  </a:lnTo>
                  <a:lnTo>
                    <a:pt x="98437" y="300087"/>
                  </a:lnTo>
                  <a:lnTo>
                    <a:pt x="97683" y="300059"/>
                  </a:lnTo>
                  <a:lnTo>
                    <a:pt x="99156" y="298047"/>
                  </a:lnTo>
                  <a:lnTo>
                    <a:pt x="98276" y="293261"/>
                  </a:lnTo>
                  <a:lnTo>
                    <a:pt x="97604" y="292286"/>
                  </a:lnTo>
                  <a:lnTo>
                    <a:pt x="97230" y="291235"/>
                  </a:lnTo>
                  <a:lnTo>
                    <a:pt x="97813" y="287515"/>
                  </a:lnTo>
                  <a:lnTo>
                    <a:pt x="96939" y="287005"/>
                  </a:lnTo>
                  <a:lnTo>
                    <a:pt x="96825" y="286597"/>
                  </a:lnTo>
                  <a:lnTo>
                    <a:pt x="96704" y="285085"/>
                  </a:lnTo>
                  <a:lnTo>
                    <a:pt x="97124" y="284333"/>
                  </a:lnTo>
                  <a:lnTo>
                    <a:pt x="96848" y="283103"/>
                  </a:lnTo>
                  <a:lnTo>
                    <a:pt x="98591" y="281005"/>
                  </a:lnTo>
                  <a:lnTo>
                    <a:pt x="99440" y="280602"/>
                  </a:lnTo>
                  <a:lnTo>
                    <a:pt x="100044" y="279928"/>
                  </a:lnTo>
                  <a:lnTo>
                    <a:pt x="100774" y="279611"/>
                  </a:lnTo>
                  <a:lnTo>
                    <a:pt x="102666" y="280102"/>
                  </a:lnTo>
                  <a:lnTo>
                    <a:pt x="103617" y="279342"/>
                  </a:lnTo>
                  <a:lnTo>
                    <a:pt x="102203" y="277642"/>
                  </a:lnTo>
                  <a:lnTo>
                    <a:pt x="101340" y="275954"/>
                  </a:lnTo>
                  <a:lnTo>
                    <a:pt x="101577" y="275272"/>
                  </a:lnTo>
                  <a:lnTo>
                    <a:pt x="103016" y="273434"/>
                  </a:lnTo>
                  <a:lnTo>
                    <a:pt x="103366" y="273212"/>
                  </a:lnTo>
                  <a:lnTo>
                    <a:pt x="103652" y="273329"/>
                  </a:lnTo>
                  <a:lnTo>
                    <a:pt x="103490" y="273143"/>
                  </a:lnTo>
                  <a:lnTo>
                    <a:pt x="104068" y="272629"/>
                  </a:lnTo>
                  <a:lnTo>
                    <a:pt x="104248" y="272831"/>
                  </a:lnTo>
                  <a:lnTo>
                    <a:pt x="104482" y="273092"/>
                  </a:lnTo>
                  <a:lnTo>
                    <a:pt x="104844" y="272765"/>
                  </a:lnTo>
                  <a:lnTo>
                    <a:pt x="104436" y="272296"/>
                  </a:lnTo>
                  <a:lnTo>
                    <a:pt x="107501" y="270344"/>
                  </a:lnTo>
                  <a:lnTo>
                    <a:pt x="110304" y="266832"/>
                  </a:lnTo>
                  <a:lnTo>
                    <a:pt x="109391" y="265162"/>
                  </a:lnTo>
                  <a:lnTo>
                    <a:pt x="108587" y="264217"/>
                  </a:lnTo>
                  <a:lnTo>
                    <a:pt x="107981" y="262221"/>
                  </a:lnTo>
                  <a:lnTo>
                    <a:pt x="107458" y="261854"/>
                  </a:lnTo>
                  <a:lnTo>
                    <a:pt x="107585" y="261190"/>
                  </a:lnTo>
                  <a:lnTo>
                    <a:pt x="107130" y="259296"/>
                  </a:lnTo>
                  <a:lnTo>
                    <a:pt x="106446" y="258048"/>
                  </a:lnTo>
                  <a:lnTo>
                    <a:pt x="108407" y="257029"/>
                  </a:lnTo>
                  <a:lnTo>
                    <a:pt x="109265" y="255690"/>
                  </a:lnTo>
                  <a:lnTo>
                    <a:pt x="108631" y="254137"/>
                  </a:lnTo>
                  <a:lnTo>
                    <a:pt x="108674" y="253077"/>
                  </a:lnTo>
                  <a:lnTo>
                    <a:pt x="108152" y="249759"/>
                  </a:lnTo>
                  <a:lnTo>
                    <a:pt x="108306" y="249338"/>
                  </a:lnTo>
                  <a:lnTo>
                    <a:pt x="108023" y="249325"/>
                  </a:lnTo>
                  <a:lnTo>
                    <a:pt x="107690" y="248837"/>
                  </a:lnTo>
                  <a:lnTo>
                    <a:pt x="105879" y="248978"/>
                  </a:lnTo>
                  <a:lnTo>
                    <a:pt x="105825" y="249615"/>
                  </a:lnTo>
                  <a:lnTo>
                    <a:pt x="104821" y="249702"/>
                  </a:lnTo>
                  <a:lnTo>
                    <a:pt x="104080" y="250141"/>
                  </a:lnTo>
                  <a:lnTo>
                    <a:pt x="103852" y="249809"/>
                  </a:lnTo>
                  <a:lnTo>
                    <a:pt x="102570" y="249165"/>
                  </a:lnTo>
                  <a:lnTo>
                    <a:pt x="101702" y="249373"/>
                  </a:lnTo>
                  <a:lnTo>
                    <a:pt x="102016" y="248917"/>
                  </a:lnTo>
                  <a:lnTo>
                    <a:pt x="101275" y="248653"/>
                  </a:lnTo>
                  <a:lnTo>
                    <a:pt x="100832" y="248746"/>
                  </a:lnTo>
                  <a:lnTo>
                    <a:pt x="100879" y="248410"/>
                  </a:lnTo>
                  <a:lnTo>
                    <a:pt x="100238" y="248116"/>
                  </a:lnTo>
                  <a:lnTo>
                    <a:pt x="99514" y="247873"/>
                  </a:lnTo>
                  <a:lnTo>
                    <a:pt x="99417" y="248073"/>
                  </a:lnTo>
                  <a:lnTo>
                    <a:pt x="98274" y="248000"/>
                  </a:lnTo>
                  <a:lnTo>
                    <a:pt x="97748" y="247402"/>
                  </a:lnTo>
                  <a:lnTo>
                    <a:pt x="97022" y="247256"/>
                  </a:lnTo>
                  <a:lnTo>
                    <a:pt x="96147" y="247565"/>
                  </a:lnTo>
                  <a:lnTo>
                    <a:pt x="95841" y="247353"/>
                  </a:lnTo>
                  <a:lnTo>
                    <a:pt x="95356" y="247600"/>
                  </a:lnTo>
                  <a:lnTo>
                    <a:pt x="95033" y="247399"/>
                  </a:lnTo>
                  <a:lnTo>
                    <a:pt x="94359" y="248004"/>
                  </a:lnTo>
                  <a:lnTo>
                    <a:pt x="93013" y="247692"/>
                  </a:lnTo>
                  <a:lnTo>
                    <a:pt x="92880" y="247410"/>
                  </a:lnTo>
                  <a:lnTo>
                    <a:pt x="92047" y="247073"/>
                  </a:lnTo>
                  <a:lnTo>
                    <a:pt x="90602" y="247166"/>
                  </a:lnTo>
                  <a:lnTo>
                    <a:pt x="90572" y="247666"/>
                  </a:lnTo>
                  <a:lnTo>
                    <a:pt x="89625" y="247003"/>
                  </a:lnTo>
                  <a:lnTo>
                    <a:pt x="89089" y="247103"/>
                  </a:lnTo>
                  <a:lnTo>
                    <a:pt x="88935" y="246615"/>
                  </a:lnTo>
                  <a:lnTo>
                    <a:pt x="88634" y="246697"/>
                  </a:lnTo>
                  <a:lnTo>
                    <a:pt x="87900" y="246307"/>
                  </a:lnTo>
                  <a:lnTo>
                    <a:pt x="87648" y="245792"/>
                  </a:lnTo>
                  <a:lnTo>
                    <a:pt x="87000" y="245445"/>
                  </a:lnTo>
                  <a:lnTo>
                    <a:pt x="86965" y="245133"/>
                  </a:lnTo>
                  <a:lnTo>
                    <a:pt x="86654" y="245029"/>
                  </a:lnTo>
                  <a:lnTo>
                    <a:pt x="86312" y="245353"/>
                  </a:lnTo>
                  <a:lnTo>
                    <a:pt x="85646" y="244384"/>
                  </a:lnTo>
                  <a:lnTo>
                    <a:pt x="85663" y="243902"/>
                  </a:lnTo>
                  <a:lnTo>
                    <a:pt x="85085" y="243621"/>
                  </a:lnTo>
                  <a:lnTo>
                    <a:pt x="85015" y="243069"/>
                  </a:lnTo>
                  <a:lnTo>
                    <a:pt x="83816" y="242463"/>
                  </a:lnTo>
                  <a:lnTo>
                    <a:pt x="83141" y="240892"/>
                  </a:lnTo>
                  <a:lnTo>
                    <a:pt x="82248" y="240585"/>
                  </a:lnTo>
                  <a:lnTo>
                    <a:pt x="81424" y="239913"/>
                  </a:lnTo>
                  <a:lnTo>
                    <a:pt x="80947" y="238816"/>
                  </a:lnTo>
                  <a:lnTo>
                    <a:pt x="79123" y="239235"/>
                  </a:lnTo>
                  <a:lnTo>
                    <a:pt x="77390" y="239168"/>
                  </a:lnTo>
                  <a:lnTo>
                    <a:pt x="76238" y="238900"/>
                  </a:lnTo>
                  <a:lnTo>
                    <a:pt x="73224" y="237270"/>
                  </a:lnTo>
                  <a:lnTo>
                    <a:pt x="71037" y="234635"/>
                  </a:lnTo>
                  <a:lnTo>
                    <a:pt x="69972" y="232640"/>
                  </a:lnTo>
                  <a:lnTo>
                    <a:pt x="67728" y="233186"/>
                  </a:lnTo>
                  <a:lnTo>
                    <a:pt x="64645" y="232592"/>
                  </a:lnTo>
                  <a:lnTo>
                    <a:pt x="64120" y="229429"/>
                  </a:lnTo>
                  <a:lnTo>
                    <a:pt x="62739" y="228304"/>
                  </a:lnTo>
                  <a:lnTo>
                    <a:pt x="61810" y="227885"/>
                  </a:lnTo>
                  <a:lnTo>
                    <a:pt x="61940" y="227522"/>
                  </a:lnTo>
                  <a:lnTo>
                    <a:pt x="60505" y="226664"/>
                  </a:lnTo>
                  <a:lnTo>
                    <a:pt x="60320" y="225918"/>
                  </a:lnTo>
                  <a:lnTo>
                    <a:pt x="57650" y="224740"/>
                  </a:lnTo>
                  <a:lnTo>
                    <a:pt x="56537" y="225633"/>
                  </a:lnTo>
                  <a:lnTo>
                    <a:pt x="55100" y="227927"/>
                  </a:lnTo>
                  <a:lnTo>
                    <a:pt x="54537" y="227507"/>
                  </a:lnTo>
                  <a:lnTo>
                    <a:pt x="54913" y="225823"/>
                  </a:lnTo>
                  <a:lnTo>
                    <a:pt x="54692" y="224582"/>
                  </a:lnTo>
                  <a:lnTo>
                    <a:pt x="49490" y="224674"/>
                  </a:lnTo>
                  <a:lnTo>
                    <a:pt x="47857" y="224566"/>
                  </a:lnTo>
                  <a:lnTo>
                    <a:pt x="45628" y="224062"/>
                  </a:lnTo>
                  <a:lnTo>
                    <a:pt x="43832" y="223696"/>
                  </a:lnTo>
                  <a:lnTo>
                    <a:pt x="41169" y="223812"/>
                  </a:lnTo>
                  <a:lnTo>
                    <a:pt x="41074" y="223622"/>
                  </a:lnTo>
                  <a:lnTo>
                    <a:pt x="41048" y="220700"/>
                  </a:lnTo>
                  <a:lnTo>
                    <a:pt x="39620" y="221156"/>
                  </a:lnTo>
                  <a:lnTo>
                    <a:pt x="39391" y="219768"/>
                  </a:lnTo>
                  <a:lnTo>
                    <a:pt x="37821" y="219745"/>
                  </a:lnTo>
                  <a:lnTo>
                    <a:pt x="37829" y="219594"/>
                  </a:lnTo>
                  <a:lnTo>
                    <a:pt x="34794" y="219720"/>
                  </a:lnTo>
                  <a:lnTo>
                    <a:pt x="34161" y="219511"/>
                  </a:lnTo>
                  <a:lnTo>
                    <a:pt x="33250" y="219892"/>
                  </a:lnTo>
                  <a:lnTo>
                    <a:pt x="33326" y="219522"/>
                  </a:lnTo>
                  <a:lnTo>
                    <a:pt x="32635" y="217441"/>
                  </a:lnTo>
                  <a:lnTo>
                    <a:pt x="32702" y="216525"/>
                  </a:lnTo>
                  <a:lnTo>
                    <a:pt x="31840" y="213921"/>
                  </a:lnTo>
                  <a:lnTo>
                    <a:pt x="32248" y="210645"/>
                  </a:lnTo>
                  <a:lnTo>
                    <a:pt x="30169" y="208573"/>
                  </a:lnTo>
                  <a:lnTo>
                    <a:pt x="31143" y="208017"/>
                  </a:lnTo>
                  <a:lnTo>
                    <a:pt x="33179" y="207356"/>
                  </a:lnTo>
                  <a:lnTo>
                    <a:pt x="35024" y="206933"/>
                  </a:lnTo>
                  <a:lnTo>
                    <a:pt x="36642" y="206842"/>
                  </a:lnTo>
                  <a:lnTo>
                    <a:pt x="36492" y="205312"/>
                  </a:lnTo>
                  <a:lnTo>
                    <a:pt x="35616" y="205791"/>
                  </a:lnTo>
                  <a:lnTo>
                    <a:pt x="35026" y="201442"/>
                  </a:lnTo>
                  <a:lnTo>
                    <a:pt x="36025" y="201303"/>
                  </a:lnTo>
                  <a:lnTo>
                    <a:pt x="36199" y="200031"/>
                  </a:lnTo>
                  <a:lnTo>
                    <a:pt x="39033" y="200391"/>
                  </a:lnTo>
                  <a:lnTo>
                    <a:pt x="38291" y="198650"/>
                  </a:lnTo>
                  <a:lnTo>
                    <a:pt x="39077" y="197282"/>
                  </a:lnTo>
                  <a:lnTo>
                    <a:pt x="39609" y="196793"/>
                  </a:lnTo>
                  <a:lnTo>
                    <a:pt x="40816" y="196566"/>
                  </a:lnTo>
                  <a:lnTo>
                    <a:pt x="43346" y="196682"/>
                  </a:lnTo>
                  <a:lnTo>
                    <a:pt x="44716" y="196455"/>
                  </a:lnTo>
                  <a:lnTo>
                    <a:pt x="44639" y="195629"/>
                  </a:lnTo>
                  <a:lnTo>
                    <a:pt x="44054" y="195287"/>
                  </a:lnTo>
                  <a:lnTo>
                    <a:pt x="42966" y="193690"/>
                  </a:lnTo>
                  <a:lnTo>
                    <a:pt x="39438" y="192322"/>
                  </a:lnTo>
                  <a:lnTo>
                    <a:pt x="39523" y="191449"/>
                  </a:lnTo>
                  <a:lnTo>
                    <a:pt x="38822" y="189090"/>
                  </a:lnTo>
                  <a:lnTo>
                    <a:pt x="39052" y="188545"/>
                  </a:lnTo>
                  <a:lnTo>
                    <a:pt x="39947" y="187190"/>
                  </a:lnTo>
                  <a:lnTo>
                    <a:pt x="42630" y="186064"/>
                  </a:lnTo>
                  <a:lnTo>
                    <a:pt x="39497" y="183540"/>
                  </a:lnTo>
                  <a:lnTo>
                    <a:pt x="39302" y="181633"/>
                  </a:lnTo>
                  <a:lnTo>
                    <a:pt x="39593" y="181573"/>
                  </a:lnTo>
                  <a:lnTo>
                    <a:pt x="40876" y="180814"/>
                  </a:lnTo>
                  <a:lnTo>
                    <a:pt x="43152" y="181368"/>
                  </a:lnTo>
                  <a:lnTo>
                    <a:pt x="43822" y="180520"/>
                  </a:lnTo>
                  <a:lnTo>
                    <a:pt x="43744" y="179526"/>
                  </a:lnTo>
                  <a:lnTo>
                    <a:pt x="43347" y="178716"/>
                  </a:lnTo>
                  <a:lnTo>
                    <a:pt x="43147" y="178711"/>
                  </a:lnTo>
                  <a:lnTo>
                    <a:pt x="43164" y="178001"/>
                  </a:lnTo>
                  <a:lnTo>
                    <a:pt x="42746" y="176769"/>
                  </a:lnTo>
                  <a:lnTo>
                    <a:pt x="44623" y="176320"/>
                  </a:lnTo>
                  <a:lnTo>
                    <a:pt x="44961" y="177843"/>
                  </a:lnTo>
                  <a:lnTo>
                    <a:pt x="47026" y="177506"/>
                  </a:lnTo>
                  <a:lnTo>
                    <a:pt x="47084" y="179086"/>
                  </a:lnTo>
                  <a:lnTo>
                    <a:pt x="46572" y="180541"/>
                  </a:lnTo>
                  <a:lnTo>
                    <a:pt x="47552" y="181290"/>
                  </a:lnTo>
                  <a:lnTo>
                    <a:pt x="48961" y="181221"/>
                  </a:lnTo>
                  <a:lnTo>
                    <a:pt x="49258" y="180289"/>
                  </a:lnTo>
                  <a:lnTo>
                    <a:pt x="49186" y="179832"/>
                  </a:lnTo>
                  <a:lnTo>
                    <a:pt x="50656" y="178408"/>
                  </a:lnTo>
                  <a:lnTo>
                    <a:pt x="51365" y="178186"/>
                  </a:lnTo>
                  <a:lnTo>
                    <a:pt x="53017" y="178171"/>
                  </a:lnTo>
                  <a:lnTo>
                    <a:pt x="53877" y="177109"/>
                  </a:lnTo>
                  <a:lnTo>
                    <a:pt x="53972" y="175809"/>
                  </a:lnTo>
                  <a:lnTo>
                    <a:pt x="54390" y="175781"/>
                  </a:lnTo>
                  <a:lnTo>
                    <a:pt x="54196" y="173428"/>
                  </a:lnTo>
                  <a:lnTo>
                    <a:pt x="54516" y="173218"/>
                  </a:lnTo>
                  <a:lnTo>
                    <a:pt x="55092" y="173263"/>
                  </a:lnTo>
                  <a:lnTo>
                    <a:pt x="55394" y="172033"/>
                  </a:lnTo>
                  <a:lnTo>
                    <a:pt x="54910" y="170388"/>
                  </a:lnTo>
                  <a:lnTo>
                    <a:pt x="53986" y="169913"/>
                  </a:lnTo>
                  <a:lnTo>
                    <a:pt x="54326" y="169607"/>
                  </a:lnTo>
                  <a:lnTo>
                    <a:pt x="53835" y="168999"/>
                  </a:lnTo>
                  <a:lnTo>
                    <a:pt x="54243" y="167993"/>
                  </a:lnTo>
                  <a:lnTo>
                    <a:pt x="53812" y="167474"/>
                  </a:lnTo>
                  <a:lnTo>
                    <a:pt x="53719" y="164982"/>
                  </a:lnTo>
                  <a:lnTo>
                    <a:pt x="52812" y="164755"/>
                  </a:lnTo>
                  <a:lnTo>
                    <a:pt x="52309" y="165412"/>
                  </a:lnTo>
                  <a:lnTo>
                    <a:pt x="49989" y="167186"/>
                  </a:lnTo>
                  <a:lnTo>
                    <a:pt x="49901" y="167967"/>
                  </a:lnTo>
                  <a:lnTo>
                    <a:pt x="49280" y="168715"/>
                  </a:lnTo>
                  <a:lnTo>
                    <a:pt x="49334" y="168025"/>
                  </a:lnTo>
                  <a:lnTo>
                    <a:pt x="48662" y="167193"/>
                  </a:lnTo>
                  <a:lnTo>
                    <a:pt x="47536" y="168139"/>
                  </a:lnTo>
                  <a:lnTo>
                    <a:pt x="47718" y="168685"/>
                  </a:lnTo>
                  <a:lnTo>
                    <a:pt x="47236" y="168793"/>
                  </a:lnTo>
                  <a:lnTo>
                    <a:pt x="46333" y="169687"/>
                  </a:lnTo>
                  <a:lnTo>
                    <a:pt x="44313" y="170374"/>
                  </a:lnTo>
                  <a:lnTo>
                    <a:pt x="42370" y="171444"/>
                  </a:lnTo>
                  <a:lnTo>
                    <a:pt x="39196" y="172430"/>
                  </a:lnTo>
                  <a:lnTo>
                    <a:pt x="37595" y="172584"/>
                  </a:lnTo>
                  <a:lnTo>
                    <a:pt x="36663" y="173052"/>
                  </a:lnTo>
                  <a:lnTo>
                    <a:pt x="34559" y="172921"/>
                  </a:lnTo>
                  <a:lnTo>
                    <a:pt x="33743" y="173237"/>
                  </a:lnTo>
                  <a:lnTo>
                    <a:pt x="31558" y="173280"/>
                  </a:lnTo>
                  <a:lnTo>
                    <a:pt x="30058" y="172928"/>
                  </a:lnTo>
                  <a:lnTo>
                    <a:pt x="29462" y="171867"/>
                  </a:lnTo>
                  <a:lnTo>
                    <a:pt x="29563" y="171367"/>
                  </a:lnTo>
                  <a:lnTo>
                    <a:pt x="30259" y="171054"/>
                  </a:lnTo>
                  <a:lnTo>
                    <a:pt x="31183" y="170138"/>
                  </a:lnTo>
                  <a:lnTo>
                    <a:pt x="30785" y="169639"/>
                  </a:lnTo>
                  <a:lnTo>
                    <a:pt x="29478" y="168835"/>
                  </a:lnTo>
                  <a:lnTo>
                    <a:pt x="29165" y="168145"/>
                  </a:lnTo>
                  <a:lnTo>
                    <a:pt x="28982" y="166145"/>
                  </a:lnTo>
                  <a:lnTo>
                    <a:pt x="30834" y="164131"/>
                  </a:lnTo>
                  <a:lnTo>
                    <a:pt x="31062" y="163602"/>
                  </a:lnTo>
                  <a:lnTo>
                    <a:pt x="31298" y="160927"/>
                  </a:lnTo>
                  <a:lnTo>
                    <a:pt x="32868" y="157951"/>
                  </a:lnTo>
                  <a:lnTo>
                    <a:pt x="33827" y="157158"/>
                  </a:lnTo>
                  <a:lnTo>
                    <a:pt x="34682" y="155978"/>
                  </a:lnTo>
                  <a:lnTo>
                    <a:pt x="35671" y="153946"/>
                  </a:lnTo>
                  <a:lnTo>
                    <a:pt x="36174" y="152256"/>
                  </a:lnTo>
                  <a:lnTo>
                    <a:pt x="38378" y="149794"/>
                  </a:lnTo>
                  <a:lnTo>
                    <a:pt x="39567" y="147950"/>
                  </a:lnTo>
                  <a:lnTo>
                    <a:pt x="41109" y="146619"/>
                  </a:lnTo>
                  <a:lnTo>
                    <a:pt x="41921" y="143319"/>
                  </a:lnTo>
                  <a:lnTo>
                    <a:pt x="42778" y="143067"/>
                  </a:lnTo>
                  <a:lnTo>
                    <a:pt x="43463" y="142456"/>
                  </a:lnTo>
                  <a:lnTo>
                    <a:pt x="44562" y="142028"/>
                  </a:lnTo>
                  <a:lnTo>
                    <a:pt x="46848" y="141680"/>
                  </a:lnTo>
                  <a:lnTo>
                    <a:pt x="48814" y="140540"/>
                  </a:lnTo>
                  <a:lnTo>
                    <a:pt x="49418" y="139341"/>
                  </a:lnTo>
                  <a:lnTo>
                    <a:pt x="50669" y="138342"/>
                  </a:lnTo>
                  <a:lnTo>
                    <a:pt x="52279" y="135157"/>
                  </a:lnTo>
                  <a:lnTo>
                    <a:pt x="54195" y="133596"/>
                  </a:lnTo>
                  <a:lnTo>
                    <a:pt x="54857" y="132605"/>
                  </a:lnTo>
                  <a:lnTo>
                    <a:pt x="54997" y="131671"/>
                  </a:lnTo>
                  <a:lnTo>
                    <a:pt x="54514" y="130146"/>
                  </a:lnTo>
                  <a:lnTo>
                    <a:pt x="54607" y="128655"/>
                  </a:lnTo>
                  <a:lnTo>
                    <a:pt x="53930" y="127472"/>
                  </a:lnTo>
                  <a:lnTo>
                    <a:pt x="54346" y="126468"/>
                  </a:lnTo>
                  <a:lnTo>
                    <a:pt x="57665" y="123255"/>
                  </a:lnTo>
                  <a:lnTo>
                    <a:pt x="58458" y="122208"/>
                  </a:lnTo>
                  <a:lnTo>
                    <a:pt x="58568" y="120593"/>
                  </a:lnTo>
                  <a:lnTo>
                    <a:pt x="59584" y="118260"/>
                  </a:lnTo>
                  <a:lnTo>
                    <a:pt x="58247" y="115552"/>
                  </a:lnTo>
                  <a:lnTo>
                    <a:pt x="58122" y="114784"/>
                  </a:lnTo>
                  <a:lnTo>
                    <a:pt x="59303" y="112695"/>
                  </a:lnTo>
                  <a:lnTo>
                    <a:pt x="62534" y="109477"/>
                  </a:lnTo>
                  <a:lnTo>
                    <a:pt x="62512" y="107268"/>
                  </a:lnTo>
                  <a:lnTo>
                    <a:pt x="63104" y="105568"/>
                  </a:lnTo>
                  <a:lnTo>
                    <a:pt x="63958" y="104251"/>
                  </a:lnTo>
                  <a:lnTo>
                    <a:pt x="64048" y="102391"/>
                  </a:lnTo>
                  <a:lnTo>
                    <a:pt x="65858" y="101870"/>
                  </a:lnTo>
                  <a:lnTo>
                    <a:pt x="68623" y="101730"/>
                  </a:lnTo>
                  <a:lnTo>
                    <a:pt x="68935" y="101550"/>
                  </a:lnTo>
                  <a:lnTo>
                    <a:pt x="69595" y="101569"/>
                  </a:lnTo>
                  <a:lnTo>
                    <a:pt x="71141" y="102112"/>
                  </a:lnTo>
                  <a:lnTo>
                    <a:pt x="72426" y="101719"/>
                  </a:lnTo>
                  <a:lnTo>
                    <a:pt x="73791" y="101542"/>
                  </a:lnTo>
                  <a:lnTo>
                    <a:pt x="74447" y="101706"/>
                  </a:lnTo>
                  <a:lnTo>
                    <a:pt x="74816" y="101527"/>
                  </a:lnTo>
                  <a:lnTo>
                    <a:pt x="76841" y="101895"/>
                  </a:lnTo>
                  <a:lnTo>
                    <a:pt x="77195" y="102191"/>
                  </a:lnTo>
                  <a:lnTo>
                    <a:pt x="77423" y="102028"/>
                  </a:lnTo>
                  <a:lnTo>
                    <a:pt x="77610" y="102387"/>
                  </a:lnTo>
                  <a:lnTo>
                    <a:pt x="80453" y="102105"/>
                  </a:lnTo>
                  <a:lnTo>
                    <a:pt x="80861" y="102409"/>
                  </a:lnTo>
                  <a:lnTo>
                    <a:pt x="80792" y="102899"/>
                  </a:lnTo>
                  <a:lnTo>
                    <a:pt x="81256" y="103808"/>
                  </a:lnTo>
                  <a:lnTo>
                    <a:pt x="81132" y="104012"/>
                  </a:lnTo>
                  <a:lnTo>
                    <a:pt x="81388" y="104730"/>
                  </a:lnTo>
                  <a:lnTo>
                    <a:pt x="81234" y="104797"/>
                  </a:lnTo>
                  <a:lnTo>
                    <a:pt x="81450" y="105190"/>
                  </a:lnTo>
                  <a:lnTo>
                    <a:pt x="81204" y="109265"/>
                  </a:lnTo>
                  <a:lnTo>
                    <a:pt x="82063" y="112216"/>
                  </a:lnTo>
                  <a:lnTo>
                    <a:pt x="81839" y="112435"/>
                  </a:lnTo>
                  <a:lnTo>
                    <a:pt x="82114" y="112815"/>
                  </a:lnTo>
                  <a:lnTo>
                    <a:pt x="81810" y="112958"/>
                  </a:lnTo>
                  <a:lnTo>
                    <a:pt x="82047" y="113688"/>
                  </a:lnTo>
                  <a:lnTo>
                    <a:pt x="81977" y="117218"/>
                  </a:lnTo>
                  <a:lnTo>
                    <a:pt x="82218" y="117514"/>
                  </a:lnTo>
                  <a:lnTo>
                    <a:pt x="82145" y="118229"/>
                  </a:lnTo>
                  <a:lnTo>
                    <a:pt x="82475" y="118299"/>
                  </a:lnTo>
                  <a:lnTo>
                    <a:pt x="82362" y="118597"/>
                  </a:lnTo>
                  <a:lnTo>
                    <a:pt x="82587" y="118637"/>
                  </a:lnTo>
                  <a:lnTo>
                    <a:pt x="82888" y="119320"/>
                  </a:lnTo>
                  <a:lnTo>
                    <a:pt x="82604" y="119714"/>
                  </a:lnTo>
                  <a:lnTo>
                    <a:pt x="83096" y="120009"/>
                  </a:lnTo>
                  <a:lnTo>
                    <a:pt x="82988" y="120591"/>
                  </a:lnTo>
                  <a:lnTo>
                    <a:pt x="83149" y="120704"/>
                  </a:lnTo>
                  <a:lnTo>
                    <a:pt x="82898" y="120890"/>
                  </a:lnTo>
                  <a:lnTo>
                    <a:pt x="83597" y="121930"/>
                  </a:lnTo>
                  <a:lnTo>
                    <a:pt x="83438" y="122507"/>
                  </a:lnTo>
                  <a:lnTo>
                    <a:pt x="83671" y="122931"/>
                  </a:lnTo>
                  <a:lnTo>
                    <a:pt x="83341" y="123183"/>
                  </a:lnTo>
                  <a:lnTo>
                    <a:pt x="83639" y="123197"/>
                  </a:lnTo>
                  <a:lnTo>
                    <a:pt x="83513" y="123690"/>
                  </a:lnTo>
                  <a:lnTo>
                    <a:pt x="83774" y="123786"/>
                  </a:lnTo>
                  <a:lnTo>
                    <a:pt x="83730" y="124381"/>
                  </a:lnTo>
                  <a:lnTo>
                    <a:pt x="84223" y="124750"/>
                  </a:lnTo>
                  <a:lnTo>
                    <a:pt x="84036" y="125152"/>
                  </a:lnTo>
                  <a:lnTo>
                    <a:pt x="84556" y="125796"/>
                  </a:lnTo>
                  <a:lnTo>
                    <a:pt x="84356" y="126398"/>
                  </a:lnTo>
                  <a:lnTo>
                    <a:pt x="84657" y="126298"/>
                  </a:lnTo>
                  <a:lnTo>
                    <a:pt x="84519" y="126821"/>
                  </a:lnTo>
                  <a:lnTo>
                    <a:pt x="84742" y="126936"/>
                  </a:lnTo>
                  <a:lnTo>
                    <a:pt x="84382" y="127095"/>
                  </a:lnTo>
                  <a:lnTo>
                    <a:pt x="84292" y="127445"/>
                  </a:lnTo>
                  <a:lnTo>
                    <a:pt x="84716" y="128533"/>
                  </a:lnTo>
                  <a:lnTo>
                    <a:pt x="85148" y="129805"/>
                  </a:lnTo>
                  <a:lnTo>
                    <a:pt x="86474" y="130666"/>
                  </a:lnTo>
                  <a:lnTo>
                    <a:pt x="87943" y="128303"/>
                  </a:lnTo>
                  <a:lnTo>
                    <a:pt x="88099" y="126436"/>
                  </a:lnTo>
                  <a:lnTo>
                    <a:pt x="87918" y="125452"/>
                  </a:lnTo>
                  <a:lnTo>
                    <a:pt x="88142" y="124792"/>
                  </a:lnTo>
                  <a:lnTo>
                    <a:pt x="88727" y="124770"/>
                  </a:lnTo>
                  <a:lnTo>
                    <a:pt x="89048" y="125037"/>
                  </a:lnTo>
                  <a:lnTo>
                    <a:pt x="88765" y="128207"/>
                  </a:lnTo>
                  <a:lnTo>
                    <a:pt x="89669" y="128178"/>
                  </a:lnTo>
                  <a:lnTo>
                    <a:pt x="90854" y="128943"/>
                  </a:lnTo>
                  <a:lnTo>
                    <a:pt x="91754" y="128799"/>
                  </a:lnTo>
                  <a:lnTo>
                    <a:pt x="92575" y="129032"/>
                  </a:lnTo>
                  <a:lnTo>
                    <a:pt x="95028" y="130919"/>
                  </a:lnTo>
                  <a:lnTo>
                    <a:pt x="97841" y="129950"/>
                  </a:lnTo>
                  <a:lnTo>
                    <a:pt x="99368" y="128850"/>
                  </a:lnTo>
                  <a:lnTo>
                    <a:pt x="101386" y="126648"/>
                  </a:lnTo>
                  <a:lnTo>
                    <a:pt x="102683" y="126303"/>
                  </a:lnTo>
                  <a:lnTo>
                    <a:pt x="104290" y="126223"/>
                  </a:lnTo>
                  <a:lnTo>
                    <a:pt x="106684" y="125119"/>
                  </a:lnTo>
                  <a:lnTo>
                    <a:pt x="108271" y="125503"/>
                  </a:lnTo>
                  <a:lnTo>
                    <a:pt x="110138" y="124587"/>
                  </a:lnTo>
                  <a:lnTo>
                    <a:pt x="110699" y="123923"/>
                  </a:lnTo>
                  <a:lnTo>
                    <a:pt x="110955" y="124065"/>
                  </a:lnTo>
                  <a:lnTo>
                    <a:pt x="111266" y="123808"/>
                  </a:lnTo>
                  <a:lnTo>
                    <a:pt x="111986" y="124173"/>
                  </a:lnTo>
                  <a:lnTo>
                    <a:pt x="112298" y="124037"/>
                  </a:lnTo>
                  <a:lnTo>
                    <a:pt x="112337" y="123824"/>
                  </a:lnTo>
                  <a:lnTo>
                    <a:pt x="112648" y="123826"/>
                  </a:lnTo>
                  <a:lnTo>
                    <a:pt x="112621" y="123629"/>
                  </a:lnTo>
                  <a:lnTo>
                    <a:pt x="113129" y="123592"/>
                  </a:lnTo>
                  <a:lnTo>
                    <a:pt x="114182" y="122373"/>
                  </a:lnTo>
                  <a:lnTo>
                    <a:pt x="114605" y="122432"/>
                  </a:lnTo>
                  <a:lnTo>
                    <a:pt x="115042" y="121894"/>
                  </a:lnTo>
                  <a:lnTo>
                    <a:pt x="115639" y="121606"/>
                  </a:lnTo>
                  <a:lnTo>
                    <a:pt x="115972" y="120996"/>
                  </a:lnTo>
                  <a:lnTo>
                    <a:pt x="117555" y="121936"/>
                  </a:lnTo>
                  <a:lnTo>
                    <a:pt x="119613" y="122043"/>
                  </a:lnTo>
                  <a:lnTo>
                    <a:pt x="122118" y="123280"/>
                  </a:lnTo>
                  <a:lnTo>
                    <a:pt x="123655" y="124818"/>
                  </a:lnTo>
                  <a:lnTo>
                    <a:pt x="126173" y="125321"/>
                  </a:lnTo>
                  <a:lnTo>
                    <a:pt x="126098" y="125864"/>
                  </a:lnTo>
                  <a:lnTo>
                    <a:pt x="125122" y="127218"/>
                  </a:lnTo>
                  <a:lnTo>
                    <a:pt x="122337" y="129571"/>
                  </a:lnTo>
                  <a:lnTo>
                    <a:pt x="120715" y="130325"/>
                  </a:lnTo>
                  <a:lnTo>
                    <a:pt x="120129" y="130835"/>
                  </a:lnTo>
                  <a:lnTo>
                    <a:pt x="120526" y="131230"/>
                  </a:lnTo>
                  <a:lnTo>
                    <a:pt x="127795" y="127584"/>
                  </a:lnTo>
                  <a:lnTo>
                    <a:pt x="128241" y="126902"/>
                  </a:lnTo>
                  <a:lnTo>
                    <a:pt x="126988" y="123959"/>
                  </a:lnTo>
                  <a:lnTo>
                    <a:pt x="127258" y="122411"/>
                  </a:lnTo>
                  <a:lnTo>
                    <a:pt x="129903" y="118902"/>
                  </a:lnTo>
                  <a:lnTo>
                    <a:pt x="129946" y="118111"/>
                  </a:lnTo>
                  <a:lnTo>
                    <a:pt x="129246" y="115429"/>
                  </a:lnTo>
                  <a:lnTo>
                    <a:pt x="129306" y="114946"/>
                  </a:lnTo>
                  <a:lnTo>
                    <a:pt x="130930" y="110273"/>
                  </a:lnTo>
                  <a:lnTo>
                    <a:pt x="131011" y="109168"/>
                  </a:lnTo>
                  <a:lnTo>
                    <a:pt x="131392" y="108471"/>
                  </a:lnTo>
                  <a:lnTo>
                    <a:pt x="130574" y="103585"/>
                  </a:lnTo>
                  <a:lnTo>
                    <a:pt x="129498" y="101728"/>
                  </a:lnTo>
                  <a:lnTo>
                    <a:pt x="129145" y="100455"/>
                  </a:lnTo>
                  <a:lnTo>
                    <a:pt x="131853" y="99327"/>
                  </a:lnTo>
                  <a:lnTo>
                    <a:pt x="132143" y="98997"/>
                  </a:lnTo>
                  <a:lnTo>
                    <a:pt x="132355" y="98038"/>
                  </a:lnTo>
                  <a:lnTo>
                    <a:pt x="133680" y="96287"/>
                  </a:lnTo>
                  <a:lnTo>
                    <a:pt x="133770" y="95504"/>
                  </a:lnTo>
                  <a:lnTo>
                    <a:pt x="132111" y="93531"/>
                  </a:lnTo>
                  <a:lnTo>
                    <a:pt x="131596" y="92207"/>
                  </a:lnTo>
                  <a:lnTo>
                    <a:pt x="132779" y="91550"/>
                  </a:lnTo>
                  <a:lnTo>
                    <a:pt x="133706" y="91541"/>
                  </a:lnTo>
                  <a:lnTo>
                    <a:pt x="134140" y="91208"/>
                  </a:lnTo>
                  <a:lnTo>
                    <a:pt x="134402" y="90446"/>
                  </a:lnTo>
                  <a:lnTo>
                    <a:pt x="133549" y="89067"/>
                  </a:lnTo>
                  <a:lnTo>
                    <a:pt x="133859" y="87503"/>
                  </a:lnTo>
                  <a:lnTo>
                    <a:pt x="136116" y="87480"/>
                  </a:lnTo>
                  <a:lnTo>
                    <a:pt x="137612" y="83890"/>
                  </a:lnTo>
                  <a:lnTo>
                    <a:pt x="138245" y="83244"/>
                  </a:lnTo>
                  <a:lnTo>
                    <a:pt x="139141" y="82815"/>
                  </a:lnTo>
                  <a:lnTo>
                    <a:pt x="140287" y="81556"/>
                  </a:lnTo>
                  <a:lnTo>
                    <a:pt x="141708" y="79219"/>
                  </a:lnTo>
                  <a:lnTo>
                    <a:pt x="143746" y="77799"/>
                  </a:lnTo>
                  <a:lnTo>
                    <a:pt x="144193" y="77732"/>
                  </a:lnTo>
                  <a:lnTo>
                    <a:pt x="146519" y="78396"/>
                  </a:lnTo>
                  <a:lnTo>
                    <a:pt x="148466" y="77883"/>
                  </a:lnTo>
                  <a:lnTo>
                    <a:pt x="151184" y="78462"/>
                  </a:lnTo>
                  <a:lnTo>
                    <a:pt x="154233" y="79748"/>
                  </a:lnTo>
                  <a:lnTo>
                    <a:pt x="155435" y="79753"/>
                  </a:lnTo>
                  <a:lnTo>
                    <a:pt x="157874" y="79281"/>
                  </a:lnTo>
                  <a:lnTo>
                    <a:pt x="162800" y="76634"/>
                  </a:lnTo>
                  <a:lnTo>
                    <a:pt x="163283" y="74223"/>
                  </a:lnTo>
                  <a:lnTo>
                    <a:pt x="163906" y="72752"/>
                  </a:lnTo>
                  <a:lnTo>
                    <a:pt x="164119" y="70365"/>
                  </a:lnTo>
                  <a:lnTo>
                    <a:pt x="163667" y="68940"/>
                  </a:lnTo>
                  <a:lnTo>
                    <a:pt x="162728" y="67793"/>
                  </a:lnTo>
                  <a:lnTo>
                    <a:pt x="162518" y="67199"/>
                  </a:lnTo>
                  <a:lnTo>
                    <a:pt x="163024" y="65775"/>
                  </a:lnTo>
                  <a:lnTo>
                    <a:pt x="164599" y="64831"/>
                  </a:lnTo>
                  <a:lnTo>
                    <a:pt x="166016" y="64634"/>
                  </a:lnTo>
                  <a:lnTo>
                    <a:pt x="166959" y="63185"/>
                  </a:lnTo>
                  <a:lnTo>
                    <a:pt x="168021" y="62181"/>
                  </a:lnTo>
                  <a:lnTo>
                    <a:pt x="168190" y="60719"/>
                  </a:lnTo>
                  <a:lnTo>
                    <a:pt x="168571" y="60436"/>
                  </a:lnTo>
                  <a:lnTo>
                    <a:pt x="173275" y="60187"/>
                  </a:lnTo>
                  <a:lnTo>
                    <a:pt x="174269" y="59904"/>
                  </a:lnTo>
                  <a:lnTo>
                    <a:pt x="175034" y="59354"/>
                  </a:lnTo>
                  <a:lnTo>
                    <a:pt x="175452" y="58595"/>
                  </a:lnTo>
                  <a:lnTo>
                    <a:pt x="175458" y="57773"/>
                  </a:lnTo>
                  <a:lnTo>
                    <a:pt x="176223" y="56038"/>
                  </a:lnTo>
                  <a:lnTo>
                    <a:pt x="176659" y="54304"/>
                  </a:lnTo>
                  <a:lnTo>
                    <a:pt x="177551" y="52870"/>
                  </a:lnTo>
                  <a:lnTo>
                    <a:pt x="178131" y="53098"/>
                  </a:lnTo>
                  <a:lnTo>
                    <a:pt x="179252" y="52976"/>
                  </a:lnTo>
                  <a:lnTo>
                    <a:pt x="180092" y="52264"/>
                  </a:lnTo>
                  <a:lnTo>
                    <a:pt x="181036" y="50734"/>
                  </a:lnTo>
                  <a:lnTo>
                    <a:pt x="183365" y="50617"/>
                  </a:lnTo>
                  <a:lnTo>
                    <a:pt x="185595" y="51099"/>
                  </a:lnTo>
                  <a:lnTo>
                    <a:pt x="186430" y="50914"/>
                  </a:lnTo>
                  <a:lnTo>
                    <a:pt x="189601" y="48283"/>
                  </a:lnTo>
                  <a:lnTo>
                    <a:pt x="190090" y="47153"/>
                  </a:lnTo>
                  <a:lnTo>
                    <a:pt x="191531" y="46963"/>
                  </a:lnTo>
                  <a:lnTo>
                    <a:pt x="192222" y="46693"/>
                  </a:lnTo>
                  <a:lnTo>
                    <a:pt x="192368" y="46242"/>
                  </a:lnTo>
                  <a:lnTo>
                    <a:pt x="193313" y="44925"/>
                  </a:lnTo>
                  <a:lnTo>
                    <a:pt x="193569" y="43816"/>
                  </a:lnTo>
                  <a:lnTo>
                    <a:pt x="194313" y="43451"/>
                  </a:lnTo>
                  <a:lnTo>
                    <a:pt x="195253" y="43257"/>
                  </a:lnTo>
                  <a:lnTo>
                    <a:pt x="196609" y="43373"/>
                  </a:lnTo>
                  <a:lnTo>
                    <a:pt x="197415" y="44365"/>
                  </a:lnTo>
                  <a:lnTo>
                    <a:pt x="198504" y="44650"/>
                  </a:lnTo>
                  <a:lnTo>
                    <a:pt x="198921" y="44367"/>
                  </a:lnTo>
                  <a:lnTo>
                    <a:pt x="199759" y="44252"/>
                  </a:lnTo>
                  <a:lnTo>
                    <a:pt x="200145" y="43812"/>
                  </a:lnTo>
                  <a:lnTo>
                    <a:pt x="200733" y="43591"/>
                  </a:lnTo>
                  <a:lnTo>
                    <a:pt x="201491" y="42633"/>
                  </a:lnTo>
                  <a:lnTo>
                    <a:pt x="201575" y="42436"/>
                  </a:lnTo>
                  <a:lnTo>
                    <a:pt x="202578" y="42834"/>
                  </a:lnTo>
                  <a:lnTo>
                    <a:pt x="203331" y="43908"/>
                  </a:lnTo>
                  <a:lnTo>
                    <a:pt x="204097" y="43934"/>
                  </a:lnTo>
                  <a:lnTo>
                    <a:pt x="205390" y="42759"/>
                  </a:lnTo>
                  <a:lnTo>
                    <a:pt x="207235" y="42884"/>
                  </a:lnTo>
                  <a:lnTo>
                    <a:pt x="209197" y="43919"/>
                  </a:lnTo>
                  <a:lnTo>
                    <a:pt x="210107" y="43448"/>
                  </a:lnTo>
                  <a:lnTo>
                    <a:pt x="212129" y="44567"/>
                  </a:lnTo>
                  <a:lnTo>
                    <a:pt x="212734" y="44328"/>
                  </a:lnTo>
                  <a:lnTo>
                    <a:pt x="214137" y="44528"/>
                  </a:lnTo>
                  <a:lnTo>
                    <a:pt x="216705" y="43226"/>
                  </a:lnTo>
                  <a:lnTo>
                    <a:pt x="217865" y="44127"/>
                  </a:lnTo>
                  <a:lnTo>
                    <a:pt x="219768" y="43608"/>
                  </a:lnTo>
                  <a:lnTo>
                    <a:pt x="220678" y="43628"/>
                  </a:lnTo>
                  <a:lnTo>
                    <a:pt x="221099" y="43425"/>
                  </a:lnTo>
                  <a:lnTo>
                    <a:pt x="222033" y="41536"/>
                  </a:lnTo>
                  <a:lnTo>
                    <a:pt x="223820" y="39965"/>
                  </a:lnTo>
                  <a:lnTo>
                    <a:pt x="226375" y="39099"/>
                  </a:lnTo>
                  <a:lnTo>
                    <a:pt x="228396" y="39433"/>
                  </a:lnTo>
                  <a:lnTo>
                    <a:pt x="228998" y="39273"/>
                  </a:lnTo>
                  <a:lnTo>
                    <a:pt x="230002" y="39732"/>
                  </a:lnTo>
                  <a:lnTo>
                    <a:pt x="230425" y="39442"/>
                  </a:lnTo>
                  <a:lnTo>
                    <a:pt x="233337" y="38926"/>
                  </a:lnTo>
                  <a:lnTo>
                    <a:pt x="235640" y="41466"/>
                  </a:lnTo>
                  <a:lnTo>
                    <a:pt x="236264" y="41786"/>
                  </a:lnTo>
                  <a:lnTo>
                    <a:pt x="237411" y="41624"/>
                  </a:lnTo>
                  <a:lnTo>
                    <a:pt x="241076" y="42454"/>
                  </a:lnTo>
                  <a:lnTo>
                    <a:pt x="242109" y="42484"/>
                  </a:lnTo>
                  <a:lnTo>
                    <a:pt x="243994" y="41497"/>
                  </a:lnTo>
                  <a:lnTo>
                    <a:pt x="245300" y="39889"/>
                  </a:lnTo>
                  <a:lnTo>
                    <a:pt x="246839" y="38548"/>
                  </a:lnTo>
                  <a:lnTo>
                    <a:pt x="247525" y="37419"/>
                  </a:lnTo>
                  <a:lnTo>
                    <a:pt x="247852" y="37121"/>
                  </a:lnTo>
                  <a:lnTo>
                    <a:pt x="249177" y="36811"/>
                  </a:lnTo>
                  <a:lnTo>
                    <a:pt x="250497" y="35912"/>
                  </a:lnTo>
                  <a:lnTo>
                    <a:pt x="251012" y="34766"/>
                  </a:lnTo>
                  <a:lnTo>
                    <a:pt x="252111" y="33908"/>
                  </a:lnTo>
                  <a:lnTo>
                    <a:pt x="254943" y="33518"/>
                  </a:lnTo>
                  <a:lnTo>
                    <a:pt x="255768" y="33015"/>
                  </a:lnTo>
                  <a:lnTo>
                    <a:pt x="258735" y="32743"/>
                  </a:lnTo>
                  <a:lnTo>
                    <a:pt x="259521" y="33074"/>
                  </a:lnTo>
                  <a:lnTo>
                    <a:pt x="260730" y="31274"/>
                  </a:lnTo>
                  <a:lnTo>
                    <a:pt x="261155" y="28622"/>
                  </a:lnTo>
                  <a:lnTo>
                    <a:pt x="264576" y="29361"/>
                  </a:lnTo>
                  <a:lnTo>
                    <a:pt x="265563" y="30767"/>
                  </a:lnTo>
                  <a:lnTo>
                    <a:pt x="266274" y="31206"/>
                  </a:lnTo>
                  <a:lnTo>
                    <a:pt x="267944" y="31486"/>
                  </a:lnTo>
                  <a:lnTo>
                    <a:pt x="269024" y="30341"/>
                  </a:lnTo>
                  <a:lnTo>
                    <a:pt x="270599" y="30260"/>
                  </a:lnTo>
                  <a:lnTo>
                    <a:pt x="271402" y="30618"/>
                  </a:lnTo>
                  <a:lnTo>
                    <a:pt x="272960" y="30740"/>
                  </a:lnTo>
                  <a:lnTo>
                    <a:pt x="273347" y="29910"/>
                  </a:lnTo>
                  <a:lnTo>
                    <a:pt x="273657" y="29721"/>
                  </a:lnTo>
                  <a:lnTo>
                    <a:pt x="274112" y="29348"/>
                  </a:lnTo>
                  <a:lnTo>
                    <a:pt x="274265" y="28844"/>
                  </a:lnTo>
                  <a:lnTo>
                    <a:pt x="274983" y="28594"/>
                  </a:lnTo>
                  <a:lnTo>
                    <a:pt x="276073" y="28948"/>
                  </a:lnTo>
                  <a:lnTo>
                    <a:pt x="276579" y="28426"/>
                  </a:lnTo>
                  <a:lnTo>
                    <a:pt x="276897" y="26846"/>
                  </a:lnTo>
                  <a:lnTo>
                    <a:pt x="278503" y="26541"/>
                  </a:lnTo>
                  <a:lnTo>
                    <a:pt x="278975" y="25813"/>
                  </a:lnTo>
                  <a:lnTo>
                    <a:pt x="278958" y="24418"/>
                  </a:lnTo>
                  <a:lnTo>
                    <a:pt x="279357" y="24378"/>
                  </a:lnTo>
                  <a:lnTo>
                    <a:pt x="280183" y="24763"/>
                  </a:lnTo>
                  <a:lnTo>
                    <a:pt x="281083" y="25182"/>
                  </a:lnTo>
                  <a:lnTo>
                    <a:pt x="282061" y="26700"/>
                  </a:lnTo>
                  <a:lnTo>
                    <a:pt x="283521" y="27003"/>
                  </a:lnTo>
                  <a:lnTo>
                    <a:pt x="284996" y="26662"/>
                  </a:lnTo>
                  <a:lnTo>
                    <a:pt x="285807" y="26822"/>
                  </a:lnTo>
                  <a:lnTo>
                    <a:pt x="287162" y="26591"/>
                  </a:lnTo>
                  <a:lnTo>
                    <a:pt x="288202" y="25904"/>
                  </a:lnTo>
                  <a:lnTo>
                    <a:pt x="289686" y="25397"/>
                  </a:lnTo>
                  <a:lnTo>
                    <a:pt x="289989" y="25543"/>
                  </a:lnTo>
                  <a:lnTo>
                    <a:pt x="290515" y="24990"/>
                  </a:lnTo>
                  <a:lnTo>
                    <a:pt x="291887" y="24820"/>
                  </a:lnTo>
                  <a:lnTo>
                    <a:pt x="292007" y="24544"/>
                  </a:lnTo>
                  <a:lnTo>
                    <a:pt x="292525" y="24373"/>
                  </a:lnTo>
                  <a:lnTo>
                    <a:pt x="293551" y="24330"/>
                  </a:lnTo>
                  <a:lnTo>
                    <a:pt x="293971" y="23871"/>
                  </a:lnTo>
                  <a:lnTo>
                    <a:pt x="295154" y="23646"/>
                  </a:lnTo>
                  <a:lnTo>
                    <a:pt x="295674" y="23878"/>
                  </a:lnTo>
                  <a:lnTo>
                    <a:pt x="296210" y="23500"/>
                  </a:lnTo>
                  <a:lnTo>
                    <a:pt x="296962" y="23442"/>
                  </a:lnTo>
                  <a:lnTo>
                    <a:pt x="297491" y="22924"/>
                  </a:lnTo>
                  <a:lnTo>
                    <a:pt x="298761" y="22308"/>
                  </a:lnTo>
                  <a:lnTo>
                    <a:pt x="298779" y="22035"/>
                  </a:lnTo>
                  <a:lnTo>
                    <a:pt x="299186" y="22171"/>
                  </a:lnTo>
                  <a:lnTo>
                    <a:pt x="299660" y="21987"/>
                  </a:lnTo>
                  <a:lnTo>
                    <a:pt x="300354" y="25177"/>
                  </a:lnTo>
                  <a:lnTo>
                    <a:pt x="300402" y="26643"/>
                  </a:lnTo>
                  <a:lnTo>
                    <a:pt x="301194" y="28201"/>
                  </a:lnTo>
                  <a:lnTo>
                    <a:pt x="302078" y="28597"/>
                  </a:lnTo>
                  <a:lnTo>
                    <a:pt x="303258" y="28481"/>
                  </a:lnTo>
                  <a:lnTo>
                    <a:pt x="303473" y="28253"/>
                  </a:lnTo>
                  <a:lnTo>
                    <a:pt x="306526" y="30387"/>
                  </a:lnTo>
                  <a:lnTo>
                    <a:pt x="308756" y="30959"/>
                  </a:lnTo>
                  <a:lnTo>
                    <a:pt x="310075" y="31225"/>
                  </a:lnTo>
                  <a:lnTo>
                    <a:pt x="311061" y="29974"/>
                  </a:lnTo>
                  <a:lnTo>
                    <a:pt x="312035" y="29515"/>
                  </a:lnTo>
                  <a:lnTo>
                    <a:pt x="312717" y="28778"/>
                  </a:lnTo>
                  <a:lnTo>
                    <a:pt x="313489" y="27420"/>
                  </a:lnTo>
                  <a:lnTo>
                    <a:pt x="315963" y="25836"/>
                  </a:lnTo>
                  <a:lnTo>
                    <a:pt x="317719" y="25324"/>
                  </a:lnTo>
                  <a:lnTo>
                    <a:pt x="321636" y="25213"/>
                  </a:lnTo>
                  <a:lnTo>
                    <a:pt x="322651" y="24859"/>
                  </a:lnTo>
                  <a:lnTo>
                    <a:pt x="323845" y="24934"/>
                  </a:lnTo>
                  <a:lnTo>
                    <a:pt x="324791" y="25340"/>
                  </a:lnTo>
                  <a:lnTo>
                    <a:pt x="325843" y="26847"/>
                  </a:lnTo>
                  <a:lnTo>
                    <a:pt x="326816" y="27604"/>
                  </a:lnTo>
                  <a:lnTo>
                    <a:pt x="330422" y="27433"/>
                  </a:lnTo>
                  <a:lnTo>
                    <a:pt x="331020" y="28006"/>
                  </a:lnTo>
                  <a:lnTo>
                    <a:pt x="331210" y="28820"/>
                  </a:lnTo>
                  <a:lnTo>
                    <a:pt x="332138" y="29568"/>
                  </a:lnTo>
                  <a:lnTo>
                    <a:pt x="331844" y="28033"/>
                  </a:lnTo>
                  <a:lnTo>
                    <a:pt x="332597" y="26865"/>
                  </a:lnTo>
                  <a:lnTo>
                    <a:pt x="334549" y="25908"/>
                  </a:lnTo>
                  <a:lnTo>
                    <a:pt x="335526" y="25008"/>
                  </a:lnTo>
                  <a:lnTo>
                    <a:pt x="336496" y="25002"/>
                  </a:lnTo>
                  <a:lnTo>
                    <a:pt x="337167" y="24696"/>
                  </a:lnTo>
                  <a:lnTo>
                    <a:pt x="336864" y="23813"/>
                  </a:lnTo>
                  <a:lnTo>
                    <a:pt x="336963" y="22759"/>
                  </a:lnTo>
                  <a:lnTo>
                    <a:pt x="337349" y="21871"/>
                  </a:lnTo>
                  <a:lnTo>
                    <a:pt x="338622" y="20341"/>
                  </a:lnTo>
                  <a:lnTo>
                    <a:pt x="339540" y="18203"/>
                  </a:lnTo>
                  <a:lnTo>
                    <a:pt x="340011" y="17146"/>
                  </a:lnTo>
                  <a:lnTo>
                    <a:pt x="340642" y="16394"/>
                  </a:lnTo>
                  <a:lnTo>
                    <a:pt x="341907" y="15817"/>
                  </a:lnTo>
                  <a:lnTo>
                    <a:pt x="345766" y="15010"/>
                  </a:lnTo>
                  <a:lnTo>
                    <a:pt x="346936" y="14992"/>
                  </a:lnTo>
                  <a:lnTo>
                    <a:pt x="348367" y="15569"/>
                  </a:lnTo>
                  <a:lnTo>
                    <a:pt x="352414" y="15477"/>
                  </a:lnTo>
                  <a:lnTo>
                    <a:pt x="353862" y="14895"/>
                  </a:lnTo>
                  <a:lnTo>
                    <a:pt x="355044" y="15058"/>
                  </a:lnTo>
                  <a:lnTo>
                    <a:pt x="357102" y="11606"/>
                  </a:lnTo>
                  <a:lnTo>
                    <a:pt x="358170" y="11446"/>
                  </a:lnTo>
                  <a:lnTo>
                    <a:pt x="358620" y="10932"/>
                  </a:lnTo>
                  <a:lnTo>
                    <a:pt x="359356" y="8317"/>
                  </a:lnTo>
                  <a:lnTo>
                    <a:pt x="358930" y="6496"/>
                  </a:lnTo>
                  <a:lnTo>
                    <a:pt x="359485" y="3360"/>
                  </a:lnTo>
                  <a:lnTo>
                    <a:pt x="358904" y="2340"/>
                  </a:lnTo>
                  <a:lnTo>
                    <a:pt x="357644" y="1448"/>
                  </a:lnTo>
                  <a:lnTo>
                    <a:pt x="358211" y="1316"/>
                  </a:lnTo>
                  <a:lnTo>
                    <a:pt x="359037" y="1727"/>
                  </a:lnTo>
                  <a:lnTo>
                    <a:pt x="360568" y="1820"/>
                  </a:lnTo>
                  <a:lnTo>
                    <a:pt x="362318" y="1462"/>
                  </a:lnTo>
                  <a:lnTo>
                    <a:pt x="364846" y="1338"/>
                  </a:lnTo>
                  <a:lnTo>
                    <a:pt x="366818" y="1808"/>
                  </a:lnTo>
                  <a:lnTo>
                    <a:pt x="368050" y="1805"/>
                  </a:lnTo>
                  <a:lnTo>
                    <a:pt x="369275" y="1426"/>
                  </a:lnTo>
                  <a:lnTo>
                    <a:pt x="372719" y="2067"/>
                  </a:lnTo>
                  <a:lnTo>
                    <a:pt x="373428" y="1960"/>
                  </a:lnTo>
                  <a:lnTo>
                    <a:pt x="374030" y="1434"/>
                  </a:lnTo>
                  <a:lnTo>
                    <a:pt x="375936" y="519"/>
                  </a:lnTo>
                  <a:lnTo>
                    <a:pt x="376570" y="439"/>
                  </a:lnTo>
                  <a:lnTo>
                    <a:pt x="377570" y="526"/>
                  </a:lnTo>
                  <a:lnTo>
                    <a:pt x="380267" y="1476"/>
                  </a:lnTo>
                  <a:lnTo>
                    <a:pt x="381273" y="2174"/>
                  </a:lnTo>
                  <a:lnTo>
                    <a:pt x="382214" y="2429"/>
                  </a:lnTo>
                  <a:lnTo>
                    <a:pt x="383236" y="3277"/>
                  </a:lnTo>
                  <a:lnTo>
                    <a:pt x="384865" y="5274"/>
                  </a:lnTo>
                  <a:lnTo>
                    <a:pt x="385587" y="5658"/>
                  </a:lnTo>
                  <a:lnTo>
                    <a:pt x="387165" y="5378"/>
                  </a:lnTo>
                  <a:lnTo>
                    <a:pt x="389191" y="3277"/>
                  </a:lnTo>
                  <a:lnTo>
                    <a:pt x="390250" y="2814"/>
                  </a:lnTo>
                  <a:lnTo>
                    <a:pt x="391352" y="2785"/>
                  </a:lnTo>
                  <a:lnTo>
                    <a:pt x="392724" y="2130"/>
                  </a:lnTo>
                  <a:lnTo>
                    <a:pt x="392998" y="1179"/>
                  </a:lnTo>
                  <a:lnTo>
                    <a:pt x="393977" y="757"/>
                  </a:lnTo>
                  <a:lnTo>
                    <a:pt x="394903" y="830"/>
                  </a:lnTo>
                  <a:lnTo>
                    <a:pt x="395440" y="636"/>
                  </a:lnTo>
                  <a:lnTo>
                    <a:pt x="397217" y="899"/>
                  </a:lnTo>
                  <a:lnTo>
                    <a:pt x="398310" y="683"/>
                  </a:lnTo>
                  <a:lnTo>
                    <a:pt x="399740" y="1258"/>
                  </a:lnTo>
                  <a:lnTo>
                    <a:pt x="401212" y="783"/>
                  </a:lnTo>
                  <a:lnTo>
                    <a:pt x="402207" y="0"/>
                  </a:lnTo>
                  <a:lnTo>
                    <a:pt x="403670" y="385"/>
                  </a:lnTo>
                  <a:lnTo>
                    <a:pt x="404271" y="761"/>
                  </a:lnTo>
                  <a:lnTo>
                    <a:pt x="405942" y="2790"/>
                  </a:lnTo>
                  <a:lnTo>
                    <a:pt x="405996" y="3781"/>
                  </a:lnTo>
                  <a:lnTo>
                    <a:pt x="406955" y="5652"/>
                  </a:lnTo>
                  <a:lnTo>
                    <a:pt x="408308" y="6727"/>
                  </a:lnTo>
                  <a:lnTo>
                    <a:pt x="410399" y="8995"/>
                  </a:lnTo>
                  <a:lnTo>
                    <a:pt x="410928" y="8796"/>
                  </a:lnTo>
                  <a:lnTo>
                    <a:pt x="412677" y="8998"/>
                  </a:lnTo>
                  <a:lnTo>
                    <a:pt x="414083" y="9551"/>
                  </a:lnTo>
                  <a:lnTo>
                    <a:pt x="414746" y="10140"/>
                  </a:lnTo>
                  <a:lnTo>
                    <a:pt x="417472" y="10597"/>
                  </a:lnTo>
                  <a:lnTo>
                    <a:pt x="418575" y="11538"/>
                  </a:lnTo>
                  <a:lnTo>
                    <a:pt x="419351" y="11871"/>
                  </a:lnTo>
                  <a:lnTo>
                    <a:pt x="420652" y="11461"/>
                  </a:lnTo>
                  <a:lnTo>
                    <a:pt x="421253" y="10561"/>
                  </a:lnTo>
                  <a:lnTo>
                    <a:pt x="420605" y="9662"/>
                  </a:lnTo>
                  <a:lnTo>
                    <a:pt x="420635" y="8773"/>
                  </a:lnTo>
                  <a:lnTo>
                    <a:pt x="422973" y="8802"/>
                  </a:lnTo>
                  <a:lnTo>
                    <a:pt x="425341" y="8308"/>
                  </a:lnTo>
                  <a:lnTo>
                    <a:pt x="426429" y="8519"/>
                  </a:lnTo>
                  <a:lnTo>
                    <a:pt x="428512" y="7675"/>
                  </a:lnTo>
                  <a:lnTo>
                    <a:pt x="428654" y="6976"/>
                  </a:lnTo>
                  <a:lnTo>
                    <a:pt x="429023" y="6506"/>
                  </a:lnTo>
                  <a:lnTo>
                    <a:pt x="429579" y="6414"/>
                  </a:lnTo>
                  <a:lnTo>
                    <a:pt x="432672" y="6775"/>
                  </a:lnTo>
                  <a:lnTo>
                    <a:pt x="434043" y="7377"/>
                  </a:lnTo>
                  <a:lnTo>
                    <a:pt x="434342" y="6281"/>
                  </a:lnTo>
                  <a:lnTo>
                    <a:pt x="433954" y="6088"/>
                  </a:lnTo>
                  <a:lnTo>
                    <a:pt x="434904" y="5154"/>
                  </a:lnTo>
                  <a:lnTo>
                    <a:pt x="434394" y="4700"/>
                  </a:lnTo>
                  <a:lnTo>
                    <a:pt x="434782" y="4335"/>
                  </a:lnTo>
                  <a:lnTo>
                    <a:pt x="434108" y="3804"/>
                  </a:lnTo>
                  <a:lnTo>
                    <a:pt x="434041" y="3212"/>
                  </a:lnTo>
                  <a:lnTo>
                    <a:pt x="435731" y="3479"/>
                  </a:lnTo>
                  <a:lnTo>
                    <a:pt x="434719" y="2474"/>
                  </a:lnTo>
                  <a:lnTo>
                    <a:pt x="435208" y="1953"/>
                  </a:lnTo>
                  <a:lnTo>
                    <a:pt x="436801" y="4292"/>
                  </a:lnTo>
                  <a:lnTo>
                    <a:pt x="437291" y="3891"/>
                  </a:lnTo>
                  <a:lnTo>
                    <a:pt x="435735" y="1459"/>
                  </a:lnTo>
                  <a:lnTo>
                    <a:pt x="436283" y="1219"/>
                  </a:lnTo>
                  <a:lnTo>
                    <a:pt x="439411" y="5631"/>
                  </a:lnTo>
                  <a:lnTo>
                    <a:pt x="439943" y="10994"/>
                  </a:lnTo>
                  <a:lnTo>
                    <a:pt x="441460" y="14602"/>
                  </a:lnTo>
                  <a:lnTo>
                    <a:pt x="440859" y="14815"/>
                  </a:lnTo>
                  <a:lnTo>
                    <a:pt x="441069" y="16978"/>
                  </a:lnTo>
                  <a:lnTo>
                    <a:pt x="441755" y="16796"/>
                  </a:lnTo>
                  <a:lnTo>
                    <a:pt x="441679" y="17660"/>
                  </a:lnTo>
                  <a:lnTo>
                    <a:pt x="444215" y="17287"/>
                  </a:lnTo>
                  <a:lnTo>
                    <a:pt x="444674" y="16865"/>
                  </a:lnTo>
                  <a:lnTo>
                    <a:pt x="445132" y="17274"/>
                  </a:lnTo>
                  <a:lnTo>
                    <a:pt x="445106" y="17691"/>
                  </a:lnTo>
                  <a:lnTo>
                    <a:pt x="445749" y="18713"/>
                  </a:lnTo>
                  <a:lnTo>
                    <a:pt x="448064" y="18328"/>
                  </a:lnTo>
                  <a:lnTo>
                    <a:pt x="452239" y="19530"/>
                  </a:lnTo>
                  <a:lnTo>
                    <a:pt x="456230" y="18083"/>
                  </a:lnTo>
                  <a:lnTo>
                    <a:pt x="458536" y="16566"/>
                  </a:lnTo>
                  <a:lnTo>
                    <a:pt x="465334" y="12851"/>
                  </a:lnTo>
                  <a:lnTo>
                    <a:pt x="465839" y="13640"/>
                  </a:lnTo>
                  <a:lnTo>
                    <a:pt x="467807" y="14578"/>
                  </a:lnTo>
                  <a:lnTo>
                    <a:pt x="468302" y="14889"/>
                  </a:lnTo>
                  <a:lnTo>
                    <a:pt x="468300" y="14226"/>
                  </a:lnTo>
                  <a:lnTo>
                    <a:pt x="470976" y="13884"/>
                  </a:lnTo>
                  <a:lnTo>
                    <a:pt x="472880" y="12487"/>
                  </a:lnTo>
                  <a:lnTo>
                    <a:pt x="473578" y="13998"/>
                  </a:lnTo>
                  <a:lnTo>
                    <a:pt x="474360" y="13937"/>
                  </a:lnTo>
                  <a:lnTo>
                    <a:pt x="475366" y="16405"/>
                  </a:lnTo>
                  <a:lnTo>
                    <a:pt x="477922" y="17120"/>
                  </a:lnTo>
                  <a:lnTo>
                    <a:pt x="480203" y="18906"/>
                  </a:lnTo>
                  <a:lnTo>
                    <a:pt x="480293" y="18767"/>
                  </a:lnTo>
                  <a:lnTo>
                    <a:pt x="482246" y="20172"/>
                  </a:lnTo>
                  <a:lnTo>
                    <a:pt x="483788" y="22019"/>
                  </a:lnTo>
                  <a:lnTo>
                    <a:pt x="484296" y="22420"/>
                  </a:lnTo>
                  <a:lnTo>
                    <a:pt x="484782" y="22360"/>
                  </a:lnTo>
                  <a:lnTo>
                    <a:pt x="485343" y="23249"/>
                  </a:lnTo>
                  <a:lnTo>
                    <a:pt x="486204" y="23861"/>
                  </a:lnTo>
                  <a:lnTo>
                    <a:pt x="486484" y="24611"/>
                  </a:lnTo>
                  <a:lnTo>
                    <a:pt x="487353" y="25319"/>
                  </a:lnTo>
                  <a:lnTo>
                    <a:pt x="489036" y="27667"/>
                  </a:lnTo>
                  <a:lnTo>
                    <a:pt x="489569" y="27923"/>
                  </a:lnTo>
                  <a:lnTo>
                    <a:pt x="492477" y="30904"/>
                  </a:lnTo>
                  <a:lnTo>
                    <a:pt x="498279" y="33518"/>
                  </a:lnTo>
                  <a:lnTo>
                    <a:pt x="499649" y="33681"/>
                  </a:lnTo>
                  <a:lnTo>
                    <a:pt x="500404" y="33515"/>
                  </a:lnTo>
                  <a:lnTo>
                    <a:pt x="501118" y="34096"/>
                  </a:lnTo>
                  <a:lnTo>
                    <a:pt x="501060" y="34458"/>
                  </a:lnTo>
                  <a:lnTo>
                    <a:pt x="501626" y="34904"/>
                  </a:lnTo>
                  <a:lnTo>
                    <a:pt x="504036" y="35199"/>
                  </a:lnTo>
                  <a:lnTo>
                    <a:pt x="504362" y="34960"/>
                  </a:lnTo>
                  <a:lnTo>
                    <a:pt x="505462" y="35605"/>
                  </a:lnTo>
                  <a:lnTo>
                    <a:pt x="506271" y="35517"/>
                  </a:lnTo>
                  <a:lnTo>
                    <a:pt x="507239" y="35959"/>
                  </a:lnTo>
                  <a:lnTo>
                    <a:pt x="509165" y="36077"/>
                  </a:lnTo>
                  <a:lnTo>
                    <a:pt x="509053" y="35478"/>
                  </a:lnTo>
                  <a:lnTo>
                    <a:pt x="509682" y="34601"/>
                  </a:lnTo>
                  <a:lnTo>
                    <a:pt x="509009" y="33647"/>
                  </a:lnTo>
                  <a:lnTo>
                    <a:pt x="508960" y="32504"/>
                  </a:lnTo>
                  <a:lnTo>
                    <a:pt x="509685" y="31860"/>
                  </a:lnTo>
                  <a:lnTo>
                    <a:pt x="507912" y="29721"/>
                  </a:lnTo>
                  <a:lnTo>
                    <a:pt x="509083" y="28782"/>
                  </a:lnTo>
                  <a:lnTo>
                    <a:pt x="511916" y="27338"/>
                  </a:lnTo>
                  <a:lnTo>
                    <a:pt x="512817" y="24178"/>
                  </a:lnTo>
                  <a:lnTo>
                    <a:pt x="514597" y="24469"/>
                  </a:lnTo>
                  <a:lnTo>
                    <a:pt x="515131" y="24222"/>
                  </a:lnTo>
                  <a:lnTo>
                    <a:pt x="514915" y="23847"/>
                  </a:lnTo>
                  <a:lnTo>
                    <a:pt x="515163" y="23019"/>
                  </a:lnTo>
                  <a:lnTo>
                    <a:pt x="516519" y="23484"/>
                  </a:lnTo>
                  <a:lnTo>
                    <a:pt x="517204" y="25057"/>
                  </a:lnTo>
                  <a:lnTo>
                    <a:pt x="516002" y="26147"/>
                  </a:lnTo>
                  <a:lnTo>
                    <a:pt x="518034" y="27258"/>
                  </a:lnTo>
                  <a:lnTo>
                    <a:pt x="518559" y="28359"/>
                  </a:lnTo>
                  <a:lnTo>
                    <a:pt x="517722" y="29078"/>
                  </a:lnTo>
                  <a:lnTo>
                    <a:pt x="517822" y="29527"/>
                  </a:lnTo>
                  <a:lnTo>
                    <a:pt x="517382" y="29637"/>
                  </a:lnTo>
                  <a:lnTo>
                    <a:pt x="517011" y="30521"/>
                  </a:lnTo>
                  <a:lnTo>
                    <a:pt x="516924" y="31004"/>
                  </a:lnTo>
                  <a:lnTo>
                    <a:pt x="517574" y="31855"/>
                  </a:lnTo>
                  <a:lnTo>
                    <a:pt x="517635" y="32288"/>
                  </a:lnTo>
                  <a:lnTo>
                    <a:pt x="516866" y="33110"/>
                  </a:lnTo>
                  <a:lnTo>
                    <a:pt x="517866" y="33810"/>
                  </a:lnTo>
                  <a:lnTo>
                    <a:pt x="518660" y="32948"/>
                  </a:lnTo>
                  <a:lnTo>
                    <a:pt x="519623" y="33769"/>
                  </a:lnTo>
                  <a:lnTo>
                    <a:pt x="520744" y="33028"/>
                  </a:lnTo>
                  <a:lnTo>
                    <a:pt x="522237" y="34841"/>
                  </a:lnTo>
                  <a:lnTo>
                    <a:pt x="524354" y="38949"/>
                  </a:lnTo>
                  <a:lnTo>
                    <a:pt x="525995" y="39171"/>
                  </a:lnTo>
                  <a:lnTo>
                    <a:pt x="527689" y="39062"/>
                  </a:lnTo>
                  <a:lnTo>
                    <a:pt x="529129" y="38517"/>
                  </a:lnTo>
                  <a:lnTo>
                    <a:pt x="529929" y="39150"/>
                  </a:lnTo>
                  <a:lnTo>
                    <a:pt x="534476" y="38570"/>
                  </a:lnTo>
                  <a:lnTo>
                    <a:pt x="534458" y="38769"/>
                  </a:lnTo>
                  <a:lnTo>
                    <a:pt x="534996" y="38936"/>
                  </a:lnTo>
                  <a:lnTo>
                    <a:pt x="535578" y="40039"/>
                  </a:lnTo>
                  <a:lnTo>
                    <a:pt x="536964" y="39746"/>
                  </a:lnTo>
                  <a:lnTo>
                    <a:pt x="538226" y="39054"/>
                  </a:lnTo>
                  <a:lnTo>
                    <a:pt x="540122" y="39338"/>
                  </a:lnTo>
                  <a:lnTo>
                    <a:pt x="540214" y="39661"/>
                  </a:lnTo>
                  <a:lnTo>
                    <a:pt x="542427" y="39648"/>
                  </a:lnTo>
                  <a:lnTo>
                    <a:pt x="543696" y="40705"/>
                  </a:lnTo>
                  <a:lnTo>
                    <a:pt x="544808" y="41175"/>
                  </a:lnTo>
                  <a:lnTo>
                    <a:pt x="544967" y="42331"/>
                  </a:lnTo>
                  <a:lnTo>
                    <a:pt x="544687" y="44064"/>
                  </a:lnTo>
                  <a:lnTo>
                    <a:pt x="545998" y="44512"/>
                  </a:lnTo>
                  <a:lnTo>
                    <a:pt x="547615" y="45863"/>
                  </a:lnTo>
                  <a:lnTo>
                    <a:pt x="547284" y="46014"/>
                  </a:lnTo>
                  <a:lnTo>
                    <a:pt x="547299" y="46550"/>
                  </a:lnTo>
                  <a:lnTo>
                    <a:pt x="546764" y="47296"/>
                  </a:lnTo>
                  <a:lnTo>
                    <a:pt x="547872" y="47440"/>
                  </a:lnTo>
                  <a:lnTo>
                    <a:pt x="550199" y="48432"/>
                  </a:lnTo>
                  <a:lnTo>
                    <a:pt x="550483" y="48691"/>
                  </a:lnTo>
                  <a:lnTo>
                    <a:pt x="550423" y="48078"/>
                  </a:lnTo>
                  <a:lnTo>
                    <a:pt x="553473" y="47589"/>
                  </a:lnTo>
                  <a:lnTo>
                    <a:pt x="553421" y="47226"/>
                  </a:lnTo>
                  <a:lnTo>
                    <a:pt x="555670" y="47225"/>
                  </a:lnTo>
                  <a:lnTo>
                    <a:pt x="555731" y="46687"/>
                  </a:lnTo>
                  <a:lnTo>
                    <a:pt x="559820" y="47193"/>
                  </a:lnTo>
                  <a:lnTo>
                    <a:pt x="560396" y="49433"/>
                  </a:lnTo>
                  <a:lnTo>
                    <a:pt x="561279" y="50781"/>
                  </a:lnTo>
                  <a:lnTo>
                    <a:pt x="564512" y="52317"/>
                  </a:lnTo>
                  <a:lnTo>
                    <a:pt x="565437" y="53342"/>
                  </a:lnTo>
                  <a:lnTo>
                    <a:pt x="565253" y="54209"/>
                  </a:lnTo>
                  <a:lnTo>
                    <a:pt x="564251" y="54540"/>
                  </a:lnTo>
                  <a:lnTo>
                    <a:pt x="563490" y="55086"/>
                  </a:lnTo>
                  <a:lnTo>
                    <a:pt x="564765" y="57385"/>
                  </a:lnTo>
                  <a:lnTo>
                    <a:pt x="564842" y="58180"/>
                  </a:lnTo>
                  <a:lnTo>
                    <a:pt x="564252" y="58639"/>
                  </a:lnTo>
                  <a:lnTo>
                    <a:pt x="565575" y="63575"/>
                  </a:lnTo>
                  <a:lnTo>
                    <a:pt x="565048" y="63589"/>
                  </a:lnTo>
                  <a:lnTo>
                    <a:pt x="565733" y="67655"/>
                  </a:lnTo>
                  <a:lnTo>
                    <a:pt x="565733" y="73123"/>
                  </a:lnTo>
                  <a:lnTo>
                    <a:pt x="566462" y="76337"/>
                  </a:lnTo>
                  <a:lnTo>
                    <a:pt x="567739" y="76252"/>
                  </a:lnTo>
                  <a:lnTo>
                    <a:pt x="568393" y="75217"/>
                  </a:lnTo>
                  <a:lnTo>
                    <a:pt x="568976" y="75011"/>
                  </a:lnTo>
                  <a:lnTo>
                    <a:pt x="569098" y="75297"/>
                  </a:lnTo>
                  <a:lnTo>
                    <a:pt x="570297" y="75175"/>
                  </a:lnTo>
                  <a:lnTo>
                    <a:pt x="570415" y="75417"/>
                  </a:lnTo>
                  <a:lnTo>
                    <a:pt x="571388" y="75848"/>
                  </a:lnTo>
                  <a:lnTo>
                    <a:pt x="572737" y="75218"/>
                  </a:lnTo>
                  <a:lnTo>
                    <a:pt x="573061" y="75656"/>
                  </a:lnTo>
                  <a:lnTo>
                    <a:pt x="573306" y="75474"/>
                  </a:lnTo>
                  <a:lnTo>
                    <a:pt x="573306" y="75765"/>
                  </a:lnTo>
                  <a:lnTo>
                    <a:pt x="572698" y="76111"/>
                  </a:lnTo>
                  <a:lnTo>
                    <a:pt x="573763" y="78476"/>
                  </a:lnTo>
                  <a:lnTo>
                    <a:pt x="574092" y="79732"/>
                  </a:lnTo>
                  <a:lnTo>
                    <a:pt x="575065" y="80092"/>
                  </a:lnTo>
                  <a:lnTo>
                    <a:pt x="575679" y="82048"/>
                  </a:lnTo>
                  <a:lnTo>
                    <a:pt x="576723" y="84280"/>
                  </a:lnTo>
                  <a:lnTo>
                    <a:pt x="578903" y="84291"/>
                  </a:lnTo>
                  <a:lnTo>
                    <a:pt x="582708" y="83179"/>
                  </a:lnTo>
                  <a:lnTo>
                    <a:pt x="584237" y="82464"/>
                  </a:lnTo>
                  <a:lnTo>
                    <a:pt x="585578" y="84577"/>
                  </a:lnTo>
                  <a:lnTo>
                    <a:pt x="585572" y="84901"/>
                  </a:lnTo>
                  <a:lnTo>
                    <a:pt x="588375" y="88168"/>
                  </a:lnTo>
                  <a:lnTo>
                    <a:pt x="592195" y="87329"/>
                  </a:lnTo>
                  <a:lnTo>
                    <a:pt x="593820" y="89299"/>
                  </a:lnTo>
                  <a:lnTo>
                    <a:pt x="596014" y="89529"/>
                  </a:lnTo>
                  <a:lnTo>
                    <a:pt x="595711" y="90376"/>
                  </a:lnTo>
                  <a:lnTo>
                    <a:pt x="596344" y="91604"/>
                  </a:lnTo>
                  <a:lnTo>
                    <a:pt x="596600" y="93937"/>
                  </a:lnTo>
                  <a:lnTo>
                    <a:pt x="596119" y="95739"/>
                  </a:lnTo>
                  <a:lnTo>
                    <a:pt x="595531" y="96424"/>
                  </a:lnTo>
                  <a:lnTo>
                    <a:pt x="595578" y="96778"/>
                  </a:lnTo>
                  <a:lnTo>
                    <a:pt x="596419" y="97463"/>
                  </a:lnTo>
                  <a:lnTo>
                    <a:pt x="598436" y="98122"/>
                  </a:lnTo>
                  <a:lnTo>
                    <a:pt x="597512" y="98984"/>
                  </a:lnTo>
                  <a:lnTo>
                    <a:pt x="595781" y="101606"/>
                  </a:lnTo>
                  <a:lnTo>
                    <a:pt x="595612" y="101456"/>
                  </a:lnTo>
                  <a:lnTo>
                    <a:pt x="592592" y="104947"/>
                  </a:lnTo>
                  <a:lnTo>
                    <a:pt x="592490" y="105390"/>
                  </a:lnTo>
                  <a:lnTo>
                    <a:pt x="591598" y="106496"/>
                  </a:lnTo>
                  <a:lnTo>
                    <a:pt x="589068" y="108448"/>
                  </a:lnTo>
                  <a:lnTo>
                    <a:pt x="587723" y="109944"/>
                  </a:lnTo>
                  <a:lnTo>
                    <a:pt x="586837" y="110144"/>
                  </a:lnTo>
                  <a:lnTo>
                    <a:pt x="586967" y="110366"/>
                  </a:lnTo>
                  <a:lnTo>
                    <a:pt x="586277" y="110957"/>
                  </a:lnTo>
                  <a:lnTo>
                    <a:pt x="587046" y="111495"/>
                  </a:lnTo>
                  <a:lnTo>
                    <a:pt x="588659" y="113581"/>
                  </a:lnTo>
                  <a:lnTo>
                    <a:pt x="588921" y="114696"/>
                  </a:lnTo>
                  <a:lnTo>
                    <a:pt x="590510" y="116176"/>
                  </a:lnTo>
                  <a:lnTo>
                    <a:pt x="589244" y="121367"/>
                  </a:lnTo>
                  <a:lnTo>
                    <a:pt x="589633" y="121421"/>
                  </a:lnTo>
                  <a:lnTo>
                    <a:pt x="589511" y="122223"/>
                  </a:lnTo>
                  <a:lnTo>
                    <a:pt x="588001" y="125257"/>
                  </a:lnTo>
                  <a:lnTo>
                    <a:pt x="589651" y="125742"/>
                  </a:lnTo>
                  <a:lnTo>
                    <a:pt x="590795" y="127516"/>
                  </a:lnTo>
                  <a:lnTo>
                    <a:pt x="592396" y="129181"/>
                  </a:lnTo>
                  <a:lnTo>
                    <a:pt x="594531" y="129557"/>
                  </a:lnTo>
                  <a:lnTo>
                    <a:pt x="595188" y="130377"/>
                  </a:lnTo>
                  <a:lnTo>
                    <a:pt x="597036" y="133759"/>
                  </a:lnTo>
                  <a:lnTo>
                    <a:pt x="597806" y="134494"/>
                  </a:lnTo>
                  <a:lnTo>
                    <a:pt x="601653" y="136669"/>
                  </a:lnTo>
                  <a:lnTo>
                    <a:pt x="602702" y="136842"/>
                  </a:lnTo>
                  <a:lnTo>
                    <a:pt x="599725" y="143060"/>
                  </a:lnTo>
                  <a:lnTo>
                    <a:pt x="598857" y="144298"/>
                  </a:lnTo>
                  <a:lnTo>
                    <a:pt x="597848" y="144931"/>
                  </a:lnTo>
                  <a:lnTo>
                    <a:pt x="595224" y="145615"/>
                  </a:lnTo>
                  <a:lnTo>
                    <a:pt x="592229" y="147673"/>
                  </a:lnTo>
                  <a:lnTo>
                    <a:pt x="590760" y="147841"/>
                  </a:lnTo>
                  <a:lnTo>
                    <a:pt x="589015" y="148416"/>
                  </a:lnTo>
                  <a:lnTo>
                    <a:pt x="587622" y="149555"/>
                  </a:lnTo>
                  <a:lnTo>
                    <a:pt x="586978" y="151055"/>
                  </a:lnTo>
                  <a:lnTo>
                    <a:pt x="586803" y="152297"/>
                  </a:lnTo>
                  <a:lnTo>
                    <a:pt x="587245" y="157030"/>
                  </a:lnTo>
                  <a:lnTo>
                    <a:pt x="587428" y="159829"/>
                  </a:lnTo>
                  <a:lnTo>
                    <a:pt x="587242" y="162076"/>
                  </a:lnTo>
                  <a:lnTo>
                    <a:pt x="586850" y="163422"/>
                  </a:lnTo>
                  <a:lnTo>
                    <a:pt x="585527" y="165490"/>
                  </a:lnTo>
                  <a:lnTo>
                    <a:pt x="583579" y="166697"/>
                  </a:lnTo>
                  <a:lnTo>
                    <a:pt x="581043" y="167363"/>
                  </a:lnTo>
                  <a:lnTo>
                    <a:pt x="577400" y="167800"/>
                  </a:lnTo>
                  <a:lnTo>
                    <a:pt x="576646" y="168175"/>
                  </a:lnTo>
                  <a:lnTo>
                    <a:pt x="576271" y="168657"/>
                  </a:lnTo>
                  <a:lnTo>
                    <a:pt x="575710" y="170398"/>
                  </a:lnTo>
                  <a:lnTo>
                    <a:pt x="575014" y="171693"/>
                  </a:lnTo>
                  <a:lnTo>
                    <a:pt x="574015" y="172598"/>
                  </a:lnTo>
                  <a:lnTo>
                    <a:pt x="571800" y="173446"/>
                  </a:lnTo>
                  <a:lnTo>
                    <a:pt x="570838" y="175845"/>
                  </a:lnTo>
                  <a:lnTo>
                    <a:pt x="569561" y="178063"/>
                  </a:lnTo>
                  <a:lnTo>
                    <a:pt x="565785" y="182175"/>
                  </a:lnTo>
                  <a:lnTo>
                    <a:pt x="564788" y="183876"/>
                  </a:lnTo>
                  <a:lnTo>
                    <a:pt x="564822" y="184765"/>
                  </a:lnTo>
                  <a:lnTo>
                    <a:pt x="564061" y="186254"/>
                  </a:lnTo>
                  <a:lnTo>
                    <a:pt x="562182" y="188884"/>
                  </a:lnTo>
                  <a:lnTo>
                    <a:pt x="561290" y="190613"/>
                  </a:lnTo>
                  <a:lnTo>
                    <a:pt x="560232" y="191567"/>
                  </a:lnTo>
                  <a:lnTo>
                    <a:pt x="559958" y="192472"/>
                  </a:lnTo>
                  <a:lnTo>
                    <a:pt x="559505" y="193052"/>
                  </a:lnTo>
                  <a:lnTo>
                    <a:pt x="559713" y="196221"/>
                  </a:lnTo>
                  <a:lnTo>
                    <a:pt x="559015" y="197927"/>
                  </a:lnTo>
                  <a:lnTo>
                    <a:pt x="559403" y="199400"/>
                  </a:lnTo>
                  <a:lnTo>
                    <a:pt x="559969" y="201485"/>
                  </a:lnTo>
                  <a:lnTo>
                    <a:pt x="559904" y="202558"/>
                  </a:lnTo>
                  <a:lnTo>
                    <a:pt x="559480" y="204436"/>
                  </a:lnTo>
                  <a:lnTo>
                    <a:pt x="558461" y="206665"/>
                  </a:lnTo>
                  <a:lnTo>
                    <a:pt x="558326" y="208127"/>
                  </a:lnTo>
                  <a:lnTo>
                    <a:pt x="558428" y="209304"/>
                  </a:lnTo>
                  <a:lnTo>
                    <a:pt x="559137" y="210872"/>
                  </a:lnTo>
                  <a:lnTo>
                    <a:pt x="559438" y="212321"/>
                  </a:lnTo>
                  <a:lnTo>
                    <a:pt x="559383" y="215525"/>
                  </a:lnTo>
                  <a:lnTo>
                    <a:pt x="559679" y="216583"/>
                  </a:lnTo>
                  <a:lnTo>
                    <a:pt x="559209" y="216973"/>
                  </a:lnTo>
                  <a:lnTo>
                    <a:pt x="559337" y="217110"/>
                  </a:lnTo>
                  <a:lnTo>
                    <a:pt x="558821" y="217179"/>
                  </a:lnTo>
                  <a:lnTo>
                    <a:pt x="554827" y="216618"/>
                  </a:lnTo>
                  <a:lnTo>
                    <a:pt x="554056" y="216694"/>
                  </a:lnTo>
                  <a:lnTo>
                    <a:pt x="548618" y="214389"/>
                  </a:lnTo>
                  <a:lnTo>
                    <a:pt x="548184" y="214172"/>
                  </a:lnTo>
                  <a:lnTo>
                    <a:pt x="548677" y="213094"/>
                  </a:lnTo>
                  <a:lnTo>
                    <a:pt x="547251" y="212577"/>
                  </a:lnTo>
                  <a:lnTo>
                    <a:pt x="545492" y="212369"/>
                  </a:lnTo>
                  <a:lnTo>
                    <a:pt x="544140" y="210877"/>
                  </a:lnTo>
                  <a:lnTo>
                    <a:pt x="543228" y="209256"/>
                  </a:lnTo>
                  <a:lnTo>
                    <a:pt x="541176" y="207387"/>
                  </a:lnTo>
                  <a:lnTo>
                    <a:pt x="541084" y="207071"/>
                  </a:lnTo>
                  <a:lnTo>
                    <a:pt x="539031" y="205000"/>
                  </a:lnTo>
                  <a:lnTo>
                    <a:pt x="538403" y="204644"/>
                  </a:lnTo>
                  <a:lnTo>
                    <a:pt x="537963" y="205435"/>
                  </a:lnTo>
                  <a:lnTo>
                    <a:pt x="537515" y="205662"/>
                  </a:lnTo>
                  <a:lnTo>
                    <a:pt x="537005" y="206702"/>
                  </a:lnTo>
                  <a:lnTo>
                    <a:pt x="535584" y="208243"/>
                  </a:lnTo>
                  <a:lnTo>
                    <a:pt x="531832" y="215144"/>
                  </a:lnTo>
                  <a:lnTo>
                    <a:pt x="531904" y="217783"/>
                  </a:lnTo>
                  <a:lnTo>
                    <a:pt x="531702" y="218717"/>
                  </a:lnTo>
                  <a:lnTo>
                    <a:pt x="531631" y="220126"/>
                  </a:lnTo>
                  <a:lnTo>
                    <a:pt x="531895" y="220068"/>
                  </a:lnTo>
                  <a:lnTo>
                    <a:pt x="532304" y="220725"/>
                  </a:lnTo>
                  <a:lnTo>
                    <a:pt x="532433" y="223017"/>
                  </a:lnTo>
                  <a:lnTo>
                    <a:pt x="533186" y="226526"/>
                  </a:lnTo>
                  <a:lnTo>
                    <a:pt x="532962" y="226636"/>
                  </a:lnTo>
                  <a:lnTo>
                    <a:pt x="532995" y="227072"/>
                  </a:lnTo>
                  <a:lnTo>
                    <a:pt x="532422" y="227997"/>
                  </a:lnTo>
                  <a:lnTo>
                    <a:pt x="532442" y="228484"/>
                  </a:lnTo>
                  <a:lnTo>
                    <a:pt x="532002" y="228525"/>
                  </a:lnTo>
                  <a:lnTo>
                    <a:pt x="531329" y="229382"/>
                  </a:lnTo>
                  <a:lnTo>
                    <a:pt x="531329" y="230811"/>
                  </a:lnTo>
                  <a:lnTo>
                    <a:pt x="531662" y="231404"/>
                  </a:lnTo>
                  <a:lnTo>
                    <a:pt x="531280" y="232621"/>
                  </a:lnTo>
                  <a:lnTo>
                    <a:pt x="531421" y="234665"/>
                  </a:lnTo>
                  <a:lnTo>
                    <a:pt x="531175" y="234910"/>
                  </a:lnTo>
                  <a:lnTo>
                    <a:pt x="527173" y="236279"/>
                  </a:lnTo>
                  <a:lnTo>
                    <a:pt x="525439" y="237484"/>
                  </a:lnTo>
                  <a:lnTo>
                    <a:pt x="524775" y="237481"/>
                  </a:lnTo>
                  <a:lnTo>
                    <a:pt x="524697" y="237720"/>
                  </a:lnTo>
                  <a:lnTo>
                    <a:pt x="518469" y="236705"/>
                  </a:lnTo>
                  <a:lnTo>
                    <a:pt x="508245" y="238185"/>
                  </a:lnTo>
                  <a:lnTo>
                    <a:pt x="507026" y="237946"/>
                  </a:lnTo>
                  <a:lnTo>
                    <a:pt x="506803" y="238252"/>
                  </a:lnTo>
                  <a:lnTo>
                    <a:pt x="506580" y="240770"/>
                  </a:lnTo>
                  <a:lnTo>
                    <a:pt x="506077" y="240690"/>
                  </a:lnTo>
                  <a:lnTo>
                    <a:pt x="503713" y="241187"/>
                  </a:lnTo>
                  <a:lnTo>
                    <a:pt x="502246" y="240950"/>
                  </a:lnTo>
                  <a:lnTo>
                    <a:pt x="501915" y="241213"/>
                  </a:lnTo>
                  <a:lnTo>
                    <a:pt x="501568" y="242070"/>
                  </a:lnTo>
                  <a:lnTo>
                    <a:pt x="501172" y="241964"/>
                  </a:lnTo>
                  <a:lnTo>
                    <a:pt x="501005" y="242130"/>
                  </a:lnTo>
                  <a:lnTo>
                    <a:pt x="501917" y="244273"/>
                  </a:lnTo>
                  <a:lnTo>
                    <a:pt x="502785" y="248633"/>
                  </a:lnTo>
                  <a:lnTo>
                    <a:pt x="501411" y="252721"/>
                  </a:lnTo>
                  <a:lnTo>
                    <a:pt x="501576" y="253759"/>
                  </a:lnTo>
                  <a:lnTo>
                    <a:pt x="502500" y="255675"/>
                  </a:lnTo>
                  <a:lnTo>
                    <a:pt x="502071" y="258818"/>
                  </a:lnTo>
                  <a:lnTo>
                    <a:pt x="502621" y="261794"/>
                  </a:lnTo>
                  <a:lnTo>
                    <a:pt x="503009" y="262772"/>
                  </a:lnTo>
                  <a:lnTo>
                    <a:pt x="505096" y="265928"/>
                  </a:lnTo>
                  <a:lnTo>
                    <a:pt x="505864" y="269086"/>
                  </a:lnTo>
                  <a:lnTo>
                    <a:pt x="506261" y="270731"/>
                  </a:lnTo>
                  <a:lnTo>
                    <a:pt x="506824" y="271115"/>
                  </a:lnTo>
                  <a:lnTo>
                    <a:pt x="508099" y="271140"/>
                  </a:lnTo>
                  <a:lnTo>
                    <a:pt x="508663" y="271666"/>
                  </a:lnTo>
                  <a:lnTo>
                    <a:pt x="510504" y="273445"/>
                  </a:lnTo>
                  <a:lnTo>
                    <a:pt x="510561" y="274063"/>
                  </a:lnTo>
                  <a:lnTo>
                    <a:pt x="510196" y="274507"/>
                  </a:lnTo>
                  <a:lnTo>
                    <a:pt x="508170" y="275167"/>
                  </a:lnTo>
                  <a:lnTo>
                    <a:pt x="508120" y="275394"/>
                  </a:lnTo>
                  <a:lnTo>
                    <a:pt x="507774" y="275029"/>
                  </a:lnTo>
                  <a:lnTo>
                    <a:pt x="507118" y="274941"/>
                  </a:lnTo>
                  <a:lnTo>
                    <a:pt x="506451" y="275911"/>
                  </a:lnTo>
                  <a:lnTo>
                    <a:pt x="506385" y="276798"/>
                  </a:lnTo>
                  <a:lnTo>
                    <a:pt x="505210" y="277579"/>
                  </a:lnTo>
                  <a:lnTo>
                    <a:pt x="505123" y="278209"/>
                  </a:lnTo>
                  <a:lnTo>
                    <a:pt x="505350" y="278850"/>
                  </a:lnTo>
                  <a:lnTo>
                    <a:pt x="503700" y="279714"/>
                  </a:lnTo>
                  <a:lnTo>
                    <a:pt x="503187" y="280256"/>
                  </a:lnTo>
                  <a:lnTo>
                    <a:pt x="502991" y="280054"/>
                  </a:lnTo>
                  <a:lnTo>
                    <a:pt x="502804" y="280361"/>
                  </a:lnTo>
                  <a:lnTo>
                    <a:pt x="502536" y="280337"/>
                  </a:lnTo>
                  <a:lnTo>
                    <a:pt x="501298" y="282290"/>
                  </a:lnTo>
                  <a:lnTo>
                    <a:pt x="502228" y="283332"/>
                  </a:lnTo>
                  <a:lnTo>
                    <a:pt x="502248" y="284156"/>
                  </a:lnTo>
                  <a:lnTo>
                    <a:pt x="503263" y="284948"/>
                  </a:lnTo>
                  <a:lnTo>
                    <a:pt x="503607" y="285635"/>
                  </a:lnTo>
                  <a:lnTo>
                    <a:pt x="503115" y="286058"/>
                  </a:lnTo>
                  <a:lnTo>
                    <a:pt x="502957" y="286796"/>
                  </a:lnTo>
                  <a:lnTo>
                    <a:pt x="501832" y="288262"/>
                  </a:lnTo>
                  <a:lnTo>
                    <a:pt x="502154" y="288880"/>
                  </a:lnTo>
                  <a:lnTo>
                    <a:pt x="501880" y="289870"/>
                  </a:lnTo>
                  <a:lnTo>
                    <a:pt x="501921" y="290675"/>
                  </a:lnTo>
                  <a:lnTo>
                    <a:pt x="499710" y="294460"/>
                  </a:lnTo>
                  <a:lnTo>
                    <a:pt x="499644" y="295701"/>
                  </a:lnTo>
                  <a:lnTo>
                    <a:pt x="500167" y="296454"/>
                  </a:lnTo>
                  <a:lnTo>
                    <a:pt x="500098" y="297369"/>
                  </a:lnTo>
                  <a:lnTo>
                    <a:pt x="499302" y="298446"/>
                  </a:lnTo>
                  <a:lnTo>
                    <a:pt x="499419" y="298830"/>
                  </a:lnTo>
                  <a:lnTo>
                    <a:pt x="499871" y="299088"/>
                  </a:lnTo>
                  <a:lnTo>
                    <a:pt x="500327" y="298764"/>
                  </a:lnTo>
                  <a:lnTo>
                    <a:pt x="501477" y="299896"/>
                  </a:lnTo>
                  <a:lnTo>
                    <a:pt x="502802" y="301811"/>
                  </a:lnTo>
                  <a:lnTo>
                    <a:pt x="504732" y="302556"/>
                  </a:lnTo>
                  <a:lnTo>
                    <a:pt x="503888" y="303902"/>
                  </a:lnTo>
                  <a:lnTo>
                    <a:pt x="504041" y="304042"/>
                  </a:lnTo>
                  <a:lnTo>
                    <a:pt x="503782" y="304015"/>
                  </a:lnTo>
                  <a:lnTo>
                    <a:pt x="503075" y="305316"/>
                  </a:lnTo>
                  <a:lnTo>
                    <a:pt x="499865" y="305805"/>
                  </a:lnTo>
                  <a:lnTo>
                    <a:pt x="497002" y="305263"/>
                  </a:lnTo>
                  <a:lnTo>
                    <a:pt x="496949" y="307086"/>
                  </a:lnTo>
                  <a:lnTo>
                    <a:pt x="496656" y="307881"/>
                  </a:lnTo>
                  <a:lnTo>
                    <a:pt x="496085" y="308349"/>
                  </a:lnTo>
                  <a:lnTo>
                    <a:pt x="495085" y="308371"/>
                  </a:lnTo>
                  <a:lnTo>
                    <a:pt x="495126" y="308894"/>
                  </a:lnTo>
                  <a:lnTo>
                    <a:pt x="493973" y="309987"/>
                  </a:lnTo>
                  <a:lnTo>
                    <a:pt x="493560" y="310738"/>
                  </a:lnTo>
                  <a:lnTo>
                    <a:pt x="493197" y="310877"/>
                  </a:lnTo>
                  <a:lnTo>
                    <a:pt x="493129" y="310305"/>
                  </a:lnTo>
                  <a:lnTo>
                    <a:pt x="492718" y="310645"/>
                  </a:lnTo>
                  <a:lnTo>
                    <a:pt x="492457" y="310596"/>
                  </a:lnTo>
                  <a:lnTo>
                    <a:pt x="491837" y="311793"/>
                  </a:lnTo>
                  <a:lnTo>
                    <a:pt x="490459" y="311878"/>
                  </a:lnTo>
                  <a:lnTo>
                    <a:pt x="489035" y="312753"/>
                  </a:lnTo>
                  <a:lnTo>
                    <a:pt x="489025" y="313240"/>
                  </a:lnTo>
                  <a:lnTo>
                    <a:pt x="490196" y="313876"/>
                  </a:lnTo>
                  <a:lnTo>
                    <a:pt x="490799" y="314520"/>
                  </a:lnTo>
                  <a:lnTo>
                    <a:pt x="491302" y="315319"/>
                  </a:lnTo>
                  <a:lnTo>
                    <a:pt x="491042" y="315590"/>
                  </a:lnTo>
                  <a:lnTo>
                    <a:pt x="490362" y="315338"/>
                  </a:lnTo>
                  <a:lnTo>
                    <a:pt x="489412" y="315432"/>
                  </a:lnTo>
                  <a:lnTo>
                    <a:pt x="489475" y="315052"/>
                  </a:lnTo>
                  <a:lnTo>
                    <a:pt x="488077" y="315116"/>
                  </a:lnTo>
                  <a:lnTo>
                    <a:pt x="486436" y="315369"/>
                  </a:lnTo>
                  <a:lnTo>
                    <a:pt x="485088" y="315882"/>
                  </a:lnTo>
                  <a:lnTo>
                    <a:pt x="484939" y="316537"/>
                  </a:lnTo>
                  <a:lnTo>
                    <a:pt x="484871" y="316202"/>
                  </a:lnTo>
                  <a:lnTo>
                    <a:pt x="482913" y="316673"/>
                  </a:lnTo>
                  <a:lnTo>
                    <a:pt x="481918" y="316642"/>
                  </a:lnTo>
                  <a:lnTo>
                    <a:pt x="479269" y="317448"/>
                  </a:lnTo>
                  <a:lnTo>
                    <a:pt x="476931" y="318678"/>
                  </a:lnTo>
                  <a:lnTo>
                    <a:pt x="474411" y="319345"/>
                  </a:lnTo>
                  <a:lnTo>
                    <a:pt x="472033" y="321173"/>
                  </a:lnTo>
                  <a:lnTo>
                    <a:pt x="471078" y="321615"/>
                  </a:lnTo>
                  <a:lnTo>
                    <a:pt x="469811" y="322999"/>
                  </a:lnTo>
                  <a:lnTo>
                    <a:pt x="468223" y="323903"/>
                  </a:lnTo>
                  <a:lnTo>
                    <a:pt x="468017" y="324647"/>
                  </a:lnTo>
                  <a:lnTo>
                    <a:pt x="467538" y="324792"/>
                  </a:lnTo>
                  <a:lnTo>
                    <a:pt x="466981" y="326900"/>
                  </a:lnTo>
                  <a:lnTo>
                    <a:pt x="466386" y="327007"/>
                  </a:lnTo>
                  <a:lnTo>
                    <a:pt x="466107" y="327720"/>
                  </a:lnTo>
                  <a:lnTo>
                    <a:pt x="464780" y="328057"/>
                  </a:lnTo>
                  <a:lnTo>
                    <a:pt x="463492" y="329033"/>
                  </a:lnTo>
                  <a:lnTo>
                    <a:pt x="464396" y="329556"/>
                  </a:lnTo>
                  <a:lnTo>
                    <a:pt x="464277" y="330051"/>
                  </a:lnTo>
                  <a:lnTo>
                    <a:pt x="463660" y="330231"/>
                  </a:lnTo>
                  <a:lnTo>
                    <a:pt x="463846" y="331701"/>
                  </a:lnTo>
                  <a:lnTo>
                    <a:pt x="462365" y="333141"/>
                  </a:lnTo>
                  <a:lnTo>
                    <a:pt x="462744" y="334136"/>
                  </a:lnTo>
                  <a:lnTo>
                    <a:pt x="461771" y="334186"/>
                  </a:lnTo>
                  <a:lnTo>
                    <a:pt x="461549" y="334683"/>
                  </a:lnTo>
                  <a:lnTo>
                    <a:pt x="461331" y="334494"/>
                  </a:lnTo>
                  <a:lnTo>
                    <a:pt x="460544" y="336092"/>
                  </a:lnTo>
                  <a:lnTo>
                    <a:pt x="458579" y="337589"/>
                  </a:lnTo>
                  <a:lnTo>
                    <a:pt x="459338" y="338449"/>
                  </a:lnTo>
                  <a:lnTo>
                    <a:pt x="459106" y="339201"/>
                  </a:lnTo>
                  <a:lnTo>
                    <a:pt x="458452" y="339012"/>
                  </a:lnTo>
                  <a:lnTo>
                    <a:pt x="458275" y="339367"/>
                  </a:lnTo>
                  <a:lnTo>
                    <a:pt x="458894" y="339659"/>
                  </a:lnTo>
                  <a:lnTo>
                    <a:pt x="457759" y="341314"/>
                  </a:lnTo>
                  <a:lnTo>
                    <a:pt x="458456" y="342799"/>
                  </a:lnTo>
                  <a:lnTo>
                    <a:pt x="458908" y="342216"/>
                  </a:lnTo>
                  <a:lnTo>
                    <a:pt x="459086" y="342902"/>
                  </a:lnTo>
                  <a:lnTo>
                    <a:pt x="459361" y="342996"/>
                  </a:lnTo>
                  <a:lnTo>
                    <a:pt x="459749" y="344501"/>
                  </a:lnTo>
                  <a:lnTo>
                    <a:pt x="459393" y="344724"/>
                  </a:lnTo>
                  <a:lnTo>
                    <a:pt x="457598" y="344579"/>
                  </a:lnTo>
                  <a:lnTo>
                    <a:pt x="456698" y="344786"/>
                  </a:lnTo>
                  <a:lnTo>
                    <a:pt x="454734" y="344503"/>
                  </a:lnTo>
                  <a:lnTo>
                    <a:pt x="450803" y="346315"/>
                  </a:lnTo>
                  <a:lnTo>
                    <a:pt x="450360" y="347532"/>
                  </a:lnTo>
                  <a:lnTo>
                    <a:pt x="450562" y="348071"/>
                  </a:lnTo>
                  <a:lnTo>
                    <a:pt x="450431" y="349675"/>
                  </a:lnTo>
                  <a:lnTo>
                    <a:pt x="450672" y="351506"/>
                  </a:lnTo>
                  <a:lnTo>
                    <a:pt x="450910" y="351678"/>
                  </a:lnTo>
                  <a:lnTo>
                    <a:pt x="450952" y="352365"/>
                  </a:lnTo>
                  <a:lnTo>
                    <a:pt x="451187" y="352514"/>
                  </a:lnTo>
                  <a:lnTo>
                    <a:pt x="451857" y="354274"/>
                  </a:lnTo>
                  <a:lnTo>
                    <a:pt x="452328" y="356049"/>
                  </a:lnTo>
                  <a:lnTo>
                    <a:pt x="453344" y="357957"/>
                  </a:lnTo>
                  <a:lnTo>
                    <a:pt x="452684" y="359575"/>
                  </a:lnTo>
                  <a:lnTo>
                    <a:pt x="449951" y="357646"/>
                  </a:lnTo>
                  <a:lnTo>
                    <a:pt x="447272" y="356906"/>
                  </a:lnTo>
                  <a:lnTo>
                    <a:pt x="444888" y="355918"/>
                  </a:lnTo>
                  <a:lnTo>
                    <a:pt x="442935" y="355825"/>
                  </a:lnTo>
                  <a:lnTo>
                    <a:pt x="441848" y="355368"/>
                  </a:lnTo>
                  <a:lnTo>
                    <a:pt x="440486" y="354402"/>
                  </a:lnTo>
                  <a:lnTo>
                    <a:pt x="440025" y="354414"/>
                  </a:lnTo>
                  <a:lnTo>
                    <a:pt x="438719" y="355303"/>
                  </a:lnTo>
                  <a:lnTo>
                    <a:pt x="438050" y="355316"/>
                  </a:lnTo>
                  <a:lnTo>
                    <a:pt x="434643" y="353994"/>
                  </a:lnTo>
                  <a:lnTo>
                    <a:pt x="433183" y="354390"/>
                  </a:lnTo>
                  <a:lnTo>
                    <a:pt x="431538" y="353776"/>
                  </a:lnTo>
                  <a:lnTo>
                    <a:pt x="428633" y="353614"/>
                  </a:lnTo>
                  <a:lnTo>
                    <a:pt x="428444" y="354013"/>
                  </a:lnTo>
                  <a:lnTo>
                    <a:pt x="425786" y="356499"/>
                  </a:lnTo>
                  <a:lnTo>
                    <a:pt x="419181" y="369011"/>
                  </a:lnTo>
                  <a:lnTo>
                    <a:pt x="421833" y="374927"/>
                  </a:lnTo>
                  <a:lnTo>
                    <a:pt x="421987" y="375926"/>
                  </a:lnTo>
                  <a:lnTo>
                    <a:pt x="413107" y="383739"/>
                  </a:lnTo>
                  <a:lnTo>
                    <a:pt x="410748" y="385415"/>
                  </a:lnTo>
                  <a:lnTo>
                    <a:pt x="410618" y="386453"/>
                  </a:lnTo>
                  <a:lnTo>
                    <a:pt x="411784" y="389277"/>
                  </a:lnTo>
                  <a:lnTo>
                    <a:pt x="419160" y="399810"/>
                  </a:lnTo>
                  <a:lnTo>
                    <a:pt x="420064" y="404540"/>
                  </a:lnTo>
                  <a:lnTo>
                    <a:pt x="419636" y="405905"/>
                  </a:lnTo>
                  <a:lnTo>
                    <a:pt x="415544" y="410998"/>
                  </a:lnTo>
                  <a:lnTo>
                    <a:pt x="415153" y="412758"/>
                  </a:lnTo>
                  <a:lnTo>
                    <a:pt x="413822" y="416095"/>
                  </a:lnTo>
                  <a:lnTo>
                    <a:pt x="412518" y="417646"/>
                  </a:lnTo>
                  <a:lnTo>
                    <a:pt x="410997" y="418030"/>
                  </a:lnTo>
                  <a:lnTo>
                    <a:pt x="409565" y="418729"/>
                  </a:lnTo>
                  <a:lnTo>
                    <a:pt x="408710" y="419987"/>
                  </a:lnTo>
                  <a:lnTo>
                    <a:pt x="407947" y="420293"/>
                  </a:lnTo>
                  <a:lnTo>
                    <a:pt x="404663" y="420213"/>
                  </a:lnTo>
                  <a:lnTo>
                    <a:pt x="403618" y="420499"/>
                  </a:lnTo>
                  <a:lnTo>
                    <a:pt x="400628" y="420451"/>
                  </a:lnTo>
                  <a:lnTo>
                    <a:pt x="396564" y="421050"/>
                  </a:lnTo>
                  <a:lnTo>
                    <a:pt x="394904" y="420959"/>
                  </a:lnTo>
                  <a:lnTo>
                    <a:pt x="391850" y="421368"/>
                  </a:lnTo>
                  <a:lnTo>
                    <a:pt x="388405" y="421105"/>
                  </a:lnTo>
                  <a:lnTo>
                    <a:pt x="387023" y="421522"/>
                  </a:lnTo>
                  <a:lnTo>
                    <a:pt x="387345" y="423125"/>
                  </a:lnTo>
                  <a:lnTo>
                    <a:pt x="385627" y="433262"/>
                  </a:lnTo>
                  <a:lnTo>
                    <a:pt x="383724" y="437415"/>
                  </a:lnTo>
                  <a:lnTo>
                    <a:pt x="381827" y="442433"/>
                  </a:lnTo>
                  <a:lnTo>
                    <a:pt x="381833" y="444797"/>
                  </a:lnTo>
                  <a:lnTo>
                    <a:pt x="379021" y="444318"/>
                  </a:lnTo>
                  <a:lnTo>
                    <a:pt x="377431" y="444384"/>
                  </a:lnTo>
                  <a:lnTo>
                    <a:pt x="374662" y="444877"/>
                  </a:lnTo>
                  <a:lnTo>
                    <a:pt x="371502" y="446047"/>
                  </a:lnTo>
                  <a:lnTo>
                    <a:pt x="372834" y="447826"/>
                  </a:lnTo>
                  <a:lnTo>
                    <a:pt x="373728" y="449627"/>
                  </a:lnTo>
                  <a:lnTo>
                    <a:pt x="373563" y="450918"/>
                  </a:lnTo>
                  <a:lnTo>
                    <a:pt x="373967" y="452982"/>
                  </a:lnTo>
                  <a:lnTo>
                    <a:pt x="374877" y="454742"/>
                  </a:lnTo>
                  <a:lnTo>
                    <a:pt x="374709" y="457099"/>
                  </a:lnTo>
                  <a:lnTo>
                    <a:pt x="376182" y="456752"/>
                  </a:lnTo>
                  <a:lnTo>
                    <a:pt x="375817" y="457755"/>
                  </a:lnTo>
                  <a:lnTo>
                    <a:pt x="375241" y="458399"/>
                  </a:lnTo>
                  <a:lnTo>
                    <a:pt x="374546" y="458717"/>
                  </a:lnTo>
                  <a:lnTo>
                    <a:pt x="373973" y="460911"/>
                  </a:lnTo>
                  <a:lnTo>
                    <a:pt x="372918" y="461977"/>
                  </a:lnTo>
                  <a:lnTo>
                    <a:pt x="371690" y="462209"/>
                  </a:lnTo>
                  <a:lnTo>
                    <a:pt x="370912" y="462632"/>
                  </a:lnTo>
                  <a:lnTo>
                    <a:pt x="369838" y="463666"/>
                  </a:lnTo>
                  <a:lnTo>
                    <a:pt x="369161" y="465732"/>
                  </a:lnTo>
                  <a:lnTo>
                    <a:pt x="369201" y="466737"/>
                  </a:lnTo>
                  <a:lnTo>
                    <a:pt x="369905" y="467207"/>
                  </a:lnTo>
                  <a:lnTo>
                    <a:pt x="371921" y="467847"/>
                  </a:lnTo>
                  <a:lnTo>
                    <a:pt x="363034" y="478661"/>
                  </a:lnTo>
                  <a:lnTo>
                    <a:pt x="361063" y="480243"/>
                  </a:lnTo>
                  <a:lnTo>
                    <a:pt x="360478" y="480226"/>
                  </a:lnTo>
                  <a:lnTo>
                    <a:pt x="360058" y="481905"/>
                  </a:lnTo>
                  <a:lnTo>
                    <a:pt x="361253" y="483117"/>
                  </a:lnTo>
                  <a:lnTo>
                    <a:pt x="359137" y="485373"/>
                  </a:lnTo>
                  <a:lnTo>
                    <a:pt x="359302" y="487371"/>
                  </a:lnTo>
                  <a:lnTo>
                    <a:pt x="360293" y="489524"/>
                  </a:lnTo>
                  <a:lnTo>
                    <a:pt x="361200" y="489962"/>
                  </a:lnTo>
                  <a:lnTo>
                    <a:pt x="362006" y="491785"/>
                  </a:lnTo>
                  <a:lnTo>
                    <a:pt x="363491" y="492047"/>
                  </a:lnTo>
                  <a:lnTo>
                    <a:pt x="366541" y="490680"/>
                  </a:lnTo>
                  <a:lnTo>
                    <a:pt x="367865" y="489590"/>
                  </a:lnTo>
                  <a:lnTo>
                    <a:pt x="368775" y="489522"/>
                  </a:lnTo>
                  <a:lnTo>
                    <a:pt x="372481" y="491689"/>
                  </a:lnTo>
                  <a:lnTo>
                    <a:pt x="378661" y="492925"/>
                  </a:lnTo>
                  <a:lnTo>
                    <a:pt x="396840" y="505721"/>
                  </a:lnTo>
                  <a:lnTo>
                    <a:pt x="391335" y="509180"/>
                  </a:lnTo>
                  <a:lnTo>
                    <a:pt x="389886" y="511270"/>
                  </a:lnTo>
                  <a:lnTo>
                    <a:pt x="387583" y="511929"/>
                  </a:lnTo>
                  <a:lnTo>
                    <a:pt x="385399" y="511783"/>
                  </a:lnTo>
                  <a:lnTo>
                    <a:pt x="382521" y="513253"/>
                  </a:lnTo>
                  <a:lnTo>
                    <a:pt x="382109" y="513655"/>
                  </a:lnTo>
                  <a:lnTo>
                    <a:pt x="382184" y="514762"/>
                  </a:lnTo>
                  <a:lnTo>
                    <a:pt x="381254" y="517097"/>
                  </a:lnTo>
                  <a:lnTo>
                    <a:pt x="379766" y="518347"/>
                  </a:lnTo>
                  <a:lnTo>
                    <a:pt x="378055" y="520336"/>
                  </a:lnTo>
                  <a:lnTo>
                    <a:pt x="377571" y="523424"/>
                  </a:lnTo>
                  <a:lnTo>
                    <a:pt x="375724" y="530595"/>
                  </a:lnTo>
                  <a:lnTo>
                    <a:pt x="370467" y="535865"/>
                  </a:lnTo>
                  <a:lnTo>
                    <a:pt x="369819" y="542618"/>
                  </a:lnTo>
                  <a:lnTo>
                    <a:pt x="365866" y="547238"/>
                  </a:lnTo>
                  <a:lnTo>
                    <a:pt x="364956" y="547540"/>
                  </a:lnTo>
                  <a:lnTo>
                    <a:pt x="363394" y="548680"/>
                  </a:lnTo>
                  <a:lnTo>
                    <a:pt x="361764" y="550596"/>
                  </a:lnTo>
                  <a:lnTo>
                    <a:pt x="361948" y="552937"/>
                  </a:lnTo>
                  <a:lnTo>
                    <a:pt x="360466" y="558944"/>
                  </a:lnTo>
                  <a:lnTo>
                    <a:pt x="359954" y="559692"/>
                  </a:lnTo>
                  <a:lnTo>
                    <a:pt x="361058" y="560463"/>
                  </a:lnTo>
                  <a:lnTo>
                    <a:pt x="361738" y="561341"/>
                  </a:lnTo>
                  <a:lnTo>
                    <a:pt x="361303" y="563780"/>
                  </a:lnTo>
                  <a:lnTo>
                    <a:pt x="359547" y="564749"/>
                  </a:lnTo>
                  <a:lnTo>
                    <a:pt x="359113" y="572314"/>
                  </a:lnTo>
                  <a:lnTo>
                    <a:pt x="356419" y="574641"/>
                  </a:lnTo>
                  <a:lnTo>
                    <a:pt x="352387" y="576818"/>
                  </a:lnTo>
                  <a:lnTo>
                    <a:pt x="350557" y="579675"/>
                  </a:lnTo>
                  <a:lnTo>
                    <a:pt x="348509" y="580774"/>
                  </a:lnTo>
                  <a:lnTo>
                    <a:pt x="348012" y="580882"/>
                  </a:lnTo>
                  <a:lnTo>
                    <a:pt x="347388" y="580585"/>
                  </a:lnTo>
                  <a:lnTo>
                    <a:pt x="346254" y="579362"/>
                  </a:lnTo>
                  <a:lnTo>
                    <a:pt x="344919" y="578632"/>
                  </a:lnTo>
                  <a:lnTo>
                    <a:pt x="343381" y="579111"/>
                  </a:lnTo>
                  <a:lnTo>
                    <a:pt x="343244" y="579652"/>
                  </a:lnTo>
                  <a:lnTo>
                    <a:pt x="338220" y="582707"/>
                  </a:lnTo>
                  <a:lnTo>
                    <a:pt x="335866" y="583835"/>
                  </a:lnTo>
                  <a:lnTo>
                    <a:pt x="328684" y="591181"/>
                  </a:lnTo>
                  <a:lnTo>
                    <a:pt x="326878" y="590514"/>
                  </a:lnTo>
                  <a:lnTo>
                    <a:pt x="323454" y="589759"/>
                  </a:lnTo>
                  <a:lnTo>
                    <a:pt x="321312" y="588610"/>
                  </a:lnTo>
                  <a:lnTo>
                    <a:pt x="317655" y="587277"/>
                  </a:lnTo>
                  <a:lnTo>
                    <a:pt x="315999" y="585942"/>
                  </a:lnTo>
                  <a:lnTo>
                    <a:pt x="314177" y="586674"/>
                  </a:lnTo>
                  <a:lnTo>
                    <a:pt x="311969" y="586661"/>
                  </a:lnTo>
                  <a:lnTo>
                    <a:pt x="311612" y="586282"/>
                  </a:lnTo>
                  <a:lnTo>
                    <a:pt x="311681" y="585219"/>
                  </a:lnTo>
                  <a:lnTo>
                    <a:pt x="311446" y="585001"/>
                  </a:lnTo>
                  <a:lnTo>
                    <a:pt x="311449" y="584429"/>
                  </a:lnTo>
                  <a:lnTo>
                    <a:pt x="311795" y="583850"/>
                  </a:lnTo>
                  <a:lnTo>
                    <a:pt x="311061" y="583016"/>
                  </a:lnTo>
                  <a:lnTo>
                    <a:pt x="310854" y="583149"/>
                  </a:lnTo>
                  <a:lnTo>
                    <a:pt x="308907" y="582250"/>
                  </a:lnTo>
                  <a:lnTo>
                    <a:pt x="308516" y="581667"/>
                  </a:lnTo>
                  <a:lnTo>
                    <a:pt x="308131" y="580163"/>
                  </a:lnTo>
                  <a:lnTo>
                    <a:pt x="306753" y="578417"/>
                  </a:lnTo>
                  <a:lnTo>
                    <a:pt x="305912" y="577808"/>
                  </a:lnTo>
                  <a:lnTo>
                    <a:pt x="305418" y="576712"/>
                  </a:lnTo>
                  <a:lnTo>
                    <a:pt x="306497" y="572410"/>
                  </a:lnTo>
                  <a:lnTo>
                    <a:pt x="305499" y="569204"/>
                  </a:lnTo>
                  <a:lnTo>
                    <a:pt x="304604" y="568661"/>
                  </a:lnTo>
                  <a:lnTo>
                    <a:pt x="300838" y="568072"/>
                  </a:lnTo>
                  <a:lnTo>
                    <a:pt x="299907" y="566767"/>
                  </a:lnTo>
                  <a:lnTo>
                    <a:pt x="298835" y="565775"/>
                  </a:lnTo>
                  <a:lnTo>
                    <a:pt x="297035" y="565122"/>
                  </a:lnTo>
                  <a:lnTo>
                    <a:pt x="296654" y="565381"/>
                  </a:lnTo>
                  <a:lnTo>
                    <a:pt x="295642" y="565066"/>
                  </a:lnTo>
                  <a:lnTo>
                    <a:pt x="295073" y="565134"/>
                  </a:lnTo>
                  <a:lnTo>
                    <a:pt x="294865" y="564877"/>
                  </a:lnTo>
                  <a:lnTo>
                    <a:pt x="293627" y="566665"/>
                  </a:lnTo>
                  <a:lnTo>
                    <a:pt x="289460" y="568475"/>
                  </a:lnTo>
                  <a:lnTo>
                    <a:pt x="287711" y="568250"/>
                  </a:lnTo>
                  <a:lnTo>
                    <a:pt x="286168" y="567738"/>
                  </a:lnTo>
                  <a:lnTo>
                    <a:pt x="283941" y="568078"/>
                  </a:lnTo>
                  <a:lnTo>
                    <a:pt x="283825" y="567803"/>
                  </a:lnTo>
                  <a:lnTo>
                    <a:pt x="283975" y="565730"/>
                  </a:lnTo>
                  <a:lnTo>
                    <a:pt x="285481" y="562939"/>
                  </a:lnTo>
                  <a:lnTo>
                    <a:pt x="285556" y="559998"/>
                  </a:lnTo>
                  <a:lnTo>
                    <a:pt x="287340" y="557933"/>
                  </a:lnTo>
                  <a:lnTo>
                    <a:pt x="287079" y="556703"/>
                  </a:lnTo>
                  <a:lnTo>
                    <a:pt x="286181" y="554921"/>
                  </a:lnTo>
                  <a:lnTo>
                    <a:pt x="285605" y="554576"/>
                  </a:lnTo>
                  <a:lnTo>
                    <a:pt x="284968" y="552305"/>
                  </a:lnTo>
                  <a:lnTo>
                    <a:pt x="281983" y="549080"/>
                  </a:lnTo>
                  <a:lnTo>
                    <a:pt x="281300" y="547265"/>
                  </a:lnTo>
                  <a:lnTo>
                    <a:pt x="280294" y="545949"/>
                  </a:lnTo>
                  <a:lnTo>
                    <a:pt x="279860" y="543695"/>
                  </a:lnTo>
                  <a:lnTo>
                    <a:pt x="279505" y="542992"/>
                  </a:lnTo>
                  <a:lnTo>
                    <a:pt x="277981" y="541997"/>
                  </a:lnTo>
                  <a:lnTo>
                    <a:pt x="276999" y="540301"/>
                  </a:lnTo>
                  <a:lnTo>
                    <a:pt x="275754" y="540684"/>
                  </a:lnTo>
                  <a:lnTo>
                    <a:pt x="274646" y="540673"/>
                  </a:lnTo>
                  <a:lnTo>
                    <a:pt x="276661" y="537071"/>
                  </a:lnTo>
                  <a:lnTo>
                    <a:pt x="277415" y="534646"/>
                  </a:lnTo>
                  <a:lnTo>
                    <a:pt x="276170" y="534157"/>
                  </a:lnTo>
                  <a:lnTo>
                    <a:pt x="274413" y="534368"/>
                  </a:lnTo>
                  <a:lnTo>
                    <a:pt x="273547" y="534048"/>
                  </a:lnTo>
                  <a:lnTo>
                    <a:pt x="271248" y="534108"/>
                  </a:lnTo>
                  <a:lnTo>
                    <a:pt x="268575" y="533723"/>
                  </a:lnTo>
                  <a:lnTo>
                    <a:pt x="266850" y="534627"/>
                  </a:lnTo>
                  <a:lnTo>
                    <a:pt x="265928" y="534587"/>
                  </a:lnTo>
                  <a:lnTo>
                    <a:pt x="264972" y="534882"/>
                  </a:lnTo>
                  <a:lnTo>
                    <a:pt x="262854" y="536290"/>
                  </a:lnTo>
                  <a:lnTo>
                    <a:pt x="262205" y="535855"/>
                  </a:lnTo>
                  <a:lnTo>
                    <a:pt x="262117" y="536065"/>
                  </a:lnTo>
                  <a:lnTo>
                    <a:pt x="261870" y="535983"/>
                  </a:lnTo>
                  <a:lnTo>
                    <a:pt x="261377" y="535299"/>
                  </a:lnTo>
                  <a:lnTo>
                    <a:pt x="258845" y="534630"/>
                  </a:lnTo>
                  <a:lnTo>
                    <a:pt x="257612" y="534796"/>
                  </a:lnTo>
                  <a:lnTo>
                    <a:pt x="255551" y="537620"/>
                  </a:lnTo>
                  <a:lnTo>
                    <a:pt x="255256" y="539328"/>
                  </a:lnTo>
                  <a:lnTo>
                    <a:pt x="255499" y="540962"/>
                  </a:lnTo>
                  <a:lnTo>
                    <a:pt x="255361" y="541853"/>
                  </a:lnTo>
                  <a:lnTo>
                    <a:pt x="255522" y="541937"/>
                  </a:lnTo>
                  <a:lnTo>
                    <a:pt x="254344" y="544369"/>
                  </a:lnTo>
                  <a:lnTo>
                    <a:pt x="253430" y="544982"/>
                  </a:lnTo>
                  <a:lnTo>
                    <a:pt x="251100" y="546096"/>
                  </a:lnTo>
                  <a:lnTo>
                    <a:pt x="250107" y="546309"/>
                  </a:lnTo>
                  <a:lnTo>
                    <a:pt x="249496" y="546762"/>
                  </a:lnTo>
                  <a:lnTo>
                    <a:pt x="247916" y="546965"/>
                  </a:lnTo>
                  <a:lnTo>
                    <a:pt x="246370" y="546842"/>
                  </a:lnTo>
                  <a:lnTo>
                    <a:pt x="244661" y="547122"/>
                  </a:lnTo>
                  <a:lnTo>
                    <a:pt x="243592" y="546619"/>
                  </a:lnTo>
                  <a:lnTo>
                    <a:pt x="243661" y="546190"/>
                  </a:lnTo>
                  <a:lnTo>
                    <a:pt x="243189" y="545262"/>
                  </a:lnTo>
                  <a:lnTo>
                    <a:pt x="242109" y="544419"/>
                  </a:lnTo>
                  <a:lnTo>
                    <a:pt x="241954" y="543751"/>
                  </a:lnTo>
                  <a:lnTo>
                    <a:pt x="240565" y="542734"/>
                  </a:lnTo>
                  <a:lnTo>
                    <a:pt x="239781" y="543315"/>
                  </a:lnTo>
                  <a:lnTo>
                    <a:pt x="237959" y="543800"/>
                  </a:lnTo>
                  <a:lnTo>
                    <a:pt x="236247" y="546843"/>
                  </a:lnTo>
                  <a:lnTo>
                    <a:pt x="235409" y="547228"/>
                  </a:lnTo>
                  <a:lnTo>
                    <a:pt x="233097" y="546455"/>
                  </a:lnTo>
                  <a:lnTo>
                    <a:pt x="232347" y="545374"/>
                  </a:lnTo>
                  <a:lnTo>
                    <a:pt x="230829" y="544661"/>
                  </a:lnTo>
                  <a:lnTo>
                    <a:pt x="230261" y="543826"/>
                  </a:lnTo>
                  <a:lnTo>
                    <a:pt x="230001" y="542796"/>
                  </a:lnTo>
                  <a:lnTo>
                    <a:pt x="229326" y="541845"/>
                  </a:lnTo>
                  <a:lnTo>
                    <a:pt x="228880" y="540210"/>
                  </a:lnTo>
                  <a:lnTo>
                    <a:pt x="228671" y="533985"/>
                  </a:lnTo>
                  <a:lnTo>
                    <a:pt x="228385" y="533408"/>
                  </a:lnTo>
                  <a:lnTo>
                    <a:pt x="228380" y="532773"/>
                  </a:lnTo>
                  <a:lnTo>
                    <a:pt x="228168" y="532610"/>
                  </a:lnTo>
                  <a:lnTo>
                    <a:pt x="228226" y="531540"/>
                  </a:lnTo>
                  <a:lnTo>
                    <a:pt x="228490" y="531126"/>
                  </a:lnTo>
                  <a:lnTo>
                    <a:pt x="227908" y="530252"/>
                  </a:lnTo>
                  <a:lnTo>
                    <a:pt x="227990" y="530093"/>
                  </a:lnTo>
                  <a:lnTo>
                    <a:pt x="226690" y="529413"/>
                  </a:lnTo>
                  <a:lnTo>
                    <a:pt x="226654" y="528824"/>
                  </a:lnTo>
                  <a:lnTo>
                    <a:pt x="227143" y="527391"/>
                  </a:lnTo>
                  <a:lnTo>
                    <a:pt x="226559" y="527022"/>
                  </a:lnTo>
                  <a:lnTo>
                    <a:pt x="225971" y="527053"/>
                  </a:lnTo>
                  <a:lnTo>
                    <a:pt x="223527" y="529106"/>
                  </a:lnTo>
                  <a:lnTo>
                    <a:pt x="222473" y="529145"/>
                  </a:lnTo>
                  <a:lnTo>
                    <a:pt x="221187" y="528678"/>
                  </a:lnTo>
                  <a:lnTo>
                    <a:pt x="219909" y="527305"/>
                  </a:lnTo>
                  <a:lnTo>
                    <a:pt x="219104" y="526788"/>
                  </a:lnTo>
                  <a:lnTo>
                    <a:pt x="211735" y="524522"/>
                  </a:lnTo>
                  <a:lnTo>
                    <a:pt x="210831" y="523764"/>
                  </a:lnTo>
                  <a:lnTo>
                    <a:pt x="210027" y="523842"/>
                  </a:lnTo>
                  <a:lnTo>
                    <a:pt x="208946" y="524724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pg84">
              <a:extLst>
                <a:ext uri="{FF2B5EF4-FFF2-40B4-BE49-F238E27FC236}">
                  <a16:creationId xmlns:a16="http://schemas.microsoft.com/office/drawing/2014/main" id="{409D8A8A-1BE7-CC03-CFAC-9AA2126F248D}"/>
                </a:ext>
              </a:extLst>
            </p:cNvPr>
            <p:cNvSpPr/>
            <p:nvPr/>
          </p:nvSpPr>
          <p:spPr>
            <a:xfrm>
              <a:off x="4161297" y="2061854"/>
              <a:ext cx="151888" cy="163973"/>
            </a:xfrm>
            <a:custGeom>
              <a:avLst/>
              <a:gdLst/>
              <a:ahLst/>
              <a:cxnLst/>
              <a:rect l="0" t="0" r="0" b="0"/>
              <a:pathLst>
                <a:path w="151888" h="163973">
                  <a:moveTo>
                    <a:pt x="54768" y="157008"/>
                  </a:moveTo>
                  <a:lnTo>
                    <a:pt x="52629" y="159043"/>
                  </a:lnTo>
                  <a:lnTo>
                    <a:pt x="48622" y="161454"/>
                  </a:lnTo>
                  <a:lnTo>
                    <a:pt x="47719" y="158127"/>
                  </a:lnTo>
                  <a:lnTo>
                    <a:pt x="45725" y="157503"/>
                  </a:lnTo>
                  <a:lnTo>
                    <a:pt x="45592" y="157298"/>
                  </a:lnTo>
                  <a:lnTo>
                    <a:pt x="45738" y="157261"/>
                  </a:lnTo>
                  <a:lnTo>
                    <a:pt x="45535" y="157210"/>
                  </a:lnTo>
                  <a:lnTo>
                    <a:pt x="42155" y="157544"/>
                  </a:lnTo>
                  <a:lnTo>
                    <a:pt x="40316" y="156900"/>
                  </a:lnTo>
                  <a:lnTo>
                    <a:pt x="38013" y="159325"/>
                  </a:lnTo>
                  <a:lnTo>
                    <a:pt x="36435" y="160552"/>
                  </a:lnTo>
                  <a:lnTo>
                    <a:pt x="36285" y="162902"/>
                  </a:lnTo>
                  <a:lnTo>
                    <a:pt x="35872" y="163623"/>
                  </a:lnTo>
                  <a:lnTo>
                    <a:pt x="34943" y="163791"/>
                  </a:lnTo>
                  <a:lnTo>
                    <a:pt x="33789" y="163468"/>
                  </a:lnTo>
                  <a:lnTo>
                    <a:pt x="32426" y="163482"/>
                  </a:lnTo>
                  <a:lnTo>
                    <a:pt x="31848" y="163930"/>
                  </a:lnTo>
                  <a:lnTo>
                    <a:pt x="29591" y="162348"/>
                  </a:lnTo>
                  <a:lnTo>
                    <a:pt x="26273" y="158986"/>
                  </a:lnTo>
                  <a:lnTo>
                    <a:pt x="16992" y="147646"/>
                  </a:lnTo>
                  <a:lnTo>
                    <a:pt x="16200" y="146671"/>
                  </a:lnTo>
                  <a:lnTo>
                    <a:pt x="15153" y="145307"/>
                  </a:lnTo>
                  <a:lnTo>
                    <a:pt x="16207" y="135272"/>
                  </a:lnTo>
                  <a:lnTo>
                    <a:pt x="17024" y="132248"/>
                  </a:lnTo>
                  <a:lnTo>
                    <a:pt x="18133" y="129411"/>
                  </a:lnTo>
                  <a:lnTo>
                    <a:pt x="19327" y="127084"/>
                  </a:lnTo>
                  <a:lnTo>
                    <a:pt x="20907" y="124701"/>
                  </a:lnTo>
                  <a:lnTo>
                    <a:pt x="18759" y="122469"/>
                  </a:lnTo>
                  <a:lnTo>
                    <a:pt x="17295" y="120253"/>
                  </a:lnTo>
                  <a:lnTo>
                    <a:pt x="17730" y="119596"/>
                  </a:lnTo>
                  <a:lnTo>
                    <a:pt x="17905" y="118749"/>
                  </a:lnTo>
                  <a:lnTo>
                    <a:pt x="18107" y="115842"/>
                  </a:lnTo>
                  <a:lnTo>
                    <a:pt x="14308" y="111770"/>
                  </a:lnTo>
                  <a:lnTo>
                    <a:pt x="14138" y="110016"/>
                  </a:lnTo>
                  <a:lnTo>
                    <a:pt x="12165" y="107582"/>
                  </a:lnTo>
                  <a:lnTo>
                    <a:pt x="10070" y="104782"/>
                  </a:lnTo>
                  <a:lnTo>
                    <a:pt x="10774" y="104262"/>
                  </a:lnTo>
                  <a:lnTo>
                    <a:pt x="10572" y="103721"/>
                  </a:lnTo>
                  <a:lnTo>
                    <a:pt x="9818" y="103279"/>
                  </a:lnTo>
                  <a:lnTo>
                    <a:pt x="5373" y="96935"/>
                  </a:lnTo>
                  <a:lnTo>
                    <a:pt x="4738" y="96292"/>
                  </a:lnTo>
                  <a:lnTo>
                    <a:pt x="2094" y="95106"/>
                  </a:lnTo>
                  <a:lnTo>
                    <a:pt x="0" y="93284"/>
                  </a:lnTo>
                  <a:lnTo>
                    <a:pt x="1595" y="90236"/>
                  </a:lnTo>
                  <a:lnTo>
                    <a:pt x="11356" y="71567"/>
                  </a:lnTo>
                  <a:lnTo>
                    <a:pt x="15262" y="65121"/>
                  </a:lnTo>
                  <a:lnTo>
                    <a:pt x="22100" y="55066"/>
                  </a:lnTo>
                  <a:lnTo>
                    <a:pt x="15481" y="47174"/>
                  </a:lnTo>
                  <a:lnTo>
                    <a:pt x="8652" y="39495"/>
                  </a:lnTo>
                  <a:lnTo>
                    <a:pt x="6524" y="37484"/>
                  </a:lnTo>
                  <a:lnTo>
                    <a:pt x="3942" y="35567"/>
                  </a:lnTo>
                  <a:lnTo>
                    <a:pt x="12976" y="27246"/>
                  </a:lnTo>
                  <a:lnTo>
                    <a:pt x="17239" y="22042"/>
                  </a:lnTo>
                  <a:lnTo>
                    <a:pt x="18430" y="20350"/>
                  </a:lnTo>
                  <a:lnTo>
                    <a:pt x="19160" y="18835"/>
                  </a:lnTo>
                  <a:lnTo>
                    <a:pt x="20058" y="15124"/>
                  </a:lnTo>
                  <a:lnTo>
                    <a:pt x="20117" y="11799"/>
                  </a:lnTo>
                  <a:lnTo>
                    <a:pt x="19482" y="7488"/>
                  </a:lnTo>
                  <a:lnTo>
                    <a:pt x="17742" y="2472"/>
                  </a:lnTo>
                  <a:lnTo>
                    <a:pt x="17275" y="0"/>
                  </a:lnTo>
                  <a:lnTo>
                    <a:pt x="18950" y="1878"/>
                  </a:lnTo>
                  <a:lnTo>
                    <a:pt x="28419" y="14238"/>
                  </a:lnTo>
                  <a:lnTo>
                    <a:pt x="29585" y="13304"/>
                  </a:lnTo>
                  <a:lnTo>
                    <a:pt x="28546" y="12368"/>
                  </a:lnTo>
                  <a:lnTo>
                    <a:pt x="31074" y="12110"/>
                  </a:lnTo>
                  <a:lnTo>
                    <a:pt x="32447" y="11009"/>
                  </a:lnTo>
                  <a:lnTo>
                    <a:pt x="32096" y="10565"/>
                  </a:lnTo>
                  <a:lnTo>
                    <a:pt x="32397" y="10331"/>
                  </a:lnTo>
                  <a:lnTo>
                    <a:pt x="33435" y="10497"/>
                  </a:lnTo>
                  <a:lnTo>
                    <a:pt x="33729" y="10926"/>
                  </a:lnTo>
                  <a:lnTo>
                    <a:pt x="33547" y="11118"/>
                  </a:lnTo>
                  <a:lnTo>
                    <a:pt x="33733" y="11470"/>
                  </a:lnTo>
                  <a:lnTo>
                    <a:pt x="35199" y="13296"/>
                  </a:lnTo>
                  <a:lnTo>
                    <a:pt x="36490" y="13638"/>
                  </a:lnTo>
                  <a:lnTo>
                    <a:pt x="36458" y="13870"/>
                  </a:lnTo>
                  <a:lnTo>
                    <a:pt x="37474" y="13947"/>
                  </a:lnTo>
                  <a:lnTo>
                    <a:pt x="37308" y="18097"/>
                  </a:lnTo>
                  <a:lnTo>
                    <a:pt x="35577" y="18822"/>
                  </a:lnTo>
                  <a:lnTo>
                    <a:pt x="35757" y="20230"/>
                  </a:lnTo>
                  <a:lnTo>
                    <a:pt x="36562" y="21157"/>
                  </a:lnTo>
                  <a:lnTo>
                    <a:pt x="37931" y="21916"/>
                  </a:lnTo>
                  <a:lnTo>
                    <a:pt x="38218" y="22614"/>
                  </a:lnTo>
                  <a:lnTo>
                    <a:pt x="37705" y="22907"/>
                  </a:lnTo>
                  <a:lnTo>
                    <a:pt x="38331" y="23753"/>
                  </a:lnTo>
                  <a:lnTo>
                    <a:pt x="39943" y="27182"/>
                  </a:lnTo>
                  <a:lnTo>
                    <a:pt x="42830" y="30697"/>
                  </a:lnTo>
                  <a:lnTo>
                    <a:pt x="43959" y="31402"/>
                  </a:lnTo>
                  <a:lnTo>
                    <a:pt x="44348" y="30793"/>
                  </a:lnTo>
                  <a:lnTo>
                    <a:pt x="44133" y="29953"/>
                  </a:lnTo>
                  <a:lnTo>
                    <a:pt x="44416" y="30169"/>
                  </a:lnTo>
                  <a:lnTo>
                    <a:pt x="45659" y="31522"/>
                  </a:lnTo>
                  <a:lnTo>
                    <a:pt x="47972" y="35321"/>
                  </a:lnTo>
                  <a:lnTo>
                    <a:pt x="53421" y="39571"/>
                  </a:lnTo>
                  <a:lnTo>
                    <a:pt x="60252" y="38376"/>
                  </a:lnTo>
                  <a:lnTo>
                    <a:pt x="62386" y="38210"/>
                  </a:lnTo>
                  <a:lnTo>
                    <a:pt x="61701" y="37953"/>
                  </a:lnTo>
                  <a:lnTo>
                    <a:pt x="62004" y="37803"/>
                  </a:lnTo>
                  <a:lnTo>
                    <a:pt x="62636" y="38153"/>
                  </a:lnTo>
                  <a:lnTo>
                    <a:pt x="69759" y="37198"/>
                  </a:lnTo>
                  <a:lnTo>
                    <a:pt x="71156" y="36785"/>
                  </a:lnTo>
                  <a:lnTo>
                    <a:pt x="73151" y="35794"/>
                  </a:lnTo>
                  <a:lnTo>
                    <a:pt x="76064" y="33905"/>
                  </a:lnTo>
                  <a:lnTo>
                    <a:pt x="77269" y="32382"/>
                  </a:lnTo>
                  <a:lnTo>
                    <a:pt x="77439" y="32726"/>
                  </a:lnTo>
                  <a:lnTo>
                    <a:pt x="78511" y="30990"/>
                  </a:lnTo>
                  <a:lnTo>
                    <a:pt x="78638" y="30200"/>
                  </a:lnTo>
                  <a:lnTo>
                    <a:pt x="79486" y="29286"/>
                  </a:lnTo>
                  <a:lnTo>
                    <a:pt x="79624" y="28358"/>
                  </a:lnTo>
                  <a:lnTo>
                    <a:pt x="79242" y="28536"/>
                  </a:lnTo>
                  <a:lnTo>
                    <a:pt x="79056" y="28352"/>
                  </a:lnTo>
                  <a:lnTo>
                    <a:pt x="79218" y="27993"/>
                  </a:lnTo>
                  <a:lnTo>
                    <a:pt x="79108" y="27218"/>
                  </a:lnTo>
                  <a:lnTo>
                    <a:pt x="78590" y="25749"/>
                  </a:lnTo>
                  <a:lnTo>
                    <a:pt x="78904" y="25436"/>
                  </a:lnTo>
                  <a:lnTo>
                    <a:pt x="78248" y="24846"/>
                  </a:lnTo>
                  <a:lnTo>
                    <a:pt x="78514" y="24612"/>
                  </a:lnTo>
                  <a:lnTo>
                    <a:pt x="79084" y="24067"/>
                  </a:lnTo>
                  <a:lnTo>
                    <a:pt x="79280" y="23361"/>
                  </a:lnTo>
                  <a:lnTo>
                    <a:pt x="80519" y="21484"/>
                  </a:lnTo>
                  <a:lnTo>
                    <a:pt x="77871" y="18835"/>
                  </a:lnTo>
                  <a:lnTo>
                    <a:pt x="78465" y="18493"/>
                  </a:lnTo>
                  <a:lnTo>
                    <a:pt x="79524" y="19173"/>
                  </a:lnTo>
                  <a:lnTo>
                    <a:pt x="79797" y="18807"/>
                  </a:lnTo>
                  <a:lnTo>
                    <a:pt x="80095" y="18451"/>
                  </a:lnTo>
                  <a:lnTo>
                    <a:pt x="80410" y="18580"/>
                  </a:lnTo>
                  <a:lnTo>
                    <a:pt x="82811" y="20403"/>
                  </a:lnTo>
                  <a:lnTo>
                    <a:pt x="84820" y="22910"/>
                  </a:lnTo>
                  <a:lnTo>
                    <a:pt x="85788" y="26499"/>
                  </a:lnTo>
                  <a:lnTo>
                    <a:pt x="86216" y="29133"/>
                  </a:lnTo>
                  <a:lnTo>
                    <a:pt x="86779" y="29046"/>
                  </a:lnTo>
                  <a:lnTo>
                    <a:pt x="88189" y="29434"/>
                  </a:lnTo>
                  <a:lnTo>
                    <a:pt x="89997" y="29533"/>
                  </a:lnTo>
                  <a:lnTo>
                    <a:pt x="93494" y="28552"/>
                  </a:lnTo>
                  <a:lnTo>
                    <a:pt x="95255" y="29596"/>
                  </a:lnTo>
                  <a:lnTo>
                    <a:pt x="96009" y="29444"/>
                  </a:lnTo>
                  <a:lnTo>
                    <a:pt x="97378" y="28293"/>
                  </a:lnTo>
                  <a:lnTo>
                    <a:pt x="98406" y="28180"/>
                  </a:lnTo>
                  <a:lnTo>
                    <a:pt x="98916" y="28243"/>
                  </a:lnTo>
                  <a:lnTo>
                    <a:pt x="99841" y="29419"/>
                  </a:lnTo>
                  <a:lnTo>
                    <a:pt x="101332" y="30474"/>
                  </a:lnTo>
                  <a:lnTo>
                    <a:pt x="102098" y="29828"/>
                  </a:lnTo>
                  <a:lnTo>
                    <a:pt x="102029" y="29992"/>
                  </a:lnTo>
                  <a:lnTo>
                    <a:pt x="102658" y="30638"/>
                  </a:lnTo>
                  <a:lnTo>
                    <a:pt x="101329" y="32216"/>
                  </a:lnTo>
                  <a:lnTo>
                    <a:pt x="101675" y="32673"/>
                  </a:lnTo>
                  <a:lnTo>
                    <a:pt x="102760" y="32910"/>
                  </a:lnTo>
                  <a:lnTo>
                    <a:pt x="102251" y="38059"/>
                  </a:lnTo>
                  <a:lnTo>
                    <a:pt x="102853" y="39252"/>
                  </a:lnTo>
                  <a:lnTo>
                    <a:pt x="103438" y="39413"/>
                  </a:lnTo>
                  <a:lnTo>
                    <a:pt x="103610" y="39166"/>
                  </a:lnTo>
                  <a:lnTo>
                    <a:pt x="105566" y="40655"/>
                  </a:lnTo>
                  <a:lnTo>
                    <a:pt x="106099" y="40825"/>
                  </a:lnTo>
                  <a:lnTo>
                    <a:pt x="107069" y="42023"/>
                  </a:lnTo>
                  <a:lnTo>
                    <a:pt x="109513" y="43177"/>
                  </a:lnTo>
                  <a:lnTo>
                    <a:pt x="110025" y="43226"/>
                  </a:lnTo>
                  <a:lnTo>
                    <a:pt x="104669" y="47457"/>
                  </a:lnTo>
                  <a:lnTo>
                    <a:pt x="103897" y="48792"/>
                  </a:lnTo>
                  <a:lnTo>
                    <a:pt x="103695" y="50028"/>
                  </a:lnTo>
                  <a:lnTo>
                    <a:pt x="102817" y="50897"/>
                  </a:lnTo>
                  <a:lnTo>
                    <a:pt x="102500" y="52306"/>
                  </a:lnTo>
                  <a:lnTo>
                    <a:pt x="101811" y="53367"/>
                  </a:lnTo>
                  <a:lnTo>
                    <a:pt x="101811" y="53963"/>
                  </a:lnTo>
                  <a:lnTo>
                    <a:pt x="102703" y="54768"/>
                  </a:lnTo>
                  <a:lnTo>
                    <a:pt x="102443" y="56276"/>
                  </a:lnTo>
                  <a:lnTo>
                    <a:pt x="102918" y="57505"/>
                  </a:lnTo>
                  <a:lnTo>
                    <a:pt x="103281" y="57953"/>
                  </a:lnTo>
                  <a:lnTo>
                    <a:pt x="103940" y="58202"/>
                  </a:lnTo>
                  <a:lnTo>
                    <a:pt x="106294" y="58857"/>
                  </a:lnTo>
                  <a:lnTo>
                    <a:pt x="107165" y="60699"/>
                  </a:lnTo>
                  <a:lnTo>
                    <a:pt x="107333" y="61560"/>
                  </a:lnTo>
                  <a:lnTo>
                    <a:pt x="108269" y="61261"/>
                  </a:lnTo>
                  <a:lnTo>
                    <a:pt x="108766" y="62550"/>
                  </a:lnTo>
                  <a:lnTo>
                    <a:pt x="108530" y="62596"/>
                  </a:lnTo>
                  <a:lnTo>
                    <a:pt x="108268" y="63127"/>
                  </a:lnTo>
                  <a:lnTo>
                    <a:pt x="107137" y="63493"/>
                  </a:lnTo>
                  <a:lnTo>
                    <a:pt x="108038" y="64368"/>
                  </a:lnTo>
                  <a:lnTo>
                    <a:pt x="107599" y="65636"/>
                  </a:lnTo>
                  <a:lnTo>
                    <a:pt x="109262" y="65513"/>
                  </a:lnTo>
                  <a:lnTo>
                    <a:pt x="109138" y="66031"/>
                  </a:lnTo>
                  <a:lnTo>
                    <a:pt x="110019" y="66079"/>
                  </a:lnTo>
                  <a:lnTo>
                    <a:pt x="110646" y="68210"/>
                  </a:lnTo>
                  <a:lnTo>
                    <a:pt x="110640" y="70373"/>
                  </a:lnTo>
                  <a:lnTo>
                    <a:pt x="110424" y="71218"/>
                  </a:lnTo>
                  <a:lnTo>
                    <a:pt x="112169" y="70109"/>
                  </a:lnTo>
                  <a:lnTo>
                    <a:pt x="113615" y="69562"/>
                  </a:lnTo>
                  <a:lnTo>
                    <a:pt x="115190" y="68409"/>
                  </a:lnTo>
                  <a:lnTo>
                    <a:pt x="116289" y="67859"/>
                  </a:lnTo>
                  <a:lnTo>
                    <a:pt x="116581" y="67928"/>
                  </a:lnTo>
                  <a:lnTo>
                    <a:pt x="117304" y="66707"/>
                  </a:lnTo>
                  <a:lnTo>
                    <a:pt x="118039" y="65999"/>
                  </a:lnTo>
                  <a:lnTo>
                    <a:pt x="118620" y="66539"/>
                  </a:lnTo>
                  <a:lnTo>
                    <a:pt x="118583" y="67157"/>
                  </a:lnTo>
                  <a:lnTo>
                    <a:pt x="121527" y="66899"/>
                  </a:lnTo>
                  <a:lnTo>
                    <a:pt x="123078" y="67387"/>
                  </a:lnTo>
                  <a:lnTo>
                    <a:pt x="124533" y="67548"/>
                  </a:lnTo>
                  <a:lnTo>
                    <a:pt x="125188" y="68001"/>
                  </a:lnTo>
                  <a:lnTo>
                    <a:pt x="125457" y="70691"/>
                  </a:lnTo>
                  <a:lnTo>
                    <a:pt x="125925" y="71576"/>
                  </a:lnTo>
                  <a:lnTo>
                    <a:pt x="126555" y="71967"/>
                  </a:lnTo>
                  <a:lnTo>
                    <a:pt x="126078" y="72665"/>
                  </a:lnTo>
                  <a:lnTo>
                    <a:pt x="125914" y="74364"/>
                  </a:lnTo>
                  <a:lnTo>
                    <a:pt x="126656" y="74763"/>
                  </a:lnTo>
                  <a:lnTo>
                    <a:pt x="129114" y="77482"/>
                  </a:lnTo>
                  <a:lnTo>
                    <a:pt x="132925" y="80296"/>
                  </a:lnTo>
                  <a:lnTo>
                    <a:pt x="133606" y="79772"/>
                  </a:lnTo>
                  <a:lnTo>
                    <a:pt x="133470" y="79617"/>
                  </a:lnTo>
                  <a:lnTo>
                    <a:pt x="134726" y="78530"/>
                  </a:lnTo>
                  <a:lnTo>
                    <a:pt x="135233" y="78038"/>
                  </a:lnTo>
                  <a:lnTo>
                    <a:pt x="136253" y="78429"/>
                  </a:lnTo>
                  <a:lnTo>
                    <a:pt x="136084" y="78661"/>
                  </a:lnTo>
                  <a:lnTo>
                    <a:pt x="136380" y="78811"/>
                  </a:lnTo>
                  <a:lnTo>
                    <a:pt x="137739" y="79141"/>
                  </a:lnTo>
                  <a:lnTo>
                    <a:pt x="139254" y="79665"/>
                  </a:lnTo>
                  <a:lnTo>
                    <a:pt x="139602" y="79412"/>
                  </a:lnTo>
                  <a:lnTo>
                    <a:pt x="141228" y="80027"/>
                  </a:lnTo>
                  <a:lnTo>
                    <a:pt x="147517" y="81279"/>
                  </a:lnTo>
                  <a:lnTo>
                    <a:pt x="149044" y="82511"/>
                  </a:lnTo>
                  <a:lnTo>
                    <a:pt x="151033" y="83468"/>
                  </a:lnTo>
                  <a:lnTo>
                    <a:pt x="151888" y="85705"/>
                  </a:lnTo>
                  <a:lnTo>
                    <a:pt x="149429" y="86100"/>
                  </a:lnTo>
                  <a:lnTo>
                    <a:pt x="149131" y="84340"/>
                  </a:lnTo>
                  <a:lnTo>
                    <a:pt x="147063" y="85531"/>
                  </a:lnTo>
                  <a:lnTo>
                    <a:pt x="146738" y="85939"/>
                  </a:lnTo>
                  <a:lnTo>
                    <a:pt x="146907" y="87015"/>
                  </a:lnTo>
                  <a:lnTo>
                    <a:pt x="146411" y="87403"/>
                  </a:lnTo>
                  <a:lnTo>
                    <a:pt x="144727" y="87742"/>
                  </a:lnTo>
                  <a:lnTo>
                    <a:pt x="144337" y="88168"/>
                  </a:lnTo>
                  <a:lnTo>
                    <a:pt x="143569" y="88468"/>
                  </a:lnTo>
                  <a:lnTo>
                    <a:pt x="143665" y="88698"/>
                  </a:lnTo>
                  <a:lnTo>
                    <a:pt x="142928" y="88999"/>
                  </a:lnTo>
                  <a:lnTo>
                    <a:pt x="142986" y="89705"/>
                  </a:lnTo>
                  <a:lnTo>
                    <a:pt x="142293" y="90147"/>
                  </a:lnTo>
                  <a:lnTo>
                    <a:pt x="141976" y="89009"/>
                  </a:lnTo>
                  <a:lnTo>
                    <a:pt x="140553" y="90733"/>
                  </a:lnTo>
                  <a:lnTo>
                    <a:pt x="140391" y="91109"/>
                  </a:lnTo>
                  <a:lnTo>
                    <a:pt x="141678" y="92022"/>
                  </a:lnTo>
                  <a:lnTo>
                    <a:pt x="141735" y="92614"/>
                  </a:lnTo>
                  <a:lnTo>
                    <a:pt x="140251" y="94666"/>
                  </a:lnTo>
                  <a:lnTo>
                    <a:pt x="139891" y="95053"/>
                  </a:lnTo>
                  <a:lnTo>
                    <a:pt x="139452" y="95650"/>
                  </a:lnTo>
                  <a:lnTo>
                    <a:pt x="139519" y="97385"/>
                  </a:lnTo>
                  <a:lnTo>
                    <a:pt x="138535" y="99487"/>
                  </a:lnTo>
                  <a:lnTo>
                    <a:pt x="138805" y="100334"/>
                  </a:lnTo>
                  <a:lnTo>
                    <a:pt x="138729" y="101705"/>
                  </a:lnTo>
                  <a:lnTo>
                    <a:pt x="139405" y="102775"/>
                  </a:lnTo>
                  <a:lnTo>
                    <a:pt x="139026" y="103154"/>
                  </a:lnTo>
                  <a:lnTo>
                    <a:pt x="139065" y="105514"/>
                  </a:lnTo>
                  <a:lnTo>
                    <a:pt x="138740" y="105890"/>
                  </a:lnTo>
                  <a:lnTo>
                    <a:pt x="138851" y="106958"/>
                  </a:lnTo>
                  <a:lnTo>
                    <a:pt x="139092" y="106907"/>
                  </a:lnTo>
                  <a:lnTo>
                    <a:pt x="139147" y="107990"/>
                  </a:lnTo>
                  <a:lnTo>
                    <a:pt x="138531" y="109237"/>
                  </a:lnTo>
                  <a:lnTo>
                    <a:pt x="138140" y="111677"/>
                  </a:lnTo>
                  <a:lnTo>
                    <a:pt x="135517" y="111247"/>
                  </a:lnTo>
                  <a:lnTo>
                    <a:pt x="135547" y="112006"/>
                  </a:lnTo>
                  <a:lnTo>
                    <a:pt x="136321" y="113113"/>
                  </a:lnTo>
                  <a:lnTo>
                    <a:pt x="136184" y="113815"/>
                  </a:lnTo>
                  <a:lnTo>
                    <a:pt x="135060" y="114728"/>
                  </a:lnTo>
                  <a:lnTo>
                    <a:pt x="133498" y="117260"/>
                  </a:lnTo>
                  <a:lnTo>
                    <a:pt x="131215" y="118565"/>
                  </a:lnTo>
                  <a:lnTo>
                    <a:pt x="129307" y="118473"/>
                  </a:lnTo>
                  <a:lnTo>
                    <a:pt x="128582" y="118814"/>
                  </a:lnTo>
                  <a:lnTo>
                    <a:pt x="125404" y="118952"/>
                  </a:lnTo>
                  <a:lnTo>
                    <a:pt x="124495" y="119732"/>
                  </a:lnTo>
                  <a:lnTo>
                    <a:pt x="123210" y="119324"/>
                  </a:lnTo>
                  <a:lnTo>
                    <a:pt x="122458" y="119466"/>
                  </a:lnTo>
                  <a:lnTo>
                    <a:pt x="121635" y="119366"/>
                  </a:lnTo>
                  <a:lnTo>
                    <a:pt x="120794" y="119784"/>
                  </a:lnTo>
                  <a:lnTo>
                    <a:pt x="120465" y="119519"/>
                  </a:lnTo>
                  <a:lnTo>
                    <a:pt x="118369" y="120152"/>
                  </a:lnTo>
                  <a:lnTo>
                    <a:pt x="118091" y="120780"/>
                  </a:lnTo>
                  <a:lnTo>
                    <a:pt x="116232" y="121153"/>
                  </a:lnTo>
                  <a:lnTo>
                    <a:pt x="114824" y="120000"/>
                  </a:lnTo>
                  <a:lnTo>
                    <a:pt x="114428" y="119859"/>
                  </a:lnTo>
                  <a:lnTo>
                    <a:pt x="114058" y="120031"/>
                  </a:lnTo>
                  <a:lnTo>
                    <a:pt x="113035" y="119329"/>
                  </a:lnTo>
                  <a:lnTo>
                    <a:pt x="112895" y="119001"/>
                  </a:lnTo>
                  <a:lnTo>
                    <a:pt x="112163" y="118944"/>
                  </a:lnTo>
                  <a:lnTo>
                    <a:pt x="111767" y="119756"/>
                  </a:lnTo>
                  <a:lnTo>
                    <a:pt x="110685" y="119848"/>
                  </a:lnTo>
                  <a:lnTo>
                    <a:pt x="109736" y="120299"/>
                  </a:lnTo>
                  <a:lnTo>
                    <a:pt x="109946" y="127676"/>
                  </a:lnTo>
                  <a:lnTo>
                    <a:pt x="109521" y="129018"/>
                  </a:lnTo>
                  <a:lnTo>
                    <a:pt x="108626" y="130099"/>
                  </a:lnTo>
                  <a:lnTo>
                    <a:pt x="104555" y="132270"/>
                  </a:lnTo>
                  <a:lnTo>
                    <a:pt x="102554" y="132916"/>
                  </a:lnTo>
                  <a:lnTo>
                    <a:pt x="100569" y="133067"/>
                  </a:lnTo>
                  <a:lnTo>
                    <a:pt x="95487" y="132637"/>
                  </a:lnTo>
                  <a:lnTo>
                    <a:pt x="95148" y="136582"/>
                  </a:lnTo>
                  <a:lnTo>
                    <a:pt x="95352" y="139567"/>
                  </a:lnTo>
                  <a:lnTo>
                    <a:pt x="96784" y="147000"/>
                  </a:lnTo>
                  <a:lnTo>
                    <a:pt x="99521" y="156369"/>
                  </a:lnTo>
                  <a:lnTo>
                    <a:pt x="99807" y="158094"/>
                  </a:lnTo>
                  <a:lnTo>
                    <a:pt x="99063" y="158210"/>
                  </a:lnTo>
                  <a:lnTo>
                    <a:pt x="94362" y="161309"/>
                  </a:lnTo>
                  <a:lnTo>
                    <a:pt x="91068" y="163973"/>
                  </a:lnTo>
                  <a:lnTo>
                    <a:pt x="90708" y="160879"/>
                  </a:lnTo>
                  <a:lnTo>
                    <a:pt x="83672" y="155221"/>
                  </a:lnTo>
                  <a:lnTo>
                    <a:pt x="82052" y="149323"/>
                  </a:lnTo>
                  <a:lnTo>
                    <a:pt x="79896" y="148546"/>
                  </a:lnTo>
                  <a:lnTo>
                    <a:pt x="78972" y="147783"/>
                  </a:lnTo>
                  <a:lnTo>
                    <a:pt x="78765" y="146963"/>
                  </a:lnTo>
                  <a:lnTo>
                    <a:pt x="78320" y="147300"/>
                  </a:lnTo>
                  <a:lnTo>
                    <a:pt x="68531" y="150664"/>
                  </a:lnTo>
                  <a:lnTo>
                    <a:pt x="68079" y="150733"/>
                  </a:lnTo>
                  <a:lnTo>
                    <a:pt x="67415" y="150401"/>
                  </a:lnTo>
                  <a:lnTo>
                    <a:pt x="66101" y="151026"/>
                  </a:lnTo>
                  <a:lnTo>
                    <a:pt x="65018" y="151960"/>
                  </a:lnTo>
                  <a:lnTo>
                    <a:pt x="55899" y="155275"/>
                  </a:lnTo>
                  <a:lnTo>
                    <a:pt x="55800" y="155105"/>
                  </a:lnTo>
                  <a:lnTo>
                    <a:pt x="54472" y="155552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pg85">
              <a:extLst>
                <a:ext uri="{FF2B5EF4-FFF2-40B4-BE49-F238E27FC236}">
                  <a16:creationId xmlns:a16="http://schemas.microsoft.com/office/drawing/2014/main" id="{CB97D28B-E875-C974-0CCE-67D024BCAF88}"/>
                </a:ext>
              </a:extLst>
            </p:cNvPr>
            <p:cNvSpPr/>
            <p:nvPr/>
          </p:nvSpPr>
          <p:spPr>
            <a:xfrm>
              <a:off x="4208149" y="2200322"/>
              <a:ext cx="529210" cy="491120"/>
            </a:xfrm>
            <a:custGeom>
              <a:avLst/>
              <a:gdLst/>
              <a:ahLst/>
              <a:cxnLst/>
              <a:rect l="0" t="0" r="0" b="0"/>
              <a:pathLst>
                <a:path w="529210" h="491120">
                  <a:moveTo>
                    <a:pt x="128517" y="349277"/>
                  </a:moveTo>
                  <a:lnTo>
                    <a:pt x="128382" y="350148"/>
                  </a:lnTo>
                  <a:lnTo>
                    <a:pt x="124417" y="356819"/>
                  </a:lnTo>
                  <a:lnTo>
                    <a:pt x="122380" y="362203"/>
                  </a:lnTo>
                  <a:lnTo>
                    <a:pt x="118491" y="365711"/>
                  </a:lnTo>
                  <a:lnTo>
                    <a:pt x="116353" y="366374"/>
                  </a:lnTo>
                  <a:lnTo>
                    <a:pt x="114189" y="368491"/>
                  </a:lnTo>
                  <a:lnTo>
                    <a:pt x="110338" y="370547"/>
                  </a:lnTo>
                  <a:lnTo>
                    <a:pt x="107977" y="372325"/>
                  </a:lnTo>
                  <a:lnTo>
                    <a:pt x="106713" y="372896"/>
                  </a:lnTo>
                  <a:lnTo>
                    <a:pt x="101233" y="372859"/>
                  </a:lnTo>
                  <a:lnTo>
                    <a:pt x="102165" y="374883"/>
                  </a:lnTo>
                  <a:lnTo>
                    <a:pt x="103557" y="376870"/>
                  </a:lnTo>
                  <a:lnTo>
                    <a:pt x="104604" y="379982"/>
                  </a:lnTo>
                  <a:lnTo>
                    <a:pt x="107081" y="383239"/>
                  </a:lnTo>
                  <a:lnTo>
                    <a:pt x="108607" y="388047"/>
                  </a:lnTo>
                  <a:lnTo>
                    <a:pt x="107168" y="393309"/>
                  </a:lnTo>
                  <a:lnTo>
                    <a:pt x="97586" y="390060"/>
                  </a:lnTo>
                  <a:lnTo>
                    <a:pt x="94193" y="380058"/>
                  </a:lnTo>
                  <a:lnTo>
                    <a:pt x="92656" y="382416"/>
                  </a:lnTo>
                  <a:lnTo>
                    <a:pt x="87519" y="383832"/>
                  </a:lnTo>
                  <a:lnTo>
                    <a:pt x="77613" y="393773"/>
                  </a:lnTo>
                  <a:lnTo>
                    <a:pt x="73129" y="399123"/>
                  </a:lnTo>
                  <a:lnTo>
                    <a:pt x="67643" y="400029"/>
                  </a:lnTo>
                  <a:lnTo>
                    <a:pt x="36298" y="392675"/>
                  </a:lnTo>
                  <a:lnTo>
                    <a:pt x="28737" y="394478"/>
                  </a:lnTo>
                  <a:lnTo>
                    <a:pt x="22594" y="395244"/>
                  </a:lnTo>
                  <a:lnTo>
                    <a:pt x="18175" y="394855"/>
                  </a:lnTo>
                  <a:lnTo>
                    <a:pt x="16188" y="391981"/>
                  </a:lnTo>
                  <a:lnTo>
                    <a:pt x="16877" y="391566"/>
                  </a:lnTo>
                  <a:lnTo>
                    <a:pt x="17526" y="390404"/>
                  </a:lnTo>
                  <a:lnTo>
                    <a:pt x="16730" y="388791"/>
                  </a:lnTo>
                  <a:lnTo>
                    <a:pt x="16404" y="386620"/>
                  </a:lnTo>
                  <a:lnTo>
                    <a:pt x="13144" y="383841"/>
                  </a:lnTo>
                  <a:lnTo>
                    <a:pt x="12090" y="382584"/>
                  </a:lnTo>
                  <a:lnTo>
                    <a:pt x="6906" y="380660"/>
                  </a:lnTo>
                  <a:lnTo>
                    <a:pt x="5083" y="378015"/>
                  </a:lnTo>
                  <a:lnTo>
                    <a:pt x="4256" y="377278"/>
                  </a:lnTo>
                  <a:lnTo>
                    <a:pt x="3651" y="377167"/>
                  </a:lnTo>
                  <a:lnTo>
                    <a:pt x="2328" y="376341"/>
                  </a:lnTo>
                  <a:lnTo>
                    <a:pt x="2063" y="375524"/>
                  </a:lnTo>
                  <a:lnTo>
                    <a:pt x="0" y="372763"/>
                  </a:lnTo>
                  <a:lnTo>
                    <a:pt x="386" y="371970"/>
                  </a:lnTo>
                  <a:lnTo>
                    <a:pt x="57" y="371265"/>
                  </a:lnTo>
                  <a:lnTo>
                    <a:pt x="150" y="370221"/>
                  </a:lnTo>
                  <a:lnTo>
                    <a:pt x="840" y="368056"/>
                  </a:lnTo>
                  <a:lnTo>
                    <a:pt x="3375" y="366421"/>
                  </a:lnTo>
                  <a:lnTo>
                    <a:pt x="4296" y="362737"/>
                  </a:lnTo>
                  <a:lnTo>
                    <a:pt x="5462" y="362416"/>
                  </a:lnTo>
                  <a:lnTo>
                    <a:pt x="6220" y="361839"/>
                  </a:lnTo>
                  <a:lnTo>
                    <a:pt x="6540" y="361253"/>
                  </a:lnTo>
                  <a:lnTo>
                    <a:pt x="6707" y="359938"/>
                  </a:lnTo>
                  <a:lnTo>
                    <a:pt x="7784" y="359193"/>
                  </a:lnTo>
                  <a:lnTo>
                    <a:pt x="6282" y="357721"/>
                  </a:lnTo>
                  <a:lnTo>
                    <a:pt x="6781" y="356458"/>
                  </a:lnTo>
                  <a:lnTo>
                    <a:pt x="11024" y="353717"/>
                  </a:lnTo>
                  <a:lnTo>
                    <a:pt x="12707" y="351609"/>
                  </a:lnTo>
                  <a:lnTo>
                    <a:pt x="13616" y="351367"/>
                  </a:lnTo>
                  <a:lnTo>
                    <a:pt x="14692" y="349926"/>
                  </a:lnTo>
                  <a:lnTo>
                    <a:pt x="15279" y="348330"/>
                  </a:lnTo>
                  <a:lnTo>
                    <a:pt x="14934" y="344646"/>
                  </a:lnTo>
                  <a:lnTo>
                    <a:pt x="15767" y="343789"/>
                  </a:lnTo>
                  <a:lnTo>
                    <a:pt x="17937" y="342929"/>
                  </a:lnTo>
                  <a:lnTo>
                    <a:pt x="19430" y="341632"/>
                  </a:lnTo>
                  <a:lnTo>
                    <a:pt x="22909" y="338108"/>
                  </a:lnTo>
                  <a:lnTo>
                    <a:pt x="25715" y="334485"/>
                  </a:lnTo>
                  <a:lnTo>
                    <a:pt x="26778" y="333521"/>
                  </a:lnTo>
                  <a:lnTo>
                    <a:pt x="26231" y="329955"/>
                  </a:lnTo>
                  <a:lnTo>
                    <a:pt x="27676" y="328708"/>
                  </a:lnTo>
                  <a:lnTo>
                    <a:pt x="27662" y="326546"/>
                  </a:lnTo>
                  <a:lnTo>
                    <a:pt x="28749" y="325880"/>
                  </a:lnTo>
                  <a:lnTo>
                    <a:pt x="24177" y="325317"/>
                  </a:lnTo>
                  <a:lnTo>
                    <a:pt x="22732" y="324625"/>
                  </a:lnTo>
                  <a:lnTo>
                    <a:pt x="21469" y="323649"/>
                  </a:lnTo>
                  <a:lnTo>
                    <a:pt x="21019" y="322415"/>
                  </a:lnTo>
                  <a:lnTo>
                    <a:pt x="20471" y="321773"/>
                  </a:lnTo>
                  <a:lnTo>
                    <a:pt x="20219" y="320233"/>
                  </a:lnTo>
                  <a:lnTo>
                    <a:pt x="19442" y="318318"/>
                  </a:lnTo>
                  <a:lnTo>
                    <a:pt x="19028" y="318153"/>
                  </a:lnTo>
                  <a:lnTo>
                    <a:pt x="18659" y="317298"/>
                  </a:lnTo>
                  <a:lnTo>
                    <a:pt x="18039" y="316912"/>
                  </a:lnTo>
                  <a:lnTo>
                    <a:pt x="16706" y="315215"/>
                  </a:lnTo>
                  <a:lnTo>
                    <a:pt x="17597" y="314537"/>
                  </a:lnTo>
                  <a:lnTo>
                    <a:pt x="17124" y="313877"/>
                  </a:lnTo>
                  <a:lnTo>
                    <a:pt x="16655" y="312103"/>
                  </a:lnTo>
                  <a:lnTo>
                    <a:pt x="14647" y="310676"/>
                  </a:lnTo>
                  <a:lnTo>
                    <a:pt x="13814" y="308127"/>
                  </a:lnTo>
                  <a:lnTo>
                    <a:pt x="12853" y="307458"/>
                  </a:lnTo>
                  <a:lnTo>
                    <a:pt x="12297" y="304597"/>
                  </a:lnTo>
                  <a:lnTo>
                    <a:pt x="11704" y="303054"/>
                  </a:lnTo>
                  <a:lnTo>
                    <a:pt x="12077" y="302469"/>
                  </a:lnTo>
                  <a:lnTo>
                    <a:pt x="13487" y="301610"/>
                  </a:lnTo>
                  <a:lnTo>
                    <a:pt x="13806" y="301684"/>
                  </a:lnTo>
                  <a:lnTo>
                    <a:pt x="14330" y="300519"/>
                  </a:lnTo>
                  <a:lnTo>
                    <a:pt x="15221" y="299713"/>
                  </a:lnTo>
                  <a:lnTo>
                    <a:pt x="15529" y="298748"/>
                  </a:lnTo>
                  <a:lnTo>
                    <a:pt x="15311" y="298212"/>
                  </a:lnTo>
                  <a:lnTo>
                    <a:pt x="15430" y="297178"/>
                  </a:lnTo>
                  <a:lnTo>
                    <a:pt x="14978" y="296544"/>
                  </a:lnTo>
                  <a:lnTo>
                    <a:pt x="14459" y="296250"/>
                  </a:lnTo>
                  <a:lnTo>
                    <a:pt x="14193" y="295037"/>
                  </a:lnTo>
                  <a:lnTo>
                    <a:pt x="14319" y="292951"/>
                  </a:lnTo>
                  <a:lnTo>
                    <a:pt x="13977" y="292145"/>
                  </a:lnTo>
                  <a:lnTo>
                    <a:pt x="16614" y="291682"/>
                  </a:lnTo>
                  <a:lnTo>
                    <a:pt x="19118" y="290774"/>
                  </a:lnTo>
                  <a:lnTo>
                    <a:pt x="22205" y="290320"/>
                  </a:lnTo>
                  <a:lnTo>
                    <a:pt x="23260" y="289645"/>
                  </a:lnTo>
                  <a:lnTo>
                    <a:pt x="27676" y="288584"/>
                  </a:lnTo>
                  <a:lnTo>
                    <a:pt x="29806" y="288333"/>
                  </a:lnTo>
                  <a:lnTo>
                    <a:pt x="32080" y="288730"/>
                  </a:lnTo>
                  <a:lnTo>
                    <a:pt x="32541" y="288280"/>
                  </a:lnTo>
                  <a:lnTo>
                    <a:pt x="33790" y="287895"/>
                  </a:lnTo>
                  <a:lnTo>
                    <a:pt x="35924" y="287487"/>
                  </a:lnTo>
                  <a:lnTo>
                    <a:pt x="36720" y="287605"/>
                  </a:lnTo>
                  <a:lnTo>
                    <a:pt x="37232" y="287345"/>
                  </a:lnTo>
                  <a:lnTo>
                    <a:pt x="40715" y="288360"/>
                  </a:lnTo>
                  <a:lnTo>
                    <a:pt x="41703" y="287963"/>
                  </a:lnTo>
                  <a:lnTo>
                    <a:pt x="42336" y="286992"/>
                  </a:lnTo>
                  <a:lnTo>
                    <a:pt x="42998" y="286502"/>
                  </a:lnTo>
                  <a:lnTo>
                    <a:pt x="44034" y="284644"/>
                  </a:lnTo>
                  <a:lnTo>
                    <a:pt x="44549" y="284268"/>
                  </a:lnTo>
                  <a:lnTo>
                    <a:pt x="43944" y="282915"/>
                  </a:lnTo>
                  <a:lnTo>
                    <a:pt x="43944" y="281873"/>
                  </a:lnTo>
                  <a:lnTo>
                    <a:pt x="43916" y="280621"/>
                  </a:lnTo>
                  <a:lnTo>
                    <a:pt x="43549" y="279846"/>
                  </a:lnTo>
                  <a:lnTo>
                    <a:pt x="43520" y="279082"/>
                  </a:lnTo>
                  <a:lnTo>
                    <a:pt x="42802" y="278665"/>
                  </a:lnTo>
                  <a:lnTo>
                    <a:pt x="40814" y="278491"/>
                  </a:lnTo>
                  <a:lnTo>
                    <a:pt x="40323" y="278224"/>
                  </a:lnTo>
                  <a:lnTo>
                    <a:pt x="39371" y="275600"/>
                  </a:lnTo>
                  <a:lnTo>
                    <a:pt x="38279" y="274554"/>
                  </a:lnTo>
                  <a:lnTo>
                    <a:pt x="38191" y="274143"/>
                  </a:lnTo>
                  <a:lnTo>
                    <a:pt x="37081" y="273377"/>
                  </a:lnTo>
                  <a:lnTo>
                    <a:pt x="36107" y="271815"/>
                  </a:lnTo>
                  <a:lnTo>
                    <a:pt x="35667" y="269441"/>
                  </a:lnTo>
                  <a:lnTo>
                    <a:pt x="35871" y="268691"/>
                  </a:lnTo>
                  <a:lnTo>
                    <a:pt x="35790" y="267504"/>
                  </a:lnTo>
                  <a:lnTo>
                    <a:pt x="34909" y="266363"/>
                  </a:lnTo>
                  <a:lnTo>
                    <a:pt x="34441" y="263484"/>
                  </a:lnTo>
                  <a:lnTo>
                    <a:pt x="35323" y="263071"/>
                  </a:lnTo>
                  <a:lnTo>
                    <a:pt x="34964" y="262252"/>
                  </a:lnTo>
                  <a:lnTo>
                    <a:pt x="35219" y="261922"/>
                  </a:lnTo>
                  <a:lnTo>
                    <a:pt x="35541" y="261963"/>
                  </a:lnTo>
                  <a:lnTo>
                    <a:pt x="36131" y="260989"/>
                  </a:lnTo>
                  <a:lnTo>
                    <a:pt x="37841" y="260198"/>
                  </a:lnTo>
                  <a:lnTo>
                    <a:pt x="38263" y="259521"/>
                  </a:lnTo>
                  <a:lnTo>
                    <a:pt x="39206" y="259646"/>
                  </a:lnTo>
                  <a:lnTo>
                    <a:pt x="40362" y="258807"/>
                  </a:lnTo>
                  <a:lnTo>
                    <a:pt x="41102" y="258676"/>
                  </a:lnTo>
                  <a:lnTo>
                    <a:pt x="41273" y="258338"/>
                  </a:lnTo>
                  <a:lnTo>
                    <a:pt x="41856" y="258173"/>
                  </a:lnTo>
                  <a:lnTo>
                    <a:pt x="43928" y="254596"/>
                  </a:lnTo>
                  <a:lnTo>
                    <a:pt x="44115" y="252678"/>
                  </a:lnTo>
                  <a:lnTo>
                    <a:pt x="44586" y="251383"/>
                  </a:lnTo>
                  <a:lnTo>
                    <a:pt x="44127" y="249909"/>
                  </a:lnTo>
                  <a:lnTo>
                    <a:pt x="44215" y="249070"/>
                  </a:lnTo>
                  <a:lnTo>
                    <a:pt x="44956" y="247776"/>
                  </a:lnTo>
                  <a:lnTo>
                    <a:pt x="46652" y="246224"/>
                  </a:lnTo>
                  <a:lnTo>
                    <a:pt x="48130" y="245340"/>
                  </a:lnTo>
                  <a:lnTo>
                    <a:pt x="48692" y="243957"/>
                  </a:lnTo>
                  <a:lnTo>
                    <a:pt x="50396" y="242920"/>
                  </a:lnTo>
                  <a:lnTo>
                    <a:pt x="50831" y="242409"/>
                  </a:lnTo>
                  <a:lnTo>
                    <a:pt x="50877" y="241549"/>
                  </a:lnTo>
                  <a:lnTo>
                    <a:pt x="51426" y="240619"/>
                  </a:lnTo>
                  <a:lnTo>
                    <a:pt x="51517" y="239760"/>
                  </a:lnTo>
                  <a:lnTo>
                    <a:pt x="51762" y="239284"/>
                  </a:lnTo>
                  <a:lnTo>
                    <a:pt x="52558" y="239123"/>
                  </a:lnTo>
                  <a:lnTo>
                    <a:pt x="53069" y="237666"/>
                  </a:lnTo>
                  <a:lnTo>
                    <a:pt x="53115" y="236699"/>
                  </a:lnTo>
                  <a:lnTo>
                    <a:pt x="53865" y="235755"/>
                  </a:lnTo>
                  <a:lnTo>
                    <a:pt x="54662" y="234847"/>
                  </a:lnTo>
                  <a:lnTo>
                    <a:pt x="55012" y="234678"/>
                  </a:lnTo>
                  <a:lnTo>
                    <a:pt x="56062" y="234817"/>
                  </a:lnTo>
                  <a:lnTo>
                    <a:pt x="56574" y="234118"/>
                  </a:lnTo>
                  <a:lnTo>
                    <a:pt x="58794" y="232738"/>
                  </a:lnTo>
                  <a:lnTo>
                    <a:pt x="61262" y="230064"/>
                  </a:lnTo>
                  <a:lnTo>
                    <a:pt x="65200" y="226630"/>
                  </a:lnTo>
                  <a:lnTo>
                    <a:pt x="65983" y="224864"/>
                  </a:lnTo>
                  <a:lnTo>
                    <a:pt x="67337" y="223004"/>
                  </a:lnTo>
                  <a:lnTo>
                    <a:pt x="68657" y="222525"/>
                  </a:lnTo>
                  <a:lnTo>
                    <a:pt x="69491" y="221661"/>
                  </a:lnTo>
                  <a:lnTo>
                    <a:pt x="70340" y="221452"/>
                  </a:lnTo>
                  <a:lnTo>
                    <a:pt x="70119" y="220932"/>
                  </a:lnTo>
                  <a:lnTo>
                    <a:pt x="71250" y="217640"/>
                  </a:lnTo>
                  <a:lnTo>
                    <a:pt x="71204" y="215482"/>
                  </a:lnTo>
                  <a:lnTo>
                    <a:pt x="72562" y="212378"/>
                  </a:lnTo>
                  <a:lnTo>
                    <a:pt x="72920" y="210928"/>
                  </a:lnTo>
                  <a:lnTo>
                    <a:pt x="73414" y="210677"/>
                  </a:lnTo>
                  <a:lnTo>
                    <a:pt x="73621" y="210080"/>
                  </a:lnTo>
                  <a:lnTo>
                    <a:pt x="73220" y="209018"/>
                  </a:lnTo>
                  <a:lnTo>
                    <a:pt x="73194" y="207395"/>
                  </a:lnTo>
                  <a:lnTo>
                    <a:pt x="72192" y="204196"/>
                  </a:lnTo>
                  <a:lnTo>
                    <a:pt x="71603" y="201266"/>
                  </a:lnTo>
                  <a:lnTo>
                    <a:pt x="69522" y="198065"/>
                  </a:lnTo>
                  <a:lnTo>
                    <a:pt x="68372" y="196925"/>
                  </a:lnTo>
                  <a:lnTo>
                    <a:pt x="66270" y="195577"/>
                  </a:lnTo>
                  <a:lnTo>
                    <a:pt x="66004" y="195197"/>
                  </a:lnTo>
                  <a:lnTo>
                    <a:pt x="64782" y="191523"/>
                  </a:lnTo>
                  <a:lnTo>
                    <a:pt x="63148" y="189797"/>
                  </a:lnTo>
                  <a:lnTo>
                    <a:pt x="63397" y="188796"/>
                  </a:lnTo>
                  <a:lnTo>
                    <a:pt x="62494" y="187875"/>
                  </a:lnTo>
                  <a:lnTo>
                    <a:pt x="62756" y="187332"/>
                  </a:lnTo>
                  <a:lnTo>
                    <a:pt x="62223" y="186384"/>
                  </a:lnTo>
                  <a:lnTo>
                    <a:pt x="62499" y="185827"/>
                  </a:lnTo>
                  <a:lnTo>
                    <a:pt x="62532" y="184685"/>
                  </a:lnTo>
                  <a:lnTo>
                    <a:pt x="62983" y="184248"/>
                  </a:lnTo>
                  <a:lnTo>
                    <a:pt x="63791" y="180232"/>
                  </a:lnTo>
                  <a:lnTo>
                    <a:pt x="63056" y="178810"/>
                  </a:lnTo>
                  <a:lnTo>
                    <a:pt x="62741" y="178814"/>
                  </a:lnTo>
                  <a:lnTo>
                    <a:pt x="62246" y="178283"/>
                  </a:lnTo>
                  <a:lnTo>
                    <a:pt x="61756" y="176885"/>
                  </a:lnTo>
                  <a:lnTo>
                    <a:pt x="59573" y="173713"/>
                  </a:lnTo>
                  <a:lnTo>
                    <a:pt x="58199" y="169835"/>
                  </a:lnTo>
                  <a:lnTo>
                    <a:pt x="56041" y="168759"/>
                  </a:lnTo>
                  <a:lnTo>
                    <a:pt x="54589" y="167283"/>
                  </a:lnTo>
                  <a:lnTo>
                    <a:pt x="53502" y="166626"/>
                  </a:lnTo>
                  <a:lnTo>
                    <a:pt x="52555" y="162766"/>
                  </a:lnTo>
                  <a:lnTo>
                    <a:pt x="51235" y="158919"/>
                  </a:lnTo>
                  <a:lnTo>
                    <a:pt x="50483" y="154085"/>
                  </a:lnTo>
                  <a:lnTo>
                    <a:pt x="50127" y="153352"/>
                  </a:lnTo>
                  <a:lnTo>
                    <a:pt x="50431" y="150665"/>
                  </a:lnTo>
                  <a:lnTo>
                    <a:pt x="50159" y="150175"/>
                  </a:lnTo>
                  <a:lnTo>
                    <a:pt x="50515" y="148856"/>
                  </a:lnTo>
                  <a:lnTo>
                    <a:pt x="51370" y="147420"/>
                  </a:lnTo>
                  <a:lnTo>
                    <a:pt x="51071" y="143190"/>
                  </a:lnTo>
                  <a:lnTo>
                    <a:pt x="52226" y="138040"/>
                  </a:lnTo>
                  <a:lnTo>
                    <a:pt x="52224" y="136627"/>
                  </a:lnTo>
                  <a:lnTo>
                    <a:pt x="53245" y="135864"/>
                  </a:lnTo>
                  <a:lnTo>
                    <a:pt x="52857" y="134179"/>
                  </a:lnTo>
                  <a:lnTo>
                    <a:pt x="53122" y="134098"/>
                  </a:lnTo>
                  <a:lnTo>
                    <a:pt x="53058" y="131866"/>
                  </a:lnTo>
                  <a:lnTo>
                    <a:pt x="53604" y="129228"/>
                  </a:lnTo>
                  <a:lnTo>
                    <a:pt x="54274" y="127917"/>
                  </a:lnTo>
                  <a:lnTo>
                    <a:pt x="54375" y="127648"/>
                  </a:lnTo>
                  <a:lnTo>
                    <a:pt x="52926" y="126859"/>
                  </a:lnTo>
                  <a:lnTo>
                    <a:pt x="51861" y="125899"/>
                  </a:lnTo>
                  <a:lnTo>
                    <a:pt x="51448" y="124983"/>
                  </a:lnTo>
                  <a:lnTo>
                    <a:pt x="50433" y="124068"/>
                  </a:lnTo>
                  <a:lnTo>
                    <a:pt x="49974" y="123243"/>
                  </a:lnTo>
                  <a:lnTo>
                    <a:pt x="47422" y="119954"/>
                  </a:lnTo>
                  <a:lnTo>
                    <a:pt x="47140" y="120174"/>
                  </a:lnTo>
                  <a:lnTo>
                    <a:pt x="46231" y="120170"/>
                  </a:lnTo>
                  <a:lnTo>
                    <a:pt x="45995" y="119776"/>
                  </a:lnTo>
                  <a:lnTo>
                    <a:pt x="45505" y="119673"/>
                  </a:lnTo>
                  <a:lnTo>
                    <a:pt x="43784" y="120189"/>
                  </a:lnTo>
                  <a:lnTo>
                    <a:pt x="42961" y="119795"/>
                  </a:lnTo>
                  <a:lnTo>
                    <a:pt x="42018" y="119821"/>
                  </a:lnTo>
                  <a:lnTo>
                    <a:pt x="40385" y="117969"/>
                  </a:lnTo>
                  <a:lnTo>
                    <a:pt x="40099" y="117233"/>
                  </a:lnTo>
                  <a:lnTo>
                    <a:pt x="38272" y="115727"/>
                  </a:lnTo>
                  <a:lnTo>
                    <a:pt x="37029" y="113775"/>
                  </a:lnTo>
                  <a:lnTo>
                    <a:pt x="35986" y="113825"/>
                  </a:lnTo>
                  <a:lnTo>
                    <a:pt x="35003" y="113395"/>
                  </a:lnTo>
                  <a:lnTo>
                    <a:pt x="33108" y="111518"/>
                  </a:lnTo>
                  <a:lnTo>
                    <a:pt x="31373" y="108503"/>
                  </a:lnTo>
                  <a:lnTo>
                    <a:pt x="30757" y="106966"/>
                  </a:lnTo>
                  <a:lnTo>
                    <a:pt x="28688" y="104321"/>
                  </a:lnTo>
                  <a:lnTo>
                    <a:pt x="27605" y="100974"/>
                  </a:lnTo>
                  <a:lnTo>
                    <a:pt x="26135" y="99491"/>
                  </a:lnTo>
                  <a:lnTo>
                    <a:pt x="24460" y="98565"/>
                  </a:lnTo>
                  <a:lnTo>
                    <a:pt x="24172" y="97857"/>
                  </a:lnTo>
                  <a:lnTo>
                    <a:pt x="22261" y="95241"/>
                  </a:lnTo>
                  <a:lnTo>
                    <a:pt x="20687" y="93366"/>
                  </a:lnTo>
                  <a:lnTo>
                    <a:pt x="19427" y="92426"/>
                  </a:lnTo>
                  <a:lnTo>
                    <a:pt x="21012" y="90214"/>
                  </a:lnTo>
                  <a:lnTo>
                    <a:pt x="18395" y="88057"/>
                  </a:lnTo>
                  <a:lnTo>
                    <a:pt x="18371" y="87792"/>
                  </a:lnTo>
                  <a:lnTo>
                    <a:pt x="17205" y="86758"/>
                  </a:lnTo>
                  <a:lnTo>
                    <a:pt x="16891" y="86588"/>
                  </a:lnTo>
                  <a:lnTo>
                    <a:pt x="16694" y="85800"/>
                  </a:lnTo>
                  <a:lnTo>
                    <a:pt x="15891" y="84562"/>
                  </a:lnTo>
                  <a:lnTo>
                    <a:pt x="16775" y="83605"/>
                  </a:lnTo>
                  <a:lnTo>
                    <a:pt x="16905" y="82082"/>
                  </a:lnTo>
                  <a:lnTo>
                    <a:pt x="16448" y="79643"/>
                  </a:lnTo>
                  <a:lnTo>
                    <a:pt x="15376" y="77922"/>
                  </a:lnTo>
                  <a:lnTo>
                    <a:pt x="14747" y="76293"/>
                  </a:lnTo>
                  <a:lnTo>
                    <a:pt x="13649" y="72212"/>
                  </a:lnTo>
                  <a:lnTo>
                    <a:pt x="13412" y="69997"/>
                  </a:lnTo>
                  <a:lnTo>
                    <a:pt x="13735" y="68411"/>
                  </a:lnTo>
                  <a:lnTo>
                    <a:pt x="14406" y="67290"/>
                  </a:lnTo>
                  <a:lnTo>
                    <a:pt x="14959" y="66903"/>
                  </a:lnTo>
                  <a:lnTo>
                    <a:pt x="16687" y="66632"/>
                  </a:lnTo>
                  <a:lnTo>
                    <a:pt x="19497" y="67194"/>
                  </a:lnTo>
                  <a:lnTo>
                    <a:pt x="23793" y="68884"/>
                  </a:lnTo>
                  <a:lnTo>
                    <a:pt x="27130" y="70233"/>
                  </a:lnTo>
                  <a:lnTo>
                    <a:pt x="28425" y="70468"/>
                  </a:lnTo>
                  <a:lnTo>
                    <a:pt x="29828" y="70328"/>
                  </a:lnTo>
                  <a:lnTo>
                    <a:pt x="35627" y="67211"/>
                  </a:lnTo>
                  <a:lnTo>
                    <a:pt x="36956" y="66055"/>
                  </a:lnTo>
                  <a:lnTo>
                    <a:pt x="40459" y="62177"/>
                  </a:lnTo>
                  <a:lnTo>
                    <a:pt x="43185" y="60315"/>
                  </a:lnTo>
                  <a:lnTo>
                    <a:pt x="47970" y="58885"/>
                  </a:lnTo>
                  <a:lnTo>
                    <a:pt x="53430" y="58184"/>
                  </a:lnTo>
                  <a:lnTo>
                    <a:pt x="56148" y="56870"/>
                  </a:lnTo>
                  <a:lnTo>
                    <a:pt x="56226" y="57509"/>
                  </a:lnTo>
                  <a:lnTo>
                    <a:pt x="56910" y="57435"/>
                  </a:lnTo>
                  <a:lnTo>
                    <a:pt x="55053" y="37970"/>
                  </a:lnTo>
                  <a:lnTo>
                    <a:pt x="58433" y="39973"/>
                  </a:lnTo>
                  <a:lnTo>
                    <a:pt x="59928" y="42748"/>
                  </a:lnTo>
                  <a:lnTo>
                    <a:pt x="60300" y="42607"/>
                  </a:lnTo>
                  <a:lnTo>
                    <a:pt x="60694" y="41432"/>
                  </a:lnTo>
                  <a:lnTo>
                    <a:pt x="59836" y="40500"/>
                  </a:lnTo>
                  <a:lnTo>
                    <a:pt x="59237" y="36716"/>
                  </a:lnTo>
                  <a:lnTo>
                    <a:pt x="61049" y="37024"/>
                  </a:lnTo>
                  <a:lnTo>
                    <a:pt x="62522" y="38412"/>
                  </a:lnTo>
                  <a:lnTo>
                    <a:pt x="63482" y="37988"/>
                  </a:lnTo>
                  <a:lnTo>
                    <a:pt x="65055" y="38210"/>
                  </a:lnTo>
                  <a:lnTo>
                    <a:pt x="65331" y="38032"/>
                  </a:lnTo>
                  <a:lnTo>
                    <a:pt x="65986" y="36819"/>
                  </a:lnTo>
                  <a:lnTo>
                    <a:pt x="65683" y="35922"/>
                  </a:lnTo>
                  <a:lnTo>
                    <a:pt x="63091" y="34335"/>
                  </a:lnTo>
                  <a:lnTo>
                    <a:pt x="62669" y="33700"/>
                  </a:lnTo>
                  <a:lnTo>
                    <a:pt x="62164" y="33430"/>
                  </a:lnTo>
                  <a:lnTo>
                    <a:pt x="62549" y="32722"/>
                  </a:lnTo>
                  <a:lnTo>
                    <a:pt x="63596" y="32147"/>
                  </a:lnTo>
                  <a:lnTo>
                    <a:pt x="64512" y="31986"/>
                  </a:lnTo>
                  <a:lnTo>
                    <a:pt x="63537" y="30742"/>
                  </a:lnTo>
                  <a:lnTo>
                    <a:pt x="63757" y="30574"/>
                  </a:lnTo>
                  <a:lnTo>
                    <a:pt x="63824" y="29564"/>
                  </a:lnTo>
                  <a:lnTo>
                    <a:pt x="64448" y="29741"/>
                  </a:lnTo>
                  <a:lnTo>
                    <a:pt x="66369" y="29167"/>
                  </a:lnTo>
                  <a:lnTo>
                    <a:pt x="66907" y="28993"/>
                  </a:lnTo>
                  <a:lnTo>
                    <a:pt x="67373" y="28447"/>
                  </a:lnTo>
                  <a:lnTo>
                    <a:pt x="69759" y="29458"/>
                  </a:lnTo>
                  <a:lnTo>
                    <a:pt x="71379" y="30926"/>
                  </a:lnTo>
                  <a:lnTo>
                    <a:pt x="71628" y="30951"/>
                  </a:lnTo>
                  <a:lnTo>
                    <a:pt x="72280" y="30373"/>
                  </a:lnTo>
                  <a:lnTo>
                    <a:pt x="73081" y="30415"/>
                  </a:lnTo>
                  <a:lnTo>
                    <a:pt x="73044" y="30938"/>
                  </a:lnTo>
                  <a:lnTo>
                    <a:pt x="73567" y="31329"/>
                  </a:lnTo>
                  <a:lnTo>
                    <a:pt x="73687" y="32001"/>
                  </a:lnTo>
                  <a:lnTo>
                    <a:pt x="74871" y="33281"/>
                  </a:lnTo>
                  <a:lnTo>
                    <a:pt x="76512" y="32750"/>
                  </a:lnTo>
                  <a:lnTo>
                    <a:pt x="76257" y="32022"/>
                  </a:lnTo>
                  <a:lnTo>
                    <a:pt x="77133" y="30994"/>
                  </a:lnTo>
                  <a:lnTo>
                    <a:pt x="77489" y="30883"/>
                  </a:lnTo>
                  <a:lnTo>
                    <a:pt x="78142" y="31657"/>
                  </a:lnTo>
                  <a:lnTo>
                    <a:pt x="78646" y="31554"/>
                  </a:lnTo>
                  <a:lnTo>
                    <a:pt x="78753" y="32646"/>
                  </a:lnTo>
                  <a:lnTo>
                    <a:pt x="80006" y="33719"/>
                  </a:lnTo>
                  <a:lnTo>
                    <a:pt x="80760" y="35331"/>
                  </a:lnTo>
                  <a:lnTo>
                    <a:pt x="81582" y="35905"/>
                  </a:lnTo>
                  <a:lnTo>
                    <a:pt x="83074" y="35855"/>
                  </a:lnTo>
                  <a:lnTo>
                    <a:pt x="84268" y="36671"/>
                  </a:lnTo>
                  <a:lnTo>
                    <a:pt x="84939" y="37057"/>
                  </a:lnTo>
                  <a:lnTo>
                    <a:pt x="86338" y="37102"/>
                  </a:lnTo>
                  <a:lnTo>
                    <a:pt x="90274" y="38214"/>
                  </a:lnTo>
                  <a:lnTo>
                    <a:pt x="91495" y="37925"/>
                  </a:lnTo>
                  <a:lnTo>
                    <a:pt x="94976" y="38703"/>
                  </a:lnTo>
                  <a:lnTo>
                    <a:pt x="96460" y="38622"/>
                  </a:lnTo>
                  <a:lnTo>
                    <a:pt x="97623" y="37593"/>
                  </a:lnTo>
                  <a:lnTo>
                    <a:pt x="98425" y="37195"/>
                  </a:lnTo>
                  <a:lnTo>
                    <a:pt x="98790" y="35646"/>
                  </a:lnTo>
                  <a:lnTo>
                    <a:pt x="99948" y="33200"/>
                  </a:lnTo>
                  <a:lnTo>
                    <a:pt x="101595" y="31930"/>
                  </a:lnTo>
                  <a:lnTo>
                    <a:pt x="102468" y="30500"/>
                  </a:lnTo>
                  <a:lnTo>
                    <a:pt x="104085" y="29328"/>
                  </a:lnTo>
                  <a:lnTo>
                    <a:pt x="104531" y="28534"/>
                  </a:lnTo>
                  <a:lnTo>
                    <a:pt x="105558" y="27888"/>
                  </a:lnTo>
                  <a:lnTo>
                    <a:pt x="107265" y="28166"/>
                  </a:lnTo>
                  <a:lnTo>
                    <a:pt x="110326" y="27947"/>
                  </a:lnTo>
                  <a:lnTo>
                    <a:pt x="112159" y="27416"/>
                  </a:lnTo>
                  <a:lnTo>
                    <a:pt x="112963" y="26662"/>
                  </a:lnTo>
                  <a:lnTo>
                    <a:pt x="115451" y="26583"/>
                  </a:lnTo>
                  <a:lnTo>
                    <a:pt x="116104" y="25520"/>
                  </a:lnTo>
                  <a:lnTo>
                    <a:pt x="116229" y="24769"/>
                  </a:lnTo>
                  <a:lnTo>
                    <a:pt x="115458" y="23346"/>
                  </a:lnTo>
                  <a:lnTo>
                    <a:pt x="115854" y="23175"/>
                  </a:lnTo>
                  <a:lnTo>
                    <a:pt x="116053" y="22888"/>
                  </a:lnTo>
                  <a:lnTo>
                    <a:pt x="116390" y="22968"/>
                  </a:lnTo>
                  <a:lnTo>
                    <a:pt x="117892" y="22443"/>
                  </a:lnTo>
                  <a:lnTo>
                    <a:pt x="117611" y="21089"/>
                  </a:lnTo>
                  <a:lnTo>
                    <a:pt x="118269" y="20161"/>
                  </a:lnTo>
                  <a:lnTo>
                    <a:pt x="119041" y="20113"/>
                  </a:lnTo>
                  <a:lnTo>
                    <a:pt x="120000" y="18549"/>
                  </a:lnTo>
                  <a:lnTo>
                    <a:pt x="121854" y="16688"/>
                  </a:lnTo>
                  <a:lnTo>
                    <a:pt x="126319" y="15346"/>
                  </a:lnTo>
                  <a:lnTo>
                    <a:pt x="130787" y="12777"/>
                  </a:lnTo>
                  <a:lnTo>
                    <a:pt x="135940" y="13597"/>
                  </a:lnTo>
                  <a:lnTo>
                    <a:pt x="139564" y="15334"/>
                  </a:lnTo>
                  <a:lnTo>
                    <a:pt x="141762" y="16654"/>
                  </a:lnTo>
                  <a:lnTo>
                    <a:pt x="146287" y="16935"/>
                  </a:lnTo>
                  <a:lnTo>
                    <a:pt x="146517" y="17454"/>
                  </a:lnTo>
                  <a:lnTo>
                    <a:pt x="148612" y="18096"/>
                  </a:lnTo>
                  <a:lnTo>
                    <a:pt x="149329" y="19788"/>
                  </a:lnTo>
                  <a:lnTo>
                    <a:pt x="150548" y="21137"/>
                  </a:lnTo>
                  <a:lnTo>
                    <a:pt x="152123" y="21951"/>
                  </a:lnTo>
                  <a:lnTo>
                    <a:pt x="152487" y="23629"/>
                  </a:lnTo>
                  <a:lnTo>
                    <a:pt x="155758" y="22886"/>
                  </a:lnTo>
                  <a:lnTo>
                    <a:pt x="157503" y="21651"/>
                  </a:lnTo>
                  <a:lnTo>
                    <a:pt x="158729" y="20254"/>
                  </a:lnTo>
                  <a:lnTo>
                    <a:pt x="160260" y="15507"/>
                  </a:lnTo>
                  <a:lnTo>
                    <a:pt x="160929" y="12238"/>
                  </a:lnTo>
                  <a:lnTo>
                    <a:pt x="161653" y="10644"/>
                  </a:lnTo>
                  <a:lnTo>
                    <a:pt x="163759" y="8053"/>
                  </a:lnTo>
                  <a:lnTo>
                    <a:pt x="164126" y="7143"/>
                  </a:lnTo>
                  <a:lnTo>
                    <a:pt x="163964" y="6418"/>
                  </a:lnTo>
                  <a:lnTo>
                    <a:pt x="162985" y="5619"/>
                  </a:lnTo>
                  <a:lnTo>
                    <a:pt x="161037" y="4891"/>
                  </a:lnTo>
                  <a:lnTo>
                    <a:pt x="160374" y="4864"/>
                  </a:lnTo>
                  <a:lnTo>
                    <a:pt x="159889" y="4418"/>
                  </a:lnTo>
                  <a:lnTo>
                    <a:pt x="159736" y="3669"/>
                  </a:lnTo>
                  <a:lnTo>
                    <a:pt x="160940" y="1893"/>
                  </a:lnTo>
                  <a:lnTo>
                    <a:pt x="161866" y="813"/>
                  </a:lnTo>
                  <a:lnTo>
                    <a:pt x="162898" y="284"/>
                  </a:lnTo>
                  <a:lnTo>
                    <a:pt x="164719" y="47"/>
                  </a:lnTo>
                  <a:lnTo>
                    <a:pt x="167546" y="971"/>
                  </a:lnTo>
                  <a:lnTo>
                    <a:pt x="169831" y="568"/>
                  </a:lnTo>
                  <a:lnTo>
                    <a:pt x="170851" y="0"/>
                  </a:lnTo>
                  <a:lnTo>
                    <a:pt x="171664" y="707"/>
                  </a:lnTo>
                  <a:lnTo>
                    <a:pt x="173229" y="524"/>
                  </a:lnTo>
                  <a:lnTo>
                    <a:pt x="174359" y="1060"/>
                  </a:lnTo>
                  <a:lnTo>
                    <a:pt x="174838" y="870"/>
                  </a:lnTo>
                  <a:lnTo>
                    <a:pt x="177198" y="2820"/>
                  </a:lnTo>
                  <a:lnTo>
                    <a:pt x="176978" y="2913"/>
                  </a:lnTo>
                  <a:lnTo>
                    <a:pt x="176811" y="3585"/>
                  </a:lnTo>
                  <a:lnTo>
                    <a:pt x="177271" y="7188"/>
                  </a:lnTo>
                  <a:lnTo>
                    <a:pt x="176945" y="8293"/>
                  </a:lnTo>
                  <a:lnTo>
                    <a:pt x="177285" y="9031"/>
                  </a:lnTo>
                  <a:lnTo>
                    <a:pt x="177146" y="9504"/>
                  </a:lnTo>
                  <a:lnTo>
                    <a:pt x="177979" y="9725"/>
                  </a:lnTo>
                  <a:lnTo>
                    <a:pt x="178219" y="10315"/>
                  </a:lnTo>
                  <a:lnTo>
                    <a:pt x="178082" y="10564"/>
                  </a:lnTo>
                  <a:lnTo>
                    <a:pt x="178563" y="11093"/>
                  </a:lnTo>
                  <a:lnTo>
                    <a:pt x="178971" y="12212"/>
                  </a:lnTo>
                  <a:lnTo>
                    <a:pt x="180622" y="13240"/>
                  </a:lnTo>
                  <a:lnTo>
                    <a:pt x="180852" y="13766"/>
                  </a:lnTo>
                  <a:lnTo>
                    <a:pt x="180718" y="15246"/>
                  </a:lnTo>
                  <a:lnTo>
                    <a:pt x="180210" y="16799"/>
                  </a:lnTo>
                  <a:lnTo>
                    <a:pt x="180769" y="27072"/>
                  </a:lnTo>
                  <a:lnTo>
                    <a:pt x="182406" y="27829"/>
                  </a:lnTo>
                  <a:lnTo>
                    <a:pt x="185805" y="30296"/>
                  </a:lnTo>
                  <a:lnTo>
                    <a:pt x="187249" y="33242"/>
                  </a:lnTo>
                  <a:lnTo>
                    <a:pt x="189511" y="35889"/>
                  </a:lnTo>
                  <a:lnTo>
                    <a:pt x="193238" y="39011"/>
                  </a:lnTo>
                  <a:lnTo>
                    <a:pt x="193379" y="39659"/>
                  </a:lnTo>
                  <a:lnTo>
                    <a:pt x="194268" y="40833"/>
                  </a:lnTo>
                  <a:lnTo>
                    <a:pt x="196755" y="42531"/>
                  </a:lnTo>
                  <a:lnTo>
                    <a:pt x="197211" y="43662"/>
                  </a:lnTo>
                  <a:lnTo>
                    <a:pt x="201699" y="48645"/>
                  </a:lnTo>
                  <a:lnTo>
                    <a:pt x="202510" y="51377"/>
                  </a:lnTo>
                  <a:lnTo>
                    <a:pt x="204230" y="53560"/>
                  </a:lnTo>
                  <a:lnTo>
                    <a:pt x="204111" y="62360"/>
                  </a:lnTo>
                  <a:lnTo>
                    <a:pt x="204735" y="65260"/>
                  </a:lnTo>
                  <a:lnTo>
                    <a:pt x="211323" y="66695"/>
                  </a:lnTo>
                  <a:lnTo>
                    <a:pt x="212107" y="67290"/>
                  </a:lnTo>
                  <a:lnTo>
                    <a:pt x="214969" y="65982"/>
                  </a:lnTo>
                  <a:lnTo>
                    <a:pt x="217876" y="64210"/>
                  </a:lnTo>
                  <a:lnTo>
                    <a:pt x="220636" y="66897"/>
                  </a:lnTo>
                  <a:lnTo>
                    <a:pt x="222092" y="67834"/>
                  </a:lnTo>
                  <a:lnTo>
                    <a:pt x="225003" y="70522"/>
                  </a:lnTo>
                  <a:lnTo>
                    <a:pt x="227017" y="71247"/>
                  </a:lnTo>
                  <a:lnTo>
                    <a:pt x="228384" y="70451"/>
                  </a:lnTo>
                  <a:lnTo>
                    <a:pt x="229621" y="71932"/>
                  </a:lnTo>
                  <a:lnTo>
                    <a:pt x="231000" y="74416"/>
                  </a:lnTo>
                  <a:lnTo>
                    <a:pt x="229460" y="76866"/>
                  </a:lnTo>
                  <a:lnTo>
                    <a:pt x="228952" y="80471"/>
                  </a:lnTo>
                  <a:lnTo>
                    <a:pt x="229270" y="83075"/>
                  </a:lnTo>
                  <a:lnTo>
                    <a:pt x="232464" y="87342"/>
                  </a:lnTo>
                  <a:lnTo>
                    <a:pt x="237866" y="92323"/>
                  </a:lnTo>
                  <a:lnTo>
                    <a:pt x="237671" y="93451"/>
                  </a:lnTo>
                  <a:lnTo>
                    <a:pt x="237921" y="94628"/>
                  </a:lnTo>
                  <a:lnTo>
                    <a:pt x="237891" y="98106"/>
                  </a:lnTo>
                  <a:lnTo>
                    <a:pt x="237648" y="100099"/>
                  </a:lnTo>
                  <a:lnTo>
                    <a:pt x="240523" y="107674"/>
                  </a:lnTo>
                  <a:lnTo>
                    <a:pt x="240050" y="112117"/>
                  </a:lnTo>
                  <a:lnTo>
                    <a:pt x="241746" y="120398"/>
                  </a:lnTo>
                  <a:lnTo>
                    <a:pt x="242500" y="121977"/>
                  </a:lnTo>
                  <a:lnTo>
                    <a:pt x="248143" y="124262"/>
                  </a:lnTo>
                  <a:lnTo>
                    <a:pt x="250924" y="124427"/>
                  </a:lnTo>
                  <a:lnTo>
                    <a:pt x="252426" y="124234"/>
                  </a:lnTo>
                  <a:lnTo>
                    <a:pt x="253177" y="122960"/>
                  </a:lnTo>
                  <a:lnTo>
                    <a:pt x="254670" y="123013"/>
                  </a:lnTo>
                  <a:lnTo>
                    <a:pt x="260284" y="124573"/>
                  </a:lnTo>
                  <a:lnTo>
                    <a:pt x="261761" y="128520"/>
                  </a:lnTo>
                  <a:lnTo>
                    <a:pt x="262723" y="129513"/>
                  </a:lnTo>
                  <a:lnTo>
                    <a:pt x="263068" y="129566"/>
                  </a:lnTo>
                  <a:lnTo>
                    <a:pt x="263125" y="130229"/>
                  </a:lnTo>
                  <a:lnTo>
                    <a:pt x="263930" y="131959"/>
                  </a:lnTo>
                  <a:lnTo>
                    <a:pt x="265028" y="132712"/>
                  </a:lnTo>
                  <a:lnTo>
                    <a:pt x="267313" y="133285"/>
                  </a:lnTo>
                  <a:lnTo>
                    <a:pt x="269242" y="134915"/>
                  </a:lnTo>
                  <a:lnTo>
                    <a:pt x="269682" y="134734"/>
                  </a:lnTo>
                  <a:lnTo>
                    <a:pt x="271396" y="136582"/>
                  </a:lnTo>
                  <a:lnTo>
                    <a:pt x="277513" y="138460"/>
                  </a:lnTo>
                  <a:lnTo>
                    <a:pt x="279309" y="140951"/>
                  </a:lnTo>
                  <a:lnTo>
                    <a:pt x="282649" y="143554"/>
                  </a:lnTo>
                  <a:lnTo>
                    <a:pt x="283360" y="144510"/>
                  </a:lnTo>
                  <a:lnTo>
                    <a:pt x="284894" y="145115"/>
                  </a:lnTo>
                  <a:lnTo>
                    <a:pt x="288301" y="147751"/>
                  </a:lnTo>
                  <a:lnTo>
                    <a:pt x="294389" y="146483"/>
                  </a:lnTo>
                  <a:lnTo>
                    <a:pt x="296032" y="147102"/>
                  </a:lnTo>
                  <a:lnTo>
                    <a:pt x="299556" y="147350"/>
                  </a:lnTo>
                  <a:lnTo>
                    <a:pt x="309948" y="146681"/>
                  </a:lnTo>
                  <a:lnTo>
                    <a:pt x="316227" y="142816"/>
                  </a:lnTo>
                  <a:lnTo>
                    <a:pt x="320249" y="140716"/>
                  </a:lnTo>
                  <a:lnTo>
                    <a:pt x="321039" y="142028"/>
                  </a:lnTo>
                  <a:lnTo>
                    <a:pt x="327287" y="146103"/>
                  </a:lnTo>
                  <a:lnTo>
                    <a:pt x="328047" y="146124"/>
                  </a:lnTo>
                  <a:lnTo>
                    <a:pt x="337039" y="148556"/>
                  </a:lnTo>
                  <a:lnTo>
                    <a:pt x="339591" y="152166"/>
                  </a:lnTo>
                  <a:lnTo>
                    <a:pt x="345642" y="153722"/>
                  </a:lnTo>
                  <a:lnTo>
                    <a:pt x="347757" y="153440"/>
                  </a:lnTo>
                  <a:lnTo>
                    <a:pt x="353404" y="150799"/>
                  </a:lnTo>
                  <a:lnTo>
                    <a:pt x="355242" y="150412"/>
                  </a:lnTo>
                  <a:lnTo>
                    <a:pt x="356506" y="150391"/>
                  </a:lnTo>
                  <a:lnTo>
                    <a:pt x="357364" y="150086"/>
                  </a:lnTo>
                  <a:lnTo>
                    <a:pt x="357530" y="150499"/>
                  </a:lnTo>
                  <a:lnTo>
                    <a:pt x="359268" y="151893"/>
                  </a:lnTo>
                  <a:lnTo>
                    <a:pt x="361600" y="152416"/>
                  </a:lnTo>
                  <a:lnTo>
                    <a:pt x="362783" y="154557"/>
                  </a:lnTo>
                  <a:lnTo>
                    <a:pt x="362751" y="155879"/>
                  </a:lnTo>
                  <a:lnTo>
                    <a:pt x="363561" y="156348"/>
                  </a:lnTo>
                  <a:lnTo>
                    <a:pt x="364384" y="156300"/>
                  </a:lnTo>
                  <a:lnTo>
                    <a:pt x="365105" y="158042"/>
                  </a:lnTo>
                  <a:lnTo>
                    <a:pt x="366340" y="158370"/>
                  </a:lnTo>
                  <a:lnTo>
                    <a:pt x="367136" y="160144"/>
                  </a:lnTo>
                  <a:lnTo>
                    <a:pt x="368118" y="161114"/>
                  </a:lnTo>
                  <a:lnTo>
                    <a:pt x="369711" y="161428"/>
                  </a:lnTo>
                  <a:lnTo>
                    <a:pt x="369829" y="161229"/>
                  </a:lnTo>
                  <a:lnTo>
                    <a:pt x="372926" y="160274"/>
                  </a:lnTo>
                  <a:lnTo>
                    <a:pt x="374949" y="158964"/>
                  </a:lnTo>
                  <a:lnTo>
                    <a:pt x="376549" y="158377"/>
                  </a:lnTo>
                  <a:lnTo>
                    <a:pt x="378675" y="158733"/>
                  </a:lnTo>
                  <a:lnTo>
                    <a:pt x="383024" y="162728"/>
                  </a:lnTo>
                  <a:lnTo>
                    <a:pt x="388122" y="163595"/>
                  </a:lnTo>
                  <a:lnTo>
                    <a:pt x="390837" y="164670"/>
                  </a:lnTo>
                  <a:lnTo>
                    <a:pt x="391794" y="164328"/>
                  </a:lnTo>
                  <a:lnTo>
                    <a:pt x="392441" y="164561"/>
                  </a:lnTo>
                  <a:lnTo>
                    <a:pt x="392892" y="165075"/>
                  </a:lnTo>
                  <a:lnTo>
                    <a:pt x="392993" y="166832"/>
                  </a:lnTo>
                  <a:lnTo>
                    <a:pt x="393923" y="169006"/>
                  </a:lnTo>
                  <a:lnTo>
                    <a:pt x="395109" y="168873"/>
                  </a:lnTo>
                  <a:lnTo>
                    <a:pt x="395546" y="169257"/>
                  </a:lnTo>
                  <a:lnTo>
                    <a:pt x="396308" y="169154"/>
                  </a:lnTo>
                  <a:lnTo>
                    <a:pt x="396775" y="170337"/>
                  </a:lnTo>
                  <a:lnTo>
                    <a:pt x="396922" y="171954"/>
                  </a:lnTo>
                  <a:lnTo>
                    <a:pt x="396389" y="172226"/>
                  </a:lnTo>
                  <a:lnTo>
                    <a:pt x="397021" y="172771"/>
                  </a:lnTo>
                  <a:lnTo>
                    <a:pt x="397917" y="172842"/>
                  </a:lnTo>
                  <a:lnTo>
                    <a:pt x="398394" y="172411"/>
                  </a:lnTo>
                  <a:lnTo>
                    <a:pt x="399362" y="172639"/>
                  </a:lnTo>
                  <a:lnTo>
                    <a:pt x="398804" y="175022"/>
                  </a:lnTo>
                  <a:lnTo>
                    <a:pt x="399411" y="175146"/>
                  </a:lnTo>
                  <a:lnTo>
                    <a:pt x="399946" y="174997"/>
                  </a:lnTo>
                  <a:lnTo>
                    <a:pt x="401698" y="173257"/>
                  </a:lnTo>
                  <a:lnTo>
                    <a:pt x="402879" y="172581"/>
                  </a:lnTo>
                  <a:lnTo>
                    <a:pt x="404785" y="168707"/>
                  </a:lnTo>
                  <a:lnTo>
                    <a:pt x="405780" y="167913"/>
                  </a:lnTo>
                  <a:lnTo>
                    <a:pt x="406347" y="167911"/>
                  </a:lnTo>
                  <a:lnTo>
                    <a:pt x="408354" y="168676"/>
                  </a:lnTo>
                  <a:lnTo>
                    <a:pt x="409479" y="168327"/>
                  </a:lnTo>
                  <a:lnTo>
                    <a:pt x="411462" y="168295"/>
                  </a:lnTo>
                  <a:lnTo>
                    <a:pt x="412621" y="168540"/>
                  </a:lnTo>
                  <a:lnTo>
                    <a:pt x="414831" y="168213"/>
                  </a:lnTo>
                  <a:lnTo>
                    <a:pt x="415478" y="168413"/>
                  </a:lnTo>
                  <a:lnTo>
                    <a:pt x="416656" y="167945"/>
                  </a:lnTo>
                  <a:lnTo>
                    <a:pt x="416986" y="167073"/>
                  </a:lnTo>
                  <a:lnTo>
                    <a:pt x="417965" y="167703"/>
                  </a:lnTo>
                  <a:lnTo>
                    <a:pt x="421124" y="168611"/>
                  </a:lnTo>
                  <a:lnTo>
                    <a:pt x="422885" y="168269"/>
                  </a:lnTo>
                  <a:lnTo>
                    <a:pt x="423291" y="167911"/>
                  </a:lnTo>
                  <a:lnTo>
                    <a:pt x="426660" y="167552"/>
                  </a:lnTo>
                  <a:lnTo>
                    <a:pt x="429690" y="166805"/>
                  </a:lnTo>
                  <a:lnTo>
                    <a:pt x="430201" y="168210"/>
                  </a:lnTo>
                  <a:lnTo>
                    <a:pt x="430148" y="169191"/>
                  </a:lnTo>
                  <a:lnTo>
                    <a:pt x="432031" y="173654"/>
                  </a:lnTo>
                  <a:lnTo>
                    <a:pt x="431650" y="174921"/>
                  </a:lnTo>
                  <a:lnTo>
                    <a:pt x="431730" y="176182"/>
                  </a:lnTo>
                  <a:lnTo>
                    <a:pt x="427637" y="175551"/>
                  </a:lnTo>
                  <a:lnTo>
                    <a:pt x="427338" y="176416"/>
                  </a:lnTo>
                  <a:lnTo>
                    <a:pt x="427664" y="177108"/>
                  </a:lnTo>
                  <a:lnTo>
                    <a:pt x="429040" y="178588"/>
                  </a:lnTo>
                  <a:lnTo>
                    <a:pt x="430090" y="180794"/>
                  </a:lnTo>
                  <a:lnTo>
                    <a:pt x="430702" y="181305"/>
                  </a:lnTo>
                  <a:lnTo>
                    <a:pt x="431016" y="182129"/>
                  </a:lnTo>
                  <a:lnTo>
                    <a:pt x="431442" y="182544"/>
                  </a:lnTo>
                  <a:lnTo>
                    <a:pt x="432213" y="184578"/>
                  </a:lnTo>
                  <a:lnTo>
                    <a:pt x="433187" y="184922"/>
                  </a:lnTo>
                  <a:lnTo>
                    <a:pt x="434064" y="184513"/>
                  </a:lnTo>
                  <a:lnTo>
                    <a:pt x="434096" y="184081"/>
                  </a:lnTo>
                  <a:lnTo>
                    <a:pt x="434308" y="183995"/>
                  </a:lnTo>
                  <a:lnTo>
                    <a:pt x="435482" y="184287"/>
                  </a:lnTo>
                  <a:lnTo>
                    <a:pt x="436326" y="185173"/>
                  </a:lnTo>
                  <a:lnTo>
                    <a:pt x="436909" y="184956"/>
                  </a:lnTo>
                  <a:lnTo>
                    <a:pt x="438683" y="184908"/>
                  </a:lnTo>
                  <a:lnTo>
                    <a:pt x="439249" y="185512"/>
                  </a:lnTo>
                  <a:lnTo>
                    <a:pt x="439097" y="186655"/>
                  </a:lnTo>
                  <a:lnTo>
                    <a:pt x="439946" y="187801"/>
                  </a:lnTo>
                  <a:lnTo>
                    <a:pt x="440591" y="190582"/>
                  </a:lnTo>
                  <a:lnTo>
                    <a:pt x="440111" y="195641"/>
                  </a:lnTo>
                  <a:lnTo>
                    <a:pt x="439578" y="197645"/>
                  </a:lnTo>
                  <a:lnTo>
                    <a:pt x="439952" y="198326"/>
                  </a:lnTo>
                  <a:lnTo>
                    <a:pt x="440096" y="199602"/>
                  </a:lnTo>
                  <a:lnTo>
                    <a:pt x="439410" y="200237"/>
                  </a:lnTo>
                  <a:lnTo>
                    <a:pt x="438753" y="201400"/>
                  </a:lnTo>
                  <a:lnTo>
                    <a:pt x="439202" y="201812"/>
                  </a:lnTo>
                  <a:lnTo>
                    <a:pt x="439529" y="202773"/>
                  </a:lnTo>
                  <a:lnTo>
                    <a:pt x="440667" y="203931"/>
                  </a:lnTo>
                  <a:lnTo>
                    <a:pt x="441870" y="204662"/>
                  </a:lnTo>
                  <a:lnTo>
                    <a:pt x="445468" y="209423"/>
                  </a:lnTo>
                  <a:lnTo>
                    <a:pt x="446407" y="209919"/>
                  </a:lnTo>
                  <a:lnTo>
                    <a:pt x="449970" y="210516"/>
                  </a:lnTo>
                  <a:lnTo>
                    <a:pt x="450504" y="210121"/>
                  </a:lnTo>
                  <a:lnTo>
                    <a:pt x="452399" y="211770"/>
                  </a:lnTo>
                  <a:lnTo>
                    <a:pt x="456126" y="213189"/>
                  </a:lnTo>
                  <a:lnTo>
                    <a:pt x="456450" y="212634"/>
                  </a:lnTo>
                  <a:lnTo>
                    <a:pt x="457954" y="212172"/>
                  </a:lnTo>
                  <a:lnTo>
                    <a:pt x="463573" y="212902"/>
                  </a:lnTo>
                  <a:lnTo>
                    <a:pt x="464891" y="220446"/>
                  </a:lnTo>
                  <a:lnTo>
                    <a:pt x="466855" y="222233"/>
                  </a:lnTo>
                  <a:lnTo>
                    <a:pt x="478534" y="226534"/>
                  </a:lnTo>
                  <a:lnTo>
                    <a:pt x="479747" y="226339"/>
                  </a:lnTo>
                  <a:lnTo>
                    <a:pt x="482993" y="226644"/>
                  </a:lnTo>
                  <a:lnTo>
                    <a:pt x="485447" y="225252"/>
                  </a:lnTo>
                  <a:lnTo>
                    <a:pt x="485338" y="224531"/>
                  </a:lnTo>
                  <a:lnTo>
                    <a:pt x="486006" y="223865"/>
                  </a:lnTo>
                  <a:lnTo>
                    <a:pt x="489535" y="221000"/>
                  </a:lnTo>
                  <a:lnTo>
                    <a:pt x="492660" y="218909"/>
                  </a:lnTo>
                  <a:lnTo>
                    <a:pt x="493271" y="217989"/>
                  </a:lnTo>
                  <a:lnTo>
                    <a:pt x="494093" y="217888"/>
                  </a:lnTo>
                  <a:lnTo>
                    <a:pt x="495567" y="217179"/>
                  </a:lnTo>
                  <a:lnTo>
                    <a:pt x="496816" y="217826"/>
                  </a:lnTo>
                  <a:lnTo>
                    <a:pt x="498762" y="218082"/>
                  </a:lnTo>
                  <a:lnTo>
                    <a:pt x="499990" y="217969"/>
                  </a:lnTo>
                  <a:lnTo>
                    <a:pt x="502021" y="217045"/>
                  </a:lnTo>
                  <a:lnTo>
                    <a:pt x="503526" y="217497"/>
                  </a:lnTo>
                  <a:lnTo>
                    <a:pt x="503704" y="218077"/>
                  </a:lnTo>
                  <a:lnTo>
                    <a:pt x="504840" y="218266"/>
                  </a:lnTo>
                  <a:lnTo>
                    <a:pt x="506403" y="220406"/>
                  </a:lnTo>
                  <a:lnTo>
                    <a:pt x="509943" y="220067"/>
                  </a:lnTo>
                  <a:lnTo>
                    <a:pt x="518236" y="214229"/>
                  </a:lnTo>
                  <a:lnTo>
                    <a:pt x="518243" y="215770"/>
                  </a:lnTo>
                  <a:lnTo>
                    <a:pt x="520020" y="216787"/>
                  </a:lnTo>
                  <a:lnTo>
                    <a:pt x="522945" y="219449"/>
                  </a:lnTo>
                  <a:lnTo>
                    <a:pt x="523931" y="220624"/>
                  </a:lnTo>
                  <a:lnTo>
                    <a:pt x="523385" y="222034"/>
                  </a:lnTo>
                  <a:lnTo>
                    <a:pt x="523120" y="223994"/>
                  </a:lnTo>
                  <a:lnTo>
                    <a:pt x="523336" y="225559"/>
                  </a:lnTo>
                  <a:lnTo>
                    <a:pt x="525962" y="227408"/>
                  </a:lnTo>
                  <a:lnTo>
                    <a:pt x="525951" y="229268"/>
                  </a:lnTo>
                  <a:lnTo>
                    <a:pt x="529210" y="236965"/>
                  </a:lnTo>
                  <a:lnTo>
                    <a:pt x="526332" y="242104"/>
                  </a:lnTo>
                  <a:lnTo>
                    <a:pt x="524147" y="244674"/>
                  </a:lnTo>
                  <a:lnTo>
                    <a:pt x="522948" y="247064"/>
                  </a:lnTo>
                  <a:lnTo>
                    <a:pt x="519831" y="248921"/>
                  </a:lnTo>
                  <a:lnTo>
                    <a:pt x="519347" y="251738"/>
                  </a:lnTo>
                  <a:lnTo>
                    <a:pt x="511045" y="264921"/>
                  </a:lnTo>
                  <a:lnTo>
                    <a:pt x="510913" y="268336"/>
                  </a:lnTo>
                  <a:lnTo>
                    <a:pt x="511288" y="271206"/>
                  </a:lnTo>
                  <a:lnTo>
                    <a:pt x="511060" y="272106"/>
                  </a:lnTo>
                  <a:lnTo>
                    <a:pt x="510671" y="272937"/>
                  </a:lnTo>
                  <a:lnTo>
                    <a:pt x="510117" y="273426"/>
                  </a:lnTo>
                  <a:lnTo>
                    <a:pt x="509875" y="274297"/>
                  </a:lnTo>
                  <a:lnTo>
                    <a:pt x="510378" y="280205"/>
                  </a:lnTo>
                  <a:lnTo>
                    <a:pt x="511898" y="286063"/>
                  </a:lnTo>
                  <a:lnTo>
                    <a:pt x="509973" y="294720"/>
                  </a:lnTo>
                  <a:lnTo>
                    <a:pt x="503352" y="296083"/>
                  </a:lnTo>
                  <a:lnTo>
                    <a:pt x="494612" y="302619"/>
                  </a:lnTo>
                  <a:lnTo>
                    <a:pt x="485725" y="311597"/>
                  </a:lnTo>
                  <a:lnTo>
                    <a:pt x="481066" y="316779"/>
                  </a:lnTo>
                  <a:lnTo>
                    <a:pt x="483507" y="323025"/>
                  </a:lnTo>
                  <a:lnTo>
                    <a:pt x="484257" y="326953"/>
                  </a:lnTo>
                  <a:lnTo>
                    <a:pt x="484486" y="328164"/>
                  </a:lnTo>
                  <a:lnTo>
                    <a:pt x="484343" y="329807"/>
                  </a:lnTo>
                  <a:lnTo>
                    <a:pt x="484606" y="330295"/>
                  </a:lnTo>
                  <a:lnTo>
                    <a:pt x="485557" y="330321"/>
                  </a:lnTo>
                  <a:lnTo>
                    <a:pt x="486204" y="330701"/>
                  </a:lnTo>
                  <a:lnTo>
                    <a:pt x="487330" y="332194"/>
                  </a:lnTo>
                  <a:lnTo>
                    <a:pt x="486564" y="333452"/>
                  </a:lnTo>
                  <a:lnTo>
                    <a:pt x="486155" y="335051"/>
                  </a:lnTo>
                  <a:lnTo>
                    <a:pt x="486826" y="339262"/>
                  </a:lnTo>
                  <a:lnTo>
                    <a:pt x="488035" y="341075"/>
                  </a:lnTo>
                  <a:lnTo>
                    <a:pt x="487468" y="344953"/>
                  </a:lnTo>
                  <a:lnTo>
                    <a:pt x="486646" y="346821"/>
                  </a:lnTo>
                  <a:lnTo>
                    <a:pt x="483834" y="348190"/>
                  </a:lnTo>
                  <a:lnTo>
                    <a:pt x="483207" y="349156"/>
                  </a:lnTo>
                  <a:lnTo>
                    <a:pt x="481751" y="349696"/>
                  </a:lnTo>
                  <a:lnTo>
                    <a:pt x="481531" y="350272"/>
                  </a:lnTo>
                  <a:lnTo>
                    <a:pt x="482044" y="351146"/>
                  </a:lnTo>
                  <a:lnTo>
                    <a:pt x="481442" y="352304"/>
                  </a:lnTo>
                  <a:lnTo>
                    <a:pt x="481129" y="353825"/>
                  </a:lnTo>
                  <a:lnTo>
                    <a:pt x="480374" y="354756"/>
                  </a:lnTo>
                  <a:lnTo>
                    <a:pt x="477970" y="356501"/>
                  </a:lnTo>
                  <a:lnTo>
                    <a:pt x="479749" y="357917"/>
                  </a:lnTo>
                  <a:lnTo>
                    <a:pt x="479436" y="359475"/>
                  </a:lnTo>
                  <a:lnTo>
                    <a:pt x="479464" y="362076"/>
                  </a:lnTo>
                  <a:lnTo>
                    <a:pt x="480055" y="363989"/>
                  </a:lnTo>
                  <a:lnTo>
                    <a:pt x="479948" y="366881"/>
                  </a:lnTo>
                  <a:lnTo>
                    <a:pt x="480902" y="368797"/>
                  </a:lnTo>
                  <a:lnTo>
                    <a:pt x="479377" y="371757"/>
                  </a:lnTo>
                  <a:lnTo>
                    <a:pt x="478892" y="373580"/>
                  </a:lnTo>
                  <a:lnTo>
                    <a:pt x="479705" y="374773"/>
                  </a:lnTo>
                  <a:lnTo>
                    <a:pt x="479473" y="376842"/>
                  </a:lnTo>
                  <a:lnTo>
                    <a:pt x="480225" y="377524"/>
                  </a:lnTo>
                  <a:lnTo>
                    <a:pt x="479929" y="378231"/>
                  </a:lnTo>
                  <a:lnTo>
                    <a:pt x="482059" y="381568"/>
                  </a:lnTo>
                  <a:lnTo>
                    <a:pt x="481993" y="382241"/>
                  </a:lnTo>
                  <a:lnTo>
                    <a:pt x="482580" y="384483"/>
                  </a:lnTo>
                  <a:lnTo>
                    <a:pt x="484476" y="386416"/>
                  </a:lnTo>
                  <a:lnTo>
                    <a:pt x="484466" y="388770"/>
                  </a:lnTo>
                  <a:lnTo>
                    <a:pt x="486533" y="391127"/>
                  </a:lnTo>
                  <a:lnTo>
                    <a:pt x="490505" y="393816"/>
                  </a:lnTo>
                  <a:lnTo>
                    <a:pt x="493843" y="403901"/>
                  </a:lnTo>
                  <a:lnTo>
                    <a:pt x="499112" y="404031"/>
                  </a:lnTo>
                  <a:lnTo>
                    <a:pt x="500606" y="405061"/>
                  </a:lnTo>
                  <a:lnTo>
                    <a:pt x="506699" y="406327"/>
                  </a:lnTo>
                  <a:lnTo>
                    <a:pt x="511579" y="412252"/>
                  </a:lnTo>
                  <a:lnTo>
                    <a:pt x="519038" y="420074"/>
                  </a:lnTo>
                  <a:lnTo>
                    <a:pt x="521913" y="427784"/>
                  </a:lnTo>
                  <a:lnTo>
                    <a:pt x="522003" y="430449"/>
                  </a:lnTo>
                  <a:lnTo>
                    <a:pt x="518171" y="431716"/>
                  </a:lnTo>
                  <a:lnTo>
                    <a:pt x="518699" y="433365"/>
                  </a:lnTo>
                  <a:lnTo>
                    <a:pt x="516738" y="434668"/>
                  </a:lnTo>
                  <a:lnTo>
                    <a:pt x="515241" y="436593"/>
                  </a:lnTo>
                  <a:lnTo>
                    <a:pt x="515705" y="438270"/>
                  </a:lnTo>
                  <a:lnTo>
                    <a:pt x="515536" y="441054"/>
                  </a:lnTo>
                  <a:lnTo>
                    <a:pt x="514360" y="442514"/>
                  </a:lnTo>
                  <a:lnTo>
                    <a:pt x="513152" y="443301"/>
                  </a:lnTo>
                  <a:lnTo>
                    <a:pt x="512192" y="443076"/>
                  </a:lnTo>
                  <a:lnTo>
                    <a:pt x="510369" y="445924"/>
                  </a:lnTo>
                  <a:lnTo>
                    <a:pt x="509855" y="447927"/>
                  </a:lnTo>
                  <a:lnTo>
                    <a:pt x="509081" y="448844"/>
                  </a:lnTo>
                  <a:lnTo>
                    <a:pt x="503880" y="452759"/>
                  </a:lnTo>
                  <a:lnTo>
                    <a:pt x="502976" y="452360"/>
                  </a:lnTo>
                  <a:lnTo>
                    <a:pt x="500813" y="452156"/>
                  </a:lnTo>
                  <a:lnTo>
                    <a:pt x="499649" y="452245"/>
                  </a:lnTo>
                  <a:lnTo>
                    <a:pt x="498159" y="453120"/>
                  </a:lnTo>
                  <a:lnTo>
                    <a:pt x="497042" y="452667"/>
                  </a:lnTo>
                  <a:lnTo>
                    <a:pt x="494982" y="451296"/>
                  </a:lnTo>
                  <a:lnTo>
                    <a:pt x="493711" y="451916"/>
                  </a:lnTo>
                  <a:lnTo>
                    <a:pt x="493725" y="453373"/>
                  </a:lnTo>
                  <a:lnTo>
                    <a:pt x="492477" y="454926"/>
                  </a:lnTo>
                  <a:lnTo>
                    <a:pt x="489344" y="455141"/>
                  </a:lnTo>
                  <a:lnTo>
                    <a:pt x="486968" y="455826"/>
                  </a:lnTo>
                  <a:lnTo>
                    <a:pt x="485787" y="455778"/>
                  </a:lnTo>
                  <a:lnTo>
                    <a:pt x="485157" y="455503"/>
                  </a:lnTo>
                  <a:lnTo>
                    <a:pt x="485049" y="456691"/>
                  </a:lnTo>
                  <a:lnTo>
                    <a:pt x="485549" y="457604"/>
                  </a:lnTo>
                  <a:lnTo>
                    <a:pt x="485428" y="457802"/>
                  </a:lnTo>
                  <a:lnTo>
                    <a:pt x="485974" y="458290"/>
                  </a:lnTo>
                  <a:lnTo>
                    <a:pt x="485309" y="459419"/>
                  </a:lnTo>
                  <a:lnTo>
                    <a:pt x="485797" y="462406"/>
                  </a:lnTo>
                  <a:lnTo>
                    <a:pt x="486210" y="463988"/>
                  </a:lnTo>
                  <a:lnTo>
                    <a:pt x="486757" y="464866"/>
                  </a:lnTo>
                  <a:lnTo>
                    <a:pt x="483437" y="466504"/>
                  </a:lnTo>
                  <a:lnTo>
                    <a:pt x="482700" y="467269"/>
                  </a:lnTo>
                  <a:lnTo>
                    <a:pt x="480800" y="467699"/>
                  </a:lnTo>
                  <a:lnTo>
                    <a:pt x="479301" y="468380"/>
                  </a:lnTo>
                  <a:lnTo>
                    <a:pt x="477117" y="471398"/>
                  </a:lnTo>
                  <a:lnTo>
                    <a:pt x="471955" y="473677"/>
                  </a:lnTo>
                  <a:lnTo>
                    <a:pt x="468984" y="474116"/>
                  </a:lnTo>
                  <a:lnTo>
                    <a:pt x="467336" y="474719"/>
                  </a:lnTo>
                  <a:lnTo>
                    <a:pt x="465646" y="474948"/>
                  </a:lnTo>
                  <a:lnTo>
                    <a:pt x="463559" y="475723"/>
                  </a:lnTo>
                  <a:lnTo>
                    <a:pt x="457123" y="478802"/>
                  </a:lnTo>
                  <a:lnTo>
                    <a:pt x="455457" y="478769"/>
                  </a:lnTo>
                  <a:lnTo>
                    <a:pt x="454634" y="478430"/>
                  </a:lnTo>
                  <a:lnTo>
                    <a:pt x="451570" y="479075"/>
                  </a:lnTo>
                  <a:lnTo>
                    <a:pt x="450382" y="479685"/>
                  </a:lnTo>
                  <a:lnTo>
                    <a:pt x="448458" y="480179"/>
                  </a:lnTo>
                  <a:lnTo>
                    <a:pt x="446295" y="481539"/>
                  </a:lnTo>
                  <a:lnTo>
                    <a:pt x="443032" y="482458"/>
                  </a:lnTo>
                  <a:lnTo>
                    <a:pt x="440041" y="486311"/>
                  </a:lnTo>
                  <a:lnTo>
                    <a:pt x="439182" y="488629"/>
                  </a:lnTo>
                  <a:lnTo>
                    <a:pt x="438356" y="489203"/>
                  </a:lnTo>
                  <a:lnTo>
                    <a:pt x="436198" y="490055"/>
                  </a:lnTo>
                  <a:lnTo>
                    <a:pt x="435548" y="491120"/>
                  </a:lnTo>
                  <a:lnTo>
                    <a:pt x="426082" y="485979"/>
                  </a:lnTo>
                  <a:lnTo>
                    <a:pt x="423480" y="485595"/>
                  </a:lnTo>
                  <a:lnTo>
                    <a:pt x="420172" y="486729"/>
                  </a:lnTo>
                  <a:lnTo>
                    <a:pt x="413666" y="477214"/>
                  </a:lnTo>
                  <a:lnTo>
                    <a:pt x="411912" y="476583"/>
                  </a:lnTo>
                  <a:lnTo>
                    <a:pt x="411288" y="476742"/>
                  </a:lnTo>
                  <a:lnTo>
                    <a:pt x="410142" y="476326"/>
                  </a:lnTo>
                  <a:lnTo>
                    <a:pt x="408795" y="476189"/>
                  </a:lnTo>
                  <a:lnTo>
                    <a:pt x="407461" y="474647"/>
                  </a:lnTo>
                  <a:lnTo>
                    <a:pt x="407115" y="473486"/>
                  </a:lnTo>
                  <a:lnTo>
                    <a:pt x="405558" y="470774"/>
                  </a:lnTo>
                  <a:lnTo>
                    <a:pt x="405422" y="469367"/>
                  </a:lnTo>
                  <a:lnTo>
                    <a:pt x="405841" y="468590"/>
                  </a:lnTo>
                  <a:lnTo>
                    <a:pt x="404762" y="465813"/>
                  </a:lnTo>
                  <a:lnTo>
                    <a:pt x="401060" y="461630"/>
                  </a:lnTo>
                  <a:lnTo>
                    <a:pt x="400758" y="460928"/>
                  </a:lnTo>
                  <a:lnTo>
                    <a:pt x="399335" y="459777"/>
                  </a:lnTo>
                  <a:lnTo>
                    <a:pt x="398499" y="459653"/>
                  </a:lnTo>
                  <a:lnTo>
                    <a:pt x="397803" y="458554"/>
                  </a:lnTo>
                  <a:lnTo>
                    <a:pt x="397549" y="458509"/>
                  </a:lnTo>
                  <a:lnTo>
                    <a:pt x="396184" y="456952"/>
                  </a:lnTo>
                  <a:lnTo>
                    <a:pt x="393305" y="455227"/>
                  </a:lnTo>
                  <a:lnTo>
                    <a:pt x="391965" y="453216"/>
                  </a:lnTo>
                  <a:lnTo>
                    <a:pt x="390835" y="452381"/>
                  </a:lnTo>
                  <a:lnTo>
                    <a:pt x="390454" y="451827"/>
                  </a:lnTo>
                  <a:lnTo>
                    <a:pt x="391419" y="449828"/>
                  </a:lnTo>
                  <a:lnTo>
                    <a:pt x="392319" y="448618"/>
                  </a:lnTo>
                  <a:lnTo>
                    <a:pt x="392276" y="446394"/>
                  </a:lnTo>
                  <a:lnTo>
                    <a:pt x="392947" y="444830"/>
                  </a:lnTo>
                  <a:lnTo>
                    <a:pt x="392848" y="444048"/>
                  </a:lnTo>
                  <a:lnTo>
                    <a:pt x="393418" y="442629"/>
                  </a:lnTo>
                  <a:lnTo>
                    <a:pt x="392875" y="440354"/>
                  </a:lnTo>
                  <a:lnTo>
                    <a:pt x="393425" y="439845"/>
                  </a:lnTo>
                  <a:lnTo>
                    <a:pt x="393926" y="438765"/>
                  </a:lnTo>
                  <a:lnTo>
                    <a:pt x="395297" y="437263"/>
                  </a:lnTo>
                  <a:lnTo>
                    <a:pt x="395752" y="436384"/>
                  </a:lnTo>
                  <a:lnTo>
                    <a:pt x="396894" y="435152"/>
                  </a:lnTo>
                  <a:lnTo>
                    <a:pt x="395803" y="435117"/>
                  </a:lnTo>
                  <a:lnTo>
                    <a:pt x="394983" y="435466"/>
                  </a:lnTo>
                  <a:lnTo>
                    <a:pt x="393762" y="435212"/>
                  </a:lnTo>
                  <a:lnTo>
                    <a:pt x="392883" y="434629"/>
                  </a:lnTo>
                  <a:lnTo>
                    <a:pt x="391854" y="434573"/>
                  </a:lnTo>
                  <a:lnTo>
                    <a:pt x="390965" y="434131"/>
                  </a:lnTo>
                  <a:lnTo>
                    <a:pt x="389719" y="433975"/>
                  </a:lnTo>
                  <a:lnTo>
                    <a:pt x="388969" y="433146"/>
                  </a:lnTo>
                  <a:lnTo>
                    <a:pt x="388151" y="432828"/>
                  </a:lnTo>
                  <a:lnTo>
                    <a:pt x="387604" y="433012"/>
                  </a:lnTo>
                  <a:lnTo>
                    <a:pt x="387098" y="432623"/>
                  </a:lnTo>
                  <a:lnTo>
                    <a:pt x="385022" y="432814"/>
                  </a:lnTo>
                  <a:lnTo>
                    <a:pt x="383601" y="432517"/>
                  </a:lnTo>
                  <a:lnTo>
                    <a:pt x="383171" y="431418"/>
                  </a:lnTo>
                  <a:lnTo>
                    <a:pt x="383459" y="430328"/>
                  </a:lnTo>
                  <a:lnTo>
                    <a:pt x="382925" y="426418"/>
                  </a:lnTo>
                  <a:lnTo>
                    <a:pt x="383251" y="425917"/>
                  </a:lnTo>
                  <a:lnTo>
                    <a:pt x="383619" y="423967"/>
                  </a:lnTo>
                  <a:lnTo>
                    <a:pt x="383115" y="421011"/>
                  </a:lnTo>
                  <a:lnTo>
                    <a:pt x="381277" y="419062"/>
                  </a:lnTo>
                  <a:lnTo>
                    <a:pt x="380802" y="418355"/>
                  </a:lnTo>
                  <a:lnTo>
                    <a:pt x="380656" y="417382"/>
                  </a:lnTo>
                  <a:lnTo>
                    <a:pt x="379129" y="415418"/>
                  </a:lnTo>
                  <a:lnTo>
                    <a:pt x="376373" y="410700"/>
                  </a:lnTo>
                  <a:lnTo>
                    <a:pt x="374035" y="407840"/>
                  </a:lnTo>
                  <a:lnTo>
                    <a:pt x="370055" y="406382"/>
                  </a:lnTo>
                  <a:lnTo>
                    <a:pt x="363835" y="401073"/>
                  </a:lnTo>
                  <a:lnTo>
                    <a:pt x="362138" y="395648"/>
                  </a:lnTo>
                  <a:lnTo>
                    <a:pt x="360800" y="394716"/>
                  </a:lnTo>
                  <a:lnTo>
                    <a:pt x="358955" y="392351"/>
                  </a:lnTo>
                  <a:lnTo>
                    <a:pt x="351986" y="392214"/>
                  </a:lnTo>
                  <a:lnTo>
                    <a:pt x="344529" y="397899"/>
                  </a:lnTo>
                  <a:lnTo>
                    <a:pt x="342184" y="400486"/>
                  </a:lnTo>
                  <a:lnTo>
                    <a:pt x="338474" y="405167"/>
                  </a:lnTo>
                  <a:lnTo>
                    <a:pt x="329628" y="406887"/>
                  </a:lnTo>
                  <a:lnTo>
                    <a:pt x="321416" y="409208"/>
                  </a:lnTo>
                  <a:lnTo>
                    <a:pt x="312830" y="409371"/>
                  </a:lnTo>
                  <a:lnTo>
                    <a:pt x="311725" y="407364"/>
                  </a:lnTo>
                  <a:lnTo>
                    <a:pt x="307019" y="408028"/>
                  </a:lnTo>
                  <a:lnTo>
                    <a:pt x="305751" y="407874"/>
                  </a:lnTo>
                  <a:lnTo>
                    <a:pt x="300175" y="408341"/>
                  </a:lnTo>
                  <a:lnTo>
                    <a:pt x="298457" y="409372"/>
                  </a:lnTo>
                  <a:lnTo>
                    <a:pt x="294072" y="406404"/>
                  </a:lnTo>
                  <a:lnTo>
                    <a:pt x="287814" y="405051"/>
                  </a:lnTo>
                  <a:lnTo>
                    <a:pt x="287647" y="402758"/>
                  </a:lnTo>
                  <a:lnTo>
                    <a:pt x="282513" y="401884"/>
                  </a:lnTo>
                  <a:lnTo>
                    <a:pt x="259434" y="370629"/>
                  </a:lnTo>
                  <a:lnTo>
                    <a:pt x="241822" y="375587"/>
                  </a:lnTo>
                  <a:lnTo>
                    <a:pt x="227836" y="377853"/>
                  </a:lnTo>
                  <a:lnTo>
                    <a:pt x="218922" y="377399"/>
                  </a:lnTo>
                  <a:lnTo>
                    <a:pt x="215352" y="373849"/>
                  </a:lnTo>
                  <a:lnTo>
                    <a:pt x="212930" y="373492"/>
                  </a:lnTo>
                  <a:lnTo>
                    <a:pt x="208576" y="370457"/>
                  </a:lnTo>
                  <a:lnTo>
                    <a:pt x="206299" y="364026"/>
                  </a:lnTo>
                  <a:lnTo>
                    <a:pt x="201971" y="356050"/>
                  </a:lnTo>
                  <a:lnTo>
                    <a:pt x="194052" y="349112"/>
                  </a:lnTo>
                  <a:lnTo>
                    <a:pt x="185044" y="349182"/>
                  </a:lnTo>
                  <a:lnTo>
                    <a:pt x="183108" y="349728"/>
                  </a:lnTo>
                  <a:lnTo>
                    <a:pt x="177651" y="350408"/>
                  </a:lnTo>
                  <a:lnTo>
                    <a:pt x="171026" y="342972"/>
                  </a:lnTo>
                  <a:lnTo>
                    <a:pt x="168422" y="341287"/>
                  </a:lnTo>
                  <a:lnTo>
                    <a:pt x="165886" y="336429"/>
                  </a:lnTo>
                  <a:lnTo>
                    <a:pt x="162171" y="338322"/>
                  </a:lnTo>
                  <a:lnTo>
                    <a:pt x="154521" y="345559"/>
                  </a:lnTo>
                  <a:lnTo>
                    <a:pt x="153474" y="347185"/>
                  </a:lnTo>
                  <a:lnTo>
                    <a:pt x="151969" y="348244"/>
                  </a:lnTo>
                  <a:lnTo>
                    <a:pt x="151423" y="346576"/>
                  </a:lnTo>
                  <a:lnTo>
                    <a:pt x="149887" y="344306"/>
                  </a:lnTo>
                  <a:lnTo>
                    <a:pt x="149454" y="344300"/>
                  </a:lnTo>
                  <a:lnTo>
                    <a:pt x="149501" y="343477"/>
                  </a:lnTo>
                  <a:lnTo>
                    <a:pt x="149190" y="342165"/>
                  </a:lnTo>
                  <a:lnTo>
                    <a:pt x="148099" y="340114"/>
                  </a:lnTo>
                  <a:lnTo>
                    <a:pt x="147447" y="339259"/>
                  </a:lnTo>
                  <a:lnTo>
                    <a:pt x="146493" y="339236"/>
                  </a:lnTo>
                  <a:lnTo>
                    <a:pt x="145790" y="339219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pg86">
              <a:extLst>
                <a:ext uri="{FF2B5EF4-FFF2-40B4-BE49-F238E27FC236}">
                  <a16:creationId xmlns:a16="http://schemas.microsoft.com/office/drawing/2014/main" id="{00CC52D4-FD94-0DF1-1466-86477B8BA7F7}"/>
                </a:ext>
              </a:extLst>
            </p:cNvPr>
            <p:cNvSpPr/>
            <p:nvPr/>
          </p:nvSpPr>
          <p:spPr>
            <a:xfrm>
              <a:off x="4029016" y="1764920"/>
              <a:ext cx="737526" cy="662047"/>
            </a:xfrm>
            <a:custGeom>
              <a:avLst/>
              <a:gdLst/>
              <a:ahLst/>
              <a:cxnLst/>
              <a:rect l="0" t="0" r="0" b="0"/>
              <a:pathLst>
                <a:path w="737526" h="662047">
                  <a:moveTo>
                    <a:pt x="168153" y="460557"/>
                  </a:moveTo>
                  <a:lnTo>
                    <a:pt x="168567" y="459836"/>
                  </a:lnTo>
                  <a:lnTo>
                    <a:pt x="168716" y="457487"/>
                  </a:lnTo>
                  <a:lnTo>
                    <a:pt x="170294" y="456260"/>
                  </a:lnTo>
                  <a:lnTo>
                    <a:pt x="172597" y="453835"/>
                  </a:lnTo>
                  <a:lnTo>
                    <a:pt x="174437" y="454479"/>
                  </a:lnTo>
                  <a:lnTo>
                    <a:pt x="177816" y="454145"/>
                  </a:lnTo>
                  <a:lnTo>
                    <a:pt x="178019" y="454195"/>
                  </a:lnTo>
                  <a:lnTo>
                    <a:pt x="177874" y="454233"/>
                  </a:lnTo>
                  <a:lnTo>
                    <a:pt x="178006" y="454438"/>
                  </a:lnTo>
                  <a:lnTo>
                    <a:pt x="180000" y="455062"/>
                  </a:lnTo>
                  <a:lnTo>
                    <a:pt x="180903" y="458389"/>
                  </a:lnTo>
                  <a:lnTo>
                    <a:pt x="184910" y="455978"/>
                  </a:lnTo>
                  <a:lnTo>
                    <a:pt x="187049" y="453943"/>
                  </a:lnTo>
                  <a:lnTo>
                    <a:pt x="186753" y="452487"/>
                  </a:lnTo>
                  <a:lnTo>
                    <a:pt x="188081" y="452040"/>
                  </a:lnTo>
                  <a:lnTo>
                    <a:pt x="188180" y="452210"/>
                  </a:lnTo>
                  <a:lnTo>
                    <a:pt x="197299" y="448895"/>
                  </a:lnTo>
                  <a:lnTo>
                    <a:pt x="198382" y="447961"/>
                  </a:lnTo>
                  <a:lnTo>
                    <a:pt x="199697" y="447336"/>
                  </a:lnTo>
                  <a:lnTo>
                    <a:pt x="200360" y="447668"/>
                  </a:lnTo>
                  <a:lnTo>
                    <a:pt x="200812" y="447599"/>
                  </a:lnTo>
                  <a:lnTo>
                    <a:pt x="210602" y="444235"/>
                  </a:lnTo>
                  <a:lnTo>
                    <a:pt x="211046" y="443898"/>
                  </a:lnTo>
                  <a:lnTo>
                    <a:pt x="211253" y="444717"/>
                  </a:lnTo>
                  <a:lnTo>
                    <a:pt x="212177" y="445480"/>
                  </a:lnTo>
                  <a:lnTo>
                    <a:pt x="214333" y="446258"/>
                  </a:lnTo>
                  <a:lnTo>
                    <a:pt x="215953" y="452155"/>
                  </a:lnTo>
                  <a:lnTo>
                    <a:pt x="222989" y="457814"/>
                  </a:lnTo>
                  <a:lnTo>
                    <a:pt x="223349" y="460908"/>
                  </a:lnTo>
                  <a:lnTo>
                    <a:pt x="226643" y="458244"/>
                  </a:lnTo>
                  <a:lnTo>
                    <a:pt x="231344" y="455145"/>
                  </a:lnTo>
                  <a:lnTo>
                    <a:pt x="232088" y="455029"/>
                  </a:lnTo>
                  <a:lnTo>
                    <a:pt x="231802" y="453304"/>
                  </a:lnTo>
                  <a:lnTo>
                    <a:pt x="229065" y="443935"/>
                  </a:lnTo>
                  <a:lnTo>
                    <a:pt x="227633" y="436502"/>
                  </a:lnTo>
                  <a:lnTo>
                    <a:pt x="227429" y="433517"/>
                  </a:lnTo>
                  <a:lnTo>
                    <a:pt x="227768" y="429572"/>
                  </a:lnTo>
                  <a:lnTo>
                    <a:pt x="232850" y="430002"/>
                  </a:lnTo>
                  <a:lnTo>
                    <a:pt x="234835" y="429851"/>
                  </a:lnTo>
                  <a:lnTo>
                    <a:pt x="236837" y="429205"/>
                  </a:lnTo>
                  <a:lnTo>
                    <a:pt x="240907" y="427034"/>
                  </a:lnTo>
                  <a:lnTo>
                    <a:pt x="241802" y="425952"/>
                  </a:lnTo>
                  <a:lnTo>
                    <a:pt x="242227" y="424610"/>
                  </a:lnTo>
                  <a:lnTo>
                    <a:pt x="242017" y="417233"/>
                  </a:lnTo>
                  <a:lnTo>
                    <a:pt x="242966" y="416783"/>
                  </a:lnTo>
                  <a:lnTo>
                    <a:pt x="244049" y="416691"/>
                  </a:lnTo>
                  <a:lnTo>
                    <a:pt x="244444" y="415879"/>
                  </a:lnTo>
                  <a:lnTo>
                    <a:pt x="245176" y="415935"/>
                  </a:lnTo>
                  <a:lnTo>
                    <a:pt x="245316" y="416264"/>
                  </a:lnTo>
                  <a:lnTo>
                    <a:pt x="246339" y="416966"/>
                  </a:lnTo>
                  <a:lnTo>
                    <a:pt x="246710" y="416793"/>
                  </a:lnTo>
                  <a:lnTo>
                    <a:pt x="247105" y="416934"/>
                  </a:lnTo>
                  <a:lnTo>
                    <a:pt x="248513" y="418088"/>
                  </a:lnTo>
                  <a:lnTo>
                    <a:pt x="250372" y="417715"/>
                  </a:lnTo>
                  <a:lnTo>
                    <a:pt x="250650" y="417086"/>
                  </a:lnTo>
                  <a:lnTo>
                    <a:pt x="252746" y="416454"/>
                  </a:lnTo>
                  <a:lnTo>
                    <a:pt x="253075" y="416718"/>
                  </a:lnTo>
                  <a:lnTo>
                    <a:pt x="253917" y="416300"/>
                  </a:lnTo>
                  <a:lnTo>
                    <a:pt x="254740" y="416400"/>
                  </a:lnTo>
                  <a:lnTo>
                    <a:pt x="255491" y="416259"/>
                  </a:lnTo>
                  <a:lnTo>
                    <a:pt x="256776" y="416667"/>
                  </a:lnTo>
                  <a:lnTo>
                    <a:pt x="257685" y="415887"/>
                  </a:lnTo>
                  <a:lnTo>
                    <a:pt x="260863" y="415749"/>
                  </a:lnTo>
                  <a:lnTo>
                    <a:pt x="261588" y="415408"/>
                  </a:lnTo>
                  <a:lnTo>
                    <a:pt x="263496" y="415500"/>
                  </a:lnTo>
                  <a:lnTo>
                    <a:pt x="265780" y="414194"/>
                  </a:lnTo>
                  <a:lnTo>
                    <a:pt x="267341" y="411662"/>
                  </a:lnTo>
                  <a:lnTo>
                    <a:pt x="268466" y="410750"/>
                  </a:lnTo>
                  <a:lnTo>
                    <a:pt x="268603" y="410047"/>
                  </a:lnTo>
                  <a:lnTo>
                    <a:pt x="267828" y="408941"/>
                  </a:lnTo>
                  <a:lnTo>
                    <a:pt x="267798" y="408182"/>
                  </a:lnTo>
                  <a:lnTo>
                    <a:pt x="270422" y="408612"/>
                  </a:lnTo>
                  <a:lnTo>
                    <a:pt x="270812" y="406172"/>
                  </a:lnTo>
                  <a:lnTo>
                    <a:pt x="271428" y="404925"/>
                  </a:lnTo>
                  <a:lnTo>
                    <a:pt x="271373" y="403841"/>
                  </a:lnTo>
                  <a:lnTo>
                    <a:pt x="271132" y="403892"/>
                  </a:lnTo>
                  <a:lnTo>
                    <a:pt x="271021" y="402825"/>
                  </a:lnTo>
                  <a:lnTo>
                    <a:pt x="271346" y="402449"/>
                  </a:lnTo>
                  <a:lnTo>
                    <a:pt x="271307" y="400089"/>
                  </a:lnTo>
                  <a:lnTo>
                    <a:pt x="271686" y="399709"/>
                  </a:lnTo>
                  <a:lnTo>
                    <a:pt x="271010" y="398640"/>
                  </a:lnTo>
                  <a:lnTo>
                    <a:pt x="271086" y="397269"/>
                  </a:lnTo>
                  <a:lnTo>
                    <a:pt x="270816" y="396422"/>
                  </a:lnTo>
                  <a:lnTo>
                    <a:pt x="271800" y="394320"/>
                  </a:lnTo>
                  <a:lnTo>
                    <a:pt x="271733" y="392585"/>
                  </a:lnTo>
                  <a:lnTo>
                    <a:pt x="272054" y="391864"/>
                  </a:lnTo>
                  <a:lnTo>
                    <a:pt x="272532" y="391601"/>
                  </a:lnTo>
                  <a:lnTo>
                    <a:pt x="274016" y="389549"/>
                  </a:lnTo>
                  <a:lnTo>
                    <a:pt x="273960" y="388957"/>
                  </a:lnTo>
                  <a:lnTo>
                    <a:pt x="272672" y="388043"/>
                  </a:lnTo>
                  <a:lnTo>
                    <a:pt x="272834" y="387668"/>
                  </a:lnTo>
                  <a:lnTo>
                    <a:pt x="274257" y="385944"/>
                  </a:lnTo>
                  <a:lnTo>
                    <a:pt x="274574" y="387082"/>
                  </a:lnTo>
                  <a:lnTo>
                    <a:pt x="275267" y="386640"/>
                  </a:lnTo>
                  <a:lnTo>
                    <a:pt x="275209" y="385934"/>
                  </a:lnTo>
                  <a:lnTo>
                    <a:pt x="275946" y="385633"/>
                  </a:lnTo>
                  <a:lnTo>
                    <a:pt x="275850" y="385403"/>
                  </a:lnTo>
                  <a:lnTo>
                    <a:pt x="276618" y="385103"/>
                  </a:lnTo>
                  <a:lnTo>
                    <a:pt x="277008" y="384677"/>
                  </a:lnTo>
                  <a:lnTo>
                    <a:pt x="278692" y="384338"/>
                  </a:lnTo>
                  <a:lnTo>
                    <a:pt x="279188" y="383950"/>
                  </a:lnTo>
                  <a:lnTo>
                    <a:pt x="279019" y="382874"/>
                  </a:lnTo>
                  <a:lnTo>
                    <a:pt x="279345" y="382466"/>
                  </a:lnTo>
                  <a:lnTo>
                    <a:pt x="281412" y="381275"/>
                  </a:lnTo>
                  <a:lnTo>
                    <a:pt x="281710" y="383035"/>
                  </a:lnTo>
                  <a:lnTo>
                    <a:pt x="284170" y="382639"/>
                  </a:lnTo>
                  <a:lnTo>
                    <a:pt x="283314" y="380403"/>
                  </a:lnTo>
                  <a:lnTo>
                    <a:pt x="281326" y="379446"/>
                  </a:lnTo>
                  <a:lnTo>
                    <a:pt x="279799" y="378213"/>
                  </a:lnTo>
                  <a:lnTo>
                    <a:pt x="273509" y="376962"/>
                  </a:lnTo>
                  <a:lnTo>
                    <a:pt x="271883" y="376347"/>
                  </a:lnTo>
                  <a:lnTo>
                    <a:pt x="271535" y="376600"/>
                  </a:lnTo>
                  <a:lnTo>
                    <a:pt x="270020" y="376076"/>
                  </a:lnTo>
                  <a:lnTo>
                    <a:pt x="268661" y="375746"/>
                  </a:lnTo>
                  <a:lnTo>
                    <a:pt x="268365" y="375595"/>
                  </a:lnTo>
                  <a:lnTo>
                    <a:pt x="268534" y="375364"/>
                  </a:lnTo>
                  <a:lnTo>
                    <a:pt x="267514" y="374972"/>
                  </a:lnTo>
                  <a:lnTo>
                    <a:pt x="267126" y="375577"/>
                  </a:lnTo>
                  <a:lnTo>
                    <a:pt x="265751" y="376552"/>
                  </a:lnTo>
                  <a:lnTo>
                    <a:pt x="265887" y="376707"/>
                  </a:lnTo>
                  <a:lnTo>
                    <a:pt x="265206" y="377231"/>
                  </a:lnTo>
                  <a:lnTo>
                    <a:pt x="261395" y="374417"/>
                  </a:lnTo>
                  <a:lnTo>
                    <a:pt x="258938" y="371698"/>
                  </a:lnTo>
                  <a:lnTo>
                    <a:pt x="258196" y="371299"/>
                  </a:lnTo>
                  <a:lnTo>
                    <a:pt x="258359" y="369600"/>
                  </a:lnTo>
                  <a:lnTo>
                    <a:pt x="258836" y="368902"/>
                  </a:lnTo>
                  <a:lnTo>
                    <a:pt x="258206" y="368511"/>
                  </a:lnTo>
                  <a:lnTo>
                    <a:pt x="257739" y="367625"/>
                  </a:lnTo>
                  <a:lnTo>
                    <a:pt x="257469" y="364935"/>
                  </a:lnTo>
                  <a:lnTo>
                    <a:pt x="256814" y="364482"/>
                  </a:lnTo>
                  <a:lnTo>
                    <a:pt x="255359" y="364322"/>
                  </a:lnTo>
                  <a:lnTo>
                    <a:pt x="253809" y="363833"/>
                  </a:lnTo>
                  <a:lnTo>
                    <a:pt x="250864" y="364091"/>
                  </a:lnTo>
                  <a:lnTo>
                    <a:pt x="250901" y="363473"/>
                  </a:lnTo>
                  <a:lnTo>
                    <a:pt x="250320" y="362933"/>
                  </a:lnTo>
                  <a:lnTo>
                    <a:pt x="249585" y="363642"/>
                  </a:lnTo>
                  <a:lnTo>
                    <a:pt x="248862" y="364863"/>
                  </a:lnTo>
                  <a:lnTo>
                    <a:pt x="248570" y="364794"/>
                  </a:lnTo>
                  <a:lnTo>
                    <a:pt x="247471" y="365343"/>
                  </a:lnTo>
                  <a:lnTo>
                    <a:pt x="245897" y="366497"/>
                  </a:lnTo>
                  <a:lnTo>
                    <a:pt x="244450" y="367044"/>
                  </a:lnTo>
                  <a:lnTo>
                    <a:pt x="242705" y="368153"/>
                  </a:lnTo>
                  <a:lnTo>
                    <a:pt x="242921" y="367307"/>
                  </a:lnTo>
                  <a:lnTo>
                    <a:pt x="242927" y="365145"/>
                  </a:lnTo>
                  <a:lnTo>
                    <a:pt x="242300" y="363013"/>
                  </a:lnTo>
                  <a:lnTo>
                    <a:pt x="241419" y="362966"/>
                  </a:lnTo>
                  <a:lnTo>
                    <a:pt x="241543" y="362448"/>
                  </a:lnTo>
                  <a:lnTo>
                    <a:pt x="239880" y="362570"/>
                  </a:lnTo>
                  <a:lnTo>
                    <a:pt x="240320" y="361303"/>
                  </a:lnTo>
                  <a:lnTo>
                    <a:pt x="239418" y="360428"/>
                  </a:lnTo>
                  <a:lnTo>
                    <a:pt x="240549" y="360061"/>
                  </a:lnTo>
                  <a:lnTo>
                    <a:pt x="240811" y="359531"/>
                  </a:lnTo>
                  <a:lnTo>
                    <a:pt x="241048" y="359485"/>
                  </a:lnTo>
                  <a:lnTo>
                    <a:pt x="240550" y="358196"/>
                  </a:lnTo>
                  <a:lnTo>
                    <a:pt x="239614" y="358494"/>
                  </a:lnTo>
                  <a:lnTo>
                    <a:pt x="239446" y="357634"/>
                  </a:lnTo>
                  <a:lnTo>
                    <a:pt x="238575" y="355792"/>
                  </a:lnTo>
                  <a:lnTo>
                    <a:pt x="236221" y="355137"/>
                  </a:lnTo>
                  <a:lnTo>
                    <a:pt x="235562" y="354887"/>
                  </a:lnTo>
                  <a:lnTo>
                    <a:pt x="235199" y="354439"/>
                  </a:lnTo>
                  <a:lnTo>
                    <a:pt x="234724" y="353211"/>
                  </a:lnTo>
                  <a:lnTo>
                    <a:pt x="234984" y="351703"/>
                  </a:lnTo>
                  <a:lnTo>
                    <a:pt x="234092" y="350898"/>
                  </a:lnTo>
                  <a:lnTo>
                    <a:pt x="234092" y="350302"/>
                  </a:lnTo>
                  <a:lnTo>
                    <a:pt x="234781" y="349241"/>
                  </a:lnTo>
                  <a:lnTo>
                    <a:pt x="235099" y="347832"/>
                  </a:lnTo>
                  <a:lnTo>
                    <a:pt x="235976" y="346962"/>
                  </a:lnTo>
                  <a:lnTo>
                    <a:pt x="236178" y="345727"/>
                  </a:lnTo>
                  <a:lnTo>
                    <a:pt x="236950" y="344392"/>
                  </a:lnTo>
                  <a:lnTo>
                    <a:pt x="242307" y="340161"/>
                  </a:lnTo>
                  <a:lnTo>
                    <a:pt x="241794" y="340111"/>
                  </a:lnTo>
                  <a:lnTo>
                    <a:pt x="239350" y="338958"/>
                  </a:lnTo>
                  <a:lnTo>
                    <a:pt x="238380" y="337760"/>
                  </a:lnTo>
                  <a:lnTo>
                    <a:pt x="237847" y="337590"/>
                  </a:lnTo>
                  <a:lnTo>
                    <a:pt x="235891" y="336101"/>
                  </a:lnTo>
                  <a:lnTo>
                    <a:pt x="235719" y="336348"/>
                  </a:lnTo>
                  <a:lnTo>
                    <a:pt x="235134" y="336187"/>
                  </a:lnTo>
                  <a:lnTo>
                    <a:pt x="234532" y="334994"/>
                  </a:lnTo>
                  <a:lnTo>
                    <a:pt x="235041" y="329844"/>
                  </a:lnTo>
                  <a:lnTo>
                    <a:pt x="233956" y="329608"/>
                  </a:lnTo>
                  <a:lnTo>
                    <a:pt x="233611" y="329150"/>
                  </a:lnTo>
                  <a:lnTo>
                    <a:pt x="234939" y="327573"/>
                  </a:lnTo>
                  <a:lnTo>
                    <a:pt x="234310" y="326927"/>
                  </a:lnTo>
                  <a:lnTo>
                    <a:pt x="234379" y="326763"/>
                  </a:lnTo>
                  <a:lnTo>
                    <a:pt x="233613" y="327409"/>
                  </a:lnTo>
                  <a:lnTo>
                    <a:pt x="232122" y="326354"/>
                  </a:lnTo>
                  <a:lnTo>
                    <a:pt x="231197" y="325177"/>
                  </a:lnTo>
                  <a:lnTo>
                    <a:pt x="230687" y="325115"/>
                  </a:lnTo>
                  <a:lnTo>
                    <a:pt x="229659" y="325227"/>
                  </a:lnTo>
                  <a:lnTo>
                    <a:pt x="228290" y="326378"/>
                  </a:lnTo>
                  <a:lnTo>
                    <a:pt x="227536" y="326530"/>
                  </a:lnTo>
                  <a:lnTo>
                    <a:pt x="225775" y="325486"/>
                  </a:lnTo>
                  <a:lnTo>
                    <a:pt x="222278" y="326468"/>
                  </a:lnTo>
                  <a:lnTo>
                    <a:pt x="220470" y="326368"/>
                  </a:lnTo>
                  <a:lnTo>
                    <a:pt x="219060" y="325981"/>
                  </a:lnTo>
                  <a:lnTo>
                    <a:pt x="218497" y="326068"/>
                  </a:lnTo>
                  <a:lnTo>
                    <a:pt x="218070" y="323433"/>
                  </a:lnTo>
                  <a:lnTo>
                    <a:pt x="217101" y="319844"/>
                  </a:lnTo>
                  <a:lnTo>
                    <a:pt x="215092" y="317337"/>
                  </a:lnTo>
                  <a:lnTo>
                    <a:pt x="212692" y="315514"/>
                  </a:lnTo>
                  <a:lnTo>
                    <a:pt x="212376" y="315386"/>
                  </a:lnTo>
                  <a:lnTo>
                    <a:pt x="212078" y="315742"/>
                  </a:lnTo>
                  <a:lnTo>
                    <a:pt x="211805" y="316108"/>
                  </a:lnTo>
                  <a:lnTo>
                    <a:pt x="210746" y="315428"/>
                  </a:lnTo>
                  <a:lnTo>
                    <a:pt x="210152" y="315769"/>
                  </a:lnTo>
                  <a:lnTo>
                    <a:pt x="212800" y="318419"/>
                  </a:lnTo>
                  <a:lnTo>
                    <a:pt x="211561" y="320295"/>
                  </a:lnTo>
                  <a:lnTo>
                    <a:pt x="211366" y="321002"/>
                  </a:lnTo>
                  <a:lnTo>
                    <a:pt x="210795" y="321547"/>
                  </a:lnTo>
                  <a:lnTo>
                    <a:pt x="210529" y="321781"/>
                  </a:lnTo>
                  <a:lnTo>
                    <a:pt x="211186" y="322371"/>
                  </a:lnTo>
                  <a:lnTo>
                    <a:pt x="210872" y="322683"/>
                  </a:lnTo>
                  <a:lnTo>
                    <a:pt x="211389" y="324153"/>
                  </a:lnTo>
                  <a:lnTo>
                    <a:pt x="211499" y="324928"/>
                  </a:lnTo>
                  <a:lnTo>
                    <a:pt x="211337" y="325287"/>
                  </a:lnTo>
                  <a:lnTo>
                    <a:pt x="211523" y="325471"/>
                  </a:lnTo>
                  <a:lnTo>
                    <a:pt x="211905" y="325293"/>
                  </a:lnTo>
                  <a:lnTo>
                    <a:pt x="211768" y="326220"/>
                  </a:lnTo>
                  <a:lnTo>
                    <a:pt x="210919" y="327135"/>
                  </a:lnTo>
                  <a:lnTo>
                    <a:pt x="210792" y="327924"/>
                  </a:lnTo>
                  <a:lnTo>
                    <a:pt x="209721" y="329660"/>
                  </a:lnTo>
                  <a:lnTo>
                    <a:pt x="209551" y="329317"/>
                  </a:lnTo>
                  <a:lnTo>
                    <a:pt x="208345" y="330840"/>
                  </a:lnTo>
                  <a:lnTo>
                    <a:pt x="205433" y="332729"/>
                  </a:lnTo>
                  <a:lnTo>
                    <a:pt x="203437" y="333720"/>
                  </a:lnTo>
                  <a:lnTo>
                    <a:pt x="202040" y="334133"/>
                  </a:lnTo>
                  <a:lnTo>
                    <a:pt x="194918" y="335088"/>
                  </a:lnTo>
                  <a:lnTo>
                    <a:pt x="194285" y="334737"/>
                  </a:lnTo>
                  <a:lnTo>
                    <a:pt x="193982" y="334888"/>
                  </a:lnTo>
                  <a:lnTo>
                    <a:pt x="194667" y="335145"/>
                  </a:lnTo>
                  <a:lnTo>
                    <a:pt x="192533" y="335311"/>
                  </a:lnTo>
                  <a:lnTo>
                    <a:pt x="185702" y="336506"/>
                  </a:lnTo>
                  <a:lnTo>
                    <a:pt x="180253" y="332256"/>
                  </a:lnTo>
                  <a:lnTo>
                    <a:pt x="177940" y="328457"/>
                  </a:lnTo>
                  <a:lnTo>
                    <a:pt x="176697" y="327104"/>
                  </a:lnTo>
                  <a:lnTo>
                    <a:pt x="176414" y="326887"/>
                  </a:lnTo>
                  <a:lnTo>
                    <a:pt x="176629" y="327728"/>
                  </a:lnTo>
                  <a:lnTo>
                    <a:pt x="176240" y="328337"/>
                  </a:lnTo>
                  <a:lnTo>
                    <a:pt x="175111" y="327632"/>
                  </a:lnTo>
                  <a:lnTo>
                    <a:pt x="172224" y="324117"/>
                  </a:lnTo>
                  <a:lnTo>
                    <a:pt x="170612" y="320688"/>
                  </a:lnTo>
                  <a:lnTo>
                    <a:pt x="169986" y="319842"/>
                  </a:lnTo>
                  <a:lnTo>
                    <a:pt x="170499" y="319549"/>
                  </a:lnTo>
                  <a:lnTo>
                    <a:pt x="170212" y="318851"/>
                  </a:lnTo>
                  <a:lnTo>
                    <a:pt x="168843" y="318092"/>
                  </a:lnTo>
                  <a:lnTo>
                    <a:pt x="168039" y="317165"/>
                  </a:lnTo>
                  <a:lnTo>
                    <a:pt x="167858" y="315757"/>
                  </a:lnTo>
                  <a:lnTo>
                    <a:pt x="169589" y="315032"/>
                  </a:lnTo>
                  <a:lnTo>
                    <a:pt x="169755" y="310882"/>
                  </a:lnTo>
                  <a:lnTo>
                    <a:pt x="168740" y="310805"/>
                  </a:lnTo>
                  <a:lnTo>
                    <a:pt x="168771" y="310573"/>
                  </a:lnTo>
                  <a:lnTo>
                    <a:pt x="167480" y="310231"/>
                  </a:lnTo>
                  <a:lnTo>
                    <a:pt x="166014" y="308405"/>
                  </a:lnTo>
                  <a:lnTo>
                    <a:pt x="165828" y="308053"/>
                  </a:lnTo>
                  <a:lnTo>
                    <a:pt x="166010" y="307860"/>
                  </a:lnTo>
                  <a:lnTo>
                    <a:pt x="165717" y="307432"/>
                  </a:lnTo>
                  <a:lnTo>
                    <a:pt x="164678" y="307266"/>
                  </a:lnTo>
                  <a:lnTo>
                    <a:pt x="164377" y="307500"/>
                  </a:lnTo>
                  <a:lnTo>
                    <a:pt x="164728" y="307944"/>
                  </a:lnTo>
                  <a:lnTo>
                    <a:pt x="163356" y="309045"/>
                  </a:lnTo>
                  <a:lnTo>
                    <a:pt x="160827" y="309303"/>
                  </a:lnTo>
                  <a:lnTo>
                    <a:pt x="161867" y="310239"/>
                  </a:lnTo>
                  <a:lnTo>
                    <a:pt x="160701" y="311173"/>
                  </a:lnTo>
                  <a:lnTo>
                    <a:pt x="151231" y="298813"/>
                  </a:lnTo>
                  <a:lnTo>
                    <a:pt x="149556" y="296934"/>
                  </a:lnTo>
                  <a:lnTo>
                    <a:pt x="134919" y="273369"/>
                  </a:lnTo>
                  <a:lnTo>
                    <a:pt x="131736" y="267652"/>
                  </a:lnTo>
                  <a:lnTo>
                    <a:pt x="128527" y="261239"/>
                  </a:lnTo>
                  <a:lnTo>
                    <a:pt x="123286" y="249046"/>
                  </a:lnTo>
                  <a:lnTo>
                    <a:pt x="112566" y="223278"/>
                  </a:lnTo>
                  <a:lnTo>
                    <a:pt x="108540" y="215640"/>
                  </a:lnTo>
                  <a:lnTo>
                    <a:pt x="95907" y="197635"/>
                  </a:lnTo>
                  <a:lnTo>
                    <a:pt x="93123" y="192783"/>
                  </a:lnTo>
                  <a:lnTo>
                    <a:pt x="88520" y="183000"/>
                  </a:lnTo>
                  <a:lnTo>
                    <a:pt x="86899" y="178558"/>
                  </a:lnTo>
                  <a:lnTo>
                    <a:pt x="85346" y="173063"/>
                  </a:lnTo>
                  <a:lnTo>
                    <a:pt x="83814" y="165972"/>
                  </a:lnTo>
                  <a:lnTo>
                    <a:pt x="83372" y="162062"/>
                  </a:lnTo>
                  <a:lnTo>
                    <a:pt x="83426" y="156873"/>
                  </a:lnTo>
                  <a:lnTo>
                    <a:pt x="82341" y="154991"/>
                  </a:lnTo>
                  <a:lnTo>
                    <a:pt x="81192" y="154237"/>
                  </a:lnTo>
                  <a:lnTo>
                    <a:pt x="80265" y="154319"/>
                  </a:lnTo>
                  <a:lnTo>
                    <a:pt x="79665" y="155075"/>
                  </a:lnTo>
                  <a:lnTo>
                    <a:pt x="79190" y="156456"/>
                  </a:lnTo>
                  <a:lnTo>
                    <a:pt x="78928" y="158597"/>
                  </a:lnTo>
                  <a:lnTo>
                    <a:pt x="78309" y="159575"/>
                  </a:lnTo>
                  <a:lnTo>
                    <a:pt x="77487" y="160270"/>
                  </a:lnTo>
                  <a:lnTo>
                    <a:pt x="75753" y="160944"/>
                  </a:lnTo>
                  <a:lnTo>
                    <a:pt x="72384" y="161823"/>
                  </a:lnTo>
                  <a:lnTo>
                    <a:pt x="68623" y="162189"/>
                  </a:lnTo>
                  <a:lnTo>
                    <a:pt x="66063" y="161588"/>
                  </a:lnTo>
                  <a:lnTo>
                    <a:pt x="64177" y="160101"/>
                  </a:lnTo>
                  <a:lnTo>
                    <a:pt x="63320" y="158880"/>
                  </a:lnTo>
                  <a:lnTo>
                    <a:pt x="62654" y="157221"/>
                  </a:lnTo>
                  <a:lnTo>
                    <a:pt x="62437" y="153849"/>
                  </a:lnTo>
                  <a:lnTo>
                    <a:pt x="62492" y="152376"/>
                  </a:lnTo>
                  <a:lnTo>
                    <a:pt x="63958" y="145158"/>
                  </a:lnTo>
                  <a:lnTo>
                    <a:pt x="64111" y="143277"/>
                  </a:lnTo>
                  <a:lnTo>
                    <a:pt x="63721" y="140651"/>
                  </a:lnTo>
                  <a:lnTo>
                    <a:pt x="62703" y="138769"/>
                  </a:lnTo>
                  <a:lnTo>
                    <a:pt x="61367" y="137336"/>
                  </a:lnTo>
                  <a:lnTo>
                    <a:pt x="57809" y="134886"/>
                  </a:lnTo>
                  <a:lnTo>
                    <a:pt x="54347" y="133343"/>
                  </a:lnTo>
                  <a:lnTo>
                    <a:pt x="51352" y="132612"/>
                  </a:lnTo>
                  <a:lnTo>
                    <a:pt x="41078" y="131684"/>
                  </a:lnTo>
                  <a:lnTo>
                    <a:pt x="29335" y="130537"/>
                  </a:lnTo>
                  <a:lnTo>
                    <a:pt x="24930" y="129400"/>
                  </a:lnTo>
                  <a:lnTo>
                    <a:pt x="22822" y="128549"/>
                  </a:lnTo>
                  <a:lnTo>
                    <a:pt x="19327" y="126605"/>
                  </a:lnTo>
                  <a:lnTo>
                    <a:pt x="16463" y="124437"/>
                  </a:lnTo>
                  <a:lnTo>
                    <a:pt x="14324" y="122277"/>
                  </a:lnTo>
                  <a:lnTo>
                    <a:pt x="12242" y="119649"/>
                  </a:lnTo>
                  <a:lnTo>
                    <a:pt x="10500" y="116579"/>
                  </a:lnTo>
                  <a:lnTo>
                    <a:pt x="8673" y="110987"/>
                  </a:lnTo>
                  <a:lnTo>
                    <a:pt x="6768" y="102148"/>
                  </a:lnTo>
                  <a:lnTo>
                    <a:pt x="2197" y="78017"/>
                  </a:lnTo>
                  <a:lnTo>
                    <a:pt x="0" y="70234"/>
                  </a:lnTo>
                  <a:lnTo>
                    <a:pt x="2317" y="70005"/>
                  </a:lnTo>
                  <a:lnTo>
                    <a:pt x="14057" y="70891"/>
                  </a:lnTo>
                  <a:lnTo>
                    <a:pt x="16956" y="70795"/>
                  </a:lnTo>
                  <a:lnTo>
                    <a:pt x="17730" y="70386"/>
                  </a:lnTo>
                  <a:lnTo>
                    <a:pt x="23418" y="72630"/>
                  </a:lnTo>
                  <a:lnTo>
                    <a:pt x="23481" y="73227"/>
                  </a:lnTo>
                  <a:lnTo>
                    <a:pt x="22760" y="74841"/>
                  </a:lnTo>
                  <a:lnTo>
                    <a:pt x="23096" y="75086"/>
                  </a:lnTo>
                  <a:lnTo>
                    <a:pt x="24371" y="74978"/>
                  </a:lnTo>
                  <a:lnTo>
                    <a:pt x="24498" y="76101"/>
                  </a:lnTo>
                  <a:lnTo>
                    <a:pt x="24922" y="76605"/>
                  </a:lnTo>
                  <a:lnTo>
                    <a:pt x="25163" y="76631"/>
                  </a:lnTo>
                  <a:lnTo>
                    <a:pt x="25657" y="76113"/>
                  </a:lnTo>
                  <a:lnTo>
                    <a:pt x="26637" y="76249"/>
                  </a:lnTo>
                  <a:lnTo>
                    <a:pt x="26992" y="76496"/>
                  </a:lnTo>
                  <a:lnTo>
                    <a:pt x="27288" y="77241"/>
                  </a:lnTo>
                  <a:lnTo>
                    <a:pt x="28741" y="77550"/>
                  </a:lnTo>
                  <a:lnTo>
                    <a:pt x="30594" y="78544"/>
                  </a:lnTo>
                  <a:lnTo>
                    <a:pt x="31698" y="79502"/>
                  </a:lnTo>
                  <a:lnTo>
                    <a:pt x="33862" y="79375"/>
                  </a:lnTo>
                  <a:lnTo>
                    <a:pt x="34262" y="78922"/>
                  </a:lnTo>
                  <a:lnTo>
                    <a:pt x="33472" y="78164"/>
                  </a:lnTo>
                  <a:lnTo>
                    <a:pt x="33354" y="77142"/>
                  </a:lnTo>
                  <a:lnTo>
                    <a:pt x="34145" y="76631"/>
                  </a:lnTo>
                  <a:lnTo>
                    <a:pt x="34308" y="76054"/>
                  </a:lnTo>
                  <a:lnTo>
                    <a:pt x="34359" y="75676"/>
                  </a:lnTo>
                  <a:lnTo>
                    <a:pt x="33890" y="74777"/>
                  </a:lnTo>
                  <a:lnTo>
                    <a:pt x="34206" y="73174"/>
                  </a:lnTo>
                  <a:lnTo>
                    <a:pt x="34545" y="73136"/>
                  </a:lnTo>
                  <a:lnTo>
                    <a:pt x="34968" y="73721"/>
                  </a:lnTo>
                  <a:lnTo>
                    <a:pt x="35480" y="73722"/>
                  </a:lnTo>
                  <a:lnTo>
                    <a:pt x="35806" y="73408"/>
                  </a:lnTo>
                  <a:lnTo>
                    <a:pt x="35813" y="72228"/>
                  </a:lnTo>
                  <a:lnTo>
                    <a:pt x="36147" y="71148"/>
                  </a:lnTo>
                  <a:lnTo>
                    <a:pt x="35941" y="70265"/>
                  </a:lnTo>
                  <a:lnTo>
                    <a:pt x="36121" y="69010"/>
                  </a:lnTo>
                  <a:lnTo>
                    <a:pt x="35886" y="67893"/>
                  </a:lnTo>
                  <a:lnTo>
                    <a:pt x="36892" y="67635"/>
                  </a:lnTo>
                  <a:lnTo>
                    <a:pt x="37535" y="67017"/>
                  </a:lnTo>
                  <a:lnTo>
                    <a:pt x="37716" y="65422"/>
                  </a:lnTo>
                  <a:lnTo>
                    <a:pt x="38923" y="64629"/>
                  </a:lnTo>
                  <a:lnTo>
                    <a:pt x="39546" y="63780"/>
                  </a:lnTo>
                  <a:lnTo>
                    <a:pt x="38992" y="62528"/>
                  </a:lnTo>
                  <a:lnTo>
                    <a:pt x="39710" y="61317"/>
                  </a:lnTo>
                  <a:lnTo>
                    <a:pt x="39852" y="60584"/>
                  </a:lnTo>
                  <a:lnTo>
                    <a:pt x="38902" y="59893"/>
                  </a:lnTo>
                  <a:lnTo>
                    <a:pt x="38991" y="59454"/>
                  </a:lnTo>
                  <a:lnTo>
                    <a:pt x="39329" y="59164"/>
                  </a:lnTo>
                  <a:lnTo>
                    <a:pt x="39806" y="59194"/>
                  </a:lnTo>
                  <a:lnTo>
                    <a:pt x="40095" y="58970"/>
                  </a:lnTo>
                  <a:lnTo>
                    <a:pt x="39716" y="57549"/>
                  </a:lnTo>
                  <a:lnTo>
                    <a:pt x="39984" y="56708"/>
                  </a:lnTo>
                  <a:lnTo>
                    <a:pt x="40586" y="56079"/>
                  </a:lnTo>
                  <a:lnTo>
                    <a:pt x="44034" y="55358"/>
                  </a:lnTo>
                  <a:lnTo>
                    <a:pt x="44595" y="55049"/>
                  </a:lnTo>
                  <a:lnTo>
                    <a:pt x="46131" y="51211"/>
                  </a:lnTo>
                  <a:lnTo>
                    <a:pt x="47112" y="50015"/>
                  </a:lnTo>
                  <a:lnTo>
                    <a:pt x="47950" y="42433"/>
                  </a:lnTo>
                  <a:lnTo>
                    <a:pt x="48257" y="41728"/>
                  </a:lnTo>
                  <a:lnTo>
                    <a:pt x="51529" y="39205"/>
                  </a:lnTo>
                  <a:lnTo>
                    <a:pt x="52072" y="38511"/>
                  </a:lnTo>
                  <a:lnTo>
                    <a:pt x="53104" y="31581"/>
                  </a:lnTo>
                  <a:lnTo>
                    <a:pt x="53518" y="30545"/>
                  </a:lnTo>
                  <a:lnTo>
                    <a:pt x="54210" y="29664"/>
                  </a:lnTo>
                  <a:lnTo>
                    <a:pt x="55243" y="28956"/>
                  </a:lnTo>
                  <a:lnTo>
                    <a:pt x="56386" y="28674"/>
                  </a:lnTo>
                  <a:lnTo>
                    <a:pt x="59662" y="29300"/>
                  </a:lnTo>
                  <a:lnTo>
                    <a:pt x="62495" y="29185"/>
                  </a:lnTo>
                  <a:lnTo>
                    <a:pt x="63931" y="28793"/>
                  </a:lnTo>
                  <a:lnTo>
                    <a:pt x="65220" y="28069"/>
                  </a:lnTo>
                  <a:lnTo>
                    <a:pt x="67910" y="25115"/>
                  </a:lnTo>
                  <a:lnTo>
                    <a:pt x="71980" y="18795"/>
                  </a:lnTo>
                  <a:lnTo>
                    <a:pt x="76159" y="14250"/>
                  </a:lnTo>
                  <a:lnTo>
                    <a:pt x="78510" y="11170"/>
                  </a:lnTo>
                  <a:lnTo>
                    <a:pt x="79488" y="10135"/>
                  </a:lnTo>
                  <a:lnTo>
                    <a:pt x="83352" y="8250"/>
                  </a:lnTo>
                  <a:lnTo>
                    <a:pt x="84883" y="7549"/>
                  </a:lnTo>
                  <a:lnTo>
                    <a:pt x="85831" y="7122"/>
                  </a:lnTo>
                  <a:lnTo>
                    <a:pt x="88385" y="6873"/>
                  </a:lnTo>
                  <a:lnTo>
                    <a:pt x="94852" y="6795"/>
                  </a:lnTo>
                  <a:lnTo>
                    <a:pt x="95262" y="6952"/>
                  </a:lnTo>
                  <a:lnTo>
                    <a:pt x="95113" y="7108"/>
                  </a:lnTo>
                  <a:lnTo>
                    <a:pt x="95250" y="7738"/>
                  </a:lnTo>
                  <a:lnTo>
                    <a:pt x="96247" y="11206"/>
                  </a:lnTo>
                  <a:lnTo>
                    <a:pt x="96713" y="11183"/>
                  </a:lnTo>
                  <a:lnTo>
                    <a:pt x="96810" y="10345"/>
                  </a:lnTo>
                  <a:lnTo>
                    <a:pt x="97128" y="9801"/>
                  </a:lnTo>
                  <a:lnTo>
                    <a:pt x="98085" y="9518"/>
                  </a:lnTo>
                  <a:lnTo>
                    <a:pt x="98110" y="9287"/>
                  </a:lnTo>
                  <a:lnTo>
                    <a:pt x="98957" y="9225"/>
                  </a:lnTo>
                  <a:lnTo>
                    <a:pt x="100331" y="10026"/>
                  </a:lnTo>
                  <a:lnTo>
                    <a:pt x="100538" y="10785"/>
                  </a:lnTo>
                  <a:lnTo>
                    <a:pt x="101784" y="11778"/>
                  </a:lnTo>
                  <a:lnTo>
                    <a:pt x="102613" y="12779"/>
                  </a:lnTo>
                  <a:lnTo>
                    <a:pt x="104208" y="12884"/>
                  </a:lnTo>
                  <a:lnTo>
                    <a:pt x="104745" y="13114"/>
                  </a:lnTo>
                  <a:lnTo>
                    <a:pt x="105382" y="12477"/>
                  </a:lnTo>
                  <a:lnTo>
                    <a:pt x="106134" y="12809"/>
                  </a:lnTo>
                  <a:lnTo>
                    <a:pt x="106412" y="12590"/>
                  </a:lnTo>
                  <a:lnTo>
                    <a:pt x="106839" y="12958"/>
                  </a:lnTo>
                  <a:lnTo>
                    <a:pt x="108207" y="13464"/>
                  </a:lnTo>
                  <a:lnTo>
                    <a:pt x="108787" y="14046"/>
                  </a:lnTo>
                  <a:lnTo>
                    <a:pt x="110168" y="16321"/>
                  </a:lnTo>
                  <a:lnTo>
                    <a:pt x="111410" y="17652"/>
                  </a:lnTo>
                  <a:lnTo>
                    <a:pt x="112628" y="19835"/>
                  </a:lnTo>
                  <a:lnTo>
                    <a:pt x="115094" y="22985"/>
                  </a:lnTo>
                  <a:lnTo>
                    <a:pt x="115700" y="23476"/>
                  </a:lnTo>
                  <a:lnTo>
                    <a:pt x="115704" y="23759"/>
                  </a:lnTo>
                  <a:lnTo>
                    <a:pt x="116993" y="24817"/>
                  </a:lnTo>
                  <a:lnTo>
                    <a:pt x="117541" y="25888"/>
                  </a:lnTo>
                  <a:lnTo>
                    <a:pt x="117856" y="25914"/>
                  </a:lnTo>
                  <a:lnTo>
                    <a:pt x="118599" y="26927"/>
                  </a:lnTo>
                  <a:lnTo>
                    <a:pt x="118594" y="27486"/>
                  </a:lnTo>
                  <a:lnTo>
                    <a:pt x="120324" y="28219"/>
                  </a:lnTo>
                  <a:lnTo>
                    <a:pt x="120985" y="28072"/>
                  </a:lnTo>
                  <a:lnTo>
                    <a:pt x="121433" y="28329"/>
                  </a:lnTo>
                  <a:lnTo>
                    <a:pt x="122253" y="28363"/>
                  </a:lnTo>
                  <a:lnTo>
                    <a:pt x="123024" y="28124"/>
                  </a:lnTo>
                  <a:lnTo>
                    <a:pt x="125181" y="28177"/>
                  </a:lnTo>
                  <a:lnTo>
                    <a:pt x="126194" y="27703"/>
                  </a:lnTo>
                  <a:lnTo>
                    <a:pt x="128626" y="25776"/>
                  </a:lnTo>
                  <a:lnTo>
                    <a:pt x="130219" y="24163"/>
                  </a:lnTo>
                  <a:lnTo>
                    <a:pt x="131461" y="23966"/>
                  </a:lnTo>
                  <a:lnTo>
                    <a:pt x="132443" y="23494"/>
                  </a:lnTo>
                  <a:lnTo>
                    <a:pt x="134036" y="21896"/>
                  </a:lnTo>
                  <a:lnTo>
                    <a:pt x="134051" y="21433"/>
                  </a:lnTo>
                  <a:lnTo>
                    <a:pt x="134655" y="21386"/>
                  </a:lnTo>
                  <a:lnTo>
                    <a:pt x="134965" y="21866"/>
                  </a:lnTo>
                  <a:lnTo>
                    <a:pt x="135185" y="21320"/>
                  </a:lnTo>
                  <a:lnTo>
                    <a:pt x="135650" y="21093"/>
                  </a:lnTo>
                  <a:lnTo>
                    <a:pt x="135849" y="20707"/>
                  </a:lnTo>
                  <a:lnTo>
                    <a:pt x="136489" y="20838"/>
                  </a:lnTo>
                  <a:lnTo>
                    <a:pt x="136931" y="20505"/>
                  </a:lnTo>
                  <a:lnTo>
                    <a:pt x="137160" y="20872"/>
                  </a:lnTo>
                  <a:lnTo>
                    <a:pt x="137626" y="20957"/>
                  </a:lnTo>
                  <a:lnTo>
                    <a:pt x="137819" y="21340"/>
                  </a:lnTo>
                  <a:lnTo>
                    <a:pt x="138088" y="21159"/>
                  </a:lnTo>
                  <a:lnTo>
                    <a:pt x="138195" y="21414"/>
                  </a:lnTo>
                  <a:lnTo>
                    <a:pt x="138367" y="20870"/>
                  </a:lnTo>
                  <a:lnTo>
                    <a:pt x="139496" y="20371"/>
                  </a:lnTo>
                  <a:lnTo>
                    <a:pt x="140135" y="20751"/>
                  </a:lnTo>
                  <a:lnTo>
                    <a:pt x="141973" y="21114"/>
                  </a:lnTo>
                  <a:lnTo>
                    <a:pt x="142403" y="20413"/>
                  </a:lnTo>
                  <a:lnTo>
                    <a:pt x="143021" y="20175"/>
                  </a:lnTo>
                  <a:lnTo>
                    <a:pt x="143824" y="19373"/>
                  </a:lnTo>
                  <a:lnTo>
                    <a:pt x="144173" y="19718"/>
                  </a:lnTo>
                  <a:lnTo>
                    <a:pt x="144359" y="19420"/>
                  </a:lnTo>
                  <a:lnTo>
                    <a:pt x="144686" y="19615"/>
                  </a:lnTo>
                  <a:lnTo>
                    <a:pt x="145014" y="19343"/>
                  </a:lnTo>
                  <a:lnTo>
                    <a:pt x="145249" y="19576"/>
                  </a:lnTo>
                  <a:lnTo>
                    <a:pt x="145786" y="19235"/>
                  </a:lnTo>
                  <a:lnTo>
                    <a:pt x="145898" y="19559"/>
                  </a:lnTo>
                  <a:lnTo>
                    <a:pt x="147453" y="19274"/>
                  </a:lnTo>
                  <a:lnTo>
                    <a:pt x="148092" y="19288"/>
                  </a:lnTo>
                  <a:lnTo>
                    <a:pt x="148153" y="19545"/>
                  </a:lnTo>
                  <a:lnTo>
                    <a:pt x="148247" y="19310"/>
                  </a:lnTo>
                  <a:lnTo>
                    <a:pt x="148440" y="19469"/>
                  </a:lnTo>
                  <a:lnTo>
                    <a:pt x="149117" y="19321"/>
                  </a:lnTo>
                  <a:lnTo>
                    <a:pt x="149401" y="19539"/>
                  </a:lnTo>
                  <a:lnTo>
                    <a:pt x="149569" y="19354"/>
                  </a:lnTo>
                  <a:lnTo>
                    <a:pt x="150255" y="19472"/>
                  </a:lnTo>
                  <a:lnTo>
                    <a:pt x="151703" y="19193"/>
                  </a:lnTo>
                  <a:lnTo>
                    <a:pt x="152583" y="18220"/>
                  </a:lnTo>
                  <a:lnTo>
                    <a:pt x="153928" y="17641"/>
                  </a:lnTo>
                  <a:lnTo>
                    <a:pt x="154147" y="18360"/>
                  </a:lnTo>
                  <a:lnTo>
                    <a:pt x="154862" y="17709"/>
                  </a:lnTo>
                  <a:lnTo>
                    <a:pt x="155398" y="17552"/>
                  </a:lnTo>
                  <a:lnTo>
                    <a:pt x="155956" y="16124"/>
                  </a:lnTo>
                  <a:lnTo>
                    <a:pt x="157815" y="15858"/>
                  </a:lnTo>
                  <a:lnTo>
                    <a:pt x="158125" y="14758"/>
                  </a:lnTo>
                  <a:lnTo>
                    <a:pt x="159830" y="12832"/>
                  </a:lnTo>
                  <a:lnTo>
                    <a:pt x="160073" y="12846"/>
                  </a:lnTo>
                  <a:lnTo>
                    <a:pt x="160159" y="11962"/>
                  </a:lnTo>
                  <a:lnTo>
                    <a:pt x="159540" y="10389"/>
                  </a:lnTo>
                  <a:lnTo>
                    <a:pt x="159507" y="9277"/>
                  </a:lnTo>
                  <a:lnTo>
                    <a:pt x="160518" y="8574"/>
                  </a:lnTo>
                  <a:lnTo>
                    <a:pt x="162423" y="7744"/>
                  </a:lnTo>
                  <a:lnTo>
                    <a:pt x="165200" y="6956"/>
                  </a:lnTo>
                  <a:lnTo>
                    <a:pt x="167518" y="7063"/>
                  </a:lnTo>
                  <a:lnTo>
                    <a:pt x="168942" y="8063"/>
                  </a:lnTo>
                  <a:lnTo>
                    <a:pt x="170282" y="9667"/>
                  </a:lnTo>
                  <a:lnTo>
                    <a:pt x="170780" y="11610"/>
                  </a:lnTo>
                  <a:lnTo>
                    <a:pt x="171831" y="12783"/>
                  </a:lnTo>
                  <a:lnTo>
                    <a:pt x="171615" y="13944"/>
                  </a:lnTo>
                  <a:lnTo>
                    <a:pt x="172934" y="14100"/>
                  </a:lnTo>
                  <a:lnTo>
                    <a:pt x="173314" y="13439"/>
                  </a:lnTo>
                  <a:lnTo>
                    <a:pt x="173737" y="13223"/>
                  </a:lnTo>
                  <a:lnTo>
                    <a:pt x="175364" y="13964"/>
                  </a:lnTo>
                  <a:lnTo>
                    <a:pt x="176390" y="13811"/>
                  </a:lnTo>
                  <a:lnTo>
                    <a:pt x="177097" y="14214"/>
                  </a:lnTo>
                  <a:lnTo>
                    <a:pt x="179185" y="14384"/>
                  </a:lnTo>
                  <a:lnTo>
                    <a:pt x="180202" y="14176"/>
                  </a:lnTo>
                  <a:lnTo>
                    <a:pt x="181155" y="12625"/>
                  </a:lnTo>
                  <a:lnTo>
                    <a:pt x="181084" y="12131"/>
                  </a:lnTo>
                  <a:lnTo>
                    <a:pt x="182392" y="10731"/>
                  </a:lnTo>
                  <a:lnTo>
                    <a:pt x="186065" y="9031"/>
                  </a:lnTo>
                  <a:lnTo>
                    <a:pt x="186155" y="8112"/>
                  </a:lnTo>
                  <a:lnTo>
                    <a:pt x="187367" y="6451"/>
                  </a:lnTo>
                  <a:lnTo>
                    <a:pt x="187176" y="5809"/>
                  </a:lnTo>
                  <a:lnTo>
                    <a:pt x="187806" y="5122"/>
                  </a:lnTo>
                  <a:lnTo>
                    <a:pt x="188745" y="4023"/>
                  </a:lnTo>
                  <a:lnTo>
                    <a:pt x="190096" y="5046"/>
                  </a:lnTo>
                  <a:lnTo>
                    <a:pt x="191130" y="3923"/>
                  </a:lnTo>
                  <a:lnTo>
                    <a:pt x="192120" y="2105"/>
                  </a:lnTo>
                  <a:lnTo>
                    <a:pt x="194251" y="0"/>
                  </a:lnTo>
                  <a:lnTo>
                    <a:pt x="195029" y="550"/>
                  </a:lnTo>
                  <a:lnTo>
                    <a:pt x="196387" y="796"/>
                  </a:lnTo>
                  <a:lnTo>
                    <a:pt x="199640" y="2380"/>
                  </a:lnTo>
                  <a:lnTo>
                    <a:pt x="199465" y="3837"/>
                  </a:lnTo>
                  <a:lnTo>
                    <a:pt x="198886" y="5591"/>
                  </a:lnTo>
                  <a:lnTo>
                    <a:pt x="199387" y="6539"/>
                  </a:lnTo>
                  <a:lnTo>
                    <a:pt x="200163" y="7050"/>
                  </a:lnTo>
                  <a:lnTo>
                    <a:pt x="200680" y="8873"/>
                  </a:lnTo>
                  <a:lnTo>
                    <a:pt x="200369" y="10097"/>
                  </a:lnTo>
                  <a:lnTo>
                    <a:pt x="200861" y="10326"/>
                  </a:lnTo>
                  <a:lnTo>
                    <a:pt x="201043" y="10820"/>
                  </a:lnTo>
                  <a:lnTo>
                    <a:pt x="200690" y="11042"/>
                  </a:lnTo>
                  <a:lnTo>
                    <a:pt x="200383" y="11842"/>
                  </a:lnTo>
                  <a:lnTo>
                    <a:pt x="199918" y="12058"/>
                  </a:lnTo>
                  <a:lnTo>
                    <a:pt x="200021" y="12326"/>
                  </a:lnTo>
                  <a:lnTo>
                    <a:pt x="199545" y="12915"/>
                  </a:lnTo>
                  <a:lnTo>
                    <a:pt x="198979" y="14820"/>
                  </a:lnTo>
                  <a:lnTo>
                    <a:pt x="197743" y="14537"/>
                  </a:lnTo>
                  <a:lnTo>
                    <a:pt x="197525" y="14711"/>
                  </a:lnTo>
                  <a:lnTo>
                    <a:pt x="197293" y="17027"/>
                  </a:lnTo>
                  <a:lnTo>
                    <a:pt x="196615" y="17105"/>
                  </a:lnTo>
                  <a:lnTo>
                    <a:pt x="196634" y="18323"/>
                  </a:lnTo>
                  <a:lnTo>
                    <a:pt x="196359" y="19108"/>
                  </a:lnTo>
                  <a:lnTo>
                    <a:pt x="196914" y="19309"/>
                  </a:lnTo>
                  <a:lnTo>
                    <a:pt x="196250" y="21100"/>
                  </a:lnTo>
                  <a:lnTo>
                    <a:pt x="199489" y="21865"/>
                  </a:lnTo>
                  <a:lnTo>
                    <a:pt x="199551" y="22582"/>
                  </a:lnTo>
                  <a:lnTo>
                    <a:pt x="201131" y="22135"/>
                  </a:lnTo>
                  <a:lnTo>
                    <a:pt x="201399" y="21865"/>
                  </a:lnTo>
                  <a:lnTo>
                    <a:pt x="201908" y="21950"/>
                  </a:lnTo>
                  <a:lnTo>
                    <a:pt x="202161" y="20777"/>
                  </a:lnTo>
                  <a:lnTo>
                    <a:pt x="203132" y="20381"/>
                  </a:lnTo>
                  <a:lnTo>
                    <a:pt x="206284" y="18291"/>
                  </a:lnTo>
                  <a:lnTo>
                    <a:pt x="207143" y="18099"/>
                  </a:lnTo>
                  <a:lnTo>
                    <a:pt x="207559" y="18412"/>
                  </a:lnTo>
                  <a:lnTo>
                    <a:pt x="208202" y="18161"/>
                  </a:lnTo>
                  <a:lnTo>
                    <a:pt x="209645" y="18491"/>
                  </a:lnTo>
                  <a:lnTo>
                    <a:pt x="210740" y="18236"/>
                  </a:lnTo>
                  <a:lnTo>
                    <a:pt x="210813" y="18484"/>
                  </a:lnTo>
                  <a:lnTo>
                    <a:pt x="211859" y="18767"/>
                  </a:lnTo>
                  <a:lnTo>
                    <a:pt x="212086" y="19480"/>
                  </a:lnTo>
                  <a:lnTo>
                    <a:pt x="211719" y="20003"/>
                  </a:lnTo>
                  <a:lnTo>
                    <a:pt x="210219" y="20384"/>
                  </a:lnTo>
                  <a:lnTo>
                    <a:pt x="209849" y="22006"/>
                  </a:lnTo>
                  <a:lnTo>
                    <a:pt x="209164" y="21965"/>
                  </a:lnTo>
                  <a:lnTo>
                    <a:pt x="208608" y="25185"/>
                  </a:lnTo>
                  <a:lnTo>
                    <a:pt x="209436" y="25472"/>
                  </a:lnTo>
                  <a:lnTo>
                    <a:pt x="209404" y="26831"/>
                  </a:lnTo>
                  <a:lnTo>
                    <a:pt x="210139" y="28341"/>
                  </a:lnTo>
                  <a:lnTo>
                    <a:pt x="211132" y="28526"/>
                  </a:lnTo>
                  <a:lnTo>
                    <a:pt x="210781" y="30404"/>
                  </a:lnTo>
                  <a:lnTo>
                    <a:pt x="212896" y="31165"/>
                  </a:lnTo>
                  <a:lnTo>
                    <a:pt x="213467" y="32018"/>
                  </a:lnTo>
                  <a:lnTo>
                    <a:pt x="214359" y="32290"/>
                  </a:lnTo>
                  <a:lnTo>
                    <a:pt x="214933" y="32766"/>
                  </a:lnTo>
                  <a:lnTo>
                    <a:pt x="215291" y="33754"/>
                  </a:lnTo>
                  <a:lnTo>
                    <a:pt x="215853" y="33754"/>
                  </a:lnTo>
                  <a:lnTo>
                    <a:pt x="216419" y="34145"/>
                  </a:lnTo>
                  <a:lnTo>
                    <a:pt x="216635" y="35659"/>
                  </a:lnTo>
                  <a:lnTo>
                    <a:pt x="216212" y="36264"/>
                  </a:lnTo>
                  <a:lnTo>
                    <a:pt x="215565" y="35576"/>
                  </a:lnTo>
                  <a:lnTo>
                    <a:pt x="214321" y="35634"/>
                  </a:lnTo>
                  <a:lnTo>
                    <a:pt x="213945" y="35844"/>
                  </a:lnTo>
                  <a:lnTo>
                    <a:pt x="214802" y="37267"/>
                  </a:lnTo>
                  <a:lnTo>
                    <a:pt x="213027" y="38705"/>
                  </a:lnTo>
                  <a:lnTo>
                    <a:pt x="211896" y="39967"/>
                  </a:lnTo>
                  <a:lnTo>
                    <a:pt x="211092" y="41615"/>
                  </a:lnTo>
                  <a:lnTo>
                    <a:pt x="210613" y="43661"/>
                  </a:lnTo>
                  <a:lnTo>
                    <a:pt x="210613" y="44809"/>
                  </a:lnTo>
                  <a:lnTo>
                    <a:pt x="212160" y="44847"/>
                  </a:lnTo>
                  <a:lnTo>
                    <a:pt x="212592" y="44932"/>
                  </a:lnTo>
                  <a:lnTo>
                    <a:pt x="212541" y="45150"/>
                  </a:lnTo>
                  <a:lnTo>
                    <a:pt x="213540" y="44306"/>
                  </a:lnTo>
                  <a:lnTo>
                    <a:pt x="214443" y="43889"/>
                  </a:lnTo>
                  <a:lnTo>
                    <a:pt x="214625" y="44185"/>
                  </a:lnTo>
                  <a:lnTo>
                    <a:pt x="215529" y="43189"/>
                  </a:lnTo>
                  <a:lnTo>
                    <a:pt x="216331" y="43026"/>
                  </a:lnTo>
                  <a:lnTo>
                    <a:pt x="216912" y="41498"/>
                  </a:lnTo>
                  <a:lnTo>
                    <a:pt x="216532" y="40723"/>
                  </a:lnTo>
                  <a:lnTo>
                    <a:pt x="218836" y="40648"/>
                  </a:lnTo>
                  <a:lnTo>
                    <a:pt x="219012" y="41549"/>
                  </a:lnTo>
                  <a:lnTo>
                    <a:pt x="219383" y="41795"/>
                  </a:lnTo>
                  <a:lnTo>
                    <a:pt x="223325" y="42084"/>
                  </a:lnTo>
                  <a:lnTo>
                    <a:pt x="224607" y="42873"/>
                  </a:lnTo>
                  <a:lnTo>
                    <a:pt x="225509" y="41834"/>
                  </a:lnTo>
                  <a:lnTo>
                    <a:pt x="227064" y="40839"/>
                  </a:lnTo>
                  <a:lnTo>
                    <a:pt x="227817" y="42697"/>
                  </a:lnTo>
                  <a:lnTo>
                    <a:pt x="228622" y="43356"/>
                  </a:lnTo>
                  <a:lnTo>
                    <a:pt x="229163" y="44867"/>
                  </a:lnTo>
                  <a:lnTo>
                    <a:pt x="230552" y="46755"/>
                  </a:lnTo>
                  <a:lnTo>
                    <a:pt x="232099" y="48365"/>
                  </a:lnTo>
                  <a:lnTo>
                    <a:pt x="230046" y="49217"/>
                  </a:lnTo>
                  <a:lnTo>
                    <a:pt x="229773" y="49736"/>
                  </a:lnTo>
                  <a:lnTo>
                    <a:pt x="231014" y="51504"/>
                  </a:lnTo>
                  <a:lnTo>
                    <a:pt x="227340" y="54972"/>
                  </a:lnTo>
                  <a:lnTo>
                    <a:pt x="229140" y="59567"/>
                  </a:lnTo>
                  <a:lnTo>
                    <a:pt x="229960" y="59237"/>
                  </a:lnTo>
                  <a:lnTo>
                    <a:pt x="229697" y="58589"/>
                  </a:lnTo>
                  <a:lnTo>
                    <a:pt x="229961" y="58242"/>
                  </a:lnTo>
                  <a:lnTo>
                    <a:pt x="230306" y="58056"/>
                  </a:lnTo>
                  <a:lnTo>
                    <a:pt x="231262" y="58238"/>
                  </a:lnTo>
                  <a:lnTo>
                    <a:pt x="232144" y="57833"/>
                  </a:lnTo>
                  <a:lnTo>
                    <a:pt x="232680" y="58015"/>
                  </a:lnTo>
                  <a:lnTo>
                    <a:pt x="232628" y="58583"/>
                  </a:lnTo>
                  <a:lnTo>
                    <a:pt x="233126" y="58371"/>
                  </a:lnTo>
                  <a:lnTo>
                    <a:pt x="234155" y="60006"/>
                  </a:lnTo>
                  <a:lnTo>
                    <a:pt x="234415" y="59929"/>
                  </a:lnTo>
                  <a:lnTo>
                    <a:pt x="234781" y="61257"/>
                  </a:lnTo>
                  <a:lnTo>
                    <a:pt x="235297" y="60218"/>
                  </a:lnTo>
                  <a:lnTo>
                    <a:pt x="235669" y="61691"/>
                  </a:lnTo>
                  <a:lnTo>
                    <a:pt x="237849" y="61661"/>
                  </a:lnTo>
                  <a:lnTo>
                    <a:pt x="238774" y="62117"/>
                  </a:lnTo>
                  <a:lnTo>
                    <a:pt x="239316" y="61214"/>
                  </a:lnTo>
                  <a:lnTo>
                    <a:pt x="240170" y="60502"/>
                  </a:lnTo>
                  <a:lnTo>
                    <a:pt x="238287" y="58317"/>
                  </a:lnTo>
                  <a:lnTo>
                    <a:pt x="239523" y="57496"/>
                  </a:lnTo>
                  <a:lnTo>
                    <a:pt x="242303" y="62159"/>
                  </a:lnTo>
                  <a:lnTo>
                    <a:pt x="243094" y="61840"/>
                  </a:lnTo>
                  <a:lnTo>
                    <a:pt x="244768" y="60343"/>
                  </a:lnTo>
                  <a:lnTo>
                    <a:pt x="246256" y="63595"/>
                  </a:lnTo>
                  <a:lnTo>
                    <a:pt x="246521" y="65033"/>
                  </a:lnTo>
                  <a:lnTo>
                    <a:pt x="245410" y="65754"/>
                  </a:lnTo>
                  <a:lnTo>
                    <a:pt x="245447" y="65990"/>
                  </a:lnTo>
                  <a:lnTo>
                    <a:pt x="244599" y="67249"/>
                  </a:lnTo>
                  <a:lnTo>
                    <a:pt x="249180" y="70520"/>
                  </a:lnTo>
                  <a:lnTo>
                    <a:pt x="248547" y="71216"/>
                  </a:lnTo>
                  <a:lnTo>
                    <a:pt x="249293" y="72678"/>
                  </a:lnTo>
                  <a:lnTo>
                    <a:pt x="249751" y="72346"/>
                  </a:lnTo>
                  <a:lnTo>
                    <a:pt x="250347" y="72318"/>
                  </a:lnTo>
                  <a:lnTo>
                    <a:pt x="251121" y="71458"/>
                  </a:lnTo>
                  <a:lnTo>
                    <a:pt x="253897" y="69655"/>
                  </a:lnTo>
                  <a:lnTo>
                    <a:pt x="254334" y="69748"/>
                  </a:lnTo>
                  <a:lnTo>
                    <a:pt x="255256" y="69287"/>
                  </a:lnTo>
                  <a:lnTo>
                    <a:pt x="257279" y="69190"/>
                  </a:lnTo>
                  <a:lnTo>
                    <a:pt x="257883" y="69313"/>
                  </a:lnTo>
                  <a:lnTo>
                    <a:pt x="258601" y="69951"/>
                  </a:lnTo>
                  <a:lnTo>
                    <a:pt x="259848" y="71241"/>
                  </a:lnTo>
                  <a:lnTo>
                    <a:pt x="261073" y="71877"/>
                  </a:lnTo>
                  <a:lnTo>
                    <a:pt x="262217" y="71652"/>
                  </a:lnTo>
                  <a:lnTo>
                    <a:pt x="261620" y="72702"/>
                  </a:lnTo>
                  <a:lnTo>
                    <a:pt x="262042" y="73179"/>
                  </a:lnTo>
                  <a:lnTo>
                    <a:pt x="262592" y="73150"/>
                  </a:lnTo>
                  <a:lnTo>
                    <a:pt x="263507" y="72141"/>
                  </a:lnTo>
                  <a:lnTo>
                    <a:pt x="264019" y="72004"/>
                  </a:lnTo>
                  <a:lnTo>
                    <a:pt x="264937" y="72499"/>
                  </a:lnTo>
                  <a:lnTo>
                    <a:pt x="265398" y="72333"/>
                  </a:lnTo>
                  <a:lnTo>
                    <a:pt x="265508" y="72067"/>
                  </a:lnTo>
                  <a:lnTo>
                    <a:pt x="265882" y="72057"/>
                  </a:lnTo>
                  <a:lnTo>
                    <a:pt x="266649" y="73333"/>
                  </a:lnTo>
                  <a:lnTo>
                    <a:pt x="268927" y="74916"/>
                  </a:lnTo>
                  <a:lnTo>
                    <a:pt x="269923" y="75898"/>
                  </a:lnTo>
                  <a:lnTo>
                    <a:pt x="271129" y="75503"/>
                  </a:lnTo>
                  <a:lnTo>
                    <a:pt x="273896" y="73725"/>
                  </a:lnTo>
                  <a:lnTo>
                    <a:pt x="274700" y="73585"/>
                  </a:lnTo>
                  <a:lnTo>
                    <a:pt x="275441" y="74741"/>
                  </a:lnTo>
                  <a:lnTo>
                    <a:pt x="277321" y="73757"/>
                  </a:lnTo>
                  <a:lnTo>
                    <a:pt x="277931" y="73154"/>
                  </a:lnTo>
                  <a:lnTo>
                    <a:pt x="279083" y="74509"/>
                  </a:lnTo>
                  <a:lnTo>
                    <a:pt x="281500" y="72208"/>
                  </a:lnTo>
                  <a:lnTo>
                    <a:pt x="280666" y="74769"/>
                  </a:lnTo>
                  <a:lnTo>
                    <a:pt x="280558" y="76146"/>
                  </a:lnTo>
                  <a:lnTo>
                    <a:pt x="279450" y="78656"/>
                  </a:lnTo>
                  <a:lnTo>
                    <a:pt x="279368" y="79408"/>
                  </a:lnTo>
                  <a:lnTo>
                    <a:pt x="278968" y="79756"/>
                  </a:lnTo>
                  <a:lnTo>
                    <a:pt x="278938" y="80381"/>
                  </a:lnTo>
                  <a:lnTo>
                    <a:pt x="278603" y="80668"/>
                  </a:lnTo>
                  <a:lnTo>
                    <a:pt x="278773" y="81390"/>
                  </a:lnTo>
                  <a:lnTo>
                    <a:pt x="278304" y="82164"/>
                  </a:lnTo>
                  <a:lnTo>
                    <a:pt x="278353" y="83350"/>
                  </a:lnTo>
                  <a:lnTo>
                    <a:pt x="278755" y="83396"/>
                  </a:lnTo>
                  <a:lnTo>
                    <a:pt x="280358" y="82789"/>
                  </a:lnTo>
                  <a:lnTo>
                    <a:pt x="283428" y="83906"/>
                  </a:lnTo>
                  <a:lnTo>
                    <a:pt x="286060" y="84000"/>
                  </a:lnTo>
                  <a:lnTo>
                    <a:pt x="287787" y="84715"/>
                  </a:lnTo>
                  <a:lnTo>
                    <a:pt x="289165" y="84561"/>
                  </a:lnTo>
                  <a:lnTo>
                    <a:pt x="289165" y="82739"/>
                  </a:lnTo>
                  <a:lnTo>
                    <a:pt x="289647" y="82095"/>
                  </a:lnTo>
                  <a:lnTo>
                    <a:pt x="290884" y="81871"/>
                  </a:lnTo>
                  <a:lnTo>
                    <a:pt x="292335" y="81116"/>
                  </a:lnTo>
                  <a:lnTo>
                    <a:pt x="294000" y="80868"/>
                  </a:lnTo>
                  <a:lnTo>
                    <a:pt x="297736" y="78949"/>
                  </a:lnTo>
                  <a:lnTo>
                    <a:pt x="299408" y="78834"/>
                  </a:lnTo>
                  <a:lnTo>
                    <a:pt x="299303" y="78082"/>
                  </a:lnTo>
                  <a:lnTo>
                    <a:pt x="299785" y="77191"/>
                  </a:lnTo>
                  <a:lnTo>
                    <a:pt x="302080" y="75798"/>
                  </a:lnTo>
                  <a:lnTo>
                    <a:pt x="302978" y="75519"/>
                  </a:lnTo>
                  <a:lnTo>
                    <a:pt x="305990" y="73874"/>
                  </a:lnTo>
                  <a:lnTo>
                    <a:pt x="308153" y="74178"/>
                  </a:lnTo>
                  <a:lnTo>
                    <a:pt x="308605" y="74421"/>
                  </a:lnTo>
                  <a:lnTo>
                    <a:pt x="309267" y="75300"/>
                  </a:lnTo>
                  <a:lnTo>
                    <a:pt x="310261" y="77577"/>
                  </a:lnTo>
                  <a:lnTo>
                    <a:pt x="310070" y="78792"/>
                  </a:lnTo>
                  <a:lnTo>
                    <a:pt x="309442" y="79731"/>
                  </a:lnTo>
                  <a:lnTo>
                    <a:pt x="308322" y="80147"/>
                  </a:lnTo>
                  <a:lnTo>
                    <a:pt x="305158" y="82497"/>
                  </a:lnTo>
                  <a:lnTo>
                    <a:pt x="304704" y="83880"/>
                  </a:lnTo>
                  <a:lnTo>
                    <a:pt x="304363" y="87300"/>
                  </a:lnTo>
                  <a:lnTo>
                    <a:pt x="303932" y="87801"/>
                  </a:lnTo>
                  <a:lnTo>
                    <a:pt x="301546" y="89215"/>
                  </a:lnTo>
                  <a:lnTo>
                    <a:pt x="299562" y="89928"/>
                  </a:lnTo>
                  <a:lnTo>
                    <a:pt x="298355" y="90089"/>
                  </a:lnTo>
                  <a:lnTo>
                    <a:pt x="298909" y="90653"/>
                  </a:lnTo>
                  <a:lnTo>
                    <a:pt x="299028" y="91494"/>
                  </a:lnTo>
                  <a:lnTo>
                    <a:pt x="298785" y="91722"/>
                  </a:lnTo>
                  <a:lnTo>
                    <a:pt x="299019" y="92479"/>
                  </a:lnTo>
                  <a:lnTo>
                    <a:pt x="298867" y="92793"/>
                  </a:lnTo>
                  <a:lnTo>
                    <a:pt x="298982" y="93875"/>
                  </a:lnTo>
                  <a:lnTo>
                    <a:pt x="299805" y="95527"/>
                  </a:lnTo>
                  <a:lnTo>
                    <a:pt x="298565" y="96475"/>
                  </a:lnTo>
                  <a:lnTo>
                    <a:pt x="300182" y="101054"/>
                  </a:lnTo>
                  <a:lnTo>
                    <a:pt x="302344" y="100824"/>
                  </a:lnTo>
                  <a:lnTo>
                    <a:pt x="303131" y="103677"/>
                  </a:lnTo>
                  <a:lnTo>
                    <a:pt x="305317" y="102504"/>
                  </a:lnTo>
                  <a:lnTo>
                    <a:pt x="305565" y="102740"/>
                  </a:lnTo>
                  <a:lnTo>
                    <a:pt x="302685" y="104366"/>
                  </a:lnTo>
                  <a:lnTo>
                    <a:pt x="303384" y="106904"/>
                  </a:lnTo>
                  <a:lnTo>
                    <a:pt x="303722" y="106948"/>
                  </a:lnTo>
                  <a:lnTo>
                    <a:pt x="303996" y="106815"/>
                  </a:lnTo>
                  <a:lnTo>
                    <a:pt x="303901" y="106582"/>
                  </a:lnTo>
                  <a:lnTo>
                    <a:pt x="304396" y="106473"/>
                  </a:lnTo>
                  <a:lnTo>
                    <a:pt x="305703" y="108237"/>
                  </a:lnTo>
                  <a:lnTo>
                    <a:pt x="306538" y="108722"/>
                  </a:lnTo>
                  <a:lnTo>
                    <a:pt x="305561" y="110942"/>
                  </a:lnTo>
                  <a:lnTo>
                    <a:pt x="305404" y="112547"/>
                  </a:lnTo>
                  <a:lnTo>
                    <a:pt x="304834" y="113830"/>
                  </a:lnTo>
                  <a:lnTo>
                    <a:pt x="306188" y="114060"/>
                  </a:lnTo>
                  <a:lnTo>
                    <a:pt x="310026" y="112916"/>
                  </a:lnTo>
                  <a:lnTo>
                    <a:pt x="310026" y="112475"/>
                  </a:lnTo>
                  <a:lnTo>
                    <a:pt x="310449" y="112231"/>
                  </a:lnTo>
                  <a:lnTo>
                    <a:pt x="310830" y="112699"/>
                  </a:lnTo>
                  <a:lnTo>
                    <a:pt x="311418" y="112437"/>
                  </a:lnTo>
                  <a:lnTo>
                    <a:pt x="312009" y="111617"/>
                  </a:lnTo>
                  <a:lnTo>
                    <a:pt x="313102" y="110874"/>
                  </a:lnTo>
                  <a:lnTo>
                    <a:pt x="313800" y="109502"/>
                  </a:lnTo>
                  <a:lnTo>
                    <a:pt x="316032" y="108498"/>
                  </a:lnTo>
                  <a:lnTo>
                    <a:pt x="316361" y="107894"/>
                  </a:lnTo>
                  <a:lnTo>
                    <a:pt x="316600" y="108186"/>
                  </a:lnTo>
                  <a:lnTo>
                    <a:pt x="317635" y="108305"/>
                  </a:lnTo>
                  <a:lnTo>
                    <a:pt x="318611" y="106804"/>
                  </a:lnTo>
                  <a:lnTo>
                    <a:pt x="319730" y="106765"/>
                  </a:lnTo>
                  <a:lnTo>
                    <a:pt x="320732" y="105850"/>
                  </a:lnTo>
                  <a:lnTo>
                    <a:pt x="323257" y="105404"/>
                  </a:lnTo>
                  <a:lnTo>
                    <a:pt x="324581" y="104755"/>
                  </a:lnTo>
                  <a:lnTo>
                    <a:pt x="325972" y="104489"/>
                  </a:lnTo>
                  <a:lnTo>
                    <a:pt x="326825" y="104687"/>
                  </a:lnTo>
                  <a:lnTo>
                    <a:pt x="326978" y="105342"/>
                  </a:lnTo>
                  <a:lnTo>
                    <a:pt x="326501" y="106048"/>
                  </a:lnTo>
                  <a:lnTo>
                    <a:pt x="327336" y="106865"/>
                  </a:lnTo>
                  <a:lnTo>
                    <a:pt x="327188" y="107495"/>
                  </a:lnTo>
                  <a:lnTo>
                    <a:pt x="330914" y="108402"/>
                  </a:lnTo>
                  <a:lnTo>
                    <a:pt x="332567" y="107936"/>
                  </a:lnTo>
                  <a:lnTo>
                    <a:pt x="333700" y="107934"/>
                  </a:lnTo>
                  <a:lnTo>
                    <a:pt x="334878" y="108194"/>
                  </a:lnTo>
                  <a:lnTo>
                    <a:pt x="337191" y="108162"/>
                  </a:lnTo>
                  <a:lnTo>
                    <a:pt x="337850" y="108480"/>
                  </a:lnTo>
                  <a:lnTo>
                    <a:pt x="338376" y="107386"/>
                  </a:lnTo>
                  <a:lnTo>
                    <a:pt x="339207" y="107216"/>
                  </a:lnTo>
                  <a:lnTo>
                    <a:pt x="340618" y="108160"/>
                  </a:lnTo>
                  <a:lnTo>
                    <a:pt x="341034" y="107802"/>
                  </a:lnTo>
                  <a:lnTo>
                    <a:pt x="341405" y="107845"/>
                  </a:lnTo>
                  <a:lnTo>
                    <a:pt x="342540" y="108927"/>
                  </a:lnTo>
                  <a:lnTo>
                    <a:pt x="343752" y="109104"/>
                  </a:lnTo>
                  <a:lnTo>
                    <a:pt x="344516" y="108904"/>
                  </a:lnTo>
                  <a:lnTo>
                    <a:pt x="344863" y="109222"/>
                  </a:lnTo>
                  <a:lnTo>
                    <a:pt x="345639" y="108780"/>
                  </a:lnTo>
                  <a:lnTo>
                    <a:pt x="346819" y="108750"/>
                  </a:lnTo>
                  <a:lnTo>
                    <a:pt x="349283" y="107891"/>
                  </a:lnTo>
                  <a:lnTo>
                    <a:pt x="351357" y="107994"/>
                  </a:lnTo>
                  <a:lnTo>
                    <a:pt x="353245" y="107415"/>
                  </a:lnTo>
                  <a:lnTo>
                    <a:pt x="355245" y="107148"/>
                  </a:lnTo>
                  <a:lnTo>
                    <a:pt x="358991" y="107705"/>
                  </a:lnTo>
                  <a:lnTo>
                    <a:pt x="360781" y="107342"/>
                  </a:lnTo>
                  <a:lnTo>
                    <a:pt x="360187" y="104628"/>
                  </a:lnTo>
                  <a:lnTo>
                    <a:pt x="364596" y="102130"/>
                  </a:lnTo>
                  <a:lnTo>
                    <a:pt x="364832" y="101589"/>
                  </a:lnTo>
                  <a:lnTo>
                    <a:pt x="368627" y="101010"/>
                  </a:lnTo>
                  <a:lnTo>
                    <a:pt x="369575" y="100076"/>
                  </a:lnTo>
                  <a:lnTo>
                    <a:pt x="370007" y="99148"/>
                  </a:lnTo>
                  <a:lnTo>
                    <a:pt x="371452" y="99315"/>
                  </a:lnTo>
                  <a:lnTo>
                    <a:pt x="372736" y="99786"/>
                  </a:lnTo>
                  <a:lnTo>
                    <a:pt x="373557" y="99647"/>
                  </a:lnTo>
                  <a:lnTo>
                    <a:pt x="375566" y="97746"/>
                  </a:lnTo>
                  <a:lnTo>
                    <a:pt x="374545" y="97287"/>
                  </a:lnTo>
                  <a:lnTo>
                    <a:pt x="374765" y="95540"/>
                  </a:lnTo>
                  <a:lnTo>
                    <a:pt x="374582" y="94377"/>
                  </a:lnTo>
                  <a:lnTo>
                    <a:pt x="375762" y="94194"/>
                  </a:lnTo>
                  <a:lnTo>
                    <a:pt x="376707" y="94337"/>
                  </a:lnTo>
                  <a:lnTo>
                    <a:pt x="376843" y="94664"/>
                  </a:lnTo>
                  <a:lnTo>
                    <a:pt x="377716" y="94881"/>
                  </a:lnTo>
                  <a:lnTo>
                    <a:pt x="377794" y="95657"/>
                  </a:lnTo>
                  <a:lnTo>
                    <a:pt x="378175" y="95568"/>
                  </a:lnTo>
                  <a:lnTo>
                    <a:pt x="378857" y="96031"/>
                  </a:lnTo>
                  <a:lnTo>
                    <a:pt x="379560" y="95927"/>
                  </a:lnTo>
                  <a:lnTo>
                    <a:pt x="380015" y="94736"/>
                  </a:lnTo>
                  <a:lnTo>
                    <a:pt x="382293" y="94207"/>
                  </a:lnTo>
                  <a:lnTo>
                    <a:pt x="382879" y="93688"/>
                  </a:lnTo>
                  <a:lnTo>
                    <a:pt x="384955" y="93971"/>
                  </a:lnTo>
                  <a:lnTo>
                    <a:pt x="385253" y="93507"/>
                  </a:lnTo>
                  <a:lnTo>
                    <a:pt x="386074" y="93120"/>
                  </a:lnTo>
                  <a:lnTo>
                    <a:pt x="387476" y="91779"/>
                  </a:lnTo>
                  <a:lnTo>
                    <a:pt x="387844" y="91181"/>
                  </a:lnTo>
                  <a:lnTo>
                    <a:pt x="388220" y="89790"/>
                  </a:lnTo>
                  <a:lnTo>
                    <a:pt x="387794" y="87737"/>
                  </a:lnTo>
                  <a:lnTo>
                    <a:pt x="388608" y="85546"/>
                  </a:lnTo>
                  <a:lnTo>
                    <a:pt x="389560" y="85040"/>
                  </a:lnTo>
                  <a:lnTo>
                    <a:pt x="390780" y="86182"/>
                  </a:lnTo>
                  <a:lnTo>
                    <a:pt x="391330" y="85923"/>
                  </a:lnTo>
                  <a:lnTo>
                    <a:pt x="393254" y="86612"/>
                  </a:lnTo>
                  <a:lnTo>
                    <a:pt x="395921" y="86093"/>
                  </a:lnTo>
                  <a:lnTo>
                    <a:pt x="396944" y="86162"/>
                  </a:lnTo>
                  <a:lnTo>
                    <a:pt x="398379" y="85759"/>
                  </a:lnTo>
                  <a:lnTo>
                    <a:pt x="398336" y="85012"/>
                  </a:lnTo>
                  <a:lnTo>
                    <a:pt x="399023" y="84774"/>
                  </a:lnTo>
                  <a:lnTo>
                    <a:pt x="399179" y="82913"/>
                  </a:lnTo>
                  <a:lnTo>
                    <a:pt x="400466" y="83544"/>
                  </a:lnTo>
                  <a:lnTo>
                    <a:pt x="401353" y="84206"/>
                  </a:lnTo>
                  <a:lnTo>
                    <a:pt x="403728" y="81699"/>
                  </a:lnTo>
                  <a:lnTo>
                    <a:pt x="406214" y="79999"/>
                  </a:lnTo>
                  <a:lnTo>
                    <a:pt x="407755" y="79123"/>
                  </a:lnTo>
                  <a:lnTo>
                    <a:pt x="408477" y="79900"/>
                  </a:lnTo>
                  <a:lnTo>
                    <a:pt x="409657" y="80282"/>
                  </a:lnTo>
                  <a:lnTo>
                    <a:pt x="409623" y="79709"/>
                  </a:lnTo>
                  <a:lnTo>
                    <a:pt x="411277" y="82067"/>
                  </a:lnTo>
                  <a:lnTo>
                    <a:pt x="411674" y="82267"/>
                  </a:lnTo>
                  <a:lnTo>
                    <a:pt x="412288" y="81465"/>
                  </a:lnTo>
                  <a:lnTo>
                    <a:pt x="413075" y="82748"/>
                  </a:lnTo>
                  <a:lnTo>
                    <a:pt x="413555" y="82481"/>
                  </a:lnTo>
                  <a:lnTo>
                    <a:pt x="413772" y="82622"/>
                  </a:lnTo>
                  <a:lnTo>
                    <a:pt x="413548" y="80541"/>
                  </a:lnTo>
                  <a:lnTo>
                    <a:pt x="414850" y="80970"/>
                  </a:lnTo>
                  <a:lnTo>
                    <a:pt x="416241" y="78254"/>
                  </a:lnTo>
                  <a:lnTo>
                    <a:pt x="417899" y="77984"/>
                  </a:lnTo>
                  <a:lnTo>
                    <a:pt x="419926" y="78533"/>
                  </a:lnTo>
                  <a:lnTo>
                    <a:pt x="422982" y="80385"/>
                  </a:lnTo>
                  <a:lnTo>
                    <a:pt x="423600" y="78888"/>
                  </a:lnTo>
                  <a:lnTo>
                    <a:pt x="425919" y="77829"/>
                  </a:lnTo>
                  <a:lnTo>
                    <a:pt x="432039" y="76638"/>
                  </a:lnTo>
                  <a:lnTo>
                    <a:pt x="432001" y="76402"/>
                  </a:lnTo>
                  <a:lnTo>
                    <a:pt x="432416" y="76036"/>
                  </a:lnTo>
                  <a:lnTo>
                    <a:pt x="434116" y="75050"/>
                  </a:lnTo>
                  <a:lnTo>
                    <a:pt x="433958" y="74340"/>
                  </a:lnTo>
                  <a:lnTo>
                    <a:pt x="434236" y="74236"/>
                  </a:lnTo>
                  <a:lnTo>
                    <a:pt x="433714" y="72644"/>
                  </a:lnTo>
                  <a:lnTo>
                    <a:pt x="435082" y="72602"/>
                  </a:lnTo>
                  <a:lnTo>
                    <a:pt x="436563" y="73065"/>
                  </a:lnTo>
                  <a:lnTo>
                    <a:pt x="438830" y="72107"/>
                  </a:lnTo>
                  <a:lnTo>
                    <a:pt x="438443" y="71321"/>
                  </a:lnTo>
                  <a:lnTo>
                    <a:pt x="441342" y="70053"/>
                  </a:lnTo>
                  <a:lnTo>
                    <a:pt x="442273" y="69880"/>
                  </a:lnTo>
                  <a:lnTo>
                    <a:pt x="443285" y="70439"/>
                  </a:lnTo>
                  <a:lnTo>
                    <a:pt x="445286" y="72349"/>
                  </a:lnTo>
                  <a:lnTo>
                    <a:pt x="446682" y="72053"/>
                  </a:lnTo>
                  <a:lnTo>
                    <a:pt x="446774" y="71399"/>
                  </a:lnTo>
                  <a:lnTo>
                    <a:pt x="448241" y="70980"/>
                  </a:lnTo>
                  <a:lnTo>
                    <a:pt x="449176" y="71329"/>
                  </a:lnTo>
                  <a:lnTo>
                    <a:pt x="450117" y="71254"/>
                  </a:lnTo>
                  <a:lnTo>
                    <a:pt x="449837" y="70231"/>
                  </a:lnTo>
                  <a:lnTo>
                    <a:pt x="448911" y="69059"/>
                  </a:lnTo>
                  <a:lnTo>
                    <a:pt x="448944" y="68820"/>
                  </a:lnTo>
                  <a:lnTo>
                    <a:pt x="449953" y="68451"/>
                  </a:lnTo>
                  <a:lnTo>
                    <a:pt x="447718" y="65018"/>
                  </a:lnTo>
                  <a:lnTo>
                    <a:pt x="449025" y="63677"/>
                  </a:lnTo>
                  <a:lnTo>
                    <a:pt x="449214" y="63136"/>
                  </a:lnTo>
                  <a:lnTo>
                    <a:pt x="450312" y="61777"/>
                  </a:lnTo>
                  <a:lnTo>
                    <a:pt x="450083" y="60994"/>
                  </a:lnTo>
                  <a:lnTo>
                    <a:pt x="448543" y="58519"/>
                  </a:lnTo>
                  <a:lnTo>
                    <a:pt x="449020" y="58258"/>
                  </a:lnTo>
                  <a:lnTo>
                    <a:pt x="450030" y="58206"/>
                  </a:lnTo>
                  <a:lnTo>
                    <a:pt x="450154" y="56834"/>
                  </a:lnTo>
                  <a:lnTo>
                    <a:pt x="451444" y="55239"/>
                  </a:lnTo>
                  <a:lnTo>
                    <a:pt x="453188" y="54012"/>
                  </a:lnTo>
                  <a:lnTo>
                    <a:pt x="453997" y="53856"/>
                  </a:lnTo>
                  <a:lnTo>
                    <a:pt x="455321" y="53048"/>
                  </a:lnTo>
                  <a:lnTo>
                    <a:pt x="455808" y="51243"/>
                  </a:lnTo>
                  <a:lnTo>
                    <a:pt x="458973" y="51171"/>
                  </a:lnTo>
                  <a:lnTo>
                    <a:pt x="459417" y="51556"/>
                  </a:lnTo>
                  <a:lnTo>
                    <a:pt x="459782" y="53137"/>
                  </a:lnTo>
                  <a:lnTo>
                    <a:pt x="462338" y="52570"/>
                  </a:lnTo>
                  <a:lnTo>
                    <a:pt x="463755" y="54893"/>
                  </a:lnTo>
                  <a:lnTo>
                    <a:pt x="463948" y="54785"/>
                  </a:lnTo>
                  <a:lnTo>
                    <a:pt x="463408" y="51895"/>
                  </a:lnTo>
                  <a:lnTo>
                    <a:pt x="463589" y="50094"/>
                  </a:lnTo>
                  <a:lnTo>
                    <a:pt x="465497" y="49541"/>
                  </a:lnTo>
                  <a:lnTo>
                    <a:pt x="469044" y="49865"/>
                  </a:lnTo>
                  <a:lnTo>
                    <a:pt x="471326" y="51241"/>
                  </a:lnTo>
                  <a:lnTo>
                    <a:pt x="471651" y="52087"/>
                  </a:lnTo>
                  <a:lnTo>
                    <a:pt x="473295" y="53035"/>
                  </a:lnTo>
                  <a:lnTo>
                    <a:pt x="473398" y="53258"/>
                  </a:lnTo>
                  <a:lnTo>
                    <a:pt x="473053" y="53946"/>
                  </a:lnTo>
                  <a:lnTo>
                    <a:pt x="472879" y="55218"/>
                  </a:lnTo>
                  <a:lnTo>
                    <a:pt x="471879" y="55357"/>
                  </a:lnTo>
                  <a:lnTo>
                    <a:pt x="472469" y="59706"/>
                  </a:lnTo>
                  <a:lnTo>
                    <a:pt x="473346" y="59227"/>
                  </a:lnTo>
                  <a:lnTo>
                    <a:pt x="473496" y="60757"/>
                  </a:lnTo>
                  <a:lnTo>
                    <a:pt x="471878" y="60847"/>
                  </a:lnTo>
                  <a:lnTo>
                    <a:pt x="470033" y="61270"/>
                  </a:lnTo>
                  <a:lnTo>
                    <a:pt x="467997" y="61932"/>
                  </a:lnTo>
                  <a:lnTo>
                    <a:pt x="467023" y="62488"/>
                  </a:lnTo>
                  <a:lnTo>
                    <a:pt x="469102" y="64559"/>
                  </a:lnTo>
                  <a:lnTo>
                    <a:pt x="468694" y="67835"/>
                  </a:lnTo>
                  <a:lnTo>
                    <a:pt x="469556" y="70439"/>
                  </a:lnTo>
                  <a:lnTo>
                    <a:pt x="469489" y="71356"/>
                  </a:lnTo>
                  <a:lnTo>
                    <a:pt x="470179" y="73437"/>
                  </a:lnTo>
                  <a:lnTo>
                    <a:pt x="470104" y="73807"/>
                  </a:lnTo>
                  <a:lnTo>
                    <a:pt x="471014" y="73425"/>
                  </a:lnTo>
                  <a:lnTo>
                    <a:pt x="471648" y="73634"/>
                  </a:lnTo>
                  <a:lnTo>
                    <a:pt x="474682" y="73509"/>
                  </a:lnTo>
                  <a:lnTo>
                    <a:pt x="474674" y="73660"/>
                  </a:lnTo>
                  <a:lnTo>
                    <a:pt x="476245" y="73683"/>
                  </a:lnTo>
                  <a:lnTo>
                    <a:pt x="476473" y="75071"/>
                  </a:lnTo>
                  <a:lnTo>
                    <a:pt x="477902" y="74614"/>
                  </a:lnTo>
                  <a:lnTo>
                    <a:pt x="477927" y="77537"/>
                  </a:lnTo>
                  <a:lnTo>
                    <a:pt x="478023" y="77727"/>
                  </a:lnTo>
                  <a:lnTo>
                    <a:pt x="480686" y="77610"/>
                  </a:lnTo>
                  <a:lnTo>
                    <a:pt x="482482" y="77977"/>
                  </a:lnTo>
                  <a:lnTo>
                    <a:pt x="484711" y="78481"/>
                  </a:lnTo>
                  <a:lnTo>
                    <a:pt x="486344" y="78589"/>
                  </a:lnTo>
                  <a:lnTo>
                    <a:pt x="491546" y="78496"/>
                  </a:lnTo>
                  <a:lnTo>
                    <a:pt x="491767" y="79738"/>
                  </a:lnTo>
                  <a:lnTo>
                    <a:pt x="491390" y="81422"/>
                  </a:lnTo>
                  <a:lnTo>
                    <a:pt x="491953" y="81842"/>
                  </a:lnTo>
                  <a:lnTo>
                    <a:pt x="493391" y="79548"/>
                  </a:lnTo>
                  <a:lnTo>
                    <a:pt x="494504" y="78655"/>
                  </a:lnTo>
                  <a:lnTo>
                    <a:pt x="497174" y="79832"/>
                  </a:lnTo>
                  <a:lnTo>
                    <a:pt x="497359" y="80578"/>
                  </a:lnTo>
                  <a:lnTo>
                    <a:pt x="498794" y="81436"/>
                  </a:lnTo>
                  <a:lnTo>
                    <a:pt x="498663" y="81800"/>
                  </a:lnTo>
                  <a:lnTo>
                    <a:pt x="499593" y="82219"/>
                  </a:lnTo>
                  <a:lnTo>
                    <a:pt x="500974" y="83344"/>
                  </a:lnTo>
                  <a:lnTo>
                    <a:pt x="501498" y="86507"/>
                  </a:lnTo>
                  <a:lnTo>
                    <a:pt x="504582" y="87101"/>
                  </a:lnTo>
                  <a:lnTo>
                    <a:pt x="506826" y="86555"/>
                  </a:lnTo>
                  <a:lnTo>
                    <a:pt x="507891" y="88549"/>
                  </a:lnTo>
                  <a:lnTo>
                    <a:pt x="510078" y="91184"/>
                  </a:lnTo>
                  <a:lnTo>
                    <a:pt x="513092" y="92815"/>
                  </a:lnTo>
                  <a:lnTo>
                    <a:pt x="514244" y="93083"/>
                  </a:lnTo>
                  <a:lnTo>
                    <a:pt x="515976" y="93149"/>
                  </a:lnTo>
                  <a:lnTo>
                    <a:pt x="517800" y="92731"/>
                  </a:lnTo>
                  <a:lnTo>
                    <a:pt x="518277" y="93828"/>
                  </a:lnTo>
                  <a:lnTo>
                    <a:pt x="519101" y="94499"/>
                  </a:lnTo>
                  <a:lnTo>
                    <a:pt x="519995" y="94807"/>
                  </a:lnTo>
                  <a:lnTo>
                    <a:pt x="520670" y="96378"/>
                  </a:lnTo>
                  <a:lnTo>
                    <a:pt x="521868" y="96984"/>
                  </a:lnTo>
                  <a:lnTo>
                    <a:pt x="521939" y="97536"/>
                  </a:lnTo>
                  <a:lnTo>
                    <a:pt x="522516" y="97816"/>
                  </a:lnTo>
                  <a:lnTo>
                    <a:pt x="522500" y="98299"/>
                  </a:lnTo>
                  <a:lnTo>
                    <a:pt x="523165" y="99268"/>
                  </a:lnTo>
                  <a:lnTo>
                    <a:pt x="523508" y="98944"/>
                  </a:lnTo>
                  <a:lnTo>
                    <a:pt x="523819" y="99048"/>
                  </a:lnTo>
                  <a:lnTo>
                    <a:pt x="523854" y="99360"/>
                  </a:lnTo>
                  <a:lnTo>
                    <a:pt x="524502" y="99707"/>
                  </a:lnTo>
                  <a:lnTo>
                    <a:pt x="524753" y="100222"/>
                  </a:lnTo>
                  <a:lnTo>
                    <a:pt x="525487" y="100612"/>
                  </a:lnTo>
                  <a:lnTo>
                    <a:pt x="525789" y="100529"/>
                  </a:lnTo>
                  <a:lnTo>
                    <a:pt x="525943" y="101018"/>
                  </a:lnTo>
                  <a:lnTo>
                    <a:pt x="526479" y="100918"/>
                  </a:lnTo>
                  <a:lnTo>
                    <a:pt x="527426" y="101580"/>
                  </a:lnTo>
                  <a:lnTo>
                    <a:pt x="527456" y="101081"/>
                  </a:lnTo>
                  <a:lnTo>
                    <a:pt x="528901" y="100988"/>
                  </a:lnTo>
                  <a:lnTo>
                    <a:pt x="529734" y="101325"/>
                  </a:lnTo>
                  <a:lnTo>
                    <a:pt x="529867" y="101607"/>
                  </a:lnTo>
                  <a:lnTo>
                    <a:pt x="531213" y="101919"/>
                  </a:lnTo>
                  <a:lnTo>
                    <a:pt x="531887" y="101314"/>
                  </a:lnTo>
                  <a:lnTo>
                    <a:pt x="532210" y="101515"/>
                  </a:lnTo>
                  <a:lnTo>
                    <a:pt x="532695" y="101268"/>
                  </a:lnTo>
                  <a:lnTo>
                    <a:pt x="533000" y="101480"/>
                  </a:lnTo>
                  <a:lnTo>
                    <a:pt x="533876" y="101171"/>
                  </a:lnTo>
                  <a:lnTo>
                    <a:pt x="534601" y="101317"/>
                  </a:lnTo>
                  <a:lnTo>
                    <a:pt x="535128" y="101915"/>
                  </a:lnTo>
                  <a:lnTo>
                    <a:pt x="536270" y="101988"/>
                  </a:lnTo>
                  <a:lnTo>
                    <a:pt x="536368" y="101788"/>
                  </a:lnTo>
                  <a:lnTo>
                    <a:pt x="537092" y="102031"/>
                  </a:lnTo>
                  <a:lnTo>
                    <a:pt x="537733" y="102325"/>
                  </a:lnTo>
                  <a:lnTo>
                    <a:pt x="537686" y="102661"/>
                  </a:lnTo>
                  <a:lnTo>
                    <a:pt x="538129" y="102568"/>
                  </a:lnTo>
                  <a:lnTo>
                    <a:pt x="538870" y="102832"/>
                  </a:lnTo>
                  <a:lnTo>
                    <a:pt x="538556" y="103288"/>
                  </a:lnTo>
                  <a:lnTo>
                    <a:pt x="539424" y="103080"/>
                  </a:lnTo>
                  <a:lnTo>
                    <a:pt x="540706" y="103724"/>
                  </a:lnTo>
                  <a:lnTo>
                    <a:pt x="540934" y="104055"/>
                  </a:lnTo>
                  <a:lnTo>
                    <a:pt x="541675" y="103617"/>
                  </a:lnTo>
                  <a:lnTo>
                    <a:pt x="542679" y="103529"/>
                  </a:lnTo>
                  <a:lnTo>
                    <a:pt x="542733" y="102892"/>
                  </a:lnTo>
                  <a:lnTo>
                    <a:pt x="544544" y="102752"/>
                  </a:lnTo>
                  <a:lnTo>
                    <a:pt x="544876" y="103240"/>
                  </a:lnTo>
                  <a:lnTo>
                    <a:pt x="545160" y="103253"/>
                  </a:lnTo>
                  <a:lnTo>
                    <a:pt x="545006" y="103674"/>
                  </a:lnTo>
                  <a:lnTo>
                    <a:pt x="545527" y="106992"/>
                  </a:lnTo>
                  <a:lnTo>
                    <a:pt x="545484" y="108051"/>
                  </a:lnTo>
                  <a:lnTo>
                    <a:pt x="546119" y="109605"/>
                  </a:lnTo>
                  <a:lnTo>
                    <a:pt x="545261" y="110944"/>
                  </a:lnTo>
                  <a:lnTo>
                    <a:pt x="543299" y="111962"/>
                  </a:lnTo>
                  <a:lnTo>
                    <a:pt x="543984" y="113211"/>
                  </a:lnTo>
                  <a:lnTo>
                    <a:pt x="544439" y="115105"/>
                  </a:lnTo>
                  <a:lnTo>
                    <a:pt x="544311" y="115768"/>
                  </a:lnTo>
                  <a:lnTo>
                    <a:pt x="544835" y="116136"/>
                  </a:lnTo>
                  <a:lnTo>
                    <a:pt x="545440" y="118132"/>
                  </a:lnTo>
                  <a:lnTo>
                    <a:pt x="546245" y="119077"/>
                  </a:lnTo>
                  <a:lnTo>
                    <a:pt x="547158" y="120747"/>
                  </a:lnTo>
                  <a:lnTo>
                    <a:pt x="544355" y="124258"/>
                  </a:lnTo>
                  <a:lnTo>
                    <a:pt x="541290" y="126211"/>
                  </a:lnTo>
                  <a:lnTo>
                    <a:pt x="541697" y="126680"/>
                  </a:lnTo>
                  <a:lnTo>
                    <a:pt x="541336" y="127007"/>
                  </a:lnTo>
                  <a:lnTo>
                    <a:pt x="540976" y="126847"/>
                  </a:lnTo>
                  <a:lnTo>
                    <a:pt x="540922" y="126544"/>
                  </a:lnTo>
                  <a:lnTo>
                    <a:pt x="540344" y="127058"/>
                  </a:lnTo>
                  <a:lnTo>
                    <a:pt x="540506" y="127243"/>
                  </a:lnTo>
                  <a:lnTo>
                    <a:pt x="540220" y="127126"/>
                  </a:lnTo>
                  <a:lnTo>
                    <a:pt x="539870" y="127349"/>
                  </a:lnTo>
                  <a:lnTo>
                    <a:pt x="538431" y="129186"/>
                  </a:lnTo>
                  <a:lnTo>
                    <a:pt x="538194" y="129869"/>
                  </a:lnTo>
                  <a:lnTo>
                    <a:pt x="539057" y="131556"/>
                  </a:lnTo>
                  <a:lnTo>
                    <a:pt x="540471" y="133256"/>
                  </a:lnTo>
                  <a:lnTo>
                    <a:pt x="539520" y="134017"/>
                  </a:lnTo>
                  <a:lnTo>
                    <a:pt x="537628" y="133526"/>
                  </a:lnTo>
                  <a:lnTo>
                    <a:pt x="536897" y="133842"/>
                  </a:lnTo>
                  <a:lnTo>
                    <a:pt x="536294" y="134517"/>
                  </a:lnTo>
                  <a:lnTo>
                    <a:pt x="535444" y="134920"/>
                  </a:lnTo>
                  <a:lnTo>
                    <a:pt x="533702" y="137018"/>
                  </a:lnTo>
                  <a:lnTo>
                    <a:pt x="533977" y="138248"/>
                  </a:lnTo>
                  <a:lnTo>
                    <a:pt x="533558" y="138999"/>
                  </a:lnTo>
                  <a:lnTo>
                    <a:pt x="533679" y="140511"/>
                  </a:lnTo>
                  <a:lnTo>
                    <a:pt x="533793" y="140920"/>
                  </a:lnTo>
                  <a:lnTo>
                    <a:pt x="534666" y="141430"/>
                  </a:lnTo>
                  <a:lnTo>
                    <a:pt x="534084" y="145150"/>
                  </a:lnTo>
                  <a:lnTo>
                    <a:pt x="534458" y="146201"/>
                  </a:lnTo>
                  <a:lnTo>
                    <a:pt x="535130" y="147176"/>
                  </a:lnTo>
                  <a:lnTo>
                    <a:pt x="536010" y="151962"/>
                  </a:lnTo>
                  <a:lnTo>
                    <a:pt x="534536" y="153973"/>
                  </a:lnTo>
                  <a:lnTo>
                    <a:pt x="535291" y="154002"/>
                  </a:lnTo>
                  <a:lnTo>
                    <a:pt x="536177" y="155259"/>
                  </a:lnTo>
                  <a:lnTo>
                    <a:pt x="533541" y="156788"/>
                  </a:lnTo>
                  <a:lnTo>
                    <a:pt x="532507" y="157057"/>
                  </a:lnTo>
                  <a:lnTo>
                    <a:pt x="532491" y="156705"/>
                  </a:lnTo>
                  <a:lnTo>
                    <a:pt x="532148" y="157103"/>
                  </a:lnTo>
                  <a:lnTo>
                    <a:pt x="531879" y="156920"/>
                  </a:lnTo>
                  <a:lnTo>
                    <a:pt x="531521" y="158622"/>
                  </a:lnTo>
                  <a:lnTo>
                    <a:pt x="531960" y="160377"/>
                  </a:lnTo>
                  <a:lnTo>
                    <a:pt x="531286" y="160651"/>
                  </a:lnTo>
                  <a:lnTo>
                    <a:pt x="531291" y="162122"/>
                  </a:lnTo>
                  <a:lnTo>
                    <a:pt x="530484" y="162252"/>
                  </a:lnTo>
                  <a:lnTo>
                    <a:pt x="529622" y="161198"/>
                  </a:lnTo>
                  <a:lnTo>
                    <a:pt x="529374" y="160342"/>
                  </a:lnTo>
                  <a:lnTo>
                    <a:pt x="528412" y="160225"/>
                  </a:lnTo>
                  <a:lnTo>
                    <a:pt x="527729" y="159675"/>
                  </a:lnTo>
                  <a:lnTo>
                    <a:pt x="526234" y="159408"/>
                  </a:lnTo>
                  <a:lnTo>
                    <a:pt x="523899" y="159833"/>
                  </a:lnTo>
                  <a:lnTo>
                    <a:pt x="523253" y="159171"/>
                  </a:lnTo>
                  <a:lnTo>
                    <a:pt x="522690" y="159011"/>
                  </a:lnTo>
                  <a:lnTo>
                    <a:pt x="522488" y="159303"/>
                  </a:lnTo>
                  <a:lnTo>
                    <a:pt x="521769" y="159085"/>
                  </a:lnTo>
                  <a:lnTo>
                    <a:pt x="521263" y="157753"/>
                  </a:lnTo>
                  <a:lnTo>
                    <a:pt x="520602" y="157055"/>
                  </a:lnTo>
                  <a:lnTo>
                    <a:pt x="518722" y="156063"/>
                  </a:lnTo>
                  <a:lnTo>
                    <a:pt x="518031" y="154392"/>
                  </a:lnTo>
                  <a:lnTo>
                    <a:pt x="516155" y="155080"/>
                  </a:lnTo>
                  <a:lnTo>
                    <a:pt x="515505" y="155507"/>
                  </a:lnTo>
                  <a:lnTo>
                    <a:pt x="515087" y="156122"/>
                  </a:lnTo>
                  <a:lnTo>
                    <a:pt x="514467" y="156402"/>
                  </a:lnTo>
                  <a:lnTo>
                    <a:pt x="513491" y="156568"/>
                  </a:lnTo>
                  <a:lnTo>
                    <a:pt x="512434" y="156413"/>
                  </a:lnTo>
                  <a:lnTo>
                    <a:pt x="511660" y="156162"/>
                  </a:lnTo>
                  <a:lnTo>
                    <a:pt x="511073" y="155562"/>
                  </a:lnTo>
                  <a:lnTo>
                    <a:pt x="510136" y="151096"/>
                  </a:lnTo>
                  <a:lnTo>
                    <a:pt x="509249" y="149553"/>
                  </a:lnTo>
                  <a:lnTo>
                    <a:pt x="509665" y="149227"/>
                  </a:lnTo>
                  <a:lnTo>
                    <a:pt x="509952" y="148271"/>
                  </a:lnTo>
                  <a:lnTo>
                    <a:pt x="510213" y="148150"/>
                  </a:lnTo>
                  <a:lnTo>
                    <a:pt x="509947" y="146990"/>
                  </a:lnTo>
                  <a:lnTo>
                    <a:pt x="511337" y="145184"/>
                  </a:lnTo>
                  <a:lnTo>
                    <a:pt x="511563" y="144102"/>
                  </a:lnTo>
                  <a:lnTo>
                    <a:pt x="512671" y="143002"/>
                  </a:lnTo>
                  <a:lnTo>
                    <a:pt x="511518" y="141736"/>
                  </a:lnTo>
                  <a:lnTo>
                    <a:pt x="509665" y="140695"/>
                  </a:lnTo>
                  <a:lnTo>
                    <a:pt x="508600" y="139185"/>
                  </a:lnTo>
                  <a:lnTo>
                    <a:pt x="506421" y="139810"/>
                  </a:lnTo>
                  <a:lnTo>
                    <a:pt x="505444" y="139642"/>
                  </a:lnTo>
                  <a:lnTo>
                    <a:pt x="504813" y="139397"/>
                  </a:lnTo>
                  <a:lnTo>
                    <a:pt x="503714" y="137760"/>
                  </a:lnTo>
                  <a:lnTo>
                    <a:pt x="502816" y="136928"/>
                  </a:lnTo>
                  <a:lnTo>
                    <a:pt x="501316" y="136410"/>
                  </a:lnTo>
                  <a:lnTo>
                    <a:pt x="499405" y="136014"/>
                  </a:lnTo>
                  <a:lnTo>
                    <a:pt x="496934" y="136210"/>
                  </a:lnTo>
                  <a:lnTo>
                    <a:pt x="496246" y="135282"/>
                  </a:lnTo>
                  <a:lnTo>
                    <a:pt x="494405" y="134759"/>
                  </a:lnTo>
                  <a:lnTo>
                    <a:pt x="488811" y="134445"/>
                  </a:lnTo>
                  <a:lnTo>
                    <a:pt x="485545" y="133721"/>
                  </a:lnTo>
                  <a:lnTo>
                    <a:pt x="482838" y="133521"/>
                  </a:lnTo>
                  <a:lnTo>
                    <a:pt x="480632" y="128678"/>
                  </a:lnTo>
                  <a:lnTo>
                    <a:pt x="478057" y="125449"/>
                  </a:lnTo>
                  <a:lnTo>
                    <a:pt x="476871" y="123600"/>
                  </a:lnTo>
                  <a:lnTo>
                    <a:pt x="475161" y="124292"/>
                  </a:lnTo>
                  <a:lnTo>
                    <a:pt x="474668" y="123318"/>
                  </a:lnTo>
                  <a:lnTo>
                    <a:pt x="472419" y="124033"/>
                  </a:lnTo>
                  <a:lnTo>
                    <a:pt x="469618" y="124585"/>
                  </a:lnTo>
                  <a:lnTo>
                    <a:pt x="466631" y="125873"/>
                  </a:lnTo>
                  <a:lnTo>
                    <a:pt x="464292" y="127582"/>
                  </a:lnTo>
                  <a:lnTo>
                    <a:pt x="464595" y="127660"/>
                  </a:lnTo>
                  <a:lnTo>
                    <a:pt x="464535" y="128023"/>
                  </a:lnTo>
                  <a:lnTo>
                    <a:pt x="463414" y="129045"/>
                  </a:lnTo>
                  <a:lnTo>
                    <a:pt x="463262" y="129600"/>
                  </a:lnTo>
                  <a:lnTo>
                    <a:pt x="462307" y="129609"/>
                  </a:lnTo>
                  <a:lnTo>
                    <a:pt x="459431" y="128879"/>
                  </a:lnTo>
                  <a:lnTo>
                    <a:pt x="458898" y="129769"/>
                  </a:lnTo>
                  <a:lnTo>
                    <a:pt x="458046" y="129272"/>
                  </a:lnTo>
                  <a:lnTo>
                    <a:pt x="457856" y="129956"/>
                  </a:lnTo>
                  <a:lnTo>
                    <a:pt x="455955" y="130769"/>
                  </a:lnTo>
                  <a:lnTo>
                    <a:pt x="455363" y="132204"/>
                  </a:lnTo>
                  <a:lnTo>
                    <a:pt x="454070" y="133649"/>
                  </a:lnTo>
                  <a:lnTo>
                    <a:pt x="453850" y="134889"/>
                  </a:lnTo>
                  <a:lnTo>
                    <a:pt x="451504" y="136283"/>
                  </a:lnTo>
                  <a:lnTo>
                    <a:pt x="448697" y="137387"/>
                  </a:lnTo>
                  <a:lnTo>
                    <a:pt x="447794" y="138354"/>
                  </a:lnTo>
                  <a:lnTo>
                    <a:pt x="449699" y="139638"/>
                  </a:lnTo>
                  <a:lnTo>
                    <a:pt x="449887" y="140584"/>
                  </a:lnTo>
                  <a:lnTo>
                    <a:pt x="448971" y="142681"/>
                  </a:lnTo>
                  <a:lnTo>
                    <a:pt x="447513" y="144778"/>
                  </a:lnTo>
                  <a:lnTo>
                    <a:pt x="445419" y="146284"/>
                  </a:lnTo>
                  <a:lnTo>
                    <a:pt x="445151" y="150184"/>
                  </a:lnTo>
                  <a:lnTo>
                    <a:pt x="445517" y="154560"/>
                  </a:lnTo>
                  <a:lnTo>
                    <a:pt x="446270" y="154664"/>
                  </a:lnTo>
                  <a:lnTo>
                    <a:pt x="447129" y="155835"/>
                  </a:lnTo>
                  <a:lnTo>
                    <a:pt x="448346" y="156078"/>
                  </a:lnTo>
                  <a:lnTo>
                    <a:pt x="448016" y="157356"/>
                  </a:lnTo>
                  <a:lnTo>
                    <a:pt x="448664" y="157569"/>
                  </a:lnTo>
                  <a:lnTo>
                    <a:pt x="448193" y="159742"/>
                  </a:lnTo>
                  <a:lnTo>
                    <a:pt x="448248" y="161445"/>
                  </a:lnTo>
                  <a:lnTo>
                    <a:pt x="448716" y="163615"/>
                  </a:lnTo>
                  <a:lnTo>
                    <a:pt x="449699" y="166379"/>
                  </a:lnTo>
                  <a:lnTo>
                    <a:pt x="448403" y="166754"/>
                  </a:lnTo>
                  <a:lnTo>
                    <a:pt x="449723" y="169162"/>
                  </a:lnTo>
                  <a:lnTo>
                    <a:pt x="450432" y="171239"/>
                  </a:lnTo>
                  <a:lnTo>
                    <a:pt x="452112" y="174709"/>
                  </a:lnTo>
                  <a:lnTo>
                    <a:pt x="452298" y="176367"/>
                  </a:lnTo>
                  <a:lnTo>
                    <a:pt x="453044" y="178819"/>
                  </a:lnTo>
                  <a:lnTo>
                    <a:pt x="453120" y="180490"/>
                  </a:lnTo>
                  <a:lnTo>
                    <a:pt x="452901" y="181075"/>
                  </a:lnTo>
                  <a:lnTo>
                    <a:pt x="451699" y="181670"/>
                  </a:lnTo>
                  <a:lnTo>
                    <a:pt x="450594" y="182902"/>
                  </a:lnTo>
                  <a:lnTo>
                    <a:pt x="449677" y="183220"/>
                  </a:lnTo>
                  <a:lnTo>
                    <a:pt x="449202" y="183891"/>
                  </a:lnTo>
                  <a:lnTo>
                    <a:pt x="450420" y="187115"/>
                  </a:lnTo>
                  <a:lnTo>
                    <a:pt x="450587" y="188087"/>
                  </a:lnTo>
                  <a:lnTo>
                    <a:pt x="450553" y="188905"/>
                  </a:lnTo>
                  <a:lnTo>
                    <a:pt x="449966" y="189927"/>
                  </a:lnTo>
                  <a:lnTo>
                    <a:pt x="445714" y="191467"/>
                  </a:lnTo>
                  <a:lnTo>
                    <a:pt x="444871" y="192388"/>
                  </a:lnTo>
                  <a:lnTo>
                    <a:pt x="444951" y="193037"/>
                  </a:lnTo>
                  <a:lnTo>
                    <a:pt x="446209" y="194695"/>
                  </a:lnTo>
                  <a:lnTo>
                    <a:pt x="447194" y="197229"/>
                  </a:lnTo>
                  <a:lnTo>
                    <a:pt x="447381" y="198323"/>
                  </a:lnTo>
                  <a:lnTo>
                    <a:pt x="449996" y="202540"/>
                  </a:lnTo>
                  <a:lnTo>
                    <a:pt x="449435" y="203591"/>
                  </a:lnTo>
                  <a:lnTo>
                    <a:pt x="449445" y="204603"/>
                  </a:lnTo>
                  <a:lnTo>
                    <a:pt x="448884" y="205566"/>
                  </a:lnTo>
                  <a:lnTo>
                    <a:pt x="449479" y="209478"/>
                  </a:lnTo>
                  <a:lnTo>
                    <a:pt x="448620" y="210420"/>
                  </a:lnTo>
                  <a:lnTo>
                    <a:pt x="448308" y="211990"/>
                  </a:lnTo>
                  <a:lnTo>
                    <a:pt x="446706" y="214265"/>
                  </a:lnTo>
                  <a:lnTo>
                    <a:pt x="447230" y="216497"/>
                  </a:lnTo>
                  <a:lnTo>
                    <a:pt x="448634" y="217892"/>
                  </a:lnTo>
                  <a:lnTo>
                    <a:pt x="448178" y="220209"/>
                  </a:lnTo>
                  <a:lnTo>
                    <a:pt x="448103" y="222044"/>
                  </a:lnTo>
                  <a:lnTo>
                    <a:pt x="447802" y="222795"/>
                  </a:lnTo>
                  <a:lnTo>
                    <a:pt x="447804" y="223876"/>
                  </a:lnTo>
                  <a:lnTo>
                    <a:pt x="447490" y="224272"/>
                  </a:lnTo>
                  <a:lnTo>
                    <a:pt x="447752" y="225378"/>
                  </a:lnTo>
                  <a:lnTo>
                    <a:pt x="448512" y="226566"/>
                  </a:lnTo>
                  <a:lnTo>
                    <a:pt x="448611" y="227350"/>
                  </a:lnTo>
                  <a:lnTo>
                    <a:pt x="448692" y="229675"/>
                  </a:lnTo>
                  <a:lnTo>
                    <a:pt x="447946" y="232821"/>
                  </a:lnTo>
                  <a:lnTo>
                    <a:pt x="445276" y="235212"/>
                  </a:lnTo>
                  <a:lnTo>
                    <a:pt x="444387" y="235172"/>
                  </a:lnTo>
                  <a:lnTo>
                    <a:pt x="443471" y="234657"/>
                  </a:lnTo>
                  <a:lnTo>
                    <a:pt x="442452" y="234432"/>
                  </a:lnTo>
                  <a:lnTo>
                    <a:pt x="441828" y="234535"/>
                  </a:lnTo>
                  <a:lnTo>
                    <a:pt x="440005" y="235938"/>
                  </a:lnTo>
                  <a:lnTo>
                    <a:pt x="438414" y="237735"/>
                  </a:lnTo>
                  <a:lnTo>
                    <a:pt x="436853" y="238859"/>
                  </a:lnTo>
                  <a:lnTo>
                    <a:pt x="437382" y="241484"/>
                  </a:lnTo>
                  <a:lnTo>
                    <a:pt x="438047" y="242836"/>
                  </a:lnTo>
                  <a:lnTo>
                    <a:pt x="438353" y="246937"/>
                  </a:lnTo>
                  <a:lnTo>
                    <a:pt x="440044" y="247705"/>
                  </a:lnTo>
                  <a:lnTo>
                    <a:pt x="441627" y="249016"/>
                  </a:lnTo>
                  <a:lnTo>
                    <a:pt x="443077" y="250398"/>
                  </a:lnTo>
                  <a:lnTo>
                    <a:pt x="443768" y="251799"/>
                  </a:lnTo>
                  <a:lnTo>
                    <a:pt x="444035" y="253356"/>
                  </a:lnTo>
                  <a:lnTo>
                    <a:pt x="443037" y="256327"/>
                  </a:lnTo>
                  <a:lnTo>
                    <a:pt x="442505" y="259243"/>
                  </a:lnTo>
                  <a:lnTo>
                    <a:pt x="443017" y="261713"/>
                  </a:lnTo>
                  <a:lnTo>
                    <a:pt x="446421" y="262955"/>
                  </a:lnTo>
                  <a:lnTo>
                    <a:pt x="447528" y="264198"/>
                  </a:lnTo>
                  <a:lnTo>
                    <a:pt x="448302" y="265990"/>
                  </a:lnTo>
                  <a:lnTo>
                    <a:pt x="449529" y="266991"/>
                  </a:lnTo>
                  <a:lnTo>
                    <a:pt x="451845" y="267739"/>
                  </a:lnTo>
                  <a:lnTo>
                    <a:pt x="452897" y="268484"/>
                  </a:lnTo>
                  <a:lnTo>
                    <a:pt x="452501" y="269429"/>
                  </a:lnTo>
                  <a:lnTo>
                    <a:pt x="452441" y="270633"/>
                  </a:lnTo>
                  <a:lnTo>
                    <a:pt x="453952" y="271552"/>
                  </a:lnTo>
                  <a:lnTo>
                    <a:pt x="454924" y="272862"/>
                  </a:lnTo>
                  <a:lnTo>
                    <a:pt x="456638" y="274227"/>
                  </a:lnTo>
                  <a:lnTo>
                    <a:pt x="456887" y="277475"/>
                  </a:lnTo>
                  <a:lnTo>
                    <a:pt x="458429" y="278968"/>
                  </a:lnTo>
                  <a:lnTo>
                    <a:pt x="459195" y="280645"/>
                  </a:lnTo>
                  <a:lnTo>
                    <a:pt x="461622" y="282613"/>
                  </a:lnTo>
                  <a:lnTo>
                    <a:pt x="461415" y="282820"/>
                  </a:lnTo>
                  <a:lnTo>
                    <a:pt x="461023" y="283576"/>
                  </a:lnTo>
                  <a:lnTo>
                    <a:pt x="461081" y="284582"/>
                  </a:lnTo>
                  <a:lnTo>
                    <a:pt x="460568" y="285729"/>
                  </a:lnTo>
                  <a:lnTo>
                    <a:pt x="461308" y="286475"/>
                  </a:lnTo>
                  <a:lnTo>
                    <a:pt x="461884" y="289456"/>
                  </a:lnTo>
                  <a:lnTo>
                    <a:pt x="464089" y="293566"/>
                  </a:lnTo>
                  <a:lnTo>
                    <a:pt x="464186" y="295097"/>
                  </a:lnTo>
                  <a:lnTo>
                    <a:pt x="463135" y="295114"/>
                  </a:lnTo>
                  <a:lnTo>
                    <a:pt x="461913" y="294564"/>
                  </a:lnTo>
                  <a:lnTo>
                    <a:pt x="461114" y="294758"/>
                  </a:lnTo>
                  <a:lnTo>
                    <a:pt x="460208" y="294458"/>
                  </a:lnTo>
                  <a:lnTo>
                    <a:pt x="459132" y="294940"/>
                  </a:lnTo>
                  <a:lnTo>
                    <a:pt x="456554" y="295368"/>
                  </a:lnTo>
                  <a:lnTo>
                    <a:pt x="455293" y="295836"/>
                  </a:lnTo>
                  <a:lnTo>
                    <a:pt x="455608" y="296258"/>
                  </a:lnTo>
                  <a:lnTo>
                    <a:pt x="455573" y="296771"/>
                  </a:lnTo>
                  <a:lnTo>
                    <a:pt x="455337" y="298189"/>
                  </a:lnTo>
                  <a:lnTo>
                    <a:pt x="456037" y="299777"/>
                  </a:lnTo>
                  <a:lnTo>
                    <a:pt x="458368" y="300912"/>
                  </a:lnTo>
                  <a:lnTo>
                    <a:pt x="459069" y="300978"/>
                  </a:lnTo>
                  <a:lnTo>
                    <a:pt x="459674" y="301908"/>
                  </a:lnTo>
                  <a:lnTo>
                    <a:pt x="459774" y="302399"/>
                  </a:lnTo>
                  <a:lnTo>
                    <a:pt x="459357" y="304409"/>
                  </a:lnTo>
                  <a:lnTo>
                    <a:pt x="459772" y="307048"/>
                  </a:lnTo>
                  <a:lnTo>
                    <a:pt x="459575" y="307399"/>
                  </a:lnTo>
                  <a:lnTo>
                    <a:pt x="457113" y="309194"/>
                  </a:lnTo>
                  <a:lnTo>
                    <a:pt x="456826" y="309657"/>
                  </a:lnTo>
                  <a:lnTo>
                    <a:pt x="455943" y="309768"/>
                  </a:lnTo>
                  <a:lnTo>
                    <a:pt x="454628" y="310755"/>
                  </a:lnTo>
                  <a:lnTo>
                    <a:pt x="452213" y="310879"/>
                  </a:lnTo>
                  <a:lnTo>
                    <a:pt x="451640" y="313818"/>
                  </a:lnTo>
                  <a:lnTo>
                    <a:pt x="451836" y="317138"/>
                  </a:lnTo>
                  <a:lnTo>
                    <a:pt x="453238" y="317018"/>
                  </a:lnTo>
                  <a:lnTo>
                    <a:pt x="455235" y="316451"/>
                  </a:lnTo>
                  <a:lnTo>
                    <a:pt x="456078" y="316592"/>
                  </a:lnTo>
                  <a:lnTo>
                    <a:pt x="455822" y="322318"/>
                  </a:lnTo>
                  <a:lnTo>
                    <a:pt x="455869" y="323306"/>
                  </a:lnTo>
                  <a:lnTo>
                    <a:pt x="456110" y="323302"/>
                  </a:lnTo>
                  <a:lnTo>
                    <a:pt x="456190" y="323971"/>
                  </a:lnTo>
                  <a:lnTo>
                    <a:pt x="456414" y="327292"/>
                  </a:lnTo>
                  <a:lnTo>
                    <a:pt x="455060" y="327436"/>
                  </a:lnTo>
                  <a:lnTo>
                    <a:pt x="454621" y="328160"/>
                  </a:lnTo>
                  <a:lnTo>
                    <a:pt x="454696" y="328692"/>
                  </a:lnTo>
                  <a:lnTo>
                    <a:pt x="454459" y="329117"/>
                  </a:lnTo>
                  <a:lnTo>
                    <a:pt x="454826" y="331521"/>
                  </a:lnTo>
                  <a:lnTo>
                    <a:pt x="454129" y="334722"/>
                  </a:lnTo>
                  <a:lnTo>
                    <a:pt x="454197" y="336080"/>
                  </a:lnTo>
                  <a:lnTo>
                    <a:pt x="455971" y="337980"/>
                  </a:lnTo>
                  <a:lnTo>
                    <a:pt x="456958" y="337931"/>
                  </a:lnTo>
                  <a:lnTo>
                    <a:pt x="457649" y="338485"/>
                  </a:lnTo>
                  <a:lnTo>
                    <a:pt x="457299" y="339858"/>
                  </a:lnTo>
                  <a:lnTo>
                    <a:pt x="457852" y="343669"/>
                  </a:lnTo>
                  <a:lnTo>
                    <a:pt x="457722" y="345370"/>
                  </a:lnTo>
                  <a:lnTo>
                    <a:pt x="460497" y="344797"/>
                  </a:lnTo>
                  <a:lnTo>
                    <a:pt x="462140" y="344769"/>
                  </a:lnTo>
                  <a:lnTo>
                    <a:pt x="465327" y="345659"/>
                  </a:lnTo>
                  <a:lnTo>
                    <a:pt x="467745" y="347010"/>
                  </a:lnTo>
                  <a:lnTo>
                    <a:pt x="468819" y="346955"/>
                  </a:lnTo>
                  <a:lnTo>
                    <a:pt x="469699" y="347458"/>
                  </a:lnTo>
                  <a:lnTo>
                    <a:pt x="472718" y="348287"/>
                  </a:lnTo>
                  <a:lnTo>
                    <a:pt x="473147" y="348757"/>
                  </a:lnTo>
                  <a:lnTo>
                    <a:pt x="473003" y="349685"/>
                  </a:lnTo>
                  <a:lnTo>
                    <a:pt x="474287" y="350833"/>
                  </a:lnTo>
                  <a:lnTo>
                    <a:pt x="477304" y="349633"/>
                  </a:lnTo>
                  <a:lnTo>
                    <a:pt x="478431" y="349777"/>
                  </a:lnTo>
                  <a:lnTo>
                    <a:pt x="479010" y="350144"/>
                  </a:lnTo>
                  <a:lnTo>
                    <a:pt x="480179" y="352717"/>
                  </a:lnTo>
                  <a:lnTo>
                    <a:pt x="480408" y="355809"/>
                  </a:lnTo>
                  <a:lnTo>
                    <a:pt x="481342" y="359630"/>
                  </a:lnTo>
                  <a:lnTo>
                    <a:pt x="480966" y="362289"/>
                  </a:lnTo>
                  <a:lnTo>
                    <a:pt x="481778" y="363715"/>
                  </a:lnTo>
                  <a:lnTo>
                    <a:pt x="485443" y="364404"/>
                  </a:lnTo>
                  <a:lnTo>
                    <a:pt x="486682" y="364371"/>
                  </a:lnTo>
                  <a:lnTo>
                    <a:pt x="488128" y="363849"/>
                  </a:lnTo>
                  <a:lnTo>
                    <a:pt x="489012" y="363963"/>
                  </a:lnTo>
                  <a:lnTo>
                    <a:pt x="489524" y="363695"/>
                  </a:lnTo>
                  <a:lnTo>
                    <a:pt x="492186" y="363234"/>
                  </a:lnTo>
                  <a:lnTo>
                    <a:pt x="493048" y="364273"/>
                  </a:lnTo>
                  <a:lnTo>
                    <a:pt x="494610" y="363900"/>
                  </a:lnTo>
                  <a:lnTo>
                    <a:pt x="500237" y="364093"/>
                  </a:lnTo>
                  <a:lnTo>
                    <a:pt x="505085" y="363484"/>
                  </a:lnTo>
                  <a:lnTo>
                    <a:pt x="507131" y="363617"/>
                  </a:lnTo>
                  <a:lnTo>
                    <a:pt x="507821" y="362950"/>
                  </a:lnTo>
                  <a:lnTo>
                    <a:pt x="509305" y="362730"/>
                  </a:lnTo>
                  <a:lnTo>
                    <a:pt x="512171" y="363849"/>
                  </a:lnTo>
                  <a:lnTo>
                    <a:pt x="513629" y="363193"/>
                  </a:lnTo>
                  <a:lnTo>
                    <a:pt x="514288" y="363350"/>
                  </a:lnTo>
                  <a:lnTo>
                    <a:pt x="515008" y="362906"/>
                  </a:lnTo>
                  <a:lnTo>
                    <a:pt x="515914" y="362986"/>
                  </a:lnTo>
                  <a:lnTo>
                    <a:pt x="517157" y="363557"/>
                  </a:lnTo>
                  <a:lnTo>
                    <a:pt x="520088" y="361989"/>
                  </a:lnTo>
                  <a:lnTo>
                    <a:pt x="521863" y="364185"/>
                  </a:lnTo>
                  <a:lnTo>
                    <a:pt x="523237" y="368303"/>
                  </a:lnTo>
                  <a:lnTo>
                    <a:pt x="538975" y="375239"/>
                  </a:lnTo>
                  <a:lnTo>
                    <a:pt x="542221" y="380303"/>
                  </a:lnTo>
                  <a:lnTo>
                    <a:pt x="546139" y="382303"/>
                  </a:lnTo>
                  <a:lnTo>
                    <a:pt x="546781" y="382314"/>
                  </a:lnTo>
                  <a:lnTo>
                    <a:pt x="547585" y="382690"/>
                  </a:lnTo>
                  <a:lnTo>
                    <a:pt x="548761" y="384403"/>
                  </a:lnTo>
                  <a:lnTo>
                    <a:pt x="549388" y="384295"/>
                  </a:lnTo>
                  <a:lnTo>
                    <a:pt x="550838" y="384555"/>
                  </a:lnTo>
                  <a:lnTo>
                    <a:pt x="557020" y="387235"/>
                  </a:lnTo>
                  <a:lnTo>
                    <a:pt x="559070" y="387451"/>
                  </a:lnTo>
                  <a:lnTo>
                    <a:pt x="562151" y="389103"/>
                  </a:lnTo>
                  <a:lnTo>
                    <a:pt x="562066" y="390830"/>
                  </a:lnTo>
                  <a:lnTo>
                    <a:pt x="563065" y="391188"/>
                  </a:lnTo>
                  <a:lnTo>
                    <a:pt x="563285" y="392387"/>
                  </a:lnTo>
                  <a:lnTo>
                    <a:pt x="564267" y="393163"/>
                  </a:lnTo>
                  <a:lnTo>
                    <a:pt x="564843" y="393248"/>
                  </a:lnTo>
                  <a:lnTo>
                    <a:pt x="565239" y="392691"/>
                  </a:lnTo>
                  <a:lnTo>
                    <a:pt x="565926" y="392657"/>
                  </a:lnTo>
                  <a:lnTo>
                    <a:pt x="566458" y="392228"/>
                  </a:lnTo>
                  <a:lnTo>
                    <a:pt x="567519" y="392356"/>
                  </a:lnTo>
                  <a:lnTo>
                    <a:pt x="567844" y="392599"/>
                  </a:lnTo>
                  <a:lnTo>
                    <a:pt x="568678" y="392262"/>
                  </a:lnTo>
                  <a:lnTo>
                    <a:pt x="568937" y="391601"/>
                  </a:lnTo>
                  <a:lnTo>
                    <a:pt x="569653" y="391558"/>
                  </a:lnTo>
                  <a:lnTo>
                    <a:pt x="570209" y="391870"/>
                  </a:lnTo>
                  <a:lnTo>
                    <a:pt x="569956" y="390464"/>
                  </a:lnTo>
                  <a:lnTo>
                    <a:pt x="570567" y="390144"/>
                  </a:lnTo>
                  <a:lnTo>
                    <a:pt x="570919" y="390382"/>
                  </a:lnTo>
                  <a:lnTo>
                    <a:pt x="571468" y="390272"/>
                  </a:lnTo>
                  <a:lnTo>
                    <a:pt x="571364" y="389669"/>
                  </a:lnTo>
                  <a:lnTo>
                    <a:pt x="573663" y="387413"/>
                  </a:lnTo>
                  <a:lnTo>
                    <a:pt x="574164" y="386479"/>
                  </a:lnTo>
                  <a:lnTo>
                    <a:pt x="575283" y="386046"/>
                  </a:lnTo>
                  <a:lnTo>
                    <a:pt x="575996" y="385285"/>
                  </a:lnTo>
                  <a:lnTo>
                    <a:pt x="577804" y="384544"/>
                  </a:lnTo>
                  <a:lnTo>
                    <a:pt x="581468" y="385086"/>
                  </a:lnTo>
                  <a:lnTo>
                    <a:pt x="582812" y="385603"/>
                  </a:lnTo>
                  <a:lnTo>
                    <a:pt x="583390" y="386644"/>
                  </a:lnTo>
                  <a:lnTo>
                    <a:pt x="585089" y="386055"/>
                  </a:lnTo>
                  <a:lnTo>
                    <a:pt x="586706" y="385860"/>
                  </a:lnTo>
                  <a:lnTo>
                    <a:pt x="588967" y="386202"/>
                  </a:lnTo>
                  <a:lnTo>
                    <a:pt x="590817" y="385827"/>
                  </a:lnTo>
                  <a:lnTo>
                    <a:pt x="592463" y="386138"/>
                  </a:lnTo>
                  <a:lnTo>
                    <a:pt x="593317" y="385901"/>
                  </a:lnTo>
                  <a:lnTo>
                    <a:pt x="595105" y="385980"/>
                  </a:lnTo>
                  <a:lnTo>
                    <a:pt x="597227" y="385541"/>
                  </a:lnTo>
                  <a:lnTo>
                    <a:pt x="598437" y="385049"/>
                  </a:lnTo>
                  <a:lnTo>
                    <a:pt x="599613" y="385103"/>
                  </a:lnTo>
                  <a:lnTo>
                    <a:pt x="600847" y="384609"/>
                  </a:lnTo>
                  <a:lnTo>
                    <a:pt x="602595" y="382301"/>
                  </a:lnTo>
                  <a:lnTo>
                    <a:pt x="606639" y="382285"/>
                  </a:lnTo>
                  <a:lnTo>
                    <a:pt x="609350" y="382558"/>
                  </a:lnTo>
                  <a:lnTo>
                    <a:pt x="609504" y="383786"/>
                  </a:lnTo>
                  <a:lnTo>
                    <a:pt x="610063" y="383999"/>
                  </a:lnTo>
                  <a:lnTo>
                    <a:pt x="610912" y="384082"/>
                  </a:lnTo>
                  <a:lnTo>
                    <a:pt x="611918" y="383762"/>
                  </a:lnTo>
                  <a:lnTo>
                    <a:pt x="612770" y="383797"/>
                  </a:lnTo>
                  <a:lnTo>
                    <a:pt x="614834" y="383222"/>
                  </a:lnTo>
                  <a:lnTo>
                    <a:pt x="614977" y="382839"/>
                  </a:lnTo>
                  <a:lnTo>
                    <a:pt x="616357" y="381904"/>
                  </a:lnTo>
                  <a:lnTo>
                    <a:pt x="620849" y="380173"/>
                  </a:lnTo>
                  <a:lnTo>
                    <a:pt x="622089" y="380041"/>
                  </a:lnTo>
                  <a:lnTo>
                    <a:pt x="622128" y="380373"/>
                  </a:lnTo>
                  <a:lnTo>
                    <a:pt x="623888" y="380934"/>
                  </a:lnTo>
                  <a:lnTo>
                    <a:pt x="624981" y="380438"/>
                  </a:lnTo>
                  <a:lnTo>
                    <a:pt x="625676" y="380474"/>
                  </a:lnTo>
                  <a:lnTo>
                    <a:pt x="629856" y="378347"/>
                  </a:lnTo>
                  <a:lnTo>
                    <a:pt x="629652" y="378058"/>
                  </a:lnTo>
                  <a:lnTo>
                    <a:pt x="630620" y="377332"/>
                  </a:lnTo>
                  <a:lnTo>
                    <a:pt x="633060" y="378344"/>
                  </a:lnTo>
                  <a:lnTo>
                    <a:pt x="634289" y="379343"/>
                  </a:lnTo>
                  <a:lnTo>
                    <a:pt x="634886" y="379476"/>
                  </a:lnTo>
                  <a:lnTo>
                    <a:pt x="636217" y="379206"/>
                  </a:lnTo>
                  <a:lnTo>
                    <a:pt x="638624" y="379357"/>
                  </a:lnTo>
                  <a:lnTo>
                    <a:pt x="639471" y="378879"/>
                  </a:lnTo>
                  <a:lnTo>
                    <a:pt x="639859" y="378158"/>
                  </a:lnTo>
                  <a:lnTo>
                    <a:pt x="642741" y="378009"/>
                  </a:lnTo>
                  <a:lnTo>
                    <a:pt x="643984" y="378234"/>
                  </a:lnTo>
                  <a:lnTo>
                    <a:pt x="644716" y="379545"/>
                  </a:lnTo>
                  <a:lnTo>
                    <a:pt x="645264" y="379614"/>
                  </a:lnTo>
                  <a:lnTo>
                    <a:pt x="645800" y="378639"/>
                  </a:lnTo>
                  <a:lnTo>
                    <a:pt x="646880" y="377756"/>
                  </a:lnTo>
                  <a:lnTo>
                    <a:pt x="647685" y="377679"/>
                  </a:lnTo>
                  <a:lnTo>
                    <a:pt x="648589" y="378437"/>
                  </a:lnTo>
                  <a:lnTo>
                    <a:pt x="655958" y="380703"/>
                  </a:lnTo>
                  <a:lnTo>
                    <a:pt x="656763" y="381220"/>
                  </a:lnTo>
                  <a:lnTo>
                    <a:pt x="658040" y="382593"/>
                  </a:lnTo>
                  <a:lnTo>
                    <a:pt x="659326" y="383059"/>
                  </a:lnTo>
                  <a:lnTo>
                    <a:pt x="660381" y="383020"/>
                  </a:lnTo>
                  <a:lnTo>
                    <a:pt x="662825" y="380968"/>
                  </a:lnTo>
                  <a:lnTo>
                    <a:pt x="663412" y="380937"/>
                  </a:lnTo>
                  <a:lnTo>
                    <a:pt x="663997" y="381305"/>
                  </a:lnTo>
                  <a:lnTo>
                    <a:pt x="663508" y="382739"/>
                  </a:lnTo>
                  <a:lnTo>
                    <a:pt x="663544" y="383328"/>
                  </a:lnTo>
                  <a:lnTo>
                    <a:pt x="664844" y="384007"/>
                  </a:lnTo>
                  <a:lnTo>
                    <a:pt x="664762" y="384166"/>
                  </a:lnTo>
                  <a:lnTo>
                    <a:pt x="665344" y="385041"/>
                  </a:lnTo>
                  <a:lnTo>
                    <a:pt x="665080" y="385455"/>
                  </a:lnTo>
                  <a:lnTo>
                    <a:pt x="665022" y="386525"/>
                  </a:lnTo>
                  <a:lnTo>
                    <a:pt x="665234" y="386688"/>
                  </a:lnTo>
                  <a:lnTo>
                    <a:pt x="665239" y="387323"/>
                  </a:lnTo>
                  <a:lnTo>
                    <a:pt x="665525" y="387900"/>
                  </a:lnTo>
                  <a:lnTo>
                    <a:pt x="665733" y="394124"/>
                  </a:lnTo>
                  <a:lnTo>
                    <a:pt x="666180" y="395760"/>
                  </a:lnTo>
                  <a:lnTo>
                    <a:pt x="666855" y="396711"/>
                  </a:lnTo>
                  <a:lnTo>
                    <a:pt x="667114" y="397741"/>
                  </a:lnTo>
                  <a:lnTo>
                    <a:pt x="667683" y="398576"/>
                  </a:lnTo>
                  <a:lnTo>
                    <a:pt x="669201" y="399289"/>
                  </a:lnTo>
                  <a:lnTo>
                    <a:pt x="669951" y="400370"/>
                  </a:lnTo>
                  <a:lnTo>
                    <a:pt x="672262" y="401143"/>
                  </a:lnTo>
                  <a:lnTo>
                    <a:pt x="673100" y="400757"/>
                  </a:lnTo>
                  <a:lnTo>
                    <a:pt x="674813" y="397714"/>
                  </a:lnTo>
                  <a:lnTo>
                    <a:pt x="676635" y="397230"/>
                  </a:lnTo>
                  <a:lnTo>
                    <a:pt x="677419" y="396649"/>
                  </a:lnTo>
                  <a:lnTo>
                    <a:pt x="678808" y="397666"/>
                  </a:lnTo>
                  <a:lnTo>
                    <a:pt x="678963" y="398334"/>
                  </a:lnTo>
                  <a:lnTo>
                    <a:pt x="680043" y="399177"/>
                  </a:lnTo>
                  <a:lnTo>
                    <a:pt x="680515" y="400105"/>
                  </a:lnTo>
                  <a:lnTo>
                    <a:pt x="680446" y="400534"/>
                  </a:lnTo>
                  <a:lnTo>
                    <a:pt x="681515" y="401037"/>
                  </a:lnTo>
                  <a:lnTo>
                    <a:pt x="683224" y="400757"/>
                  </a:lnTo>
                  <a:lnTo>
                    <a:pt x="684770" y="400880"/>
                  </a:lnTo>
                  <a:lnTo>
                    <a:pt x="686350" y="400677"/>
                  </a:lnTo>
                  <a:lnTo>
                    <a:pt x="686961" y="400223"/>
                  </a:lnTo>
                  <a:lnTo>
                    <a:pt x="687954" y="400011"/>
                  </a:lnTo>
                  <a:lnTo>
                    <a:pt x="690284" y="398897"/>
                  </a:lnTo>
                  <a:lnTo>
                    <a:pt x="691198" y="398284"/>
                  </a:lnTo>
                  <a:lnTo>
                    <a:pt x="692376" y="395851"/>
                  </a:lnTo>
                  <a:lnTo>
                    <a:pt x="692215" y="395767"/>
                  </a:lnTo>
                  <a:lnTo>
                    <a:pt x="692353" y="394877"/>
                  </a:lnTo>
                  <a:lnTo>
                    <a:pt x="692110" y="393243"/>
                  </a:lnTo>
                  <a:lnTo>
                    <a:pt x="692405" y="391535"/>
                  </a:lnTo>
                  <a:lnTo>
                    <a:pt x="694466" y="388710"/>
                  </a:lnTo>
                  <a:lnTo>
                    <a:pt x="695698" y="388545"/>
                  </a:lnTo>
                  <a:lnTo>
                    <a:pt x="698230" y="389214"/>
                  </a:lnTo>
                  <a:lnTo>
                    <a:pt x="698723" y="389898"/>
                  </a:lnTo>
                  <a:lnTo>
                    <a:pt x="698971" y="389980"/>
                  </a:lnTo>
                  <a:lnTo>
                    <a:pt x="699059" y="389769"/>
                  </a:lnTo>
                  <a:lnTo>
                    <a:pt x="699708" y="390205"/>
                  </a:lnTo>
                  <a:lnTo>
                    <a:pt x="701826" y="388796"/>
                  </a:lnTo>
                  <a:lnTo>
                    <a:pt x="702782" y="388502"/>
                  </a:lnTo>
                  <a:lnTo>
                    <a:pt x="703704" y="388542"/>
                  </a:lnTo>
                  <a:lnTo>
                    <a:pt x="705429" y="387637"/>
                  </a:lnTo>
                  <a:lnTo>
                    <a:pt x="708101" y="388023"/>
                  </a:lnTo>
                  <a:lnTo>
                    <a:pt x="710400" y="387962"/>
                  </a:lnTo>
                  <a:lnTo>
                    <a:pt x="711267" y="388283"/>
                  </a:lnTo>
                  <a:lnTo>
                    <a:pt x="713024" y="388072"/>
                  </a:lnTo>
                  <a:lnTo>
                    <a:pt x="714269" y="388561"/>
                  </a:lnTo>
                  <a:lnTo>
                    <a:pt x="713514" y="390985"/>
                  </a:lnTo>
                  <a:lnTo>
                    <a:pt x="711499" y="394588"/>
                  </a:lnTo>
                  <a:lnTo>
                    <a:pt x="712608" y="394599"/>
                  </a:lnTo>
                  <a:lnTo>
                    <a:pt x="713852" y="394216"/>
                  </a:lnTo>
                  <a:lnTo>
                    <a:pt x="714834" y="395912"/>
                  </a:lnTo>
                  <a:lnTo>
                    <a:pt x="716359" y="396906"/>
                  </a:lnTo>
                  <a:lnTo>
                    <a:pt x="716713" y="397610"/>
                  </a:lnTo>
                  <a:lnTo>
                    <a:pt x="717148" y="399864"/>
                  </a:lnTo>
                  <a:lnTo>
                    <a:pt x="718154" y="401179"/>
                  </a:lnTo>
                  <a:lnTo>
                    <a:pt x="718837" y="402995"/>
                  </a:lnTo>
                  <a:lnTo>
                    <a:pt x="721822" y="406220"/>
                  </a:lnTo>
                  <a:lnTo>
                    <a:pt x="722459" y="408491"/>
                  </a:lnTo>
                  <a:lnTo>
                    <a:pt x="723034" y="408835"/>
                  </a:lnTo>
                  <a:lnTo>
                    <a:pt x="723933" y="410618"/>
                  </a:lnTo>
                  <a:lnTo>
                    <a:pt x="724194" y="411848"/>
                  </a:lnTo>
                  <a:lnTo>
                    <a:pt x="722410" y="413912"/>
                  </a:lnTo>
                  <a:lnTo>
                    <a:pt x="722335" y="416854"/>
                  </a:lnTo>
                  <a:lnTo>
                    <a:pt x="720829" y="419645"/>
                  </a:lnTo>
                  <a:lnTo>
                    <a:pt x="720679" y="421718"/>
                  </a:lnTo>
                  <a:lnTo>
                    <a:pt x="718836" y="422186"/>
                  </a:lnTo>
                  <a:lnTo>
                    <a:pt x="716967" y="422998"/>
                  </a:lnTo>
                  <a:lnTo>
                    <a:pt x="713536" y="423830"/>
                  </a:lnTo>
                  <a:lnTo>
                    <a:pt x="711518" y="425015"/>
                  </a:lnTo>
                  <a:lnTo>
                    <a:pt x="708581" y="424623"/>
                  </a:lnTo>
                  <a:lnTo>
                    <a:pt x="706743" y="425642"/>
                  </a:lnTo>
                  <a:lnTo>
                    <a:pt x="704506" y="426352"/>
                  </a:lnTo>
                  <a:lnTo>
                    <a:pt x="703315" y="427116"/>
                  </a:lnTo>
                  <a:lnTo>
                    <a:pt x="699120" y="428320"/>
                  </a:lnTo>
                  <a:lnTo>
                    <a:pt x="696522" y="426246"/>
                  </a:lnTo>
                  <a:lnTo>
                    <a:pt x="695247" y="424933"/>
                  </a:lnTo>
                  <a:lnTo>
                    <a:pt x="694045" y="425359"/>
                  </a:lnTo>
                  <a:lnTo>
                    <a:pt x="691556" y="425490"/>
                  </a:lnTo>
                  <a:lnTo>
                    <a:pt x="688599" y="424551"/>
                  </a:lnTo>
                  <a:lnTo>
                    <a:pt x="683421" y="421815"/>
                  </a:lnTo>
                  <a:lnTo>
                    <a:pt x="681666" y="418950"/>
                  </a:lnTo>
                  <a:lnTo>
                    <a:pt x="676214" y="415909"/>
                  </a:lnTo>
                  <a:lnTo>
                    <a:pt x="676071" y="416165"/>
                  </a:lnTo>
                  <a:lnTo>
                    <a:pt x="673600" y="415373"/>
                  </a:lnTo>
                  <a:lnTo>
                    <a:pt x="671667" y="414535"/>
                  </a:lnTo>
                  <a:lnTo>
                    <a:pt x="668388" y="412262"/>
                  </a:lnTo>
                  <a:lnTo>
                    <a:pt x="666904" y="412611"/>
                  </a:lnTo>
                  <a:lnTo>
                    <a:pt x="666988" y="412942"/>
                  </a:lnTo>
                  <a:lnTo>
                    <a:pt x="666371" y="413172"/>
                  </a:lnTo>
                  <a:lnTo>
                    <a:pt x="666039" y="412842"/>
                  </a:lnTo>
                  <a:lnTo>
                    <a:pt x="665467" y="412855"/>
                  </a:lnTo>
                  <a:lnTo>
                    <a:pt x="665118" y="412470"/>
                  </a:lnTo>
                  <a:lnTo>
                    <a:pt x="662920" y="412026"/>
                  </a:lnTo>
                  <a:lnTo>
                    <a:pt x="661900" y="412281"/>
                  </a:lnTo>
                  <a:lnTo>
                    <a:pt x="660636" y="411985"/>
                  </a:lnTo>
                  <a:lnTo>
                    <a:pt x="659275" y="412017"/>
                  </a:lnTo>
                  <a:lnTo>
                    <a:pt x="657219" y="410814"/>
                  </a:lnTo>
                  <a:lnTo>
                    <a:pt x="657248" y="410424"/>
                  </a:lnTo>
                  <a:lnTo>
                    <a:pt x="656645" y="409261"/>
                  </a:lnTo>
                  <a:lnTo>
                    <a:pt x="654579" y="408529"/>
                  </a:lnTo>
                  <a:lnTo>
                    <a:pt x="652756" y="406798"/>
                  </a:lnTo>
                  <a:lnTo>
                    <a:pt x="648609" y="405831"/>
                  </a:lnTo>
                  <a:lnTo>
                    <a:pt x="645602" y="405971"/>
                  </a:lnTo>
                  <a:lnTo>
                    <a:pt x="644239" y="409314"/>
                  </a:lnTo>
                  <a:lnTo>
                    <a:pt x="642071" y="411634"/>
                  </a:lnTo>
                  <a:lnTo>
                    <a:pt x="642065" y="412054"/>
                  </a:lnTo>
                  <a:lnTo>
                    <a:pt x="640647" y="413754"/>
                  </a:lnTo>
                  <a:lnTo>
                    <a:pt x="639789" y="414198"/>
                  </a:lnTo>
                  <a:lnTo>
                    <a:pt x="639010" y="416743"/>
                  </a:lnTo>
                  <a:lnTo>
                    <a:pt x="638638" y="416766"/>
                  </a:lnTo>
                  <a:lnTo>
                    <a:pt x="637584" y="419020"/>
                  </a:lnTo>
                  <a:lnTo>
                    <a:pt x="635765" y="420115"/>
                  </a:lnTo>
                  <a:lnTo>
                    <a:pt x="633001" y="422791"/>
                  </a:lnTo>
                  <a:lnTo>
                    <a:pt x="631382" y="423539"/>
                  </a:lnTo>
                  <a:lnTo>
                    <a:pt x="626304" y="427674"/>
                  </a:lnTo>
                  <a:lnTo>
                    <a:pt x="626235" y="428075"/>
                  </a:lnTo>
                  <a:lnTo>
                    <a:pt x="625334" y="428472"/>
                  </a:lnTo>
                  <a:lnTo>
                    <a:pt x="622690" y="439000"/>
                  </a:lnTo>
                  <a:lnTo>
                    <a:pt x="622274" y="442431"/>
                  </a:lnTo>
                  <a:lnTo>
                    <a:pt x="622531" y="443189"/>
                  </a:lnTo>
                  <a:lnTo>
                    <a:pt x="621999" y="444656"/>
                  </a:lnTo>
                  <a:lnTo>
                    <a:pt x="622415" y="445840"/>
                  </a:lnTo>
                  <a:lnTo>
                    <a:pt x="624039" y="448534"/>
                  </a:lnTo>
                  <a:lnTo>
                    <a:pt x="623994" y="449243"/>
                  </a:lnTo>
                  <a:lnTo>
                    <a:pt x="623358" y="451669"/>
                  </a:lnTo>
                  <a:lnTo>
                    <a:pt x="622706" y="453432"/>
                  </a:lnTo>
                  <a:lnTo>
                    <a:pt x="621934" y="454631"/>
                  </a:lnTo>
                  <a:lnTo>
                    <a:pt x="621630" y="455430"/>
                  </a:lnTo>
                  <a:lnTo>
                    <a:pt x="621597" y="456439"/>
                  </a:lnTo>
                  <a:lnTo>
                    <a:pt x="619653" y="461130"/>
                  </a:lnTo>
                  <a:lnTo>
                    <a:pt x="619509" y="462281"/>
                  </a:lnTo>
                  <a:lnTo>
                    <a:pt x="620190" y="463510"/>
                  </a:lnTo>
                  <a:lnTo>
                    <a:pt x="620048" y="464165"/>
                  </a:lnTo>
                  <a:lnTo>
                    <a:pt x="619198" y="465036"/>
                  </a:lnTo>
                  <a:lnTo>
                    <a:pt x="619043" y="465737"/>
                  </a:lnTo>
                  <a:lnTo>
                    <a:pt x="617968" y="467066"/>
                  </a:lnTo>
                  <a:lnTo>
                    <a:pt x="616739" y="467514"/>
                  </a:lnTo>
                  <a:lnTo>
                    <a:pt x="616431" y="468258"/>
                  </a:lnTo>
                  <a:lnTo>
                    <a:pt x="616404" y="468779"/>
                  </a:lnTo>
                  <a:lnTo>
                    <a:pt x="616666" y="469246"/>
                  </a:lnTo>
                  <a:lnTo>
                    <a:pt x="616455" y="469881"/>
                  </a:lnTo>
                  <a:lnTo>
                    <a:pt x="616576" y="470861"/>
                  </a:lnTo>
                  <a:lnTo>
                    <a:pt x="617126" y="471737"/>
                  </a:lnTo>
                  <a:lnTo>
                    <a:pt x="616834" y="472499"/>
                  </a:lnTo>
                  <a:lnTo>
                    <a:pt x="617189" y="473174"/>
                  </a:lnTo>
                  <a:lnTo>
                    <a:pt x="617051" y="473841"/>
                  </a:lnTo>
                  <a:lnTo>
                    <a:pt x="616248" y="474835"/>
                  </a:lnTo>
                  <a:lnTo>
                    <a:pt x="615884" y="475725"/>
                  </a:lnTo>
                  <a:lnTo>
                    <a:pt x="615832" y="476789"/>
                  </a:lnTo>
                  <a:lnTo>
                    <a:pt x="616116" y="477612"/>
                  </a:lnTo>
                  <a:lnTo>
                    <a:pt x="614689" y="479262"/>
                  </a:lnTo>
                  <a:lnTo>
                    <a:pt x="614456" y="480120"/>
                  </a:lnTo>
                  <a:lnTo>
                    <a:pt x="614810" y="480805"/>
                  </a:lnTo>
                  <a:lnTo>
                    <a:pt x="614655" y="481615"/>
                  </a:lnTo>
                  <a:lnTo>
                    <a:pt x="643547" y="496841"/>
                  </a:lnTo>
                  <a:lnTo>
                    <a:pt x="657893" y="504352"/>
                  </a:lnTo>
                  <a:lnTo>
                    <a:pt x="668028" y="507649"/>
                  </a:lnTo>
                  <a:lnTo>
                    <a:pt x="676433" y="506651"/>
                  </a:lnTo>
                  <a:lnTo>
                    <a:pt x="680632" y="506441"/>
                  </a:lnTo>
                  <a:lnTo>
                    <a:pt x="681902" y="506696"/>
                  </a:lnTo>
                  <a:lnTo>
                    <a:pt x="686248" y="508042"/>
                  </a:lnTo>
                  <a:lnTo>
                    <a:pt x="689218" y="508606"/>
                  </a:lnTo>
                  <a:lnTo>
                    <a:pt x="689671" y="508894"/>
                  </a:lnTo>
                  <a:lnTo>
                    <a:pt x="690149" y="509822"/>
                  </a:lnTo>
                  <a:lnTo>
                    <a:pt x="689806" y="510943"/>
                  </a:lnTo>
                  <a:lnTo>
                    <a:pt x="687200" y="512617"/>
                  </a:lnTo>
                  <a:lnTo>
                    <a:pt x="687365" y="513213"/>
                  </a:lnTo>
                  <a:lnTo>
                    <a:pt x="687893" y="513744"/>
                  </a:lnTo>
                  <a:lnTo>
                    <a:pt x="689325" y="514371"/>
                  </a:lnTo>
                  <a:lnTo>
                    <a:pt x="694508" y="514721"/>
                  </a:lnTo>
                  <a:lnTo>
                    <a:pt x="695342" y="514336"/>
                  </a:lnTo>
                  <a:lnTo>
                    <a:pt x="695830" y="513238"/>
                  </a:lnTo>
                  <a:lnTo>
                    <a:pt x="696330" y="512795"/>
                  </a:lnTo>
                  <a:lnTo>
                    <a:pt x="697162" y="512690"/>
                  </a:lnTo>
                  <a:lnTo>
                    <a:pt x="698847" y="513207"/>
                  </a:lnTo>
                  <a:lnTo>
                    <a:pt x="701174" y="512633"/>
                  </a:lnTo>
                  <a:lnTo>
                    <a:pt x="706024" y="513106"/>
                  </a:lnTo>
                  <a:lnTo>
                    <a:pt x="710114" y="515773"/>
                  </a:lnTo>
                  <a:lnTo>
                    <a:pt x="710739" y="515977"/>
                  </a:lnTo>
                  <a:lnTo>
                    <a:pt x="711782" y="515963"/>
                  </a:lnTo>
                  <a:lnTo>
                    <a:pt x="714774" y="514905"/>
                  </a:lnTo>
                  <a:lnTo>
                    <a:pt x="715622" y="514852"/>
                  </a:lnTo>
                  <a:lnTo>
                    <a:pt x="717580" y="515820"/>
                  </a:lnTo>
                  <a:lnTo>
                    <a:pt x="723351" y="517503"/>
                  </a:lnTo>
                  <a:lnTo>
                    <a:pt x="729270" y="518358"/>
                  </a:lnTo>
                  <a:lnTo>
                    <a:pt x="734738" y="520543"/>
                  </a:lnTo>
                  <a:lnTo>
                    <a:pt x="736196" y="520581"/>
                  </a:lnTo>
                  <a:lnTo>
                    <a:pt x="737526" y="520172"/>
                  </a:lnTo>
                  <a:lnTo>
                    <a:pt x="737141" y="522991"/>
                  </a:lnTo>
                  <a:lnTo>
                    <a:pt x="736242" y="523418"/>
                  </a:lnTo>
                  <a:lnTo>
                    <a:pt x="736076" y="523884"/>
                  </a:lnTo>
                  <a:lnTo>
                    <a:pt x="736378" y="524542"/>
                  </a:lnTo>
                  <a:lnTo>
                    <a:pt x="735257" y="525586"/>
                  </a:lnTo>
                  <a:lnTo>
                    <a:pt x="735065" y="526748"/>
                  </a:lnTo>
                  <a:lnTo>
                    <a:pt x="735766" y="527264"/>
                  </a:lnTo>
                  <a:lnTo>
                    <a:pt x="735384" y="527998"/>
                  </a:lnTo>
                  <a:lnTo>
                    <a:pt x="735549" y="528598"/>
                  </a:lnTo>
                  <a:lnTo>
                    <a:pt x="734405" y="529188"/>
                  </a:lnTo>
                  <a:lnTo>
                    <a:pt x="733977" y="529735"/>
                  </a:lnTo>
                  <a:lnTo>
                    <a:pt x="734146" y="530534"/>
                  </a:lnTo>
                  <a:lnTo>
                    <a:pt x="733303" y="532585"/>
                  </a:lnTo>
                  <a:lnTo>
                    <a:pt x="733307" y="533438"/>
                  </a:lnTo>
                  <a:lnTo>
                    <a:pt x="732492" y="534753"/>
                  </a:lnTo>
                  <a:lnTo>
                    <a:pt x="732439" y="536237"/>
                  </a:lnTo>
                  <a:lnTo>
                    <a:pt x="732748" y="537154"/>
                  </a:lnTo>
                  <a:lnTo>
                    <a:pt x="732704" y="538087"/>
                  </a:lnTo>
                  <a:lnTo>
                    <a:pt x="731566" y="539403"/>
                  </a:lnTo>
                  <a:lnTo>
                    <a:pt x="730229" y="539778"/>
                  </a:lnTo>
                  <a:lnTo>
                    <a:pt x="729267" y="541455"/>
                  </a:lnTo>
                  <a:lnTo>
                    <a:pt x="729135" y="542107"/>
                  </a:lnTo>
                  <a:lnTo>
                    <a:pt x="725911" y="544082"/>
                  </a:lnTo>
                  <a:lnTo>
                    <a:pt x="725238" y="544858"/>
                  </a:lnTo>
                  <a:lnTo>
                    <a:pt x="724620" y="545030"/>
                  </a:lnTo>
                  <a:lnTo>
                    <a:pt x="724013" y="545887"/>
                  </a:lnTo>
                  <a:lnTo>
                    <a:pt x="724075" y="546399"/>
                  </a:lnTo>
                  <a:lnTo>
                    <a:pt x="723180" y="547224"/>
                  </a:lnTo>
                  <a:lnTo>
                    <a:pt x="721265" y="550102"/>
                  </a:lnTo>
                  <a:lnTo>
                    <a:pt x="720791" y="551579"/>
                  </a:lnTo>
                  <a:lnTo>
                    <a:pt x="721027" y="552208"/>
                  </a:lnTo>
                  <a:lnTo>
                    <a:pt x="720472" y="553513"/>
                  </a:lnTo>
                  <a:lnTo>
                    <a:pt x="720054" y="553808"/>
                  </a:lnTo>
                  <a:lnTo>
                    <a:pt x="720088" y="554337"/>
                  </a:lnTo>
                  <a:lnTo>
                    <a:pt x="719513" y="554776"/>
                  </a:lnTo>
                  <a:lnTo>
                    <a:pt x="719571" y="555344"/>
                  </a:lnTo>
                  <a:lnTo>
                    <a:pt x="719031" y="557794"/>
                  </a:lnTo>
                  <a:lnTo>
                    <a:pt x="719116" y="558378"/>
                  </a:lnTo>
                  <a:lnTo>
                    <a:pt x="718859" y="559001"/>
                  </a:lnTo>
                  <a:lnTo>
                    <a:pt x="719198" y="559287"/>
                  </a:lnTo>
                  <a:lnTo>
                    <a:pt x="718996" y="562077"/>
                  </a:lnTo>
                  <a:lnTo>
                    <a:pt x="719340" y="563425"/>
                  </a:lnTo>
                  <a:lnTo>
                    <a:pt x="718968" y="566765"/>
                  </a:lnTo>
                  <a:lnTo>
                    <a:pt x="719242" y="567444"/>
                  </a:lnTo>
                  <a:lnTo>
                    <a:pt x="718584" y="569279"/>
                  </a:lnTo>
                  <a:lnTo>
                    <a:pt x="718113" y="570064"/>
                  </a:lnTo>
                  <a:lnTo>
                    <a:pt x="714058" y="573540"/>
                  </a:lnTo>
                  <a:lnTo>
                    <a:pt x="712330" y="574275"/>
                  </a:lnTo>
                  <a:lnTo>
                    <a:pt x="711206" y="574192"/>
                  </a:lnTo>
                  <a:lnTo>
                    <a:pt x="707562" y="574981"/>
                  </a:lnTo>
                  <a:lnTo>
                    <a:pt x="706370" y="576300"/>
                  </a:lnTo>
                  <a:lnTo>
                    <a:pt x="703742" y="578078"/>
                  </a:lnTo>
                  <a:lnTo>
                    <a:pt x="701311" y="581538"/>
                  </a:lnTo>
                  <a:lnTo>
                    <a:pt x="699060" y="580198"/>
                  </a:lnTo>
                  <a:lnTo>
                    <a:pt x="696896" y="579716"/>
                  </a:lnTo>
                  <a:lnTo>
                    <a:pt x="695575" y="578510"/>
                  </a:lnTo>
                  <a:lnTo>
                    <a:pt x="692873" y="580279"/>
                  </a:lnTo>
                  <a:lnTo>
                    <a:pt x="689448" y="586603"/>
                  </a:lnTo>
                  <a:lnTo>
                    <a:pt x="683200" y="591956"/>
                  </a:lnTo>
                  <a:lnTo>
                    <a:pt x="682565" y="593855"/>
                  </a:lnTo>
                  <a:lnTo>
                    <a:pt x="681982" y="593965"/>
                  </a:lnTo>
                  <a:lnTo>
                    <a:pt x="682540" y="595230"/>
                  </a:lnTo>
                  <a:lnTo>
                    <a:pt x="684039" y="597380"/>
                  </a:lnTo>
                  <a:lnTo>
                    <a:pt x="684335" y="598589"/>
                  </a:lnTo>
                  <a:lnTo>
                    <a:pt x="683607" y="607980"/>
                  </a:lnTo>
                  <a:lnTo>
                    <a:pt x="682279" y="610034"/>
                  </a:lnTo>
                  <a:lnTo>
                    <a:pt x="680293" y="614835"/>
                  </a:lnTo>
                  <a:lnTo>
                    <a:pt x="677311" y="620476"/>
                  </a:lnTo>
                  <a:lnTo>
                    <a:pt x="674651" y="623194"/>
                  </a:lnTo>
                  <a:lnTo>
                    <a:pt x="672199" y="627788"/>
                  </a:lnTo>
                  <a:lnTo>
                    <a:pt x="673181" y="631789"/>
                  </a:lnTo>
                  <a:lnTo>
                    <a:pt x="669959" y="634948"/>
                  </a:lnTo>
                  <a:lnTo>
                    <a:pt x="666177" y="635595"/>
                  </a:lnTo>
                  <a:lnTo>
                    <a:pt x="666517" y="637822"/>
                  </a:lnTo>
                  <a:lnTo>
                    <a:pt x="666354" y="641545"/>
                  </a:lnTo>
                  <a:lnTo>
                    <a:pt x="668144" y="645391"/>
                  </a:lnTo>
                  <a:lnTo>
                    <a:pt x="668197" y="647789"/>
                  </a:lnTo>
                  <a:lnTo>
                    <a:pt x="670187" y="649369"/>
                  </a:lnTo>
                  <a:lnTo>
                    <a:pt x="671370" y="650956"/>
                  </a:lnTo>
                  <a:lnTo>
                    <a:pt x="672404" y="653392"/>
                  </a:lnTo>
                  <a:lnTo>
                    <a:pt x="671793" y="654311"/>
                  </a:lnTo>
                  <a:lnTo>
                    <a:pt x="668668" y="656402"/>
                  </a:lnTo>
                  <a:lnTo>
                    <a:pt x="665138" y="659267"/>
                  </a:lnTo>
                  <a:lnTo>
                    <a:pt x="664470" y="659934"/>
                  </a:lnTo>
                  <a:lnTo>
                    <a:pt x="664579" y="660655"/>
                  </a:lnTo>
                  <a:lnTo>
                    <a:pt x="662125" y="662047"/>
                  </a:lnTo>
                  <a:lnTo>
                    <a:pt x="658880" y="661741"/>
                  </a:lnTo>
                  <a:lnTo>
                    <a:pt x="657667" y="661937"/>
                  </a:lnTo>
                  <a:lnTo>
                    <a:pt x="645988" y="657636"/>
                  </a:lnTo>
                  <a:lnTo>
                    <a:pt x="644024" y="655848"/>
                  </a:lnTo>
                  <a:lnTo>
                    <a:pt x="642705" y="648304"/>
                  </a:lnTo>
                  <a:lnTo>
                    <a:pt x="637086" y="647574"/>
                  </a:lnTo>
                  <a:lnTo>
                    <a:pt x="635583" y="648037"/>
                  </a:lnTo>
                  <a:lnTo>
                    <a:pt x="635259" y="648592"/>
                  </a:lnTo>
                  <a:lnTo>
                    <a:pt x="631532" y="647173"/>
                  </a:lnTo>
                  <a:lnTo>
                    <a:pt x="629637" y="645523"/>
                  </a:lnTo>
                  <a:lnTo>
                    <a:pt x="629103" y="645918"/>
                  </a:lnTo>
                  <a:lnTo>
                    <a:pt x="625539" y="645322"/>
                  </a:lnTo>
                  <a:lnTo>
                    <a:pt x="624600" y="644826"/>
                  </a:lnTo>
                  <a:lnTo>
                    <a:pt x="621003" y="640064"/>
                  </a:lnTo>
                  <a:lnTo>
                    <a:pt x="619799" y="639334"/>
                  </a:lnTo>
                  <a:lnTo>
                    <a:pt x="618661" y="638175"/>
                  </a:lnTo>
                  <a:lnTo>
                    <a:pt x="618335" y="637215"/>
                  </a:lnTo>
                  <a:lnTo>
                    <a:pt x="617885" y="636803"/>
                  </a:lnTo>
                  <a:lnTo>
                    <a:pt x="618543" y="635639"/>
                  </a:lnTo>
                  <a:lnTo>
                    <a:pt x="619229" y="635005"/>
                  </a:lnTo>
                  <a:lnTo>
                    <a:pt x="619085" y="633729"/>
                  </a:lnTo>
                  <a:lnTo>
                    <a:pt x="618710" y="633047"/>
                  </a:lnTo>
                  <a:lnTo>
                    <a:pt x="619243" y="631044"/>
                  </a:lnTo>
                  <a:lnTo>
                    <a:pt x="619724" y="625984"/>
                  </a:lnTo>
                  <a:lnTo>
                    <a:pt x="619079" y="623204"/>
                  </a:lnTo>
                  <a:lnTo>
                    <a:pt x="618230" y="622058"/>
                  </a:lnTo>
                  <a:lnTo>
                    <a:pt x="618382" y="620915"/>
                  </a:lnTo>
                  <a:lnTo>
                    <a:pt x="617815" y="620310"/>
                  </a:lnTo>
                  <a:lnTo>
                    <a:pt x="616042" y="620359"/>
                  </a:lnTo>
                  <a:lnTo>
                    <a:pt x="615458" y="620576"/>
                  </a:lnTo>
                  <a:lnTo>
                    <a:pt x="614614" y="619690"/>
                  </a:lnTo>
                  <a:lnTo>
                    <a:pt x="613441" y="619398"/>
                  </a:lnTo>
                  <a:lnTo>
                    <a:pt x="613229" y="619483"/>
                  </a:lnTo>
                  <a:lnTo>
                    <a:pt x="613196" y="619916"/>
                  </a:lnTo>
                  <a:lnTo>
                    <a:pt x="612319" y="620325"/>
                  </a:lnTo>
                  <a:lnTo>
                    <a:pt x="611346" y="619981"/>
                  </a:lnTo>
                  <a:lnTo>
                    <a:pt x="610574" y="617946"/>
                  </a:lnTo>
                  <a:lnTo>
                    <a:pt x="610149" y="617532"/>
                  </a:lnTo>
                  <a:lnTo>
                    <a:pt x="609834" y="616708"/>
                  </a:lnTo>
                  <a:lnTo>
                    <a:pt x="609222" y="616197"/>
                  </a:lnTo>
                  <a:lnTo>
                    <a:pt x="608173" y="613990"/>
                  </a:lnTo>
                  <a:lnTo>
                    <a:pt x="606796" y="612511"/>
                  </a:lnTo>
                  <a:lnTo>
                    <a:pt x="606470" y="611819"/>
                  </a:lnTo>
                  <a:lnTo>
                    <a:pt x="606770" y="610953"/>
                  </a:lnTo>
                  <a:lnTo>
                    <a:pt x="610863" y="611585"/>
                  </a:lnTo>
                  <a:lnTo>
                    <a:pt x="610783" y="610323"/>
                  </a:lnTo>
                  <a:lnTo>
                    <a:pt x="611164" y="609056"/>
                  </a:lnTo>
                  <a:lnTo>
                    <a:pt x="609281" y="604594"/>
                  </a:lnTo>
                  <a:lnTo>
                    <a:pt x="609333" y="603613"/>
                  </a:lnTo>
                  <a:lnTo>
                    <a:pt x="608822" y="602207"/>
                  </a:lnTo>
                  <a:lnTo>
                    <a:pt x="605792" y="602955"/>
                  </a:lnTo>
                  <a:lnTo>
                    <a:pt x="602423" y="603314"/>
                  </a:lnTo>
                  <a:lnTo>
                    <a:pt x="602018" y="603671"/>
                  </a:lnTo>
                  <a:lnTo>
                    <a:pt x="600256" y="604014"/>
                  </a:lnTo>
                  <a:lnTo>
                    <a:pt x="597098" y="603106"/>
                  </a:lnTo>
                  <a:lnTo>
                    <a:pt x="596119" y="602476"/>
                  </a:lnTo>
                  <a:lnTo>
                    <a:pt x="595788" y="603348"/>
                  </a:lnTo>
                  <a:lnTo>
                    <a:pt x="594610" y="603816"/>
                  </a:lnTo>
                  <a:lnTo>
                    <a:pt x="593963" y="603616"/>
                  </a:lnTo>
                  <a:lnTo>
                    <a:pt x="591753" y="603943"/>
                  </a:lnTo>
                  <a:lnTo>
                    <a:pt x="590594" y="603697"/>
                  </a:lnTo>
                  <a:lnTo>
                    <a:pt x="588612" y="603730"/>
                  </a:lnTo>
                  <a:lnTo>
                    <a:pt x="587486" y="604078"/>
                  </a:lnTo>
                  <a:lnTo>
                    <a:pt x="585479" y="603313"/>
                  </a:lnTo>
                  <a:lnTo>
                    <a:pt x="584913" y="603315"/>
                  </a:lnTo>
                  <a:lnTo>
                    <a:pt x="583917" y="604110"/>
                  </a:lnTo>
                  <a:lnTo>
                    <a:pt x="582011" y="607984"/>
                  </a:lnTo>
                  <a:lnTo>
                    <a:pt x="580831" y="608660"/>
                  </a:lnTo>
                  <a:lnTo>
                    <a:pt x="579078" y="610400"/>
                  </a:lnTo>
                  <a:lnTo>
                    <a:pt x="578543" y="610549"/>
                  </a:lnTo>
                  <a:lnTo>
                    <a:pt x="577936" y="610424"/>
                  </a:lnTo>
                  <a:lnTo>
                    <a:pt x="578494" y="608041"/>
                  </a:lnTo>
                  <a:lnTo>
                    <a:pt x="577527" y="607814"/>
                  </a:lnTo>
                  <a:lnTo>
                    <a:pt x="577050" y="608244"/>
                  </a:lnTo>
                  <a:lnTo>
                    <a:pt x="576154" y="608173"/>
                  </a:lnTo>
                  <a:lnTo>
                    <a:pt x="575521" y="607628"/>
                  </a:lnTo>
                  <a:lnTo>
                    <a:pt x="576054" y="607356"/>
                  </a:lnTo>
                  <a:lnTo>
                    <a:pt x="575907" y="605739"/>
                  </a:lnTo>
                  <a:lnTo>
                    <a:pt x="575441" y="604556"/>
                  </a:lnTo>
                  <a:lnTo>
                    <a:pt x="574679" y="604659"/>
                  </a:lnTo>
                  <a:lnTo>
                    <a:pt x="574241" y="604276"/>
                  </a:lnTo>
                  <a:lnTo>
                    <a:pt x="573056" y="604409"/>
                  </a:lnTo>
                  <a:lnTo>
                    <a:pt x="572126" y="602235"/>
                  </a:lnTo>
                  <a:lnTo>
                    <a:pt x="572025" y="600478"/>
                  </a:lnTo>
                  <a:lnTo>
                    <a:pt x="571574" y="599963"/>
                  </a:lnTo>
                  <a:lnTo>
                    <a:pt x="570927" y="599731"/>
                  </a:lnTo>
                  <a:lnTo>
                    <a:pt x="569970" y="600073"/>
                  </a:lnTo>
                  <a:lnTo>
                    <a:pt x="567254" y="598997"/>
                  </a:lnTo>
                  <a:lnTo>
                    <a:pt x="562157" y="598131"/>
                  </a:lnTo>
                  <a:lnTo>
                    <a:pt x="557808" y="594136"/>
                  </a:lnTo>
                  <a:lnTo>
                    <a:pt x="555682" y="593780"/>
                  </a:lnTo>
                  <a:lnTo>
                    <a:pt x="554082" y="594366"/>
                  </a:lnTo>
                  <a:lnTo>
                    <a:pt x="552059" y="595676"/>
                  </a:lnTo>
                  <a:lnTo>
                    <a:pt x="548961" y="596632"/>
                  </a:lnTo>
                  <a:lnTo>
                    <a:pt x="548843" y="596830"/>
                  </a:lnTo>
                  <a:lnTo>
                    <a:pt x="547250" y="596517"/>
                  </a:lnTo>
                  <a:lnTo>
                    <a:pt x="546269" y="595547"/>
                  </a:lnTo>
                  <a:lnTo>
                    <a:pt x="545473" y="593772"/>
                  </a:lnTo>
                  <a:lnTo>
                    <a:pt x="544238" y="593445"/>
                  </a:lnTo>
                  <a:lnTo>
                    <a:pt x="543517" y="591702"/>
                  </a:lnTo>
                  <a:lnTo>
                    <a:pt x="542694" y="591750"/>
                  </a:lnTo>
                  <a:lnTo>
                    <a:pt x="541883" y="591281"/>
                  </a:lnTo>
                  <a:lnTo>
                    <a:pt x="541915" y="589960"/>
                  </a:lnTo>
                  <a:lnTo>
                    <a:pt x="540732" y="587819"/>
                  </a:lnTo>
                  <a:lnTo>
                    <a:pt x="538400" y="587296"/>
                  </a:lnTo>
                  <a:lnTo>
                    <a:pt x="536663" y="585901"/>
                  </a:lnTo>
                  <a:lnTo>
                    <a:pt x="536496" y="585489"/>
                  </a:lnTo>
                  <a:lnTo>
                    <a:pt x="535638" y="585794"/>
                  </a:lnTo>
                  <a:lnTo>
                    <a:pt x="534375" y="585815"/>
                  </a:lnTo>
                  <a:lnTo>
                    <a:pt x="532537" y="586202"/>
                  </a:lnTo>
                  <a:lnTo>
                    <a:pt x="526890" y="588842"/>
                  </a:lnTo>
                  <a:lnTo>
                    <a:pt x="524775" y="589124"/>
                  </a:lnTo>
                  <a:lnTo>
                    <a:pt x="518723" y="587569"/>
                  </a:lnTo>
                  <a:lnTo>
                    <a:pt x="516172" y="583958"/>
                  </a:lnTo>
                  <a:lnTo>
                    <a:pt x="507180" y="581527"/>
                  </a:lnTo>
                  <a:lnTo>
                    <a:pt x="506419" y="581506"/>
                  </a:lnTo>
                  <a:lnTo>
                    <a:pt x="500172" y="577431"/>
                  </a:lnTo>
                  <a:lnTo>
                    <a:pt x="499381" y="576119"/>
                  </a:lnTo>
                  <a:lnTo>
                    <a:pt x="495360" y="578219"/>
                  </a:lnTo>
                  <a:lnTo>
                    <a:pt x="489081" y="582083"/>
                  </a:lnTo>
                  <a:lnTo>
                    <a:pt x="478689" y="582753"/>
                  </a:lnTo>
                  <a:lnTo>
                    <a:pt x="475164" y="582504"/>
                  </a:lnTo>
                  <a:lnTo>
                    <a:pt x="473522" y="581886"/>
                  </a:lnTo>
                  <a:lnTo>
                    <a:pt x="467434" y="583154"/>
                  </a:lnTo>
                  <a:lnTo>
                    <a:pt x="464027" y="580518"/>
                  </a:lnTo>
                  <a:lnTo>
                    <a:pt x="462493" y="579912"/>
                  </a:lnTo>
                  <a:lnTo>
                    <a:pt x="461782" y="578957"/>
                  </a:lnTo>
                  <a:lnTo>
                    <a:pt x="458442" y="576353"/>
                  </a:lnTo>
                  <a:lnTo>
                    <a:pt x="456645" y="573862"/>
                  </a:lnTo>
                  <a:lnTo>
                    <a:pt x="450529" y="571985"/>
                  </a:lnTo>
                  <a:lnTo>
                    <a:pt x="448815" y="570136"/>
                  </a:lnTo>
                  <a:lnTo>
                    <a:pt x="448374" y="570318"/>
                  </a:lnTo>
                  <a:lnTo>
                    <a:pt x="446445" y="568687"/>
                  </a:lnTo>
                  <a:lnTo>
                    <a:pt x="444161" y="568115"/>
                  </a:lnTo>
                  <a:lnTo>
                    <a:pt x="443063" y="567361"/>
                  </a:lnTo>
                  <a:lnTo>
                    <a:pt x="442257" y="565632"/>
                  </a:lnTo>
                  <a:lnTo>
                    <a:pt x="442201" y="564969"/>
                  </a:lnTo>
                  <a:lnTo>
                    <a:pt x="441856" y="564915"/>
                  </a:lnTo>
                  <a:lnTo>
                    <a:pt x="440894" y="563922"/>
                  </a:lnTo>
                  <a:lnTo>
                    <a:pt x="439417" y="559975"/>
                  </a:lnTo>
                  <a:lnTo>
                    <a:pt x="433803" y="558416"/>
                  </a:lnTo>
                  <a:lnTo>
                    <a:pt x="432309" y="558363"/>
                  </a:lnTo>
                  <a:lnTo>
                    <a:pt x="431559" y="559636"/>
                  </a:lnTo>
                  <a:lnTo>
                    <a:pt x="430057" y="559830"/>
                  </a:lnTo>
                  <a:lnTo>
                    <a:pt x="427276" y="559665"/>
                  </a:lnTo>
                  <a:lnTo>
                    <a:pt x="421632" y="557380"/>
                  </a:lnTo>
                  <a:lnTo>
                    <a:pt x="420879" y="555800"/>
                  </a:lnTo>
                  <a:lnTo>
                    <a:pt x="419183" y="547520"/>
                  </a:lnTo>
                  <a:lnTo>
                    <a:pt x="419655" y="543077"/>
                  </a:lnTo>
                  <a:lnTo>
                    <a:pt x="416781" y="535502"/>
                  </a:lnTo>
                  <a:lnTo>
                    <a:pt x="417024" y="533509"/>
                  </a:lnTo>
                  <a:lnTo>
                    <a:pt x="417053" y="530031"/>
                  </a:lnTo>
                  <a:lnTo>
                    <a:pt x="416804" y="528853"/>
                  </a:lnTo>
                  <a:lnTo>
                    <a:pt x="416998" y="527726"/>
                  </a:lnTo>
                  <a:lnTo>
                    <a:pt x="411597" y="522745"/>
                  </a:lnTo>
                  <a:lnTo>
                    <a:pt x="408403" y="518478"/>
                  </a:lnTo>
                  <a:lnTo>
                    <a:pt x="408085" y="515874"/>
                  </a:lnTo>
                  <a:lnTo>
                    <a:pt x="408593" y="512268"/>
                  </a:lnTo>
                  <a:lnTo>
                    <a:pt x="410132" y="509818"/>
                  </a:lnTo>
                  <a:lnTo>
                    <a:pt x="408754" y="507335"/>
                  </a:lnTo>
                  <a:lnTo>
                    <a:pt x="407516" y="505854"/>
                  </a:lnTo>
                  <a:lnTo>
                    <a:pt x="406149" y="506649"/>
                  </a:lnTo>
                  <a:lnTo>
                    <a:pt x="404135" y="505925"/>
                  </a:lnTo>
                  <a:lnTo>
                    <a:pt x="401225" y="503237"/>
                  </a:lnTo>
                  <a:lnTo>
                    <a:pt x="399769" y="502300"/>
                  </a:lnTo>
                  <a:lnTo>
                    <a:pt x="397009" y="499613"/>
                  </a:lnTo>
                  <a:lnTo>
                    <a:pt x="394102" y="501384"/>
                  </a:lnTo>
                  <a:lnTo>
                    <a:pt x="391240" y="502693"/>
                  </a:lnTo>
                  <a:lnTo>
                    <a:pt x="390456" y="502097"/>
                  </a:lnTo>
                  <a:lnTo>
                    <a:pt x="383868" y="500663"/>
                  </a:lnTo>
                  <a:lnTo>
                    <a:pt x="383244" y="497763"/>
                  </a:lnTo>
                  <a:lnTo>
                    <a:pt x="383363" y="488963"/>
                  </a:lnTo>
                  <a:lnTo>
                    <a:pt x="381643" y="486779"/>
                  </a:lnTo>
                  <a:lnTo>
                    <a:pt x="380831" y="484048"/>
                  </a:lnTo>
                  <a:lnTo>
                    <a:pt x="376343" y="479064"/>
                  </a:lnTo>
                  <a:lnTo>
                    <a:pt x="375888" y="477933"/>
                  </a:lnTo>
                  <a:lnTo>
                    <a:pt x="373401" y="476236"/>
                  </a:lnTo>
                  <a:lnTo>
                    <a:pt x="372512" y="475062"/>
                  </a:lnTo>
                  <a:lnTo>
                    <a:pt x="372371" y="474414"/>
                  </a:lnTo>
                  <a:lnTo>
                    <a:pt x="368643" y="471291"/>
                  </a:lnTo>
                  <a:lnTo>
                    <a:pt x="366382" y="468644"/>
                  </a:lnTo>
                  <a:lnTo>
                    <a:pt x="364937" y="465698"/>
                  </a:lnTo>
                  <a:lnTo>
                    <a:pt x="361539" y="463231"/>
                  </a:lnTo>
                  <a:lnTo>
                    <a:pt x="359902" y="462475"/>
                  </a:lnTo>
                  <a:lnTo>
                    <a:pt x="359342" y="452202"/>
                  </a:lnTo>
                  <a:lnTo>
                    <a:pt x="359850" y="450649"/>
                  </a:lnTo>
                  <a:lnTo>
                    <a:pt x="359985" y="449168"/>
                  </a:lnTo>
                  <a:lnTo>
                    <a:pt x="359754" y="448642"/>
                  </a:lnTo>
                  <a:lnTo>
                    <a:pt x="358104" y="447615"/>
                  </a:lnTo>
                  <a:lnTo>
                    <a:pt x="357695" y="446496"/>
                  </a:lnTo>
                  <a:lnTo>
                    <a:pt x="357215" y="445967"/>
                  </a:lnTo>
                  <a:lnTo>
                    <a:pt x="357352" y="445718"/>
                  </a:lnTo>
                  <a:lnTo>
                    <a:pt x="357112" y="445128"/>
                  </a:lnTo>
                  <a:lnTo>
                    <a:pt x="356279" y="444907"/>
                  </a:lnTo>
                  <a:lnTo>
                    <a:pt x="356418" y="444433"/>
                  </a:lnTo>
                  <a:lnTo>
                    <a:pt x="356077" y="443696"/>
                  </a:lnTo>
                  <a:lnTo>
                    <a:pt x="356403" y="442590"/>
                  </a:lnTo>
                  <a:lnTo>
                    <a:pt x="355943" y="438988"/>
                  </a:lnTo>
                  <a:lnTo>
                    <a:pt x="356111" y="438316"/>
                  </a:lnTo>
                  <a:lnTo>
                    <a:pt x="356331" y="438222"/>
                  </a:lnTo>
                  <a:lnTo>
                    <a:pt x="353971" y="436273"/>
                  </a:lnTo>
                  <a:lnTo>
                    <a:pt x="353492" y="436462"/>
                  </a:lnTo>
                  <a:lnTo>
                    <a:pt x="352362" y="435926"/>
                  </a:lnTo>
                  <a:lnTo>
                    <a:pt x="350796" y="436110"/>
                  </a:lnTo>
                  <a:lnTo>
                    <a:pt x="349983" y="435402"/>
                  </a:lnTo>
                  <a:lnTo>
                    <a:pt x="348964" y="435970"/>
                  </a:lnTo>
                  <a:lnTo>
                    <a:pt x="346679" y="436373"/>
                  </a:lnTo>
                  <a:lnTo>
                    <a:pt x="343851" y="435450"/>
                  </a:lnTo>
                  <a:lnTo>
                    <a:pt x="342031" y="435686"/>
                  </a:lnTo>
                  <a:lnTo>
                    <a:pt x="340999" y="436215"/>
                  </a:lnTo>
                  <a:lnTo>
                    <a:pt x="340073" y="437296"/>
                  </a:lnTo>
                  <a:lnTo>
                    <a:pt x="338869" y="439072"/>
                  </a:lnTo>
                  <a:lnTo>
                    <a:pt x="339021" y="439821"/>
                  </a:lnTo>
                  <a:lnTo>
                    <a:pt x="339507" y="440267"/>
                  </a:lnTo>
                  <a:lnTo>
                    <a:pt x="340170" y="440294"/>
                  </a:lnTo>
                  <a:lnTo>
                    <a:pt x="342118" y="441022"/>
                  </a:lnTo>
                  <a:lnTo>
                    <a:pt x="343096" y="441821"/>
                  </a:lnTo>
                  <a:lnTo>
                    <a:pt x="343259" y="442546"/>
                  </a:lnTo>
                  <a:lnTo>
                    <a:pt x="342891" y="443456"/>
                  </a:lnTo>
                  <a:lnTo>
                    <a:pt x="340785" y="446046"/>
                  </a:lnTo>
                  <a:lnTo>
                    <a:pt x="340062" y="447641"/>
                  </a:lnTo>
                  <a:lnTo>
                    <a:pt x="339393" y="450910"/>
                  </a:lnTo>
                  <a:lnTo>
                    <a:pt x="337862" y="455657"/>
                  </a:lnTo>
                  <a:lnTo>
                    <a:pt x="336636" y="457054"/>
                  </a:lnTo>
                  <a:lnTo>
                    <a:pt x="334890" y="458289"/>
                  </a:lnTo>
                  <a:lnTo>
                    <a:pt x="331620" y="459031"/>
                  </a:lnTo>
                  <a:lnTo>
                    <a:pt x="331255" y="457353"/>
                  </a:lnTo>
                  <a:lnTo>
                    <a:pt x="329681" y="456539"/>
                  </a:lnTo>
                  <a:lnTo>
                    <a:pt x="328462" y="455191"/>
                  </a:lnTo>
                  <a:lnTo>
                    <a:pt x="327745" y="453499"/>
                  </a:lnTo>
                  <a:lnTo>
                    <a:pt x="325650" y="452856"/>
                  </a:lnTo>
                  <a:lnTo>
                    <a:pt x="325419" y="452337"/>
                  </a:lnTo>
                  <a:lnTo>
                    <a:pt x="320895" y="452057"/>
                  </a:lnTo>
                  <a:lnTo>
                    <a:pt x="318697" y="450737"/>
                  </a:lnTo>
                  <a:lnTo>
                    <a:pt x="315072" y="448999"/>
                  </a:lnTo>
                  <a:lnTo>
                    <a:pt x="309920" y="448180"/>
                  </a:lnTo>
                  <a:lnTo>
                    <a:pt x="305451" y="450748"/>
                  </a:lnTo>
                  <a:lnTo>
                    <a:pt x="300987" y="452091"/>
                  </a:lnTo>
                  <a:lnTo>
                    <a:pt x="299132" y="453952"/>
                  </a:lnTo>
                  <a:lnTo>
                    <a:pt x="298173" y="455516"/>
                  </a:lnTo>
                  <a:lnTo>
                    <a:pt x="297402" y="455564"/>
                  </a:lnTo>
                  <a:lnTo>
                    <a:pt x="296744" y="456492"/>
                  </a:lnTo>
                  <a:lnTo>
                    <a:pt x="297025" y="457846"/>
                  </a:lnTo>
                  <a:lnTo>
                    <a:pt x="295522" y="458371"/>
                  </a:lnTo>
                  <a:lnTo>
                    <a:pt x="295186" y="458291"/>
                  </a:lnTo>
                  <a:lnTo>
                    <a:pt x="294987" y="458578"/>
                  </a:lnTo>
                  <a:lnTo>
                    <a:pt x="294591" y="458749"/>
                  </a:lnTo>
                  <a:lnTo>
                    <a:pt x="295362" y="460172"/>
                  </a:lnTo>
                  <a:lnTo>
                    <a:pt x="295236" y="460923"/>
                  </a:lnTo>
                  <a:lnTo>
                    <a:pt x="294584" y="461986"/>
                  </a:lnTo>
                  <a:lnTo>
                    <a:pt x="292096" y="462064"/>
                  </a:lnTo>
                  <a:lnTo>
                    <a:pt x="291292" y="462819"/>
                  </a:lnTo>
                  <a:lnTo>
                    <a:pt x="289459" y="463350"/>
                  </a:lnTo>
                  <a:lnTo>
                    <a:pt x="286397" y="463569"/>
                  </a:lnTo>
                  <a:lnTo>
                    <a:pt x="284690" y="463291"/>
                  </a:lnTo>
                  <a:lnTo>
                    <a:pt x="283664" y="463937"/>
                  </a:lnTo>
                  <a:lnTo>
                    <a:pt x="283218" y="464730"/>
                  </a:lnTo>
                  <a:lnTo>
                    <a:pt x="281601" y="465903"/>
                  </a:lnTo>
                  <a:lnTo>
                    <a:pt x="280728" y="467332"/>
                  </a:lnTo>
                  <a:lnTo>
                    <a:pt x="279081" y="468603"/>
                  </a:lnTo>
                  <a:lnTo>
                    <a:pt x="277923" y="471049"/>
                  </a:lnTo>
                  <a:lnTo>
                    <a:pt x="277557" y="472597"/>
                  </a:lnTo>
                  <a:lnTo>
                    <a:pt x="276756" y="472996"/>
                  </a:lnTo>
                  <a:lnTo>
                    <a:pt x="275593" y="474025"/>
                  </a:lnTo>
                  <a:lnTo>
                    <a:pt x="274109" y="474106"/>
                  </a:lnTo>
                  <a:lnTo>
                    <a:pt x="270628" y="473328"/>
                  </a:lnTo>
                  <a:lnTo>
                    <a:pt x="269406" y="473617"/>
                  </a:lnTo>
                  <a:lnTo>
                    <a:pt x="265470" y="472505"/>
                  </a:lnTo>
                  <a:lnTo>
                    <a:pt x="264071" y="472459"/>
                  </a:lnTo>
                  <a:lnTo>
                    <a:pt x="263401" y="472074"/>
                  </a:lnTo>
                  <a:lnTo>
                    <a:pt x="262206" y="471258"/>
                  </a:lnTo>
                  <a:lnTo>
                    <a:pt x="260715" y="471308"/>
                  </a:lnTo>
                  <a:lnTo>
                    <a:pt x="259893" y="470733"/>
                  </a:lnTo>
                  <a:lnTo>
                    <a:pt x="259139" y="469122"/>
                  </a:lnTo>
                  <a:lnTo>
                    <a:pt x="257886" y="468049"/>
                  </a:lnTo>
                  <a:lnTo>
                    <a:pt x="257779" y="466956"/>
                  </a:lnTo>
                  <a:lnTo>
                    <a:pt x="257274" y="467060"/>
                  </a:lnTo>
                  <a:lnTo>
                    <a:pt x="256622" y="466285"/>
                  </a:lnTo>
                  <a:lnTo>
                    <a:pt x="256266" y="466397"/>
                  </a:lnTo>
                  <a:lnTo>
                    <a:pt x="255390" y="467425"/>
                  </a:lnTo>
                  <a:lnTo>
                    <a:pt x="255645" y="468153"/>
                  </a:lnTo>
                  <a:lnTo>
                    <a:pt x="254004" y="468684"/>
                  </a:lnTo>
                  <a:lnTo>
                    <a:pt x="252820" y="467404"/>
                  </a:lnTo>
                  <a:lnTo>
                    <a:pt x="252700" y="466732"/>
                  </a:lnTo>
                  <a:lnTo>
                    <a:pt x="252176" y="466341"/>
                  </a:lnTo>
                  <a:lnTo>
                    <a:pt x="252214" y="465818"/>
                  </a:lnTo>
                  <a:lnTo>
                    <a:pt x="251413" y="465775"/>
                  </a:lnTo>
                  <a:lnTo>
                    <a:pt x="250761" y="466354"/>
                  </a:lnTo>
                  <a:lnTo>
                    <a:pt x="250511" y="466328"/>
                  </a:lnTo>
                  <a:lnTo>
                    <a:pt x="248892" y="464861"/>
                  </a:lnTo>
                  <a:lnTo>
                    <a:pt x="246506" y="463849"/>
                  </a:lnTo>
                  <a:lnTo>
                    <a:pt x="246040" y="464395"/>
                  </a:lnTo>
                  <a:lnTo>
                    <a:pt x="245502" y="464570"/>
                  </a:lnTo>
                  <a:lnTo>
                    <a:pt x="243581" y="465143"/>
                  </a:lnTo>
                  <a:lnTo>
                    <a:pt x="242957" y="464966"/>
                  </a:lnTo>
                  <a:lnTo>
                    <a:pt x="242890" y="465977"/>
                  </a:lnTo>
                  <a:lnTo>
                    <a:pt x="242670" y="466145"/>
                  </a:lnTo>
                  <a:lnTo>
                    <a:pt x="243644" y="467389"/>
                  </a:lnTo>
                  <a:lnTo>
                    <a:pt x="242729" y="467550"/>
                  </a:lnTo>
                  <a:lnTo>
                    <a:pt x="241681" y="468124"/>
                  </a:lnTo>
                  <a:lnTo>
                    <a:pt x="241297" y="468832"/>
                  </a:lnTo>
                  <a:lnTo>
                    <a:pt x="241802" y="469102"/>
                  </a:lnTo>
                  <a:lnTo>
                    <a:pt x="242224" y="469738"/>
                  </a:lnTo>
                  <a:lnTo>
                    <a:pt x="244815" y="471325"/>
                  </a:lnTo>
                  <a:lnTo>
                    <a:pt x="245118" y="472221"/>
                  </a:lnTo>
                  <a:lnTo>
                    <a:pt x="244464" y="473435"/>
                  </a:lnTo>
                  <a:lnTo>
                    <a:pt x="244188" y="473613"/>
                  </a:lnTo>
                  <a:lnTo>
                    <a:pt x="242614" y="473390"/>
                  </a:lnTo>
                  <a:lnTo>
                    <a:pt x="241655" y="473815"/>
                  </a:lnTo>
                  <a:lnTo>
                    <a:pt x="240181" y="472427"/>
                  </a:lnTo>
                  <a:lnTo>
                    <a:pt x="238370" y="472119"/>
                  </a:lnTo>
                  <a:lnTo>
                    <a:pt x="238969" y="475902"/>
                  </a:lnTo>
                  <a:lnTo>
                    <a:pt x="239827" y="476835"/>
                  </a:lnTo>
                  <a:lnTo>
                    <a:pt x="239433" y="478010"/>
                  </a:lnTo>
                  <a:lnTo>
                    <a:pt x="239060" y="478150"/>
                  </a:lnTo>
                  <a:lnTo>
                    <a:pt x="237566" y="475376"/>
                  </a:lnTo>
                  <a:lnTo>
                    <a:pt x="234185" y="473373"/>
                  </a:lnTo>
                  <a:lnTo>
                    <a:pt x="236042" y="492837"/>
                  </a:lnTo>
                  <a:lnTo>
                    <a:pt x="235359" y="492912"/>
                  </a:lnTo>
                  <a:lnTo>
                    <a:pt x="235280" y="492273"/>
                  </a:lnTo>
                  <a:lnTo>
                    <a:pt x="232562" y="493587"/>
                  </a:lnTo>
                  <a:lnTo>
                    <a:pt x="227103" y="494288"/>
                  </a:lnTo>
                  <a:lnTo>
                    <a:pt x="222318" y="495718"/>
                  </a:lnTo>
                  <a:lnTo>
                    <a:pt x="219592" y="497580"/>
                  </a:lnTo>
                  <a:lnTo>
                    <a:pt x="216089" y="501457"/>
                  </a:lnTo>
                  <a:lnTo>
                    <a:pt x="214759" y="502614"/>
                  </a:lnTo>
                  <a:lnTo>
                    <a:pt x="208960" y="505731"/>
                  </a:lnTo>
                  <a:lnTo>
                    <a:pt x="207558" y="505871"/>
                  </a:lnTo>
                  <a:lnTo>
                    <a:pt x="206262" y="505636"/>
                  </a:lnTo>
                  <a:lnTo>
                    <a:pt x="202925" y="504286"/>
                  </a:lnTo>
                  <a:lnTo>
                    <a:pt x="198630" y="502596"/>
                  </a:lnTo>
                  <a:lnTo>
                    <a:pt x="195820" y="502034"/>
                  </a:lnTo>
                  <a:lnTo>
                    <a:pt x="194092" y="502306"/>
                  </a:lnTo>
                  <a:lnTo>
                    <a:pt x="193538" y="502692"/>
                  </a:lnTo>
                  <a:lnTo>
                    <a:pt x="192868" y="503814"/>
                  </a:lnTo>
                  <a:lnTo>
                    <a:pt x="192544" y="505399"/>
                  </a:lnTo>
                  <a:lnTo>
                    <a:pt x="192782" y="507614"/>
                  </a:lnTo>
                  <a:lnTo>
                    <a:pt x="193879" y="511696"/>
                  </a:lnTo>
                  <a:lnTo>
                    <a:pt x="194509" y="513324"/>
                  </a:lnTo>
                  <a:lnTo>
                    <a:pt x="195581" y="515045"/>
                  </a:lnTo>
                  <a:lnTo>
                    <a:pt x="196037" y="517485"/>
                  </a:lnTo>
                  <a:lnTo>
                    <a:pt x="195908" y="519008"/>
                  </a:lnTo>
                  <a:lnTo>
                    <a:pt x="195024" y="519965"/>
                  </a:lnTo>
                  <a:lnTo>
                    <a:pt x="195827" y="521202"/>
                  </a:lnTo>
                  <a:lnTo>
                    <a:pt x="196024" y="521990"/>
                  </a:lnTo>
                  <a:lnTo>
                    <a:pt x="196338" y="522160"/>
                  </a:lnTo>
                  <a:lnTo>
                    <a:pt x="192407" y="521945"/>
                  </a:lnTo>
                  <a:lnTo>
                    <a:pt x="193193" y="520177"/>
                  </a:lnTo>
                  <a:lnTo>
                    <a:pt x="191451" y="519842"/>
                  </a:lnTo>
                  <a:lnTo>
                    <a:pt x="189912" y="519194"/>
                  </a:lnTo>
                  <a:lnTo>
                    <a:pt x="188700" y="517925"/>
                  </a:lnTo>
                  <a:lnTo>
                    <a:pt x="186247" y="517325"/>
                  </a:lnTo>
                  <a:lnTo>
                    <a:pt x="183007" y="516096"/>
                  </a:lnTo>
                  <a:lnTo>
                    <a:pt x="180147" y="515488"/>
                  </a:lnTo>
                  <a:lnTo>
                    <a:pt x="178605" y="516829"/>
                  </a:lnTo>
                  <a:lnTo>
                    <a:pt x="177951" y="517096"/>
                  </a:lnTo>
                  <a:lnTo>
                    <a:pt x="176032" y="515960"/>
                  </a:lnTo>
                  <a:lnTo>
                    <a:pt x="175544" y="514268"/>
                  </a:lnTo>
                  <a:lnTo>
                    <a:pt x="173701" y="512479"/>
                  </a:lnTo>
                  <a:lnTo>
                    <a:pt x="173659" y="511538"/>
                  </a:lnTo>
                  <a:lnTo>
                    <a:pt x="173224" y="511230"/>
                  </a:lnTo>
                  <a:lnTo>
                    <a:pt x="172602" y="510235"/>
                  </a:lnTo>
                  <a:lnTo>
                    <a:pt x="172286" y="510340"/>
                  </a:lnTo>
                  <a:lnTo>
                    <a:pt x="171690" y="508995"/>
                  </a:lnTo>
                  <a:lnTo>
                    <a:pt x="171483" y="509217"/>
                  </a:lnTo>
                  <a:lnTo>
                    <a:pt x="170777" y="509175"/>
                  </a:lnTo>
                  <a:lnTo>
                    <a:pt x="170684" y="508884"/>
                  </a:lnTo>
                  <a:lnTo>
                    <a:pt x="169972" y="508510"/>
                  </a:lnTo>
                  <a:lnTo>
                    <a:pt x="169376" y="508640"/>
                  </a:lnTo>
                  <a:lnTo>
                    <a:pt x="169060" y="508344"/>
                  </a:lnTo>
                  <a:lnTo>
                    <a:pt x="168000" y="508108"/>
                  </a:lnTo>
                  <a:lnTo>
                    <a:pt x="167187" y="507023"/>
                  </a:lnTo>
                  <a:lnTo>
                    <a:pt x="167006" y="506011"/>
                  </a:lnTo>
                  <a:lnTo>
                    <a:pt x="166381" y="505892"/>
                  </a:lnTo>
                  <a:lnTo>
                    <a:pt x="165376" y="505795"/>
                  </a:lnTo>
                  <a:lnTo>
                    <a:pt x="163332" y="506271"/>
                  </a:lnTo>
                  <a:lnTo>
                    <a:pt x="162073" y="506022"/>
                  </a:lnTo>
                  <a:lnTo>
                    <a:pt x="161169" y="506319"/>
                  </a:lnTo>
                  <a:lnTo>
                    <a:pt x="160967" y="506635"/>
                  </a:lnTo>
                  <a:lnTo>
                    <a:pt x="159236" y="506215"/>
                  </a:lnTo>
                  <a:lnTo>
                    <a:pt x="158438" y="505773"/>
                  </a:lnTo>
                  <a:lnTo>
                    <a:pt x="157788" y="506307"/>
                  </a:lnTo>
                  <a:lnTo>
                    <a:pt x="157454" y="506268"/>
                  </a:lnTo>
                  <a:lnTo>
                    <a:pt x="157295" y="506779"/>
                  </a:lnTo>
                  <a:lnTo>
                    <a:pt x="156442" y="506629"/>
                  </a:lnTo>
                  <a:lnTo>
                    <a:pt x="156056" y="506970"/>
                  </a:lnTo>
                  <a:lnTo>
                    <a:pt x="155619" y="509963"/>
                  </a:lnTo>
                  <a:lnTo>
                    <a:pt x="155231" y="509601"/>
                  </a:lnTo>
                  <a:lnTo>
                    <a:pt x="154659" y="510501"/>
                  </a:lnTo>
                  <a:lnTo>
                    <a:pt x="154603" y="511165"/>
                  </a:lnTo>
                  <a:lnTo>
                    <a:pt x="153860" y="511677"/>
                  </a:lnTo>
                  <a:lnTo>
                    <a:pt x="153345" y="512834"/>
                  </a:lnTo>
                  <a:lnTo>
                    <a:pt x="152219" y="513470"/>
                  </a:lnTo>
                  <a:lnTo>
                    <a:pt x="153513" y="515263"/>
                  </a:lnTo>
                  <a:lnTo>
                    <a:pt x="152539" y="516176"/>
                  </a:lnTo>
                  <a:lnTo>
                    <a:pt x="151974" y="518116"/>
                  </a:lnTo>
                  <a:lnTo>
                    <a:pt x="151290" y="518133"/>
                  </a:lnTo>
                  <a:lnTo>
                    <a:pt x="150370" y="518989"/>
                  </a:lnTo>
                  <a:lnTo>
                    <a:pt x="149560" y="520894"/>
                  </a:lnTo>
                  <a:lnTo>
                    <a:pt x="147677" y="521219"/>
                  </a:lnTo>
                  <a:lnTo>
                    <a:pt x="141703" y="521361"/>
                  </a:lnTo>
                  <a:lnTo>
                    <a:pt x="140229" y="523516"/>
                  </a:lnTo>
                  <a:lnTo>
                    <a:pt x="138858" y="524214"/>
                  </a:lnTo>
                  <a:lnTo>
                    <a:pt x="138935" y="524616"/>
                  </a:lnTo>
                  <a:lnTo>
                    <a:pt x="137623" y="526696"/>
                  </a:lnTo>
                  <a:lnTo>
                    <a:pt x="137936" y="528360"/>
                  </a:lnTo>
                  <a:lnTo>
                    <a:pt x="133338" y="530297"/>
                  </a:lnTo>
                  <a:lnTo>
                    <a:pt x="125513" y="530185"/>
                  </a:lnTo>
                  <a:lnTo>
                    <a:pt x="120715" y="529869"/>
                  </a:lnTo>
                  <a:lnTo>
                    <a:pt x="118978" y="530645"/>
                  </a:lnTo>
                  <a:lnTo>
                    <a:pt x="117833" y="530585"/>
                  </a:lnTo>
                  <a:lnTo>
                    <a:pt x="116987" y="530086"/>
                  </a:lnTo>
                  <a:lnTo>
                    <a:pt x="114457" y="529305"/>
                  </a:lnTo>
                  <a:lnTo>
                    <a:pt x="113534" y="529614"/>
                  </a:lnTo>
                  <a:lnTo>
                    <a:pt x="112503" y="529199"/>
                  </a:lnTo>
                  <a:lnTo>
                    <a:pt x="110950" y="529274"/>
                  </a:lnTo>
                  <a:lnTo>
                    <a:pt x="109912" y="528376"/>
                  </a:lnTo>
                  <a:lnTo>
                    <a:pt x="107096" y="526882"/>
                  </a:lnTo>
                  <a:lnTo>
                    <a:pt x="105727" y="527477"/>
                  </a:lnTo>
                  <a:lnTo>
                    <a:pt x="103784" y="527204"/>
                  </a:lnTo>
                  <a:lnTo>
                    <a:pt x="100701" y="529522"/>
                  </a:lnTo>
                  <a:lnTo>
                    <a:pt x="99411" y="529525"/>
                  </a:lnTo>
                  <a:lnTo>
                    <a:pt x="96601" y="527485"/>
                  </a:lnTo>
                  <a:lnTo>
                    <a:pt x="94228" y="524723"/>
                  </a:lnTo>
                  <a:lnTo>
                    <a:pt x="93556" y="524317"/>
                  </a:lnTo>
                  <a:lnTo>
                    <a:pt x="91550" y="523764"/>
                  </a:lnTo>
                  <a:lnTo>
                    <a:pt x="89704" y="522530"/>
                  </a:lnTo>
                  <a:lnTo>
                    <a:pt x="87763" y="523075"/>
                  </a:lnTo>
                  <a:lnTo>
                    <a:pt x="87737" y="523416"/>
                  </a:lnTo>
                  <a:lnTo>
                    <a:pt x="87380" y="523617"/>
                  </a:lnTo>
                  <a:lnTo>
                    <a:pt x="86509" y="523212"/>
                  </a:lnTo>
                  <a:lnTo>
                    <a:pt x="83972" y="522862"/>
                  </a:lnTo>
                  <a:lnTo>
                    <a:pt x="82181" y="523351"/>
                  </a:lnTo>
                  <a:lnTo>
                    <a:pt x="81804" y="523195"/>
                  </a:lnTo>
                  <a:lnTo>
                    <a:pt x="75450" y="526629"/>
                  </a:lnTo>
                  <a:lnTo>
                    <a:pt x="70210" y="526243"/>
                  </a:lnTo>
                  <a:lnTo>
                    <a:pt x="68613" y="525082"/>
                  </a:lnTo>
                  <a:lnTo>
                    <a:pt x="67738" y="525453"/>
                  </a:lnTo>
                  <a:lnTo>
                    <a:pt x="66584" y="525387"/>
                  </a:lnTo>
                  <a:lnTo>
                    <a:pt x="66804" y="524849"/>
                  </a:lnTo>
                  <a:lnTo>
                    <a:pt x="66805" y="524583"/>
                  </a:lnTo>
                  <a:lnTo>
                    <a:pt x="66545" y="524477"/>
                  </a:lnTo>
                  <a:lnTo>
                    <a:pt x="66698" y="524215"/>
                  </a:lnTo>
                  <a:lnTo>
                    <a:pt x="66003" y="524132"/>
                  </a:lnTo>
                  <a:lnTo>
                    <a:pt x="65510" y="523586"/>
                  </a:lnTo>
                  <a:lnTo>
                    <a:pt x="65457" y="522644"/>
                  </a:lnTo>
                  <a:lnTo>
                    <a:pt x="65085" y="522464"/>
                  </a:lnTo>
                  <a:lnTo>
                    <a:pt x="65157" y="521887"/>
                  </a:lnTo>
                  <a:lnTo>
                    <a:pt x="65433" y="521712"/>
                  </a:lnTo>
                  <a:lnTo>
                    <a:pt x="64886" y="520566"/>
                  </a:lnTo>
                  <a:lnTo>
                    <a:pt x="64528" y="520483"/>
                  </a:lnTo>
                  <a:lnTo>
                    <a:pt x="64587" y="519744"/>
                  </a:lnTo>
                  <a:lnTo>
                    <a:pt x="63973" y="519497"/>
                  </a:lnTo>
                  <a:lnTo>
                    <a:pt x="63547" y="518873"/>
                  </a:lnTo>
                  <a:lnTo>
                    <a:pt x="63396" y="519261"/>
                  </a:lnTo>
                  <a:lnTo>
                    <a:pt x="63002" y="519276"/>
                  </a:lnTo>
                  <a:lnTo>
                    <a:pt x="62671" y="518982"/>
                  </a:lnTo>
                  <a:lnTo>
                    <a:pt x="61885" y="518904"/>
                  </a:lnTo>
                  <a:lnTo>
                    <a:pt x="61984" y="518561"/>
                  </a:lnTo>
                  <a:lnTo>
                    <a:pt x="61549" y="518290"/>
                  </a:lnTo>
                  <a:lnTo>
                    <a:pt x="60736" y="518321"/>
                  </a:lnTo>
                  <a:lnTo>
                    <a:pt x="60075" y="517876"/>
                  </a:lnTo>
                  <a:lnTo>
                    <a:pt x="59696" y="517924"/>
                  </a:lnTo>
                  <a:lnTo>
                    <a:pt x="58443" y="516538"/>
                  </a:lnTo>
                  <a:lnTo>
                    <a:pt x="57695" y="514844"/>
                  </a:lnTo>
                  <a:lnTo>
                    <a:pt x="56915" y="514594"/>
                  </a:lnTo>
                  <a:lnTo>
                    <a:pt x="56183" y="514997"/>
                  </a:lnTo>
                  <a:lnTo>
                    <a:pt x="53791" y="514110"/>
                  </a:lnTo>
                  <a:lnTo>
                    <a:pt x="53692" y="513578"/>
                  </a:lnTo>
                  <a:lnTo>
                    <a:pt x="53342" y="513238"/>
                  </a:lnTo>
                  <a:lnTo>
                    <a:pt x="53535" y="512279"/>
                  </a:lnTo>
                  <a:lnTo>
                    <a:pt x="52310" y="511120"/>
                  </a:lnTo>
                  <a:lnTo>
                    <a:pt x="51968" y="509638"/>
                  </a:lnTo>
                  <a:lnTo>
                    <a:pt x="50437" y="507965"/>
                  </a:lnTo>
                  <a:lnTo>
                    <a:pt x="49714" y="507499"/>
                  </a:lnTo>
                  <a:lnTo>
                    <a:pt x="48825" y="506027"/>
                  </a:lnTo>
                  <a:lnTo>
                    <a:pt x="47731" y="505711"/>
                  </a:lnTo>
                  <a:lnTo>
                    <a:pt x="47333" y="505237"/>
                  </a:lnTo>
                  <a:lnTo>
                    <a:pt x="46673" y="505279"/>
                  </a:lnTo>
                  <a:lnTo>
                    <a:pt x="45645" y="504408"/>
                  </a:lnTo>
                  <a:lnTo>
                    <a:pt x="45139" y="501777"/>
                  </a:lnTo>
                  <a:lnTo>
                    <a:pt x="44584" y="500916"/>
                  </a:lnTo>
                  <a:lnTo>
                    <a:pt x="45091" y="499340"/>
                  </a:lnTo>
                  <a:lnTo>
                    <a:pt x="44835" y="498624"/>
                  </a:lnTo>
                  <a:lnTo>
                    <a:pt x="44950" y="498019"/>
                  </a:lnTo>
                  <a:lnTo>
                    <a:pt x="46105" y="497427"/>
                  </a:lnTo>
                  <a:lnTo>
                    <a:pt x="46117" y="496551"/>
                  </a:lnTo>
                  <a:lnTo>
                    <a:pt x="46975" y="496359"/>
                  </a:lnTo>
                  <a:lnTo>
                    <a:pt x="48664" y="495126"/>
                  </a:lnTo>
                  <a:lnTo>
                    <a:pt x="48674" y="494258"/>
                  </a:lnTo>
                  <a:lnTo>
                    <a:pt x="49891" y="492984"/>
                  </a:lnTo>
                  <a:lnTo>
                    <a:pt x="50090" y="492452"/>
                  </a:lnTo>
                  <a:lnTo>
                    <a:pt x="50654" y="492343"/>
                  </a:lnTo>
                  <a:lnTo>
                    <a:pt x="51503" y="491581"/>
                  </a:lnTo>
                  <a:lnTo>
                    <a:pt x="52313" y="490066"/>
                  </a:lnTo>
                  <a:lnTo>
                    <a:pt x="52259" y="489043"/>
                  </a:lnTo>
                  <a:lnTo>
                    <a:pt x="52695" y="488467"/>
                  </a:lnTo>
                  <a:lnTo>
                    <a:pt x="52581" y="488182"/>
                  </a:lnTo>
                  <a:lnTo>
                    <a:pt x="52244" y="488081"/>
                  </a:lnTo>
                  <a:lnTo>
                    <a:pt x="52130" y="485678"/>
                  </a:lnTo>
                  <a:lnTo>
                    <a:pt x="53399" y="484182"/>
                  </a:lnTo>
                  <a:lnTo>
                    <a:pt x="53345" y="482898"/>
                  </a:lnTo>
                  <a:lnTo>
                    <a:pt x="54495" y="482171"/>
                  </a:lnTo>
                  <a:lnTo>
                    <a:pt x="55103" y="482268"/>
                  </a:lnTo>
                  <a:lnTo>
                    <a:pt x="55578" y="481808"/>
                  </a:lnTo>
                  <a:lnTo>
                    <a:pt x="55943" y="481216"/>
                  </a:lnTo>
                  <a:lnTo>
                    <a:pt x="56321" y="479204"/>
                  </a:lnTo>
                  <a:lnTo>
                    <a:pt x="56941" y="479096"/>
                  </a:lnTo>
                  <a:lnTo>
                    <a:pt x="57407" y="479449"/>
                  </a:lnTo>
                  <a:lnTo>
                    <a:pt x="57902" y="478353"/>
                  </a:lnTo>
                  <a:lnTo>
                    <a:pt x="57968" y="477431"/>
                  </a:lnTo>
                  <a:lnTo>
                    <a:pt x="58669" y="476241"/>
                  </a:lnTo>
                  <a:lnTo>
                    <a:pt x="58960" y="475050"/>
                  </a:lnTo>
                  <a:lnTo>
                    <a:pt x="59829" y="474324"/>
                  </a:lnTo>
                  <a:lnTo>
                    <a:pt x="59715" y="474077"/>
                  </a:lnTo>
                  <a:lnTo>
                    <a:pt x="62832" y="472621"/>
                  </a:lnTo>
                  <a:lnTo>
                    <a:pt x="63010" y="471578"/>
                  </a:lnTo>
                  <a:lnTo>
                    <a:pt x="70735" y="470524"/>
                  </a:lnTo>
                  <a:lnTo>
                    <a:pt x="73386" y="470543"/>
                  </a:lnTo>
                  <a:lnTo>
                    <a:pt x="73491" y="469483"/>
                  </a:lnTo>
                  <a:lnTo>
                    <a:pt x="74910" y="467995"/>
                  </a:lnTo>
                  <a:lnTo>
                    <a:pt x="75413" y="466619"/>
                  </a:lnTo>
                  <a:lnTo>
                    <a:pt x="76809" y="465515"/>
                  </a:lnTo>
                  <a:lnTo>
                    <a:pt x="77204" y="466166"/>
                  </a:lnTo>
                  <a:lnTo>
                    <a:pt x="77929" y="466646"/>
                  </a:lnTo>
                  <a:lnTo>
                    <a:pt x="79099" y="463892"/>
                  </a:lnTo>
                  <a:lnTo>
                    <a:pt x="78779" y="456230"/>
                  </a:lnTo>
                  <a:lnTo>
                    <a:pt x="80907" y="451844"/>
                  </a:lnTo>
                  <a:lnTo>
                    <a:pt x="80555" y="450884"/>
                  </a:lnTo>
                  <a:lnTo>
                    <a:pt x="80947" y="449895"/>
                  </a:lnTo>
                  <a:lnTo>
                    <a:pt x="80847" y="449498"/>
                  </a:lnTo>
                  <a:lnTo>
                    <a:pt x="79870" y="449289"/>
                  </a:lnTo>
                  <a:lnTo>
                    <a:pt x="79304" y="449839"/>
                  </a:lnTo>
                  <a:lnTo>
                    <a:pt x="79400" y="450537"/>
                  </a:lnTo>
                  <a:lnTo>
                    <a:pt x="79139" y="451057"/>
                  </a:lnTo>
                  <a:lnTo>
                    <a:pt x="78332" y="451274"/>
                  </a:lnTo>
                  <a:lnTo>
                    <a:pt x="77935" y="449798"/>
                  </a:lnTo>
                  <a:lnTo>
                    <a:pt x="79199" y="448331"/>
                  </a:lnTo>
                  <a:lnTo>
                    <a:pt x="80283" y="448295"/>
                  </a:lnTo>
                  <a:lnTo>
                    <a:pt x="82330" y="447293"/>
                  </a:lnTo>
                  <a:lnTo>
                    <a:pt x="82897" y="447734"/>
                  </a:lnTo>
                  <a:lnTo>
                    <a:pt x="83193" y="447505"/>
                  </a:lnTo>
                  <a:lnTo>
                    <a:pt x="83222" y="447039"/>
                  </a:lnTo>
                  <a:lnTo>
                    <a:pt x="83411" y="446771"/>
                  </a:lnTo>
                  <a:lnTo>
                    <a:pt x="83956" y="446774"/>
                  </a:lnTo>
                  <a:lnTo>
                    <a:pt x="86905" y="441942"/>
                  </a:lnTo>
                  <a:lnTo>
                    <a:pt x="88362" y="439561"/>
                  </a:lnTo>
                  <a:lnTo>
                    <a:pt x="85653" y="429111"/>
                  </a:lnTo>
                  <a:lnTo>
                    <a:pt x="77663" y="430325"/>
                  </a:lnTo>
                  <a:lnTo>
                    <a:pt x="77731" y="429632"/>
                  </a:lnTo>
                  <a:lnTo>
                    <a:pt x="78312" y="428975"/>
                  </a:lnTo>
                  <a:lnTo>
                    <a:pt x="78684" y="427492"/>
                  </a:lnTo>
                  <a:lnTo>
                    <a:pt x="78575" y="427228"/>
                  </a:lnTo>
                  <a:lnTo>
                    <a:pt x="77709" y="427010"/>
                  </a:lnTo>
                  <a:lnTo>
                    <a:pt x="75762" y="428623"/>
                  </a:lnTo>
                  <a:lnTo>
                    <a:pt x="75487" y="429527"/>
                  </a:lnTo>
                  <a:lnTo>
                    <a:pt x="73615" y="429638"/>
                  </a:lnTo>
                  <a:lnTo>
                    <a:pt x="72232" y="430361"/>
                  </a:lnTo>
                  <a:lnTo>
                    <a:pt x="72262" y="430798"/>
                  </a:lnTo>
                  <a:lnTo>
                    <a:pt x="71914" y="431094"/>
                  </a:lnTo>
                  <a:lnTo>
                    <a:pt x="71179" y="431262"/>
                  </a:lnTo>
                  <a:lnTo>
                    <a:pt x="70107" y="430772"/>
                  </a:lnTo>
                  <a:lnTo>
                    <a:pt x="72150" y="425886"/>
                  </a:lnTo>
                  <a:lnTo>
                    <a:pt x="74882" y="422160"/>
                  </a:lnTo>
                  <a:lnTo>
                    <a:pt x="77599" y="420235"/>
                  </a:lnTo>
                  <a:lnTo>
                    <a:pt x="81849" y="418499"/>
                  </a:lnTo>
                  <a:lnTo>
                    <a:pt x="82821" y="417486"/>
                  </a:lnTo>
                  <a:lnTo>
                    <a:pt x="83107" y="416536"/>
                  </a:lnTo>
                  <a:lnTo>
                    <a:pt x="83069" y="414901"/>
                  </a:lnTo>
                  <a:lnTo>
                    <a:pt x="81662" y="409640"/>
                  </a:lnTo>
                  <a:lnTo>
                    <a:pt x="81820" y="408787"/>
                  </a:lnTo>
                  <a:lnTo>
                    <a:pt x="82622" y="407223"/>
                  </a:lnTo>
                  <a:lnTo>
                    <a:pt x="83392" y="406397"/>
                  </a:lnTo>
                  <a:lnTo>
                    <a:pt x="84369" y="405817"/>
                  </a:lnTo>
                  <a:lnTo>
                    <a:pt x="86988" y="404930"/>
                  </a:lnTo>
                  <a:lnTo>
                    <a:pt x="88100" y="404947"/>
                  </a:lnTo>
                  <a:lnTo>
                    <a:pt x="90126" y="405090"/>
                  </a:lnTo>
                  <a:lnTo>
                    <a:pt x="91639" y="403976"/>
                  </a:lnTo>
                  <a:lnTo>
                    <a:pt x="94376" y="399101"/>
                  </a:lnTo>
                  <a:lnTo>
                    <a:pt x="96264" y="396547"/>
                  </a:lnTo>
                  <a:lnTo>
                    <a:pt x="100148" y="392694"/>
                  </a:lnTo>
                  <a:lnTo>
                    <a:pt x="105893" y="387589"/>
                  </a:lnTo>
                  <a:lnTo>
                    <a:pt x="107334" y="386018"/>
                  </a:lnTo>
                  <a:lnTo>
                    <a:pt x="109342" y="383158"/>
                  </a:lnTo>
                  <a:lnTo>
                    <a:pt x="112248" y="378179"/>
                  </a:lnTo>
                  <a:lnTo>
                    <a:pt x="116531" y="370982"/>
                  </a:lnTo>
                  <a:lnTo>
                    <a:pt x="123169" y="358141"/>
                  </a:lnTo>
                  <a:lnTo>
                    <a:pt x="128277" y="345410"/>
                  </a:lnTo>
                  <a:lnTo>
                    <a:pt x="129983" y="341161"/>
                  </a:lnTo>
                  <a:lnTo>
                    <a:pt x="131405" y="338503"/>
                  </a:lnTo>
                  <a:lnTo>
                    <a:pt x="132837" y="336471"/>
                  </a:lnTo>
                  <a:lnTo>
                    <a:pt x="136223" y="332501"/>
                  </a:lnTo>
                  <a:lnTo>
                    <a:pt x="138806" y="334419"/>
                  </a:lnTo>
                  <a:lnTo>
                    <a:pt x="140934" y="336430"/>
                  </a:lnTo>
                  <a:lnTo>
                    <a:pt x="147763" y="344109"/>
                  </a:lnTo>
                  <a:lnTo>
                    <a:pt x="154381" y="352001"/>
                  </a:lnTo>
                  <a:lnTo>
                    <a:pt x="147543" y="362055"/>
                  </a:lnTo>
                  <a:lnTo>
                    <a:pt x="143637" y="368501"/>
                  </a:lnTo>
                  <a:lnTo>
                    <a:pt x="133877" y="387171"/>
                  </a:lnTo>
                  <a:lnTo>
                    <a:pt x="132281" y="390219"/>
                  </a:lnTo>
                  <a:lnTo>
                    <a:pt x="134375" y="392040"/>
                  </a:lnTo>
                  <a:lnTo>
                    <a:pt x="137020" y="393227"/>
                  </a:lnTo>
                  <a:lnTo>
                    <a:pt x="137655" y="393869"/>
                  </a:lnTo>
                  <a:lnTo>
                    <a:pt x="142100" y="400213"/>
                  </a:lnTo>
                  <a:lnTo>
                    <a:pt x="142853" y="400656"/>
                  </a:lnTo>
                  <a:lnTo>
                    <a:pt x="143055" y="401196"/>
                  </a:lnTo>
                  <a:lnTo>
                    <a:pt x="142352" y="401717"/>
                  </a:lnTo>
                  <a:lnTo>
                    <a:pt x="144446" y="404517"/>
                  </a:lnTo>
                  <a:lnTo>
                    <a:pt x="146419" y="406951"/>
                  </a:lnTo>
                  <a:lnTo>
                    <a:pt x="146590" y="408705"/>
                  </a:lnTo>
                  <a:lnTo>
                    <a:pt x="150389" y="412777"/>
                  </a:lnTo>
                  <a:lnTo>
                    <a:pt x="150186" y="415684"/>
                  </a:lnTo>
                  <a:lnTo>
                    <a:pt x="150011" y="416530"/>
                  </a:lnTo>
                  <a:lnTo>
                    <a:pt x="149576" y="417188"/>
                  </a:lnTo>
                  <a:lnTo>
                    <a:pt x="151041" y="419403"/>
                  </a:lnTo>
                  <a:lnTo>
                    <a:pt x="153189" y="421636"/>
                  </a:lnTo>
                  <a:lnTo>
                    <a:pt x="151608" y="424019"/>
                  </a:lnTo>
                  <a:lnTo>
                    <a:pt x="150414" y="426346"/>
                  </a:lnTo>
                  <a:lnTo>
                    <a:pt x="149305" y="429183"/>
                  </a:lnTo>
                  <a:lnTo>
                    <a:pt x="148488" y="432206"/>
                  </a:lnTo>
                  <a:lnTo>
                    <a:pt x="147434" y="442242"/>
                  </a:lnTo>
                  <a:lnTo>
                    <a:pt x="148481" y="443605"/>
                  </a:lnTo>
                  <a:lnTo>
                    <a:pt x="149274" y="444580"/>
                  </a:lnTo>
                  <a:lnTo>
                    <a:pt x="158554" y="455920"/>
                  </a:lnTo>
                  <a:lnTo>
                    <a:pt x="161872" y="459283"/>
                  </a:lnTo>
                  <a:lnTo>
                    <a:pt x="164129" y="460865"/>
                  </a:lnTo>
                  <a:lnTo>
                    <a:pt x="164707" y="460417"/>
                  </a:lnTo>
                  <a:lnTo>
                    <a:pt x="166070" y="460403"/>
                  </a:lnTo>
                  <a:lnTo>
                    <a:pt x="167224" y="460726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pg87">
              <a:extLst>
                <a:ext uri="{FF2B5EF4-FFF2-40B4-BE49-F238E27FC236}">
                  <a16:creationId xmlns:a16="http://schemas.microsoft.com/office/drawing/2014/main" id="{C31F42B0-C311-A433-6E16-DF257D53580E}"/>
                </a:ext>
              </a:extLst>
            </p:cNvPr>
            <p:cNvSpPr/>
            <p:nvPr/>
          </p:nvSpPr>
          <p:spPr>
            <a:xfrm>
              <a:off x="4172101" y="2536752"/>
              <a:ext cx="658004" cy="860917"/>
            </a:xfrm>
            <a:custGeom>
              <a:avLst/>
              <a:gdLst/>
              <a:ahLst/>
              <a:cxnLst/>
              <a:rect l="0" t="0" r="0" b="0"/>
              <a:pathLst>
                <a:path w="658004" h="860917">
                  <a:moveTo>
                    <a:pt x="269281" y="801178"/>
                  </a:moveTo>
                  <a:lnTo>
                    <a:pt x="268768" y="802330"/>
                  </a:lnTo>
                  <a:lnTo>
                    <a:pt x="246865" y="807930"/>
                  </a:lnTo>
                  <a:lnTo>
                    <a:pt x="232497" y="812606"/>
                  </a:lnTo>
                  <a:lnTo>
                    <a:pt x="226523" y="812276"/>
                  </a:lnTo>
                  <a:lnTo>
                    <a:pt x="221144" y="812813"/>
                  </a:lnTo>
                  <a:lnTo>
                    <a:pt x="213281" y="814957"/>
                  </a:lnTo>
                  <a:lnTo>
                    <a:pt x="203699" y="814862"/>
                  </a:lnTo>
                  <a:lnTo>
                    <a:pt x="199821" y="813079"/>
                  </a:lnTo>
                  <a:lnTo>
                    <a:pt x="193583" y="815596"/>
                  </a:lnTo>
                  <a:lnTo>
                    <a:pt x="190845" y="817612"/>
                  </a:lnTo>
                  <a:lnTo>
                    <a:pt x="185288" y="816218"/>
                  </a:lnTo>
                  <a:lnTo>
                    <a:pt x="181453" y="817689"/>
                  </a:lnTo>
                  <a:lnTo>
                    <a:pt x="180008" y="819564"/>
                  </a:lnTo>
                  <a:lnTo>
                    <a:pt x="175218" y="823666"/>
                  </a:lnTo>
                  <a:lnTo>
                    <a:pt x="168279" y="826130"/>
                  </a:lnTo>
                  <a:lnTo>
                    <a:pt x="164222" y="825901"/>
                  </a:lnTo>
                  <a:lnTo>
                    <a:pt x="158618" y="826918"/>
                  </a:lnTo>
                  <a:lnTo>
                    <a:pt x="151396" y="825324"/>
                  </a:lnTo>
                  <a:lnTo>
                    <a:pt x="150522" y="826290"/>
                  </a:lnTo>
                  <a:lnTo>
                    <a:pt x="149135" y="827197"/>
                  </a:lnTo>
                  <a:lnTo>
                    <a:pt x="144642" y="826989"/>
                  </a:lnTo>
                  <a:lnTo>
                    <a:pt x="143973" y="827141"/>
                  </a:lnTo>
                  <a:lnTo>
                    <a:pt x="140974" y="831219"/>
                  </a:lnTo>
                  <a:lnTo>
                    <a:pt x="139564" y="835031"/>
                  </a:lnTo>
                  <a:lnTo>
                    <a:pt x="138537" y="836463"/>
                  </a:lnTo>
                  <a:lnTo>
                    <a:pt x="137167" y="839439"/>
                  </a:lnTo>
                  <a:lnTo>
                    <a:pt x="133550" y="840179"/>
                  </a:lnTo>
                  <a:lnTo>
                    <a:pt x="129769" y="840494"/>
                  </a:lnTo>
                  <a:lnTo>
                    <a:pt x="121122" y="841924"/>
                  </a:lnTo>
                  <a:lnTo>
                    <a:pt x="114890" y="840585"/>
                  </a:lnTo>
                  <a:lnTo>
                    <a:pt x="111843" y="842216"/>
                  </a:lnTo>
                  <a:lnTo>
                    <a:pt x="108654" y="842506"/>
                  </a:lnTo>
                  <a:lnTo>
                    <a:pt x="103144" y="841918"/>
                  </a:lnTo>
                  <a:lnTo>
                    <a:pt x="101075" y="840961"/>
                  </a:lnTo>
                  <a:lnTo>
                    <a:pt x="98977" y="840543"/>
                  </a:lnTo>
                  <a:lnTo>
                    <a:pt x="96647" y="838231"/>
                  </a:lnTo>
                  <a:lnTo>
                    <a:pt x="96216" y="838289"/>
                  </a:lnTo>
                  <a:lnTo>
                    <a:pt x="95464" y="839415"/>
                  </a:lnTo>
                  <a:lnTo>
                    <a:pt x="94291" y="840098"/>
                  </a:lnTo>
                  <a:lnTo>
                    <a:pt x="92748" y="838427"/>
                  </a:lnTo>
                  <a:lnTo>
                    <a:pt x="86532" y="839668"/>
                  </a:lnTo>
                  <a:lnTo>
                    <a:pt x="85641" y="843466"/>
                  </a:lnTo>
                  <a:lnTo>
                    <a:pt x="85544" y="846910"/>
                  </a:lnTo>
                  <a:lnTo>
                    <a:pt x="85892" y="850007"/>
                  </a:lnTo>
                  <a:lnTo>
                    <a:pt x="84609" y="853178"/>
                  </a:lnTo>
                  <a:lnTo>
                    <a:pt x="81960" y="857304"/>
                  </a:lnTo>
                  <a:lnTo>
                    <a:pt x="78517" y="860917"/>
                  </a:lnTo>
                  <a:lnTo>
                    <a:pt x="74552" y="859682"/>
                  </a:lnTo>
                  <a:lnTo>
                    <a:pt x="64530" y="854694"/>
                  </a:lnTo>
                  <a:lnTo>
                    <a:pt x="62040" y="854236"/>
                  </a:lnTo>
                  <a:lnTo>
                    <a:pt x="58631" y="851091"/>
                  </a:lnTo>
                  <a:lnTo>
                    <a:pt x="52633" y="846530"/>
                  </a:lnTo>
                  <a:lnTo>
                    <a:pt x="50403" y="846309"/>
                  </a:lnTo>
                  <a:lnTo>
                    <a:pt x="48131" y="848112"/>
                  </a:lnTo>
                  <a:lnTo>
                    <a:pt x="41922" y="844482"/>
                  </a:lnTo>
                  <a:lnTo>
                    <a:pt x="37250" y="840203"/>
                  </a:lnTo>
                  <a:lnTo>
                    <a:pt x="35413" y="839003"/>
                  </a:lnTo>
                  <a:lnTo>
                    <a:pt x="33912" y="838933"/>
                  </a:lnTo>
                  <a:lnTo>
                    <a:pt x="26581" y="837425"/>
                  </a:lnTo>
                  <a:lnTo>
                    <a:pt x="20889" y="834079"/>
                  </a:lnTo>
                  <a:lnTo>
                    <a:pt x="22810" y="825301"/>
                  </a:lnTo>
                  <a:lnTo>
                    <a:pt x="22442" y="819558"/>
                  </a:lnTo>
                  <a:lnTo>
                    <a:pt x="18813" y="816143"/>
                  </a:lnTo>
                  <a:lnTo>
                    <a:pt x="14834" y="815368"/>
                  </a:lnTo>
                  <a:lnTo>
                    <a:pt x="2771" y="812256"/>
                  </a:lnTo>
                  <a:lnTo>
                    <a:pt x="919" y="808464"/>
                  </a:lnTo>
                  <a:lnTo>
                    <a:pt x="0" y="804325"/>
                  </a:lnTo>
                  <a:lnTo>
                    <a:pt x="176" y="800194"/>
                  </a:lnTo>
                  <a:lnTo>
                    <a:pt x="2360" y="796413"/>
                  </a:lnTo>
                  <a:lnTo>
                    <a:pt x="4841" y="793915"/>
                  </a:lnTo>
                  <a:lnTo>
                    <a:pt x="5502" y="792664"/>
                  </a:lnTo>
                  <a:lnTo>
                    <a:pt x="7670" y="790346"/>
                  </a:lnTo>
                  <a:lnTo>
                    <a:pt x="8652" y="788246"/>
                  </a:lnTo>
                  <a:lnTo>
                    <a:pt x="14304" y="781187"/>
                  </a:lnTo>
                  <a:lnTo>
                    <a:pt x="16704" y="777314"/>
                  </a:lnTo>
                  <a:lnTo>
                    <a:pt x="18630" y="777294"/>
                  </a:lnTo>
                  <a:lnTo>
                    <a:pt x="20115" y="775160"/>
                  </a:lnTo>
                  <a:lnTo>
                    <a:pt x="25197" y="772605"/>
                  </a:lnTo>
                  <a:lnTo>
                    <a:pt x="26884" y="771043"/>
                  </a:lnTo>
                  <a:lnTo>
                    <a:pt x="30008" y="770048"/>
                  </a:lnTo>
                  <a:lnTo>
                    <a:pt x="34085" y="767949"/>
                  </a:lnTo>
                  <a:lnTo>
                    <a:pt x="40644" y="764027"/>
                  </a:lnTo>
                  <a:lnTo>
                    <a:pt x="32453" y="761403"/>
                  </a:lnTo>
                  <a:lnTo>
                    <a:pt x="30430" y="762280"/>
                  </a:lnTo>
                  <a:lnTo>
                    <a:pt x="29924" y="757647"/>
                  </a:lnTo>
                  <a:lnTo>
                    <a:pt x="27462" y="752700"/>
                  </a:lnTo>
                  <a:lnTo>
                    <a:pt x="28411" y="746783"/>
                  </a:lnTo>
                  <a:lnTo>
                    <a:pt x="29293" y="746444"/>
                  </a:lnTo>
                  <a:lnTo>
                    <a:pt x="33769" y="742597"/>
                  </a:lnTo>
                  <a:lnTo>
                    <a:pt x="34605" y="741456"/>
                  </a:lnTo>
                  <a:lnTo>
                    <a:pt x="35615" y="741165"/>
                  </a:lnTo>
                  <a:lnTo>
                    <a:pt x="37084" y="739009"/>
                  </a:lnTo>
                  <a:lnTo>
                    <a:pt x="39476" y="738420"/>
                  </a:lnTo>
                  <a:lnTo>
                    <a:pt x="40846" y="738426"/>
                  </a:lnTo>
                  <a:lnTo>
                    <a:pt x="39978" y="736833"/>
                  </a:lnTo>
                  <a:lnTo>
                    <a:pt x="39563" y="733425"/>
                  </a:lnTo>
                  <a:lnTo>
                    <a:pt x="33443" y="727070"/>
                  </a:lnTo>
                  <a:lnTo>
                    <a:pt x="32423" y="726525"/>
                  </a:lnTo>
                  <a:lnTo>
                    <a:pt x="33126" y="721271"/>
                  </a:lnTo>
                  <a:lnTo>
                    <a:pt x="32740" y="717906"/>
                  </a:lnTo>
                  <a:lnTo>
                    <a:pt x="32096" y="715855"/>
                  </a:lnTo>
                  <a:lnTo>
                    <a:pt x="30558" y="713737"/>
                  </a:lnTo>
                  <a:lnTo>
                    <a:pt x="29724" y="712083"/>
                  </a:lnTo>
                  <a:lnTo>
                    <a:pt x="29194" y="709826"/>
                  </a:lnTo>
                  <a:lnTo>
                    <a:pt x="28664" y="705045"/>
                  </a:lnTo>
                  <a:lnTo>
                    <a:pt x="29863" y="701577"/>
                  </a:lnTo>
                  <a:lnTo>
                    <a:pt x="30356" y="698001"/>
                  </a:lnTo>
                  <a:lnTo>
                    <a:pt x="32350" y="693817"/>
                  </a:lnTo>
                  <a:lnTo>
                    <a:pt x="32714" y="691386"/>
                  </a:lnTo>
                  <a:lnTo>
                    <a:pt x="31990" y="690177"/>
                  </a:lnTo>
                  <a:lnTo>
                    <a:pt x="29401" y="683400"/>
                  </a:lnTo>
                  <a:lnTo>
                    <a:pt x="28162" y="680940"/>
                  </a:lnTo>
                  <a:lnTo>
                    <a:pt x="22654" y="671901"/>
                  </a:lnTo>
                  <a:lnTo>
                    <a:pt x="22129" y="669918"/>
                  </a:lnTo>
                  <a:lnTo>
                    <a:pt x="23002" y="662195"/>
                  </a:lnTo>
                  <a:lnTo>
                    <a:pt x="21396" y="660193"/>
                  </a:lnTo>
                  <a:lnTo>
                    <a:pt x="21255" y="659207"/>
                  </a:lnTo>
                  <a:lnTo>
                    <a:pt x="22454" y="657515"/>
                  </a:lnTo>
                  <a:lnTo>
                    <a:pt x="22375" y="654947"/>
                  </a:lnTo>
                  <a:lnTo>
                    <a:pt x="23430" y="651678"/>
                  </a:lnTo>
                  <a:lnTo>
                    <a:pt x="23862" y="649173"/>
                  </a:lnTo>
                  <a:lnTo>
                    <a:pt x="24398" y="647572"/>
                  </a:lnTo>
                  <a:lnTo>
                    <a:pt x="24860" y="647351"/>
                  </a:lnTo>
                  <a:lnTo>
                    <a:pt x="26122" y="646972"/>
                  </a:lnTo>
                  <a:lnTo>
                    <a:pt x="29152" y="647145"/>
                  </a:lnTo>
                  <a:lnTo>
                    <a:pt x="35172" y="642186"/>
                  </a:lnTo>
                  <a:lnTo>
                    <a:pt x="36579" y="639439"/>
                  </a:lnTo>
                  <a:lnTo>
                    <a:pt x="36676" y="638174"/>
                  </a:lnTo>
                  <a:lnTo>
                    <a:pt x="36233" y="634632"/>
                  </a:lnTo>
                  <a:lnTo>
                    <a:pt x="35306" y="631285"/>
                  </a:lnTo>
                  <a:lnTo>
                    <a:pt x="35934" y="628374"/>
                  </a:lnTo>
                  <a:lnTo>
                    <a:pt x="35086" y="627967"/>
                  </a:lnTo>
                  <a:lnTo>
                    <a:pt x="34626" y="623870"/>
                  </a:lnTo>
                  <a:lnTo>
                    <a:pt x="34538" y="617466"/>
                  </a:lnTo>
                  <a:lnTo>
                    <a:pt x="35419" y="611707"/>
                  </a:lnTo>
                  <a:lnTo>
                    <a:pt x="36382" y="607967"/>
                  </a:lnTo>
                  <a:lnTo>
                    <a:pt x="40136" y="602252"/>
                  </a:lnTo>
                  <a:lnTo>
                    <a:pt x="40963" y="602003"/>
                  </a:lnTo>
                  <a:lnTo>
                    <a:pt x="40449" y="599648"/>
                  </a:lnTo>
                  <a:lnTo>
                    <a:pt x="40633" y="598270"/>
                  </a:lnTo>
                  <a:lnTo>
                    <a:pt x="39566" y="594990"/>
                  </a:lnTo>
                  <a:lnTo>
                    <a:pt x="38542" y="593687"/>
                  </a:lnTo>
                  <a:lnTo>
                    <a:pt x="39476" y="589412"/>
                  </a:lnTo>
                  <a:lnTo>
                    <a:pt x="39281" y="587632"/>
                  </a:lnTo>
                  <a:lnTo>
                    <a:pt x="39995" y="587293"/>
                  </a:lnTo>
                  <a:lnTo>
                    <a:pt x="40400" y="584995"/>
                  </a:lnTo>
                  <a:lnTo>
                    <a:pt x="39895" y="582433"/>
                  </a:lnTo>
                  <a:lnTo>
                    <a:pt x="41979" y="583206"/>
                  </a:lnTo>
                  <a:lnTo>
                    <a:pt x="42719" y="582975"/>
                  </a:lnTo>
                  <a:lnTo>
                    <a:pt x="44780" y="580122"/>
                  </a:lnTo>
                  <a:lnTo>
                    <a:pt x="46923" y="578159"/>
                  </a:lnTo>
                  <a:lnTo>
                    <a:pt x="47611" y="575221"/>
                  </a:lnTo>
                  <a:lnTo>
                    <a:pt x="47650" y="574404"/>
                  </a:lnTo>
                  <a:lnTo>
                    <a:pt x="47389" y="574074"/>
                  </a:lnTo>
                  <a:lnTo>
                    <a:pt x="47517" y="573741"/>
                  </a:lnTo>
                  <a:lnTo>
                    <a:pt x="46964" y="573230"/>
                  </a:lnTo>
                  <a:lnTo>
                    <a:pt x="46453" y="571064"/>
                  </a:lnTo>
                  <a:lnTo>
                    <a:pt x="46263" y="571006"/>
                  </a:lnTo>
                  <a:lnTo>
                    <a:pt x="47025" y="569148"/>
                  </a:lnTo>
                  <a:lnTo>
                    <a:pt x="47243" y="567832"/>
                  </a:lnTo>
                  <a:lnTo>
                    <a:pt x="47396" y="566238"/>
                  </a:lnTo>
                  <a:lnTo>
                    <a:pt x="47191" y="565018"/>
                  </a:lnTo>
                  <a:lnTo>
                    <a:pt x="50227" y="561849"/>
                  </a:lnTo>
                  <a:lnTo>
                    <a:pt x="51978" y="560971"/>
                  </a:lnTo>
                  <a:lnTo>
                    <a:pt x="53025" y="559330"/>
                  </a:lnTo>
                  <a:lnTo>
                    <a:pt x="54071" y="556669"/>
                  </a:lnTo>
                  <a:lnTo>
                    <a:pt x="54448" y="556670"/>
                  </a:lnTo>
                  <a:lnTo>
                    <a:pt x="55402" y="555364"/>
                  </a:lnTo>
                  <a:lnTo>
                    <a:pt x="55602" y="554259"/>
                  </a:lnTo>
                  <a:lnTo>
                    <a:pt x="56731" y="552537"/>
                  </a:lnTo>
                  <a:lnTo>
                    <a:pt x="55818" y="552217"/>
                  </a:lnTo>
                  <a:lnTo>
                    <a:pt x="54879" y="550280"/>
                  </a:lnTo>
                  <a:lnTo>
                    <a:pt x="54338" y="549790"/>
                  </a:lnTo>
                  <a:lnTo>
                    <a:pt x="53695" y="547361"/>
                  </a:lnTo>
                  <a:lnTo>
                    <a:pt x="53043" y="546736"/>
                  </a:lnTo>
                  <a:lnTo>
                    <a:pt x="52390" y="544926"/>
                  </a:lnTo>
                  <a:lnTo>
                    <a:pt x="52290" y="543367"/>
                  </a:lnTo>
                  <a:lnTo>
                    <a:pt x="52421" y="541518"/>
                  </a:lnTo>
                  <a:lnTo>
                    <a:pt x="53004" y="541101"/>
                  </a:lnTo>
                  <a:lnTo>
                    <a:pt x="52883" y="540715"/>
                  </a:lnTo>
                  <a:lnTo>
                    <a:pt x="53254" y="539400"/>
                  </a:lnTo>
                  <a:lnTo>
                    <a:pt x="53679" y="539228"/>
                  </a:lnTo>
                  <a:lnTo>
                    <a:pt x="53950" y="537557"/>
                  </a:lnTo>
                  <a:lnTo>
                    <a:pt x="53783" y="536871"/>
                  </a:lnTo>
                  <a:lnTo>
                    <a:pt x="54251" y="533603"/>
                  </a:lnTo>
                  <a:lnTo>
                    <a:pt x="53739" y="532570"/>
                  </a:lnTo>
                  <a:lnTo>
                    <a:pt x="54435" y="530084"/>
                  </a:lnTo>
                  <a:lnTo>
                    <a:pt x="54100" y="527377"/>
                  </a:lnTo>
                  <a:lnTo>
                    <a:pt x="54985" y="521799"/>
                  </a:lnTo>
                  <a:lnTo>
                    <a:pt x="54651" y="519497"/>
                  </a:lnTo>
                  <a:lnTo>
                    <a:pt x="53986" y="517836"/>
                  </a:lnTo>
                  <a:lnTo>
                    <a:pt x="53669" y="516057"/>
                  </a:lnTo>
                  <a:lnTo>
                    <a:pt x="55313" y="512620"/>
                  </a:lnTo>
                  <a:lnTo>
                    <a:pt x="56604" y="510632"/>
                  </a:lnTo>
                  <a:lnTo>
                    <a:pt x="58567" y="509944"/>
                  </a:lnTo>
                  <a:lnTo>
                    <a:pt x="57793" y="508542"/>
                  </a:lnTo>
                  <a:lnTo>
                    <a:pt x="55909" y="502864"/>
                  </a:lnTo>
                  <a:lnTo>
                    <a:pt x="53993" y="501967"/>
                  </a:lnTo>
                  <a:lnTo>
                    <a:pt x="52642" y="500565"/>
                  </a:lnTo>
                  <a:lnTo>
                    <a:pt x="51614" y="500309"/>
                  </a:lnTo>
                  <a:lnTo>
                    <a:pt x="51482" y="500464"/>
                  </a:lnTo>
                  <a:lnTo>
                    <a:pt x="49095" y="498887"/>
                  </a:lnTo>
                  <a:lnTo>
                    <a:pt x="48689" y="498568"/>
                  </a:lnTo>
                  <a:lnTo>
                    <a:pt x="48421" y="497893"/>
                  </a:lnTo>
                  <a:lnTo>
                    <a:pt x="45609" y="495709"/>
                  </a:lnTo>
                  <a:lnTo>
                    <a:pt x="44836" y="494811"/>
                  </a:lnTo>
                  <a:lnTo>
                    <a:pt x="44941" y="494478"/>
                  </a:lnTo>
                  <a:lnTo>
                    <a:pt x="44454" y="493657"/>
                  </a:lnTo>
                  <a:lnTo>
                    <a:pt x="44680" y="492153"/>
                  </a:lnTo>
                  <a:lnTo>
                    <a:pt x="45849" y="491675"/>
                  </a:lnTo>
                  <a:lnTo>
                    <a:pt x="46560" y="489314"/>
                  </a:lnTo>
                  <a:lnTo>
                    <a:pt x="47622" y="487016"/>
                  </a:lnTo>
                  <a:lnTo>
                    <a:pt x="47454" y="484848"/>
                  </a:lnTo>
                  <a:lnTo>
                    <a:pt x="47590" y="479436"/>
                  </a:lnTo>
                  <a:lnTo>
                    <a:pt x="48071" y="475861"/>
                  </a:lnTo>
                  <a:lnTo>
                    <a:pt x="47647" y="475371"/>
                  </a:lnTo>
                  <a:lnTo>
                    <a:pt x="48515" y="473318"/>
                  </a:lnTo>
                  <a:lnTo>
                    <a:pt x="49017" y="473045"/>
                  </a:lnTo>
                  <a:lnTo>
                    <a:pt x="48922" y="472646"/>
                  </a:lnTo>
                  <a:lnTo>
                    <a:pt x="50920" y="469633"/>
                  </a:lnTo>
                  <a:lnTo>
                    <a:pt x="51170" y="468353"/>
                  </a:lnTo>
                  <a:lnTo>
                    <a:pt x="52061" y="466993"/>
                  </a:lnTo>
                  <a:lnTo>
                    <a:pt x="51858" y="466737"/>
                  </a:lnTo>
                  <a:lnTo>
                    <a:pt x="51689" y="464457"/>
                  </a:lnTo>
                  <a:lnTo>
                    <a:pt x="52208" y="462652"/>
                  </a:lnTo>
                  <a:lnTo>
                    <a:pt x="52127" y="460770"/>
                  </a:lnTo>
                  <a:lnTo>
                    <a:pt x="52658" y="459157"/>
                  </a:lnTo>
                  <a:lnTo>
                    <a:pt x="52600" y="457119"/>
                  </a:lnTo>
                  <a:lnTo>
                    <a:pt x="52844" y="456669"/>
                  </a:lnTo>
                  <a:lnTo>
                    <a:pt x="52551" y="454512"/>
                  </a:lnTo>
                  <a:lnTo>
                    <a:pt x="53054" y="452217"/>
                  </a:lnTo>
                  <a:lnTo>
                    <a:pt x="54059" y="451558"/>
                  </a:lnTo>
                  <a:lnTo>
                    <a:pt x="54170" y="450872"/>
                  </a:lnTo>
                  <a:lnTo>
                    <a:pt x="54760" y="449882"/>
                  </a:lnTo>
                  <a:lnTo>
                    <a:pt x="54579" y="448026"/>
                  </a:lnTo>
                  <a:lnTo>
                    <a:pt x="55019" y="447427"/>
                  </a:lnTo>
                  <a:lnTo>
                    <a:pt x="54858" y="446452"/>
                  </a:lnTo>
                  <a:lnTo>
                    <a:pt x="55321" y="446299"/>
                  </a:lnTo>
                  <a:lnTo>
                    <a:pt x="56241" y="444632"/>
                  </a:lnTo>
                  <a:lnTo>
                    <a:pt x="56105" y="443969"/>
                  </a:lnTo>
                  <a:lnTo>
                    <a:pt x="58342" y="443834"/>
                  </a:lnTo>
                  <a:lnTo>
                    <a:pt x="58529" y="444162"/>
                  </a:lnTo>
                  <a:lnTo>
                    <a:pt x="59039" y="444212"/>
                  </a:lnTo>
                  <a:lnTo>
                    <a:pt x="59490" y="443249"/>
                  </a:lnTo>
                  <a:lnTo>
                    <a:pt x="60913" y="442704"/>
                  </a:lnTo>
                  <a:lnTo>
                    <a:pt x="62290" y="442495"/>
                  </a:lnTo>
                  <a:lnTo>
                    <a:pt x="63644" y="441783"/>
                  </a:lnTo>
                  <a:lnTo>
                    <a:pt x="64179" y="442072"/>
                  </a:lnTo>
                  <a:lnTo>
                    <a:pt x="64742" y="442061"/>
                  </a:lnTo>
                  <a:lnTo>
                    <a:pt x="66484" y="440753"/>
                  </a:lnTo>
                  <a:lnTo>
                    <a:pt x="67437" y="439515"/>
                  </a:lnTo>
                  <a:lnTo>
                    <a:pt x="69125" y="438473"/>
                  </a:lnTo>
                  <a:lnTo>
                    <a:pt x="69109" y="438308"/>
                  </a:lnTo>
                  <a:lnTo>
                    <a:pt x="71132" y="438266"/>
                  </a:lnTo>
                  <a:lnTo>
                    <a:pt x="71735" y="437435"/>
                  </a:lnTo>
                  <a:lnTo>
                    <a:pt x="71544" y="436930"/>
                  </a:lnTo>
                  <a:lnTo>
                    <a:pt x="71845" y="437080"/>
                  </a:lnTo>
                  <a:lnTo>
                    <a:pt x="72347" y="436411"/>
                  </a:lnTo>
                  <a:lnTo>
                    <a:pt x="71503" y="435958"/>
                  </a:lnTo>
                  <a:lnTo>
                    <a:pt x="71592" y="435202"/>
                  </a:lnTo>
                  <a:lnTo>
                    <a:pt x="72305" y="434662"/>
                  </a:lnTo>
                  <a:lnTo>
                    <a:pt x="73123" y="434608"/>
                  </a:lnTo>
                  <a:lnTo>
                    <a:pt x="73318" y="434366"/>
                  </a:lnTo>
                  <a:lnTo>
                    <a:pt x="74622" y="434410"/>
                  </a:lnTo>
                  <a:lnTo>
                    <a:pt x="74588" y="433529"/>
                  </a:lnTo>
                  <a:lnTo>
                    <a:pt x="74333" y="433157"/>
                  </a:lnTo>
                  <a:lnTo>
                    <a:pt x="75338" y="432762"/>
                  </a:lnTo>
                  <a:lnTo>
                    <a:pt x="76290" y="432835"/>
                  </a:lnTo>
                  <a:lnTo>
                    <a:pt x="78114" y="432090"/>
                  </a:lnTo>
                  <a:lnTo>
                    <a:pt x="80256" y="430578"/>
                  </a:lnTo>
                  <a:lnTo>
                    <a:pt x="80880" y="430586"/>
                  </a:lnTo>
                  <a:lnTo>
                    <a:pt x="83449" y="426070"/>
                  </a:lnTo>
                  <a:lnTo>
                    <a:pt x="81474" y="425244"/>
                  </a:lnTo>
                  <a:lnTo>
                    <a:pt x="77340" y="424865"/>
                  </a:lnTo>
                  <a:lnTo>
                    <a:pt x="75350" y="424974"/>
                  </a:lnTo>
                  <a:lnTo>
                    <a:pt x="72995" y="424241"/>
                  </a:lnTo>
                  <a:lnTo>
                    <a:pt x="70583" y="424286"/>
                  </a:lnTo>
                  <a:lnTo>
                    <a:pt x="66824" y="421510"/>
                  </a:lnTo>
                  <a:lnTo>
                    <a:pt x="65715" y="419005"/>
                  </a:lnTo>
                  <a:lnTo>
                    <a:pt x="65226" y="418694"/>
                  </a:lnTo>
                  <a:lnTo>
                    <a:pt x="64316" y="417493"/>
                  </a:lnTo>
                  <a:lnTo>
                    <a:pt x="64090" y="416224"/>
                  </a:lnTo>
                  <a:lnTo>
                    <a:pt x="64457" y="414589"/>
                  </a:lnTo>
                  <a:lnTo>
                    <a:pt x="64278" y="413988"/>
                  </a:lnTo>
                  <a:lnTo>
                    <a:pt x="65698" y="411430"/>
                  </a:lnTo>
                  <a:lnTo>
                    <a:pt x="67850" y="410742"/>
                  </a:lnTo>
                  <a:lnTo>
                    <a:pt x="70561" y="410394"/>
                  </a:lnTo>
                  <a:lnTo>
                    <a:pt x="69922" y="408809"/>
                  </a:lnTo>
                  <a:lnTo>
                    <a:pt x="69895" y="407280"/>
                  </a:lnTo>
                  <a:lnTo>
                    <a:pt x="68463" y="407408"/>
                  </a:lnTo>
                  <a:lnTo>
                    <a:pt x="66930" y="407093"/>
                  </a:lnTo>
                  <a:lnTo>
                    <a:pt x="66477" y="407392"/>
                  </a:lnTo>
                  <a:lnTo>
                    <a:pt x="64784" y="407461"/>
                  </a:lnTo>
                  <a:lnTo>
                    <a:pt x="64051" y="407699"/>
                  </a:lnTo>
                  <a:lnTo>
                    <a:pt x="62172" y="406742"/>
                  </a:lnTo>
                  <a:lnTo>
                    <a:pt x="62548" y="405758"/>
                  </a:lnTo>
                  <a:lnTo>
                    <a:pt x="62134" y="405191"/>
                  </a:lnTo>
                  <a:lnTo>
                    <a:pt x="60990" y="404954"/>
                  </a:lnTo>
                  <a:lnTo>
                    <a:pt x="60379" y="404487"/>
                  </a:lnTo>
                  <a:lnTo>
                    <a:pt x="60445" y="403300"/>
                  </a:lnTo>
                  <a:lnTo>
                    <a:pt x="60113" y="403124"/>
                  </a:lnTo>
                  <a:lnTo>
                    <a:pt x="59635" y="403288"/>
                  </a:lnTo>
                  <a:lnTo>
                    <a:pt x="59194" y="403012"/>
                  </a:lnTo>
                  <a:lnTo>
                    <a:pt x="59144" y="402721"/>
                  </a:lnTo>
                  <a:lnTo>
                    <a:pt x="58493" y="403436"/>
                  </a:lnTo>
                  <a:lnTo>
                    <a:pt x="57193" y="403814"/>
                  </a:lnTo>
                  <a:lnTo>
                    <a:pt x="55964" y="405081"/>
                  </a:lnTo>
                  <a:lnTo>
                    <a:pt x="55566" y="405023"/>
                  </a:lnTo>
                  <a:lnTo>
                    <a:pt x="54606" y="405404"/>
                  </a:lnTo>
                  <a:lnTo>
                    <a:pt x="53985" y="405196"/>
                  </a:lnTo>
                  <a:lnTo>
                    <a:pt x="53920" y="404494"/>
                  </a:lnTo>
                  <a:lnTo>
                    <a:pt x="53566" y="404036"/>
                  </a:lnTo>
                  <a:lnTo>
                    <a:pt x="51145" y="403347"/>
                  </a:lnTo>
                  <a:lnTo>
                    <a:pt x="50982" y="402918"/>
                  </a:lnTo>
                  <a:lnTo>
                    <a:pt x="50451" y="402660"/>
                  </a:lnTo>
                  <a:lnTo>
                    <a:pt x="50013" y="403161"/>
                  </a:lnTo>
                  <a:lnTo>
                    <a:pt x="48671" y="401208"/>
                  </a:lnTo>
                  <a:lnTo>
                    <a:pt x="46834" y="400517"/>
                  </a:lnTo>
                  <a:lnTo>
                    <a:pt x="45927" y="399886"/>
                  </a:lnTo>
                  <a:lnTo>
                    <a:pt x="45266" y="399699"/>
                  </a:lnTo>
                  <a:lnTo>
                    <a:pt x="45044" y="400253"/>
                  </a:lnTo>
                  <a:lnTo>
                    <a:pt x="44534" y="400390"/>
                  </a:lnTo>
                  <a:lnTo>
                    <a:pt x="43650" y="400415"/>
                  </a:lnTo>
                  <a:lnTo>
                    <a:pt x="43320" y="400036"/>
                  </a:lnTo>
                  <a:lnTo>
                    <a:pt x="42952" y="400332"/>
                  </a:lnTo>
                  <a:lnTo>
                    <a:pt x="42582" y="399266"/>
                  </a:lnTo>
                  <a:lnTo>
                    <a:pt x="42042" y="398862"/>
                  </a:lnTo>
                  <a:lnTo>
                    <a:pt x="41858" y="399035"/>
                  </a:lnTo>
                  <a:lnTo>
                    <a:pt x="42022" y="399717"/>
                  </a:lnTo>
                  <a:lnTo>
                    <a:pt x="40786" y="401062"/>
                  </a:lnTo>
                  <a:lnTo>
                    <a:pt x="40205" y="400972"/>
                  </a:lnTo>
                  <a:lnTo>
                    <a:pt x="39906" y="400545"/>
                  </a:lnTo>
                  <a:lnTo>
                    <a:pt x="39789" y="399861"/>
                  </a:lnTo>
                  <a:lnTo>
                    <a:pt x="38195" y="398185"/>
                  </a:lnTo>
                  <a:lnTo>
                    <a:pt x="39587" y="396684"/>
                  </a:lnTo>
                  <a:lnTo>
                    <a:pt x="39885" y="395777"/>
                  </a:lnTo>
                  <a:lnTo>
                    <a:pt x="39818" y="395436"/>
                  </a:lnTo>
                  <a:lnTo>
                    <a:pt x="38746" y="394419"/>
                  </a:lnTo>
                  <a:lnTo>
                    <a:pt x="38531" y="393824"/>
                  </a:lnTo>
                  <a:lnTo>
                    <a:pt x="38133" y="393295"/>
                  </a:lnTo>
                  <a:lnTo>
                    <a:pt x="37267" y="393005"/>
                  </a:lnTo>
                  <a:lnTo>
                    <a:pt x="37705" y="391311"/>
                  </a:lnTo>
                  <a:lnTo>
                    <a:pt x="37360" y="390463"/>
                  </a:lnTo>
                  <a:lnTo>
                    <a:pt x="37548" y="389599"/>
                  </a:lnTo>
                  <a:lnTo>
                    <a:pt x="37415" y="389332"/>
                  </a:lnTo>
                  <a:lnTo>
                    <a:pt x="36299" y="388706"/>
                  </a:lnTo>
                  <a:lnTo>
                    <a:pt x="35598" y="387937"/>
                  </a:lnTo>
                  <a:lnTo>
                    <a:pt x="34523" y="388172"/>
                  </a:lnTo>
                  <a:lnTo>
                    <a:pt x="31785" y="385649"/>
                  </a:lnTo>
                  <a:lnTo>
                    <a:pt x="31754" y="384892"/>
                  </a:lnTo>
                  <a:lnTo>
                    <a:pt x="32164" y="383610"/>
                  </a:lnTo>
                  <a:lnTo>
                    <a:pt x="32052" y="383041"/>
                  </a:lnTo>
                  <a:lnTo>
                    <a:pt x="31460" y="382428"/>
                  </a:lnTo>
                  <a:lnTo>
                    <a:pt x="30683" y="382248"/>
                  </a:lnTo>
                  <a:lnTo>
                    <a:pt x="30232" y="381873"/>
                  </a:lnTo>
                  <a:lnTo>
                    <a:pt x="29792" y="380877"/>
                  </a:lnTo>
                  <a:lnTo>
                    <a:pt x="29756" y="379515"/>
                  </a:lnTo>
                  <a:lnTo>
                    <a:pt x="28978" y="378489"/>
                  </a:lnTo>
                  <a:lnTo>
                    <a:pt x="28954" y="377670"/>
                  </a:lnTo>
                  <a:lnTo>
                    <a:pt x="29931" y="375692"/>
                  </a:lnTo>
                  <a:lnTo>
                    <a:pt x="29780" y="374887"/>
                  </a:lnTo>
                  <a:lnTo>
                    <a:pt x="29951" y="374294"/>
                  </a:lnTo>
                  <a:lnTo>
                    <a:pt x="31273" y="372329"/>
                  </a:lnTo>
                  <a:lnTo>
                    <a:pt x="31983" y="371907"/>
                  </a:lnTo>
                  <a:lnTo>
                    <a:pt x="31643" y="370905"/>
                  </a:lnTo>
                  <a:lnTo>
                    <a:pt x="31890" y="369899"/>
                  </a:lnTo>
                  <a:lnTo>
                    <a:pt x="31312" y="368897"/>
                  </a:lnTo>
                  <a:lnTo>
                    <a:pt x="32602" y="365510"/>
                  </a:lnTo>
                  <a:lnTo>
                    <a:pt x="32356" y="363669"/>
                  </a:lnTo>
                  <a:lnTo>
                    <a:pt x="31591" y="362562"/>
                  </a:lnTo>
                  <a:lnTo>
                    <a:pt x="32301" y="361613"/>
                  </a:lnTo>
                  <a:lnTo>
                    <a:pt x="33506" y="360625"/>
                  </a:lnTo>
                  <a:lnTo>
                    <a:pt x="34373" y="358956"/>
                  </a:lnTo>
                  <a:lnTo>
                    <a:pt x="35624" y="358861"/>
                  </a:lnTo>
                  <a:lnTo>
                    <a:pt x="36672" y="358331"/>
                  </a:lnTo>
                  <a:lnTo>
                    <a:pt x="37113" y="357799"/>
                  </a:lnTo>
                  <a:lnTo>
                    <a:pt x="38493" y="357562"/>
                  </a:lnTo>
                  <a:lnTo>
                    <a:pt x="39409" y="356681"/>
                  </a:lnTo>
                  <a:lnTo>
                    <a:pt x="40181" y="356464"/>
                  </a:lnTo>
                  <a:lnTo>
                    <a:pt x="43045" y="354866"/>
                  </a:lnTo>
                  <a:lnTo>
                    <a:pt x="44139" y="353680"/>
                  </a:lnTo>
                  <a:lnTo>
                    <a:pt x="45916" y="354197"/>
                  </a:lnTo>
                  <a:lnTo>
                    <a:pt x="49759" y="354628"/>
                  </a:lnTo>
                  <a:lnTo>
                    <a:pt x="48931" y="351864"/>
                  </a:lnTo>
                  <a:lnTo>
                    <a:pt x="48403" y="351136"/>
                  </a:lnTo>
                  <a:lnTo>
                    <a:pt x="47269" y="350327"/>
                  </a:lnTo>
                  <a:lnTo>
                    <a:pt x="44226" y="349902"/>
                  </a:lnTo>
                  <a:lnTo>
                    <a:pt x="41731" y="350277"/>
                  </a:lnTo>
                  <a:lnTo>
                    <a:pt x="40405" y="349741"/>
                  </a:lnTo>
                  <a:lnTo>
                    <a:pt x="40627" y="348709"/>
                  </a:lnTo>
                  <a:lnTo>
                    <a:pt x="40821" y="344156"/>
                  </a:lnTo>
                  <a:lnTo>
                    <a:pt x="41384" y="342425"/>
                  </a:lnTo>
                  <a:lnTo>
                    <a:pt x="40997" y="341681"/>
                  </a:lnTo>
                  <a:lnTo>
                    <a:pt x="38465" y="339522"/>
                  </a:lnTo>
                  <a:lnTo>
                    <a:pt x="38059" y="338487"/>
                  </a:lnTo>
                  <a:lnTo>
                    <a:pt x="38438" y="337841"/>
                  </a:lnTo>
                  <a:lnTo>
                    <a:pt x="39037" y="337560"/>
                  </a:lnTo>
                  <a:lnTo>
                    <a:pt x="39358" y="337737"/>
                  </a:lnTo>
                  <a:lnTo>
                    <a:pt x="40144" y="337467"/>
                  </a:lnTo>
                  <a:lnTo>
                    <a:pt x="42454" y="335388"/>
                  </a:lnTo>
                  <a:lnTo>
                    <a:pt x="44841" y="334293"/>
                  </a:lnTo>
                  <a:lnTo>
                    <a:pt x="45808" y="333520"/>
                  </a:lnTo>
                  <a:lnTo>
                    <a:pt x="47961" y="333091"/>
                  </a:lnTo>
                  <a:lnTo>
                    <a:pt x="51125" y="331500"/>
                  </a:lnTo>
                  <a:lnTo>
                    <a:pt x="51230" y="330548"/>
                  </a:lnTo>
                  <a:lnTo>
                    <a:pt x="51424" y="330134"/>
                  </a:lnTo>
                  <a:lnTo>
                    <a:pt x="52004" y="329755"/>
                  </a:lnTo>
                  <a:lnTo>
                    <a:pt x="52647" y="328018"/>
                  </a:lnTo>
                  <a:lnTo>
                    <a:pt x="53155" y="327775"/>
                  </a:lnTo>
                  <a:lnTo>
                    <a:pt x="53977" y="326780"/>
                  </a:lnTo>
                  <a:lnTo>
                    <a:pt x="53892" y="325752"/>
                  </a:lnTo>
                  <a:lnTo>
                    <a:pt x="54262" y="324948"/>
                  </a:lnTo>
                  <a:lnTo>
                    <a:pt x="55188" y="325181"/>
                  </a:lnTo>
                  <a:lnTo>
                    <a:pt x="56484" y="324365"/>
                  </a:lnTo>
                  <a:lnTo>
                    <a:pt x="56615" y="323663"/>
                  </a:lnTo>
                  <a:lnTo>
                    <a:pt x="58055" y="322499"/>
                  </a:lnTo>
                  <a:lnTo>
                    <a:pt x="59164" y="320330"/>
                  </a:lnTo>
                  <a:lnTo>
                    <a:pt x="60114" y="319650"/>
                  </a:lnTo>
                  <a:lnTo>
                    <a:pt x="61019" y="317366"/>
                  </a:lnTo>
                  <a:lnTo>
                    <a:pt x="60965" y="316669"/>
                  </a:lnTo>
                  <a:lnTo>
                    <a:pt x="61608" y="313812"/>
                  </a:lnTo>
                  <a:lnTo>
                    <a:pt x="62665" y="312526"/>
                  </a:lnTo>
                  <a:lnTo>
                    <a:pt x="63588" y="312653"/>
                  </a:lnTo>
                  <a:lnTo>
                    <a:pt x="63545" y="313120"/>
                  </a:lnTo>
                  <a:lnTo>
                    <a:pt x="63805" y="313262"/>
                  </a:lnTo>
                  <a:lnTo>
                    <a:pt x="63972" y="314019"/>
                  </a:lnTo>
                  <a:lnTo>
                    <a:pt x="65005" y="314981"/>
                  </a:lnTo>
                  <a:lnTo>
                    <a:pt x="65199" y="316046"/>
                  </a:lnTo>
                  <a:lnTo>
                    <a:pt x="66324" y="317045"/>
                  </a:lnTo>
                  <a:lnTo>
                    <a:pt x="66559" y="318121"/>
                  </a:lnTo>
                  <a:lnTo>
                    <a:pt x="66447" y="318608"/>
                  </a:lnTo>
                  <a:lnTo>
                    <a:pt x="66791" y="318647"/>
                  </a:lnTo>
                  <a:lnTo>
                    <a:pt x="67317" y="317811"/>
                  </a:lnTo>
                  <a:lnTo>
                    <a:pt x="69081" y="318421"/>
                  </a:lnTo>
                  <a:lnTo>
                    <a:pt x="69297" y="317913"/>
                  </a:lnTo>
                  <a:lnTo>
                    <a:pt x="68776" y="316436"/>
                  </a:lnTo>
                  <a:lnTo>
                    <a:pt x="68867" y="315503"/>
                  </a:lnTo>
                  <a:lnTo>
                    <a:pt x="70298" y="314538"/>
                  </a:lnTo>
                  <a:lnTo>
                    <a:pt x="71498" y="314726"/>
                  </a:lnTo>
                  <a:lnTo>
                    <a:pt x="71808" y="314581"/>
                  </a:lnTo>
                  <a:lnTo>
                    <a:pt x="72904" y="312317"/>
                  </a:lnTo>
                  <a:lnTo>
                    <a:pt x="72203" y="311667"/>
                  </a:lnTo>
                  <a:lnTo>
                    <a:pt x="72291" y="311381"/>
                  </a:lnTo>
                  <a:lnTo>
                    <a:pt x="69216" y="309164"/>
                  </a:lnTo>
                  <a:lnTo>
                    <a:pt x="68693" y="308431"/>
                  </a:lnTo>
                  <a:lnTo>
                    <a:pt x="68288" y="308335"/>
                  </a:lnTo>
                  <a:lnTo>
                    <a:pt x="67308" y="307048"/>
                  </a:lnTo>
                  <a:lnTo>
                    <a:pt x="66917" y="305779"/>
                  </a:lnTo>
                  <a:lnTo>
                    <a:pt x="66227" y="305278"/>
                  </a:lnTo>
                  <a:lnTo>
                    <a:pt x="65827" y="305334"/>
                  </a:lnTo>
                  <a:lnTo>
                    <a:pt x="66153" y="304203"/>
                  </a:lnTo>
                  <a:lnTo>
                    <a:pt x="66291" y="301680"/>
                  </a:lnTo>
                  <a:lnTo>
                    <a:pt x="66580" y="300521"/>
                  </a:lnTo>
                  <a:lnTo>
                    <a:pt x="66474" y="300000"/>
                  </a:lnTo>
                  <a:lnTo>
                    <a:pt x="65833" y="299940"/>
                  </a:lnTo>
                  <a:lnTo>
                    <a:pt x="65391" y="300673"/>
                  </a:lnTo>
                  <a:lnTo>
                    <a:pt x="63194" y="298314"/>
                  </a:lnTo>
                  <a:lnTo>
                    <a:pt x="58993" y="298054"/>
                  </a:lnTo>
                  <a:lnTo>
                    <a:pt x="58917" y="297382"/>
                  </a:lnTo>
                  <a:lnTo>
                    <a:pt x="58155" y="297173"/>
                  </a:lnTo>
                  <a:lnTo>
                    <a:pt x="57426" y="296595"/>
                  </a:lnTo>
                  <a:lnTo>
                    <a:pt x="56334" y="296647"/>
                  </a:lnTo>
                  <a:lnTo>
                    <a:pt x="54705" y="297828"/>
                  </a:lnTo>
                  <a:lnTo>
                    <a:pt x="52909" y="298144"/>
                  </a:lnTo>
                  <a:lnTo>
                    <a:pt x="52283" y="298616"/>
                  </a:lnTo>
                  <a:lnTo>
                    <a:pt x="50786" y="298051"/>
                  </a:lnTo>
                  <a:lnTo>
                    <a:pt x="49945" y="297467"/>
                  </a:lnTo>
                  <a:lnTo>
                    <a:pt x="49082" y="295294"/>
                  </a:lnTo>
                  <a:lnTo>
                    <a:pt x="47926" y="293273"/>
                  </a:lnTo>
                  <a:lnTo>
                    <a:pt x="47814" y="292627"/>
                  </a:lnTo>
                  <a:lnTo>
                    <a:pt x="47866" y="291875"/>
                  </a:lnTo>
                  <a:lnTo>
                    <a:pt x="48377" y="290547"/>
                  </a:lnTo>
                  <a:lnTo>
                    <a:pt x="51122" y="286651"/>
                  </a:lnTo>
                  <a:lnTo>
                    <a:pt x="51195" y="283868"/>
                  </a:lnTo>
                  <a:lnTo>
                    <a:pt x="50940" y="283336"/>
                  </a:lnTo>
                  <a:lnTo>
                    <a:pt x="50137" y="282980"/>
                  </a:lnTo>
                  <a:lnTo>
                    <a:pt x="50366" y="282438"/>
                  </a:lnTo>
                  <a:lnTo>
                    <a:pt x="50275" y="282082"/>
                  </a:lnTo>
                  <a:lnTo>
                    <a:pt x="49168" y="279283"/>
                  </a:lnTo>
                  <a:lnTo>
                    <a:pt x="50627" y="277953"/>
                  </a:lnTo>
                  <a:lnTo>
                    <a:pt x="51589" y="275751"/>
                  </a:lnTo>
                  <a:lnTo>
                    <a:pt x="52141" y="275099"/>
                  </a:lnTo>
                  <a:lnTo>
                    <a:pt x="53182" y="274843"/>
                  </a:lnTo>
                  <a:lnTo>
                    <a:pt x="53277" y="274232"/>
                  </a:lnTo>
                  <a:lnTo>
                    <a:pt x="53075" y="273521"/>
                  </a:lnTo>
                  <a:lnTo>
                    <a:pt x="53334" y="272907"/>
                  </a:lnTo>
                  <a:lnTo>
                    <a:pt x="53495" y="271108"/>
                  </a:lnTo>
                  <a:lnTo>
                    <a:pt x="53270" y="269892"/>
                  </a:lnTo>
                  <a:lnTo>
                    <a:pt x="52940" y="269387"/>
                  </a:lnTo>
                  <a:lnTo>
                    <a:pt x="51903" y="268904"/>
                  </a:lnTo>
                  <a:lnTo>
                    <a:pt x="51566" y="268173"/>
                  </a:lnTo>
                  <a:lnTo>
                    <a:pt x="52117" y="267406"/>
                  </a:lnTo>
                  <a:lnTo>
                    <a:pt x="52195" y="265922"/>
                  </a:lnTo>
                  <a:lnTo>
                    <a:pt x="52614" y="265231"/>
                  </a:lnTo>
                  <a:lnTo>
                    <a:pt x="53179" y="262648"/>
                  </a:lnTo>
                  <a:lnTo>
                    <a:pt x="54148" y="261280"/>
                  </a:lnTo>
                  <a:lnTo>
                    <a:pt x="54206" y="260655"/>
                  </a:lnTo>
                  <a:lnTo>
                    <a:pt x="53795" y="258802"/>
                  </a:lnTo>
                  <a:lnTo>
                    <a:pt x="53524" y="258227"/>
                  </a:lnTo>
                  <a:lnTo>
                    <a:pt x="52433" y="257403"/>
                  </a:lnTo>
                  <a:lnTo>
                    <a:pt x="52995" y="256261"/>
                  </a:lnTo>
                  <a:lnTo>
                    <a:pt x="52936" y="255587"/>
                  </a:lnTo>
                  <a:lnTo>
                    <a:pt x="53873" y="253503"/>
                  </a:lnTo>
                  <a:lnTo>
                    <a:pt x="54232" y="253242"/>
                  </a:lnTo>
                  <a:lnTo>
                    <a:pt x="54567" y="252351"/>
                  </a:lnTo>
                  <a:lnTo>
                    <a:pt x="54350" y="251953"/>
                  </a:lnTo>
                  <a:lnTo>
                    <a:pt x="55034" y="251130"/>
                  </a:lnTo>
                  <a:lnTo>
                    <a:pt x="55372" y="248956"/>
                  </a:lnTo>
                  <a:lnTo>
                    <a:pt x="56350" y="247652"/>
                  </a:lnTo>
                  <a:lnTo>
                    <a:pt x="56513" y="246687"/>
                  </a:lnTo>
                  <a:lnTo>
                    <a:pt x="57988" y="244777"/>
                  </a:lnTo>
                  <a:lnTo>
                    <a:pt x="62332" y="240652"/>
                  </a:lnTo>
                  <a:lnTo>
                    <a:pt x="63832" y="236550"/>
                  </a:lnTo>
                  <a:lnTo>
                    <a:pt x="63504" y="234942"/>
                  </a:lnTo>
                  <a:lnTo>
                    <a:pt x="59534" y="228361"/>
                  </a:lnTo>
                  <a:lnTo>
                    <a:pt x="57820" y="224144"/>
                  </a:lnTo>
                  <a:lnTo>
                    <a:pt x="59162" y="218136"/>
                  </a:lnTo>
                  <a:lnTo>
                    <a:pt x="59225" y="214800"/>
                  </a:lnTo>
                  <a:lnTo>
                    <a:pt x="49493" y="210674"/>
                  </a:lnTo>
                  <a:lnTo>
                    <a:pt x="35135" y="197595"/>
                  </a:lnTo>
                  <a:lnTo>
                    <a:pt x="36081" y="193177"/>
                  </a:lnTo>
                  <a:lnTo>
                    <a:pt x="32825" y="184327"/>
                  </a:lnTo>
                  <a:lnTo>
                    <a:pt x="31327" y="176547"/>
                  </a:lnTo>
                  <a:lnTo>
                    <a:pt x="26645" y="172463"/>
                  </a:lnTo>
                  <a:lnTo>
                    <a:pt x="12808" y="154664"/>
                  </a:lnTo>
                  <a:lnTo>
                    <a:pt x="19257" y="143407"/>
                  </a:lnTo>
                  <a:lnTo>
                    <a:pt x="20949" y="138758"/>
                  </a:lnTo>
                  <a:lnTo>
                    <a:pt x="26651" y="133642"/>
                  </a:lnTo>
                  <a:lnTo>
                    <a:pt x="25947" y="133291"/>
                  </a:lnTo>
                  <a:lnTo>
                    <a:pt x="25408" y="133383"/>
                  </a:lnTo>
                  <a:lnTo>
                    <a:pt x="23672" y="131336"/>
                  </a:lnTo>
                  <a:lnTo>
                    <a:pt x="23272" y="130510"/>
                  </a:lnTo>
                  <a:lnTo>
                    <a:pt x="22615" y="130248"/>
                  </a:lnTo>
                  <a:lnTo>
                    <a:pt x="21922" y="129446"/>
                  </a:lnTo>
                  <a:lnTo>
                    <a:pt x="21615" y="128204"/>
                  </a:lnTo>
                  <a:lnTo>
                    <a:pt x="21832" y="127919"/>
                  </a:lnTo>
                  <a:lnTo>
                    <a:pt x="22171" y="125703"/>
                  </a:lnTo>
                  <a:lnTo>
                    <a:pt x="22603" y="125315"/>
                  </a:lnTo>
                  <a:lnTo>
                    <a:pt x="22845" y="125363"/>
                  </a:lnTo>
                  <a:lnTo>
                    <a:pt x="23615" y="123814"/>
                  </a:lnTo>
                  <a:lnTo>
                    <a:pt x="24329" y="123729"/>
                  </a:lnTo>
                  <a:lnTo>
                    <a:pt x="25302" y="123982"/>
                  </a:lnTo>
                  <a:lnTo>
                    <a:pt x="25402" y="123678"/>
                  </a:lnTo>
                  <a:lnTo>
                    <a:pt x="26025" y="123599"/>
                  </a:lnTo>
                  <a:lnTo>
                    <a:pt x="26479" y="122087"/>
                  </a:lnTo>
                  <a:lnTo>
                    <a:pt x="26488" y="121281"/>
                  </a:lnTo>
                  <a:lnTo>
                    <a:pt x="27115" y="120832"/>
                  </a:lnTo>
                  <a:lnTo>
                    <a:pt x="27302" y="120265"/>
                  </a:lnTo>
                  <a:lnTo>
                    <a:pt x="28293" y="119590"/>
                  </a:lnTo>
                  <a:lnTo>
                    <a:pt x="28747" y="118037"/>
                  </a:lnTo>
                  <a:lnTo>
                    <a:pt x="28795" y="116692"/>
                  </a:lnTo>
                  <a:lnTo>
                    <a:pt x="30504" y="115224"/>
                  </a:lnTo>
                  <a:lnTo>
                    <a:pt x="30946" y="114300"/>
                  </a:lnTo>
                  <a:lnTo>
                    <a:pt x="30209" y="111684"/>
                  </a:lnTo>
                  <a:lnTo>
                    <a:pt x="30633" y="109936"/>
                  </a:lnTo>
                  <a:lnTo>
                    <a:pt x="31398" y="109161"/>
                  </a:lnTo>
                  <a:lnTo>
                    <a:pt x="34585" y="108736"/>
                  </a:lnTo>
                  <a:lnTo>
                    <a:pt x="36251" y="109007"/>
                  </a:lnTo>
                  <a:lnTo>
                    <a:pt x="37445" y="108896"/>
                  </a:lnTo>
                  <a:lnTo>
                    <a:pt x="39371" y="107878"/>
                  </a:lnTo>
                  <a:lnTo>
                    <a:pt x="39997" y="106503"/>
                  </a:lnTo>
                  <a:lnTo>
                    <a:pt x="41495" y="105324"/>
                  </a:lnTo>
                  <a:lnTo>
                    <a:pt x="43753" y="105666"/>
                  </a:lnTo>
                  <a:lnTo>
                    <a:pt x="44802" y="106142"/>
                  </a:lnTo>
                  <a:lnTo>
                    <a:pt x="46597" y="105819"/>
                  </a:lnTo>
                  <a:lnTo>
                    <a:pt x="47533" y="105982"/>
                  </a:lnTo>
                  <a:lnTo>
                    <a:pt x="48237" y="105253"/>
                  </a:lnTo>
                  <a:lnTo>
                    <a:pt x="48559" y="104062"/>
                  </a:lnTo>
                  <a:lnTo>
                    <a:pt x="50095" y="102437"/>
                  </a:lnTo>
                  <a:lnTo>
                    <a:pt x="51205" y="102203"/>
                  </a:lnTo>
                  <a:lnTo>
                    <a:pt x="52417" y="101025"/>
                  </a:lnTo>
                  <a:lnTo>
                    <a:pt x="53777" y="100553"/>
                  </a:lnTo>
                  <a:lnTo>
                    <a:pt x="51992" y="96582"/>
                  </a:lnTo>
                  <a:lnTo>
                    <a:pt x="54258" y="93857"/>
                  </a:lnTo>
                  <a:lnTo>
                    <a:pt x="54489" y="91041"/>
                  </a:lnTo>
                  <a:lnTo>
                    <a:pt x="54021" y="86894"/>
                  </a:lnTo>
                  <a:lnTo>
                    <a:pt x="53061" y="84933"/>
                  </a:lnTo>
                  <a:lnTo>
                    <a:pt x="52173" y="82162"/>
                  </a:lnTo>
                  <a:lnTo>
                    <a:pt x="53106" y="78930"/>
                  </a:lnTo>
                  <a:lnTo>
                    <a:pt x="52510" y="76953"/>
                  </a:lnTo>
                  <a:lnTo>
                    <a:pt x="52691" y="74603"/>
                  </a:lnTo>
                  <a:lnTo>
                    <a:pt x="52176" y="71614"/>
                  </a:lnTo>
                  <a:lnTo>
                    <a:pt x="52894" y="64660"/>
                  </a:lnTo>
                  <a:lnTo>
                    <a:pt x="52247" y="63035"/>
                  </a:lnTo>
                  <a:lnTo>
                    <a:pt x="50938" y="62498"/>
                  </a:lnTo>
                  <a:lnTo>
                    <a:pt x="49761" y="62553"/>
                  </a:lnTo>
                  <a:lnTo>
                    <a:pt x="49321" y="61549"/>
                  </a:lnTo>
                  <a:lnTo>
                    <a:pt x="49519" y="59953"/>
                  </a:lnTo>
                  <a:lnTo>
                    <a:pt x="49363" y="58201"/>
                  </a:lnTo>
                  <a:lnTo>
                    <a:pt x="50166" y="57868"/>
                  </a:lnTo>
                  <a:lnTo>
                    <a:pt x="49235" y="56441"/>
                  </a:lnTo>
                  <a:lnTo>
                    <a:pt x="50358" y="55566"/>
                  </a:lnTo>
                  <a:lnTo>
                    <a:pt x="52235" y="55551"/>
                  </a:lnTo>
                  <a:lnTo>
                    <a:pt x="54222" y="58425"/>
                  </a:lnTo>
                  <a:lnTo>
                    <a:pt x="58642" y="58814"/>
                  </a:lnTo>
                  <a:lnTo>
                    <a:pt x="64785" y="58048"/>
                  </a:lnTo>
                  <a:lnTo>
                    <a:pt x="72345" y="56245"/>
                  </a:lnTo>
                  <a:lnTo>
                    <a:pt x="103690" y="63599"/>
                  </a:lnTo>
                  <a:lnTo>
                    <a:pt x="109177" y="62693"/>
                  </a:lnTo>
                  <a:lnTo>
                    <a:pt x="113661" y="57343"/>
                  </a:lnTo>
                  <a:lnTo>
                    <a:pt x="123566" y="47402"/>
                  </a:lnTo>
                  <a:lnTo>
                    <a:pt x="128704" y="45986"/>
                  </a:lnTo>
                  <a:lnTo>
                    <a:pt x="130240" y="43628"/>
                  </a:lnTo>
                  <a:lnTo>
                    <a:pt x="133634" y="53630"/>
                  </a:lnTo>
                  <a:lnTo>
                    <a:pt x="143215" y="56879"/>
                  </a:lnTo>
                  <a:lnTo>
                    <a:pt x="144654" y="51617"/>
                  </a:lnTo>
                  <a:lnTo>
                    <a:pt x="143129" y="46809"/>
                  </a:lnTo>
                  <a:lnTo>
                    <a:pt x="140651" y="43552"/>
                  </a:lnTo>
                  <a:lnTo>
                    <a:pt x="139604" y="40440"/>
                  </a:lnTo>
                  <a:lnTo>
                    <a:pt x="138213" y="38453"/>
                  </a:lnTo>
                  <a:lnTo>
                    <a:pt x="137280" y="36429"/>
                  </a:lnTo>
                  <a:lnTo>
                    <a:pt x="142760" y="36466"/>
                  </a:lnTo>
                  <a:lnTo>
                    <a:pt x="144025" y="35895"/>
                  </a:lnTo>
                  <a:lnTo>
                    <a:pt x="146385" y="34117"/>
                  </a:lnTo>
                  <a:lnTo>
                    <a:pt x="150236" y="32061"/>
                  </a:lnTo>
                  <a:lnTo>
                    <a:pt x="152401" y="29944"/>
                  </a:lnTo>
                  <a:lnTo>
                    <a:pt x="154538" y="29281"/>
                  </a:lnTo>
                  <a:lnTo>
                    <a:pt x="158428" y="25773"/>
                  </a:lnTo>
                  <a:lnTo>
                    <a:pt x="160465" y="20389"/>
                  </a:lnTo>
                  <a:lnTo>
                    <a:pt x="164429" y="13718"/>
                  </a:lnTo>
                  <a:lnTo>
                    <a:pt x="164565" y="12847"/>
                  </a:lnTo>
                  <a:lnTo>
                    <a:pt x="181838" y="2789"/>
                  </a:lnTo>
                  <a:lnTo>
                    <a:pt x="182541" y="2806"/>
                  </a:lnTo>
                  <a:lnTo>
                    <a:pt x="183494" y="2829"/>
                  </a:lnTo>
                  <a:lnTo>
                    <a:pt x="184147" y="3685"/>
                  </a:lnTo>
                  <a:lnTo>
                    <a:pt x="185238" y="5735"/>
                  </a:lnTo>
                  <a:lnTo>
                    <a:pt x="185549" y="7047"/>
                  </a:lnTo>
                  <a:lnTo>
                    <a:pt x="185501" y="7870"/>
                  </a:lnTo>
                  <a:lnTo>
                    <a:pt x="185934" y="7876"/>
                  </a:lnTo>
                  <a:lnTo>
                    <a:pt x="187471" y="10146"/>
                  </a:lnTo>
                  <a:lnTo>
                    <a:pt x="188017" y="11814"/>
                  </a:lnTo>
                  <a:lnTo>
                    <a:pt x="189522" y="10755"/>
                  </a:lnTo>
                  <a:lnTo>
                    <a:pt x="190568" y="9129"/>
                  </a:lnTo>
                  <a:lnTo>
                    <a:pt x="198218" y="1892"/>
                  </a:lnTo>
                  <a:lnTo>
                    <a:pt x="201933" y="0"/>
                  </a:lnTo>
                  <a:lnTo>
                    <a:pt x="204470" y="4857"/>
                  </a:lnTo>
                  <a:lnTo>
                    <a:pt x="207074" y="6542"/>
                  </a:lnTo>
                  <a:lnTo>
                    <a:pt x="213698" y="13978"/>
                  </a:lnTo>
                  <a:lnTo>
                    <a:pt x="219155" y="13298"/>
                  </a:lnTo>
                  <a:lnTo>
                    <a:pt x="221092" y="12752"/>
                  </a:lnTo>
                  <a:lnTo>
                    <a:pt x="230100" y="12682"/>
                  </a:lnTo>
                  <a:lnTo>
                    <a:pt x="238018" y="19620"/>
                  </a:lnTo>
                  <a:lnTo>
                    <a:pt x="242347" y="27596"/>
                  </a:lnTo>
                  <a:lnTo>
                    <a:pt x="244623" y="34027"/>
                  </a:lnTo>
                  <a:lnTo>
                    <a:pt x="248977" y="37062"/>
                  </a:lnTo>
                  <a:lnTo>
                    <a:pt x="251400" y="37419"/>
                  </a:lnTo>
                  <a:lnTo>
                    <a:pt x="254970" y="40970"/>
                  </a:lnTo>
                  <a:lnTo>
                    <a:pt x="263884" y="41423"/>
                  </a:lnTo>
                  <a:lnTo>
                    <a:pt x="277869" y="39157"/>
                  </a:lnTo>
                  <a:lnTo>
                    <a:pt x="295482" y="34199"/>
                  </a:lnTo>
                  <a:lnTo>
                    <a:pt x="318561" y="65454"/>
                  </a:lnTo>
                  <a:lnTo>
                    <a:pt x="323695" y="66328"/>
                  </a:lnTo>
                  <a:lnTo>
                    <a:pt x="323861" y="68621"/>
                  </a:lnTo>
                  <a:lnTo>
                    <a:pt x="330119" y="69974"/>
                  </a:lnTo>
                  <a:lnTo>
                    <a:pt x="334504" y="72942"/>
                  </a:lnTo>
                  <a:lnTo>
                    <a:pt x="336222" y="71911"/>
                  </a:lnTo>
                  <a:lnTo>
                    <a:pt x="341798" y="71445"/>
                  </a:lnTo>
                  <a:lnTo>
                    <a:pt x="343067" y="71598"/>
                  </a:lnTo>
                  <a:lnTo>
                    <a:pt x="347773" y="70934"/>
                  </a:lnTo>
                  <a:lnTo>
                    <a:pt x="348877" y="72941"/>
                  </a:lnTo>
                  <a:lnTo>
                    <a:pt x="357464" y="72778"/>
                  </a:lnTo>
                  <a:lnTo>
                    <a:pt x="365675" y="70457"/>
                  </a:lnTo>
                  <a:lnTo>
                    <a:pt x="374521" y="68737"/>
                  </a:lnTo>
                  <a:lnTo>
                    <a:pt x="378231" y="64056"/>
                  </a:lnTo>
                  <a:lnTo>
                    <a:pt x="380576" y="61469"/>
                  </a:lnTo>
                  <a:lnTo>
                    <a:pt x="388033" y="55784"/>
                  </a:lnTo>
                  <a:lnTo>
                    <a:pt x="395003" y="55922"/>
                  </a:lnTo>
                  <a:lnTo>
                    <a:pt x="396847" y="58286"/>
                  </a:lnTo>
                  <a:lnTo>
                    <a:pt x="398185" y="59218"/>
                  </a:lnTo>
                  <a:lnTo>
                    <a:pt x="399883" y="64643"/>
                  </a:lnTo>
                  <a:lnTo>
                    <a:pt x="406103" y="69952"/>
                  </a:lnTo>
                  <a:lnTo>
                    <a:pt x="410083" y="71410"/>
                  </a:lnTo>
                  <a:lnTo>
                    <a:pt x="412421" y="74270"/>
                  </a:lnTo>
                  <a:lnTo>
                    <a:pt x="415176" y="78988"/>
                  </a:lnTo>
                  <a:lnTo>
                    <a:pt x="416704" y="80952"/>
                  </a:lnTo>
                  <a:lnTo>
                    <a:pt x="416849" y="81925"/>
                  </a:lnTo>
                  <a:lnTo>
                    <a:pt x="417324" y="82632"/>
                  </a:lnTo>
                  <a:lnTo>
                    <a:pt x="419163" y="84581"/>
                  </a:lnTo>
                  <a:lnTo>
                    <a:pt x="419667" y="87537"/>
                  </a:lnTo>
                  <a:lnTo>
                    <a:pt x="419299" y="89487"/>
                  </a:lnTo>
                  <a:lnTo>
                    <a:pt x="418973" y="89989"/>
                  </a:lnTo>
                  <a:lnTo>
                    <a:pt x="419506" y="93898"/>
                  </a:lnTo>
                  <a:lnTo>
                    <a:pt x="419218" y="94988"/>
                  </a:lnTo>
                  <a:lnTo>
                    <a:pt x="419648" y="96087"/>
                  </a:lnTo>
                  <a:lnTo>
                    <a:pt x="421070" y="96384"/>
                  </a:lnTo>
                  <a:lnTo>
                    <a:pt x="423145" y="96193"/>
                  </a:lnTo>
                  <a:lnTo>
                    <a:pt x="423651" y="96582"/>
                  </a:lnTo>
                  <a:lnTo>
                    <a:pt x="424198" y="96398"/>
                  </a:lnTo>
                  <a:lnTo>
                    <a:pt x="425017" y="96716"/>
                  </a:lnTo>
                  <a:lnTo>
                    <a:pt x="425766" y="97545"/>
                  </a:lnTo>
                  <a:lnTo>
                    <a:pt x="427013" y="97702"/>
                  </a:lnTo>
                  <a:lnTo>
                    <a:pt x="427901" y="98143"/>
                  </a:lnTo>
                  <a:lnTo>
                    <a:pt x="428931" y="98199"/>
                  </a:lnTo>
                  <a:lnTo>
                    <a:pt x="429809" y="98782"/>
                  </a:lnTo>
                  <a:lnTo>
                    <a:pt x="431031" y="99036"/>
                  </a:lnTo>
                  <a:lnTo>
                    <a:pt x="431850" y="98687"/>
                  </a:lnTo>
                  <a:lnTo>
                    <a:pt x="432941" y="98723"/>
                  </a:lnTo>
                  <a:lnTo>
                    <a:pt x="431800" y="99954"/>
                  </a:lnTo>
                  <a:lnTo>
                    <a:pt x="431345" y="100833"/>
                  </a:lnTo>
                  <a:lnTo>
                    <a:pt x="429974" y="102335"/>
                  </a:lnTo>
                  <a:lnTo>
                    <a:pt x="429473" y="103415"/>
                  </a:lnTo>
                  <a:lnTo>
                    <a:pt x="428923" y="103924"/>
                  </a:lnTo>
                  <a:lnTo>
                    <a:pt x="429465" y="106199"/>
                  </a:lnTo>
                  <a:lnTo>
                    <a:pt x="428896" y="107618"/>
                  </a:lnTo>
                  <a:lnTo>
                    <a:pt x="428994" y="108400"/>
                  </a:lnTo>
                  <a:lnTo>
                    <a:pt x="428324" y="109964"/>
                  </a:lnTo>
                  <a:lnTo>
                    <a:pt x="428367" y="112188"/>
                  </a:lnTo>
                  <a:lnTo>
                    <a:pt x="427466" y="113398"/>
                  </a:lnTo>
                  <a:lnTo>
                    <a:pt x="426501" y="115397"/>
                  </a:lnTo>
                  <a:lnTo>
                    <a:pt x="426882" y="115951"/>
                  </a:lnTo>
                  <a:lnTo>
                    <a:pt x="428013" y="116786"/>
                  </a:lnTo>
                  <a:lnTo>
                    <a:pt x="429352" y="118797"/>
                  </a:lnTo>
                  <a:lnTo>
                    <a:pt x="432232" y="120522"/>
                  </a:lnTo>
                  <a:lnTo>
                    <a:pt x="433597" y="122079"/>
                  </a:lnTo>
                  <a:lnTo>
                    <a:pt x="433850" y="122124"/>
                  </a:lnTo>
                  <a:lnTo>
                    <a:pt x="434547" y="123223"/>
                  </a:lnTo>
                  <a:lnTo>
                    <a:pt x="435383" y="123347"/>
                  </a:lnTo>
                  <a:lnTo>
                    <a:pt x="436805" y="124498"/>
                  </a:lnTo>
                  <a:lnTo>
                    <a:pt x="437107" y="125200"/>
                  </a:lnTo>
                  <a:lnTo>
                    <a:pt x="440810" y="129383"/>
                  </a:lnTo>
                  <a:lnTo>
                    <a:pt x="441888" y="132160"/>
                  </a:lnTo>
                  <a:lnTo>
                    <a:pt x="441469" y="132937"/>
                  </a:lnTo>
                  <a:lnTo>
                    <a:pt x="441605" y="134344"/>
                  </a:lnTo>
                  <a:lnTo>
                    <a:pt x="443162" y="137056"/>
                  </a:lnTo>
                  <a:lnTo>
                    <a:pt x="443508" y="138217"/>
                  </a:lnTo>
                  <a:lnTo>
                    <a:pt x="444842" y="139759"/>
                  </a:lnTo>
                  <a:lnTo>
                    <a:pt x="446190" y="139896"/>
                  </a:lnTo>
                  <a:lnTo>
                    <a:pt x="447335" y="140312"/>
                  </a:lnTo>
                  <a:lnTo>
                    <a:pt x="447960" y="140154"/>
                  </a:lnTo>
                  <a:lnTo>
                    <a:pt x="449714" y="140784"/>
                  </a:lnTo>
                  <a:lnTo>
                    <a:pt x="456219" y="150299"/>
                  </a:lnTo>
                  <a:lnTo>
                    <a:pt x="459528" y="149165"/>
                  </a:lnTo>
                  <a:lnTo>
                    <a:pt x="462130" y="149549"/>
                  </a:lnTo>
                  <a:lnTo>
                    <a:pt x="471596" y="154690"/>
                  </a:lnTo>
                  <a:lnTo>
                    <a:pt x="472245" y="153625"/>
                  </a:lnTo>
                  <a:lnTo>
                    <a:pt x="474403" y="152773"/>
                  </a:lnTo>
                  <a:lnTo>
                    <a:pt x="475230" y="152199"/>
                  </a:lnTo>
                  <a:lnTo>
                    <a:pt x="476088" y="149881"/>
                  </a:lnTo>
                  <a:lnTo>
                    <a:pt x="479079" y="146028"/>
                  </a:lnTo>
                  <a:lnTo>
                    <a:pt x="482343" y="145109"/>
                  </a:lnTo>
                  <a:lnTo>
                    <a:pt x="484506" y="143749"/>
                  </a:lnTo>
                  <a:lnTo>
                    <a:pt x="486429" y="143255"/>
                  </a:lnTo>
                  <a:lnTo>
                    <a:pt x="487618" y="142645"/>
                  </a:lnTo>
                  <a:lnTo>
                    <a:pt x="490681" y="142000"/>
                  </a:lnTo>
                  <a:lnTo>
                    <a:pt x="491505" y="142339"/>
                  </a:lnTo>
                  <a:lnTo>
                    <a:pt x="493171" y="142372"/>
                  </a:lnTo>
                  <a:lnTo>
                    <a:pt x="499607" y="139293"/>
                  </a:lnTo>
                  <a:lnTo>
                    <a:pt x="501693" y="138519"/>
                  </a:lnTo>
                  <a:lnTo>
                    <a:pt x="503383" y="138289"/>
                  </a:lnTo>
                  <a:lnTo>
                    <a:pt x="505031" y="137686"/>
                  </a:lnTo>
                  <a:lnTo>
                    <a:pt x="508003" y="137247"/>
                  </a:lnTo>
                  <a:lnTo>
                    <a:pt x="513165" y="134968"/>
                  </a:lnTo>
                  <a:lnTo>
                    <a:pt x="515349" y="131950"/>
                  </a:lnTo>
                  <a:lnTo>
                    <a:pt x="516848" y="131269"/>
                  </a:lnTo>
                  <a:lnTo>
                    <a:pt x="518747" y="130839"/>
                  </a:lnTo>
                  <a:lnTo>
                    <a:pt x="519484" y="130074"/>
                  </a:lnTo>
                  <a:lnTo>
                    <a:pt x="522804" y="128436"/>
                  </a:lnTo>
                  <a:lnTo>
                    <a:pt x="522258" y="127558"/>
                  </a:lnTo>
                  <a:lnTo>
                    <a:pt x="521844" y="125976"/>
                  </a:lnTo>
                  <a:lnTo>
                    <a:pt x="521357" y="122989"/>
                  </a:lnTo>
                  <a:lnTo>
                    <a:pt x="522021" y="121860"/>
                  </a:lnTo>
                  <a:lnTo>
                    <a:pt x="521476" y="121372"/>
                  </a:lnTo>
                  <a:lnTo>
                    <a:pt x="521597" y="121174"/>
                  </a:lnTo>
                  <a:lnTo>
                    <a:pt x="521096" y="120261"/>
                  </a:lnTo>
                  <a:lnTo>
                    <a:pt x="521204" y="119073"/>
                  </a:lnTo>
                  <a:lnTo>
                    <a:pt x="521834" y="119348"/>
                  </a:lnTo>
                  <a:lnTo>
                    <a:pt x="523015" y="119396"/>
                  </a:lnTo>
                  <a:lnTo>
                    <a:pt x="525392" y="118711"/>
                  </a:lnTo>
                  <a:lnTo>
                    <a:pt x="528525" y="118496"/>
                  </a:lnTo>
                  <a:lnTo>
                    <a:pt x="529772" y="116943"/>
                  </a:lnTo>
                  <a:lnTo>
                    <a:pt x="529759" y="115486"/>
                  </a:lnTo>
                  <a:lnTo>
                    <a:pt x="531030" y="114866"/>
                  </a:lnTo>
                  <a:lnTo>
                    <a:pt x="533089" y="116237"/>
                  </a:lnTo>
                  <a:lnTo>
                    <a:pt x="534207" y="116691"/>
                  </a:lnTo>
                  <a:lnTo>
                    <a:pt x="535696" y="115815"/>
                  </a:lnTo>
                  <a:lnTo>
                    <a:pt x="536860" y="115726"/>
                  </a:lnTo>
                  <a:lnTo>
                    <a:pt x="539023" y="115930"/>
                  </a:lnTo>
                  <a:lnTo>
                    <a:pt x="539928" y="116329"/>
                  </a:lnTo>
                  <a:lnTo>
                    <a:pt x="545129" y="112414"/>
                  </a:lnTo>
                  <a:lnTo>
                    <a:pt x="545903" y="111497"/>
                  </a:lnTo>
                  <a:lnTo>
                    <a:pt x="546417" y="109494"/>
                  </a:lnTo>
                  <a:lnTo>
                    <a:pt x="548239" y="106646"/>
                  </a:lnTo>
                  <a:lnTo>
                    <a:pt x="549199" y="106871"/>
                  </a:lnTo>
                  <a:lnTo>
                    <a:pt x="550408" y="106084"/>
                  </a:lnTo>
                  <a:lnTo>
                    <a:pt x="551584" y="104624"/>
                  </a:lnTo>
                  <a:lnTo>
                    <a:pt x="551753" y="101840"/>
                  </a:lnTo>
                  <a:lnTo>
                    <a:pt x="551288" y="100163"/>
                  </a:lnTo>
                  <a:lnTo>
                    <a:pt x="552785" y="98238"/>
                  </a:lnTo>
                  <a:lnTo>
                    <a:pt x="554746" y="96936"/>
                  </a:lnTo>
                  <a:lnTo>
                    <a:pt x="554219" y="95287"/>
                  </a:lnTo>
                  <a:lnTo>
                    <a:pt x="558050" y="94019"/>
                  </a:lnTo>
                  <a:lnTo>
                    <a:pt x="562497" y="97448"/>
                  </a:lnTo>
                  <a:lnTo>
                    <a:pt x="563958" y="97716"/>
                  </a:lnTo>
                  <a:lnTo>
                    <a:pt x="565462" y="97234"/>
                  </a:lnTo>
                  <a:lnTo>
                    <a:pt x="570681" y="97063"/>
                  </a:lnTo>
                  <a:lnTo>
                    <a:pt x="576000" y="96339"/>
                  </a:lnTo>
                  <a:lnTo>
                    <a:pt x="577581" y="96469"/>
                  </a:lnTo>
                  <a:lnTo>
                    <a:pt x="578487" y="98818"/>
                  </a:lnTo>
                  <a:lnTo>
                    <a:pt x="583866" y="102547"/>
                  </a:lnTo>
                  <a:lnTo>
                    <a:pt x="587909" y="103940"/>
                  </a:lnTo>
                  <a:lnTo>
                    <a:pt x="592015" y="104175"/>
                  </a:lnTo>
                  <a:lnTo>
                    <a:pt x="598291" y="108756"/>
                  </a:lnTo>
                  <a:lnTo>
                    <a:pt x="600106" y="110439"/>
                  </a:lnTo>
                  <a:lnTo>
                    <a:pt x="602594" y="110365"/>
                  </a:lnTo>
                  <a:lnTo>
                    <a:pt x="603947" y="110644"/>
                  </a:lnTo>
                  <a:lnTo>
                    <a:pt x="605510" y="111957"/>
                  </a:lnTo>
                  <a:lnTo>
                    <a:pt x="606979" y="114610"/>
                  </a:lnTo>
                  <a:lnTo>
                    <a:pt x="608285" y="114669"/>
                  </a:lnTo>
                  <a:lnTo>
                    <a:pt x="614147" y="116106"/>
                  </a:lnTo>
                  <a:lnTo>
                    <a:pt x="619533" y="119443"/>
                  </a:lnTo>
                  <a:lnTo>
                    <a:pt x="621699" y="122958"/>
                  </a:lnTo>
                  <a:lnTo>
                    <a:pt x="628278" y="126865"/>
                  </a:lnTo>
                  <a:lnTo>
                    <a:pt x="632954" y="128281"/>
                  </a:lnTo>
                  <a:lnTo>
                    <a:pt x="633885" y="131035"/>
                  </a:lnTo>
                  <a:lnTo>
                    <a:pt x="635827" y="131828"/>
                  </a:lnTo>
                  <a:lnTo>
                    <a:pt x="636280" y="133548"/>
                  </a:lnTo>
                  <a:lnTo>
                    <a:pt x="636199" y="134140"/>
                  </a:lnTo>
                  <a:lnTo>
                    <a:pt x="635790" y="134655"/>
                  </a:lnTo>
                  <a:lnTo>
                    <a:pt x="635735" y="135664"/>
                  </a:lnTo>
                  <a:lnTo>
                    <a:pt x="638807" y="133851"/>
                  </a:lnTo>
                  <a:lnTo>
                    <a:pt x="639706" y="138358"/>
                  </a:lnTo>
                  <a:lnTo>
                    <a:pt x="639010" y="140983"/>
                  </a:lnTo>
                  <a:lnTo>
                    <a:pt x="637947" y="142145"/>
                  </a:lnTo>
                  <a:lnTo>
                    <a:pt x="639668" y="145260"/>
                  </a:lnTo>
                  <a:lnTo>
                    <a:pt x="639680" y="148908"/>
                  </a:lnTo>
                  <a:lnTo>
                    <a:pt x="640570" y="150088"/>
                  </a:lnTo>
                  <a:lnTo>
                    <a:pt x="640574" y="150873"/>
                  </a:lnTo>
                  <a:lnTo>
                    <a:pt x="639693" y="151887"/>
                  </a:lnTo>
                  <a:lnTo>
                    <a:pt x="638792" y="153572"/>
                  </a:lnTo>
                  <a:lnTo>
                    <a:pt x="638316" y="154042"/>
                  </a:lnTo>
                  <a:lnTo>
                    <a:pt x="638177" y="154655"/>
                  </a:lnTo>
                  <a:lnTo>
                    <a:pt x="637358" y="155645"/>
                  </a:lnTo>
                  <a:lnTo>
                    <a:pt x="637628" y="156636"/>
                  </a:lnTo>
                  <a:lnTo>
                    <a:pt x="637392" y="157603"/>
                  </a:lnTo>
                  <a:lnTo>
                    <a:pt x="636916" y="158096"/>
                  </a:lnTo>
                  <a:lnTo>
                    <a:pt x="636266" y="158094"/>
                  </a:lnTo>
                  <a:lnTo>
                    <a:pt x="634856" y="158709"/>
                  </a:lnTo>
                  <a:lnTo>
                    <a:pt x="633919" y="160433"/>
                  </a:lnTo>
                  <a:lnTo>
                    <a:pt x="633878" y="160873"/>
                  </a:lnTo>
                  <a:lnTo>
                    <a:pt x="633203" y="161478"/>
                  </a:lnTo>
                  <a:lnTo>
                    <a:pt x="633137" y="162280"/>
                  </a:lnTo>
                  <a:lnTo>
                    <a:pt x="633486" y="163825"/>
                  </a:lnTo>
                  <a:lnTo>
                    <a:pt x="633412" y="166031"/>
                  </a:lnTo>
                  <a:lnTo>
                    <a:pt x="632344" y="168335"/>
                  </a:lnTo>
                  <a:lnTo>
                    <a:pt x="632460" y="170300"/>
                  </a:lnTo>
                  <a:lnTo>
                    <a:pt x="632040" y="170979"/>
                  </a:lnTo>
                  <a:lnTo>
                    <a:pt x="632301" y="172096"/>
                  </a:lnTo>
                  <a:lnTo>
                    <a:pt x="630965" y="172922"/>
                  </a:lnTo>
                  <a:lnTo>
                    <a:pt x="629767" y="175698"/>
                  </a:lnTo>
                  <a:lnTo>
                    <a:pt x="628921" y="176779"/>
                  </a:lnTo>
                  <a:lnTo>
                    <a:pt x="627940" y="177443"/>
                  </a:lnTo>
                  <a:lnTo>
                    <a:pt x="627773" y="178520"/>
                  </a:lnTo>
                  <a:lnTo>
                    <a:pt x="626354" y="180559"/>
                  </a:lnTo>
                  <a:lnTo>
                    <a:pt x="625463" y="180926"/>
                  </a:lnTo>
                  <a:lnTo>
                    <a:pt x="625565" y="183595"/>
                  </a:lnTo>
                  <a:lnTo>
                    <a:pt x="624776" y="184406"/>
                  </a:lnTo>
                  <a:lnTo>
                    <a:pt x="624736" y="185439"/>
                  </a:lnTo>
                  <a:lnTo>
                    <a:pt x="623229" y="186867"/>
                  </a:lnTo>
                  <a:lnTo>
                    <a:pt x="623048" y="188426"/>
                  </a:lnTo>
                  <a:lnTo>
                    <a:pt x="622499" y="189874"/>
                  </a:lnTo>
                  <a:lnTo>
                    <a:pt x="622816" y="191497"/>
                  </a:lnTo>
                  <a:lnTo>
                    <a:pt x="622540" y="192685"/>
                  </a:lnTo>
                  <a:lnTo>
                    <a:pt x="622937" y="193367"/>
                  </a:lnTo>
                  <a:lnTo>
                    <a:pt x="622298" y="195048"/>
                  </a:lnTo>
                  <a:lnTo>
                    <a:pt x="622273" y="196448"/>
                  </a:lnTo>
                  <a:lnTo>
                    <a:pt x="621643" y="198199"/>
                  </a:lnTo>
                  <a:lnTo>
                    <a:pt x="621116" y="199406"/>
                  </a:lnTo>
                  <a:lnTo>
                    <a:pt x="620560" y="199949"/>
                  </a:lnTo>
                  <a:lnTo>
                    <a:pt x="620563" y="200855"/>
                  </a:lnTo>
                  <a:lnTo>
                    <a:pt x="620837" y="201474"/>
                  </a:lnTo>
                  <a:lnTo>
                    <a:pt x="620431" y="202567"/>
                  </a:lnTo>
                  <a:lnTo>
                    <a:pt x="620541" y="204197"/>
                  </a:lnTo>
                  <a:lnTo>
                    <a:pt x="618814" y="206232"/>
                  </a:lnTo>
                  <a:lnTo>
                    <a:pt x="617279" y="206325"/>
                  </a:lnTo>
                  <a:lnTo>
                    <a:pt x="616285" y="206623"/>
                  </a:lnTo>
                  <a:lnTo>
                    <a:pt x="616407" y="207248"/>
                  </a:lnTo>
                  <a:lnTo>
                    <a:pt x="615778" y="207811"/>
                  </a:lnTo>
                  <a:lnTo>
                    <a:pt x="614425" y="208356"/>
                  </a:lnTo>
                  <a:lnTo>
                    <a:pt x="614394" y="209015"/>
                  </a:lnTo>
                  <a:lnTo>
                    <a:pt x="613751" y="209811"/>
                  </a:lnTo>
                  <a:lnTo>
                    <a:pt x="612556" y="210412"/>
                  </a:lnTo>
                  <a:lnTo>
                    <a:pt x="611934" y="211664"/>
                  </a:lnTo>
                  <a:lnTo>
                    <a:pt x="611174" y="212066"/>
                  </a:lnTo>
                  <a:lnTo>
                    <a:pt x="610472" y="213456"/>
                  </a:lnTo>
                  <a:lnTo>
                    <a:pt x="609176" y="214644"/>
                  </a:lnTo>
                  <a:lnTo>
                    <a:pt x="609269" y="215345"/>
                  </a:lnTo>
                  <a:lnTo>
                    <a:pt x="609961" y="216223"/>
                  </a:lnTo>
                  <a:lnTo>
                    <a:pt x="609732" y="217077"/>
                  </a:lnTo>
                  <a:lnTo>
                    <a:pt x="610033" y="218443"/>
                  </a:lnTo>
                  <a:lnTo>
                    <a:pt x="610237" y="219176"/>
                  </a:lnTo>
                  <a:lnTo>
                    <a:pt x="610645" y="219522"/>
                  </a:lnTo>
                  <a:lnTo>
                    <a:pt x="610497" y="220633"/>
                  </a:lnTo>
                  <a:lnTo>
                    <a:pt x="610890" y="221630"/>
                  </a:lnTo>
                  <a:lnTo>
                    <a:pt x="610128" y="225290"/>
                  </a:lnTo>
                  <a:lnTo>
                    <a:pt x="610503" y="227358"/>
                  </a:lnTo>
                  <a:lnTo>
                    <a:pt x="612349" y="229331"/>
                  </a:lnTo>
                  <a:lnTo>
                    <a:pt x="612856" y="229434"/>
                  </a:lnTo>
                  <a:lnTo>
                    <a:pt x="614077" y="228848"/>
                  </a:lnTo>
                  <a:lnTo>
                    <a:pt x="614545" y="229075"/>
                  </a:lnTo>
                  <a:lnTo>
                    <a:pt x="615035" y="229937"/>
                  </a:lnTo>
                  <a:lnTo>
                    <a:pt x="615092" y="230783"/>
                  </a:lnTo>
                  <a:lnTo>
                    <a:pt x="615646" y="231279"/>
                  </a:lnTo>
                  <a:lnTo>
                    <a:pt x="616644" y="233656"/>
                  </a:lnTo>
                  <a:lnTo>
                    <a:pt x="616892" y="235369"/>
                  </a:lnTo>
                  <a:lnTo>
                    <a:pt x="618261" y="236852"/>
                  </a:lnTo>
                  <a:lnTo>
                    <a:pt x="619344" y="237493"/>
                  </a:lnTo>
                  <a:lnTo>
                    <a:pt x="620577" y="237858"/>
                  </a:lnTo>
                  <a:lnTo>
                    <a:pt x="620583" y="238999"/>
                  </a:lnTo>
                  <a:lnTo>
                    <a:pt x="620932" y="239916"/>
                  </a:lnTo>
                  <a:lnTo>
                    <a:pt x="620642" y="241229"/>
                  </a:lnTo>
                  <a:lnTo>
                    <a:pt x="620725" y="242946"/>
                  </a:lnTo>
                  <a:lnTo>
                    <a:pt x="620358" y="243365"/>
                  </a:lnTo>
                  <a:lnTo>
                    <a:pt x="620635" y="243796"/>
                  </a:lnTo>
                  <a:lnTo>
                    <a:pt x="620676" y="244691"/>
                  </a:lnTo>
                  <a:lnTo>
                    <a:pt x="620761" y="245844"/>
                  </a:lnTo>
                  <a:lnTo>
                    <a:pt x="618793" y="257672"/>
                  </a:lnTo>
                  <a:lnTo>
                    <a:pt x="618960" y="258065"/>
                  </a:lnTo>
                  <a:lnTo>
                    <a:pt x="622542" y="266362"/>
                  </a:lnTo>
                  <a:lnTo>
                    <a:pt x="623446" y="267824"/>
                  </a:lnTo>
                  <a:lnTo>
                    <a:pt x="628213" y="272642"/>
                  </a:lnTo>
                  <a:lnTo>
                    <a:pt x="629198" y="275082"/>
                  </a:lnTo>
                  <a:lnTo>
                    <a:pt x="629234" y="275538"/>
                  </a:lnTo>
                  <a:lnTo>
                    <a:pt x="628791" y="276235"/>
                  </a:lnTo>
                  <a:lnTo>
                    <a:pt x="628052" y="278898"/>
                  </a:lnTo>
                  <a:lnTo>
                    <a:pt x="628062" y="280389"/>
                  </a:lnTo>
                  <a:lnTo>
                    <a:pt x="629008" y="283772"/>
                  </a:lnTo>
                  <a:lnTo>
                    <a:pt x="628998" y="284717"/>
                  </a:lnTo>
                  <a:lnTo>
                    <a:pt x="629722" y="287553"/>
                  </a:lnTo>
                  <a:lnTo>
                    <a:pt x="631719" y="291365"/>
                  </a:lnTo>
                  <a:lnTo>
                    <a:pt x="630677" y="294008"/>
                  </a:lnTo>
                  <a:lnTo>
                    <a:pt x="630036" y="296594"/>
                  </a:lnTo>
                  <a:lnTo>
                    <a:pt x="631321" y="299342"/>
                  </a:lnTo>
                  <a:lnTo>
                    <a:pt x="632184" y="300373"/>
                  </a:lnTo>
                  <a:lnTo>
                    <a:pt x="633139" y="302379"/>
                  </a:lnTo>
                  <a:lnTo>
                    <a:pt x="633504" y="309082"/>
                  </a:lnTo>
                  <a:lnTo>
                    <a:pt x="637714" y="312210"/>
                  </a:lnTo>
                  <a:lnTo>
                    <a:pt x="637578" y="313848"/>
                  </a:lnTo>
                  <a:lnTo>
                    <a:pt x="637868" y="314356"/>
                  </a:lnTo>
                  <a:lnTo>
                    <a:pt x="637837" y="315138"/>
                  </a:lnTo>
                  <a:lnTo>
                    <a:pt x="638304" y="315904"/>
                  </a:lnTo>
                  <a:lnTo>
                    <a:pt x="638046" y="317250"/>
                  </a:lnTo>
                  <a:lnTo>
                    <a:pt x="638382" y="319859"/>
                  </a:lnTo>
                  <a:lnTo>
                    <a:pt x="640514" y="321726"/>
                  </a:lnTo>
                  <a:lnTo>
                    <a:pt x="642138" y="323896"/>
                  </a:lnTo>
                  <a:lnTo>
                    <a:pt x="642316" y="324850"/>
                  </a:lnTo>
                  <a:lnTo>
                    <a:pt x="642127" y="325275"/>
                  </a:lnTo>
                  <a:lnTo>
                    <a:pt x="643029" y="326862"/>
                  </a:lnTo>
                  <a:lnTo>
                    <a:pt x="643647" y="329861"/>
                  </a:lnTo>
                  <a:lnTo>
                    <a:pt x="644780" y="332059"/>
                  </a:lnTo>
                  <a:lnTo>
                    <a:pt x="645543" y="335100"/>
                  </a:lnTo>
                  <a:lnTo>
                    <a:pt x="646484" y="337198"/>
                  </a:lnTo>
                  <a:lnTo>
                    <a:pt x="648793" y="341185"/>
                  </a:lnTo>
                  <a:lnTo>
                    <a:pt x="647580" y="342475"/>
                  </a:lnTo>
                  <a:lnTo>
                    <a:pt x="647278" y="343163"/>
                  </a:lnTo>
                  <a:lnTo>
                    <a:pt x="647213" y="344177"/>
                  </a:lnTo>
                  <a:lnTo>
                    <a:pt x="647566" y="345061"/>
                  </a:lnTo>
                  <a:lnTo>
                    <a:pt x="648495" y="346218"/>
                  </a:lnTo>
                  <a:lnTo>
                    <a:pt x="649728" y="347080"/>
                  </a:lnTo>
                  <a:lnTo>
                    <a:pt x="649838" y="350122"/>
                  </a:lnTo>
                  <a:lnTo>
                    <a:pt x="650360" y="351913"/>
                  </a:lnTo>
                  <a:lnTo>
                    <a:pt x="650420" y="354347"/>
                  </a:lnTo>
                  <a:lnTo>
                    <a:pt x="651754" y="356185"/>
                  </a:lnTo>
                  <a:lnTo>
                    <a:pt x="652247" y="356510"/>
                  </a:lnTo>
                  <a:lnTo>
                    <a:pt x="652922" y="358006"/>
                  </a:lnTo>
                  <a:lnTo>
                    <a:pt x="652988" y="358659"/>
                  </a:lnTo>
                  <a:lnTo>
                    <a:pt x="651609" y="362242"/>
                  </a:lnTo>
                  <a:lnTo>
                    <a:pt x="648589" y="365511"/>
                  </a:lnTo>
                  <a:lnTo>
                    <a:pt x="648353" y="367668"/>
                  </a:lnTo>
                  <a:lnTo>
                    <a:pt x="647483" y="370565"/>
                  </a:lnTo>
                  <a:lnTo>
                    <a:pt x="645498" y="376407"/>
                  </a:lnTo>
                  <a:lnTo>
                    <a:pt x="644344" y="378065"/>
                  </a:lnTo>
                  <a:lnTo>
                    <a:pt x="645232" y="380585"/>
                  </a:lnTo>
                  <a:lnTo>
                    <a:pt x="644433" y="382286"/>
                  </a:lnTo>
                  <a:lnTo>
                    <a:pt x="644738" y="385661"/>
                  </a:lnTo>
                  <a:lnTo>
                    <a:pt x="646513" y="387281"/>
                  </a:lnTo>
                  <a:lnTo>
                    <a:pt x="651099" y="387482"/>
                  </a:lnTo>
                  <a:lnTo>
                    <a:pt x="652344" y="388555"/>
                  </a:lnTo>
                  <a:lnTo>
                    <a:pt x="651313" y="392462"/>
                  </a:lnTo>
                  <a:lnTo>
                    <a:pt x="651285" y="396832"/>
                  </a:lnTo>
                  <a:lnTo>
                    <a:pt x="651723" y="403530"/>
                  </a:lnTo>
                  <a:lnTo>
                    <a:pt x="649298" y="406576"/>
                  </a:lnTo>
                  <a:lnTo>
                    <a:pt x="649074" y="408878"/>
                  </a:lnTo>
                  <a:lnTo>
                    <a:pt x="649928" y="410877"/>
                  </a:lnTo>
                  <a:lnTo>
                    <a:pt x="649624" y="412114"/>
                  </a:lnTo>
                  <a:lnTo>
                    <a:pt x="648844" y="412771"/>
                  </a:lnTo>
                  <a:lnTo>
                    <a:pt x="647646" y="414937"/>
                  </a:lnTo>
                  <a:lnTo>
                    <a:pt x="647057" y="415462"/>
                  </a:lnTo>
                  <a:lnTo>
                    <a:pt x="646885" y="416121"/>
                  </a:lnTo>
                  <a:lnTo>
                    <a:pt x="647119" y="416576"/>
                  </a:lnTo>
                  <a:lnTo>
                    <a:pt x="647758" y="417000"/>
                  </a:lnTo>
                  <a:lnTo>
                    <a:pt x="647730" y="417520"/>
                  </a:lnTo>
                  <a:lnTo>
                    <a:pt x="649479" y="418346"/>
                  </a:lnTo>
                  <a:lnTo>
                    <a:pt x="650382" y="419615"/>
                  </a:lnTo>
                  <a:lnTo>
                    <a:pt x="650903" y="422435"/>
                  </a:lnTo>
                  <a:lnTo>
                    <a:pt x="652263" y="423750"/>
                  </a:lnTo>
                  <a:lnTo>
                    <a:pt x="653555" y="426057"/>
                  </a:lnTo>
                  <a:lnTo>
                    <a:pt x="655715" y="428442"/>
                  </a:lnTo>
                  <a:lnTo>
                    <a:pt x="655949" y="429950"/>
                  </a:lnTo>
                  <a:lnTo>
                    <a:pt x="658004" y="432167"/>
                  </a:lnTo>
                  <a:lnTo>
                    <a:pt x="657639" y="434478"/>
                  </a:lnTo>
                  <a:lnTo>
                    <a:pt x="657946" y="434571"/>
                  </a:lnTo>
                  <a:lnTo>
                    <a:pt x="657950" y="435421"/>
                  </a:lnTo>
                  <a:lnTo>
                    <a:pt x="657234" y="436248"/>
                  </a:lnTo>
                  <a:lnTo>
                    <a:pt x="657215" y="437241"/>
                  </a:lnTo>
                  <a:lnTo>
                    <a:pt x="656389" y="437860"/>
                  </a:lnTo>
                  <a:lnTo>
                    <a:pt x="654926" y="440598"/>
                  </a:lnTo>
                  <a:lnTo>
                    <a:pt x="647263" y="444536"/>
                  </a:lnTo>
                  <a:lnTo>
                    <a:pt x="645451" y="446539"/>
                  </a:lnTo>
                  <a:lnTo>
                    <a:pt x="645296" y="447225"/>
                  </a:lnTo>
                  <a:lnTo>
                    <a:pt x="644582" y="447607"/>
                  </a:lnTo>
                  <a:lnTo>
                    <a:pt x="643999" y="449123"/>
                  </a:lnTo>
                  <a:lnTo>
                    <a:pt x="641526" y="452406"/>
                  </a:lnTo>
                  <a:lnTo>
                    <a:pt x="635936" y="457156"/>
                  </a:lnTo>
                  <a:lnTo>
                    <a:pt x="634221" y="457757"/>
                  </a:lnTo>
                  <a:lnTo>
                    <a:pt x="632108" y="457972"/>
                  </a:lnTo>
                  <a:lnTo>
                    <a:pt x="631018" y="458994"/>
                  </a:lnTo>
                  <a:lnTo>
                    <a:pt x="627992" y="460142"/>
                  </a:lnTo>
                  <a:lnTo>
                    <a:pt x="628533" y="461723"/>
                  </a:lnTo>
                  <a:lnTo>
                    <a:pt x="628202" y="462924"/>
                  </a:lnTo>
                  <a:lnTo>
                    <a:pt x="628966" y="463904"/>
                  </a:lnTo>
                  <a:lnTo>
                    <a:pt x="629536" y="466509"/>
                  </a:lnTo>
                  <a:lnTo>
                    <a:pt x="629591" y="467945"/>
                  </a:lnTo>
                  <a:lnTo>
                    <a:pt x="629280" y="468778"/>
                  </a:lnTo>
                  <a:lnTo>
                    <a:pt x="627476" y="471263"/>
                  </a:lnTo>
                  <a:lnTo>
                    <a:pt x="626912" y="473122"/>
                  </a:lnTo>
                  <a:lnTo>
                    <a:pt x="627103" y="475891"/>
                  </a:lnTo>
                  <a:lnTo>
                    <a:pt x="618721" y="478628"/>
                  </a:lnTo>
                  <a:lnTo>
                    <a:pt x="618038" y="478599"/>
                  </a:lnTo>
                  <a:lnTo>
                    <a:pt x="614732" y="479561"/>
                  </a:lnTo>
                  <a:lnTo>
                    <a:pt x="611636" y="480826"/>
                  </a:lnTo>
                  <a:lnTo>
                    <a:pt x="611033" y="481707"/>
                  </a:lnTo>
                  <a:lnTo>
                    <a:pt x="610099" y="482484"/>
                  </a:lnTo>
                  <a:lnTo>
                    <a:pt x="608573" y="484854"/>
                  </a:lnTo>
                  <a:lnTo>
                    <a:pt x="607796" y="485662"/>
                  </a:lnTo>
                  <a:lnTo>
                    <a:pt x="606795" y="486230"/>
                  </a:lnTo>
                  <a:lnTo>
                    <a:pt x="606039" y="487109"/>
                  </a:lnTo>
                  <a:lnTo>
                    <a:pt x="604360" y="491799"/>
                  </a:lnTo>
                  <a:lnTo>
                    <a:pt x="602472" y="493896"/>
                  </a:lnTo>
                  <a:lnTo>
                    <a:pt x="601269" y="495682"/>
                  </a:lnTo>
                  <a:lnTo>
                    <a:pt x="600610" y="496040"/>
                  </a:lnTo>
                  <a:lnTo>
                    <a:pt x="598852" y="500435"/>
                  </a:lnTo>
                  <a:lnTo>
                    <a:pt x="594121" y="501466"/>
                  </a:lnTo>
                  <a:lnTo>
                    <a:pt x="591429" y="502580"/>
                  </a:lnTo>
                  <a:lnTo>
                    <a:pt x="589009" y="501925"/>
                  </a:lnTo>
                  <a:lnTo>
                    <a:pt x="585773" y="502790"/>
                  </a:lnTo>
                  <a:lnTo>
                    <a:pt x="585529" y="502617"/>
                  </a:lnTo>
                  <a:lnTo>
                    <a:pt x="578705" y="503067"/>
                  </a:lnTo>
                  <a:lnTo>
                    <a:pt x="577506" y="502231"/>
                  </a:lnTo>
                  <a:lnTo>
                    <a:pt x="574176" y="502956"/>
                  </a:lnTo>
                  <a:lnTo>
                    <a:pt x="573552" y="503718"/>
                  </a:lnTo>
                  <a:lnTo>
                    <a:pt x="573372" y="504622"/>
                  </a:lnTo>
                  <a:lnTo>
                    <a:pt x="572917" y="504878"/>
                  </a:lnTo>
                  <a:lnTo>
                    <a:pt x="572950" y="505511"/>
                  </a:lnTo>
                  <a:lnTo>
                    <a:pt x="572716" y="505886"/>
                  </a:lnTo>
                  <a:lnTo>
                    <a:pt x="573101" y="506817"/>
                  </a:lnTo>
                  <a:lnTo>
                    <a:pt x="571126" y="507783"/>
                  </a:lnTo>
                  <a:lnTo>
                    <a:pt x="570413" y="508626"/>
                  </a:lnTo>
                  <a:lnTo>
                    <a:pt x="569185" y="509080"/>
                  </a:lnTo>
                  <a:lnTo>
                    <a:pt x="568711" y="509951"/>
                  </a:lnTo>
                  <a:lnTo>
                    <a:pt x="568694" y="510684"/>
                  </a:lnTo>
                  <a:lnTo>
                    <a:pt x="567806" y="511743"/>
                  </a:lnTo>
                  <a:lnTo>
                    <a:pt x="567310" y="511891"/>
                  </a:lnTo>
                  <a:lnTo>
                    <a:pt x="565574" y="513340"/>
                  </a:lnTo>
                  <a:lnTo>
                    <a:pt x="561926" y="515383"/>
                  </a:lnTo>
                  <a:lnTo>
                    <a:pt x="558519" y="515222"/>
                  </a:lnTo>
                  <a:lnTo>
                    <a:pt x="554791" y="515610"/>
                  </a:lnTo>
                  <a:lnTo>
                    <a:pt x="554282" y="518184"/>
                  </a:lnTo>
                  <a:lnTo>
                    <a:pt x="552586" y="519403"/>
                  </a:lnTo>
                  <a:lnTo>
                    <a:pt x="547863" y="518416"/>
                  </a:lnTo>
                  <a:lnTo>
                    <a:pt x="546053" y="516614"/>
                  </a:lnTo>
                  <a:lnTo>
                    <a:pt x="544236" y="514121"/>
                  </a:lnTo>
                  <a:lnTo>
                    <a:pt x="542568" y="515774"/>
                  </a:lnTo>
                  <a:lnTo>
                    <a:pt x="541930" y="517117"/>
                  </a:lnTo>
                  <a:lnTo>
                    <a:pt x="540523" y="518249"/>
                  </a:lnTo>
                  <a:lnTo>
                    <a:pt x="539899" y="518670"/>
                  </a:lnTo>
                  <a:lnTo>
                    <a:pt x="539186" y="519573"/>
                  </a:lnTo>
                  <a:lnTo>
                    <a:pt x="538557" y="519525"/>
                  </a:lnTo>
                  <a:lnTo>
                    <a:pt x="538374" y="519298"/>
                  </a:lnTo>
                  <a:lnTo>
                    <a:pt x="537990" y="519716"/>
                  </a:lnTo>
                  <a:lnTo>
                    <a:pt x="537183" y="519600"/>
                  </a:lnTo>
                  <a:lnTo>
                    <a:pt x="537170" y="519369"/>
                  </a:lnTo>
                  <a:lnTo>
                    <a:pt x="536921" y="519573"/>
                  </a:lnTo>
                  <a:lnTo>
                    <a:pt x="536788" y="519385"/>
                  </a:lnTo>
                  <a:lnTo>
                    <a:pt x="536437" y="519529"/>
                  </a:lnTo>
                  <a:lnTo>
                    <a:pt x="536160" y="519269"/>
                  </a:lnTo>
                  <a:lnTo>
                    <a:pt x="535961" y="519542"/>
                  </a:lnTo>
                  <a:lnTo>
                    <a:pt x="535131" y="519262"/>
                  </a:lnTo>
                  <a:lnTo>
                    <a:pt x="534001" y="519451"/>
                  </a:lnTo>
                  <a:lnTo>
                    <a:pt x="533868" y="519199"/>
                  </a:lnTo>
                  <a:lnTo>
                    <a:pt x="533531" y="519184"/>
                  </a:lnTo>
                  <a:lnTo>
                    <a:pt x="532548" y="519750"/>
                  </a:lnTo>
                  <a:lnTo>
                    <a:pt x="531610" y="521570"/>
                  </a:lnTo>
                  <a:lnTo>
                    <a:pt x="529730" y="522725"/>
                  </a:lnTo>
                  <a:lnTo>
                    <a:pt x="529320" y="522325"/>
                  </a:lnTo>
                  <a:lnTo>
                    <a:pt x="527947" y="521938"/>
                  </a:lnTo>
                  <a:lnTo>
                    <a:pt x="527404" y="520915"/>
                  </a:lnTo>
                  <a:lnTo>
                    <a:pt x="526912" y="520928"/>
                  </a:lnTo>
                  <a:lnTo>
                    <a:pt x="526721" y="520614"/>
                  </a:lnTo>
                  <a:lnTo>
                    <a:pt x="525905" y="520483"/>
                  </a:lnTo>
                  <a:lnTo>
                    <a:pt x="525021" y="519896"/>
                  </a:lnTo>
                  <a:lnTo>
                    <a:pt x="524543" y="520034"/>
                  </a:lnTo>
                  <a:lnTo>
                    <a:pt x="524113" y="520026"/>
                  </a:lnTo>
                  <a:lnTo>
                    <a:pt x="523476" y="520665"/>
                  </a:lnTo>
                  <a:lnTo>
                    <a:pt x="523304" y="520569"/>
                  </a:lnTo>
                  <a:lnTo>
                    <a:pt x="522498" y="521204"/>
                  </a:lnTo>
                  <a:lnTo>
                    <a:pt x="522161" y="521226"/>
                  </a:lnTo>
                  <a:lnTo>
                    <a:pt x="521752" y="522077"/>
                  </a:lnTo>
                  <a:lnTo>
                    <a:pt x="520764" y="522701"/>
                  </a:lnTo>
                  <a:lnTo>
                    <a:pt x="520457" y="523351"/>
                  </a:lnTo>
                  <a:lnTo>
                    <a:pt x="519613" y="523714"/>
                  </a:lnTo>
                  <a:lnTo>
                    <a:pt x="517944" y="525161"/>
                  </a:lnTo>
                  <a:lnTo>
                    <a:pt x="516658" y="525011"/>
                  </a:lnTo>
                  <a:lnTo>
                    <a:pt x="515827" y="525174"/>
                  </a:lnTo>
                  <a:lnTo>
                    <a:pt x="513669" y="524662"/>
                  </a:lnTo>
                  <a:lnTo>
                    <a:pt x="511220" y="523582"/>
                  </a:lnTo>
                  <a:lnTo>
                    <a:pt x="509509" y="526648"/>
                  </a:lnTo>
                  <a:lnTo>
                    <a:pt x="506202" y="530719"/>
                  </a:lnTo>
                  <a:lnTo>
                    <a:pt x="504075" y="532313"/>
                  </a:lnTo>
                  <a:lnTo>
                    <a:pt x="499128" y="536707"/>
                  </a:lnTo>
                  <a:lnTo>
                    <a:pt x="492539" y="537331"/>
                  </a:lnTo>
                  <a:lnTo>
                    <a:pt x="492063" y="537161"/>
                  </a:lnTo>
                  <a:lnTo>
                    <a:pt x="492085" y="536891"/>
                  </a:lnTo>
                  <a:lnTo>
                    <a:pt x="491791" y="536690"/>
                  </a:lnTo>
                  <a:lnTo>
                    <a:pt x="490265" y="536490"/>
                  </a:lnTo>
                  <a:lnTo>
                    <a:pt x="486494" y="534988"/>
                  </a:lnTo>
                  <a:lnTo>
                    <a:pt x="485632" y="534850"/>
                  </a:lnTo>
                  <a:lnTo>
                    <a:pt x="485060" y="534172"/>
                  </a:lnTo>
                  <a:lnTo>
                    <a:pt x="484478" y="534167"/>
                  </a:lnTo>
                  <a:lnTo>
                    <a:pt x="484367" y="533858"/>
                  </a:lnTo>
                  <a:lnTo>
                    <a:pt x="483866" y="533592"/>
                  </a:lnTo>
                  <a:lnTo>
                    <a:pt x="483428" y="533525"/>
                  </a:lnTo>
                  <a:lnTo>
                    <a:pt x="483195" y="533841"/>
                  </a:lnTo>
                  <a:lnTo>
                    <a:pt x="482397" y="533230"/>
                  </a:lnTo>
                  <a:lnTo>
                    <a:pt x="481633" y="533218"/>
                  </a:lnTo>
                  <a:lnTo>
                    <a:pt x="479555" y="532594"/>
                  </a:lnTo>
                  <a:lnTo>
                    <a:pt x="479244" y="532234"/>
                  </a:lnTo>
                  <a:lnTo>
                    <a:pt x="477211" y="531510"/>
                  </a:lnTo>
                  <a:lnTo>
                    <a:pt x="473570" y="532170"/>
                  </a:lnTo>
                  <a:lnTo>
                    <a:pt x="471349" y="532190"/>
                  </a:lnTo>
                  <a:lnTo>
                    <a:pt x="469761" y="533247"/>
                  </a:lnTo>
                  <a:lnTo>
                    <a:pt x="466412" y="533847"/>
                  </a:lnTo>
                  <a:lnTo>
                    <a:pt x="465368" y="533730"/>
                  </a:lnTo>
                  <a:lnTo>
                    <a:pt x="464928" y="533914"/>
                  </a:lnTo>
                  <a:lnTo>
                    <a:pt x="464701" y="534369"/>
                  </a:lnTo>
                  <a:lnTo>
                    <a:pt x="463868" y="534730"/>
                  </a:lnTo>
                  <a:lnTo>
                    <a:pt x="463960" y="534479"/>
                  </a:lnTo>
                  <a:lnTo>
                    <a:pt x="463372" y="534864"/>
                  </a:lnTo>
                  <a:lnTo>
                    <a:pt x="461050" y="537309"/>
                  </a:lnTo>
                  <a:lnTo>
                    <a:pt x="459992" y="537878"/>
                  </a:lnTo>
                  <a:lnTo>
                    <a:pt x="459858" y="538332"/>
                  </a:lnTo>
                  <a:lnTo>
                    <a:pt x="458693" y="538482"/>
                  </a:lnTo>
                  <a:lnTo>
                    <a:pt x="458222" y="538096"/>
                  </a:lnTo>
                  <a:lnTo>
                    <a:pt x="457436" y="538203"/>
                  </a:lnTo>
                  <a:lnTo>
                    <a:pt x="456382" y="538660"/>
                  </a:lnTo>
                  <a:lnTo>
                    <a:pt x="455191" y="540129"/>
                  </a:lnTo>
                  <a:lnTo>
                    <a:pt x="454549" y="540471"/>
                  </a:lnTo>
                  <a:lnTo>
                    <a:pt x="451913" y="538934"/>
                  </a:lnTo>
                  <a:lnTo>
                    <a:pt x="451538" y="538456"/>
                  </a:lnTo>
                  <a:lnTo>
                    <a:pt x="450988" y="538491"/>
                  </a:lnTo>
                  <a:lnTo>
                    <a:pt x="450185" y="538962"/>
                  </a:lnTo>
                  <a:lnTo>
                    <a:pt x="449667" y="538863"/>
                  </a:lnTo>
                  <a:lnTo>
                    <a:pt x="448796" y="539086"/>
                  </a:lnTo>
                  <a:lnTo>
                    <a:pt x="447727" y="538571"/>
                  </a:lnTo>
                  <a:lnTo>
                    <a:pt x="445210" y="538371"/>
                  </a:lnTo>
                  <a:lnTo>
                    <a:pt x="440882" y="550405"/>
                  </a:lnTo>
                  <a:lnTo>
                    <a:pt x="428783" y="555112"/>
                  </a:lnTo>
                  <a:lnTo>
                    <a:pt x="426732" y="554866"/>
                  </a:lnTo>
                  <a:lnTo>
                    <a:pt x="426611" y="554368"/>
                  </a:lnTo>
                  <a:lnTo>
                    <a:pt x="425854" y="554771"/>
                  </a:lnTo>
                  <a:lnTo>
                    <a:pt x="424488" y="554606"/>
                  </a:lnTo>
                  <a:lnTo>
                    <a:pt x="414498" y="552140"/>
                  </a:lnTo>
                  <a:lnTo>
                    <a:pt x="409906" y="546123"/>
                  </a:lnTo>
                  <a:lnTo>
                    <a:pt x="403005" y="538927"/>
                  </a:lnTo>
                  <a:lnTo>
                    <a:pt x="402826" y="539243"/>
                  </a:lnTo>
                  <a:lnTo>
                    <a:pt x="403103" y="539860"/>
                  </a:lnTo>
                  <a:lnTo>
                    <a:pt x="403296" y="539866"/>
                  </a:lnTo>
                  <a:lnTo>
                    <a:pt x="402807" y="540229"/>
                  </a:lnTo>
                  <a:lnTo>
                    <a:pt x="402770" y="540440"/>
                  </a:lnTo>
                  <a:lnTo>
                    <a:pt x="403101" y="540700"/>
                  </a:lnTo>
                  <a:lnTo>
                    <a:pt x="402608" y="541302"/>
                  </a:lnTo>
                  <a:lnTo>
                    <a:pt x="403109" y="541404"/>
                  </a:lnTo>
                  <a:lnTo>
                    <a:pt x="403229" y="541649"/>
                  </a:lnTo>
                  <a:lnTo>
                    <a:pt x="402986" y="542124"/>
                  </a:lnTo>
                  <a:lnTo>
                    <a:pt x="402447" y="542248"/>
                  </a:lnTo>
                  <a:lnTo>
                    <a:pt x="402544" y="542534"/>
                  </a:lnTo>
                  <a:lnTo>
                    <a:pt x="402257" y="543074"/>
                  </a:lnTo>
                  <a:lnTo>
                    <a:pt x="401612" y="543170"/>
                  </a:lnTo>
                  <a:lnTo>
                    <a:pt x="400177" y="544385"/>
                  </a:lnTo>
                  <a:lnTo>
                    <a:pt x="399436" y="544475"/>
                  </a:lnTo>
                  <a:lnTo>
                    <a:pt x="398372" y="545053"/>
                  </a:lnTo>
                  <a:lnTo>
                    <a:pt x="398435" y="545360"/>
                  </a:lnTo>
                  <a:lnTo>
                    <a:pt x="398195" y="545623"/>
                  </a:lnTo>
                  <a:lnTo>
                    <a:pt x="397208" y="545833"/>
                  </a:lnTo>
                  <a:lnTo>
                    <a:pt x="396514" y="546323"/>
                  </a:lnTo>
                  <a:lnTo>
                    <a:pt x="395806" y="546219"/>
                  </a:lnTo>
                  <a:lnTo>
                    <a:pt x="394369" y="547394"/>
                  </a:lnTo>
                  <a:lnTo>
                    <a:pt x="393270" y="547724"/>
                  </a:lnTo>
                  <a:lnTo>
                    <a:pt x="392888" y="548149"/>
                  </a:lnTo>
                  <a:lnTo>
                    <a:pt x="392903" y="548437"/>
                  </a:lnTo>
                  <a:lnTo>
                    <a:pt x="392032" y="549270"/>
                  </a:lnTo>
                  <a:lnTo>
                    <a:pt x="391344" y="549592"/>
                  </a:lnTo>
                  <a:lnTo>
                    <a:pt x="391424" y="548992"/>
                  </a:lnTo>
                  <a:lnTo>
                    <a:pt x="391059" y="548721"/>
                  </a:lnTo>
                  <a:lnTo>
                    <a:pt x="390759" y="548844"/>
                  </a:lnTo>
                  <a:lnTo>
                    <a:pt x="390651" y="549854"/>
                  </a:lnTo>
                  <a:lnTo>
                    <a:pt x="390111" y="550723"/>
                  </a:lnTo>
                  <a:lnTo>
                    <a:pt x="388080" y="551862"/>
                  </a:lnTo>
                  <a:lnTo>
                    <a:pt x="388133" y="552192"/>
                  </a:lnTo>
                  <a:lnTo>
                    <a:pt x="387708" y="552525"/>
                  </a:lnTo>
                  <a:lnTo>
                    <a:pt x="387549" y="553194"/>
                  </a:lnTo>
                  <a:lnTo>
                    <a:pt x="385347" y="554892"/>
                  </a:lnTo>
                  <a:lnTo>
                    <a:pt x="385591" y="555139"/>
                  </a:lnTo>
                  <a:lnTo>
                    <a:pt x="385294" y="556852"/>
                  </a:lnTo>
                  <a:lnTo>
                    <a:pt x="384198" y="558476"/>
                  </a:lnTo>
                  <a:lnTo>
                    <a:pt x="384495" y="558554"/>
                  </a:lnTo>
                  <a:lnTo>
                    <a:pt x="384585" y="559335"/>
                  </a:lnTo>
                  <a:lnTo>
                    <a:pt x="385042" y="559649"/>
                  </a:lnTo>
                  <a:lnTo>
                    <a:pt x="385372" y="560982"/>
                  </a:lnTo>
                  <a:lnTo>
                    <a:pt x="384801" y="562027"/>
                  </a:lnTo>
                  <a:lnTo>
                    <a:pt x="384523" y="563623"/>
                  </a:lnTo>
                  <a:lnTo>
                    <a:pt x="384087" y="564690"/>
                  </a:lnTo>
                  <a:lnTo>
                    <a:pt x="384244" y="565128"/>
                  </a:lnTo>
                  <a:lnTo>
                    <a:pt x="384016" y="565302"/>
                  </a:lnTo>
                  <a:lnTo>
                    <a:pt x="384460" y="565507"/>
                  </a:lnTo>
                  <a:lnTo>
                    <a:pt x="383936" y="566312"/>
                  </a:lnTo>
                  <a:lnTo>
                    <a:pt x="382799" y="569388"/>
                  </a:lnTo>
                  <a:lnTo>
                    <a:pt x="381375" y="569857"/>
                  </a:lnTo>
                  <a:lnTo>
                    <a:pt x="380816" y="570231"/>
                  </a:lnTo>
                  <a:lnTo>
                    <a:pt x="380648" y="570682"/>
                  </a:lnTo>
                  <a:lnTo>
                    <a:pt x="379968" y="570814"/>
                  </a:lnTo>
                  <a:lnTo>
                    <a:pt x="379604" y="571210"/>
                  </a:lnTo>
                  <a:lnTo>
                    <a:pt x="378635" y="570824"/>
                  </a:lnTo>
                  <a:lnTo>
                    <a:pt x="377489" y="570705"/>
                  </a:lnTo>
                  <a:lnTo>
                    <a:pt x="375679" y="571289"/>
                  </a:lnTo>
                  <a:lnTo>
                    <a:pt x="375234" y="571733"/>
                  </a:lnTo>
                  <a:lnTo>
                    <a:pt x="373507" y="572448"/>
                  </a:lnTo>
                  <a:lnTo>
                    <a:pt x="373368" y="572942"/>
                  </a:lnTo>
                  <a:lnTo>
                    <a:pt x="372251" y="574150"/>
                  </a:lnTo>
                  <a:lnTo>
                    <a:pt x="371511" y="574508"/>
                  </a:lnTo>
                  <a:lnTo>
                    <a:pt x="370495" y="575709"/>
                  </a:lnTo>
                  <a:lnTo>
                    <a:pt x="369779" y="575911"/>
                  </a:lnTo>
                  <a:lnTo>
                    <a:pt x="369668" y="576825"/>
                  </a:lnTo>
                  <a:lnTo>
                    <a:pt x="369249" y="576951"/>
                  </a:lnTo>
                  <a:lnTo>
                    <a:pt x="368948" y="577737"/>
                  </a:lnTo>
                  <a:lnTo>
                    <a:pt x="368400" y="577954"/>
                  </a:lnTo>
                  <a:lnTo>
                    <a:pt x="368511" y="579322"/>
                  </a:lnTo>
                  <a:lnTo>
                    <a:pt x="367812" y="579687"/>
                  </a:lnTo>
                  <a:lnTo>
                    <a:pt x="367391" y="580472"/>
                  </a:lnTo>
                  <a:lnTo>
                    <a:pt x="366590" y="581055"/>
                  </a:lnTo>
                  <a:lnTo>
                    <a:pt x="366225" y="581755"/>
                  </a:lnTo>
                  <a:lnTo>
                    <a:pt x="363383" y="583127"/>
                  </a:lnTo>
                  <a:lnTo>
                    <a:pt x="363208" y="583581"/>
                  </a:lnTo>
                  <a:lnTo>
                    <a:pt x="362733" y="583844"/>
                  </a:lnTo>
                  <a:lnTo>
                    <a:pt x="362554" y="584588"/>
                  </a:lnTo>
                  <a:lnTo>
                    <a:pt x="360536" y="587023"/>
                  </a:lnTo>
                  <a:lnTo>
                    <a:pt x="361502" y="588091"/>
                  </a:lnTo>
                  <a:lnTo>
                    <a:pt x="362664" y="591115"/>
                  </a:lnTo>
                  <a:lnTo>
                    <a:pt x="362078" y="592687"/>
                  </a:lnTo>
                  <a:lnTo>
                    <a:pt x="362100" y="593667"/>
                  </a:lnTo>
                  <a:lnTo>
                    <a:pt x="361686" y="595494"/>
                  </a:lnTo>
                  <a:lnTo>
                    <a:pt x="361936" y="600241"/>
                  </a:lnTo>
                  <a:lnTo>
                    <a:pt x="361501" y="601721"/>
                  </a:lnTo>
                  <a:lnTo>
                    <a:pt x="361831" y="603416"/>
                  </a:lnTo>
                  <a:lnTo>
                    <a:pt x="362348" y="604590"/>
                  </a:lnTo>
                  <a:lnTo>
                    <a:pt x="362816" y="608461"/>
                  </a:lnTo>
                  <a:lnTo>
                    <a:pt x="361901" y="609572"/>
                  </a:lnTo>
                  <a:lnTo>
                    <a:pt x="361554" y="611466"/>
                  </a:lnTo>
                  <a:lnTo>
                    <a:pt x="361244" y="612052"/>
                  </a:lnTo>
                  <a:lnTo>
                    <a:pt x="359838" y="613529"/>
                  </a:lnTo>
                  <a:lnTo>
                    <a:pt x="359140" y="614936"/>
                  </a:lnTo>
                  <a:lnTo>
                    <a:pt x="356914" y="616644"/>
                  </a:lnTo>
                  <a:lnTo>
                    <a:pt x="355679" y="618173"/>
                  </a:lnTo>
                  <a:lnTo>
                    <a:pt x="354775" y="620419"/>
                  </a:lnTo>
                  <a:lnTo>
                    <a:pt x="354860" y="620721"/>
                  </a:lnTo>
                  <a:lnTo>
                    <a:pt x="353522" y="622533"/>
                  </a:lnTo>
                  <a:lnTo>
                    <a:pt x="350475" y="624041"/>
                  </a:lnTo>
                  <a:lnTo>
                    <a:pt x="348729" y="627968"/>
                  </a:lnTo>
                  <a:lnTo>
                    <a:pt x="344420" y="630235"/>
                  </a:lnTo>
                  <a:lnTo>
                    <a:pt x="346058" y="633276"/>
                  </a:lnTo>
                  <a:lnTo>
                    <a:pt x="349454" y="636454"/>
                  </a:lnTo>
                  <a:lnTo>
                    <a:pt x="349256" y="636764"/>
                  </a:lnTo>
                  <a:lnTo>
                    <a:pt x="349942" y="638511"/>
                  </a:lnTo>
                  <a:lnTo>
                    <a:pt x="349894" y="639595"/>
                  </a:lnTo>
                  <a:lnTo>
                    <a:pt x="351953" y="641857"/>
                  </a:lnTo>
                  <a:lnTo>
                    <a:pt x="352436" y="644045"/>
                  </a:lnTo>
                  <a:lnTo>
                    <a:pt x="353376" y="645183"/>
                  </a:lnTo>
                  <a:lnTo>
                    <a:pt x="354674" y="648591"/>
                  </a:lnTo>
                  <a:lnTo>
                    <a:pt x="355935" y="649721"/>
                  </a:lnTo>
                  <a:lnTo>
                    <a:pt x="357170" y="652210"/>
                  </a:lnTo>
                  <a:lnTo>
                    <a:pt x="359965" y="654252"/>
                  </a:lnTo>
                  <a:lnTo>
                    <a:pt x="361981" y="654777"/>
                  </a:lnTo>
                  <a:lnTo>
                    <a:pt x="362418" y="654597"/>
                  </a:lnTo>
                  <a:lnTo>
                    <a:pt x="364245" y="655356"/>
                  </a:lnTo>
                  <a:lnTo>
                    <a:pt x="364840" y="656823"/>
                  </a:lnTo>
                  <a:lnTo>
                    <a:pt x="365065" y="658550"/>
                  </a:lnTo>
                  <a:lnTo>
                    <a:pt x="365734" y="659992"/>
                  </a:lnTo>
                  <a:lnTo>
                    <a:pt x="365438" y="661232"/>
                  </a:lnTo>
                  <a:lnTo>
                    <a:pt x="365062" y="661564"/>
                  </a:lnTo>
                  <a:lnTo>
                    <a:pt x="364935" y="662197"/>
                  </a:lnTo>
                  <a:lnTo>
                    <a:pt x="364560" y="662542"/>
                  </a:lnTo>
                  <a:lnTo>
                    <a:pt x="364117" y="663619"/>
                  </a:lnTo>
                  <a:lnTo>
                    <a:pt x="362624" y="665369"/>
                  </a:lnTo>
                  <a:lnTo>
                    <a:pt x="363654" y="666915"/>
                  </a:lnTo>
                  <a:lnTo>
                    <a:pt x="363481" y="668272"/>
                  </a:lnTo>
                  <a:lnTo>
                    <a:pt x="362083" y="669197"/>
                  </a:lnTo>
                  <a:lnTo>
                    <a:pt x="362820" y="669608"/>
                  </a:lnTo>
                  <a:lnTo>
                    <a:pt x="363043" y="670669"/>
                  </a:lnTo>
                  <a:lnTo>
                    <a:pt x="363575" y="671371"/>
                  </a:lnTo>
                  <a:lnTo>
                    <a:pt x="363516" y="672790"/>
                  </a:lnTo>
                  <a:lnTo>
                    <a:pt x="363723" y="673273"/>
                  </a:lnTo>
                  <a:lnTo>
                    <a:pt x="363449" y="673715"/>
                  </a:lnTo>
                  <a:lnTo>
                    <a:pt x="364080" y="675348"/>
                  </a:lnTo>
                  <a:lnTo>
                    <a:pt x="364054" y="676661"/>
                  </a:lnTo>
                  <a:lnTo>
                    <a:pt x="363909" y="677756"/>
                  </a:lnTo>
                  <a:lnTo>
                    <a:pt x="360429" y="684087"/>
                  </a:lnTo>
                  <a:lnTo>
                    <a:pt x="360821" y="685410"/>
                  </a:lnTo>
                  <a:lnTo>
                    <a:pt x="360816" y="686269"/>
                  </a:lnTo>
                  <a:lnTo>
                    <a:pt x="362878" y="689401"/>
                  </a:lnTo>
                  <a:lnTo>
                    <a:pt x="365644" y="691706"/>
                  </a:lnTo>
                  <a:lnTo>
                    <a:pt x="365934" y="693062"/>
                  </a:lnTo>
                  <a:lnTo>
                    <a:pt x="366262" y="693377"/>
                  </a:lnTo>
                  <a:lnTo>
                    <a:pt x="367386" y="696381"/>
                  </a:lnTo>
                  <a:lnTo>
                    <a:pt x="367743" y="696851"/>
                  </a:lnTo>
                  <a:lnTo>
                    <a:pt x="367740" y="697515"/>
                  </a:lnTo>
                  <a:lnTo>
                    <a:pt x="368246" y="699072"/>
                  </a:lnTo>
                  <a:lnTo>
                    <a:pt x="369987" y="700426"/>
                  </a:lnTo>
                  <a:lnTo>
                    <a:pt x="372673" y="705726"/>
                  </a:lnTo>
                  <a:lnTo>
                    <a:pt x="373877" y="706378"/>
                  </a:lnTo>
                  <a:lnTo>
                    <a:pt x="376110" y="706467"/>
                  </a:lnTo>
                  <a:lnTo>
                    <a:pt x="376438" y="707276"/>
                  </a:lnTo>
                  <a:lnTo>
                    <a:pt x="377384" y="708211"/>
                  </a:lnTo>
                  <a:lnTo>
                    <a:pt x="377574" y="709071"/>
                  </a:lnTo>
                  <a:lnTo>
                    <a:pt x="378219" y="710198"/>
                  </a:lnTo>
                  <a:lnTo>
                    <a:pt x="378010" y="711086"/>
                  </a:lnTo>
                  <a:lnTo>
                    <a:pt x="378896" y="711949"/>
                  </a:lnTo>
                  <a:lnTo>
                    <a:pt x="379233" y="713362"/>
                  </a:lnTo>
                  <a:lnTo>
                    <a:pt x="379714" y="713613"/>
                  </a:lnTo>
                  <a:lnTo>
                    <a:pt x="379638" y="714410"/>
                  </a:lnTo>
                  <a:lnTo>
                    <a:pt x="380572" y="715099"/>
                  </a:lnTo>
                  <a:lnTo>
                    <a:pt x="381029" y="715944"/>
                  </a:lnTo>
                  <a:lnTo>
                    <a:pt x="380825" y="717359"/>
                  </a:lnTo>
                  <a:lnTo>
                    <a:pt x="381272" y="718664"/>
                  </a:lnTo>
                  <a:lnTo>
                    <a:pt x="380742" y="719967"/>
                  </a:lnTo>
                  <a:lnTo>
                    <a:pt x="381571" y="720882"/>
                  </a:lnTo>
                  <a:lnTo>
                    <a:pt x="381387" y="721574"/>
                  </a:lnTo>
                  <a:lnTo>
                    <a:pt x="381085" y="721858"/>
                  </a:lnTo>
                  <a:lnTo>
                    <a:pt x="381484" y="722457"/>
                  </a:lnTo>
                  <a:lnTo>
                    <a:pt x="381225" y="722956"/>
                  </a:lnTo>
                  <a:lnTo>
                    <a:pt x="381693" y="723291"/>
                  </a:lnTo>
                  <a:lnTo>
                    <a:pt x="384226" y="728495"/>
                  </a:lnTo>
                  <a:lnTo>
                    <a:pt x="375325" y="730948"/>
                  </a:lnTo>
                  <a:lnTo>
                    <a:pt x="373026" y="730251"/>
                  </a:lnTo>
                  <a:lnTo>
                    <a:pt x="368012" y="731205"/>
                  </a:lnTo>
                  <a:lnTo>
                    <a:pt x="366644" y="730928"/>
                  </a:lnTo>
                  <a:lnTo>
                    <a:pt x="360461" y="730872"/>
                  </a:lnTo>
                  <a:lnTo>
                    <a:pt x="352452" y="734940"/>
                  </a:lnTo>
                  <a:lnTo>
                    <a:pt x="350684" y="738419"/>
                  </a:lnTo>
                  <a:lnTo>
                    <a:pt x="342412" y="740738"/>
                  </a:lnTo>
                  <a:lnTo>
                    <a:pt x="337436" y="742778"/>
                  </a:lnTo>
                  <a:lnTo>
                    <a:pt x="336010" y="745966"/>
                  </a:lnTo>
                  <a:lnTo>
                    <a:pt x="328154" y="744957"/>
                  </a:lnTo>
                  <a:lnTo>
                    <a:pt x="325009" y="743328"/>
                  </a:lnTo>
                  <a:lnTo>
                    <a:pt x="321646" y="737815"/>
                  </a:lnTo>
                  <a:lnTo>
                    <a:pt x="314374" y="732789"/>
                  </a:lnTo>
                  <a:lnTo>
                    <a:pt x="300503" y="731576"/>
                  </a:lnTo>
                  <a:lnTo>
                    <a:pt x="290965" y="736994"/>
                  </a:lnTo>
                  <a:lnTo>
                    <a:pt x="288145" y="738001"/>
                  </a:lnTo>
                  <a:lnTo>
                    <a:pt x="282455" y="740751"/>
                  </a:lnTo>
                  <a:lnTo>
                    <a:pt x="275949" y="743116"/>
                  </a:lnTo>
                  <a:lnTo>
                    <a:pt x="271824" y="743841"/>
                  </a:lnTo>
                  <a:lnTo>
                    <a:pt x="270661" y="743682"/>
                  </a:lnTo>
                  <a:lnTo>
                    <a:pt x="268862" y="746426"/>
                  </a:lnTo>
                  <a:lnTo>
                    <a:pt x="268700" y="749389"/>
                  </a:lnTo>
                  <a:lnTo>
                    <a:pt x="265926" y="757819"/>
                  </a:lnTo>
                  <a:lnTo>
                    <a:pt x="261415" y="763738"/>
                  </a:lnTo>
                  <a:lnTo>
                    <a:pt x="259762" y="768641"/>
                  </a:lnTo>
                  <a:lnTo>
                    <a:pt x="259323" y="769046"/>
                  </a:lnTo>
                  <a:lnTo>
                    <a:pt x="265997" y="77489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pg92">
              <a:extLst>
                <a:ext uri="{FF2B5EF4-FFF2-40B4-BE49-F238E27FC236}">
                  <a16:creationId xmlns:a16="http://schemas.microsoft.com/office/drawing/2014/main" id="{3F69316E-58B7-BECA-D961-9556308F7FE8}"/>
                </a:ext>
              </a:extLst>
            </p:cNvPr>
            <p:cNvSpPr/>
            <p:nvPr/>
          </p:nvSpPr>
          <p:spPr>
            <a:xfrm>
              <a:off x="6388506" y="2847631"/>
              <a:ext cx="748707" cy="738756"/>
            </a:xfrm>
            <a:custGeom>
              <a:avLst/>
              <a:gdLst/>
              <a:ahLst/>
              <a:cxnLst/>
              <a:rect l="0" t="0" r="0" b="0"/>
              <a:pathLst>
                <a:path w="748707" h="738756">
                  <a:moveTo>
                    <a:pt x="276676" y="522133"/>
                  </a:moveTo>
                  <a:lnTo>
                    <a:pt x="276605" y="521602"/>
                  </a:lnTo>
                  <a:lnTo>
                    <a:pt x="275810" y="520649"/>
                  </a:lnTo>
                  <a:lnTo>
                    <a:pt x="275737" y="518522"/>
                  </a:lnTo>
                  <a:lnTo>
                    <a:pt x="276753" y="517762"/>
                  </a:lnTo>
                  <a:lnTo>
                    <a:pt x="276424" y="516388"/>
                  </a:lnTo>
                  <a:lnTo>
                    <a:pt x="275203" y="516051"/>
                  </a:lnTo>
                  <a:lnTo>
                    <a:pt x="274555" y="516285"/>
                  </a:lnTo>
                  <a:lnTo>
                    <a:pt x="274680" y="516504"/>
                  </a:lnTo>
                  <a:lnTo>
                    <a:pt x="274347" y="516849"/>
                  </a:lnTo>
                  <a:lnTo>
                    <a:pt x="274275" y="517147"/>
                  </a:lnTo>
                  <a:lnTo>
                    <a:pt x="274470" y="517220"/>
                  </a:lnTo>
                  <a:lnTo>
                    <a:pt x="273995" y="517794"/>
                  </a:lnTo>
                  <a:lnTo>
                    <a:pt x="274041" y="518122"/>
                  </a:lnTo>
                  <a:lnTo>
                    <a:pt x="273923" y="518251"/>
                  </a:lnTo>
                  <a:lnTo>
                    <a:pt x="273763" y="518080"/>
                  </a:lnTo>
                  <a:lnTo>
                    <a:pt x="273113" y="518796"/>
                  </a:lnTo>
                  <a:lnTo>
                    <a:pt x="272841" y="520405"/>
                  </a:lnTo>
                  <a:lnTo>
                    <a:pt x="273058" y="520824"/>
                  </a:lnTo>
                  <a:lnTo>
                    <a:pt x="272401" y="521326"/>
                  </a:lnTo>
                  <a:lnTo>
                    <a:pt x="272535" y="521594"/>
                  </a:lnTo>
                  <a:lnTo>
                    <a:pt x="272233" y="521742"/>
                  </a:lnTo>
                  <a:lnTo>
                    <a:pt x="271604" y="522851"/>
                  </a:lnTo>
                  <a:lnTo>
                    <a:pt x="271566" y="523533"/>
                  </a:lnTo>
                  <a:lnTo>
                    <a:pt x="270899" y="524430"/>
                  </a:lnTo>
                  <a:lnTo>
                    <a:pt x="271139" y="524672"/>
                  </a:lnTo>
                  <a:lnTo>
                    <a:pt x="270619" y="524971"/>
                  </a:lnTo>
                  <a:lnTo>
                    <a:pt x="270071" y="525862"/>
                  </a:lnTo>
                  <a:lnTo>
                    <a:pt x="269365" y="526370"/>
                  </a:lnTo>
                  <a:lnTo>
                    <a:pt x="268175" y="527860"/>
                  </a:lnTo>
                  <a:lnTo>
                    <a:pt x="267384" y="528028"/>
                  </a:lnTo>
                  <a:lnTo>
                    <a:pt x="265731" y="528923"/>
                  </a:lnTo>
                  <a:lnTo>
                    <a:pt x="265013" y="528970"/>
                  </a:lnTo>
                  <a:lnTo>
                    <a:pt x="264945" y="528784"/>
                  </a:lnTo>
                  <a:lnTo>
                    <a:pt x="264340" y="529101"/>
                  </a:lnTo>
                  <a:lnTo>
                    <a:pt x="264848" y="530098"/>
                  </a:lnTo>
                  <a:lnTo>
                    <a:pt x="263759" y="531404"/>
                  </a:lnTo>
                  <a:lnTo>
                    <a:pt x="263403" y="531133"/>
                  </a:lnTo>
                  <a:lnTo>
                    <a:pt x="262536" y="532634"/>
                  </a:lnTo>
                  <a:lnTo>
                    <a:pt x="261940" y="532354"/>
                  </a:lnTo>
                  <a:lnTo>
                    <a:pt x="261042" y="532380"/>
                  </a:lnTo>
                  <a:lnTo>
                    <a:pt x="259676" y="531807"/>
                  </a:lnTo>
                  <a:lnTo>
                    <a:pt x="257984" y="531581"/>
                  </a:lnTo>
                  <a:lnTo>
                    <a:pt x="257337" y="531188"/>
                  </a:lnTo>
                  <a:lnTo>
                    <a:pt x="256071" y="530923"/>
                  </a:lnTo>
                  <a:lnTo>
                    <a:pt x="254870" y="530224"/>
                  </a:lnTo>
                  <a:lnTo>
                    <a:pt x="253881" y="530426"/>
                  </a:lnTo>
                  <a:lnTo>
                    <a:pt x="253187" y="530136"/>
                  </a:lnTo>
                  <a:lnTo>
                    <a:pt x="252306" y="528489"/>
                  </a:lnTo>
                  <a:lnTo>
                    <a:pt x="250529" y="526795"/>
                  </a:lnTo>
                  <a:lnTo>
                    <a:pt x="250591" y="523700"/>
                  </a:lnTo>
                  <a:lnTo>
                    <a:pt x="250953" y="522413"/>
                  </a:lnTo>
                  <a:lnTo>
                    <a:pt x="250788" y="521744"/>
                  </a:lnTo>
                  <a:lnTo>
                    <a:pt x="250380" y="521464"/>
                  </a:lnTo>
                  <a:lnTo>
                    <a:pt x="247305" y="520959"/>
                  </a:lnTo>
                  <a:lnTo>
                    <a:pt x="246036" y="520407"/>
                  </a:lnTo>
                  <a:lnTo>
                    <a:pt x="245093" y="520294"/>
                  </a:lnTo>
                  <a:lnTo>
                    <a:pt x="243668" y="519393"/>
                  </a:lnTo>
                  <a:lnTo>
                    <a:pt x="242759" y="519571"/>
                  </a:lnTo>
                  <a:lnTo>
                    <a:pt x="242503" y="518837"/>
                  </a:lnTo>
                  <a:lnTo>
                    <a:pt x="243281" y="516947"/>
                  </a:lnTo>
                  <a:lnTo>
                    <a:pt x="244057" y="515878"/>
                  </a:lnTo>
                  <a:lnTo>
                    <a:pt x="244054" y="515132"/>
                  </a:lnTo>
                  <a:lnTo>
                    <a:pt x="244723" y="514395"/>
                  </a:lnTo>
                  <a:lnTo>
                    <a:pt x="243565" y="513366"/>
                  </a:lnTo>
                  <a:lnTo>
                    <a:pt x="244579" y="511939"/>
                  </a:lnTo>
                  <a:lnTo>
                    <a:pt x="240540" y="510540"/>
                  </a:lnTo>
                  <a:lnTo>
                    <a:pt x="240716" y="509824"/>
                  </a:lnTo>
                  <a:lnTo>
                    <a:pt x="240285" y="509490"/>
                  </a:lnTo>
                  <a:lnTo>
                    <a:pt x="240259" y="509044"/>
                  </a:lnTo>
                  <a:lnTo>
                    <a:pt x="240666" y="508315"/>
                  </a:lnTo>
                  <a:lnTo>
                    <a:pt x="238276" y="504245"/>
                  </a:lnTo>
                  <a:lnTo>
                    <a:pt x="238079" y="504078"/>
                  </a:lnTo>
                  <a:lnTo>
                    <a:pt x="237374" y="504748"/>
                  </a:lnTo>
                  <a:lnTo>
                    <a:pt x="237001" y="504422"/>
                  </a:lnTo>
                  <a:lnTo>
                    <a:pt x="236139" y="503454"/>
                  </a:lnTo>
                  <a:lnTo>
                    <a:pt x="237468" y="501978"/>
                  </a:lnTo>
                  <a:lnTo>
                    <a:pt x="236623" y="501075"/>
                  </a:lnTo>
                  <a:lnTo>
                    <a:pt x="238729" y="498741"/>
                  </a:lnTo>
                  <a:lnTo>
                    <a:pt x="237419" y="498121"/>
                  </a:lnTo>
                  <a:lnTo>
                    <a:pt x="238851" y="496510"/>
                  </a:lnTo>
                  <a:lnTo>
                    <a:pt x="238335" y="495436"/>
                  </a:lnTo>
                  <a:lnTo>
                    <a:pt x="237534" y="495070"/>
                  </a:lnTo>
                  <a:lnTo>
                    <a:pt x="238914" y="492771"/>
                  </a:lnTo>
                  <a:lnTo>
                    <a:pt x="240210" y="491959"/>
                  </a:lnTo>
                  <a:lnTo>
                    <a:pt x="240908" y="491960"/>
                  </a:lnTo>
                  <a:lnTo>
                    <a:pt x="241807" y="489765"/>
                  </a:lnTo>
                  <a:lnTo>
                    <a:pt x="242021" y="481938"/>
                  </a:lnTo>
                  <a:lnTo>
                    <a:pt x="241600" y="481329"/>
                  </a:lnTo>
                  <a:lnTo>
                    <a:pt x="240730" y="480889"/>
                  </a:lnTo>
                  <a:lnTo>
                    <a:pt x="240817" y="480079"/>
                  </a:lnTo>
                  <a:lnTo>
                    <a:pt x="240228" y="478124"/>
                  </a:lnTo>
                  <a:lnTo>
                    <a:pt x="239475" y="476672"/>
                  </a:lnTo>
                  <a:lnTo>
                    <a:pt x="239278" y="475515"/>
                  </a:lnTo>
                  <a:lnTo>
                    <a:pt x="238829" y="474661"/>
                  </a:lnTo>
                  <a:lnTo>
                    <a:pt x="237464" y="476066"/>
                  </a:lnTo>
                  <a:lnTo>
                    <a:pt x="236989" y="477165"/>
                  </a:lnTo>
                  <a:lnTo>
                    <a:pt x="236637" y="480666"/>
                  </a:lnTo>
                  <a:lnTo>
                    <a:pt x="235674" y="482756"/>
                  </a:lnTo>
                  <a:lnTo>
                    <a:pt x="235155" y="484854"/>
                  </a:lnTo>
                  <a:lnTo>
                    <a:pt x="232000" y="484298"/>
                  </a:lnTo>
                  <a:lnTo>
                    <a:pt x="231414" y="485199"/>
                  </a:lnTo>
                  <a:lnTo>
                    <a:pt x="231163" y="486903"/>
                  </a:lnTo>
                  <a:lnTo>
                    <a:pt x="230609" y="487764"/>
                  </a:lnTo>
                  <a:lnTo>
                    <a:pt x="230100" y="487929"/>
                  </a:lnTo>
                  <a:lnTo>
                    <a:pt x="228516" y="487205"/>
                  </a:lnTo>
                  <a:lnTo>
                    <a:pt x="230553" y="483568"/>
                  </a:lnTo>
                  <a:lnTo>
                    <a:pt x="231534" y="480795"/>
                  </a:lnTo>
                  <a:lnTo>
                    <a:pt x="231346" y="476770"/>
                  </a:lnTo>
                  <a:lnTo>
                    <a:pt x="231923" y="473899"/>
                  </a:lnTo>
                  <a:lnTo>
                    <a:pt x="231831" y="471358"/>
                  </a:lnTo>
                  <a:lnTo>
                    <a:pt x="233167" y="465688"/>
                  </a:lnTo>
                  <a:lnTo>
                    <a:pt x="234176" y="462034"/>
                  </a:lnTo>
                  <a:lnTo>
                    <a:pt x="234270" y="460565"/>
                  </a:lnTo>
                  <a:lnTo>
                    <a:pt x="232757" y="460247"/>
                  </a:lnTo>
                  <a:lnTo>
                    <a:pt x="231514" y="459596"/>
                  </a:lnTo>
                  <a:lnTo>
                    <a:pt x="229923" y="459747"/>
                  </a:lnTo>
                  <a:lnTo>
                    <a:pt x="228139" y="460347"/>
                  </a:lnTo>
                  <a:lnTo>
                    <a:pt x="228055" y="460040"/>
                  </a:lnTo>
                  <a:lnTo>
                    <a:pt x="228266" y="458051"/>
                  </a:lnTo>
                  <a:lnTo>
                    <a:pt x="228632" y="456988"/>
                  </a:lnTo>
                  <a:lnTo>
                    <a:pt x="230368" y="455244"/>
                  </a:lnTo>
                  <a:lnTo>
                    <a:pt x="231569" y="454633"/>
                  </a:lnTo>
                  <a:lnTo>
                    <a:pt x="231834" y="453546"/>
                  </a:lnTo>
                  <a:lnTo>
                    <a:pt x="231723" y="453197"/>
                  </a:lnTo>
                  <a:lnTo>
                    <a:pt x="233681" y="450016"/>
                  </a:lnTo>
                  <a:lnTo>
                    <a:pt x="234257" y="446823"/>
                  </a:lnTo>
                  <a:lnTo>
                    <a:pt x="235003" y="445837"/>
                  </a:lnTo>
                  <a:lnTo>
                    <a:pt x="233389" y="444352"/>
                  </a:lnTo>
                  <a:lnTo>
                    <a:pt x="230293" y="443066"/>
                  </a:lnTo>
                  <a:lnTo>
                    <a:pt x="228932" y="442777"/>
                  </a:lnTo>
                  <a:lnTo>
                    <a:pt x="228196" y="442027"/>
                  </a:lnTo>
                  <a:lnTo>
                    <a:pt x="228125" y="441888"/>
                  </a:lnTo>
                  <a:lnTo>
                    <a:pt x="229116" y="441295"/>
                  </a:lnTo>
                  <a:lnTo>
                    <a:pt x="229879" y="441169"/>
                  </a:lnTo>
                  <a:lnTo>
                    <a:pt x="230317" y="440245"/>
                  </a:lnTo>
                  <a:lnTo>
                    <a:pt x="230281" y="438594"/>
                  </a:lnTo>
                  <a:lnTo>
                    <a:pt x="230392" y="438204"/>
                  </a:lnTo>
                  <a:lnTo>
                    <a:pt x="229883" y="437949"/>
                  </a:lnTo>
                  <a:lnTo>
                    <a:pt x="226175" y="433176"/>
                  </a:lnTo>
                  <a:lnTo>
                    <a:pt x="224752" y="431511"/>
                  </a:lnTo>
                  <a:lnTo>
                    <a:pt x="222398" y="430000"/>
                  </a:lnTo>
                  <a:lnTo>
                    <a:pt x="221262" y="427136"/>
                  </a:lnTo>
                  <a:lnTo>
                    <a:pt x="220181" y="425253"/>
                  </a:lnTo>
                  <a:lnTo>
                    <a:pt x="219696" y="423397"/>
                  </a:lnTo>
                  <a:lnTo>
                    <a:pt x="218734" y="422031"/>
                  </a:lnTo>
                  <a:lnTo>
                    <a:pt x="218273" y="419503"/>
                  </a:lnTo>
                  <a:lnTo>
                    <a:pt x="217730" y="419325"/>
                  </a:lnTo>
                  <a:lnTo>
                    <a:pt x="216708" y="419937"/>
                  </a:lnTo>
                  <a:lnTo>
                    <a:pt x="214915" y="420419"/>
                  </a:lnTo>
                  <a:lnTo>
                    <a:pt x="213344" y="419788"/>
                  </a:lnTo>
                  <a:lnTo>
                    <a:pt x="212712" y="420137"/>
                  </a:lnTo>
                  <a:lnTo>
                    <a:pt x="210957" y="420505"/>
                  </a:lnTo>
                  <a:lnTo>
                    <a:pt x="209278" y="419713"/>
                  </a:lnTo>
                  <a:lnTo>
                    <a:pt x="206360" y="413228"/>
                  </a:lnTo>
                  <a:lnTo>
                    <a:pt x="203423" y="411743"/>
                  </a:lnTo>
                  <a:lnTo>
                    <a:pt x="202226" y="410079"/>
                  </a:lnTo>
                  <a:lnTo>
                    <a:pt x="200934" y="409253"/>
                  </a:lnTo>
                  <a:lnTo>
                    <a:pt x="197621" y="409601"/>
                  </a:lnTo>
                  <a:lnTo>
                    <a:pt x="195957" y="409101"/>
                  </a:lnTo>
                  <a:lnTo>
                    <a:pt x="193723" y="409328"/>
                  </a:lnTo>
                  <a:lnTo>
                    <a:pt x="190896" y="411918"/>
                  </a:lnTo>
                  <a:lnTo>
                    <a:pt x="190167" y="414031"/>
                  </a:lnTo>
                  <a:lnTo>
                    <a:pt x="189454" y="413448"/>
                  </a:lnTo>
                  <a:lnTo>
                    <a:pt x="188409" y="413552"/>
                  </a:lnTo>
                  <a:lnTo>
                    <a:pt x="187941" y="412676"/>
                  </a:lnTo>
                  <a:lnTo>
                    <a:pt x="187254" y="412075"/>
                  </a:lnTo>
                  <a:lnTo>
                    <a:pt x="186656" y="410853"/>
                  </a:lnTo>
                  <a:lnTo>
                    <a:pt x="184947" y="408969"/>
                  </a:lnTo>
                  <a:lnTo>
                    <a:pt x="184076" y="407483"/>
                  </a:lnTo>
                  <a:lnTo>
                    <a:pt x="183181" y="408063"/>
                  </a:lnTo>
                  <a:lnTo>
                    <a:pt x="182700" y="407288"/>
                  </a:lnTo>
                  <a:lnTo>
                    <a:pt x="180505" y="405972"/>
                  </a:lnTo>
                  <a:lnTo>
                    <a:pt x="179843" y="403954"/>
                  </a:lnTo>
                  <a:lnTo>
                    <a:pt x="180013" y="401715"/>
                  </a:lnTo>
                  <a:lnTo>
                    <a:pt x="179845" y="400924"/>
                  </a:lnTo>
                  <a:lnTo>
                    <a:pt x="178644" y="399551"/>
                  </a:lnTo>
                  <a:lnTo>
                    <a:pt x="177413" y="397560"/>
                  </a:lnTo>
                  <a:lnTo>
                    <a:pt x="176993" y="396337"/>
                  </a:lnTo>
                  <a:lnTo>
                    <a:pt x="178509" y="393719"/>
                  </a:lnTo>
                  <a:lnTo>
                    <a:pt x="178967" y="391754"/>
                  </a:lnTo>
                  <a:lnTo>
                    <a:pt x="177037" y="390098"/>
                  </a:lnTo>
                  <a:lnTo>
                    <a:pt x="174690" y="388629"/>
                  </a:lnTo>
                  <a:lnTo>
                    <a:pt x="173475" y="386750"/>
                  </a:lnTo>
                  <a:lnTo>
                    <a:pt x="172694" y="386300"/>
                  </a:lnTo>
                  <a:lnTo>
                    <a:pt x="171893" y="385373"/>
                  </a:lnTo>
                  <a:lnTo>
                    <a:pt x="171668" y="383861"/>
                  </a:lnTo>
                  <a:lnTo>
                    <a:pt x="172265" y="380772"/>
                  </a:lnTo>
                  <a:lnTo>
                    <a:pt x="171590" y="380030"/>
                  </a:lnTo>
                  <a:lnTo>
                    <a:pt x="168290" y="378099"/>
                  </a:lnTo>
                  <a:lnTo>
                    <a:pt x="166951" y="376433"/>
                  </a:lnTo>
                  <a:lnTo>
                    <a:pt x="165355" y="372986"/>
                  </a:lnTo>
                  <a:lnTo>
                    <a:pt x="164947" y="371198"/>
                  </a:lnTo>
                  <a:lnTo>
                    <a:pt x="165076" y="370127"/>
                  </a:lnTo>
                  <a:lnTo>
                    <a:pt x="164064" y="367769"/>
                  </a:lnTo>
                  <a:lnTo>
                    <a:pt x="161584" y="366037"/>
                  </a:lnTo>
                  <a:lnTo>
                    <a:pt x="159806" y="365333"/>
                  </a:lnTo>
                  <a:lnTo>
                    <a:pt x="158634" y="363834"/>
                  </a:lnTo>
                  <a:lnTo>
                    <a:pt x="156351" y="361955"/>
                  </a:lnTo>
                  <a:lnTo>
                    <a:pt x="154652" y="360412"/>
                  </a:lnTo>
                  <a:lnTo>
                    <a:pt x="152222" y="356041"/>
                  </a:lnTo>
                  <a:lnTo>
                    <a:pt x="151444" y="353817"/>
                  </a:lnTo>
                  <a:lnTo>
                    <a:pt x="150934" y="353442"/>
                  </a:lnTo>
                  <a:lnTo>
                    <a:pt x="150286" y="353375"/>
                  </a:lnTo>
                  <a:lnTo>
                    <a:pt x="149938" y="352932"/>
                  </a:lnTo>
                  <a:lnTo>
                    <a:pt x="149830" y="351553"/>
                  </a:lnTo>
                  <a:lnTo>
                    <a:pt x="150394" y="350592"/>
                  </a:lnTo>
                  <a:lnTo>
                    <a:pt x="150392" y="349883"/>
                  </a:lnTo>
                  <a:lnTo>
                    <a:pt x="149632" y="346795"/>
                  </a:lnTo>
                  <a:lnTo>
                    <a:pt x="148830" y="345151"/>
                  </a:lnTo>
                  <a:lnTo>
                    <a:pt x="148300" y="344860"/>
                  </a:lnTo>
                  <a:lnTo>
                    <a:pt x="146439" y="344899"/>
                  </a:lnTo>
                  <a:lnTo>
                    <a:pt x="143281" y="343050"/>
                  </a:lnTo>
                  <a:lnTo>
                    <a:pt x="142334" y="343086"/>
                  </a:lnTo>
                  <a:lnTo>
                    <a:pt x="141606" y="342165"/>
                  </a:lnTo>
                  <a:lnTo>
                    <a:pt x="141320" y="340648"/>
                  </a:lnTo>
                  <a:lnTo>
                    <a:pt x="140626" y="339693"/>
                  </a:lnTo>
                  <a:lnTo>
                    <a:pt x="138661" y="338632"/>
                  </a:lnTo>
                  <a:lnTo>
                    <a:pt x="137692" y="335766"/>
                  </a:lnTo>
                  <a:lnTo>
                    <a:pt x="137788" y="334288"/>
                  </a:lnTo>
                  <a:lnTo>
                    <a:pt x="137577" y="332286"/>
                  </a:lnTo>
                  <a:lnTo>
                    <a:pt x="137779" y="331338"/>
                  </a:lnTo>
                  <a:lnTo>
                    <a:pt x="137175" y="328550"/>
                  </a:lnTo>
                  <a:lnTo>
                    <a:pt x="136276" y="326185"/>
                  </a:lnTo>
                  <a:lnTo>
                    <a:pt x="136271" y="325344"/>
                  </a:lnTo>
                  <a:lnTo>
                    <a:pt x="136615" y="324692"/>
                  </a:lnTo>
                  <a:lnTo>
                    <a:pt x="137745" y="323974"/>
                  </a:lnTo>
                  <a:lnTo>
                    <a:pt x="138542" y="322268"/>
                  </a:lnTo>
                  <a:lnTo>
                    <a:pt x="139083" y="321870"/>
                  </a:lnTo>
                  <a:lnTo>
                    <a:pt x="140450" y="319843"/>
                  </a:lnTo>
                  <a:lnTo>
                    <a:pt x="141621" y="316761"/>
                  </a:lnTo>
                  <a:lnTo>
                    <a:pt x="142080" y="316159"/>
                  </a:lnTo>
                  <a:lnTo>
                    <a:pt x="143036" y="315685"/>
                  </a:lnTo>
                  <a:lnTo>
                    <a:pt x="143443" y="314225"/>
                  </a:lnTo>
                  <a:lnTo>
                    <a:pt x="144807" y="311829"/>
                  </a:lnTo>
                  <a:lnTo>
                    <a:pt x="145322" y="310127"/>
                  </a:lnTo>
                  <a:lnTo>
                    <a:pt x="146806" y="308861"/>
                  </a:lnTo>
                  <a:lnTo>
                    <a:pt x="147006" y="307767"/>
                  </a:lnTo>
                  <a:lnTo>
                    <a:pt x="147509" y="307224"/>
                  </a:lnTo>
                  <a:lnTo>
                    <a:pt x="147750" y="307270"/>
                  </a:lnTo>
                  <a:lnTo>
                    <a:pt x="147560" y="304801"/>
                  </a:lnTo>
                  <a:lnTo>
                    <a:pt x="147218" y="304439"/>
                  </a:lnTo>
                  <a:lnTo>
                    <a:pt x="147322" y="304077"/>
                  </a:lnTo>
                  <a:lnTo>
                    <a:pt x="146388" y="301782"/>
                  </a:lnTo>
                  <a:lnTo>
                    <a:pt x="144802" y="299879"/>
                  </a:lnTo>
                  <a:lnTo>
                    <a:pt x="143792" y="299435"/>
                  </a:lnTo>
                  <a:lnTo>
                    <a:pt x="143629" y="297711"/>
                  </a:lnTo>
                  <a:lnTo>
                    <a:pt x="142092" y="295219"/>
                  </a:lnTo>
                  <a:lnTo>
                    <a:pt x="141807" y="293270"/>
                  </a:lnTo>
                  <a:lnTo>
                    <a:pt x="140400" y="291439"/>
                  </a:lnTo>
                  <a:lnTo>
                    <a:pt x="140044" y="290464"/>
                  </a:lnTo>
                  <a:lnTo>
                    <a:pt x="140578" y="289997"/>
                  </a:lnTo>
                  <a:lnTo>
                    <a:pt x="141439" y="288037"/>
                  </a:lnTo>
                  <a:lnTo>
                    <a:pt x="144295" y="287446"/>
                  </a:lnTo>
                  <a:lnTo>
                    <a:pt x="143935" y="285459"/>
                  </a:lnTo>
                  <a:lnTo>
                    <a:pt x="144082" y="285077"/>
                  </a:lnTo>
                  <a:lnTo>
                    <a:pt x="144842" y="284710"/>
                  </a:lnTo>
                  <a:lnTo>
                    <a:pt x="145396" y="284807"/>
                  </a:lnTo>
                  <a:lnTo>
                    <a:pt x="146417" y="284419"/>
                  </a:lnTo>
                  <a:lnTo>
                    <a:pt x="147252" y="284372"/>
                  </a:lnTo>
                  <a:lnTo>
                    <a:pt x="147682" y="284048"/>
                  </a:lnTo>
                  <a:lnTo>
                    <a:pt x="148761" y="283795"/>
                  </a:lnTo>
                  <a:lnTo>
                    <a:pt x="148943" y="282893"/>
                  </a:lnTo>
                  <a:lnTo>
                    <a:pt x="149961" y="280877"/>
                  </a:lnTo>
                  <a:lnTo>
                    <a:pt x="149660" y="279749"/>
                  </a:lnTo>
                  <a:lnTo>
                    <a:pt x="149824" y="279057"/>
                  </a:lnTo>
                  <a:lnTo>
                    <a:pt x="149433" y="278212"/>
                  </a:lnTo>
                  <a:lnTo>
                    <a:pt x="149403" y="277496"/>
                  </a:lnTo>
                  <a:lnTo>
                    <a:pt x="148687" y="276105"/>
                  </a:lnTo>
                  <a:lnTo>
                    <a:pt x="148847" y="275683"/>
                  </a:lnTo>
                  <a:lnTo>
                    <a:pt x="148367" y="274170"/>
                  </a:lnTo>
                  <a:lnTo>
                    <a:pt x="146935" y="272384"/>
                  </a:lnTo>
                  <a:lnTo>
                    <a:pt x="144203" y="267212"/>
                  </a:lnTo>
                  <a:lnTo>
                    <a:pt x="142818" y="263914"/>
                  </a:lnTo>
                  <a:lnTo>
                    <a:pt x="140566" y="259890"/>
                  </a:lnTo>
                  <a:lnTo>
                    <a:pt x="139134" y="255286"/>
                  </a:lnTo>
                  <a:lnTo>
                    <a:pt x="136366" y="252635"/>
                  </a:lnTo>
                  <a:lnTo>
                    <a:pt x="130942" y="243958"/>
                  </a:lnTo>
                  <a:lnTo>
                    <a:pt x="130255" y="243529"/>
                  </a:lnTo>
                  <a:lnTo>
                    <a:pt x="125829" y="242710"/>
                  </a:lnTo>
                  <a:lnTo>
                    <a:pt x="125361" y="239813"/>
                  </a:lnTo>
                  <a:lnTo>
                    <a:pt x="123604" y="239682"/>
                  </a:lnTo>
                  <a:lnTo>
                    <a:pt x="123684" y="237983"/>
                  </a:lnTo>
                  <a:lnTo>
                    <a:pt x="124921" y="234710"/>
                  </a:lnTo>
                  <a:lnTo>
                    <a:pt x="124984" y="233692"/>
                  </a:lnTo>
                  <a:lnTo>
                    <a:pt x="124619" y="232430"/>
                  </a:lnTo>
                  <a:lnTo>
                    <a:pt x="123437" y="231784"/>
                  </a:lnTo>
                  <a:lnTo>
                    <a:pt x="122804" y="230033"/>
                  </a:lnTo>
                  <a:lnTo>
                    <a:pt x="123481" y="226633"/>
                  </a:lnTo>
                  <a:lnTo>
                    <a:pt x="121092" y="225682"/>
                  </a:lnTo>
                  <a:lnTo>
                    <a:pt x="120937" y="225854"/>
                  </a:lnTo>
                  <a:lnTo>
                    <a:pt x="119630" y="225624"/>
                  </a:lnTo>
                  <a:lnTo>
                    <a:pt x="117293" y="226019"/>
                  </a:lnTo>
                  <a:lnTo>
                    <a:pt x="115522" y="227063"/>
                  </a:lnTo>
                  <a:lnTo>
                    <a:pt x="114344" y="228324"/>
                  </a:lnTo>
                  <a:lnTo>
                    <a:pt x="112984" y="229255"/>
                  </a:lnTo>
                  <a:lnTo>
                    <a:pt x="111468" y="229178"/>
                  </a:lnTo>
                  <a:lnTo>
                    <a:pt x="109384" y="228729"/>
                  </a:lnTo>
                  <a:lnTo>
                    <a:pt x="108242" y="229153"/>
                  </a:lnTo>
                  <a:lnTo>
                    <a:pt x="107190" y="229088"/>
                  </a:lnTo>
                  <a:lnTo>
                    <a:pt x="104769" y="227414"/>
                  </a:lnTo>
                  <a:lnTo>
                    <a:pt x="103587" y="225833"/>
                  </a:lnTo>
                  <a:lnTo>
                    <a:pt x="103144" y="223802"/>
                  </a:lnTo>
                  <a:lnTo>
                    <a:pt x="103340" y="222628"/>
                  </a:lnTo>
                  <a:lnTo>
                    <a:pt x="103096" y="220522"/>
                  </a:lnTo>
                  <a:lnTo>
                    <a:pt x="102558" y="219832"/>
                  </a:lnTo>
                  <a:lnTo>
                    <a:pt x="100377" y="217905"/>
                  </a:lnTo>
                  <a:lnTo>
                    <a:pt x="98789" y="216984"/>
                  </a:lnTo>
                  <a:lnTo>
                    <a:pt x="97724" y="215904"/>
                  </a:lnTo>
                  <a:lnTo>
                    <a:pt x="95492" y="214617"/>
                  </a:lnTo>
                  <a:lnTo>
                    <a:pt x="93801" y="214053"/>
                  </a:lnTo>
                  <a:lnTo>
                    <a:pt x="91715" y="214664"/>
                  </a:lnTo>
                  <a:lnTo>
                    <a:pt x="90702" y="215699"/>
                  </a:lnTo>
                  <a:lnTo>
                    <a:pt x="84330" y="218519"/>
                  </a:lnTo>
                  <a:lnTo>
                    <a:pt x="81976" y="217818"/>
                  </a:lnTo>
                  <a:lnTo>
                    <a:pt x="79534" y="218263"/>
                  </a:lnTo>
                  <a:lnTo>
                    <a:pt x="77514" y="219354"/>
                  </a:lnTo>
                  <a:lnTo>
                    <a:pt x="77257" y="219818"/>
                  </a:lnTo>
                  <a:lnTo>
                    <a:pt x="76058" y="220398"/>
                  </a:lnTo>
                  <a:lnTo>
                    <a:pt x="75748" y="220778"/>
                  </a:lnTo>
                  <a:lnTo>
                    <a:pt x="75174" y="220502"/>
                  </a:lnTo>
                  <a:lnTo>
                    <a:pt x="71099" y="220989"/>
                  </a:lnTo>
                  <a:lnTo>
                    <a:pt x="69578" y="220922"/>
                  </a:lnTo>
                  <a:lnTo>
                    <a:pt x="68439" y="219957"/>
                  </a:lnTo>
                  <a:lnTo>
                    <a:pt x="66905" y="218014"/>
                  </a:lnTo>
                  <a:lnTo>
                    <a:pt x="66123" y="216258"/>
                  </a:lnTo>
                  <a:lnTo>
                    <a:pt x="64615" y="215437"/>
                  </a:lnTo>
                  <a:lnTo>
                    <a:pt x="63347" y="215694"/>
                  </a:lnTo>
                  <a:lnTo>
                    <a:pt x="59538" y="214501"/>
                  </a:lnTo>
                  <a:lnTo>
                    <a:pt x="58012" y="214495"/>
                  </a:lnTo>
                  <a:lnTo>
                    <a:pt x="55631" y="215569"/>
                  </a:lnTo>
                  <a:lnTo>
                    <a:pt x="52940" y="216254"/>
                  </a:lnTo>
                  <a:lnTo>
                    <a:pt x="50642" y="215551"/>
                  </a:lnTo>
                  <a:lnTo>
                    <a:pt x="47482" y="214051"/>
                  </a:lnTo>
                  <a:lnTo>
                    <a:pt x="45631" y="213593"/>
                  </a:lnTo>
                  <a:lnTo>
                    <a:pt x="44350" y="213408"/>
                  </a:lnTo>
                  <a:lnTo>
                    <a:pt x="42848" y="213744"/>
                  </a:lnTo>
                  <a:lnTo>
                    <a:pt x="41604" y="213448"/>
                  </a:lnTo>
                  <a:lnTo>
                    <a:pt x="38851" y="213316"/>
                  </a:lnTo>
                  <a:lnTo>
                    <a:pt x="37925" y="212991"/>
                  </a:lnTo>
                  <a:lnTo>
                    <a:pt x="36783" y="212069"/>
                  </a:lnTo>
                  <a:lnTo>
                    <a:pt x="33188" y="211652"/>
                  </a:lnTo>
                  <a:lnTo>
                    <a:pt x="28754" y="212562"/>
                  </a:lnTo>
                  <a:lnTo>
                    <a:pt x="24102" y="216829"/>
                  </a:lnTo>
                  <a:lnTo>
                    <a:pt x="23191" y="217400"/>
                  </a:lnTo>
                  <a:lnTo>
                    <a:pt x="21493" y="217755"/>
                  </a:lnTo>
                  <a:lnTo>
                    <a:pt x="20765" y="217665"/>
                  </a:lnTo>
                  <a:lnTo>
                    <a:pt x="15078" y="215451"/>
                  </a:lnTo>
                  <a:lnTo>
                    <a:pt x="9876" y="215222"/>
                  </a:lnTo>
                  <a:lnTo>
                    <a:pt x="5331" y="215735"/>
                  </a:lnTo>
                  <a:lnTo>
                    <a:pt x="4176" y="208639"/>
                  </a:lnTo>
                  <a:lnTo>
                    <a:pt x="3349" y="205792"/>
                  </a:lnTo>
                  <a:lnTo>
                    <a:pt x="0" y="190896"/>
                  </a:lnTo>
                  <a:lnTo>
                    <a:pt x="1614" y="189651"/>
                  </a:lnTo>
                  <a:lnTo>
                    <a:pt x="2643" y="188416"/>
                  </a:lnTo>
                  <a:lnTo>
                    <a:pt x="8305" y="188697"/>
                  </a:lnTo>
                  <a:lnTo>
                    <a:pt x="13183" y="183942"/>
                  </a:lnTo>
                  <a:lnTo>
                    <a:pt x="16046" y="178112"/>
                  </a:lnTo>
                  <a:lnTo>
                    <a:pt x="17157" y="172753"/>
                  </a:lnTo>
                  <a:lnTo>
                    <a:pt x="18487" y="168152"/>
                  </a:lnTo>
                  <a:lnTo>
                    <a:pt x="23721" y="169210"/>
                  </a:lnTo>
                  <a:lnTo>
                    <a:pt x="28908" y="171850"/>
                  </a:lnTo>
                  <a:lnTo>
                    <a:pt x="29883" y="171601"/>
                  </a:lnTo>
                  <a:lnTo>
                    <a:pt x="33231" y="168440"/>
                  </a:lnTo>
                  <a:lnTo>
                    <a:pt x="35522" y="167157"/>
                  </a:lnTo>
                  <a:lnTo>
                    <a:pt x="37234" y="165593"/>
                  </a:lnTo>
                  <a:lnTo>
                    <a:pt x="40168" y="157335"/>
                  </a:lnTo>
                  <a:lnTo>
                    <a:pt x="42676" y="154800"/>
                  </a:lnTo>
                  <a:lnTo>
                    <a:pt x="43965" y="152284"/>
                  </a:lnTo>
                  <a:lnTo>
                    <a:pt x="45346" y="146523"/>
                  </a:lnTo>
                  <a:lnTo>
                    <a:pt x="48432" y="141737"/>
                  </a:lnTo>
                  <a:lnTo>
                    <a:pt x="52206" y="134678"/>
                  </a:lnTo>
                  <a:lnTo>
                    <a:pt x="58787" y="134225"/>
                  </a:lnTo>
                  <a:lnTo>
                    <a:pt x="61085" y="132139"/>
                  </a:lnTo>
                  <a:lnTo>
                    <a:pt x="62950" y="131397"/>
                  </a:lnTo>
                  <a:lnTo>
                    <a:pt x="66155" y="131526"/>
                  </a:lnTo>
                  <a:lnTo>
                    <a:pt x="68786" y="129926"/>
                  </a:lnTo>
                  <a:lnTo>
                    <a:pt x="71804" y="129192"/>
                  </a:lnTo>
                  <a:lnTo>
                    <a:pt x="76942" y="123304"/>
                  </a:lnTo>
                  <a:lnTo>
                    <a:pt x="79091" y="120349"/>
                  </a:lnTo>
                  <a:lnTo>
                    <a:pt x="80145" y="116312"/>
                  </a:lnTo>
                  <a:lnTo>
                    <a:pt x="80780" y="115384"/>
                  </a:lnTo>
                  <a:lnTo>
                    <a:pt x="81663" y="113095"/>
                  </a:lnTo>
                  <a:lnTo>
                    <a:pt x="85908" y="110151"/>
                  </a:lnTo>
                  <a:lnTo>
                    <a:pt x="86991" y="110050"/>
                  </a:lnTo>
                  <a:lnTo>
                    <a:pt x="89390" y="110998"/>
                  </a:lnTo>
                  <a:lnTo>
                    <a:pt x="92006" y="111687"/>
                  </a:lnTo>
                  <a:lnTo>
                    <a:pt x="92734" y="111581"/>
                  </a:lnTo>
                  <a:lnTo>
                    <a:pt x="97510" y="106886"/>
                  </a:lnTo>
                  <a:lnTo>
                    <a:pt x="99964" y="105685"/>
                  </a:lnTo>
                  <a:lnTo>
                    <a:pt x="101802" y="105245"/>
                  </a:lnTo>
                  <a:lnTo>
                    <a:pt x="104664" y="102574"/>
                  </a:lnTo>
                  <a:lnTo>
                    <a:pt x="108144" y="103263"/>
                  </a:lnTo>
                  <a:lnTo>
                    <a:pt x="111195" y="103545"/>
                  </a:lnTo>
                  <a:lnTo>
                    <a:pt x="113108" y="101211"/>
                  </a:lnTo>
                  <a:lnTo>
                    <a:pt x="117789" y="98690"/>
                  </a:lnTo>
                  <a:lnTo>
                    <a:pt x="118265" y="98169"/>
                  </a:lnTo>
                  <a:lnTo>
                    <a:pt x="118352" y="97509"/>
                  </a:lnTo>
                  <a:lnTo>
                    <a:pt x="118274" y="96611"/>
                  </a:lnTo>
                  <a:lnTo>
                    <a:pt x="120238" y="95284"/>
                  </a:lnTo>
                  <a:lnTo>
                    <a:pt x="123808" y="92310"/>
                  </a:lnTo>
                  <a:lnTo>
                    <a:pt x="124842" y="91947"/>
                  </a:lnTo>
                  <a:lnTo>
                    <a:pt x="126590" y="89529"/>
                  </a:lnTo>
                  <a:lnTo>
                    <a:pt x="129318" y="89317"/>
                  </a:lnTo>
                  <a:lnTo>
                    <a:pt x="130834" y="87453"/>
                  </a:lnTo>
                  <a:lnTo>
                    <a:pt x="132696" y="86746"/>
                  </a:lnTo>
                  <a:lnTo>
                    <a:pt x="133930" y="85719"/>
                  </a:lnTo>
                  <a:lnTo>
                    <a:pt x="134435" y="83905"/>
                  </a:lnTo>
                  <a:lnTo>
                    <a:pt x="136325" y="81879"/>
                  </a:lnTo>
                  <a:lnTo>
                    <a:pt x="138070" y="78543"/>
                  </a:lnTo>
                  <a:lnTo>
                    <a:pt x="139204" y="77705"/>
                  </a:lnTo>
                  <a:lnTo>
                    <a:pt x="140053" y="75912"/>
                  </a:lnTo>
                  <a:lnTo>
                    <a:pt x="140639" y="75518"/>
                  </a:lnTo>
                  <a:lnTo>
                    <a:pt x="143518" y="76046"/>
                  </a:lnTo>
                  <a:lnTo>
                    <a:pt x="147549" y="74476"/>
                  </a:lnTo>
                  <a:lnTo>
                    <a:pt x="148402" y="72695"/>
                  </a:lnTo>
                  <a:lnTo>
                    <a:pt x="148361" y="71239"/>
                  </a:lnTo>
                  <a:lnTo>
                    <a:pt x="148837" y="66661"/>
                  </a:lnTo>
                  <a:lnTo>
                    <a:pt x="147818" y="65507"/>
                  </a:lnTo>
                  <a:lnTo>
                    <a:pt x="147998" y="65601"/>
                  </a:lnTo>
                  <a:lnTo>
                    <a:pt x="148602" y="64457"/>
                  </a:lnTo>
                  <a:lnTo>
                    <a:pt x="151026" y="63198"/>
                  </a:lnTo>
                  <a:lnTo>
                    <a:pt x="151725" y="62203"/>
                  </a:lnTo>
                  <a:lnTo>
                    <a:pt x="149769" y="61334"/>
                  </a:lnTo>
                  <a:lnTo>
                    <a:pt x="149024" y="60371"/>
                  </a:lnTo>
                  <a:lnTo>
                    <a:pt x="149365" y="57177"/>
                  </a:lnTo>
                  <a:lnTo>
                    <a:pt x="149868" y="55339"/>
                  </a:lnTo>
                  <a:lnTo>
                    <a:pt x="150990" y="54759"/>
                  </a:lnTo>
                  <a:lnTo>
                    <a:pt x="152477" y="52939"/>
                  </a:lnTo>
                  <a:lnTo>
                    <a:pt x="153825" y="50197"/>
                  </a:lnTo>
                  <a:lnTo>
                    <a:pt x="155833" y="48653"/>
                  </a:lnTo>
                  <a:lnTo>
                    <a:pt x="156737" y="42798"/>
                  </a:lnTo>
                  <a:lnTo>
                    <a:pt x="156104" y="39889"/>
                  </a:lnTo>
                  <a:lnTo>
                    <a:pt x="156213" y="38006"/>
                  </a:lnTo>
                  <a:lnTo>
                    <a:pt x="158472" y="35484"/>
                  </a:lnTo>
                  <a:lnTo>
                    <a:pt x="160906" y="33522"/>
                  </a:lnTo>
                  <a:lnTo>
                    <a:pt x="162380" y="31693"/>
                  </a:lnTo>
                  <a:lnTo>
                    <a:pt x="162796" y="32222"/>
                  </a:lnTo>
                  <a:lnTo>
                    <a:pt x="163337" y="32022"/>
                  </a:lnTo>
                  <a:lnTo>
                    <a:pt x="165011" y="30402"/>
                  </a:lnTo>
                  <a:lnTo>
                    <a:pt x="166029" y="31339"/>
                  </a:lnTo>
                  <a:lnTo>
                    <a:pt x="166436" y="30915"/>
                  </a:lnTo>
                  <a:lnTo>
                    <a:pt x="165988" y="29778"/>
                  </a:lnTo>
                  <a:lnTo>
                    <a:pt x="167788" y="28080"/>
                  </a:lnTo>
                  <a:lnTo>
                    <a:pt x="169303" y="26094"/>
                  </a:lnTo>
                  <a:lnTo>
                    <a:pt x="170493" y="25715"/>
                  </a:lnTo>
                  <a:lnTo>
                    <a:pt x="171959" y="24806"/>
                  </a:lnTo>
                  <a:lnTo>
                    <a:pt x="173067" y="25101"/>
                  </a:lnTo>
                  <a:lnTo>
                    <a:pt x="173470" y="25449"/>
                  </a:lnTo>
                  <a:lnTo>
                    <a:pt x="176055" y="24206"/>
                  </a:lnTo>
                  <a:lnTo>
                    <a:pt x="176063" y="23798"/>
                  </a:lnTo>
                  <a:lnTo>
                    <a:pt x="176293" y="23761"/>
                  </a:lnTo>
                  <a:lnTo>
                    <a:pt x="176601" y="23157"/>
                  </a:lnTo>
                  <a:lnTo>
                    <a:pt x="177371" y="23367"/>
                  </a:lnTo>
                  <a:lnTo>
                    <a:pt x="179038" y="22648"/>
                  </a:lnTo>
                  <a:lnTo>
                    <a:pt x="179509" y="22947"/>
                  </a:lnTo>
                  <a:lnTo>
                    <a:pt x="183148" y="21725"/>
                  </a:lnTo>
                  <a:lnTo>
                    <a:pt x="183506" y="20699"/>
                  </a:lnTo>
                  <a:lnTo>
                    <a:pt x="185514" y="19742"/>
                  </a:lnTo>
                  <a:lnTo>
                    <a:pt x="185449" y="17795"/>
                  </a:lnTo>
                  <a:lnTo>
                    <a:pt x="185713" y="16994"/>
                  </a:lnTo>
                  <a:lnTo>
                    <a:pt x="187055" y="15882"/>
                  </a:lnTo>
                  <a:lnTo>
                    <a:pt x="187179" y="16114"/>
                  </a:lnTo>
                  <a:lnTo>
                    <a:pt x="189719" y="15187"/>
                  </a:lnTo>
                  <a:lnTo>
                    <a:pt x="194702" y="15525"/>
                  </a:lnTo>
                  <a:lnTo>
                    <a:pt x="193741" y="13510"/>
                  </a:lnTo>
                  <a:lnTo>
                    <a:pt x="193500" y="11308"/>
                  </a:lnTo>
                  <a:lnTo>
                    <a:pt x="197417" y="9413"/>
                  </a:lnTo>
                  <a:lnTo>
                    <a:pt x="199873" y="7141"/>
                  </a:lnTo>
                  <a:lnTo>
                    <a:pt x="202661" y="3824"/>
                  </a:lnTo>
                  <a:lnTo>
                    <a:pt x="205879" y="1422"/>
                  </a:lnTo>
                  <a:lnTo>
                    <a:pt x="206507" y="2047"/>
                  </a:lnTo>
                  <a:lnTo>
                    <a:pt x="210676" y="3576"/>
                  </a:lnTo>
                  <a:lnTo>
                    <a:pt x="211778" y="3536"/>
                  </a:lnTo>
                  <a:lnTo>
                    <a:pt x="214071" y="2793"/>
                  </a:lnTo>
                  <a:lnTo>
                    <a:pt x="214647" y="2344"/>
                  </a:lnTo>
                  <a:lnTo>
                    <a:pt x="216032" y="2212"/>
                  </a:lnTo>
                  <a:lnTo>
                    <a:pt x="217990" y="3213"/>
                  </a:lnTo>
                  <a:lnTo>
                    <a:pt x="221862" y="4034"/>
                  </a:lnTo>
                  <a:lnTo>
                    <a:pt x="223666" y="5033"/>
                  </a:lnTo>
                  <a:lnTo>
                    <a:pt x="224582" y="5313"/>
                  </a:lnTo>
                  <a:lnTo>
                    <a:pt x="226161" y="5343"/>
                  </a:lnTo>
                  <a:lnTo>
                    <a:pt x="230414" y="6675"/>
                  </a:lnTo>
                  <a:lnTo>
                    <a:pt x="230776" y="6605"/>
                  </a:lnTo>
                  <a:lnTo>
                    <a:pt x="232880" y="4968"/>
                  </a:lnTo>
                  <a:lnTo>
                    <a:pt x="233864" y="3816"/>
                  </a:lnTo>
                  <a:lnTo>
                    <a:pt x="235060" y="3394"/>
                  </a:lnTo>
                  <a:lnTo>
                    <a:pt x="236157" y="2592"/>
                  </a:lnTo>
                  <a:lnTo>
                    <a:pt x="237178" y="2296"/>
                  </a:lnTo>
                  <a:lnTo>
                    <a:pt x="238874" y="2193"/>
                  </a:lnTo>
                  <a:lnTo>
                    <a:pt x="239936" y="2403"/>
                  </a:lnTo>
                  <a:lnTo>
                    <a:pt x="241347" y="435"/>
                  </a:lnTo>
                  <a:lnTo>
                    <a:pt x="242695" y="0"/>
                  </a:lnTo>
                  <a:lnTo>
                    <a:pt x="245044" y="1158"/>
                  </a:lnTo>
                  <a:lnTo>
                    <a:pt x="247437" y="840"/>
                  </a:lnTo>
                  <a:lnTo>
                    <a:pt x="251644" y="2207"/>
                  </a:lnTo>
                  <a:lnTo>
                    <a:pt x="251891" y="2054"/>
                  </a:lnTo>
                  <a:lnTo>
                    <a:pt x="252472" y="2681"/>
                  </a:lnTo>
                  <a:lnTo>
                    <a:pt x="252502" y="4425"/>
                  </a:lnTo>
                  <a:lnTo>
                    <a:pt x="253218" y="5473"/>
                  </a:lnTo>
                  <a:lnTo>
                    <a:pt x="254821" y="6759"/>
                  </a:lnTo>
                  <a:lnTo>
                    <a:pt x="255459" y="7915"/>
                  </a:lnTo>
                  <a:lnTo>
                    <a:pt x="258027" y="8269"/>
                  </a:lnTo>
                  <a:lnTo>
                    <a:pt x="260013" y="8868"/>
                  </a:lnTo>
                  <a:lnTo>
                    <a:pt x="262422" y="8586"/>
                  </a:lnTo>
                  <a:lnTo>
                    <a:pt x="263177" y="8840"/>
                  </a:lnTo>
                  <a:lnTo>
                    <a:pt x="264860" y="12102"/>
                  </a:lnTo>
                  <a:lnTo>
                    <a:pt x="265908" y="13179"/>
                  </a:lnTo>
                  <a:lnTo>
                    <a:pt x="268212" y="13038"/>
                  </a:lnTo>
                  <a:lnTo>
                    <a:pt x="270552" y="13340"/>
                  </a:lnTo>
                  <a:lnTo>
                    <a:pt x="272023" y="13217"/>
                  </a:lnTo>
                  <a:lnTo>
                    <a:pt x="273269" y="13971"/>
                  </a:lnTo>
                  <a:lnTo>
                    <a:pt x="274569" y="15126"/>
                  </a:lnTo>
                  <a:lnTo>
                    <a:pt x="275267" y="15235"/>
                  </a:lnTo>
                  <a:lnTo>
                    <a:pt x="276388" y="16068"/>
                  </a:lnTo>
                  <a:lnTo>
                    <a:pt x="277293" y="16368"/>
                  </a:lnTo>
                  <a:lnTo>
                    <a:pt x="278359" y="17935"/>
                  </a:lnTo>
                  <a:lnTo>
                    <a:pt x="278838" y="19350"/>
                  </a:lnTo>
                  <a:lnTo>
                    <a:pt x="281049" y="20823"/>
                  </a:lnTo>
                  <a:lnTo>
                    <a:pt x="283080" y="21353"/>
                  </a:lnTo>
                  <a:lnTo>
                    <a:pt x="284716" y="22406"/>
                  </a:lnTo>
                  <a:lnTo>
                    <a:pt x="284832" y="24050"/>
                  </a:lnTo>
                  <a:lnTo>
                    <a:pt x="285249" y="25457"/>
                  </a:lnTo>
                  <a:lnTo>
                    <a:pt x="285881" y="26445"/>
                  </a:lnTo>
                  <a:lnTo>
                    <a:pt x="286935" y="27488"/>
                  </a:lnTo>
                  <a:lnTo>
                    <a:pt x="287626" y="29356"/>
                  </a:lnTo>
                  <a:lnTo>
                    <a:pt x="287323" y="31943"/>
                  </a:lnTo>
                  <a:lnTo>
                    <a:pt x="291234" y="35351"/>
                  </a:lnTo>
                  <a:lnTo>
                    <a:pt x="292089" y="35606"/>
                  </a:lnTo>
                  <a:lnTo>
                    <a:pt x="294197" y="37982"/>
                  </a:lnTo>
                  <a:lnTo>
                    <a:pt x="295690" y="37597"/>
                  </a:lnTo>
                  <a:lnTo>
                    <a:pt x="298018" y="37415"/>
                  </a:lnTo>
                  <a:lnTo>
                    <a:pt x="299079" y="38138"/>
                  </a:lnTo>
                  <a:lnTo>
                    <a:pt x="301963" y="41849"/>
                  </a:lnTo>
                  <a:lnTo>
                    <a:pt x="302569" y="43954"/>
                  </a:lnTo>
                  <a:lnTo>
                    <a:pt x="303815" y="44772"/>
                  </a:lnTo>
                  <a:lnTo>
                    <a:pt x="305942" y="46948"/>
                  </a:lnTo>
                  <a:lnTo>
                    <a:pt x="307467" y="47727"/>
                  </a:lnTo>
                  <a:lnTo>
                    <a:pt x="307911" y="48187"/>
                  </a:lnTo>
                  <a:lnTo>
                    <a:pt x="308858" y="48535"/>
                  </a:lnTo>
                  <a:lnTo>
                    <a:pt x="310020" y="48594"/>
                  </a:lnTo>
                  <a:lnTo>
                    <a:pt x="311675" y="48083"/>
                  </a:lnTo>
                  <a:lnTo>
                    <a:pt x="319040" y="43403"/>
                  </a:lnTo>
                  <a:lnTo>
                    <a:pt x="319205" y="43049"/>
                  </a:lnTo>
                  <a:lnTo>
                    <a:pt x="321633" y="42870"/>
                  </a:lnTo>
                  <a:lnTo>
                    <a:pt x="323372" y="42060"/>
                  </a:lnTo>
                  <a:lnTo>
                    <a:pt x="323605" y="41288"/>
                  </a:lnTo>
                  <a:lnTo>
                    <a:pt x="324975" y="39970"/>
                  </a:lnTo>
                  <a:lnTo>
                    <a:pt x="327574" y="38539"/>
                  </a:lnTo>
                  <a:lnTo>
                    <a:pt x="330028" y="38184"/>
                  </a:lnTo>
                  <a:lnTo>
                    <a:pt x="332134" y="38554"/>
                  </a:lnTo>
                  <a:lnTo>
                    <a:pt x="333068" y="38455"/>
                  </a:lnTo>
                  <a:lnTo>
                    <a:pt x="333504" y="37578"/>
                  </a:lnTo>
                  <a:lnTo>
                    <a:pt x="334084" y="37319"/>
                  </a:lnTo>
                  <a:lnTo>
                    <a:pt x="334233" y="37642"/>
                  </a:lnTo>
                  <a:lnTo>
                    <a:pt x="335259" y="38331"/>
                  </a:lnTo>
                  <a:lnTo>
                    <a:pt x="336614" y="38185"/>
                  </a:lnTo>
                  <a:lnTo>
                    <a:pt x="337474" y="37841"/>
                  </a:lnTo>
                  <a:lnTo>
                    <a:pt x="339775" y="36267"/>
                  </a:lnTo>
                  <a:lnTo>
                    <a:pt x="341584" y="36260"/>
                  </a:lnTo>
                  <a:lnTo>
                    <a:pt x="342977" y="35564"/>
                  </a:lnTo>
                  <a:lnTo>
                    <a:pt x="343942" y="37531"/>
                  </a:lnTo>
                  <a:lnTo>
                    <a:pt x="345972" y="39252"/>
                  </a:lnTo>
                  <a:lnTo>
                    <a:pt x="347615" y="41919"/>
                  </a:lnTo>
                  <a:lnTo>
                    <a:pt x="349465" y="43806"/>
                  </a:lnTo>
                  <a:lnTo>
                    <a:pt x="351608" y="47083"/>
                  </a:lnTo>
                  <a:lnTo>
                    <a:pt x="351833" y="46562"/>
                  </a:lnTo>
                  <a:lnTo>
                    <a:pt x="352573" y="46228"/>
                  </a:lnTo>
                  <a:lnTo>
                    <a:pt x="354920" y="46382"/>
                  </a:lnTo>
                  <a:lnTo>
                    <a:pt x="358167" y="47427"/>
                  </a:lnTo>
                  <a:lnTo>
                    <a:pt x="360257" y="48793"/>
                  </a:lnTo>
                  <a:lnTo>
                    <a:pt x="363092" y="50107"/>
                  </a:lnTo>
                  <a:lnTo>
                    <a:pt x="364487" y="52058"/>
                  </a:lnTo>
                  <a:lnTo>
                    <a:pt x="366925" y="53179"/>
                  </a:lnTo>
                  <a:lnTo>
                    <a:pt x="367547" y="53735"/>
                  </a:lnTo>
                  <a:lnTo>
                    <a:pt x="369058" y="51500"/>
                  </a:lnTo>
                  <a:lnTo>
                    <a:pt x="371249" y="49100"/>
                  </a:lnTo>
                  <a:lnTo>
                    <a:pt x="372457" y="47140"/>
                  </a:lnTo>
                  <a:lnTo>
                    <a:pt x="373080" y="46518"/>
                  </a:lnTo>
                  <a:lnTo>
                    <a:pt x="374457" y="49609"/>
                  </a:lnTo>
                  <a:lnTo>
                    <a:pt x="374384" y="50267"/>
                  </a:lnTo>
                  <a:lnTo>
                    <a:pt x="375312" y="54378"/>
                  </a:lnTo>
                  <a:lnTo>
                    <a:pt x="375175" y="55731"/>
                  </a:lnTo>
                  <a:lnTo>
                    <a:pt x="376662" y="57180"/>
                  </a:lnTo>
                  <a:lnTo>
                    <a:pt x="377091" y="58775"/>
                  </a:lnTo>
                  <a:lnTo>
                    <a:pt x="380811" y="61280"/>
                  </a:lnTo>
                  <a:lnTo>
                    <a:pt x="381569" y="61426"/>
                  </a:lnTo>
                  <a:lnTo>
                    <a:pt x="382948" y="62260"/>
                  </a:lnTo>
                  <a:lnTo>
                    <a:pt x="384551" y="63475"/>
                  </a:lnTo>
                  <a:lnTo>
                    <a:pt x="385157" y="64584"/>
                  </a:lnTo>
                  <a:lnTo>
                    <a:pt x="386282" y="69546"/>
                  </a:lnTo>
                  <a:lnTo>
                    <a:pt x="386664" y="70579"/>
                  </a:lnTo>
                  <a:lnTo>
                    <a:pt x="387624" y="71980"/>
                  </a:lnTo>
                  <a:lnTo>
                    <a:pt x="387771" y="72919"/>
                  </a:lnTo>
                  <a:lnTo>
                    <a:pt x="388153" y="73581"/>
                  </a:lnTo>
                  <a:lnTo>
                    <a:pt x="388094" y="74346"/>
                  </a:lnTo>
                  <a:lnTo>
                    <a:pt x="388826" y="75971"/>
                  </a:lnTo>
                  <a:lnTo>
                    <a:pt x="388661" y="77844"/>
                  </a:lnTo>
                  <a:lnTo>
                    <a:pt x="389037" y="77795"/>
                  </a:lnTo>
                  <a:lnTo>
                    <a:pt x="389052" y="79140"/>
                  </a:lnTo>
                  <a:lnTo>
                    <a:pt x="389859" y="80640"/>
                  </a:lnTo>
                  <a:lnTo>
                    <a:pt x="390180" y="82567"/>
                  </a:lnTo>
                  <a:lnTo>
                    <a:pt x="391943" y="86628"/>
                  </a:lnTo>
                  <a:lnTo>
                    <a:pt x="391678" y="88096"/>
                  </a:lnTo>
                  <a:lnTo>
                    <a:pt x="393117" y="89871"/>
                  </a:lnTo>
                  <a:lnTo>
                    <a:pt x="392614" y="90674"/>
                  </a:lnTo>
                  <a:lnTo>
                    <a:pt x="392775" y="91800"/>
                  </a:lnTo>
                  <a:lnTo>
                    <a:pt x="394910" y="92761"/>
                  </a:lnTo>
                  <a:lnTo>
                    <a:pt x="394725" y="97194"/>
                  </a:lnTo>
                  <a:lnTo>
                    <a:pt x="396741" y="100924"/>
                  </a:lnTo>
                  <a:lnTo>
                    <a:pt x="396535" y="101581"/>
                  </a:lnTo>
                  <a:lnTo>
                    <a:pt x="397313" y="102349"/>
                  </a:lnTo>
                  <a:lnTo>
                    <a:pt x="397104" y="102762"/>
                  </a:lnTo>
                  <a:lnTo>
                    <a:pt x="397612" y="105956"/>
                  </a:lnTo>
                  <a:lnTo>
                    <a:pt x="398432" y="106339"/>
                  </a:lnTo>
                  <a:lnTo>
                    <a:pt x="398760" y="108801"/>
                  </a:lnTo>
                  <a:lnTo>
                    <a:pt x="399028" y="109323"/>
                  </a:lnTo>
                  <a:lnTo>
                    <a:pt x="398652" y="109942"/>
                  </a:lnTo>
                  <a:lnTo>
                    <a:pt x="401709" y="110178"/>
                  </a:lnTo>
                  <a:lnTo>
                    <a:pt x="403091" y="112237"/>
                  </a:lnTo>
                  <a:lnTo>
                    <a:pt x="402902" y="112333"/>
                  </a:lnTo>
                  <a:lnTo>
                    <a:pt x="404215" y="114320"/>
                  </a:lnTo>
                  <a:lnTo>
                    <a:pt x="404497" y="115230"/>
                  </a:lnTo>
                  <a:lnTo>
                    <a:pt x="409587" y="114167"/>
                  </a:lnTo>
                  <a:lnTo>
                    <a:pt x="410558" y="114849"/>
                  </a:lnTo>
                  <a:lnTo>
                    <a:pt x="410936" y="115489"/>
                  </a:lnTo>
                  <a:lnTo>
                    <a:pt x="412029" y="115815"/>
                  </a:lnTo>
                  <a:lnTo>
                    <a:pt x="414983" y="117538"/>
                  </a:lnTo>
                  <a:lnTo>
                    <a:pt x="416448" y="117312"/>
                  </a:lnTo>
                  <a:lnTo>
                    <a:pt x="416995" y="117009"/>
                  </a:lnTo>
                  <a:lnTo>
                    <a:pt x="417297" y="117237"/>
                  </a:lnTo>
                  <a:lnTo>
                    <a:pt x="418857" y="117358"/>
                  </a:lnTo>
                  <a:lnTo>
                    <a:pt x="420236" y="117991"/>
                  </a:lnTo>
                  <a:lnTo>
                    <a:pt x="421228" y="118743"/>
                  </a:lnTo>
                  <a:lnTo>
                    <a:pt x="421126" y="118904"/>
                  </a:lnTo>
                  <a:lnTo>
                    <a:pt x="421907" y="119320"/>
                  </a:lnTo>
                  <a:lnTo>
                    <a:pt x="422611" y="120192"/>
                  </a:lnTo>
                  <a:lnTo>
                    <a:pt x="423204" y="120440"/>
                  </a:lnTo>
                  <a:lnTo>
                    <a:pt x="422210" y="122771"/>
                  </a:lnTo>
                  <a:lnTo>
                    <a:pt x="422183" y="123205"/>
                  </a:lnTo>
                  <a:lnTo>
                    <a:pt x="422694" y="123481"/>
                  </a:lnTo>
                  <a:lnTo>
                    <a:pt x="421843" y="124398"/>
                  </a:lnTo>
                  <a:lnTo>
                    <a:pt x="421390" y="125760"/>
                  </a:lnTo>
                  <a:lnTo>
                    <a:pt x="421974" y="126344"/>
                  </a:lnTo>
                  <a:lnTo>
                    <a:pt x="424478" y="126516"/>
                  </a:lnTo>
                  <a:lnTo>
                    <a:pt x="425338" y="126167"/>
                  </a:lnTo>
                  <a:lnTo>
                    <a:pt x="426945" y="126535"/>
                  </a:lnTo>
                  <a:lnTo>
                    <a:pt x="427446" y="126312"/>
                  </a:lnTo>
                  <a:lnTo>
                    <a:pt x="428768" y="126278"/>
                  </a:lnTo>
                  <a:lnTo>
                    <a:pt x="429537" y="125556"/>
                  </a:lnTo>
                  <a:lnTo>
                    <a:pt x="429883" y="125645"/>
                  </a:lnTo>
                  <a:lnTo>
                    <a:pt x="430286" y="125404"/>
                  </a:lnTo>
                  <a:lnTo>
                    <a:pt x="430895" y="125713"/>
                  </a:lnTo>
                  <a:lnTo>
                    <a:pt x="431506" y="125348"/>
                  </a:lnTo>
                  <a:lnTo>
                    <a:pt x="431857" y="124649"/>
                  </a:lnTo>
                  <a:lnTo>
                    <a:pt x="432105" y="124702"/>
                  </a:lnTo>
                  <a:lnTo>
                    <a:pt x="432951" y="123985"/>
                  </a:lnTo>
                  <a:lnTo>
                    <a:pt x="433487" y="124047"/>
                  </a:lnTo>
                  <a:lnTo>
                    <a:pt x="434566" y="123264"/>
                  </a:lnTo>
                  <a:lnTo>
                    <a:pt x="435075" y="123141"/>
                  </a:lnTo>
                  <a:lnTo>
                    <a:pt x="436651" y="121319"/>
                  </a:lnTo>
                  <a:lnTo>
                    <a:pt x="438825" y="120464"/>
                  </a:lnTo>
                  <a:lnTo>
                    <a:pt x="440477" y="120707"/>
                  </a:lnTo>
                  <a:lnTo>
                    <a:pt x="441812" y="120028"/>
                  </a:lnTo>
                  <a:lnTo>
                    <a:pt x="441925" y="120284"/>
                  </a:lnTo>
                  <a:lnTo>
                    <a:pt x="442552" y="120522"/>
                  </a:lnTo>
                  <a:lnTo>
                    <a:pt x="443734" y="120369"/>
                  </a:lnTo>
                  <a:lnTo>
                    <a:pt x="446704" y="122104"/>
                  </a:lnTo>
                  <a:lnTo>
                    <a:pt x="446834" y="122597"/>
                  </a:lnTo>
                  <a:lnTo>
                    <a:pt x="447403" y="122921"/>
                  </a:lnTo>
                  <a:lnTo>
                    <a:pt x="447727" y="123693"/>
                  </a:lnTo>
                  <a:lnTo>
                    <a:pt x="448217" y="124051"/>
                  </a:lnTo>
                  <a:lnTo>
                    <a:pt x="449325" y="124116"/>
                  </a:lnTo>
                  <a:lnTo>
                    <a:pt x="450356" y="124883"/>
                  </a:lnTo>
                  <a:lnTo>
                    <a:pt x="449949" y="125328"/>
                  </a:lnTo>
                  <a:lnTo>
                    <a:pt x="448227" y="126121"/>
                  </a:lnTo>
                  <a:lnTo>
                    <a:pt x="446333" y="127819"/>
                  </a:lnTo>
                  <a:lnTo>
                    <a:pt x="445243" y="127869"/>
                  </a:lnTo>
                  <a:lnTo>
                    <a:pt x="443756" y="128666"/>
                  </a:lnTo>
                  <a:lnTo>
                    <a:pt x="443116" y="128580"/>
                  </a:lnTo>
                  <a:lnTo>
                    <a:pt x="441558" y="129188"/>
                  </a:lnTo>
                  <a:lnTo>
                    <a:pt x="440891" y="129012"/>
                  </a:lnTo>
                  <a:lnTo>
                    <a:pt x="437354" y="129354"/>
                  </a:lnTo>
                  <a:lnTo>
                    <a:pt x="437181" y="129885"/>
                  </a:lnTo>
                  <a:lnTo>
                    <a:pt x="436338" y="129863"/>
                  </a:lnTo>
                  <a:lnTo>
                    <a:pt x="435889" y="130763"/>
                  </a:lnTo>
                  <a:lnTo>
                    <a:pt x="435321" y="130851"/>
                  </a:lnTo>
                  <a:lnTo>
                    <a:pt x="433743" y="132309"/>
                  </a:lnTo>
                  <a:lnTo>
                    <a:pt x="432847" y="132507"/>
                  </a:lnTo>
                  <a:lnTo>
                    <a:pt x="432896" y="132879"/>
                  </a:lnTo>
                  <a:lnTo>
                    <a:pt x="431129" y="134939"/>
                  </a:lnTo>
                  <a:lnTo>
                    <a:pt x="430483" y="136389"/>
                  </a:lnTo>
                  <a:lnTo>
                    <a:pt x="428985" y="137669"/>
                  </a:lnTo>
                  <a:lnTo>
                    <a:pt x="426391" y="138089"/>
                  </a:lnTo>
                  <a:lnTo>
                    <a:pt x="424725" y="138686"/>
                  </a:lnTo>
                  <a:lnTo>
                    <a:pt x="423030" y="140227"/>
                  </a:lnTo>
                  <a:lnTo>
                    <a:pt x="421992" y="141795"/>
                  </a:lnTo>
                  <a:lnTo>
                    <a:pt x="420910" y="142320"/>
                  </a:lnTo>
                  <a:lnTo>
                    <a:pt x="420115" y="142350"/>
                  </a:lnTo>
                  <a:lnTo>
                    <a:pt x="418836" y="143418"/>
                  </a:lnTo>
                  <a:lnTo>
                    <a:pt x="418863" y="143756"/>
                  </a:lnTo>
                  <a:lnTo>
                    <a:pt x="419935" y="144005"/>
                  </a:lnTo>
                  <a:lnTo>
                    <a:pt x="420196" y="145038"/>
                  </a:lnTo>
                  <a:lnTo>
                    <a:pt x="419999" y="145648"/>
                  </a:lnTo>
                  <a:lnTo>
                    <a:pt x="419749" y="146223"/>
                  </a:lnTo>
                  <a:lnTo>
                    <a:pt x="420281" y="147028"/>
                  </a:lnTo>
                  <a:lnTo>
                    <a:pt x="420315" y="147946"/>
                  </a:lnTo>
                  <a:lnTo>
                    <a:pt x="419656" y="149714"/>
                  </a:lnTo>
                  <a:lnTo>
                    <a:pt x="419574" y="151032"/>
                  </a:lnTo>
                  <a:lnTo>
                    <a:pt x="421046" y="155022"/>
                  </a:lnTo>
                  <a:lnTo>
                    <a:pt x="422227" y="156393"/>
                  </a:lnTo>
                  <a:lnTo>
                    <a:pt x="423568" y="159652"/>
                  </a:lnTo>
                  <a:lnTo>
                    <a:pt x="424473" y="164609"/>
                  </a:lnTo>
                  <a:lnTo>
                    <a:pt x="424711" y="167263"/>
                  </a:lnTo>
                  <a:lnTo>
                    <a:pt x="424374" y="170032"/>
                  </a:lnTo>
                  <a:lnTo>
                    <a:pt x="422969" y="171516"/>
                  </a:lnTo>
                  <a:lnTo>
                    <a:pt x="422525" y="174020"/>
                  </a:lnTo>
                  <a:lnTo>
                    <a:pt x="422648" y="176761"/>
                  </a:lnTo>
                  <a:lnTo>
                    <a:pt x="423376" y="177862"/>
                  </a:lnTo>
                  <a:lnTo>
                    <a:pt x="424436" y="180668"/>
                  </a:lnTo>
                  <a:lnTo>
                    <a:pt x="425393" y="184173"/>
                  </a:lnTo>
                  <a:lnTo>
                    <a:pt x="425955" y="187621"/>
                  </a:lnTo>
                  <a:lnTo>
                    <a:pt x="426613" y="188704"/>
                  </a:lnTo>
                  <a:lnTo>
                    <a:pt x="428504" y="190519"/>
                  </a:lnTo>
                  <a:lnTo>
                    <a:pt x="429026" y="191346"/>
                  </a:lnTo>
                  <a:lnTo>
                    <a:pt x="429062" y="192188"/>
                  </a:lnTo>
                  <a:lnTo>
                    <a:pt x="430740" y="193707"/>
                  </a:lnTo>
                  <a:lnTo>
                    <a:pt x="433782" y="197487"/>
                  </a:lnTo>
                  <a:lnTo>
                    <a:pt x="435587" y="201229"/>
                  </a:lnTo>
                  <a:lnTo>
                    <a:pt x="436452" y="201889"/>
                  </a:lnTo>
                  <a:lnTo>
                    <a:pt x="437891" y="202331"/>
                  </a:lnTo>
                  <a:lnTo>
                    <a:pt x="438943" y="203394"/>
                  </a:lnTo>
                  <a:lnTo>
                    <a:pt x="440167" y="204008"/>
                  </a:lnTo>
                  <a:lnTo>
                    <a:pt x="442116" y="208436"/>
                  </a:lnTo>
                  <a:lnTo>
                    <a:pt x="444752" y="211965"/>
                  </a:lnTo>
                  <a:lnTo>
                    <a:pt x="444893" y="212591"/>
                  </a:lnTo>
                  <a:lnTo>
                    <a:pt x="445264" y="212457"/>
                  </a:lnTo>
                  <a:lnTo>
                    <a:pt x="450454" y="219691"/>
                  </a:lnTo>
                  <a:lnTo>
                    <a:pt x="450740" y="219835"/>
                  </a:lnTo>
                  <a:lnTo>
                    <a:pt x="451736" y="224073"/>
                  </a:lnTo>
                  <a:lnTo>
                    <a:pt x="452264" y="225083"/>
                  </a:lnTo>
                  <a:lnTo>
                    <a:pt x="456025" y="223274"/>
                  </a:lnTo>
                  <a:lnTo>
                    <a:pt x="458952" y="221011"/>
                  </a:lnTo>
                  <a:lnTo>
                    <a:pt x="456009" y="217871"/>
                  </a:lnTo>
                  <a:lnTo>
                    <a:pt x="455013" y="217552"/>
                  </a:lnTo>
                  <a:lnTo>
                    <a:pt x="454144" y="212063"/>
                  </a:lnTo>
                  <a:lnTo>
                    <a:pt x="454297" y="207141"/>
                  </a:lnTo>
                  <a:lnTo>
                    <a:pt x="455201" y="207276"/>
                  </a:lnTo>
                  <a:lnTo>
                    <a:pt x="457115" y="206611"/>
                  </a:lnTo>
                  <a:lnTo>
                    <a:pt x="457824" y="206640"/>
                  </a:lnTo>
                  <a:lnTo>
                    <a:pt x="464028" y="209195"/>
                  </a:lnTo>
                  <a:lnTo>
                    <a:pt x="466865" y="209891"/>
                  </a:lnTo>
                  <a:lnTo>
                    <a:pt x="467419" y="210168"/>
                  </a:lnTo>
                  <a:lnTo>
                    <a:pt x="467694" y="211406"/>
                  </a:lnTo>
                  <a:lnTo>
                    <a:pt x="469730" y="213416"/>
                  </a:lnTo>
                  <a:lnTo>
                    <a:pt x="472678" y="213874"/>
                  </a:lnTo>
                  <a:lnTo>
                    <a:pt x="473152" y="215339"/>
                  </a:lnTo>
                  <a:lnTo>
                    <a:pt x="474193" y="213381"/>
                  </a:lnTo>
                  <a:lnTo>
                    <a:pt x="475373" y="212181"/>
                  </a:lnTo>
                  <a:lnTo>
                    <a:pt x="477524" y="215230"/>
                  </a:lnTo>
                  <a:lnTo>
                    <a:pt x="477020" y="216994"/>
                  </a:lnTo>
                  <a:lnTo>
                    <a:pt x="477173" y="217749"/>
                  </a:lnTo>
                  <a:lnTo>
                    <a:pt x="477464" y="218120"/>
                  </a:lnTo>
                  <a:lnTo>
                    <a:pt x="478462" y="218464"/>
                  </a:lnTo>
                  <a:lnTo>
                    <a:pt x="478737" y="220849"/>
                  </a:lnTo>
                  <a:lnTo>
                    <a:pt x="479038" y="221447"/>
                  </a:lnTo>
                  <a:lnTo>
                    <a:pt x="479842" y="222336"/>
                  </a:lnTo>
                  <a:lnTo>
                    <a:pt x="480208" y="223153"/>
                  </a:lnTo>
                  <a:lnTo>
                    <a:pt x="481209" y="223843"/>
                  </a:lnTo>
                  <a:lnTo>
                    <a:pt x="484251" y="224912"/>
                  </a:lnTo>
                  <a:lnTo>
                    <a:pt x="485455" y="225009"/>
                  </a:lnTo>
                  <a:lnTo>
                    <a:pt x="486957" y="224645"/>
                  </a:lnTo>
                  <a:lnTo>
                    <a:pt x="487957" y="224841"/>
                  </a:lnTo>
                  <a:lnTo>
                    <a:pt x="493135" y="227771"/>
                  </a:lnTo>
                  <a:lnTo>
                    <a:pt x="494600" y="227033"/>
                  </a:lnTo>
                  <a:lnTo>
                    <a:pt x="494116" y="228063"/>
                  </a:lnTo>
                  <a:lnTo>
                    <a:pt x="494570" y="228227"/>
                  </a:lnTo>
                  <a:lnTo>
                    <a:pt x="495540" y="229233"/>
                  </a:lnTo>
                  <a:lnTo>
                    <a:pt x="496010" y="230608"/>
                  </a:lnTo>
                  <a:lnTo>
                    <a:pt x="495643" y="231648"/>
                  </a:lnTo>
                  <a:lnTo>
                    <a:pt x="495805" y="232582"/>
                  </a:lnTo>
                  <a:lnTo>
                    <a:pt x="497284" y="233957"/>
                  </a:lnTo>
                  <a:lnTo>
                    <a:pt x="497368" y="234590"/>
                  </a:lnTo>
                  <a:lnTo>
                    <a:pt x="499021" y="236646"/>
                  </a:lnTo>
                  <a:lnTo>
                    <a:pt x="500172" y="237939"/>
                  </a:lnTo>
                  <a:lnTo>
                    <a:pt x="500903" y="238063"/>
                  </a:lnTo>
                  <a:lnTo>
                    <a:pt x="501815" y="237604"/>
                  </a:lnTo>
                  <a:lnTo>
                    <a:pt x="502029" y="237827"/>
                  </a:lnTo>
                  <a:lnTo>
                    <a:pt x="505480" y="237169"/>
                  </a:lnTo>
                  <a:lnTo>
                    <a:pt x="506499" y="236346"/>
                  </a:lnTo>
                  <a:lnTo>
                    <a:pt x="506735" y="235499"/>
                  </a:lnTo>
                  <a:lnTo>
                    <a:pt x="506551" y="233610"/>
                  </a:lnTo>
                  <a:lnTo>
                    <a:pt x="506317" y="233038"/>
                  </a:lnTo>
                  <a:lnTo>
                    <a:pt x="505995" y="233143"/>
                  </a:lnTo>
                  <a:lnTo>
                    <a:pt x="505763" y="232832"/>
                  </a:lnTo>
                  <a:lnTo>
                    <a:pt x="505347" y="229124"/>
                  </a:lnTo>
                  <a:lnTo>
                    <a:pt x="505594" y="228970"/>
                  </a:lnTo>
                  <a:lnTo>
                    <a:pt x="506333" y="231084"/>
                  </a:lnTo>
                  <a:lnTo>
                    <a:pt x="507344" y="229521"/>
                  </a:lnTo>
                  <a:lnTo>
                    <a:pt x="508072" y="229902"/>
                  </a:lnTo>
                  <a:lnTo>
                    <a:pt x="509067" y="228568"/>
                  </a:lnTo>
                  <a:lnTo>
                    <a:pt x="509182" y="227824"/>
                  </a:lnTo>
                  <a:lnTo>
                    <a:pt x="508710" y="227544"/>
                  </a:lnTo>
                  <a:lnTo>
                    <a:pt x="508964" y="227219"/>
                  </a:lnTo>
                  <a:lnTo>
                    <a:pt x="508010" y="226516"/>
                  </a:lnTo>
                  <a:lnTo>
                    <a:pt x="508480" y="225566"/>
                  </a:lnTo>
                  <a:lnTo>
                    <a:pt x="508902" y="225189"/>
                  </a:lnTo>
                  <a:lnTo>
                    <a:pt x="509489" y="225163"/>
                  </a:lnTo>
                  <a:lnTo>
                    <a:pt x="509633" y="224699"/>
                  </a:lnTo>
                  <a:lnTo>
                    <a:pt x="510012" y="224978"/>
                  </a:lnTo>
                  <a:lnTo>
                    <a:pt x="511090" y="224543"/>
                  </a:lnTo>
                  <a:lnTo>
                    <a:pt x="512024" y="224781"/>
                  </a:lnTo>
                  <a:lnTo>
                    <a:pt x="512864" y="224554"/>
                  </a:lnTo>
                  <a:lnTo>
                    <a:pt x="512818" y="225076"/>
                  </a:lnTo>
                  <a:lnTo>
                    <a:pt x="513469" y="225075"/>
                  </a:lnTo>
                  <a:lnTo>
                    <a:pt x="513776" y="224298"/>
                  </a:lnTo>
                  <a:lnTo>
                    <a:pt x="513627" y="223803"/>
                  </a:lnTo>
                  <a:lnTo>
                    <a:pt x="513936" y="223257"/>
                  </a:lnTo>
                  <a:lnTo>
                    <a:pt x="513399" y="222492"/>
                  </a:lnTo>
                  <a:lnTo>
                    <a:pt x="513433" y="221620"/>
                  </a:lnTo>
                  <a:lnTo>
                    <a:pt x="514278" y="220888"/>
                  </a:lnTo>
                  <a:lnTo>
                    <a:pt x="516458" y="221136"/>
                  </a:lnTo>
                  <a:lnTo>
                    <a:pt x="517678" y="220914"/>
                  </a:lnTo>
                  <a:lnTo>
                    <a:pt x="519079" y="221070"/>
                  </a:lnTo>
                  <a:lnTo>
                    <a:pt x="519945" y="220557"/>
                  </a:lnTo>
                  <a:lnTo>
                    <a:pt x="520388" y="219830"/>
                  </a:lnTo>
                  <a:lnTo>
                    <a:pt x="520578" y="219954"/>
                  </a:lnTo>
                  <a:lnTo>
                    <a:pt x="521102" y="219742"/>
                  </a:lnTo>
                  <a:lnTo>
                    <a:pt x="522045" y="220456"/>
                  </a:lnTo>
                  <a:lnTo>
                    <a:pt x="522912" y="220789"/>
                  </a:lnTo>
                  <a:lnTo>
                    <a:pt x="523503" y="220331"/>
                  </a:lnTo>
                  <a:lnTo>
                    <a:pt x="525590" y="221391"/>
                  </a:lnTo>
                  <a:lnTo>
                    <a:pt x="527798" y="222132"/>
                  </a:lnTo>
                  <a:lnTo>
                    <a:pt x="528350" y="221724"/>
                  </a:lnTo>
                  <a:lnTo>
                    <a:pt x="529699" y="222021"/>
                  </a:lnTo>
                  <a:lnTo>
                    <a:pt x="530811" y="222891"/>
                  </a:lnTo>
                  <a:lnTo>
                    <a:pt x="531797" y="223060"/>
                  </a:lnTo>
                  <a:lnTo>
                    <a:pt x="532375" y="222858"/>
                  </a:lnTo>
                  <a:lnTo>
                    <a:pt x="533510" y="221560"/>
                  </a:lnTo>
                  <a:lnTo>
                    <a:pt x="534264" y="221044"/>
                  </a:lnTo>
                  <a:lnTo>
                    <a:pt x="536562" y="221778"/>
                  </a:lnTo>
                  <a:lnTo>
                    <a:pt x="536947" y="221115"/>
                  </a:lnTo>
                  <a:lnTo>
                    <a:pt x="537365" y="220799"/>
                  </a:lnTo>
                  <a:lnTo>
                    <a:pt x="537622" y="220871"/>
                  </a:lnTo>
                  <a:lnTo>
                    <a:pt x="537481" y="221491"/>
                  </a:lnTo>
                  <a:lnTo>
                    <a:pt x="538349" y="221637"/>
                  </a:lnTo>
                  <a:lnTo>
                    <a:pt x="539483" y="222317"/>
                  </a:lnTo>
                  <a:lnTo>
                    <a:pt x="540040" y="222239"/>
                  </a:lnTo>
                  <a:lnTo>
                    <a:pt x="541102" y="222651"/>
                  </a:lnTo>
                  <a:lnTo>
                    <a:pt x="541817" y="222975"/>
                  </a:lnTo>
                  <a:lnTo>
                    <a:pt x="542515" y="223644"/>
                  </a:lnTo>
                  <a:lnTo>
                    <a:pt x="544116" y="223287"/>
                  </a:lnTo>
                  <a:lnTo>
                    <a:pt x="544504" y="223870"/>
                  </a:lnTo>
                  <a:lnTo>
                    <a:pt x="545275" y="223850"/>
                  </a:lnTo>
                  <a:lnTo>
                    <a:pt x="546284" y="224423"/>
                  </a:lnTo>
                  <a:lnTo>
                    <a:pt x="546971" y="225550"/>
                  </a:lnTo>
                  <a:lnTo>
                    <a:pt x="548170" y="225599"/>
                  </a:lnTo>
                  <a:lnTo>
                    <a:pt x="548864" y="226143"/>
                  </a:lnTo>
                  <a:lnTo>
                    <a:pt x="549213" y="225784"/>
                  </a:lnTo>
                  <a:lnTo>
                    <a:pt x="550409" y="225292"/>
                  </a:lnTo>
                  <a:lnTo>
                    <a:pt x="551935" y="225469"/>
                  </a:lnTo>
                  <a:lnTo>
                    <a:pt x="552918" y="225192"/>
                  </a:lnTo>
                  <a:lnTo>
                    <a:pt x="554673" y="225999"/>
                  </a:lnTo>
                  <a:lnTo>
                    <a:pt x="555469" y="225976"/>
                  </a:lnTo>
                  <a:lnTo>
                    <a:pt x="556235" y="226342"/>
                  </a:lnTo>
                  <a:lnTo>
                    <a:pt x="556899" y="226285"/>
                  </a:lnTo>
                  <a:lnTo>
                    <a:pt x="556878" y="225892"/>
                  </a:lnTo>
                  <a:lnTo>
                    <a:pt x="557385" y="225983"/>
                  </a:lnTo>
                  <a:lnTo>
                    <a:pt x="558345" y="226400"/>
                  </a:lnTo>
                  <a:lnTo>
                    <a:pt x="558573" y="226708"/>
                  </a:lnTo>
                  <a:lnTo>
                    <a:pt x="559066" y="226663"/>
                  </a:lnTo>
                  <a:lnTo>
                    <a:pt x="559684" y="227031"/>
                  </a:lnTo>
                  <a:lnTo>
                    <a:pt x="560388" y="226194"/>
                  </a:lnTo>
                  <a:lnTo>
                    <a:pt x="560502" y="225743"/>
                  </a:lnTo>
                  <a:lnTo>
                    <a:pt x="562339" y="226440"/>
                  </a:lnTo>
                  <a:lnTo>
                    <a:pt x="563286" y="227667"/>
                  </a:lnTo>
                  <a:lnTo>
                    <a:pt x="563302" y="228314"/>
                  </a:lnTo>
                  <a:lnTo>
                    <a:pt x="564513" y="229231"/>
                  </a:lnTo>
                  <a:lnTo>
                    <a:pt x="564443" y="230963"/>
                  </a:lnTo>
                  <a:lnTo>
                    <a:pt x="564858" y="231635"/>
                  </a:lnTo>
                  <a:lnTo>
                    <a:pt x="564928" y="232383"/>
                  </a:lnTo>
                  <a:lnTo>
                    <a:pt x="564234" y="233623"/>
                  </a:lnTo>
                  <a:lnTo>
                    <a:pt x="564195" y="234088"/>
                  </a:lnTo>
                  <a:lnTo>
                    <a:pt x="564635" y="235879"/>
                  </a:lnTo>
                  <a:lnTo>
                    <a:pt x="565451" y="237062"/>
                  </a:lnTo>
                  <a:lnTo>
                    <a:pt x="565540" y="238112"/>
                  </a:lnTo>
                  <a:lnTo>
                    <a:pt x="565840" y="238241"/>
                  </a:lnTo>
                  <a:lnTo>
                    <a:pt x="566676" y="237997"/>
                  </a:lnTo>
                  <a:lnTo>
                    <a:pt x="567296" y="238248"/>
                  </a:lnTo>
                  <a:lnTo>
                    <a:pt x="567393" y="238830"/>
                  </a:lnTo>
                  <a:lnTo>
                    <a:pt x="566924" y="239477"/>
                  </a:lnTo>
                  <a:lnTo>
                    <a:pt x="566915" y="240590"/>
                  </a:lnTo>
                  <a:lnTo>
                    <a:pt x="567547" y="240593"/>
                  </a:lnTo>
                  <a:lnTo>
                    <a:pt x="568100" y="241522"/>
                  </a:lnTo>
                  <a:lnTo>
                    <a:pt x="569683" y="241938"/>
                  </a:lnTo>
                  <a:lnTo>
                    <a:pt x="570872" y="240870"/>
                  </a:lnTo>
                  <a:lnTo>
                    <a:pt x="571662" y="240631"/>
                  </a:lnTo>
                  <a:lnTo>
                    <a:pt x="572261" y="241118"/>
                  </a:lnTo>
                  <a:lnTo>
                    <a:pt x="572187" y="241386"/>
                  </a:lnTo>
                  <a:lnTo>
                    <a:pt x="573243" y="242152"/>
                  </a:lnTo>
                  <a:lnTo>
                    <a:pt x="573182" y="242724"/>
                  </a:lnTo>
                  <a:lnTo>
                    <a:pt x="574378" y="242885"/>
                  </a:lnTo>
                  <a:lnTo>
                    <a:pt x="574449" y="244484"/>
                  </a:lnTo>
                  <a:lnTo>
                    <a:pt x="574840" y="244602"/>
                  </a:lnTo>
                  <a:lnTo>
                    <a:pt x="575359" y="245188"/>
                  </a:lnTo>
                  <a:lnTo>
                    <a:pt x="575858" y="245131"/>
                  </a:lnTo>
                  <a:lnTo>
                    <a:pt x="576915" y="245839"/>
                  </a:lnTo>
                  <a:lnTo>
                    <a:pt x="577040" y="245508"/>
                  </a:lnTo>
                  <a:lnTo>
                    <a:pt x="578126" y="245076"/>
                  </a:lnTo>
                  <a:lnTo>
                    <a:pt x="578356" y="244687"/>
                  </a:lnTo>
                  <a:lnTo>
                    <a:pt x="579058" y="244613"/>
                  </a:lnTo>
                  <a:lnTo>
                    <a:pt x="579394" y="243581"/>
                  </a:lnTo>
                  <a:lnTo>
                    <a:pt x="579229" y="242328"/>
                  </a:lnTo>
                  <a:lnTo>
                    <a:pt x="578898" y="241659"/>
                  </a:lnTo>
                  <a:lnTo>
                    <a:pt x="579017" y="241308"/>
                  </a:lnTo>
                  <a:lnTo>
                    <a:pt x="577888" y="239741"/>
                  </a:lnTo>
                  <a:lnTo>
                    <a:pt x="577900" y="239484"/>
                  </a:lnTo>
                  <a:lnTo>
                    <a:pt x="578961" y="238987"/>
                  </a:lnTo>
                  <a:lnTo>
                    <a:pt x="579352" y="237472"/>
                  </a:lnTo>
                  <a:lnTo>
                    <a:pt x="579353" y="236866"/>
                  </a:lnTo>
                  <a:lnTo>
                    <a:pt x="578692" y="235583"/>
                  </a:lnTo>
                  <a:lnTo>
                    <a:pt x="578784" y="235189"/>
                  </a:lnTo>
                  <a:lnTo>
                    <a:pt x="579837" y="234287"/>
                  </a:lnTo>
                  <a:lnTo>
                    <a:pt x="580596" y="234715"/>
                  </a:lnTo>
                  <a:lnTo>
                    <a:pt x="581038" y="234525"/>
                  </a:lnTo>
                  <a:lnTo>
                    <a:pt x="585057" y="234275"/>
                  </a:lnTo>
                  <a:lnTo>
                    <a:pt x="586460" y="235146"/>
                  </a:lnTo>
                  <a:lnTo>
                    <a:pt x="587176" y="236310"/>
                  </a:lnTo>
                  <a:lnTo>
                    <a:pt x="587591" y="236587"/>
                  </a:lnTo>
                  <a:lnTo>
                    <a:pt x="585132" y="237012"/>
                  </a:lnTo>
                  <a:lnTo>
                    <a:pt x="584382" y="238088"/>
                  </a:lnTo>
                  <a:lnTo>
                    <a:pt x="583493" y="238832"/>
                  </a:lnTo>
                  <a:lnTo>
                    <a:pt x="583009" y="240976"/>
                  </a:lnTo>
                  <a:lnTo>
                    <a:pt x="583127" y="242306"/>
                  </a:lnTo>
                  <a:lnTo>
                    <a:pt x="583877" y="244616"/>
                  </a:lnTo>
                  <a:lnTo>
                    <a:pt x="585082" y="245613"/>
                  </a:lnTo>
                  <a:lnTo>
                    <a:pt x="585433" y="247409"/>
                  </a:lnTo>
                  <a:lnTo>
                    <a:pt x="585962" y="247412"/>
                  </a:lnTo>
                  <a:lnTo>
                    <a:pt x="586303" y="248455"/>
                  </a:lnTo>
                  <a:lnTo>
                    <a:pt x="586774" y="249069"/>
                  </a:lnTo>
                  <a:lnTo>
                    <a:pt x="587334" y="249316"/>
                  </a:lnTo>
                  <a:lnTo>
                    <a:pt x="588146" y="251329"/>
                  </a:lnTo>
                  <a:lnTo>
                    <a:pt x="587659" y="252231"/>
                  </a:lnTo>
                  <a:lnTo>
                    <a:pt x="587909" y="252751"/>
                  </a:lnTo>
                  <a:lnTo>
                    <a:pt x="588211" y="252787"/>
                  </a:lnTo>
                  <a:lnTo>
                    <a:pt x="587937" y="253464"/>
                  </a:lnTo>
                  <a:lnTo>
                    <a:pt x="588418" y="254170"/>
                  </a:lnTo>
                  <a:lnTo>
                    <a:pt x="587657" y="255573"/>
                  </a:lnTo>
                  <a:lnTo>
                    <a:pt x="588068" y="256749"/>
                  </a:lnTo>
                  <a:lnTo>
                    <a:pt x="588277" y="256726"/>
                  </a:lnTo>
                  <a:lnTo>
                    <a:pt x="588086" y="257192"/>
                  </a:lnTo>
                  <a:lnTo>
                    <a:pt x="588323" y="257338"/>
                  </a:lnTo>
                  <a:lnTo>
                    <a:pt x="588649" y="259341"/>
                  </a:lnTo>
                  <a:lnTo>
                    <a:pt x="588203" y="261072"/>
                  </a:lnTo>
                  <a:lnTo>
                    <a:pt x="587798" y="261296"/>
                  </a:lnTo>
                  <a:lnTo>
                    <a:pt x="587675" y="261777"/>
                  </a:lnTo>
                  <a:lnTo>
                    <a:pt x="586334" y="261974"/>
                  </a:lnTo>
                  <a:lnTo>
                    <a:pt x="586537" y="265251"/>
                  </a:lnTo>
                  <a:lnTo>
                    <a:pt x="587045" y="266778"/>
                  </a:lnTo>
                  <a:lnTo>
                    <a:pt x="585289" y="267508"/>
                  </a:lnTo>
                  <a:lnTo>
                    <a:pt x="583380" y="268833"/>
                  </a:lnTo>
                  <a:lnTo>
                    <a:pt x="580768" y="269994"/>
                  </a:lnTo>
                  <a:lnTo>
                    <a:pt x="581517" y="271463"/>
                  </a:lnTo>
                  <a:lnTo>
                    <a:pt x="583495" y="271831"/>
                  </a:lnTo>
                  <a:lnTo>
                    <a:pt x="587375" y="274411"/>
                  </a:lnTo>
                  <a:lnTo>
                    <a:pt x="592608" y="278326"/>
                  </a:lnTo>
                  <a:lnTo>
                    <a:pt x="596428" y="283391"/>
                  </a:lnTo>
                  <a:lnTo>
                    <a:pt x="597719" y="284652"/>
                  </a:lnTo>
                  <a:lnTo>
                    <a:pt x="599567" y="285928"/>
                  </a:lnTo>
                  <a:lnTo>
                    <a:pt x="601200" y="289566"/>
                  </a:lnTo>
                  <a:lnTo>
                    <a:pt x="606090" y="294356"/>
                  </a:lnTo>
                  <a:lnTo>
                    <a:pt x="608055" y="297266"/>
                  </a:lnTo>
                  <a:lnTo>
                    <a:pt x="610666" y="298249"/>
                  </a:lnTo>
                  <a:lnTo>
                    <a:pt x="613356" y="300588"/>
                  </a:lnTo>
                  <a:lnTo>
                    <a:pt x="615737" y="301249"/>
                  </a:lnTo>
                  <a:lnTo>
                    <a:pt x="618596" y="302972"/>
                  </a:lnTo>
                  <a:lnTo>
                    <a:pt x="624439" y="307034"/>
                  </a:lnTo>
                  <a:lnTo>
                    <a:pt x="625400" y="308162"/>
                  </a:lnTo>
                  <a:lnTo>
                    <a:pt x="626506" y="309524"/>
                  </a:lnTo>
                  <a:lnTo>
                    <a:pt x="627324" y="311052"/>
                  </a:lnTo>
                  <a:lnTo>
                    <a:pt x="628622" y="312764"/>
                  </a:lnTo>
                  <a:lnTo>
                    <a:pt x="630973" y="314768"/>
                  </a:lnTo>
                  <a:lnTo>
                    <a:pt x="631277" y="315726"/>
                  </a:lnTo>
                  <a:lnTo>
                    <a:pt x="633070" y="317895"/>
                  </a:lnTo>
                  <a:lnTo>
                    <a:pt x="635785" y="319336"/>
                  </a:lnTo>
                  <a:lnTo>
                    <a:pt x="637247" y="320564"/>
                  </a:lnTo>
                  <a:lnTo>
                    <a:pt x="639381" y="323352"/>
                  </a:lnTo>
                  <a:lnTo>
                    <a:pt x="641162" y="324763"/>
                  </a:lnTo>
                  <a:lnTo>
                    <a:pt x="643363" y="326071"/>
                  </a:lnTo>
                  <a:lnTo>
                    <a:pt x="643957" y="327313"/>
                  </a:lnTo>
                  <a:lnTo>
                    <a:pt x="644168" y="327258"/>
                  </a:lnTo>
                  <a:lnTo>
                    <a:pt x="644458" y="327599"/>
                  </a:lnTo>
                  <a:lnTo>
                    <a:pt x="645062" y="329251"/>
                  </a:lnTo>
                  <a:lnTo>
                    <a:pt x="645552" y="329498"/>
                  </a:lnTo>
                  <a:lnTo>
                    <a:pt x="645301" y="329641"/>
                  </a:lnTo>
                  <a:lnTo>
                    <a:pt x="645342" y="330374"/>
                  </a:lnTo>
                  <a:lnTo>
                    <a:pt x="646068" y="330518"/>
                  </a:lnTo>
                  <a:lnTo>
                    <a:pt x="646812" y="330137"/>
                  </a:lnTo>
                  <a:lnTo>
                    <a:pt x="647189" y="331021"/>
                  </a:lnTo>
                  <a:lnTo>
                    <a:pt x="646757" y="331189"/>
                  </a:lnTo>
                  <a:lnTo>
                    <a:pt x="647792" y="331748"/>
                  </a:lnTo>
                  <a:lnTo>
                    <a:pt x="647629" y="332021"/>
                  </a:lnTo>
                  <a:lnTo>
                    <a:pt x="647805" y="332225"/>
                  </a:lnTo>
                  <a:lnTo>
                    <a:pt x="648828" y="332601"/>
                  </a:lnTo>
                  <a:lnTo>
                    <a:pt x="650206" y="333856"/>
                  </a:lnTo>
                  <a:lnTo>
                    <a:pt x="651306" y="334039"/>
                  </a:lnTo>
                  <a:lnTo>
                    <a:pt x="651886" y="333666"/>
                  </a:lnTo>
                  <a:lnTo>
                    <a:pt x="652625" y="333826"/>
                  </a:lnTo>
                  <a:lnTo>
                    <a:pt x="653794" y="332963"/>
                  </a:lnTo>
                  <a:lnTo>
                    <a:pt x="653957" y="332495"/>
                  </a:lnTo>
                  <a:lnTo>
                    <a:pt x="654189" y="332646"/>
                  </a:lnTo>
                  <a:lnTo>
                    <a:pt x="654417" y="332461"/>
                  </a:lnTo>
                  <a:lnTo>
                    <a:pt x="654805" y="332903"/>
                  </a:lnTo>
                  <a:lnTo>
                    <a:pt x="655912" y="332864"/>
                  </a:lnTo>
                  <a:lnTo>
                    <a:pt x="657842" y="334234"/>
                  </a:lnTo>
                  <a:lnTo>
                    <a:pt x="658180" y="334229"/>
                  </a:lnTo>
                  <a:lnTo>
                    <a:pt x="658158" y="334011"/>
                  </a:lnTo>
                  <a:lnTo>
                    <a:pt x="658842" y="333603"/>
                  </a:lnTo>
                  <a:lnTo>
                    <a:pt x="659188" y="334240"/>
                  </a:lnTo>
                  <a:lnTo>
                    <a:pt x="660069" y="334290"/>
                  </a:lnTo>
                  <a:lnTo>
                    <a:pt x="660372" y="334794"/>
                  </a:lnTo>
                  <a:lnTo>
                    <a:pt x="660781" y="334818"/>
                  </a:lnTo>
                  <a:lnTo>
                    <a:pt x="661198" y="335781"/>
                  </a:lnTo>
                  <a:lnTo>
                    <a:pt x="662404" y="335961"/>
                  </a:lnTo>
                  <a:lnTo>
                    <a:pt x="661942" y="335592"/>
                  </a:lnTo>
                  <a:lnTo>
                    <a:pt x="661825" y="335052"/>
                  </a:lnTo>
                  <a:lnTo>
                    <a:pt x="662383" y="335129"/>
                  </a:lnTo>
                  <a:lnTo>
                    <a:pt x="662793" y="335394"/>
                  </a:lnTo>
                  <a:lnTo>
                    <a:pt x="663427" y="336437"/>
                  </a:lnTo>
                  <a:lnTo>
                    <a:pt x="664375" y="336764"/>
                  </a:lnTo>
                  <a:lnTo>
                    <a:pt x="663083" y="339078"/>
                  </a:lnTo>
                  <a:lnTo>
                    <a:pt x="663097" y="339702"/>
                  </a:lnTo>
                  <a:lnTo>
                    <a:pt x="661949" y="342766"/>
                  </a:lnTo>
                  <a:lnTo>
                    <a:pt x="662204" y="342926"/>
                  </a:lnTo>
                  <a:lnTo>
                    <a:pt x="662292" y="343427"/>
                  </a:lnTo>
                  <a:lnTo>
                    <a:pt x="662139" y="344281"/>
                  </a:lnTo>
                  <a:lnTo>
                    <a:pt x="661297" y="346621"/>
                  </a:lnTo>
                  <a:lnTo>
                    <a:pt x="660554" y="347976"/>
                  </a:lnTo>
                  <a:lnTo>
                    <a:pt x="661055" y="348663"/>
                  </a:lnTo>
                  <a:lnTo>
                    <a:pt x="660544" y="349798"/>
                  </a:lnTo>
                  <a:lnTo>
                    <a:pt x="661703" y="351638"/>
                  </a:lnTo>
                  <a:lnTo>
                    <a:pt x="661755" y="352113"/>
                  </a:lnTo>
                  <a:lnTo>
                    <a:pt x="662053" y="352610"/>
                  </a:lnTo>
                  <a:lnTo>
                    <a:pt x="662544" y="353953"/>
                  </a:lnTo>
                  <a:lnTo>
                    <a:pt x="662069" y="354702"/>
                  </a:lnTo>
                  <a:lnTo>
                    <a:pt x="662488" y="356539"/>
                  </a:lnTo>
                  <a:lnTo>
                    <a:pt x="662721" y="356966"/>
                  </a:lnTo>
                  <a:lnTo>
                    <a:pt x="662718" y="358246"/>
                  </a:lnTo>
                  <a:lnTo>
                    <a:pt x="661248" y="363100"/>
                  </a:lnTo>
                  <a:lnTo>
                    <a:pt x="661349" y="363403"/>
                  </a:lnTo>
                  <a:lnTo>
                    <a:pt x="660476" y="367036"/>
                  </a:lnTo>
                  <a:lnTo>
                    <a:pt x="660067" y="366439"/>
                  </a:lnTo>
                  <a:lnTo>
                    <a:pt x="660232" y="365442"/>
                  </a:lnTo>
                  <a:lnTo>
                    <a:pt x="660077" y="364301"/>
                  </a:lnTo>
                  <a:lnTo>
                    <a:pt x="659064" y="363311"/>
                  </a:lnTo>
                  <a:lnTo>
                    <a:pt x="657630" y="362876"/>
                  </a:lnTo>
                  <a:lnTo>
                    <a:pt x="656918" y="363095"/>
                  </a:lnTo>
                  <a:lnTo>
                    <a:pt x="655504" y="364344"/>
                  </a:lnTo>
                  <a:lnTo>
                    <a:pt x="654257" y="364136"/>
                  </a:lnTo>
                  <a:lnTo>
                    <a:pt x="652741" y="362246"/>
                  </a:lnTo>
                  <a:lnTo>
                    <a:pt x="652645" y="361640"/>
                  </a:lnTo>
                  <a:lnTo>
                    <a:pt x="650186" y="358922"/>
                  </a:lnTo>
                  <a:lnTo>
                    <a:pt x="649819" y="357222"/>
                  </a:lnTo>
                  <a:lnTo>
                    <a:pt x="647940" y="355473"/>
                  </a:lnTo>
                  <a:lnTo>
                    <a:pt x="646092" y="355050"/>
                  </a:lnTo>
                  <a:lnTo>
                    <a:pt x="642886" y="355750"/>
                  </a:lnTo>
                  <a:lnTo>
                    <a:pt x="641397" y="355771"/>
                  </a:lnTo>
                  <a:lnTo>
                    <a:pt x="640083" y="355010"/>
                  </a:lnTo>
                  <a:lnTo>
                    <a:pt x="638381" y="352807"/>
                  </a:lnTo>
                  <a:lnTo>
                    <a:pt x="637649" y="352376"/>
                  </a:lnTo>
                  <a:lnTo>
                    <a:pt x="636534" y="352272"/>
                  </a:lnTo>
                  <a:lnTo>
                    <a:pt x="633799" y="352633"/>
                  </a:lnTo>
                  <a:lnTo>
                    <a:pt x="633538" y="353503"/>
                  </a:lnTo>
                  <a:lnTo>
                    <a:pt x="634073" y="353309"/>
                  </a:lnTo>
                  <a:lnTo>
                    <a:pt x="634879" y="353584"/>
                  </a:lnTo>
                  <a:lnTo>
                    <a:pt x="637609" y="357253"/>
                  </a:lnTo>
                  <a:lnTo>
                    <a:pt x="638664" y="357582"/>
                  </a:lnTo>
                  <a:lnTo>
                    <a:pt x="639780" y="356941"/>
                  </a:lnTo>
                  <a:lnTo>
                    <a:pt x="641684" y="359633"/>
                  </a:lnTo>
                  <a:lnTo>
                    <a:pt x="644106" y="361931"/>
                  </a:lnTo>
                  <a:lnTo>
                    <a:pt x="645970" y="362911"/>
                  </a:lnTo>
                  <a:lnTo>
                    <a:pt x="647292" y="363022"/>
                  </a:lnTo>
                  <a:lnTo>
                    <a:pt x="648101" y="363385"/>
                  </a:lnTo>
                  <a:lnTo>
                    <a:pt x="651243" y="366143"/>
                  </a:lnTo>
                  <a:lnTo>
                    <a:pt x="652639" y="366787"/>
                  </a:lnTo>
                  <a:lnTo>
                    <a:pt x="653816" y="367812"/>
                  </a:lnTo>
                  <a:lnTo>
                    <a:pt x="654785" y="368162"/>
                  </a:lnTo>
                  <a:lnTo>
                    <a:pt x="652523" y="369214"/>
                  </a:lnTo>
                  <a:lnTo>
                    <a:pt x="651454" y="370457"/>
                  </a:lnTo>
                  <a:lnTo>
                    <a:pt x="653884" y="372769"/>
                  </a:lnTo>
                  <a:lnTo>
                    <a:pt x="652752" y="374365"/>
                  </a:lnTo>
                  <a:lnTo>
                    <a:pt x="652458" y="374369"/>
                  </a:lnTo>
                  <a:lnTo>
                    <a:pt x="653014" y="375365"/>
                  </a:lnTo>
                  <a:lnTo>
                    <a:pt x="651437" y="377436"/>
                  </a:lnTo>
                  <a:lnTo>
                    <a:pt x="650219" y="378492"/>
                  </a:lnTo>
                  <a:lnTo>
                    <a:pt x="647577" y="379936"/>
                  </a:lnTo>
                  <a:lnTo>
                    <a:pt x="644873" y="381121"/>
                  </a:lnTo>
                  <a:lnTo>
                    <a:pt x="643287" y="381414"/>
                  </a:lnTo>
                  <a:lnTo>
                    <a:pt x="642733" y="381847"/>
                  </a:lnTo>
                  <a:lnTo>
                    <a:pt x="640964" y="384395"/>
                  </a:lnTo>
                  <a:lnTo>
                    <a:pt x="639830" y="385080"/>
                  </a:lnTo>
                  <a:lnTo>
                    <a:pt x="638201" y="385511"/>
                  </a:lnTo>
                  <a:lnTo>
                    <a:pt x="637704" y="386775"/>
                  </a:lnTo>
                  <a:lnTo>
                    <a:pt x="638026" y="387151"/>
                  </a:lnTo>
                  <a:lnTo>
                    <a:pt x="637811" y="388669"/>
                  </a:lnTo>
                  <a:lnTo>
                    <a:pt x="638846" y="389822"/>
                  </a:lnTo>
                  <a:lnTo>
                    <a:pt x="639411" y="391758"/>
                  </a:lnTo>
                  <a:lnTo>
                    <a:pt x="638609" y="393060"/>
                  </a:lnTo>
                  <a:lnTo>
                    <a:pt x="639161" y="393161"/>
                  </a:lnTo>
                  <a:lnTo>
                    <a:pt x="639070" y="393821"/>
                  </a:lnTo>
                  <a:lnTo>
                    <a:pt x="638252" y="393794"/>
                  </a:lnTo>
                  <a:lnTo>
                    <a:pt x="638096" y="394317"/>
                  </a:lnTo>
                  <a:lnTo>
                    <a:pt x="638910" y="394451"/>
                  </a:lnTo>
                  <a:lnTo>
                    <a:pt x="639412" y="396573"/>
                  </a:lnTo>
                  <a:lnTo>
                    <a:pt x="641203" y="398894"/>
                  </a:lnTo>
                  <a:lnTo>
                    <a:pt x="641504" y="401181"/>
                  </a:lnTo>
                  <a:lnTo>
                    <a:pt x="641124" y="402465"/>
                  </a:lnTo>
                  <a:lnTo>
                    <a:pt x="640809" y="405359"/>
                  </a:lnTo>
                  <a:lnTo>
                    <a:pt x="638997" y="405745"/>
                  </a:lnTo>
                  <a:lnTo>
                    <a:pt x="637518" y="406454"/>
                  </a:lnTo>
                  <a:lnTo>
                    <a:pt x="637770" y="406863"/>
                  </a:lnTo>
                  <a:lnTo>
                    <a:pt x="638473" y="407139"/>
                  </a:lnTo>
                  <a:lnTo>
                    <a:pt x="639275" y="407828"/>
                  </a:lnTo>
                  <a:lnTo>
                    <a:pt x="641978" y="408460"/>
                  </a:lnTo>
                  <a:lnTo>
                    <a:pt x="642666" y="409261"/>
                  </a:lnTo>
                  <a:lnTo>
                    <a:pt x="642193" y="412695"/>
                  </a:lnTo>
                  <a:lnTo>
                    <a:pt x="641183" y="415385"/>
                  </a:lnTo>
                  <a:lnTo>
                    <a:pt x="639128" y="416927"/>
                  </a:lnTo>
                  <a:lnTo>
                    <a:pt x="637768" y="416617"/>
                  </a:lnTo>
                  <a:lnTo>
                    <a:pt x="637945" y="419248"/>
                  </a:lnTo>
                  <a:lnTo>
                    <a:pt x="640114" y="420346"/>
                  </a:lnTo>
                  <a:lnTo>
                    <a:pt x="638774" y="421739"/>
                  </a:lnTo>
                  <a:lnTo>
                    <a:pt x="639321" y="422722"/>
                  </a:lnTo>
                  <a:lnTo>
                    <a:pt x="640304" y="421736"/>
                  </a:lnTo>
                  <a:lnTo>
                    <a:pt x="640742" y="423059"/>
                  </a:lnTo>
                  <a:lnTo>
                    <a:pt x="641626" y="423897"/>
                  </a:lnTo>
                  <a:lnTo>
                    <a:pt x="642973" y="423207"/>
                  </a:lnTo>
                  <a:lnTo>
                    <a:pt x="643482" y="426634"/>
                  </a:lnTo>
                  <a:lnTo>
                    <a:pt x="644250" y="427820"/>
                  </a:lnTo>
                  <a:lnTo>
                    <a:pt x="645540" y="428868"/>
                  </a:lnTo>
                  <a:lnTo>
                    <a:pt x="646122" y="428960"/>
                  </a:lnTo>
                  <a:lnTo>
                    <a:pt x="646100" y="428655"/>
                  </a:lnTo>
                  <a:lnTo>
                    <a:pt x="646631" y="428680"/>
                  </a:lnTo>
                  <a:lnTo>
                    <a:pt x="647336" y="429675"/>
                  </a:lnTo>
                  <a:lnTo>
                    <a:pt x="648668" y="428242"/>
                  </a:lnTo>
                  <a:lnTo>
                    <a:pt x="651154" y="427684"/>
                  </a:lnTo>
                  <a:lnTo>
                    <a:pt x="652458" y="425515"/>
                  </a:lnTo>
                  <a:lnTo>
                    <a:pt x="655004" y="424180"/>
                  </a:lnTo>
                  <a:lnTo>
                    <a:pt x="656657" y="424251"/>
                  </a:lnTo>
                  <a:lnTo>
                    <a:pt x="657812" y="424619"/>
                  </a:lnTo>
                  <a:lnTo>
                    <a:pt x="658929" y="425340"/>
                  </a:lnTo>
                  <a:lnTo>
                    <a:pt x="660249" y="425594"/>
                  </a:lnTo>
                  <a:lnTo>
                    <a:pt x="660373" y="426614"/>
                  </a:lnTo>
                  <a:lnTo>
                    <a:pt x="660098" y="427589"/>
                  </a:lnTo>
                  <a:lnTo>
                    <a:pt x="660569" y="428434"/>
                  </a:lnTo>
                  <a:lnTo>
                    <a:pt x="659707" y="428975"/>
                  </a:lnTo>
                  <a:lnTo>
                    <a:pt x="659584" y="429392"/>
                  </a:lnTo>
                  <a:lnTo>
                    <a:pt x="658975" y="429891"/>
                  </a:lnTo>
                  <a:lnTo>
                    <a:pt x="658816" y="430524"/>
                  </a:lnTo>
                  <a:lnTo>
                    <a:pt x="658633" y="430759"/>
                  </a:lnTo>
                  <a:lnTo>
                    <a:pt x="658432" y="430641"/>
                  </a:lnTo>
                  <a:lnTo>
                    <a:pt x="657414" y="432835"/>
                  </a:lnTo>
                  <a:lnTo>
                    <a:pt x="657684" y="433137"/>
                  </a:lnTo>
                  <a:lnTo>
                    <a:pt x="657201" y="433744"/>
                  </a:lnTo>
                  <a:lnTo>
                    <a:pt x="659121" y="434859"/>
                  </a:lnTo>
                  <a:lnTo>
                    <a:pt x="659602" y="434233"/>
                  </a:lnTo>
                  <a:lnTo>
                    <a:pt x="660093" y="435017"/>
                  </a:lnTo>
                  <a:lnTo>
                    <a:pt x="660591" y="435339"/>
                  </a:lnTo>
                  <a:lnTo>
                    <a:pt x="662554" y="435949"/>
                  </a:lnTo>
                  <a:lnTo>
                    <a:pt x="663129" y="436363"/>
                  </a:lnTo>
                  <a:lnTo>
                    <a:pt x="663719" y="437154"/>
                  </a:lnTo>
                  <a:lnTo>
                    <a:pt x="663962" y="437025"/>
                  </a:lnTo>
                  <a:lnTo>
                    <a:pt x="664917" y="438740"/>
                  </a:lnTo>
                  <a:lnTo>
                    <a:pt x="665637" y="438578"/>
                  </a:lnTo>
                  <a:lnTo>
                    <a:pt x="665807" y="438856"/>
                  </a:lnTo>
                  <a:lnTo>
                    <a:pt x="665531" y="438984"/>
                  </a:lnTo>
                  <a:lnTo>
                    <a:pt x="665486" y="440136"/>
                  </a:lnTo>
                  <a:lnTo>
                    <a:pt x="665876" y="439965"/>
                  </a:lnTo>
                  <a:lnTo>
                    <a:pt x="666110" y="440200"/>
                  </a:lnTo>
                  <a:lnTo>
                    <a:pt x="668759" y="439336"/>
                  </a:lnTo>
                  <a:lnTo>
                    <a:pt x="670140" y="438212"/>
                  </a:lnTo>
                  <a:lnTo>
                    <a:pt x="670668" y="436990"/>
                  </a:lnTo>
                  <a:lnTo>
                    <a:pt x="671566" y="436714"/>
                  </a:lnTo>
                  <a:lnTo>
                    <a:pt x="672365" y="436797"/>
                  </a:lnTo>
                  <a:lnTo>
                    <a:pt x="672938" y="437509"/>
                  </a:lnTo>
                  <a:lnTo>
                    <a:pt x="673057" y="438084"/>
                  </a:lnTo>
                  <a:lnTo>
                    <a:pt x="672068" y="439275"/>
                  </a:lnTo>
                  <a:lnTo>
                    <a:pt x="672878" y="439594"/>
                  </a:lnTo>
                  <a:lnTo>
                    <a:pt x="676596" y="442587"/>
                  </a:lnTo>
                  <a:lnTo>
                    <a:pt x="679052" y="444206"/>
                  </a:lnTo>
                  <a:lnTo>
                    <a:pt x="680368" y="445606"/>
                  </a:lnTo>
                  <a:lnTo>
                    <a:pt x="682402" y="446760"/>
                  </a:lnTo>
                  <a:lnTo>
                    <a:pt x="683081" y="445979"/>
                  </a:lnTo>
                  <a:lnTo>
                    <a:pt x="684752" y="442830"/>
                  </a:lnTo>
                  <a:lnTo>
                    <a:pt x="685379" y="443152"/>
                  </a:lnTo>
                  <a:lnTo>
                    <a:pt x="687938" y="441162"/>
                  </a:lnTo>
                  <a:lnTo>
                    <a:pt x="688336" y="441990"/>
                  </a:lnTo>
                  <a:lnTo>
                    <a:pt x="688572" y="443522"/>
                  </a:lnTo>
                  <a:lnTo>
                    <a:pt x="689352" y="444946"/>
                  </a:lnTo>
                  <a:lnTo>
                    <a:pt x="690680" y="446270"/>
                  </a:lnTo>
                  <a:lnTo>
                    <a:pt x="691934" y="448257"/>
                  </a:lnTo>
                  <a:lnTo>
                    <a:pt x="693411" y="449743"/>
                  </a:lnTo>
                  <a:lnTo>
                    <a:pt x="694370" y="451209"/>
                  </a:lnTo>
                  <a:lnTo>
                    <a:pt x="696866" y="454178"/>
                  </a:lnTo>
                  <a:lnTo>
                    <a:pt x="698121" y="455387"/>
                  </a:lnTo>
                  <a:lnTo>
                    <a:pt x="698761" y="456454"/>
                  </a:lnTo>
                  <a:lnTo>
                    <a:pt x="700598" y="458065"/>
                  </a:lnTo>
                  <a:lnTo>
                    <a:pt x="699793" y="459857"/>
                  </a:lnTo>
                  <a:lnTo>
                    <a:pt x="699582" y="462377"/>
                  </a:lnTo>
                  <a:lnTo>
                    <a:pt x="699723" y="463637"/>
                  </a:lnTo>
                  <a:lnTo>
                    <a:pt x="699015" y="464841"/>
                  </a:lnTo>
                  <a:lnTo>
                    <a:pt x="699012" y="466034"/>
                  </a:lnTo>
                  <a:lnTo>
                    <a:pt x="698481" y="468476"/>
                  </a:lnTo>
                  <a:lnTo>
                    <a:pt x="698336" y="471743"/>
                  </a:lnTo>
                  <a:lnTo>
                    <a:pt x="698492" y="474401"/>
                  </a:lnTo>
                  <a:lnTo>
                    <a:pt x="697457" y="479532"/>
                  </a:lnTo>
                  <a:lnTo>
                    <a:pt x="697470" y="480760"/>
                  </a:lnTo>
                  <a:lnTo>
                    <a:pt x="697925" y="482647"/>
                  </a:lnTo>
                  <a:lnTo>
                    <a:pt x="697371" y="485379"/>
                  </a:lnTo>
                  <a:lnTo>
                    <a:pt x="698577" y="486189"/>
                  </a:lnTo>
                  <a:lnTo>
                    <a:pt x="700075" y="486119"/>
                  </a:lnTo>
                  <a:lnTo>
                    <a:pt x="701745" y="486901"/>
                  </a:lnTo>
                  <a:lnTo>
                    <a:pt x="703479" y="488927"/>
                  </a:lnTo>
                  <a:lnTo>
                    <a:pt x="705267" y="490016"/>
                  </a:lnTo>
                  <a:lnTo>
                    <a:pt x="706064" y="491313"/>
                  </a:lnTo>
                  <a:lnTo>
                    <a:pt x="707344" y="492404"/>
                  </a:lnTo>
                  <a:lnTo>
                    <a:pt x="708020" y="493292"/>
                  </a:lnTo>
                  <a:lnTo>
                    <a:pt x="708509" y="493730"/>
                  </a:lnTo>
                  <a:lnTo>
                    <a:pt x="709171" y="493919"/>
                  </a:lnTo>
                  <a:lnTo>
                    <a:pt x="711796" y="494350"/>
                  </a:lnTo>
                  <a:lnTo>
                    <a:pt x="714982" y="491707"/>
                  </a:lnTo>
                  <a:lnTo>
                    <a:pt x="715953" y="491454"/>
                  </a:lnTo>
                  <a:lnTo>
                    <a:pt x="717639" y="491715"/>
                  </a:lnTo>
                  <a:lnTo>
                    <a:pt x="719044" y="491542"/>
                  </a:lnTo>
                  <a:lnTo>
                    <a:pt x="720758" y="492252"/>
                  </a:lnTo>
                  <a:lnTo>
                    <a:pt x="721529" y="492316"/>
                  </a:lnTo>
                  <a:lnTo>
                    <a:pt x="723041" y="491789"/>
                  </a:lnTo>
                  <a:lnTo>
                    <a:pt x="727939" y="491072"/>
                  </a:lnTo>
                  <a:lnTo>
                    <a:pt x="729592" y="491303"/>
                  </a:lnTo>
                  <a:lnTo>
                    <a:pt x="730723" y="492597"/>
                  </a:lnTo>
                  <a:lnTo>
                    <a:pt x="732083" y="492785"/>
                  </a:lnTo>
                  <a:lnTo>
                    <a:pt x="735232" y="493747"/>
                  </a:lnTo>
                  <a:lnTo>
                    <a:pt x="737220" y="493248"/>
                  </a:lnTo>
                  <a:lnTo>
                    <a:pt x="738469" y="491843"/>
                  </a:lnTo>
                  <a:lnTo>
                    <a:pt x="739777" y="491923"/>
                  </a:lnTo>
                  <a:lnTo>
                    <a:pt x="741192" y="492394"/>
                  </a:lnTo>
                  <a:lnTo>
                    <a:pt x="741572" y="496541"/>
                  </a:lnTo>
                  <a:lnTo>
                    <a:pt x="741077" y="498564"/>
                  </a:lnTo>
                  <a:lnTo>
                    <a:pt x="741304" y="499911"/>
                  </a:lnTo>
                  <a:lnTo>
                    <a:pt x="742070" y="501113"/>
                  </a:lnTo>
                  <a:lnTo>
                    <a:pt x="744478" y="503050"/>
                  </a:lnTo>
                  <a:lnTo>
                    <a:pt x="745609" y="504594"/>
                  </a:lnTo>
                  <a:lnTo>
                    <a:pt x="745468" y="508372"/>
                  </a:lnTo>
                  <a:lnTo>
                    <a:pt x="746365" y="510509"/>
                  </a:lnTo>
                  <a:lnTo>
                    <a:pt x="747287" y="511380"/>
                  </a:lnTo>
                  <a:lnTo>
                    <a:pt x="746382" y="512511"/>
                  </a:lnTo>
                  <a:lnTo>
                    <a:pt x="745469" y="513075"/>
                  </a:lnTo>
                  <a:lnTo>
                    <a:pt x="746716" y="516585"/>
                  </a:lnTo>
                  <a:lnTo>
                    <a:pt x="746204" y="517299"/>
                  </a:lnTo>
                  <a:lnTo>
                    <a:pt x="746582" y="519472"/>
                  </a:lnTo>
                  <a:lnTo>
                    <a:pt x="746618" y="523283"/>
                  </a:lnTo>
                  <a:lnTo>
                    <a:pt x="747055" y="523782"/>
                  </a:lnTo>
                  <a:lnTo>
                    <a:pt x="748707" y="523723"/>
                  </a:lnTo>
                  <a:lnTo>
                    <a:pt x="748514" y="525414"/>
                  </a:lnTo>
                  <a:lnTo>
                    <a:pt x="748012" y="525288"/>
                  </a:lnTo>
                  <a:lnTo>
                    <a:pt x="747684" y="525646"/>
                  </a:lnTo>
                  <a:lnTo>
                    <a:pt x="747053" y="525815"/>
                  </a:lnTo>
                  <a:lnTo>
                    <a:pt x="745850" y="525555"/>
                  </a:lnTo>
                  <a:lnTo>
                    <a:pt x="744820" y="525712"/>
                  </a:lnTo>
                  <a:lnTo>
                    <a:pt x="743689" y="525499"/>
                  </a:lnTo>
                  <a:lnTo>
                    <a:pt x="743441" y="526392"/>
                  </a:lnTo>
                  <a:lnTo>
                    <a:pt x="742756" y="526377"/>
                  </a:lnTo>
                  <a:lnTo>
                    <a:pt x="741195" y="526879"/>
                  </a:lnTo>
                  <a:lnTo>
                    <a:pt x="740493" y="528063"/>
                  </a:lnTo>
                  <a:lnTo>
                    <a:pt x="737104" y="527778"/>
                  </a:lnTo>
                  <a:lnTo>
                    <a:pt x="734963" y="528845"/>
                  </a:lnTo>
                  <a:lnTo>
                    <a:pt x="732880" y="530334"/>
                  </a:lnTo>
                  <a:lnTo>
                    <a:pt x="731153" y="530885"/>
                  </a:lnTo>
                  <a:lnTo>
                    <a:pt x="730082" y="530895"/>
                  </a:lnTo>
                  <a:lnTo>
                    <a:pt x="728149" y="529829"/>
                  </a:lnTo>
                  <a:lnTo>
                    <a:pt x="728012" y="533482"/>
                  </a:lnTo>
                  <a:lnTo>
                    <a:pt x="728277" y="537012"/>
                  </a:lnTo>
                  <a:lnTo>
                    <a:pt x="728921" y="537055"/>
                  </a:lnTo>
                  <a:lnTo>
                    <a:pt x="729006" y="538983"/>
                  </a:lnTo>
                  <a:lnTo>
                    <a:pt x="728464" y="538915"/>
                  </a:lnTo>
                  <a:lnTo>
                    <a:pt x="728768" y="540556"/>
                  </a:lnTo>
                  <a:lnTo>
                    <a:pt x="729356" y="541207"/>
                  </a:lnTo>
                  <a:lnTo>
                    <a:pt x="730526" y="541184"/>
                  </a:lnTo>
                  <a:lnTo>
                    <a:pt x="730563" y="542041"/>
                  </a:lnTo>
                  <a:lnTo>
                    <a:pt x="731457" y="542528"/>
                  </a:lnTo>
                  <a:lnTo>
                    <a:pt x="731883" y="543767"/>
                  </a:lnTo>
                  <a:lnTo>
                    <a:pt x="732307" y="543519"/>
                  </a:lnTo>
                  <a:lnTo>
                    <a:pt x="733891" y="543683"/>
                  </a:lnTo>
                  <a:lnTo>
                    <a:pt x="734675" y="543425"/>
                  </a:lnTo>
                  <a:lnTo>
                    <a:pt x="736889" y="544823"/>
                  </a:lnTo>
                  <a:lnTo>
                    <a:pt x="736463" y="546663"/>
                  </a:lnTo>
                  <a:lnTo>
                    <a:pt x="731469" y="547052"/>
                  </a:lnTo>
                  <a:lnTo>
                    <a:pt x="730044" y="546703"/>
                  </a:lnTo>
                  <a:lnTo>
                    <a:pt x="730118" y="546415"/>
                  </a:lnTo>
                  <a:lnTo>
                    <a:pt x="728460" y="545645"/>
                  </a:lnTo>
                  <a:lnTo>
                    <a:pt x="726273" y="546257"/>
                  </a:lnTo>
                  <a:lnTo>
                    <a:pt x="724703" y="548378"/>
                  </a:lnTo>
                  <a:lnTo>
                    <a:pt x="722851" y="549488"/>
                  </a:lnTo>
                  <a:lnTo>
                    <a:pt x="721851" y="549884"/>
                  </a:lnTo>
                  <a:lnTo>
                    <a:pt x="718407" y="549927"/>
                  </a:lnTo>
                  <a:lnTo>
                    <a:pt x="716890" y="550338"/>
                  </a:lnTo>
                  <a:lnTo>
                    <a:pt x="715291" y="551454"/>
                  </a:lnTo>
                  <a:lnTo>
                    <a:pt x="714575" y="551518"/>
                  </a:lnTo>
                  <a:lnTo>
                    <a:pt x="711296" y="549892"/>
                  </a:lnTo>
                  <a:lnTo>
                    <a:pt x="707705" y="549665"/>
                  </a:lnTo>
                  <a:lnTo>
                    <a:pt x="707088" y="550932"/>
                  </a:lnTo>
                  <a:lnTo>
                    <a:pt x="707024" y="551726"/>
                  </a:lnTo>
                  <a:lnTo>
                    <a:pt x="706097" y="552913"/>
                  </a:lnTo>
                  <a:lnTo>
                    <a:pt x="704176" y="553135"/>
                  </a:lnTo>
                  <a:lnTo>
                    <a:pt x="703757" y="552780"/>
                  </a:lnTo>
                  <a:lnTo>
                    <a:pt x="702777" y="553077"/>
                  </a:lnTo>
                  <a:lnTo>
                    <a:pt x="702844" y="553919"/>
                  </a:lnTo>
                  <a:lnTo>
                    <a:pt x="702038" y="554413"/>
                  </a:lnTo>
                  <a:lnTo>
                    <a:pt x="697976" y="554770"/>
                  </a:lnTo>
                  <a:lnTo>
                    <a:pt x="696235" y="555501"/>
                  </a:lnTo>
                  <a:lnTo>
                    <a:pt x="693830" y="555887"/>
                  </a:lnTo>
                  <a:lnTo>
                    <a:pt x="694297" y="558251"/>
                  </a:lnTo>
                  <a:lnTo>
                    <a:pt x="694619" y="558426"/>
                  </a:lnTo>
                  <a:lnTo>
                    <a:pt x="695021" y="558351"/>
                  </a:lnTo>
                  <a:lnTo>
                    <a:pt x="695131" y="558037"/>
                  </a:lnTo>
                  <a:lnTo>
                    <a:pt x="695878" y="558025"/>
                  </a:lnTo>
                  <a:lnTo>
                    <a:pt x="696826" y="557387"/>
                  </a:lnTo>
                  <a:lnTo>
                    <a:pt x="697441" y="557733"/>
                  </a:lnTo>
                  <a:lnTo>
                    <a:pt x="698704" y="557827"/>
                  </a:lnTo>
                  <a:lnTo>
                    <a:pt x="698955" y="561066"/>
                  </a:lnTo>
                  <a:lnTo>
                    <a:pt x="698039" y="561408"/>
                  </a:lnTo>
                  <a:lnTo>
                    <a:pt x="696724" y="561264"/>
                  </a:lnTo>
                  <a:lnTo>
                    <a:pt x="697476" y="564594"/>
                  </a:lnTo>
                  <a:lnTo>
                    <a:pt x="696993" y="564445"/>
                  </a:lnTo>
                  <a:lnTo>
                    <a:pt x="696330" y="564898"/>
                  </a:lnTo>
                  <a:lnTo>
                    <a:pt x="695732" y="566216"/>
                  </a:lnTo>
                  <a:lnTo>
                    <a:pt x="693800" y="567594"/>
                  </a:lnTo>
                  <a:lnTo>
                    <a:pt x="692268" y="568350"/>
                  </a:lnTo>
                  <a:lnTo>
                    <a:pt x="690521" y="568797"/>
                  </a:lnTo>
                  <a:lnTo>
                    <a:pt x="690016" y="568136"/>
                  </a:lnTo>
                  <a:lnTo>
                    <a:pt x="687797" y="567266"/>
                  </a:lnTo>
                  <a:lnTo>
                    <a:pt x="686784" y="567317"/>
                  </a:lnTo>
                  <a:lnTo>
                    <a:pt x="683960" y="568294"/>
                  </a:lnTo>
                  <a:lnTo>
                    <a:pt x="681747" y="567670"/>
                  </a:lnTo>
                  <a:lnTo>
                    <a:pt x="677630" y="567876"/>
                  </a:lnTo>
                  <a:lnTo>
                    <a:pt x="673593" y="566974"/>
                  </a:lnTo>
                  <a:lnTo>
                    <a:pt x="671435" y="565943"/>
                  </a:lnTo>
                  <a:lnTo>
                    <a:pt x="667689" y="563151"/>
                  </a:lnTo>
                  <a:lnTo>
                    <a:pt x="665319" y="561879"/>
                  </a:lnTo>
                  <a:lnTo>
                    <a:pt x="662721" y="561061"/>
                  </a:lnTo>
                  <a:lnTo>
                    <a:pt x="661367" y="560337"/>
                  </a:lnTo>
                  <a:lnTo>
                    <a:pt x="660625" y="557885"/>
                  </a:lnTo>
                  <a:lnTo>
                    <a:pt x="660450" y="556296"/>
                  </a:lnTo>
                  <a:lnTo>
                    <a:pt x="660989" y="554924"/>
                  </a:lnTo>
                  <a:lnTo>
                    <a:pt x="662642" y="553067"/>
                  </a:lnTo>
                  <a:lnTo>
                    <a:pt x="660658" y="552153"/>
                  </a:lnTo>
                  <a:lnTo>
                    <a:pt x="657815" y="548174"/>
                  </a:lnTo>
                  <a:lnTo>
                    <a:pt x="657092" y="545494"/>
                  </a:lnTo>
                  <a:lnTo>
                    <a:pt x="657033" y="542687"/>
                  </a:lnTo>
                  <a:lnTo>
                    <a:pt x="656389" y="541213"/>
                  </a:lnTo>
                  <a:lnTo>
                    <a:pt x="653404" y="541448"/>
                  </a:lnTo>
                  <a:lnTo>
                    <a:pt x="650831" y="542226"/>
                  </a:lnTo>
                  <a:lnTo>
                    <a:pt x="651500" y="540689"/>
                  </a:lnTo>
                  <a:lnTo>
                    <a:pt x="649799" y="538072"/>
                  </a:lnTo>
                  <a:lnTo>
                    <a:pt x="648265" y="536455"/>
                  </a:lnTo>
                  <a:lnTo>
                    <a:pt x="645052" y="535501"/>
                  </a:lnTo>
                  <a:lnTo>
                    <a:pt x="643383" y="535652"/>
                  </a:lnTo>
                  <a:lnTo>
                    <a:pt x="641995" y="534021"/>
                  </a:lnTo>
                  <a:lnTo>
                    <a:pt x="641182" y="533966"/>
                  </a:lnTo>
                  <a:lnTo>
                    <a:pt x="640453" y="533320"/>
                  </a:lnTo>
                  <a:lnTo>
                    <a:pt x="639612" y="533158"/>
                  </a:lnTo>
                  <a:lnTo>
                    <a:pt x="637991" y="533130"/>
                  </a:lnTo>
                  <a:lnTo>
                    <a:pt x="637765" y="533517"/>
                  </a:lnTo>
                  <a:lnTo>
                    <a:pt x="637105" y="532897"/>
                  </a:lnTo>
                  <a:lnTo>
                    <a:pt x="633334" y="534768"/>
                  </a:lnTo>
                  <a:lnTo>
                    <a:pt x="632640" y="533905"/>
                  </a:lnTo>
                  <a:lnTo>
                    <a:pt x="632339" y="532828"/>
                  </a:lnTo>
                  <a:lnTo>
                    <a:pt x="631034" y="533303"/>
                  </a:lnTo>
                  <a:lnTo>
                    <a:pt x="629568" y="532868"/>
                  </a:lnTo>
                  <a:lnTo>
                    <a:pt x="629011" y="532069"/>
                  </a:lnTo>
                  <a:lnTo>
                    <a:pt x="628862" y="531316"/>
                  </a:lnTo>
                  <a:lnTo>
                    <a:pt x="627413" y="531441"/>
                  </a:lnTo>
                  <a:lnTo>
                    <a:pt x="625864" y="531093"/>
                  </a:lnTo>
                  <a:lnTo>
                    <a:pt x="624379" y="531263"/>
                  </a:lnTo>
                  <a:lnTo>
                    <a:pt x="625163" y="530003"/>
                  </a:lnTo>
                  <a:lnTo>
                    <a:pt x="625465" y="528895"/>
                  </a:lnTo>
                  <a:lnTo>
                    <a:pt x="625434" y="527421"/>
                  </a:lnTo>
                  <a:lnTo>
                    <a:pt x="625930" y="526807"/>
                  </a:lnTo>
                  <a:lnTo>
                    <a:pt x="624484" y="526821"/>
                  </a:lnTo>
                  <a:lnTo>
                    <a:pt x="623775" y="526547"/>
                  </a:lnTo>
                  <a:lnTo>
                    <a:pt x="623816" y="524334"/>
                  </a:lnTo>
                  <a:lnTo>
                    <a:pt x="624080" y="524348"/>
                  </a:lnTo>
                  <a:lnTo>
                    <a:pt x="625301" y="523235"/>
                  </a:lnTo>
                  <a:lnTo>
                    <a:pt x="626304" y="524147"/>
                  </a:lnTo>
                  <a:lnTo>
                    <a:pt x="627785" y="523062"/>
                  </a:lnTo>
                  <a:lnTo>
                    <a:pt x="628115" y="522555"/>
                  </a:lnTo>
                  <a:lnTo>
                    <a:pt x="628100" y="521501"/>
                  </a:lnTo>
                  <a:lnTo>
                    <a:pt x="630164" y="521058"/>
                  </a:lnTo>
                  <a:lnTo>
                    <a:pt x="631008" y="520477"/>
                  </a:lnTo>
                  <a:lnTo>
                    <a:pt x="628871" y="519330"/>
                  </a:lnTo>
                  <a:lnTo>
                    <a:pt x="628061" y="518475"/>
                  </a:lnTo>
                  <a:lnTo>
                    <a:pt x="627551" y="518369"/>
                  </a:lnTo>
                  <a:lnTo>
                    <a:pt x="627377" y="518018"/>
                  </a:lnTo>
                  <a:lnTo>
                    <a:pt x="626850" y="517748"/>
                  </a:lnTo>
                  <a:lnTo>
                    <a:pt x="625496" y="517885"/>
                  </a:lnTo>
                  <a:lnTo>
                    <a:pt x="624032" y="518729"/>
                  </a:lnTo>
                  <a:lnTo>
                    <a:pt x="623874" y="519317"/>
                  </a:lnTo>
                  <a:lnTo>
                    <a:pt x="623618" y="519207"/>
                  </a:lnTo>
                  <a:lnTo>
                    <a:pt x="623133" y="519524"/>
                  </a:lnTo>
                  <a:lnTo>
                    <a:pt x="622621" y="519352"/>
                  </a:lnTo>
                  <a:lnTo>
                    <a:pt x="621080" y="519812"/>
                  </a:lnTo>
                  <a:lnTo>
                    <a:pt x="620122" y="517432"/>
                  </a:lnTo>
                  <a:lnTo>
                    <a:pt x="619499" y="516954"/>
                  </a:lnTo>
                  <a:lnTo>
                    <a:pt x="617497" y="517367"/>
                  </a:lnTo>
                  <a:lnTo>
                    <a:pt x="617246" y="516552"/>
                  </a:lnTo>
                  <a:lnTo>
                    <a:pt x="615825" y="514740"/>
                  </a:lnTo>
                  <a:lnTo>
                    <a:pt x="616042" y="513782"/>
                  </a:lnTo>
                  <a:lnTo>
                    <a:pt x="615675" y="513543"/>
                  </a:lnTo>
                  <a:lnTo>
                    <a:pt x="615902" y="512166"/>
                  </a:lnTo>
                  <a:lnTo>
                    <a:pt x="615651" y="510129"/>
                  </a:lnTo>
                  <a:lnTo>
                    <a:pt x="615177" y="509429"/>
                  </a:lnTo>
                  <a:lnTo>
                    <a:pt x="614131" y="510696"/>
                  </a:lnTo>
                  <a:lnTo>
                    <a:pt x="614534" y="511163"/>
                  </a:lnTo>
                  <a:lnTo>
                    <a:pt x="614352" y="511389"/>
                  </a:lnTo>
                  <a:lnTo>
                    <a:pt x="612628" y="512125"/>
                  </a:lnTo>
                  <a:lnTo>
                    <a:pt x="611761" y="511435"/>
                  </a:lnTo>
                  <a:lnTo>
                    <a:pt x="611267" y="511586"/>
                  </a:lnTo>
                  <a:lnTo>
                    <a:pt x="610712" y="510754"/>
                  </a:lnTo>
                  <a:lnTo>
                    <a:pt x="610323" y="510689"/>
                  </a:lnTo>
                  <a:lnTo>
                    <a:pt x="609827" y="511073"/>
                  </a:lnTo>
                  <a:lnTo>
                    <a:pt x="608021" y="511339"/>
                  </a:lnTo>
                  <a:lnTo>
                    <a:pt x="607027" y="512083"/>
                  </a:lnTo>
                  <a:lnTo>
                    <a:pt x="606092" y="512385"/>
                  </a:lnTo>
                  <a:lnTo>
                    <a:pt x="604248" y="512646"/>
                  </a:lnTo>
                  <a:lnTo>
                    <a:pt x="603381" y="512384"/>
                  </a:lnTo>
                  <a:lnTo>
                    <a:pt x="602200" y="512620"/>
                  </a:lnTo>
                  <a:lnTo>
                    <a:pt x="601593" y="512047"/>
                  </a:lnTo>
                  <a:lnTo>
                    <a:pt x="600579" y="508291"/>
                  </a:lnTo>
                  <a:lnTo>
                    <a:pt x="599191" y="505190"/>
                  </a:lnTo>
                  <a:lnTo>
                    <a:pt x="598044" y="503806"/>
                  </a:lnTo>
                  <a:lnTo>
                    <a:pt x="597756" y="503762"/>
                  </a:lnTo>
                  <a:lnTo>
                    <a:pt x="596303" y="505612"/>
                  </a:lnTo>
                  <a:lnTo>
                    <a:pt x="595103" y="506396"/>
                  </a:lnTo>
                  <a:lnTo>
                    <a:pt x="594906" y="506932"/>
                  </a:lnTo>
                  <a:lnTo>
                    <a:pt x="592496" y="506220"/>
                  </a:lnTo>
                  <a:lnTo>
                    <a:pt x="592120" y="507167"/>
                  </a:lnTo>
                  <a:lnTo>
                    <a:pt x="590419" y="508836"/>
                  </a:lnTo>
                  <a:lnTo>
                    <a:pt x="589819" y="509809"/>
                  </a:lnTo>
                  <a:lnTo>
                    <a:pt x="590283" y="512136"/>
                  </a:lnTo>
                  <a:lnTo>
                    <a:pt x="589971" y="514976"/>
                  </a:lnTo>
                  <a:lnTo>
                    <a:pt x="590196" y="517492"/>
                  </a:lnTo>
                  <a:lnTo>
                    <a:pt x="589907" y="520584"/>
                  </a:lnTo>
                  <a:lnTo>
                    <a:pt x="589705" y="521229"/>
                  </a:lnTo>
                  <a:lnTo>
                    <a:pt x="588356" y="523245"/>
                  </a:lnTo>
                  <a:lnTo>
                    <a:pt x="586787" y="525149"/>
                  </a:lnTo>
                  <a:lnTo>
                    <a:pt x="585209" y="530527"/>
                  </a:lnTo>
                  <a:lnTo>
                    <a:pt x="582786" y="533748"/>
                  </a:lnTo>
                  <a:lnTo>
                    <a:pt x="582679" y="534596"/>
                  </a:lnTo>
                  <a:lnTo>
                    <a:pt x="583358" y="536299"/>
                  </a:lnTo>
                  <a:lnTo>
                    <a:pt x="583517" y="539226"/>
                  </a:lnTo>
                  <a:lnTo>
                    <a:pt x="584032" y="541530"/>
                  </a:lnTo>
                  <a:lnTo>
                    <a:pt x="583524" y="542443"/>
                  </a:lnTo>
                  <a:lnTo>
                    <a:pt x="581797" y="543085"/>
                  </a:lnTo>
                  <a:lnTo>
                    <a:pt x="581006" y="546059"/>
                  </a:lnTo>
                  <a:lnTo>
                    <a:pt x="578721" y="546743"/>
                  </a:lnTo>
                  <a:lnTo>
                    <a:pt x="577535" y="546008"/>
                  </a:lnTo>
                  <a:lnTo>
                    <a:pt x="575596" y="546064"/>
                  </a:lnTo>
                  <a:lnTo>
                    <a:pt x="575741" y="545732"/>
                  </a:lnTo>
                  <a:lnTo>
                    <a:pt x="575070" y="545720"/>
                  </a:lnTo>
                  <a:lnTo>
                    <a:pt x="574401" y="546945"/>
                  </a:lnTo>
                  <a:lnTo>
                    <a:pt x="573291" y="546055"/>
                  </a:lnTo>
                  <a:lnTo>
                    <a:pt x="571424" y="547917"/>
                  </a:lnTo>
                  <a:lnTo>
                    <a:pt x="569670" y="547782"/>
                  </a:lnTo>
                  <a:lnTo>
                    <a:pt x="568654" y="547418"/>
                  </a:lnTo>
                  <a:lnTo>
                    <a:pt x="568343" y="548433"/>
                  </a:lnTo>
                  <a:lnTo>
                    <a:pt x="567382" y="548181"/>
                  </a:lnTo>
                  <a:lnTo>
                    <a:pt x="566309" y="547326"/>
                  </a:lnTo>
                  <a:lnTo>
                    <a:pt x="565346" y="546944"/>
                  </a:lnTo>
                  <a:lnTo>
                    <a:pt x="564477" y="545017"/>
                  </a:lnTo>
                  <a:lnTo>
                    <a:pt x="563259" y="544666"/>
                  </a:lnTo>
                  <a:lnTo>
                    <a:pt x="561099" y="548176"/>
                  </a:lnTo>
                  <a:lnTo>
                    <a:pt x="559357" y="549317"/>
                  </a:lnTo>
                  <a:lnTo>
                    <a:pt x="558552" y="550440"/>
                  </a:lnTo>
                  <a:lnTo>
                    <a:pt x="557420" y="550843"/>
                  </a:lnTo>
                  <a:lnTo>
                    <a:pt x="557060" y="551234"/>
                  </a:lnTo>
                  <a:lnTo>
                    <a:pt x="555122" y="550191"/>
                  </a:lnTo>
                  <a:lnTo>
                    <a:pt x="554859" y="551745"/>
                  </a:lnTo>
                  <a:lnTo>
                    <a:pt x="554532" y="552182"/>
                  </a:lnTo>
                  <a:lnTo>
                    <a:pt x="554347" y="551963"/>
                  </a:lnTo>
                  <a:lnTo>
                    <a:pt x="554026" y="552183"/>
                  </a:lnTo>
                  <a:lnTo>
                    <a:pt x="553379" y="552970"/>
                  </a:lnTo>
                  <a:lnTo>
                    <a:pt x="552103" y="552382"/>
                  </a:lnTo>
                  <a:lnTo>
                    <a:pt x="551541" y="553902"/>
                  </a:lnTo>
                  <a:lnTo>
                    <a:pt x="550605" y="554525"/>
                  </a:lnTo>
                  <a:lnTo>
                    <a:pt x="546220" y="556133"/>
                  </a:lnTo>
                  <a:lnTo>
                    <a:pt x="545185" y="557300"/>
                  </a:lnTo>
                  <a:lnTo>
                    <a:pt x="542410" y="558976"/>
                  </a:lnTo>
                  <a:lnTo>
                    <a:pt x="542186" y="558714"/>
                  </a:lnTo>
                  <a:lnTo>
                    <a:pt x="542067" y="558883"/>
                  </a:lnTo>
                  <a:lnTo>
                    <a:pt x="542439" y="560184"/>
                  </a:lnTo>
                  <a:lnTo>
                    <a:pt x="543449" y="560698"/>
                  </a:lnTo>
                  <a:lnTo>
                    <a:pt x="545067" y="560980"/>
                  </a:lnTo>
                  <a:lnTo>
                    <a:pt x="545192" y="561831"/>
                  </a:lnTo>
                  <a:lnTo>
                    <a:pt x="544475" y="562943"/>
                  </a:lnTo>
                  <a:lnTo>
                    <a:pt x="544244" y="565229"/>
                  </a:lnTo>
                  <a:lnTo>
                    <a:pt x="546234" y="568841"/>
                  </a:lnTo>
                  <a:lnTo>
                    <a:pt x="548881" y="571961"/>
                  </a:lnTo>
                  <a:lnTo>
                    <a:pt x="549984" y="574051"/>
                  </a:lnTo>
                  <a:lnTo>
                    <a:pt x="549287" y="575401"/>
                  </a:lnTo>
                  <a:lnTo>
                    <a:pt x="547670" y="577481"/>
                  </a:lnTo>
                  <a:lnTo>
                    <a:pt x="547833" y="578761"/>
                  </a:lnTo>
                  <a:lnTo>
                    <a:pt x="547137" y="581921"/>
                  </a:lnTo>
                  <a:lnTo>
                    <a:pt x="546240" y="583266"/>
                  </a:lnTo>
                  <a:lnTo>
                    <a:pt x="545320" y="587450"/>
                  </a:lnTo>
                  <a:lnTo>
                    <a:pt x="545108" y="591447"/>
                  </a:lnTo>
                  <a:lnTo>
                    <a:pt x="544474" y="593106"/>
                  </a:lnTo>
                  <a:lnTo>
                    <a:pt x="543826" y="596413"/>
                  </a:lnTo>
                  <a:lnTo>
                    <a:pt x="542928" y="598362"/>
                  </a:lnTo>
                  <a:lnTo>
                    <a:pt x="542636" y="599683"/>
                  </a:lnTo>
                  <a:lnTo>
                    <a:pt x="541590" y="601653"/>
                  </a:lnTo>
                  <a:lnTo>
                    <a:pt x="541198" y="600891"/>
                  </a:lnTo>
                  <a:lnTo>
                    <a:pt x="538031" y="600740"/>
                  </a:lnTo>
                  <a:lnTo>
                    <a:pt x="537371" y="601421"/>
                  </a:lnTo>
                  <a:lnTo>
                    <a:pt x="537019" y="602485"/>
                  </a:lnTo>
                  <a:lnTo>
                    <a:pt x="535672" y="604401"/>
                  </a:lnTo>
                  <a:lnTo>
                    <a:pt x="537374" y="606234"/>
                  </a:lnTo>
                  <a:lnTo>
                    <a:pt x="537688" y="606868"/>
                  </a:lnTo>
                  <a:lnTo>
                    <a:pt x="538407" y="607362"/>
                  </a:lnTo>
                  <a:lnTo>
                    <a:pt x="537273" y="608802"/>
                  </a:lnTo>
                  <a:lnTo>
                    <a:pt x="536613" y="610717"/>
                  </a:lnTo>
                  <a:lnTo>
                    <a:pt x="534792" y="612455"/>
                  </a:lnTo>
                  <a:lnTo>
                    <a:pt x="533998" y="614333"/>
                  </a:lnTo>
                  <a:lnTo>
                    <a:pt x="533686" y="614220"/>
                  </a:lnTo>
                  <a:lnTo>
                    <a:pt x="533445" y="615381"/>
                  </a:lnTo>
                  <a:lnTo>
                    <a:pt x="533785" y="615759"/>
                  </a:lnTo>
                  <a:lnTo>
                    <a:pt x="532884" y="617472"/>
                  </a:lnTo>
                  <a:lnTo>
                    <a:pt x="532789" y="620363"/>
                  </a:lnTo>
                  <a:lnTo>
                    <a:pt x="531502" y="624408"/>
                  </a:lnTo>
                  <a:lnTo>
                    <a:pt x="528776" y="623088"/>
                  </a:lnTo>
                  <a:lnTo>
                    <a:pt x="528138" y="622877"/>
                  </a:lnTo>
                  <a:lnTo>
                    <a:pt x="527391" y="622943"/>
                  </a:lnTo>
                  <a:lnTo>
                    <a:pt x="525955" y="622300"/>
                  </a:lnTo>
                  <a:lnTo>
                    <a:pt x="525799" y="622755"/>
                  </a:lnTo>
                  <a:lnTo>
                    <a:pt x="525165" y="623173"/>
                  </a:lnTo>
                  <a:lnTo>
                    <a:pt x="524476" y="625427"/>
                  </a:lnTo>
                  <a:lnTo>
                    <a:pt x="524489" y="627417"/>
                  </a:lnTo>
                  <a:lnTo>
                    <a:pt x="524955" y="627521"/>
                  </a:lnTo>
                  <a:lnTo>
                    <a:pt x="526135" y="628479"/>
                  </a:lnTo>
                  <a:lnTo>
                    <a:pt x="526584" y="628528"/>
                  </a:lnTo>
                  <a:lnTo>
                    <a:pt x="527363" y="630071"/>
                  </a:lnTo>
                  <a:lnTo>
                    <a:pt x="527544" y="630238"/>
                  </a:lnTo>
                  <a:lnTo>
                    <a:pt x="527958" y="630143"/>
                  </a:lnTo>
                  <a:lnTo>
                    <a:pt x="528621" y="631677"/>
                  </a:lnTo>
                  <a:lnTo>
                    <a:pt x="528449" y="634213"/>
                  </a:lnTo>
                  <a:lnTo>
                    <a:pt x="528209" y="634263"/>
                  </a:lnTo>
                  <a:lnTo>
                    <a:pt x="528645" y="634990"/>
                  </a:lnTo>
                  <a:lnTo>
                    <a:pt x="528906" y="634990"/>
                  </a:lnTo>
                  <a:lnTo>
                    <a:pt x="528897" y="635780"/>
                  </a:lnTo>
                  <a:lnTo>
                    <a:pt x="528244" y="637787"/>
                  </a:lnTo>
                  <a:lnTo>
                    <a:pt x="528390" y="637641"/>
                  </a:lnTo>
                  <a:lnTo>
                    <a:pt x="528866" y="637887"/>
                  </a:lnTo>
                  <a:lnTo>
                    <a:pt x="528878" y="638532"/>
                  </a:lnTo>
                  <a:lnTo>
                    <a:pt x="529339" y="638947"/>
                  </a:lnTo>
                  <a:lnTo>
                    <a:pt x="529312" y="639808"/>
                  </a:lnTo>
                  <a:lnTo>
                    <a:pt x="529803" y="640254"/>
                  </a:lnTo>
                  <a:lnTo>
                    <a:pt x="530106" y="641501"/>
                  </a:lnTo>
                  <a:lnTo>
                    <a:pt x="531552" y="642589"/>
                  </a:lnTo>
                  <a:lnTo>
                    <a:pt x="532573" y="642728"/>
                  </a:lnTo>
                  <a:lnTo>
                    <a:pt x="532797" y="642964"/>
                  </a:lnTo>
                  <a:lnTo>
                    <a:pt x="532894" y="643607"/>
                  </a:lnTo>
                  <a:lnTo>
                    <a:pt x="532393" y="644274"/>
                  </a:lnTo>
                  <a:lnTo>
                    <a:pt x="531897" y="644235"/>
                  </a:lnTo>
                  <a:lnTo>
                    <a:pt x="532096" y="645138"/>
                  </a:lnTo>
                  <a:lnTo>
                    <a:pt x="532395" y="645360"/>
                  </a:lnTo>
                  <a:lnTo>
                    <a:pt x="532028" y="645875"/>
                  </a:lnTo>
                  <a:lnTo>
                    <a:pt x="532060" y="646293"/>
                  </a:lnTo>
                  <a:lnTo>
                    <a:pt x="531278" y="647447"/>
                  </a:lnTo>
                  <a:lnTo>
                    <a:pt x="530746" y="647310"/>
                  </a:lnTo>
                  <a:lnTo>
                    <a:pt x="530314" y="648039"/>
                  </a:lnTo>
                  <a:lnTo>
                    <a:pt x="530411" y="648542"/>
                  </a:lnTo>
                  <a:lnTo>
                    <a:pt x="530134" y="649418"/>
                  </a:lnTo>
                  <a:lnTo>
                    <a:pt x="529536" y="650140"/>
                  </a:lnTo>
                  <a:lnTo>
                    <a:pt x="526035" y="651033"/>
                  </a:lnTo>
                  <a:lnTo>
                    <a:pt x="524328" y="652216"/>
                  </a:lnTo>
                  <a:lnTo>
                    <a:pt x="522287" y="653150"/>
                  </a:lnTo>
                  <a:lnTo>
                    <a:pt x="522412" y="653473"/>
                  </a:lnTo>
                  <a:lnTo>
                    <a:pt x="521636" y="654315"/>
                  </a:lnTo>
                  <a:lnTo>
                    <a:pt x="521510" y="655254"/>
                  </a:lnTo>
                  <a:lnTo>
                    <a:pt x="521149" y="655377"/>
                  </a:lnTo>
                  <a:lnTo>
                    <a:pt x="521604" y="655934"/>
                  </a:lnTo>
                  <a:lnTo>
                    <a:pt x="521429" y="656799"/>
                  </a:lnTo>
                  <a:lnTo>
                    <a:pt x="520867" y="657408"/>
                  </a:lnTo>
                  <a:lnTo>
                    <a:pt x="521157" y="657613"/>
                  </a:lnTo>
                  <a:lnTo>
                    <a:pt x="520870" y="658120"/>
                  </a:lnTo>
                  <a:lnTo>
                    <a:pt x="520468" y="658006"/>
                  </a:lnTo>
                  <a:lnTo>
                    <a:pt x="520102" y="658213"/>
                  </a:lnTo>
                  <a:lnTo>
                    <a:pt x="520202" y="658963"/>
                  </a:lnTo>
                  <a:lnTo>
                    <a:pt x="519745" y="659813"/>
                  </a:lnTo>
                  <a:lnTo>
                    <a:pt x="519541" y="659894"/>
                  </a:lnTo>
                  <a:lnTo>
                    <a:pt x="518984" y="659400"/>
                  </a:lnTo>
                  <a:lnTo>
                    <a:pt x="518660" y="659884"/>
                  </a:lnTo>
                  <a:lnTo>
                    <a:pt x="519925" y="660384"/>
                  </a:lnTo>
                  <a:lnTo>
                    <a:pt x="520462" y="660837"/>
                  </a:lnTo>
                  <a:lnTo>
                    <a:pt x="521355" y="662122"/>
                  </a:lnTo>
                  <a:lnTo>
                    <a:pt x="523377" y="664141"/>
                  </a:lnTo>
                  <a:lnTo>
                    <a:pt x="521235" y="664924"/>
                  </a:lnTo>
                  <a:lnTo>
                    <a:pt x="520898" y="665716"/>
                  </a:lnTo>
                  <a:lnTo>
                    <a:pt x="521649" y="666850"/>
                  </a:lnTo>
                  <a:lnTo>
                    <a:pt x="520718" y="667783"/>
                  </a:lnTo>
                  <a:lnTo>
                    <a:pt x="520314" y="668554"/>
                  </a:lnTo>
                  <a:lnTo>
                    <a:pt x="520001" y="668422"/>
                  </a:lnTo>
                  <a:lnTo>
                    <a:pt x="518620" y="668916"/>
                  </a:lnTo>
                  <a:lnTo>
                    <a:pt x="517982" y="669735"/>
                  </a:lnTo>
                  <a:lnTo>
                    <a:pt x="517369" y="671027"/>
                  </a:lnTo>
                  <a:lnTo>
                    <a:pt x="517654" y="671448"/>
                  </a:lnTo>
                  <a:lnTo>
                    <a:pt x="517399" y="671931"/>
                  </a:lnTo>
                  <a:lnTo>
                    <a:pt x="517490" y="672369"/>
                  </a:lnTo>
                  <a:lnTo>
                    <a:pt x="518481" y="672952"/>
                  </a:lnTo>
                  <a:lnTo>
                    <a:pt x="518020" y="673889"/>
                  </a:lnTo>
                  <a:lnTo>
                    <a:pt x="515752" y="672213"/>
                  </a:lnTo>
                  <a:lnTo>
                    <a:pt x="513339" y="671731"/>
                  </a:lnTo>
                  <a:lnTo>
                    <a:pt x="512432" y="673272"/>
                  </a:lnTo>
                  <a:lnTo>
                    <a:pt x="511194" y="673698"/>
                  </a:lnTo>
                  <a:lnTo>
                    <a:pt x="510919" y="673540"/>
                  </a:lnTo>
                  <a:lnTo>
                    <a:pt x="509860" y="674559"/>
                  </a:lnTo>
                  <a:lnTo>
                    <a:pt x="509321" y="675606"/>
                  </a:lnTo>
                  <a:lnTo>
                    <a:pt x="508830" y="675717"/>
                  </a:lnTo>
                  <a:lnTo>
                    <a:pt x="508649" y="675506"/>
                  </a:lnTo>
                  <a:lnTo>
                    <a:pt x="508847" y="675795"/>
                  </a:lnTo>
                  <a:lnTo>
                    <a:pt x="508222" y="676294"/>
                  </a:lnTo>
                  <a:lnTo>
                    <a:pt x="508159" y="676853"/>
                  </a:lnTo>
                  <a:lnTo>
                    <a:pt x="507303" y="677505"/>
                  </a:lnTo>
                  <a:lnTo>
                    <a:pt x="506302" y="677857"/>
                  </a:lnTo>
                  <a:lnTo>
                    <a:pt x="505648" y="678501"/>
                  </a:lnTo>
                  <a:lnTo>
                    <a:pt x="505792" y="678700"/>
                  </a:lnTo>
                  <a:lnTo>
                    <a:pt x="503112" y="679457"/>
                  </a:lnTo>
                  <a:lnTo>
                    <a:pt x="502750" y="679686"/>
                  </a:lnTo>
                  <a:lnTo>
                    <a:pt x="502820" y="679906"/>
                  </a:lnTo>
                  <a:lnTo>
                    <a:pt x="502185" y="680055"/>
                  </a:lnTo>
                  <a:lnTo>
                    <a:pt x="501696" y="680457"/>
                  </a:lnTo>
                  <a:lnTo>
                    <a:pt x="501421" y="680235"/>
                  </a:lnTo>
                  <a:lnTo>
                    <a:pt x="500792" y="680606"/>
                  </a:lnTo>
                  <a:lnTo>
                    <a:pt x="500047" y="680428"/>
                  </a:lnTo>
                  <a:lnTo>
                    <a:pt x="498710" y="680951"/>
                  </a:lnTo>
                  <a:lnTo>
                    <a:pt x="498463" y="681890"/>
                  </a:lnTo>
                  <a:lnTo>
                    <a:pt x="498040" y="681976"/>
                  </a:lnTo>
                  <a:lnTo>
                    <a:pt x="497266" y="682792"/>
                  </a:lnTo>
                  <a:lnTo>
                    <a:pt x="497215" y="683424"/>
                  </a:lnTo>
                  <a:lnTo>
                    <a:pt x="496313" y="683726"/>
                  </a:lnTo>
                  <a:lnTo>
                    <a:pt x="496053" y="684659"/>
                  </a:lnTo>
                  <a:lnTo>
                    <a:pt x="495506" y="685364"/>
                  </a:lnTo>
                  <a:lnTo>
                    <a:pt x="496482" y="687122"/>
                  </a:lnTo>
                  <a:lnTo>
                    <a:pt x="496098" y="688137"/>
                  </a:lnTo>
                  <a:lnTo>
                    <a:pt x="495372" y="688985"/>
                  </a:lnTo>
                  <a:lnTo>
                    <a:pt x="495646" y="690971"/>
                  </a:lnTo>
                  <a:lnTo>
                    <a:pt x="493536" y="691842"/>
                  </a:lnTo>
                  <a:lnTo>
                    <a:pt x="487601" y="681541"/>
                  </a:lnTo>
                  <a:lnTo>
                    <a:pt x="484748" y="683998"/>
                  </a:lnTo>
                  <a:lnTo>
                    <a:pt x="483837" y="685307"/>
                  </a:lnTo>
                  <a:lnTo>
                    <a:pt x="482830" y="682621"/>
                  </a:lnTo>
                  <a:lnTo>
                    <a:pt x="483510" y="680959"/>
                  </a:lnTo>
                  <a:lnTo>
                    <a:pt x="482810" y="679778"/>
                  </a:lnTo>
                  <a:lnTo>
                    <a:pt x="482149" y="679121"/>
                  </a:lnTo>
                  <a:lnTo>
                    <a:pt x="481443" y="679001"/>
                  </a:lnTo>
                  <a:lnTo>
                    <a:pt x="480405" y="677856"/>
                  </a:lnTo>
                  <a:lnTo>
                    <a:pt x="479666" y="678012"/>
                  </a:lnTo>
                  <a:lnTo>
                    <a:pt x="479764" y="678466"/>
                  </a:lnTo>
                  <a:lnTo>
                    <a:pt x="479533" y="678371"/>
                  </a:lnTo>
                  <a:lnTo>
                    <a:pt x="477849" y="677933"/>
                  </a:lnTo>
                  <a:lnTo>
                    <a:pt x="476006" y="678352"/>
                  </a:lnTo>
                  <a:lnTo>
                    <a:pt x="474914" y="679211"/>
                  </a:lnTo>
                  <a:lnTo>
                    <a:pt x="472847" y="680064"/>
                  </a:lnTo>
                  <a:lnTo>
                    <a:pt x="471418" y="681265"/>
                  </a:lnTo>
                  <a:lnTo>
                    <a:pt x="470444" y="681745"/>
                  </a:lnTo>
                  <a:lnTo>
                    <a:pt x="467743" y="682308"/>
                  </a:lnTo>
                  <a:lnTo>
                    <a:pt x="466276" y="679964"/>
                  </a:lnTo>
                  <a:lnTo>
                    <a:pt x="461486" y="683427"/>
                  </a:lnTo>
                  <a:lnTo>
                    <a:pt x="448096" y="691671"/>
                  </a:lnTo>
                  <a:lnTo>
                    <a:pt x="448344" y="692508"/>
                  </a:lnTo>
                  <a:lnTo>
                    <a:pt x="448487" y="696042"/>
                  </a:lnTo>
                  <a:lnTo>
                    <a:pt x="448196" y="697327"/>
                  </a:lnTo>
                  <a:lnTo>
                    <a:pt x="446211" y="699994"/>
                  </a:lnTo>
                  <a:lnTo>
                    <a:pt x="444972" y="700749"/>
                  </a:lnTo>
                  <a:lnTo>
                    <a:pt x="444021" y="701965"/>
                  </a:lnTo>
                  <a:lnTo>
                    <a:pt x="443825" y="703925"/>
                  </a:lnTo>
                  <a:lnTo>
                    <a:pt x="443336" y="704346"/>
                  </a:lnTo>
                  <a:lnTo>
                    <a:pt x="442836" y="704444"/>
                  </a:lnTo>
                  <a:lnTo>
                    <a:pt x="442444" y="704927"/>
                  </a:lnTo>
                  <a:lnTo>
                    <a:pt x="442134" y="707613"/>
                  </a:lnTo>
                  <a:lnTo>
                    <a:pt x="440611" y="710078"/>
                  </a:lnTo>
                  <a:lnTo>
                    <a:pt x="440487" y="710865"/>
                  </a:lnTo>
                  <a:lnTo>
                    <a:pt x="439681" y="711360"/>
                  </a:lnTo>
                  <a:lnTo>
                    <a:pt x="439252" y="711301"/>
                  </a:lnTo>
                  <a:lnTo>
                    <a:pt x="437068" y="710344"/>
                  </a:lnTo>
                  <a:lnTo>
                    <a:pt x="434137" y="709771"/>
                  </a:lnTo>
                  <a:lnTo>
                    <a:pt x="433071" y="709832"/>
                  </a:lnTo>
                  <a:lnTo>
                    <a:pt x="431993" y="710276"/>
                  </a:lnTo>
                  <a:lnTo>
                    <a:pt x="432022" y="711537"/>
                  </a:lnTo>
                  <a:lnTo>
                    <a:pt x="432703" y="712694"/>
                  </a:lnTo>
                  <a:lnTo>
                    <a:pt x="433505" y="713442"/>
                  </a:lnTo>
                  <a:lnTo>
                    <a:pt x="433986" y="713887"/>
                  </a:lnTo>
                  <a:lnTo>
                    <a:pt x="434674" y="713348"/>
                  </a:lnTo>
                  <a:lnTo>
                    <a:pt x="435354" y="713442"/>
                  </a:lnTo>
                  <a:lnTo>
                    <a:pt x="435808" y="713829"/>
                  </a:lnTo>
                  <a:lnTo>
                    <a:pt x="435845" y="714297"/>
                  </a:lnTo>
                  <a:lnTo>
                    <a:pt x="435095" y="714915"/>
                  </a:lnTo>
                  <a:lnTo>
                    <a:pt x="433994" y="716437"/>
                  </a:lnTo>
                  <a:lnTo>
                    <a:pt x="431120" y="716235"/>
                  </a:lnTo>
                  <a:lnTo>
                    <a:pt x="431024" y="714747"/>
                  </a:lnTo>
                  <a:lnTo>
                    <a:pt x="431457" y="713657"/>
                  </a:lnTo>
                  <a:lnTo>
                    <a:pt x="431406" y="712928"/>
                  </a:lnTo>
                  <a:lnTo>
                    <a:pt x="429780" y="711494"/>
                  </a:lnTo>
                  <a:lnTo>
                    <a:pt x="427068" y="712679"/>
                  </a:lnTo>
                  <a:lnTo>
                    <a:pt x="425934" y="712408"/>
                  </a:lnTo>
                  <a:lnTo>
                    <a:pt x="425010" y="713069"/>
                  </a:lnTo>
                  <a:lnTo>
                    <a:pt x="424910" y="713566"/>
                  </a:lnTo>
                  <a:lnTo>
                    <a:pt x="424577" y="713601"/>
                  </a:lnTo>
                  <a:lnTo>
                    <a:pt x="424609" y="714264"/>
                  </a:lnTo>
                  <a:lnTo>
                    <a:pt x="425512" y="714547"/>
                  </a:lnTo>
                  <a:lnTo>
                    <a:pt x="425662" y="715273"/>
                  </a:lnTo>
                  <a:lnTo>
                    <a:pt x="425212" y="716881"/>
                  </a:lnTo>
                  <a:lnTo>
                    <a:pt x="423996" y="717371"/>
                  </a:lnTo>
                  <a:lnTo>
                    <a:pt x="421495" y="716634"/>
                  </a:lnTo>
                  <a:lnTo>
                    <a:pt x="421075" y="715943"/>
                  </a:lnTo>
                  <a:lnTo>
                    <a:pt x="421332" y="715049"/>
                  </a:lnTo>
                  <a:lnTo>
                    <a:pt x="419342" y="714113"/>
                  </a:lnTo>
                  <a:lnTo>
                    <a:pt x="419210" y="713234"/>
                  </a:lnTo>
                  <a:lnTo>
                    <a:pt x="419575" y="713046"/>
                  </a:lnTo>
                  <a:lnTo>
                    <a:pt x="420449" y="713347"/>
                  </a:lnTo>
                  <a:lnTo>
                    <a:pt x="421095" y="713200"/>
                  </a:lnTo>
                  <a:lnTo>
                    <a:pt x="421303" y="712665"/>
                  </a:lnTo>
                  <a:lnTo>
                    <a:pt x="420961" y="711909"/>
                  </a:lnTo>
                  <a:lnTo>
                    <a:pt x="421133" y="711356"/>
                  </a:lnTo>
                  <a:lnTo>
                    <a:pt x="423037" y="711392"/>
                  </a:lnTo>
                  <a:lnTo>
                    <a:pt x="423477" y="711069"/>
                  </a:lnTo>
                  <a:lnTo>
                    <a:pt x="423145" y="710410"/>
                  </a:lnTo>
                  <a:lnTo>
                    <a:pt x="423334" y="710072"/>
                  </a:lnTo>
                  <a:lnTo>
                    <a:pt x="422896" y="709099"/>
                  </a:lnTo>
                  <a:lnTo>
                    <a:pt x="422080" y="708582"/>
                  </a:lnTo>
                  <a:lnTo>
                    <a:pt x="420890" y="708227"/>
                  </a:lnTo>
                  <a:lnTo>
                    <a:pt x="419996" y="708315"/>
                  </a:lnTo>
                  <a:lnTo>
                    <a:pt x="419409" y="708744"/>
                  </a:lnTo>
                  <a:lnTo>
                    <a:pt x="418727" y="709949"/>
                  </a:lnTo>
                  <a:lnTo>
                    <a:pt x="418477" y="711182"/>
                  </a:lnTo>
                  <a:lnTo>
                    <a:pt x="417880" y="711735"/>
                  </a:lnTo>
                  <a:lnTo>
                    <a:pt x="412959" y="710799"/>
                  </a:lnTo>
                  <a:lnTo>
                    <a:pt x="411953" y="714954"/>
                  </a:lnTo>
                  <a:lnTo>
                    <a:pt x="411073" y="716067"/>
                  </a:lnTo>
                  <a:lnTo>
                    <a:pt x="410885" y="717315"/>
                  </a:lnTo>
                  <a:lnTo>
                    <a:pt x="410404" y="718344"/>
                  </a:lnTo>
                  <a:lnTo>
                    <a:pt x="411048" y="719809"/>
                  </a:lnTo>
                  <a:lnTo>
                    <a:pt x="410757" y="720582"/>
                  </a:lnTo>
                  <a:lnTo>
                    <a:pt x="410896" y="722115"/>
                  </a:lnTo>
                  <a:lnTo>
                    <a:pt x="411353" y="723259"/>
                  </a:lnTo>
                  <a:lnTo>
                    <a:pt x="412233" y="724077"/>
                  </a:lnTo>
                  <a:lnTo>
                    <a:pt x="412826" y="723160"/>
                  </a:lnTo>
                  <a:lnTo>
                    <a:pt x="413470" y="722754"/>
                  </a:lnTo>
                  <a:lnTo>
                    <a:pt x="415012" y="722852"/>
                  </a:lnTo>
                  <a:lnTo>
                    <a:pt x="416216" y="722189"/>
                  </a:lnTo>
                  <a:lnTo>
                    <a:pt x="418058" y="721661"/>
                  </a:lnTo>
                  <a:lnTo>
                    <a:pt x="420143" y="721914"/>
                  </a:lnTo>
                  <a:lnTo>
                    <a:pt x="422809" y="723478"/>
                  </a:lnTo>
                  <a:lnTo>
                    <a:pt x="424647" y="725482"/>
                  </a:lnTo>
                  <a:lnTo>
                    <a:pt x="425470" y="728683"/>
                  </a:lnTo>
                  <a:lnTo>
                    <a:pt x="425489" y="730143"/>
                  </a:lnTo>
                  <a:lnTo>
                    <a:pt x="425618" y="730629"/>
                  </a:lnTo>
                  <a:lnTo>
                    <a:pt x="425419" y="731281"/>
                  </a:lnTo>
                  <a:lnTo>
                    <a:pt x="425690" y="732737"/>
                  </a:lnTo>
                  <a:lnTo>
                    <a:pt x="426085" y="733679"/>
                  </a:lnTo>
                  <a:lnTo>
                    <a:pt x="426651" y="734133"/>
                  </a:lnTo>
                  <a:lnTo>
                    <a:pt x="426808" y="734046"/>
                  </a:lnTo>
                  <a:lnTo>
                    <a:pt x="426790" y="734358"/>
                  </a:lnTo>
                  <a:lnTo>
                    <a:pt x="426693" y="734827"/>
                  </a:lnTo>
                  <a:lnTo>
                    <a:pt x="425844" y="734127"/>
                  </a:lnTo>
                  <a:lnTo>
                    <a:pt x="424545" y="735743"/>
                  </a:lnTo>
                  <a:lnTo>
                    <a:pt x="424455" y="734992"/>
                  </a:lnTo>
                  <a:lnTo>
                    <a:pt x="423784" y="733487"/>
                  </a:lnTo>
                  <a:lnTo>
                    <a:pt x="424334" y="732174"/>
                  </a:lnTo>
                  <a:lnTo>
                    <a:pt x="424019" y="732341"/>
                  </a:lnTo>
                  <a:lnTo>
                    <a:pt x="423604" y="731409"/>
                  </a:lnTo>
                  <a:lnTo>
                    <a:pt x="423360" y="729713"/>
                  </a:lnTo>
                  <a:lnTo>
                    <a:pt x="422550" y="729176"/>
                  </a:lnTo>
                  <a:lnTo>
                    <a:pt x="422309" y="727885"/>
                  </a:lnTo>
                  <a:lnTo>
                    <a:pt x="421414" y="727070"/>
                  </a:lnTo>
                  <a:lnTo>
                    <a:pt x="421536" y="726729"/>
                  </a:lnTo>
                  <a:lnTo>
                    <a:pt x="421307" y="726037"/>
                  </a:lnTo>
                  <a:lnTo>
                    <a:pt x="419992" y="724586"/>
                  </a:lnTo>
                  <a:lnTo>
                    <a:pt x="419818" y="724661"/>
                  </a:lnTo>
                  <a:lnTo>
                    <a:pt x="418765" y="722462"/>
                  </a:lnTo>
                  <a:lnTo>
                    <a:pt x="417990" y="722472"/>
                  </a:lnTo>
                  <a:lnTo>
                    <a:pt x="417250" y="723668"/>
                  </a:lnTo>
                  <a:lnTo>
                    <a:pt x="418392" y="723408"/>
                  </a:lnTo>
                  <a:lnTo>
                    <a:pt x="419136" y="724629"/>
                  </a:lnTo>
                  <a:lnTo>
                    <a:pt x="419099" y="724976"/>
                  </a:lnTo>
                  <a:lnTo>
                    <a:pt x="418702" y="725340"/>
                  </a:lnTo>
                  <a:lnTo>
                    <a:pt x="418449" y="726541"/>
                  </a:lnTo>
                  <a:lnTo>
                    <a:pt x="419631" y="727256"/>
                  </a:lnTo>
                  <a:lnTo>
                    <a:pt x="419617" y="728687"/>
                  </a:lnTo>
                  <a:lnTo>
                    <a:pt x="418547" y="728693"/>
                  </a:lnTo>
                  <a:lnTo>
                    <a:pt x="417131" y="729818"/>
                  </a:lnTo>
                  <a:lnTo>
                    <a:pt x="417316" y="730321"/>
                  </a:lnTo>
                  <a:lnTo>
                    <a:pt x="418749" y="730727"/>
                  </a:lnTo>
                  <a:lnTo>
                    <a:pt x="419045" y="731041"/>
                  </a:lnTo>
                  <a:lnTo>
                    <a:pt x="419129" y="731859"/>
                  </a:lnTo>
                  <a:lnTo>
                    <a:pt x="418684" y="732888"/>
                  </a:lnTo>
                  <a:lnTo>
                    <a:pt x="419387" y="733638"/>
                  </a:lnTo>
                  <a:lnTo>
                    <a:pt x="419499" y="734682"/>
                  </a:lnTo>
                  <a:lnTo>
                    <a:pt x="417374" y="734544"/>
                  </a:lnTo>
                  <a:lnTo>
                    <a:pt x="417541" y="733559"/>
                  </a:lnTo>
                  <a:lnTo>
                    <a:pt x="416801" y="733201"/>
                  </a:lnTo>
                  <a:lnTo>
                    <a:pt x="416227" y="734325"/>
                  </a:lnTo>
                  <a:lnTo>
                    <a:pt x="415138" y="733684"/>
                  </a:lnTo>
                  <a:lnTo>
                    <a:pt x="414949" y="733948"/>
                  </a:lnTo>
                  <a:lnTo>
                    <a:pt x="414273" y="733695"/>
                  </a:lnTo>
                  <a:lnTo>
                    <a:pt x="413774" y="733249"/>
                  </a:lnTo>
                  <a:lnTo>
                    <a:pt x="414099" y="732895"/>
                  </a:lnTo>
                  <a:lnTo>
                    <a:pt x="413625" y="731720"/>
                  </a:lnTo>
                  <a:lnTo>
                    <a:pt x="413082" y="732205"/>
                  </a:lnTo>
                  <a:lnTo>
                    <a:pt x="412772" y="731710"/>
                  </a:lnTo>
                  <a:lnTo>
                    <a:pt x="412690" y="731099"/>
                  </a:lnTo>
                  <a:lnTo>
                    <a:pt x="413606" y="730887"/>
                  </a:lnTo>
                  <a:lnTo>
                    <a:pt x="413329" y="729922"/>
                  </a:lnTo>
                  <a:lnTo>
                    <a:pt x="412658" y="729271"/>
                  </a:lnTo>
                  <a:lnTo>
                    <a:pt x="411707" y="730090"/>
                  </a:lnTo>
                  <a:lnTo>
                    <a:pt x="412205" y="731303"/>
                  </a:lnTo>
                  <a:lnTo>
                    <a:pt x="411831" y="731899"/>
                  </a:lnTo>
                  <a:lnTo>
                    <a:pt x="411930" y="732034"/>
                  </a:lnTo>
                  <a:lnTo>
                    <a:pt x="409322" y="732559"/>
                  </a:lnTo>
                  <a:lnTo>
                    <a:pt x="410176" y="735564"/>
                  </a:lnTo>
                  <a:lnTo>
                    <a:pt x="409325" y="735661"/>
                  </a:lnTo>
                  <a:lnTo>
                    <a:pt x="408039" y="736317"/>
                  </a:lnTo>
                  <a:lnTo>
                    <a:pt x="408405" y="737196"/>
                  </a:lnTo>
                  <a:lnTo>
                    <a:pt x="406134" y="736167"/>
                  </a:lnTo>
                  <a:lnTo>
                    <a:pt x="404939" y="735994"/>
                  </a:lnTo>
                  <a:lnTo>
                    <a:pt x="404034" y="735549"/>
                  </a:lnTo>
                  <a:lnTo>
                    <a:pt x="403622" y="735620"/>
                  </a:lnTo>
                  <a:lnTo>
                    <a:pt x="403199" y="736550"/>
                  </a:lnTo>
                  <a:lnTo>
                    <a:pt x="403652" y="738418"/>
                  </a:lnTo>
                  <a:lnTo>
                    <a:pt x="402692" y="738498"/>
                  </a:lnTo>
                  <a:lnTo>
                    <a:pt x="402328" y="738756"/>
                  </a:lnTo>
                  <a:lnTo>
                    <a:pt x="400978" y="737790"/>
                  </a:lnTo>
                  <a:lnTo>
                    <a:pt x="398053" y="737886"/>
                  </a:lnTo>
                  <a:lnTo>
                    <a:pt x="395952" y="735578"/>
                  </a:lnTo>
                  <a:lnTo>
                    <a:pt x="396767" y="735003"/>
                  </a:lnTo>
                  <a:lnTo>
                    <a:pt x="396483" y="734151"/>
                  </a:lnTo>
                  <a:lnTo>
                    <a:pt x="396850" y="732460"/>
                  </a:lnTo>
                  <a:lnTo>
                    <a:pt x="395978" y="732048"/>
                  </a:lnTo>
                  <a:lnTo>
                    <a:pt x="395751" y="731409"/>
                  </a:lnTo>
                  <a:lnTo>
                    <a:pt x="396483" y="730861"/>
                  </a:lnTo>
                  <a:lnTo>
                    <a:pt x="396364" y="730635"/>
                  </a:lnTo>
                  <a:lnTo>
                    <a:pt x="394720" y="729073"/>
                  </a:lnTo>
                  <a:lnTo>
                    <a:pt x="394171" y="727418"/>
                  </a:lnTo>
                  <a:lnTo>
                    <a:pt x="393275" y="727512"/>
                  </a:lnTo>
                  <a:lnTo>
                    <a:pt x="392476" y="726710"/>
                  </a:lnTo>
                  <a:lnTo>
                    <a:pt x="391409" y="726369"/>
                  </a:lnTo>
                  <a:lnTo>
                    <a:pt x="391493" y="726733"/>
                  </a:lnTo>
                  <a:lnTo>
                    <a:pt x="390942" y="726995"/>
                  </a:lnTo>
                  <a:lnTo>
                    <a:pt x="391143" y="727527"/>
                  </a:lnTo>
                  <a:lnTo>
                    <a:pt x="391569" y="727850"/>
                  </a:lnTo>
                  <a:lnTo>
                    <a:pt x="390928" y="728179"/>
                  </a:lnTo>
                  <a:lnTo>
                    <a:pt x="390346" y="727991"/>
                  </a:lnTo>
                  <a:lnTo>
                    <a:pt x="386981" y="730686"/>
                  </a:lnTo>
                  <a:lnTo>
                    <a:pt x="386703" y="730355"/>
                  </a:lnTo>
                  <a:lnTo>
                    <a:pt x="387027" y="730187"/>
                  </a:lnTo>
                  <a:lnTo>
                    <a:pt x="386807" y="729854"/>
                  </a:lnTo>
                  <a:lnTo>
                    <a:pt x="387090" y="729582"/>
                  </a:lnTo>
                  <a:lnTo>
                    <a:pt x="386817" y="729356"/>
                  </a:lnTo>
                  <a:lnTo>
                    <a:pt x="386760" y="728645"/>
                  </a:lnTo>
                  <a:lnTo>
                    <a:pt x="386428" y="728430"/>
                  </a:lnTo>
                  <a:lnTo>
                    <a:pt x="386587" y="728243"/>
                  </a:lnTo>
                  <a:lnTo>
                    <a:pt x="386302" y="727826"/>
                  </a:lnTo>
                  <a:lnTo>
                    <a:pt x="386138" y="726344"/>
                  </a:lnTo>
                  <a:lnTo>
                    <a:pt x="385557" y="725650"/>
                  </a:lnTo>
                  <a:lnTo>
                    <a:pt x="385767" y="725202"/>
                  </a:lnTo>
                  <a:lnTo>
                    <a:pt x="385329" y="725308"/>
                  </a:lnTo>
                  <a:lnTo>
                    <a:pt x="384747" y="723959"/>
                  </a:lnTo>
                  <a:lnTo>
                    <a:pt x="384969" y="723974"/>
                  </a:lnTo>
                  <a:lnTo>
                    <a:pt x="385158" y="722807"/>
                  </a:lnTo>
                  <a:lnTo>
                    <a:pt x="384281" y="722283"/>
                  </a:lnTo>
                  <a:lnTo>
                    <a:pt x="383694" y="721077"/>
                  </a:lnTo>
                  <a:lnTo>
                    <a:pt x="383831" y="720911"/>
                  </a:lnTo>
                  <a:lnTo>
                    <a:pt x="383358" y="720294"/>
                  </a:lnTo>
                  <a:lnTo>
                    <a:pt x="383497" y="720094"/>
                  </a:lnTo>
                  <a:lnTo>
                    <a:pt x="383348" y="719809"/>
                  </a:lnTo>
                  <a:lnTo>
                    <a:pt x="382503" y="719243"/>
                  </a:lnTo>
                  <a:lnTo>
                    <a:pt x="382402" y="718713"/>
                  </a:lnTo>
                  <a:lnTo>
                    <a:pt x="382006" y="718239"/>
                  </a:lnTo>
                  <a:lnTo>
                    <a:pt x="382192" y="717487"/>
                  </a:lnTo>
                  <a:lnTo>
                    <a:pt x="381957" y="716218"/>
                  </a:lnTo>
                  <a:lnTo>
                    <a:pt x="382652" y="715216"/>
                  </a:lnTo>
                  <a:lnTo>
                    <a:pt x="382583" y="714450"/>
                  </a:lnTo>
                  <a:lnTo>
                    <a:pt x="382918" y="714084"/>
                  </a:lnTo>
                  <a:lnTo>
                    <a:pt x="382508" y="713799"/>
                  </a:lnTo>
                  <a:lnTo>
                    <a:pt x="382645" y="713653"/>
                  </a:lnTo>
                  <a:lnTo>
                    <a:pt x="382398" y="713380"/>
                  </a:lnTo>
                  <a:lnTo>
                    <a:pt x="382408" y="712783"/>
                  </a:lnTo>
                  <a:lnTo>
                    <a:pt x="382153" y="712604"/>
                  </a:lnTo>
                  <a:lnTo>
                    <a:pt x="382249" y="711900"/>
                  </a:lnTo>
                  <a:lnTo>
                    <a:pt x="381574" y="710709"/>
                  </a:lnTo>
                  <a:lnTo>
                    <a:pt x="381797" y="710004"/>
                  </a:lnTo>
                  <a:lnTo>
                    <a:pt x="381667" y="709549"/>
                  </a:lnTo>
                  <a:lnTo>
                    <a:pt x="381322" y="709616"/>
                  </a:lnTo>
                  <a:lnTo>
                    <a:pt x="381125" y="709267"/>
                  </a:lnTo>
                  <a:lnTo>
                    <a:pt x="381193" y="707980"/>
                  </a:lnTo>
                  <a:lnTo>
                    <a:pt x="380527" y="707970"/>
                  </a:lnTo>
                  <a:lnTo>
                    <a:pt x="380078" y="707658"/>
                  </a:lnTo>
                  <a:lnTo>
                    <a:pt x="380251" y="706731"/>
                  </a:lnTo>
                  <a:lnTo>
                    <a:pt x="379808" y="705434"/>
                  </a:lnTo>
                  <a:lnTo>
                    <a:pt x="379041" y="704253"/>
                  </a:lnTo>
                  <a:lnTo>
                    <a:pt x="379235" y="704122"/>
                  </a:lnTo>
                  <a:lnTo>
                    <a:pt x="378497" y="701636"/>
                  </a:lnTo>
                  <a:lnTo>
                    <a:pt x="378492" y="700525"/>
                  </a:lnTo>
                  <a:lnTo>
                    <a:pt x="378840" y="699304"/>
                  </a:lnTo>
                  <a:lnTo>
                    <a:pt x="378416" y="698845"/>
                  </a:lnTo>
                  <a:lnTo>
                    <a:pt x="378640" y="698739"/>
                  </a:lnTo>
                  <a:lnTo>
                    <a:pt x="378711" y="698230"/>
                  </a:lnTo>
                  <a:lnTo>
                    <a:pt x="378599" y="697627"/>
                  </a:lnTo>
                  <a:lnTo>
                    <a:pt x="378224" y="697214"/>
                  </a:lnTo>
                  <a:lnTo>
                    <a:pt x="378536" y="696954"/>
                  </a:lnTo>
                  <a:lnTo>
                    <a:pt x="378160" y="694640"/>
                  </a:lnTo>
                  <a:lnTo>
                    <a:pt x="376919" y="693850"/>
                  </a:lnTo>
                  <a:lnTo>
                    <a:pt x="372026" y="695283"/>
                  </a:lnTo>
                  <a:lnTo>
                    <a:pt x="370409" y="695055"/>
                  </a:lnTo>
                  <a:lnTo>
                    <a:pt x="369537" y="695650"/>
                  </a:lnTo>
                  <a:lnTo>
                    <a:pt x="370012" y="694298"/>
                  </a:lnTo>
                  <a:lnTo>
                    <a:pt x="368807" y="694165"/>
                  </a:lnTo>
                  <a:lnTo>
                    <a:pt x="367539" y="692194"/>
                  </a:lnTo>
                  <a:lnTo>
                    <a:pt x="367911" y="691956"/>
                  </a:lnTo>
                  <a:lnTo>
                    <a:pt x="367912" y="691706"/>
                  </a:lnTo>
                  <a:lnTo>
                    <a:pt x="368286" y="691737"/>
                  </a:lnTo>
                  <a:lnTo>
                    <a:pt x="370304" y="689776"/>
                  </a:lnTo>
                  <a:lnTo>
                    <a:pt x="370003" y="689686"/>
                  </a:lnTo>
                  <a:lnTo>
                    <a:pt x="370677" y="688944"/>
                  </a:lnTo>
                  <a:lnTo>
                    <a:pt x="371263" y="688538"/>
                  </a:lnTo>
                  <a:lnTo>
                    <a:pt x="371536" y="688945"/>
                  </a:lnTo>
                  <a:lnTo>
                    <a:pt x="372325" y="688162"/>
                  </a:lnTo>
                  <a:lnTo>
                    <a:pt x="371338" y="686670"/>
                  </a:lnTo>
                  <a:lnTo>
                    <a:pt x="370808" y="686997"/>
                  </a:lnTo>
                  <a:lnTo>
                    <a:pt x="369928" y="686995"/>
                  </a:lnTo>
                  <a:lnTo>
                    <a:pt x="368319" y="686552"/>
                  </a:lnTo>
                  <a:lnTo>
                    <a:pt x="365467" y="686915"/>
                  </a:lnTo>
                  <a:lnTo>
                    <a:pt x="363070" y="687894"/>
                  </a:lnTo>
                  <a:lnTo>
                    <a:pt x="362614" y="688395"/>
                  </a:lnTo>
                  <a:lnTo>
                    <a:pt x="361740" y="688821"/>
                  </a:lnTo>
                  <a:lnTo>
                    <a:pt x="361244" y="689467"/>
                  </a:lnTo>
                  <a:lnTo>
                    <a:pt x="361100" y="688550"/>
                  </a:lnTo>
                  <a:lnTo>
                    <a:pt x="360875" y="688433"/>
                  </a:lnTo>
                  <a:lnTo>
                    <a:pt x="361624" y="687744"/>
                  </a:lnTo>
                  <a:lnTo>
                    <a:pt x="362149" y="686481"/>
                  </a:lnTo>
                  <a:lnTo>
                    <a:pt x="364175" y="685026"/>
                  </a:lnTo>
                  <a:lnTo>
                    <a:pt x="364822" y="684971"/>
                  </a:lnTo>
                  <a:lnTo>
                    <a:pt x="365739" y="684411"/>
                  </a:lnTo>
                  <a:lnTo>
                    <a:pt x="365657" y="684270"/>
                  </a:lnTo>
                  <a:lnTo>
                    <a:pt x="367196" y="682907"/>
                  </a:lnTo>
                  <a:lnTo>
                    <a:pt x="366475" y="682236"/>
                  </a:lnTo>
                  <a:lnTo>
                    <a:pt x="366533" y="681432"/>
                  </a:lnTo>
                  <a:lnTo>
                    <a:pt x="365545" y="681217"/>
                  </a:lnTo>
                  <a:lnTo>
                    <a:pt x="363765" y="683008"/>
                  </a:lnTo>
                  <a:lnTo>
                    <a:pt x="361695" y="683957"/>
                  </a:lnTo>
                  <a:lnTo>
                    <a:pt x="360351" y="685825"/>
                  </a:lnTo>
                  <a:lnTo>
                    <a:pt x="359525" y="685791"/>
                  </a:lnTo>
                  <a:lnTo>
                    <a:pt x="358707" y="684534"/>
                  </a:lnTo>
                  <a:lnTo>
                    <a:pt x="359290" y="682404"/>
                  </a:lnTo>
                  <a:lnTo>
                    <a:pt x="359128" y="681845"/>
                  </a:lnTo>
                  <a:lnTo>
                    <a:pt x="359882" y="680936"/>
                  </a:lnTo>
                  <a:lnTo>
                    <a:pt x="360312" y="680880"/>
                  </a:lnTo>
                  <a:lnTo>
                    <a:pt x="360906" y="680179"/>
                  </a:lnTo>
                  <a:lnTo>
                    <a:pt x="361683" y="679930"/>
                  </a:lnTo>
                  <a:lnTo>
                    <a:pt x="361221" y="679485"/>
                  </a:lnTo>
                  <a:lnTo>
                    <a:pt x="361651" y="679241"/>
                  </a:lnTo>
                  <a:lnTo>
                    <a:pt x="362261" y="679472"/>
                  </a:lnTo>
                  <a:lnTo>
                    <a:pt x="363035" y="679209"/>
                  </a:lnTo>
                  <a:lnTo>
                    <a:pt x="364532" y="678425"/>
                  </a:lnTo>
                  <a:lnTo>
                    <a:pt x="365166" y="677832"/>
                  </a:lnTo>
                  <a:lnTo>
                    <a:pt x="364122" y="676467"/>
                  </a:lnTo>
                  <a:lnTo>
                    <a:pt x="363138" y="675701"/>
                  </a:lnTo>
                  <a:lnTo>
                    <a:pt x="362495" y="675487"/>
                  </a:lnTo>
                  <a:lnTo>
                    <a:pt x="362192" y="675497"/>
                  </a:lnTo>
                  <a:lnTo>
                    <a:pt x="362058" y="675802"/>
                  </a:lnTo>
                  <a:lnTo>
                    <a:pt x="362263" y="676912"/>
                  </a:lnTo>
                  <a:lnTo>
                    <a:pt x="361602" y="677210"/>
                  </a:lnTo>
                  <a:lnTo>
                    <a:pt x="360535" y="677114"/>
                  </a:lnTo>
                  <a:lnTo>
                    <a:pt x="358845" y="677872"/>
                  </a:lnTo>
                  <a:lnTo>
                    <a:pt x="358072" y="676855"/>
                  </a:lnTo>
                  <a:lnTo>
                    <a:pt x="358667" y="675252"/>
                  </a:lnTo>
                  <a:lnTo>
                    <a:pt x="359030" y="674961"/>
                  </a:lnTo>
                  <a:lnTo>
                    <a:pt x="358411" y="674419"/>
                  </a:lnTo>
                  <a:lnTo>
                    <a:pt x="358274" y="673960"/>
                  </a:lnTo>
                  <a:lnTo>
                    <a:pt x="357826" y="673734"/>
                  </a:lnTo>
                  <a:lnTo>
                    <a:pt x="356948" y="673858"/>
                  </a:lnTo>
                  <a:lnTo>
                    <a:pt x="356571" y="673713"/>
                  </a:lnTo>
                  <a:lnTo>
                    <a:pt x="356587" y="673457"/>
                  </a:lnTo>
                  <a:lnTo>
                    <a:pt x="355417" y="672985"/>
                  </a:lnTo>
                  <a:lnTo>
                    <a:pt x="354824" y="673925"/>
                  </a:lnTo>
                  <a:lnTo>
                    <a:pt x="354213" y="674348"/>
                  </a:lnTo>
                  <a:lnTo>
                    <a:pt x="353041" y="672644"/>
                  </a:lnTo>
                  <a:lnTo>
                    <a:pt x="351958" y="671624"/>
                  </a:lnTo>
                  <a:lnTo>
                    <a:pt x="350892" y="669600"/>
                  </a:lnTo>
                  <a:lnTo>
                    <a:pt x="351743" y="667915"/>
                  </a:lnTo>
                  <a:lnTo>
                    <a:pt x="351818" y="666294"/>
                  </a:lnTo>
                  <a:lnTo>
                    <a:pt x="350234" y="664010"/>
                  </a:lnTo>
                  <a:lnTo>
                    <a:pt x="349753" y="661977"/>
                  </a:lnTo>
                  <a:lnTo>
                    <a:pt x="348864" y="660961"/>
                  </a:lnTo>
                  <a:lnTo>
                    <a:pt x="347810" y="658964"/>
                  </a:lnTo>
                  <a:lnTo>
                    <a:pt x="346481" y="657505"/>
                  </a:lnTo>
                  <a:lnTo>
                    <a:pt x="345917" y="656535"/>
                  </a:lnTo>
                  <a:lnTo>
                    <a:pt x="345335" y="656111"/>
                  </a:lnTo>
                  <a:lnTo>
                    <a:pt x="345114" y="656435"/>
                  </a:lnTo>
                  <a:lnTo>
                    <a:pt x="345096" y="657224"/>
                  </a:lnTo>
                  <a:lnTo>
                    <a:pt x="343763" y="658652"/>
                  </a:lnTo>
                  <a:lnTo>
                    <a:pt x="344314" y="660064"/>
                  </a:lnTo>
                  <a:lnTo>
                    <a:pt x="344252" y="662826"/>
                  </a:lnTo>
                  <a:lnTo>
                    <a:pt x="344084" y="662992"/>
                  </a:lnTo>
                  <a:lnTo>
                    <a:pt x="342903" y="662748"/>
                  </a:lnTo>
                  <a:lnTo>
                    <a:pt x="342150" y="662833"/>
                  </a:lnTo>
                  <a:lnTo>
                    <a:pt x="341797" y="662907"/>
                  </a:lnTo>
                  <a:lnTo>
                    <a:pt x="340750" y="662226"/>
                  </a:lnTo>
                  <a:lnTo>
                    <a:pt x="340233" y="661274"/>
                  </a:lnTo>
                  <a:lnTo>
                    <a:pt x="339676" y="660802"/>
                  </a:lnTo>
                  <a:lnTo>
                    <a:pt x="337245" y="663376"/>
                  </a:lnTo>
                  <a:lnTo>
                    <a:pt x="337100" y="662705"/>
                  </a:lnTo>
                  <a:lnTo>
                    <a:pt x="336728" y="662462"/>
                  </a:lnTo>
                  <a:lnTo>
                    <a:pt x="336758" y="661792"/>
                  </a:lnTo>
                  <a:lnTo>
                    <a:pt x="336337" y="661143"/>
                  </a:lnTo>
                  <a:lnTo>
                    <a:pt x="336463" y="660643"/>
                  </a:lnTo>
                  <a:lnTo>
                    <a:pt x="336251" y="660548"/>
                  </a:lnTo>
                  <a:lnTo>
                    <a:pt x="336315" y="660123"/>
                  </a:lnTo>
                  <a:lnTo>
                    <a:pt x="336060" y="659870"/>
                  </a:lnTo>
                  <a:lnTo>
                    <a:pt x="336135" y="659243"/>
                  </a:lnTo>
                  <a:lnTo>
                    <a:pt x="335840" y="659027"/>
                  </a:lnTo>
                  <a:lnTo>
                    <a:pt x="335683" y="658213"/>
                  </a:lnTo>
                  <a:lnTo>
                    <a:pt x="335405" y="658015"/>
                  </a:lnTo>
                  <a:lnTo>
                    <a:pt x="335487" y="657770"/>
                  </a:lnTo>
                  <a:lnTo>
                    <a:pt x="335095" y="657592"/>
                  </a:lnTo>
                  <a:lnTo>
                    <a:pt x="335387" y="657099"/>
                  </a:lnTo>
                  <a:lnTo>
                    <a:pt x="335319" y="656528"/>
                  </a:lnTo>
                  <a:lnTo>
                    <a:pt x="334773" y="656104"/>
                  </a:lnTo>
                  <a:lnTo>
                    <a:pt x="334450" y="655360"/>
                  </a:lnTo>
                  <a:lnTo>
                    <a:pt x="334243" y="655483"/>
                  </a:lnTo>
                  <a:lnTo>
                    <a:pt x="334067" y="655243"/>
                  </a:lnTo>
                  <a:lnTo>
                    <a:pt x="333393" y="655450"/>
                  </a:lnTo>
                  <a:lnTo>
                    <a:pt x="333646" y="654897"/>
                  </a:lnTo>
                  <a:lnTo>
                    <a:pt x="332880" y="654386"/>
                  </a:lnTo>
                  <a:lnTo>
                    <a:pt x="332865" y="654018"/>
                  </a:lnTo>
                  <a:lnTo>
                    <a:pt x="332622" y="653924"/>
                  </a:lnTo>
                  <a:lnTo>
                    <a:pt x="332755" y="653355"/>
                  </a:lnTo>
                  <a:lnTo>
                    <a:pt x="332423" y="653348"/>
                  </a:lnTo>
                  <a:lnTo>
                    <a:pt x="332255" y="652847"/>
                  </a:lnTo>
                  <a:lnTo>
                    <a:pt x="331962" y="653126"/>
                  </a:lnTo>
                  <a:lnTo>
                    <a:pt x="331697" y="652904"/>
                  </a:lnTo>
                  <a:lnTo>
                    <a:pt x="331542" y="652212"/>
                  </a:lnTo>
                  <a:lnTo>
                    <a:pt x="331110" y="652044"/>
                  </a:lnTo>
                  <a:lnTo>
                    <a:pt x="331075" y="651887"/>
                  </a:lnTo>
                  <a:lnTo>
                    <a:pt x="331361" y="651850"/>
                  </a:lnTo>
                  <a:lnTo>
                    <a:pt x="330686" y="650672"/>
                  </a:lnTo>
                  <a:lnTo>
                    <a:pt x="330375" y="650580"/>
                  </a:lnTo>
                  <a:lnTo>
                    <a:pt x="330233" y="650180"/>
                  </a:lnTo>
                  <a:lnTo>
                    <a:pt x="329602" y="650082"/>
                  </a:lnTo>
                  <a:lnTo>
                    <a:pt x="329337" y="649738"/>
                  </a:lnTo>
                  <a:lnTo>
                    <a:pt x="329471" y="649364"/>
                  </a:lnTo>
                  <a:lnTo>
                    <a:pt x="328500" y="649094"/>
                  </a:lnTo>
                  <a:lnTo>
                    <a:pt x="327882" y="647633"/>
                  </a:lnTo>
                  <a:lnTo>
                    <a:pt x="327706" y="647590"/>
                  </a:lnTo>
                  <a:lnTo>
                    <a:pt x="327658" y="647816"/>
                  </a:lnTo>
                  <a:lnTo>
                    <a:pt x="327348" y="647580"/>
                  </a:lnTo>
                  <a:lnTo>
                    <a:pt x="327493" y="647281"/>
                  </a:lnTo>
                  <a:lnTo>
                    <a:pt x="326816" y="646576"/>
                  </a:lnTo>
                  <a:lnTo>
                    <a:pt x="326913" y="646339"/>
                  </a:lnTo>
                  <a:lnTo>
                    <a:pt x="326495" y="645798"/>
                  </a:lnTo>
                  <a:lnTo>
                    <a:pt x="326653" y="645469"/>
                  </a:lnTo>
                  <a:lnTo>
                    <a:pt x="325914" y="644429"/>
                  </a:lnTo>
                  <a:lnTo>
                    <a:pt x="326197" y="644138"/>
                  </a:lnTo>
                  <a:lnTo>
                    <a:pt x="325670" y="642890"/>
                  </a:lnTo>
                  <a:lnTo>
                    <a:pt x="325815" y="642732"/>
                  </a:lnTo>
                  <a:lnTo>
                    <a:pt x="325472" y="642652"/>
                  </a:lnTo>
                  <a:lnTo>
                    <a:pt x="325116" y="641757"/>
                  </a:lnTo>
                  <a:lnTo>
                    <a:pt x="327613" y="639756"/>
                  </a:lnTo>
                  <a:lnTo>
                    <a:pt x="329241" y="637165"/>
                  </a:lnTo>
                  <a:lnTo>
                    <a:pt x="336016" y="628252"/>
                  </a:lnTo>
                  <a:lnTo>
                    <a:pt x="335660" y="627638"/>
                  </a:lnTo>
                  <a:lnTo>
                    <a:pt x="337212" y="626147"/>
                  </a:lnTo>
                  <a:lnTo>
                    <a:pt x="335778" y="624421"/>
                  </a:lnTo>
                  <a:lnTo>
                    <a:pt x="336627" y="623424"/>
                  </a:lnTo>
                  <a:lnTo>
                    <a:pt x="335572" y="623171"/>
                  </a:lnTo>
                  <a:lnTo>
                    <a:pt x="337936" y="620163"/>
                  </a:lnTo>
                  <a:lnTo>
                    <a:pt x="336115" y="619033"/>
                  </a:lnTo>
                  <a:lnTo>
                    <a:pt x="335422" y="617798"/>
                  </a:lnTo>
                  <a:lnTo>
                    <a:pt x="335153" y="618109"/>
                  </a:lnTo>
                  <a:lnTo>
                    <a:pt x="335098" y="617891"/>
                  </a:lnTo>
                  <a:lnTo>
                    <a:pt x="336535" y="615743"/>
                  </a:lnTo>
                  <a:lnTo>
                    <a:pt x="336703" y="615090"/>
                  </a:lnTo>
                  <a:lnTo>
                    <a:pt x="336217" y="614262"/>
                  </a:lnTo>
                  <a:lnTo>
                    <a:pt x="335943" y="614090"/>
                  </a:lnTo>
                  <a:lnTo>
                    <a:pt x="335004" y="614190"/>
                  </a:lnTo>
                  <a:lnTo>
                    <a:pt x="334094" y="614648"/>
                  </a:lnTo>
                  <a:lnTo>
                    <a:pt x="332861" y="614653"/>
                  </a:lnTo>
                  <a:lnTo>
                    <a:pt x="331660" y="613712"/>
                  </a:lnTo>
                  <a:lnTo>
                    <a:pt x="330324" y="613562"/>
                  </a:lnTo>
                  <a:lnTo>
                    <a:pt x="327975" y="612424"/>
                  </a:lnTo>
                  <a:lnTo>
                    <a:pt x="325464" y="610630"/>
                  </a:lnTo>
                  <a:lnTo>
                    <a:pt x="323477" y="608387"/>
                  </a:lnTo>
                  <a:lnTo>
                    <a:pt x="322406" y="605613"/>
                  </a:lnTo>
                  <a:lnTo>
                    <a:pt x="321489" y="604699"/>
                  </a:lnTo>
                  <a:lnTo>
                    <a:pt x="321236" y="599969"/>
                  </a:lnTo>
                  <a:lnTo>
                    <a:pt x="320481" y="598960"/>
                  </a:lnTo>
                  <a:lnTo>
                    <a:pt x="318199" y="598250"/>
                  </a:lnTo>
                  <a:lnTo>
                    <a:pt x="317791" y="598035"/>
                  </a:lnTo>
                  <a:lnTo>
                    <a:pt x="317812" y="597788"/>
                  </a:lnTo>
                  <a:lnTo>
                    <a:pt x="314968" y="597515"/>
                  </a:lnTo>
                  <a:lnTo>
                    <a:pt x="313467" y="595441"/>
                  </a:lnTo>
                  <a:lnTo>
                    <a:pt x="312724" y="595130"/>
                  </a:lnTo>
                  <a:lnTo>
                    <a:pt x="311460" y="595531"/>
                  </a:lnTo>
                  <a:lnTo>
                    <a:pt x="309927" y="597608"/>
                  </a:lnTo>
                  <a:lnTo>
                    <a:pt x="308820" y="597768"/>
                  </a:lnTo>
                  <a:lnTo>
                    <a:pt x="307912" y="596077"/>
                  </a:lnTo>
                  <a:lnTo>
                    <a:pt x="307590" y="595984"/>
                  </a:lnTo>
                  <a:lnTo>
                    <a:pt x="306783" y="595069"/>
                  </a:lnTo>
                  <a:lnTo>
                    <a:pt x="305153" y="594240"/>
                  </a:lnTo>
                  <a:lnTo>
                    <a:pt x="304531" y="593659"/>
                  </a:lnTo>
                  <a:lnTo>
                    <a:pt x="304783" y="592981"/>
                  </a:lnTo>
                  <a:lnTo>
                    <a:pt x="304747" y="591516"/>
                  </a:lnTo>
                  <a:lnTo>
                    <a:pt x="304213" y="590422"/>
                  </a:lnTo>
                  <a:lnTo>
                    <a:pt x="302759" y="589375"/>
                  </a:lnTo>
                  <a:lnTo>
                    <a:pt x="302222" y="589956"/>
                  </a:lnTo>
                  <a:lnTo>
                    <a:pt x="301102" y="589635"/>
                  </a:lnTo>
                  <a:lnTo>
                    <a:pt x="299459" y="588607"/>
                  </a:lnTo>
                  <a:lnTo>
                    <a:pt x="299267" y="588104"/>
                  </a:lnTo>
                  <a:lnTo>
                    <a:pt x="298555" y="587681"/>
                  </a:lnTo>
                  <a:lnTo>
                    <a:pt x="298386" y="588040"/>
                  </a:lnTo>
                  <a:lnTo>
                    <a:pt x="297823" y="587674"/>
                  </a:lnTo>
                  <a:lnTo>
                    <a:pt x="297305" y="587961"/>
                  </a:lnTo>
                  <a:lnTo>
                    <a:pt x="296200" y="587013"/>
                  </a:lnTo>
                  <a:lnTo>
                    <a:pt x="294846" y="585246"/>
                  </a:lnTo>
                  <a:lnTo>
                    <a:pt x="293533" y="584495"/>
                  </a:lnTo>
                  <a:lnTo>
                    <a:pt x="291687" y="584415"/>
                  </a:lnTo>
                  <a:lnTo>
                    <a:pt x="289326" y="585245"/>
                  </a:lnTo>
                  <a:lnTo>
                    <a:pt x="288577" y="585290"/>
                  </a:lnTo>
                  <a:lnTo>
                    <a:pt x="288743" y="584725"/>
                  </a:lnTo>
                  <a:lnTo>
                    <a:pt x="287685" y="584712"/>
                  </a:lnTo>
                  <a:lnTo>
                    <a:pt x="286571" y="584302"/>
                  </a:lnTo>
                  <a:lnTo>
                    <a:pt x="284961" y="582957"/>
                  </a:lnTo>
                  <a:lnTo>
                    <a:pt x="282333" y="580132"/>
                  </a:lnTo>
                  <a:lnTo>
                    <a:pt x="281796" y="579075"/>
                  </a:lnTo>
                  <a:lnTo>
                    <a:pt x="281331" y="577208"/>
                  </a:lnTo>
                  <a:lnTo>
                    <a:pt x="280761" y="577331"/>
                  </a:lnTo>
                  <a:lnTo>
                    <a:pt x="279642" y="573535"/>
                  </a:lnTo>
                  <a:lnTo>
                    <a:pt x="279847" y="572801"/>
                  </a:lnTo>
                  <a:lnTo>
                    <a:pt x="282142" y="571550"/>
                  </a:lnTo>
                  <a:lnTo>
                    <a:pt x="282454" y="572039"/>
                  </a:lnTo>
                  <a:lnTo>
                    <a:pt x="286032" y="566698"/>
                  </a:lnTo>
                  <a:lnTo>
                    <a:pt x="283612" y="564874"/>
                  </a:lnTo>
                  <a:lnTo>
                    <a:pt x="283406" y="562011"/>
                  </a:lnTo>
                  <a:lnTo>
                    <a:pt x="283970" y="560925"/>
                  </a:lnTo>
                  <a:lnTo>
                    <a:pt x="285725" y="559962"/>
                  </a:lnTo>
                  <a:lnTo>
                    <a:pt x="286176" y="560246"/>
                  </a:lnTo>
                  <a:lnTo>
                    <a:pt x="286449" y="559613"/>
                  </a:lnTo>
                  <a:lnTo>
                    <a:pt x="287478" y="558985"/>
                  </a:lnTo>
                  <a:lnTo>
                    <a:pt x="288246" y="559183"/>
                  </a:lnTo>
                  <a:lnTo>
                    <a:pt x="288676" y="559069"/>
                  </a:lnTo>
                  <a:lnTo>
                    <a:pt x="289761" y="558141"/>
                  </a:lnTo>
                  <a:lnTo>
                    <a:pt x="289777" y="557735"/>
                  </a:lnTo>
                  <a:lnTo>
                    <a:pt x="290090" y="557651"/>
                  </a:lnTo>
                  <a:lnTo>
                    <a:pt x="290044" y="557278"/>
                  </a:lnTo>
                  <a:lnTo>
                    <a:pt x="290483" y="556950"/>
                  </a:lnTo>
                  <a:lnTo>
                    <a:pt x="290448" y="556569"/>
                  </a:lnTo>
                  <a:lnTo>
                    <a:pt x="291537" y="556611"/>
                  </a:lnTo>
                  <a:lnTo>
                    <a:pt x="293482" y="556253"/>
                  </a:lnTo>
                  <a:lnTo>
                    <a:pt x="294188" y="555733"/>
                  </a:lnTo>
                  <a:lnTo>
                    <a:pt x="294751" y="554773"/>
                  </a:lnTo>
                  <a:lnTo>
                    <a:pt x="293423" y="554600"/>
                  </a:lnTo>
                  <a:lnTo>
                    <a:pt x="291032" y="553417"/>
                  </a:lnTo>
                  <a:lnTo>
                    <a:pt x="290462" y="552820"/>
                  </a:lnTo>
                  <a:lnTo>
                    <a:pt x="290329" y="550415"/>
                  </a:lnTo>
                  <a:lnTo>
                    <a:pt x="290709" y="549225"/>
                  </a:lnTo>
                  <a:lnTo>
                    <a:pt x="291922" y="548443"/>
                  </a:lnTo>
                  <a:lnTo>
                    <a:pt x="292080" y="545940"/>
                  </a:lnTo>
                  <a:lnTo>
                    <a:pt x="291547" y="545695"/>
                  </a:lnTo>
                  <a:lnTo>
                    <a:pt x="288974" y="545808"/>
                  </a:lnTo>
                  <a:lnTo>
                    <a:pt x="289165" y="543876"/>
                  </a:lnTo>
                  <a:lnTo>
                    <a:pt x="289042" y="543029"/>
                  </a:lnTo>
                  <a:lnTo>
                    <a:pt x="288016" y="541514"/>
                  </a:lnTo>
                  <a:lnTo>
                    <a:pt x="286373" y="541935"/>
                  </a:lnTo>
                  <a:lnTo>
                    <a:pt x="285319" y="542606"/>
                  </a:lnTo>
                  <a:lnTo>
                    <a:pt x="283399" y="543296"/>
                  </a:lnTo>
                  <a:lnTo>
                    <a:pt x="282720" y="542223"/>
                  </a:lnTo>
                  <a:lnTo>
                    <a:pt x="282962" y="541006"/>
                  </a:lnTo>
                  <a:lnTo>
                    <a:pt x="284469" y="538929"/>
                  </a:lnTo>
                  <a:lnTo>
                    <a:pt x="285735" y="539014"/>
                  </a:lnTo>
                  <a:lnTo>
                    <a:pt x="286063" y="538807"/>
                  </a:lnTo>
                  <a:lnTo>
                    <a:pt x="286754" y="539702"/>
                  </a:lnTo>
                  <a:lnTo>
                    <a:pt x="287714" y="540292"/>
                  </a:lnTo>
                  <a:lnTo>
                    <a:pt x="289343" y="537315"/>
                  </a:lnTo>
                  <a:lnTo>
                    <a:pt x="287715" y="535049"/>
                  </a:lnTo>
                  <a:lnTo>
                    <a:pt x="287345" y="535252"/>
                  </a:lnTo>
                  <a:lnTo>
                    <a:pt x="286797" y="535087"/>
                  </a:lnTo>
                  <a:lnTo>
                    <a:pt x="285460" y="535334"/>
                  </a:lnTo>
                  <a:lnTo>
                    <a:pt x="283685" y="534639"/>
                  </a:lnTo>
                  <a:lnTo>
                    <a:pt x="282428" y="533733"/>
                  </a:lnTo>
                  <a:lnTo>
                    <a:pt x="279575" y="532930"/>
                  </a:lnTo>
                  <a:lnTo>
                    <a:pt x="278676" y="532468"/>
                  </a:lnTo>
                  <a:lnTo>
                    <a:pt x="279295" y="530558"/>
                  </a:lnTo>
                  <a:lnTo>
                    <a:pt x="279148" y="526060"/>
                  </a:lnTo>
                  <a:lnTo>
                    <a:pt x="278668" y="524691"/>
                  </a:lnTo>
                  <a:lnTo>
                    <a:pt x="278603" y="523403"/>
                  </a:lnTo>
                  <a:lnTo>
                    <a:pt x="279018" y="522767"/>
                  </a:lnTo>
                  <a:lnTo>
                    <a:pt x="278647" y="522434"/>
                  </a:lnTo>
                  <a:lnTo>
                    <a:pt x="278618" y="522228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pg88">
              <a:extLst>
                <a:ext uri="{FF2B5EF4-FFF2-40B4-BE49-F238E27FC236}">
                  <a16:creationId xmlns:a16="http://schemas.microsoft.com/office/drawing/2014/main" id="{A8E6E62D-30F7-4A84-EFE0-782140BDDDB0}"/>
                </a:ext>
              </a:extLst>
            </p:cNvPr>
            <p:cNvSpPr/>
            <p:nvPr/>
          </p:nvSpPr>
          <p:spPr>
            <a:xfrm>
              <a:off x="4516521" y="2947490"/>
              <a:ext cx="735079" cy="559707"/>
            </a:xfrm>
            <a:custGeom>
              <a:avLst/>
              <a:gdLst/>
              <a:ahLst/>
              <a:cxnLst/>
              <a:rect l="0" t="0" r="0" b="0"/>
              <a:pathLst>
                <a:path w="735079" h="559707">
                  <a:moveTo>
                    <a:pt x="303963" y="384984"/>
                  </a:moveTo>
                  <a:lnTo>
                    <a:pt x="301704" y="384945"/>
                  </a:lnTo>
                  <a:lnTo>
                    <a:pt x="300446" y="383833"/>
                  </a:lnTo>
                  <a:lnTo>
                    <a:pt x="299966" y="382626"/>
                  </a:lnTo>
                  <a:lnTo>
                    <a:pt x="298716" y="383934"/>
                  </a:lnTo>
                  <a:lnTo>
                    <a:pt x="297675" y="384615"/>
                  </a:lnTo>
                  <a:lnTo>
                    <a:pt x="296331" y="384744"/>
                  </a:lnTo>
                  <a:lnTo>
                    <a:pt x="295108" y="385046"/>
                  </a:lnTo>
                  <a:lnTo>
                    <a:pt x="293816" y="384444"/>
                  </a:lnTo>
                  <a:lnTo>
                    <a:pt x="293009" y="385387"/>
                  </a:lnTo>
                  <a:lnTo>
                    <a:pt x="291034" y="386709"/>
                  </a:lnTo>
                  <a:lnTo>
                    <a:pt x="288663" y="387337"/>
                  </a:lnTo>
                  <a:lnTo>
                    <a:pt x="288428" y="387195"/>
                  </a:lnTo>
                  <a:lnTo>
                    <a:pt x="287219" y="388488"/>
                  </a:lnTo>
                  <a:lnTo>
                    <a:pt x="285387" y="388954"/>
                  </a:lnTo>
                  <a:lnTo>
                    <a:pt x="281401" y="388333"/>
                  </a:lnTo>
                  <a:lnTo>
                    <a:pt x="278090" y="387039"/>
                  </a:lnTo>
                  <a:lnTo>
                    <a:pt x="273349" y="385555"/>
                  </a:lnTo>
                  <a:lnTo>
                    <a:pt x="272507" y="385720"/>
                  </a:lnTo>
                  <a:lnTo>
                    <a:pt x="271888" y="385396"/>
                  </a:lnTo>
                  <a:lnTo>
                    <a:pt x="270988" y="385408"/>
                  </a:lnTo>
                  <a:lnTo>
                    <a:pt x="268579" y="384693"/>
                  </a:lnTo>
                  <a:lnTo>
                    <a:pt x="266994" y="383839"/>
                  </a:lnTo>
                  <a:lnTo>
                    <a:pt x="261672" y="382830"/>
                  </a:lnTo>
                  <a:lnTo>
                    <a:pt x="260704" y="381705"/>
                  </a:lnTo>
                  <a:lnTo>
                    <a:pt x="259754" y="381365"/>
                  </a:lnTo>
                  <a:lnTo>
                    <a:pt x="257689" y="379846"/>
                  </a:lnTo>
                  <a:lnTo>
                    <a:pt x="257296" y="379222"/>
                  </a:lnTo>
                  <a:lnTo>
                    <a:pt x="257108" y="378299"/>
                  </a:lnTo>
                  <a:lnTo>
                    <a:pt x="256296" y="378240"/>
                  </a:lnTo>
                  <a:lnTo>
                    <a:pt x="255357" y="377533"/>
                  </a:lnTo>
                  <a:lnTo>
                    <a:pt x="254549" y="377289"/>
                  </a:lnTo>
                  <a:lnTo>
                    <a:pt x="254226" y="377588"/>
                  </a:lnTo>
                  <a:lnTo>
                    <a:pt x="253806" y="377604"/>
                  </a:lnTo>
                  <a:lnTo>
                    <a:pt x="252466" y="377060"/>
                  </a:lnTo>
                  <a:lnTo>
                    <a:pt x="251775" y="377010"/>
                  </a:lnTo>
                  <a:lnTo>
                    <a:pt x="251032" y="377639"/>
                  </a:lnTo>
                  <a:lnTo>
                    <a:pt x="250261" y="377370"/>
                  </a:lnTo>
                  <a:lnTo>
                    <a:pt x="246885" y="375346"/>
                  </a:lnTo>
                  <a:lnTo>
                    <a:pt x="246328" y="374446"/>
                  </a:lnTo>
                  <a:lnTo>
                    <a:pt x="245423" y="373681"/>
                  </a:lnTo>
                  <a:lnTo>
                    <a:pt x="244162" y="373394"/>
                  </a:lnTo>
                  <a:lnTo>
                    <a:pt x="243938" y="373559"/>
                  </a:lnTo>
                  <a:lnTo>
                    <a:pt x="241544" y="372946"/>
                  </a:lnTo>
                  <a:lnTo>
                    <a:pt x="240035" y="371889"/>
                  </a:lnTo>
                  <a:lnTo>
                    <a:pt x="239063" y="370384"/>
                  </a:lnTo>
                  <a:lnTo>
                    <a:pt x="238825" y="370569"/>
                  </a:lnTo>
                  <a:lnTo>
                    <a:pt x="238559" y="370138"/>
                  </a:lnTo>
                  <a:lnTo>
                    <a:pt x="237788" y="370025"/>
                  </a:lnTo>
                  <a:lnTo>
                    <a:pt x="237229" y="369531"/>
                  </a:lnTo>
                  <a:lnTo>
                    <a:pt x="236530" y="369556"/>
                  </a:lnTo>
                  <a:lnTo>
                    <a:pt x="235549" y="369108"/>
                  </a:lnTo>
                  <a:lnTo>
                    <a:pt x="234033" y="369871"/>
                  </a:lnTo>
                  <a:lnTo>
                    <a:pt x="231875" y="369582"/>
                  </a:lnTo>
                  <a:lnTo>
                    <a:pt x="230267" y="368625"/>
                  </a:lnTo>
                  <a:lnTo>
                    <a:pt x="228889" y="368302"/>
                  </a:lnTo>
                  <a:lnTo>
                    <a:pt x="224967" y="365957"/>
                  </a:lnTo>
                  <a:lnTo>
                    <a:pt x="223252" y="365272"/>
                  </a:lnTo>
                  <a:lnTo>
                    <a:pt x="222356" y="363947"/>
                  </a:lnTo>
                  <a:lnTo>
                    <a:pt x="221045" y="362924"/>
                  </a:lnTo>
                  <a:lnTo>
                    <a:pt x="220037" y="363009"/>
                  </a:lnTo>
                  <a:lnTo>
                    <a:pt x="218848" y="362671"/>
                  </a:lnTo>
                  <a:lnTo>
                    <a:pt x="218217" y="362739"/>
                  </a:lnTo>
                  <a:lnTo>
                    <a:pt x="217799" y="363059"/>
                  </a:lnTo>
                  <a:lnTo>
                    <a:pt x="216183" y="363090"/>
                  </a:lnTo>
                  <a:lnTo>
                    <a:pt x="213581" y="362439"/>
                  </a:lnTo>
                  <a:lnTo>
                    <a:pt x="211656" y="362571"/>
                  </a:lnTo>
                  <a:lnTo>
                    <a:pt x="210721" y="361147"/>
                  </a:lnTo>
                  <a:lnTo>
                    <a:pt x="209217" y="360457"/>
                  </a:lnTo>
                  <a:lnTo>
                    <a:pt x="208683" y="359941"/>
                  </a:lnTo>
                  <a:lnTo>
                    <a:pt x="207189" y="360272"/>
                  </a:lnTo>
                  <a:lnTo>
                    <a:pt x="206478" y="360076"/>
                  </a:lnTo>
                  <a:lnTo>
                    <a:pt x="204513" y="360275"/>
                  </a:lnTo>
                  <a:lnTo>
                    <a:pt x="204058" y="360082"/>
                  </a:lnTo>
                  <a:lnTo>
                    <a:pt x="201037" y="360473"/>
                  </a:lnTo>
                  <a:lnTo>
                    <a:pt x="200558" y="359050"/>
                  </a:lnTo>
                  <a:lnTo>
                    <a:pt x="200018" y="358523"/>
                  </a:lnTo>
                  <a:lnTo>
                    <a:pt x="199896" y="357744"/>
                  </a:lnTo>
                  <a:lnTo>
                    <a:pt x="199673" y="357613"/>
                  </a:lnTo>
                  <a:lnTo>
                    <a:pt x="198597" y="357607"/>
                  </a:lnTo>
                  <a:lnTo>
                    <a:pt x="196389" y="356612"/>
                  </a:lnTo>
                  <a:lnTo>
                    <a:pt x="194472" y="356502"/>
                  </a:lnTo>
                  <a:lnTo>
                    <a:pt x="193989" y="356156"/>
                  </a:lnTo>
                  <a:lnTo>
                    <a:pt x="192088" y="356338"/>
                  </a:lnTo>
                  <a:lnTo>
                    <a:pt x="189632" y="355340"/>
                  </a:lnTo>
                  <a:lnTo>
                    <a:pt x="186538" y="355200"/>
                  </a:lnTo>
                  <a:lnTo>
                    <a:pt x="185310" y="354936"/>
                  </a:lnTo>
                  <a:lnTo>
                    <a:pt x="184028" y="353868"/>
                  </a:lnTo>
                  <a:lnTo>
                    <a:pt x="183265" y="353836"/>
                  </a:lnTo>
                  <a:lnTo>
                    <a:pt x="181727" y="353262"/>
                  </a:lnTo>
                  <a:lnTo>
                    <a:pt x="181218" y="352671"/>
                  </a:lnTo>
                  <a:lnTo>
                    <a:pt x="179950" y="352204"/>
                  </a:lnTo>
                  <a:lnTo>
                    <a:pt x="179077" y="351096"/>
                  </a:lnTo>
                  <a:lnTo>
                    <a:pt x="177040" y="351494"/>
                  </a:lnTo>
                  <a:lnTo>
                    <a:pt x="176466" y="351161"/>
                  </a:lnTo>
                  <a:lnTo>
                    <a:pt x="175863" y="351180"/>
                  </a:lnTo>
                  <a:lnTo>
                    <a:pt x="175364" y="351524"/>
                  </a:lnTo>
                  <a:lnTo>
                    <a:pt x="171907" y="350245"/>
                  </a:lnTo>
                  <a:lnTo>
                    <a:pt x="170382" y="350210"/>
                  </a:lnTo>
                  <a:lnTo>
                    <a:pt x="170243" y="349805"/>
                  </a:lnTo>
                  <a:lnTo>
                    <a:pt x="169723" y="349501"/>
                  </a:lnTo>
                  <a:lnTo>
                    <a:pt x="168142" y="349073"/>
                  </a:lnTo>
                  <a:lnTo>
                    <a:pt x="167601" y="348637"/>
                  </a:lnTo>
                  <a:lnTo>
                    <a:pt x="166759" y="348411"/>
                  </a:lnTo>
                  <a:lnTo>
                    <a:pt x="164808" y="348258"/>
                  </a:lnTo>
                  <a:lnTo>
                    <a:pt x="163745" y="348649"/>
                  </a:lnTo>
                  <a:lnTo>
                    <a:pt x="162389" y="348600"/>
                  </a:lnTo>
                  <a:lnTo>
                    <a:pt x="160940" y="347523"/>
                  </a:lnTo>
                  <a:lnTo>
                    <a:pt x="160005" y="347150"/>
                  </a:lnTo>
                  <a:lnTo>
                    <a:pt x="158501" y="346806"/>
                  </a:lnTo>
                  <a:lnTo>
                    <a:pt x="156050" y="346868"/>
                  </a:lnTo>
                  <a:lnTo>
                    <a:pt x="153613" y="345670"/>
                  </a:lnTo>
                  <a:lnTo>
                    <a:pt x="151894" y="344308"/>
                  </a:lnTo>
                  <a:lnTo>
                    <a:pt x="149207" y="344825"/>
                  </a:lnTo>
                  <a:lnTo>
                    <a:pt x="148696" y="345119"/>
                  </a:lnTo>
                  <a:lnTo>
                    <a:pt x="147648" y="345155"/>
                  </a:lnTo>
                  <a:lnTo>
                    <a:pt x="146468" y="345673"/>
                  </a:lnTo>
                  <a:lnTo>
                    <a:pt x="145258" y="345559"/>
                  </a:lnTo>
                  <a:lnTo>
                    <a:pt x="144036" y="345970"/>
                  </a:lnTo>
                  <a:lnTo>
                    <a:pt x="140333" y="346522"/>
                  </a:lnTo>
                  <a:lnTo>
                    <a:pt x="138886" y="347479"/>
                  </a:lnTo>
                  <a:lnTo>
                    <a:pt x="137615" y="347303"/>
                  </a:lnTo>
                  <a:lnTo>
                    <a:pt x="134245" y="348104"/>
                  </a:lnTo>
                  <a:lnTo>
                    <a:pt x="131665" y="348164"/>
                  </a:lnTo>
                  <a:lnTo>
                    <a:pt x="129819" y="347307"/>
                  </a:lnTo>
                  <a:lnTo>
                    <a:pt x="128772" y="347284"/>
                  </a:lnTo>
                  <a:lnTo>
                    <a:pt x="125778" y="346227"/>
                  </a:lnTo>
                  <a:lnTo>
                    <a:pt x="122533" y="344551"/>
                  </a:lnTo>
                  <a:lnTo>
                    <a:pt x="121533" y="344366"/>
                  </a:lnTo>
                  <a:lnTo>
                    <a:pt x="120812" y="343271"/>
                  </a:lnTo>
                  <a:lnTo>
                    <a:pt x="119839" y="343349"/>
                  </a:lnTo>
                  <a:lnTo>
                    <a:pt x="119056" y="342678"/>
                  </a:lnTo>
                  <a:lnTo>
                    <a:pt x="118562" y="343018"/>
                  </a:lnTo>
                  <a:lnTo>
                    <a:pt x="117550" y="343236"/>
                  </a:lnTo>
                  <a:lnTo>
                    <a:pt x="117106" y="344031"/>
                  </a:lnTo>
                  <a:lnTo>
                    <a:pt x="116581" y="344335"/>
                  </a:lnTo>
                  <a:lnTo>
                    <a:pt x="112584" y="345943"/>
                  </a:lnTo>
                  <a:lnTo>
                    <a:pt x="111467" y="347435"/>
                  </a:lnTo>
                  <a:lnTo>
                    <a:pt x="110646" y="347789"/>
                  </a:lnTo>
                  <a:lnTo>
                    <a:pt x="109701" y="347812"/>
                  </a:lnTo>
                  <a:lnTo>
                    <a:pt x="107976" y="348749"/>
                  </a:lnTo>
                  <a:lnTo>
                    <a:pt x="106583" y="350681"/>
                  </a:lnTo>
                  <a:lnTo>
                    <a:pt x="106671" y="351152"/>
                  </a:lnTo>
                  <a:lnTo>
                    <a:pt x="106099" y="351889"/>
                  </a:lnTo>
                  <a:lnTo>
                    <a:pt x="105729" y="352896"/>
                  </a:lnTo>
                  <a:lnTo>
                    <a:pt x="105341" y="353136"/>
                  </a:lnTo>
                  <a:lnTo>
                    <a:pt x="104276" y="354677"/>
                  </a:lnTo>
                  <a:lnTo>
                    <a:pt x="103618" y="354967"/>
                  </a:lnTo>
                  <a:lnTo>
                    <a:pt x="103263" y="355631"/>
                  </a:lnTo>
                  <a:lnTo>
                    <a:pt x="102153" y="356311"/>
                  </a:lnTo>
                  <a:lnTo>
                    <a:pt x="101452" y="357041"/>
                  </a:lnTo>
                  <a:lnTo>
                    <a:pt x="100953" y="358577"/>
                  </a:lnTo>
                  <a:lnTo>
                    <a:pt x="99067" y="359297"/>
                  </a:lnTo>
                  <a:lnTo>
                    <a:pt x="97818" y="360707"/>
                  </a:lnTo>
                  <a:lnTo>
                    <a:pt x="96069" y="361953"/>
                  </a:lnTo>
                  <a:lnTo>
                    <a:pt x="94092" y="361768"/>
                  </a:lnTo>
                  <a:lnTo>
                    <a:pt x="92744" y="361277"/>
                  </a:lnTo>
                  <a:lnTo>
                    <a:pt x="92194" y="361554"/>
                  </a:lnTo>
                  <a:lnTo>
                    <a:pt x="90531" y="360786"/>
                  </a:lnTo>
                  <a:lnTo>
                    <a:pt x="88115" y="360209"/>
                  </a:lnTo>
                  <a:lnTo>
                    <a:pt x="88023" y="360454"/>
                  </a:lnTo>
                  <a:lnTo>
                    <a:pt x="87082" y="359982"/>
                  </a:lnTo>
                  <a:lnTo>
                    <a:pt x="85844" y="358941"/>
                  </a:lnTo>
                  <a:lnTo>
                    <a:pt x="85830" y="358531"/>
                  </a:lnTo>
                  <a:lnTo>
                    <a:pt x="85349" y="358213"/>
                  </a:lnTo>
                  <a:lnTo>
                    <a:pt x="84757" y="356859"/>
                  </a:lnTo>
                  <a:lnTo>
                    <a:pt x="83603" y="355723"/>
                  </a:lnTo>
                  <a:lnTo>
                    <a:pt x="81318" y="355310"/>
                  </a:lnTo>
                  <a:lnTo>
                    <a:pt x="79892" y="354215"/>
                  </a:lnTo>
                  <a:lnTo>
                    <a:pt x="79040" y="353236"/>
                  </a:lnTo>
                  <a:lnTo>
                    <a:pt x="76139" y="351980"/>
                  </a:lnTo>
                  <a:lnTo>
                    <a:pt x="75161" y="350944"/>
                  </a:lnTo>
                  <a:lnTo>
                    <a:pt x="75545" y="350718"/>
                  </a:lnTo>
                  <a:lnTo>
                    <a:pt x="75623" y="349993"/>
                  </a:lnTo>
                  <a:lnTo>
                    <a:pt x="72885" y="347594"/>
                  </a:lnTo>
                  <a:lnTo>
                    <a:pt x="72723" y="347135"/>
                  </a:lnTo>
                  <a:lnTo>
                    <a:pt x="70982" y="345367"/>
                  </a:lnTo>
                  <a:lnTo>
                    <a:pt x="70827" y="344790"/>
                  </a:lnTo>
                  <a:lnTo>
                    <a:pt x="69680" y="344432"/>
                  </a:lnTo>
                  <a:lnTo>
                    <a:pt x="69534" y="343297"/>
                  </a:lnTo>
                  <a:lnTo>
                    <a:pt x="68878" y="342143"/>
                  </a:lnTo>
                  <a:lnTo>
                    <a:pt x="68554" y="340523"/>
                  </a:lnTo>
                  <a:lnTo>
                    <a:pt x="69001" y="338949"/>
                  </a:lnTo>
                  <a:lnTo>
                    <a:pt x="68993" y="336319"/>
                  </a:lnTo>
                  <a:lnTo>
                    <a:pt x="69317" y="335674"/>
                  </a:lnTo>
                  <a:lnTo>
                    <a:pt x="69086" y="335457"/>
                  </a:lnTo>
                  <a:lnTo>
                    <a:pt x="68911" y="333242"/>
                  </a:lnTo>
                  <a:lnTo>
                    <a:pt x="68265" y="331268"/>
                  </a:lnTo>
                  <a:lnTo>
                    <a:pt x="68484" y="328034"/>
                  </a:lnTo>
                  <a:lnTo>
                    <a:pt x="67650" y="324857"/>
                  </a:lnTo>
                  <a:lnTo>
                    <a:pt x="67155" y="324932"/>
                  </a:lnTo>
                  <a:lnTo>
                    <a:pt x="66433" y="324224"/>
                  </a:lnTo>
                  <a:lnTo>
                    <a:pt x="62813" y="322854"/>
                  </a:lnTo>
                  <a:lnTo>
                    <a:pt x="57591" y="320197"/>
                  </a:lnTo>
                  <a:lnTo>
                    <a:pt x="56519" y="320217"/>
                  </a:lnTo>
                  <a:lnTo>
                    <a:pt x="54572" y="319724"/>
                  </a:lnTo>
                  <a:lnTo>
                    <a:pt x="52771" y="318496"/>
                  </a:lnTo>
                  <a:lnTo>
                    <a:pt x="51302" y="317066"/>
                  </a:lnTo>
                  <a:lnTo>
                    <a:pt x="50367" y="315789"/>
                  </a:lnTo>
                  <a:lnTo>
                    <a:pt x="48911" y="315064"/>
                  </a:lnTo>
                  <a:lnTo>
                    <a:pt x="48293" y="315171"/>
                  </a:lnTo>
                  <a:lnTo>
                    <a:pt x="47719" y="314926"/>
                  </a:lnTo>
                  <a:lnTo>
                    <a:pt x="47359" y="315346"/>
                  </a:lnTo>
                  <a:lnTo>
                    <a:pt x="47028" y="315332"/>
                  </a:lnTo>
                  <a:lnTo>
                    <a:pt x="47005" y="315564"/>
                  </a:lnTo>
                  <a:lnTo>
                    <a:pt x="45723" y="315417"/>
                  </a:lnTo>
                  <a:lnTo>
                    <a:pt x="44502" y="315707"/>
                  </a:lnTo>
                  <a:lnTo>
                    <a:pt x="41308" y="316787"/>
                  </a:lnTo>
                  <a:lnTo>
                    <a:pt x="40493" y="317283"/>
                  </a:lnTo>
                  <a:lnTo>
                    <a:pt x="40144" y="317779"/>
                  </a:lnTo>
                  <a:lnTo>
                    <a:pt x="39806" y="317757"/>
                  </a:lnTo>
                  <a:lnTo>
                    <a:pt x="37273" y="312553"/>
                  </a:lnTo>
                  <a:lnTo>
                    <a:pt x="36805" y="312217"/>
                  </a:lnTo>
                  <a:lnTo>
                    <a:pt x="37064" y="311718"/>
                  </a:lnTo>
                  <a:lnTo>
                    <a:pt x="36665" y="311120"/>
                  </a:lnTo>
                  <a:lnTo>
                    <a:pt x="36966" y="310836"/>
                  </a:lnTo>
                  <a:lnTo>
                    <a:pt x="37151" y="310144"/>
                  </a:lnTo>
                  <a:lnTo>
                    <a:pt x="36322" y="309229"/>
                  </a:lnTo>
                  <a:lnTo>
                    <a:pt x="36852" y="307925"/>
                  </a:lnTo>
                  <a:lnTo>
                    <a:pt x="36405" y="306621"/>
                  </a:lnTo>
                  <a:lnTo>
                    <a:pt x="36609" y="305206"/>
                  </a:lnTo>
                  <a:lnTo>
                    <a:pt x="36152" y="304361"/>
                  </a:lnTo>
                  <a:lnTo>
                    <a:pt x="35218" y="303672"/>
                  </a:lnTo>
                  <a:lnTo>
                    <a:pt x="35294" y="302874"/>
                  </a:lnTo>
                  <a:lnTo>
                    <a:pt x="34813" y="302624"/>
                  </a:lnTo>
                  <a:lnTo>
                    <a:pt x="34476" y="301210"/>
                  </a:lnTo>
                  <a:lnTo>
                    <a:pt x="33590" y="300347"/>
                  </a:lnTo>
                  <a:lnTo>
                    <a:pt x="33799" y="299460"/>
                  </a:lnTo>
                  <a:lnTo>
                    <a:pt x="33154" y="298333"/>
                  </a:lnTo>
                  <a:lnTo>
                    <a:pt x="32964" y="297473"/>
                  </a:lnTo>
                  <a:lnTo>
                    <a:pt x="32018" y="296538"/>
                  </a:lnTo>
                  <a:lnTo>
                    <a:pt x="31690" y="295729"/>
                  </a:lnTo>
                  <a:lnTo>
                    <a:pt x="29457" y="295640"/>
                  </a:lnTo>
                  <a:lnTo>
                    <a:pt x="28253" y="294988"/>
                  </a:lnTo>
                  <a:lnTo>
                    <a:pt x="25567" y="289688"/>
                  </a:lnTo>
                  <a:lnTo>
                    <a:pt x="23826" y="288334"/>
                  </a:lnTo>
                  <a:lnTo>
                    <a:pt x="23320" y="286777"/>
                  </a:lnTo>
                  <a:lnTo>
                    <a:pt x="23323" y="286112"/>
                  </a:lnTo>
                  <a:lnTo>
                    <a:pt x="22966" y="285643"/>
                  </a:lnTo>
                  <a:lnTo>
                    <a:pt x="21842" y="282639"/>
                  </a:lnTo>
                  <a:lnTo>
                    <a:pt x="21514" y="282323"/>
                  </a:lnTo>
                  <a:lnTo>
                    <a:pt x="21224" y="280968"/>
                  </a:lnTo>
                  <a:lnTo>
                    <a:pt x="18458" y="278663"/>
                  </a:lnTo>
                  <a:lnTo>
                    <a:pt x="16396" y="275531"/>
                  </a:lnTo>
                  <a:lnTo>
                    <a:pt x="16401" y="274672"/>
                  </a:lnTo>
                  <a:lnTo>
                    <a:pt x="16009" y="273349"/>
                  </a:lnTo>
                  <a:lnTo>
                    <a:pt x="19489" y="267017"/>
                  </a:lnTo>
                  <a:lnTo>
                    <a:pt x="19634" y="265923"/>
                  </a:lnTo>
                  <a:lnTo>
                    <a:pt x="19660" y="264609"/>
                  </a:lnTo>
                  <a:lnTo>
                    <a:pt x="19029" y="262977"/>
                  </a:lnTo>
                  <a:lnTo>
                    <a:pt x="19303" y="262535"/>
                  </a:lnTo>
                  <a:lnTo>
                    <a:pt x="19096" y="262051"/>
                  </a:lnTo>
                  <a:lnTo>
                    <a:pt x="19155" y="260633"/>
                  </a:lnTo>
                  <a:lnTo>
                    <a:pt x="18623" y="259931"/>
                  </a:lnTo>
                  <a:lnTo>
                    <a:pt x="18400" y="258869"/>
                  </a:lnTo>
                  <a:lnTo>
                    <a:pt x="17663" y="258459"/>
                  </a:lnTo>
                  <a:lnTo>
                    <a:pt x="19061" y="257534"/>
                  </a:lnTo>
                  <a:lnTo>
                    <a:pt x="19234" y="256177"/>
                  </a:lnTo>
                  <a:lnTo>
                    <a:pt x="18204" y="254631"/>
                  </a:lnTo>
                  <a:lnTo>
                    <a:pt x="19697" y="252881"/>
                  </a:lnTo>
                  <a:lnTo>
                    <a:pt x="20140" y="251803"/>
                  </a:lnTo>
                  <a:lnTo>
                    <a:pt x="20515" y="251459"/>
                  </a:lnTo>
                  <a:lnTo>
                    <a:pt x="20642" y="250825"/>
                  </a:lnTo>
                  <a:lnTo>
                    <a:pt x="21018" y="250494"/>
                  </a:lnTo>
                  <a:lnTo>
                    <a:pt x="21314" y="249254"/>
                  </a:lnTo>
                  <a:lnTo>
                    <a:pt x="20645" y="247812"/>
                  </a:lnTo>
                  <a:lnTo>
                    <a:pt x="20420" y="246085"/>
                  </a:lnTo>
                  <a:lnTo>
                    <a:pt x="19825" y="244618"/>
                  </a:lnTo>
                  <a:lnTo>
                    <a:pt x="17997" y="243858"/>
                  </a:lnTo>
                  <a:lnTo>
                    <a:pt x="17561" y="244039"/>
                  </a:lnTo>
                  <a:lnTo>
                    <a:pt x="15545" y="243514"/>
                  </a:lnTo>
                  <a:lnTo>
                    <a:pt x="12750" y="241472"/>
                  </a:lnTo>
                  <a:lnTo>
                    <a:pt x="11515" y="238982"/>
                  </a:lnTo>
                  <a:lnTo>
                    <a:pt x="10254" y="237853"/>
                  </a:lnTo>
                  <a:lnTo>
                    <a:pt x="8956" y="234445"/>
                  </a:lnTo>
                  <a:lnTo>
                    <a:pt x="8016" y="233306"/>
                  </a:lnTo>
                  <a:lnTo>
                    <a:pt x="7533" y="231119"/>
                  </a:lnTo>
                  <a:lnTo>
                    <a:pt x="5474" y="228856"/>
                  </a:lnTo>
                  <a:lnTo>
                    <a:pt x="5522" y="227773"/>
                  </a:lnTo>
                  <a:lnTo>
                    <a:pt x="4836" y="226025"/>
                  </a:lnTo>
                  <a:lnTo>
                    <a:pt x="5034" y="225716"/>
                  </a:lnTo>
                  <a:lnTo>
                    <a:pt x="1638" y="222538"/>
                  </a:lnTo>
                  <a:lnTo>
                    <a:pt x="0" y="219497"/>
                  </a:lnTo>
                  <a:lnTo>
                    <a:pt x="4309" y="217230"/>
                  </a:lnTo>
                  <a:lnTo>
                    <a:pt x="6055" y="213303"/>
                  </a:lnTo>
                  <a:lnTo>
                    <a:pt x="9102" y="211795"/>
                  </a:lnTo>
                  <a:lnTo>
                    <a:pt x="10440" y="209983"/>
                  </a:lnTo>
                  <a:lnTo>
                    <a:pt x="10355" y="209681"/>
                  </a:lnTo>
                  <a:lnTo>
                    <a:pt x="11259" y="207435"/>
                  </a:lnTo>
                  <a:lnTo>
                    <a:pt x="12494" y="205906"/>
                  </a:lnTo>
                  <a:lnTo>
                    <a:pt x="14720" y="204198"/>
                  </a:lnTo>
                  <a:lnTo>
                    <a:pt x="15418" y="202790"/>
                  </a:lnTo>
                  <a:lnTo>
                    <a:pt x="16824" y="201314"/>
                  </a:lnTo>
                  <a:lnTo>
                    <a:pt x="17134" y="200728"/>
                  </a:lnTo>
                  <a:lnTo>
                    <a:pt x="17481" y="198834"/>
                  </a:lnTo>
                  <a:lnTo>
                    <a:pt x="18396" y="197722"/>
                  </a:lnTo>
                  <a:lnTo>
                    <a:pt x="17928" y="193852"/>
                  </a:lnTo>
                  <a:lnTo>
                    <a:pt x="17411" y="192677"/>
                  </a:lnTo>
                  <a:lnTo>
                    <a:pt x="17081" y="190983"/>
                  </a:lnTo>
                  <a:lnTo>
                    <a:pt x="17516" y="189503"/>
                  </a:lnTo>
                  <a:lnTo>
                    <a:pt x="17266" y="184756"/>
                  </a:lnTo>
                  <a:lnTo>
                    <a:pt x="17680" y="182929"/>
                  </a:lnTo>
                  <a:lnTo>
                    <a:pt x="17658" y="181948"/>
                  </a:lnTo>
                  <a:lnTo>
                    <a:pt x="18244" y="180377"/>
                  </a:lnTo>
                  <a:lnTo>
                    <a:pt x="17082" y="177353"/>
                  </a:lnTo>
                  <a:lnTo>
                    <a:pt x="16116" y="176285"/>
                  </a:lnTo>
                  <a:lnTo>
                    <a:pt x="18134" y="173850"/>
                  </a:lnTo>
                  <a:lnTo>
                    <a:pt x="18313" y="173106"/>
                  </a:lnTo>
                  <a:lnTo>
                    <a:pt x="18788" y="172843"/>
                  </a:lnTo>
                  <a:lnTo>
                    <a:pt x="18963" y="172389"/>
                  </a:lnTo>
                  <a:lnTo>
                    <a:pt x="21805" y="171017"/>
                  </a:lnTo>
                  <a:lnTo>
                    <a:pt x="22170" y="170317"/>
                  </a:lnTo>
                  <a:lnTo>
                    <a:pt x="22971" y="169734"/>
                  </a:lnTo>
                  <a:lnTo>
                    <a:pt x="23392" y="168949"/>
                  </a:lnTo>
                  <a:lnTo>
                    <a:pt x="24091" y="168584"/>
                  </a:lnTo>
                  <a:lnTo>
                    <a:pt x="23980" y="167216"/>
                  </a:lnTo>
                  <a:lnTo>
                    <a:pt x="24528" y="166999"/>
                  </a:lnTo>
                  <a:lnTo>
                    <a:pt x="24829" y="166213"/>
                  </a:lnTo>
                  <a:lnTo>
                    <a:pt x="25248" y="166086"/>
                  </a:lnTo>
                  <a:lnTo>
                    <a:pt x="25359" y="165173"/>
                  </a:lnTo>
                  <a:lnTo>
                    <a:pt x="26075" y="164971"/>
                  </a:lnTo>
                  <a:lnTo>
                    <a:pt x="27091" y="163770"/>
                  </a:lnTo>
                  <a:lnTo>
                    <a:pt x="27831" y="163412"/>
                  </a:lnTo>
                  <a:lnTo>
                    <a:pt x="28948" y="162203"/>
                  </a:lnTo>
                  <a:lnTo>
                    <a:pt x="29087" y="161710"/>
                  </a:lnTo>
                  <a:lnTo>
                    <a:pt x="30814" y="160994"/>
                  </a:lnTo>
                  <a:lnTo>
                    <a:pt x="31259" y="160551"/>
                  </a:lnTo>
                  <a:lnTo>
                    <a:pt x="33069" y="159967"/>
                  </a:lnTo>
                  <a:lnTo>
                    <a:pt x="34215" y="160086"/>
                  </a:lnTo>
                  <a:lnTo>
                    <a:pt x="35184" y="160472"/>
                  </a:lnTo>
                  <a:lnTo>
                    <a:pt x="35548" y="160075"/>
                  </a:lnTo>
                  <a:lnTo>
                    <a:pt x="36228" y="159944"/>
                  </a:lnTo>
                  <a:lnTo>
                    <a:pt x="36396" y="159493"/>
                  </a:lnTo>
                  <a:lnTo>
                    <a:pt x="36955" y="159118"/>
                  </a:lnTo>
                  <a:lnTo>
                    <a:pt x="38379" y="158650"/>
                  </a:lnTo>
                  <a:lnTo>
                    <a:pt x="39516" y="155574"/>
                  </a:lnTo>
                  <a:lnTo>
                    <a:pt x="40040" y="154768"/>
                  </a:lnTo>
                  <a:lnTo>
                    <a:pt x="39595" y="154563"/>
                  </a:lnTo>
                  <a:lnTo>
                    <a:pt x="39824" y="154390"/>
                  </a:lnTo>
                  <a:lnTo>
                    <a:pt x="39667" y="153952"/>
                  </a:lnTo>
                  <a:lnTo>
                    <a:pt x="40103" y="152885"/>
                  </a:lnTo>
                  <a:lnTo>
                    <a:pt x="40381" y="151288"/>
                  </a:lnTo>
                  <a:lnTo>
                    <a:pt x="40952" y="150244"/>
                  </a:lnTo>
                  <a:lnTo>
                    <a:pt x="40622" y="148910"/>
                  </a:lnTo>
                  <a:lnTo>
                    <a:pt x="40165" y="148596"/>
                  </a:lnTo>
                  <a:lnTo>
                    <a:pt x="40075" y="147816"/>
                  </a:lnTo>
                  <a:lnTo>
                    <a:pt x="39778" y="147737"/>
                  </a:lnTo>
                  <a:lnTo>
                    <a:pt x="40874" y="146114"/>
                  </a:lnTo>
                  <a:lnTo>
                    <a:pt x="41171" y="144401"/>
                  </a:lnTo>
                  <a:lnTo>
                    <a:pt x="40927" y="144154"/>
                  </a:lnTo>
                  <a:lnTo>
                    <a:pt x="43129" y="142456"/>
                  </a:lnTo>
                  <a:lnTo>
                    <a:pt x="43288" y="141786"/>
                  </a:lnTo>
                  <a:lnTo>
                    <a:pt x="43713" y="141454"/>
                  </a:lnTo>
                  <a:lnTo>
                    <a:pt x="43660" y="141124"/>
                  </a:lnTo>
                  <a:lnTo>
                    <a:pt x="45691" y="139985"/>
                  </a:lnTo>
                  <a:lnTo>
                    <a:pt x="46231" y="139116"/>
                  </a:lnTo>
                  <a:lnTo>
                    <a:pt x="46339" y="138106"/>
                  </a:lnTo>
                  <a:lnTo>
                    <a:pt x="46639" y="137983"/>
                  </a:lnTo>
                  <a:lnTo>
                    <a:pt x="47004" y="138254"/>
                  </a:lnTo>
                  <a:lnTo>
                    <a:pt x="46924" y="138854"/>
                  </a:lnTo>
                  <a:lnTo>
                    <a:pt x="47612" y="138532"/>
                  </a:lnTo>
                  <a:lnTo>
                    <a:pt x="48483" y="137699"/>
                  </a:lnTo>
                  <a:lnTo>
                    <a:pt x="48468" y="137411"/>
                  </a:lnTo>
                  <a:lnTo>
                    <a:pt x="48850" y="136986"/>
                  </a:lnTo>
                  <a:lnTo>
                    <a:pt x="49949" y="136656"/>
                  </a:lnTo>
                  <a:lnTo>
                    <a:pt x="51386" y="135481"/>
                  </a:lnTo>
                  <a:lnTo>
                    <a:pt x="52094" y="135585"/>
                  </a:lnTo>
                  <a:lnTo>
                    <a:pt x="52788" y="135095"/>
                  </a:lnTo>
                  <a:lnTo>
                    <a:pt x="53775" y="134885"/>
                  </a:lnTo>
                  <a:lnTo>
                    <a:pt x="54015" y="134621"/>
                  </a:lnTo>
                  <a:lnTo>
                    <a:pt x="53952" y="134315"/>
                  </a:lnTo>
                  <a:lnTo>
                    <a:pt x="55016" y="133737"/>
                  </a:lnTo>
                  <a:lnTo>
                    <a:pt x="55757" y="133647"/>
                  </a:lnTo>
                  <a:lnTo>
                    <a:pt x="57192" y="132432"/>
                  </a:lnTo>
                  <a:lnTo>
                    <a:pt x="57837" y="132335"/>
                  </a:lnTo>
                  <a:lnTo>
                    <a:pt x="58124" y="131796"/>
                  </a:lnTo>
                  <a:lnTo>
                    <a:pt x="58027" y="131510"/>
                  </a:lnTo>
                  <a:lnTo>
                    <a:pt x="58565" y="131386"/>
                  </a:lnTo>
                  <a:lnTo>
                    <a:pt x="58809" y="130911"/>
                  </a:lnTo>
                  <a:lnTo>
                    <a:pt x="58689" y="130666"/>
                  </a:lnTo>
                  <a:lnTo>
                    <a:pt x="58188" y="130564"/>
                  </a:lnTo>
                  <a:lnTo>
                    <a:pt x="58681" y="129962"/>
                  </a:lnTo>
                  <a:lnTo>
                    <a:pt x="58350" y="129701"/>
                  </a:lnTo>
                  <a:lnTo>
                    <a:pt x="58387" y="129490"/>
                  </a:lnTo>
                  <a:lnTo>
                    <a:pt x="58876" y="129128"/>
                  </a:lnTo>
                  <a:lnTo>
                    <a:pt x="58683" y="129122"/>
                  </a:lnTo>
                  <a:lnTo>
                    <a:pt x="58406" y="128505"/>
                  </a:lnTo>
                  <a:lnTo>
                    <a:pt x="58584" y="128189"/>
                  </a:lnTo>
                  <a:lnTo>
                    <a:pt x="65486" y="135385"/>
                  </a:lnTo>
                  <a:lnTo>
                    <a:pt x="70078" y="141402"/>
                  </a:lnTo>
                  <a:lnTo>
                    <a:pt x="80068" y="143868"/>
                  </a:lnTo>
                  <a:lnTo>
                    <a:pt x="81434" y="144033"/>
                  </a:lnTo>
                  <a:lnTo>
                    <a:pt x="82191" y="143629"/>
                  </a:lnTo>
                  <a:lnTo>
                    <a:pt x="82312" y="144127"/>
                  </a:lnTo>
                  <a:lnTo>
                    <a:pt x="84363" y="144374"/>
                  </a:lnTo>
                  <a:lnTo>
                    <a:pt x="96462" y="139666"/>
                  </a:lnTo>
                  <a:lnTo>
                    <a:pt x="100790" y="127633"/>
                  </a:lnTo>
                  <a:lnTo>
                    <a:pt x="103307" y="127833"/>
                  </a:lnTo>
                  <a:lnTo>
                    <a:pt x="104376" y="128348"/>
                  </a:lnTo>
                  <a:lnTo>
                    <a:pt x="105247" y="128125"/>
                  </a:lnTo>
                  <a:lnTo>
                    <a:pt x="105765" y="128224"/>
                  </a:lnTo>
                  <a:lnTo>
                    <a:pt x="106568" y="127752"/>
                  </a:lnTo>
                  <a:lnTo>
                    <a:pt x="107118" y="127718"/>
                  </a:lnTo>
                  <a:lnTo>
                    <a:pt x="107493" y="128196"/>
                  </a:lnTo>
                  <a:lnTo>
                    <a:pt x="110129" y="129733"/>
                  </a:lnTo>
                  <a:lnTo>
                    <a:pt x="110771" y="129391"/>
                  </a:lnTo>
                  <a:lnTo>
                    <a:pt x="111962" y="127922"/>
                  </a:lnTo>
                  <a:lnTo>
                    <a:pt x="113016" y="127465"/>
                  </a:lnTo>
                  <a:lnTo>
                    <a:pt x="113802" y="127358"/>
                  </a:lnTo>
                  <a:lnTo>
                    <a:pt x="114273" y="127744"/>
                  </a:lnTo>
                  <a:lnTo>
                    <a:pt x="115438" y="127593"/>
                  </a:lnTo>
                  <a:lnTo>
                    <a:pt x="115572" y="127139"/>
                  </a:lnTo>
                  <a:lnTo>
                    <a:pt x="116630" y="126571"/>
                  </a:lnTo>
                  <a:lnTo>
                    <a:pt x="118952" y="124126"/>
                  </a:lnTo>
                  <a:lnTo>
                    <a:pt x="119540" y="123741"/>
                  </a:lnTo>
                  <a:lnTo>
                    <a:pt x="119448" y="123992"/>
                  </a:lnTo>
                  <a:lnTo>
                    <a:pt x="120281" y="123631"/>
                  </a:lnTo>
                  <a:lnTo>
                    <a:pt x="120508" y="123176"/>
                  </a:lnTo>
                  <a:lnTo>
                    <a:pt x="120948" y="122991"/>
                  </a:lnTo>
                  <a:lnTo>
                    <a:pt x="121992" y="123109"/>
                  </a:lnTo>
                  <a:lnTo>
                    <a:pt x="125341" y="122509"/>
                  </a:lnTo>
                  <a:lnTo>
                    <a:pt x="126928" y="121452"/>
                  </a:lnTo>
                  <a:lnTo>
                    <a:pt x="129150" y="121432"/>
                  </a:lnTo>
                  <a:lnTo>
                    <a:pt x="132791" y="120771"/>
                  </a:lnTo>
                  <a:lnTo>
                    <a:pt x="134824" y="121496"/>
                  </a:lnTo>
                  <a:lnTo>
                    <a:pt x="135135" y="121855"/>
                  </a:lnTo>
                  <a:lnTo>
                    <a:pt x="137213" y="122480"/>
                  </a:lnTo>
                  <a:lnTo>
                    <a:pt x="137977" y="122491"/>
                  </a:lnTo>
                  <a:lnTo>
                    <a:pt x="138775" y="123103"/>
                  </a:lnTo>
                  <a:lnTo>
                    <a:pt x="139008" y="122787"/>
                  </a:lnTo>
                  <a:lnTo>
                    <a:pt x="139446" y="122853"/>
                  </a:lnTo>
                  <a:lnTo>
                    <a:pt x="139947" y="123120"/>
                  </a:lnTo>
                  <a:lnTo>
                    <a:pt x="140058" y="123428"/>
                  </a:lnTo>
                  <a:lnTo>
                    <a:pt x="140640" y="123434"/>
                  </a:lnTo>
                  <a:lnTo>
                    <a:pt x="141212" y="124112"/>
                  </a:lnTo>
                  <a:lnTo>
                    <a:pt x="142074" y="124249"/>
                  </a:lnTo>
                  <a:lnTo>
                    <a:pt x="145845" y="125752"/>
                  </a:lnTo>
                  <a:lnTo>
                    <a:pt x="147371" y="125952"/>
                  </a:lnTo>
                  <a:lnTo>
                    <a:pt x="147665" y="126152"/>
                  </a:lnTo>
                  <a:lnTo>
                    <a:pt x="147643" y="126423"/>
                  </a:lnTo>
                  <a:lnTo>
                    <a:pt x="148119" y="126593"/>
                  </a:lnTo>
                  <a:lnTo>
                    <a:pt x="154708" y="125969"/>
                  </a:lnTo>
                  <a:lnTo>
                    <a:pt x="159654" y="121575"/>
                  </a:lnTo>
                  <a:lnTo>
                    <a:pt x="161782" y="119981"/>
                  </a:lnTo>
                  <a:lnTo>
                    <a:pt x="165089" y="115910"/>
                  </a:lnTo>
                  <a:lnTo>
                    <a:pt x="166800" y="112843"/>
                  </a:lnTo>
                  <a:lnTo>
                    <a:pt x="169249" y="113924"/>
                  </a:lnTo>
                  <a:lnTo>
                    <a:pt x="171407" y="114436"/>
                  </a:lnTo>
                  <a:lnTo>
                    <a:pt x="172238" y="114273"/>
                  </a:lnTo>
                  <a:lnTo>
                    <a:pt x="173524" y="114423"/>
                  </a:lnTo>
                  <a:lnTo>
                    <a:pt x="175193" y="112976"/>
                  </a:lnTo>
                  <a:lnTo>
                    <a:pt x="176037" y="112613"/>
                  </a:lnTo>
                  <a:lnTo>
                    <a:pt x="176344" y="111962"/>
                  </a:lnTo>
                  <a:lnTo>
                    <a:pt x="177332" y="111339"/>
                  </a:lnTo>
                  <a:lnTo>
                    <a:pt x="177741" y="110488"/>
                  </a:lnTo>
                  <a:lnTo>
                    <a:pt x="178078" y="110466"/>
                  </a:lnTo>
                  <a:lnTo>
                    <a:pt x="178884" y="109831"/>
                  </a:lnTo>
                  <a:lnTo>
                    <a:pt x="179056" y="109927"/>
                  </a:lnTo>
                  <a:lnTo>
                    <a:pt x="179693" y="109288"/>
                  </a:lnTo>
                  <a:lnTo>
                    <a:pt x="180123" y="109296"/>
                  </a:lnTo>
                  <a:lnTo>
                    <a:pt x="180601" y="109158"/>
                  </a:lnTo>
                  <a:lnTo>
                    <a:pt x="181485" y="109745"/>
                  </a:lnTo>
                  <a:lnTo>
                    <a:pt x="182301" y="109876"/>
                  </a:lnTo>
                  <a:lnTo>
                    <a:pt x="182492" y="110190"/>
                  </a:lnTo>
                  <a:lnTo>
                    <a:pt x="182984" y="110177"/>
                  </a:lnTo>
                  <a:lnTo>
                    <a:pt x="183527" y="111200"/>
                  </a:lnTo>
                  <a:lnTo>
                    <a:pt x="184900" y="111587"/>
                  </a:lnTo>
                  <a:lnTo>
                    <a:pt x="185310" y="111986"/>
                  </a:lnTo>
                  <a:lnTo>
                    <a:pt x="187190" y="110832"/>
                  </a:lnTo>
                  <a:lnTo>
                    <a:pt x="188128" y="109011"/>
                  </a:lnTo>
                  <a:lnTo>
                    <a:pt x="189111" y="108446"/>
                  </a:lnTo>
                  <a:lnTo>
                    <a:pt x="189448" y="108460"/>
                  </a:lnTo>
                  <a:lnTo>
                    <a:pt x="189581" y="108712"/>
                  </a:lnTo>
                  <a:lnTo>
                    <a:pt x="190711" y="108523"/>
                  </a:lnTo>
                  <a:lnTo>
                    <a:pt x="191541" y="108804"/>
                  </a:lnTo>
                  <a:lnTo>
                    <a:pt x="191740" y="108530"/>
                  </a:lnTo>
                  <a:lnTo>
                    <a:pt x="192017" y="108790"/>
                  </a:lnTo>
                  <a:lnTo>
                    <a:pt x="192368" y="108647"/>
                  </a:lnTo>
                  <a:lnTo>
                    <a:pt x="192501" y="108834"/>
                  </a:lnTo>
                  <a:lnTo>
                    <a:pt x="192750" y="108630"/>
                  </a:lnTo>
                  <a:lnTo>
                    <a:pt x="192763" y="108862"/>
                  </a:lnTo>
                  <a:lnTo>
                    <a:pt x="193570" y="108977"/>
                  </a:lnTo>
                  <a:lnTo>
                    <a:pt x="193954" y="108560"/>
                  </a:lnTo>
                  <a:lnTo>
                    <a:pt x="194137" y="108786"/>
                  </a:lnTo>
                  <a:lnTo>
                    <a:pt x="194766" y="108835"/>
                  </a:lnTo>
                  <a:lnTo>
                    <a:pt x="195479" y="107932"/>
                  </a:lnTo>
                  <a:lnTo>
                    <a:pt x="196220" y="107622"/>
                  </a:lnTo>
                  <a:lnTo>
                    <a:pt x="197510" y="106379"/>
                  </a:lnTo>
                  <a:lnTo>
                    <a:pt x="198148" y="105035"/>
                  </a:lnTo>
                  <a:lnTo>
                    <a:pt x="199816" y="103383"/>
                  </a:lnTo>
                  <a:lnTo>
                    <a:pt x="201633" y="105875"/>
                  </a:lnTo>
                  <a:lnTo>
                    <a:pt x="203443" y="107678"/>
                  </a:lnTo>
                  <a:lnTo>
                    <a:pt x="208166" y="108665"/>
                  </a:lnTo>
                  <a:lnTo>
                    <a:pt x="209862" y="107446"/>
                  </a:lnTo>
                  <a:lnTo>
                    <a:pt x="210371" y="104872"/>
                  </a:lnTo>
                  <a:lnTo>
                    <a:pt x="214099" y="104484"/>
                  </a:lnTo>
                  <a:lnTo>
                    <a:pt x="217506" y="104644"/>
                  </a:lnTo>
                  <a:lnTo>
                    <a:pt x="221154" y="102601"/>
                  </a:lnTo>
                  <a:lnTo>
                    <a:pt x="222890" y="101153"/>
                  </a:lnTo>
                  <a:lnTo>
                    <a:pt x="223386" y="101004"/>
                  </a:lnTo>
                  <a:lnTo>
                    <a:pt x="224274" y="99946"/>
                  </a:lnTo>
                  <a:lnTo>
                    <a:pt x="224291" y="99212"/>
                  </a:lnTo>
                  <a:lnTo>
                    <a:pt x="224765" y="98342"/>
                  </a:lnTo>
                  <a:lnTo>
                    <a:pt x="225993" y="97888"/>
                  </a:lnTo>
                  <a:lnTo>
                    <a:pt x="226706" y="97045"/>
                  </a:lnTo>
                  <a:lnTo>
                    <a:pt x="228681" y="96079"/>
                  </a:lnTo>
                  <a:lnTo>
                    <a:pt x="228296" y="95147"/>
                  </a:lnTo>
                  <a:lnTo>
                    <a:pt x="228530" y="94773"/>
                  </a:lnTo>
                  <a:lnTo>
                    <a:pt x="228497" y="94139"/>
                  </a:lnTo>
                  <a:lnTo>
                    <a:pt x="228952" y="93884"/>
                  </a:lnTo>
                  <a:lnTo>
                    <a:pt x="229132" y="92980"/>
                  </a:lnTo>
                  <a:lnTo>
                    <a:pt x="229756" y="92218"/>
                  </a:lnTo>
                  <a:lnTo>
                    <a:pt x="233086" y="91493"/>
                  </a:lnTo>
                  <a:lnTo>
                    <a:pt x="234285" y="92328"/>
                  </a:lnTo>
                  <a:lnTo>
                    <a:pt x="241109" y="91879"/>
                  </a:lnTo>
                  <a:lnTo>
                    <a:pt x="241353" y="92052"/>
                  </a:lnTo>
                  <a:lnTo>
                    <a:pt x="244589" y="91186"/>
                  </a:lnTo>
                  <a:lnTo>
                    <a:pt x="247009" y="91842"/>
                  </a:lnTo>
                  <a:lnTo>
                    <a:pt x="249701" y="90728"/>
                  </a:lnTo>
                  <a:lnTo>
                    <a:pt x="254432" y="89697"/>
                  </a:lnTo>
                  <a:lnTo>
                    <a:pt x="256190" y="85301"/>
                  </a:lnTo>
                  <a:lnTo>
                    <a:pt x="256849" y="84944"/>
                  </a:lnTo>
                  <a:lnTo>
                    <a:pt x="258052" y="83158"/>
                  </a:lnTo>
                  <a:lnTo>
                    <a:pt x="259940" y="81061"/>
                  </a:lnTo>
                  <a:lnTo>
                    <a:pt x="261619" y="76371"/>
                  </a:lnTo>
                  <a:lnTo>
                    <a:pt x="262375" y="75492"/>
                  </a:lnTo>
                  <a:lnTo>
                    <a:pt x="263376" y="74924"/>
                  </a:lnTo>
                  <a:lnTo>
                    <a:pt x="264153" y="74116"/>
                  </a:lnTo>
                  <a:lnTo>
                    <a:pt x="265679" y="71746"/>
                  </a:lnTo>
                  <a:lnTo>
                    <a:pt x="266613" y="70969"/>
                  </a:lnTo>
                  <a:lnTo>
                    <a:pt x="267216" y="70088"/>
                  </a:lnTo>
                  <a:lnTo>
                    <a:pt x="270312" y="68823"/>
                  </a:lnTo>
                  <a:lnTo>
                    <a:pt x="273618" y="67860"/>
                  </a:lnTo>
                  <a:lnTo>
                    <a:pt x="274301" y="67889"/>
                  </a:lnTo>
                  <a:lnTo>
                    <a:pt x="282683" y="65153"/>
                  </a:lnTo>
                  <a:lnTo>
                    <a:pt x="282492" y="62383"/>
                  </a:lnTo>
                  <a:lnTo>
                    <a:pt x="283056" y="60525"/>
                  </a:lnTo>
                  <a:lnTo>
                    <a:pt x="284860" y="58040"/>
                  </a:lnTo>
                  <a:lnTo>
                    <a:pt x="285171" y="57207"/>
                  </a:lnTo>
                  <a:lnTo>
                    <a:pt x="285116" y="55771"/>
                  </a:lnTo>
                  <a:lnTo>
                    <a:pt x="284546" y="53166"/>
                  </a:lnTo>
                  <a:lnTo>
                    <a:pt x="283782" y="52186"/>
                  </a:lnTo>
                  <a:lnTo>
                    <a:pt x="284113" y="50985"/>
                  </a:lnTo>
                  <a:lnTo>
                    <a:pt x="283572" y="49404"/>
                  </a:lnTo>
                  <a:lnTo>
                    <a:pt x="286598" y="48255"/>
                  </a:lnTo>
                  <a:lnTo>
                    <a:pt x="287688" y="47234"/>
                  </a:lnTo>
                  <a:lnTo>
                    <a:pt x="289801" y="47018"/>
                  </a:lnTo>
                  <a:lnTo>
                    <a:pt x="291516" y="46418"/>
                  </a:lnTo>
                  <a:lnTo>
                    <a:pt x="297106" y="41668"/>
                  </a:lnTo>
                  <a:lnTo>
                    <a:pt x="299579" y="38385"/>
                  </a:lnTo>
                  <a:lnTo>
                    <a:pt x="300162" y="36868"/>
                  </a:lnTo>
                  <a:lnTo>
                    <a:pt x="300876" y="36487"/>
                  </a:lnTo>
                  <a:lnTo>
                    <a:pt x="301031" y="35801"/>
                  </a:lnTo>
                  <a:lnTo>
                    <a:pt x="302843" y="33798"/>
                  </a:lnTo>
                  <a:lnTo>
                    <a:pt x="310506" y="29859"/>
                  </a:lnTo>
                  <a:lnTo>
                    <a:pt x="311969" y="27122"/>
                  </a:lnTo>
                  <a:lnTo>
                    <a:pt x="312795" y="26503"/>
                  </a:lnTo>
                  <a:lnTo>
                    <a:pt x="312814" y="25510"/>
                  </a:lnTo>
                  <a:lnTo>
                    <a:pt x="313530" y="24683"/>
                  </a:lnTo>
                  <a:lnTo>
                    <a:pt x="313526" y="23833"/>
                  </a:lnTo>
                  <a:lnTo>
                    <a:pt x="313219" y="23740"/>
                  </a:lnTo>
                  <a:lnTo>
                    <a:pt x="313584" y="21429"/>
                  </a:lnTo>
                  <a:lnTo>
                    <a:pt x="314276" y="21816"/>
                  </a:lnTo>
                  <a:lnTo>
                    <a:pt x="318313" y="20903"/>
                  </a:lnTo>
                  <a:lnTo>
                    <a:pt x="319560" y="21398"/>
                  </a:lnTo>
                  <a:lnTo>
                    <a:pt x="321207" y="21646"/>
                  </a:lnTo>
                  <a:lnTo>
                    <a:pt x="325786" y="21795"/>
                  </a:lnTo>
                  <a:lnTo>
                    <a:pt x="327748" y="22103"/>
                  </a:lnTo>
                  <a:lnTo>
                    <a:pt x="328775" y="21787"/>
                  </a:lnTo>
                  <a:lnTo>
                    <a:pt x="328850" y="22528"/>
                  </a:lnTo>
                  <a:lnTo>
                    <a:pt x="329520" y="24170"/>
                  </a:lnTo>
                  <a:lnTo>
                    <a:pt x="329599" y="25398"/>
                  </a:lnTo>
                  <a:lnTo>
                    <a:pt x="330514" y="27878"/>
                  </a:lnTo>
                  <a:lnTo>
                    <a:pt x="339054" y="36249"/>
                  </a:lnTo>
                  <a:lnTo>
                    <a:pt x="341071" y="36144"/>
                  </a:lnTo>
                  <a:lnTo>
                    <a:pt x="344800" y="36493"/>
                  </a:lnTo>
                  <a:lnTo>
                    <a:pt x="346830" y="35217"/>
                  </a:lnTo>
                  <a:lnTo>
                    <a:pt x="350117" y="35989"/>
                  </a:lnTo>
                  <a:lnTo>
                    <a:pt x="351309" y="35499"/>
                  </a:lnTo>
                  <a:lnTo>
                    <a:pt x="353262" y="34358"/>
                  </a:lnTo>
                  <a:lnTo>
                    <a:pt x="356536" y="33471"/>
                  </a:lnTo>
                  <a:lnTo>
                    <a:pt x="357671" y="33643"/>
                  </a:lnTo>
                  <a:lnTo>
                    <a:pt x="360635" y="31907"/>
                  </a:lnTo>
                  <a:lnTo>
                    <a:pt x="363028" y="32105"/>
                  </a:lnTo>
                  <a:lnTo>
                    <a:pt x="365174" y="34405"/>
                  </a:lnTo>
                  <a:lnTo>
                    <a:pt x="367405" y="35527"/>
                  </a:lnTo>
                  <a:lnTo>
                    <a:pt x="369291" y="35682"/>
                  </a:lnTo>
                  <a:lnTo>
                    <a:pt x="371416" y="37257"/>
                  </a:lnTo>
                  <a:lnTo>
                    <a:pt x="379782" y="39344"/>
                  </a:lnTo>
                  <a:lnTo>
                    <a:pt x="385932" y="35123"/>
                  </a:lnTo>
                  <a:lnTo>
                    <a:pt x="387391" y="35798"/>
                  </a:lnTo>
                  <a:lnTo>
                    <a:pt x="388506" y="37043"/>
                  </a:lnTo>
                  <a:lnTo>
                    <a:pt x="391240" y="41467"/>
                  </a:lnTo>
                  <a:lnTo>
                    <a:pt x="394238" y="43966"/>
                  </a:lnTo>
                  <a:lnTo>
                    <a:pt x="402184" y="45785"/>
                  </a:lnTo>
                  <a:lnTo>
                    <a:pt x="402678" y="46589"/>
                  </a:lnTo>
                  <a:lnTo>
                    <a:pt x="408453" y="50129"/>
                  </a:lnTo>
                  <a:lnTo>
                    <a:pt x="408234" y="53115"/>
                  </a:lnTo>
                  <a:lnTo>
                    <a:pt x="408856" y="57571"/>
                  </a:lnTo>
                  <a:lnTo>
                    <a:pt x="408718" y="58044"/>
                  </a:lnTo>
                  <a:lnTo>
                    <a:pt x="410551" y="57951"/>
                  </a:lnTo>
                  <a:lnTo>
                    <a:pt x="411498" y="57595"/>
                  </a:lnTo>
                  <a:lnTo>
                    <a:pt x="415433" y="56956"/>
                  </a:lnTo>
                  <a:lnTo>
                    <a:pt x="419421" y="58455"/>
                  </a:lnTo>
                  <a:lnTo>
                    <a:pt x="421484" y="58905"/>
                  </a:lnTo>
                  <a:lnTo>
                    <a:pt x="422020" y="58579"/>
                  </a:lnTo>
                  <a:lnTo>
                    <a:pt x="426065" y="58891"/>
                  </a:lnTo>
                  <a:lnTo>
                    <a:pt x="426263" y="51057"/>
                  </a:lnTo>
                  <a:lnTo>
                    <a:pt x="426717" y="47732"/>
                  </a:lnTo>
                  <a:lnTo>
                    <a:pt x="427803" y="44852"/>
                  </a:lnTo>
                  <a:lnTo>
                    <a:pt x="428144" y="41915"/>
                  </a:lnTo>
                  <a:lnTo>
                    <a:pt x="429808" y="39075"/>
                  </a:lnTo>
                  <a:lnTo>
                    <a:pt x="431449" y="38223"/>
                  </a:lnTo>
                  <a:lnTo>
                    <a:pt x="433987" y="36155"/>
                  </a:lnTo>
                  <a:lnTo>
                    <a:pt x="434558" y="34719"/>
                  </a:lnTo>
                  <a:lnTo>
                    <a:pt x="434407" y="32999"/>
                  </a:lnTo>
                  <a:lnTo>
                    <a:pt x="435993" y="31621"/>
                  </a:lnTo>
                  <a:lnTo>
                    <a:pt x="440470" y="29030"/>
                  </a:lnTo>
                  <a:lnTo>
                    <a:pt x="442194" y="29946"/>
                  </a:lnTo>
                  <a:lnTo>
                    <a:pt x="442836" y="30648"/>
                  </a:lnTo>
                  <a:lnTo>
                    <a:pt x="445058" y="31042"/>
                  </a:lnTo>
                  <a:lnTo>
                    <a:pt x="447552" y="29918"/>
                  </a:lnTo>
                  <a:lnTo>
                    <a:pt x="455047" y="28875"/>
                  </a:lnTo>
                  <a:lnTo>
                    <a:pt x="464674" y="29614"/>
                  </a:lnTo>
                  <a:lnTo>
                    <a:pt x="468614" y="32447"/>
                  </a:lnTo>
                  <a:lnTo>
                    <a:pt x="471013" y="37167"/>
                  </a:lnTo>
                  <a:lnTo>
                    <a:pt x="478737" y="47870"/>
                  </a:lnTo>
                  <a:lnTo>
                    <a:pt x="485635" y="42765"/>
                  </a:lnTo>
                  <a:lnTo>
                    <a:pt x="487495" y="41634"/>
                  </a:lnTo>
                  <a:lnTo>
                    <a:pt x="494197" y="39008"/>
                  </a:lnTo>
                  <a:lnTo>
                    <a:pt x="497310" y="35417"/>
                  </a:lnTo>
                  <a:lnTo>
                    <a:pt x="502004" y="33972"/>
                  </a:lnTo>
                  <a:lnTo>
                    <a:pt x="502979" y="33988"/>
                  </a:lnTo>
                  <a:lnTo>
                    <a:pt x="503830" y="33474"/>
                  </a:lnTo>
                  <a:lnTo>
                    <a:pt x="504568" y="32139"/>
                  </a:lnTo>
                  <a:lnTo>
                    <a:pt x="505303" y="31371"/>
                  </a:lnTo>
                  <a:lnTo>
                    <a:pt x="506310" y="29239"/>
                  </a:lnTo>
                  <a:lnTo>
                    <a:pt x="508753" y="26116"/>
                  </a:lnTo>
                  <a:lnTo>
                    <a:pt x="510339" y="24996"/>
                  </a:lnTo>
                  <a:lnTo>
                    <a:pt x="511561" y="23605"/>
                  </a:lnTo>
                  <a:lnTo>
                    <a:pt x="509438" y="19958"/>
                  </a:lnTo>
                  <a:lnTo>
                    <a:pt x="508854" y="19576"/>
                  </a:lnTo>
                  <a:lnTo>
                    <a:pt x="508593" y="15244"/>
                  </a:lnTo>
                  <a:lnTo>
                    <a:pt x="509540" y="11572"/>
                  </a:lnTo>
                  <a:lnTo>
                    <a:pt x="511244" y="11951"/>
                  </a:lnTo>
                  <a:lnTo>
                    <a:pt x="511977" y="12776"/>
                  </a:lnTo>
                  <a:lnTo>
                    <a:pt x="513441" y="12877"/>
                  </a:lnTo>
                  <a:lnTo>
                    <a:pt x="514558" y="13610"/>
                  </a:lnTo>
                  <a:lnTo>
                    <a:pt x="516812" y="14192"/>
                  </a:lnTo>
                  <a:lnTo>
                    <a:pt x="517431" y="13953"/>
                  </a:lnTo>
                  <a:lnTo>
                    <a:pt x="518472" y="14105"/>
                  </a:lnTo>
                  <a:lnTo>
                    <a:pt x="521216" y="12397"/>
                  </a:lnTo>
                  <a:lnTo>
                    <a:pt x="522188" y="11309"/>
                  </a:lnTo>
                  <a:lnTo>
                    <a:pt x="522982" y="10841"/>
                  </a:lnTo>
                  <a:lnTo>
                    <a:pt x="523512" y="10068"/>
                  </a:lnTo>
                  <a:lnTo>
                    <a:pt x="523954" y="10164"/>
                  </a:lnTo>
                  <a:lnTo>
                    <a:pt x="524505" y="9482"/>
                  </a:lnTo>
                  <a:lnTo>
                    <a:pt x="523903" y="7522"/>
                  </a:lnTo>
                  <a:lnTo>
                    <a:pt x="525931" y="5611"/>
                  </a:lnTo>
                  <a:lnTo>
                    <a:pt x="528676" y="4544"/>
                  </a:lnTo>
                  <a:lnTo>
                    <a:pt x="530041" y="4458"/>
                  </a:lnTo>
                  <a:lnTo>
                    <a:pt x="531501" y="3787"/>
                  </a:lnTo>
                  <a:lnTo>
                    <a:pt x="531673" y="3493"/>
                  </a:lnTo>
                  <a:lnTo>
                    <a:pt x="534712" y="2862"/>
                  </a:lnTo>
                  <a:lnTo>
                    <a:pt x="537202" y="1185"/>
                  </a:lnTo>
                  <a:lnTo>
                    <a:pt x="539550" y="0"/>
                  </a:lnTo>
                  <a:lnTo>
                    <a:pt x="540612" y="1208"/>
                  </a:lnTo>
                  <a:lnTo>
                    <a:pt x="546076" y="3185"/>
                  </a:lnTo>
                  <a:lnTo>
                    <a:pt x="548406" y="4693"/>
                  </a:lnTo>
                  <a:lnTo>
                    <a:pt x="546921" y="6922"/>
                  </a:lnTo>
                  <a:lnTo>
                    <a:pt x="545892" y="9484"/>
                  </a:lnTo>
                  <a:lnTo>
                    <a:pt x="546571" y="14564"/>
                  </a:lnTo>
                  <a:lnTo>
                    <a:pt x="547447" y="16645"/>
                  </a:lnTo>
                  <a:lnTo>
                    <a:pt x="549552" y="18913"/>
                  </a:lnTo>
                  <a:lnTo>
                    <a:pt x="550447" y="20900"/>
                  </a:lnTo>
                  <a:lnTo>
                    <a:pt x="549720" y="22964"/>
                  </a:lnTo>
                  <a:lnTo>
                    <a:pt x="547413" y="27197"/>
                  </a:lnTo>
                  <a:lnTo>
                    <a:pt x="546582" y="27700"/>
                  </a:lnTo>
                  <a:lnTo>
                    <a:pt x="546434" y="28545"/>
                  </a:lnTo>
                  <a:lnTo>
                    <a:pt x="549382" y="32011"/>
                  </a:lnTo>
                  <a:lnTo>
                    <a:pt x="550652" y="34825"/>
                  </a:lnTo>
                  <a:lnTo>
                    <a:pt x="546401" y="36303"/>
                  </a:lnTo>
                  <a:lnTo>
                    <a:pt x="545236" y="39891"/>
                  </a:lnTo>
                  <a:lnTo>
                    <a:pt x="544302" y="41295"/>
                  </a:lnTo>
                  <a:lnTo>
                    <a:pt x="544960" y="42082"/>
                  </a:lnTo>
                  <a:lnTo>
                    <a:pt x="546090" y="44169"/>
                  </a:lnTo>
                  <a:lnTo>
                    <a:pt x="546806" y="46296"/>
                  </a:lnTo>
                  <a:lnTo>
                    <a:pt x="548541" y="47026"/>
                  </a:lnTo>
                  <a:lnTo>
                    <a:pt x="549997" y="47211"/>
                  </a:lnTo>
                  <a:lnTo>
                    <a:pt x="550933" y="47965"/>
                  </a:lnTo>
                  <a:lnTo>
                    <a:pt x="554415" y="49237"/>
                  </a:lnTo>
                  <a:lnTo>
                    <a:pt x="555714" y="50447"/>
                  </a:lnTo>
                  <a:lnTo>
                    <a:pt x="557330" y="51362"/>
                  </a:lnTo>
                  <a:lnTo>
                    <a:pt x="558888" y="51721"/>
                  </a:lnTo>
                  <a:lnTo>
                    <a:pt x="560510" y="51617"/>
                  </a:lnTo>
                  <a:lnTo>
                    <a:pt x="563030" y="52590"/>
                  </a:lnTo>
                  <a:lnTo>
                    <a:pt x="564177" y="53585"/>
                  </a:lnTo>
                  <a:lnTo>
                    <a:pt x="564982" y="54755"/>
                  </a:lnTo>
                  <a:lnTo>
                    <a:pt x="567787" y="55532"/>
                  </a:lnTo>
                  <a:lnTo>
                    <a:pt x="569606" y="55561"/>
                  </a:lnTo>
                  <a:lnTo>
                    <a:pt x="570336" y="56583"/>
                  </a:lnTo>
                  <a:lnTo>
                    <a:pt x="572057" y="57439"/>
                  </a:lnTo>
                  <a:lnTo>
                    <a:pt x="572744" y="58634"/>
                  </a:lnTo>
                  <a:lnTo>
                    <a:pt x="575611" y="60159"/>
                  </a:lnTo>
                  <a:lnTo>
                    <a:pt x="576473" y="60883"/>
                  </a:lnTo>
                  <a:lnTo>
                    <a:pt x="577192" y="62159"/>
                  </a:lnTo>
                  <a:lnTo>
                    <a:pt x="580286" y="63289"/>
                  </a:lnTo>
                  <a:lnTo>
                    <a:pt x="584524" y="65473"/>
                  </a:lnTo>
                  <a:lnTo>
                    <a:pt x="588836" y="66580"/>
                  </a:lnTo>
                  <a:lnTo>
                    <a:pt x="590809" y="69577"/>
                  </a:lnTo>
                  <a:lnTo>
                    <a:pt x="592248" y="74396"/>
                  </a:lnTo>
                  <a:lnTo>
                    <a:pt x="592779" y="75101"/>
                  </a:lnTo>
                  <a:lnTo>
                    <a:pt x="593106" y="76256"/>
                  </a:lnTo>
                  <a:lnTo>
                    <a:pt x="593946" y="77374"/>
                  </a:lnTo>
                  <a:lnTo>
                    <a:pt x="594894" y="80586"/>
                  </a:lnTo>
                  <a:lnTo>
                    <a:pt x="594739" y="82544"/>
                  </a:lnTo>
                  <a:lnTo>
                    <a:pt x="595174" y="83273"/>
                  </a:lnTo>
                  <a:lnTo>
                    <a:pt x="595521" y="85006"/>
                  </a:lnTo>
                  <a:lnTo>
                    <a:pt x="595196" y="87214"/>
                  </a:lnTo>
                  <a:lnTo>
                    <a:pt x="593394" y="88637"/>
                  </a:lnTo>
                  <a:lnTo>
                    <a:pt x="592219" y="91589"/>
                  </a:lnTo>
                  <a:lnTo>
                    <a:pt x="590740" y="91966"/>
                  </a:lnTo>
                  <a:lnTo>
                    <a:pt x="589418" y="92662"/>
                  </a:lnTo>
                  <a:lnTo>
                    <a:pt x="588172" y="94286"/>
                  </a:lnTo>
                  <a:lnTo>
                    <a:pt x="586575" y="95103"/>
                  </a:lnTo>
                  <a:lnTo>
                    <a:pt x="586040" y="96235"/>
                  </a:lnTo>
                  <a:lnTo>
                    <a:pt x="585325" y="96772"/>
                  </a:lnTo>
                  <a:lnTo>
                    <a:pt x="584817" y="98597"/>
                  </a:lnTo>
                  <a:lnTo>
                    <a:pt x="578788" y="100291"/>
                  </a:lnTo>
                  <a:lnTo>
                    <a:pt x="577921" y="100835"/>
                  </a:lnTo>
                  <a:lnTo>
                    <a:pt x="577768" y="102557"/>
                  </a:lnTo>
                  <a:lnTo>
                    <a:pt x="576074" y="103487"/>
                  </a:lnTo>
                  <a:lnTo>
                    <a:pt x="575713" y="104711"/>
                  </a:lnTo>
                  <a:lnTo>
                    <a:pt x="577051" y="108388"/>
                  </a:lnTo>
                  <a:lnTo>
                    <a:pt x="577990" y="109888"/>
                  </a:lnTo>
                  <a:lnTo>
                    <a:pt x="579628" y="111433"/>
                  </a:lnTo>
                  <a:lnTo>
                    <a:pt x="581572" y="111319"/>
                  </a:lnTo>
                  <a:lnTo>
                    <a:pt x="583347" y="111746"/>
                  </a:lnTo>
                  <a:lnTo>
                    <a:pt x="585147" y="113325"/>
                  </a:lnTo>
                  <a:lnTo>
                    <a:pt x="586068" y="114517"/>
                  </a:lnTo>
                  <a:lnTo>
                    <a:pt x="587938" y="116090"/>
                  </a:lnTo>
                  <a:lnTo>
                    <a:pt x="591769" y="120759"/>
                  </a:lnTo>
                  <a:lnTo>
                    <a:pt x="591761" y="122625"/>
                  </a:lnTo>
                  <a:lnTo>
                    <a:pt x="592122" y="123697"/>
                  </a:lnTo>
                  <a:lnTo>
                    <a:pt x="593288" y="125276"/>
                  </a:lnTo>
                  <a:lnTo>
                    <a:pt x="592495" y="125740"/>
                  </a:lnTo>
                  <a:lnTo>
                    <a:pt x="592450" y="126336"/>
                  </a:lnTo>
                  <a:lnTo>
                    <a:pt x="593490" y="127937"/>
                  </a:lnTo>
                  <a:lnTo>
                    <a:pt x="596620" y="129339"/>
                  </a:lnTo>
                  <a:lnTo>
                    <a:pt x="598399" y="130980"/>
                  </a:lnTo>
                  <a:lnTo>
                    <a:pt x="599719" y="131722"/>
                  </a:lnTo>
                  <a:lnTo>
                    <a:pt x="600017" y="132253"/>
                  </a:lnTo>
                  <a:lnTo>
                    <a:pt x="600873" y="132688"/>
                  </a:lnTo>
                  <a:lnTo>
                    <a:pt x="601962" y="132746"/>
                  </a:lnTo>
                  <a:lnTo>
                    <a:pt x="602321" y="133995"/>
                  </a:lnTo>
                  <a:lnTo>
                    <a:pt x="603633" y="135822"/>
                  </a:lnTo>
                  <a:lnTo>
                    <a:pt x="603991" y="137222"/>
                  </a:lnTo>
                  <a:lnTo>
                    <a:pt x="605764" y="139249"/>
                  </a:lnTo>
                  <a:lnTo>
                    <a:pt x="608641" y="141774"/>
                  </a:lnTo>
                  <a:lnTo>
                    <a:pt x="609781" y="143981"/>
                  </a:lnTo>
                  <a:lnTo>
                    <a:pt x="611128" y="145476"/>
                  </a:lnTo>
                  <a:lnTo>
                    <a:pt x="613622" y="147064"/>
                  </a:lnTo>
                  <a:lnTo>
                    <a:pt x="615767" y="147728"/>
                  </a:lnTo>
                  <a:lnTo>
                    <a:pt x="615981" y="148506"/>
                  </a:lnTo>
                  <a:lnTo>
                    <a:pt x="616667" y="149125"/>
                  </a:lnTo>
                  <a:lnTo>
                    <a:pt x="617237" y="149161"/>
                  </a:lnTo>
                  <a:lnTo>
                    <a:pt x="618000" y="150270"/>
                  </a:lnTo>
                  <a:lnTo>
                    <a:pt x="619105" y="151326"/>
                  </a:lnTo>
                  <a:lnTo>
                    <a:pt x="621300" y="152882"/>
                  </a:lnTo>
                  <a:lnTo>
                    <a:pt x="623827" y="154287"/>
                  </a:lnTo>
                  <a:lnTo>
                    <a:pt x="624473" y="155270"/>
                  </a:lnTo>
                  <a:lnTo>
                    <a:pt x="626244" y="155620"/>
                  </a:lnTo>
                  <a:lnTo>
                    <a:pt x="627274" y="156178"/>
                  </a:lnTo>
                  <a:lnTo>
                    <a:pt x="628171" y="156360"/>
                  </a:lnTo>
                  <a:lnTo>
                    <a:pt x="630256" y="157940"/>
                  </a:lnTo>
                  <a:lnTo>
                    <a:pt x="630749" y="157882"/>
                  </a:lnTo>
                  <a:lnTo>
                    <a:pt x="631228" y="158225"/>
                  </a:lnTo>
                  <a:lnTo>
                    <a:pt x="631771" y="158648"/>
                  </a:lnTo>
                  <a:lnTo>
                    <a:pt x="632418" y="159647"/>
                  </a:lnTo>
                  <a:lnTo>
                    <a:pt x="633649" y="160461"/>
                  </a:lnTo>
                  <a:lnTo>
                    <a:pt x="633703" y="161864"/>
                  </a:lnTo>
                  <a:lnTo>
                    <a:pt x="632651" y="162462"/>
                  </a:lnTo>
                  <a:lnTo>
                    <a:pt x="631685" y="165853"/>
                  </a:lnTo>
                  <a:lnTo>
                    <a:pt x="630017" y="166155"/>
                  </a:lnTo>
                  <a:lnTo>
                    <a:pt x="628785" y="166019"/>
                  </a:lnTo>
                  <a:lnTo>
                    <a:pt x="628147" y="166164"/>
                  </a:lnTo>
                  <a:lnTo>
                    <a:pt x="627431" y="166666"/>
                  </a:lnTo>
                  <a:lnTo>
                    <a:pt x="626605" y="169872"/>
                  </a:lnTo>
                  <a:lnTo>
                    <a:pt x="626570" y="171459"/>
                  </a:lnTo>
                  <a:lnTo>
                    <a:pt x="626210" y="172427"/>
                  </a:lnTo>
                  <a:lnTo>
                    <a:pt x="626624" y="172620"/>
                  </a:lnTo>
                  <a:lnTo>
                    <a:pt x="626444" y="173350"/>
                  </a:lnTo>
                  <a:lnTo>
                    <a:pt x="625983" y="174009"/>
                  </a:lnTo>
                  <a:lnTo>
                    <a:pt x="625060" y="174114"/>
                  </a:lnTo>
                  <a:lnTo>
                    <a:pt x="624046" y="175264"/>
                  </a:lnTo>
                  <a:lnTo>
                    <a:pt x="625809" y="176512"/>
                  </a:lnTo>
                  <a:lnTo>
                    <a:pt x="626424" y="176710"/>
                  </a:lnTo>
                  <a:lnTo>
                    <a:pt x="628851" y="179615"/>
                  </a:lnTo>
                  <a:lnTo>
                    <a:pt x="629227" y="179760"/>
                  </a:lnTo>
                  <a:lnTo>
                    <a:pt x="629817" y="179498"/>
                  </a:lnTo>
                  <a:lnTo>
                    <a:pt x="629860" y="178554"/>
                  </a:lnTo>
                  <a:lnTo>
                    <a:pt x="630107" y="178542"/>
                  </a:lnTo>
                  <a:lnTo>
                    <a:pt x="630465" y="177871"/>
                  </a:lnTo>
                  <a:lnTo>
                    <a:pt x="631086" y="177568"/>
                  </a:lnTo>
                  <a:lnTo>
                    <a:pt x="632368" y="177407"/>
                  </a:lnTo>
                  <a:lnTo>
                    <a:pt x="632666" y="177276"/>
                  </a:lnTo>
                  <a:lnTo>
                    <a:pt x="632747" y="176943"/>
                  </a:lnTo>
                  <a:lnTo>
                    <a:pt x="633715" y="176864"/>
                  </a:lnTo>
                  <a:lnTo>
                    <a:pt x="634117" y="177394"/>
                  </a:lnTo>
                  <a:lnTo>
                    <a:pt x="634992" y="177870"/>
                  </a:lnTo>
                  <a:lnTo>
                    <a:pt x="636328" y="177471"/>
                  </a:lnTo>
                  <a:lnTo>
                    <a:pt x="638343" y="177895"/>
                  </a:lnTo>
                  <a:lnTo>
                    <a:pt x="639102" y="177580"/>
                  </a:lnTo>
                  <a:lnTo>
                    <a:pt x="639397" y="177383"/>
                  </a:lnTo>
                  <a:lnTo>
                    <a:pt x="639777" y="176367"/>
                  </a:lnTo>
                  <a:lnTo>
                    <a:pt x="639983" y="174884"/>
                  </a:lnTo>
                  <a:lnTo>
                    <a:pt x="643295" y="180099"/>
                  </a:lnTo>
                  <a:lnTo>
                    <a:pt x="643561" y="180969"/>
                  </a:lnTo>
                  <a:lnTo>
                    <a:pt x="644300" y="182125"/>
                  </a:lnTo>
                  <a:lnTo>
                    <a:pt x="645246" y="182422"/>
                  </a:lnTo>
                  <a:lnTo>
                    <a:pt x="645867" y="183048"/>
                  </a:lnTo>
                  <a:lnTo>
                    <a:pt x="646071" y="182992"/>
                  </a:lnTo>
                  <a:lnTo>
                    <a:pt x="646143" y="183318"/>
                  </a:lnTo>
                  <a:lnTo>
                    <a:pt x="647183" y="184265"/>
                  </a:lnTo>
                  <a:lnTo>
                    <a:pt x="647724" y="186610"/>
                  </a:lnTo>
                  <a:lnTo>
                    <a:pt x="647529" y="188598"/>
                  </a:lnTo>
                  <a:lnTo>
                    <a:pt x="647774" y="190331"/>
                  </a:lnTo>
                  <a:lnTo>
                    <a:pt x="648277" y="191830"/>
                  </a:lnTo>
                  <a:lnTo>
                    <a:pt x="649239" y="192559"/>
                  </a:lnTo>
                  <a:lnTo>
                    <a:pt x="649259" y="196314"/>
                  </a:lnTo>
                  <a:lnTo>
                    <a:pt x="648827" y="196996"/>
                  </a:lnTo>
                  <a:lnTo>
                    <a:pt x="648665" y="198697"/>
                  </a:lnTo>
                  <a:lnTo>
                    <a:pt x="649170" y="199375"/>
                  </a:lnTo>
                  <a:lnTo>
                    <a:pt x="650714" y="198292"/>
                  </a:lnTo>
                  <a:lnTo>
                    <a:pt x="651769" y="196848"/>
                  </a:lnTo>
                  <a:lnTo>
                    <a:pt x="653477" y="196522"/>
                  </a:lnTo>
                  <a:lnTo>
                    <a:pt x="655388" y="196786"/>
                  </a:lnTo>
                  <a:lnTo>
                    <a:pt x="659933" y="198019"/>
                  </a:lnTo>
                  <a:lnTo>
                    <a:pt x="662284" y="199091"/>
                  </a:lnTo>
                  <a:lnTo>
                    <a:pt x="663795" y="200352"/>
                  </a:lnTo>
                  <a:lnTo>
                    <a:pt x="667415" y="200919"/>
                  </a:lnTo>
                  <a:lnTo>
                    <a:pt x="669344" y="200359"/>
                  </a:lnTo>
                  <a:lnTo>
                    <a:pt x="671478" y="201382"/>
                  </a:lnTo>
                  <a:lnTo>
                    <a:pt x="671720" y="201790"/>
                  </a:lnTo>
                  <a:lnTo>
                    <a:pt x="674487" y="202832"/>
                  </a:lnTo>
                  <a:lnTo>
                    <a:pt x="676822" y="205164"/>
                  </a:lnTo>
                  <a:lnTo>
                    <a:pt x="678420" y="204431"/>
                  </a:lnTo>
                  <a:lnTo>
                    <a:pt x="683422" y="206180"/>
                  </a:lnTo>
                  <a:lnTo>
                    <a:pt x="687133" y="208299"/>
                  </a:lnTo>
                  <a:lnTo>
                    <a:pt x="690831" y="211340"/>
                  </a:lnTo>
                  <a:lnTo>
                    <a:pt x="691401" y="212364"/>
                  </a:lnTo>
                  <a:lnTo>
                    <a:pt x="693204" y="213195"/>
                  </a:lnTo>
                  <a:lnTo>
                    <a:pt x="694019" y="214679"/>
                  </a:lnTo>
                  <a:lnTo>
                    <a:pt x="695367" y="216076"/>
                  </a:lnTo>
                  <a:lnTo>
                    <a:pt x="696102" y="215973"/>
                  </a:lnTo>
                  <a:lnTo>
                    <a:pt x="695973" y="216145"/>
                  </a:lnTo>
                  <a:lnTo>
                    <a:pt x="696795" y="218128"/>
                  </a:lnTo>
                  <a:lnTo>
                    <a:pt x="697869" y="218863"/>
                  </a:lnTo>
                  <a:lnTo>
                    <a:pt x="698206" y="219709"/>
                  </a:lnTo>
                  <a:lnTo>
                    <a:pt x="698674" y="219985"/>
                  </a:lnTo>
                  <a:lnTo>
                    <a:pt x="698817" y="221344"/>
                  </a:lnTo>
                  <a:lnTo>
                    <a:pt x="699951" y="222249"/>
                  </a:lnTo>
                  <a:lnTo>
                    <a:pt x="701346" y="224975"/>
                  </a:lnTo>
                  <a:lnTo>
                    <a:pt x="701956" y="225576"/>
                  </a:lnTo>
                  <a:lnTo>
                    <a:pt x="702287" y="227183"/>
                  </a:lnTo>
                  <a:lnTo>
                    <a:pt x="702921" y="228430"/>
                  </a:lnTo>
                  <a:lnTo>
                    <a:pt x="704265" y="230111"/>
                  </a:lnTo>
                  <a:lnTo>
                    <a:pt x="705117" y="230392"/>
                  </a:lnTo>
                  <a:lnTo>
                    <a:pt x="706487" y="231691"/>
                  </a:lnTo>
                  <a:lnTo>
                    <a:pt x="709119" y="232587"/>
                  </a:lnTo>
                  <a:lnTo>
                    <a:pt x="710636" y="233448"/>
                  </a:lnTo>
                  <a:lnTo>
                    <a:pt x="713662" y="236220"/>
                  </a:lnTo>
                  <a:lnTo>
                    <a:pt x="714639" y="236759"/>
                  </a:lnTo>
                  <a:lnTo>
                    <a:pt x="718685" y="237433"/>
                  </a:lnTo>
                  <a:lnTo>
                    <a:pt x="720948" y="238565"/>
                  </a:lnTo>
                  <a:lnTo>
                    <a:pt x="721612" y="239381"/>
                  </a:lnTo>
                  <a:lnTo>
                    <a:pt x="724614" y="239695"/>
                  </a:lnTo>
                  <a:lnTo>
                    <a:pt x="726540" y="241264"/>
                  </a:lnTo>
                  <a:lnTo>
                    <a:pt x="730019" y="242814"/>
                  </a:lnTo>
                  <a:lnTo>
                    <a:pt x="731460" y="243076"/>
                  </a:lnTo>
                  <a:lnTo>
                    <a:pt x="732204" y="243356"/>
                  </a:lnTo>
                  <a:lnTo>
                    <a:pt x="732105" y="245015"/>
                  </a:lnTo>
                  <a:lnTo>
                    <a:pt x="732787" y="246126"/>
                  </a:lnTo>
                  <a:lnTo>
                    <a:pt x="732731" y="247440"/>
                  </a:lnTo>
                  <a:lnTo>
                    <a:pt x="732059" y="247766"/>
                  </a:lnTo>
                  <a:lnTo>
                    <a:pt x="731664" y="248293"/>
                  </a:lnTo>
                  <a:lnTo>
                    <a:pt x="731240" y="248351"/>
                  </a:lnTo>
                  <a:lnTo>
                    <a:pt x="730598" y="249099"/>
                  </a:lnTo>
                  <a:lnTo>
                    <a:pt x="730100" y="250487"/>
                  </a:lnTo>
                  <a:lnTo>
                    <a:pt x="730198" y="251893"/>
                  </a:lnTo>
                  <a:lnTo>
                    <a:pt x="730574" y="252687"/>
                  </a:lnTo>
                  <a:lnTo>
                    <a:pt x="734301" y="256606"/>
                  </a:lnTo>
                  <a:lnTo>
                    <a:pt x="735079" y="258021"/>
                  </a:lnTo>
                  <a:lnTo>
                    <a:pt x="731593" y="263723"/>
                  </a:lnTo>
                  <a:lnTo>
                    <a:pt x="726698" y="266283"/>
                  </a:lnTo>
                  <a:lnTo>
                    <a:pt x="726154" y="267161"/>
                  </a:lnTo>
                  <a:lnTo>
                    <a:pt x="725569" y="269270"/>
                  </a:lnTo>
                  <a:lnTo>
                    <a:pt x="721316" y="270579"/>
                  </a:lnTo>
                  <a:lnTo>
                    <a:pt x="716246" y="269912"/>
                  </a:lnTo>
                  <a:lnTo>
                    <a:pt x="715175" y="268855"/>
                  </a:lnTo>
                  <a:lnTo>
                    <a:pt x="712132" y="267698"/>
                  </a:lnTo>
                  <a:lnTo>
                    <a:pt x="709618" y="267541"/>
                  </a:lnTo>
                  <a:lnTo>
                    <a:pt x="702377" y="269213"/>
                  </a:lnTo>
                  <a:lnTo>
                    <a:pt x="699549" y="271155"/>
                  </a:lnTo>
                  <a:lnTo>
                    <a:pt x="695964" y="272755"/>
                  </a:lnTo>
                  <a:lnTo>
                    <a:pt x="693093" y="272355"/>
                  </a:lnTo>
                  <a:lnTo>
                    <a:pt x="691150" y="270941"/>
                  </a:lnTo>
                  <a:lnTo>
                    <a:pt x="689436" y="270313"/>
                  </a:lnTo>
                  <a:lnTo>
                    <a:pt x="687193" y="266285"/>
                  </a:lnTo>
                  <a:lnTo>
                    <a:pt x="683779" y="263771"/>
                  </a:lnTo>
                  <a:lnTo>
                    <a:pt x="682251" y="258915"/>
                  </a:lnTo>
                  <a:lnTo>
                    <a:pt x="680939" y="256730"/>
                  </a:lnTo>
                  <a:lnTo>
                    <a:pt x="679785" y="255731"/>
                  </a:lnTo>
                  <a:lnTo>
                    <a:pt x="679321" y="254367"/>
                  </a:lnTo>
                  <a:lnTo>
                    <a:pt x="678299" y="252518"/>
                  </a:lnTo>
                  <a:lnTo>
                    <a:pt x="674320" y="252716"/>
                  </a:lnTo>
                  <a:lnTo>
                    <a:pt x="672492" y="253215"/>
                  </a:lnTo>
                  <a:lnTo>
                    <a:pt x="669525" y="254924"/>
                  </a:lnTo>
                  <a:lnTo>
                    <a:pt x="667941" y="256763"/>
                  </a:lnTo>
                  <a:lnTo>
                    <a:pt x="666655" y="257827"/>
                  </a:lnTo>
                  <a:lnTo>
                    <a:pt x="664570" y="258804"/>
                  </a:lnTo>
                  <a:lnTo>
                    <a:pt x="662998" y="260598"/>
                  </a:lnTo>
                  <a:lnTo>
                    <a:pt x="662151" y="261162"/>
                  </a:lnTo>
                  <a:lnTo>
                    <a:pt x="660835" y="263529"/>
                  </a:lnTo>
                  <a:lnTo>
                    <a:pt x="659114" y="264089"/>
                  </a:lnTo>
                  <a:lnTo>
                    <a:pt x="657017" y="264265"/>
                  </a:lnTo>
                  <a:lnTo>
                    <a:pt x="655665" y="264978"/>
                  </a:lnTo>
                  <a:lnTo>
                    <a:pt x="654556" y="264099"/>
                  </a:lnTo>
                  <a:lnTo>
                    <a:pt x="653842" y="265324"/>
                  </a:lnTo>
                  <a:lnTo>
                    <a:pt x="653221" y="265639"/>
                  </a:lnTo>
                  <a:lnTo>
                    <a:pt x="652914" y="265545"/>
                  </a:lnTo>
                  <a:lnTo>
                    <a:pt x="652679" y="266658"/>
                  </a:lnTo>
                  <a:lnTo>
                    <a:pt x="650986" y="267400"/>
                  </a:lnTo>
                  <a:lnTo>
                    <a:pt x="650764" y="268057"/>
                  </a:lnTo>
                  <a:lnTo>
                    <a:pt x="648501" y="268922"/>
                  </a:lnTo>
                  <a:lnTo>
                    <a:pt x="648315" y="269831"/>
                  </a:lnTo>
                  <a:lnTo>
                    <a:pt x="647457" y="270711"/>
                  </a:lnTo>
                  <a:lnTo>
                    <a:pt x="647241" y="271457"/>
                  </a:lnTo>
                  <a:lnTo>
                    <a:pt x="646265" y="272546"/>
                  </a:lnTo>
                  <a:lnTo>
                    <a:pt x="646070" y="273106"/>
                  </a:lnTo>
                  <a:lnTo>
                    <a:pt x="645448" y="273316"/>
                  </a:lnTo>
                  <a:lnTo>
                    <a:pt x="642722" y="273171"/>
                  </a:lnTo>
                  <a:lnTo>
                    <a:pt x="640886" y="272655"/>
                  </a:lnTo>
                  <a:lnTo>
                    <a:pt x="640900" y="273738"/>
                  </a:lnTo>
                  <a:lnTo>
                    <a:pt x="640595" y="274327"/>
                  </a:lnTo>
                  <a:lnTo>
                    <a:pt x="638565" y="276732"/>
                  </a:lnTo>
                  <a:lnTo>
                    <a:pt x="637565" y="278251"/>
                  </a:lnTo>
                  <a:lnTo>
                    <a:pt x="637357" y="278970"/>
                  </a:lnTo>
                  <a:lnTo>
                    <a:pt x="634312" y="282253"/>
                  </a:lnTo>
                  <a:lnTo>
                    <a:pt x="634240" y="282929"/>
                  </a:lnTo>
                  <a:lnTo>
                    <a:pt x="633631" y="284235"/>
                  </a:lnTo>
                  <a:lnTo>
                    <a:pt x="632743" y="285428"/>
                  </a:lnTo>
                  <a:lnTo>
                    <a:pt x="631677" y="286184"/>
                  </a:lnTo>
                  <a:lnTo>
                    <a:pt x="629565" y="288311"/>
                  </a:lnTo>
                  <a:lnTo>
                    <a:pt x="629052" y="289126"/>
                  </a:lnTo>
                  <a:lnTo>
                    <a:pt x="627664" y="287769"/>
                  </a:lnTo>
                  <a:lnTo>
                    <a:pt x="622935" y="288363"/>
                  </a:lnTo>
                  <a:lnTo>
                    <a:pt x="620648" y="290742"/>
                  </a:lnTo>
                  <a:lnTo>
                    <a:pt x="617424" y="295450"/>
                  </a:lnTo>
                  <a:lnTo>
                    <a:pt x="612927" y="295856"/>
                  </a:lnTo>
                  <a:lnTo>
                    <a:pt x="610790" y="298424"/>
                  </a:lnTo>
                  <a:lnTo>
                    <a:pt x="612918" y="303247"/>
                  </a:lnTo>
                  <a:lnTo>
                    <a:pt x="612686" y="304260"/>
                  </a:lnTo>
                  <a:lnTo>
                    <a:pt x="611415" y="305308"/>
                  </a:lnTo>
                  <a:lnTo>
                    <a:pt x="609384" y="307861"/>
                  </a:lnTo>
                  <a:lnTo>
                    <a:pt x="608417" y="310220"/>
                  </a:lnTo>
                  <a:lnTo>
                    <a:pt x="607886" y="310529"/>
                  </a:lnTo>
                  <a:lnTo>
                    <a:pt x="608049" y="311796"/>
                  </a:lnTo>
                  <a:lnTo>
                    <a:pt x="607809" y="313827"/>
                  </a:lnTo>
                  <a:lnTo>
                    <a:pt x="606882" y="315306"/>
                  </a:lnTo>
                  <a:lnTo>
                    <a:pt x="607307" y="316505"/>
                  </a:lnTo>
                  <a:lnTo>
                    <a:pt x="607308" y="318758"/>
                  </a:lnTo>
                  <a:lnTo>
                    <a:pt x="607875" y="320278"/>
                  </a:lnTo>
                  <a:lnTo>
                    <a:pt x="608699" y="320252"/>
                  </a:lnTo>
                  <a:lnTo>
                    <a:pt x="610191" y="321753"/>
                  </a:lnTo>
                  <a:lnTo>
                    <a:pt x="612003" y="322542"/>
                  </a:lnTo>
                  <a:lnTo>
                    <a:pt x="613514" y="322696"/>
                  </a:lnTo>
                  <a:lnTo>
                    <a:pt x="614172" y="323368"/>
                  </a:lnTo>
                  <a:lnTo>
                    <a:pt x="615195" y="323625"/>
                  </a:lnTo>
                  <a:lnTo>
                    <a:pt x="616382" y="324768"/>
                  </a:lnTo>
                  <a:lnTo>
                    <a:pt x="617729" y="327667"/>
                  </a:lnTo>
                  <a:lnTo>
                    <a:pt x="617851" y="330131"/>
                  </a:lnTo>
                  <a:lnTo>
                    <a:pt x="619002" y="331743"/>
                  </a:lnTo>
                  <a:lnTo>
                    <a:pt x="619379" y="333507"/>
                  </a:lnTo>
                  <a:lnTo>
                    <a:pt x="620151" y="334877"/>
                  </a:lnTo>
                  <a:lnTo>
                    <a:pt x="621853" y="336062"/>
                  </a:lnTo>
                  <a:lnTo>
                    <a:pt x="622539" y="337030"/>
                  </a:lnTo>
                  <a:lnTo>
                    <a:pt x="622483" y="337697"/>
                  </a:lnTo>
                  <a:lnTo>
                    <a:pt x="623109" y="338528"/>
                  </a:lnTo>
                  <a:lnTo>
                    <a:pt x="624515" y="339051"/>
                  </a:lnTo>
                  <a:lnTo>
                    <a:pt x="625255" y="341448"/>
                  </a:lnTo>
                  <a:lnTo>
                    <a:pt x="625854" y="341756"/>
                  </a:lnTo>
                  <a:lnTo>
                    <a:pt x="626444" y="342787"/>
                  </a:lnTo>
                  <a:lnTo>
                    <a:pt x="627392" y="343416"/>
                  </a:lnTo>
                  <a:lnTo>
                    <a:pt x="628885" y="346719"/>
                  </a:lnTo>
                  <a:lnTo>
                    <a:pt x="630759" y="348403"/>
                  </a:lnTo>
                  <a:lnTo>
                    <a:pt x="632018" y="350658"/>
                  </a:lnTo>
                  <a:lnTo>
                    <a:pt x="634145" y="353180"/>
                  </a:lnTo>
                  <a:lnTo>
                    <a:pt x="634457" y="353967"/>
                  </a:lnTo>
                  <a:lnTo>
                    <a:pt x="636101" y="355272"/>
                  </a:lnTo>
                  <a:lnTo>
                    <a:pt x="636610" y="356049"/>
                  </a:lnTo>
                  <a:lnTo>
                    <a:pt x="638986" y="358351"/>
                  </a:lnTo>
                  <a:lnTo>
                    <a:pt x="638547" y="358822"/>
                  </a:lnTo>
                  <a:lnTo>
                    <a:pt x="636948" y="361956"/>
                  </a:lnTo>
                  <a:lnTo>
                    <a:pt x="637733" y="362690"/>
                  </a:lnTo>
                  <a:lnTo>
                    <a:pt x="636929" y="363397"/>
                  </a:lnTo>
                  <a:lnTo>
                    <a:pt x="636791" y="363970"/>
                  </a:lnTo>
                  <a:lnTo>
                    <a:pt x="636497" y="364129"/>
                  </a:lnTo>
                  <a:lnTo>
                    <a:pt x="636362" y="365049"/>
                  </a:lnTo>
                  <a:lnTo>
                    <a:pt x="635787" y="365674"/>
                  </a:lnTo>
                  <a:lnTo>
                    <a:pt x="636081" y="367211"/>
                  </a:lnTo>
                  <a:lnTo>
                    <a:pt x="635993" y="368563"/>
                  </a:lnTo>
                  <a:lnTo>
                    <a:pt x="635597" y="369810"/>
                  </a:lnTo>
                  <a:lnTo>
                    <a:pt x="634088" y="370758"/>
                  </a:lnTo>
                  <a:lnTo>
                    <a:pt x="632977" y="371918"/>
                  </a:lnTo>
                  <a:lnTo>
                    <a:pt x="632715" y="372617"/>
                  </a:lnTo>
                  <a:lnTo>
                    <a:pt x="632292" y="373027"/>
                  </a:lnTo>
                  <a:lnTo>
                    <a:pt x="632798" y="374111"/>
                  </a:lnTo>
                  <a:lnTo>
                    <a:pt x="632289" y="375080"/>
                  </a:lnTo>
                  <a:lnTo>
                    <a:pt x="629896" y="377270"/>
                  </a:lnTo>
                  <a:lnTo>
                    <a:pt x="629350" y="378331"/>
                  </a:lnTo>
                  <a:lnTo>
                    <a:pt x="628300" y="379290"/>
                  </a:lnTo>
                  <a:lnTo>
                    <a:pt x="627752" y="380400"/>
                  </a:lnTo>
                  <a:lnTo>
                    <a:pt x="626553" y="380983"/>
                  </a:lnTo>
                  <a:lnTo>
                    <a:pt x="625204" y="381216"/>
                  </a:lnTo>
                  <a:lnTo>
                    <a:pt x="624725" y="381860"/>
                  </a:lnTo>
                  <a:lnTo>
                    <a:pt x="622369" y="383050"/>
                  </a:lnTo>
                  <a:lnTo>
                    <a:pt x="621539" y="384277"/>
                  </a:lnTo>
                  <a:lnTo>
                    <a:pt x="621292" y="385032"/>
                  </a:lnTo>
                  <a:lnTo>
                    <a:pt x="621253" y="386804"/>
                  </a:lnTo>
                  <a:lnTo>
                    <a:pt x="620548" y="388253"/>
                  </a:lnTo>
                  <a:lnTo>
                    <a:pt x="620488" y="389561"/>
                  </a:lnTo>
                  <a:lnTo>
                    <a:pt x="619968" y="390379"/>
                  </a:lnTo>
                  <a:lnTo>
                    <a:pt x="618386" y="394831"/>
                  </a:lnTo>
                  <a:lnTo>
                    <a:pt x="617501" y="395699"/>
                  </a:lnTo>
                  <a:lnTo>
                    <a:pt x="617305" y="396832"/>
                  </a:lnTo>
                  <a:lnTo>
                    <a:pt x="615677" y="397557"/>
                  </a:lnTo>
                  <a:lnTo>
                    <a:pt x="614795" y="399109"/>
                  </a:lnTo>
                  <a:lnTo>
                    <a:pt x="614783" y="400699"/>
                  </a:lnTo>
                  <a:lnTo>
                    <a:pt x="614376" y="402780"/>
                  </a:lnTo>
                  <a:lnTo>
                    <a:pt x="613680" y="404153"/>
                  </a:lnTo>
                  <a:lnTo>
                    <a:pt x="612935" y="407180"/>
                  </a:lnTo>
                  <a:lnTo>
                    <a:pt x="611806" y="409265"/>
                  </a:lnTo>
                  <a:lnTo>
                    <a:pt x="610417" y="410664"/>
                  </a:lnTo>
                  <a:lnTo>
                    <a:pt x="609207" y="413709"/>
                  </a:lnTo>
                  <a:lnTo>
                    <a:pt x="606913" y="417890"/>
                  </a:lnTo>
                  <a:lnTo>
                    <a:pt x="604882" y="420260"/>
                  </a:lnTo>
                  <a:lnTo>
                    <a:pt x="604163" y="420510"/>
                  </a:lnTo>
                  <a:lnTo>
                    <a:pt x="603510" y="420378"/>
                  </a:lnTo>
                  <a:lnTo>
                    <a:pt x="603191" y="421365"/>
                  </a:lnTo>
                  <a:lnTo>
                    <a:pt x="602285" y="422148"/>
                  </a:lnTo>
                  <a:lnTo>
                    <a:pt x="600960" y="424568"/>
                  </a:lnTo>
                  <a:lnTo>
                    <a:pt x="600570" y="426179"/>
                  </a:lnTo>
                  <a:lnTo>
                    <a:pt x="598915" y="428234"/>
                  </a:lnTo>
                  <a:lnTo>
                    <a:pt x="596859" y="431520"/>
                  </a:lnTo>
                  <a:lnTo>
                    <a:pt x="596834" y="431860"/>
                  </a:lnTo>
                  <a:lnTo>
                    <a:pt x="596405" y="432155"/>
                  </a:lnTo>
                  <a:lnTo>
                    <a:pt x="596000" y="433467"/>
                  </a:lnTo>
                  <a:lnTo>
                    <a:pt x="595248" y="434513"/>
                  </a:lnTo>
                  <a:lnTo>
                    <a:pt x="595057" y="435156"/>
                  </a:lnTo>
                  <a:lnTo>
                    <a:pt x="593753" y="436600"/>
                  </a:lnTo>
                  <a:lnTo>
                    <a:pt x="593424" y="438165"/>
                  </a:lnTo>
                  <a:lnTo>
                    <a:pt x="592965" y="438467"/>
                  </a:lnTo>
                  <a:lnTo>
                    <a:pt x="592919" y="439747"/>
                  </a:lnTo>
                  <a:lnTo>
                    <a:pt x="593504" y="443280"/>
                  </a:lnTo>
                  <a:lnTo>
                    <a:pt x="594048" y="445038"/>
                  </a:lnTo>
                  <a:lnTo>
                    <a:pt x="593250" y="446944"/>
                  </a:lnTo>
                  <a:lnTo>
                    <a:pt x="592958" y="448285"/>
                  </a:lnTo>
                  <a:lnTo>
                    <a:pt x="593008" y="449431"/>
                  </a:lnTo>
                  <a:lnTo>
                    <a:pt x="592256" y="454197"/>
                  </a:lnTo>
                  <a:lnTo>
                    <a:pt x="592553" y="456819"/>
                  </a:lnTo>
                  <a:lnTo>
                    <a:pt x="593463" y="460161"/>
                  </a:lnTo>
                  <a:lnTo>
                    <a:pt x="593596" y="461660"/>
                  </a:lnTo>
                  <a:lnTo>
                    <a:pt x="592361" y="467057"/>
                  </a:lnTo>
                  <a:lnTo>
                    <a:pt x="592263" y="468667"/>
                  </a:lnTo>
                  <a:lnTo>
                    <a:pt x="592377" y="469565"/>
                  </a:lnTo>
                  <a:lnTo>
                    <a:pt x="594031" y="472553"/>
                  </a:lnTo>
                  <a:lnTo>
                    <a:pt x="594255" y="475834"/>
                  </a:lnTo>
                  <a:lnTo>
                    <a:pt x="591375" y="477607"/>
                  </a:lnTo>
                  <a:lnTo>
                    <a:pt x="588844" y="478022"/>
                  </a:lnTo>
                  <a:lnTo>
                    <a:pt x="587369" y="479937"/>
                  </a:lnTo>
                  <a:lnTo>
                    <a:pt x="586451" y="481963"/>
                  </a:lnTo>
                  <a:lnTo>
                    <a:pt x="586050" y="482184"/>
                  </a:lnTo>
                  <a:lnTo>
                    <a:pt x="583966" y="483149"/>
                  </a:lnTo>
                  <a:lnTo>
                    <a:pt x="574980" y="486359"/>
                  </a:lnTo>
                  <a:lnTo>
                    <a:pt x="572767" y="487533"/>
                  </a:lnTo>
                  <a:lnTo>
                    <a:pt x="571645" y="489644"/>
                  </a:lnTo>
                  <a:lnTo>
                    <a:pt x="570286" y="491537"/>
                  </a:lnTo>
                  <a:lnTo>
                    <a:pt x="570652" y="493339"/>
                  </a:lnTo>
                  <a:lnTo>
                    <a:pt x="572162" y="495046"/>
                  </a:lnTo>
                  <a:lnTo>
                    <a:pt x="570656" y="495726"/>
                  </a:lnTo>
                  <a:lnTo>
                    <a:pt x="569633" y="501988"/>
                  </a:lnTo>
                  <a:lnTo>
                    <a:pt x="568453" y="504014"/>
                  </a:lnTo>
                  <a:lnTo>
                    <a:pt x="565398" y="505607"/>
                  </a:lnTo>
                  <a:lnTo>
                    <a:pt x="563235" y="508133"/>
                  </a:lnTo>
                  <a:lnTo>
                    <a:pt x="562256" y="509919"/>
                  </a:lnTo>
                  <a:lnTo>
                    <a:pt x="560855" y="509815"/>
                  </a:lnTo>
                  <a:lnTo>
                    <a:pt x="559242" y="511957"/>
                  </a:lnTo>
                  <a:lnTo>
                    <a:pt x="559440" y="519259"/>
                  </a:lnTo>
                  <a:lnTo>
                    <a:pt x="558867" y="520172"/>
                  </a:lnTo>
                  <a:lnTo>
                    <a:pt x="558769" y="521287"/>
                  </a:lnTo>
                  <a:lnTo>
                    <a:pt x="558410" y="522003"/>
                  </a:lnTo>
                  <a:lnTo>
                    <a:pt x="558834" y="522737"/>
                  </a:lnTo>
                  <a:lnTo>
                    <a:pt x="558942" y="523465"/>
                  </a:lnTo>
                  <a:lnTo>
                    <a:pt x="558721" y="525109"/>
                  </a:lnTo>
                  <a:lnTo>
                    <a:pt x="557207" y="527213"/>
                  </a:lnTo>
                  <a:lnTo>
                    <a:pt x="556168" y="528003"/>
                  </a:lnTo>
                  <a:lnTo>
                    <a:pt x="554384" y="529975"/>
                  </a:lnTo>
                  <a:lnTo>
                    <a:pt x="554127" y="531038"/>
                  </a:lnTo>
                  <a:lnTo>
                    <a:pt x="551318" y="532585"/>
                  </a:lnTo>
                  <a:lnTo>
                    <a:pt x="548676" y="534767"/>
                  </a:lnTo>
                  <a:lnTo>
                    <a:pt x="546653" y="535628"/>
                  </a:lnTo>
                  <a:lnTo>
                    <a:pt x="545075" y="535595"/>
                  </a:lnTo>
                  <a:lnTo>
                    <a:pt x="544569" y="536079"/>
                  </a:lnTo>
                  <a:lnTo>
                    <a:pt x="543433" y="536431"/>
                  </a:lnTo>
                  <a:lnTo>
                    <a:pt x="542703" y="537022"/>
                  </a:lnTo>
                  <a:lnTo>
                    <a:pt x="542538" y="538725"/>
                  </a:lnTo>
                  <a:lnTo>
                    <a:pt x="542072" y="539179"/>
                  </a:lnTo>
                  <a:lnTo>
                    <a:pt x="541530" y="540830"/>
                  </a:lnTo>
                  <a:lnTo>
                    <a:pt x="540873" y="541750"/>
                  </a:lnTo>
                  <a:lnTo>
                    <a:pt x="541024" y="542260"/>
                  </a:lnTo>
                  <a:lnTo>
                    <a:pt x="540282" y="543116"/>
                  </a:lnTo>
                  <a:lnTo>
                    <a:pt x="540067" y="544565"/>
                  </a:lnTo>
                  <a:lnTo>
                    <a:pt x="538396" y="546870"/>
                  </a:lnTo>
                  <a:lnTo>
                    <a:pt x="537605" y="547369"/>
                  </a:lnTo>
                  <a:lnTo>
                    <a:pt x="535908" y="547973"/>
                  </a:lnTo>
                  <a:lnTo>
                    <a:pt x="535105" y="547887"/>
                  </a:lnTo>
                  <a:lnTo>
                    <a:pt x="533722" y="548991"/>
                  </a:lnTo>
                  <a:lnTo>
                    <a:pt x="532374" y="548438"/>
                  </a:lnTo>
                  <a:lnTo>
                    <a:pt x="531009" y="548257"/>
                  </a:lnTo>
                  <a:lnTo>
                    <a:pt x="530147" y="548375"/>
                  </a:lnTo>
                  <a:lnTo>
                    <a:pt x="529843" y="548209"/>
                  </a:lnTo>
                  <a:lnTo>
                    <a:pt x="528328" y="548541"/>
                  </a:lnTo>
                  <a:lnTo>
                    <a:pt x="526480" y="548028"/>
                  </a:lnTo>
                  <a:lnTo>
                    <a:pt x="525533" y="548044"/>
                  </a:lnTo>
                  <a:lnTo>
                    <a:pt x="525206" y="548471"/>
                  </a:lnTo>
                  <a:lnTo>
                    <a:pt x="522546" y="549418"/>
                  </a:lnTo>
                  <a:lnTo>
                    <a:pt x="520518" y="550875"/>
                  </a:lnTo>
                  <a:lnTo>
                    <a:pt x="518094" y="553448"/>
                  </a:lnTo>
                  <a:lnTo>
                    <a:pt x="516630" y="554557"/>
                  </a:lnTo>
                  <a:lnTo>
                    <a:pt x="514314" y="558210"/>
                  </a:lnTo>
                  <a:lnTo>
                    <a:pt x="507665" y="559707"/>
                  </a:lnTo>
                  <a:lnTo>
                    <a:pt x="506626" y="559427"/>
                  </a:lnTo>
                  <a:lnTo>
                    <a:pt x="506371" y="559609"/>
                  </a:lnTo>
                  <a:lnTo>
                    <a:pt x="505050" y="559377"/>
                  </a:lnTo>
                  <a:lnTo>
                    <a:pt x="501404" y="558252"/>
                  </a:lnTo>
                  <a:lnTo>
                    <a:pt x="500662" y="557277"/>
                  </a:lnTo>
                  <a:lnTo>
                    <a:pt x="500415" y="555672"/>
                  </a:lnTo>
                  <a:lnTo>
                    <a:pt x="499687" y="554616"/>
                  </a:lnTo>
                  <a:lnTo>
                    <a:pt x="498134" y="553295"/>
                  </a:lnTo>
                  <a:lnTo>
                    <a:pt x="497733" y="552782"/>
                  </a:lnTo>
                  <a:lnTo>
                    <a:pt x="498548" y="551626"/>
                  </a:lnTo>
                  <a:lnTo>
                    <a:pt x="496438" y="545816"/>
                  </a:lnTo>
                  <a:lnTo>
                    <a:pt x="499033" y="543061"/>
                  </a:lnTo>
                  <a:lnTo>
                    <a:pt x="500364" y="541261"/>
                  </a:lnTo>
                  <a:lnTo>
                    <a:pt x="500304" y="538217"/>
                  </a:lnTo>
                  <a:lnTo>
                    <a:pt x="499800" y="535807"/>
                  </a:lnTo>
                  <a:lnTo>
                    <a:pt x="496916" y="533314"/>
                  </a:lnTo>
                  <a:lnTo>
                    <a:pt x="495478" y="530797"/>
                  </a:lnTo>
                  <a:lnTo>
                    <a:pt x="496242" y="520488"/>
                  </a:lnTo>
                  <a:lnTo>
                    <a:pt x="493310" y="507024"/>
                  </a:lnTo>
                  <a:lnTo>
                    <a:pt x="492518" y="506189"/>
                  </a:lnTo>
                  <a:lnTo>
                    <a:pt x="492015" y="505109"/>
                  </a:lnTo>
                  <a:lnTo>
                    <a:pt x="491214" y="504450"/>
                  </a:lnTo>
                  <a:lnTo>
                    <a:pt x="490531" y="503453"/>
                  </a:lnTo>
                  <a:lnTo>
                    <a:pt x="488067" y="501320"/>
                  </a:lnTo>
                  <a:lnTo>
                    <a:pt x="483844" y="499612"/>
                  </a:lnTo>
                  <a:lnTo>
                    <a:pt x="481661" y="499198"/>
                  </a:lnTo>
                  <a:lnTo>
                    <a:pt x="480147" y="499519"/>
                  </a:lnTo>
                  <a:lnTo>
                    <a:pt x="478948" y="498841"/>
                  </a:lnTo>
                  <a:lnTo>
                    <a:pt x="478414" y="497269"/>
                  </a:lnTo>
                  <a:lnTo>
                    <a:pt x="478650" y="496516"/>
                  </a:lnTo>
                  <a:lnTo>
                    <a:pt x="478935" y="496383"/>
                  </a:lnTo>
                  <a:lnTo>
                    <a:pt x="478397" y="495285"/>
                  </a:lnTo>
                  <a:lnTo>
                    <a:pt x="478689" y="491623"/>
                  </a:lnTo>
                  <a:lnTo>
                    <a:pt x="479250" y="490116"/>
                  </a:lnTo>
                  <a:lnTo>
                    <a:pt x="478749" y="489117"/>
                  </a:lnTo>
                  <a:lnTo>
                    <a:pt x="478692" y="487894"/>
                  </a:lnTo>
                  <a:lnTo>
                    <a:pt x="477828" y="488194"/>
                  </a:lnTo>
                  <a:lnTo>
                    <a:pt x="475020" y="485859"/>
                  </a:lnTo>
                  <a:lnTo>
                    <a:pt x="472586" y="483412"/>
                  </a:lnTo>
                  <a:lnTo>
                    <a:pt x="471054" y="482561"/>
                  </a:lnTo>
                  <a:lnTo>
                    <a:pt x="468313" y="481360"/>
                  </a:lnTo>
                  <a:lnTo>
                    <a:pt x="464397" y="480463"/>
                  </a:lnTo>
                  <a:lnTo>
                    <a:pt x="463772" y="480496"/>
                  </a:lnTo>
                  <a:lnTo>
                    <a:pt x="462186" y="481350"/>
                  </a:lnTo>
                  <a:lnTo>
                    <a:pt x="456312" y="486454"/>
                  </a:lnTo>
                  <a:lnTo>
                    <a:pt x="454577" y="486720"/>
                  </a:lnTo>
                  <a:lnTo>
                    <a:pt x="453530" y="487074"/>
                  </a:lnTo>
                  <a:lnTo>
                    <a:pt x="453231" y="487560"/>
                  </a:lnTo>
                  <a:lnTo>
                    <a:pt x="451879" y="487935"/>
                  </a:lnTo>
                  <a:lnTo>
                    <a:pt x="449089" y="487537"/>
                  </a:lnTo>
                  <a:lnTo>
                    <a:pt x="448312" y="487224"/>
                  </a:lnTo>
                  <a:lnTo>
                    <a:pt x="446836" y="485841"/>
                  </a:lnTo>
                  <a:lnTo>
                    <a:pt x="445716" y="485360"/>
                  </a:lnTo>
                  <a:lnTo>
                    <a:pt x="443761" y="485540"/>
                  </a:lnTo>
                  <a:lnTo>
                    <a:pt x="439566" y="484833"/>
                  </a:lnTo>
                  <a:lnTo>
                    <a:pt x="437544" y="483467"/>
                  </a:lnTo>
                  <a:lnTo>
                    <a:pt x="434869" y="482792"/>
                  </a:lnTo>
                  <a:lnTo>
                    <a:pt x="430490" y="480282"/>
                  </a:lnTo>
                  <a:lnTo>
                    <a:pt x="427829" y="479523"/>
                  </a:lnTo>
                  <a:lnTo>
                    <a:pt x="424656" y="478177"/>
                  </a:lnTo>
                  <a:lnTo>
                    <a:pt x="422773" y="478215"/>
                  </a:lnTo>
                  <a:lnTo>
                    <a:pt x="422502" y="477978"/>
                  </a:lnTo>
                  <a:lnTo>
                    <a:pt x="422373" y="477311"/>
                  </a:lnTo>
                  <a:lnTo>
                    <a:pt x="421790" y="477533"/>
                  </a:lnTo>
                  <a:lnTo>
                    <a:pt x="421694" y="477105"/>
                  </a:lnTo>
                  <a:lnTo>
                    <a:pt x="421948" y="476803"/>
                  </a:lnTo>
                  <a:lnTo>
                    <a:pt x="421539" y="475608"/>
                  </a:lnTo>
                  <a:lnTo>
                    <a:pt x="418951" y="472927"/>
                  </a:lnTo>
                  <a:lnTo>
                    <a:pt x="417310" y="471694"/>
                  </a:lnTo>
                  <a:lnTo>
                    <a:pt x="417009" y="468678"/>
                  </a:lnTo>
                  <a:lnTo>
                    <a:pt x="417462" y="467987"/>
                  </a:lnTo>
                  <a:lnTo>
                    <a:pt x="416224" y="467240"/>
                  </a:lnTo>
                  <a:lnTo>
                    <a:pt x="414998" y="465871"/>
                  </a:lnTo>
                  <a:lnTo>
                    <a:pt x="414293" y="465820"/>
                  </a:lnTo>
                  <a:lnTo>
                    <a:pt x="413746" y="464152"/>
                  </a:lnTo>
                  <a:lnTo>
                    <a:pt x="412775" y="463270"/>
                  </a:lnTo>
                  <a:lnTo>
                    <a:pt x="412268" y="463475"/>
                  </a:lnTo>
                  <a:lnTo>
                    <a:pt x="411987" y="463113"/>
                  </a:lnTo>
                  <a:lnTo>
                    <a:pt x="409870" y="462668"/>
                  </a:lnTo>
                  <a:lnTo>
                    <a:pt x="408241" y="461349"/>
                  </a:lnTo>
                  <a:lnTo>
                    <a:pt x="407734" y="460258"/>
                  </a:lnTo>
                  <a:lnTo>
                    <a:pt x="407898" y="459327"/>
                  </a:lnTo>
                  <a:lnTo>
                    <a:pt x="406506" y="456572"/>
                  </a:lnTo>
                  <a:lnTo>
                    <a:pt x="408577" y="454670"/>
                  </a:lnTo>
                  <a:lnTo>
                    <a:pt x="405729" y="452205"/>
                  </a:lnTo>
                  <a:lnTo>
                    <a:pt x="406844" y="450127"/>
                  </a:lnTo>
                  <a:lnTo>
                    <a:pt x="403763" y="447434"/>
                  </a:lnTo>
                  <a:lnTo>
                    <a:pt x="404891" y="446486"/>
                  </a:lnTo>
                  <a:lnTo>
                    <a:pt x="405112" y="444215"/>
                  </a:lnTo>
                  <a:lnTo>
                    <a:pt x="404845" y="443875"/>
                  </a:lnTo>
                  <a:lnTo>
                    <a:pt x="405056" y="443611"/>
                  </a:lnTo>
                  <a:lnTo>
                    <a:pt x="404773" y="442454"/>
                  </a:lnTo>
                  <a:lnTo>
                    <a:pt x="405313" y="442047"/>
                  </a:lnTo>
                  <a:lnTo>
                    <a:pt x="405456" y="440215"/>
                  </a:lnTo>
                  <a:lnTo>
                    <a:pt x="403934" y="436697"/>
                  </a:lnTo>
                  <a:lnTo>
                    <a:pt x="404219" y="434757"/>
                  </a:lnTo>
                  <a:lnTo>
                    <a:pt x="401365" y="424865"/>
                  </a:lnTo>
                  <a:lnTo>
                    <a:pt x="401845" y="424657"/>
                  </a:lnTo>
                  <a:lnTo>
                    <a:pt x="403266" y="423192"/>
                  </a:lnTo>
                  <a:lnTo>
                    <a:pt x="403696" y="423173"/>
                  </a:lnTo>
                  <a:lnTo>
                    <a:pt x="404959" y="422280"/>
                  </a:lnTo>
                  <a:lnTo>
                    <a:pt x="407182" y="420158"/>
                  </a:lnTo>
                  <a:lnTo>
                    <a:pt x="408255" y="418746"/>
                  </a:lnTo>
                  <a:lnTo>
                    <a:pt x="410033" y="418123"/>
                  </a:lnTo>
                  <a:lnTo>
                    <a:pt x="409683" y="417463"/>
                  </a:lnTo>
                  <a:lnTo>
                    <a:pt x="410018" y="414971"/>
                  </a:lnTo>
                  <a:lnTo>
                    <a:pt x="409709" y="412516"/>
                  </a:lnTo>
                  <a:lnTo>
                    <a:pt x="408809" y="412942"/>
                  </a:lnTo>
                  <a:lnTo>
                    <a:pt x="407645" y="411958"/>
                  </a:lnTo>
                  <a:lnTo>
                    <a:pt x="407900" y="411155"/>
                  </a:lnTo>
                  <a:lnTo>
                    <a:pt x="407186" y="409975"/>
                  </a:lnTo>
                  <a:lnTo>
                    <a:pt x="407169" y="408940"/>
                  </a:lnTo>
                  <a:lnTo>
                    <a:pt x="407638" y="407217"/>
                  </a:lnTo>
                  <a:lnTo>
                    <a:pt x="400259" y="407869"/>
                  </a:lnTo>
                  <a:lnTo>
                    <a:pt x="396282" y="407829"/>
                  </a:lnTo>
                  <a:lnTo>
                    <a:pt x="396097" y="407978"/>
                  </a:lnTo>
                  <a:lnTo>
                    <a:pt x="395631" y="407784"/>
                  </a:lnTo>
                  <a:lnTo>
                    <a:pt x="395356" y="406836"/>
                  </a:lnTo>
                  <a:lnTo>
                    <a:pt x="395721" y="405786"/>
                  </a:lnTo>
                  <a:lnTo>
                    <a:pt x="395313" y="405679"/>
                  </a:lnTo>
                  <a:lnTo>
                    <a:pt x="393690" y="406351"/>
                  </a:lnTo>
                  <a:lnTo>
                    <a:pt x="393129" y="407346"/>
                  </a:lnTo>
                  <a:lnTo>
                    <a:pt x="390642" y="407513"/>
                  </a:lnTo>
                  <a:lnTo>
                    <a:pt x="389370" y="407864"/>
                  </a:lnTo>
                  <a:lnTo>
                    <a:pt x="388129" y="405603"/>
                  </a:lnTo>
                  <a:lnTo>
                    <a:pt x="386947" y="406050"/>
                  </a:lnTo>
                  <a:lnTo>
                    <a:pt x="386531" y="407319"/>
                  </a:lnTo>
                  <a:lnTo>
                    <a:pt x="386028" y="407937"/>
                  </a:lnTo>
                  <a:lnTo>
                    <a:pt x="384352" y="408211"/>
                  </a:lnTo>
                  <a:lnTo>
                    <a:pt x="383455" y="408942"/>
                  </a:lnTo>
                  <a:lnTo>
                    <a:pt x="381278" y="408946"/>
                  </a:lnTo>
                  <a:lnTo>
                    <a:pt x="380259" y="407299"/>
                  </a:lnTo>
                  <a:lnTo>
                    <a:pt x="378912" y="406689"/>
                  </a:lnTo>
                  <a:lnTo>
                    <a:pt x="378206" y="407089"/>
                  </a:lnTo>
                  <a:lnTo>
                    <a:pt x="377568" y="407067"/>
                  </a:lnTo>
                  <a:lnTo>
                    <a:pt x="377200" y="407637"/>
                  </a:lnTo>
                  <a:lnTo>
                    <a:pt x="375716" y="408453"/>
                  </a:lnTo>
                  <a:lnTo>
                    <a:pt x="375273" y="407638"/>
                  </a:lnTo>
                  <a:lnTo>
                    <a:pt x="374179" y="407479"/>
                  </a:lnTo>
                  <a:lnTo>
                    <a:pt x="372501" y="407744"/>
                  </a:lnTo>
                  <a:lnTo>
                    <a:pt x="371753" y="407518"/>
                  </a:lnTo>
                  <a:lnTo>
                    <a:pt x="371693" y="406614"/>
                  </a:lnTo>
                  <a:lnTo>
                    <a:pt x="371346" y="406159"/>
                  </a:lnTo>
                  <a:lnTo>
                    <a:pt x="369765" y="405304"/>
                  </a:lnTo>
                  <a:lnTo>
                    <a:pt x="368170" y="405846"/>
                  </a:lnTo>
                  <a:lnTo>
                    <a:pt x="367896" y="406665"/>
                  </a:lnTo>
                  <a:lnTo>
                    <a:pt x="366224" y="408217"/>
                  </a:lnTo>
                  <a:lnTo>
                    <a:pt x="359504" y="409064"/>
                  </a:lnTo>
                  <a:lnTo>
                    <a:pt x="357370" y="408336"/>
                  </a:lnTo>
                  <a:lnTo>
                    <a:pt x="355740" y="407284"/>
                  </a:lnTo>
                  <a:lnTo>
                    <a:pt x="353721" y="404580"/>
                  </a:lnTo>
                  <a:lnTo>
                    <a:pt x="354015" y="403092"/>
                  </a:lnTo>
                  <a:lnTo>
                    <a:pt x="347076" y="383192"/>
                  </a:lnTo>
                  <a:lnTo>
                    <a:pt x="323215" y="377483"/>
                  </a:lnTo>
                  <a:lnTo>
                    <a:pt x="322208" y="378370"/>
                  </a:lnTo>
                  <a:lnTo>
                    <a:pt x="320060" y="379628"/>
                  </a:lnTo>
                  <a:lnTo>
                    <a:pt x="318798" y="380788"/>
                  </a:lnTo>
                  <a:lnTo>
                    <a:pt x="313265" y="382623"/>
                  </a:lnTo>
                  <a:lnTo>
                    <a:pt x="311481" y="382759"/>
                  </a:lnTo>
                  <a:lnTo>
                    <a:pt x="309617" y="383021"/>
                  </a:lnTo>
                  <a:lnTo>
                    <a:pt x="307294" y="384247"/>
                  </a:lnTo>
                  <a:lnTo>
                    <a:pt x="305165" y="384440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pg89">
              <a:extLst>
                <a:ext uri="{FF2B5EF4-FFF2-40B4-BE49-F238E27FC236}">
                  <a16:creationId xmlns:a16="http://schemas.microsoft.com/office/drawing/2014/main" id="{018E441D-9300-DFC6-49C3-F538DBF1C123}"/>
                </a:ext>
              </a:extLst>
            </p:cNvPr>
            <p:cNvSpPr/>
            <p:nvPr/>
          </p:nvSpPr>
          <p:spPr>
            <a:xfrm>
              <a:off x="3174494" y="2332378"/>
              <a:ext cx="1081056" cy="1029676"/>
            </a:xfrm>
            <a:custGeom>
              <a:avLst/>
              <a:gdLst/>
              <a:ahLst/>
              <a:cxnLst/>
              <a:rect l="0" t="0" r="0" b="0"/>
              <a:pathLst>
                <a:path w="1081056" h="1029676">
                  <a:moveTo>
                    <a:pt x="106814" y="597882"/>
                  </a:moveTo>
                  <a:lnTo>
                    <a:pt x="113272" y="600854"/>
                  </a:lnTo>
                  <a:lnTo>
                    <a:pt x="115447" y="598752"/>
                  </a:lnTo>
                  <a:lnTo>
                    <a:pt x="116698" y="598952"/>
                  </a:lnTo>
                  <a:lnTo>
                    <a:pt x="119967" y="600742"/>
                  </a:lnTo>
                  <a:lnTo>
                    <a:pt x="122514" y="599583"/>
                  </a:lnTo>
                  <a:lnTo>
                    <a:pt x="124480" y="599435"/>
                  </a:lnTo>
                  <a:lnTo>
                    <a:pt x="129650" y="603869"/>
                  </a:lnTo>
                  <a:lnTo>
                    <a:pt x="131352" y="604110"/>
                  </a:lnTo>
                  <a:lnTo>
                    <a:pt x="132206" y="602671"/>
                  </a:lnTo>
                  <a:lnTo>
                    <a:pt x="135129" y="602563"/>
                  </a:lnTo>
                  <a:lnTo>
                    <a:pt x="136587" y="600091"/>
                  </a:lnTo>
                  <a:lnTo>
                    <a:pt x="140554" y="599420"/>
                  </a:lnTo>
                  <a:lnTo>
                    <a:pt x="143456" y="598454"/>
                  </a:lnTo>
                  <a:lnTo>
                    <a:pt x="144402" y="596009"/>
                  </a:lnTo>
                  <a:lnTo>
                    <a:pt x="151422" y="586649"/>
                  </a:lnTo>
                  <a:lnTo>
                    <a:pt x="152383" y="583777"/>
                  </a:lnTo>
                  <a:lnTo>
                    <a:pt x="155370" y="584325"/>
                  </a:lnTo>
                  <a:lnTo>
                    <a:pt x="158149" y="583294"/>
                  </a:lnTo>
                  <a:lnTo>
                    <a:pt x="159681" y="581933"/>
                  </a:lnTo>
                  <a:lnTo>
                    <a:pt x="162654" y="581468"/>
                  </a:lnTo>
                  <a:lnTo>
                    <a:pt x="163404" y="581517"/>
                  </a:lnTo>
                  <a:lnTo>
                    <a:pt x="167280" y="583061"/>
                  </a:lnTo>
                  <a:lnTo>
                    <a:pt x="168700" y="585201"/>
                  </a:lnTo>
                  <a:lnTo>
                    <a:pt x="168833" y="586458"/>
                  </a:lnTo>
                  <a:lnTo>
                    <a:pt x="170016" y="589897"/>
                  </a:lnTo>
                  <a:lnTo>
                    <a:pt x="169008" y="593469"/>
                  </a:lnTo>
                  <a:lnTo>
                    <a:pt x="169400" y="594341"/>
                  </a:lnTo>
                  <a:lnTo>
                    <a:pt x="170572" y="594990"/>
                  </a:lnTo>
                  <a:lnTo>
                    <a:pt x="171547" y="596662"/>
                  </a:lnTo>
                  <a:lnTo>
                    <a:pt x="173863" y="598455"/>
                  </a:lnTo>
                  <a:lnTo>
                    <a:pt x="174934" y="599977"/>
                  </a:lnTo>
                  <a:lnTo>
                    <a:pt x="178351" y="598766"/>
                  </a:lnTo>
                  <a:lnTo>
                    <a:pt x="179152" y="598076"/>
                  </a:lnTo>
                  <a:lnTo>
                    <a:pt x="184117" y="598099"/>
                  </a:lnTo>
                  <a:lnTo>
                    <a:pt x="186306" y="597481"/>
                  </a:lnTo>
                  <a:lnTo>
                    <a:pt x="191079" y="590498"/>
                  </a:lnTo>
                  <a:lnTo>
                    <a:pt x="191654" y="590428"/>
                  </a:lnTo>
                  <a:lnTo>
                    <a:pt x="193870" y="589897"/>
                  </a:lnTo>
                  <a:lnTo>
                    <a:pt x="195775" y="590993"/>
                  </a:lnTo>
                  <a:lnTo>
                    <a:pt x="197879" y="594017"/>
                  </a:lnTo>
                  <a:lnTo>
                    <a:pt x="199687" y="595845"/>
                  </a:lnTo>
                  <a:lnTo>
                    <a:pt x="203920" y="599173"/>
                  </a:lnTo>
                  <a:lnTo>
                    <a:pt x="206423" y="598160"/>
                  </a:lnTo>
                  <a:lnTo>
                    <a:pt x="208723" y="594102"/>
                  </a:lnTo>
                  <a:lnTo>
                    <a:pt x="210799" y="592660"/>
                  </a:lnTo>
                  <a:lnTo>
                    <a:pt x="213151" y="590421"/>
                  </a:lnTo>
                  <a:lnTo>
                    <a:pt x="214279" y="589843"/>
                  </a:lnTo>
                  <a:lnTo>
                    <a:pt x="217902" y="584274"/>
                  </a:lnTo>
                  <a:lnTo>
                    <a:pt x="220798" y="582044"/>
                  </a:lnTo>
                  <a:lnTo>
                    <a:pt x="221481" y="579010"/>
                  </a:lnTo>
                  <a:lnTo>
                    <a:pt x="225205" y="576993"/>
                  </a:lnTo>
                  <a:lnTo>
                    <a:pt x="227585" y="574938"/>
                  </a:lnTo>
                  <a:lnTo>
                    <a:pt x="229518" y="570502"/>
                  </a:lnTo>
                  <a:lnTo>
                    <a:pt x="234269" y="567370"/>
                  </a:lnTo>
                  <a:lnTo>
                    <a:pt x="234263" y="565975"/>
                  </a:lnTo>
                  <a:lnTo>
                    <a:pt x="235002" y="564329"/>
                  </a:lnTo>
                  <a:lnTo>
                    <a:pt x="236928" y="562902"/>
                  </a:lnTo>
                  <a:lnTo>
                    <a:pt x="238379" y="561349"/>
                  </a:lnTo>
                  <a:lnTo>
                    <a:pt x="239454" y="558556"/>
                  </a:lnTo>
                  <a:lnTo>
                    <a:pt x="239666" y="551386"/>
                  </a:lnTo>
                  <a:lnTo>
                    <a:pt x="247935" y="554950"/>
                  </a:lnTo>
                  <a:lnTo>
                    <a:pt x="250946" y="554124"/>
                  </a:lnTo>
                  <a:lnTo>
                    <a:pt x="254530" y="555520"/>
                  </a:lnTo>
                  <a:lnTo>
                    <a:pt x="256580" y="555352"/>
                  </a:lnTo>
                  <a:lnTo>
                    <a:pt x="259786" y="555861"/>
                  </a:lnTo>
                  <a:lnTo>
                    <a:pt x="261465" y="556358"/>
                  </a:lnTo>
                  <a:lnTo>
                    <a:pt x="262047" y="557477"/>
                  </a:lnTo>
                  <a:lnTo>
                    <a:pt x="262134" y="559109"/>
                  </a:lnTo>
                  <a:lnTo>
                    <a:pt x="263548" y="562674"/>
                  </a:lnTo>
                  <a:lnTo>
                    <a:pt x="279798" y="559975"/>
                  </a:lnTo>
                  <a:lnTo>
                    <a:pt x="281075" y="559374"/>
                  </a:lnTo>
                  <a:lnTo>
                    <a:pt x="281295" y="558427"/>
                  </a:lnTo>
                  <a:lnTo>
                    <a:pt x="282610" y="562695"/>
                  </a:lnTo>
                  <a:lnTo>
                    <a:pt x="282880" y="564471"/>
                  </a:lnTo>
                  <a:lnTo>
                    <a:pt x="286137" y="565726"/>
                  </a:lnTo>
                  <a:lnTo>
                    <a:pt x="288098" y="568726"/>
                  </a:lnTo>
                  <a:lnTo>
                    <a:pt x="288691" y="569237"/>
                  </a:lnTo>
                  <a:lnTo>
                    <a:pt x="292418" y="570450"/>
                  </a:lnTo>
                  <a:lnTo>
                    <a:pt x="293209" y="570289"/>
                  </a:lnTo>
                  <a:lnTo>
                    <a:pt x="295122" y="570912"/>
                  </a:lnTo>
                  <a:lnTo>
                    <a:pt x="296737" y="573539"/>
                  </a:lnTo>
                  <a:lnTo>
                    <a:pt x="297950" y="574621"/>
                  </a:lnTo>
                  <a:lnTo>
                    <a:pt x="301909" y="575061"/>
                  </a:lnTo>
                  <a:lnTo>
                    <a:pt x="304902" y="574577"/>
                  </a:lnTo>
                  <a:lnTo>
                    <a:pt x="307252" y="575692"/>
                  </a:lnTo>
                  <a:lnTo>
                    <a:pt x="309973" y="577383"/>
                  </a:lnTo>
                  <a:lnTo>
                    <a:pt x="311707" y="579736"/>
                  </a:lnTo>
                  <a:lnTo>
                    <a:pt x="312769" y="580379"/>
                  </a:lnTo>
                  <a:lnTo>
                    <a:pt x="314311" y="581923"/>
                  </a:lnTo>
                  <a:lnTo>
                    <a:pt x="315832" y="582299"/>
                  </a:lnTo>
                  <a:lnTo>
                    <a:pt x="317714" y="581847"/>
                  </a:lnTo>
                  <a:lnTo>
                    <a:pt x="319803" y="583914"/>
                  </a:lnTo>
                  <a:lnTo>
                    <a:pt x="321535" y="585064"/>
                  </a:lnTo>
                  <a:lnTo>
                    <a:pt x="322451" y="585278"/>
                  </a:lnTo>
                  <a:lnTo>
                    <a:pt x="323077" y="585179"/>
                  </a:lnTo>
                  <a:lnTo>
                    <a:pt x="323421" y="586289"/>
                  </a:lnTo>
                  <a:lnTo>
                    <a:pt x="331723" y="583357"/>
                  </a:lnTo>
                  <a:lnTo>
                    <a:pt x="335554" y="581427"/>
                  </a:lnTo>
                  <a:lnTo>
                    <a:pt x="335907" y="581560"/>
                  </a:lnTo>
                  <a:lnTo>
                    <a:pt x="338657" y="581058"/>
                  </a:lnTo>
                  <a:lnTo>
                    <a:pt x="346775" y="580762"/>
                  </a:lnTo>
                  <a:lnTo>
                    <a:pt x="349110" y="581209"/>
                  </a:lnTo>
                  <a:lnTo>
                    <a:pt x="351753" y="582022"/>
                  </a:lnTo>
                  <a:lnTo>
                    <a:pt x="353509" y="582938"/>
                  </a:lnTo>
                  <a:lnTo>
                    <a:pt x="356299" y="583533"/>
                  </a:lnTo>
                  <a:lnTo>
                    <a:pt x="362085" y="583095"/>
                  </a:lnTo>
                  <a:lnTo>
                    <a:pt x="362050" y="582910"/>
                  </a:lnTo>
                  <a:lnTo>
                    <a:pt x="363618" y="581660"/>
                  </a:lnTo>
                  <a:lnTo>
                    <a:pt x="365974" y="580050"/>
                  </a:lnTo>
                  <a:lnTo>
                    <a:pt x="365712" y="579726"/>
                  </a:lnTo>
                  <a:lnTo>
                    <a:pt x="366595" y="576646"/>
                  </a:lnTo>
                  <a:lnTo>
                    <a:pt x="369569" y="571841"/>
                  </a:lnTo>
                  <a:lnTo>
                    <a:pt x="370848" y="570626"/>
                  </a:lnTo>
                  <a:lnTo>
                    <a:pt x="379543" y="566603"/>
                  </a:lnTo>
                  <a:lnTo>
                    <a:pt x="396400" y="559679"/>
                  </a:lnTo>
                  <a:lnTo>
                    <a:pt x="399327" y="560547"/>
                  </a:lnTo>
                  <a:lnTo>
                    <a:pt x="399930" y="561096"/>
                  </a:lnTo>
                  <a:lnTo>
                    <a:pt x="403737" y="562916"/>
                  </a:lnTo>
                  <a:lnTo>
                    <a:pt x="407105" y="562436"/>
                  </a:lnTo>
                  <a:lnTo>
                    <a:pt x="413181" y="564337"/>
                  </a:lnTo>
                  <a:lnTo>
                    <a:pt x="416989" y="565211"/>
                  </a:lnTo>
                  <a:lnTo>
                    <a:pt x="421323" y="565174"/>
                  </a:lnTo>
                  <a:lnTo>
                    <a:pt x="423670" y="565681"/>
                  </a:lnTo>
                  <a:lnTo>
                    <a:pt x="424901" y="567146"/>
                  </a:lnTo>
                  <a:lnTo>
                    <a:pt x="426464" y="567705"/>
                  </a:lnTo>
                  <a:lnTo>
                    <a:pt x="429387" y="565404"/>
                  </a:lnTo>
                  <a:lnTo>
                    <a:pt x="433539" y="564590"/>
                  </a:lnTo>
                  <a:lnTo>
                    <a:pt x="435708" y="563646"/>
                  </a:lnTo>
                  <a:lnTo>
                    <a:pt x="438208" y="560377"/>
                  </a:lnTo>
                  <a:lnTo>
                    <a:pt x="438629" y="558718"/>
                  </a:lnTo>
                  <a:lnTo>
                    <a:pt x="439813" y="558808"/>
                  </a:lnTo>
                  <a:lnTo>
                    <a:pt x="445357" y="546046"/>
                  </a:lnTo>
                  <a:lnTo>
                    <a:pt x="446604" y="545266"/>
                  </a:lnTo>
                  <a:lnTo>
                    <a:pt x="449442" y="545094"/>
                  </a:lnTo>
                  <a:lnTo>
                    <a:pt x="449979" y="544487"/>
                  </a:lnTo>
                  <a:lnTo>
                    <a:pt x="453066" y="545369"/>
                  </a:lnTo>
                  <a:lnTo>
                    <a:pt x="454136" y="546354"/>
                  </a:lnTo>
                  <a:lnTo>
                    <a:pt x="453683" y="540092"/>
                  </a:lnTo>
                  <a:lnTo>
                    <a:pt x="456291" y="537941"/>
                  </a:lnTo>
                  <a:lnTo>
                    <a:pt x="456881" y="535730"/>
                  </a:lnTo>
                  <a:lnTo>
                    <a:pt x="457695" y="534791"/>
                  </a:lnTo>
                  <a:lnTo>
                    <a:pt x="456959" y="531001"/>
                  </a:lnTo>
                  <a:lnTo>
                    <a:pt x="457519" y="528505"/>
                  </a:lnTo>
                  <a:lnTo>
                    <a:pt x="457984" y="527717"/>
                  </a:lnTo>
                  <a:lnTo>
                    <a:pt x="455873" y="528672"/>
                  </a:lnTo>
                  <a:lnTo>
                    <a:pt x="454258" y="528851"/>
                  </a:lnTo>
                  <a:lnTo>
                    <a:pt x="450956" y="525020"/>
                  </a:lnTo>
                  <a:lnTo>
                    <a:pt x="444661" y="522382"/>
                  </a:lnTo>
                  <a:lnTo>
                    <a:pt x="444523" y="519896"/>
                  </a:lnTo>
                  <a:lnTo>
                    <a:pt x="444836" y="515067"/>
                  </a:lnTo>
                  <a:lnTo>
                    <a:pt x="446433" y="512278"/>
                  </a:lnTo>
                  <a:lnTo>
                    <a:pt x="446626" y="511275"/>
                  </a:lnTo>
                  <a:lnTo>
                    <a:pt x="443236" y="509487"/>
                  </a:lnTo>
                  <a:lnTo>
                    <a:pt x="439580" y="506415"/>
                  </a:lnTo>
                  <a:lnTo>
                    <a:pt x="437077" y="502402"/>
                  </a:lnTo>
                  <a:lnTo>
                    <a:pt x="437508" y="500512"/>
                  </a:lnTo>
                  <a:lnTo>
                    <a:pt x="438937" y="497077"/>
                  </a:lnTo>
                  <a:lnTo>
                    <a:pt x="437949" y="496375"/>
                  </a:lnTo>
                  <a:lnTo>
                    <a:pt x="437147" y="497221"/>
                  </a:lnTo>
                  <a:lnTo>
                    <a:pt x="437573" y="492865"/>
                  </a:lnTo>
                  <a:lnTo>
                    <a:pt x="439962" y="488030"/>
                  </a:lnTo>
                  <a:lnTo>
                    <a:pt x="440638" y="482687"/>
                  </a:lnTo>
                  <a:lnTo>
                    <a:pt x="441289" y="481883"/>
                  </a:lnTo>
                  <a:lnTo>
                    <a:pt x="445425" y="480862"/>
                  </a:lnTo>
                  <a:lnTo>
                    <a:pt x="446217" y="481011"/>
                  </a:lnTo>
                  <a:lnTo>
                    <a:pt x="447388" y="479942"/>
                  </a:lnTo>
                  <a:lnTo>
                    <a:pt x="449912" y="479418"/>
                  </a:lnTo>
                  <a:lnTo>
                    <a:pt x="451379" y="479455"/>
                  </a:lnTo>
                  <a:lnTo>
                    <a:pt x="452211" y="478110"/>
                  </a:lnTo>
                  <a:lnTo>
                    <a:pt x="453860" y="478008"/>
                  </a:lnTo>
                  <a:lnTo>
                    <a:pt x="455589" y="478319"/>
                  </a:lnTo>
                  <a:lnTo>
                    <a:pt x="457915" y="476499"/>
                  </a:lnTo>
                  <a:lnTo>
                    <a:pt x="457696" y="476021"/>
                  </a:lnTo>
                  <a:lnTo>
                    <a:pt x="459005" y="471941"/>
                  </a:lnTo>
                  <a:lnTo>
                    <a:pt x="458770" y="469697"/>
                  </a:lnTo>
                  <a:lnTo>
                    <a:pt x="460298" y="468119"/>
                  </a:lnTo>
                  <a:lnTo>
                    <a:pt x="461015" y="466006"/>
                  </a:lnTo>
                  <a:lnTo>
                    <a:pt x="461508" y="465250"/>
                  </a:lnTo>
                  <a:lnTo>
                    <a:pt x="463231" y="463772"/>
                  </a:lnTo>
                  <a:lnTo>
                    <a:pt x="464502" y="462129"/>
                  </a:lnTo>
                  <a:lnTo>
                    <a:pt x="464537" y="461615"/>
                  </a:lnTo>
                  <a:lnTo>
                    <a:pt x="465897" y="459016"/>
                  </a:lnTo>
                  <a:lnTo>
                    <a:pt x="466843" y="456413"/>
                  </a:lnTo>
                  <a:lnTo>
                    <a:pt x="471439" y="457629"/>
                  </a:lnTo>
                  <a:lnTo>
                    <a:pt x="476552" y="457731"/>
                  </a:lnTo>
                  <a:lnTo>
                    <a:pt x="477512" y="458396"/>
                  </a:lnTo>
                  <a:lnTo>
                    <a:pt x="480635" y="459725"/>
                  </a:lnTo>
                  <a:lnTo>
                    <a:pt x="484802" y="462155"/>
                  </a:lnTo>
                  <a:lnTo>
                    <a:pt x="485715" y="462041"/>
                  </a:lnTo>
                  <a:lnTo>
                    <a:pt x="490627" y="460665"/>
                  </a:lnTo>
                  <a:lnTo>
                    <a:pt x="493705" y="460347"/>
                  </a:lnTo>
                  <a:lnTo>
                    <a:pt x="495402" y="458781"/>
                  </a:lnTo>
                  <a:lnTo>
                    <a:pt x="506247" y="455657"/>
                  </a:lnTo>
                  <a:lnTo>
                    <a:pt x="509534" y="452454"/>
                  </a:lnTo>
                  <a:lnTo>
                    <a:pt x="509183" y="450642"/>
                  </a:lnTo>
                  <a:lnTo>
                    <a:pt x="510055" y="450425"/>
                  </a:lnTo>
                  <a:lnTo>
                    <a:pt x="510721" y="451064"/>
                  </a:lnTo>
                  <a:lnTo>
                    <a:pt x="514524" y="450186"/>
                  </a:lnTo>
                  <a:lnTo>
                    <a:pt x="517045" y="448937"/>
                  </a:lnTo>
                  <a:lnTo>
                    <a:pt x="518308" y="448974"/>
                  </a:lnTo>
                  <a:lnTo>
                    <a:pt x="519735" y="448287"/>
                  </a:lnTo>
                  <a:lnTo>
                    <a:pt x="523557" y="450410"/>
                  </a:lnTo>
                  <a:lnTo>
                    <a:pt x="525743" y="449987"/>
                  </a:lnTo>
                  <a:lnTo>
                    <a:pt x="527562" y="448541"/>
                  </a:lnTo>
                  <a:lnTo>
                    <a:pt x="528237" y="448483"/>
                  </a:lnTo>
                  <a:lnTo>
                    <a:pt x="528723" y="448770"/>
                  </a:lnTo>
                  <a:lnTo>
                    <a:pt x="528757" y="449195"/>
                  </a:lnTo>
                  <a:lnTo>
                    <a:pt x="528150" y="452250"/>
                  </a:lnTo>
                  <a:lnTo>
                    <a:pt x="528441" y="454207"/>
                  </a:lnTo>
                  <a:lnTo>
                    <a:pt x="529880" y="456025"/>
                  </a:lnTo>
                  <a:lnTo>
                    <a:pt x="533440" y="456548"/>
                  </a:lnTo>
                  <a:lnTo>
                    <a:pt x="534693" y="457478"/>
                  </a:lnTo>
                  <a:lnTo>
                    <a:pt x="536861" y="457825"/>
                  </a:lnTo>
                  <a:lnTo>
                    <a:pt x="537624" y="459210"/>
                  </a:lnTo>
                  <a:lnTo>
                    <a:pt x="543124" y="460051"/>
                  </a:lnTo>
                  <a:lnTo>
                    <a:pt x="545014" y="459803"/>
                  </a:lnTo>
                  <a:lnTo>
                    <a:pt x="546047" y="458481"/>
                  </a:lnTo>
                  <a:lnTo>
                    <a:pt x="547916" y="457319"/>
                  </a:lnTo>
                  <a:lnTo>
                    <a:pt x="550650" y="454381"/>
                  </a:lnTo>
                  <a:lnTo>
                    <a:pt x="553836" y="451916"/>
                  </a:lnTo>
                  <a:lnTo>
                    <a:pt x="555560" y="450118"/>
                  </a:lnTo>
                  <a:lnTo>
                    <a:pt x="556718" y="448058"/>
                  </a:lnTo>
                  <a:lnTo>
                    <a:pt x="557646" y="447274"/>
                  </a:lnTo>
                  <a:lnTo>
                    <a:pt x="557929" y="445570"/>
                  </a:lnTo>
                  <a:lnTo>
                    <a:pt x="557070" y="443100"/>
                  </a:lnTo>
                  <a:lnTo>
                    <a:pt x="558780" y="441675"/>
                  </a:lnTo>
                  <a:lnTo>
                    <a:pt x="560269" y="437703"/>
                  </a:lnTo>
                  <a:lnTo>
                    <a:pt x="561591" y="437217"/>
                  </a:lnTo>
                  <a:lnTo>
                    <a:pt x="563950" y="435880"/>
                  </a:lnTo>
                  <a:lnTo>
                    <a:pt x="565301" y="435526"/>
                  </a:lnTo>
                  <a:lnTo>
                    <a:pt x="566289" y="433367"/>
                  </a:lnTo>
                  <a:lnTo>
                    <a:pt x="567395" y="432688"/>
                  </a:lnTo>
                  <a:lnTo>
                    <a:pt x="568081" y="431674"/>
                  </a:lnTo>
                  <a:lnTo>
                    <a:pt x="568169" y="429396"/>
                  </a:lnTo>
                  <a:lnTo>
                    <a:pt x="569230" y="428127"/>
                  </a:lnTo>
                  <a:lnTo>
                    <a:pt x="569598" y="427199"/>
                  </a:lnTo>
                  <a:lnTo>
                    <a:pt x="570475" y="426823"/>
                  </a:lnTo>
                  <a:lnTo>
                    <a:pt x="571704" y="425726"/>
                  </a:lnTo>
                  <a:lnTo>
                    <a:pt x="574693" y="426321"/>
                  </a:lnTo>
                  <a:lnTo>
                    <a:pt x="578150" y="424622"/>
                  </a:lnTo>
                  <a:lnTo>
                    <a:pt x="579788" y="423284"/>
                  </a:lnTo>
                  <a:lnTo>
                    <a:pt x="584137" y="420951"/>
                  </a:lnTo>
                  <a:lnTo>
                    <a:pt x="588246" y="422047"/>
                  </a:lnTo>
                  <a:lnTo>
                    <a:pt x="589914" y="421679"/>
                  </a:lnTo>
                  <a:lnTo>
                    <a:pt x="590909" y="420573"/>
                  </a:lnTo>
                  <a:lnTo>
                    <a:pt x="591084" y="420057"/>
                  </a:lnTo>
                  <a:lnTo>
                    <a:pt x="592529" y="419157"/>
                  </a:lnTo>
                  <a:lnTo>
                    <a:pt x="592807" y="418737"/>
                  </a:lnTo>
                  <a:lnTo>
                    <a:pt x="593329" y="417321"/>
                  </a:lnTo>
                  <a:lnTo>
                    <a:pt x="593033" y="416521"/>
                  </a:lnTo>
                  <a:lnTo>
                    <a:pt x="593171" y="415166"/>
                  </a:lnTo>
                  <a:lnTo>
                    <a:pt x="595014" y="412605"/>
                  </a:lnTo>
                  <a:lnTo>
                    <a:pt x="594543" y="411637"/>
                  </a:lnTo>
                  <a:lnTo>
                    <a:pt x="594555" y="409438"/>
                  </a:lnTo>
                  <a:lnTo>
                    <a:pt x="595177" y="408110"/>
                  </a:lnTo>
                  <a:lnTo>
                    <a:pt x="596348" y="407665"/>
                  </a:lnTo>
                  <a:lnTo>
                    <a:pt x="596961" y="407085"/>
                  </a:lnTo>
                  <a:lnTo>
                    <a:pt x="597762" y="401061"/>
                  </a:lnTo>
                  <a:lnTo>
                    <a:pt x="603472" y="397468"/>
                  </a:lnTo>
                  <a:lnTo>
                    <a:pt x="605547" y="392165"/>
                  </a:lnTo>
                  <a:lnTo>
                    <a:pt x="609173" y="390405"/>
                  </a:lnTo>
                  <a:lnTo>
                    <a:pt x="610145" y="382570"/>
                  </a:lnTo>
                  <a:lnTo>
                    <a:pt x="608570" y="377983"/>
                  </a:lnTo>
                  <a:lnTo>
                    <a:pt x="608670" y="374683"/>
                  </a:lnTo>
                  <a:lnTo>
                    <a:pt x="609619" y="370125"/>
                  </a:lnTo>
                  <a:lnTo>
                    <a:pt x="609276" y="370073"/>
                  </a:lnTo>
                  <a:lnTo>
                    <a:pt x="605875" y="367201"/>
                  </a:lnTo>
                  <a:lnTo>
                    <a:pt x="604320" y="366455"/>
                  </a:lnTo>
                  <a:lnTo>
                    <a:pt x="605282" y="361820"/>
                  </a:lnTo>
                  <a:lnTo>
                    <a:pt x="604559" y="360444"/>
                  </a:lnTo>
                  <a:lnTo>
                    <a:pt x="604550" y="359720"/>
                  </a:lnTo>
                  <a:lnTo>
                    <a:pt x="603912" y="359357"/>
                  </a:lnTo>
                  <a:lnTo>
                    <a:pt x="603305" y="358327"/>
                  </a:lnTo>
                  <a:lnTo>
                    <a:pt x="602407" y="355681"/>
                  </a:lnTo>
                  <a:lnTo>
                    <a:pt x="602291" y="354181"/>
                  </a:lnTo>
                  <a:lnTo>
                    <a:pt x="602567" y="351623"/>
                  </a:lnTo>
                  <a:lnTo>
                    <a:pt x="603412" y="350097"/>
                  </a:lnTo>
                  <a:lnTo>
                    <a:pt x="603401" y="347922"/>
                  </a:lnTo>
                  <a:lnTo>
                    <a:pt x="603645" y="347035"/>
                  </a:lnTo>
                  <a:lnTo>
                    <a:pt x="602965" y="346307"/>
                  </a:lnTo>
                  <a:lnTo>
                    <a:pt x="602969" y="345923"/>
                  </a:lnTo>
                  <a:lnTo>
                    <a:pt x="603930" y="345112"/>
                  </a:lnTo>
                  <a:lnTo>
                    <a:pt x="604758" y="345057"/>
                  </a:lnTo>
                  <a:lnTo>
                    <a:pt x="604971" y="344586"/>
                  </a:lnTo>
                  <a:lnTo>
                    <a:pt x="605432" y="344697"/>
                  </a:lnTo>
                  <a:lnTo>
                    <a:pt x="606127" y="343274"/>
                  </a:lnTo>
                  <a:lnTo>
                    <a:pt x="607462" y="342368"/>
                  </a:lnTo>
                  <a:lnTo>
                    <a:pt x="608031" y="342262"/>
                  </a:lnTo>
                  <a:lnTo>
                    <a:pt x="608874" y="343084"/>
                  </a:lnTo>
                  <a:lnTo>
                    <a:pt x="609856" y="343296"/>
                  </a:lnTo>
                  <a:lnTo>
                    <a:pt x="612583" y="340830"/>
                  </a:lnTo>
                  <a:lnTo>
                    <a:pt x="613713" y="340542"/>
                  </a:lnTo>
                  <a:lnTo>
                    <a:pt x="614340" y="340799"/>
                  </a:lnTo>
                  <a:lnTo>
                    <a:pt x="617341" y="340273"/>
                  </a:lnTo>
                  <a:lnTo>
                    <a:pt x="622171" y="341316"/>
                  </a:lnTo>
                  <a:lnTo>
                    <a:pt x="625952" y="341399"/>
                  </a:lnTo>
                  <a:lnTo>
                    <a:pt x="631021" y="343363"/>
                  </a:lnTo>
                  <a:lnTo>
                    <a:pt x="637121" y="344792"/>
                  </a:lnTo>
                  <a:lnTo>
                    <a:pt x="638104" y="345720"/>
                  </a:lnTo>
                  <a:lnTo>
                    <a:pt x="639417" y="345841"/>
                  </a:lnTo>
                  <a:lnTo>
                    <a:pt x="641606" y="343519"/>
                  </a:lnTo>
                  <a:lnTo>
                    <a:pt x="647133" y="342128"/>
                  </a:lnTo>
                  <a:lnTo>
                    <a:pt x="648202" y="342276"/>
                  </a:lnTo>
                  <a:lnTo>
                    <a:pt x="649988" y="340876"/>
                  </a:lnTo>
                  <a:lnTo>
                    <a:pt x="650952" y="339613"/>
                  </a:lnTo>
                  <a:lnTo>
                    <a:pt x="651749" y="339221"/>
                  </a:lnTo>
                  <a:lnTo>
                    <a:pt x="654107" y="336592"/>
                  </a:lnTo>
                  <a:lnTo>
                    <a:pt x="659875" y="330884"/>
                  </a:lnTo>
                  <a:lnTo>
                    <a:pt x="662674" y="331566"/>
                  </a:lnTo>
                  <a:lnTo>
                    <a:pt x="668669" y="327897"/>
                  </a:lnTo>
                  <a:lnTo>
                    <a:pt x="672940" y="326882"/>
                  </a:lnTo>
                  <a:lnTo>
                    <a:pt x="676583" y="325377"/>
                  </a:lnTo>
                  <a:lnTo>
                    <a:pt x="673302" y="318335"/>
                  </a:lnTo>
                  <a:lnTo>
                    <a:pt x="674769" y="313425"/>
                  </a:lnTo>
                  <a:lnTo>
                    <a:pt x="674412" y="310139"/>
                  </a:lnTo>
                  <a:lnTo>
                    <a:pt x="674098" y="309097"/>
                  </a:lnTo>
                  <a:lnTo>
                    <a:pt x="670934" y="305741"/>
                  </a:lnTo>
                  <a:lnTo>
                    <a:pt x="663223" y="304077"/>
                  </a:lnTo>
                  <a:lnTo>
                    <a:pt x="661401" y="301657"/>
                  </a:lnTo>
                  <a:lnTo>
                    <a:pt x="650774" y="291444"/>
                  </a:lnTo>
                  <a:lnTo>
                    <a:pt x="647195" y="290469"/>
                  </a:lnTo>
                  <a:lnTo>
                    <a:pt x="644390" y="276918"/>
                  </a:lnTo>
                  <a:lnTo>
                    <a:pt x="639869" y="280311"/>
                  </a:lnTo>
                  <a:lnTo>
                    <a:pt x="638356" y="277732"/>
                  </a:lnTo>
                  <a:lnTo>
                    <a:pt x="637649" y="276958"/>
                  </a:lnTo>
                  <a:lnTo>
                    <a:pt x="635434" y="272927"/>
                  </a:lnTo>
                  <a:lnTo>
                    <a:pt x="632816" y="264141"/>
                  </a:lnTo>
                  <a:lnTo>
                    <a:pt x="632981" y="261554"/>
                  </a:lnTo>
                  <a:lnTo>
                    <a:pt x="630381" y="251776"/>
                  </a:lnTo>
                  <a:lnTo>
                    <a:pt x="630044" y="248466"/>
                  </a:lnTo>
                  <a:lnTo>
                    <a:pt x="628676" y="244009"/>
                  </a:lnTo>
                  <a:lnTo>
                    <a:pt x="628763" y="243309"/>
                  </a:lnTo>
                  <a:lnTo>
                    <a:pt x="628206" y="241766"/>
                  </a:lnTo>
                  <a:lnTo>
                    <a:pt x="627426" y="236151"/>
                  </a:lnTo>
                  <a:lnTo>
                    <a:pt x="627486" y="234395"/>
                  </a:lnTo>
                  <a:lnTo>
                    <a:pt x="628463" y="231454"/>
                  </a:lnTo>
                  <a:lnTo>
                    <a:pt x="627917" y="232016"/>
                  </a:lnTo>
                  <a:lnTo>
                    <a:pt x="624718" y="231898"/>
                  </a:lnTo>
                  <a:lnTo>
                    <a:pt x="622278" y="230197"/>
                  </a:lnTo>
                  <a:lnTo>
                    <a:pt x="618458" y="228737"/>
                  </a:lnTo>
                  <a:lnTo>
                    <a:pt x="616764" y="224668"/>
                  </a:lnTo>
                  <a:lnTo>
                    <a:pt x="614559" y="223867"/>
                  </a:lnTo>
                  <a:lnTo>
                    <a:pt x="609683" y="221122"/>
                  </a:lnTo>
                  <a:lnTo>
                    <a:pt x="607499" y="216850"/>
                  </a:lnTo>
                  <a:lnTo>
                    <a:pt x="600724" y="210916"/>
                  </a:lnTo>
                  <a:lnTo>
                    <a:pt x="605739" y="207768"/>
                  </a:lnTo>
                  <a:lnTo>
                    <a:pt x="608168" y="207919"/>
                  </a:lnTo>
                  <a:lnTo>
                    <a:pt x="610747" y="206481"/>
                  </a:lnTo>
                  <a:lnTo>
                    <a:pt x="615270" y="203176"/>
                  </a:lnTo>
                  <a:lnTo>
                    <a:pt x="620364" y="192983"/>
                  </a:lnTo>
                  <a:lnTo>
                    <a:pt x="624402" y="185701"/>
                  </a:lnTo>
                  <a:lnTo>
                    <a:pt x="626337" y="185195"/>
                  </a:lnTo>
                  <a:lnTo>
                    <a:pt x="626630" y="179071"/>
                  </a:lnTo>
                  <a:lnTo>
                    <a:pt x="632313" y="174459"/>
                  </a:lnTo>
                  <a:lnTo>
                    <a:pt x="635399" y="171284"/>
                  </a:lnTo>
                  <a:lnTo>
                    <a:pt x="642444" y="165102"/>
                  </a:lnTo>
                  <a:lnTo>
                    <a:pt x="641893" y="164753"/>
                  </a:lnTo>
                  <a:lnTo>
                    <a:pt x="640531" y="162990"/>
                  </a:lnTo>
                  <a:lnTo>
                    <a:pt x="636189" y="158699"/>
                  </a:lnTo>
                  <a:lnTo>
                    <a:pt x="633059" y="154224"/>
                  </a:lnTo>
                  <a:lnTo>
                    <a:pt x="628548" y="150050"/>
                  </a:lnTo>
                  <a:lnTo>
                    <a:pt x="627522" y="148285"/>
                  </a:lnTo>
                  <a:lnTo>
                    <a:pt x="622458" y="145788"/>
                  </a:lnTo>
                  <a:lnTo>
                    <a:pt x="620115" y="144279"/>
                  </a:lnTo>
                  <a:lnTo>
                    <a:pt x="617627" y="144284"/>
                  </a:lnTo>
                  <a:lnTo>
                    <a:pt x="615106" y="142638"/>
                  </a:lnTo>
                  <a:lnTo>
                    <a:pt x="614876" y="141545"/>
                  </a:lnTo>
                  <a:lnTo>
                    <a:pt x="612385" y="141335"/>
                  </a:lnTo>
                  <a:lnTo>
                    <a:pt x="610563" y="141787"/>
                  </a:lnTo>
                  <a:lnTo>
                    <a:pt x="599484" y="136580"/>
                  </a:lnTo>
                  <a:lnTo>
                    <a:pt x="593021" y="134277"/>
                  </a:lnTo>
                  <a:lnTo>
                    <a:pt x="587391" y="133832"/>
                  </a:lnTo>
                  <a:lnTo>
                    <a:pt x="583331" y="132490"/>
                  </a:lnTo>
                  <a:lnTo>
                    <a:pt x="579798" y="132508"/>
                  </a:lnTo>
                  <a:lnTo>
                    <a:pt x="577829" y="131528"/>
                  </a:lnTo>
                  <a:lnTo>
                    <a:pt x="577236" y="130740"/>
                  </a:lnTo>
                  <a:lnTo>
                    <a:pt x="573304" y="128285"/>
                  </a:lnTo>
                  <a:lnTo>
                    <a:pt x="569709" y="127272"/>
                  </a:lnTo>
                  <a:lnTo>
                    <a:pt x="564352" y="126188"/>
                  </a:lnTo>
                  <a:lnTo>
                    <a:pt x="556799" y="125637"/>
                  </a:lnTo>
                  <a:lnTo>
                    <a:pt x="549916" y="123673"/>
                  </a:lnTo>
                  <a:lnTo>
                    <a:pt x="547928" y="124348"/>
                  </a:lnTo>
                  <a:lnTo>
                    <a:pt x="543919" y="122327"/>
                  </a:lnTo>
                  <a:lnTo>
                    <a:pt x="541925" y="115295"/>
                  </a:lnTo>
                  <a:lnTo>
                    <a:pt x="539342" y="111609"/>
                  </a:lnTo>
                  <a:lnTo>
                    <a:pt x="539245" y="104357"/>
                  </a:lnTo>
                  <a:lnTo>
                    <a:pt x="540585" y="100217"/>
                  </a:lnTo>
                  <a:lnTo>
                    <a:pt x="541420" y="92569"/>
                  </a:lnTo>
                  <a:lnTo>
                    <a:pt x="542451" y="89445"/>
                  </a:lnTo>
                  <a:lnTo>
                    <a:pt x="543116" y="86093"/>
                  </a:lnTo>
                  <a:lnTo>
                    <a:pt x="543615" y="84728"/>
                  </a:lnTo>
                  <a:lnTo>
                    <a:pt x="544353" y="80436"/>
                  </a:lnTo>
                  <a:lnTo>
                    <a:pt x="544881" y="78937"/>
                  </a:lnTo>
                  <a:lnTo>
                    <a:pt x="545524" y="77710"/>
                  </a:lnTo>
                  <a:lnTo>
                    <a:pt x="547920" y="76281"/>
                  </a:lnTo>
                  <a:lnTo>
                    <a:pt x="548111" y="75947"/>
                  </a:lnTo>
                  <a:lnTo>
                    <a:pt x="548605" y="71550"/>
                  </a:lnTo>
                  <a:lnTo>
                    <a:pt x="551239" y="66332"/>
                  </a:lnTo>
                  <a:lnTo>
                    <a:pt x="553543" y="55183"/>
                  </a:lnTo>
                  <a:lnTo>
                    <a:pt x="560121" y="41894"/>
                  </a:lnTo>
                  <a:lnTo>
                    <a:pt x="568873" y="25500"/>
                  </a:lnTo>
                  <a:lnTo>
                    <a:pt x="572140" y="22891"/>
                  </a:lnTo>
                  <a:lnTo>
                    <a:pt x="574463" y="21485"/>
                  </a:lnTo>
                  <a:lnTo>
                    <a:pt x="575063" y="18429"/>
                  </a:lnTo>
                  <a:lnTo>
                    <a:pt x="575932" y="15868"/>
                  </a:lnTo>
                  <a:lnTo>
                    <a:pt x="577472" y="14325"/>
                  </a:lnTo>
                  <a:lnTo>
                    <a:pt x="578363" y="14306"/>
                  </a:lnTo>
                  <a:lnTo>
                    <a:pt x="580188" y="13508"/>
                  </a:lnTo>
                  <a:lnTo>
                    <a:pt x="582089" y="13241"/>
                  </a:lnTo>
                  <a:lnTo>
                    <a:pt x="582608" y="13783"/>
                  </a:lnTo>
                  <a:lnTo>
                    <a:pt x="584115" y="14388"/>
                  </a:lnTo>
                  <a:lnTo>
                    <a:pt x="584800" y="14265"/>
                  </a:lnTo>
                  <a:lnTo>
                    <a:pt x="585868" y="14544"/>
                  </a:lnTo>
                  <a:lnTo>
                    <a:pt x="587168" y="15301"/>
                  </a:lnTo>
                  <a:lnTo>
                    <a:pt x="588670" y="15705"/>
                  </a:lnTo>
                  <a:lnTo>
                    <a:pt x="589509" y="15428"/>
                  </a:lnTo>
                  <a:lnTo>
                    <a:pt x="589678" y="15643"/>
                  </a:lnTo>
                  <a:lnTo>
                    <a:pt x="590388" y="15641"/>
                  </a:lnTo>
                  <a:lnTo>
                    <a:pt x="593701" y="14847"/>
                  </a:lnTo>
                  <a:lnTo>
                    <a:pt x="594787" y="14294"/>
                  </a:lnTo>
                  <a:lnTo>
                    <a:pt x="595720" y="14106"/>
                  </a:lnTo>
                  <a:lnTo>
                    <a:pt x="596445" y="12792"/>
                  </a:lnTo>
                  <a:lnTo>
                    <a:pt x="597260" y="11939"/>
                  </a:lnTo>
                  <a:lnTo>
                    <a:pt x="598916" y="11856"/>
                  </a:lnTo>
                  <a:lnTo>
                    <a:pt x="599386" y="12163"/>
                  </a:lnTo>
                  <a:lnTo>
                    <a:pt x="600585" y="11659"/>
                  </a:lnTo>
                  <a:lnTo>
                    <a:pt x="601287" y="11691"/>
                  </a:lnTo>
                  <a:lnTo>
                    <a:pt x="601897" y="11449"/>
                  </a:lnTo>
                  <a:lnTo>
                    <a:pt x="602702" y="10624"/>
                  </a:lnTo>
                  <a:lnTo>
                    <a:pt x="603646" y="10059"/>
                  </a:lnTo>
                  <a:lnTo>
                    <a:pt x="604621" y="9780"/>
                  </a:lnTo>
                  <a:lnTo>
                    <a:pt x="606195" y="10456"/>
                  </a:lnTo>
                  <a:lnTo>
                    <a:pt x="609046" y="13272"/>
                  </a:lnTo>
                  <a:lnTo>
                    <a:pt x="611082" y="14508"/>
                  </a:lnTo>
                  <a:lnTo>
                    <a:pt x="611231" y="14404"/>
                  </a:lnTo>
                  <a:lnTo>
                    <a:pt x="612290" y="16763"/>
                  </a:lnTo>
                  <a:lnTo>
                    <a:pt x="613857" y="18090"/>
                  </a:lnTo>
                  <a:lnTo>
                    <a:pt x="615118" y="16796"/>
                  </a:lnTo>
                  <a:lnTo>
                    <a:pt x="617043" y="15911"/>
                  </a:lnTo>
                  <a:lnTo>
                    <a:pt x="617774" y="15156"/>
                  </a:lnTo>
                  <a:lnTo>
                    <a:pt x="618535" y="14935"/>
                  </a:lnTo>
                  <a:lnTo>
                    <a:pt x="619041" y="14311"/>
                  </a:lnTo>
                  <a:lnTo>
                    <a:pt x="619908" y="14511"/>
                  </a:lnTo>
                  <a:lnTo>
                    <a:pt x="620028" y="14208"/>
                  </a:lnTo>
                  <a:lnTo>
                    <a:pt x="621228" y="14155"/>
                  </a:lnTo>
                  <a:lnTo>
                    <a:pt x="622672" y="15082"/>
                  </a:lnTo>
                  <a:lnTo>
                    <a:pt x="622927" y="15880"/>
                  </a:lnTo>
                  <a:lnTo>
                    <a:pt x="622854" y="17107"/>
                  </a:lnTo>
                  <a:lnTo>
                    <a:pt x="623883" y="18774"/>
                  </a:lnTo>
                  <a:lnTo>
                    <a:pt x="624076" y="19630"/>
                  </a:lnTo>
                  <a:lnTo>
                    <a:pt x="626164" y="18436"/>
                  </a:lnTo>
                  <a:lnTo>
                    <a:pt x="626608" y="17626"/>
                  </a:lnTo>
                  <a:lnTo>
                    <a:pt x="627380" y="17164"/>
                  </a:lnTo>
                  <a:lnTo>
                    <a:pt x="631163" y="16579"/>
                  </a:lnTo>
                  <a:lnTo>
                    <a:pt x="631771" y="14485"/>
                  </a:lnTo>
                  <a:lnTo>
                    <a:pt x="633289" y="13595"/>
                  </a:lnTo>
                  <a:lnTo>
                    <a:pt x="633742" y="10287"/>
                  </a:lnTo>
                  <a:lnTo>
                    <a:pt x="635562" y="8211"/>
                  </a:lnTo>
                  <a:lnTo>
                    <a:pt x="638758" y="6181"/>
                  </a:lnTo>
                  <a:lnTo>
                    <a:pt x="639003" y="5699"/>
                  </a:lnTo>
                  <a:lnTo>
                    <a:pt x="641454" y="4153"/>
                  </a:lnTo>
                  <a:lnTo>
                    <a:pt x="642481" y="2963"/>
                  </a:lnTo>
                  <a:lnTo>
                    <a:pt x="643295" y="2459"/>
                  </a:lnTo>
                  <a:lnTo>
                    <a:pt x="644420" y="2859"/>
                  </a:lnTo>
                  <a:lnTo>
                    <a:pt x="646744" y="2937"/>
                  </a:lnTo>
                  <a:lnTo>
                    <a:pt x="647921" y="3201"/>
                  </a:lnTo>
                  <a:lnTo>
                    <a:pt x="649509" y="2608"/>
                  </a:lnTo>
                  <a:lnTo>
                    <a:pt x="650734" y="2453"/>
                  </a:lnTo>
                  <a:lnTo>
                    <a:pt x="651073" y="2134"/>
                  </a:lnTo>
                  <a:lnTo>
                    <a:pt x="655912" y="416"/>
                  </a:lnTo>
                  <a:lnTo>
                    <a:pt x="661420" y="0"/>
                  </a:lnTo>
                  <a:lnTo>
                    <a:pt x="662727" y="289"/>
                  </a:lnTo>
                  <a:lnTo>
                    <a:pt x="663155" y="1273"/>
                  </a:lnTo>
                  <a:lnTo>
                    <a:pt x="663073" y="1927"/>
                  </a:lnTo>
                  <a:lnTo>
                    <a:pt x="663800" y="2244"/>
                  </a:lnTo>
                  <a:lnTo>
                    <a:pt x="665876" y="1774"/>
                  </a:lnTo>
                  <a:lnTo>
                    <a:pt x="668202" y="2399"/>
                  </a:lnTo>
                  <a:lnTo>
                    <a:pt x="668908" y="1786"/>
                  </a:lnTo>
                  <a:lnTo>
                    <a:pt x="673617" y="1534"/>
                  </a:lnTo>
                  <a:lnTo>
                    <a:pt x="675171" y="851"/>
                  </a:lnTo>
                  <a:lnTo>
                    <a:pt x="680444" y="4937"/>
                  </a:lnTo>
                  <a:lnTo>
                    <a:pt x="685145" y="2662"/>
                  </a:lnTo>
                  <a:lnTo>
                    <a:pt x="689205" y="6047"/>
                  </a:lnTo>
                  <a:lnTo>
                    <a:pt x="689880" y="7069"/>
                  </a:lnTo>
                  <a:lnTo>
                    <a:pt x="695943" y="10447"/>
                  </a:lnTo>
                  <a:lnTo>
                    <a:pt x="698535" y="10143"/>
                  </a:lnTo>
                  <a:lnTo>
                    <a:pt x="701142" y="9026"/>
                  </a:lnTo>
                  <a:lnTo>
                    <a:pt x="702660" y="7924"/>
                  </a:lnTo>
                  <a:lnTo>
                    <a:pt x="704180" y="7473"/>
                  </a:lnTo>
                  <a:lnTo>
                    <a:pt x="707028" y="7365"/>
                  </a:lnTo>
                  <a:lnTo>
                    <a:pt x="707878" y="6820"/>
                  </a:lnTo>
                  <a:lnTo>
                    <a:pt x="709756" y="6591"/>
                  </a:lnTo>
                  <a:lnTo>
                    <a:pt x="711355" y="5850"/>
                  </a:lnTo>
                  <a:lnTo>
                    <a:pt x="712856" y="6186"/>
                  </a:lnTo>
                  <a:lnTo>
                    <a:pt x="713788" y="5221"/>
                  </a:lnTo>
                  <a:lnTo>
                    <a:pt x="714690" y="5370"/>
                  </a:lnTo>
                  <a:lnTo>
                    <a:pt x="716169" y="6368"/>
                  </a:lnTo>
                  <a:lnTo>
                    <a:pt x="717448" y="7855"/>
                  </a:lnTo>
                  <a:lnTo>
                    <a:pt x="719752" y="8552"/>
                  </a:lnTo>
                  <a:lnTo>
                    <a:pt x="720156" y="8494"/>
                  </a:lnTo>
                  <a:lnTo>
                    <a:pt x="720794" y="9158"/>
                  </a:lnTo>
                  <a:lnTo>
                    <a:pt x="720838" y="9829"/>
                  </a:lnTo>
                  <a:lnTo>
                    <a:pt x="721645" y="10818"/>
                  </a:lnTo>
                  <a:lnTo>
                    <a:pt x="722923" y="11078"/>
                  </a:lnTo>
                  <a:lnTo>
                    <a:pt x="723939" y="10662"/>
                  </a:lnTo>
                  <a:lnTo>
                    <a:pt x="724859" y="11114"/>
                  </a:lnTo>
                  <a:lnTo>
                    <a:pt x="725723" y="10982"/>
                  </a:lnTo>
                  <a:lnTo>
                    <a:pt x="727056" y="11317"/>
                  </a:lnTo>
                  <a:lnTo>
                    <a:pt x="727868" y="11657"/>
                  </a:lnTo>
                  <a:lnTo>
                    <a:pt x="729013" y="12781"/>
                  </a:lnTo>
                  <a:lnTo>
                    <a:pt x="729420" y="13765"/>
                  </a:lnTo>
                  <a:lnTo>
                    <a:pt x="730150" y="14417"/>
                  </a:lnTo>
                  <a:lnTo>
                    <a:pt x="730224" y="14865"/>
                  </a:lnTo>
                  <a:lnTo>
                    <a:pt x="731920" y="15940"/>
                  </a:lnTo>
                  <a:lnTo>
                    <a:pt x="732899" y="17634"/>
                  </a:lnTo>
                  <a:lnTo>
                    <a:pt x="733968" y="18117"/>
                  </a:lnTo>
                  <a:lnTo>
                    <a:pt x="733770" y="19842"/>
                  </a:lnTo>
                  <a:lnTo>
                    <a:pt x="734731" y="20910"/>
                  </a:lnTo>
                  <a:lnTo>
                    <a:pt x="735127" y="21956"/>
                  </a:lnTo>
                  <a:lnTo>
                    <a:pt x="736066" y="22339"/>
                  </a:lnTo>
                  <a:lnTo>
                    <a:pt x="737387" y="23476"/>
                  </a:lnTo>
                  <a:lnTo>
                    <a:pt x="738175" y="23738"/>
                  </a:lnTo>
                  <a:lnTo>
                    <a:pt x="737816" y="24839"/>
                  </a:lnTo>
                  <a:lnTo>
                    <a:pt x="737897" y="25589"/>
                  </a:lnTo>
                  <a:lnTo>
                    <a:pt x="739532" y="26657"/>
                  </a:lnTo>
                  <a:lnTo>
                    <a:pt x="739032" y="27974"/>
                  </a:lnTo>
                  <a:lnTo>
                    <a:pt x="739365" y="28474"/>
                  </a:lnTo>
                  <a:lnTo>
                    <a:pt x="739561" y="29863"/>
                  </a:lnTo>
                  <a:lnTo>
                    <a:pt x="740554" y="30049"/>
                  </a:lnTo>
                  <a:lnTo>
                    <a:pt x="740407" y="30707"/>
                  </a:lnTo>
                  <a:lnTo>
                    <a:pt x="740803" y="31837"/>
                  </a:lnTo>
                  <a:lnTo>
                    <a:pt x="741607" y="31673"/>
                  </a:lnTo>
                  <a:lnTo>
                    <a:pt x="742437" y="31178"/>
                  </a:lnTo>
                  <a:lnTo>
                    <a:pt x="744907" y="27295"/>
                  </a:lnTo>
                  <a:lnTo>
                    <a:pt x="746015" y="26229"/>
                  </a:lnTo>
                  <a:lnTo>
                    <a:pt x="747395" y="25524"/>
                  </a:lnTo>
                  <a:lnTo>
                    <a:pt x="749555" y="25220"/>
                  </a:lnTo>
                  <a:lnTo>
                    <a:pt x="751139" y="25407"/>
                  </a:lnTo>
                  <a:lnTo>
                    <a:pt x="753423" y="26362"/>
                  </a:lnTo>
                  <a:lnTo>
                    <a:pt x="755676" y="27804"/>
                  </a:lnTo>
                  <a:lnTo>
                    <a:pt x="756772" y="27833"/>
                  </a:lnTo>
                  <a:lnTo>
                    <a:pt x="758385" y="26475"/>
                  </a:lnTo>
                  <a:lnTo>
                    <a:pt x="762987" y="19484"/>
                  </a:lnTo>
                  <a:lnTo>
                    <a:pt x="763374" y="18404"/>
                  </a:lnTo>
                  <a:lnTo>
                    <a:pt x="764182" y="17237"/>
                  </a:lnTo>
                  <a:lnTo>
                    <a:pt x="766630" y="14912"/>
                  </a:lnTo>
                  <a:lnTo>
                    <a:pt x="768045" y="17247"/>
                  </a:lnTo>
                  <a:lnTo>
                    <a:pt x="769702" y="18537"/>
                  </a:lnTo>
                  <a:lnTo>
                    <a:pt x="768247" y="20934"/>
                  </a:lnTo>
                  <a:lnTo>
                    <a:pt x="768600" y="21921"/>
                  </a:lnTo>
                  <a:lnTo>
                    <a:pt x="768153" y="22209"/>
                  </a:lnTo>
                  <a:lnTo>
                    <a:pt x="767398" y="24280"/>
                  </a:lnTo>
                  <a:lnTo>
                    <a:pt x="767279" y="26125"/>
                  </a:lnTo>
                  <a:lnTo>
                    <a:pt x="766585" y="26918"/>
                  </a:lnTo>
                  <a:lnTo>
                    <a:pt x="765794" y="28612"/>
                  </a:lnTo>
                  <a:lnTo>
                    <a:pt x="763142" y="32277"/>
                  </a:lnTo>
                  <a:lnTo>
                    <a:pt x="763577" y="35378"/>
                  </a:lnTo>
                  <a:lnTo>
                    <a:pt x="762230" y="36815"/>
                  </a:lnTo>
                  <a:lnTo>
                    <a:pt x="761250" y="36849"/>
                  </a:lnTo>
                  <a:lnTo>
                    <a:pt x="759608" y="38718"/>
                  </a:lnTo>
                  <a:lnTo>
                    <a:pt x="757764" y="39957"/>
                  </a:lnTo>
                  <a:lnTo>
                    <a:pt x="757610" y="40510"/>
                  </a:lnTo>
                  <a:lnTo>
                    <a:pt x="754790" y="41565"/>
                  </a:lnTo>
                  <a:lnTo>
                    <a:pt x="754421" y="42478"/>
                  </a:lnTo>
                  <a:lnTo>
                    <a:pt x="753927" y="42886"/>
                  </a:lnTo>
                  <a:lnTo>
                    <a:pt x="751906" y="43998"/>
                  </a:lnTo>
                  <a:lnTo>
                    <a:pt x="750034" y="44167"/>
                  </a:lnTo>
                  <a:lnTo>
                    <a:pt x="747420" y="43448"/>
                  </a:lnTo>
                  <a:lnTo>
                    <a:pt x="746331" y="43683"/>
                  </a:lnTo>
                  <a:lnTo>
                    <a:pt x="746094" y="44078"/>
                  </a:lnTo>
                  <a:lnTo>
                    <a:pt x="744409" y="44705"/>
                  </a:lnTo>
                  <a:lnTo>
                    <a:pt x="743652" y="45778"/>
                  </a:lnTo>
                  <a:lnTo>
                    <a:pt x="743053" y="46085"/>
                  </a:lnTo>
                  <a:lnTo>
                    <a:pt x="741966" y="47968"/>
                  </a:lnTo>
                  <a:lnTo>
                    <a:pt x="742129" y="50075"/>
                  </a:lnTo>
                  <a:lnTo>
                    <a:pt x="743276" y="52194"/>
                  </a:lnTo>
                  <a:lnTo>
                    <a:pt x="745229" y="53430"/>
                  </a:lnTo>
                  <a:lnTo>
                    <a:pt x="749002" y="57526"/>
                  </a:lnTo>
                  <a:lnTo>
                    <a:pt x="749041" y="58966"/>
                  </a:lnTo>
                  <a:lnTo>
                    <a:pt x="749293" y="59327"/>
                  </a:lnTo>
                  <a:lnTo>
                    <a:pt x="749362" y="60503"/>
                  </a:lnTo>
                  <a:lnTo>
                    <a:pt x="749892" y="62211"/>
                  </a:lnTo>
                  <a:lnTo>
                    <a:pt x="751398" y="63622"/>
                  </a:lnTo>
                  <a:lnTo>
                    <a:pt x="751919" y="63673"/>
                  </a:lnTo>
                  <a:lnTo>
                    <a:pt x="753442" y="64652"/>
                  </a:lnTo>
                  <a:lnTo>
                    <a:pt x="753714" y="65254"/>
                  </a:lnTo>
                  <a:lnTo>
                    <a:pt x="754899" y="66422"/>
                  </a:lnTo>
                  <a:lnTo>
                    <a:pt x="755580" y="67900"/>
                  </a:lnTo>
                  <a:lnTo>
                    <a:pt x="755827" y="69311"/>
                  </a:lnTo>
                  <a:lnTo>
                    <a:pt x="756222" y="70167"/>
                  </a:lnTo>
                  <a:lnTo>
                    <a:pt x="758339" y="72371"/>
                  </a:lnTo>
                  <a:lnTo>
                    <a:pt x="759193" y="72928"/>
                  </a:lnTo>
                  <a:lnTo>
                    <a:pt x="759908" y="74072"/>
                  </a:lnTo>
                  <a:lnTo>
                    <a:pt x="761149" y="75116"/>
                  </a:lnTo>
                  <a:lnTo>
                    <a:pt x="762105" y="76334"/>
                  </a:lnTo>
                  <a:lnTo>
                    <a:pt x="763102" y="77048"/>
                  </a:lnTo>
                  <a:lnTo>
                    <a:pt x="763116" y="77531"/>
                  </a:lnTo>
                  <a:lnTo>
                    <a:pt x="763748" y="78232"/>
                  </a:lnTo>
                  <a:lnTo>
                    <a:pt x="764465" y="78396"/>
                  </a:lnTo>
                  <a:lnTo>
                    <a:pt x="764760" y="78988"/>
                  </a:lnTo>
                  <a:lnTo>
                    <a:pt x="765611" y="79659"/>
                  </a:lnTo>
                  <a:lnTo>
                    <a:pt x="765837" y="80212"/>
                  </a:lnTo>
                  <a:lnTo>
                    <a:pt x="770251" y="81099"/>
                  </a:lnTo>
                  <a:lnTo>
                    <a:pt x="772114" y="79918"/>
                  </a:lnTo>
                  <a:lnTo>
                    <a:pt x="774988" y="79231"/>
                  </a:lnTo>
                  <a:lnTo>
                    <a:pt x="775327" y="79439"/>
                  </a:lnTo>
                  <a:lnTo>
                    <a:pt x="783747" y="88322"/>
                  </a:lnTo>
                  <a:lnTo>
                    <a:pt x="786123" y="88983"/>
                  </a:lnTo>
                  <a:lnTo>
                    <a:pt x="785577" y="90921"/>
                  </a:lnTo>
                  <a:lnTo>
                    <a:pt x="798029" y="98561"/>
                  </a:lnTo>
                  <a:lnTo>
                    <a:pt x="812451" y="113231"/>
                  </a:lnTo>
                  <a:lnTo>
                    <a:pt x="810693" y="117174"/>
                  </a:lnTo>
                  <a:lnTo>
                    <a:pt x="808998" y="116635"/>
                  </a:lnTo>
                  <a:lnTo>
                    <a:pt x="805904" y="115063"/>
                  </a:lnTo>
                  <a:lnTo>
                    <a:pt x="802420" y="114642"/>
                  </a:lnTo>
                  <a:lnTo>
                    <a:pt x="800403" y="113349"/>
                  </a:lnTo>
                  <a:lnTo>
                    <a:pt x="797413" y="115283"/>
                  </a:lnTo>
                  <a:lnTo>
                    <a:pt x="794046" y="116045"/>
                  </a:lnTo>
                  <a:lnTo>
                    <a:pt x="791511" y="118164"/>
                  </a:lnTo>
                  <a:lnTo>
                    <a:pt x="789508" y="120689"/>
                  </a:lnTo>
                  <a:lnTo>
                    <a:pt x="789082" y="123708"/>
                  </a:lnTo>
                  <a:lnTo>
                    <a:pt x="788154" y="123650"/>
                  </a:lnTo>
                  <a:lnTo>
                    <a:pt x="787397" y="123107"/>
                  </a:lnTo>
                  <a:lnTo>
                    <a:pt x="786523" y="123901"/>
                  </a:lnTo>
                  <a:lnTo>
                    <a:pt x="785431" y="123995"/>
                  </a:lnTo>
                  <a:lnTo>
                    <a:pt x="783334" y="126290"/>
                  </a:lnTo>
                  <a:lnTo>
                    <a:pt x="782318" y="129402"/>
                  </a:lnTo>
                  <a:lnTo>
                    <a:pt x="779954" y="129848"/>
                  </a:lnTo>
                  <a:lnTo>
                    <a:pt x="778382" y="131302"/>
                  </a:lnTo>
                  <a:lnTo>
                    <a:pt x="777964" y="133321"/>
                  </a:lnTo>
                  <a:lnTo>
                    <a:pt x="777124" y="133946"/>
                  </a:lnTo>
                  <a:lnTo>
                    <a:pt x="776687" y="134801"/>
                  </a:lnTo>
                  <a:lnTo>
                    <a:pt x="776617" y="135457"/>
                  </a:lnTo>
                  <a:lnTo>
                    <a:pt x="776886" y="136337"/>
                  </a:lnTo>
                  <a:lnTo>
                    <a:pt x="777587" y="136830"/>
                  </a:lnTo>
                  <a:lnTo>
                    <a:pt x="778221" y="139065"/>
                  </a:lnTo>
                  <a:lnTo>
                    <a:pt x="778805" y="139124"/>
                  </a:lnTo>
                  <a:lnTo>
                    <a:pt x="779629" y="139712"/>
                  </a:lnTo>
                  <a:lnTo>
                    <a:pt x="779820" y="140968"/>
                  </a:lnTo>
                  <a:lnTo>
                    <a:pt x="780444" y="141817"/>
                  </a:lnTo>
                  <a:lnTo>
                    <a:pt x="780411" y="142175"/>
                  </a:lnTo>
                  <a:lnTo>
                    <a:pt x="780995" y="142748"/>
                  </a:lnTo>
                  <a:lnTo>
                    <a:pt x="780878" y="143208"/>
                  </a:lnTo>
                  <a:lnTo>
                    <a:pt x="779010" y="146405"/>
                  </a:lnTo>
                  <a:lnTo>
                    <a:pt x="777426" y="147286"/>
                  </a:lnTo>
                  <a:lnTo>
                    <a:pt x="777183" y="147835"/>
                  </a:lnTo>
                  <a:lnTo>
                    <a:pt x="776303" y="148070"/>
                  </a:lnTo>
                  <a:lnTo>
                    <a:pt x="775435" y="148785"/>
                  </a:lnTo>
                  <a:lnTo>
                    <a:pt x="773759" y="149530"/>
                  </a:lnTo>
                  <a:lnTo>
                    <a:pt x="773316" y="150060"/>
                  </a:lnTo>
                  <a:lnTo>
                    <a:pt x="772514" y="150134"/>
                  </a:lnTo>
                  <a:lnTo>
                    <a:pt x="771773" y="151261"/>
                  </a:lnTo>
                  <a:lnTo>
                    <a:pt x="771894" y="151833"/>
                  </a:lnTo>
                  <a:lnTo>
                    <a:pt x="771519" y="153734"/>
                  </a:lnTo>
                  <a:lnTo>
                    <a:pt x="770744" y="154229"/>
                  </a:lnTo>
                  <a:lnTo>
                    <a:pt x="770358" y="154904"/>
                  </a:lnTo>
                  <a:lnTo>
                    <a:pt x="769471" y="154829"/>
                  </a:lnTo>
                  <a:lnTo>
                    <a:pt x="768747" y="155722"/>
                  </a:lnTo>
                  <a:lnTo>
                    <a:pt x="768322" y="155913"/>
                  </a:lnTo>
                  <a:lnTo>
                    <a:pt x="767880" y="156879"/>
                  </a:lnTo>
                  <a:lnTo>
                    <a:pt x="767798" y="157691"/>
                  </a:lnTo>
                  <a:lnTo>
                    <a:pt x="767222" y="158200"/>
                  </a:lnTo>
                  <a:lnTo>
                    <a:pt x="766840" y="159121"/>
                  </a:lnTo>
                  <a:lnTo>
                    <a:pt x="766466" y="159260"/>
                  </a:lnTo>
                  <a:lnTo>
                    <a:pt x="765967" y="159975"/>
                  </a:lnTo>
                  <a:lnTo>
                    <a:pt x="766279" y="160885"/>
                  </a:lnTo>
                  <a:lnTo>
                    <a:pt x="766133" y="162071"/>
                  </a:lnTo>
                  <a:lnTo>
                    <a:pt x="765356" y="162429"/>
                  </a:lnTo>
                  <a:lnTo>
                    <a:pt x="764399" y="164769"/>
                  </a:lnTo>
                  <a:lnTo>
                    <a:pt x="763504" y="165011"/>
                  </a:lnTo>
                  <a:lnTo>
                    <a:pt x="763424" y="165395"/>
                  </a:lnTo>
                  <a:lnTo>
                    <a:pt x="763927" y="165650"/>
                  </a:lnTo>
                  <a:lnTo>
                    <a:pt x="764426" y="166525"/>
                  </a:lnTo>
                  <a:lnTo>
                    <a:pt x="764837" y="168429"/>
                  </a:lnTo>
                  <a:lnTo>
                    <a:pt x="764677" y="169952"/>
                  </a:lnTo>
                  <a:lnTo>
                    <a:pt x="765065" y="170245"/>
                  </a:lnTo>
                  <a:lnTo>
                    <a:pt x="764980" y="171434"/>
                  </a:lnTo>
                  <a:lnTo>
                    <a:pt x="764296" y="172584"/>
                  </a:lnTo>
                  <a:lnTo>
                    <a:pt x="765135" y="172687"/>
                  </a:lnTo>
                  <a:lnTo>
                    <a:pt x="765072" y="172925"/>
                  </a:lnTo>
                  <a:lnTo>
                    <a:pt x="766031" y="173462"/>
                  </a:lnTo>
                  <a:lnTo>
                    <a:pt x="766936" y="175424"/>
                  </a:lnTo>
                  <a:lnTo>
                    <a:pt x="767298" y="177370"/>
                  </a:lnTo>
                  <a:lnTo>
                    <a:pt x="768015" y="179139"/>
                  </a:lnTo>
                  <a:lnTo>
                    <a:pt x="768686" y="180113"/>
                  </a:lnTo>
                  <a:lnTo>
                    <a:pt x="768784" y="181597"/>
                  </a:lnTo>
                  <a:lnTo>
                    <a:pt x="769665" y="182423"/>
                  </a:lnTo>
                  <a:lnTo>
                    <a:pt x="771009" y="182955"/>
                  </a:lnTo>
                  <a:lnTo>
                    <a:pt x="771748" y="184306"/>
                  </a:lnTo>
                  <a:lnTo>
                    <a:pt x="773260" y="184500"/>
                  </a:lnTo>
                  <a:lnTo>
                    <a:pt x="774060" y="186346"/>
                  </a:lnTo>
                  <a:lnTo>
                    <a:pt x="775725" y="187464"/>
                  </a:lnTo>
                  <a:lnTo>
                    <a:pt x="776970" y="187321"/>
                  </a:lnTo>
                  <a:lnTo>
                    <a:pt x="777422" y="187626"/>
                  </a:lnTo>
                  <a:lnTo>
                    <a:pt x="777711" y="188761"/>
                  </a:lnTo>
                  <a:lnTo>
                    <a:pt x="777648" y="191147"/>
                  </a:lnTo>
                  <a:lnTo>
                    <a:pt x="777982" y="191436"/>
                  </a:lnTo>
                  <a:lnTo>
                    <a:pt x="778090" y="194123"/>
                  </a:lnTo>
                  <a:lnTo>
                    <a:pt x="777875" y="195618"/>
                  </a:lnTo>
                  <a:lnTo>
                    <a:pt x="778045" y="196328"/>
                  </a:lnTo>
                  <a:lnTo>
                    <a:pt x="778729" y="197171"/>
                  </a:lnTo>
                  <a:lnTo>
                    <a:pt x="779429" y="200488"/>
                  </a:lnTo>
                  <a:lnTo>
                    <a:pt x="781548" y="202341"/>
                  </a:lnTo>
                  <a:lnTo>
                    <a:pt x="782968" y="203171"/>
                  </a:lnTo>
                  <a:lnTo>
                    <a:pt x="783448" y="204195"/>
                  </a:lnTo>
                  <a:lnTo>
                    <a:pt x="784537" y="204650"/>
                  </a:lnTo>
                  <a:lnTo>
                    <a:pt x="787105" y="207608"/>
                  </a:lnTo>
                  <a:lnTo>
                    <a:pt x="787811" y="208580"/>
                  </a:lnTo>
                  <a:lnTo>
                    <a:pt x="787924" y="209204"/>
                  </a:lnTo>
                  <a:lnTo>
                    <a:pt x="789723" y="211509"/>
                  </a:lnTo>
                  <a:lnTo>
                    <a:pt x="792470" y="213084"/>
                  </a:lnTo>
                  <a:lnTo>
                    <a:pt x="793287" y="214296"/>
                  </a:lnTo>
                  <a:lnTo>
                    <a:pt x="795493" y="215805"/>
                  </a:lnTo>
                  <a:lnTo>
                    <a:pt x="796414" y="216187"/>
                  </a:lnTo>
                  <a:lnTo>
                    <a:pt x="797538" y="215882"/>
                  </a:lnTo>
                  <a:lnTo>
                    <a:pt x="799764" y="217441"/>
                  </a:lnTo>
                  <a:lnTo>
                    <a:pt x="801332" y="217664"/>
                  </a:lnTo>
                  <a:lnTo>
                    <a:pt x="801843" y="217475"/>
                  </a:lnTo>
                  <a:lnTo>
                    <a:pt x="803043" y="219092"/>
                  </a:lnTo>
                  <a:lnTo>
                    <a:pt x="803727" y="219255"/>
                  </a:lnTo>
                  <a:lnTo>
                    <a:pt x="804479" y="219910"/>
                  </a:lnTo>
                  <a:lnTo>
                    <a:pt x="805498" y="219342"/>
                  </a:lnTo>
                  <a:lnTo>
                    <a:pt x="809648" y="218373"/>
                  </a:lnTo>
                  <a:lnTo>
                    <a:pt x="811671" y="219444"/>
                  </a:lnTo>
                  <a:lnTo>
                    <a:pt x="816081" y="220441"/>
                  </a:lnTo>
                  <a:lnTo>
                    <a:pt x="819010" y="219708"/>
                  </a:lnTo>
                  <a:lnTo>
                    <a:pt x="822142" y="219780"/>
                  </a:lnTo>
                  <a:lnTo>
                    <a:pt x="823544" y="220033"/>
                  </a:lnTo>
                  <a:lnTo>
                    <a:pt x="824414" y="219813"/>
                  </a:lnTo>
                  <a:lnTo>
                    <a:pt x="824890" y="219165"/>
                  </a:lnTo>
                  <a:lnTo>
                    <a:pt x="827992" y="218986"/>
                  </a:lnTo>
                  <a:lnTo>
                    <a:pt x="830401" y="217763"/>
                  </a:lnTo>
                  <a:lnTo>
                    <a:pt x="831283" y="216985"/>
                  </a:lnTo>
                  <a:lnTo>
                    <a:pt x="835058" y="218231"/>
                  </a:lnTo>
                  <a:lnTo>
                    <a:pt x="835923" y="218041"/>
                  </a:lnTo>
                  <a:lnTo>
                    <a:pt x="836705" y="218393"/>
                  </a:lnTo>
                  <a:lnTo>
                    <a:pt x="836679" y="218926"/>
                  </a:lnTo>
                  <a:lnTo>
                    <a:pt x="837509" y="220945"/>
                  </a:lnTo>
                  <a:lnTo>
                    <a:pt x="837051" y="223054"/>
                  </a:lnTo>
                  <a:lnTo>
                    <a:pt x="837362" y="224143"/>
                  </a:lnTo>
                  <a:lnTo>
                    <a:pt x="837704" y="224311"/>
                  </a:lnTo>
                  <a:lnTo>
                    <a:pt x="837979" y="225183"/>
                  </a:lnTo>
                  <a:lnTo>
                    <a:pt x="838730" y="225724"/>
                  </a:lnTo>
                  <a:lnTo>
                    <a:pt x="839340" y="226543"/>
                  </a:lnTo>
                  <a:lnTo>
                    <a:pt x="839463" y="227135"/>
                  </a:lnTo>
                  <a:lnTo>
                    <a:pt x="838910" y="228165"/>
                  </a:lnTo>
                  <a:lnTo>
                    <a:pt x="839003" y="228996"/>
                  </a:lnTo>
                  <a:lnTo>
                    <a:pt x="838703" y="229350"/>
                  </a:lnTo>
                  <a:lnTo>
                    <a:pt x="838693" y="230373"/>
                  </a:lnTo>
                  <a:lnTo>
                    <a:pt x="839236" y="230781"/>
                  </a:lnTo>
                  <a:lnTo>
                    <a:pt x="838802" y="231413"/>
                  </a:lnTo>
                  <a:lnTo>
                    <a:pt x="838966" y="231957"/>
                  </a:lnTo>
                  <a:lnTo>
                    <a:pt x="838726" y="232429"/>
                  </a:lnTo>
                  <a:lnTo>
                    <a:pt x="839195" y="233488"/>
                  </a:lnTo>
                  <a:lnTo>
                    <a:pt x="838362" y="234022"/>
                  </a:lnTo>
                  <a:lnTo>
                    <a:pt x="838439" y="234753"/>
                  </a:lnTo>
                  <a:lnTo>
                    <a:pt x="839062" y="235446"/>
                  </a:lnTo>
                  <a:lnTo>
                    <a:pt x="839216" y="236303"/>
                  </a:lnTo>
                  <a:lnTo>
                    <a:pt x="839206" y="238829"/>
                  </a:lnTo>
                  <a:lnTo>
                    <a:pt x="839792" y="240532"/>
                  </a:lnTo>
                  <a:lnTo>
                    <a:pt x="840857" y="242529"/>
                  </a:lnTo>
                  <a:lnTo>
                    <a:pt x="842150" y="243315"/>
                  </a:lnTo>
                  <a:lnTo>
                    <a:pt x="842438" y="244223"/>
                  </a:lnTo>
                  <a:lnTo>
                    <a:pt x="843037" y="244010"/>
                  </a:lnTo>
                  <a:lnTo>
                    <a:pt x="844057" y="244186"/>
                  </a:lnTo>
                  <a:lnTo>
                    <a:pt x="844094" y="245048"/>
                  </a:lnTo>
                  <a:lnTo>
                    <a:pt x="844357" y="245554"/>
                  </a:lnTo>
                  <a:lnTo>
                    <a:pt x="845354" y="245930"/>
                  </a:lnTo>
                  <a:lnTo>
                    <a:pt x="845834" y="246741"/>
                  </a:lnTo>
                  <a:lnTo>
                    <a:pt x="846228" y="248117"/>
                  </a:lnTo>
                  <a:lnTo>
                    <a:pt x="846797" y="248690"/>
                  </a:lnTo>
                  <a:lnTo>
                    <a:pt x="847467" y="248943"/>
                  </a:lnTo>
                  <a:lnTo>
                    <a:pt x="848275" y="248950"/>
                  </a:lnTo>
                  <a:lnTo>
                    <a:pt x="848784" y="248270"/>
                  </a:lnTo>
                  <a:lnTo>
                    <a:pt x="849165" y="248519"/>
                  </a:lnTo>
                  <a:lnTo>
                    <a:pt x="850242" y="248074"/>
                  </a:lnTo>
                  <a:lnTo>
                    <a:pt x="851014" y="248195"/>
                  </a:lnTo>
                  <a:lnTo>
                    <a:pt x="851529" y="247512"/>
                  </a:lnTo>
                  <a:lnTo>
                    <a:pt x="851806" y="247623"/>
                  </a:lnTo>
                  <a:lnTo>
                    <a:pt x="852750" y="246833"/>
                  </a:lnTo>
                  <a:lnTo>
                    <a:pt x="853654" y="247125"/>
                  </a:lnTo>
                  <a:lnTo>
                    <a:pt x="854214" y="248397"/>
                  </a:lnTo>
                  <a:lnTo>
                    <a:pt x="854186" y="249094"/>
                  </a:lnTo>
                  <a:lnTo>
                    <a:pt x="853823" y="249382"/>
                  </a:lnTo>
                  <a:lnTo>
                    <a:pt x="853906" y="249850"/>
                  </a:lnTo>
                  <a:lnTo>
                    <a:pt x="854586" y="250326"/>
                  </a:lnTo>
                  <a:lnTo>
                    <a:pt x="854801" y="251565"/>
                  </a:lnTo>
                  <a:lnTo>
                    <a:pt x="855231" y="251704"/>
                  </a:lnTo>
                  <a:lnTo>
                    <a:pt x="856309" y="252714"/>
                  </a:lnTo>
                  <a:lnTo>
                    <a:pt x="856572" y="252254"/>
                  </a:lnTo>
                  <a:lnTo>
                    <a:pt x="857445" y="253454"/>
                  </a:lnTo>
                  <a:lnTo>
                    <a:pt x="857989" y="253609"/>
                  </a:lnTo>
                  <a:lnTo>
                    <a:pt x="858643" y="253405"/>
                  </a:lnTo>
                  <a:lnTo>
                    <a:pt x="858931" y="253647"/>
                  </a:lnTo>
                  <a:lnTo>
                    <a:pt x="859619" y="253277"/>
                  </a:lnTo>
                  <a:lnTo>
                    <a:pt x="860181" y="253910"/>
                  </a:lnTo>
                  <a:lnTo>
                    <a:pt x="860924" y="253678"/>
                  </a:lnTo>
                  <a:lnTo>
                    <a:pt x="861517" y="254076"/>
                  </a:lnTo>
                  <a:lnTo>
                    <a:pt x="862115" y="253855"/>
                  </a:lnTo>
                  <a:lnTo>
                    <a:pt x="862303" y="253553"/>
                  </a:lnTo>
                  <a:lnTo>
                    <a:pt x="863585" y="254677"/>
                  </a:lnTo>
                  <a:lnTo>
                    <a:pt x="864695" y="255011"/>
                  </a:lnTo>
                  <a:lnTo>
                    <a:pt x="865165" y="255487"/>
                  </a:lnTo>
                  <a:lnTo>
                    <a:pt x="865599" y="255512"/>
                  </a:lnTo>
                  <a:lnTo>
                    <a:pt x="866346" y="255082"/>
                  </a:lnTo>
                  <a:lnTo>
                    <a:pt x="868294" y="256315"/>
                  </a:lnTo>
                  <a:lnTo>
                    <a:pt x="868837" y="255793"/>
                  </a:lnTo>
                  <a:lnTo>
                    <a:pt x="870027" y="256586"/>
                  </a:lnTo>
                  <a:lnTo>
                    <a:pt x="870697" y="256412"/>
                  </a:lnTo>
                  <a:lnTo>
                    <a:pt x="871407" y="256889"/>
                  </a:lnTo>
                  <a:lnTo>
                    <a:pt x="871919" y="256912"/>
                  </a:lnTo>
                  <a:lnTo>
                    <a:pt x="872471" y="257622"/>
                  </a:lnTo>
                  <a:lnTo>
                    <a:pt x="874258" y="258883"/>
                  </a:lnTo>
                  <a:lnTo>
                    <a:pt x="874551" y="259716"/>
                  </a:lnTo>
                  <a:lnTo>
                    <a:pt x="875811" y="260511"/>
                  </a:lnTo>
                  <a:lnTo>
                    <a:pt x="876488" y="262241"/>
                  </a:lnTo>
                  <a:lnTo>
                    <a:pt x="876854" y="262288"/>
                  </a:lnTo>
                  <a:lnTo>
                    <a:pt x="876261" y="263309"/>
                  </a:lnTo>
                  <a:lnTo>
                    <a:pt x="876297" y="263857"/>
                  </a:lnTo>
                  <a:lnTo>
                    <a:pt x="875841" y="265057"/>
                  </a:lnTo>
                  <a:lnTo>
                    <a:pt x="876355" y="265292"/>
                  </a:lnTo>
                  <a:lnTo>
                    <a:pt x="876032" y="266187"/>
                  </a:lnTo>
                  <a:lnTo>
                    <a:pt x="876086" y="267162"/>
                  </a:lnTo>
                  <a:lnTo>
                    <a:pt x="877079" y="268629"/>
                  </a:lnTo>
                  <a:lnTo>
                    <a:pt x="876216" y="269912"/>
                  </a:lnTo>
                  <a:lnTo>
                    <a:pt x="875945" y="271398"/>
                  </a:lnTo>
                  <a:lnTo>
                    <a:pt x="877791" y="271919"/>
                  </a:lnTo>
                  <a:lnTo>
                    <a:pt x="877919" y="272741"/>
                  </a:lnTo>
                  <a:lnTo>
                    <a:pt x="878908" y="273169"/>
                  </a:lnTo>
                  <a:lnTo>
                    <a:pt x="896505" y="291472"/>
                  </a:lnTo>
                  <a:lnTo>
                    <a:pt x="901865" y="296633"/>
                  </a:lnTo>
                  <a:lnTo>
                    <a:pt x="903995" y="297709"/>
                  </a:lnTo>
                  <a:lnTo>
                    <a:pt x="904674" y="297684"/>
                  </a:lnTo>
                  <a:lnTo>
                    <a:pt x="905354" y="298056"/>
                  </a:lnTo>
                  <a:lnTo>
                    <a:pt x="918514" y="306242"/>
                  </a:lnTo>
                  <a:lnTo>
                    <a:pt x="923116" y="308211"/>
                  </a:lnTo>
                  <a:lnTo>
                    <a:pt x="924144" y="309224"/>
                  </a:lnTo>
                  <a:lnTo>
                    <a:pt x="924645" y="310336"/>
                  </a:lnTo>
                  <a:lnTo>
                    <a:pt x="925701" y="310238"/>
                  </a:lnTo>
                  <a:lnTo>
                    <a:pt x="926795" y="311388"/>
                  </a:lnTo>
                  <a:lnTo>
                    <a:pt x="927571" y="310619"/>
                  </a:lnTo>
                  <a:lnTo>
                    <a:pt x="931624" y="313450"/>
                  </a:lnTo>
                  <a:lnTo>
                    <a:pt x="941243" y="319397"/>
                  </a:lnTo>
                  <a:lnTo>
                    <a:pt x="949071" y="325108"/>
                  </a:lnTo>
                  <a:lnTo>
                    <a:pt x="951484" y="326300"/>
                  </a:lnTo>
                  <a:lnTo>
                    <a:pt x="957344" y="328510"/>
                  </a:lnTo>
                  <a:lnTo>
                    <a:pt x="958168" y="329466"/>
                  </a:lnTo>
                  <a:lnTo>
                    <a:pt x="961006" y="331331"/>
                  </a:lnTo>
                  <a:lnTo>
                    <a:pt x="963222" y="332086"/>
                  </a:lnTo>
                  <a:lnTo>
                    <a:pt x="967087" y="332991"/>
                  </a:lnTo>
                  <a:lnTo>
                    <a:pt x="969140" y="333212"/>
                  </a:lnTo>
                  <a:lnTo>
                    <a:pt x="970452" y="333051"/>
                  </a:lnTo>
                  <a:lnTo>
                    <a:pt x="970875" y="332141"/>
                  </a:lnTo>
                  <a:lnTo>
                    <a:pt x="970507" y="331322"/>
                  </a:lnTo>
                  <a:lnTo>
                    <a:pt x="970652" y="330688"/>
                  </a:lnTo>
                  <a:lnTo>
                    <a:pt x="970208" y="329885"/>
                  </a:lnTo>
                  <a:lnTo>
                    <a:pt x="970578" y="328809"/>
                  </a:lnTo>
                  <a:lnTo>
                    <a:pt x="970530" y="326304"/>
                  </a:lnTo>
                  <a:lnTo>
                    <a:pt x="970962" y="325080"/>
                  </a:lnTo>
                  <a:lnTo>
                    <a:pt x="972288" y="323025"/>
                  </a:lnTo>
                  <a:lnTo>
                    <a:pt x="972458" y="322347"/>
                  </a:lnTo>
                  <a:lnTo>
                    <a:pt x="972396" y="321451"/>
                  </a:lnTo>
                  <a:lnTo>
                    <a:pt x="972063" y="321140"/>
                  </a:lnTo>
                  <a:lnTo>
                    <a:pt x="971479" y="319583"/>
                  </a:lnTo>
                  <a:lnTo>
                    <a:pt x="971494" y="318732"/>
                  </a:lnTo>
                  <a:lnTo>
                    <a:pt x="972113" y="318027"/>
                  </a:lnTo>
                  <a:lnTo>
                    <a:pt x="972562" y="316697"/>
                  </a:lnTo>
                  <a:lnTo>
                    <a:pt x="973306" y="315924"/>
                  </a:lnTo>
                  <a:lnTo>
                    <a:pt x="974626" y="316268"/>
                  </a:lnTo>
                  <a:lnTo>
                    <a:pt x="975037" y="315984"/>
                  </a:lnTo>
                  <a:lnTo>
                    <a:pt x="976021" y="316558"/>
                  </a:lnTo>
                  <a:lnTo>
                    <a:pt x="976370" y="316488"/>
                  </a:lnTo>
                  <a:lnTo>
                    <a:pt x="975849" y="317971"/>
                  </a:lnTo>
                  <a:lnTo>
                    <a:pt x="976236" y="319252"/>
                  </a:lnTo>
                  <a:lnTo>
                    <a:pt x="978991" y="319543"/>
                  </a:lnTo>
                  <a:lnTo>
                    <a:pt x="979682" y="319256"/>
                  </a:lnTo>
                  <a:lnTo>
                    <a:pt x="981965" y="320777"/>
                  </a:lnTo>
                  <a:lnTo>
                    <a:pt x="983192" y="320885"/>
                  </a:lnTo>
                  <a:lnTo>
                    <a:pt x="984513" y="321633"/>
                  </a:lnTo>
                  <a:lnTo>
                    <a:pt x="984403" y="322472"/>
                  </a:lnTo>
                  <a:lnTo>
                    <a:pt x="984794" y="323208"/>
                  </a:lnTo>
                  <a:lnTo>
                    <a:pt x="985413" y="323442"/>
                  </a:lnTo>
                  <a:lnTo>
                    <a:pt x="985170" y="324848"/>
                  </a:lnTo>
                  <a:lnTo>
                    <a:pt x="986688" y="326403"/>
                  </a:lnTo>
                  <a:lnTo>
                    <a:pt x="988588" y="327854"/>
                  </a:lnTo>
                  <a:lnTo>
                    <a:pt x="990904" y="326317"/>
                  </a:lnTo>
                  <a:lnTo>
                    <a:pt x="994416" y="326194"/>
                  </a:lnTo>
                  <a:lnTo>
                    <a:pt x="993565" y="334363"/>
                  </a:lnTo>
                  <a:lnTo>
                    <a:pt x="992855" y="337175"/>
                  </a:lnTo>
                  <a:lnTo>
                    <a:pt x="997136" y="340589"/>
                  </a:lnTo>
                  <a:lnTo>
                    <a:pt x="1001045" y="349441"/>
                  </a:lnTo>
                  <a:lnTo>
                    <a:pt x="1003860" y="350426"/>
                  </a:lnTo>
                  <a:lnTo>
                    <a:pt x="1007054" y="348867"/>
                  </a:lnTo>
                  <a:lnTo>
                    <a:pt x="1008990" y="346602"/>
                  </a:lnTo>
                  <a:lnTo>
                    <a:pt x="1011060" y="342273"/>
                  </a:lnTo>
                  <a:lnTo>
                    <a:pt x="1014896" y="339401"/>
                  </a:lnTo>
                  <a:lnTo>
                    <a:pt x="1015937" y="338919"/>
                  </a:lnTo>
                  <a:lnTo>
                    <a:pt x="1017431" y="336996"/>
                  </a:lnTo>
                  <a:lnTo>
                    <a:pt x="1018841" y="333088"/>
                  </a:lnTo>
                  <a:lnTo>
                    <a:pt x="1019221" y="332578"/>
                  </a:lnTo>
                  <a:lnTo>
                    <a:pt x="1019529" y="333821"/>
                  </a:lnTo>
                  <a:lnTo>
                    <a:pt x="1020221" y="334622"/>
                  </a:lnTo>
                  <a:lnTo>
                    <a:pt x="1020879" y="334884"/>
                  </a:lnTo>
                  <a:lnTo>
                    <a:pt x="1021279" y="335710"/>
                  </a:lnTo>
                  <a:lnTo>
                    <a:pt x="1023015" y="337757"/>
                  </a:lnTo>
                  <a:lnTo>
                    <a:pt x="1023554" y="337666"/>
                  </a:lnTo>
                  <a:lnTo>
                    <a:pt x="1024258" y="338017"/>
                  </a:lnTo>
                  <a:lnTo>
                    <a:pt x="1018556" y="343132"/>
                  </a:lnTo>
                  <a:lnTo>
                    <a:pt x="1016864" y="347781"/>
                  </a:lnTo>
                  <a:lnTo>
                    <a:pt x="1010415" y="359038"/>
                  </a:lnTo>
                  <a:lnTo>
                    <a:pt x="1024252" y="376838"/>
                  </a:lnTo>
                  <a:lnTo>
                    <a:pt x="1028934" y="380921"/>
                  </a:lnTo>
                  <a:lnTo>
                    <a:pt x="1030432" y="388701"/>
                  </a:lnTo>
                  <a:lnTo>
                    <a:pt x="1033688" y="397552"/>
                  </a:lnTo>
                  <a:lnTo>
                    <a:pt x="1032742" y="401970"/>
                  </a:lnTo>
                  <a:lnTo>
                    <a:pt x="1047100" y="415048"/>
                  </a:lnTo>
                  <a:lnTo>
                    <a:pt x="1056832" y="419174"/>
                  </a:lnTo>
                  <a:lnTo>
                    <a:pt x="1056768" y="422510"/>
                  </a:lnTo>
                  <a:lnTo>
                    <a:pt x="1055427" y="428518"/>
                  </a:lnTo>
                  <a:lnTo>
                    <a:pt x="1057141" y="432735"/>
                  </a:lnTo>
                  <a:lnTo>
                    <a:pt x="1061111" y="439317"/>
                  </a:lnTo>
                  <a:lnTo>
                    <a:pt x="1061439" y="440924"/>
                  </a:lnTo>
                  <a:lnTo>
                    <a:pt x="1059939" y="445026"/>
                  </a:lnTo>
                  <a:lnTo>
                    <a:pt x="1055595" y="449151"/>
                  </a:lnTo>
                  <a:lnTo>
                    <a:pt x="1054120" y="451061"/>
                  </a:lnTo>
                  <a:lnTo>
                    <a:pt x="1053956" y="452026"/>
                  </a:lnTo>
                  <a:lnTo>
                    <a:pt x="1052979" y="453331"/>
                  </a:lnTo>
                  <a:lnTo>
                    <a:pt x="1052641" y="455505"/>
                  </a:lnTo>
                  <a:lnTo>
                    <a:pt x="1051957" y="456328"/>
                  </a:lnTo>
                  <a:lnTo>
                    <a:pt x="1052174" y="456725"/>
                  </a:lnTo>
                  <a:lnTo>
                    <a:pt x="1051839" y="457616"/>
                  </a:lnTo>
                  <a:lnTo>
                    <a:pt x="1051479" y="457878"/>
                  </a:lnTo>
                  <a:lnTo>
                    <a:pt x="1050543" y="459962"/>
                  </a:lnTo>
                  <a:lnTo>
                    <a:pt x="1050602" y="460636"/>
                  </a:lnTo>
                  <a:lnTo>
                    <a:pt x="1050040" y="461777"/>
                  </a:lnTo>
                  <a:lnTo>
                    <a:pt x="1051130" y="462601"/>
                  </a:lnTo>
                  <a:lnTo>
                    <a:pt x="1051402" y="463177"/>
                  </a:lnTo>
                  <a:lnTo>
                    <a:pt x="1051813" y="465029"/>
                  </a:lnTo>
                  <a:lnTo>
                    <a:pt x="1051755" y="465654"/>
                  </a:lnTo>
                  <a:lnTo>
                    <a:pt x="1050786" y="467023"/>
                  </a:lnTo>
                  <a:lnTo>
                    <a:pt x="1050221" y="469605"/>
                  </a:lnTo>
                  <a:lnTo>
                    <a:pt x="1049801" y="470296"/>
                  </a:lnTo>
                  <a:lnTo>
                    <a:pt x="1049724" y="471781"/>
                  </a:lnTo>
                  <a:lnTo>
                    <a:pt x="1049173" y="472547"/>
                  </a:lnTo>
                  <a:lnTo>
                    <a:pt x="1049510" y="473278"/>
                  </a:lnTo>
                  <a:lnTo>
                    <a:pt x="1050547" y="473762"/>
                  </a:lnTo>
                  <a:lnTo>
                    <a:pt x="1050877" y="474267"/>
                  </a:lnTo>
                  <a:lnTo>
                    <a:pt x="1051102" y="475482"/>
                  </a:lnTo>
                  <a:lnTo>
                    <a:pt x="1050941" y="477281"/>
                  </a:lnTo>
                  <a:lnTo>
                    <a:pt x="1050682" y="477895"/>
                  </a:lnTo>
                  <a:lnTo>
                    <a:pt x="1050884" y="478606"/>
                  </a:lnTo>
                  <a:lnTo>
                    <a:pt x="1050789" y="479217"/>
                  </a:lnTo>
                  <a:lnTo>
                    <a:pt x="1049748" y="479473"/>
                  </a:lnTo>
                  <a:lnTo>
                    <a:pt x="1049196" y="480125"/>
                  </a:lnTo>
                  <a:lnTo>
                    <a:pt x="1048234" y="482327"/>
                  </a:lnTo>
                  <a:lnTo>
                    <a:pt x="1046775" y="483658"/>
                  </a:lnTo>
                  <a:lnTo>
                    <a:pt x="1047882" y="486456"/>
                  </a:lnTo>
                  <a:lnTo>
                    <a:pt x="1047973" y="486812"/>
                  </a:lnTo>
                  <a:lnTo>
                    <a:pt x="1047744" y="487355"/>
                  </a:lnTo>
                  <a:lnTo>
                    <a:pt x="1048547" y="487710"/>
                  </a:lnTo>
                  <a:lnTo>
                    <a:pt x="1048802" y="488243"/>
                  </a:lnTo>
                  <a:lnTo>
                    <a:pt x="1048729" y="491026"/>
                  </a:lnTo>
                  <a:lnTo>
                    <a:pt x="1045984" y="494921"/>
                  </a:lnTo>
                  <a:lnTo>
                    <a:pt x="1045473" y="496249"/>
                  </a:lnTo>
                  <a:lnTo>
                    <a:pt x="1045421" y="497001"/>
                  </a:lnTo>
                  <a:lnTo>
                    <a:pt x="1045532" y="497647"/>
                  </a:lnTo>
                  <a:lnTo>
                    <a:pt x="1046689" y="499669"/>
                  </a:lnTo>
                  <a:lnTo>
                    <a:pt x="1047552" y="501842"/>
                  </a:lnTo>
                  <a:lnTo>
                    <a:pt x="1048393" y="502425"/>
                  </a:lnTo>
                  <a:lnTo>
                    <a:pt x="1049890" y="502990"/>
                  </a:lnTo>
                  <a:lnTo>
                    <a:pt x="1050516" y="502518"/>
                  </a:lnTo>
                  <a:lnTo>
                    <a:pt x="1052311" y="502203"/>
                  </a:lnTo>
                  <a:lnTo>
                    <a:pt x="1053941" y="501022"/>
                  </a:lnTo>
                  <a:lnTo>
                    <a:pt x="1055033" y="500970"/>
                  </a:lnTo>
                  <a:lnTo>
                    <a:pt x="1055762" y="501547"/>
                  </a:lnTo>
                  <a:lnTo>
                    <a:pt x="1056524" y="501757"/>
                  </a:lnTo>
                  <a:lnTo>
                    <a:pt x="1056600" y="502429"/>
                  </a:lnTo>
                  <a:lnTo>
                    <a:pt x="1060801" y="502689"/>
                  </a:lnTo>
                  <a:lnTo>
                    <a:pt x="1062998" y="505047"/>
                  </a:lnTo>
                  <a:lnTo>
                    <a:pt x="1063440" y="504314"/>
                  </a:lnTo>
                  <a:lnTo>
                    <a:pt x="1064080" y="504374"/>
                  </a:lnTo>
                  <a:lnTo>
                    <a:pt x="1064187" y="504895"/>
                  </a:lnTo>
                  <a:lnTo>
                    <a:pt x="1063898" y="506055"/>
                  </a:lnTo>
                  <a:lnTo>
                    <a:pt x="1063760" y="508577"/>
                  </a:lnTo>
                  <a:lnTo>
                    <a:pt x="1063434" y="509708"/>
                  </a:lnTo>
                  <a:lnTo>
                    <a:pt x="1063834" y="509652"/>
                  </a:lnTo>
                  <a:lnTo>
                    <a:pt x="1064523" y="510154"/>
                  </a:lnTo>
                  <a:lnTo>
                    <a:pt x="1064915" y="511423"/>
                  </a:lnTo>
                  <a:lnTo>
                    <a:pt x="1065895" y="512709"/>
                  </a:lnTo>
                  <a:lnTo>
                    <a:pt x="1066300" y="512805"/>
                  </a:lnTo>
                  <a:lnTo>
                    <a:pt x="1066823" y="513538"/>
                  </a:lnTo>
                  <a:lnTo>
                    <a:pt x="1069898" y="515755"/>
                  </a:lnTo>
                  <a:lnTo>
                    <a:pt x="1069810" y="516042"/>
                  </a:lnTo>
                  <a:lnTo>
                    <a:pt x="1070511" y="516691"/>
                  </a:lnTo>
                  <a:lnTo>
                    <a:pt x="1069415" y="518955"/>
                  </a:lnTo>
                  <a:lnTo>
                    <a:pt x="1069105" y="519100"/>
                  </a:lnTo>
                  <a:lnTo>
                    <a:pt x="1067905" y="518913"/>
                  </a:lnTo>
                  <a:lnTo>
                    <a:pt x="1066474" y="519877"/>
                  </a:lnTo>
                  <a:lnTo>
                    <a:pt x="1066383" y="520810"/>
                  </a:lnTo>
                  <a:lnTo>
                    <a:pt x="1066904" y="522287"/>
                  </a:lnTo>
                  <a:lnTo>
                    <a:pt x="1066688" y="522795"/>
                  </a:lnTo>
                  <a:lnTo>
                    <a:pt x="1064923" y="522185"/>
                  </a:lnTo>
                  <a:lnTo>
                    <a:pt x="1064398" y="523022"/>
                  </a:lnTo>
                  <a:lnTo>
                    <a:pt x="1064054" y="522982"/>
                  </a:lnTo>
                  <a:lnTo>
                    <a:pt x="1064166" y="522496"/>
                  </a:lnTo>
                  <a:lnTo>
                    <a:pt x="1063931" y="521419"/>
                  </a:lnTo>
                  <a:lnTo>
                    <a:pt x="1062806" y="520420"/>
                  </a:lnTo>
                  <a:lnTo>
                    <a:pt x="1062612" y="519356"/>
                  </a:lnTo>
                  <a:lnTo>
                    <a:pt x="1061579" y="518394"/>
                  </a:lnTo>
                  <a:lnTo>
                    <a:pt x="1061412" y="517637"/>
                  </a:lnTo>
                  <a:lnTo>
                    <a:pt x="1061152" y="517494"/>
                  </a:lnTo>
                  <a:lnTo>
                    <a:pt x="1061195" y="517027"/>
                  </a:lnTo>
                  <a:lnTo>
                    <a:pt x="1060272" y="516900"/>
                  </a:lnTo>
                  <a:lnTo>
                    <a:pt x="1059215" y="518186"/>
                  </a:lnTo>
                  <a:lnTo>
                    <a:pt x="1058572" y="521043"/>
                  </a:lnTo>
                  <a:lnTo>
                    <a:pt x="1058626" y="521740"/>
                  </a:lnTo>
                  <a:lnTo>
                    <a:pt x="1057721" y="524025"/>
                  </a:lnTo>
                  <a:lnTo>
                    <a:pt x="1056771" y="524705"/>
                  </a:lnTo>
                  <a:lnTo>
                    <a:pt x="1055662" y="526873"/>
                  </a:lnTo>
                  <a:lnTo>
                    <a:pt x="1054222" y="528037"/>
                  </a:lnTo>
                  <a:lnTo>
                    <a:pt x="1054090" y="528740"/>
                  </a:lnTo>
                  <a:lnTo>
                    <a:pt x="1052795" y="529556"/>
                  </a:lnTo>
                  <a:lnTo>
                    <a:pt x="1051869" y="529323"/>
                  </a:lnTo>
                  <a:lnTo>
                    <a:pt x="1051499" y="530127"/>
                  </a:lnTo>
                  <a:lnTo>
                    <a:pt x="1051584" y="531155"/>
                  </a:lnTo>
                  <a:lnTo>
                    <a:pt x="1050762" y="532149"/>
                  </a:lnTo>
                  <a:lnTo>
                    <a:pt x="1050254" y="532392"/>
                  </a:lnTo>
                  <a:lnTo>
                    <a:pt x="1049611" y="534129"/>
                  </a:lnTo>
                  <a:lnTo>
                    <a:pt x="1049031" y="534509"/>
                  </a:lnTo>
                  <a:lnTo>
                    <a:pt x="1048837" y="534923"/>
                  </a:lnTo>
                  <a:lnTo>
                    <a:pt x="1048732" y="535875"/>
                  </a:lnTo>
                  <a:lnTo>
                    <a:pt x="1045568" y="537465"/>
                  </a:lnTo>
                  <a:lnTo>
                    <a:pt x="1043415" y="537894"/>
                  </a:lnTo>
                  <a:lnTo>
                    <a:pt x="1042448" y="538667"/>
                  </a:lnTo>
                  <a:lnTo>
                    <a:pt x="1040061" y="539763"/>
                  </a:lnTo>
                  <a:lnTo>
                    <a:pt x="1037751" y="541842"/>
                  </a:lnTo>
                  <a:lnTo>
                    <a:pt x="1036965" y="542112"/>
                  </a:lnTo>
                  <a:lnTo>
                    <a:pt x="1036644" y="541934"/>
                  </a:lnTo>
                  <a:lnTo>
                    <a:pt x="1036045" y="542215"/>
                  </a:lnTo>
                  <a:lnTo>
                    <a:pt x="1035666" y="542862"/>
                  </a:lnTo>
                  <a:lnTo>
                    <a:pt x="1036072" y="543897"/>
                  </a:lnTo>
                  <a:lnTo>
                    <a:pt x="1038604" y="546055"/>
                  </a:lnTo>
                  <a:lnTo>
                    <a:pt x="1038991" y="546799"/>
                  </a:lnTo>
                  <a:lnTo>
                    <a:pt x="1038428" y="548530"/>
                  </a:lnTo>
                  <a:lnTo>
                    <a:pt x="1038233" y="553083"/>
                  </a:lnTo>
                  <a:lnTo>
                    <a:pt x="1038012" y="554116"/>
                  </a:lnTo>
                  <a:lnTo>
                    <a:pt x="1039338" y="554651"/>
                  </a:lnTo>
                  <a:lnTo>
                    <a:pt x="1041833" y="554276"/>
                  </a:lnTo>
                  <a:lnTo>
                    <a:pt x="1044876" y="554701"/>
                  </a:lnTo>
                  <a:lnTo>
                    <a:pt x="1046010" y="555510"/>
                  </a:lnTo>
                  <a:lnTo>
                    <a:pt x="1046538" y="556239"/>
                  </a:lnTo>
                  <a:lnTo>
                    <a:pt x="1047366" y="559002"/>
                  </a:lnTo>
                  <a:lnTo>
                    <a:pt x="1043523" y="558571"/>
                  </a:lnTo>
                  <a:lnTo>
                    <a:pt x="1041746" y="558054"/>
                  </a:lnTo>
                  <a:lnTo>
                    <a:pt x="1040652" y="559241"/>
                  </a:lnTo>
                  <a:lnTo>
                    <a:pt x="1037787" y="560838"/>
                  </a:lnTo>
                  <a:lnTo>
                    <a:pt x="1037016" y="561055"/>
                  </a:lnTo>
                  <a:lnTo>
                    <a:pt x="1036100" y="561936"/>
                  </a:lnTo>
                  <a:lnTo>
                    <a:pt x="1034720" y="562173"/>
                  </a:lnTo>
                  <a:lnTo>
                    <a:pt x="1034279" y="562705"/>
                  </a:lnTo>
                  <a:lnTo>
                    <a:pt x="1033231" y="563235"/>
                  </a:lnTo>
                  <a:lnTo>
                    <a:pt x="1031980" y="563331"/>
                  </a:lnTo>
                  <a:lnTo>
                    <a:pt x="1031112" y="565000"/>
                  </a:lnTo>
                  <a:lnTo>
                    <a:pt x="1029908" y="565987"/>
                  </a:lnTo>
                  <a:lnTo>
                    <a:pt x="1029198" y="566936"/>
                  </a:lnTo>
                  <a:lnTo>
                    <a:pt x="1029963" y="568043"/>
                  </a:lnTo>
                  <a:lnTo>
                    <a:pt x="1030209" y="569885"/>
                  </a:lnTo>
                  <a:lnTo>
                    <a:pt x="1028919" y="573272"/>
                  </a:lnTo>
                  <a:lnTo>
                    <a:pt x="1029497" y="574274"/>
                  </a:lnTo>
                  <a:lnTo>
                    <a:pt x="1029250" y="575280"/>
                  </a:lnTo>
                  <a:lnTo>
                    <a:pt x="1029590" y="576282"/>
                  </a:lnTo>
                  <a:lnTo>
                    <a:pt x="1028880" y="576704"/>
                  </a:lnTo>
                  <a:lnTo>
                    <a:pt x="1027558" y="578668"/>
                  </a:lnTo>
                  <a:lnTo>
                    <a:pt x="1027387" y="579261"/>
                  </a:lnTo>
                  <a:lnTo>
                    <a:pt x="1027538" y="580066"/>
                  </a:lnTo>
                  <a:lnTo>
                    <a:pt x="1026561" y="582045"/>
                  </a:lnTo>
                  <a:lnTo>
                    <a:pt x="1026585" y="582863"/>
                  </a:lnTo>
                  <a:lnTo>
                    <a:pt x="1027363" y="583889"/>
                  </a:lnTo>
                  <a:lnTo>
                    <a:pt x="1027399" y="585251"/>
                  </a:lnTo>
                  <a:lnTo>
                    <a:pt x="1027838" y="586247"/>
                  </a:lnTo>
                  <a:lnTo>
                    <a:pt x="1028290" y="586622"/>
                  </a:lnTo>
                  <a:lnTo>
                    <a:pt x="1029067" y="586803"/>
                  </a:lnTo>
                  <a:lnTo>
                    <a:pt x="1029659" y="587415"/>
                  </a:lnTo>
                  <a:lnTo>
                    <a:pt x="1029771" y="587984"/>
                  </a:lnTo>
                  <a:lnTo>
                    <a:pt x="1029361" y="589266"/>
                  </a:lnTo>
                  <a:lnTo>
                    <a:pt x="1029392" y="590024"/>
                  </a:lnTo>
                  <a:lnTo>
                    <a:pt x="1032130" y="592546"/>
                  </a:lnTo>
                  <a:lnTo>
                    <a:pt x="1033205" y="592311"/>
                  </a:lnTo>
                  <a:lnTo>
                    <a:pt x="1033906" y="593080"/>
                  </a:lnTo>
                  <a:lnTo>
                    <a:pt x="1035022" y="593706"/>
                  </a:lnTo>
                  <a:lnTo>
                    <a:pt x="1035155" y="593973"/>
                  </a:lnTo>
                  <a:lnTo>
                    <a:pt x="1034967" y="594838"/>
                  </a:lnTo>
                  <a:lnTo>
                    <a:pt x="1035312" y="595685"/>
                  </a:lnTo>
                  <a:lnTo>
                    <a:pt x="1034874" y="597379"/>
                  </a:lnTo>
                  <a:lnTo>
                    <a:pt x="1035740" y="597669"/>
                  </a:lnTo>
                  <a:lnTo>
                    <a:pt x="1036138" y="598198"/>
                  </a:lnTo>
                  <a:lnTo>
                    <a:pt x="1036353" y="598793"/>
                  </a:lnTo>
                  <a:lnTo>
                    <a:pt x="1037425" y="599810"/>
                  </a:lnTo>
                  <a:lnTo>
                    <a:pt x="1037492" y="600151"/>
                  </a:lnTo>
                  <a:lnTo>
                    <a:pt x="1037194" y="601059"/>
                  </a:lnTo>
                  <a:lnTo>
                    <a:pt x="1035802" y="602560"/>
                  </a:lnTo>
                  <a:lnTo>
                    <a:pt x="1037396" y="604235"/>
                  </a:lnTo>
                  <a:lnTo>
                    <a:pt x="1037513" y="604919"/>
                  </a:lnTo>
                  <a:lnTo>
                    <a:pt x="1037812" y="605346"/>
                  </a:lnTo>
                  <a:lnTo>
                    <a:pt x="1038393" y="605437"/>
                  </a:lnTo>
                  <a:lnTo>
                    <a:pt x="1039629" y="604091"/>
                  </a:lnTo>
                  <a:lnTo>
                    <a:pt x="1039464" y="603409"/>
                  </a:lnTo>
                  <a:lnTo>
                    <a:pt x="1039649" y="603237"/>
                  </a:lnTo>
                  <a:lnTo>
                    <a:pt x="1040189" y="603641"/>
                  </a:lnTo>
                  <a:lnTo>
                    <a:pt x="1040559" y="604706"/>
                  </a:lnTo>
                  <a:lnTo>
                    <a:pt x="1040927" y="604410"/>
                  </a:lnTo>
                  <a:lnTo>
                    <a:pt x="1041257" y="604790"/>
                  </a:lnTo>
                  <a:lnTo>
                    <a:pt x="1042140" y="604765"/>
                  </a:lnTo>
                  <a:lnTo>
                    <a:pt x="1042651" y="604627"/>
                  </a:lnTo>
                  <a:lnTo>
                    <a:pt x="1042873" y="604073"/>
                  </a:lnTo>
                  <a:lnTo>
                    <a:pt x="1043534" y="604261"/>
                  </a:lnTo>
                  <a:lnTo>
                    <a:pt x="1044441" y="604891"/>
                  </a:lnTo>
                  <a:lnTo>
                    <a:pt x="1046278" y="605582"/>
                  </a:lnTo>
                  <a:lnTo>
                    <a:pt x="1047620" y="607535"/>
                  </a:lnTo>
                  <a:lnTo>
                    <a:pt x="1048058" y="607035"/>
                  </a:lnTo>
                  <a:lnTo>
                    <a:pt x="1048589" y="607292"/>
                  </a:lnTo>
                  <a:lnTo>
                    <a:pt x="1048752" y="607721"/>
                  </a:lnTo>
                  <a:lnTo>
                    <a:pt x="1051173" y="608410"/>
                  </a:lnTo>
                  <a:lnTo>
                    <a:pt x="1051527" y="608868"/>
                  </a:lnTo>
                  <a:lnTo>
                    <a:pt x="1051591" y="609570"/>
                  </a:lnTo>
                  <a:lnTo>
                    <a:pt x="1052213" y="609778"/>
                  </a:lnTo>
                  <a:lnTo>
                    <a:pt x="1053173" y="609397"/>
                  </a:lnTo>
                  <a:lnTo>
                    <a:pt x="1053571" y="609455"/>
                  </a:lnTo>
                  <a:lnTo>
                    <a:pt x="1054799" y="608188"/>
                  </a:lnTo>
                  <a:lnTo>
                    <a:pt x="1056100" y="607811"/>
                  </a:lnTo>
                  <a:lnTo>
                    <a:pt x="1056751" y="607095"/>
                  </a:lnTo>
                  <a:lnTo>
                    <a:pt x="1056800" y="607386"/>
                  </a:lnTo>
                  <a:lnTo>
                    <a:pt x="1057242" y="607662"/>
                  </a:lnTo>
                  <a:lnTo>
                    <a:pt x="1057720" y="607498"/>
                  </a:lnTo>
                  <a:lnTo>
                    <a:pt x="1058052" y="607674"/>
                  </a:lnTo>
                  <a:lnTo>
                    <a:pt x="1057986" y="608861"/>
                  </a:lnTo>
                  <a:lnTo>
                    <a:pt x="1058597" y="609328"/>
                  </a:lnTo>
                  <a:lnTo>
                    <a:pt x="1059741" y="609565"/>
                  </a:lnTo>
                  <a:lnTo>
                    <a:pt x="1060155" y="610132"/>
                  </a:lnTo>
                  <a:lnTo>
                    <a:pt x="1059779" y="611116"/>
                  </a:lnTo>
                  <a:lnTo>
                    <a:pt x="1061658" y="612073"/>
                  </a:lnTo>
                  <a:lnTo>
                    <a:pt x="1062391" y="611835"/>
                  </a:lnTo>
                  <a:lnTo>
                    <a:pt x="1064084" y="611766"/>
                  </a:lnTo>
                  <a:lnTo>
                    <a:pt x="1064537" y="611468"/>
                  </a:lnTo>
                  <a:lnTo>
                    <a:pt x="1066070" y="611782"/>
                  </a:lnTo>
                  <a:lnTo>
                    <a:pt x="1067502" y="611654"/>
                  </a:lnTo>
                  <a:lnTo>
                    <a:pt x="1067529" y="613184"/>
                  </a:lnTo>
                  <a:lnTo>
                    <a:pt x="1068168" y="614769"/>
                  </a:lnTo>
                  <a:lnTo>
                    <a:pt x="1065457" y="615117"/>
                  </a:lnTo>
                  <a:lnTo>
                    <a:pt x="1063305" y="615804"/>
                  </a:lnTo>
                  <a:lnTo>
                    <a:pt x="1061885" y="618362"/>
                  </a:lnTo>
                  <a:lnTo>
                    <a:pt x="1062064" y="618964"/>
                  </a:lnTo>
                  <a:lnTo>
                    <a:pt x="1061697" y="620598"/>
                  </a:lnTo>
                  <a:lnTo>
                    <a:pt x="1061923" y="621868"/>
                  </a:lnTo>
                  <a:lnTo>
                    <a:pt x="1062833" y="623068"/>
                  </a:lnTo>
                  <a:lnTo>
                    <a:pt x="1063322" y="623379"/>
                  </a:lnTo>
                  <a:lnTo>
                    <a:pt x="1064431" y="625884"/>
                  </a:lnTo>
                  <a:lnTo>
                    <a:pt x="1068190" y="628660"/>
                  </a:lnTo>
                  <a:lnTo>
                    <a:pt x="1070602" y="628615"/>
                  </a:lnTo>
                  <a:lnTo>
                    <a:pt x="1072957" y="629349"/>
                  </a:lnTo>
                  <a:lnTo>
                    <a:pt x="1074947" y="629240"/>
                  </a:lnTo>
                  <a:lnTo>
                    <a:pt x="1079081" y="629618"/>
                  </a:lnTo>
                  <a:lnTo>
                    <a:pt x="1081056" y="630444"/>
                  </a:lnTo>
                  <a:lnTo>
                    <a:pt x="1078487" y="634960"/>
                  </a:lnTo>
                  <a:lnTo>
                    <a:pt x="1077863" y="634952"/>
                  </a:lnTo>
                  <a:lnTo>
                    <a:pt x="1075721" y="636465"/>
                  </a:lnTo>
                  <a:lnTo>
                    <a:pt x="1073897" y="637210"/>
                  </a:lnTo>
                  <a:lnTo>
                    <a:pt x="1072944" y="637137"/>
                  </a:lnTo>
                  <a:lnTo>
                    <a:pt x="1071940" y="637531"/>
                  </a:lnTo>
                  <a:lnTo>
                    <a:pt x="1072195" y="637904"/>
                  </a:lnTo>
                  <a:lnTo>
                    <a:pt x="1072229" y="638784"/>
                  </a:lnTo>
                  <a:lnTo>
                    <a:pt x="1070925" y="638740"/>
                  </a:lnTo>
                  <a:lnTo>
                    <a:pt x="1070730" y="638982"/>
                  </a:lnTo>
                  <a:lnTo>
                    <a:pt x="1069912" y="639036"/>
                  </a:lnTo>
                  <a:lnTo>
                    <a:pt x="1069199" y="639576"/>
                  </a:lnTo>
                  <a:lnTo>
                    <a:pt x="1069110" y="640332"/>
                  </a:lnTo>
                  <a:lnTo>
                    <a:pt x="1069954" y="640785"/>
                  </a:lnTo>
                  <a:lnTo>
                    <a:pt x="1069452" y="641454"/>
                  </a:lnTo>
                  <a:lnTo>
                    <a:pt x="1069151" y="641305"/>
                  </a:lnTo>
                  <a:lnTo>
                    <a:pt x="1069342" y="641809"/>
                  </a:lnTo>
                  <a:lnTo>
                    <a:pt x="1068739" y="642640"/>
                  </a:lnTo>
                  <a:lnTo>
                    <a:pt x="1066715" y="642682"/>
                  </a:lnTo>
                  <a:lnTo>
                    <a:pt x="1066732" y="642848"/>
                  </a:lnTo>
                  <a:lnTo>
                    <a:pt x="1065044" y="643890"/>
                  </a:lnTo>
                  <a:lnTo>
                    <a:pt x="1064091" y="645128"/>
                  </a:lnTo>
                  <a:lnTo>
                    <a:pt x="1062349" y="646435"/>
                  </a:lnTo>
                  <a:lnTo>
                    <a:pt x="1061786" y="646446"/>
                  </a:lnTo>
                  <a:lnTo>
                    <a:pt x="1061251" y="646157"/>
                  </a:lnTo>
                  <a:lnTo>
                    <a:pt x="1059897" y="646869"/>
                  </a:lnTo>
                  <a:lnTo>
                    <a:pt x="1058520" y="647078"/>
                  </a:lnTo>
                  <a:lnTo>
                    <a:pt x="1057097" y="647623"/>
                  </a:lnTo>
                  <a:lnTo>
                    <a:pt x="1056646" y="648587"/>
                  </a:lnTo>
                  <a:lnTo>
                    <a:pt x="1056136" y="648536"/>
                  </a:lnTo>
                  <a:lnTo>
                    <a:pt x="1055949" y="648208"/>
                  </a:lnTo>
                  <a:lnTo>
                    <a:pt x="1053712" y="648344"/>
                  </a:lnTo>
                  <a:lnTo>
                    <a:pt x="1053848" y="649006"/>
                  </a:lnTo>
                  <a:lnTo>
                    <a:pt x="1052928" y="650673"/>
                  </a:lnTo>
                  <a:lnTo>
                    <a:pt x="1052465" y="650826"/>
                  </a:lnTo>
                  <a:lnTo>
                    <a:pt x="1052625" y="651801"/>
                  </a:lnTo>
                  <a:lnTo>
                    <a:pt x="1052186" y="652400"/>
                  </a:lnTo>
                  <a:lnTo>
                    <a:pt x="1052367" y="654256"/>
                  </a:lnTo>
                  <a:lnTo>
                    <a:pt x="1051777" y="655246"/>
                  </a:lnTo>
                  <a:lnTo>
                    <a:pt x="1051666" y="655932"/>
                  </a:lnTo>
                  <a:lnTo>
                    <a:pt x="1050661" y="656591"/>
                  </a:lnTo>
                  <a:lnTo>
                    <a:pt x="1050158" y="658887"/>
                  </a:lnTo>
                  <a:lnTo>
                    <a:pt x="1050451" y="661043"/>
                  </a:lnTo>
                  <a:lnTo>
                    <a:pt x="1050207" y="661494"/>
                  </a:lnTo>
                  <a:lnTo>
                    <a:pt x="1050265" y="663532"/>
                  </a:lnTo>
                  <a:lnTo>
                    <a:pt x="1049734" y="665144"/>
                  </a:lnTo>
                  <a:lnTo>
                    <a:pt x="1049815" y="667026"/>
                  </a:lnTo>
                  <a:lnTo>
                    <a:pt x="1049296" y="668832"/>
                  </a:lnTo>
                  <a:lnTo>
                    <a:pt x="1049465" y="671112"/>
                  </a:lnTo>
                  <a:lnTo>
                    <a:pt x="1049668" y="671368"/>
                  </a:lnTo>
                  <a:lnTo>
                    <a:pt x="1048777" y="672727"/>
                  </a:lnTo>
                  <a:lnTo>
                    <a:pt x="1048526" y="674007"/>
                  </a:lnTo>
                  <a:lnTo>
                    <a:pt x="1046529" y="677020"/>
                  </a:lnTo>
                  <a:lnTo>
                    <a:pt x="1046624" y="677420"/>
                  </a:lnTo>
                  <a:lnTo>
                    <a:pt x="1046122" y="677692"/>
                  </a:lnTo>
                  <a:lnTo>
                    <a:pt x="1045254" y="679746"/>
                  </a:lnTo>
                  <a:lnTo>
                    <a:pt x="1045677" y="680235"/>
                  </a:lnTo>
                  <a:lnTo>
                    <a:pt x="1045197" y="683810"/>
                  </a:lnTo>
                  <a:lnTo>
                    <a:pt x="1045061" y="689222"/>
                  </a:lnTo>
                  <a:lnTo>
                    <a:pt x="1045229" y="691391"/>
                  </a:lnTo>
                  <a:lnTo>
                    <a:pt x="1044166" y="693688"/>
                  </a:lnTo>
                  <a:lnTo>
                    <a:pt x="1043456" y="696050"/>
                  </a:lnTo>
                  <a:lnTo>
                    <a:pt x="1042287" y="696527"/>
                  </a:lnTo>
                  <a:lnTo>
                    <a:pt x="1042061" y="698032"/>
                  </a:lnTo>
                  <a:lnTo>
                    <a:pt x="1042548" y="698852"/>
                  </a:lnTo>
                  <a:lnTo>
                    <a:pt x="1042443" y="699185"/>
                  </a:lnTo>
                  <a:lnTo>
                    <a:pt x="1043216" y="700084"/>
                  </a:lnTo>
                  <a:lnTo>
                    <a:pt x="1046027" y="702268"/>
                  </a:lnTo>
                  <a:lnTo>
                    <a:pt x="1046296" y="702942"/>
                  </a:lnTo>
                  <a:lnTo>
                    <a:pt x="1046702" y="703262"/>
                  </a:lnTo>
                  <a:lnTo>
                    <a:pt x="1049089" y="704838"/>
                  </a:lnTo>
                  <a:lnTo>
                    <a:pt x="1049221" y="704683"/>
                  </a:lnTo>
                  <a:lnTo>
                    <a:pt x="1050249" y="704940"/>
                  </a:lnTo>
                  <a:lnTo>
                    <a:pt x="1051600" y="706342"/>
                  </a:lnTo>
                  <a:lnTo>
                    <a:pt x="1053516" y="707239"/>
                  </a:lnTo>
                  <a:lnTo>
                    <a:pt x="1055400" y="712916"/>
                  </a:lnTo>
                  <a:lnTo>
                    <a:pt x="1056174" y="714319"/>
                  </a:lnTo>
                  <a:lnTo>
                    <a:pt x="1054211" y="715006"/>
                  </a:lnTo>
                  <a:lnTo>
                    <a:pt x="1052920" y="716995"/>
                  </a:lnTo>
                  <a:lnTo>
                    <a:pt x="1051275" y="720431"/>
                  </a:lnTo>
                  <a:lnTo>
                    <a:pt x="1051593" y="722210"/>
                  </a:lnTo>
                  <a:lnTo>
                    <a:pt x="1052258" y="723871"/>
                  </a:lnTo>
                  <a:lnTo>
                    <a:pt x="1052592" y="726173"/>
                  </a:lnTo>
                  <a:lnTo>
                    <a:pt x="1051707" y="731751"/>
                  </a:lnTo>
                  <a:lnTo>
                    <a:pt x="1052041" y="734458"/>
                  </a:lnTo>
                  <a:lnTo>
                    <a:pt x="1051346" y="736944"/>
                  </a:lnTo>
                  <a:lnTo>
                    <a:pt x="1051858" y="737978"/>
                  </a:lnTo>
                  <a:lnTo>
                    <a:pt x="1051390" y="741246"/>
                  </a:lnTo>
                  <a:lnTo>
                    <a:pt x="1051556" y="741931"/>
                  </a:lnTo>
                  <a:lnTo>
                    <a:pt x="1051286" y="743602"/>
                  </a:lnTo>
                  <a:lnTo>
                    <a:pt x="1050861" y="743775"/>
                  </a:lnTo>
                  <a:lnTo>
                    <a:pt x="1050490" y="745090"/>
                  </a:lnTo>
                  <a:lnTo>
                    <a:pt x="1050611" y="745475"/>
                  </a:lnTo>
                  <a:lnTo>
                    <a:pt x="1050028" y="745892"/>
                  </a:lnTo>
                  <a:lnTo>
                    <a:pt x="1049897" y="747741"/>
                  </a:lnTo>
                  <a:lnTo>
                    <a:pt x="1049997" y="749301"/>
                  </a:lnTo>
                  <a:lnTo>
                    <a:pt x="1050650" y="751110"/>
                  </a:lnTo>
                  <a:lnTo>
                    <a:pt x="1051302" y="751735"/>
                  </a:lnTo>
                  <a:lnTo>
                    <a:pt x="1051945" y="754164"/>
                  </a:lnTo>
                  <a:lnTo>
                    <a:pt x="1052486" y="754655"/>
                  </a:lnTo>
                  <a:lnTo>
                    <a:pt x="1053425" y="756592"/>
                  </a:lnTo>
                  <a:lnTo>
                    <a:pt x="1054338" y="756911"/>
                  </a:lnTo>
                  <a:lnTo>
                    <a:pt x="1053209" y="758634"/>
                  </a:lnTo>
                  <a:lnTo>
                    <a:pt x="1053009" y="759738"/>
                  </a:lnTo>
                  <a:lnTo>
                    <a:pt x="1052055" y="761044"/>
                  </a:lnTo>
                  <a:lnTo>
                    <a:pt x="1051678" y="761043"/>
                  </a:lnTo>
                  <a:lnTo>
                    <a:pt x="1050632" y="763704"/>
                  </a:lnTo>
                  <a:lnTo>
                    <a:pt x="1049585" y="765345"/>
                  </a:lnTo>
                  <a:lnTo>
                    <a:pt x="1047834" y="766223"/>
                  </a:lnTo>
                  <a:lnTo>
                    <a:pt x="1044798" y="769392"/>
                  </a:lnTo>
                  <a:lnTo>
                    <a:pt x="1045003" y="770612"/>
                  </a:lnTo>
                  <a:lnTo>
                    <a:pt x="1044850" y="772206"/>
                  </a:lnTo>
                  <a:lnTo>
                    <a:pt x="1044632" y="773522"/>
                  </a:lnTo>
                  <a:lnTo>
                    <a:pt x="1043870" y="775380"/>
                  </a:lnTo>
                  <a:lnTo>
                    <a:pt x="1044059" y="775439"/>
                  </a:lnTo>
                  <a:lnTo>
                    <a:pt x="1044571" y="777604"/>
                  </a:lnTo>
                  <a:lnTo>
                    <a:pt x="1045124" y="778115"/>
                  </a:lnTo>
                  <a:lnTo>
                    <a:pt x="1044996" y="778448"/>
                  </a:lnTo>
                  <a:lnTo>
                    <a:pt x="1045257" y="778779"/>
                  </a:lnTo>
                  <a:lnTo>
                    <a:pt x="1045218" y="779596"/>
                  </a:lnTo>
                  <a:lnTo>
                    <a:pt x="1044529" y="782534"/>
                  </a:lnTo>
                  <a:lnTo>
                    <a:pt x="1042387" y="784496"/>
                  </a:lnTo>
                  <a:lnTo>
                    <a:pt x="1040326" y="787350"/>
                  </a:lnTo>
                  <a:lnTo>
                    <a:pt x="1039586" y="787580"/>
                  </a:lnTo>
                  <a:lnTo>
                    <a:pt x="1037502" y="786807"/>
                  </a:lnTo>
                  <a:lnTo>
                    <a:pt x="1038007" y="789370"/>
                  </a:lnTo>
                  <a:lnTo>
                    <a:pt x="1037602" y="791667"/>
                  </a:lnTo>
                  <a:lnTo>
                    <a:pt x="1036888" y="792006"/>
                  </a:lnTo>
                  <a:lnTo>
                    <a:pt x="1037083" y="793786"/>
                  </a:lnTo>
                  <a:lnTo>
                    <a:pt x="1036149" y="798062"/>
                  </a:lnTo>
                  <a:lnTo>
                    <a:pt x="1037173" y="799364"/>
                  </a:lnTo>
                  <a:lnTo>
                    <a:pt x="1038240" y="802645"/>
                  </a:lnTo>
                  <a:lnTo>
                    <a:pt x="1038055" y="804022"/>
                  </a:lnTo>
                  <a:lnTo>
                    <a:pt x="1038570" y="806378"/>
                  </a:lnTo>
                  <a:lnTo>
                    <a:pt x="1037743" y="806627"/>
                  </a:lnTo>
                  <a:lnTo>
                    <a:pt x="1033989" y="812341"/>
                  </a:lnTo>
                  <a:lnTo>
                    <a:pt x="1033026" y="816081"/>
                  </a:lnTo>
                  <a:lnTo>
                    <a:pt x="1032145" y="821840"/>
                  </a:lnTo>
                  <a:lnTo>
                    <a:pt x="1032233" y="828245"/>
                  </a:lnTo>
                  <a:lnTo>
                    <a:pt x="1032693" y="832341"/>
                  </a:lnTo>
                  <a:lnTo>
                    <a:pt x="1033541" y="832749"/>
                  </a:lnTo>
                  <a:lnTo>
                    <a:pt x="1032913" y="835660"/>
                  </a:lnTo>
                  <a:lnTo>
                    <a:pt x="1033840" y="839006"/>
                  </a:lnTo>
                  <a:lnTo>
                    <a:pt x="1034283" y="842548"/>
                  </a:lnTo>
                  <a:lnTo>
                    <a:pt x="1034186" y="843813"/>
                  </a:lnTo>
                  <a:lnTo>
                    <a:pt x="1032779" y="846560"/>
                  </a:lnTo>
                  <a:lnTo>
                    <a:pt x="1026759" y="851520"/>
                  </a:lnTo>
                  <a:lnTo>
                    <a:pt x="1023729" y="851346"/>
                  </a:lnTo>
                  <a:lnTo>
                    <a:pt x="1022467" y="851726"/>
                  </a:lnTo>
                  <a:lnTo>
                    <a:pt x="1022005" y="851946"/>
                  </a:lnTo>
                  <a:lnTo>
                    <a:pt x="1021469" y="853548"/>
                  </a:lnTo>
                  <a:lnTo>
                    <a:pt x="1021037" y="856052"/>
                  </a:lnTo>
                  <a:lnTo>
                    <a:pt x="1019982" y="859321"/>
                  </a:lnTo>
                  <a:lnTo>
                    <a:pt x="1020061" y="861889"/>
                  </a:lnTo>
                  <a:lnTo>
                    <a:pt x="1018862" y="863582"/>
                  </a:lnTo>
                  <a:lnTo>
                    <a:pt x="1019003" y="864567"/>
                  </a:lnTo>
                  <a:lnTo>
                    <a:pt x="1020608" y="866569"/>
                  </a:lnTo>
                  <a:lnTo>
                    <a:pt x="1019736" y="874293"/>
                  </a:lnTo>
                  <a:lnTo>
                    <a:pt x="1020260" y="876276"/>
                  </a:lnTo>
                  <a:lnTo>
                    <a:pt x="1025769" y="885315"/>
                  </a:lnTo>
                  <a:lnTo>
                    <a:pt x="1027008" y="887775"/>
                  </a:lnTo>
                  <a:lnTo>
                    <a:pt x="1029597" y="894551"/>
                  </a:lnTo>
                  <a:lnTo>
                    <a:pt x="1030321" y="895761"/>
                  </a:lnTo>
                  <a:lnTo>
                    <a:pt x="1029957" y="898192"/>
                  </a:lnTo>
                  <a:lnTo>
                    <a:pt x="1027963" y="902376"/>
                  </a:lnTo>
                  <a:lnTo>
                    <a:pt x="1027470" y="905952"/>
                  </a:lnTo>
                  <a:lnTo>
                    <a:pt x="1026271" y="909420"/>
                  </a:lnTo>
                  <a:lnTo>
                    <a:pt x="1026801" y="914200"/>
                  </a:lnTo>
                  <a:lnTo>
                    <a:pt x="1027331" y="916457"/>
                  </a:lnTo>
                  <a:lnTo>
                    <a:pt x="1028165" y="918111"/>
                  </a:lnTo>
                  <a:lnTo>
                    <a:pt x="1029703" y="920229"/>
                  </a:lnTo>
                  <a:lnTo>
                    <a:pt x="1030346" y="922280"/>
                  </a:lnTo>
                  <a:lnTo>
                    <a:pt x="1030733" y="925645"/>
                  </a:lnTo>
                  <a:lnTo>
                    <a:pt x="1030030" y="930899"/>
                  </a:lnTo>
                  <a:lnTo>
                    <a:pt x="1031050" y="931444"/>
                  </a:lnTo>
                  <a:lnTo>
                    <a:pt x="1037170" y="937799"/>
                  </a:lnTo>
                  <a:lnTo>
                    <a:pt x="1037585" y="941207"/>
                  </a:lnTo>
                  <a:lnTo>
                    <a:pt x="1038453" y="942800"/>
                  </a:lnTo>
                  <a:lnTo>
                    <a:pt x="1037083" y="942794"/>
                  </a:lnTo>
                  <a:lnTo>
                    <a:pt x="1034691" y="943384"/>
                  </a:lnTo>
                  <a:lnTo>
                    <a:pt x="1033222" y="945539"/>
                  </a:lnTo>
                  <a:lnTo>
                    <a:pt x="1032212" y="945830"/>
                  </a:lnTo>
                  <a:lnTo>
                    <a:pt x="1031376" y="946971"/>
                  </a:lnTo>
                  <a:lnTo>
                    <a:pt x="1026900" y="950818"/>
                  </a:lnTo>
                  <a:lnTo>
                    <a:pt x="1026018" y="951157"/>
                  </a:lnTo>
                  <a:lnTo>
                    <a:pt x="1025069" y="957074"/>
                  </a:lnTo>
                  <a:lnTo>
                    <a:pt x="1027531" y="962021"/>
                  </a:lnTo>
                  <a:lnTo>
                    <a:pt x="1028037" y="966654"/>
                  </a:lnTo>
                  <a:lnTo>
                    <a:pt x="1030059" y="965777"/>
                  </a:lnTo>
                  <a:lnTo>
                    <a:pt x="1038251" y="968401"/>
                  </a:lnTo>
                  <a:lnTo>
                    <a:pt x="1031692" y="972323"/>
                  </a:lnTo>
                  <a:lnTo>
                    <a:pt x="1027615" y="974422"/>
                  </a:lnTo>
                  <a:lnTo>
                    <a:pt x="1024490" y="975418"/>
                  </a:lnTo>
                  <a:lnTo>
                    <a:pt x="1022804" y="976979"/>
                  </a:lnTo>
                  <a:lnTo>
                    <a:pt x="1017722" y="979534"/>
                  </a:lnTo>
                  <a:lnTo>
                    <a:pt x="1016237" y="981668"/>
                  </a:lnTo>
                  <a:lnTo>
                    <a:pt x="1014310" y="981689"/>
                  </a:lnTo>
                  <a:lnTo>
                    <a:pt x="1011911" y="985561"/>
                  </a:lnTo>
                  <a:lnTo>
                    <a:pt x="1006259" y="992620"/>
                  </a:lnTo>
                  <a:lnTo>
                    <a:pt x="1005277" y="994720"/>
                  </a:lnTo>
                  <a:lnTo>
                    <a:pt x="1003109" y="997038"/>
                  </a:lnTo>
                  <a:lnTo>
                    <a:pt x="1002448" y="998289"/>
                  </a:lnTo>
                  <a:lnTo>
                    <a:pt x="999967" y="1000787"/>
                  </a:lnTo>
                  <a:lnTo>
                    <a:pt x="997783" y="1004568"/>
                  </a:lnTo>
                  <a:lnTo>
                    <a:pt x="997606" y="1008699"/>
                  </a:lnTo>
                  <a:lnTo>
                    <a:pt x="998525" y="1012838"/>
                  </a:lnTo>
                  <a:lnTo>
                    <a:pt x="1000378" y="1016630"/>
                  </a:lnTo>
                  <a:lnTo>
                    <a:pt x="992454" y="1024883"/>
                  </a:lnTo>
                  <a:lnTo>
                    <a:pt x="981064" y="1029676"/>
                  </a:lnTo>
                  <a:lnTo>
                    <a:pt x="978137" y="1025232"/>
                  </a:lnTo>
                  <a:lnTo>
                    <a:pt x="975238" y="1024625"/>
                  </a:lnTo>
                  <a:lnTo>
                    <a:pt x="971080" y="1024877"/>
                  </a:lnTo>
                  <a:lnTo>
                    <a:pt x="966294" y="1026025"/>
                  </a:lnTo>
                  <a:lnTo>
                    <a:pt x="958824" y="1024179"/>
                  </a:lnTo>
                  <a:lnTo>
                    <a:pt x="954797" y="1020163"/>
                  </a:lnTo>
                  <a:lnTo>
                    <a:pt x="950179" y="1017423"/>
                  </a:lnTo>
                  <a:lnTo>
                    <a:pt x="946053" y="1007828"/>
                  </a:lnTo>
                  <a:lnTo>
                    <a:pt x="947320" y="1005596"/>
                  </a:lnTo>
                  <a:lnTo>
                    <a:pt x="948943" y="999960"/>
                  </a:lnTo>
                  <a:lnTo>
                    <a:pt x="937508" y="993854"/>
                  </a:lnTo>
                  <a:lnTo>
                    <a:pt x="935492" y="991942"/>
                  </a:lnTo>
                  <a:lnTo>
                    <a:pt x="935319" y="984763"/>
                  </a:lnTo>
                  <a:lnTo>
                    <a:pt x="931235" y="973785"/>
                  </a:lnTo>
                  <a:lnTo>
                    <a:pt x="928249" y="969866"/>
                  </a:lnTo>
                  <a:lnTo>
                    <a:pt x="929213" y="965263"/>
                  </a:lnTo>
                  <a:lnTo>
                    <a:pt x="929477" y="965007"/>
                  </a:lnTo>
                  <a:lnTo>
                    <a:pt x="920770" y="960663"/>
                  </a:lnTo>
                  <a:lnTo>
                    <a:pt x="917789" y="959711"/>
                  </a:lnTo>
                  <a:lnTo>
                    <a:pt x="916737" y="958961"/>
                  </a:lnTo>
                  <a:lnTo>
                    <a:pt x="909782" y="956270"/>
                  </a:lnTo>
                  <a:lnTo>
                    <a:pt x="906775" y="956491"/>
                  </a:lnTo>
                  <a:lnTo>
                    <a:pt x="904574" y="956288"/>
                  </a:lnTo>
                  <a:lnTo>
                    <a:pt x="903364" y="956694"/>
                  </a:lnTo>
                  <a:lnTo>
                    <a:pt x="896993" y="957159"/>
                  </a:lnTo>
                  <a:lnTo>
                    <a:pt x="893204" y="956489"/>
                  </a:lnTo>
                  <a:lnTo>
                    <a:pt x="890473" y="957475"/>
                  </a:lnTo>
                  <a:lnTo>
                    <a:pt x="884183" y="956565"/>
                  </a:lnTo>
                  <a:lnTo>
                    <a:pt x="883873" y="957020"/>
                  </a:lnTo>
                  <a:lnTo>
                    <a:pt x="882661" y="956699"/>
                  </a:lnTo>
                  <a:lnTo>
                    <a:pt x="880687" y="956619"/>
                  </a:lnTo>
                  <a:lnTo>
                    <a:pt x="877627" y="954856"/>
                  </a:lnTo>
                  <a:lnTo>
                    <a:pt x="875514" y="952989"/>
                  </a:lnTo>
                  <a:lnTo>
                    <a:pt x="873490" y="951624"/>
                  </a:lnTo>
                  <a:lnTo>
                    <a:pt x="872695" y="951325"/>
                  </a:lnTo>
                  <a:lnTo>
                    <a:pt x="869917" y="951760"/>
                  </a:lnTo>
                  <a:lnTo>
                    <a:pt x="867565" y="951346"/>
                  </a:lnTo>
                  <a:lnTo>
                    <a:pt x="865641" y="951511"/>
                  </a:lnTo>
                  <a:lnTo>
                    <a:pt x="864636" y="951938"/>
                  </a:lnTo>
                  <a:lnTo>
                    <a:pt x="857265" y="948578"/>
                  </a:lnTo>
                  <a:lnTo>
                    <a:pt x="856235" y="949318"/>
                  </a:lnTo>
                  <a:lnTo>
                    <a:pt x="855050" y="949638"/>
                  </a:lnTo>
                  <a:lnTo>
                    <a:pt x="853921" y="950755"/>
                  </a:lnTo>
                  <a:lnTo>
                    <a:pt x="853046" y="951182"/>
                  </a:lnTo>
                  <a:lnTo>
                    <a:pt x="851471" y="951089"/>
                  </a:lnTo>
                  <a:lnTo>
                    <a:pt x="849542" y="952866"/>
                  </a:lnTo>
                  <a:lnTo>
                    <a:pt x="846147" y="955363"/>
                  </a:lnTo>
                  <a:lnTo>
                    <a:pt x="845114" y="957367"/>
                  </a:lnTo>
                  <a:lnTo>
                    <a:pt x="838033" y="955888"/>
                  </a:lnTo>
                  <a:lnTo>
                    <a:pt x="832955" y="955719"/>
                  </a:lnTo>
                  <a:lnTo>
                    <a:pt x="830727" y="956504"/>
                  </a:lnTo>
                  <a:lnTo>
                    <a:pt x="830344" y="955533"/>
                  </a:lnTo>
                  <a:lnTo>
                    <a:pt x="824507" y="954344"/>
                  </a:lnTo>
                  <a:lnTo>
                    <a:pt x="822842" y="954324"/>
                  </a:lnTo>
                  <a:lnTo>
                    <a:pt x="820222" y="953847"/>
                  </a:lnTo>
                  <a:lnTo>
                    <a:pt x="819353" y="952134"/>
                  </a:lnTo>
                  <a:lnTo>
                    <a:pt x="818178" y="951495"/>
                  </a:lnTo>
                  <a:lnTo>
                    <a:pt x="817510" y="948596"/>
                  </a:lnTo>
                  <a:lnTo>
                    <a:pt x="816302" y="945814"/>
                  </a:lnTo>
                  <a:lnTo>
                    <a:pt x="814891" y="941247"/>
                  </a:lnTo>
                  <a:lnTo>
                    <a:pt x="813232" y="940102"/>
                  </a:lnTo>
                  <a:lnTo>
                    <a:pt x="809930" y="939687"/>
                  </a:lnTo>
                  <a:lnTo>
                    <a:pt x="807144" y="937873"/>
                  </a:lnTo>
                  <a:lnTo>
                    <a:pt x="805235" y="934258"/>
                  </a:lnTo>
                  <a:lnTo>
                    <a:pt x="802508" y="930126"/>
                  </a:lnTo>
                  <a:lnTo>
                    <a:pt x="800845" y="931286"/>
                  </a:lnTo>
                  <a:lnTo>
                    <a:pt x="800177" y="931425"/>
                  </a:lnTo>
                  <a:lnTo>
                    <a:pt x="799341" y="931227"/>
                  </a:lnTo>
                  <a:lnTo>
                    <a:pt x="798737" y="930544"/>
                  </a:lnTo>
                  <a:lnTo>
                    <a:pt x="798220" y="930535"/>
                  </a:lnTo>
                  <a:lnTo>
                    <a:pt x="796514" y="929506"/>
                  </a:lnTo>
                  <a:lnTo>
                    <a:pt x="796551" y="929269"/>
                  </a:lnTo>
                  <a:lnTo>
                    <a:pt x="795730" y="929461"/>
                  </a:lnTo>
                  <a:lnTo>
                    <a:pt x="795223" y="929912"/>
                  </a:lnTo>
                  <a:lnTo>
                    <a:pt x="794402" y="930026"/>
                  </a:lnTo>
                  <a:lnTo>
                    <a:pt x="794263" y="930321"/>
                  </a:lnTo>
                  <a:lnTo>
                    <a:pt x="791651" y="930076"/>
                  </a:lnTo>
                  <a:lnTo>
                    <a:pt x="790824" y="930280"/>
                  </a:lnTo>
                  <a:lnTo>
                    <a:pt x="785711" y="929475"/>
                  </a:lnTo>
                  <a:lnTo>
                    <a:pt x="784889" y="931822"/>
                  </a:lnTo>
                  <a:lnTo>
                    <a:pt x="784737" y="933432"/>
                  </a:lnTo>
                  <a:lnTo>
                    <a:pt x="779221" y="934955"/>
                  </a:lnTo>
                  <a:lnTo>
                    <a:pt x="775013" y="937521"/>
                  </a:lnTo>
                  <a:lnTo>
                    <a:pt x="769377" y="936137"/>
                  </a:lnTo>
                  <a:lnTo>
                    <a:pt x="766830" y="937588"/>
                  </a:lnTo>
                  <a:lnTo>
                    <a:pt x="764054" y="938140"/>
                  </a:lnTo>
                  <a:lnTo>
                    <a:pt x="762866" y="938014"/>
                  </a:lnTo>
                  <a:lnTo>
                    <a:pt x="761617" y="937248"/>
                  </a:lnTo>
                  <a:lnTo>
                    <a:pt x="760978" y="937586"/>
                  </a:lnTo>
                  <a:lnTo>
                    <a:pt x="760506" y="937259"/>
                  </a:lnTo>
                  <a:lnTo>
                    <a:pt x="760040" y="936284"/>
                  </a:lnTo>
                  <a:lnTo>
                    <a:pt x="759392" y="932727"/>
                  </a:lnTo>
                  <a:lnTo>
                    <a:pt x="759098" y="932082"/>
                  </a:lnTo>
                  <a:lnTo>
                    <a:pt x="757115" y="930257"/>
                  </a:lnTo>
                  <a:lnTo>
                    <a:pt x="755031" y="929540"/>
                  </a:lnTo>
                  <a:lnTo>
                    <a:pt x="751993" y="925159"/>
                  </a:lnTo>
                  <a:lnTo>
                    <a:pt x="751026" y="924565"/>
                  </a:lnTo>
                  <a:lnTo>
                    <a:pt x="749590" y="925335"/>
                  </a:lnTo>
                  <a:lnTo>
                    <a:pt x="747775" y="926909"/>
                  </a:lnTo>
                  <a:lnTo>
                    <a:pt x="744087" y="926884"/>
                  </a:lnTo>
                  <a:lnTo>
                    <a:pt x="742450" y="925665"/>
                  </a:lnTo>
                  <a:lnTo>
                    <a:pt x="741691" y="925493"/>
                  </a:lnTo>
                  <a:lnTo>
                    <a:pt x="739110" y="925937"/>
                  </a:lnTo>
                  <a:lnTo>
                    <a:pt x="736780" y="927306"/>
                  </a:lnTo>
                  <a:lnTo>
                    <a:pt x="734501" y="929142"/>
                  </a:lnTo>
                  <a:lnTo>
                    <a:pt x="733022" y="929545"/>
                  </a:lnTo>
                  <a:lnTo>
                    <a:pt x="731073" y="929208"/>
                  </a:lnTo>
                  <a:lnTo>
                    <a:pt x="727642" y="927978"/>
                  </a:lnTo>
                  <a:lnTo>
                    <a:pt x="725671" y="926931"/>
                  </a:lnTo>
                  <a:lnTo>
                    <a:pt x="725113" y="926411"/>
                  </a:lnTo>
                  <a:lnTo>
                    <a:pt x="723329" y="926621"/>
                  </a:lnTo>
                  <a:lnTo>
                    <a:pt x="720873" y="927371"/>
                  </a:lnTo>
                  <a:lnTo>
                    <a:pt x="717939" y="926010"/>
                  </a:lnTo>
                  <a:lnTo>
                    <a:pt x="714239" y="925282"/>
                  </a:lnTo>
                  <a:lnTo>
                    <a:pt x="711901" y="923432"/>
                  </a:lnTo>
                  <a:lnTo>
                    <a:pt x="710177" y="921097"/>
                  </a:lnTo>
                  <a:lnTo>
                    <a:pt x="708961" y="920081"/>
                  </a:lnTo>
                  <a:lnTo>
                    <a:pt x="708013" y="918774"/>
                  </a:lnTo>
                  <a:lnTo>
                    <a:pt x="708844" y="917100"/>
                  </a:lnTo>
                  <a:lnTo>
                    <a:pt x="708800" y="915489"/>
                  </a:lnTo>
                  <a:lnTo>
                    <a:pt x="710916" y="907498"/>
                  </a:lnTo>
                  <a:lnTo>
                    <a:pt x="710128" y="905259"/>
                  </a:lnTo>
                  <a:lnTo>
                    <a:pt x="710221" y="905046"/>
                  </a:lnTo>
                  <a:lnTo>
                    <a:pt x="709563" y="904178"/>
                  </a:lnTo>
                  <a:lnTo>
                    <a:pt x="707730" y="884192"/>
                  </a:lnTo>
                  <a:lnTo>
                    <a:pt x="705995" y="876503"/>
                  </a:lnTo>
                  <a:lnTo>
                    <a:pt x="704716" y="876626"/>
                  </a:lnTo>
                  <a:lnTo>
                    <a:pt x="700052" y="875996"/>
                  </a:lnTo>
                  <a:lnTo>
                    <a:pt x="699162" y="876794"/>
                  </a:lnTo>
                  <a:lnTo>
                    <a:pt x="694471" y="878890"/>
                  </a:lnTo>
                  <a:lnTo>
                    <a:pt x="693435" y="878834"/>
                  </a:lnTo>
                  <a:lnTo>
                    <a:pt x="692660" y="879090"/>
                  </a:lnTo>
                  <a:lnTo>
                    <a:pt x="691955" y="878958"/>
                  </a:lnTo>
                  <a:lnTo>
                    <a:pt x="688300" y="881422"/>
                  </a:lnTo>
                  <a:lnTo>
                    <a:pt x="687538" y="881561"/>
                  </a:lnTo>
                  <a:lnTo>
                    <a:pt x="686582" y="880997"/>
                  </a:lnTo>
                  <a:lnTo>
                    <a:pt x="686229" y="883854"/>
                  </a:lnTo>
                  <a:lnTo>
                    <a:pt x="685195" y="885893"/>
                  </a:lnTo>
                  <a:lnTo>
                    <a:pt x="683649" y="886739"/>
                  </a:lnTo>
                  <a:lnTo>
                    <a:pt x="682612" y="886083"/>
                  </a:lnTo>
                  <a:lnTo>
                    <a:pt x="681555" y="886532"/>
                  </a:lnTo>
                  <a:lnTo>
                    <a:pt x="677251" y="890533"/>
                  </a:lnTo>
                  <a:lnTo>
                    <a:pt x="676644" y="891354"/>
                  </a:lnTo>
                  <a:lnTo>
                    <a:pt x="676017" y="890258"/>
                  </a:lnTo>
                  <a:lnTo>
                    <a:pt x="673090" y="889823"/>
                  </a:lnTo>
                  <a:lnTo>
                    <a:pt x="669281" y="891087"/>
                  </a:lnTo>
                  <a:lnTo>
                    <a:pt x="666145" y="890275"/>
                  </a:lnTo>
                  <a:lnTo>
                    <a:pt x="663836" y="889133"/>
                  </a:lnTo>
                  <a:lnTo>
                    <a:pt x="663638" y="888055"/>
                  </a:lnTo>
                  <a:lnTo>
                    <a:pt x="660522" y="886743"/>
                  </a:lnTo>
                  <a:lnTo>
                    <a:pt x="659298" y="887868"/>
                  </a:lnTo>
                  <a:lnTo>
                    <a:pt x="656775" y="889491"/>
                  </a:lnTo>
                  <a:lnTo>
                    <a:pt x="654954" y="890176"/>
                  </a:lnTo>
                  <a:lnTo>
                    <a:pt x="653605" y="890517"/>
                  </a:lnTo>
                  <a:lnTo>
                    <a:pt x="649817" y="890787"/>
                  </a:lnTo>
                  <a:lnTo>
                    <a:pt x="642384" y="892315"/>
                  </a:lnTo>
                  <a:lnTo>
                    <a:pt x="640290" y="892231"/>
                  </a:lnTo>
                  <a:lnTo>
                    <a:pt x="637453" y="891066"/>
                  </a:lnTo>
                  <a:lnTo>
                    <a:pt x="636852" y="890690"/>
                  </a:lnTo>
                  <a:lnTo>
                    <a:pt x="635704" y="888882"/>
                  </a:lnTo>
                  <a:lnTo>
                    <a:pt x="635802" y="891718"/>
                  </a:lnTo>
                  <a:lnTo>
                    <a:pt x="636943" y="893652"/>
                  </a:lnTo>
                  <a:lnTo>
                    <a:pt x="636019" y="896643"/>
                  </a:lnTo>
                  <a:lnTo>
                    <a:pt x="636371" y="899566"/>
                  </a:lnTo>
                  <a:lnTo>
                    <a:pt x="636877" y="900356"/>
                  </a:lnTo>
                  <a:lnTo>
                    <a:pt x="637756" y="903111"/>
                  </a:lnTo>
                  <a:lnTo>
                    <a:pt x="639880" y="905356"/>
                  </a:lnTo>
                  <a:lnTo>
                    <a:pt x="640238" y="906344"/>
                  </a:lnTo>
                  <a:lnTo>
                    <a:pt x="641728" y="907942"/>
                  </a:lnTo>
                  <a:lnTo>
                    <a:pt x="642912" y="910485"/>
                  </a:lnTo>
                  <a:lnTo>
                    <a:pt x="640889" y="911727"/>
                  </a:lnTo>
                  <a:lnTo>
                    <a:pt x="640761" y="913451"/>
                  </a:lnTo>
                  <a:lnTo>
                    <a:pt x="640471" y="914363"/>
                  </a:lnTo>
                  <a:lnTo>
                    <a:pt x="635382" y="916979"/>
                  </a:lnTo>
                  <a:lnTo>
                    <a:pt x="632413" y="919308"/>
                  </a:lnTo>
                  <a:lnTo>
                    <a:pt x="630835" y="920950"/>
                  </a:lnTo>
                  <a:lnTo>
                    <a:pt x="629508" y="921289"/>
                  </a:lnTo>
                  <a:lnTo>
                    <a:pt x="627577" y="922522"/>
                  </a:lnTo>
                  <a:lnTo>
                    <a:pt x="627431" y="922873"/>
                  </a:lnTo>
                  <a:lnTo>
                    <a:pt x="626622" y="923394"/>
                  </a:lnTo>
                  <a:lnTo>
                    <a:pt x="625391" y="925030"/>
                  </a:lnTo>
                  <a:lnTo>
                    <a:pt x="625297" y="925820"/>
                  </a:lnTo>
                  <a:lnTo>
                    <a:pt x="622615" y="924630"/>
                  </a:lnTo>
                  <a:lnTo>
                    <a:pt x="619439" y="924652"/>
                  </a:lnTo>
                  <a:lnTo>
                    <a:pt x="614850" y="921630"/>
                  </a:lnTo>
                  <a:lnTo>
                    <a:pt x="612816" y="921321"/>
                  </a:lnTo>
                  <a:lnTo>
                    <a:pt x="612559" y="920832"/>
                  </a:lnTo>
                  <a:lnTo>
                    <a:pt x="611060" y="919455"/>
                  </a:lnTo>
                  <a:lnTo>
                    <a:pt x="609129" y="919153"/>
                  </a:lnTo>
                  <a:lnTo>
                    <a:pt x="608681" y="917840"/>
                  </a:lnTo>
                  <a:lnTo>
                    <a:pt x="606566" y="916645"/>
                  </a:lnTo>
                  <a:lnTo>
                    <a:pt x="605547" y="915487"/>
                  </a:lnTo>
                  <a:lnTo>
                    <a:pt x="605228" y="914060"/>
                  </a:lnTo>
                  <a:lnTo>
                    <a:pt x="603175" y="911733"/>
                  </a:lnTo>
                  <a:lnTo>
                    <a:pt x="602442" y="910145"/>
                  </a:lnTo>
                  <a:lnTo>
                    <a:pt x="600243" y="907495"/>
                  </a:lnTo>
                  <a:lnTo>
                    <a:pt x="599123" y="906452"/>
                  </a:lnTo>
                  <a:lnTo>
                    <a:pt x="597853" y="905816"/>
                  </a:lnTo>
                  <a:lnTo>
                    <a:pt x="597119" y="904107"/>
                  </a:lnTo>
                  <a:lnTo>
                    <a:pt x="595595" y="901657"/>
                  </a:lnTo>
                  <a:lnTo>
                    <a:pt x="595236" y="900029"/>
                  </a:lnTo>
                  <a:lnTo>
                    <a:pt x="591643" y="897651"/>
                  </a:lnTo>
                  <a:lnTo>
                    <a:pt x="588325" y="894343"/>
                  </a:lnTo>
                  <a:lnTo>
                    <a:pt x="585846" y="893804"/>
                  </a:lnTo>
                  <a:lnTo>
                    <a:pt x="584614" y="892440"/>
                  </a:lnTo>
                  <a:lnTo>
                    <a:pt x="581982" y="890568"/>
                  </a:lnTo>
                  <a:lnTo>
                    <a:pt x="580302" y="890703"/>
                  </a:lnTo>
                  <a:lnTo>
                    <a:pt x="578971" y="890541"/>
                  </a:lnTo>
                  <a:lnTo>
                    <a:pt x="575808" y="888778"/>
                  </a:lnTo>
                  <a:lnTo>
                    <a:pt x="572553" y="887709"/>
                  </a:lnTo>
                  <a:lnTo>
                    <a:pt x="568131" y="887025"/>
                  </a:lnTo>
                  <a:lnTo>
                    <a:pt x="561233" y="884355"/>
                  </a:lnTo>
                  <a:lnTo>
                    <a:pt x="558632" y="884190"/>
                  </a:lnTo>
                  <a:lnTo>
                    <a:pt x="555637" y="884916"/>
                  </a:lnTo>
                  <a:lnTo>
                    <a:pt x="550662" y="873441"/>
                  </a:lnTo>
                  <a:lnTo>
                    <a:pt x="550147" y="873286"/>
                  </a:lnTo>
                  <a:lnTo>
                    <a:pt x="549046" y="873667"/>
                  </a:lnTo>
                  <a:lnTo>
                    <a:pt x="541240" y="873803"/>
                  </a:lnTo>
                  <a:lnTo>
                    <a:pt x="536236" y="870638"/>
                  </a:lnTo>
                  <a:lnTo>
                    <a:pt x="527785" y="866933"/>
                  </a:lnTo>
                  <a:lnTo>
                    <a:pt x="523167" y="869151"/>
                  </a:lnTo>
                  <a:lnTo>
                    <a:pt x="520789" y="870976"/>
                  </a:lnTo>
                  <a:lnTo>
                    <a:pt x="512944" y="880147"/>
                  </a:lnTo>
                  <a:lnTo>
                    <a:pt x="506911" y="878153"/>
                  </a:lnTo>
                  <a:lnTo>
                    <a:pt x="504672" y="878058"/>
                  </a:lnTo>
                  <a:lnTo>
                    <a:pt x="503546" y="876717"/>
                  </a:lnTo>
                  <a:lnTo>
                    <a:pt x="486157" y="863937"/>
                  </a:lnTo>
                  <a:lnTo>
                    <a:pt x="483898" y="851235"/>
                  </a:lnTo>
                  <a:lnTo>
                    <a:pt x="479469" y="843261"/>
                  </a:lnTo>
                  <a:lnTo>
                    <a:pt x="469197" y="841624"/>
                  </a:lnTo>
                  <a:lnTo>
                    <a:pt x="454225" y="833731"/>
                  </a:lnTo>
                  <a:lnTo>
                    <a:pt x="446968" y="833734"/>
                  </a:lnTo>
                  <a:lnTo>
                    <a:pt x="438387" y="831348"/>
                  </a:lnTo>
                  <a:lnTo>
                    <a:pt x="436332" y="841577"/>
                  </a:lnTo>
                  <a:lnTo>
                    <a:pt x="418691" y="852555"/>
                  </a:lnTo>
                  <a:lnTo>
                    <a:pt x="402852" y="853423"/>
                  </a:lnTo>
                  <a:lnTo>
                    <a:pt x="385301" y="842430"/>
                  </a:lnTo>
                  <a:lnTo>
                    <a:pt x="379251" y="845876"/>
                  </a:lnTo>
                  <a:lnTo>
                    <a:pt x="373938" y="852966"/>
                  </a:lnTo>
                  <a:lnTo>
                    <a:pt x="373047" y="853149"/>
                  </a:lnTo>
                  <a:lnTo>
                    <a:pt x="372217" y="853719"/>
                  </a:lnTo>
                  <a:lnTo>
                    <a:pt x="366920" y="855171"/>
                  </a:lnTo>
                  <a:lnTo>
                    <a:pt x="361656" y="853368"/>
                  </a:lnTo>
                  <a:lnTo>
                    <a:pt x="360551" y="852048"/>
                  </a:lnTo>
                  <a:lnTo>
                    <a:pt x="355101" y="847577"/>
                  </a:lnTo>
                  <a:lnTo>
                    <a:pt x="347312" y="838310"/>
                  </a:lnTo>
                  <a:lnTo>
                    <a:pt x="307823" y="855957"/>
                  </a:lnTo>
                  <a:lnTo>
                    <a:pt x="302363" y="894938"/>
                  </a:lnTo>
                  <a:lnTo>
                    <a:pt x="288042" y="906708"/>
                  </a:lnTo>
                  <a:lnTo>
                    <a:pt x="280434" y="908164"/>
                  </a:lnTo>
                  <a:lnTo>
                    <a:pt x="272534" y="908407"/>
                  </a:lnTo>
                  <a:lnTo>
                    <a:pt x="266099" y="909337"/>
                  </a:lnTo>
                  <a:lnTo>
                    <a:pt x="261477" y="911916"/>
                  </a:lnTo>
                  <a:lnTo>
                    <a:pt x="252703" y="916332"/>
                  </a:lnTo>
                  <a:lnTo>
                    <a:pt x="249733" y="920143"/>
                  </a:lnTo>
                  <a:lnTo>
                    <a:pt x="247611" y="931798"/>
                  </a:lnTo>
                  <a:lnTo>
                    <a:pt x="220646" y="932376"/>
                  </a:lnTo>
                  <a:lnTo>
                    <a:pt x="209610" y="946811"/>
                  </a:lnTo>
                  <a:lnTo>
                    <a:pt x="195996" y="963529"/>
                  </a:lnTo>
                  <a:lnTo>
                    <a:pt x="173458" y="968856"/>
                  </a:lnTo>
                  <a:lnTo>
                    <a:pt x="171932" y="967679"/>
                  </a:lnTo>
                  <a:lnTo>
                    <a:pt x="171121" y="967599"/>
                  </a:lnTo>
                  <a:lnTo>
                    <a:pt x="169858" y="966989"/>
                  </a:lnTo>
                  <a:lnTo>
                    <a:pt x="167786" y="963113"/>
                  </a:lnTo>
                  <a:lnTo>
                    <a:pt x="166338" y="961803"/>
                  </a:lnTo>
                  <a:lnTo>
                    <a:pt x="165585" y="960334"/>
                  </a:lnTo>
                  <a:lnTo>
                    <a:pt x="164638" y="959307"/>
                  </a:lnTo>
                  <a:lnTo>
                    <a:pt x="164149" y="959178"/>
                  </a:lnTo>
                  <a:lnTo>
                    <a:pt x="163915" y="958601"/>
                  </a:lnTo>
                  <a:lnTo>
                    <a:pt x="163029" y="958219"/>
                  </a:lnTo>
                  <a:lnTo>
                    <a:pt x="162415" y="957602"/>
                  </a:lnTo>
                  <a:lnTo>
                    <a:pt x="160011" y="952456"/>
                  </a:lnTo>
                  <a:lnTo>
                    <a:pt x="159551" y="949508"/>
                  </a:lnTo>
                  <a:lnTo>
                    <a:pt x="158788" y="948090"/>
                  </a:lnTo>
                  <a:lnTo>
                    <a:pt x="156635" y="947100"/>
                  </a:lnTo>
                  <a:lnTo>
                    <a:pt x="155616" y="946225"/>
                  </a:lnTo>
                  <a:lnTo>
                    <a:pt x="155076" y="946029"/>
                  </a:lnTo>
                  <a:lnTo>
                    <a:pt x="149792" y="944869"/>
                  </a:lnTo>
                  <a:lnTo>
                    <a:pt x="148291" y="944790"/>
                  </a:lnTo>
                  <a:lnTo>
                    <a:pt x="147580" y="943237"/>
                  </a:lnTo>
                  <a:lnTo>
                    <a:pt x="146375" y="941606"/>
                  </a:lnTo>
                  <a:lnTo>
                    <a:pt x="144348" y="941194"/>
                  </a:lnTo>
                  <a:lnTo>
                    <a:pt x="142237" y="941380"/>
                  </a:lnTo>
                  <a:lnTo>
                    <a:pt x="139769" y="940696"/>
                  </a:lnTo>
                  <a:lnTo>
                    <a:pt x="138469" y="941081"/>
                  </a:lnTo>
                  <a:lnTo>
                    <a:pt x="137149" y="941117"/>
                  </a:lnTo>
                  <a:lnTo>
                    <a:pt x="136325" y="940940"/>
                  </a:lnTo>
                  <a:lnTo>
                    <a:pt x="133617" y="939689"/>
                  </a:lnTo>
                  <a:lnTo>
                    <a:pt x="132129" y="939948"/>
                  </a:lnTo>
                  <a:lnTo>
                    <a:pt x="130611" y="939407"/>
                  </a:lnTo>
                  <a:lnTo>
                    <a:pt x="127568" y="937127"/>
                  </a:lnTo>
                  <a:lnTo>
                    <a:pt x="126091" y="937551"/>
                  </a:lnTo>
                  <a:lnTo>
                    <a:pt x="125713" y="937155"/>
                  </a:lnTo>
                  <a:lnTo>
                    <a:pt x="124054" y="936768"/>
                  </a:lnTo>
                  <a:lnTo>
                    <a:pt x="123325" y="935805"/>
                  </a:lnTo>
                  <a:lnTo>
                    <a:pt x="120508" y="934212"/>
                  </a:lnTo>
                  <a:lnTo>
                    <a:pt x="119434" y="933871"/>
                  </a:lnTo>
                  <a:lnTo>
                    <a:pt x="118860" y="933306"/>
                  </a:lnTo>
                  <a:lnTo>
                    <a:pt x="117170" y="933104"/>
                  </a:lnTo>
                  <a:lnTo>
                    <a:pt x="114563" y="931513"/>
                  </a:lnTo>
                  <a:lnTo>
                    <a:pt x="113632" y="932430"/>
                  </a:lnTo>
                  <a:lnTo>
                    <a:pt x="111466" y="933308"/>
                  </a:lnTo>
                  <a:lnTo>
                    <a:pt x="110256" y="933439"/>
                  </a:lnTo>
                  <a:lnTo>
                    <a:pt x="108688" y="932980"/>
                  </a:lnTo>
                  <a:lnTo>
                    <a:pt x="108201" y="934144"/>
                  </a:lnTo>
                  <a:lnTo>
                    <a:pt x="106378" y="935797"/>
                  </a:lnTo>
                  <a:lnTo>
                    <a:pt x="106175" y="936672"/>
                  </a:lnTo>
                  <a:lnTo>
                    <a:pt x="105481" y="937989"/>
                  </a:lnTo>
                  <a:lnTo>
                    <a:pt x="101422" y="939345"/>
                  </a:lnTo>
                  <a:lnTo>
                    <a:pt x="97864" y="939266"/>
                  </a:lnTo>
                  <a:lnTo>
                    <a:pt x="97079" y="939483"/>
                  </a:lnTo>
                  <a:lnTo>
                    <a:pt x="96350" y="940837"/>
                  </a:lnTo>
                  <a:lnTo>
                    <a:pt x="94768" y="941835"/>
                  </a:lnTo>
                  <a:lnTo>
                    <a:pt x="91644" y="944971"/>
                  </a:lnTo>
                  <a:lnTo>
                    <a:pt x="90183" y="945715"/>
                  </a:lnTo>
                  <a:lnTo>
                    <a:pt x="89083" y="946586"/>
                  </a:lnTo>
                  <a:lnTo>
                    <a:pt x="87633" y="947402"/>
                  </a:lnTo>
                  <a:lnTo>
                    <a:pt x="85789" y="948048"/>
                  </a:lnTo>
                  <a:lnTo>
                    <a:pt x="84610" y="948291"/>
                  </a:lnTo>
                  <a:lnTo>
                    <a:pt x="83818" y="948118"/>
                  </a:lnTo>
                  <a:lnTo>
                    <a:pt x="82899" y="948251"/>
                  </a:lnTo>
                  <a:lnTo>
                    <a:pt x="79977" y="949211"/>
                  </a:lnTo>
                  <a:lnTo>
                    <a:pt x="78864" y="949796"/>
                  </a:lnTo>
                  <a:lnTo>
                    <a:pt x="76932" y="951383"/>
                  </a:lnTo>
                  <a:lnTo>
                    <a:pt x="76578" y="951167"/>
                  </a:lnTo>
                  <a:lnTo>
                    <a:pt x="73533" y="950874"/>
                  </a:lnTo>
                  <a:lnTo>
                    <a:pt x="70902" y="949613"/>
                  </a:lnTo>
                  <a:lnTo>
                    <a:pt x="68036" y="949808"/>
                  </a:lnTo>
                  <a:lnTo>
                    <a:pt x="65133" y="950334"/>
                  </a:lnTo>
                  <a:lnTo>
                    <a:pt x="63419" y="949885"/>
                  </a:lnTo>
                  <a:lnTo>
                    <a:pt x="61517" y="948741"/>
                  </a:lnTo>
                  <a:lnTo>
                    <a:pt x="60121" y="948919"/>
                  </a:lnTo>
                  <a:lnTo>
                    <a:pt x="58993" y="947432"/>
                  </a:lnTo>
                  <a:lnTo>
                    <a:pt x="55308" y="938797"/>
                  </a:lnTo>
                  <a:lnTo>
                    <a:pt x="52657" y="934075"/>
                  </a:lnTo>
                  <a:lnTo>
                    <a:pt x="51299" y="933755"/>
                  </a:lnTo>
                  <a:lnTo>
                    <a:pt x="48684" y="929855"/>
                  </a:lnTo>
                  <a:lnTo>
                    <a:pt x="49344" y="927078"/>
                  </a:lnTo>
                  <a:lnTo>
                    <a:pt x="49541" y="922445"/>
                  </a:lnTo>
                  <a:lnTo>
                    <a:pt x="51967" y="912570"/>
                  </a:lnTo>
                  <a:lnTo>
                    <a:pt x="53578" y="911367"/>
                  </a:lnTo>
                  <a:lnTo>
                    <a:pt x="53552" y="909666"/>
                  </a:lnTo>
                  <a:lnTo>
                    <a:pt x="52157" y="905826"/>
                  </a:lnTo>
                  <a:lnTo>
                    <a:pt x="51977" y="902721"/>
                  </a:lnTo>
                  <a:lnTo>
                    <a:pt x="51615" y="901795"/>
                  </a:lnTo>
                  <a:lnTo>
                    <a:pt x="51295" y="901719"/>
                  </a:lnTo>
                  <a:lnTo>
                    <a:pt x="49941" y="899388"/>
                  </a:lnTo>
                  <a:lnTo>
                    <a:pt x="48873" y="896592"/>
                  </a:lnTo>
                  <a:lnTo>
                    <a:pt x="47885" y="896144"/>
                  </a:lnTo>
                  <a:lnTo>
                    <a:pt x="46716" y="894834"/>
                  </a:lnTo>
                  <a:lnTo>
                    <a:pt x="46263" y="894663"/>
                  </a:lnTo>
                  <a:lnTo>
                    <a:pt x="45734" y="892904"/>
                  </a:lnTo>
                  <a:lnTo>
                    <a:pt x="44309" y="890934"/>
                  </a:lnTo>
                  <a:lnTo>
                    <a:pt x="43441" y="890371"/>
                  </a:lnTo>
                  <a:lnTo>
                    <a:pt x="41721" y="888480"/>
                  </a:lnTo>
                  <a:lnTo>
                    <a:pt x="40563" y="886744"/>
                  </a:lnTo>
                  <a:lnTo>
                    <a:pt x="40149" y="885297"/>
                  </a:lnTo>
                  <a:lnTo>
                    <a:pt x="37942" y="883419"/>
                  </a:lnTo>
                  <a:lnTo>
                    <a:pt x="36933" y="878676"/>
                  </a:lnTo>
                  <a:lnTo>
                    <a:pt x="37308" y="876581"/>
                  </a:lnTo>
                  <a:lnTo>
                    <a:pt x="38000" y="874553"/>
                  </a:lnTo>
                  <a:lnTo>
                    <a:pt x="37771" y="869501"/>
                  </a:lnTo>
                  <a:lnTo>
                    <a:pt x="38009" y="868281"/>
                  </a:lnTo>
                  <a:lnTo>
                    <a:pt x="37399" y="866978"/>
                  </a:lnTo>
                  <a:lnTo>
                    <a:pt x="36813" y="866474"/>
                  </a:lnTo>
                  <a:lnTo>
                    <a:pt x="36610" y="862862"/>
                  </a:lnTo>
                  <a:lnTo>
                    <a:pt x="35990" y="861306"/>
                  </a:lnTo>
                  <a:lnTo>
                    <a:pt x="36605" y="859793"/>
                  </a:lnTo>
                  <a:lnTo>
                    <a:pt x="35802" y="858880"/>
                  </a:lnTo>
                  <a:lnTo>
                    <a:pt x="35305" y="856661"/>
                  </a:lnTo>
                  <a:lnTo>
                    <a:pt x="34109" y="854841"/>
                  </a:lnTo>
                  <a:lnTo>
                    <a:pt x="33114" y="854482"/>
                  </a:lnTo>
                  <a:lnTo>
                    <a:pt x="30741" y="852720"/>
                  </a:lnTo>
                  <a:lnTo>
                    <a:pt x="27409" y="851213"/>
                  </a:lnTo>
                  <a:lnTo>
                    <a:pt x="26103" y="850286"/>
                  </a:lnTo>
                  <a:lnTo>
                    <a:pt x="24898" y="849965"/>
                  </a:lnTo>
                  <a:lnTo>
                    <a:pt x="23964" y="849151"/>
                  </a:lnTo>
                  <a:lnTo>
                    <a:pt x="23251" y="849006"/>
                  </a:lnTo>
                  <a:lnTo>
                    <a:pt x="22215" y="848331"/>
                  </a:lnTo>
                  <a:lnTo>
                    <a:pt x="21095" y="848242"/>
                  </a:lnTo>
                  <a:lnTo>
                    <a:pt x="20900" y="847664"/>
                  </a:lnTo>
                  <a:lnTo>
                    <a:pt x="19154" y="846723"/>
                  </a:lnTo>
                  <a:lnTo>
                    <a:pt x="16590" y="845781"/>
                  </a:lnTo>
                  <a:lnTo>
                    <a:pt x="15420" y="844373"/>
                  </a:lnTo>
                  <a:lnTo>
                    <a:pt x="15185" y="843606"/>
                  </a:lnTo>
                  <a:lnTo>
                    <a:pt x="16030" y="839964"/>
                  </a:lnTo>
                  <a:lnTo>
                    <a:pt x="16271" y="837093"/>
                  </a:lnTo>
                  <a:lnTo>
                    <a:pt x="16265" y="834554"/>
                  </a:lnTo>
                  <a:lnTo>
                    <a:pt x="15868" y="832248"/>
                  </a:lnTo>
                  <a:lnTo>
                    <a:pt x="16037" y="827539"/>
                  </a:lnTo>
                  <a:lnTo>
                    <a:pt x="15568" y="824608"/>
                  </a:lnTo>
                  <a:lnTo>
                    <a:pt x="16108" y="821818"/>
                  </a:lnTo>
                  <a:lnTo>
                    <a:pt x="15514" y="816474"/>
                  </a:lnTo>
                  <a:lnTo>
                    <a:pt x="14265" y="812321"/>
                  </a:lnTo>
                  <a:lnTo>
                    <a:pt x="14475" y="810594"/>
                  </a:lnTo>
                  <a:lnTo>
                    <a:pt x="12249" y="809169"/>
                  </a:lnTo>
                  <a:lnTo>
                    <a:pt x="11664" y="809437"/>
                  </a:lnTo>
                  <a:lnTo>
                    <a:pt x="11243" y="809358"/>
                  </a:lnTo>
                  <a:lnTo>
                    <a:pt x="9307" y="808374"/>
                  </a:lnTo>
                  <a:lnTo>
                    <a:pt x="9376" y="807401"/>
                  </a:lnTo>
                  <a:lnTo>
                    <a:pt x="8531" y="806245"/>
                  </a:lnTo>
                  <a:lnTo>
                    <a:pt x="8074" y="805137"/>
                  </a:lnTo>
                  <a:lnTo>
                    <a:pt x="8541" y="803915"/>
                  </a:lnTo>
                  <a:lnTo>
                    <a:pt x="8546" y="803406"/>
                  </a:lnTo>
                  <a:lnTo>
                    <a:pt x="8281" y="803031"/>
                  </a:lnTo>
                  <a:lnTo>
                    <a:pt x="8527" y="802096"/>
                  </a:lnTo>
                  <a:lnTo>
                    <a:pt x="9622" y="800344"/>
                  </a:lnTo>
                  <a:lnTo>
                    <a:pt x="9792" y="799063"/>
                  </a:lnTo>
                  <a:lnTo>
                    <a:pt x="9565" y="798809"/>
                  </a:lnTo>
                  <a:lnTo>
                    <a:pt x="11921" y="797379"/>
                  </a:lnTo>
                  <a:lnTo>
                    <a:pt x="11655" y="795700"/>
                  </a:lnTo>
                  <a:lnTo>
                    <a:pt x="11851" y="795262"/>
                  </a:lnTo>
                  <a:lnTo>
                    <a:pt x="11319" y="794120"/>
                  </a:lnTo>
                  <a:lnTo>
                    <a:pt x="11363" y="793696"/>
                  </a:lnTo>
                  <a:lnTo>
                    <a:pt x="10925" y="793435"/>
                  </a:lnTo>
                  <a:lnTo>
                    <a:pt x="10940" y="792818"/>
                  </a:lnTo>
                  <a:lnTo>
                    <a:pt x="10533" y="792142"/>
                  </a:lnTo>
                  <a:lnTo>
                    <a:pt x="10726" y="791374"/>
                  </a:lnTo>
                  <a:lnTo>
                    <a:pt x="10306" y="790657"/>
                  </a:lnTo>
                  <a:lnTo>
                    <a:pt x="10681" y="789657"/>
                  </a:lnTo>
                  <a:lnTo>
                    <a:pt x="10586" y="788305"/>
                  </a:lnTo>
                  <a:lnTo>
                    <a:pt x="9022" y="786124"/>
                  </a:lnTo>
                  <a:lnTo>
                    <a:pt x="7437" y="784532"/>
                  </a:lnTo>
                  <a:lnTo>
                    <a:pt x="6662" y="782252"/>
                  </a:lnTo>
                  <a:lnTo>
                    <a:pt x="5898" y="780812"/>
                  </a:lnTo>
                  <a:lnTo>
                    <a:pt x="6753" y="775903"/>
                  </a:lnTo>
                  <a:lnTo>
                    <a:pt x="6393" y="775643"/>
                  </a:lnTo>
                  <a:lnTo>
                    <a:pt x="6559" y="774631"/>
                  </a:lnTo>
                  <a:lnTo>
                    <a:pt x="5020" y="773517"/>
                  </a:lnTo>
                  <a:lnTo>
                    <a:pt x="4507" y="772560"/>
                  </a:lnTo>
                  <a:lnTo>
                    <a:pt x="4227" y="771446"/>
                  </a:lnTo>
                  <a:lnTo>
                    <a:pt x="4521" y="768790"/>
                  </a:lnTo>
                  <a:lnTo>
                    <a:pt x="4297" y="767454"/>
                  </a:lnTo>
                  <a:lnTo>
                    <a:pt x="5265" y="766108"/>
                  </a:lnTo>
                  <a:lnTo>
                    <a:pt x="5341" y="765331"/>
                  </a:lnTo>
                  <a:lnTo>
                    <a:pt x="6821" y="764324"/>
                  </a:lnTo>
                  <a:lnTo>
                    <a:pt x="6733" y="764080"/>
                  </a:lnTo>
                  <a:lnTo>
                    <a:pt x="8651" y="762369"/>
                  </a:lnTo>
                  <a:lnTo>
                    <a:pt x="9097" y="760948"/>
                  </a:lnTo>
                  <a:lnTo>
                    <a:pt x="10356" y="760141"/>
                  </a:lnTo>
                  <a:lnTo>
                    <a:pt x="10632" y="759035"/>
                  </a:lnTo>
                  <a:lnTo>
                    <a:pt x="10341" y="758518"/>
                  </a:lnTo>
                  <a:lnTo>
                    <a:pt x="10635" y="757810"/>
                  </a:lnTo>
                  <a:lnTo>
                    <a:pt x="10582" y="756765"/>
                  </a:lnTo>
                  <a:lnTo>
                    <a:pt x="10346" y="756575"/>
                  </a:lnTo>
                  <a:lnTo>
                    <a:pt x="10189" y="755816"/>
                  </a:lnTo>
                  <a:lnTo>
                    <a:pt x="9255" y="755322"/>
                  </a:lnTo>
                  <a:lnTo>
                    <a:pt x="10239" y="751462"/>
                  </a:lnTo>
                  <a:lnTo>
                    <a:pt x="12293" y="748605"/>
                  </a:lnTo>
                  <a:lnTo>
                    <a:pt x="13550" y="747333"/>
                  </a:lnTo>
                  <a:lnTo>
                    <a:pt x="12050" y="745767"/>
                  </a:lnTo>
                  <a:lnTo>
                    <a:pt x="10704" y="743162"/>
                  </a:lnTo>
                  <a:lnTo>
                    <a:pt x="10781" y="742089"/>
                  </a:lnTo>
                  <a:lnTo>
                    <a:pt x="11366" y="741291"/>
                  </a:lnTo>
                  <a:lnTo>
                    <a:pt x="10935" y="740399"/>
                  </a:lnTo>
                  <a:lnTo>
                    <a:pt x="10710" y="738116"/>
                  </a:lnTo>
                  <a:lnTo>
                    <a:pt x="9508" y="734155"/>
                  </a:lnTo>
                  <a:lnTo>
                    <a:pt x="13608" y="731783"/>
                  </a:lnTo>
                  <a:lnTo>
                    <a:pt x="15836" y="729307"/>
                  </a:lnTo>
                  <a:lnTo>
                    <a:pt x="17237" y="727150"/>
                  </a:lnTo>
                  <a:lnTo>
                    <a:pt x="20363" y="720974"/>
                  </a:lnTo>
                  <a:lnTo>
                    <a:pt x="20203" y="720407"/>
                  </a:lnTo>
                  <a:lnTo>
                    <a:pt x="20924" y="720016"/>
                  </a:lnTo>
                  <a:lnTo>
                    <a:pt x="20446" y="719020"/>
                  </a:lnTo>
                  <a:lnTo>
                    <a:pt x="21540" y="718243"/>
                  </a:lnTo>
                  <a:lnTo>
                    <a:pt x="22084" y="717149"/>
                  </a:lnTo>
                  <a:lnTo>
                    <a:pt x="22799" y="716449"/>
                  </a:lnTo>
                  <a:lnTo>
                    <a:pt x="22903" y="713888"/>
                  </a:lnTo>
                  <a:lnTo>
                    <a:pt x="23479" y="712990"/>
                  </a:lnTo>
                  <a:lnTo>
                    <a:pt x="23842" y="711228"/>
                  </a:lnTo>
                  <a:lnTo>
                    <a:pt x="23692" y="710364"/>
                  </a:lnTo>
                  <a:lnTo>
                    <a:pt x="25097" y="706338"/>
                  </a:lnTo>
                  <a:lnTo>
                    <a:pt x="26251" y="705486"/>
                  </a:lnTo>
                  <a:lnTo>
                    <a:pt x="26755" y="704737"/>
                  </a:lnTo>
                  <a:lnTo>
                    <a:pt x="27491" y="701459"/>
                  </a:lnTo>
                  <a:lnTo>
                    <a:pt x="27855" y="700943"/>
                  </a:lnTo>
                  <a:lnTo>
                    <a:pt x="28620" y="700882"/>
                  </a:lnTo>
                  <a:lnTo>
                    <a:pt x="29568" y="700253"/>
                  </a:lnTo>
                  <a:lnTo>
                    <a:pt x="30397" y="700172"/>
                  </a:lnTo>
                  <a:lnTo>
                    <a:pt x="31976" y="700443"/>
                  </a:lnTo>
                  <a:lnTo>
                    <a:pt x="32113" y="699059"/>
                  </a:lnTo>
                  <a:lnTo>
                    <a:pt x="32331" y="698735"/>
                  </a:lnTo>
                  <a:lnTo>
                    <a:pt x="32213" y="697220"/>
                  </a:lnTo>
                  <a:lnTo>
                    <a:pt x="32002" y="696915"/>
                  </a:lnTo>
                  <a:lnTo>
                    <a:pt x="32534" y="696215"/>
                  </a:lnTo>
                  <a:lnTo>
                    <a:pt x="34756" y="695598"/>
                  </a:lnTo>
                  <a:lnTo>
                    <a:pt x="34750" y="695380"/>
                  </a:lnTo>
                  <a:lnTo>
                    <a:pt x="35998" y="694875"/>
                  </a:lnTo>
                  <a:lnTo>
                    <a:pt x="37153" y="693497"/>
                  </a:lnTo>
                  <a:lnTo>
                    <a:pt x="37026" y="691474"/>
                  </a:lnTo>
                  <a:lnTo>
                    <a:pt x="36369" y="689807"/>
                  </a:lnTo>
                  <a:lnTo>
                    <a:pt x="35075" y="687965"/>
                  </a:lnTo>
                  <a:lnTo>
                    <a:pt x="34320" y="684644"/>
                  </a:lnTo>
                  <a:lnTo>
                    <a:pt x="33944" y="684313"/>
                  </a:lnTo>
                  <a:lnTo>
                    <a:pt x="33292" y="682630"/>
                  </a:lnTo>
                  <a:lnTo>
                    <a:pt x="33030" y="682428"/>
                  </a:lnTo>
                  <a:lnTo>
                    <a:pt x="32558" y="680604"/>
                  </a:lnTo>
                  <a:lnTo>
                    <a:pt x="32291" y="680340"/>
                  </a:lnTo>
                  <a:lnTo>
                    <a:pt x="32257" y="679685"/>
                  </a:lnTo>
                  <a:lnTo>
                    <a:pt x="31209" y="677600"/>
                  </a:lnTo>
                  <a:lnTo>
                    <a:pt x="28755" y="676290"/>
                  </a:lnTo>
                  <a:lnTo>
                    <a:pt x="28527" y="668858"/>
                  </a:lnTo>
                  <a:lnTo>
                    <a:pt x="27307" y="667291"/>
                  </a:lnTo>
                  <a:lnTo>
                    <a:pt x="26386" y="666489"/>
                  </a:lnTo>
                  <a:lnTo>
                    <a:pt x="23706" y="665607"/>
                  </a:lnTo>
                  <a:lnTo>
                    <a:pt x="19181" y="664949"/>
                  </a:lnTo>
                  <a:lnTo>
                    <a:pt x="18096" y="664359"/>
                  </a:lnTo>
                  <a:lnTo>
                    <a:pt x="17169" y="664397"/>
                  </a:lnTo>
                  <a:lnTo>
                    <a:pt x="16210" y="663844"/>
                  </a:lnTo>
                  <a:lnTo>
                    <a:pt x="15188" y="662422"/>
                  </a:lnTo>
                  <a:lnTo>
                    <a:pt x="14645" y="661097"/>
                  </a:lnTo>
                  <a:lnTo>
                    <a:pt x="8770" y="655020"/>
                  </a:lnTo>
                  <a:lnTo>
                    <a:pt x="5763" y="653171"/>
                  </a:lnTo>
                  <a:lnTo>
                    <a:pt x="2802" y="650905"/>
                  </a:lnTo>
                  <a:lnTo>
                    <a:pt x="905" y="650534"/>
                  </a:lnTo>
                  <a:lnTo>
                    <a:pt x="0" y="647933"/>
                  </a:lnTo>
                  <a:lnTo>
                    <a:pt x="2593" y="644511"/>
                  </a:lnTo>
                  <a:lnTo>
                    <a:pt x="3285" y="642203"/>
                  </a:lnTo>
                  <a:lnTo>
                    <a:pt x="2821" y="639089"/>
                  </a:lnTo>
                  <a:lnTo>
                    <a:pt x="6257" y="632011"/>
                  </a:lnTo>
                  <a:lnTo>
                    <a:pt x="6457" y="630153"/>
                  </a:lnTo>
                  <a:lnTo>
                    <a:pt x="11416" y="627293"/>
                  </a:lnTo>
                  <a:lnTo>
                    <a:pt x="11623" y="625935"/>
                  </a:lnTo>
                  <a:lnTo>
                    <a:pt x="15522" y="624273"/>
                  </a:lnTo>
                  <a:lnTo>
                    <a:pt x="18157" y="624264"/>
                  </a:lnTo>
                  <a:lnTo>
                    <a:pt x="19960" y="622738"/>
                  </a:lnTo>
                  <a:lnTo>
                    <a:pt x="20486" y="621544"/>
                  </a:lnTo>
                  <a:lnTo>
                    <a:pt x="21190" y="617667"/>
                  </a:lnTo>
                  <a:lnTo>
                    <a:pt x="22259" y="615517"/>
                  </a:lnTo>
                  <a:lnTo>
                    <a:pt x="23497" y="614559"/>
                  </a:lnTo>
                  <a:lnTo>
                    <a:pt x="25349" y="612602"/>
                  </a:lnTo>
                  <a:lnTo>
                    <a:pt x="25367" y="611876"/>
                  </a:lnTo>
                  <a:lnTo>
                    <a:pt x="26060" y="611200"/>
                  </a:lnTo>
                  <a:lnTo>
                    <a:pt x="29697" y="610102"/>
                  </a:lnTo>
                  <a:lnTo>
                    <a:pt x="29475" y="609635"/>
                  </a:lnTo>
                  <a:lnTo>
                    <a:pt x="29973" y="604552"/>
                  </a:lnTo>
                  <a:lnTo>
                    <a:pt x="30432" y="603148"/>
                  </a:lnTo>
                  <a:lnTo>
                    <a:pt x="32147" y="602585"/>
                  </a:lnTo>
                  <a:lnTo>
                    <a:pt x="32914" y="601485"/>
                  </a:lnTo>
                  <a:lnTo>
                    <a:pt x="34446" y="597673"/>
                  </a:lnTo>
                  <a:lnTo>
                    <a:pt x="36385" y="596586"/>
                  </a:lnTo>
                  <a:lnTo>
                    <a:pt x="38503" y="593473"/>
                  </a:lnTo>
                  <a:lnTo>
                    <a:pt x="42473" y="590068"/>
                  </a:lnTo>
                  <a:lnTo>
                    <a:pt x="47157" y="594918"/>
                  </a:lnTo>
                  <a:lnTo>
                    <a:pt x="49617" y="596318"/>
                  </a:lnTo>
                  <a:lnTo>
                    <a:pt x="52366" y="597044"/>
                  </a:lnTo>
                  <a:lnTo>
                    <a:pt x="54975" y="599523"/>
                  </a:lnTo>
                  <a:lnTo>
                    <a:pt x="55939" y="601465"/>
                  </a:lnTo>
                  <a:lnTo>
                    <a:pt x="59141" y="605502"/>
                  </a:lnTo>
                  <a:lnTo>
                    <a:pt x="59003" y="607189"/>
                  </a:lnTo>
                  <a:lnTo>
                    <a:pt x="61067" y="608288"/>
                  </a:lnTo>
                  <a:lnTo>
                    <a:pt x="62758" y="609571"/>
                  </a:lnTo>
                  <a:lnTo>
                    <a:pt x="65442" y="610515"/>
                  </a:lnTo>
                  <a:lnTo>
                    <a:pt x="66498" y="611353"/>
                  </a:lnTo>
                  <a:lnTo>
                    <a:pt x="66675" y="611704"/>
                  </a:lnTo>
                  <a:lnTo>
                    <a:pt x="66835" y="614971"/>
                  </a:lnTo>
                  <a:lnTo>
                    <a:pt x="68394" y="616655"/>
                  </a:lnTo>
                  <a:lnTo>
                    <a:pt x="73943" y="619639"/>
                  </a:lnTo>
                  <a:lnTo>
                    <a:pt x="74187" y="618401"/>
                  </a:lnTo>
                  <a:lnTo>
                    <a:pt x="78759" y="614514"/>
                  </a:lnTo>
                  <a:lnTo>
                    <a:pt x="84088" y="612333"/>
                  </a:lnTo>
                  <a:lnTo>
                    <a:pt x="85679" y="611190"/>
                  </a:lnTo>
                  <a:lnTo>
                    <a:pt x="88418" y="607510"/>
                  </a:lnTo>
                  <a:lnTo>
                    <a:pt x="87979" y="605521"/>
                  </a:lnTo>
                  <a:lnTo>
                    <a:pt x="90649" y="605331"/>
                  </a:lnTo>
                  <a:lnTo>
                    <a:pt x="93182" y="603892"/>
                  </a:lnTo>
                  <a:lnTo>
                    <a:pt x="96721" y="603140"/>
                  </a:lnTo>
                  <a:lnTo>
                    <a:pt x="96440" y="598687"/>
                  </a:lnTo>
                  <a:lnTo>
                    <a:pt x="101751" y="59682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pg90">
              <a:extLst>
                <a:ext uri="{FF2B5EF4-FFF2-40B4-BE49-F238E27FC236}">
                  <a16:creationId xmlns:a16="http://schemas.microsoft.com/office/drawing/2014/main" id="{D422D851-7148-091F-A4F4-404485D92B49}"/>
                </a:ext>
              </a:extLst>
            </p:cNvPr>
            <p:cNvSpPr/>
            <p:nvPr/>
          </p:nvSpPr>
          <p:spPr>
            <a:xfrm>
              <a:off x="6719403" y="3176141"/>
              <a:ext cx="200165" cy="192885"/>
            </a:xfrm>
            <a:custGeom>
              <a:avLst/>
              <a:gdLst/>
              <a:ahLst/>
              <a:cxnLst/>
              <a:rect l="0" t="0" r="0" b="0"/>
              <a:pathLst>
                <a:path w="200165" h="192885">
                  <a:moveTo>
                    <a:pt x="75249" y="185276"/>
                  </a:moveTo>
                  <a:lnTo>
                    <a:pt x="74584" y="185151"/>
                  </a:lnTo>
                  <a:lnTo>
                    <a:pt x="74120" y="185307"/>
                  </a:lnTo>
                  <a:lnTo>
                    <a:pt x="74141" y="185621"/>
                  </a:lnTo>
                  <a:lnTo>
                    <a:pt x="72550" y="185551"/>
                  </a:lnTo>
                  <a:lnTo>
                    <a:pt x="72594" y="185878"/>
                  </a:lnTo>
                  <a:lnTo>
                    <a:pt x="64113" y="187298"/>
                  </a:lnTo>
                  <a:lnTo>
                    <a:pt x="56952" y="187626"/>
                  </a:lnTo>
                  <a:lnTo>
                    <a:pt x="56810" y="187787"/>
                  </a:lnTo>
                  <a:lnTo>
                    <a:pt x="55084" y="187711"/>
                  </a:lnTo>
                  <a:lnTo>
                    <a:pt x="53976" y="187374"/>
                  </a:lnTo>
                  <a:lnTo>
                    <a:pt x="53557" y="187637"/>
                  </a:lnTo>
                  <a:lnTo>
                    <a:pt x="53162" y="187501"/>
                  </a:lnTo>
                  <a:lnTo>
                    <a:pt x="51994" y="186321"/>
                  </a:lnTo>
                  <a:lnTo>
                    <a:pt x="50034" y="185993"/>
                  </a:lnTo>
                  <a:lnTo>
                    <a:pt x="48025" y="183705"/>
                  </a:lnTo>
                  <a:lnTo>
                    <a:pt x="46812" y="181853"/>
                  </a:lnTo>
                  <a:lnTo>
                    <a:pt x="46308" y="182350"/>
                  </a:lnTo>
                  <a:lnTo>
                    <a:pt x="45089" y="182761"/>
                  </a:lnTo>
                  <a:lnTo>
                    <a:pt x="42230" y="182393"/>
                  </a:lnTo>
                  <a:lnTo>
                    <a:pt x="41502" y="182211"/>
                  </a:lnTo>
                  <a:lnTo>
                    <a:pt x="39178" y="180845"/>
                  </a:lnTo>
                  <a:lnTo>
                    <a:pt x="37316" y="180125"/>
                  </a:lnTo>
                  <a:lnTo>
                    <a:pt x="36387" y="180095"/>
                  </a:lnTo>
                  <a:lnTo>
                    <a:pt x="35168" y="179401"/>
                  </a:lnTo>
                  <a:lnTo>
                    <a:pt x="34165" y="178371"/>
                  </a:lnTo>
                  <a:lnTo>
                    <a:pt x="32310" y="177800"/>
                  </a:lnTo>
                  <a:lnTo>
                    <a:pt x="29817" y="177538"/>
                  </a:lnTo>
                  <a:lnTo>
                    <a:pt x="28782" y="177719"/>
                  </a:lnTo>
                  <a:lnTo>
                    <a:pt x="28538" y="177610"/>
                  </a:lnTo>
                  <a:lnTo>
                    <a:pt x="28424" y="176461"/>
                  </a:lnTo>
                  <a:lnTo>
                    <a:pt x="28505" y="174763"/>
                  </a:lnTo>
                  <a:lnTo>
                    <a:pt x="27735" y="174784"/>
                  </a:lnTo>
                  <a:lnTo>
                    <a:pt x="26750" y="174227"/>
                  </a:lnTo>
                  <a:lnTo>
                    <a:pt x="24727" y="171149"/>
                  </a:lnTo>
                  <a:lnTo>
                    <a:pt x="24734" y="170746"/>
                  </a:lnTo>
                  <a:lnTo>
                    <a:pt x="24317" y="170056"/>
                  </a:lnTo>
                  <a:lnTo>
                    <a:pt x="23928" y="167812"/>
                  </a:lnTo>
                  <a:lnTo>
                    <a:pt x="24016" y="166710"/>
                  </a:lnTo>
                  <a:lnTo>
                    <a:pt x="23433" y="164812"/>
                  </a:lnTo>
                  <a:lnTo>
                    <a:pt x="23786" y="163562"/>
                  </a:lnTo>
                  <a:lnTo>
                    <a:pt x="23666" y="162403"/>
                  </a:lnTo>
                  <a:lnTo>
                    <a:pt x="22421" y="160044"/>
                  </a:lnTo>
                  <a:lnTo>
                    <a:pt x="21726" y="157592"/>
                  </a:lnTo>
                  <a:lnTo>
                    <a:pt x="22326" y="150375"/>
                  </a:lnTo>
                  <a:lnTo>
                    <a:pt x="20168" y="148644"/>
                  </a:lnTo>
                  <a:lnTo>
                    <a:pt x="18889" y="147110"/>
                  </a:lnTo>
                  <a:lnTo>
                    <a:pt x="17781" y="143502"/>
                  </a:lnTo>
                  <a:lnTo>
                    <a:pt x="16764" y="141501"/>
                  </a:lnTo>
                  <a:lnTo>
                    <a:pt x="15113" y="139002"/>
                  </a:lnTo>
                  <a:lnTo>
                    <a:pt x="15219" y="137575"/>
                  </a:lnTo>
                  <a:lnTo>
                    <a:pt x="15014" y="135645"/>
                  </a:lnTo>
                  <a:lnTo>
                    <a:pt x="15214" y="134883"/>
                  </a:lnTo>
                  <a:lnTo>
                    <a:pt x="13382" y="133002"/>
                  </a:lnTo>
                  <a:lnTo>
                    <a:pt x="17186" y="134184"/>
                  </a:lnTo>
                  <a:lnTo>
                    <a:pt x="18835" y="134477"/>
                  </a:lnTo>
                  <a:lnTo>
                    <a:pt x="19853" y="135132"/>
                  </a:lnTo>
                  <a:lnTo>
                    <a:pt x="21617" y="134320"/>
                  </a:lnTo>
                  <a:lnTo>
                    <a:pt x="22494" y="133003"/>
                  </a:lnTo>
                  <a:lnTo>
                    <a:pt x="22658" y="131221"/>
                  </a:lnTo>
                  <a:lnTo>
                    <a:pt x="23451" y="128150"/>
                  </a:lnTo>
                  <a:lnTo>
                    <a:pt x="23501" y="126139"/>
                  </a:lnTo>
                  <a:lnTo>
                    <a:pt x="23926" y="123429"/>
                  </a:lnTo>
                  <a:lnTo>
                    <a:pt x="24306" y="122859"/>
                  </a:lnTo>
                  <a:lnTo>
                    <a:pt x="24184" y="121781"/>
                  </a:lnTo>
                  <a:lnTo>
                    <a:pt x="24439" y="121060"/>
                  </a:lnTo>
                  <a:lnTo>
                    <a:pt x="24032" y="119980"/>
                  </a:lnTo>
                  <a:lnTo>
                    <a:pt x="23981" y="118877"/>
                  </a:lnTo>
                  <a:lnTo>
                    <a:pt x="23413" y="117916"/>
                  </a:lnTo>
                  <a:lnTo>
                    <a:pt x="30666" y="109927"/>
                  </a:lnTo>
                  <a:lnTo>
                    <a:pt x="29916" y="109459"/>
                  </a:lnTo>
                  <a:lnTo>
                    <a:pt x="29377" y="108364"/>
                  </a:lnTo>
                  <a:lnTo>
                    <a:pt x="29336" y="107512"/>
                  </a:lnTo>
                  <a:lnTo>
                    <a:pt x="28310" y="105728"/>
                  </a:lnTo>
                  <a:lnTo>
                    <a:pt x="28160" y="104939"/>
                  </a:lnTo>
                  <a:lnTo>
                    <a:pt x="28621" y="102034"/>
                  </a:lnTo>
                  <a:lnTo>
                    <a:pt x="30757" y="102232"/>
                  </a:lnTo>
                  <a:lnTo>
                    <a:pt x="34238" y="103154"/>
                  </a:lnTo>
                  <a:lnTo>
                    <a:pt x="34668" y="100628"/>
                  </a:lnTo>
                  <a:lnTo>
                    <a:pt x="33929" y="99658"/>
                  </a:lnTo>
                  <a:lnTo>
                    <a:pt x="33424" y="98403"/>
                  </a:lnTo>
                  <a:lnTo>
                    <a:pt x="33767" y="97966"/>
                  </a:lnTo>
                  <a:lnTo>
                    <a:pt x="33991" y="96870"/>
                  </a:lnTo>
                  <a:lnTo>
                    <a:pt x="33847" y="95266"/>
                  </a:lnTo>
                  <a:lnTo>
                    <a:pt x="31830" y="92719"/>
                  </a:lnTo>
                  <a:lnTo>
                    <a:pt x="31674" y="92224"/>
                  </a:lnTo>
                  <a:lnTo>
                    <a:pt x="31277" y="92227"/>
                  </a:lnTo>
                  <a:lnTo>
                    <a:pt x="31340" y="91900"/>
                  </a:lnTo>
                  <a:lnTo>
                    <a:pt x="30146" y="90107"/>
                  </a:lnTo>
                  <a:lnTo>
                    <a:pt x="30621" y="89273"/>
                  </a:lnTo>
                  <a:lnTo>
                    <a:pt x="28339" y="90118"/>
                  </a:lnTo>
                  <a:lnTo>
                    <a:pt x="26597" y="90290"/>
                  </a:lnTo>
                  <a:lnTo>
                    <a:pt x="25445" y="90686"/>
                  </a:lnTo>
                  <a:lnTo>
                    <a:pt x="24620" y="90361"/>
                  </a:lnTo>
                  <a:lnTo>
                    <a:pt x="23095" y="88692"/>
                  </a:lnTo>
                  <a:lnTo>
                    <a:pt x="19576" y="86731"/>
                  </a:lnTo>
                  <a:lnTo>
                    <a:pt x="19966" y="85801"/>
                  </a:lnTo>
                  <a:lnTo>
                    <a:pt x="20576" y="85269"/>
                  </a:lnTo>
                  <a:lnTo>
                    <a:pt x="20605" y="84352"/>
                  </a:lnTo>
                  <a:lnTo>
                    <a:pt x="21034" y="83702"/>
                  </a:lnTo>
                  <a:lnTo>
                    <a:pt x="21156" y="82685"/>
                  </a:lnTo>
                  <a:lnTo>
                    <a:pt x="21736" y="81283"/>
                  </a:lnTo>
                  <a:lnTo>
                    <a:pt x="23725" y="79452"/>
                  </a:lnTo>
                  <a:lnTo>
                    <a:pt x="23749" y="78438"/>
                  </a:lnTo>
                  <a:lnTo>
                    <a:pt x="24631" y="78089"/>
                  </a:lnTo>
                  <a:lnTo>
                    <a:pt x="25306" y="76396"/>
                  </a:lnTo>
                  <a:lnTo>
                    <a:pt x="25814" y="75763"/>
                  </a:lnTo>
                  <a:lnTo>
                    <a:pt x="25063" y="75529"/>
                  </a:lnTo>
                  <a:lnTo>
                    <a:pt x="24741" y="75768"/>
                  </a:lnTo>
                  <a:lnTo>
                    <a:pt x="20845" y="74201"/>
                  </a:lnTo>
                  <a:lnTo>
                    <a:pt x="18973" y="74763"/>
                  </a:lnTo>
                  <a:lnTo>
                    <a:pt x="18615" y="74322"/>
                  </a:lnTo>
                  <a:lnTo>
                    <a:pt x="18092" y="72806"/>
                  </a:lnTo>
                  <a:lnTo>
                    <a:pt x="18004" y="71389"/>
                  </a:lnTo>
                  <a:lnTo>
                    <a:pt x="16577" y="68295"/>
                  </a:lnTo>
                  <a:lnTo>
                    <a:pt x="16957" y="66985"/>
                  </a:lnTo>
                  <a:lnTo>
                    <a:pt x="18070" y="64883"/>
                  </a:lnTo>
                  <a:lnTo>
                    <a:pt x="18211" y="63780"/>
                  </a:lnTo>
                  <a:lnTo>
                    <a:pt x="17511" y="62849"/>
                  </a:lnTo>
                  <a:lnTo>
                    <a:pt x="16507" y="60763"/>
                  </a:lnTo>
                  <a:lnTo>
                    <a:pt x="16246" y="59659"/>
                  </a:lnTo>
                  <a:lnTo>
                    <a:pt x="15769" y="58846"/>
                  </a:lnTo>
                  <a:lnTo>
                    <a:pt x="15820" y="58128"/>
                  </a:lnTo>
                  <a:lnTo>
                    <a:pt x="15435" y="56969"/>
                  </a:lnTo>
                  <a:lnTo>
                    <a:pt x="14486" y="55938"/>
                  </a:lnTo>
                  <a:lnTo>
                    <a:pt x="13158" y="56062"/>
                  </a:lnTo>
                  <a:lnTo>
                    <a:pt x="12114" y="55467"/>
                  </a:lnTo>
                  <a:lnTo>
                    <a:pt x="11736" y="55105"/>
                  </a:lnTo>
                  <a:lnTo>
                    <a:pt x="11529" y="53603"/>
                  </a:lnTo>
                  <a:lnTo>
                    <a:pt x="10575" y="53328"/>
                  </a:lnTo>
                  <a:lnTo>
                    <a:pt x="9226" y="52091"/>
                  </a:lnTo>
                  <a:lnTo>
                    <a:pt x="6607" y="53438"/>
                  </a:lnTo>
                  <a:lnTo>
                    <a:pt x="5166" y="53762"/>
                  </a:lnTo>
                  <a:lnTo>
                    <a:pt x="3934" y="54901"/>
                  </a:lnTo>
                  <a:lnTo>
                    <a:pt x="2169" y="54673"/>
                  </a:lnTo>
                  <a:lnTo>
                    <a:pt x="1326" y="54280"/>
                  </a:lnTo>
                  <a:lnTo>
                    <a:pt x="1435" y="54134"/>
                  </a:lnTo>
                  <a:lnTo>
                    <a:pt x="3013" y="52620"/>
                  </a:lnTo>
                  <a:lnTo>
                    <a:pt x="482" y="49928"/>
                  </a:lnTo>
                  <a:lnTo>
                    <a:pt x="0" y="49120"/>
                  </a:lnTo>
                  <a:lnTo>
                    <a:pt x="519" y="46662"/>
                  </a:lnTo>
                  <a:lnTo>
                    <a:pt x="74" y="45749"/>
                  </a:lnTo>
                  <a:lnTo>
                    <a:pt x="821" y="45550"/>
                  </a:lnTo>
                  <a:lnTo>
                    <a:pt x="1847" y="44424"/>
                  </a:lnTo>
                  <a:lnTo>
                    <a:pt x="2547" y="44162"/>
                  </a:lnTo>
                  <a:lnTo>
                    <a:pt x="3912" y="44753"/>
                  </a:lnTo>
                  <a:lnTo>
                    <a:pt x="4595" y="43810"/>
                  </a:lnTo>
                  <a:lnTo>
                    <a:pt x="5185" y="43552"/>
                  </a:lnTo>
                  <a:lnTo>
                    <a:pt x="6356" y="43790"/>
                  </a:lnTo>
                  <a:lnTo>
                    <a:pt x="7510" y="42990"/>
                  </a:lnTo>
                  <a:lnTo>
                    <a:pt x="8387" y="42946"/>
                  </a:lnTo>
                  <a:lnTo>
                    <a:pt x="9828" y="41850"/>
                  </a:lnTo>
                  <a:lnTo>
                    <a:pt x="10883" y="41578"/>
                  </a:lnTo>
                  <a:lnTo>
                    <a:pt x="12986" y="40564"/>
                  </a:lnTo>
                  <a:lnTo>
                    <a:pt x="14531" y="40368"/>
                  </a:lnTo>
                  <a:lnTo>
                    <a:pt x="14610" y="38454"/>
                  </a:lnTo>
                  <a:lnTo>
                    <a:pt x="13526" y="33541"/>
                  </a:lnTo>
                  <a:lnTo>
                    <a:pt x="11881" y="31600"/>
                  </a:lnTo>
                  <a:lnTo>
                    <a:pt x="10696" y="30838"/>
                  </a:lnTo>
                  <a:lnTo>
                    <a:pt x="10254" y="30787"/>
                  </a:lnTo>
                  <a:lnTo>
                    <a:pt x="9720" y="28283"/>
                  </a:lnTo>
                  <a:lnTo>
                    <a:pt x="9661" y="25014"/>
                  </a:lnTo>
                  <a:lnTo>
                    <a:pt x="17347" y="25869"/>
                  </a:lnTo>
                  <a:lnTo>
                    <a:pt x="24321" y="25958"/>
                  </a:lnTo>
                  <a:lnTo>
                    <a:pt x="24698" y="24897"/>
                  </a:lnTo>
                  <a:lnTo>
                    <a:pt x="24734" y="24058"/>
                  </a:lnTo>
                  <a:lnTo>
                    <a:pt x="25301" y="23034"/>
                  </a:lnTo>
                  <a:lnTo>
                    <a:pt x="25889" y="23684"/>
                  </a:lnTo>
                  <a:lnTo>
                    <a:pt x="26407" y="24822"/>
                  </a:lnTo>
                  <a:lnTo>
                    <a:pt x="27564" y="29076"/>
                  </a:lnTo>
                  <a:lnTo>
                    <a:pt x="31316" y="36040"/>
                  </a:lnTo>
                  <a:lnTo>
                    <a:pt x="31723" y="35261"/>
                  </a:lnTo>
                  <a:lnTo>
                    <a:pt x="33206" y="35605"/>
                  </a:lnTo>
                  <a:lnTo>
                    <a:pt x="33802" y="34919"/>
                  </a:lnTo>
                  <a:lnTo>
                    <a:pt x="34427" y="34993"/>
                  </a:lnTo>
                  <a:lnTo>
                    <a:pt x="35204" y="34594"/>
                  </a:lnTo>
                  <a:lnTo>
                    <a:pt x="37342" y="34115"/>
                  </a:lnTo>
                  <a:lnTo>
                    <a:pt x="37853" y="34312"/>
                  </a:lnTo>
                  <a:lnTo>
                    <a:pt x="39331" y="33848"/>
                  </a:lnTo>
                  <a:lnTo>
                    <a:pt x="39422" y="34349"/>
                  </a:lnTo>
                  <a:lnTo>
                    <a:pt x="41936" y="34269"/>
                  </a:lnTo>
                  <a:lnTo>
                    <a:pt x="43507" y="34653"/>
                  </a:lnTo>
                  <a:lnTo>
                    <a:pt x="45073" y="34546"/>
                  </a:lnTo>
                  <a:lnTo>
                    <a:pt x="47091" y="30946"/>
                  </a:lnTo>
                  <a:lnTo>
                    <a:pt x="48189" y="27433"/>
                  </a:lnTo>
                  <a:lnTo>
                    <a:pt x="48438" y="25153"/>
                  </a:lnTo>
                  <a:lnTo>
                    <a:pt x="49182" y="24873"/>
                  </a:lnTo>
                  <a:lnTo>
                    <a:pt x="50150" y="23295"/>
                  </a:lnTo>
                  <a:lnTo>
                    <a:pt x="50623" y="20796"/>
                  </a:lnTo>
                  <a:lnTo>
                    <a:pt x="50502" y="19982"/>
                  </a:lnTo>
                  <a:lnTo>
                    <a:pt x="49757" y="18815"/>
                  </a:lnTo>
                  <a:lnTo>
                    <a:pt x="51058" y="17071"/>
                  </a:lnTo>
                  <a:lnTo>
                    <a:pt x="51073" y="15285"/>
                  </a:lnTo>
                  <a:lnTo>
                    <a:pt x="51716" y="14820"/>
                  </a:lnTo>
                  <a:lnTo>
                    <a:pt x="52944" y="14805"/>
                  </a:lnTo>
                  <a:lnTo>
                    <a:pt x="53250" y="14609"/>
                  </a:lnTo>
                  <a:lnTo>
                    <a:pt x="53440" y="14040"/>
                  </a:lnTo>
                  <a:lnTo>
                    <a:pt x="53524" y="13493"/>
                  </a:lnTo>
                  <a:lnTo>
                    <a:pt x="52743" y="11429"/>
                  </a:lnTo>
                  <a:lnTo>
                    <a:pt x="52767" y="9873"/>
                  </a:lnTo>
                  <a:lnTo>
                    <a:pt x="51533" y="6747"/>
                  </a:lnTo>
                  <a:lnTo>
                    <a:pt x="50645" y="3473"/>
                  </a:lnTo>
                  <a:lnTo>
                    <a:pt x="51227" y="3225"/>
                  </a:lnTo>
                  <a:lnTo>
                    <a:pt x="51510" y="1918"/>
                  </a:lnTo>
                  <a:lnTo>
                    <a:pt x="52061" y="1271"/>
                  </a:lnTo>
                  <a:lnTo>
                    <a:pt x="52734" y="1241"/>
                  </a:lnTo>
                  <a:lnTo>
                    <a:pt x="53254" y="939"/>
                  </a:lnTo>
                  <a:lnTo>
                    <a:pt x="54135" y="0"/>
                  </a:lnTo>
                  <a:lnTo>
                    <a:pt x="56362" y="205"/>
                  </a:lnTo>
                  <a:lnTo>
                    <a:pt x="58934" y="1448"/>
                  </a:lnTo>
                  <a:lnTo>
                    <a:pt x="60912" y="1181"/>
                  </a:lnTo>
                  <a:lnTo>
                    <a:pt x="62325" y="1325"/>
                  </a:lnTo>
                  <a:lnTo>
                    <a:pt x="62785" y="1695"/>
                  </a:lnTo>
                  <a:lnTo>
                    <a:pt x="63500" y="3061"/>
                  </a:lnTo>
                  <a:lnTo>
                    <a:pt x="64162" y="2538"/>
                  </a:lnTo>
                  <a:lnTo>
                    <a:pt x="64902" y="3103"/>
                  </a:lnTo>
                  <a:lnTo>
                    <a:pt x="65396" y="2413"/>
                  </a:lnTo>
                  <a:lnTo>
                    <a:pt x="66673" y="3702"/>
                  </a:lnTo>
                  <a:lnTo>
                    <a:pt x="67587" y="3302"/>
                  </a:lnTo>
                  <a:lnTo>
                    <a:pt x="67793" y="3790"/>
                  </a:lnTo>
                  <a:lnTo>
                    <a:pt x="67827" y="5082"/>
                  </a:lnTo>
                  <a:lnTo>
                    <a:pt x="67388" y="6490"/>
                  </a:lnTo>
                  <a:lnTo>
                    <a:pt x="66906" y="7082"/>
                  </a:lnTo>
                  <a:lnTo>
                    <a:pt x="67357" y="7731"/>
                  </a:lnTo>
                  <a:lnTo>
                    <a:pt x="71581" y="11976"/>
                  </a:lnTo>
                  <a:lnTo>
                    <a:pt x="72851" y="11472"/>
                  </a:lnTo>
                  <a:lnTo>
                    <a:pt x="73958" y="11310"/>
                  </a:lnTo>
                  <a:lnTo>
                    <a:pt x="75182" y="10344"/>
                  </a:lnTo>
                  <a:lnTo>
                    <a:pt x="77610" y="9647"/>
                  </a:lnTo>
                  <a:lnTo>
                    <a:pt x="78085" y="9007"/>
                  </a:lnTo>
                  <a:lnTo>
                    <a:pt x="80583" y="10029"/>
                  </a:lnTo>
                  <a:lnTo>
                    <a:pt x="80598" y="12479"/>
                  </a:lnTo>
                  <a:lnTo>
                    <a:pt x="82997" y="13217"/>
                  </a:lnTo>
                  <a:lnTo>
                    <a:pt x="83246" y="13155"/>
                  </a:lnTo>
                  <a:lnTo>
                    <a:pt x="83526" y="12501"/>
                  </a:lnTo>
                  <a:lnTo>
                    <a:pt x="84611" y="12538"/>
                  </a:lnTo>
                  <a:lnTo>
                    <a:pt x="86108" y="11303"/>
                  </a:lnTo>
                  <a:lnTo>
                    <a:pt x="88020" y="11806"/>
                  </a:lnTo>
                  <a:lnTo>
                    <a:pt x="90092" y="11679"/>
                  </a:lnTo>
                  <a:lnTo>
                    <a:pt x="91130" y="11886"/>
                  </a:lnTo>
                  <a:lnTo>
                    <a:pt x="91672" y="11366"/>
                  </a:lnTo>
                  <a:lnTo>
                    <a:pt x="91688" y="10622"/>
                  </a:lnTo>
                  <a:lnTo>
                    <a:pt x="92092" y="10090"/>
                  </a:lnTo>
                  <a:lnTo>
                    <a:pt x="93045" y="9681"/>
                  </a:lnTo>
                  <a:lnTo>
                    <a:pt x="94000" y="9765"/>
                  </a:lnTo>
                  <a:lnTo>
                    <a:pt x="94519" y="8985"/>
                  </a:lnTo>
                  <a:lnTo>
                    <a:pt x="96523" y="10003"/>
                  </a:lnTo>
                  <a:lnTo>
                    <a:pt x="97634" y="10133"/>
                  </a:lnTo>
                  <a:lnTo>
                    <a:pt x="100438" y="11226"/>
                  </a:lnTo>
                  <a:lnTo>
                    <a:pt x="100820" y="10778"/>
                  </a:lnTo>
                  <a:lnTo>
                    <a:pt x="102981" y="11341"/>
                  </a:lnTo>
                  <a:lnTo>
                    <a:pt x="103711" y="10777"/>
                  </a:lnTo>
                  <a:lnTo>
                    <a:pt x="104753" y="11142"/>
                  </a:lnTo>
                  <a:lnTo>
                    <a:pt x="105160" y="10646"/>
                  </a:lnTo>
                  <a:lnTo>
                    <a:pt x="105721" y="10842"/>
                  </a:lnTo>
                  <a:lnTo>
                    <a:pt x="107312" y="9568"/>
                  </a:lnTo>
                  <a:lnTo>
                    <a:pt x="107729" y="9609"/>
                  </a:lnTo>
                  <a:lnTo>
                    <a:pt x="108301" y="8867"/>
                  </a:lnTo>
                  <a:lnTo>
                    <a:pt x="109557" y="8309"/>
                  </a:lnTo>
                  <a:lnTo>
                    <a:pt x="110247" y="8568"/>
                  </a:lnTo>
                  <a:lnTo>
                    <a:pt x="110583" y="7833"/>
                  </a:lnTo>
                  <a:lnTo>
                    <a:pt x="111693" y="7113"/>
                  </a:lnTo>
                  <a:lnTo>
                    <a:pt x="112936" y="5810"/>
                  </a:lnTo>
                  <a:lnTo>
                    <a:pt x="114572" y="5003"/>
                  </a:lnTo>
                  <a:lnTo>
                    <a:pt x="118709" y="4324"/>
                  </a:lnTo>
                  <a:lnTo>
                    <a:pt x="119863" y="3805"/>
                  </a:lnTo>
                  <a:lnTo>
                    <a:pt x="122562" y="3808"/>
                  </a:lnTo>
                  <a:lnTo>
                    <a:pt x="123201" y="3411"/>
                  </a:lnTo>
                  <a:lnTo>
                    <a:pt x="124311" y="3238"/>
                  </a:lnTo>
                  <a:lnTo>
                    <a:pt x="124614" y="3436"/>
                  </a:lnTo>
                  <a:lnTo>
                    <a:pt x="124203" y="4232"/>
                  </a:lnTo>
                  <a:lnTo>
                    <a:pt x="124282" y="5514"/>
                  </a:lnTo>
                  <a:lnTo>
                    <a:pt x="124054" y="6165"/>
                  </a:lnTo>
                  <a:lnTo>
                    <a:pt x="125315" y="6832"/>
                  </a:lnTo>
                  <a:lnTo>
                    <a:pt x="128544" y="9167"/>
                  </a:lnTo>
                  <a:lnTo>
                    <a:pt x="129859" y="9334"/>
                  </a:lnTo>
                  <a:lnTo>
                    <a:pt x="132128" y="8787"/>
                  </a:lnTo>
                  <a:lnTo>
                    <a:pt x="133985" y="8825"/>
                  </a:lnTo>
                  <a:lnTo>
                    <a:pt x="138236" y="10093"/>
                  </a:lnTo>
                  <a:lnTo>
                    <a:pt x="138516" y="10631"/>
                  </a:lnTo>
                  <a:lnTo>
                    <a:pt x="140730" y="10489"/>
                  </a:lnTo>
                  <a:lnTo>
                    <a:pt x="139527" y="8407"/>
                  </a:lnTo>
                  <a:lnTo>
                    <a:pt x="140825" y="6706"/>
                  </a:lnTo>
                  <a:lnTo>
                    <a:pt x="142924" y="6174"/>
                  </a:lnTo>
                  <a:lnTo>
                    <a:pt x="143269" y="5647"/>
                  </a:lnTo>
                  <a:lnTo>
                    <a:pt x="147575" y="7480"/>
                  </a:lnTo>
                  <a:lnTo>
                    <a:pt x="148270" y="7283"/>
                  </a:lnTo>
                  <a:lnTo>
                    <a:pt x="149068" y="7367"/>
                  </a:lnTo>
                  <a:lnTo>
                    <a:pt x="149377" y="7110"/>
                  </a:lnTo>
                  <a:lnTo>
                    <a:pt x="150479" y="7190"/>
                  </a:lnTo>
                  <a:lnTo>
                    <a:pt x="152222" y="8176"/>
                  </a:lnTo>
                  <a:lnTo>
                    <a:pt x="153153" y="9348"/>
                  </a:lnTo>
                  <a:lnTo>
                    <a:pt x="153741" y="9612"/>
                  </a:lnTo>
                  <a:lnTo>
                    <a:pt x="154880" y="9283"/>
                  </a:lnTo>
                  <a:lnTo>
                    <a:pt x="155278" y="9420"/>
                  </a:lnTo>
                  <a:lnTo>
                    <a:pt x="155440" y="9682"/>
                  </a:lnTo>
                  <a:lnTo>
                    <a:pt x="154895" y="11014"/>
                  </a:lnTo>
                  <a:lnTo>
                    <a:pt x="156365" y="12468"/>
                  </a:lnTo>
                  <a:lnTo>
                    <a:pt x="156627" y="13257"/>
                  </a:lnTo>
                  <a:lnTo>
                    <a:pt x="156412" y="13983"/>
                  </a:lnTo>
                  <a:lnTo>
                    <a:pt x="157865" y="12806"/>
                  </a:lnTo>
                  <a:lnTo>
                    <a:pt x="158271" y="11873"/>
                  </a:lnTo>
                  <a:lnTo>
                    <a:pt x="161270" y="8502"/>
                  </a:lnTo>
                  <a:lnTo>
                    <a:pt x="162893" y="8105"/>
                  </a:lnTo>
                  <a:lnTo>
                    <a:pt x="165038" y="7955"/>
                  </a:lnTo>
                  <a:lnTo>
                    <a:pt x="165855" y="8151"/>
                  </a:lnTo>
                  <a:lnTo>
                    <a:pt x="169322" y="7991"/>
                  </a:lnTo>
                  <a:lnTo>
                    <a:pt x="169734" y="8197"/>
                  </a:lnTo>
                  <a:lnTo>
                    <a:pt x="170447" y="7420"/>
                  </a:lnTo>
                  <a:lnTo>
                    <a:pt x="171667" y="7465"/>
                  </a:lnTo>
                  <a:lnTo>
                    <a:pt x="172368" y="7168"/>
                  </a:lnTo>
                  <a:lnTo>
                    <a:pt x="173677" y="5064"/>
                  </a:lnTo>
                  <a:lnTo>
                    <a:pt x="174527" y="5414"/>
                  </a:lnTo>
                  <a:lnTo>
                    <a:pt x="175476" y="6203"/>
                  </a:lnTo>
                  <a:lnTo>
                    <a:pt x="176113" y="6319"/>
                  </a:lnTo>
                  <a:lnTo>
                    <a:pt x="176795" y="6124"/>
                  </a:lnTo>
                  <a:lnTo>
                    <a:pt x="177651" y="6986"/>
                  </a:lnTo>
                  <a:lnTo>
                    <a:pt x="178188" y="6293"/>
                  </a:lnTo>
                  <a:lnTo>
                    <a:pt x="178889" y="7669"/>
                  </a:lnTo>
                  <a:lnTo>
                    <a:pt x="179365" y="7339"/>
                  </a:lnTo>
                  <a:lnTo>
                    <a:pt x="179898" y="7907"/>
                  </a:lnTo>
                  <a:lnTo>
                    <a:pt x="180816" y="9319"/>
                  </a:lnTo>
                  <a:lnTo>
                    <a:pt x="180388" y="9713"/>
                  </a:lnTo>
                  <a:lnTo>
                    <a:pt x="180749" y="10642"/>
                  </a:lnTo>
                  <a:lnTo>
                    <a:pt x="182159" y="11771"/>
                  </a:lnTo>
                  <a:lnTo>
                    <a:pt x="183190" y="13053"/>
                  </a:lnTo>
                  <a:lnTo>
                    <a:pt x="183541" y="14294"/>
                  </a:lnTo>
                  <a:lnTo>
                    <a:pt x="184421" y="15904"/>
                  </a:lnTo>
                  <a:lnTo>
                    <a:pt x="184141" y="18165"/>
                  </a:lnTo>
                  <a:lnTo>
                    <a:pt x="184413" y="18869"/>
                  </a:lnTo>
                  <a:lnTo>
                    <a:pt x="185156" y="19231"/>
                  </a:lnTo>
                  <a:lnTo>
                    <a:pt x="184193" y="20919"/>
                  </a:lnTo>
                  <a:lnTo>
                    <a:pt x="179382" y="24550"/>
                  </a:lnTo>
                  <a:lnTo>
                    <a:pt x="178562" y="26392"/>
                  </a:lnTo>
                  <a:lnTo>
                    <a:pt x="178265" y="28902"/>
                  </a:lnTo>
                  <a:lnTo>
                    <a:pt x="176980" y="33427"/>
                  </a:lnTo>
                  <a:lnTo>
                    <a:pt x="174769" y="36627"/>
                  </a:lnTo>
                  <a:lnTo>
                    <a:pt x="173879" y="37477"/>
                  </a:lnTo>
                  <a:lnTo>
                    <a:pt x="173731" y="38721"/>
                  </a:lnTo>
                  <a:lnTo>
                    <a:pt x="175754" y="39825"/>
                  </a:lnTo>
                  <a:lnTo>
                    <a:pt x="177453" y="40458"/>
                  </a:lnTo>
                  <a:lnTo>
                    <a:pt x="177550" y="40164"/>
                  </a:lnTo>
                  <a:lnTo>
                    <a:pt x="179078" y="40472"/>
                  </a:lnTo>
                  <a:lnTo>
                    <a:pt x="178904" y="41073"/>
                  </a:lnTo>
                  <a:lnTo>
                    <a:pt x="180548" y="41291"/>
                  </a:lnTo>
                  <a:lnTo>
                    <a:pt x="181491" y="41029"/>
                  </a:lnTo>
                  <a:lnTo>
                    <a:pt x="181890" y="40451"/>
                  </a:lnTo>
                  <a:lnTo>
                    <a:pt x="181820" y="39595"/>
                  </a:lnTo>
                  <a:lnTo>
                    <a:pt x="184400" y="40129"/>
                  </a:lnTo>
                  <a:lnTo>
                    <a:pt x="185758" y="40122"/>
                  </a:lnTo>
                  <a:lnTo>
                    <a:pt x="186635" y="39266"/>
                  </a:lnTo>
                  <a:lnTo>
                    <a:pt x="187587" y="39116"/>
                  </a:lnTo>
                  <a:lnTo>
                    <a:pt x="188926" y="38021"/>
                  </a:lnTo>
                  <a:lnTo>
                    <a:pt x="189361" y="37052"/>
                  </a:lnTo>
                  <a:lnTo>
                    <a:pt x="189781" y="36653"/>
                  </a:lnTo>
                  <a:lnTo>
                    <a:pt x="191515" y="35781"/>
                  </a:lnTo>
                  <a:lnTo>
                    <a:pt x="193075" y="34954"/>
                  </a:lnTo>
                  <a:lnTo>
                    <a:pt x="193502" y="33951"/>
                  </a:lnTo>
                  <a:lnTo>
                    <a:pt x="194827" y="34079"/>
                  </a:lnTo>
                  <a:lnTo>
                    <a:pt x="194861" y="34430"/>
                  </a:lnTo>
                  <a:lnTo>
                    <a:pt x="195964" y="34403"/>
                  </a:lnTo>
                  <a:lnTo>
                    <a:pt x="195413" y="35176"/>
                  </a:lnTo>
                  <a:lnTo>
                    <a:pt x="196029" y="39143"/>
                  </a:lnTo>
                  <a:lnTo>
                    <a:pt x="195310" y="39386"/>
                  </a:lnTo>
                  <a:lnTo>
                    <a:pt x="195504" y="40008"/>
                  </a:lnTo>
                  <a:lnTo>
                    <a:pt x="192359" y="42098"/>
                  </a:lnTo>
                  <a:lnTo>
                    <a:pt x="192286" y="42297"/>
                  </a:lnTo>
                  <a:lnTo>
                    <a:pt x="192895" y="42772"/>
                  </a:lnTo>
                  <a:lnTo>
                    <a:pt x="192307" y="44364"/>
                  </a:lnTo>
                  <a:lnTo>
                    <a:pt x="191700" y="45180"/>
                  </a:lnTo>
                  <a:lnTo>
                    <a:pt x="190954" y="45559"/>
                  </a:lnTo>
                  <a:lnTo>
                    <a:pt x="190798" y="46300"/>
                  </a:lnTo>
                  <a:lnTo>
                    <a:pt x="192307" y="46142"/>
                  </a:lnTo>
                  <a:lnTo>
                    <a:pt x="193191" y="46325"/>
                  </a:lnTo>
                  <a:lnTo>
                    <a:pt x="195548" y="45631"/>
                  </a:lnTo>
                  <a:lnTo>
                    <a:pt x="197158" y="48559"/>
                  </a:lnTo>
                  <a:lnTo>
                    <a:pt x="197523" y="48680"/>
                  </a:lnTo>
                  <a:lnTo>
                    <a:pt x="197786" y="48092"/>
                  </a:lnTo>
                  <a:lnTo>
                    <a:pt x="200165" y="51527"/>
                  </a:lnTo>
                  <a:lnTo>
                    <a:pt x="199633" y="52145"/>
                  </a:lnTo>
                  <a:lnTo>
                    <a:pt x="198268" y="52442"/>
                  </a:lnTo>
                  <a:lnTo>
                    <a:pt x="196854" y="53292"/>
                  </a:lnTo>
                  <a:lnTo>
                    <a:pt x="194839" y="53894"/>
                  </a:lnTo>
                  <a:lnTo>
                    <a:pt x="192754" y="53117"/>
                  </a:lnTo>
                  <a:lnTo>
                    <a:pt x="191977" y="53269"/>
                  </a:lnTo>
                  <a:lnTo>
                    <a:pt x="189291" y="56389"/>
                  </a:lnTo>
                  <a:lnTo>
                    <a:pt x="187538" y="57413"/>
                  </a:lnTo>
                  <a:lnTo>
                    <a:pt x="185724" y="59249"/>
                  </a:lnTo>
                  <a:lnTo>
                    <a:pt x="185268" y="60412"/>
                  </a:lnTo>
                  <a:lnTo>
                    <a:pt x="184731" y="60991"/>
                  </a:lnTo>
                  <a:lnTo>
                    <a:pt x="181578" y="63213"/>
                  </a:lnTo>
                  <a:lnTo>
                    <a:pt x="176281" y="65489"/>
                  </a:lnTo>
                  <a:lnTo>
                    <a:pt x="177276" y="66601"/>
                  </a:lnTo>
                  <a:lnTo>
                    <a:pt x="178576" y="66629"/>
                  </a:lnTo>
                  <a:lnTo>
                    <a:pt x="178581" y="67254"/>
                  </a:lnTo>
                  <a:lnTo>
                    <a:pt x="179249" y="68891"/>
                  </a:lnTo>
                  <a:lnTo>
                    <a:pt x="177343" y="74645"/>
                  </a:lnTo>
                  <a:lnTo>
                    <a:pt x="177923" y="77301"/>
                  </a:lnTo>
                  <a:lnTo>
                    <a:pt x="177855" y="78873"/>
                  </a:lnTo>
                  <a:lnTo>
                    <a:pt x="177573" y="78818"/>
                  </a:lnTo>
                  <a:lnTo>
                    <a:pt x="177258" y="79714"/>
                  </a:lnTo>
                  <a:lnTo>
                    <a:pt x="176352" y="80599"/>
                  </a:lnTo>
                  <a:lnTo>
                    <a:pt x="175613" y="82636"/>
                  </a:lnTo>
                  <a:lnTo>
                    <a:pt x="173569" y="84197"/>
                  </a:lnTo>
                  <a:lnTo>
                    <a:pt x="172560" y="84489"/>
                  </a:lnTo>
                  <a:lnTo>
                    <a:pt x="172838" y="84834"/>
                  </a:lnTo>
                  <a:lnTo>
                    <a:pt x="172597" y="85891"/>
                  </a:lnTo>
                  <a:lnTo>
                    <a:pt x="171617" y="86758"/>
                  </a:lnTo>
                  <a:lnTo>
                    <a:pt x="171758" y="87388"/>
                  </a:lnTo>
                  <a:lnTo>
                    <a:pt x="171593" y="87903"/>
                  </a:lnTo>
                  <a:lnTo>
                    <a:pt x="171792" y="88213"/>
                  </a:lnTo>
                  <a:lnTo>
                    <a:pt x="171291" y="89421"/>
                  </a:lnTo>
                  <a:lnTo>
                    <a:pt x="171528" y="91793"/>
                  </a:lnTo>
                  <a:lnTo>
                    <a:pt x="171292" y="92570"/>
                  </a:lnTo>
                  <a:lnTo>
                    <a:pt x="172019" y="92369"/>
                  </a:lnTo>
                  <a:lnTo>
                    <a:pt x="172456" y="92719"/>
                  </a:lnTo>
                  <a:lnTo>
                    <a:pt x="172559" y="93909"/>
                  </a:lnTo>
                  <a:lnTo>
                    <a:pt x="174325" y="93777"/>
                  </a:lnTo>
                  <a:lnTo>
                    <a:pt x="173986" y="95093"/>
                  </a:lnTo>
                  <a:lnTo>
                    <a:pt x="174415" y="97394"/>
                  </a:lnTo>
                  <a:lnTo>
                    <a:pt x="173270" y="99353"/>
                  </a:lnTo>
                  <a:lnTo>
                    <a:pt x="173870" y="102903"/>
                  </a:lnTo>
                  <a:lnTo>
                    <a:pt x="172964" y="103167"/>
                  </a:lnTo>
                  <a:lnTo>
                    <a:pt x="172739" y="103594"/>
                  </a:lnTo>
                  <a:lnTo>
                    <a:pt x="170717" y="104383"/>
                  </a:lnTo>
                  <a:lnTo>
                    <a:pt x="170268" y="104810"/>
                  </a:lnTo>
                  <a:lnTo>
                    <a:pt x="170069" y="105517"/>
                  </a:lnTo>
                  <a:lnTo>
                    <a:pt x="170227" y="108144"/>
                  </a:lnTo>
                  <a:lnTo>
                    <a:pt x="169812" y="109502"/>
                  </a:lnTo>
                  <a:lnTo>
                    <a:pt x="169343" y="112783"/>
                  </a:lnTo>
                  <a:lnTo>
                    <a:pt x="167628" y="115655"/>
                  </a:lnTo>
                  <a:lnTo>
                    <a:pt x="166925" y="117371"/>
                  </a:lnTo>
                  <a:lnTo>
                    <a:pt x="166575" y="118294"/>
                  </a:lnTo>
                  <a:lnTo>
                    <a:pt x="167077" y="118732"/>
                  </a:lnTo>
                  <a:lnTo>
                    <a:pt x="166487" y="119581"/>
                  </a:lnTo>
                  <a:lnTo>
                    <a:pt x="165540" y="120827"/>
                  </a:lnTo>
                  <a:lnTo>
                    <a:pt x="165360" y="120662"/>
                  </a:lnTo>
                  <a:lnTo>
                    <a:pt x="162697" y="123129"/>
                  </a:lnTo>
                  <a:lnTo>
                    <a:pt x="161868" y="123530"/>
                  </a:lnTo>
                  <a:lnTo>
                    <a:pt x="162133" y="124158"/>
                  </a:lnTo>
                  <a:lnTo>
                    <a:pt x="162832" y="124273"/>
                  </a:lnTo>
                  <a:lnTo>
                    <a:pt x="164096" y="125515"/>
                  </a:lnTo>
                  <a:lnTo>
                    <a:pt x="164964" y="127512"/>
                  </a:lnTo>
                  <a:lnTo>
                    <a:pt x="164313" y="129850"/>
                  </a:lnTo>
                  <a:lnTo>
                    <a:pt x="163867" y="134537"/>
                  </a:lnTo>
                  <a:lnTo>
                    <a:pt x="164963" y="138296"/>
                  </a:lnTo>
                  <a:lnTo>
                    <a:pt x="165733" y="139314"/>
                  </a:lnTo>
                  <a:lnTo>
                    <a:pt x="167216" y="140204"/>
                  </a:lnTo>
                  <a:lnTo>
                    <a:pt x="169564" y="142164"/>
                  </a:lnTo>
                  <a:lnTo>
                    <a:pt x="172371" y="145993"/>
                  </a:lnTo>
                  <a:lnTo>
                    <a:pt x="170340" y="146649"/>
                  </a:lnTo>
                  <a:lnTo>
                    <a:pt x="168184" y="148509"/>
                  </a:lnTo>
                  <a:lnTo>
                    <a:pt x="164230" y="150246"/>
                  </a:lnTo>
                  <a:lnTo>
                    <a:pt x="163287" y="151067"/>
                  </a:lnTo>
                  <a:lnTo>
                    <a:pt x="161378" y="153597"/>
                  </a:lnTo>
                  <a:lnTo>
                    <a:pt x="160831" y="153921"/>
                  </a:lnTo>
                  <a:lnTo>
                    <a:pt x="160603" y="153633"/>
                  </a:lnTo>
                  <a:lnTo>
                    <a:pt x="160063" y="153745"/>
                  </a:lnTo>
                  <a:lnTo>
                    <a:pt x="158139" y="154509"/>
                  </a:lnTo>
                  <a:lnTo>
                    <a:pt x="157996" y="154808"/>
                  </a:lnTo>
                  <a:lnTo>
                    <a:pt x="156059" y="155908"/>
                  </a:lnTo>
                  <a:lnTo>
                    <a:pt x="156368" y="156406"/>
                  </a:lnTo>
                  <a:lnTo>
                    <a:pt x="153962" y="157876"/>
                  </a:lnTo>
                  <a:lnTo>
                    <a:pt x="149078" y="161392"/>
                  </a:lnTo>
                  <a:lnTo>
                    <a:pt x="150297" y="162580"/>
                  </a:lnTo>
                  <a:lnTo>
                    <a:pt x="149618" y="163030"/>
                  </a:lnTo>
                  <a:lnTo>
                    <a:pt x="150093" y="164335"/>
                  </a:lnTo>
                  <a:lnTo>
                    <a:pt x="149753" y="164494"/>
                  </a:lnTo>
                  <a:lnTo>
                    <a:pt x="151757" y="169478"/>
                  </a:lnTo>
                  <a:lnTo>
                    <a:pt x="147347" y="172245"/>
                  </a:lnTo>
                  <a:lnTo>
                    <a:pt x="149282" y="175171"/>
                  </a:lnTo>
                  <a:lnTo>
                    <a:pt x="150132" y="175709"/>
                  </a:lnTo>
                  <a:lnTo>
                    <a:pt x="150876" y="176955"/>
                  </a:lnTo>
                  <a:lnTo>
                    <a:pt x="153693" y="175234"/>
                  </a:lnTo>
                  <a:lnTo>
                    <a:pt x="154023" y="176040"/>
                  </a:lnTo>
                  <a:lnTo>
                    <a:pt x="153573" y="176332"/>
                  </a:lnTo>
                  <a:lnTo>
                    <a:pt x="154087" y="176953"/>
                  </a:lnTo>
                  <a:lnTo>
                    <a:pt x="153764" y="177177"/>
                  </a:lnTo>
                  <a:lnTo>
                    <a:pt x="153981" y="177450"/>
                  </a:lnTo>
                  <a:lnTo>
                    <a:pt x="153817" y="177551"/>
                  </a:lnTo>
                  <a:lnTo>
                    <a:pt x="154254" y="178091"/>
                  </a:lnTo>
                  <a:lnTo>
                    <a:pt x="143061" y="185521"/>
                  </a:lnTo>
                  <a:lnTo>
                    <a:pt x="138710" y="187962"/>
                  </a:lnTo>
                  <a:lnTo>
                    <a:pt x="138290" y="187211"/>
                  </a:lnTo>
                  <a:lnTo>
                    <a:pt x="134005" y="189297"/>
                  </a:lnTo>
                  <a:lnTo>
                    <a:pt x="133513" y="188924"/>
                  </a:lnTo>
                  <a:lnTo>
                    <a:pt x="132955" y="190533"/>
                  </a:lnTo>
                  <a:lnTo>
                    <a:pt x="132011" y="189788"/>
                  </a:lnTo>
                  <a:lnTo>
                    <a:pt x="131984" y="190509"/>
                  </a:lnTo>
                  <a:lnTo>
                    <a:pt x="131430" y="191110"/>
                  </a:lnTo>
                  <a:lnTo>
                    <a:pt x="129769" y="191129"/>
                  </a:lnTo>
                  <a:lnTo>
                    <a:pt x="127821" y="191992"/>
                  </a:lnTo>
                  <a:lnTo>
                    <a:pt x="124419" y="192885"/>
                  </a:lnTo>
                  <a:lnTo>
                    <a:pt x="123263" y="189264"/>
                  </a:lnTo>
                  <a:lnTo>
                    <a:pt x="118546" y="177754"/>
                  </a:lnTo>
                  <a:lnTo>
                    <a:pt x="118036" y="178046"/>
                  </a:lnTo>
                  <a:lnTo>
                    <a:pt x="116883" y="179382"/>
                  </a:lnTo>
                  <a:lnTo>
                    <a:pt x="115682" y="180903"/>
                  </a:lnTo>
                  <a:lnTo>
                    <a:pt x="115762" y="181402"/>
                  </a:lnTo>
                  <a:lnTo>
                    <a:pt x="113025" y="184587"/>
                  </a:lnTo>
                  <a:lnTo>
                    <a:pt x="110979" y="182605"/>
                  </a:lnTo>
                  <a:lnTo>
                    <a:pt x="109894" y="183354"/>
                  </a:lnTo>
                  <a:lnTo>
                    <a:pt x="109014" y="183196"/>
                  </a:lnTo>
                  <a:lnTo>
                    <a:pt x="108797" y="183677"/>
                  </a:lnTo>
                  <a:lnTo>
                    <a:pt x="108705" y="184085"/>
                  </a:lnTo>
                  <a:lnTo>
                    <a:pt x="109364" y="184596"/>
                  </a:lnTo>
                  <a:lnTo>
                    <a:pt x="109899" y="185966"/>
                  </a:lnTo>
                  <a:lnTo>
                    <a:pt x="104682" y="187982"/>
                  </a:lnTo>
                  <a:lnTo>
                    <a:pt x="104019" y="186365"/>
                  </a:lnTo>
                  <a:lnTo>
                    <a:pt x="102601" y="187138"/>
                  </a:lnTo>
                  <a:lnTo>
                    <a:pt x="98852" y="179036"/>
                  </a:lnTo>
                  <a:lnTo>
                    <a:pt x="91410" y="181502"/>
                  </a:lnTo>
                  <a:lnTo>
                    <a:pt x="79904" y="184346"/>
                  </a:lnTo>
                  <a:lnTo>
                    <a:pt x="80008" y="18483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pg91">
              <a:extLst>
                <a:ext uri="{FF2B5EF4-FFF2-40B4-BE49-F238E27FC236}">
                  <a16:creationId xmlns:a16="http://schemas.microsoft.com/office/drawing/2014/main" id="{544E7886-CAB6-77D5-F3AB-9165A7515779}"/>
                </a:ext>
              </a:extLst>
            </p:cNvPr>
            <p:cNvSpPr/>
            <p:nvPr/>
          </p:nvSpPr>
          <p:spPr>
            <a:xfrm>
              <a:off x="6325301" y="3435305"/>
              <a:ext cx="491948" cy="531395"/>
            </a:xfrm>
            <a:custGeom>
              <a:avLst/>
              <a:gdLst/>
              <a:ahLst/>
              <a:cxnLst/>
              <a:rect l="0" t="0" r="0" b="0"/>
              <a:pathLst>
                <a:path w="491948" h="531395">
                  <a:moveTo>
                    <a:pt x="140013" y="508433"/>
                  </a:moveTo>
                  <a:lnTo>
                    <a:pt x="139690" y="509542"/>
                  </a:lnTo>
                  <a:lnTo>
                    <a:pt x="139777" y="510498"/>
                  </a:lnTo>
                  <a:lnTo>
                    <a:pt x="139143" y="511080"/>
                  </a:lnTo>
                  <a:lnTo>
                    <a:pt x="138493" y="512551"/>
                  </a:lnTo>
                  <a:lnTo>
                    <a:pt x="137102" y="513091"/>
                  </a:lnTo>
                  <a:lnTo>
                    <a:pt x="136903" y="513523"/>
                  </a:lnTo>
                  <a:lnTo>
                    <a:pt x="135127" y="513574"/>
                  </a:lnTo>
                  <a:lnTo>
                    <a:pt x="133899" y="513357"/>
                  </a:lnTo>
                  <a:lnTo>
                    <a:pt x="131569" y="513563"/>
                  </a:lnTo>
                  <a:lnTo>
                    <a:pt x="130504" y="514146"/>
                  </a:lnTo>
                  <a:lnTo>
                    <a:pt x="129862" y="514072"/>
                  </a:lnTo>
                  <a:lnTo>
                    <a:pt x="126525" y="515195"/>
                  </a:lnTo>
                  <a:lnTo>
                    <a:pt x="127531" y="515575"/>
                  </a:lnTo>
                  <a:lnTo>
                    <a:pt x="127776" y="516103"/>
                  </a:lnTo>
                  <a:lnTo>
                    <a:pt x="123576" y="521104"/>
                  </a:lnTo>
                  <a:lnTo>
                    <a:pt x="122877" y="523035"/>
                  </a:lnTo>
                  <a:lnTo>
                    <a:pt x="120736" y="526194"/>
                  </a:lnTo>
                  <a:lnTo>
                    <a:pt x="118825" y="524972"/>
                  </a:lnTo>
                  <a:lnTo>
                    <a:pt x="118692" y="524343"/>
                  </a:lnTo>
                  <a:lnTo>
                    <a:pt x="114006" y="520401"/>
                  </a:lnTo>
                  <a:lnTo>
                    <a:pt x="112198" y="519377"/>
                  </a:lnTo>
                  <a:lnTo>
                    <a:pt x="112263" y="519034"/>
                  </a:lnTo>
                  <a:lnTo>
                    <a:pt x="110989" y="518988"/>
                  </a:lnTo>
                  <a:lnTo>
                    <a:pt x="109874" y="518512"/>
                  </a:lnTo>
                  <a:lnTo>
                    <a:pt x="108475" y="519005"/>
                  </a:lnTo>
                  <a:lnTo>
                    <a:pt x="107714" y="518931"/>
                  </a:lnTo>
                  <a:lnTo>
                    <a:pt x="103697" y="516599"/>
                  </a:lnTo>
                  <a:lnTo>
                    <a:pt x="102146" y="516255"/>
                  </a:lnTo>
                  <a:lnTo>
                    <a:pt x="101578" y="515650"/>
                  </a:lnTo>
                  <a:lnTo>
                    <a:pt x="101379" y="513494"/>
                  </a:lnTo>
                  <a:lnTo>
                    <a:pt x="100826" y="512510"/>
                  </a:lnTo>
                  <a:lnTo>
                    <a:pt x="100304" y="506915"/>
                  </a:lnTo>
                  <a:lnTo>
                    <a:pt x="100129" y="506031"/>
                  </a:lnTo>
                  <a:lnTo>
                    <a:pt x="99526" y="504892"/>
                  </a:lnTo>
                  <a:lnTo>
                    <a:pt x="98306" y="503720"/>
                  </a:lnTo>
                  <a:lnTo>
                    <a:pt x="95219" y="503132"/>
                  </a:lnTo>
                  <a:lnTo>
                    <a:pt x="93299" y="503173"/>
                  </a:lnTo>
                  <a:lnTo>
                    <a:pt x="91654" y="501799"/>
                  </a:lnTo>
                  <a:lnTo>
                    <a:pt x="89250" y="501928"/>
                  </a:lnTo>
                  <a:lnTo>
                    <a:pt x="88958" y="500551"/>
                  </a:lnTo>
                  <a:lnTo>
                    <a:pt x="84739" y="494265"/>
                  </a:lnTo>
                  <a:lnTo>
                    <a:pt x="83765" y="493671"/>
                  </a:lnTo>
                  <a:lnTo>
                    <a:pt x="83752" y="492043"/>
                  </a:lnTo>
                  <a:lnTo>
                    <a:pt x="84246" y="491025"/>
                  </a:lnTo>
                  <a:lnTo>
                    <a:pt x="84363" y="490100"/>
                  </a:lnTo>
                  <a:lnTo>
                    <a:pt x="85235" y="488642"/>
                  </a:lnTo>
                  <a:lnTo>
                    <a:pt x="85151" y="487334"/>
                  </a:lnTo>
                  <a:lnTo>
                    <a:pt x="84463" y="487204"/>
                  </a:lnTo>
                  <a:lnTo>
                    <a:pt x="82564" y="488397"/>
                  </a:lnTo>
                  <a:lnTo>
                    <a:pt x="80636" y="488220"/>
                  </a:lnTo>
                  <a:lnTo>
                    <a:pt x="79837" y="489040"/>
                  </a:lnTo>
                  <a:lnTo>
                    <a:pt x="77888" y="490005"/>
                  </a:lnTo>
                  <a:lnTo>
                    <a:pt x="77898" y="491511"/>
                  </a:lnTo>
                  <a:lnTo>
                    <a:pt x="77609" y="492105"/>
                  </a:lnTo>
                  <a:lnTo>
                    <a:pt x="74878" y="492746"/>
                  </a:lnTo>
                  <a:lnTo>
                    <a:pt x="73822" y="492831"/>
                  </a:lnTo>
                  <a:lnTo>
                    <a:pt x="72423" y="492547"/>
                  </a:lnTo>
                  <a:lnTo>
                    <a:pt x="71760" y="492913"/>
                  </a:lnTo>
                  <a:lnTo>
                    <a:pt x="70960" y="493907"/>
                  </a:lnTo>
                  <a:lnTo>
                    <a:pt x="69132" y="494045"/>
                  </a:lnTo>
                  <a:lnTo>
                    <a:pt x="67775" y="494426"/>
                  </a:lnTo>
                  <a:lnTo>
                    <a:pt x="65907" y="493040"/>
                  </a:lnTo>
                  <a:lnTo>
                    <a:pt x="64261" y="492400"/>
                  </a:lnTo>
                  <a:lnTo>
                    <a:pt x="63374" y="491401"/>
                  </a:lnTo>
                  <a:lnTo>
                    <a:pt x="61526" y="490004"/>
                  </a:lnTo>
                  <a:lnTo>
                    <a:pt x="58956" y="489743"/>
                  </a:lnTo>
                  <a:lnTo>
                    <a:pt x="56599" y="488552"/>
                  </a:lnTo>
                  <a:lnTo>
                    <a:pt x="55275" y="487003"/>
                  </a:lnTo>
                  <a:lnTo>
                    <a:pt x="55372" y="485681"/>
                  </a:lnTo>
                  <a:lnTo>
                    <a:pt x="54211" y="484250"/>
                  </a:lnTo>
                  <a:lnTo>
                    <a:pt x="54231" y="482855"/>
                  </a:lnTo>
                  <a:lnTo>
                    <a:pt x="54636" y="481821"/>
                  </a:lnTo>
                  <a:lnTo>
                    <a:pt x="55392" y="481978"/>
                  </a:lnTo>
                  <a:lnTo>
                    <a:pt x="56575" y="481515"/>
                  </a:lnTo>
                  <a:lnTo>
                    <a:pt x="56515" y="479430"/>
                  </a:lnTo>
                  <a:lnTo>
                    <a:pt x="56939" y="478339"/>
                  </a:lnTo>
                  <a:lnTo>
                    <a:pt x="57885" y="478199"/>
                  </a:lnTo>
                  <a:lnTo>
                    <a:pt x="58427" y="477804"/>
                  </a:lnTo>
                  <a:lnTo>
                    <a:pt x="58888" y="477018"/>
                  </a:lnTo>
                  <a:lnTo>
                    <a:pt x="59663" y="476577"/>
                  </a:lnTo>
                  <a:lnTo>
                    <a:pt x="61729" y="476412"/>
                  </a:lnTo>
                  <a:lnTo>
                    <a:pt x="62300" y="476100"/>
                  </a:lnTo>
                  <a:lnTo>
                    <a:pt x="62795" y="475283"/>
                  </a:lnTo>
                  <a:lnTo>
                    <a:pt x="62676" y="469906"/>
                  </a:lnTo>
                  <a:lnTo>
                    <a:pt x="63219" y="467427"/>
                  </a:lnTo>
                  <a:lnTo>
                    <a:pt x="63978" y="465810"/>
                  </a:lnTo>
                  <a:lnTo>
                    <a:pt x="64336" y="462980"/>
                  </a:lnTo>
                  <a:lnTo>
                    <a:pt x="64893" y="460852"/>
                  </a:lnTo>
                  <a:lnTo>
                    <a:pt x="65077" y="457336"/>
                  </a:lnTo>
                  <a:lnTo>
                    <a:pt x="64610" y="454191"/>
                  </a:lnTo>
                  <a:lnTo>
                    <a:pt x="66044" y="451310"/>
                  </a:lnTo>
                  <a:lnTo>
                    <a:pt x="66540" y="449099"/>
                  </a:lnTo>
                  <a:lnTo>
                    <a:pt x="66090" y="448361"/>
                  </a:lnTo>
                  <a:lnTo>
                    <a:pt x="66400" y="447123"/>
                  </a:lnTo>
                  <a:lnTo>
                    <a:pt x="66044" y="445096"/>
                  </a:lnTo>
                  <a:lnTo>
                    <a:pt x="66273" y="443107"/>
                  </a:lnTo>
                  <a:lnTo>
                    <a:pt x="67093" y="441332"/>
                  </a:lnTo>
                  <a:lnTo>
                    <a:pt x="66731" y="435591"/>
                  </a:lnTo>
                  <a:lnTo>
                    <a:pt x="66582" y="434631"/>
                  </a:lnTo>
                  <a:lnTo>
                    <a:pt x="66139" y="433741"/>
                  </a:lnTo>
                  <a:lnTo>
                    <a:pt x="66452" y="431582"/>
                  </a:lnTo>
                  <a:lnTo>
                    <a:pt x="66290" y="430998"/>
                  </a:lnTo>
                  <a:lnTo>
                    <a:pt x="67356" y="428775"/>
                  </a:lnTo>
                  <a:lnTo>
                    <a:pt x="68406" y="425217"/>
                  </a:lnTo>
                  <a:lnTo>
                    <a:pt x="69615" y="423492"/>
                  </a:lnTo>
                  <a:lnTo>
                    <a:pt x="70510" y="422640"/>
                  </a:lnTo>
                  <a:lnTo>
                    <a:pt x="71989" y="422220"/>
                  </a:lnTo>
                  <a:lnTo>
                    <a:pt x="73489" y="421255"/>
                  </a:lnTo>
                  <a:lnTo>
                    <a:pt x="76703" y="416735"/>
                  </a:lnTo>
                  <a:lnTo>
                    <a:pt x="76298" y="413701"/>
                  </a:lnTo>
                  <a:lnTo>
                    <a:pt x="74484" y="408822"/>
                  </a:lnTo>
                  <a:lnTo>
                    <a:pt x="74219" y="406931"/>
                  </a:lnTo>
                  <a:lnTo>
                    <a:pt x="75559" y="406670"/>
                  </a:lnTo>
                  <a:lnTo>
                    <a:pt x="75268" y="405431"/>
                  </a:lnTo>
                  <a:lnTo>
                    <a:pt x="74516" y="403755"/>
                  </a:lnTo>
                  <a:lnTo>
                    <a:pt x="74553" y="402921"/>
                  </a:lnTo>
                  <a:lnTo>
                    <a:pt x="73311" y="401665"/>
                  </a:lnTo>
                  <a:lnTo>
                    <a:pt x="70964" y="400980"/>
                  </a:lnTo>
                  <a:lnTo>
                    <a:pt x="69334" y="399306"/>
                  </a:lnTo>
                  <a:lnTo>
                    <a:pt x="68875" y="399098"/>
                  </a:lnTo>
                  <a:lnTo>
                    <a:pt x="66962" y="395368"/>
                  </a:lnTo>
                  <a:lnTo>
                    <a:pt x="68354" y="393897"/>
                  </a:lnTo>
                  <a:lnTo>
                    <a:pt x="68471" y="393235"/>
                  </a:lnTo>
                  <a:lnTo>
                    <a:pt x="70281" y="389901"/>
                  </a:lnTo>
                  <a:lnTo>
                    <a:pt x="70466" y="389140"/>
                  </a:lnTo>
                  <a:lnTo>
                    <a:pt x="70874" y="388679"/>
                  </a:lnTo>
                  <a:lnTo>
                    <a:pt x="74908" y="388836"/>
                  </a:lnTo>
                  <a:lnTo>
                    <a:pt x="76328" y="387698"/>
                  </a:lnTo>
                  <a:lnTo>
                    <a:pt x="75940" y="386879"/>
                  </a:lnTo>
                  <a:lnTo>
                    <a:pt x="74808" y="386341"/>
                  </a:lnTo>
                  <a:lnTo>
                    <a:pt x="73721" y="384119"/>
                  </a:lnTo>
                  <a:lnTo>
                    <a:pt x="72613" y="382918"/>
                  </a:lnTo>
                  <a:lnTo>
                    <a:pt x="69458" y="381993"/>
                  </a:lnTo>
                  <a:lnTo>
                    <a:pt x="63494" y="372796"/>
                  </a:lnTo>
                  <a:lnTo>
                    <a:pt x="63421" y="371535"/>
                  </a:lnTo>
                  <a:lnTo>
                    <a:pt x="61644" y="367756"/>
                  </a:lnTo>
                  <a:lnTo>
                    <a:pt x="61654" y="366346"/>
                  </a:lnTo>
                  <a:lnTo>
                    <a:pt x="62041" y="364935"/>
                  </a:lnTo>
                  <a:lnTo>
                    <a:pt x="62316" y="364158"/>
                  </a:lnTo>
                  <a:lnTo>
                    <a:pt x="63001" y="363503"/>
                  </a:lnTo>
                  <a:lnTo>
                    <a:pt x="63443" y="362680"/>
                  </a:lnTo>
                  <a:lnTo>
                    <a:pt x="63769" y="361910"/>
                  </a:lnTo>
                  <a:lnTo>
                    <a:pt x="63698" y="361183"/>
                  </a:lnTo>
                  <a:lnTo>
                    <a:pt x="60739" y="354686"/>
                  </a:lnTo>
                  <a:lnTo>
                    <a:pt x="59377" y="353513"/>
                  </a:lnTo>
                  <a:lnTo>
                    <a:pt x="57663" y="351325"/>
                  </a:lnTo>
                  <a:lnTo>
                    <a:pt x="56470" y="346225"/>
                  </a:lnTo>
                  <a:lnTo>
                    <a:pt x="56834" y="345366"/>
                  </a:lnTo>
                  <a:lnTo>
                    <a:pt x="56659" y="344388"/>
                  </a:lnTo>
                  <a:lnTo>
                    <a:pt x="57373" y="342727"/>
                  </a:lnTo>
                  <a:lnTo>
                    <a:pt x="57347" y="341285"/>
                  </a:lnTo>
                  <a:lnTo>
                    <a:pt x="58675" y="340855"/>
                  </a:lnTo>
                  <a:lnTo>
                    <a:pt x="59064" y="340451"/>
                  </a:lnTo>
                  <a:lnTo>
                    <a:pt x="59207" y="340014"/>
                  </a:lnTo>
                  <a:lnTo>
                    <a:pt x="58791" y="339620"/>
                  </a:lnTo>
                  <a:lnTo>
                    <a:pt x="59108" y="338408"/>
                  </a:lnTo>
                  <a:lnTo>
                    <a:pt x="59717" y="338081"/>
                  </a:lnTo>
                  <a:lnTo>
                    <a:pt x="60168" y="337058"/>
                  </a:lnTo>
                  <a:lnTo>
                    <a:pt x="59968" y="335760"/>
                  </a:lnTo>
                  <a:lnTo>
                    <a:pt x="60279" y="332579"/>
                  </a:lnTo>
                  <a:lnTo>
                    <a:pt x="60016" y="330995"/>
                  </a:lnTo>
                  <a:lnTo>
                    <a:pt x="59288" y="329567"/>
                  </a:lnTo>
                  <a:lnTo>
                    <a:pt x="58521" y="328767"/>
                  </a:lnTo>
                  <a:lnTo>
                    <a:pt x="57279" y="328436"/>
                  </a:lnTo>
                  <a:lnTo>
                    <a:pt x="55673" y="327157"/>
                  </a:lnTo>
                  <a:lnTo>
                    <a:pt x="55451" y="326650"/>
                  </a:lnTo>
                  <a:lnTo>
                    <a:pt x="55456" y="325606"/>
                  </a:lnTo>
                  <a:lnTo>
                    <a:pt x="54091" y="325506"/>
                  </a:lnTo>
                  <a:lnTo>
                    <a:pt x="52874" y="325127"/>
                  </a:lnTo>
                  <a:lnTo>
                    <a:pt x="52314" y="324654"/>
                  </a:lnTo>
                  <a:lnTo>
                    <a:pt x="49628" y="324707"/>
                  </a:lnTo>
                  <a:lnTo>
                    <a:pt x="47342" y="324482"/>
                  </a:lnTo>
                  <a:lnTo>
                    <a:pt x="23468" y="316031"/>
                  </a:lnTo>
                  <a:lnTo>
                    <a:pt x="22389" y="312834"/>
                  </a:lnTo>
                  <a:lnTo>
                    <a:pt x="15355" y="312199"/>
                  </a:lnTo>
                  <a:lnTo>
                    <a:pt x="13069" y="311636"/>
                  </a:lnTo>
                  <a:lnTo>
                    <a:pt x="9854" y="311514"/>
                  </a:lnTo>
                  <a:lnTo>
                    <a:pt x="8424" y="311757"/>
                  </a:lnTo>
                  <a:lnTo>
                    <a:pt x="2928" y="309069"/>
                  </a:lnTo>
                  <a:lnTo>
                    <a:pt x="0" y="307023"/>
                  </a:lnTo>
                  <a:lnTo>
                    <a:pt x="1107" y="302499"/>
                  </a:lnTo>
                  <a:lnTo>
                    <a:pt x="2565" y="300340"/>
                  </a:lnTo>
                  <a:lnTo>
                    <a:pt x="3303" y="296287"/>
                  </a:lnTo>
                  <a:lnTo>
                    <a:pt x="2352" y="288572"/>
                  </a:lnTo>
                  <a:lnTo>
                    <a:pt x="3351" y="281249"/>
                  </a:lnTo>
                  <a:lnTo>
                    <a:pt x="4567" y="275914"/>
                  </a:lnTo>
                  <a:lnTo>
                    <a:pt x="5402" y="273313"/>
                  </a:lnTo>
                  <a:lnTo>
                    <a:pt x="8218" y="269543"/>
                  </a:lnTo>
                  <a:lnTo>
                    <a:pt x="11659" y="267614"/>
                  </a:lnTo>
                  <a:lnTo>
                    <a:pt x="11399" y="265440"/>
                  </a:lnTo>
                  <a:lnTo>
                    <a:pt x="13598" y="257279"/>
                  </a:lnTo>
                  <a:lnTo>
                    <a:pt x="14126" y="246944"/>
                  </a:lnTo>
                  <a:lnTo>
                    <a:pt x="16363" y="245662"/>
                  </a:lnTo>
                  <a:lnTo>
                    <a:pt x="19473" y="238800"/>
                  </a:lnTo>
                  <a:lnTo>
                    <a:pt x="24601" y="235374"/>
                  </a:lnTo>
                  <a:lnTo>
                    <a:pt x="30751" y="231705"/>
                  </a:lnTo>
                  <a:lnTo>
                    <a:pt x="37436" y="230277"/>
                  </a:lnTo>
                  <a:lnTo>
                    <a:pt x="38824" y="229292"/>
                  </a:lnTo>
                  <a:lnTo>
                    <a:pt x="40126" y="225502"/>
                  </a:lnTo>
                  <a:lnTo>
                    <a:pt x="41233" y="221141"/>
                  </a:lnTo>
                  <a:lnTo>
                    <a:pt x="41824" y="217727"/>
                  </a:lnTo>
                  <a:lnTo>
                    <a:pt x="45247" y="211596"/>
                  </a:lnTo>
                  <a:lnTo>
                    <a:pt x="44664" y="210286"/>
                  </a:lnTo>
                  <a:lnTo>
                    <a:pt x="42745" y="208103"/>
                  </a:lnTo>
                  <a:lnTo>
                    <a:pt x="40599" y="204748"/>
                  </a:lnTo>
                  <a:lnTo>
                    <a:pt x="39196" y="203382"/>
                  </a:lnTo>
                  <a:lnTo>
                    <a:pt x="38106" y="201106"/>
                  </a:lnTo>
                  <a:lnTo>
                    <a:pt x="37562" y="200600"/>
                  </a:lnTo>
                  <a:lnTo>
                    <a:pt x="37008" y="199477"/>
                  </a:lnTo>
                  <a:lnTo>
                    <a:pt x="36579" y="199057"/>
                  </a:lnTo>
                  <a:lnTo>
                    <a:pt x="36419" y="199211"/>
                  </a:lnTo>
                  <a:lnTo>
                    <a:pt x="36169" y="198788"/>
                  </a:lnTo>
                  <a:lnTo>
                    <a:pt x="36074" y="197750"/>
                  </a:lnTo>
                  <a:lnTo>
                    <a:pt x="34417" y="195526"/>
                  </a:lnTo>
                  <a:lnTo>
                    <a:pt x="33377" y="192353"/>
                  </a:lnTo>
                  <a:lnTo>
                    <a:pt x="33236" y="190891"/>
                  </a:lnTo>
                  <a:lnTo>
                    <a:pt x="32926" y="190115"/>
                  </a:lnTo>
                  <a:lnTo>
                    <a:pt x="32660" y="186452"/>
                  </a:lnTo>
                  <a:lnTo>
                    <a:pt x="32452" y="184575"/>
                  </a:lnTo>
                  <a:lnTo>
                    <a:pt x="32580" y="183107"/>
                  </a:lnTo>
                  <a:lnTo>
                    <a:pt x="33196" y="180478"/>
                  </a:lnTo>
                  <a:lnTo>
                    <a:pt x="34170" y="172248"/>
                  </a:lnTo>
                  <a:lnTo>
                    <a:pt x="34561" y="172185"/>
                  </a:lnTo>
                  <a:lnTo>
                    <a:pt x="34308" y="170438"/>
                  </a:lnTo>
                  <a:lnTo>
                    <a:pt x="34715" y="169470"/>
                  </a:lnTo>
                  <a:lnTo>
                    <a:pt x="34512" y="167992"/>
                  </a:lnTo>
                  <a:lnTo>
                    <a:pt x="31947" y="164400"/>
                  </a:lnTo>
                  <a:lnTo>
                    <a:pt x="31398" y="160873"/>
                  </a:lnTo>
                  <a:lnTo>
                    <a:pt x="31604" y="155330"/>
                  </a:lnTo>
                  <a:lnTo>
                    <a:pt x="32649" y="155602"/>
                  </a:lnTo>
                  <a:lnTo>
                    <a:pt x="33830" y="155107"/>
                  </a:lnTo>
                  <a:lnTo>
                    <a:pt x="34291" y="155192"/>
                  </a:lnTo>
                  <a:lnTo>
                    <a:pt x="35981" y="154210"/>
                  </a:lnTo>
                  <a:lnTo>
                    <a:pt x="36704" y="154137"/>
                  </a:lnTo>
                  <a:lnTo>
                    <a:pt x="37426" y="153458"/>
                  </a:lnTo>
                  <a:lnTo>
                    <a:pt x="38813" y="153665"/>
                  </a:lnTo>
                  <a:lnTo>
                    <a:pt x="38837" y="152988"/>
                  </a:lnTo>
                  <a:lnTo>
                    <a:pt x="40083" y="150171"/>
                  </a:lnTo>
                  <a:lnTo>
                    <a:pt x="41611" y="149215"/>
                  </a:lnTo>
                  <a:lnTo>
                    <a:pt x="40794" y="148632"/>
                  </a:lnTo>
                  <a:lnTo>
                    <a:pt x="41467" y="147311"/>
                  </a:lnTo>
                  <a:lnTo>
                    <a:pt x="41778" y="145456"/>
                  </a:lnTo>
                  <a:lnTo>
                    <a:pt x="41280" y="144220"/>
                  </a:lnTo>
                  <a:lnTo>
                    <a:pt x="41351" y="143574"/>
                  </a:lnTo>
                  <a:lnTo>
                    <a:pt x="42842" y="140259"/>
                  </a:lnTo>
                  <a:lnTo>
                    <a:pt x="43337" y="135846"/>
                  </a:lnTo>
                  <a:lnTo>
                    <a:pt x="44046" y="133683"/>
                  </a:lnTo>
                  <a:lnTo>
                    <a:pt x="45665" y="131065"/>
                  </a:lnTo>
                  <a:lnTo>
                    <a:pt x="46573" y="127799"/>
                  </a:lnTo>
                  <a:lnTo>
                    <a:pt x="45889" y="125260"/>
                  </a:lnTo>
                  <a:lnTo>
                    <a:pt x="47991" y="123862"/>
                  </a:lnTo>
                  <a:lnTo>
                    <a:pt x="47766" y="118640"/>
                  </a:lnTo>
                  <a:lnTo>
                    <a:pt x="48682" y="117330"/>
                  </a:lnTo>
                  <a:lnTo>
                    <a:pt x="49525" y="116740"/>
                  </a:lnTo>
                  <a:lnTo>
                    <a:pt x="50658" y="114355"/>
                  </a:lnTo>
                  <a:lnTo>
                    <a:pt x="50918" y="114258"/>
                  </a:lnTo>
                  <a:lnTo>
                    <a:pt x="51646" y="112435"/>
                  </a:lnTo>
                  <a:lnTo>
                    <a:pt x="51930" y="110710"/>
                  </a:lnTo>
                  <a:lnTo>
                    <a:pt x="51469" y="109609"/>
                  </a:lnTo>
                  <a:lnTo>
                    <a:pt x="51018" y="107464"/>
                  </a:lnTo>
                  <a:lnTo>
                    <a:pt x="54305" y="107781"/>
                  </a:lnTo>
                  <a:lnTo>
                    <a:pt x="55719" y="107659"/>
                  </a:lnTo>
                  <a:lnTo>
                    <a:pt x="60531" y="105244"/>
                  </a:lnTo>
                  <a:lnTo>
                    <a:pt x="62940" y="103390"/>
                  </a:lnTo>
                  <a:lnTo>
                    <a:pt x="66554" y="101197"/>
                  </a:lnTo>
                  <a:lnTo>
                    <a:pt x="68206" y="100878"/>
                  </a:lnTo>
                  <a:lnTo>
                    <a:pt x="70437" y="100086"/>
                  </a:lnTo>
                  <a:lnTo>
                    <a:pt x="72024" y="99176"/>
                  </a:lnTo>
                  <a:lnTo>
                    <a:pt x="74106" y="98895"/>
                  </a:lnTo>
                  <a:lnTo>
                    <a:pt x="75113" y="98092"/>
                  </a:lnTo>
                  <a:lnTo>
                    <a:pt x="75459" y="97476"/>
                  </a:lnTo>
                  <a:lnTo>
                    <a:pt x="77414" y="96429"/>
                  </a:lnTo>
                  <a:lnTo>
                    <a:pt x="78256" y="96421"/>
                  </a:lnTo>
                  <a:lnTo>
                    <a:pt x="80221" y="96914"/>
                  </a:lnTo>
                  <a:lnTo>
                    <a:pt x="83514" y="96907"/>
                  </a:lnTo>
                  <a:lnTo>
                    <a:pt x="87833" y="97805"/>
                  </a:lnTo>
                  <a:lnTo>
                    <a:pt x="89891" y="97503"/>
                  </a:lnTo>
                  <a:lnTo>
                    <a:pt x="90842" y="97724"/>
                  </a:lnTo>
                  <a:lnTo>
                    <a:pt x="91687" y="97619"/>
                  </a:lnTo>
                  <a:lnTo>
                    <a:pt x="94238" y="98340"/>
                  </a:lnTo>
                  <a:lnTo>
                    <a:pt x="95519" y="97955"/>
                  </a:lnTo>
                  <a:lnTo>
                    <a:pt x="99469" y="95355"/>
                  </a:lnTo>
                  <a:lnTo>
                    <a:pt x="103517" y="94940"/>
                  </a:lnTo>
                  <a:lnTo>
                    <a:pt x="105836" y="95412"/>
                  </a:lnTo>
                  <a:lnTo>
                    <a:pt x="107278" y="95010"/>
                  </a:lnTo>
                  <a:lnTo>
                    <a:pt x="107570" y="95149"/>
                  </a:lnTo>
                  <a:lnTo>
                    <a:pt x="107664" y="95009"/>
                  </a:lnTo>
                  <a:lnTo>
                    <a:pt x="107309" y="94570"/>
                  </a:lnTo>
                  <a:lnTo>
                    <a:pt x="109324" y="93420"/>
                  </a:lnTo>
                  <a:lnTo>
                    <a:pt x="109579" y="93654"/>
                  </a:lnTo>
                  <a:lnTo>
                    <a:pt x="110532" y="93789"/>
                  </a:lnTo>
                  <a:lnTo>
                    <a:pt x="111450" y="93669"/>
                  </a:lnTo>
                  <a:lnTo>
                    <a:pt x="114788" y="93912"/>
                  </a:lnTo>
                  <a:lnTo>
                    <a:pt x="115845" y="93234"/>
                  </a:lnTo>
                  <a:lnTo>
                    <a:pt x="117145" y="92946"/>
                  </a:lnTo>
                  <a:lnTo>
                    <a:pt x="118396" y="91937"/>
                  </a:lnTo>
                  <a:lnTo>
                    <a:pt x="120151" y="91117"/>
                  </a:lnTo>
                  <a:lnTo>
                    <a:pt x="121732" y="91862"/>
                  </a:lnTo>
                  <a:lnTo>
                    <a:pt x="123535" y="91442"/>
                  </a:lnTo>
                  <a:lnTo>
                    <a:pt x="123977" y="91063"/>
                  </a:lnTo>
                  <a:lnTo>
                    <a:pt x="124753" y="89344"/>
                  </a:lnTo>
                  <a:lnTo>
                    <a:pt x="126878" y="86304"/>
                  </a:lnTo>
                  <a:lnTo>
                    <a:pt x="130082" y="84987"/>
                  </a:lnTo>
                  <a:lnTo>
                    <a:pt x="134018" y="83972"/>
                  </a:lnTo>
                  <a:lnTo>
                    <a:pt x="134933" y="83319"/>
                  </a:lnTo>
                  <a:lnTo>
                    <a:pt x="136242" y="80951"/>
                  </a:lnTo>
                  <a:lnTo>
                    <a:pt x="137610" y="79990"/>
                  </a:lnTo>
                  <a:lnTo>
                    <a:pt x="138361" y="78495"/>
                  </a:lnTo>
                  <a:lnTo>
                    <a:pt x="139720" y="77575"/>
                  </a:lnTo>
                  <a:lnTo>
                    <a:pt x="140885" y="77156"/>
                  </a:lnTo>
                  <a:lnTo>
                    <a:pt x="142903" y="76903"/>
                  </a:lnTo>
                  <a:lnTo>
                    <a:pt x="144000" y="77054"/>
                  </a:lnTo>
                  <a:lnTo>
                    <a:pt x="147156" y="76428"/>
                  </a:lnTo>
                  <a:lnTo>
                    <a:pt x="146371" y="69328"/>
                  </a:lnTo>
                  <a:lnTo>
                    <a:pt x="146386" y="67758"/>
                  </a:lnTo>
                  <a:lnTo>
                    <a:pt x="147232" y="65856"/>
                  </a:lnTo>
                  <a:lnTo>
                    <a:pt x="148651" y="65085"/>
                  </a:lnTo>
                  <a:lnTo>
                    <a:pt x="149703" y="63719"/>
                  </a:lnTo>
                  <a:lnTo>
                    <a:pt x="149947" y="63028"/>
                  </a:lnTo>
                  <a:lnTo>
                    <a:pt x="149956" y="61922"/>
                  </a:lnTo>
                  <a:lnTo>
                    <a:pt x="150336" y="59098"/>
                  </a:lnTo>
                  <a:lnTo>
                    <a:pt x="151164" y="58061"/>
                  </a:lnTo>
                  <a:lnTo>
                    <a:pt x="152011" y="56031"/>
                  </a:lnTo>
                  <a:lnTo>
                    <a:pt x="152509" y="55453"/>
                  </a:lnTo>
                  <a:lnTo>
                    <a:pt x="153873" y="51269"/>
                  </a:lnTo>
                  <a:lnTo>
                    <a:pt x="153635" y="49742"/>
                  </a:lnTo>
                  <a:lnTo>
                    <a:pt x="153782" y="47734"/>
                  </a:lnTo>
                  <a:lnTo>
                    <a:pt x="153345" y="44963"/>
                  </a:lnTo>
                  <a:lnTo>
                    <a:pt x="153735" y="44376"/>
                  </a:lnTo>
                  <a:lnTo>
                    <a:pt x="153167" y="41620"/>
                  </a:lnTo>
                  <a:lnTo>
                    <a:pt x="153209" y="40197"/>
                  </a:lnTo>
                  <a:lnTo>
                    <a:pt x="154056" y="39166"/>
                  </a:lnTo>
                  <a:lnTo>
                    <a:pt x="155405" y="34285"/>
                  </a:lnTo>
                  <a:lnTo>
                    <a:pt x="156932" y="32470"/>
                  </a:lnTo>
                  <a:lnTo>
                    <a:pt x="157483" y="31347"/>
                  </a:lnTo>
                  <a:lnTo>
                    <a:pt x="157934" y="29650"/>
                  </a:lnTo>
                  <a:lnTo>
                    <a:pt x="158911" y="28545"/>
                  </a:lnTo>
                  <a:lnTo>
                    <a:pt x="159558" y="28174"/>
                  </a:lnTo>
                  <a:lnTo>
                    <a:pt x="160569" y="26173"/>
                  </a:lnTo>
                  <a:lnTo>
                    <a:pt x="163093" y="22193"/>
                  </a:lnTo>
                  <a:lnTo>
                    <a:pt x="165218" y="22991"/>
                  </a:lnTo>
                  <a:lnTo>
                    <a:pt x="165728" y="22932"/>
                  </a:lnTo>
                  <a:lnTo>
                    <a:pt x="168644" y="23753"/>
                  </a:lnTo>
                  <a:lnTo>
                    <a:pt x="169460" y="23758"/>
                  </a:lnTo>
                  <a:lnTo>
                    <a:pt x="171475" y="24510"/>
                  </a:lnTo>
                  <a:lnTo>
                    <a:pt x="172728" y="25517"/>
                  </a:lnTo>
                  <a:lnTo>
                    <a:pt x="173824" y="26023"/>
                  </a:lnTo>
                  <a:lnTo>
                    <a:pt x="175974" y="27912"/>
                  </a:lnTo>
                  <a:lnTo>
                    <a:pt x="179199" y="29368"/>
                  </a:lnTo>
                  <a:lnTo>
                    <a:pt x="180964" y="29707"/>
                  </a:lnTo>
                  <a:lnTo>
                    <a:pt x="182013" y="29530"/>
                  </a:lnTo>
                  <a:lnTo>
                    <a:pt x="184417" y="29862"/>
                  </a:lnTo>
                  <a:lnTo>
                    <a:pt x="185389" y="30415"/>
                  </a:lnTo>
                  <a:lnTo>
                    <a:pt x="186124" y="30991"/>
                  </a:lnTo>
                  <a:lnTo>
                    <a:pt x="186382" y="31478"/>
                  </a:lnTo>
                  <a:lnTo>
                    <a:pt x="187867" y="32476"/>
                  </a:lnTo>
                  <a:lnTo>
                    <a:pt x="190710" y="33141"/>
                  </a:lnTo>
                  <a:lnTo>
                    <a:pt x="193168" y="33131"/>
                  </a:lnTo>
                  <a:lnTo>
                    <a:pt x="194394" y="33872"/>
                  </a:lnTo>
                  <a:lnTo>
                    <a:pt x="194871" y="34559"/>
                  </a:lnTo>
                  <a:lnTo>
                    <a:pt x="195942" y="35355"/>
                  </a:lnTo>
                  <a:lnTo>
                    <a:pt x="197736" y="36273"/>
                  </a:lnTo>
                  <a:lnTo>
                    <a:pt x="198955" y="37202"/>
                  </a:lnTo>
                  <a:lnTo>
                    <a:pt x="204614" y="38957"/>
                  </a:lnTo>
                  <a:lnTo>
                    <a:pt x="206083" y="39979"/>
                  </a:lnTo>
                  <a:lnTo>
                    <a:pt x="208780" y="39986"/>
                  </a:lnTo>
                  <a:lnTo>
                    <a:pt x="211938" y="39004"/>
                  </a:lnTo>
                  <a:lnTo>
                    <a:pt x="213794" y="37998"/>
                  </a:lnTo>
                  <a:lnTo>
                    <a:pt x="214904" y="37092"/>
                  </a:lnTo>
                  <a:lnTo>
                    <a:pt x="215140" y="36232"/>
                  </a:lnTo>
                  <a:lnTo>
                    <a:pt x="215133" y="33449"/>
                  </a:lnTo>
                  <a:lnTo>
                    <a:pt x="216436" y="30811"/>
                  </a:lnTo>
                  <a:lnTo>
                    <a:pt x="217410" y="30452"/>
                  </a:lnTo>
                  <a:lnTo>
                    <a:pt x="221016" y="30292"/>
                  </a:lnTo>
                  <a:lnTo>
                    <a:pt x="221133" y="29990"/>
                  </a:lnTo>
                  <a:lnTo>
                    <a:pt x="223704" y="28260"/>
                  </a:lnTo>
                  <a:lnTo>
                    <a:pt x="226241" y="27933"/>
                  </a:lnTo>
                  <a:lnTo>
                    <a:pt x="226748" y="26302"/>
                  </a:lnTo>
                  <a:lnTo>
                    <a:pt x="227559" y="25771"/>
                  </a:lnTo>
                  <a:lnTo>
                    <a:pt x="227977" y="25411"/>
                  </a:lnTo>
                  <a:lnTo>
                    <a:pt x="229219" y="25547"/>
                  </a:lnTo>
                  <a:lnTo>
                    <a:pt x="230632" y="24908"/>
                  </a:lnTo>
                  <a:lnTo>
                    <a:pt x="231394" y="25625"/>
                  </a:lnTo>
                  <a:lnTo>
                    <a:pt x="233196" y="25612"/>
                  </a:lnTo>
                  <a:lnTo>
                    <a:pt x="234961" y="24399"/>
                  </a:lnTo>
                  <a:lnTo>
                    <a:pt x="235992" y="24057"/>
                  </a:lnTo>
                  <a:lnTo>
                    <a:pt x="236968" y="23134"/>
                  </a:lnTo>
                  <a:lnTo>
                    <a:pt x="237828" y="23119"/>
                  </a:lnTo>
                  <a:lnTo>
                    <a:pt x="238713" y="23623"/>
                  </a:lnTo>
                  <a:lnTo>
                    <a:pt x="239405" y="23489"/>
                  </a:lnTo>
                  <a:lnTo>
                    <a:pt x="240040" y="23158"/>
                  </a:lnTo>
                  <a:lnTo>
                    <a:pt x="241366" y="21740"/>
                  </a:lnTo>
                  <a:lnTo>
                    <a:pt x="241771" y="21649"/>
                  </a:lnTo>
                  <a:lnTo>
                    <a:pt x="242623" y="19820"/>
                  </a:lnTo>
                  <a:lnTo>
                    <a:pt x="243608" y="19054"/>
                  </a:lnTo>
                  <a:lnTo>
                    <a:pt x="244913" y="19065"/>
                  </a:lnTo>
                  <a:lnTo>
                    <a:pt x="245443" y="19199"/>
                  </a:lnTo>
                  <a:lnTo>
                    <a:pt x="245490" y="19400"/>
                  </a:lnTo>
                  <a:lnTo>
                    <a:pt x="246578" y="19551"/>
                  </a:lnTo>
                  <a:lnTo>
                    <a:pt x="248633" y="20663"/>
                  </a:lnTo>
                  <a:lnTo>
                    <a:pt x="250024" y="20420"/>
                  </a:lnTo>
                  <a:lnTo>
                    <a:pt x="250419" y="20900"/>
                  </a:lnTo>
                  <a:lnTo>
                    <a:pt x="251569" y="21413"/>
                  </a:lnTo>
                  <a:lnTo>
                    <a:pt x="253421" y="21182"/>
                  </a:lnTo>
                  <a:lnTo>
                    <a:pt x="253728" y="19380"/>
                  </a:lnTo>
                  <a:lnTo>
                    <a:pt x="254272" y="18342"/>
                  </a:lnTo>
                  <a:lnTo>
                    <a:pt x="254898" y="17783"/>
                  </a:lnTo>
                  <a:lnTo>
                    <a:pt x="255674" y="17461"/>
                  </a:lnTo>
                  <a:lnTo>
                    <a:pt x="256909" y="17733"/>
                  </a:lnTo>
                  <a:lnTo>
                    <a:pt x="257828" y="18222"/>
                  </a:lnTo>
                  <a:lnTo>
                    <a:pt x="258576" y="18257"/>
                  </a:lnTo>
                  <a:lnTo>
                    <a:pt x="260530" y="17646"/>
                  </a:lnTo>
                  <a:lnTo>
                    <a:pt x="261183" y="17608"/>
                  </a:lnTo>
                  <a:lnTo>
                    <a:pt x="262203" y="17947"/>
                  </a:lnTo>
                  <a:lnTo>
                    <a:pt x="263405" y="17495"/>
                  </a:lnTo>
                  <a:lnTo>
                    <a:pt x="264282" y="17644"/>
                  </a:lnTo>
                  <a:lnTo>
                    <a:pt x="266348" y="16328"/>
                  </a:lnTo>
                  <a:lnTo>
                    <a:pt x="269349" y="15450"/>
                  </a:lnTo>
                  <a:lnTo>
                    <a:pt x="270482" y="15693"/>
                  </a:lnTo>
                  <a:lnTo>
                    <a:pt x="270832" y="15443"/>
                  </a:lnTo>
                  <a:lnTo>
                    <a:pt x="272184" y="15317"/>
                  </a:lnTo>
                  <a:lnTo>
                    <a:pt x="274641" y="16360"/>
                  </a:lnTo>
                  <a:lnTo>
                    <a:pt x="275329" y="16425"/>
                  </a:lnTo>
                  <a:lnTo>
                    <a:pt x="276041" y="16026"/>
                  </a:lnTo>
                  <a:lnTo>
                    <a:pt x="277871" y="16601"/>
                  </a:lnTo>
                  <a:lnTo>
                    <a:pt x="279670" y="16291"/>
                  </a:lnTo>
                  <a:lnTo>
                    <a:pt x="281201" y="15709"/>
                  </a:lnTo>
                  <a:lnTo>
                    <a:pt x="282875" y="15494"/>
                  </a:lnTo>
                  <a:lnTo>
                    <a:pt x="283780" y="16036"/>
                  </a:lnTo>
                  <a:lnTo>
                    <a:pt x="286910" y="12327"/>
                  </a:lnTo>
                  <a:lnTo>
                    <a:pt x="288910" y="9217"/>
                  </a:lnTo>
                  <a:lnTo>
                    <a:pt x="289052" y="8166"/>
                  </a:lnTo>
                  <a:lnTo>
                    <a:pt x="289680" y="8303"/>
                  </a:lnTo>
                  <a:lnTo>
                    <a:pt x="291414" y="7494"/>
                  </a:lnTo>
                  <a:lnTo>
                    <a:pt x="292248" y="7334"/>
                  </a:lnTo>
                  <a:lnTo>
                    <a:pt x="293389" y="7304"/>
                  </a:lnTo>
                  <a:lnTo>
                    <a:pt x="294715" y="7961"/>
                  </a:lnTo>
                  <a:lnTo>
                    <a:pt x="295426" y="9217"/>
                  </a:lnTo>
                  <a:lnTo>
                    <a:pt x="296821" y="10277"/>
                  </a:lnTo>
                  <a:lnTo>
                    <a:pt x="297828" y="11906"/>
                  </a:lnTo>
                  <a:lnTo>
                    <a:pt x="300021" y="14007"/>
                  </a:lnTo>
                  <a:lnTo>
                    <a:pt x="300678" y="14191"/>
                  </a:lnTo>
                  <a:lnTo>
                    <a:pt x="304433" y="17059"/>
                  </a:lnTo>
                  <a:lnTo>
                    <a:pt x="306923" y="19973"/>
                  </a:lnTo>
                  <a:lnTo>
                    <a:pt x="310633" y="21216"/>
                  </a:lnTo>
                  <a:lnTo>
                    <a:pt x="312683" y="22431"/>
                  </a:lnTo>
                  <a:lnTo>
                    <a:pt x="314757" y="22293"/>
                  </a:lnTo>
                  <a:lnTo>
                    <a:pt x="316781" y="20965"/>
                  </a:lnTo>
                  <a:lnTo>
                    <a:pt x="318737" y="20580"/>
                  </a:lnTo>
                  <a:lnTo>
                    <a:pt x="320257" y="20919"/>
                  </a:lnTo>
                  <a:lnTo>
                    <a:pt x="322159" y="21945"/>
                  </a:lnTo>
                  <a:lnTo>
                    <a:pt x="322445" y="22329"/>
                  </a:lnTo>
                  <a:lnTo>
                    <a:pt x="323585" y="22618"/>
                  </a:lnTo>
                  <a:lnTo>
                    <a:pt x="325157" y="24331"/>
                  </a:lnTo>
                  <a:lnTo>
                    <a:pt x="326121" y="23322"/>
                  </a:lnTo>
                  <a:lnTo>
                    <a:pt x="327243" y="23233"/>
                  </a:lnTo>
                  <a:lnTo>
                    <a:pt x="327728" y="23737"/>
                  </a:lnTo>
                  <a:lnTo>
                    <a:pt x="328941" y="23908"/>
                  </a:lnTo>
                  <a:lnTo>
                    <a:pt x="329269" y="24492"/>
                  </a:lnTo>
                  <a:lnTo>
                    <a:pt x="331506" y="26157"/>
                  </a:lnTo>
                  <a:lnTo>
                    <a:pt x="332788" y="26535"/>
                  </a:lnTo>
                  <a:lnTo>
                    <a:pt x="334192" y="28911"/>
                  </a:lnTo>
                  <a:lnTo>
                    <a:pt x="334735" y="30368"/>
                  </a:lnTo>
                  <a:lnTo>
                    <a:pt x="336124" y="32349"/>
                  </a:lnTo>
                  <a:lnTo>
                    <a:pt x="336979" y="34586"/>
                  </a:lnTo>
                  <a:lnTo>
                    <a:pt x="338099" y="36365"/>
                  </a:lnTo>
                  <a:lnTo>
                    <a:pt x="339010" y="37365"/>
                  </a:lnTo>
                  <a:lnTo>
                    <a:pt x="339770" y="39179"/>
                  </a:lnTo>
                  <a:lnTo>
                    <a:pt x="341187" y="38387"/>
                  </a:lnTo>
                  <a:lnTo>
                    <a:pt x="341852" y="37910"/>
                  </a:lnTo>
                  <a:lnTo>
                    <a:pt x="341450" y="37359"/>
                  </a:lnTo>
                  <a:lnTo>
                    <a:pt x="342220" y="36661"/>
                  </a:lnTo>
                  <a:lnTo>
                    <a:pt x="343937" y="35435"/>
                  </a:lnTo>
                  <a:lnTo>
                    <a:pt x="346054" y="34483"/>
                  </a:lnTo>
                  <a:lnTo>
                    <a:pt x="347346" y="34323"/>
                  </a:lnTo>
                  <a:lnTo>
                    <a:pt x="347502" y="33371"/>
                  </a:lnTo>
                  <a:lnTo>
                    <a:pt x="348475" y="32657"/>
                  </a:lnTo>
                  <a:lnTo>
                    <a:pt x="349273" y="33697"/>
                  </a:lnTo>
                  <a:lnTo>
                    <a:pt x="349580" y="32207"/>
                  </a:lnTo>
                  <a:lnTo>
                    <a:pt x="348303" y="31236"/>
                  </a:lnTo>
                  <a:lnTo>
                    <a:pt x="348242" y="30669"/>
                  </a:lnTo>
                  <a:lnTo>
                    <a:pt x="347471" y="29512"/>
                  </a:lnTo>
                  <a:lnTo>
                    <a:pt x="347090" y="27136"/>
                  </a:lnTo>
                  <a:lnTo>
                    <a:pt x="346384" y="24686"/>
                  </a:lnTo>
                  <a:lnTo>
                    <a:pt x="347211" y="23947"/>
                  </a:lnTo>
                  <a:lnTo>
                    <a:pt x="347259" y="24617"/>
                  </a:lnTo>
                  <a:lnTo>
                    <a:pt x="348838" y="24022"/>
                  </a:lnTo>
                  <a:lnTo>
                    <a:pt x="349156" y="23709"/>
                  </a:lnTo>
                  <a:lnTo>
                    <a:pt x="349712" y="22917"/>
                  </a:lnTo>
                  <a:lnTo>
                    <a:pt x="348870" y="21997"/>
                  </a:lnTo>
                  <a:lnTo>
                    <a:pt x="350718" y="19156"/>
                  </a:lnTo>
                  <a:lnTo>
                    <a:pt x="350966" y="18868"/>
                  </a:lnTo>
                  <a:lnTo>
                    <a:pt x="352534" y="18422"/>
                  </a:lnTo>
                  <a:lnTo>
                    <a:pt x="353082" y="17857"/>
                  </a:lnTo>
                  <a:lnTo>
                    <a:pt x="353531" y="16858"/>
                  </a:lnTo>
                  <a:lnTo>
                    <a:pt x="354300" y="16560"/>
                  </a:lnTo>
                  <a:lnTo>
                    <a:pt x="354828" y="15984"/>
                  </a:lnTo>
                  <a:lnTo>
                    <a:pt x="354625" y="15593"/>
                  </a:lnTo>
                  <a:lnTo>
                    <a:pt x="354802" y="13181"/>
                  </a:lnTo>
                  <a:lnTo>
                    <a:pt x="355382" y="12566"/>
                  </a:lnTo>
                  <a:lnTo>
                    <a:pt x="357326" y="8631"/>
                  </a:lnTo>
                  <a:lnTo>
                    <a:pt x="356787" y="8213"/>
                  </a:lnTo>
                  <a:lnTo>
                    <a:pt x="358224" y="5027"/>
                  </a:lnTo>
                  <a:lnTo>
                    <a:pt x="358673" y="4916"/>
                  </a:lnTo>
                  <a:lnTo>
                    <a:pt x="358847" y="4624"/>
                  </a:lnTo>
                  <a:lnTo>
                    <a:pt x="357916" y="4010"/>
                  </a:lnTo>
                  <a:lnTo>
                    <a:pt x="360510" y="287"/>
                  </a:lnTo>
                  <a:lnTo>
                    <a:pt x="361028" y="0"/>
                  </a:lnTo>
                  <a:lnTo>
                    <a:pt x="361591" y="365"/>
                  </a:lnTo>
                  <a:lnTo>
                    <a:pt x="361760" y="7"/>
                  </a:lnTo>
                  <a:lnTo>
                    <a:pt x="362472" y="430"/>
                  </a:lnTo>
                  <a:lnTo>
                    <a:pt x="362664" y="933"/>
                  </a:lnTo>
                  <a:lnTo>
                    <a:pt x="364307" y="1961"/>
                  </a:lnTo>
                  <a:lnTo>
                    <a:pt x="365427" y="2282"/>
                  </a:lnTo>
                  <a:lnTo>
                    <a:pt x="365964" y="1701"/>
                  </a:lnTo>
                  <a:lnTo>
                    <a:pt x="367418" y="2748"/>
                  </a:lnTo>
                  <a:lnTo>
                    <a:pt x="367952" y="3842"/>
                  </a:lnTo>
                  <a:lnTo>
                    <a:pt x="367988" y="5307"/>
                  </a:lnTo>
                  <a:lnTo>
                    <a:pt x="367736" y="5985"/>
                  </a:lnTo>
                  <a:lnTo>
                    <a:pt x="368358" y="6566"/>
                  </a:lnTo>
                  <a:lnTo>
                    <a:pt x="369988" y="7395"/>
                  </a:lnTo>
                  <a:lnTo>
                    <a:pt x="370796" y="8309"/>
                  </a:lnTo>
                  <a:lnTo>
                    <a:pt x="371117" y="8403"/>
                  </a:lnTo>
                  <a:lnTo>
                    <a:pt x="372025" y="10094"/>
                  </a:lnTo>
                  <a:lnTo>
                    <a:pt x="373132" y="9934"/>
                  </a:lnTo>
                  <a:lnTo>
                    <a:pt x="374665" y="7857"/>
                  </a:lnTo>
                  <a:lnTo>
                    <a:pt x="375929" y="7456"/>
                  </a:lnTo>
                  <a:lnTo>
                    <a:pt x="376673" y="7767"/>
                  </a:lnTo>
                  <a:lnTo>
                    <a:pt x="378173" y="9841"/>
                  </a:lnTo>
                  <a:lnTo>
                    <a:pt x="381017" y="10114"/>
                  </a:lnTo>
                  <a:lnTo>
                    <a:pt x="380996" y="10361"/>
                  </a:lnTo>
                  <a:lnTo>
                    <a:pt x="381404" y="10575"/>
                  </a:lnTo>
                  <a:lnTo>
                    <a:pt x="383686" y="11286"/>
                  </a:lnTo>
                  <a:lnTo>
                    <a:pt x="384441" y="12295"/>
                  </a:lnTo>
                  <a:lnTo>
                    <a:pt x="384694" y="17025"/>
                  </a:lnTo>
                  <a:lnTo>
                    <a:pt x="385611" y="17938"/>
                  </a:lnTo>
                  <a:lnTo>
                    <a:pt x="386683" y="20713"/>
                  </a:lnTo>
                  <a:lnTo>
                    <a:pt x="388669" y="22956"/>
                  </a:lnTo>
                  <a:lnTo>
                    <a:pt x="391180" y="24749"/>
                  </a:lnTo>
                  <a:lnTo>
                    <a:pt x="393530" y="25887"/>
                  </a:lnTo>
                  <a:lnTo>
                    <a:pt x="394865" y="26038"/>
                  </a:lnTo>
                  <a:lnTo>
                    <a:pt x="396067" y="26978"/>
                  </a:lnTo>
                  <a:lnTo>
                    <a:pt x="397299" y="26974"/>
                  </a:lnTo>
                  <a:lnTo>
                    <a:pt x="398209" y="26516"/>
                  </a:lnTo>
                  <a:lnTo>
                    <a:pt x="399148" y="26416"/>
                  </a:lnTo>
                  <a:lnTo>
                    <a:pt x="399422" y="26588"/>
                  </a:lnTo>
                  <a:lnTo>
                    <a:pt x="399908" y="27416"/>
                  </a:lnTo>
                  <a:lnTo>
                    <a:pt x="399741" y="28069"/>
                  </a:lnTo>
                  <a:lnTo>
                    <a:pt x="398303" y="30217"/>
                  </a:lnTo>
                  <a:lnTo>
                    <a:pt x="398358" y="30435"/>
                  </a:lnTo>
                  <a:lnTo>
                    <a:pt x="398627" y="30124"/>
                  </a:lnTo>
                  <a:lnTo>
                    <a:pt x="399320" y="31358"/>
                  </a:lnTo>
                  <a:lnTo>
                    <a:pt x="401141" y="32489"/>
                  </a:lnTo>
                  <a:lnTo>
                    <a:pt x="398777" y="35497"/>
                  </a:lnTo>
                  <a:lnTo>
                    <a:pt x="399832" y="35750"/>
                  </a:lnTo>
                  <a:lnTo>
                    <a:pt x="398983" y="36747"/>
                  </a:lnTo>
                  <a:lnTo>
                    <a:pt x="400417" y="38473"/>
                  </a:lnTo>
                  <a:lnTo>
                    <a:pt x="398865" y="39964"/>
                  </a:lnTo>
                  <a:lnTo>
                    <a:pt x="399221" y="40578"/>
                  </a:lnTo>
                  <a:lnTo>
                    <a:pt x="392446" y="49490"/>
                  </a:lnTo>
                  <a:lnTo>
                    <a:pt x="390818" y="52082"/>
                  </a:lnTo>
                  <a:lnTo>
                    <a:pt x="388322" y="54083"/>
                  </a:lnTo>
                  <a:lnTo>
                    <a:pt x="388677" y="54978"/>
                  </a:lnTo>
                  <a:lnTo>
                    <a:pt x="389020" y="55058"/>
                  </a:lnTo>
                  <a:lnTo>
                    <a:pt x="388875" y="55216"/>
                  </a:lnTo>
                  <a:lnTo>
                    <a:pt x="389403" y="56464"/>
                  </a:lnTo>
                  <a:lnTo>
                    <a:pt x="389119" y="56754"/>
                  </a:lnTo>
                  <a:lnTo>
                    <a:pt x="389858" y="57795"/>
                  </a:lnTo>
                  <a:lnTo>
                    <a:pt x="389700" y="58124"/>
                  </a:lnTo>
                  <a:lnTo>
                    <a:pt x="390118" y="58665"/>
                  </a:lnTo>
                  <a:lnTo>
                    <a:pt x="390022" y="58902"/>
                  </a:lnTo>
                  <a:lnTo>
                    <a:pt x="390698" y="59607"/>
                  </a:lnTo>
                  <a:lnTo>
                    <a:pt x="390553" y="59906"/>
                  </a:lnTo>
                  <a:lnTo>
                    <a:pt x="390863" y="60142"/>
                  </a:lnTo>
                  <a:lnTo>
                    <a:pt x="390911" y="59916"/>
                  </a:lnTo>
                  <a:lnTo>
                    <a:pt x="391087" y="59959"/>
                  </a:lnTo>
                  <a:lnTo>
                    <a:pt x="391705" y="61419"/>
                  </a:lnTo>
                  <a:lnTo>
                    <a:pt x="392676" y="61690"/>
                  </a:lnTo>
                  <a:lnTo>
                    <a:pt x="392543" y="62064"/>
                  </a:lnTo>
                  <a:lnTo>
                    <a:pt x="392807" y="62408"/>
                  </a:lnTo>
                  <a:lnTo>
                    <a:pt x="393438" y="62506"/>
                  </a:lnTo>
                  <a:lnTo>
                    <a:pt x="393580" y="62905"/>
                  </a:lnTo>
                  <a:lnTo>
                    <a:pt x="393892" y="62998"/>
                  </a:lnTo>
                  <a:lnTo>
                    <a:pt x="394566" y="64176"/>
                  </a:lnTo>
                  <a:lnTo>
                    <a:pt x="394281" y="64213"/>
                  </a:lnTo>
                  <a:lnTo>
                    <a:pt x="394315" y="64369"/>
                  </a:lnTo>
                  <a:lnTo>
                    <a:pt x="394747" y="64538"/>
                  </a:lnTo>
                  <a:lnTo>
                    <a:pt x="394902" y="65229"/>
                  </a:lnTo>
                  <a:lnTo>
                    <a:pt x="395168" y="65452"/>
                  </a:lnTo>
                  <a:lnTo>
                    <a:pt x="395460" y="65173"/>
                  </a:lnTo>
                  <a:lnTo>
                    <a:pt x="395628" y="65673"/>
                  </a:lnTo>
                  <a:lnTo>
                    <a:pt x="395960" y="65681"/>
                  </a:lnTo>
                  <a:lnTo>
                    <a:pt x="395828" y="66250"/>
                  </a:lnTo>
                  <a:lnTo>
                    <a:pt x="396070" y="66343"/>
                  </a:lnTo>
                  <a:lnTo>
                    <a:pt x="396085" y="66712"/>
                  </a:lnTo>
                  <a:lnTo>
                    <a:pt x="396851" y="67223"/>
                  </a:lnTo>
                  <a:lnTo>
                    <a:pt x="396598" y="67775"/>
                  </a:lnTo>
                  <a:lnTo>
                    <a:pt x="397273" y="67568"/>
                  </a:lnTo>
                  <a:lnTo>
                    <a:pt x="397448" y="67809"/>
                  </a:lnTo>
                  <a:lnTo>
                    <a:pt x="397655" y="67685"/>
                  </a:lnTo>
                  <a:lnTo>
                    <a:pt x="397979" y="68430"/>
                  </a:lnTo>
                  <a:lnTo>
                    <a:pt x="398524" y="68854"/>
                  </a:lnTo>
                  <a:lnTo>
                    <a:pt x="398592" y="69425"/>
                  </a:lnTo>
                  <a:lnTo>
                    <a:pt x="398301" y="69917"/>
                  </a:lnTo>
                  <a:lnTo>
                    <a:pt x="398692" y="70096"/>
                  </a:lnTo>
                  <a:lnTo>
                    <a:pt x="398610" y="70341"/>
                  </a:lnTo>
                  <a:lnTo>
                    <a:pt x="398889" y="70539"/>
                  </a:lnTo>
                  <a:lnTo>
                    <a:pt x="399046" y="71352"/>
                  </a:lnTo>
                  <a:lnTo>
                    <a:pt x="399340" y="71569"/>
                  </a:lnTo>
                  <a:lnTo>
                    <a:pt x="399265" y="72196"/>
                  </a:lnTo>
                  <a:lnTo>
                    <a:pt x="399521" y="72449"/>
                  </a:lnTo>
                  <a:lnTo>
                    <a:pt x="399456" y="72874"/>
                  </a:lnTo>
                  <a:lnTo>
                    <a:pt x="399668" y="72969"/>
                  </a:lnTo>
                  <a:lnTo>
                    <a:pt x="399543" y="73469"/>
                  </a:lnTo>
                  <a:lnTo>
                    <a:pt x="399963" y="74118"/>
                  </a:lnTo>
                  <a:lnTo>
                    <a:pt x="399933" y="74788"/>
                  </a:lnTo>
                  <a:lnTo>
                    <a:pt x="400305" y="75031"/>
                  </a:lnTo>
                  <a:lnTo>
                    <a:pt x="400450" y="75702"/>
                  </a:lnTo>
                  <a:lnTo>
                    <a:pt x="402881" y="73128"/>
                  </a:lnTo>
                  <a:lnTo>
                    <a:pt x="403439" y="73599"/>
                  </a:lnTo>
                  <a:lnTo>
                    <a:pt x="403955" y="74552"/>
                  </a:lnTo>
                  <a:lnTo>
                    <a:pt x="405002" y="75233"/>
                  </a:lnTo>
                  <a:lnTo>
                    <a:pt x="405356" y="75159"/>
                  </a:lnTo>
                  <a:lnTo>
                    <a:pt x="406108" y="75074"/>
                  </a:lnTo>
                  <a:lnTo>
                    <a:pt x="407289" y="75318"/>
                  </a:lnTo>
                  <a:lnTo>
                    <a:pt x="407457" y="75151"/>
                  </a:lnTo>
                  <a:lnTo>
                    <a:pt x="407519" y="72390"/>
                  </a:lnTo>
                  <a:lnTo>
                    <a:pt x="406968" y="70978"/>
                  </a:lnTo>
                  <a:lnTo>
                    <a:pt x="408302" y="69549"/>
                  </a:lnTo>
                  <a:lnTo>
                    <a:pt x="408319" y="68761"/>
                  </a:lnTo>
                  <a:lnTo>
                    <a:pt x="408541" y="68437"/>
                  </a:lnTo>
                  <a:lnTo>
                    <a:pt x="409122" y="68861"/>
                  </a:lnTo>
                  <a:lnTo>
                    <a:pt x="409686" y="69831"/>
                  </a:lnTo>
                  <a:lnTo>
                    <a:pt x="411015" y="71290"/>
                  </a:lnTo>
                  <a:lnTo>
                    <a:pt x="412069" y="73286"/>
                  </a:lnTo>
                  <a:lnTo>
                    <a:pt x="412959" y="74303"/>
                  </a:lnTo>
                  <a:lnTo>
                    <a:pt x="413439" y="76336"/>
                  </a:lnTo>
                  <a:lnTo>
                    <a:pt x="415023" y="78620"/>
                  </a:lnTo>
                  <a:lnTo>
                    <a:pt x="414948" y="80241"/>
                  </a:lnTo>
                  <a:lnTo>
                    <a:pt x="414097" y="81926"/>
                  </a:lnTo>
                  <a:lnTo>
                    <a:pt x="415163" y="83949"/>
                  </a:lnTo>
                  <a:lnTo>
                    <a:pt x="416246" y="84970"/>
                  </a:lnTo>
                  <a:lnTo>
                    <a:pt x="417419" y="86674"/>
                  </a:lnTo>
                  <a:lnTo>
                    <a:pt x="418029" y="86251"/>
                  </a:lnTo>
                  <a:lnTo>
                    <a:pt x="418622" y="85310"/>
                  </a:lnTo>
                  <a:lnTo>
                    <a:pt x="419792" y="85782"/>
                  </a:lnTo>
                  <a:lnTo>
                    <a:pt x="419776" y="86039"/>
                  </a:lnTo>
                  <a:lnTo>
                    <a:pt x="420154" y="86184"/>
                  </a:lnTo>
                  <a:lnTo>
                    <a:pt x="421032" y="86060"/>
                  </a:lnTo>
                  <a:lnTo>
                    <a:pt x="421479" y="86286"/>
                  </a:lnTo>
                  <a:lnTo>
                    <a:pt x="421616" y="86745"/>
                  </a:lnTo>
                  <a:lnTo>
                    <a:pt x="422235" y="87287"/>
                  </a:lnTo>
                  <a:lnTo>
                    <a:pt x="421873" y="87578"/>
                  </a:lnTo>
                  <a:lnTo>
                    <a:pt x="421278" y="89181"/>
                  </a:lnTo>
                  <a:lnTo>
                    <a:pt x="422050" y="90198"/>
                  </a:lnTo>
                  <a:lnTo>
                    <a:pt x="423740" y="89440"/>
                  </a:lnTo>
                  <a:lnTo>
                    <a:pt x="424807" y="89535"/>
                  </a:lnTo>
                  <a:lnTo>
                    <a:pt x="425468" y="89238"/>
                  </a:lnTo>
                  <a:lnTo>
                    <a:pt x="425263" y="88128"/>
                  </a:lnTo>
                  <a:lnTo>
                    <a:pt x="425397" y="87822"/>
                  </a:lnTo>
                  <a:lnTo>
                    <a:pt x="425700" y="87813"/>
                  </a:lnTo>
                  <a:lnTo>
                    <a:pt x="426343" y="88026"/>
                  </a:lnTo>
                  <a:lnTo>
                    <a:pt x="427327" y="88792"/>
                  </a:lnTo>
                  <a:lnTo>
                    <a:pt x="428371" y="90157"/>
                  </a:lnTo>
                  <a:lnTo>
                    <a:pt x="427738" y="90750"/>
                  </a:lnTo>
                  <a:lnTo>
                    <a:pt x="426240" y="91535"/>
                  </a:lnTo>
                  <a:lnTo>
                    <a:pt x="425466" y="91797"/>
                  </a:lnTo>
                  <a:lnTo>
                    <a:pt x="424856" y="91566"/>
                  </a:lnTo>
                  <a:lnTo>
                    <a:pt x="424426" y="91811"/>
                  </a:lnTo>
                  <a:lnTo>
                    <a:pt x="424888" y="92256"/>
                  </a:lnTo>
                  <a:lnTo>
                    <a:pt x="424111" y="92504"/>
                  </a:lnTo>
                  <a:lnTo>
                    <a:pt x="423518" y="93206"/>
                  </a:lnTo>
                  <a:lnTo>
                    <a:pt x="423087" y="93262"/>
                  </a:lnTo>
                  <a:lnTo>
                    <a:pt x="422333" y="94171"/>
                  </a:lnTo>
                  <a:lnTo>
                    <a:pt x="422495" y="94730"/>
                  </a:lnTo>
                  <a:lnTo>
                    <a:pt x="421912" y="96859"/>
                  </a:lnTo>
                  <a:lnTo>
                    <a:pt x="422730" y="98117"/>
                  </a:lnTo>
                  <a:lnTo>
                    <a:pt x="423556" y="98150"/>
                  </a:lnTo>
                  <a:lnTo>
                    <a:pt x="424900" y="96283"/>
                  </a:lnTo>
                  <a:lnTo>
                    <a:pt x="426970" y="95334"/>
                  </a:lnTo>
                  <a:lnTo>
                    <a:pt x="428750" y="93542"/>
                  </a:lnTo>
                  <a:lnTo>
                    <a:pt x="429739" y="93757"/>
                  </a:lnTo>
                  <a:lnTo>
                    <a:pt x="429681" y="94562"/>
                  </a:lnTo>
                  <a:lnTo>
                    <a:pt x="430401" y="95233"/>
                  </a:lnTo>
                  <a:lnTo>
                    <a:pt x="428862" y="96596"/>
                  </a:lnTo>
                  <a:lnTo>
                    <a:pt x="428944" y="96737"/>
                  </a:lnTo>
                  <a:lnTo>
                    <a:pt x="428027" y="97296"/>
                  </a:lnTo>
                  <a:lnTo>
                    <a:pt x="427380" y="97352"/>
                  </a:lnTo>
                  <a:lnTo>
                    <a:pt x="425354" y="98807"/>
                  </a:lnTo>
                  <a:lnTo>
                    <a:pt x="424829" y="100070"/>
                  </a:lnTo>
                  <a:lnTo>
                    <a:pt x="424080" y="100759"/>
                  </a:lnTo>
                  <a:lnTo>
                    <a:pt x="424305" y="100875"/>
                  </a:lnTo>
                  <a:lnTo>
                    <a:pt x="424450" y="101793"/>
                  </a:lnTo>
                  <a:lnTo>
                    <a:pt x="424945" y="101146"/>
                  </a:lnTo>
                  <a:lnTo>
                    <a:pt x="425819" y="100721"/>
                  </a:lnTo>
                  <a:lnTo>
                    <a:pt x="426275" y="100220"/>
                  </a:lnTo>
                  <a:lnTo>
                    <a:pt x="428672" y="99241"/>
                  </a:lnTo>
                  <a:lnTo>
                    <a:pt x="431524" y="98878"/>
                  </a:lnTo>
                  <a:lnTo>
                    <a:pt x="433134" y="99321"/>
                  </a:lnTo>
                  <a:lnTo>
                    <a:pt x="434013" y="99322"/>
                  </a:lnTo>
                  <a:lnTo>
                    <a:pt x="434543" y="98996"/>
                  </a:lnTo>
                  <a:lnTo>
                    <a:pt x="435530" y="100488"/>
                  </a:lnTo>
                  <a:lnTo>
                    <a:pt x="434742" y="101271"/>
                  </a:lnTo>
                  <a:lnTo>
                    <a:pt x="434468" y="100864"/>
                  </a:lnTo>
                  <a:lnTo>
                    <a:pt x="433882" y="101269"/>
                  </a:lnTo>
                  <a:lnTo>
                    <a:pt x="433208" y="102012"/>
                  </a:lnTo>
                  <a:lnTo>
                    <a:pt x="433510" y="102101"/>
                  </a:lnTo>
                  <a:lnTo>
                    <a:pt x="431491" y="104062"/>
                  </a:lnTo>
                  <a:lnTo>
                    <a:pt x="431117" y="104032"/>
                  </a:lnTo>
                  <a:lnTo>
                    <a:pt x="431116" y="104282"/>
                  </a:lnTo>
                  <a:lnTo>
                    <a:pt x="430745" y="104520"/>
                  </a:lnTo>
                  <a:lnTo>
                    <a:pt x="432013" y="106491"/>
                  </a:lnTo>
                  <a:lnTo>
                    <a:pt x="433218" y="106624"/>
                  </a:lnTo>
                  <a:lnTo>
                    <a:pt x="432742" y="107976"/>
                  </a:lnTo>
                  <a:lnTo>
                    <a:pt x="433614" y="107380"/>
                  </a:lnTo>
                  <a:lnTo>
                    <a:pt x="435231" y="107608"/>
                  </a:lnTo>
                  <a:lnTo>
                    <a:pt x="440124" y="106175"/>
                  </a:lnTo>
                  <a:lnTo>
                    <a:pt x="441366" y="106966"/>
                  </a:lnTo>
                  <a:lnTo>
                    <a:pt x="441742" y="109280"/>
                  </a:lnTo>
                  <a:lnTo>
                    <a:pt x="441429" y="109540"/>
                  </a:lnTo>
                  <a:lnTo>
                    <a:pt x="441804" y="109952"/>
                  </a:lnTo>
                  <a:lnTo>
                    <a:pt x="441917" y="110556"/>
                  </a:lnTo>
                  <a:lnTo>
                    <a:pt x="441845" y="111065"/>
                  </a:lnTo>
                  <a:lnTo>
                    <a:pt x="441621" y="111171"/>
                  </a:lnTo>
                  <a:lnTo>
                    <a:pt x="442045" y="111630"/>
                  </a:lnTo>
                  <a:lnTo>
                    <a:pt x="441697" y="112850"/>
                  </a:lnTo>
                  <a:lnTo>
                    <a:pt x="441703" y="113962"/>
                  </a:lnTo>
                  <a:lnTo>
                    <a:pt x="442440" y="116448"/>
                  </a:lnTo>
                  <a:lnTo>
                    <a:pt x="442246" y="116579"/>
                  </a:lnTo>
                  <a:lnTo>
                    <a:pt x="443013" y="117759"/>
                  </a:lnTo>
                  <a:lnTo>
                    <a:pt x="443456" y="119057"/>
                  </a:lnTo>
                  <a:lnTo>
                    <a:pt x="443283" y="119984"/>
                  </a:lnTo>
                  <a:lnTo>
                    <a:pt x="443732" y="120295"/>
                  </a:lnTo>
                  <a:lnTo>
                    <a:pt x="444398" y="120305"/>
                  </a:lnTo>
                  <a:lnTo>
                    <a:pt x="444330" y="121593"/>
                  </a:lnTo>
                  <a:lnTo>
                    <a:pt x="444527" y="121942"/>
                  </a:lnTo>
                  <a:lnTo>
                    <a:pt x="444872" y="121875"/>
                  </a:lnTo>
                  <a:lnTo>
                    <a:pt x="445002" y="122329"/>
                  </a:lnTo>
                  <a:lnTo>
                    <a:pt x="444779" y="123034"/>
                  </a:lnTo>
                  <a:lnTo>
                    <a:pt x="445454" y="124226"/>
                  </a:lnTo>
                  <a:lnTo>
                    <a:pt x="445358" y="124930"/>
                  </a:lnTo>
                  <a:lnTo>
                    <a:pt x="445614" y="125109"/>
                  </a:lnTo>
                  <a:lnTo>
                    <a:pt x="445603" y="125705"/>
                  </a:lnTo>
                  <a:lnTo>
                    <a:pt x="445851" y="125978"/>
                  </a:lnTo>
                  <a:lnTo>
                    <a:pt x="445713" y="126125"/>
                  </a:lnTo>
                  <a:lnTo>
                    <a:pt x="446123" y="126410"/>
                  </a:lnTo>
                  <a:lnTo>
                    <a:pt x="445788" y="126775"/>
                  </a:lnTo>
                  <a:lnTo>
                    <a:pt x="445857" y="127541"/>
                  </a:lnTo>
                  <a:lnTo>
                    <a:pt x="445162" y="128544"/>
                  </a:lnTo>
                  <a:lnTo>
                    <a:pt x="445398" y="129813"/>
                  </a:lnTo>
                  <a:lnTo>
                    <a:pt x="445212" y="130565"/>
                  </a:lnTo>
                  <a:lnTo>
                    <a:pt x="445608" y="131039"/>
                  </a:lnTo>
                  <a:lnTo>
                    <a:pt x="445708" y="131569"/>
                  </a:lnTo>
                  <a:lnTo>
                    <a:pt x="446553" y="132134"/>
                  </a:lnTo>
                  <a:lnTo>
                    <a:pt x="446703" y="132420"/>
                  </a:lnTo>
                  <a:lnTo>
                    <a:pt x="446564" y="132620"/>
                  </a:lnTo>
                  <a:lnTo>
                    <a:pt x="447037" y="133237"/>
                  </a:lnTo>
                  <a:lnTo>
                    <a:pt x="446899" y="133403"/>
                  </a:lnTo>
                  <a:lnTo>
                    <a:pt x="447486" y="134609"/>
                  </a:lnTo>
                  <a:lnTo>
                    <a:pt x="448363" y="135132"/>
                  </a:lnTo>
                  <a:lnTo>
                    <a:pt x="448174" y="136300"/>
                  </a:lnTo>
                  <a:lnTo>
                    <a:pt x="447952" y="136285"/>
                  </a:lnTo>
                  <a:lnTo>
                    <a:pt x="448534" y="137634"/>
                  </a:lnTo>
                  <a:lnTo>
                    <a:pt x="448972" y="137527"/>
                  </a:lnTo>
                  <a:lnTo>
                    <a:pt x="448762" y="137975"/>
                  </a:lnTo>
                  <a:lnTo>
                    <a:pt x="449344" y="138669"/>
                  </a:lnTo>
                  <a:lnTo>
                    <a:pt x="449508" y="140151"/>
                  </a:lnTo>
                  <a:lnTo>
                    <a:pt x="449792" y="140569"/>
                  </a:lnTo>
                  <a:lnTo>
                    <a:pt x="449633" y="140756"/>
                  </a:lnTo>
                  <a:lnTo>
                    <a:pt x="449965" y="140971"/>
                  </a:lnTo>
                  <a:lnTo>
                    <a:pt x="450022" y="141682"/>
                  </a:lnTo>
                  <a:lnTo>
                    <a:pt x="450295" y="141908"/>
                  </a:lnTo>
                  <a:lnTo>
                    <a:pt x="450012" y="142180"/>
                  </a:lnTo>
                  <a:lnTo>
                    <a:pt x="450232" y="142513"/>
                  </a:lnTo>
                  <a:lnTo>
                    <a:pt x="449908" y="142681"/>
                  </a:lnTo>
                  <a:lnTo>
                    <a:pt x="450186" y="143012"/>
                  </a:lnTo>
                  <a:lnTo>
                    <a:pt x="453551" y="140317"/>
                  </a:lnTo>
                  <a:lnTo>
                    <a:pt x="454133" y="140505"/>
                  </a:lnTo>
                  <a:lnTo>
                    <a:pt x="454774" y="140176"/>
                  </a:lnTo>
                  <a:lnTo>
                    <a:pt x="454348" y="139852"/>
                  </a:lnTo>
                  <a:lnTo>
                    <a:pt x="454147" y="139321"/>
                  </a:lnTo>
                  <a:lnTo>
                    <a:pt x="454699" y="139059"/>
                  </a:lnTo>
                  <a:lnTo>
                    <a:pt x="454615" y="138695"/>
                  </a:lnTo>
                  <a:lnTo>
                    <a:pt x="455681" y="139036"/>
                  </a:lnTo>
                  <a:lnTo>
                    <a:pt x="456480" y="139838"/>
                  </a:lnTo>
                  <a:lnTo>
                    <a:pt x="457377" y="139744"/>
                  </a:lnTo>
                  <a:lnTo>
                    <a:pt x="457925" y="141399"/>
                  </a:lnTo>
                  <a:lnTo>
                    <a:pt x="459570" y="142961"/>
                  </a:lnTo>
                  <a:lnTo>
                    <a:pt x="459688" y="143186"/>
                  </a:lnTo>
                  <a:lnTo>
                    <a:pt x="458957" y="143735"/>
                  </a:lnTo>
                  <a:lnTo>
                    <a:pt x="459183" y="144374"/>
                  </a:lnTo>
                  <a:lnTo>
                    <a:pt x="460055" y="144786"/>
                  </a:lnTo>
                  <a:lnTo>
                    <a:pt x="459688" y="146476"/>
                  </a:lnTo>
                  <a:lnTo>
                    <a:pt x="459972" y="147329"/>
                  </a:lnTo>
                  <a:lnTo>
                    <a:pt x="459157" y="147904"/>
                  </a:lnTo>
                  <a:lnTo>
                    <a:pt x="461258" y="150212"/>
                  </a:lnTo>
                  <a:lnTo>
                    <a:pt x="464184" y="150116"/>
                  </a:lnTo>
                  <a:lnTo>
                    <a:pt x="465533" y="151082"/>
                  </a:lnTo>
                  <a:lnTo>
                    <a:pt x="465898" y="150824"/>
                  </a:lnTo>
                  <a:lnTo>
                    <a:pt x="466858" y="150744"/>
                  </a:lnTo>
                  <a:lnTo>
                    <a:pt x="466404" y="148875"/>
                  </a:lnTo>
                  <a:lnTo>
                    <a:pt x="466827" y="147946"/>
                  </a:lnTo>
                  <a:lnTo>
                    <a:pt x="467239" y="147874"/>
                  </a:lnTo>
                  <a:lnTo>
                    <a:pt x="468144" y="148320"/>
                  </a:lnTo>
                  <a:lnTo>
                    <a:pt x="469339" y="148492"/>
                  </a:lnTo>
                  <a:lnTo>
                    <a:pt x="471610" y="149521"/>
                  </a:lnTo>
                  <a:lnTo>
                    <a:pt x="471245" y="148643"/>
                  </a:lnTo>
                  <a:lnTo>
                    <a:pt x="472530" y="147987"/>
                  </a:lnTo>
                  <a:lnTo>
                    <a:pt x="473381" y="147890"/>
                  </a:lnTo>
                  <a:lnTo>
                    <a:pt x="473385" y="149028"/>
                  </a:lnTo>
                  <a:lnTo>
                    <a:pt x="473700" y="150127"/>
                  </a:lnTo>
                  <a:lnTo>
                    <a:pt x="474255" y="150699"/>
                  </a:lnTo>
                  <a:lnTo>
                    <a:pt x="476234" y="151376"/>
                  </a:lnTo>
                  <a:lnTo>
                    <a:pt x="479423" y="153345"/>
                  </a:lnTo>
                  <a:lnTo>
                    <a:pt x="480855" y="156849"/>
                  </a:lnTo>
                  <a:lnTo>
                    <a:pt x="481787" y="157884"/>
                  </a:lnTo>
                  <a:lnTo>
                    <a:pt x="482042" y="158766"/>
                  </a:lnTo>
                  <a:lnTo>
                    <a:pt x="482953" y="159734"/>
                  </a:lnTo>
                  <a:lnTo>
                    <a:pt x="483339" y="160842"/>
                  </a:lnTo>
                  <a:lnTo>
                    <a:pt x="483724" y="161090"/>
                  </a:lnTo>
                  <a:lnTo>
                    <a:pt x="484130" y="161860"/>
                  </a:lnTo>
                  <a:lnTo>
                    <a:pt x="484392" y="161916"/>
                  </a:lnTo>
                  <a:lnTo>
                    <a:pt x="484575" y="162391"/>
                  </a:lnTo>
                  <a:lnTo>
                    <a:pt x="485493" y="162878"/>
                  </a:lnTo>
                  <a:lnTo>
                    <a:pt x="485573" y="164653"/>
                  </a:lnTo>
                  <a:lnTo>
                    <a:pt x="486031" y="165274"/>
                  </a:lnTo>
                  <a:lnTo>
                    <a:pt x="486064" y="167233"/>
                  </a:lnTo>
                  <a:lnTo>
                    <a:pt x="485841" y="167210"/>
                  </a:lnTo>
                  <a:lnTo>
                    <a:pt x="485764" y="167612"/>
                  </a:lnTo>
                  <a:lnTo>
                    <a:pt x="486129" y="167785"/>
                  </a:lnTo>
                  <a:lnTo>
                    <a:pt x="485980" y="168081"/>
                  </a:lnTo>
                  <a:lnTo>
                    <a:pt x="487966" y="169935"/>
                  </a:lnTo>
                  <a:lnTo>
                    <a:pt x="491093" y="170969"/>
                  </a:lnTo>
                  <a:lnTo>
                    <a:pt x="491948" y="172174"/>
                  </a:lnTo>
                  <a:lnTo>
                    <a:pt x="491226" y="172276"/>
                  </a:lnTo>
                  <a:lnTo>
                    <a:pt x="490288" y="173039"/>
                  </a:lnTo>
                  <a:lnTo>
                    <a:pt x="488587" y="172523"/>
                  </a:lnTo>
                  <a:lnTo>
                    <a:pt x="485085" y="172642"/>
                  </a:lnTo>
                  <a:lnTo>
                    <a:pt x="485551" y="178041"/>
                  </a:lnTo>
                  <a:lnTo>
                    <a:pt x="484979" y="180657"/>
                  </a:lnTo>
                  <a:lnTo>
                    <a:pt x="485767" y="182877"/>
                  </a:lnTo>
                  <a:lnTo>
                    <a:pt x="486978" y="184390"/>
                  </a:lnTo>
                  <a:lnTo>
                    <a:pt x="487377" y="184397"/>
                  </a:lnTo>
                  <a:lnTo>
                    <a:pt x="487596" y="184916"/>
                  </a:lnTo>
                  <a:lnTo>
                    <a:pt x="491422" y="188883"/>
                  </a:lnTo>
                  <a:lnTo>
                    <a:pt x="491948" y="193569"/>
                  </a:lnTo>
                  <a:lnTo>
                    <a:pt x="490118" y="194058"/>
                  </a:lnTo>
                  <a:lnTo>
                    <a:pt x="488982" y="194622"/>
                  </a:lnTo>
                  <a:lnTo>
                    <a:pt x="489065" y="195358"/>
                  </a:lnTo>
                  <a:lnTo>
                    <a:pt x="488551" y="196104"/>
                  </a:lnTo>
                  <a:lnTo>
                    <a:pt x="488829" y="197052"/>
                  </a:lnTo>
                  <a:lnTo>
                    <a:pt x="488360" y="197796"/>
                  </a:lnTo>
                  <a:lnTo>
                    <a:pt x="487740" y="198216"/>
                  </a:lnTo>
                  <a:lnTo>
                    <a:pt x="487897" y="198419"/>
                  </a:lnTo>
                  <a:lnTo>
                    <a:pt x="488237" y="198239"/>
                  </a:lnTo>
                  <a:lnTo>
                    <a:pt x="488355" y="198505"/>
                  </a:lnTo>
                  <a:lnTo>
                    <a:pt x="488093" y="198766"/>
                  </a:lnTo>
                  <a:lnTo>
                    <a:pt x="488202" y="199365"/>
                  </a:lnTo>
                  <a:lnTo>
                    <a:pt x="483694" y="201707"/>
                  </a:lnTo>
                  <a:lnTo>
                    <a:pt x="483877" y="202639"/>
                  </a:lnTo>
                  <a:lnTo>
                    <a:pt x="482679" y="202901"/>
                  </a:lnTo>
                  <a:lnTo>
                    <a:pt x="482254" y="203434"/>
                  </a:lnTo>
                  <a:lnTo>
                    <a:pt x="479568" y="205343"/>
                  </a:lnTo>
                  <a:lnTo>
                    <a:pt x="477054" y="207497"/>
                  </a:lnTo>
                  <a:lnTo>
                    <a:pt x="474506" y="208844"/>
                  </a:lnTo>
                  <a:lnTo>
                    <a:pt x="474249" y="209793"/>
                  </a:lnTo>
                  <a:lnTo>
                    <a:pt x="474350" y="210725"/>
                  </a:lnTo>
                  <a:lnTo>
                    <a:pt x="474715" y="212631"/>
                  </a:lnTo>
                  <a:lnTo>
                    <a:pt x="474927" y="212690"/>
                  </a:lnTo>
                  <a:lnTo>
                    <a:pt x="473661" y="213490"/>
                  </a:lnTo>
                  <a:lnTo>
                    <a:pt x="472872" y="214316"/>
                  </a:lnTo>
                  <a:lnTo>
                    <a:pt x="472925" y="214571"/>
                  </a:lnTo>
                  <a:lnTo>
                    <a:pt x="474569" y="215102"/>
                  </a:lnTo>
                  <a:lnTo>
                    <a:pt x="474357" y="217299"/>
                  </a:lnTo>
                  <a:lnTo>
                    <a:pt x="474921" y="218161"/>
                  </a:lnTo>
                  <a:lnTo>
                    <a:pt x="474797" y="218405"/>
                  </a:lnTo>
                  <a:lnTo>
                    <a:pt x="474107" y="218191"/>
                  </a:lnTo>
                  <a:lnTo>
                    <a:pt x="474216" y="221982"/>
                  </a:lnTo>
                  <a:lnTo>
                    <a:pt x="473806" y="224653"/>
                  </a:lnTo>
                  <a:lnTo>
                    <a:pt x="472892" y="223799"/>
                  </a:lnTo>
                  <a:lnTo>
                    <a:pt x="472661" y="224598"/>
                  </a:lnTo>
                  <a:lnTo>
                    <a:pt x="470087" y="223733"/>
                  </a:lnTo>
                  <a:lnTo>
                    <a:pt x="468976" y="227256"/>
                  </a:lnTo>
                  <a:lnTo>
                    <a:pt x="468189" y="227982"/>
                  </a:lnTo>
                  <a:lnTo>
                    <a:pt x="466856" y="228738"/>
                  </a:lnTo>
                  <a:lnTo>
                    <a:pt x="464277" y="231375"/>
                  </a:lnTo>
                  <a:lnTo>
                    <a:pt x="463325" y="232083"/>
                  </a:lnTo>
                  <a:lnTo>
                    <a:pt x="462646" y="233458"/>
                  </a:lnTo>
                  <a:lnTo>
                    <a:pt x="462825" y="234060"/>
                  </a:lnTo>
                  <a:lnTo>
                    <a:pt x="463450" y="234701"/>
                  </a:lnTo>
                  <a:lnTo>
                    <a:pt x="463381" y="236879"/>
                  </a:lnTo>
                  <a:lnTo>
                    <a:pt x="464181" y="238303"/>
                  </a:lnTo>
                  <a:lnTo>
                    <a:pt x="468000" y="236155"/>
                  </a:lnTo>
                  <a:lnTo>
                    <a:pt x="469756" y="235538"/>
                  </a:lnTo>
                  <a:lnTo>
                    <a:pt x="469948" y="236673"/>
                  </a:lnTo>
                  <a:lnTo>
                    <a:pt x="468852" y="237110"/>
                  </a:lnTo>
                  <a:lnTo>
                    <a:pt x="468101" y="238627"/>
                  </a:lnTo>
                  <a:lnTo>
                    <a:pt x="467494" y="238998"/>
                  </a:lnTo>
                  <a:lnTo>
                    <a:pt x="467641" y="239250"/>
                  </a:lnTo>
                  <a:lnTo>
                    <a:pt x="465598" y="240044"/>
                  </a:lnTo>
                  <a:lnTo>
                    <a:pt x="465286" y="239577"/>
                  </a:lnTo>
                  <a:lnTo>
                    <a:pt x="463562" y="241069"/>
                  </a:lnTo>
                  <a:lnTo>
                    <a:pt x="463458" y="240940"/>
                  </a:lnTo>
                  <a:lnTo>
                    <a:pt x="462654" y="241512"/>
                  </a:lnTo>
                  <a:lnTo>
                    <a:pt x="458841" y="245829"/>
                  </a:lnTo>
                  <a:lnTo>
                    <a:pt x="458185" y="245453"/>
                  </a:lnTo>
                  <a:lnTo>
                    <a:pt x="457768" y="245691"/>
                  </a:lnTo>
                  <a:lnTo>
                    <a:pt x="457830" y="246616"/>
                  </a:lnTo>
                  <a:lnTo>
                    <a:pt x="457428" y="247412"/>
                  </a:lnTo>
                  <a:lnTo>
                    <a:pt x="457099" y="249091"/>
                  </a:lnTo>
                  <a:lnTo>
                    <a:pt x="455490" y="250436"/>
                  </a:lnTo>
                  <a:lnTo>
                    <a:pt x="454523" y="251713"/>
                  </a:lnTo>
                  <a:lnTo>
                    <a:pt x="454170" y="251813"/>
                  </a:lnTo>
                  <a:lnTo>
                    <a:pt x="456136" y="254300"/>
                  </a:lnTo>
                  <a:lnTo>
                    <a:pt x="456163" y="254953"/>
                  </a:lnTo>
                  <a:lnTo>
                    <a:pt x="455148" y="257503"/>
                  </a:lnTo>
                  <a:lnTo>
                    <a:pt x="455364" y="258870"/>
                  </a:lnTo>
                  <a:lnTo>
                    <a:pt x="455269" y="260625"/>
                  </a:lnTo>
                  <a:lnTo>
                    <a:pt x="455116" y="261383"/>
                  </a:lnTo>
                  <a:lnTo>
                    <a:pt x="454412" y="262047"/>
                  </a:lnTo>
                  <a:lnTo>
                    <a:pt x="454126" y="262905"/>
                  </a:lnTo>
                  <a:lnTo>
                    <a:pt x="452961" y="263731"/>
                  </a:lnTo>
                  <a:lnTo>
                    <a:pt x="450716" y="263764"/>
                  </a:lnTo>
                  <a:lnTo>
                    <a:pt x="448753" y="264884"/>
                  </a:lnTo>
                  <a:lnTo>
                    <a:pt x="448232" y="265540"/>
                  </a:lnTo>
                  <a:lnTo>
                    <a:pt x="448178" y="266375"/>
                  </a:lnTo>
                  <a:lnTo>
                    <a:pt x="447015" y="267143"/>
                  </a:lnTo>
                  <a:lnTo>
                    <a:pt x="445944" y="269247"/>
                  </a:lnTo>
                  <a:lnTo>
                    <a:pt x="442312" y="270247"/>
                  </a:lnTo>
                  <a:lnTo>
                    <a:pt x="440164" y="271515"/>
                  </a:lnTo>
                  <a:lnTo>
                    <a:pt x="437252" y="272450"/>
                  </a:lnTo>
                  <a:lnTo>
                    <a:pt x="434790" y="274155"/>
                  </a:lnTo>
                  <a:lnTo>
                    <a:pt x="432951" y="274703"/>
                  </a:lnTo>
                  <a:lnTo>
                    <a:pt x="430796" y="275156"/>
                  </a:lnTo>
                  <a:lnTo>
                    <a:pt x="430258" y="275475"/>
                  </a:lnTo>
                  <a:lnTo>
                    <a:pt x="428300" y="275627"/>
                  </a:lnTo>
                  <a:lnTo>
                    <a:pt x="428165" y="275482"/>
                  </a:lnTo>
                  <a:lnTo>
                    <a:pt x="426728" y="277759"/>
                  </a:lnTo>
                  <a:lnTo>
                    <a:pt x="425664" y="278653"/>
                  </a:lnTo>
                  <a:lnTo>
                    <a:pt x="425232" y="279831"/>
                  </a:lnTo>
                  <a:lnTo>
                    <a:pt x="425238" y="281288"/>
                  </a:lnTo>
                  <a:lnTo>
                    <a:pt x="424935" y="282132"/>
                  </a:lnTo>
                  <a:lnTo>
                    <a:pt x="424485" y="282887"/>
                  </a:lnTo>
                  <a:lnTo>
                    <a:pt x="423915" y="283268"/>
                  </a:lnTo>
                  <a:lnTo>
                    <a:pt x="421089" y="282767"/>
                  </a:lnTo>
                  <a:lnTo>
                    <a:pt x="417970" y="283439"/>
                  </a:lnTo>
                  <a:lnTo>
                    <a:pt x="415439" y="284501"/>
                  </a:lnTo>
                  <a:lnTo>
                    <a:pt x="414325" y="285679"/>
                  </a:lnTo>
                  <a:lnTo>
                    <a:pt x="414011" y="286064"/>
                  </a:lnTo>
                  <a:lnTo>
                    <a:pt x="411211" y="288513"/>
                  </a:lnTo>
                  <a:lnTo>
                    <a:pt x="410029" y="289334"/>
                  </a:lnTo>
                  <a:lnTo>
                    <a:pt x="408600" y="289763"/>
                  </a:lnTo>
                  <a:lnTo>
                    <a:pt x="406889" y="291336"/>
                  </a:lnTo>
                  <a:lnTo>
                    <a:pt x="403512" y="292102"/>
                  </a:lnTo>
                  <a:lnTo>
                    <a:pt x="402873" y="292714"/>
                  </a:lnTo>
                  <a:lnTo>
                    <a:pt x="404229" y="295411"/>
                  </a:lnTo>
                  <a:lnTo>
                    <a:pt x="404643" y="298679"/>
                  </a:lnTo>
                  <a:lnTo>
                    <a:pt x="405343" y="299734"/>
                  </a:lnTo>
                  <a:lnTo>
                    <a:pt x="405170" y="300778"/>
                  </a:lnTo>
                  <a:lnTo>
                    <a:pt x="404975" y="300899"/>
                  </a:lnTo>
                  <a:lnTo>
                    <a:pt x="405065" y="301806"/>
                  </a:lnTo>
                  <a:lnTo>
                    <a:pt x="404631" y="302616"/>
                  </a:lnTo>
                  <a:lnTo>
                    <a:pt x="403183" y="303762"/>
                  </a:lnTo>
                  <a:lnTo>
                    <a:pt x="402818" y="304337"/>
                  </a:lnTo>
                  <a:lnTo>
                    <a:pt x="402850" y="305012"/>
                  </a:lnTo>
                  <a:lnTo>
                    <a:pt x="403611" y="307195"/>
                  </a:lnTo>
                  <a:lnTo>
                    <a:pt x="405435" y="309725"/>
                  </a:lnTo>
                  <a:lnTo>
                    <a:pt x="402924" y="312543"/>
                  </a:lnTo>
                  <a:lnTo>
                    <a:pt x="400860" y="315981"/>
                  </a:lnTo>
                  <a:lnTo>
                    <a:pt x="398708" y="317832"/>
                  </a:lnTo>
                  <a:lnTo>
                    <a:pt x="397319" y="319217"/>
                  </a:lnTo>
                  <a:lnTo>
                    <a:pt x="395106" y="320488"/>
                  </a:lnTo>
                  <a:lnTo>
                    <a:pt x="395986" y="322638"/>
                  </a:lnTo>
                  <a:lnTo>
                    <a:pt x="396864" y="323252"/>
                  </a:lnTo>
                  <a:lnTo>
                    <a:pt x="397181" y="324808"/>
                  </a:lnTo>
                  <a:lnTo>
                    <a:pt x="398690" y="326156"/>
                  </a:lnTo>
                  <a:lnTo>
                    <a:pt x="398920" y="326592"/>
                  </a:lnTo>
                  <a:lnTo>
                    <a:pt x="398766" y="326764"/>
                  </a:lnTo>
                  <a:lnTo>
                    <a:pt x="399275" y="326665"/>
                  </a:lnTo>
                  <a:lnTo>
                    <a:pt x="399257" y="327084"/>
                  </a:lnTo>
                  <a:lnTo>
                    <a:pt x="399588" y="327612"/>
                  </a:lnTo>
                  <a:lnTo>
                    <a:pt x="399930" y="327360"/>
                  </a:lnTo>
                  <a:lnTo>
                    <a:pt x="400187" y="327434"/>
                  </a:lnTo>
                  <a:lnTo>
                    <a:pt x="400190" y="327705"/>
                  </a:lnTo>
                  <a:lnTo>
                    <a:pt x="400844" y="327140"/>
                  </a:lnTo>
                  <a:lnTo>
                    <a:pt x="401040" y="327566"/>
                  </a:lnTo>
                  <a:lnTo>
                    <a:pt x="401064" y="327357"/>
                  </a:lnTo>
                  <a:lnTo>
                    <a:pt x="401855" y="327163"/>
                  </a:lnTo>
                  <a:lnTo>
                    <a:pt x="402157" y="327303"/>
                  </a:lnTo>
                  <a:lnTo>
                    <a:pt x="401800" y="327733"/>
                  </a:lnTo>
                  <a:lnTo>
                    <a:pt x="402093" y="328049"/>
                  </a:lnTo>
                  <a:lnTo>
                    <a:pt x="402436" y="327787"/>
                  </a:lnTo>
                  <a:lnTo>
                    <a:pt x="402418" y="327525"/>
                  </a:lnTo>
                  <a:lnTo>
                    <a:pt x="402669" y="327644"/>
                  </a:lnTo>
                  <a:lnTo>
                    <a:pt x="402941" y="327409"/>
                  </a:lnTo>
                  <a:lnTo>
                    <a:pt x="403469" y="327606"/>
                  </a:lnTo>
                  <a:lnTo>
                    <a:pt x="403693" y="327324"/>
                  </a:lnTo>
                  <a:lnTo>
                    <a:pt x="404169" y="327233"/>
                  </a:lnTo>
                  <a:lnTo>
                    <a:pt x="404462" y="327459"/>
                  </a:lnTo>
                  <a:lnTo>
                    <a:pt x="405085" y="327107"/>
                  </a:lnTo>
                  <a:lnTo>
                    <a:pt x="405573" y="327276"/>
                  </a:lnTo>
                  <a:lnTo>
                    <a:pt x="405873" y="326465"/>
                  </a:lnTo>
                  <a:lnTo>
                    <a:pt x="406741" y="326991"/>
                  </a:lnTo>
                  <a:lnTo>
                    <a:pt x="406698" y="329537"/>
                  </a:lnTo>
                  <a:lnTo>
                    <a:pt x="406351" y="331098"/>
                  </a:lnTo>
                  <a:lnTo>
                    <a:pt x="406936" y="333008"/>
                  </a:lnTo>
                  <a:lnTo>
                    <a:pt x="407439" y="333100"/>
                  </a:lnTo>
                  <a:lnTo>
                    <a:pt x="407880" y="332287"/>
                  </a:lnTo>
                  <a:lnTo>
                    <a:pt x="408962" y="332089"/>
                  </a:lnTo>
                  <a:lnTo>
                    <a:pt x="409395" y="331613"/>
                  </a:lnTo>
                  <a:lnTo>
                    <a:pt x="411114" y="331422"/>
                  </a:lnTo>
                  <a:lnTo>
                    <a:pt x="412036" y="330782"/>
                  </a:lnTo>
                  <a:lnTo>
                    <a:pt x="413458" y="331975"/>
                  </a:lnTo>
                  <a:lnTo>
                    <a:pt x="414343" y="332976"/>
                  </a:lnTo>
                  <a:lnTo>
                    <a:pt x="415098" y="333240"/>
                  </a:lnTo>
                  <a:lnTo>
                    <a:pt x="415853" y="335033"/>
                  </a:lnTo>
                  <a:lnTo>
                    <a:pt x="414060" y="336833"/>
                  </a:lnTo>
                  <a:lnTo>
                    <a:pt x="415890" y="343072"/>
                  </a:lnTo>
                  <a:lnTo>
                    <a:pt x="415998" y="344405"/>
                  </a:lnTo>
                  <a:lnTo>
                    <a:pt x="416627" y="345553"/>
                  </a:lnTo>
                  <a:lnTo>
                    <a:pt x="417721" y="346301"/>
                  </a:lnTo>
                  <a:lnTo>
                    <a:pt x="418481" y="348051"/>
                  </a:lnTo>
                  <a:lnTo>
                    <a:pt x="411319" y="352914"/>
                  </a:lnTo>
                  <a:lnTo>
                    <a:pt x="410015" y="353761"/>
                  </a:lnTo>
                  <a:lnTo>
                    <a:pt x="404202" y="355352"/>
                  </a:lnTo>
                  <a:lnTo>
                    <a:pt x="395095" y="357860"/>
                  </a:lnTo>
                  <a:lnTo>
                    <a:pt x="394257" y="357856"/>
                  </a:lnTo>
                  <a:lnTo>
                    <a:pt x="394135" y="358148"/>
                  </a:lnTo>
                  <a:lnTo>
                    <a:pt x="393667" y="358211"/>
                  </a:lnTo>
                  <a:lnTo>
                    <a:pt x="393355" y="358475"/>
                  </a:lnTo>
                  <a:lnTo>
                    <a:pt x="393614" y="359037"/>
                  </a:lnTo>
                  <a:lnTo>
                    <a:pt x="393413" y="359503"/>
                  </a:lnTo>
                  <a:lnTo>
                    <a:pt x="393647" y="360154"/>
                  </a:lnTo>
                  <a:lnTo>
                    <a:pt x="392384" y="361840"/>
                  </a:lnTo>
                  <a:lnTo>
                    <a:pt x="391915" y="363184"/>
                  </a:lnTo>
                  <a:lnTo>
                    <a:pt x="392934" y="363899"/>
                  </a:lnTo>
                  <a:lnTo>
                    <a:pt x="390171" y="366140"/>
                  </a:lnTo>
                  <a:lnTo>
                    <a:pt x="388120" y="367819"/>
                  </a:lnTo>
                  <a:lnTo>
                    <a:pt x="389843" y="368507"/>
                  </a:lnTo>
                  <a:lnTo>
                    <a:pt x="391214" y="369609"/>
                  </a:lnTo>
                  <a:lnTo>
                    <a:pt x="392264" y="371668"/>
                  </a:lnTo>
                  <a:lnTo>
                    <a:pt x="391954" y="371760"/>
                  </a:lnTo>
                  <a:lnTo>
                    <a:pt x="392307" y="373374"/>
                  </a:lnTo>
                  <a:lnTo>
                    <a:pt x="393113" y="375047"/>
                  </a:lnTo>
                  <a:lnTo>
                    <a:pt x="394737" y="376568"/>
                  </a:lnTo>
                  <a:lnTo>
                    <a:pt x="396481" y="377411"/>
                  </a:lnTo>
                  <a:lnTo>
                    <a:pt x="396105" y="377519"/>
                  </a:lnTo>
                  <a:lnTo>
                    <a:pt x="396280" y="379823"/>
                  </a:lnTo>
                  <a:lnTo>
                    <a:pt x="396597" y="381372"/>
                  </a:lnTo>
                  <a:lnTo>
                    <a:pt x="397006" y="381968"/>
                  </a:lnTo>
                  <a:lnTo>
                    <a:pt x="396962" y="382389"/>
                  </a:lnTo>
                  <a:lnTo>
                    <a:pt x="397573" y="383704"/>
                  </a:lnTo>
                  <a:lnTo>
                    <a:pt x="397498" y="384382"/>
                  </a:lnTo>
                  <a:lnTo>
                    <a:pt x="397176" y="384879"/>
                  </a:lnTo>
                  <a:lnTo>
                    <a:pt x="396633" y="387364"/>
                  </a:lnTo>
                  <a:lnTo>
                    <a:pt x="396614" y="388390"/>
                  </a:lnTo>
                  <a:lnTo>
                    <a:pt x="396303" y="388926"/>
                  </a:lnTo>
                  <a:lnTo>
                    <a:pt x="396079" y="388714"/>
                  </a:lnTo>
                  <a:lnTo>
                    <a:pt x="395228" y="389263"/>
                  </a:lnTo>
                  <a:lnTo>
                    <a:pt x="394525" y="390841"/>
                  </a:lnTo>
                  <a:lnTo>
                    <a:pt x="393724" y="391167"/>
                  </a:lnTo>
                  <a:lnTo>
                    <a:pt x="392737" y="391226"/>
                  </a:lnTo>
                  <a:lnTo>
                    <a:pt x="391406" y="390887"/>
                  </a:lnTo>
                  <a:lnTo>
                    <a:pt x="390131" y="391005"/>
                  </a:lnTo>
                  <a:lnTo>
                    <a:pt x="388800" y="392583"/>
                  </a:lnTo>
                  <a:lnTo>
                    <a:pt x="387463" y="392746"/>
                  </a:lnTo>
                  <a:lnTo>
                    <a:pt x="388796" y="393461"/>
                  </a:lnTo>
                  <a:lnTo>
                    <a:pt x="389020" y="395303"/>
                  </a:lnTo>
                  <a:lnTo>
                    <a:pt x="390631" y="397552"/>
                  </a:lnTo>
                  <a:lnTo>
                    <a:pt x="390893" y="399803"/>
                  </a:lnTo>
                  <a:lnTo>
                    <a:pt x="392150" y="403960"/>
                  </a:lnTo>
                  <a:lnTo>
                    <a:pt x="393053" y="405262"/>
                  </a:lnTo>
                  <a:lnTo>
                    <a:pt x="393180" y="406289"/>
                  </a:lnTo>
                  <a:lnTo>
                    <a:pt x="395076" y="408686"/>
                  </a:lnTo>
                  <a:lnTo>
                    <a:pt x="394900" y="411027"/>
                  </a:lnTo>
                  <a:lnTo>
                    <a:pt x="395395" y="412081"/>
                  </a:lnTo>
                  <a:lnTo>
                    <a:pt x="394740" y="413949"/>
                  </a:lnTo>
                  <a:lnTo>
                    <a:pt x="396400" y="416950"/>
                  </a:lnTo>
                  <a:lnTo>
                    <a:pt x="396066" y="418820"/>
                  </a:lnTo>
                  <a:lnTo>
                    <a:pt x="396169" y="419297"/>
                  </a:lnTo>
                  <a:lnTo>
                    <a:pt x="396905" y="420313"/>
                  </a:lnTo>
                  <a:lnTo>
                    <a:pt x="395837" y="421054"/>
                  </a:lnTo>
                  <a:lnTo>
                    <a:pt x="394384" y="422556"/>
                  </a:lnTo>
                  <a:lnTo>
                    <a:pt x="391718" y="423078"/>
                  </a:lnTo>
                  <a:lnTo>
                    <a:pt x="390384" y="424078"/>
                  </a:lnTo>
                  <a:lnTo>
                    <a:pt x="390128" y="424658"/>
                  </a:lnTo>
                  <a:lnTo>
                    <a:pt x="389488" y="424648"/>
                  </a:lnTo>
                  <a:lnTo>
                    <a:pt x="388081" y="424080"/>
                  </a:lnTo>
                  <a:lnTo>
                    <a:pt x="387201" y="424394"/>
                  </a:lnTo>
                  <a:lnTo>
                    <a:pt x="386896" y="424144"/>
                  </a:lnTo>
                  <a:lnTo>
                    <a:pt x="386459" y="424496"/>
                  </a:lnTo>
                  <a:lnTo>
                    <a:pt x="386567" y="424761"/>
                  </a:lnTo>
                  <a:lnTo>
                    <a:pt x="385775" y="425121"/>
                  </a:lnTo>
                  <a:lnTo>
                    <a:pt x="384488" y="426725"/>
                  </a:lnTo>
                  <a:lnTo>
                    <a:pt x="383546" y="427412"/>
                  </a:lnTo>
                  <a:lnTo>
                    <a:pt x="382758" y="429728"/>
                  </a:lnTo>
                  <a:lnTo>
                    <a:pt x="382036" y="430920"/>
                  </a:lnTo>
                  <a:lnTo>
                    <a:pt x="381715" y="433408"/>
                  </a:lnTo>
                  <a:lnTo>
                    <a:pt x="381346" y="433520"/>
                  </a:lnTo>
                  <a:lnTo>
                    <a:pt x="380778" y="434374"/>
                  </a:lnTo>
                  <a:lnTo>
                    <a:pt x="382735" y="436040"/>
                  </a:lnTo>
                  <a:lnTo>
                    <a:pt x="382759" y="436401"/>
                  </a:lnTo>
                  <a:lnTo>
                    <a:pt x="384172" y="438258"/>
                  </a:lnTo>
                  <a:lnTo>
                    <a:pt x="383148" y="439668"/>
                  </a:lnTo>
                  <a:lnTo>
                    <a:pt x="382918" y="440412"/>
                  </a:lnTo>
                  <a:lnTo>
                    <a:pt x="382353" y="440289"/>
                  </a:lnTo>
                  <a:lnTo>
                    <a:pt x="381532" y="440623"/>
                  </a:lnTo>
                  <a:lnTo>
                    <a:pt x="381295" y="442498"/>
                  </a:lnTo>
                  <a:lnTo>
                    <a:pt x="381776" y="442697"/>
                  </a:lnTo>
                  <a:lnTo>
                    <a:pt x="380962" y="444915"/>
                  </a:lnTo>
                  <a:lnTo>
                    <a:pt x="379886" y="444848"/>
                  </a:lnTo>
                  <a:lnTo>
                    <a:pt x="380385" y="445688"/>
                  </a:lnTo>
                  <a:lnTo>
                    <a:pt x="382525" y="446951"/>
                  </a:lnTo>
                  <a:lnTo>
                    <a:pt x="381734" y="448575"/>
                  </a:lnTo>
                  <a:lnTo>
                    <a:pt x="380302" y="448935"/>
                  </a:lnTo>
                  <a:lnTo>
                    <a:pt x="380246" y="451459"/>
                  </a:lnTo>
                  <a:lnTo>
                    <a:pt x="376632" y="453166"/>
                  </a:lnTo>
                  <a:lnTo>
                    <a:pt x="373600" y="453928"/>
                  </a:lnTo>
                  <a:lnTo>
                    <a:pt x="375085" y="456177"/>
                  </a:lnTo>
                  <a:lnTo>
                    <a:pt x="374560" y="456018"/>
                  </a:lnTo>
                  <a:lnTo>
                    <a:pt x="373684" y="456571"/>
                  </a:lnTo>
                  <a:lnTo>
                    <a:pt x="374790" y="458310"/>
                  </a:lnTo>
                  <a:lnTo>
                    <a:pt x="373914" y="459179"/>
                  </a:lnTo>
                  <a:lnTo>
                    <a:pt x="372907" y="459552"/>
                  </a:lnTo>
                  <a:lnTo>
                    <a:pt x="371033" y="461920"/>
                  </a:lnTo>
                  <a:lnTo>
                    <a:pt x="370285" y="463289"/>
                  </a:lnTo>
                  <a:lnTo>
                    <a:pt x="370116" y="464204"/>
                  </a:lnTo>
                  <a:lnTo>
                    <a:pt x="368955" y="465001"/>
                  </a:lnTo>
                  <a:lnTo>
                    <a:pt x="367356" y="466696"/>
                  </a:lnTo>
                  <a:lnTo>
                    <a:pt x="366389" y="468468"/>
                  </a:lnTo>
                  <a:lnTo>
                    <a:pt x="365357" y="469536"/>
                  </a:lnTo>
                  <a:lnTo>
                    <a:pt x="364246" y="471611"/>
                  </a:lnTo>
                  <a:lnTo>
                    <a:pt x="365061" y="472331"/>
                  </a:lnTo>
                  <a:lnTo>
                    <a:pt x="365750" y="473978"/>
                  </a:lnTo>
                  <a:lnTo>
                    <a:pt x="367707" y="473908"/>
                  </a:lnTo>
                  <a:lnTo>
                    <a:pt x="367909" y="473574"/>
                  </a:lnTo>
                  <a:lnTo>
                    <a:pt x="368297" y="473459"/>
                  </a:lnTo>
                  <a:lnTo>
                    <a:pt x="369174" y="476584"/>
                  </a:lnTo>
                  <a:lnTo>
                    <a:pt x="369522" y="477001"/>
                  </a:lnTo>
                  <a:lnTo>
                    <a:pt x="370232" y="476731"/>
                  </a:lnTo>
                  <a:lnTo>
                    <a:pt x="370316" y="477995"/>
                  </a:lnTo>
                  <a:lnTo>
                    <a:pt x="372214" y="479659"/>
                  </a:lnTo>
                  <a:lnTo>
                    <a:pt x="373790" y="480128"/>
                  </a:lnTo>
                  <a:lnTo>
                    <a:pt x="374572" y="479900"/>
                  </a:lnTo>
                  <a:lnTo>
                    <a:pt x="374982" y="479514"/>
                  </a:lnTo>
                  <a:lnTo>
                    <a:pt x="375868" y="479833"/>
                  </a:lnTo>
                  <a:lnTo>
                    <a:pt x="376362" y="479648"/>
                  </a:lnTo>
                  <a:lnTo>
                    <a:pt x="376855" y="479824"/>
                  </a:lnTo>
                  <a:lnTo>
                    <a:pt x="377152" y="479602"/>
                  </a:lnTo>
                  <a:lnTo>
                    <a:pt x="377484" y="480633"/>
                  </a:lnTo>
                  <a:lnTo>
                    <a:pt x="376982" y="480832"/>
                  </a:lnTo>
                  <a:lnTo>
                    <a:pt x="376681" y="479859"/>
                  </a:lnTo>
                  <a:lnTo>
                    <a:pt x="375719" y="480713"/>
                  </a:lnTo>
                  <a:lnTo>
                    <a:pt x="375465" y="481550"/>
                  </a:lnTo>
                  <a:lnTo>
                    <a:pt x="375174" y="481593"/>
                  </a:lnTo>
                  <a:lnTo>
                    <a:pt x="374624" y="482412"/>
                  </a:lnTo>
                  <a:lnTo>
                    <a:pt x="373464" y="483071"/>
                  </a:lnTo>
                  <a:lnTo>
                    <a:pt x="374765" y="484030"/>
                  </a:lnTo>
                  <a:lnTo>
                    <a:pt x="374868" y="484374"/>
                  </a:lnTo>
                  <a:lnTo>
                    <a:pt x="376084" y="484622"/>
                  </a:lnTo>
                  <a:lnTo>
                    <a:pt x="377245" y="484135"/>
                  </a:lnTo>
                  <a:lnTo>
                    <a:pt x="377386" y="484375"/>
                  </a:lnTo>
                  <a:lnTo>
                    <a:pt x="377225" y="485069"/>
                  </a:lnTo>
                  <a:lnTo>
                    <a:pt x="377533" y="485649"/>
                  </a:lnTo>
                  <a:lnTo>
                    <a:pt x="377540" y="486467"/>
                  </a:lnTo>
                  <a:lnTo>
                    <a:pt x="376471" y="488576"/>
                  </a:lnTo>
                  <a:lnTo>
                    <a:pt x="376303" y="490872"/>
                  </a:lnTo>
                  <a:lnTo>
                    <a:pt x="376540" y="492775"/>
                  </a:lnTo>
                  <a:lnTo>
                    <a:pt x="377076" y="493691"/>
                  </a:lnTo>
                  <a:lnTo>
                    <a:pt x="376734" y="494547"/>
                  </a:lnTo>
                  <a:lnTo>
                    <a:pt x="377228" y="494976"/>
                  </a:lnTo>
                  <a:lnTo>
                    <a:pt x="377128" y="495811"/>
                  </a:lnTo>
                  <a:lnTo>
                    <a:pt x="376044" y="497458"/>
                  </a:lnTo>
                  <a:lnTo>
                    <a:pt x="373983" y="498493"/>
                  </a:lnTo>
                  <a:lnTo>
                    <a:pt x="373478" y="498499"/>
                  </a:lnTo>
                  <a:lnTo>
                    <a:pt x="372015" y="499356"/>
                  </a:lnTo>
                  <a:lnTo>
                    <a:pt x="371321" y="500203"/>
                  </a:lnTo>
                  <a:lnTo>
                    <a:pt x="370738" y="500268"/>
                  </a:lnTo>
                  <a:lnTo>
                    <a:pt x="368987" y="501905"/>
                  </a:lnTo>
                  <a:lnTo>
                    <a:pt x="368390" y="502045"/>
                  </a:lnTo>
                  <a:lnTo>
                    <a:pt x="367795" y="503935"/>
                  </a:lnTo>
                  <a:lnTo>
                    <a:pt x="367982" y="504473"/>
                  </a:lnTo>
                  <a:lnTo>
                    <a:pt x="367727" y="504821"/>
                  </a:lnTo>
                  <a:lnTo>
                    <a:pt x="367084" y="508711"/>
                  </a:lnTo>
                  <a:lnTo>
                    <a:pt x="364812" y="507934"/>
                  </a:lnTo>
                  <a:lnTo>
                    <a:pt x="359536" y="507654"/>
                  </a:lnTo>
                  <a:lnTo>
                    <a:pt x="357668" y="508124"/>
                  </a:lnTo>
                  <a:lnTo>
                    <a:pt x="357706" y="508262"/>
                  </a:lnTo>
                  <a:lnTo>
                    <a:pt x="356654" y="508258"/>
                  </a:lnTo>
                  <a:lnTo>
                    <a:pt x="354289" y="508845"/>
                  </a:lnTo>
                  <a:lnTo>
                    <a:pt x="352661" y="508741"/>
                  </a:lnTo>
                  <a:lnTo>
                    <a:pt x="351817" y="509015"/>
                  </a:lnTo>
                  <a:lnTo>
                    <a:pt x="349767" y="511195"/>
                  </a:lnTo>
                  <a:lnTo>
                    <a:pt x="349108" y="512270"/>
                  </a:lnTo>
                  <a:lnTo>
                    <a:pt x="347039" y="513964"/>
                  </a:lnTo>
                  <a:lnTo>
                    <a:pt x="346464" y="514115"/>
                  </a:lnTo>
                  <a:lnTo>
                    <a:pt x="345984" y="514702"/>
                  </a:lnTo>
                  <a:lnTo>
                    <a:pt x="344823" y="514782"/>
                  </a:lnTo>
                  <a:lnTo>
                    <a:pt x="341138" y="516494"/>
                  </a:lnTo>
                  <a:lnTo>
                    <a:pt x="339929" y="518870"/>
                  </a:lnTo>
                  <a:lnTo>
                    <a:pt x="339646" y="520143"/>
                  </a:lnTo>
                  <a:lnTo>
                    <a:pt x="339229" y="520879"/>
                  </a:lnTo>
                  <a:lnTo>
                    <a:pt x="336427" y="521824"/>
                  </a:lnTo>
                  <a:lnTo>
                    <a:pt x="333973" y="523562"/>
                  </a:lnTo>
                  <a:lnTo>
                    <a:pt x="333359" y="523649"/>
                  </a:lnTo>
                  <a:lnTo>
                    <a:pt x="331930" y="523017"/>
                  </a:lnTo>
                  <a:lnTo>
                    <a:pt x="329117" y="522782"/>
                  </a:lnTo>
                  <a:lnTo>
                    <a:pt x="327404" y="523303"/>
                  </a:lnTo>
                  <a:lnTo>
                    <a:pt x="326319" y="523276"/>
                  </a:lnTo>
                  <a:lnTo>
                    <a:pt x="324816" y="522403"/>
                  </a:lnTo>
                  <a:lnTo>
                    <a:pt x="323520" y="522042"/>
                  </a:lnTo>
                  <a:lnTo>
                    <a:pt x="322541" y="522025"/>
                  </a:lnTo>
                  <a:lnTo>
                    <a:pt x="319952" y="522557"/>
                  </a:lnTo>
                  <a:lnTo>
                    <a:pt x="317703" y="522219"/>
                  </a:lnTo>
                  <a:lnTo>
                    <a:pt x="313855" y="523473"/>
                  </a:lnTo>
                  <a:lnTo>
                    <a:pt x="307899" y="526618"/>
                  </a:lnTo>
                  <a:lnTo>
                    <a:pt x="302942" y="526797"/>
                  </a:lnTo>
                  <a:lnTo>
                    <a:pt x="300985" y="527346"/>
                  </a:lnTo>
                  <a:lnTo>
                    <a:pt x="297550" y="527399"/>
                  </a:lnTo>
                  <a:lnTo>
                    <a:pt x="295909" y="529321"/>
                  </a:lnTo>
                  <a:lnTo>
                    <a:pt x="294723" y="530166"/>
                  </a:lnTo>
                  <a:lnTo>
                    <a:pt x="290630" y="530797"/>
                  </a:lnTo>
                  <a:lnTo>
                    <a:pt x="288795" y="531395"/>
                  </a:lnTo>
                  <a:lnTo>
                    <a:pt x="286288" y="529815"/>
                  </a:lnTo>
                  <a:lnTo>
                    <a:pt x="282919" y="528118"/>
                  </a:lnTo>
                  <a:lnTo>
                    <a:pt x="279207" y="526770"/>
                  </a:lnTo>
                  <a:lnTo>
                    <a:pt x="275942" y="525270"/>
                  </a:lnTo>
                  <a:lnTo>
                    <a:pt x="273180" y="526044"/>
                  </a:lnTo>
                  <a:lnTo>
                    <a:pt x="271371" y="526945"/>
                  </a:lnTo>
                  <a:lnTo>
                    <a:pt x="269248" y="527403"/>
                  </a:lnTo>
                  <a:lnTo>
                    <a:pt x="267218" y="525860"/>
                  </a:lnTo>
                  <a:lnTo>
                    <a:pt x="265789" y="525618"/>
                  </a:lnTo>
                  <a:lnTo>
                    <a:pt x="264377" y="524984"/>
                  </a:lnTo>
                  <a:lnTo>
                    <a:pt x="263298" y="525307"/>
                  </a:lnTo>
                  <a:lnTo>
                    <a:pt x="259240" y="524875"/>
                  </a:lnTo>
                  <a:lnTo>
                    <a:pt x="257059" y="523726"/>
                  </a:lnTo>
                  <a:lnTo>
                    <a:pt x="256346" y="523080"/>
                  </a:lnTo>
                  <a:lnTo>
                    <a:pt x="255610" y="522870"/>
                  </a:lnTo>
                  <a:lnTo>
                    <a:pt x="255053" y="522984"/>
                  </a:lnTo>
                  <a:lnTo>
                    <a:pt x="253245" y="522679"/>
                  </a:lnTo>
                  <a:lnTo>
                    <a:pt x="251167" y="523473"/>
                  </a:lnTo>
                  <a:lnTo>
                    <a:pt x="248453" y="522392"/>
                  </a:lnTo>
                  <a:lnTo>
                    <a:pt x="246405" y="522336"/>
                  </a:lnTo>
                  <a:lnTo>
                    <a:pt x="243918" y="520792"/>
                  </a:lnTo>
                  <a:lnTo>
                    <a:pt x="243611" y="520131"/>
                  </a:lnTo>
                  <a:lnTo>
                    <a:pt x="242380" y="519097"/>
                  </a:lnTo>
                  <a:lnTo>
                    <a:pt x="240362" y="517917"/>
                  </a:lnTo>
                  <a:lnTo>
                    <a:pt x="239776" y="516303"/>
                  </a:lnTo>
                  <a:lnTo>
                    <a:pt x="239965" y="514572"/>
                  </a:lnTo>
                  <a:lnTo>
                    <a:pt x="239047" y="513958"/>
                  </a:lnTo>
                  <a:lnTo>
                    <a:pt x="237380" y="511364"/>
                  </a:lnTo>
                  <a:lnTo>
                    <a:pt x="236406" y="511322"/>
                  </a:lnTo>
                  <a:lnTo>
                    <a:pt x="234128" y="510114"/>
                  </a:lnTo>
                  <a:lnTo>
                    <a:pt x="229514" y="506208"/>
                  </a:lnTo>
                  <a:lnTo>
                    <a:pt x="228269" y="506035"/>
                  </a:lnTo>
                  <a:lnTo>
                    <a:pt x="226506" y="506720"/>
                  </a:lnTo>
                  <a:lnTo>
                    <a:pt x="225894" y="507433"/>
                  </a:lnTo>
                  <a:lnTo>
                    <a:pt x="225590" y="507024"/>
                  </a:lnTo>
                  <a:lnTo>
                    <a:pt x="224467" y="507652"/>
                  </a:lnTo>
                  <a:lnTo>
                    <a:pt x="222897" y="507924"/>
                  </a:lnTo>
                  <a:lnTo>
                    <a:pt x="222122" y="507848"/>
                  </a:lnTo>
                  <a:lnTo>
                    <a:pt x="221236" y="507351"/>
                  </a:lnTo>
                  <a:lnTo>
                    <a:pt x="219681" y="509510"/>
                  </a:lnTo>
                  <a:lnTo>
                    <a:pt x="218004" y="509374"/>
                  </a:lnTo>
                  <a:lnTo>
                    <a:pt x="216988" y="509957"/>
                  </a:lnTo>
                  <a:lnTo>
                    <a:pt x="216618" y="509781"/>
                  </a:lnTo>
                  <a:lnTo>
                    <a:pt x="215506" y="510197"/>
                  </a:lnTo>
                  <a:lnTo>
                    <a:pt x="212577" y="509736"/>
                  </a:lnTo>
                  <a:lnTo>
                    <a:pt x="211444" y="508328"/>
                  </a:lnTo>
                  <a:lnTo>
                    <a:pt x="211294" y="507366"/>
                  </a:lnTo>
                  <a:lnTo>
                    <a:pt x="210331" y="505138"/>
                  </a:lnTo>
                  <a:lnTo>
                    <a:pt x="209795" y="504791"/>
                  </a:lnTo>
                  <a:lnTo>
                    <a:pt x="207499" y="504179"/>
                  </a:lnTo>
                  <a:lnTo>
                    <a:pt x="206901" y="504643"/>
                  </a:lnTo>
                  <a:lnTo>
                    <a:pt x="205130" y="505325"/>
                  </a:lnTo>
                  <a:lnTo>
                    <a:pt x="203601" y="506539"/>
                  </a:lnTo>
                  <a:lnTo>
                    <a:pt x="202517" y="506471"/>
                  </a:lnTo>
                  <a:lnTo>
                    <a:pt x="200920" y="507365"/>
                  </a:lnTo>
                  <a:lnTo>
                    <a:pt x="200754" y="507661"/>
                  </a:lnTo>
                  <a:lnTo>
                    <a:pt x="199473" y="507226"/>
                  </a:lnTo>
                  <a:lnTo>
                    <a:pt x="198542" y="505389"/>
                  </a:lnTo>
                  <a:lnTo>
                    <a:pt x="197378" y="504344"/>
                  </a:lnTo>
                  <a:lnTo>
                    <a:pt x="197469" y="504181"/>
                  </a:lnTo>
                  <a:lnTo>
                    <a:pt x="197035" y="503645"/>
                  </a:lnTo>
                  <a:lnTo>
                    <a:pt x="195563" y="503436"/>
                  </a:lnTo>
                  <a:lnTo>
                    <a:pt x="194517" y="503573"/>
                  </a:lnTo>
                  <a:lnTo>
                    <a:pt x="192098" y="502152"/>
                  </a:lnTo>
                  <a:lnTo>
                    <a:pt x="190208" y="501887"/>
                  </a:lnTo>
                  <a:lnTo>
                    <a:pt x="189017" y="501294"/>
                  </a:lnTo>
                  <a:lnTo>
                    <a:pt x="186692" y="502022"/>
                  </a:lnTo>
                  <a:lnTo>
                    <a:pt x="185689" y="505611"/>
                  </a:lnTo>
                  <a:lnTo>
                    <a:pt x="183510" y="506906"/>
                  </a:lnTo>
                  <a:lnTo>
                    <a:pt x="182040" y="505562"/>
                  </a:lnTo>
                  <a:lnTo>
                    <a:pt x="181008" y="505579"/>
                  </a:lnTo>
                  <a:lnTo>
                    <a:pt x="180900" y="504773"/>
                  </a:lnTo>
                  <a:lnTo>
                    <a:pt x="179139" y="505378"/>
                  </a:lnTo>
                  <a:lnTo>
                    <a:pt x="176787" y="506808"/>
                  </a:lnTo>
                  <a:lnTo>
                    <a:pt x="176520" y="507265"/>
                  </a:lnTo>
                  <a:lnTo>
                    <a:pt x="176550" y="508462"/>
                  </a:lnTo>
                  <a:lnTo>
                    <a:pt x="176042" y="509952"/>
                  </a:lnTo>
                  <a:lnTo>
                    <a:pt x="176126" y="510627"/>
                  </a:lnTo>
                  <a:lnTo>
                    <a:pt x="175466" y="511640"/>
                  </a:lnTo>
                  <a:lnTo>
                    <a:pt x="174747" y="512174"/>
                  </a:lnTo>
                  <a:lnTo>
                    <a:pt x="174995" y="514100"/>
                  </a:lnTo>
                  <a:lnTo>
                    <a:pt x="173882" y="516314"/>
                  </a:lnTo>
                  <a:lnTo>
                    <a:pt x="173077" y="516811"/>
                  </a:lnTo>
                  <a:lnTo>
                    <a:pt x="171033" y="517321"/>
                  </a:lnTo>
                  <a:lnTo>
                    <a:pt x="170468" y="517009"/>
                  </a:lnTo>
                  <a:lnTo>
                    <a:pt x="169995" y="516275"/>
                  </a:lnTo>
                  <a:lnTo>
                    <a:pt x="169406" y="516572"/>
                  </a:lnTo>
                  <a:lnTo>
                    <a:pt x="168615" y="516032"/>
                  </a:lnTo>
                  <a:lnTo>
                    <a:pt x="168775" y="514748"/>
                  </a:lnTo>
                  <a:lnTo>
                    <a:pt x="168230" y="513733"/>
                  </a:lnTo>
                  <a:lnTo>
                    <a:pt x="168600" y="512627"/>
                  </a:lnTo>
                  <a:lnTo>
                    <a:pt x="167825" y="512345"/>
                  </a:lnTo>
                  <a:lnTo>
                    <a:pt x="166643" y="511030"/>
                  </a:lnTo>
                  <a:lnTo>
                    <a:pt x="165267" y="510662"/>
                  </a:lnTo>
                  <a:lnTo>
                    <a:pt x="163245" y="510623"/>
                  </a:lnTo>
                  <a:lnTo>
                    <a:pt x="162951" y="510343"/>
                  </a:lnTo>
                  <a:lnTo>
                    <a:pt x="162914" y="509043"/>
                  </a:lnTo>
                  <a:lnTo>
                    <a:pt x="163467" y="508278"/>
                  </a:lnTo>
                  <a:lnTo>
                    <a:pt x="163134" y="508008"/>
                  </a:lnTo>
                  <a:lnTo>
                    <a:pt x="162368" y="508543"/>
                  </a:lnTo>
                  <a:lnTo>
                    <a:pt x="161616" y="509702"/>
                  </a:lnTo>
                  <a:lnTo>
                    <a:pt x="161337" y="510291"/>
                  </a:lnTo>
                  <a:lnTo>
                    <a:pt x="161470" y="510781"/>
                  </a:lnTo>
                  <a:lnTo>
                    <a:pt x="161115" y="511292"/>
                  </a:lnTo>
                  <a:lnTo>
                    <a:pt x="160577" y="511628"/>
                  </a:lnTo>
                  <a:lnTo>
                    <a:pt x="160094" y="511580"/>
                  </a:lnTo>
                  <a:lnTo>
                    <a:pt x="160303" y="511168"/>
                  </a:lnTo>
                  <a:lnTo>
                    <a:pt x="160135" y="510702"/>
                  </a:lnTo>
                  <a:lnTo>
                    <a:pt x="157480" y="510016"/>
                  </a:lnTo>
                  <a:lnTo>
                    <a:pt x="156844" y="509614"/>
                  </a:lnTo>
                  <a:lnTo>
                    <a:pt x="156242" y="508646"/>
                  </a:lnTo>
                  <a:lnTo>
                    <a:pt x="155641" y="508206"/>
                  </a:lnTo>
                  <a:lnTo>
                    <a:pt x="155938" y="507645"/>
                  </a:lnTo>
                  <a:lnTo>
                    <a:pt x="157372" y="507122"/>
                  </a:lnTo>
                  <a:lnTo>
                    <a:pt x="157514" y="506976"/>
                  </a:lnTo>
                  <a:lnTo>
                    <a:pt x="157350" y="506664"/>
                  </a:lnTo>
                  <a:lnTo>
                    <a:pt x="155818" y="505918"/>
                  </a:lnTo>
                  <a:lnTo>
                    <a:pt x="155142" y="505308"/>
                  </a:lnTo>
                  <a:lnTo>
                    <a:pt x="154004" y="504860"/>
                  </a:lnTo>
                  <a:lnTo>
                    <a:pt x="153402" y="504055"/>
                  </a:lnTo>
                  <a:lnTo>
                    <a:pt x="150899" y="502420"/>
                  </a:lnTo>
                  <a:lnTo>
                    <a:pt x="149359" y="502878"/>
                  </a:lnTo>
                  <a:lnTo>
                    <a:pt x="148590" y="502224"/>
                  </a:lnTo>
                  <a:lnTo>
                    <a:pt x="147418" y="502602"/>
                  </a:lnTo>
                  <a:lnTo>
                    <a:pt x="146553" y="504393"/>
                  </a:lnTo>
                  <a:lnTo>
                    <a:pt x="144092" y="505912"/>
                  </a:lnTo>
                  <a:lnTo>
                    <a:pt x="142599" y="507254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pg94">
              <a:extLst>
                <a:ext uri="{FF2B5EF4-FFF2-40B4-BE49-F238E27FC236}">
                  <a16:creationId xmlns:a16="http://schemas.microsoft.com/office/drawing/2014/main" id="{5E079F5C-FFC3-C232-3CBF-34F57F36B7F8}"/>
                </a:ext>
              </a:extLst>
            </p:cNvPr>
            <p:cNvSpPr/>
            <p:nvPr/>
          </p:nvSpPr>
          <p:spPr>
            <a:xfrm>
              <a:off x="6689547" y="3351393"/>
              <a:ext cx="493361" cy="652052"/>
            </a:xfrm>
            <a:custGeom>
              <a:avLst/>
              <a:gdLst/>
              <a:ahLst/>
              <a:cxnLst/>
              <a:rect l="0" t="0" r="0" b="0"/>
              <a:pathLst>
                <a:path w="493361" h="652052">
                  <a:moveTo>
                    <a:pt x="80376" y="591503"/>
                  </a:moveTo>
                  <a:lnTo>
                    <a:pt x="77110" y="591583"/>
                  </a:lnTo>
                  <a:lnTo>
                    <a:pt x="76066" y="592638"/>
                  </a:lnTo>
                  <a:lnTo>
                    <a:pt x="75884" y="593656"/>
                  </a:lnTo>
                  <a:lnTo>
                    <a:pt x="74165" y="594210"/>
                  </a:lnTo>
                  <a:lnTo>
                    <a:pt x="73259" y="595092"/>
                  </a:lnTo>
                  <a:lnTo>
                    <a:pt x="70865" y="594915"/>
                  </a:lnTo>
                  <a:lnTo>
                    <a:pt x="68642" y="592745"/>
                  </a:lnTo>
                  <a:lnTo>
                    <a:pt x="67313" y="592656"/>
                  </a:lnTo>
                  <a:lnTo>
                    <a:pt x="65158" y="593320"/>
                  </a:lnTo>
                  <a:lnTo>
                    <a:pt x="62547" y="593194"/>
                  </a:lnTo>
                  <a:lnTo>
                    <a:pt x="59605" y="592912"/>
                  </a:lnTo>
                  <a:lnTo>
                    <a:pt x="55066" y="592854"/>
                  </a:lnTo>
                  <a:lnTo>
                    <a:pt x="54597" y="589395"/>
                  </a:lnTo>
                  <a:lnTo>
                    <a:pt x="54202" y="588522"/>
                  </a:lnTo>
                  <a:lnTo>
                    <a:pt x="53869" y="588036"/>
                  </a:lnTo>
                  <a:lnTo>
                    <a:pt x="52504" y="587288"/>
                  </a:lnTo>
                  <a:lnTo>
                    <a:pt x="51830" y="587755"/>
                  </a:lnTo>
                  <a:lnTo>
                    <a:pt x="49693" y="587911"/>
                  </a:lnTo>
                  <a:lnTo>
                    <a:pt x="47283" y="589230"/>
                  </a:lnTo>
                  <a:lnTo>
                    <a:pt x="46179" y="589568"/>
                  </a:lnTo>
                  <a:lnTo>
                    <a:pt x="45629" y="589964"/>
                  </a:lnTo>
                  <a:lnTo>
                    <a:pt x="44927" y="591393"/>
                  </a:lnTo>
                  <a:lnTo>
                    <a:pt x="43697" y="592081"/>
                  </a:lnTo>
                  <a:lnTo>
                    <a:pt x="42471" y="593310"/>
                  </a:lnTo>
                  <a:lnTo>
                    <a:pt x="42497" y="594143"/>
                  </a:lnTo>
                  <a:lnTo>
                    <a:pt x="40723" y="593860"/>
                  </a:lnTo>
                  <a:lnTo>
                    <a:pt x="39149" y="594187"/>
                  </a:lnTo>
                  <a:lnTo>
                    <a:pt x="38451" y="593988"/>
                  </a:lnTo>
                  <a:lnTo>
                    <a:pt x="38354" y="593114"/>
                  </a:lnTo>
                  <a:lnTo>
                    <a:pt x="37276" y="592755"/>
                  </a:lnTo>
                  <a:lnTo>
                    <a:pt x="37054" y="592052"/>
                  </a:lnTo>
                  <a:lnTo>
                    <a:pt x="35380" y="590633"/>
                  </a:lnTo>
                  <a:lnTo>
                    <a:pt x="34122" y="591071"/>
                  </a:lnTo>
                  <a:lnTo>
                    <a:pt x="33148" y="590610"/>
                  </a:lnTo>
                  <a:lnTo>
                    <a:pt x="31087" y="590769"/>
                  </a:lnTo>
                  <a:lnTo>
                    <a:pt x="28947" y="592092"/>
                  </a:lnTo>
                  <a:lnTo>
                    <a:pt x="28331" y="592088"/>
                  </a:lnTo>
                  <a:lnTo>
                    <a:pt x="26758" y="591211"/>
                  </a:lnTo>
                  <a:lnTo>
                    <a:pt x="25154" y="590783"/>
                  </a:lnTo>
                  <a:lnTo>
                    <a:pt x="24126" y="591131"/>
                  </a:lnTo>
                  <a:lnTo>
                    <a:pt x="23228" y="592398"/>
                  </a:lnTo>
                  <a:lnTo>
                    <a:pt x="20143" y="595413"/>
                  </a:lnTo>
                  <a:lnTo>
                    <a:pt x="20834" y="596260"/>
                  </a:lnTo>
                  <a:lnTo>
                    <a:pt x="18735" y="597299"/>
                  </a:lnTo>
                  <a:lnTo>
                    <a:pt x="17917" y="598270"/>
                  </a:lnTo>
                  <a:lnTo>
                    <a:pt x="18246" y="598930"/>
                  </a:lnTo>
                  <a:lnTo>
                    <a:pt x="17961" y="599242"/>
                  </a:lnTo>
                  <a:lnTo>
                    <a:pt x="14710" y="599608"/>
                  </a:lnTo>
                  <a:lnTo>
                    <a:pt x="11192" y="597644"/>
                  </a:lnTo>
                  <a:lnTo>
                    <a:pt x="10217" y="595927"/>
                  </a:lnTo>
                  <a:lnTo>
                    <a:pt x="8696" y="594432"/>
                  </a:lnTo>
                  <a:lnTo>
                    <a:pt x="6495" y="593009"/>
                  </a:lnTo>
                  <a:lnTo>
                    <a:pt x="4496" y="592485"/>
                  </a:lnTo>
                  <a:lnTo>
                    <a:pt x="2838" y="592622"/>
                  </a:lnTo>
                  <a:lnTo>
                    <a:pt x="3480" y="588733"/>
                  </a:lnTo>
                  <a:lnTo>
                    <a:pt x="3735" y="588385"/>
                  </a:lnTo>
                  <a:lnTo>
                    <a:pt x="3549" y="587847"/>
                  </a:lnTo>
                  <a:lnTo>
                    <a:pt x="4144" y="585957"/>
                  </a:lnTo>
                  <a:lnTo>
                    <a:pt x="4740" y="585816"/>
                  </a:lnTo>
                  <a:lnTo>
                    <a:pt x="6492" y="584180"/>
                  </a:lnTo>
                  <a:lnTo>
                    <a:pt x="7074" y="584114"/>
                  </a:lnTo>
                  <a:lnTo>
                    <a:pt x="7768" y="583267"/>
                  </a:lnTo>
                  <a:lnTo>
                    <a:pt x="9231" y="582411"/>
                  </a:lnTo>
                  <a:lnTo>
                    <a:pt x="9737" y="582405"/>
                  </a:lnTo>
                  <a:lnTo>
                    <a:pt x="11797" y="581369"/>
                  </a:lnTo>
                  <a:lnTo>
                    <a:pt x="12882" y="579722"/>
                  </a:lnTo>
                  <a:lnTo>
                    <a:pt x="12981" y="578888"/>
                  </a:lnTo>
                  <a:lnTo>
                    <a:pt x="12488" y="578459"/>
                  </a:lnTo>
                  <a:lnTo>
                    <a:pt x="12829" y="577603"/>
                  </a:lnTo>
                  <a:lnTo>
                    <a:pt x="12294" y="576687"/>
                  </a:lnTo>
                  <a:lnTo>
                    <a:pt x="12057" y="574784"/>
                  </a:lnTo>
                  <a:lnTo>
                    <a:pt x="12224" y="572488"/>
                  </a:lnTo>
                  <a:lnTo>
                    <a:pt x="13293" y="570378"/>
                  </a:lnTo>
                  <a:lnTo>
                    <a:pt x="13287" y="569561"/>
                  </a:lnTo>
                  <a:lnTo>
                    <a:pt x="12979" y="568980"/>
                  </a:lnTo>
                  <a:lnTo>
                    <a:pt x="13140" y="568286"/>
                  </a:lnTo>
                  <a:lnTo>
                    <a:pt x="12998" y="568046"/>
                  </a:lnTo>
                  <a:lnTo>
                    <a:pt x="11837" y="568533"/>
                  </a:lnTo>
                  <a:lnTo>
                    <a:pt x="10621" y="568285"/>
                  </a:lnTo>
                  <a:lnTo>
                    <a:pt x="10518" y="567941"/>
                  </a:lnTo>
                  <a:lnTo>
                    <a:pt x="9217" y="566982"/>
                  </a:lnTo>
                  <a:lnTo>
                    <a:pt x="10377" y="566323"/>
                  </a:lnTo>
                  <a:lnTo>
                    <a:pt x="10927" y="565505"/>
                  </a:lnTo>
                  <a:lnTo>
                    <a:pt x="11219" y="565462"/>
                  </a:lnTo>
                  <a:lnTo>
                    <a:pt x="11472" y="564624"/>
                  </a:lnTo>
                  <a:lnTo>
                    <a:pt x="12435" y="563771"/>
                  </a:lnTo>
                  <a:lnTo>
                    <a:pt x="12735" y="564743"/>
                  </a:lnTo>
                  <a:lnTo>
                    <a:pt x="13237" y="564544"/>
                  </a:lnTo>
                  <a:lnTo>
                    <a:pt x="12906" y="563514"/>
                  </a:lnTo>
                  <a:lnTo>
                    <a:pt x="12609" y="563736"/>
                  </a:lnTo>
                  <a:lnTo>
                    <a:pt x="12116" y="563560"/>
                  </a:lnTo>
                  <a:lnTo>
                    <a:pt x="11622" y="563745"/>
                  </a:lnTo>
                  <a:lnTo>
                    <a:pt x="10736" y="563426"/>
                  </a:lnTo>
                  <a:lnTo>
                    <a:pt x="10325" y="563811"/>
                  </a:lnTo>
                  <a:lnTo>
                    <a:pt x="9544" y="564039"/>
                  </a:lnTo>
                  <a:lnTo>
                    <a:pt x="7968" y="563571"/>
                  </a:lnTo>
                  <a:lnTo>
                    <a:pt x="6069" y="561907"/>
                  </a:lnTo>
                  <a:lnTo>
                    <a:pt x="5985" y="560643"/>
                  </a:lnTo>
                  <a:lnTo>
                    <a:pt x="5276" y="560912"/>
                  </a:lnTo>
                  <a:lnTo>
                    <a:pt x="4927" y="560496"/>
                  </a:lnTo>
                  <a:lnTo>
                    <a:pt x="4050" y="557371"/>
                  </a:lnTo>
                  <a:lnTo>
                    <a:pt x="3662" y="557486"/>
                  </a:lnTo>
                  <a:lnTo>
                    <a:pt x="3461" y="557820"/>
                  </a:lnTo>
                  <a:lnTo>
                    <a:pt x="1504" y="557889"/>
                  </a:lnTo>
                  <a:lnTo>
                    <a:pt x="814" y="556242"/>
                  </a:lnTo>
                  <a:lnTo>
                    <a:pt x="0" y="555522"/>
                  </a:lnTo>
                  <a:lnTo>
                    <a:pt x="1111" y="553448"/>
                  </a:lnTo>
                  <a:lnTo>
                    <a:pt x="2142" y="552379"/>
                  </a:lnTo>
                  <a:lnTo>
                    <a:pt x="3110" y="550608"/>
                  </a:lnTo>
                  <a:lnTo>
                    <a:pt x="4709" y="548912"/>
                  </a:lnTo>
                  <a:lnTo>
                    <a:pt x="5870" y="548115"/>
                  </a:lnTo>
                  <a:lnTo>
                    <a:pt x="6039" y="547200"/>
                  </a:lnTo>
                  <a:lnTo>
                    <a:pt x="6787" y="545831"/>
                  </a:lnTo>
                  <a:lnTo>
                    <a:pt x="8660" y="543463"/>
                  </a:lnTo>
                  <a:lnTo>
                    <a:pt x="9667" y="543090"/>
                  </a:lnTo>
                  <a:lnTo>
                    <a:pt x="10544" y="542222"/>
                  </a:lnTo>
                  <a:lnTo>
                    <a:pt x="9437" y="540482"/>
                  </a:lnTo>
                  <a:lnTo>
                    <a:pt x="10314" y="539930"/>
                  </a:lnTo>
                  <a:lnTo>
                    <a:pt x="10838" y="540089"/>
                  </a:lnTo>
                  <a:lnTo>
                    <a:pt x="9354" y="537839"/>
                  </a:lnTo>
                  <a:lnTo>
                    <a:pt x="12386" y="537077"/>
                  </a:lnTo>
                  <a:lnTo>
                    <a:pt x="16000" y="535371"/>
                  </a:lnTo>
                  <a:lnTo>
                    <a:pt x="16055" y="532846"/>
                  </a:lnTo>
                  <a:lnTo>
                    <a:pt x="17487" y="532487"/>
                  </a:lnTo>
                  <a:lnTo>
                    <a:pt x="18279" y="530863"/>
                  </a:lnTo>
                  <a:lnTo>
                    <a:pt x="16139" y="529600"/>
                  </a:lnTo>
                  <a:lnTo>
                    <a:pt x="15640" y="528759"/>
                  </a:lnTo>
                  <a:lnTo>
                    <a:pt x="16715" y="528827"/>
                  </a:lnTo>
                  <a:lnTo>
                    <a:pt x="17529" y="526608"/>
                  </a:lnTo>
                  <a:lnTo>
                    <a:pt x="17048" y="526409"/>
                  </a:lnTo>
                  <a:lnTo>
                    <a:pt x="17285" y="524534"/>
                  </a:lnTo>
                  <a:lnTo>
                    <a:pt x="18106" y="524201"/>
                  </a:lnTo>
                  <a:lnTo>
                    <a:pt x="18672" y="524324"/>
                  </a:lnTo>
                  <a:lnTo>
                    <a:pt x="18901" y="523580"/>
                  </a:lnTo>
                  <a:lnTo>
                    <a:pt x="19925" y="522170"/>
                  </a:lnTo>
                  <a:lnTo>
                    <a:pt x="18513" y="520313"/>
                  </a:lnTo>
                  <a:lnTo>
                    <a:pt x="18489" y="519951"/>
                  </a:lnTo>
                  <a:lnTo>
                    <a:pt x="16532" y="518285"/>
                  </a:lnTo>
                  <a:lnTo>
                    <a:pt x="17099" y="517432"/>
                  </a:lnTo>
                  <a:lnTo>
                    <a:pt x="17469" y="517320"/>
                  </a:lnTo>
                  <a:lnTo>
                    <a:pt x="17789" y="514831"/>
                  </a:lnTo>
                  <a:lnTo>
                    <a:pt x="18511" y="513640"/>
                  </a:lnTo>
                  <a:lnTo>
                    <a:pt x="19299" y="511324"/>
                  </a:lnTo>
                  <a:lnTo>
                    <a:pt x="20242" y="510636"/>
                  </a:lnTo>
                  <a:lnTo>
                    <a:pt x="21528" y="509033"/>
                  </a:lnTo>
                  <a:lnTo>
                    <a:pt x="22320" y="508672"/>
                  </a:lnTo>
                  <a:lnTo>
                    <a:pt x="22212" y="508407"/>
                  </a:lnTo>
                  <a:lnTo>
                    <a:pt x="22649" y="508056"/>
                  </a:lnTo>
                  <a:lnTo>
                    <a:pt x="22954" y="508306"/>
                  </a:lnTo>
                  <a:lnTo>
                    <a:pt x="23834" y="507991"/>
                  </a:lnTo>
                  <a:lnTo>
                    <a:pt x="25242" y="508560"/>
                  </a:lnTo>
                  <a:lnTo>
                    <a:pt x="25881" y="508569"/>
                  </a:lnTo>
                  <a:lnTo>
                    <a:pt x="26137" y="507990"/>
                  </a:lnTo>
                  <a:lnTo>
                    <a:pt x="27471" y="506989"/>
                  </a:lnTo>
                  <a:lnTo>
                    <a:pt x="30137" y="506467"/>
                  </a:lnTo>
                  <a:lnTo>
                    <a:pt x="31591" y="504965"/>
                  </a:lnTo>
                  <a:lnTo>
                    <a:pt x="32659" y="504225"/>
                  </a:lnTo>
                  <a:lnTo>
                    <a:pt x="31922" y="503209"/>
                  </a:lnTo>
                  <a:lnTo>
                    <a:pt x="31819" y="502732"/>
                  </a:lnTo>
                  <a:lnTo>
                    <a:pt x="32154" y="500861"/>
                  </a:lnTo>
                  <a:lnTo>
                    <a:pt x="30493" y="497860"/>
                  </a:lnTo>
                  <a:lnTo>
                    <a:pt x="31149" y="495992"/>
                  </a:lnTo>
                  <a:lnTo>
                    <a:pt x="30654" y="494938"/>
                  </a:lnTo>
                  <a:lnTo>
                    <a:pt x="30830" y="492598"/>
                  </a:lnTo>
                  <a:lnTo>
                    <a:pt x="28933" y="490201"/>
                  </a:lnTo>
                  <a:lnTo>
                    <a:pt x="28807" y="489174"/>
                  </a:lnTo>
                  <a:lnTo>
                    <a:pt x="27904" y="487872"/>
                  </a:lnTo>
                  <a:lnTo>
                    <a:pt x="26647" y="483714"/>
                  </a:lnTo>
                  <a:lnTo>
                    <a:pt x="26384" y="481464"/>
                  </a:lnTo>
                  <a:lnTo>
                    <a:pt x="24773" y="479215"/>
                  </a:lnTo>
                  <a:lnTo>
                    <a:pt x="24549" y="477372"/>
                  </a:lnTo>
                  <a:lnTo>
                    <a:pt x="23217" y="476658"/>
                  </a:lnTo>
                  <a:lnTo>
                    <a:pt x="24554" y="476494"/>
                  </a:lnTo>
                  <a:lnTo>
                    <a:pt x="25884" y="474916"/>
                  </a:lnTo>
                  <a:lnTo>
                    <a:pt x="27160" y="474799"/>
                  </a:lnTo>
                  <a:lnTo>
                    <a:pt x="28491" y="475137"/>
                  </a:lnTo>
                  <a:lnTo>
                    <a:pt x="29477" y="475078"/>
                  </a:lnTo>
                  <a:lnTo>
                    <a:pt x="30278" y="474753"/>
                  </a:lnTo>
                  <a:lnTo>
                    <a:pt x="30981" y="473175"/>
                  </a:lnTo>
                  <a:lnTo>
                    <a:pt x="31832" y="472625"/>
                  </a:lnTo>
                  <a:lnTo>
                    <a:pt x="32057" y="472838"/>
                  </a:lnTo>
                  <a:lnTo>
                    <a:pt x="32367" y="472301"/>
                  </a:lnTo>
                  <a:lnTo>
                    <a:pt x="32386" y="471275"/>
                  </a:lnTo>
                  <a:lnTo>
                    <a:pt x="32930" y="468790"/>
                  </a:lnTo>
                  <a:lnTo>
                    <a:pt x="33251" y="468293"/>
                  </a:lnTo>
                  <a:lnTo>
                    <a:pt x="33326" y="467616"/>
                  </a:lnTo>
                  <a:lnTo>
                    <a:pt x="32715" y="466301"/>
                  </a:lnTo>
                  <a:lnTo>
                    <a:pt x="32760" y="465879"/>
                  </a:lnTo>
                  <a:lnTo>
                    <a:pt x="32350" y="465283"/>
                  </a:lnTo>
                  <a:lnTo>
                    <a:pt x="32034" y="463734"/>
                  </a:lnTo>
                  <a:lnTo>
                    <a:pt x="31859" y="461431"/>
                  </a:lnTo>
                  <a:lnTo>
                    <a:pt x="32234" y="461323"/>
                  </a:lnTo>
                  <a:lnTo>
                    <a:pt x="30491" y="460480"/>
                  </a:lnTo>
                  <a:lnTo>
                    <a:pt x="28867" y="458959"/>
                  </a:lnTo>
                  <a:lnTo>
                    <a:pt x="28060" y="457285"/>
                  </a:lnTo>
                  <a:lnTo>
                    <a:pt x="27707" y="455672"/>
                  </a:lnTo>
                  <a:lnTo>
                    <a:pt x="28018" y="455580"/>
                  </a:lnTo>
                  <a:lnTo>
                    <a:pt x="26968" y="453520"/>
                  </a:lnTo>
                  <a:lnTo>
                    <a:pt x="25596" y="452418"/>
                  </a:lnTo>
                  <a:lnTo>
                    <a:pt x="23873" y="451731"/>
                  </a:lnTo>
                  <a:lnTo>
                    <a:pt x="25924" y="450052"/>
                  </a:lnTo>
                  <a:lnTo>
                    <a:pt x="28688" y="447810"/>
                  </a:lnTo>
                  <a:lnTo>
                    <a:pt x="27669" y="447096"/>
                  </a:lnTo>
                  <a:lnTo>
                    <a:pt x="28137" y="445751"/>
                  </a:lnTo>
                  <a:lnTo>
                    <a:pt x="29401" y="444066"/>
                  </a:lnTo>
                  <a:lnTo>
                    <a:pt x="29166" y="443414"/>
                  </a:lnTo>
                  <a:lnTo>
                    <a:pt x="29367" y="442949"/>
                  </a:lnTo>
                  <a:lnTo>
                    <a:pt x="29108" y="442386"/>
                  </a:lnTo>
                  <a:lnTo>
                    <a:pt x="29420" y="442122"/>
                  </a:lnTo>
                  <a:lnTo>
                    <a:pt x="29888" y="442059"/>
                  </a:lnTo>
                  <a:lnTo>
                    <a:pt x="30011" y="441768"/>
                  </a:lnTo>
                  <a:lnTo>
                    <a:pt x="30849" y="441771"/>
                  </a:lnTo>
                  <a:lnTo>
                    <a:pt x="39955" y="439264"/>
                  </a:lnTo>
                  <a:lnTo>
                    <a:pt x="45769" y="437672"/>
                  </a:lnTo>
                  <a:lnTo>
                    <a:pt x="47072" y="436825"/>
                  </a:lnTo>
                  <a:lnTo>
                    <a:pt x="54235" y="431963"/>
                  </a:lnTo>
                  <a:lnTo>
                    <a:pt x="53475" y="430212"/>
                  </a:lnTo>
                  <a:lnTo>
                    <a:pt x="52381" y="429465"/>
                  </a:lnTo>
                  <a:lnTo>
                    <a:pt x="51752" y="428317"/>
                  </a:lnTo>
                  <a:lnTo>
                    <a:pt x="51644" y="426983"/>
                  </a:lnTo>
                  <a:lnTo>
                    <a:pt x="49814" y="420744"/>
                  </a:lnTo>
                  <a:lnTo>
                    <a:pt x="51607" y="418944"/>
                  </a:lnTo>
                  <a:lnTo>
                    <a:pt x="50852" y="417152"/>
                  </a:lnTo>
                  <a:lnTo>
                    <a:pt x="50097" y="416887"/>
                  </a:lnTo>
                  <a:lnTo>
                    <a:pt x="49211" y="415887"/>
                  </a:lnTo>
                  <a:lnTo>
                    <a:pt x="47790" y="414694"/>
                  </a:lnTo>
                  <a:lnTo>
                    <a:pt x="46867" y="415334"/>
                  </a:lnTo>
                  <a:lnTo>
                    <a:pt x="45149" y="415524"/>
                  </a:lnTo>
                  <a:lnTo>
                    <a:pt x="44715" y="416000"/>
                  </a:lnTo>
                  <a:lnTo>
                    <a:pt x="43634" y="416199"/>
                  </a:lnTo>
                  <a:lnTo>
                    <a:pt x="43193" y="417012"/>
                  </a:lnTo>
                  <a:lnTo>
                    <a:pt x="42689" y="416919"/>
                  </a:lnTo>
                  <a:lnTo>
                    <a:pt x="42105" y="415009"/>
                  </a:lnTo>
                  <a:lnTo>
                    <a:pt x="42452" y="413448"/>
                  </a:lnTo>
                  <a:lnTo>
                    <a:pt x="42494" y="410903"/>
                  </a:lnTo>
                  <a:lnTo>
                    <a:pt x="41627" y="410376"/>
                  </a:lnTo>
                  <a:lnTo>
                    <a:pt x="41327" y="411187"/>
                  </a:lnTo>
                  <a:lnTo>
                    <a:pt x="40838" y="411019"/>
                  </a:lnTo>
                  <a:lnTo>
                    <a:pt x="40215" y="411370"/>
                  </a:lnTo>
                  <a:lnTo>
                    <a:pt x="39923" y="411145"/>
                  </a:lnTo>
                  <a:lnTo>
                    <a:pt x="39446" y="411235"/>
                  </a:lnTo>
                  <a:lnTo>
                    <a:pt x="39223" y="411517"/>
                  </a:lnTo>
                  <a:lnTo>
                    <a:pt x="38695" y="411321"/>
                  </a:lnTo>
                  <a:lnTo>
                    <a:pt x="38423" y="411555"/>
                  </a:lnTo>
                  <a:lnTo>
                    <a:pt x="38171" y="411436"/>
                  </a:lnTo>
                  <a:lnTo>
                    <a:pt x="38189" y="411699"/>
                  </a:lnTo>
                  <a:lnTo>
                    <a:pt x="37847" y="411961"/>
                  </a:lnTo>
                  <a:lnTo>
                    <a:pt x="37554" y="411644"/>
                  </a:lnTo>
                  <a:lnTo>
                    <a:pt x="37910" y="411215"/>
                  </a:lnTo>
                  <a:lnTo>
                    <a:pt x="37609" y="411075"/>
                  </a:lnTo>
                  <a:lnTo>
                    <a:pt x="36818" y="411268"/>
                  </a:lnTo>
                  <a:lnTo>
                    <a:pt x="36794" y="411477"/>
                  </a:lnTo>
                  <a:lnTo>
                    <a:pt x="36598" y="411052"/>
                  </a:lnTo>
                  <a:lnTo>
                    <a:pt x="35944" y="411617"/>
                  </a:lnTo>
                  <a:lnTo>
                    <a:pt x="35940" y="411346"/>
                  </a:lnTo>
                  <a:lnTo>
                    <a:pt x="35683" y="411271"/>
                  </a:lnTo>
                  <a:lnTo>
                    <a:pt x="35341" y="411524"/>
                  </a:lnTo>
                  <a:lnTo>
                    <a:pt x="35010" y="410996"/>
                  </a:lnTo>
                  <a:lnTo>
                    <a:pt x="35029" y="410577"/>
                  </a:lnTo>
                  <a:lnTo>
                    <a:pt x="34520" y="410675"/>
                  </a:lnTo>
                  <a:lnTo>
                    <a:pt x="34673" y="410503"/>
                  </a:lnTo>
                  <a:lnTo>
                    <a:pt x="34443" y="410067"/>
                  </a:lnTo>
                  <a:lnTo>
                    <a:pt x="32935" y="408720"/>
                  </a:lnTo>
                  <a:lnTo>
                    <a:pt x="32617" y="407164"/>
                  </a:lnTo>
                  <a:lnTo>
                    <a:pt x="31739" y="406549"/>
                  </a:lnTo>
                  <a:lnTo>
                    <a:pt x="30860" y="404400"/>
                  </a:lnTo>
                  <a:lnTo>
                    <a:pt x="33072" y="403129"/>
                  </a:lnTo>
                  <a:lnTo>
                    <a:pt x="34462" y="401744"/>
                  </a:lnTo>
                  <a:lnTo>
                    <a:pt x="36614" y="399893"/>
                  </a:lnTo>
                  <a:lnTo>
                    <a:pt x="38678" y="396455"/>
                  </a:lnTo>
                  <a:lnTo>
                    <a:pt x="41188" y="393637"/>
                  </a:lnTo>
                  <a:lnTo>
                    <a:pt x="39365" y="391107"/>
                  </a:lnTo>
                  <a:lnTo>
                    <a:pt x="38603" y="388924"/>
                  </a:lnTo>
                  <a:lnTo>
                    <a:pt x="38572" y="388249"/>
                  </a:lnTo>
                  <a:lnTo>
                    <a:pt x="38936" y="387674"/>
                  </a:lnTo>
                  <a:lnTo>
                    <a:pt x="40385" y="386528"/>
                  </a:lnTo>
                  <a:lnTo>
                    <a:pt x="40819" y="385718"/>
                  </a:lnTo>
                  <a:lnTo>
                    <a:pt x="40729" y="384810"/>
                  </a:lnTo>
                  <a:lnTo>
                    <a:pt x="40923" y="384689"/>
                  </a:lnTo>
                  <a:lnTo>
                    <a:pt x="41096" y="383645"/>
                  </a:lnTo>
                  <a:lnTo>
                    <a:pt x="40397" y="382591"/>
                  </a:lnTo>
                  <a:lnTo>
                    <a:pt x="39982" y="379322"/>
                  </a:lnTo>
                  <a:lnTo>
                    <a:pt x="38626" y="376625"/>
                  </a:lnTo>
                  <a:lnTo>
                    <a:pt x="39266" y="376014"/>
                  </a:lnTo>
                  <a:lnTo>
                    <a:pt x="42642" y="375248"/>
                  </a:lnTo>
                  <a:lnTo>
                    <a:pt x="44353" y="373674"/>
                  </a:lnTo>
                  <a:lnTo>
                    <a:pt x="45782" y="373245"/>
                  </a:lnTo>
                  <a:lnTo>
                    <a:pt x="46965" y="372425"/>
                  </a:lnTo>
                  <a:lnTo>
                    <a:pt x="49765" y="369975"/>
                  </a:lnTo>
                  <a:lnTo>
                    <a:pt x="50078" y="369590"/>
                  </a:lnTo>
                  <a:lnTo>
                    <a:pt x="51193" y="368412"/>
                  </a:lnTo>
                  <a:lnTo>
                    <a:pt x="53724" y="367351"/>
                  </a:lnTo>
                  <a:lnTo>
                    <a:pt x="56842" y="366679"/>
                  </a:lnTo>
                  <a:lnTo>
                    <a:pt x="59668" y="367180"/>
                  </a:lnTo>
                  <a:lnTo>
                    <a:pt x="60239" y="366798"/>
                  </a:lnTo>
                  <a:lnTo>
                    <a:pt x="60688" y="366044"/>
                  </a:lnTo>
                  <a:lnTo>
                    <a:pt x="60992" y="365200"/>
                  </a:lnTo>
                  <a:lnTo>
                    <a:pt x="60986" y="363743"/>
                  </a:lnTo>
                  <a:lnTo>
                    <a:pt x="61418" y="362565"/>
                  </a:lnTo>
                  <a:lnTo>
                    <a:pt x="62482" y="361671"/>
                  </a:lnTo>
                  <a:lnTo>
                    <a:pt x="63919" y="359394"/>
                  </a:lnTo>
                  <a:lnTo>
                    <a:pt x="64054" y="359538"/>
                  </a:lnTo>
                  <a:lnTo>
                    <a:pt x="66011" y="359387"/>
                  </a:lnTo>
                  <a:lnTo>
                    <a:pt x="66550" y="359067"/>
                  </a:lnTo>
                  <a:lnTo>
                    <a:pt x="68704" y="358615"/>
                  </a:lnTo>
                  <a:lnTo>
                    <a:pt x="70544" y="358066"/>
                  </a:lnTo>
                  <a:lnTo>
                    <a:pt x="73005" y="356361"/>
                  </a:lnTo>
                  <a:lnTo>
                    <a:pt x="75917" y="355427"/>
                  </a:lnTo>
                  <a:lnTo>
                    <a:pt x="78066" y="354159"/>
                  </a:lnTo>
                  <a:lnTo>
                    <a:pt x="81698" y="353158"/>
                  </a:lnTo>
                  <a:lnTo>
                    <a:pt x="82768" y="351055"/>
                  </a:lnTo>
                  <a:lnTo>
                    <a:pt x="83932" y="350286"/>
                  </a:lnTo>
                  <a:lnTo>
                    <a:pt x="83986" y="349451"/>
                  </a:lnTo>
                  <a:lnTo>
                    <a:pt x="84507" y="348796"/>
                  </a:lnTo>
                  <a:lnTo>
                    <a:pt x="86469" y="347676"/>
                  </a:lnTo>
                  <a:lnTo>
                    <a:pt x="88714" y="347642"/>
                  </a:lnTo>
                  <a:lnTo>
                    <a:pt x="89879" y="346816"/>
                  </a:lnTo>
                  <a:lnTo>
                    <a:pt x="90165" y="345959"/>
                  </a:lnTo>
                  <a:lnTo>
                    <a:pt x="90870" y="345294"/>
                  </a:lnTo>
                  <a:lnTo>
                    <a:pt x="91023" y="344537"/>
                  </a:lnTo>
                  <a:lnTo>
                    <a:pt x="91117" y="342781"/>
                  </a:lnTo>
                  <a:lnTo>
                    <a:pt x="90902" y="341414"/>
                  </a:lnTo>
                  <a:lnTo>
                    <a:pt x="91917" y="338864"/>
                  </a:lnTo>
                  <a:lnTo>
                    <a:pt x="91890" y="338212"/>
                  </a:lnTo>
                  <a:lnTo>
                    <a:pt x="89924" y="335724"/>
                  </a:lnTo>
                  <a:lnTo>
                    <a:pt x="90276" y="335624"/>
                  </a:lnTo>
                  <a:lnTo>
                    <a:pt x="91243" y="334348"/>
                  </a:lnTo>
                  <a:lnTo>
                    <a:pt x="92853" y="333003"/>
                  </a:lnTo>
                  <a:lnTo>
                    <a:pt x="93181" y="331323"/>
                  </a:lnTo>
                  <a:lnTo>
                    <a:pt x="93584" y="330528"/>
                  </a:lnTo>
                  <a:lnTo>
                    <a:pt x="93522" y="329603"/>
                  </a:lnTo>
                  <a:lnTo>
                    <a:pt x="93938" y="329365"/>
                  </a:lnTo>
                  <a:lnTo>
                    <a:pt x="94594" y="329741"/>
                  </a:lnTo>
                  <a:lnTo>
                    <a:pt x="98408" y="325423"/>
                  </a:lnTo>
                  <a:lnTo>
                    <a:pt x="99212" y="324852"/>
                  </a:lnTo>
                  <a:lnTo>
                    <a:pt x="99315" y="324981"/>
                  </a:lnTo>
                  <a:lnTo>
                    <a:pt x="101039" y="323488"/>
                  </a:lnTo>
                  <a:lnTo>
                    <a:pt x="101352" y="323956"/>
                  </a:lnTo>
                  <a:lnTo>
                    <a:pt x="103395" y="323162"/>
                  </a:lnTo>
                  <a:lnTo>
                    <a:pt x="103248" y="322910"/>
                  </a:lnTo>
                  <a:lnTo>
                    <a:pt x="103855" y="322538"/>
                  </a:lnTo>
                  <a:lnTo>
                    <a:pt x="104606" y="321021"/>
                  </a:lnTo>
                  <a:lnTo>
                    <a:pt x="105701" y="320584"/>
                  </a:lnTo>
                  <a:lnTo>
                    <a:pt x="105510" y="319449"/>
                  </a:lnTo>
                  <a:lnTo>
                    <a:pt x="103754" y="320067"/>
                  </a:lnTo>
                  <a:lnTo>
                    <a:pt x="99935" y="322215"/>
                  </a:lnTo>
                  <a:lnTo>
                    <a:pt x="99135" y="320791"/>
                  </a:lnTo>
                  <a:lnTo>
                    <a:pt x="99204" y="318612"/>
                  </a:lnTo>
                  <a:lnTo>
                    <a:pt x="98579" y="317972"/>
                  </a:lnTo>
                  <a:lnTo>
                    <a:pt x="98400" y="317370"/>
                  </a:lnTo>
                  <a:lnTo>
                    <a:pt x="99079" y="315994"/>
                  </a:lnTo>
                  <a:lnTo>
                    <a:pt x="100030" y="315286"/>
                  </a:lnTo>
                  <a:lnTo>
                    <a:pt x="102609" y="312649"/>
                  </a:lnTo>
                  <a:lnTo>
                    <a:pt x="103943" y="311894"/>
                  </a:lnTo>
                  <a:lnTo>
                    <a:pt x="104729" y="311167"/>
                  </a:lnTo>
                  <a:lnTo>
                    <a:pt x="105840" y="307645"/>
                  </a:lnTo>
                  <a:lnTo>
                    <a:pt x="108414" y="308509"/>
                  </a:lnTo>
                  <a:lnTo>
                    <a:pt x="108645" y="307711"/>
                  </a:lnTo>
                  <a:lnTo>
                    <a:pt x="109560" y="308565"/>
                  </a:lnTo>
                  <a:lnTo>
                    <a:pt x="109970" y="305894"/>
                  </a:lnTo>
                  <a:lnTo>
                    <a:pt x="109860" y="302102"/>
                  </a:lnTo>
                  <a:lnTo>
                    <a:pt x="110550" y="302317"/>
                  </a:lnTo>
                  <a:lnTo>
                    <a:pt x="110674" y="302073"/>
                  </a:lnTo>
                  <a:lnTo>
                    <a:pt x="110110" y="301211"/>
                  </a:lnTo>
                  <a:lnTo>
                    <a:pt x="110322" y="299014"/>
                  </a:lnTo>
                  <a:lnTo>
                    <a:pt x="108679" y="298482"/>
                  </a:lnTo>
                  <a:lnTo>
                    <a:pt x="108625" y="298228"/>
                  </a:lnTo>
                  <a:lnTo>
                    <a:pt x="109415" y="297401"/>
                  </a:lnTo>
                  <a:lnTo>
                    <a:pt x="110681" y="296601"/>
                  </a:lnTo>
                  <a:lnTo>
                    <a:pt x="110469" y="296542"/>
                  </a:lnTo>
                  <a:lnTo>
                    <a:pt x="110103" y="294637"/>
                  </a:lnTo>
                  <a:lnTo>
                    <a:pt x="110003" y="293705"/>
                  </a:lnTo>
                  <a:lnTo>
                    <a:pt x="110260" y="292756"/>
                  </a:lnTo>
                  <a:lnTo>
                    <a:pt x="112808" y="291409"/>
                  </a:lnTo>
                  <a:lnTo>
                    <a:pt x="115322" y="289255"/>
                  </a:lnTo>
                  <a:lnTo>
                    <a:pt x="118007" y="287346"/>
                  </a:lnTo>
                  <a:lnTo>
                    <a:pt x="118433" y="286813"/>
                  </a:lnTo>
                  <a:lnTo>
                    <a:pt x="119631" y="286551"/>
                  </a:lnTo>
                  <a:lnTo>
                    <a:pt x="119448" y="285619"/>
                  </a:lnTo>
                  <a:lnTo>
                    <a:pt x="123956" y="283276"/>
                  </a:lnTo>
                  <a:lnTo>
                    <a:pt x="123847" y="282678"/>
                  </a:lnTo>
                  <a:lnTo>
                    <a:pt x="124109" y="282417"/>
                  </a:lnTo>
                  <a:lnTo>
                    <a:pt x="123990" y="282151"/>
                  </a:lnTo>
                  <a:lnTo>
                    <a:pt x="123650" y="282330"/>
                  </a:lnTo>
                  <a:lnTo>
                    <a:pt x="123494" y="282128"/>
                  </a:lnTo>
                  <a:lnTo>
                    <a:pt x="124114" y="281708"/>
                  </a:lnTo>
                  <a:lnTo>
                    <a:pt x="124583" y="280963"/>
                  </a:lnTo>
                  <a:lnTo>
                    <a:pt x="124305" y="280016"/>
                  </a:lnTo>
                  <a:lnTo>
                    <a:pt x="124819" y="279270"/>
                  </a:lnTo>
                  <a:lnTo>
                    <a:pt x="124735" y="278533"/>
                  </a:lnTo>
                  <a:lnTo>
                    <a:pt x="125872" y="277970"/>
                  </a:lnTo>
                  <a:lnTo>
                    <a:pt x="127701" y="277481"/>
                  </a:lnTo>
                  <a:lnTo>
                    <a:pt x="127176" y="272794"/>
                  </a:lnTo>
                  <a:lnTo>
                    <a:pt x="123350" y="268828"/>
                  </a:lnTo>
                  <a:lnTo>
                    <a:pt x="123131" y="268308"/>
                  </a:lnTo>
                  <a:lnTo>
                    <a:pt x="122731" y="268302"/>
                  </a:lnTo>
                  <a:lnTo>
                    <a:pt x="121520" y="266788"/>
                  </a:lnTo>
                  <a:lnTo>
                    <a:pt x="120732" y="264568"/>
                  </a:lnTo>
                  <a:lnTo>
                    <a:pt x="121305" y="261952"/>
                  </a:lnTo>
                  <a:lnTo>
                    <a:pt x="120839" y="256553"/>
                  </a:lnTo>
                  <a:lnTo>
                    <a:pt x="124341" y="256435"/>
                  </a:lnTo>
                  <a:lnTo>
                    <a:pt x="126041" y="256951"/>
                  </a:lnTo>
                  <a:lnTo>
                    <a:pt x="126979" y="256187"/>
                  </a:lnTo>
                  <a:lnTo>
                    <a:pt x="127702" y="256086"/>
                  </a:lnTo>
                  <a:lnTo>
                    <a:pt x="126846" y="254881"/>
                  </a:lnTo>
                  <a:lnTo>
                    <a:pt x="123719" y="253846"/>
                  </a:lnTo>
                  <a:lnTo>
                    <a:pt x="121733" y="251992"/>
                  </a:lnTo>
                  <a:lnTo>
                    <a:pt x="121883" y="251697"/>
                  </a:lnTo>
                  <a:lnTo>
                    <a:pt x="121518" y="251523"/>
                  </a:lnTo>
                  <a:lnTo>
                    <a:pt x="121594" y="251122"/>
                  </a:lnTo>
                  <a:lnTo>
                    <a:pt x="121818" y="251144"/>
                  </a:lnTo>
                  <a:lnTo>
                    <a:pt x="121784" y="249186"/>
                  </a:lnTo>
                  <a:lnTo>
                    <a:pt x="121327" y="248565"/>
                  </a:lnTo>
                  <a:lnTo>
                    <a:pt x="121246" y="246790"/>
                  </a:lnTo>
                  <a:lnTo>
                    <a:pt x="120328" y="246303"/>
                  </a:lnTo>
                  <a:lnTo>
                    <a:pt x="120146" y="245828"/>
                  </a:lnTo>
                  <a:lnTo>
                    <a:pt x="119884" y="245771"/>
                  </a:lnTo>
                  <a:lnTo>
                    <a:pt x="119478" y="245002"/>
                  </a:lnTo>
                  <a:lnTo>
                    <a:pt x="119092" y="244754"/>
                  </a:lnTo>
                  <a:lnTo>
                    <a:pt x="118707" y="243645"/>
                  </a:lnTo>
                  <a:lnTo>
                    <a:pt x="117795" y="242678"/>
                  </a:lnTo>
                  <a:lnTo>
                    <a:pt x="117541" y="241796"/>
                  </a:lnTo>
                  <a:lnTo>
                    <a:pt x="116609" y="240760"/>
                  </a:lnTo>
                  <a:lnTo>
                    <a:pt x="115176" y="237256"/>
                  </a:lnTo>
                  <a:lnTo>
                    <a:pt x="111988" y="235287"/>
                  </a:lnTo>
                  <a:lnTo>
                    <a:pt x="110009" y="234610"/>
                  </a:lnTo>
                  <a:lnTo>
                    <a:pt x="109453" y="234038"/>
                  </a:lnTo>
                  <a:lnTo>
                    <a:pt x="109139" y="232939"/>
                  </a:lnTo>
                  <a:lnTo>
                    <a:pt x="109135" y="231802"/>
                  </a:lnTo>
                  <a:lnTo>
                    <a:pt x="108281" y="228796"/>
                  </a:lnTo>
                  <a:lnTo>
                    <a:pt x="110888" y="228271"/>
                  </a:lnTo>
                  <a:lnTo>
                    <a:pt x="110789" y="228137"/>
                  </a:lnTo>
                  <a:lnTo>
                    <a:pt x="111164" y="227540"/>
                  </a:lnTo>
                  <a:lnTo>
                    <a:pt x="110665" y="226327"/>
                  </a:lnTo>
                  <a:lnTo>
                    <a:pt x="111616" y="225508"/>
                  </a:lnTo>
                  <a:lnTo>
                    <a:pt x="112287" y="226159"/>
                  </a:lnTo>
                  <a:lnTo>
                    <a:pt x="112565" y="227124"/>
                  </a:lnTo>
                  <a:lnTo>
                    <a:pt x="111649" y="227336"/>
                  </a:lnTo>
                  <a:lnTo>
                    <a:pt x="111730" y="227948"/>
                  </a:lnTo>
                  <a:lnTo>
                    <a:pt x="112041" y="228443"/>
                  </a:lnTo>
                  <a:lnTo>
                    <a:pt x="112584" y="227957"/>
                  </a:lnTo>
                  <a:lnTo>
                    <a:pt x="113057" y="229133"/>
                  </a:lnTo>
                  <a:lnTo>
                    <a:pt x="112733" y="229486"/>
                  </a:lnTo>
                  <a:lnTo>
                    <a:pt x="113232" y="229932"/>
                  </a:lnTo>
                  <a:lnTo>
                    <a:pt x="113908" y="230186"/>
                  </a:lnTo>
                  <a:lnTo>
                    <a:pt x="114097" y="229921"/>
                  </a:lnTo>
                  <a:lnTo>
                    <a:pt x="115186" y="230562"/>
                  </a:lnTo>
                  <a:lnTo>
                    <a:pt x="115760" y="229439"/>
                  </a:lnTo>
                  <a:lnTo>
                    <a:pt x="116499" y="229796"/>
                  </a:lnTo>
                  <a:lnTo>
                    <a:pt x="116333" y="230781"/>
                  </a:lnTo>
                  <a:lnTo>
                    <a:pt x="118458" y="230920"/>
                  </a:lnTo>
                  <a:lnTo>
                    <a:pt x="118346" y="229875"/>
                  </a:lnTo>
                  <a:lnTo>
                    <a:pt x="117642" y="229125"/>
                  </a:lnTo>
                  <a:lnTo>
                    <a:pt x="118088" y="228096"/>
                  </a:lnTo>
                  <a:lnTo>
                    <a:pt x="118004" y="227278"/>
                  </a:lnTo>
                  <a:lnTo>
                    <a:pt x="117708" y="226964"/>
                  </a:lnTo>
                  <a:lnTo>
                    <a:pt x="116275" y="226559"/>
                  </a:lnTo>
                  <a:lnTo>
                    <a:pt x="116089" y="226056"/>
                  </a:lnTo>
                  <a:lnTo>
                    <a:pt x="117506" y="224930"/>
                  </a:lnTo>
                  <a:lnTo>
                    <a:pt x="118575" y="224924"/>
                  </a:lnTo>
                  <a:lnTo>
                    <a:pt x="118590" y="223493"/>
                  </a:lnTo>
                  <a:lnTo>
                    <a:pt x="117408" y="222778"/>
                  </a:lnTo>
                  <a:lnTo>
                    <a:pt x="117660" y="221577"/>
                  </a:lnTo>
                  <a:lnTo>
                    <a:pt x="118058" y="221214"/>
                  </a:lnTo>
                  <a:lnTo>
                    <a:pt x="118094" y="220867"/>
                  </a:lnTo>
                  <a:lnTo>
                    <a:pt x="117351" y="219646"/>
                  </a:lnTo>
                  <a:lnTo>
                    <a:pt x="116208" y="219905"/>
                  </a:lnTo>
                  <a:lnTo>
                    <a:pt x="116948" y="218710"/>
                  </a:lnTo>
                  <a:lnTo>
                    <a:pt x="117724" y="218699"/>
                  </a:lnTo>
                  <a:lnTo>
                    <a:pt x="118777" y="220898"/>
                  </a:lnTo>
                  <a:lnTo>
                    <a:pt x="118951" y="220823"/>
                  </a:lnTo>
                  <a:lnTo>
                    <a:pt x="120266" y="222274"/>
                  </a:lnTo>
                  <a:lnTo>
                    <a:pt x="120495" y="222966"/>
                  </a:lnTo>
                  <a:lnTo>
                    <a:pt x="120372" y="223307"/>
                  </a:lnTo>
                  <a:lnTo>
                    <a:pt x="121268" y="224122"/>
                  </a:lnTo>
                  <a:lnTo>
                    <a:pt x="121509" y="225413"/>
                  </a:lnTo>
                  <a:lnTo>
                    <a:pt x="122319" y="225950"/>
                  </a:lnTo>
                  <a:lnTo>
                    <a:pt x="122563" y="227646"/>
                  </a:lnTo>
                  <a:lnTo>
                    <a:pt x="122978" y="228578"/>
                  </a:lnTo>
                  <a:lnTo>
                    <a:pt x="123293" y="228411"/>
                  </a:lnTo>
                  <a:lnTo>
                    <a:pt x="122743" y="229724"/>
                  </a:lnTo>
                  <a:lnTo>
                    <a:pt x="123413" y="231230"/>
                  </a:lnTo>
                  <a:lnTo>
                    <a:pt x="123504" y="231981"/>
                  </a:lnTo>
                  <a:lnTo>
                    <a:pt x="124803" y="230364"/>
                  </a:lnTo>
                  <a:lnTo>
                    <a:pt x="125652" y="231065"/>
                  </a:lnTo>
                  <a:lnTo>
                    <a:pt x="125748" y="230595"/>
                  </a:lnTo>
                  <a:lnTo>
                    <a:pt x="125767" y="230284"/>
                  </a:lnTo>
                  <a:lnTo>
                    <a:pt x="125610" y="230370"/>
                  </a:lnTo>
                  <a:lnTo>
                    <a:pt x="125044" y="229916"/>
                  </a:lnTo>
                  <a:lnTo>
                    <a:pt x="124649" y="228974"/>
                  </a:lnTo>
                  <a:lnTo>
                    <a:pt x="124378" y="227518"/>
                  </a:lnTo>
                  <a:lnTo>
                    <a:pt x="124576" y="226866"/>
                  </a:lnTo>
                  <a:lnTo>
                    <a:pt x="124448" y="226380"/>
                  </a:lnTo>
                  <a:lnTo>
                    <a:pt x="124429" y="224921"/>
                  </a:lnTo>
                  <a:lnTo>
                    <a:pt x="123606" y="221719"/>
                  </a:lnTo>
                  <a:lnTo>
                    <a:pt x="121768" y="219715"/>
                  </a:lnTo>
                  <a:lnTo>
                    <a:pt x="119102" y="218151"/>
                  </a:lnTo>
                  <a:lnTo>
                    <a:pt x="117017" y="217899"/>
                  </a:lnTo>
                  <a:lnTo>
                    <a:pt x="115175" y="218427"/>
                  </a:lnTo>
                  <a:lnTo>
                    <a:pt x="113971" y="219089"/>
                  </a:lnTo>
                  <a:lnTo>
                    <a:pt x="112429" y="218991"/>
                  </a:lnTo>
                  <a:lnTo>
                    <a:pt x="111784" y="219398"/>
                  </a:lnTo>
                  <a:lnTo>
                    <a:pt x="111191" y="220314"/>
                  </a:lnTo>
                  <a:lnTo>
                    <a:pt x="110312" y="219496"/>
                  </a:lnTo>
                  <a:lnTo>
                    <a:pt x="109854" y="218352"/>
                  </a:lnTo>
                  <a:lnTo>
                    <a:pt x="109716" y="216820"/>
                  </a:lnTo>
                  <a:lnTo>
                    <a:pt x="110007" y="216046"/>
                  </a:lnTo>
                  <a:lnTo>
                    <a:pt x="109362" y="214581"/>
                  </a:lnTo>
                  <a:lnTo>
                    <a:pt x="109844" y="213552"/>
                  </a:lnTo>
                  <a:lnTo>
                    <a:pt x="110032" y="212304"/>
                  </a:lnTo>
                  <a:lnTo>
                    <a:pt x="110912" y="211191"/>
                  </a:lnTo>
                  <a:lnTo>
                    <a:pt x="111918" y="207037"/>
                  </a:lnTo>
                  <a:lnTo>
                    <a:pt x="116839" y="207972"/>
                  </a:lnTo>
                  <a:lnTo>
                    <a:pt x="117435" y="207420"/>
                  </a:lnTo>
                  <a:lnTo>
                    <a:pt x="117686" y="206187"/>
                  </a:lnTo>
                  <a:lnTo>
                    <a:pt x="118367" y="204981"/>
                  </a:lnTo>
                  <a:lnTo>
                    <a:pt x="118955" y="204552"/>
                  </a:lnTo>
                  <a:lnTo>
                    <a:pt x="119849" y="204464"/>
                  </a:lnTo>
                  <a:lnTo>
                    <a:pt x="121039" y="204819"/>
                  </a:lnTo>
                  <a:lnTo>
                    <a:pt x="121855" y="205337"/>
                  </a:lnTo>
                  <a:lnTo>
                    <a:pt x="122293" y="206309"/>
                  </a:lnTo>
                  <a:lnTo>
                    <a:pt x="122103" y="206647"/>
                  </a:lnTo>
                  <a:lnTo>
                    <a:pt x="122436" y="207306"/>
                  </a:lnTo>
                  <a:lnTo>
                    <a:pt x="121996" y="207630"/>
                  </a:lnTo>
                  <a:lnTo>
                    <a:pt x="120091" y="207594"/>
                  </a:lnTo>
                  <a:lnTo>
                    <a:pt x="119920" y="208146"/>
                  </a:lnTo>
                  <a:lnTo>
                    <a:pt x="120262" y="208902"/>
                  </a:lnTo>
                  <a:lnTo>
                    <a:pt x="120054" y="209438"/>
                  </a:lnTo>
                  <a:lnTo>
                    <a:pt x="119408" y="209584"/>
                  </a:lnTo>
                  <a:lnTo>
                    <a:pt x="118534" y="209283"/>
                  </a:lnTo>
                  <a:lnTo>
                    <a:pt x="118168" y="209472"/>
                  </a:lnTo>
                  <a:lnTo>
                    <a:pt x="118301" y="210350"/>
                  </a:lnTo>
                  <a:lnTo>
                    <a:pt x="120291" y="211287"/>
                  </a:lnTo>
                  <a:lnTo>
                    <a:pt x="120034" y="212180"/>
                  </a:lnTo>
                  <a:lnTo>
                    <a:pt x="120453" y="212871"/>
                  </a:lnTo>
                  <a:lnTo>
                    <a:pt x="122955" y="213608"/>
                  </a:lnTo>
                  <a:lnTo>
                    <a:pt x="124171" y="213118"/>
                  </a:lnTo>
                  <a:lnTo>
                    <a:pt x="124621" y="211510"/>
                  </a:lnTo>
                  <a:lnTo>
                    <a:pt x="124471" y="210785"/>
                  </a:lnTo>
                  <a:lnTo>
                    <a:pt x="123567" y="210502"/>
                  </a:lnTo>
                  <a:lnTo>
                    <a:pt x="123536" y="209838"/>
                  </a:lnTo>
                  <a:lnTo>
                    <a:pt x="123868" y="209803"/>
                  </a:lnTo>
                  <a:lnTo>
                    <a:pt x="123969" y="209306"/>
                  </a:lnTo>
                  <a:lnTo>
                    <a:pt x="124892" y="208645"/>
                  </a:lnTo>
                  <a:lnTo>
                    <a:pt x="126027" y="208917"/>
                  </a:lnTo>
                  <a:lnTo>
                    <a:pt x="128738" y="207731"/>
                  </a:lnTo>
                  <a:lnTo>
                    <a:pt x="130365" y="209166"/>
                  </a:lnTo>
                  <a:lnTo>
                    <a:pt x="130415" y="209895"/>
                  </a:lnTo>
                  <a:lnTo>
                    <a:pt x="129983" y="210984"/>
                  </a:lnTo>
                  <a:lnTo>
                    <a:pt x="130079" y="212473"/>
                  </a:lnTo>
                  <a:lnTo>
                    <a:pt x="132953" y="212675"/>
                  </a:lnTo>
                  <a:lnTo>
                    <a:pt x="134053" y="211152"/>
                  </a:lnTo>
                  <a:lnTo>
                    <a:pt x="134804" y="210535"/>
                  </a:lnTo>
                  <a:lnTo>
                    <a:pt x="134767" y="210066"/>
                  </a:lnTo>
                  <a:lnTo>
                    <a:pt x="134313" y="209679"/>
                  </a:lnTo>
                  <a:lnTo>
                    <a:pt x="133633" y="209585"/>
                  </a:lnTo>
                  <a:lnTo>
                    <a:pt x="132945" y="210125"/>
                  </a:lnTo>
                  <a:lnTo>
                    <a:pt x="132464" y="209679"/>
                  </a:lnTo>
                  <a:lnTo>
                    <a:pt x="131662" y="208931"/>
                  </a:lnTo>
                  <a:lnTo>
                    <a:pt x="130981" y="207775"/>
                  </a:lnTo>
                  <a:lnTo>
                    <a:pt x="130952" y="206513"/>
                  </a:lnTo>
                  <a:lnTo>
                    <a:pt x="132030" y="206069"/>
                  </a:lnTo>
                  <a:lnTo>
                    <a:pt x="133096" y="206009"/>
                  </a:lnTo>
                  <a:lnTo>
                    <a:pt x="136026" y="206581"/>
                  </a:lnTo>
                  <a:lnTo>
                    <a:pt x="138211" y="207538"/>
                  </a:lnTo>
                  <a:lnTo>
                    <a:pt x="138639" y="207597"/>
                  </a:lnTo>
                  <a:lnTo>
                    <a:pt x="139446" y="207102"/>
                  </a:lnTo>
                  <a:lnTo>
                    <a:pt x="139570" y="206315"/>
                  </a:lnTo>
                  <a:lnTo>
                    <a:pt x="141092" y="203850"/>
                  </a:lnTo>
                  <a:lnTo>
                    <a:pt x="141403" y="201165"/>
                  </a:lnTo>
                  <a:lnTo>
                    <a:pt x="141795" y="200681"/>
                  </a:lnTo>
                  <a:lnTo>
                    <a:pt x="142295" y="200583"/>
                  </a:lnTo>
                  <a:lnTo>
                    <a:pt x="142784" y="200162"/>
                  </a:lnTo>
                  <a:lnTo>
                    <a:pt x="142980" y="198202"/>
                  </a:lnTo>
                  <a:lnTo>
                    <a:pt x="143931" y="196986"/>
                  </a:lnTo>
                  <a:lnTo>
                    <a:pt x="145170" y="196231"/>
                  </a:lnTo>
                  <a:lnTo>
                    <a:pt x="147155" y="193564"/>
                  </a:lnTo>
                  <a:lnTo>
                    <a:pt x="147446" y="192279"/>
                  </a:lnTo>
                  <a:lnTo>
                    <a:pt x="147303" y="188745"/>
                  </a:lnTo>
                  <a:lnTo>
                    <a:pt x="147055" y="187908"/>
                  </a:lnTo>
                  <a:lnTo>
                    <a:pt x="160445" y="179664"/>
                  </a:lnTo>
                  <a:lnTo>
                    <a:pt x="165235" y="176201"/>
                  </a:lnTo>
                  <a:lnTo>
                    <a:pt x="166701" y="178546"/>
                  </a:lnTo>
                  <a:lnTo>
                    <a:pt x="169403" y="177982"/>
                  </a:lnTo>
                  <a:lnTo>
                    <a:pt x="170377" y="177503"/>
                  </a:lnTo>
                  <a:lnTo>
                    <a:pt x="171806" y="176301"/>
                  </a:lnTo>
                  <a:lnTo>
                    <a:pt x="173873" y="175448"/>
                  </a:lnTo>
                  <a:lnTo>
                    <a:pt x="174965" y="174589"/>
                  </a:lnTo>
                  <a:lnTo>
                    <a:pt x="176807" y="174170"/>
                  </a:lnTo>
                  <a:lnTo>
                    <a:pt x="178492" y="174608"/>
                  </a:lnTo>
                  <a:lnTo>
                    <a:pt x="178723" y="174703"/>
                  </a:lnTo>
                  <a:lnTo>
                    <a:pt x="178625" y="174250"/>
                  </a:lnTo>
                  <a:lnTo>
                    <a:pt x="179364" y="174093"/>
                  </a:lnTo>
                  <a:lnTo>
                    <a:pt x="180402" y="175238"/>
                  </a:lnTo>
                  <a:lnTo>
                    <a:pt x="181108" y="175359"/>
                  </a:lnTo>
                  <a:lnTo>
                    <a:pt x="181769" y="176015"/>
                  </a:lnTo>
                  <a:lnTo>
                    <a:pt x="182469" y="177197"/>
                  </a:lnTo>
                  <a:lnTo>
                    <a:pt x="181788" y="178858"/>
                  </a:lnTo>
                  <a:lnTo>
                    <a:pt x="182795" y="181544"/>
                  </a:lnTo>
                  <a:lnTo>
                    <a:pt x="183706" y="180236"/>
                  </a:lnTo>
                  <a:lnTo>
                    <a:pt x="186560" y="177779"/>
                  </a:lnTo>
                  <a:lnTo>
                    <a:pt x="192495" y="188079"/>
                  </a:lnTo>
                  <a:lnTo>
                    <a:pt x="194605" y="187209"/>
                  </a:lnTo>
                  <a:lnTo>
                    <a:pt x="194330" y="185223"/>
                  </a:lnTo>
                  <a:lnTo>
                    <a:pt x="195057" y="184375"/>
                  </a:lnTo>
                  <a:lnTo>
                    <a:pt x="195441" y="183359"/>
                  </a:lnTo>
                  <a:lnTo>
                    <a:pt x="194465" y="181601"/>
                  </a:lnTo>
                  <a:lnTo>
                    <a:pt x="195011" y="180897"/>
                  </a:lnTo>
                  <a:lnTo>
                    <a:pt x="195271" y="179963"/>
                  </a:lnTo>
                  <a:lnTo>
                    <a:pt x="196174" y="179662"/>
                  </a:lnTo>
                  <a:lnTo>
                    <a:pt x="196224" y="179029"/>
                  </a:lnTo>
                  <a:lnTo>
                    <a:pt x="196999" y="178213"/>
                  </a:lnTo>
                  <a:lnTo>
                    <a:pt x="197421" y="178127"/>
                  </a:lnTo>
                  <a:lnTo>
                    <a:pt x="197668" y="177188"/>
                  </a:lnTo>
                  <a:lnTo>
                    <a:pt x="199006" y="176665"/>
                  </a:lnTo>
                  <a:lnTo>
                    <a:pt x="199751" y="176844"/>
                  </a:lnTo>
                  <a:lnTo>
                    <a:pt x="200379" y="176472"/>
                  </a:lnTo>
                  <a:lnTo>
                    <a:pt x="200655" y="176694"/>
                  </a:lnTo>
                  <a:lnTo>
                    <a:pt x="201144" y="176292"/>
                  </a:lnTo>
                  <a:lnTo>
                    <a:pt x="201779" y="176143"/>
                  </a:lnTo>
                  <a:lnTo>
                    <a:pt x="201709" y="175923"/>
                  </a:lnTo>
                  <a:lnTo>
                    <a:pt x="202071" y="175695"/>
                  </a:lnTo>
                  <a:lnTo>
                    <a:pt x="204751" y="174937"/>
                  </a:lnTo>
                  <a:lnTo>
                    <a:pt x="204607" y="174739"/>
                  </a:lnTo>
                  <a:lnTo>
                    <a:pt x="205261" y="174094"/>
                  </a:lnTo>
                  <a:lnTo>
                    <a:pt x="206262" y="173742"/>
                  </a:lnTo>
                  <a:lnTo>
                    <a:pt x="207118" y="173091"/>
                  </a:lnTo>
                  <a:lnTo>
                    <a:pt x="207180" y="172531"/>
                  </a:lnTo>
                  <a:lnTo>
                    <a:pt x="207805" y="172033"/>
                  </a:lnTo>
                  <a:lnTo>
                    <a:pt x="207608" y="171743"/>
                  </a:lnTo>
                  <a:lnTo>
                    <a:pt x="207788" y="171954"/>
                  </a:lnTo>
                  <a:lnTo>
                    <a:pt x="208280" y="171843"/>
                  </a:lnTo>
                  <a:lnTo>
                    <a:pt x="208819" y="170796"/>
                  </a:lnTo>
                  <a:lnTo>
                    <a:pt x="209877" y="169778"/>
                  </a:lnTo>
                  <a:lnTo>
                    <a:pt x="210153" y="169935"/>
                  </a:lnTo>
                  <a:lnTo>
                    <a:pt x="211391" y="169510"/>
                  </a:lnTo>
                  <a:lnTo>
                    <a:pt x="212297" y="167968"/>
                  </a:lnTo>
                  <a:lnTo>
                    <a:pt x="214710" y="168451"/>
                  </a:lnTo>
                  <a:lnTo>
                    <a:pt x="216978" y="170127"/>
                  </a:lnTo>
                  <a:lnTo>
                    <a:pt x="217440" y="169190"/>
                  </a:lnTo>
                  <a:lnTo>
                    <a:pt x="216449" y="168606"/>
                  </a:lnTo>
                  <a:lnTo>
                    <a:pt x="216358" y="168168"/>
                  </a:lnTo>
                  <a:lnTo>
                    <a:pt x="216612" y="167686"/>
                  </a:lnTo>
                  <a:lnTo>
                    <a:pt x="216328" y="167264"/>
                  </a:lnTo>
                  <a:lnTo>
                    <a:pt x="216941" y="165973"/>
                  </a:lnTo>
                  <a:lnTo>
                    <a:pt x="217579" y="165153"/>
                  </a:lnTo>
                  <a:lnTo>
                    <a:pt x="218960" y="164660"/>
                  </a:lnTo>
                  <a:lnTo>
                    <a:pt x="219272" y="164791"/>
                  </a:lnTo>
                  <a:lnTo>
                    <a:pt x="219677" y="164021"/>
                  </a:lnTo>
                  <a:lnTo>
                    <a:pt x="220608" y="163087"/>
                  </a:lnTo>
                  <a:lnTo>
                    <a:pt x="219856" y="161954"/>
                  </a:lnTo>
                  <a:lnTo>
                    <a:pt x="220194" y="161161"/>
                  </a:lnTo>
                  <a:lnTo>
                    <a:pt x="222336" y="160378"/>
                  </a:lnTo>
                  <a:lnTo>
                    <a:pt x="220314" y="158359"/>
                  </a:lnTo>
                  <a:lnTo>
                    <a:pt x="219421" y="157074"/>
                  </a:lnTo>
                  <a:lnTo>
                    <a:pt x="218883" y="156621"/>
                  </a:lnTo>
                  <a:lnTo>
                    <a:pt x="217619" y="156121"/>
                  </a:lnTo>
                  <a:lnTo>
                    <a:pt x="217943" y="155638"/>
                  </a:lnTo>
                  <a:lnTo>
                    <a:pt x="218500" y="156131"/>
                  </a:lnTo>
                  <a:lnTo>
                    <a:pt x="218704" y="156051"/>
                  </a:lnTo>
                  <a:lnTo>
                    <a:pt x="219160" y="155200"/>
                  </a:lnTo>
                  <a:lnTo>
                    <a:pt x="219061" y="154450"/>
                  </a:lnTo>
                  <a:lnTo>
                    <a:pt x="219427" y="154243"/>
                  </a:lnTo>
                  <a:lnTo>
                    <a:pt x="219828" y="154358"/>
                  </a:lnTo>
                  <a:lnTo>
                    <a:pt x="220116" y="153850"/>
                  </a:lnTo>
                  <a:lnTo>
                    <a:pt x="219826" y="153646"/>
                  </a:lnTo>
                  <a:lnTo>
                    <a:pt x="220388" y="153036"/>
                  </a:lnTo>
                  <a:lnTo>
                    <a:pt x="220562" y="152171"/>
                  </a:lnTo>
                  <a:lnTo>
                    <a:pt x="220107" y="151615"/>
                  </a:lnTo>
                  <a:lnTo>
                    <a:pt x="220469" y="151491"/>
                  </a:lnTo>
                  <a:lnTo>
                    <a:pt x="220595" y="150552"/>
                  </a:lnTo>
                  <a:lnTo>
                    <a:pt x="221371" y="149710"/>
                  </a:lnTo>
                  <a:lnTo>
                    <a:pt x="221246" y="149387"/>
                  </a:lnTo>
                  <a:lnTo>
                    <a:pt x="223287" y="148453"/>
                  </a:lnTo>
                  <a:lnTo>
                    <a:pt x="224994" y="147270"/>
                  </a:lnTo>
                  <a:lnTo>
                    <a:pt x="228494" y="146377"/>
                  </a:lnTo>
                  <a:lnTo>
                    <a:pt x="229093" y="145655"/>
                  </a:lnTo>
                  <a:lnTo>
                    <a:pt x="229370" y="144780"/>
                  </a:lnTo>
                  <a:lnTo>
                    <a:pt x="229273" y="144276"/>
                  </a:lnTo>
                  <a:lnTo>
                    <a:pt x="229705" y="143548"/>
                  </a:lnTo>
                  <a:lnTo>
                    <a:pt x="230237" y="143684"/>
                  </a:lnTo>
                  <a:lnTo>
                    <a:pt x="231019" y="142530"/>
                  </a:lnTo>
                  <a:lnTo>
                    <a:pt x="230987" y="142112"/>
                  </a:lnTo>
                  <a:lnTo>
                    <a:pt x="231354" y="141597"/>
                  </a:lnTo>
                  <a:lnTo>
                    <a:pt x="231055" y="141375"/>
                  </a:lnTo>
                  <a:lnTo>
                    <a:pt x="230855" y="140472"/>
                  </a:lnTo>
                  <a:lnTo>
                    <a:pt x="231352" y="140512"/>
                  </a:lnTo>
                  <a:lnTo>
                    <a:pt x="231853" y="139844"/>
                  </a:lnTo>
                  <a:lnTo>
                    <a:pt x="231756" y="139201"/>
                  </a:lnTo>
                  <a:lnTo>
                    <a:pt x="231532" y="138965"/>
                  </a:lnTo>
                  <a:lnTo>
                    <a:pt x="230511" y="138827"/>
                  </a:lnTo>
                  <a:lnTo>
                    <a:pt x="229065" y="137739"/>
                  </a:lnTo>
                  <a:lnTo>
                    <a:pt x="228761" y="136491"/>
                  </a:lnTo>
                  <a:lnTo>
                    <a:pt x="228270" y="136046"/>
                  </a:lnTo>
                  <a:lnTo>
                    <a:pt x="228298" y="135184"/>
                  </a:lnTo>
                  <a:lnTo>
                    <a:pt x="227837" y="134769"/>
                  </a:lnTo>
                  <a:lnTo>
                    <a:pt x="227825" y="134124"/>
                  </a:lnTo>
                  <a:lnTo>
                    <a:pt x="227348" y="133879"/>
                  </a:lnTo>
                  <a:lnTo>
                    <a:pt x="227203" y="134024"/>
                  </a:lnTo>
                  <a:lnTo>
                    <a:pt x="227855" y="132018"/>
                  </a:lnTo>
                  <a:lnTo>
                    <a:pt x="227865" y="131228"/>
                  </a:lnTo>
                  <a:lnTo>
                    <a:pt x="227604" y="131227"/>
                  </a:lnTo>
                  <a:lnTo>
                    <a:pt x="227168" y="130500"/>
                  </a:lnTo>
                  <a:lnTo>
                    <a:pt x="227408" y="130450"/>
                  </a:lnTo>
                  <a:lnTo>
                    <a:pt x="227580" y="127914"/>
                  </a:lnTo>
                  <a:lnTo>
                    <a:pt x="226917" y="126381"/>
                  </a:lnTo>
                  <a:lnTo>
                    <a:pt x="226503" y="126476"/>
                  </a:lnTo>
                  <a:lnTo>
                    <a:pt x="226321" y="126308"/>
                  </a:lnTo>
                  <a:lnTo>
                    <a:pt x="225543" y="124766"/>
                  </a:lnTo>
                  <a:lnTo>
                    <a:pt x="225093" y="124716"/>
                  </a:lnTo>
                  <a:lnTo>
                    <a:pt x="223914" y="123759"/>
                  </a:lnTo>
                  <a:lnTo>
                    <a:pt x="223447" y="123654"/>
                  </a:lnTo>
                  <a:lnTo>
                    <a:pt x="223435" y="121664"/>
                  </a:lnTo>
                  <a:lnTo>
                    <a:pt x="224124" y="119411"/>
                  </a:lnTo>
                  <a:lnTo>
                    <a:pt x="224758" y="118992"/>
                  </a:lnTo>
                  <a:lnTo>
                    <a:pt x="224914" y="118538"/>
                  </a:lnTo>
                  <a:lnTo>
                    <a:pt x="226349" y="119180"/>
                  </a:lnTo>
                  <a:lnTo>
                    <a:pt x="227096" y="119114"/>
                  </a:lnTo>
                  <a:lnTo>
                    <a:pt x="227735" y="119325"/>
                  </a:lnTo>
                  <a:lnTo>
                    <a:pt x="230461" y="120646"/>
                  </a:lnTo>
                  <a:lnTo>
                    <a:pt x="231748" y="116601"/>
                  </a:lnTo>
                  <a:lnTo>
                    <a:pt x="231843" y="113710"/>
                  </a:lnTo>
                  <a:lnTo>
                    <a:pt x="232744" y="111997"/>
                  </a:lnTo>
                  <a:lnTo>
                    <a:pt x="232404" y="111619"/>
                  </a:lnTo>
                  <a:lnTo>
                    <a:pt x="232645" y="110457"/>
                  </a:lnTo>
                  <a:lnTo>
                    <a:pt x="232956" y="110570"/>
                  </a:lnTo>
                  <a:lnTo>
                    <a:pt x="233750" y="108693"/>
                  </a:lnTo>
                  <a:lnTo>
                    <a:pt x="235572" y="106954"/>
                  </a:lnTo>
                  <a:lnTo>
                    <a:pt x="236232" y="105039"/>
                  </a:lnTo>
                  <a:lnTo>
                    <a:pt x="237366" y="103600"/>
                  </a:lnTo>
                  <a:lnTo>
                    <a:pt x="236647" y="103106"/>
                  </a:lnTo>
                  <a:lnTo>
                    <a:pt x="236333" y="102471"/>
                  </a:lnTo>
                  <a:lnTo>
                    <a:pt x="234631" y="100639"/>
                  </a:lnTo>
                  <a:lnTo>
                    <a:pt x="235978" y="98723"/>
                  </a:lnTo>
                  <a:lnTo>
                    <a:pt x="236330" y="97658"/>
                  </a:lnTo>
                  <a:lnTo>
                    <a:pt x="236990" y="96978"/>
                  </a:lnTo>
                  <a:lnTo>
                    <a:pt x="240157" y="97129"/>
                  </a:lnTo>
                  <a:lnTo>
                    <a:pt x="240548" y="97890"/>
                  </a:lnTo>
                  <a:lnTo>
                    <a:pt x="241595" y="95921"/>
                  </a:lnTo>
                  <a:lnTo>
                    <a:pt x="241886" y="94599"/>
                  </a:lnTo>
                  <a:lnTo>
                    <a:pt x="242785" y="92651"/>
                  </a:lnTo>
                  <a:lnTo>
                    <a:pt x="243433" y="89343"/>
                  </a:lnTo>
                  <a:lnTo>
                    <a:pt x="244067" y="87684"/>
                  </a:lnTo>
                  <a:lnTo>
                    <a:pt x="244279" y="83687"/>
                  </a:lnTo>
                  <a:lnTo>
                    <a:pt x="245199" y="79503"/>
                  </a:lnTo>
                  <a:lnTo>
                    <a:pt x="246095" y="78159"/>
                  </a:lnTo>
                  <a:lnTo>
                    <a:pt x="246791" y="74998"/>
                  </a:lnTo>
                  <a:lnTo>
                    <a:pt x="246629" y="73718"/>
                  </a:lnTo>
                  <a:lnTo>
                    <a:pt x="248246" y="71638"/>
                  </a:lnTo>
                  <a:lnTo>
                    <a:pt x="248942" y="70289"/>
                  </a:lnTo>
                  <a:lnTo>
                    <a:pt x="247840" y="68198"/>
                  </a:lnTo>
                  <a:lnTo>
                    <a:pt x="245193" y="65078"/>
                  </a:lnTo>
                  <a:lnTo>
                    <a:pt x="243202" y="61467"/>
                  </a:lnTo>
                  <a:lnTo>
                    <a:pt x="243434" y="59180"/>
                  </a:lnTo>
                  <a:lnTo>
                    <a:pt x="244151" y="58069"/>
                  </a:lnTo>
                  <a:lnTo>
                    <a:pt x="244025" y="57217"/>
                  </a:lnTo>
                  <a:lnTo>
                    <a:pt x="242408" y="56936"/>
                  </a:lnTo>
                  <a:lnTo>
                    <a:pt x="241398" y="56422"/>
                  </a:lnTo>
                  <a:lnTo>
                    <a:pt x="241026" y="55120"/>
                  </a:lnTo>
                  <a:lnTo>
                    <a:pt x="241145" y="54952"/>
                  </a:lnTo>
                  <a:lnTo>
                    <a:pt x="241369" y="55213"/>
                  </a:lnTo>
                  <a:lnTo>
                    <a:pt x="244143" y="53537"/>
                  </a:lnTo>
                  <a:lnTo>
                    <a:pt x="245179" y="52370"/>
                  </a:lnTo>
                  <a:lnTo>
                    <a:pt x="249564" y="50763"/>
                  </a:lnTo>
                  <a:lnTo>
                    <a:pt x="250500" y="50140"/>
                  </a:lnTo>
                  <a:lnTo>
                    <a:pt x="251062" y="48619"/>
                  </a:lnTo>
                  <a:lnTo>
                    <a:pt x="252337" y="49208"/>
                  </a:lnTo>
                  <a:lnTo>
                    <a:pt x="252984" y="48420"/>
                  </a:lnTo>
                  <a:lnTo>
                    <a:pt x="253305" y="48200"/>
                  </a:lnTo>
                  <a:lnTo>
                    <a:pt x="253490" y="48419"/>
                  </a:lnTo>
                  <a:lnTo>
                    <a:pt x="253817" y="47982"/>
                  </a:lnTo>
                  <a:lnTo>
                    <a:pt x="254081" y="46429"/>
                  </a:lnTo>
                  <a:lnTo>
                    <a:pt x="256019" y="47472"/>
                  </a:lnTo>
                  <a:lnTo>
                    <a:pt x="256379" y="47081"/>
                  </a:lnTo>
                  <a:lnTo>
                    <a:pt x="257511" y="46677"/>
                  </a:lnTo>
                  <a:lnTo>
                    <a:pt x="258316" y="45554"/>
                  </a:lnTo>
                  <a:lnTo>
                    <a:pt x="260057" y="44414"/>
                  </a:lnTo>
                  <a:lnTo>
                    <a:pt x="262217" y="40904"/>
                  </a:lnTo>
                  <a:lnTo>
                    <a:pt x="263436" y="41255"/>
                  </a:lnTo>
                  <a:lnTo>
                    <a:pt x="264305" y="43181"/>
                  </a:lnTo>
                  <a:lnTo>
                    <a:pt x="265268" y="43564"/>
                  </a:lnTo>
                  <a:lnTo>
                    <a:pt x="266341" y="44419"/>
                  </a:lnTo>
                  <a:lnTo>
                    <a:pt x="267301" y="44670"/>
                  </a:lnTo>
                  <a:lnTo>
                    <a:pt x="267613" y="43655"/>
                  </a:lnTo>
                  <a:lnTo>
                    <a:pt x="268628" y="44020"/>
                  </a:lnTo>
                  <a:lnTo>
                    <a:pt x="270382" y="44154"/>
                  </a:lnTo>
                  <a:lnTo>
                    <a:pt x="272250" y="42292"/>
                  </a:lnTo>
                  <a:lnTo>
                    <a:pt x="273359" y="43182"/>
                  </a:lnTo>
                  <a:lnTo>
                    <a:pt x="274029" y="41958"/>
                  </a:lnTo>
                  <a:lnTo>
                    <a:pt x="274700" y="41969"/>
                  </a:lnTo>
                  <a:lnTo>
                    <a:pt x="274555" y="42301"/>
                  </a:lnTo>
                  <a:lnTo>
                    <a:pt x="276494" y="42245"/>
                  </a:lnTo>
                  <a:lnTo>
                    <a:pt x="277679" y="42981"/>
                  </a:lnTo>
                  <a:lnTo>
                    <a:pt x="279964" y="42297"/>
                  </a:lnTo>
                  <a:lnTo>
                    <a:pt x="280755" y="39322"/>
                  </a:lnTo>
                  <a:lnTo>
                    <a:pt x="282483" y="38680"/>
                  </a:lnTo>
                  <a:lnTo>
                    <a:pt x="282991" y="37767"/>
                  </a:lnTo>
                  <a:lnTo>
                    <a:pt x="282476" y="35463"/>
                  </a:lnTo>
                  <a:lnTo>
                    <a:pt x="282316" y="32536"/>
                  </a:lnTo>
                  <a:lnTo>
                    <a:pt x="281638" y="30833"/>
                  </a:lnTo>
                  <a:lnTo>
                    <a:pt x="281745" y="29985"/>
                  </a:lnTo>
                  <a:lnTo>
                    <a:pt x="284168" y="26764"/>
                  </a:lnTo>
                  <a:lnTo>
                    <a:pt x="285746" y="21387"/>
                  </a:lnTo>
                  <a:lnTo>
                    <a:pt x="287315" y="19482"/>
                  </a:lnTo>
                  <a:lnTo>
                    <a:pt x="288663" y="17466"/>
                  </a:lnTo>
                  <a:lnTo>
                    <a:pt x="288866" y="16821"/>
                  </a:lnTo>
                  <a:lnTo>
                    <a:pt x="289154" y="13729"/>
                  </a:lnTo>
                  <a:lnTo>
                    <a:pt x="288930" y="11213"/>
                  </a:lnTo>
                  <a:lnTo>
                    <a:pt x="289241" y="8373"/>
                  </a:lnTo>
                  <a:lnTo>
                    <a:pt x="288778" y="6046"/>
                  </a:lnTo>
                  <a:lnTo>
                    <a:pt x="289378" y="5073"/>
                  </a:lnTo>
                  <a:lnTo>
                    <a:pt x="291079" y="3404"/>
                  </a:lnTo>
                  <a:lnTo>
                    <a:pt x="291455" y="2458"/>
                  </a:lnTo>
                  <a:lnTo>
                    <a:pt x="293865" y="3169"/>
                  </a:lnTo>
                  <a:lnTo>
                    <a:pt x="294062" y="2633"/>
                  </a:lnTo>
                  <a:lnTo>
                    <a:pt x="295262" y="1849"/>
                  </a:lnTo>
                  <a:lnTo>
                    <a:pt x="296715" y="0"/>
                  </a:lnTo>
                  <a:lnTo>
                    <a:pt x="297003" y="43"/>
                  </a:lnTo>
                  <a:lnTo>
                    <a:pt x="298150" y="1427"/>
                  </a:lnTo>
                  <a:lnTo>
                    <a:pt x="299538" y="4528"/>
                  </a:lnTo>
                  <a:lnTo>
                    <a:pt x="300551" y="8285"/>
                  </a:lnTo>
                  <a:lnTo>
                    <a:pt x="301158" y="8857"/>
                  </a:lnTo>
                  <a:lnTo>
                    <a:pt x="302339" y="8621"/>
                  </a:lnTo>
                  <a:lnTo>
                    <a:pt x="303207" y="8884"/>
                  </a:lnTo>
                  <a:lnTo>
                    <a:pt x="305051" y="8622"/>
                  </a:lnTo>
                  <a:lnTo>
                    <a:pt x="305986" y="8321"/>
                  </a:lnTo>
                  <a:lnTo>
                    <a:pt x="306980" y="7576"/>
                  </a:lnTo>
                  <a:lnTo>
                    <a:pt x="308786" y="7310"/>
                  </a:lnTo>
                  <a:lnTo>
                    <a:pt x="309282" y="6926"/>
                  </a:lnTo>
                  <a:lnTo>
                    <a:pt x="309671" y="6991"/>
                  </a:lnTo>
                  <a:lnTo>
                    <a:pt x="310226" y="7823"/>
                  </a:lnTo>
                  <a:lnTo>
                    <a:pt x="310720" y="7673"/>
                  </a:lnTo>
                  <a:lnTo>
                    <a:pt x="311587" y="8362"/>
                  </a:lnTo>
                  <a:lnTo>
                    <a:pt x="313311" y="7626"/>
                  </a:lnTo>
                  <a:lnTo>
                    <a:pt x="313493" y="7400"/>
                  </a:lnTo>
                  <a:lnTo>
                    <a:pt x="313090" y="6933"/>
                  </a:lnTo>
                  <a:lnTo>
                    <a:pt x="314136" y="5666"/>
                  </a:lnTo>
                  <a:lnTo>
                    <a:pt x="314609" y="6367"/>
                  </a:lnTo>
                  <a:lnTo>
                    <a:pt x="314861" y="8403"/>
                  </a:lnTo>
                  <a:lnTo>
                    <a:pt x="314634" y="9780"/>
                  </a:lnTo>
                  <a:lnTo>
                    <a:pt x="315001" y="10020"/>
                  </a:lnTo>
                  <a:lnTo>
                    <a:pt x="314784" y="10977"/>
                  </a:lnTo>
                  <a:lnTo>
                    <a:pt x="316205" y="12789"/>
                  </a:lnTo>
                  <a:lnTo>
                    <a:pt x="316456" y="13605"/>
                  </a:lnTo>
                  <a:lnTo>
                    <a:pt x="318458" y="13191"/>
                  </a:lnTo>
                  <a:lnTo>
                    <a:pt x="319081" y="13669"/>
                  </a:lnTo>
                  <a:lnTo>
                    <a:pt x="320038" y="16049"/>
                  </a:lnTo>
                  <a:lnTo>
                    <a:pt x="321580" y="15590"/>
                  </a:lnTo>
                  <a:lnTo>
                    <a:pt x="322092" y="15761"/>
                  </a:lnTo>
                  <a:lnTo>
                    <a:pt x="322577" y="15444"/>
                  </a:lnTo>
                  <a:lnTo>
                    <a:pt x="322833" y="15554"/>
                  </a:lnTo>
                  <a:lnTo>
                    <a:pt x="322990" y="14966"/>
                  </a:lnTo>
                  <a:lnTo>
                    <a:pt x="324455" y="14122"/>
                  </a:lnTo>
                  <a:lnTo>
                    <a:pt x="325809" y="13985"/>
                  </a:lnTo>
                  <a:lnTo>
                    <a:pt x="326336" y="14256"/>
                  </a:lnTo>
                  <a:lnTo>
                    <a:pt x="326510" y="14606"/>
                  </a:lnTo>
                  <a:lnTo>
                    <a:pt x="327019" y="14712"/>
                  </a:lnTo>
                  <a:lnTo>
                    <a:pt x="327830" y="15567"/>
                  </a:lnTo>
                  <a:lnTo>
                    <a:pt x="329966" y="16714"/>
                  </a:lnTo>
                  <a:lnTo>
                    <a:pt x="329123" y="17295"/>
                  </a:lnTo>
                  <a:lnTo>
                    <a:pt x="327059" y="17738"/>
                  </a:lnTo>
                  <a:lnTo>
                    <a:pt x="327074" y="18792"/>
                  </a:lnTo>
                  <a:lnTo>
                    <a:pt x="326744" y="19299"/>
                  </a:lnTo>
                  <a:lnTo>
                    <a:pt x="325262" y="20384"/>
                  </a:lnTo>
                  <a:lnTo>
                    <a:pt x="324259" y="19473"/>
                  </a:lnTo>
                  <a:lnTo>
                    <a:pt x="323039" y="20585"/>
                  </a:lnTo>
                  <a:lnTo>
                    <a:pt x="322775" y="20571"/>
                  </a:lnTo>
                  <a:lnTo>
                    <a:pt x="322734" y="22784"/>
                  </a:lnTo>
                  <a:lnTo>
                    <a:pt x="323443" y="23059"/>
                  </a:lnTo>
                  <a:lnTo>
                    <a:pt x="324889" y="23045"/>
                  </a:lnTo>
                  <a:lnTo>
                    <a:pt x="324393" y="23658"/>
                  </a:lnTo>
                  <a:lnTo>
                    <a:pt x="324424" y="25133"/>
                  </a:lnTo>
                  <a:lnTo>
                    <a:pt x="324122" y="26241"/>
                  </a:lnTo>
                  <a:lnTo>
                    <a:pt x="323337" y="27501"/>
                  </a:lnTo>
                  <a:lnTo>
                    <a:pt x="322581" y="29553"/>
                  </a:lnTo>
                  <a:lnTo>
                    <a:pt x="321627" y="31148"/>
                  </a:lnTo>
                  <a:lnTo>
                    <a:pt x="321106" y="31450"/>
                  </a:lnTo>
                  <a:lnTo>
                    <a:pt x="320507" y="32960"/>
                  </a:lnTo>
                  <a:lnTo>
                    <a:pt x="320131" y="33069"/>
                  </a:lnTo>
                  <a:lnTo>
                    <a:pt x="318752" y="34426"/>
                  </a:lnTo>
                  <a:lnTo>
                    <a:pt x="317359" y="36572"/>
                  </a:lnTo>
                  <a:lnTo>
                    <a:pt x="316859" y="36740"/>
                  </a:lnTo>
                  <a:lnTo>
                    <a:pt x="316089" y="37745"/>
                  </a:lnTo>
                  <a:lnTo>
                    <a:pt x="316309" y="38218"/>
                  </a:lnTo>
                  <a:lnTo>
                    <a:pt x="315620" y="39722"/>
                  </a:lnTo>
                  <a:lnTo>
                    <a:pt x="315714" y="39890"/>
                  </a:lnTo>
                  <a:lnTo>
                    <a:pt x="314988" y="41345"/>
                  </a:lnTo>
                  <a:lnTo>
                    <a:pt x="314134" y="42442"/>
                  </a:lnTo>
                  <a:lnTo>
                    <a:pt x="313875" y="43378"/>
                  </a:lnTo>
                  <a:lnTo>
                    <a:pt x="312958" y="43063"/>
                  </a:lnTo>
                  <a:lnTo>
                    <a:pt x="312462" y="44352"/>
                  </a:lnTo>
                  <a:lnTo>
                    <a:pt x="312054" y="44352"/>
                  </a:lnTo>
                  <a:lnTo>
                    <a:pt x="311382" y="46844"/>
                  </a:lnTo>
                  <a:lnTo>
                    <a:pt x="310583" y="47594"/>
                  </a:lnTo>
                  <a:lnTo>
                    <a:pt x="310140" y="48593"/>
                  </a:lnTo>
                  <a:lnTo>
                    <a:pt x="309276" y="48472"/>
                  </a:lnTo>
                  <a:lnTo>
                    <a:pt x="306414" y="46680"/>
                  </a:lnTo>
                  <a:lnTo>
                    <a:pt x="306142" y="47057"/>
                  </a:lnTo>
                  <a:lnTo>
                    <a:pt x="306126" y="48427"/>
                  </a:lnTo>
                  <a:lnTo>
                    <a:pt x="305702" y="49244"/>
                  </a:lnTo>
                  <a:lnTo>
                    <a:pt x="305775" y="50049"/>
                  </a:lnTo>
                  <a:lnTo>
                    <a:pt x="305354" y="53114"/>
                  </a:lnTo>
                  <a:lnTo>
                    <a:pt x="305600" y="55156"/>
                  </a:lnTo>
                  <a:lnTo>
                    <a:pt x="305307" y="55967"/>
                  </a:lnTo>
                  <a:lnTo>
                    <a:pt x="303859" y="58187"/>
                  </a:lnTo>
                  <a:lnTo>
                    <a:pt x="303940" y="58701"/>
                  </a:lnTo>
                  <a:lnTo>
                    <a:pt x="304649" y="59503"/>
                  </a:lnTo>
                  <a:lnTo>
                    <a:pt x="304784" y="60212"/>
                  </a:lnTo>
                  <a:lnTo>
                    <a:pt x="303943" y="61475"/>
                  </a:lnTo>
                  <a:lnTo>
                    <a:pt x="303668" y="65118"/>
                  </a:lnTo>
                  <a:lnTo>
                    <a:pt x="301816" y="67425"/>
                  </a:lnTo>
                  <a:lnTo>
                    <a:pt x="300558" y="69675"/>
                  </a:lnTo>
                  <a:lnTo>
                    <a:pt x="300433" y="70288"/>
                  </a:lnTo>
                  <a:lnTo>
                    <a:pt x="300713" y="70695"/>
                  </a:lnTo>
                  <a:lnTo>
                    <a:pt x="300770" y="71893"/>
                  </a:lnTo>
                  <a:lnTo>
                    <a:pt x="299572" y="73976"/>
                  </a:lnTo>
                  <a:lnTo>
                    <a:pt x="299716" y="75504"/>
                  </a:lnTo>
                  <a:lnTo>
                    <a:pt x="300729" y="77275"/>
                  </a:lnTo>
                  <a:lnTo>
                    <a:pt x="299832" y="77992"/>
                  </a:lnTo>
                  <a:lnTo>
                    <a:pt x="299363" y="79542"/>
                  </a:lnTo>
                  <a:lnTo>
                    <a:pt x="297871" y="80285"/>
                  </a:lnTo>
                  <a:lnTo>
                    <a:pt x="297026" y="81554"/>
                  </a:lnTo>
                  <a:lnTo>
                    <a:pt x="296365" y="81621"/>
                  </a:lnTo>
                  <a:lnTo>
                    <a:pt x="296089" y="82508"/>
                  </a:lnTo>
                  <a:lnTo>
                    <a:pt x="294672" y="84682"/>
                  </a:lnTo>
                  <a:lnTo>
                    <a:pt x="294374" y="85938"/>
                  </a:lnTo>
                  <a:lnTo>
                    <a:pt x="294560" y="86683"/>
                  </a:lnTo>
                  <a:lnTo>
                    <a:pt x="295031" y="87132"/>
                  </a:lnTo>
                  <a:lnTo>
                    <a:pt x="295155" y="88006"/>
                  </a:lnTo>
                  <a:lnTo>
                    <a:pt x="295020" y="88707"/>
                  </a:lnTo>
                  <a:lnTo>
                    <a:pt x="294279" y="89361"/>
                  </a:lnTo>
                  <a:lnTo>
                    <a:pt x="294294" y="89699"/>
                  </a:lnTo>
                  <a:lnTo>
                    <a:pt x="295055" y="90671"/>
                  </a:lnTo>
                  <a:lnTo>
                    <a:pt x="295183" y="91177"/>
                  </a:lnTo>
                  <a:lnTo>
                    <a:pt x="294625" y="91612"/>
                  </a:lnTo>
                  <a:lnTo>
                    <a:pt x="294156" y="91612"/>
                  </a:lnTo>
                  <a:lnTo>
                    <a:pt x="293766" y="92059"/>
                  </a:lnTo>
                  <a:lnTo>
                    <a:pt x="294100" y="93238"/>
                  </a:lnTo>
                  <a:lnTo>
                    <a:pt x="295218" y="93361"/>
                  </a:lnTo>
                  <a:lnTo>
                    <a:pt x="295555" y="93671"/>
                  </a:lnTo>
                  <a:lnTo>
                    <a:pt x="295129" y="95311"/>
                  </a:lnTo>
                  <a:lnTo>
                    <a:pt x="295565" y="95453"/>
                  </a:lnTo>
                  <a:lnTo>
                    <a:pt x="295772" y="95079"/>
                  </a:lnTo>
                  <a:lnTo>
                    <a:pt x="296290" y="94891"/>
                  </a:lnTo>
                  <a:lnTo>
                    <a:pt x="297107" y="96100"/>
                  </a:lnTo>
                  <a:lnTo>
                    <a:pt x="297275" y="96559"/>
                  </a:lnTo>
                  <a:lnTo>
                    <a:pt x="296570" y="97292"/>
                  </a:lnTo>
                  <a:lnTo>
                    <a:pt x="296573" y="97679"/>
                  </a:lnTo>
                  <a:lnTo>
                    <a:pt x="297077" y="98235"/>
                  </a:lnTo>
                  <a:lnTo>
                    <a:pt x="296725" y="99458"/>
                  </a:lnTo>
                  <a:lnTo>
                    <a:pt x="297138" y="99922"/>
                  </a:lnTo>
                  <a:lnTo>
                    <a:pt x="296986" y="103177"/>
                  </a:lnTo>
                  <a:lnTo>
                    <a:pt x="297420" y="105105"/>
                  </a:lnTo>
                  <a:lnTo>
                    <a:pt x="297884" y="105926"/>
                  </a:lnTo>
                  <a:lnTo>
                    <a:pt x="297985" y="107116"/>
                  </a:lnTo>
                  <a:lnTo>
                    <a:pt x="298698" y="108067"/>
                  </a:lnTo>
                  <a:lnTo>
                    <a:pt x="298728" y="109050"/>
                  </a:lnTo>
                  <a:lnTo>
                    <a:pt x="299416" y="109568"/>
                  </a:lnTo>
                  <a:lnTo>
                    <a:pt x="299509" y="110109"/>
                  </a:lnTo>
                  <a:lnTo>
                    <a:pt x="299829" y="110415"/>
                  </a:lnTo>
                  <a:lnTo>
                    <a:pt x="300823" y="111029"/>
                  </a:lnTo>
                  <a:lnTo>
                    <a:pt x="300803" y="111758"/>
                  </a:lnTo>
                  <a:lnTo>
                    <a:pt x="301532" y="113278"/>
                  </a:lnTo>
                  <a:lnTo>
                    <a:pt x="301898" y="113544"/>
                  </a:lnTo>
                  <a:lnTo>
                    <a:pt x="301816" y="114275"/>
                  </a:lnTo>
                  <a:lnTo>
                    <a:pt x="302982" y="115822"/>
                  </a:lnTo>
                  <a:lnTo>
                    <a:pt x="302905" y="116155"/>
                  </a:lnTo>
                  <a:lnTo>
                    <a:pt x="303617" y="117563"/>
                  </a:lnTo>
                  <a:lnTo>
                    <a:pt x="303629" y="118043"/>
                  </a:lnTo>
                  <a:lnTo>
                    <a:pt x="304330" y="118677"/>
                  </a:lnTo>
                  <a:lnTo>
                    <a:pt x="304387" y="119324"/>
                  </a:lnTo>
                  <a:lnTo>
                    <a:pt x="304702" y="119640"/>
                  </a:lnTo>
                  <a:lnTo>
                    <a:pt x="305483" y="119717"/>
                  </a:lnTo>
                  <a:lnTo>
                    <a:pt x="305637" y="120029"/>
                  </a:lnTo>
                  <a:lnTo>
                    <a:pt x="305123" y="121004"/>
                  </a:lnTo>
                  <a:lnTo>
                    <a:pt x="305389" y="121915"/>
                  </a:lnTo>
                  <a:lnTo>
                    <a:pt x="305053" y="122414"/>
                  </a:lnTo>
                  <a:lnTo>
                    <a:pt x="305785" y="123071"/>
                  </a:lnTo>
                  <a:lnTo>
                    <a:pt x="305055" y="123797"/>
                  </a:lnTo>
                  <a:lnTo>
                    <a:pt x="305162" y="125011"/>
                  </a:lnTo>
                  <a:lnTo>
                    <a:pt x="305772" y="125449"/>
                  </a:lnTo>
                  <a:lnTo>
                    <a:pt x="305259" y="126414"/>
                  </a:lnTo>
                  <a:lnTo>
                    <a:pt x="305282" y="127550"/>
                  </a:lnTo>
                  <a:lnTo>
                    <a:pt x="305006" y="127791"/>
                  </a:lnTo>
                  <a:lnTo>
                    <a:pt x="305059" y="128143"/>
                  </a:lnTo>
                  <a:lnTo>
                    <a:pt x="305607" y="128217"/>
                  </a:lnTo>
                  <a:lnTo>
                    <a:pt x="305389" y="128768"/>
                  </a:lnTo>
                  <a:lnTo>
                    <a:pt x="304883" y="128981"/>
                  </a:lnTo>
                  <a:lnTo>
                    <a:pt x="305671" y="129876"/>
                  </a:lnTo>
                  <a:lnTo>
                    <a:pt x="305346" y="130764"/>
                  </a:lnTo>
                  <a:lnTo>
                    <a:pt x="305946" y="131202"/>
                  </a:lnTo>
                  <a:lnTo>
                    <a:pt x="305851" y="131640"/>
                  </a:lnTo>
                  <a:lnTo>
                    <a:pt x="306053" y="132044"/>
                  </a:lnTo>
                  <a:lnTo>
                    <a:pt x="306796" y="132615"/>
                  </a:lnTo>
                  <a:lnTo>
                    <a:pt x="307092" y="133331"/>
                  </a:lnTo>
                  <a:lnTo>
                    <a:pt x="306462" y="134783"/>
                  </a:lnTo>
                  <a:lnTo>
                    <a:pt x="306678" y="135538"/>
                  </a:lnTo>
                  <a:lnTo>
                    <a:pt x="307397" y="135928"/>
                  </a:lnTo>
                  <a:lnTo>
                    <a:pt x="307100" y="136603"/>
                  </a:lnTo>
                  <a:lnTo>
                    <a:pt x="307454" y="137461"/>
                  </a:lnTo>
                  <a:lnTo>
                    <a:pt x="307081" y="137762"/>
                  </a:lnTo>
                  <a:lnTo>
                    <a:pt x="307019" y="138432"/>
                  </a:lnTo>
                  <a:lnTo>
                    <a:pt x="307636" y="139121"/>
                  </a:lnTo>
                  <a:lnTo>
                    <a:pt x="308098" y="139220"/>
                  </a:lnTo>
                  <a:lnTo>
                    <a:pt x="307942" y="139673"/>
                  </a:lnTo>
                  <a:lnTo>
                    <a:pt x="307311" y="139991"/>
                  </a:lnTo>
                  <a:lnTo>
                    <a:pt x="308249" y="140634"/>
                  </a:lnTo>
                  <a:lnTo>
                    <a:pt x="308180" y="140894"/>
                  </a:lnTo>
                  <a:lnTo>
                    <a:pt x="307798" y="140975"/>
                  </a:lnTo>
                  <a:lnTo>
                    <a:pt x="307866" y="141631"/>
                  </a:lnTo>
                  <a:lnTo>
                    <a:pt x="308546" y="141889"/>
                  </a:lnTo>
                  <a:lnTo>
                    <a:pt x="308551" y="142090"/>
                  </a:lnTo>
                  <a:lnTo>
                    <a:pt x="307872" y="142507"/>
                  </a:lnTo>
                  <a:lnTo>
                    <a:pt x="310840" y="142334"/>
                  </a:lnTo>
                  <a:lnTo>
                    <a:pt x="311148" y="140860"/>
                  </a:lnTo>
                  <a:lnTo>
                    <a:pt x="311725" y="140740"/>
                  </a:lnTo>
                  <a:lnTo>
                    <a:pt x="312205" y="141101"/>
                  </a:lnTo>
                  <a:lnTo>
                    <a:pt x="313958" y="141235"/>
                  </a:lnTo>
                  <a:lnTo>
                    <a:pt x="313310" y="142826"/>
                  </a:lnTo>
                  <a:lnTo>
                    <a:pt x="313303" y="144085"/>
                  </a:lnTo>
                  <a:lnTo>
                    <a:pt x="313912" y="149228"/>
                  </a:lnTo>
                  <a:lnTo>
                    <a:pt x="315966" y="151035"/>
                  </a:lnTo>
                  <a:lnTo>
                    <a:pt x="317530" y="153487"/>
                  </a:lnTo>
                  <a:lnTo>
                    <a:pt x="317766" y="154646"/>
                  </a:lnTo>
                  <a:lnTo>
                    <a:pt x="318129" y="154769"/>
                  </a:lnTo>
                  <a:lnTo>
                    <a:pt x="318559" y="155704"/>
                  </a:lnTo>
                  <a:lnTo>
                    <a:pt x="319228" y="157636"/>
                  </a:lnTo>
                  <a:lnTo>
                    <a:pt x="319419" y="159347"/>
                  </a:lnTo>
                  <a:lnTo>
                    <a:pt x="321450" y="162624"/>
                  </a:lnTo>
                  <a:lnTo>
                    <a:pt x="321711" y="165444"/>
                  </a:lnTo>
                  <a:lnTo>
                    <a:pt x="321651" y="165977"/>
                  </a:lnTo>
                  <a:lnTo>
                    <a:pt x="321098" y="166693"/>
                  </a:lnTo>
                  <a:lnTo>
                    <a:pt x="320955" y="167265"/>
                  </a:lnTo>
                  <a:lnTo>
                    <a:pt x="320916" y="169071"/>
                  </a:lnTo>
                  <a:lnTo>
                    <a:pt x="322061" y="169728"/>
                  </a:lnTo>
                  <a:lnTo>
                    <a:pt x="322399" y="170485"/>
                  </a:lnTo>
                  <a:lnTo>
                    <a:pt x="323269" y="171293"/>
                  </a:lnTo>
                  <a:lnTo>
                    <a:pt x="323551" y="171979"/>
                  </a:lnTo>
                  <a:lnTo>
                    <a:pt x="323242" y="172981"/>
                  </a:lnTo>
                  <a:lnTo>
                    <a:pt x="322353" y="173792"/>
                  </a:lnTo>
                  <a:lnTo>
                    <a:pt x="322052" y="174740"/>
                  </a:lnTo>
                  <a:lnTo>
                    <a:pt x="322275" y="176440"/>
                  </a:lnTo>
                  <a:lnTo>
                    <a:pt x="321513" y="179293"/>
                  </a:lnTo>
                  <a:lnTo>
                    <a:pt x="321864" y="180915"/>
                  </a:lnTo>
                  <a:lnTo>
                    <a:pt x="320710" y="183646"/>
                  </a:lnTo>
                  <a:lnTo>
                    <a:pt x="320556" y="185067"/>
                  </a:lnTo>
                  <a:lnTo>
                    <a:pt x="320017" y="186144"/>
                  </a:lnTo>
                  <a:lnTo>
                    <a:pt x="319855" y="188798"/>
                  </a:lnTo>
                  <a:lnTo>
                    <a:pt x="319550" y="189539"/>
                  </a:lnTo>
                  <a:lnTo>
                    <a:pt x="320268" y="189506"/>
                  </a:lnTo>
                  <a:lnTo>
                    <a:pt x="320891" y="189887"/>
                  </a:lnTo>
                  <a:lnTo>
                    <a:pt x="321490" y="189468"/>
                  </a:lnTo>
                  <a:lnTo>
                    <a:pt x="322604" y="188028"/>
                  </a:lnTo>
                  <a:lnTo>
                    <a:pt x="325271" y="187369"/>
                  </a:lnTo>
                  <a:lnTo>
                    <a:pt x="326750" y="187897"/>
                  </a:lnTo>
                  <a:lnTo>
                    <a:pt x="328001" y="189665"/>
                  </a:lnTo>
                  <a:lnTo>
                    <a:pt x="328788" y="189683"/>
                  </a:lnTo>
                  <a:lnTo>
                    <a:pt x="328937" y="190155"/>
                  </a:lnTo>
                  <a:lnTo>
                    <a:pt x="329379" y="190492"/>
                  </a:lnTo>
                  <a:lnTo>
                    <a:pt x="329283" y="190780"/>
                  </a:lnTo>
                  <a:lnTo>
                    <a:pt x="329526" y="191077"/>
                  </a:lnTo>
                  <a:lnTo>
                    <a:pt x="330224" y="190831"/>
                  </a:lnTo>
                  <a:lnTo>
                    <a:pt x="331552" y="191000"/>
                  </a:lnTo>
                  <a:lnTo>
                    <a:pt x="332129" y="190782"/>
                  </a:lnTo>
                  <a:lnTo>
                    <a:pt x="333058" y="190846"/>
                  </a:lnTo>
                  <a:lnTo>
                    <a:pt x="334312" y="190527"/>
                  </a:lnTo>
                  <a:lnTo>
                    <a:pt x="334636" y="190808"/>
                  </a:lnTo>
                  <a:lnTo>
                    <a:pt x="335480" y="190882"/>
                  </a:lnTo>
                  <a:lnTo>
                    <a:pt x="336038" y="191424"/>
                  </a:lnTo>
                  <a:lnTo>
                    <a:pt x="336016" y="192109"/>
                  </a:lnTo>
                  <a:lnTo>
                    <a:pt x="335544" y="192937"/>
                  </a:lnTo>
                  <a:lnTo>
                    <a:pt x="335466" y="194248"/>
                  </a:lnTo>
                  <a:lnTo>
                    <a:pt x="337893" y="195411"/>
                  </a:lnTo>
                  <a:lnTo>
                    <a:pt x="341001" y="196178"/>
                  </a:lnTo>
                  <a:lnTo>
                    <a:pt x="342123" y="196822"/>
                  </a:lnTo>
                  <a:lnTo>
                    <a:pt x="343941" y="198429"/>
                  </a:lnTo>
                  <a:lnTo>
                    <a:pt x="344774" y="198647"/>
                  </a:lnTo>
                  <a:lnTo>
                    <a:pt x="345432" y="198054"/>
                  </a:lnTo>
                  <a:lnTo>
                    <a:pt x="345728" y="196919"/>
                  </a:lnTo>
                  <a:lnTo>
                    <a:pt x="346178" y="197482"/>
                  </a:lnTo>
                  <a:lnTo>
                    <a:pt x="346101" y="198009"/>
                  </a:lnTo>
                  <a:lnTo>
                    <a:pt x="346301" y="198113"/>
                  </a:lnTo>
                  <a:lnTo>
                    <a:pt x="347400" y="197956"/>
                  </a:lnTo>
                  <a:lnTo>
                    <a:pt x="347711" y="197163"/>
                  </a:lnTo>
                  <a:lnTo>
                    <a:pt x="348686" y="197461"/>
                  </a:lnTo>
                  <a:lnTo>
                    <a:pt x="349660" y="197309"/>
                  </a:lnTo>
                  <a:lnTo>
                    <a:pt x="349889" y="196964"/>
                  </a:lnTo>
                  <a:lnTo>
                    <a:pt x="350349" y="196992"/>
                  </a:lnTo>
                  <a:lnTo>
                    <a:pt x="350748" y="194829"/>
                  </a:lnTo>
                  <a:lnTo>
                    <a:pt x="352993" y="195516"/>
                  </a:lnTo>
                  <a:lnTo>
                    <a:pt x="356412" y="195951"/>
                  </a:lnTo>
                  <a:lnTo>
                    <a:pt x="356421" y="195146"/>
                  </a:lnTo>
                  <a:lnTo>
                    <a:pt x="357650" y="194805"/>
                  </a:lnTo>
                  <a:lnTo>
                    <a:pt x="360658" y="195738"/>
                  </a:lnTo>
                  <a:lnTo>
                    <a:pt x="362592" y="195833"/>
                  </a:lnTo>
                  <a:lnTo>
                    <a:pt x="362960" y="195704"/>
                  </a:lnTo>
                  <a:lnTo>
                    <a:pt x="363510" y="194752"/>
                  </a:lnTo>
                  <a:lnTo>
                    <a:pt x="363704" y="196093"/>
                  </a:lnTo>
                  <a:lnTo>
                    <a:pt x="363370" y="196397"/>
                  </a:lnTo>
                  <a:lnTo>
                    <a:pt x="363312" y="197320"/>
                  </a:lnTo>
                  <a:lnTo>
                    <a:pt x="365711" y="197646"/>
                  </a:lnTo>
                  <a:lnTo>
                    <a:pt x="368991" y="199285"/>
                  </a:lnTo>
                  <a:lnTo>
                    <a:pt x="370978" y="199644"/>
                  </a:lnTo>
                  <a:lnTo>
                    <a:pt x="372648" y="199159"/>
                  </a:lnTo>
                  <a:lnTo>
                    <a:pt x="372951" y="198718"/>
                  </a:lnTo>
                  <a:lnTo>
                    <a:pt x="373643" y="198525"/>
                  </a:lnTo>
                  <a:lnTo>
                    <a:pt x="373886" y="198228"/>
                  </a:lnTo>
                  <a:lnTo>
                    <a:pt x="375489" y="197943"/>
                  </a:lnTo>
                  <a:lnTo>
                    <a:pt x="377139" y="199613"/>
                  </a:lnTo>
                  <a:lnTo>
                    <a:pt x="378706" y="199782"/>
                  </a:lnTo>
                  <a:lnTo>
                    <a:pt x="379041" y="199572"/>
                  </a:lnTo>
                  <a:lnTo>
                    <a:pt x="379518" y="199655"/>
                  </a:lnTo>
                  <a:lnTo>
                    <a:pt x="379789" y="199402"/>
                  </a:lnTo>
                  <a:lnTo>
                    <a:pt x="382991" y="199640"/>
                  </a:lnTo>
                  <a:lnTo>
                    <a:pt x="383822" y="200480"/>
                  </a:lnTo>
                  <a:lnTo>
                    <a:pt x="383624" y="200616"/>
                  </a:lnTo>
                  <a:lnTo>
                    <a:pt x="383735" y="201566"/>
                  </a:lnTo>
                  <a:lnTo>
                    <a:pt x="384687" y="202003"/>
                  </a:lnTo>
                  <a:lnTo>
                    <a:pt x="384195" y="203599"/>
                  </a:lnTo>
                  <a:lnTo>
                    <a:pt x="384326" y="203689"/>
                  </a:lnTo>
                  <a:lnTo>
                    <a:pt x="382529" y="206538"/>
                  </a:lnTo>
                  <a:lnTo>
                    <a:pt x="380317" y="209232"/>
                  </a:lnTo>
                  <a:lnTo>
                    <a:pt x="381983" y="209673"/>
                  </a:lnTo>
                  <a:lnTo>
                    <a:pt x="381635" y="210144"/>
                  </a:lnTo>
                  <a:lnTo>
                    <a:pt x="381642" y="210563"/>
                  </a:lnTo>
                  <a:lnTo>
                    <a:pt x="383854" y="210934"/>
                  </a:lnTo>
                  <a:lnTo>
                    <a:pt x="383763" y="211348"/>
                  </a:lnTo>
                  <a:lnTo>
                    <a:pt x="384129" y="211080"/>
                  </a:lnTo>
                  <a:lnTo>
                    <a:pt x="384970" y="208679"/>
                  </a:lnTo>
                  <a:lnTo>
                    <a:pt x="385456" y="209042"/>
                  </a:lnTo>
                  <a:lnTo>
                    <a:pt x="386503" y="208286"/>
                  </a:lnTo>
                  <a:lnTo>
                    <a:pt x="387070" y="208340"/>
                  </a:lnTo>
                  <a:lnTo>
                    <a:pt x="388058" y="207676"/>
                  </a:lnTo>
                  <a:lnTo>
                    <a:pt x="388281" y="208045"/>
                  </a:lnTo>
                  <a:lnTo>
                    <a:pt x="390834" y="208537"/>
                  </a:lnTo>
                  <a:lnTo>
                    <a:pt x="392261" y="206395"/>
                  </a:lnTo>
                  <a:lnTo>
                    <a:pt x="392617" y="205374"/>
                  </a:lnTo>
                  <a:lnTo>
                    <a:pt x="395443" y="205668"/>
                  </a:lnTo>
                  <a:lnTo>
                    <a:pt x="396137" y="205477"/>
                  </a:lnTo>
                  <a:lnTo>
                    <a:pt x="396680" y="206308"/>
                  </a:lnTo>
                  <a:lnTo>
                    <a:pt x="397147" y="206437"/>
                  </a:lnTo>
                  <a:lnTo>
                    <a:pt x="397409" y="206829"/>
                  </a:lnTo>
                  <a:lnTo>
                    <a:pt x="398036" y="206416"/>
                  </a:lnTo>
                  <a:lnTo>
                    <a:pt x="398128" y="206567"/>
                  </a:lnTo>
                  <a:lnTo>
                    <a:pt x="396601" y="208383"/>
                  </a:lnTo>
                  <a:lnTo>
                    <a:pt x="398118" y="211585"/>
                  </a:lnTo>
                  <a:lnTo>
                    <a:pt x="398977" y="211613"/>
                  </a:lnTo>
                  <a:lnTo>
                    <a:pt x="400691" y="212393"/>
                  </a:lnTo>
                  <a:lnTo>
                    <a:pt x="401790" y="213955"/>
                  </a:lnTo>
                  <a:lnTo>
                    <a:pt x="402722" y="214825"/>
                  </a:lnTo>
                  <a:lnTo>
                    <a:pt x="401551" y="215728"/>
                  </a:lnTo>
                  <a:lnTo>
                    <a:pt x="401323" y="217611"/>
                  </a:lnTo>
                  <a:lnTo>
                    <a:pt x="401555" y="219195"/>
                  </a:lnTo>
                  <a:lnTo>
                    <a:pt x="400439" y="220409"/>
                  </a:lnTo>
                  <a:lnTo>
                    <a:pt x="399249" y="222518"/>
                  </a:lnTo>
                  <a:lnTo>
                    <a:pt x="397906" y="223154"/>
                  </a:lnTo>
                  <a:lnTo>
                    <a:pt x="396061" y="225259"/>
                  </a:lnTo>
                  <a:lnTo>
                    <a:pt x="395025" y="225837"/>
                  </a:lnTo>
                  <a:lnTo>
                    <a:pt x="394894" y="226154"/>
                  </a:lnTo>
                  <a:lnTo>
                    <a:pt x="394317" y="225663"/>
                  </a:lnTo>
                  <a:lnTo>
                    <a:pt x="393335" y="226575"/>
                  </a:lnTo>
                  <a:lnTo>
                    <a:pt x="392504" y="226796"/>
                  </a:lnTo>
                  <a:lnTo>
                    <a:pt x="392330" y="227228"/>
                  </a:lnTo>
                  <a:lnTo>
                    <a:pt x="392592" y="228250"/>
                  </a:lnTo>
                  <a:lnTo>
                    <a:pt x="391932" y="228462"/>
                  </a:lnTo>
                  <a:lnTo>
                    <a:pt x="392112" y="228644"/>
                  </a:lnTo>
                  <a:lnTo>
                    <a:pt x="391777" y="229179"/>
                  </a:lnTo>
                  <a:lnTo>
                    <a:pt x="392228" y="230259"/>
                  </a:lnTo>
                  <a:lnTo>
                    <a:pt x="391916" y="232156"/>
                  </a:lnTo>
                  <a:lnTo>
                    <a:pt x="391525" y="233104"/>
                  </a:lnTo>
                  <a:lnTo>
                    <a:pt x="391517" y="233888"/>
                  </a:lnTo>
                  <a:lnTo>
                    <a:pt x="391712" y="233973"/>
                  </a:lnTo>
                  <a:lnTo>
                    <a:pt x="391424" y="235212"/>
                  </a:lnTo>
                  <a:lnTo>
                    <a:pt x="391687" y="236119"/>
                  </a:lnTo>
                  <a:lnTo>
                    <a:pt x="391532" y="236328"/>
                  </a:lnTo>
                  <a:lnTo>
                    <a:pt x="391801" y="236798"/>
                  </a:lnTo>
                  <a:lnTo>
                    <a:pt x="391826" y="237985"/>
                  </a:lnTo>
                  <a:lnTo>
                    <a:pt x="392185" y="239456"/>
                  </a:lnTo>
                  <a:lnTo>
                    <a:pt x="392592" y="239678"/>
                  </a:lnTo>
                  <a:lnTo>
                    <a:pt x="393130" y="240736"/>
                  </a:lnTo>
                  <a:lnTo>
                    <a:pt x="393154" y="241574"/>
                  </a:lnTo>
                  <a:lnTo>
                    <a:pt x="393673" y="242393"/>
                  </a:lnTo>
                  <a:lnTo>
                    <a:pt x="393850" y="243821"/>
                  </a:lnTo>
                  <a:lnTo>
                    <a:pt x="394656" y="244654"/>
                  </a:lnTo>
                  <a:lnTo>
                    <a:pt x="394871" y="245212"/>
                  </a:lnTo>
                  <a:lnTo>
                    <a:pt x="394640" y="245554"/>
                  </a:lnTo>
                  <a:lnTo>
                    <a:pt x="395152" y="246533"/>
                  </a:lnTo>
                  <a:lnTo>
                    <a:pt x="396055" y="247281"/>
                  </a:lnTo>
                  <a:lnTo>
                    <a:pt x="395911" y="248062"/>
                  </a:lnTo>
                  <a:lnTo>
                    <a:pt x="396283" y="248405"/>
                  </a:lnTo>
                  <a:lnTo>
                    <a:pt x="395999" y="249594"/>
                  </a:lnTo>
                  <a:lnTo>
                    <a:pt x="396496" y="250546"/>
                  </a:lnTo>
                  <a:lnTo>
                    <a:pt x="396767" y="249915"/>
                  </a:lnTo>
                  <a:lnTo>
                    <a:pt x="401544" y="248466"/>
                  </a:lnTo>
                  <a:lnTo>
                    <a:pt x="404134" y="247295"/>
                  </a:lnTo>
                  <a:lnTo>
                    <a:pt x="406223" y="247337"/>
                  </a:lnTo>
                  <a:lnTo>
                    <a:pt x="407384" y="247703"/>
                  </a:lnTo>
                  <a:lnTo>
                    <a:pt x="409093" y="247451"/>
                  </a:lnTo>
                  <a:lnTo>
                    <a:pt x="411334" y="247685"/>
                  </a:lnTo>
                  <a:lnTo>
                    <a:pt x="411966" y="247555"/>
                  </a:lnTo>
                  <a:lnTo>
                    <a:pt x="412454" y="248480"/>
                  </a:lnTo>
                  <a:lnTo>
                    <a:pt x="412795" y="251650"/>
                  </a:lnTo>
                  <a:lnTo>
                    <a:pt x="412340" y="252761"/>
                  </a:lnTo>
                  <a:lnTo>
                    <a:pt x="411991" y="254659"/>
                  </a:lnTo>
                  <a:lnTo>
                    <a:pt x="412172" y="256779"/>
                  </a:lnTo>
                  <a:lnTo>
                    <a:pt x="412029" y="257793"/>
                  </a:lnTo>
                  <a:lnTo>
                    <a:pt x="412240" y="258714"/>
                  </a:lnTo>
                  <a:lnTo>
                    <a:pt x="412159" y="259056"/>
                  </a:lnTo>
                  <a:lnTo>
                    <a:pt x="411874" y="259144"/>
                  </a:lnTo>
                  <a:lnTo>
                    <a:pt x="411202" y="262093"/>
                  </a:lnTo>
                  <a:lnTo>
                    <a:pt x="412736" y="264524"/>
                  </a:lnTo>
                  <a:lnTo>
                    <a:pt x="413188" y="265771"/>
                  </a:lnTo>
                  <a:lnTo>
                    <a:pt x="413218" y="266694"/>
                  </a:lnTo>
                  <a:lnTo>
                    <a:pt x="412659" y="267864"/>
                  </a:lnTo>
                  <a:lnTo>
                    <a:pt x="410843" y="268451"/>
                  </a:lnTo>
                  <a:lnTo>
                    <a:pt x="410783" y="269889"/>
                  </a:lnTo>
                  <a:lnTo>
                    <a:pt x="411207" y="270904"/>
                  </a:lnTo>
                  <a:lnTo>
                    <a:pt x="411215" y="272622"/>
                  </a:lnTo>
                  <a:lnTo>
                    <a:pt x="410744" y="273030"/>
                  </a:lnTo>
                  <a:lnTo>
                    <a:pt x="412010" y="275094"/>
                  </a:lnTo>
                  <a:lnTo>
                    <a:pt x="410878" y="277763"/>
                  </a:lnTo>
                  <a:lnTo>
                    <a:pt x="410187" y="280246"/>
                  </a:lnTo>
                  <a:lnTo>
                    <a:pt x="409525" y="281634"/>
                  </a:lnTo>
                  <a:lnTo>
                    <a:pt x="409621" y="283240"/>
                  </a:lnTo>
                  <a:lnTo>
                    <a:pt x="409335" y="284980"/>
                  </a:lnTo>
                  <a:lnTo>
                    <a:pt x="409367" y="286452"/>
                  </a:lnTo>
                  <a:lnTo>
                    <a:pt x="410468" y="285721"/>
                  </a:lnTo>
                  <a:lnTo>
                    <a:pt x="411021" y="285720"/>
                  </a:lnTo>
                  <a:lnTo>
                    <a:pt x="410658" y="288505"/>
                  </a:lnTo>
                  <a:lnTo>
                    <a:pt x="409853" y="290829"/>
                  </a:lnTo>
                  <a:lnTo>
                    <a:pt x="409800" y="291982"/>
                  </a:lnTo>
                  <a:lnTo>
                    <a:pt x="409688" y="293420"/>
                  </a:lnTo>
                  <a:lnTo>
                    <a:pt x="410196" y="294123"/>
                  </a:lnTo>
                  <a:lnTo>
                    <a:pt x="410608" y="295799"/>
                  </a:lnTo>
                  <a:lnTo>
                    <a:pt x="410144" y="295947"/>
                  </a:lnTo>
                  <a:lnTo>
                    <a:pt x="409449" y="295780"/>
                  </a:lnTo>
                  <a:lnTo>
                    <a:pt x="409091" y="296094"/>
                  </a:lnTo>
                  <a:lnTo>
                    <a:pt x="408355" y="296079"/>
                  </a:lnTo>
                  <a:lnTo>
                    <a:pt x="408065" y="296662"/>
                  </a:lnTo>
                  <a:lnTo>
                    <a:pt x="407255" y="297222"/>
                  </a:lnTo>
                  <a:lnTo>
                    <a:pt x="406609" y="296350"/>
                  </a:lnTo>
                  <a:lnTo>
                    <a:pt x="406352" y="298964"/>
                  </a:lnTo>
                  <a:lnTo>
                    <a:pt x="406228" y="300564"/>
                  </a:lnTo>
                  <a:lnTo>
                    <a:pt x="406642" y="302554"/>
                  </a:lnTo>
                  <a:lnTo>
                    <a:pt x="406502" y="303568"/>
                  </a:lnTo>
                  <a:lnTo>
                    <a:pt x="405740" y="304491"/>
                  </a:lnTo>
                  <a:lnTo>
                    <a:pt x="406343" y="305873"/>
                  </a:lnTo>
                  <a:lnTo>
                    <a:pt x="405760" y="306027"/>
                  </a:lnTo>
                  <a:lnTo>
                    <a:pt x="405224" y="307544"/>
                  </a:lnTo>
                  <a:lnTo>
                    <a:pt x="404771" y="309985"/>
                  </a:lnTo>
                  <a:lnTo>
                    <a:pt x="403807" y="309770"/>
                  </a:lnTo>
                  <a:lnTo>
                    <a:pt x="403575" y="310940"/>
                  </a:lnTo>
                  <a:lnTo>
                    <a:pt x="403341" y="311066"/>
                  </a:lnTo>
                  <a:lnTo>
                    <a:pt x="403100" y="313091"/>
                  </a:lnTo>
                  <a:lnTo>
                    <a:pt x="403422" y="316019"/>
                  </a:lnTo>
                  <a:lnTo>
                    <a:pt x="403170" y="317032"/>
                  </a:lnTo>
                  <a:lnTo>
                    <a:pt x="403649" y="317383"/>
                  </a:lnTo>
                  <a:lnTo>
                    <a:pt x="403431" y="318512"/>
                  </a:lnTo>
                  <a:lnTo>
                    <a:pt x="404122" y="320725"/>
                  </a:lnTo>
                  <a:lnTo>
                    <a:pt x="404408" y="324777"/>
                  </a:lnTo>
                  <a:lnTo>
                    <a:pt x="402976" y="326560"/>
                  </a:lnTo>
                  <a:lnTo>
                    <a:pt x="400184" y="327843"/>
                  </a:lnTo>
                  <a:lnTo>
                    <a:pt x="398904" y="330036"/>
                  </a:lnTo>
                  <a:lnTo>
                    <a:pt x="399407" y="330484"/>
                  </a:lnTo>
                  <a:lnTo>
                    <a:pt x="399636" y="330355"/>
                  </a:lnTo>
                  <a:lnTo>
                    <a:pt x="401390" y="330784"/>
                  </a:lnTo>
                  <a:lnTo>
                    <a:pt x="401398" y="332299"/>
                  </a:lnTo>
                  <a:lnTo>
                    <a:pt x="402541" y="335859"/>
                  </a:lnTo>
                  <a:lnTo>
                    <a:pt x="402684" y="336141"/>
                  </a:lnTo>
                  <a:lnTo>
                    <a:pt x="403184" y="336161"/>
                  </a:lnTo>
                  <a:lnTo>
                    <a:pt x="403191" y="336533"/>
                  </a:lnTo>
                  <a:lnTo>
                    <a:pt x="404862" y="337937"/>
                  </a:lnTo>
                  <a:lnTo>
                    <a:pt x="405101" y="344736"/>
                  </a:lnTo>
                  <a:lnTo>
                    <a:pt x="405726" y="349092"/>
                  </a:lnTo>
                  <a:lnTo>
                    <a:pt x="406348" y="351113"/>
                  </a:lnTo>
                  <a:lnTo>
                    <a:pt x="408883" y="357295"/>
                  </a:lnTo>
                  <a:lnTo>
                    <a:pt x="409013" y="359272"/>
                  </a:lnTo>
                  <a:lnTo>
                    <a:pt x="408686" y="361842"/>
                  </a:lnTo>
                  <a:lnTo>
                    <a:pt x="408879" y="366269"/>
                  </a:lnTo>
                  <a:lnTo>
                    <a:pt x="410083" y="369636"/>
                  </a:lnTo>
                  <a:lnTo>
                    <a:pt x="410185" y="370944"/>
                  </a:lnTo>
                  <a:lnTo>
                    <a:pt x="411075" y="373621"/>
                  </a:lnTo>
                  <a:lnTo>
                    <a:pt x="418966" y="373221"/>
                  </a:lnTo>
                  <a:lnTo>
                    <a:pt x="419204" y="374068"/>
                  </a:lnTo>
                  <a:lnTo>
                    <a:pt x="420515" y="376027"/>
                  </a:lnTo>
                  <a:lnTo>
                    <a:pt x="423021" y="375235"/>
                  </a:lnTo>
                  <a:lnTo>
                    <a:pt x="425312" y="374816"/>
                  </a:lnTo>
                  <a:lnTo>
                    <a:pt x="432672" y="374324"/>
                  </a:lnTo>
                  <a:lnTo>
                    <a:pt x="432625" y="373991"/>
                  </a:lnTo>
                  <a:lnTo>
                    <a:pt x="438371" y="373623"/>
                  </a:lnTo>
                  <a:lnTo>
                    <a:pt x="438318" y="372790"/>
                  </a:lnTo>
                  <a:lnTo>
                    <a:pt x="441654" y="372979"/>
                  </a:lnTo>
                  <a:lnTo>
                    <a:pt x="441759" y="373819"/>
                  </a:lnTo>
                  <a:lnTo>
                    <a:pt x="442663" y="373758"/>
                  </a:lnTo>
                  <a:lnTo>
                    <a:pt x="444305" y="374755"/>
                  </a:lnTo>
                  <a:lnTo>
                    <a:pt x="444938" y="374980"/>
                  </a:lnTo>
                  <a:lnTo>
                    <a:pt x="445531" y="375908"/>
                  </a:lnTo>
                  <a:lnTo>
                    <a:pt x="446146" y="379593"/>
                  </a:lnTo>
                  <a:lnTo>
                    <a:pt x="447329" y="381417"/>
                  </a:lnTo>
                  <a:lnTo>
                    <a:pt x="447965" y="380683"/>
                  </a:lnTo>
                  <a:lnTo>
                    <a:pt x="449883" y="381860"/>
                  </a:lnTo>
                  <a:lnTo>
                    <a:pt x="451373" y="383679"/>
                  </a:lnTo>
                  <a:lnTo>
                    <a:pt x="451972" y="385728"/>
                  </a:lnTo>
                  <a:lnTo>
                    <a:pt x="453484" y="386593"/>
                  </a:lnTo>
                  <a:lnTo>
                    <a:pt x="455426" y="388237"/>
                  </a:lnTo>
                  <a:lnTo>
                    <a:pt x="457166" y="388160"/>
                  </a:lnTo>
                  <a:lnTo>
                    <a:pt x="457632" y="387464"/>
                  </a:lnTo>
                  <a:lnTo>
                    <a:pt x="457289" y="385181"/>
                  </a:lnTo>
                  <a:lnTo>
                    <a:pt x="458393" y="384411"/>
                  </a:lnTo>
                  <a:lnTo>
                    <a:pt x="458382" y="383533"/>
                  </a:lnTo>
                  <a:lnTo>
                    <a:pt x="458096" y="382859"/>
                  </a:lnTo>
                  <a:lnTo>
                    <a:pt x="458713" y="382279"/>
                  </a:lnTo>
                  <a:lnTo>
                    <a:pt x="459297" y="381225"/>
                  </a:lnTo>
                  <a:lnTo>
                    <a:pt x="459660" y="381290"/>
                  </a:lnTo>
                  <a:lnTo>
                    <a:pt x="459801" y="380889"/>
                  </a:lnTo>
                  <a:lnTo>
                    <a:pt x="460156" y="380964"/>
                  </a:lnTo>
                  <a:lnTo>
                    <a:pt x="460623" y="380062"/>
                  </a:lnTo>
                  <a:lnTo>
                    <a:pt x="461407" y="379694"/>
                  </a:lnTo>
                  <a:lnTo>
                    <a:pt x="461836" y="379866"/>
                  </a:lnTo>
                  <a:lnTo>
                    <a:pt x="464223" y="378479"/>
                  </a:lnTo>
                  <a:lnTo>
                    <a:pt x="466111" y="378595"/>
                  </a:lnTo>
                  <a:lnTo>
                    <a:pt x="467601" y="377519"/>
                  </a:lnTo>
                  <a:lnTo>
                    <a:pt x="468163" y="376715"/>
                  </a:lnTo>
                  <a:lnTo>
                    <a:pt x="468336" y="376912"/>
                  </a:lnTo>
                  <a:lnTo>
                    <a:pt x="470135" y="376181"/>
                  </a:lnTo>
                  <a:lnTo>
                    <a:pt x="472374" y="376918"/>
                  </a:lnTo>
                  <a:lnTo>
                    <a:pt x="472226" y="378056"/>
                  </a:lnTo>
                  <a:lnTo>
                    <a:pt x="472486" y="379051"/>
                  </a:lnTo>
                  <a:lnTo>
                    <a:pt x="473071" y="379609"/>
                  </a:lnTo>
                  <a:lnTo>
                    <a:pt x="473120" y="380202"/>
                  </a:lnTo>
                  <a:lnTo>
                    <a:pt x="474005" y="380952"/>
                  </a:lnTo>
                  <a:lnTo>
                    <a:pt x="474388" y="382067"/>
                  </a:lnTo>
                  <a:lnTo>
                    <a:pt x="475352" y="383117"/>
                  </a:lnTo>
                  <a:lnTo>
                    <a:pt x="475151" y="383306"/>
                  </a:lnTo>
                  <a:lnTo>
                    <a:pt x="475223" y="385426"/>
                  </a:lnTo>
                  <a:lnTo>
                    <a:pt x="474827" y="388222"/>
                  </a:lnTo>
                  <a:lnTo>
                    <a:pt x="476153" y="390811"/>
                  </a:lnTo>
                  <a:lnTo>
                    <a:pt x="476478" y="393077"/>
                  </a:lnTo>
                  <a:lnTo>
                    <a:pt x="476909" y="393479"/>
                  </a:lnTo>
                  <a:lnTo>
                    <a:pt x="477762" y="396014"/>
                  </a:lnTo>
                  <a:lnTo>
                    <a:pt x="478256" y="396498"/>
                  </a:lnTo>
                  <a:lnTo>
                    <a:pt x="478530" y="397482"/>
                  </a:lnTo>
                  <a:lnTo>
                    <a:pt x="479115" y="398021"/>
                  </a:lnTo>
                  <a:lnTo>
                    <a:pt x="479127" y="398530"/>
                  </a:lnTo>
                  <a:lnTo>
                    <a:pt x="479787" y="398995"/>
                  </a:lnTo>
                  <a:lnTo>
                    <a:pt x="480025" y="399900"/>
                  </a:lnTo>
                  <a:lnTo>
                    <a:pt x="480499" y="400038"/>
                  </a:lnTo>
                  <a:lnTo>
                    <a:pt x="481292" y="401158"/>
                  </a:lnTo>
                  <a:lnTo>
                    <a:pt x="481215" y="402047"/>
                  </a:lnTo>
                  <a:lnTo>
                    <a:pt x="480111" y="404730"/>
                  </a:lnTo>
                  <a:lnTo>
                    <a:pt x="479853" y="409290"/>
                  </a:lnTo>
                  <a:lnTo>
                    <a:pt x="480118" y="411632"/>
                  </a:lnTo>
                  <a:lnTo>
                    <a:pt x="479494" y="413858"/>
                  </a:lnTo>
                  <a:lnTo>
                    <a:pt x="478970" y="413709"/>
                  </a:lnTo>
                  <a:lnTo>
                    <a:pt x="478491" y="414002"/>
                  </a:lnTo>
                  <a:lnTo>
                    <a:pt x="477145" y="413701"/>
                  </a:lnTo>
                  <a:lnTo>
                    <a:pt x="475220" y="412892"/>
                  </a:lnTo>
                  <a:lnTo>
                    <a:pt x="473408" y="411587"/>
                  </a:lnTo>
                  <a:lnTo>
                    <a:pt x="471627" y="410691"/>
                  </a:lnTo>
                  <a:lnTo>
                    <a:pt x="471034" y="410867"/>
                  </a:lnTo>
                  <a:lnTo>
                    <a:pt x="470859" y="411653"/>
                  </a:lnTo>
                  <a:lnTo>
                    <a:pt x="471088" y="412343"/>
                  </a:lnTo>
                  <a:lnTo>
                    <a:pt x="470760" y="413016"/>
                  </a:lnTo>
                  <a:lnTo>
                    <a:pt x="470193" y="413762"/>
                  </a:lnTo>
                  <a:lnTo>
                    <a:pt x="469010" y="414661"/>
                  </a:lnTo>
                  <a:lnTo>
                    <a:pt x="467967" y="416607"/>
                  </a:lnTo>
                  <a:lnTo>
                    <a:pt x="466728" y="417466"/>
                  </a:lnTo>
                  <a:lnTo>
                    <a:pt x="466542" y="417958"/>
                  </a:lnTo>
                  <a:lnTo>
                    <a:pt x="466564" y="419584"/>
                  </a:lnTo>
                  <a:lnTo>
                    <a:pt x="468319" y="424183"/>
                  </a:lnTo>
                  <a:lnTo>
                    <a:pt x="468518" y="424421"/>
                  </a:lnTo>
                  <a:lnTo>
                    <a:pt x="470381" y="424487"/>
                  </a:lnTo>
                  <a:lnTo>
                    <a:pt x="471991" y="424906"/>
                  </a:lnTo>
                  <a:lnTo>
                    <a:pt x="472310" y="425447"/>
                  </a:lnTo>
                  <a:lnTo>
                    <a:pt x="472552" y="427060"/>
                  </a:lnTo>
                  <a:lnTo>
                    <a:pt x="472973" y="427678"/>
                  </a:lnTo>
                  <a:lnTo>
                    <a:pt x="473014" y="428271"/>
                  </a:lnTo>
                  <a:lnTo>
                    <a:pt x="474147" y="428612"/>
                  </a:lnTo>
                  <a:lnTo>
                    <a:pt x="474873" y="430156"/>
                  </a:lnTo>
                  <a:lnTo>
                    <a:pt x="474818" y="430745"/>
                  </a:lnTo>
                  <a:lnTo>
                    <a:pt x="474386" y="431148"/>
                  </a:lnTo>
                  <a:lnTo>
                    <a:pt x="472258" y="431390"/>
                  </a:lnTo>
                  <a:lnTo>
                    <a:pt x="471924" y="433147"/>
                  </a:lnTo>
                  <a:lnTo>
                    <a:pt x="470795" y="436571"/>
                  </a:lnTo>
                  <a:lnTo>
                    <a:pt x="470768" y="439315"/>
                  </a:lnTo>
                  <a:lnTo>
                    <a:pt x="470337" y="439461"/>
                  </a:lnTo>
                  <a:lnTo>
                    <a:pt x="469749" y="439322"/>
                  </a:lnTo>
                  <a:lnTo>
                    <a:pt x="469212" y="439574"/>
                  </a:lnTo>
                  <a:lnTo>
                    <a:pt x="467498" y="438321"/>
                  </a:lnTo>
                  <a:lnTo>
                    <a:pt x="466151" y="438199"/>
                  </a:lnTo>
                  <a:lnTo>
                    <a:pt x="465847" y="437830"/>
                  </a:lnTo>
                  <a:lnTo>
                    <a:pt x="465681" y="438166"/>
                  </a:lnTo>
                  <a:lnTo>
                    <a:pt x="462652" y="437169"/>
                  </a:lnTo>
                  <a:lnTo>
                    <a:pt x="460634" y="435837"/>
                  </a:lnTo>
                  <a:lnTo>
                    <a:pt x="457682" y="434305"/>
                  </a:lnTo>
                  <a:lnTo>
                    <a:pt x="454091" y="430978"/>
                  </a:lnTo>
                  <a:lnTo>
                    <a:pt x="453682" y="430277"/>
                  </a:lnTo>
                  <a:lnTo>
                    <a:pt x="453923" y="429771"/>
                  </a:lnTo>
                  <a:lnTo>
                    <a:pt x="453598" y="429856"/>
                  </a:lnTo>
                  <a:lnTo>
                    <a:pt x="452100" y="429417"/>
                  </a:lnTo>
                  <a:lnTo>
                    <a:pt x="451350" y="429947"/>
                  </a:lnTo>
                  <a:lnTo>
                    <a:pt x="450032" y="429177"/>
                  </a:lnTo>
                  <a:lnTo>
                    <a:pt x="448972" y="429136"/>
                  </a:lnTo>
                  <a:lnTo>
                    <a:pt x="448798" y="428762"/>
                  </a:lnTo>
                  <a:lnTo>
                    <a:pt x="449072" y="428320"/>
                  </a:lnTo>
                  <a:lnTo>
                    <a:pt x="448975" y="427994"/>
                  </a:lnTo>
                  <a:lnTo>
                    <a:pt x="448513" y="427545"/>
                  </a:lnTo>
                  <a:lnTo>
                    <a:pt x="448260" y="426825"/>
                  </a:lnTo>
                  <a:lnTo>
                    <a:pt x="447725" y="426783"/>
                  </a:lnTo>
                  <a:lnTo>
                    <a:pt x="446793" y="427583"/>
                  </a:lnTo>
                  <a:lnTo>
                    <a:pt x="446626" y="428418"/>
                  </a:lnTo>
                  <a:lnTo>
                    <a:pt x="446989" y="428823"/>
                  </a:lnTo>
                  <a:lnTo>
                    <a:pt x="446839" y="429070"/>
                  </a:lnTo>
                  <a:lnTo>
                    <a:pt x="443901" y="430783"/>
                  </a:lnTo>
                  <a:lnTo>
                    <a:pt x="443140" y="430913"/>
                  </a:lnTo>
                  <a:lnTo>
                    <a:pt x="426976" y="434262"/>
                  </a:lnTo>
                  <a:lnTo>
                    <a:pt x="430640" y="438175"/>
                  </a:lnTo>
                  <a:lnTo>
                    <a:pt x="432905" y="441438"/>
                  </a:lnTo>
                  <a:lnTo>
                    <a:pt x="436223" y="444858"/>
                  </a:lnTo>
                  <a:lnTo>
                    <a:pt x="436621" y="445819"/>
                  </a:lnTo>
                  <a:lnTo>
                    <a:pt x="437505" y="446183"/>
                  </a:lnTo>
                  <a:lnTo>
                    <a:pt x="438903" y="447573"/>
                  </a:lnTo>
                  <a:lnTo>
                    <a:pt x="440914" y="447590"/>
                  </a:lnTo>
                  <a:lnTo>
                    <a:pt x="441978" y="448214"/>
                  </a:lnTo>
                  <a:lnTo>
                    <a:pt x="442269" y="448141"/>
                  </a:lnTo>
                  <a:lnTo>
                    <a:pt x="442677" y="448763"/>
                  </a:lnTo>
                  <a:lnTo>
                    <a:pt x="442233" y="449906"/>
                  </a:lnTo>
                  <a:lnTo>
                    <a:pt x="442380" y="450248"/>
                  </a:lnTo>
                  <a:lnTo>
                    <a:pt x="443353" y="450182"/>
                  </a:lnTo>
                  <a:lnTo>
                    <a:pt x="443577" y="450466"/>
                  </a:lnTo>
                  <a:lnTo>
                    <a:pt x="446242" y="450155"/>
                  </a:lnTo>
                  <a:lnTo>
                    <a:pt x="446437" y="451416"/>
                  </a:lnTo>
                  <a:lnTo>
                    <a:pt x="446909" y="451366"/>
                  </a:lnTo>
                  <a:lnTo>
                    <a:pt x="446773" y="460316"/>
                  </a:lnTo>
                  <a:lnTo>
                    <a:pt x="447321" y="460418"/>
                  </a:lnTo>
                  <a:lnTo>
                    <a:pt x="447478" y="467541"/>
                  </a:lnTo>
                  <a:lnTo>
                    <a:pt x="455073" y="466565"/>
                  </a:lnTo>
                  <a:lnTo>
                    <a:pt x="458139" y="466839"/>
                  </a:lnTo>
                  <a:lnTo>
                    <a:pt x="461485" y="466609"/>
                  </a:lnTo>
                  <a:lnTo>
                    <a:pt x="461585" y="472883"/>
                  </a:lnTo>
                  <a:lnTo>
                    <a:pt x="461756" y="472714"/>
                  </a:lnTo>
                  <a:lnTo>
                    <a:pt x="464170" y="472555"/>
                  </a:lnTo>
                  <a:lnTo>
                    <a:pt x="466200" y="472717"/>
                  </a:lnTo>
                  <a:lnTo>
                    <a:pt x="467465" y="473480"/>
                  </a:lnTo>
                  <a:lnTo>
                    <a:pt x="468256" y="472341"/>
                  </a:lnTo>
                  <a:lnTo>
                    <a:pt x="469645" y="471894"/>
                  </a:lnTo>
                  <a:lnTo>
                    <a:pt x="472815" y="472167"/>
                  </a:lnTo>
                  <a:lnTo>
                    <a:pt x="474392" y="472779"/>
                  </a:lnTo>
                  <a:lnTo>
                    <a:pt x="475048" y="468118"/>
                  </a:lnTo>
                  <a:lnTo>
                    <a:pt x="476467" y="468068"/>
                  </a:lnTo>
                  <a:lnTo>
                    <a:pt x="476661" y="468731"/>
                  </a:lnTo>
                  <a:lnTo>
                    <a:pt x="477117" y="468866"/>
                  </a:lnTo>
                  <a:lnTo>
                    <a:pt x="477287" y="469377"/>
                  </a:lnTo>
                  <a:lnTo>
                    <a:pt x="477760" y="469606"/>
                  </a:lnTo>
                  <a:lnTo>
                    <a:pt x="478100" y="470976"/>
                  </a:lnTo>
                  <a:lnTo>
                    <a:pt x="479410" y="472151"/>
                  </a:lnTo>
                  <a:lnTo>
                    <a:pt x="479425" y="473030"/>
                  </a:lnTo>
                  <a:lnTo>
                    <a:pt x="479806" y="473697"/>
                  </a:lnTo>
                  <a:lnTo>
                    <a:pt x="480203" y="473645"/>
                  </a:lnTo>
                  <a:lnTo>
                    <a:pt x="481209" y="474094"/>
                  </a:lnTo>
                  <a:lnTo>
                    <a:pt x="481460" y="474918"/>
                  </a:lnTo>
                  <a:lnTo>
                    <a:pt x="482448" y="475731"/>
                  </a:lnTo>
                  <a:lnTo>
                    <a:pt x="483739" y="475210"/>
                  </a:lnTo>
                  <a:lnTo>
                    <a:pt x="484385" y="475517"/>
                  </a:lnTo>
                  <a:lnTo>
                    <a:pt x="484729" y="475853"/>
                  </a:lnTo>
                  <a:lnTo>
                    <a:pt x="484900" y="476576"/>
                  </a:lnTo>
                  <a:lnTo>
                    <a:pt x="485545" y="477173"/>
                  </a:lnTo>
                  <a:lnTo>
                    <a:pt x="486581" y="477196"/>
                  </a:lnTo>
                  <a:lnTo>
                    <a:pt x="486881" y="477792"/>
                  </a:lnTo>
                  <a:lnTo>
                    <a:pt x="486379" y="478296"/>
                  </a:lnTo>
                  <a:lnTo>
                    <a:pt x="485663" y="478472"/>
                  </a:lnTo>
                  <a:lnTo>
                    <a:pt x="478931" y="478892"/>
                  </a:lnTo>
                  <a:lnTo>
                    <a:pt x="476880" y="477248"/>
                  </a:lnTo>
                  <a:lnTo>
                    <a:pt x="476979" y="476684"/>
                  </a:lnTo>
                  <a:lnTo>
                    <a:pt x="474179" y="476502"/>
                  </a:lnTo>
                  <a:lnTo>
                    <a:pt x="473777" y="484803"/>
                  </a:lnTo>
                  <a:lnTo>
                    <a:pt x="476811" y="486040"/>
                  </a:lnTo>
                  <a:lnTo>
                    <a:pt x="477883" y="487012"/>
                  </a:lnTo>
                  <a:lnTo>
                    <a:pt x="477801" y="487976"/>
                  </a:lnTo>
                  <a:lnTo>
                    <a:pt x="478851" y="490402"/>
                  </a:lnTo>
                  <a:lnTo>
                    <a:pt x="479686" y="493243"/>
                  </a:lnTo>
                  <a:lnTo>
                    <a:pt x="480567" y="493586"/>
                  </a:lnTo>
                  <a:lnTo>
                    <a:pt x="482861" y="493200"/>
                  </a:lnTo>
                  <a:lnTo>
                    <a:pt x="484189" y="493557"/>
                  </a:lnTo>
                  <a:lnTo>
                    <a:pt x="486552" y="492325"/>
                  </a:lnTo>
                  <a:lnTo>
                    <a:pt x="488622" y="492065"/>
                  </a:lnTo>
                  <a:lnTo>
                    <a:pt x="490216" y="492637"/>
                  </a:lnTo>
                  <a:lnTo>
                    <a:pt x="491384" y="493617"/>
                  </a:lnTo>
                  <a:lnTo>
                    <a:pt x="492149" y="495420"/>
                  </a:lnTo>
                  <a:lnTo>
                    <a:pt x="491944" y="496650"/>
                  </a:lnTo>
                  <a:lnTo>
                    <a:pt x="492746" y="497819"/>
                  </a:lnTo>
                  <a:lnTo>
                    <a:pt x="492943" y="499085"/>
                  </a:lnTo>
                  <a:lnTo>
                    <a:pt x="493361" y="499294"/>
                  </a:lnTo>
                  <a:lnTo>
                    <a:pt x="493025" y="499624"/>
                  </a:lnTo>
                  <a:lnTo>
                    <a:pt x="492295" y="499665"/>
                  </a:lnTo>
                  <a:lnTo>
                    <a:pt x="491718" y="500013"/>
                  </a:lnTo>
                  <a:lnTo>
                    <a:pt x="487943" y="500274"/>
                  </a:lnTo>
                  <a:lnTo>
                    <a:pt x="485517" y="500850"/>
                  </a:lnTo>
                  <a:lnTo>
                    <a:pt x="482481" y="500693"/>
                  </a:lnTo>
                  <a:lnTo>
                    <a:pt x="482568" y="501483"/>
                  </a:lnTo>
                  <a:lnTo>
                    <a:pt x="482867" y="501478"/>
                  </a:lnTo>
                  <a:lnTo>
                    <a:pt x="483588" y="502035"/>
                  </a:lnTo>
                  <a:lnTo>
                    <a:pt x="484475" y="503343"/>
                  </a:lnTo>
                  <a:lnTo>
                    <a:pt x="484977" y="504920"/>
                  </a:lnTo>
                  <a:lnTo>
                    <a:pt x="486398" y="506633"/>
                  </a:lnTo>
                  <a:lnTo>
                    <a:pt x="482412" y="505899"/>
                  </a:lnTo>
                  <a:lnTo>
                    <a:pt x="477390" y="504121"/>
                  </a:lnTo>
                  <a:lnTo>
                    <a:pt x="474991" y="503822"/>
                  </a:lnTo>
                  <a:lnTo>
                    <a:pt x="472968" y="503847"/>
                  </a:lnTo>
                  <a:lnTo>
                    <a:pt x="470961" y="504159"/>
                  </a:lnTo>
                  <a:lnTo>
                    <a:pt x="468933" y="504840"/>
                  </a:lnTo>
                  <a:lnTo>
                    <a:pt x="460639" y="508583"/>
                  </a:lnTo>
                  <a:lnTo>
                    <a:pt x="457305" y="510393"/>
                  </a:lnTo>
                  <a:lnTo>
                    <a:pt x="455555" y="510899"/>
                  </a:lnTo>
                  <a:lnTo>
                    <a:pt x="451969" y="510995"/>
                  </a:lnTo>
                  <a:lnTo>
                    <a:pt x="447788" y="509941"/>
                  </a:lnTo>
                  <a:lnTo>
                    <a:pt x="445596" y="509406"/>
                  </a:lnTo>
                  <a:lnTo>
                    <a:pt x="443126" y="509277"/>
                  </a:lnTo>
                  <a:lnTo>
                    <a:pt x="436026" y="508014"/>
                  </a:lnTo>
                  <a:lnTo>
                    <a:pt x="433436" y="507784"/>
                  </a:lnTo>
                  <a:lnTo>
                    <a:pt x="428311" y="507951"/>
                  </a:lnTo>
                  <a:lnTo>
                    <a:pt x="424495" y="507185"/>
                  </a:lnTo>
                  <a:lnTo>
                    <a:pt x="421994" y="506016"/>
                  </a:lnTo>
                  <a:lnTo>
                    <a:pt x="415703" y="501420"/>
                  </a:lnTo>
                  <a:lnTo>
                    <a:pt x="411040" y="498544"/>
                  </a:lnTo>
                  <a:lnTo>
                    <a:pt x="406918" y="496540"/>
                  </a:lnTo>
                  <a:lnTo>
                    <a:pt x="403693" y="495425"/>
                  </a:lnTo>
                  <a:lnTo>
                    <a:pt x="400235" y="494933"/>
                  </a:lnTo>
                  <a:lnTo>
                    <a:pt x="396078" y="495189"/>
                  </a:lnTo>
                  <a:lnTo>
                    <a:pt x="390778" y="496180"/>
                  </a:lnTo>
                  <a:lnTo>
                    <a:pt x="381617" y="496362"/>
                  </a:lnTo>
                  <a:lnTo>
                    <a:pt x="374142" y="497678"/>
                  </a:lnTo>
                  <a:lnTo>
                    <a:pt x="373982" y="498812"/>
                  </a:lnTo>
                  <a:lnTo>
                    <a:pt x="375564" y="502640"/>
                  </a:lnTo>
                  <a:lnTo>
                    <a:pt x="376546" y="504505"/>
                  </a:lnTo>
                  <a:lnTo>
                    <a:pt x="378266" y="506054"/>
                  </a:lnTo>
                  <a:lnTo>
                    <a:pt x="378935" y="507563"/>
                  </a:lnTo>
                  <a:lnTo>
                    <a:pt x="378900" y="509038"/>
                  </a:lnTo>
                  <a:lnTo>
                    <a:pt x="379337" y="511465"/>
                  </a:lnTo>
                  <a:lnTo>
                    <a:pt x="379307" y="514422"/>
                  </a:lnTo>
                  <a:lnTo>
                    <a:pt x="379123" y="518158"/>
                  </a:lnTo>
                  <a:lnTo>
                    <a:pt x="378807" y="519244"/>
                  </a:lnTo>
                  <a:lnTo>
                    <a:pt x="377780" y="520748"/>
                  </a:lnTo>
                  <a:lnTo>
                    <a:pt x="375347" y="520558"/>
                  </a:lnTo>
                  <a:lnTo>
                    <a:pt x="374211" y="519692"/>
                  </a:lnTo>
                  <a:lnTo>
                    <a:pt x="374090" y="519938"/>
                  </a:lnTo>
                  <a:lnTo>
                    <a:pt x="373320" y="520248"/>
                  </a:lnTo>
                  <a:lnTo>
                    <a:pt x="372354" y="520035"/>
                  </a:lnTo>
                  <a:lnTo>
                    <a:pt x="371816" y="520141"/>
                  </a:lnTo>
                  <a:lnTo>
                    <a:pt x="371618" y="520370"/>
                  </a:lnTo>
                  <a:lnTo>
                    <a:pt x="371667" y="520994"/>
                  </a:lnTo>
                  <a:lnTo>
                    <a:pt x="368894" y="521737"/>
                  </a:lnTo>
                  <a:lnTo>
                    <a:pt x="367556" y="522644"/>
                  </a:lnTo>
                  <a:lnTo>
                    <a:pt x="366837" y="520880"/>
                  </a:lnTo>
                  <a:lnTo>
                    <a:pt x="365651" y="519859"/>
                  </a:lnTo>
                  <a:lnTo>
                    <a:pt x="365222" y="519132"/>
                  </a:lnTo>
                  <a:lnTo>
                    <a:pt x="362513" y="520808"/>
                  </a:lnTo>
                  <a:lnTo>
                    <a:pt x="360364" y="522703"/>
                  </a:lnTo>
                  <a:lnTo>
                    <a:pt x="359720" y="523991"/>
                  </a:lnTo>
                  <a:lnTo>
                    <a:pt x="357741" y="526200"/>
                  </a:lnTo>
                  <a:lnTo>
                    <a:pt x="357600" y="528414"/>
                  </a:lnTo>
                  <a:lnTo>
                    <a:pt x="357792" y="529225"/>
                  </a:lnTo>
                  <a:lnTo>
                    <a:pt x="357537" y="529923"/>
                  </a:lnTo>
                  <a:lnTo>
                    <a:pt x="356827" y="530315"/>
                  </a:lnTo>
                  <a:lnTo>
                    <a:pt x="355692" y="531864"/>
                  </a:lnTo>
                  <a:lnTo>
                    <a:pt x="355638" y="532250"/>
                  </a:lnTo>
                  <a:lnTo>
                    <a:pt x="356558" y="534224"/>
                  </a:lnTo>
                  <a:lnTo>
                    <a:pt x="356381" y="535096"/>
                  </a:lnTo>
                  <a:lnTo>
                    <a:pt x="356861" y="536389"/>
                  </a:lnTo>
                  <a:lnTo>
                    <a:pt x="357388" y="537073"/>
                  </a:lnTo>
                  <a:lnTo>
                    <a:pt x="356405" y="536747"/>
                  </a:lnTo>
                  <a:lnTo>
                    <a:pt x="355109" y="537247"/>
                  </a:lnTo>
                  <a:lnTo>
                    <a:pt x="354145" y="538040"/>
                  </a:lnTo>
                  <a:lnTo>
                    <a:pt x="353278" y="538213"/>
                  </a:lnTo>
                  <a:lnTo>
                    <a:pt x="353516" y="539143"/>
                  </a:lnTo>
                  <a:lnTo>
                    <a:pt x="351282" y="538862"/>
                  </a:lnTo>
                  <a:lnTo>
                    <a:pt x="348031" y="539880"/>
                  </a:lnTo>
                  <a:lnTo>
                    <a:pt x="345878" y="540126"/>
                  </a:lnTo>
                  <a:lnTo>
                    <a:pt x="345449" y="539129"/>
                  </a:lnTo>
                  <a:lnTo>
                    <a:pt x="344504" y="538349"/>
                  </a:lnTo>
                  <a:lnTo>
                    <a:pt x="343914" y="538636"/>
                  </a:lnTo>
                  <a:lnTo>
                    <a:pt x="343480" y="539616"/>
                  </a:lnTo>
                  <a:lnTo>
                    <a:pt x="342497" y="539820"/>
                  </a:lnTo>
                  <a:lnTo>
                    <a:pt x="341454" y="538930"/>
                  </a:lnTo>
                  <a:lnTo>
                    <a:pt x="339537" y="538098"/>
                  </a:lnTo>
                  <a:lnTo>
                    <a:pt x="338141" y="536292"/>
                  </a:lnTo>
                  <a:lnTo>
                    <a:pt x="338065" y="536424"/>
                  </a:lnTo>
                  <a:lnTo>
                    <a:pt x="337263" y="535827"/>
                  </a:lnTo>
                  <a:lnTo>
                    <a:pt x="336542" y="536262"/>
                  </a:lnTo>
                  <a:lnTo>
                    <a:pt x="335643" y="536216"/>
                  </a:lnTo>
                  <a:lnTo>
                    <a:pt x="335325" y="535904"/>
                  </a:lnTo>
                  <a:lnTo>
                    <a:pt x="335039" y="534316"/>
                  </a:lnTo>
                  <a:lnTo>
                    <a:pt x="333347" y="534958"/>
                  </a:lnTo>
                  <a:lnTo>
                    <a:pt x="333667" y="535417"/>
                  </a:lnTo>
                  <a:lnTo>
                    <a:pt x="333143" y="536493"/>
                  </a:lnTo>
                  <a:lnTo>
                    <a:pt x="332597" y="535857"/>
                  </a:lnTo>
                  <a:lnTo>
                    <a:pt x="332253" y="536547"/>
                  </a:lnTo>
                  <a:lnTo>
                    <a:pt x="331575" y="535399"/>
                  </a:lnTo>
                  <a:lnTo>
                    <a:pt x="331086" y="535076"/>
                  </a:lnTo>
                  <a:lnTo>
                    <a:pt x="330161" y="535454"/>
                  </a:lnTo>
                  <a:lnTo>
                    <a:pt x="326560" y="538184"/>
                  </a:lnTo>
                  <a:lnTo>
                    <a:pt x="325766" y="537146"/>
                  </a:lnTo>
                  <a:lnTo>
                    <a:pt x="325542" y="536307"/>
                  </a:lnTo>
                  <a:lnTo>
                    <a:pt x="325762" y="535994"/>
                  </a:lnTo>
                  <a:lnTo>
                    <a:pt x="325592" y="535276"/>
                  </a:lnTo>
                  <a:lnTo>
                    <a:pt x="325114" y="534986"/>
                  </a:lnTo>
                  <a:lnTo>
                    <a:pt x="324877" y="533924"/>
                  </a:lnTo>
                  <a:lnTo>
                    <a:pt x="325790" y="533404"/>
                  </a:lnTo>
                  <a:lnTo>
                    <a:pt x="325209" y="532536"/>
                  </a:lnTo>
                  <a:lnTo>
                    <a:pt x="326639" y="531350"/>
                  </a:lnTo>
                  <a:lnTo>
                    <a:pt x="326499" y="530333"/>
                  </a:lnTo>
                  <a:lnTo>
                    <a:pt x="325968" y="529467"/>
                  </a:lnTo>
                  <a:lnTo>
                    <a:pt x="326489" y="528736"/>
                  </a:lnTo>
                  <a:lnTo>
                    <a:pt x="327424" y="529112"/>
                  </a:lnTo>
                  <a:lnTo>
                    <a:pt x="327756" y="529693"/>
                  </a:lnTo>
                  <a:lnTo>
                    <a:pt x="329751" y="527722"/>
                  </a:lnTo>
                  <a:lnTo>
                    <a:pt x="327856" y="526928"/>
                  </a:lnTo>
                  <a:lnTo>
                    <a:pt x="324775" y="527091"/>
                  </a:lnTo>
                  <a:lnTo>
                    <a:pt x="323786" y="526524"/>
                  </a:lnTo>
                  <a:lnTo>
                    <a:pt x="322460" y="524917"/>
                  </a:lnTo>
                  <a:lnTo>
                    <a:pt x="320502" y="524221"/>
                  </a:lnTo>
                  <a:lnTo>
                    <a:pt x="318650" y="524139"/>
                  </a:lnTo>
                  <a:lnTo>
                    <a:pt x="316990" y="523780"/>
                  </a:lnTo>
                  <a:lnTo>
                    <a:pt x="314792" y="524534"/>
                  </a:lnTo>
                  <a:lnTo>
                    <a:pt x="313757" y="526205"/>
                  </a:lnTo>
                  <a:lnTo>
                    <a:pt x="312896" y="526835"/>
                  </a:lnTo>
                  <a:lnTo>
                    <a:pt x="311681" y="528263"/>
                  </a:lnTo>
                  <a:lnTo>
                    <a:pt x="311553" y="528926"/>
                  </a:lnTo>
                  <a:lnTo>
                    <a:pt x="310724" y="530377"/>
                  </a:lnTo>
                  <a:lnTo>
                    <a:pt x="310104" y="530772"/>
                  </a:lnTo>
                  <a:lnTo>
                    <a:pt x="309476" y="530832"/>
                  </a:lnTo>
                  <a:lnTo>
                    <a:pt x="310027" y="531374"/>
                  </a:lnTo>
                  <a:lnTo>
                    <a:pt x="310413" y="533681"/>
                  </a:lnTo>
                  <a:lnTo>
                    <a:pt x="310093" y="534972"/>
                  </a:lnTo>
                  <a:lnTo>
                    <a:pt x="309724" y="535274"/>
                  </a:lnTo>
                  <a:lnTo>
                    <a:pt x="308881" y="535356"/>
                  </a:lnTo>
                  <a:lnTo>
                    <a:pt x="307882" y="534840"/>
                  </a:lnTo>
                  <a:lnTo>
                    <a:pt x="306947" y="534771"/>
                  </a:lnTo>
                  <a:lnTo>
                    <a:pt x="306699" y="534248"/>
                  </a:lnTo>
                  <a:lnTo>
                    <a:pt x="306124" y="533806"/>
                  </a:lnTo>
                  <a:lnTo>
                    <a:pt x="305632" y="533847"/>
                  </a:lnTo>
                  <a:lnTo>
                    <a:pt x="304890" y="534119"/>
                  </a:lnTo>
                  <a:lnTo>
                    <a:pt x="304903" y="535102"/>
                  </a:lnTo>
                  <a:lnTo>
                    <a:pt x="303436" y="535574"/>
                  </a:lnTo>
                  <a:lnTo>
                    <a:pt x="301369" y="537635"/>
                  </a:lnTo>
                  <a:lnTo>
                    <a:pt x="300345" y="537111"/>
                  </a:lnTo>
                  <a:lnTo>
                    <a:pt x="300788" y="536645"/>
                  </a:lnTo>
                  <a:lnTo>
                    <a:pt x="297856" y="535542"/>
                  </a:lnTo>
                  <a:lnTo>
                    <a:pt x="295954" y="535968"/>
                  </a:lnTo>
                  <a:lnTo>
                    <a:pt x="295903" y="536429"/>
                  </a:lnTo>
                  <a:lnTo>
                    <a:pt x="296771" y="539395"/>
                  </a:lnTo>
                  <a:lnTo>
                    <a:pt x="296132" y="539275"/>
                  </a:lnTo>
                  <a:lnTo>
                    <a:pt x="295753" y="539510"/>
                  </a:lnTo>
                  <a:lnTo>
                    <a:pt x="294229" y="539672"/>
                  </a:lnTo>
                  <a:lnTo>
                    <a:pt x="293056" y="538624"/>
                  </a:lnTo>
                  <a:lnTo>
                    <a:pt x="291546" y="540993"/>
                  </a:lnTo>
                  <a:lnTo>
                    <a:pt x="290670" y="540277"/>
                  </a:lnTo>
                  <a:lnTo>
                    <a:pt x="288102" y="539670"/>
                  </a:lnTo>
                  <a:lnTo>
                    <a:pt x="287482" y="541246"/>
                  </a:lnTo>
                  <a:lnTo>
                    <a:pt x="286922" y="540773"/>
                  </a:lnTo>
                  <a:lnTo>
                    <a:pt x="285919" y="540695"/>
                  </a:lnTo>
                  <a:lnTo>
                    <a:pt x="286158" y="541448"/>
                  </a:lnTo>
                  <a:lnTo>
                    <a:pt x="286119" y="543650"/>
                  </a:lnTo>
                  <a:lnTo>
                    <a:pt x="285953" y="544502"/>
                  </a:lnTo>
                  <a:lnTo>
                    <a:pt x="285477" y="545073"/>
                  </a:lnTo>
                  <a:lnTo>
                    <a:pt x="285416" y="546345"/>
                  </a:lnTo>
                  <a:lnTo>
                    <a:pt x="285612" y="547157"/>
                  </a:lnTo>
                  <a:lnTo>
                    <a:pt x="285353" y="548610"/>
                  </a:lnTo>
                  <a:lnTo>
                    <a:pt x="282541" y="547994"/>
                  </a:lnTo>
                  <a:lnTo>
                    <a:pt x="280709" y="548842"/>
                  </a:lnTo>
                  <a:lnTo>
                    <a:pt x="280072" y="549379"/>
                  </a:lnTo>
                  <a:lnTo>
                    <a:pt x="279889" y="549932"/>
                  </a:lnTo>
                  <a:lnTo>
                    <a:pt x="279670" y="549849"/>
                  </a:lnTo>
                  <a:lnTo>
                    <a:pt x="279128" y="550501"/>
                  </a:lnTo>
                  <a:lnTo>
                    <a:pt x="277297" y="551694"/>
                  </a:lnTo>
                  <a:lnTo>
                    <a:pt x="277186" y="552733"/>
                  </a:lnTo>
                  <a:lnTo>
                    <a:pt x="276752" y="553870"/>
                  </a:lnTo>
                  <a:lnTo>
                    <a:pt x="276592" y="555586"/>
                  </a:lnTo>
                  <a:lnTo>
                    <a:pt x="275227" y="555807"/>
                  </a:lnTo>
                  <a:lnTo>
                    <a:pt x="271648" y="554148"/>
                  </a:lnTo>
                  <a:lnTo>
                    <a:pt x="271705" y="553935"/>
                  </a:lnTo>
                  <a:lnTo>
                    <a:pt x="270621" y="553782"/>
                  </a:lnTo>
                  <a:lnTo>
                    <a:pt x="270010" y="553454"/>
                  </a:lnTo>
                  <a:lnTo>
                    <a:pt x="269865" y="553740"/>
                  </a:lnTo>
                  <a:lnTo>
                    <a:pt x="270431" y="554004"/>
                  </a:lnTo>
                  <a:lnTo>
                    <a:pt x="269864" y="555641"/>
                  </a:lnTo>
                  <a:lnTo>
                    <a:pt x="269137" y="555168"/>
                  </a:lnTo>
                  <a:lnTo>
                    <a:pt x="268833" y="554650"/>
                  </a:lnTo>
                  <a:lnTo>
                    <a:pt x="267487" y="554205"/>
                  </a:lnTo>
                  <a:lnTo>
                    <a:pt x="267597" y="553474"/>
                  </a:lnTo>
                  <a:lnTo>
                    <a:pt x="265685" y="554483"/>
                  </a:lnTo>
                  <a:lnTo>
                    <a:pt x="265295" y="555289"/>
                  </a:lnTo>
                  <a:lnTo>
                    <a:pt x="264254" y="556356"/>
                  </a:lnTo>
                  <a:lnTo>
                    <a:pt x="263676" y="557908"/>
                  </a:lnTo>
                  <a:lnTo>
                    <a:pt x="263572" y="558871"/>
                  </a:lnTo>
                  <a:lnTo>
                    <a:pt x="263076" y="558339"/>
                  </a:lnTo>
                  <a:lnTo>
                    <a:pt x="262920" y="557708"/>
                  </a:lnTo>
                  <a:lnTo>
                    <a:pt x="262506" y="557490"/>
                  </a:lnTo>
                  <a:lnTo>
                    <a:pt x="259728" y="558942"/>
                  </a:lnTo>
                  <a:lnTo>
                    <a:pt x="260334" y="560534"/>
                  </a:lnTo>
                  <a:lnTo>
                    <a:pt x="262153" y="561388"/>
                  </a:lnTo>
                  <a:lnTo>
                    <a:pt x="263257" y="562665"/>
                  </a:lnTo>
                  <a:lnTo>
                    <a:pt x="262291" y="564028"/>
                  </a:lnTo>
                  <a:lnTo>
                    <a:pt x="262495" y="566096"/>
                  </a:lnTo>
                  <a:lnTo>
                    <a:pt x="262783" y="566312"/>
                  </a:lnTo>
                  <a:lnTo>
                    <a:pt x="263316" y="565834"/>
                  </a:lnTo>
                  <a:lnTo>
                    <a:pt x="264618" y="565786"/>
                  </a:lnTo>
                  <a:lnTo>
                    <a:pt x="264552" y="567064"/>
                  </a:lnTo>
                  <a:lnTo>
                    <a:pt x="264889" y="570186"/>
                  </a:lnTo>
                  <a:lnTo>
                    <a:pt x="265643" y="574776"/>
                  </a:lnTo>
                  <a:lnTo>
                    <a:pt x="265464" y="575359"/>
                  </a:lnTo>
                  <a:lnTo>
                    <a:pt x="266385" y="576250"/>
                  </a:lnTo>
                  <a:lnTo>
                    <a:pt x="267348" y="578551"/>
                  </a:lnTo>
                  <a:lnTo>
                    <a:pt x="267590" y="578566"/>
                  </a:lnTo>
                  <a:lnTo>
                    <a:pt x="267865" y="579325"/>
                  </a:lnTo>
                  <a:lnTo>
                    <a:pt x="267682" y="579561"/>
                  </a:lnTo>
                  <a:lnTo>
                    <a:pt x="267908" y="579772"/>
                  </a:lnTo>
                  <a:lnTo>
                    <a:pt x="267643" y="580174"/>
                  </a:lnTo>
                  <a:lnTo>
                    <a:pt x="268030" y="580305"/>
                  </a:lnTo>
                  <a:lnTo>
                    <a:pt x="268607" y="581118"/>
                  </a:lnTo>
                  <a:lnTo>
                    <a:pt x="269089" y="581170"/>
                  </a:lnTo>
                  <a:lnTo>
                    <a:pt x="269201" y="581860"/>
                  </a:lnTo>
                  <a:lnTo>
                    <a:pt x="269034" y="582095"/>
                  </a:lnTo>
                  <a:lnTo>
                    <a:pt x="269333" y="582387"/>
                  </a:lnTo>
                  <a:lnTo>
                    <a:pt x="269367" y="583028"/>
                  </a:lnTo>
                  <a:lnTo>
                    <a:pt x="270140" y="583649"/>
                  </a:lnTo>
                  <a:lnTo>
                    <a:pt x="270088" y="583855"/>
                  </a:lnTo>
                  <a:lnTo>
                    <a:pt x="270647" y="584478"/>
                  </a:lnTo>
                  <a:lnTo>
                    <a:pt x="270701" y="585285"/>
                  </a:lnTo>
                  <a:lnTo>
                    <a:pt x="270453" y="585811"/>
                  </a:lnTo>
                  <a:lnTo>
                    <a:pt x="270806" y="585945"/>
                  </a:lnTo>
                  <a:lnTo>
                    <a:pt x="270714" y="586895"/>
                  </a:lnTo>
                  <a:lnTo>
                    <a:pt x="271289" y="587074"/>
                  </a:lnTo>
                  <a:lnTo>
                    <a:pt x="270809" y="588372"/>
                  </a:lnTo>
                  <a:lnTo>
                    <a:pt x="270994" y="589018"/>
                  </a:lnTo>
                  <a:lnTo>
                    <a:pt x="270690" y="589283"/>
                  </a:lnTo>
                  <a:lnTo>
                    <a:pt x="270618" y="590772"/>
                  </a:lnTo>
                  <a:lnTo>
                    <a:pt x="270478" y="591185"/>
                  </a:lnTo>
                  <a:lnTo>
                    <a:pt x="270170" y="591191"/>
                  </a:lnTo>
                  <a:lnTo>
                    <a:pt x="269782" y="591624"/>
                  </a:lnTo>
                  <a:lnTo>
                    <a:pt x="269204" y="592984"/>
                  </a:lnTo>
                  <a:lnTo>
                    <a:pt x="264058" y="591465"/>
                  </a:lnTo>
                  <a:lnTo>
                    <a:pt x="263820" y="592175"/>
                  </a:lnTo>
                  <a:lnTo>
                    <a:pt x="263311" y="593821"/>
                  </a:lnTo>
                  <a:lnTo>
                    <a:pt x="262702" y="594639"/>
                  </a:lnTo>
                  <a:lnTo>
                    <a:pt x="260973" y="595774"/>
                  </a:lnTo>
                  <a:lnTo>
                    <a:pt x="261612" y="596123"/>
                  </a:lnTo>
                  <a:lnTo>
                    <a:pt x="261560" y="596373"/>
                  </a:lnTo>
                  <a:lnTo>
                    <a:pt x="261943" y="596637"/>
                  </a:lnTo>
                  <a:lnTo>
                    <a:pt x="261732" y="598143"/>
                  </a:lnTo>
                  <a:lnTo>
                    <a:pt x="262142" y="598933"/>
                  </a:lnTo>
                  <a:lnTo>
                    <a:pt x="261567" y="599273"/>
                  </a:lnTo>
                  <a:lnTo>
                    <a:pt x="261697" y="599764"/>
                  </a:lnTo>
                  <a:lnTo>
                    <a:pt x="262208" y="600030"/>
                  </a:lnTo>
                  <a:lnTo>
                    <a:pt x="262626" y="600802"/>
                  </a:lnTo>
                  <a:lnTo>
                    <a:pt x="263143" y="600781"/>
                  </a:lnTo>
                  <a:lnTo>
                    <a:pt x="263057" y="601513"/>
                  </a:lnTo>
                  <a:lnTo>
                    <a:pt x="264516" y="600881"/>
                  </a:lnTo>
                  <a:lnTo>
                    <a:pt x="264831" y="602056"/>
                  </a:lnTo>
                  <a:lnTo>
                    <a:pt x="264586" y="602176"/>
                  </a:lnTo>
                  <a:lnTo>
                    <a:pt x="264696" y="602357"/>
                  </a:lnTo>
                  <a:lnTo>
                    <a:pt x="265966" y="603036"/>
                  </a:lnTo>
                  <a:lnTo>
                    <a:pt x="266709" y="603110"/>
                  </a:lnTo>
                  <a:lnTo>
                    <a:pt x="266951" y="603616"/>
                  </a:lnTo>
                  <a:lnTo>
                    <a:pt x="269138" y="604782"/>
                  </a:lnTo>
                  <a:lnTo>
                    <a:pt x="268399" y="605620"/>
                  </a:lnTo>
                  <a:lnTo>
                    <a:pt x="267841" y="607651"/>
                  </a:lnTo>
                  <a:lnTo>
                    <a:pt x="267198" y="607447"/>
                  </a:lnTo>
                  <a:lnTo>
                    <a:pt x="266281" y="609037"/>
                  </a:lnTo>
                  <a:lnTo>
                    <a:pt x="266086" y="608966"/>
                  </a:lnTo>
                  <a:lnTo>
                    <a:pt x="265523" y="609638"/>
                  </a:lnTo>
                  <a:lnTo>
                    <a:pt x="265248" y="609531"/>
                  </a:lnTo>
                  <a:lnTo>
                    <a:pt x="264914" y="609851"/>
                  </a:lnTo>
                  <a:lnTo>
                    <a:pt x="263761" y="610073"/>
                  </a:lnTo>
                  <a:lnTo>
                    <a:pt x="263845" y="611020"/>
                  </a:lnTo>
                  <a:lnTo>
                    <a:pt x="262718" y="613656"/>
                  </a:lnTo>
                  <a:lnTo>
                    <a:pt x="262764" y="614450"/>
                  </a:lnTo>
                  <a:lnTo>
                    <a:pt x="263544" y="615608"/>
                  </a:lnTo>
                  <a:lnTo>
                    <a:pt x="263432" y="616246"/>
                  </a:lnTo>
                  <a:lnTo>
                    <a:pt x="262643" y="616529"/>
                  </a:lnTo>
                  <a:lnTo>
                    <a:pt x="261233" y="617798"/>
                  </a:lnTo>
                  <a:lnTo>
                    <a:pt x="260146" y="621429"/>
                  </a:lnTo>
                  <a:lnTo>
                    <a:pt x="259824" y="621195"/>
                  </a:lnTo>
                  <a:lnTo>
                    <a:pt x="259269" y="618395"/>
                  </a:lnTo>
                  <a:lnTo>
                    <a:pt x="258921" y="618007"/>
                  </a:lnTo>
                  <a:lnTo>
                    <a:pt x="259187" y="617486"/>
                  </a:lnTo>
                  <a:lnTo>
                    <a:pt x="258637" y="617196"/>
                  </a:lnTo>
                  <a:lnTo>
                    <a:pt x="258729" y="616484"/>
                  </a:lnTo>
                  <a:lnTo>
                    <a:pt x="258210" y="616024"/>
                  </a:lnTo>
                  <a:lnTo>
                    <a:pt x="258041" y="615315"/>
                  </a:lnTo>
                  <a:lnTo>
                    <a:pt x="257370" y="615380"/>
                  </a:lnTo>
                  <a:lnTo>
                    <a:pt x="256717" y="614869"/>
                  </a:lnTo>
                  <a:lnTo>
                    <a:pt x="255981" y="614653"/>
                  </a:lnTo>
                  <a:lnTo>
                    <a:pt x="255133" y="615203"/>
                  </a:lnTo>
                  <a:lnTo>
                    <a:pt x="254848" y="615008"/>
                  </a:lnTo>
                  <a:lnTo>
                    <a:pt x="254422" y="615570"/>
                  </a:lnTo>
                  <a:lnTo>
                    <a:pt x="254134" y="615302"/>
                  </a:lnTo>
                  <a:lnTo>
                    <a:pt x="253974" y="615799"/>
                  </a:lnTo>
                  <a:lnTo>
                    <a:pt x="253018" y="616201"/>
                  </a:lnTo>
                  <a:lnTo>
                    <a:pt x="252113" y="617661"/>
                  </a:lnTo>
                  <a:lnTo>
                    <a:pt x="251410" y="618193"/>
                  </a:lnTo>
                  <a:lnTo>
                    <a:pt x="250858" y="618026"/>
                  </a:lnTo>
                  <a:lnTo>
                    <a:pt x="250690" y="619511"/>
                  </a:lnTo>
                  <a:lnTo>
                    <a:pt x="250345" y="619744"/>
                  </a:lnTo>
                  <a:lnTo>
                    <a:pt x="248843" y="619950"/>
                  </a:lnTo>
                  <a:lnTo>
                    <a:pt x="248147" y="620406"/>
                  </a:lnTo>
                  <a:lnTo>
                    <a:pt x="247589" y="621235"/>
                  </a:lnTo>
                  <a:lnTo>
                    <a:pt x="246849" y="621543"/>
                  </a:lnTo>
                  <a:lnTo>
                    <a:pt x="246576" y="622216"/>
                  </a:lnTo>
                  <a:lnTo>
                    <a:pt x="246822" y="623548"/>
                  </a:lnTo>
                  <a:lnTo>
                    <a:pt x="246288" y="623987"/>
                  </a:lnTo>
                  <a:lnTo>
                    <a:pt x="246158" y="624427"/>
                  </a:lnTo>
                  <a:lnTo>
                    <a:pt x="245366" y="624969"/>
                  </a:lnTo>
                  <a:lnTo>
                    <a:pt x="244769" y="624864"/>
                  </a:lnTo>
                  <a:lnTo>
                    <a:pt x="244244" y="625683"/>
                  </a:lnTo>
                  <a:lnTo>
                    <a:pt x="243503" y="626000"/>
                  </a:lnTo>
                  <a:lnTo>
                    <a:pt x="242548" y="627112"/>
                  </a:lnTo>
                  <a:lnTo>
                    <a:pt x="241921" y="627207"/>
                  </a:lnTo>
                  <a:lnTo>
                    <a:pt x="241642" y="627997"/>
                  </a:lnTo>
                  <a:lnTo>
                    <a:pt x="240680" y="628902"/>
                  </a:lnTo>
                  <a:lnTo>
                    <a:pt x="240450" y="629990"/>
                  </a:lnTo>
                  <a:lnTo>
                    <a:pt x="240167" y="630271"/>
                  </a:lnTo>
                  <a:lnTo>
                    <a:pt x="240047" y="630740"/>
                  </a:lnTo>
                  <a:lnTo>
                    <a:pt x="239457" y="630805"/>
                  </a:lnTo>
                  <a:lnTo>
                    <a:pt x="239552" y="631442"/>
                  </a:lnTo>
                  <a:lnTo>
                    <a:pt x="238792" y="633303"/>
                  </a:lnTo>
                  <a:lnTo>
                    <a:pt x="237329" y="634221"/>
                  </a:lnTo>
                  <a:lnTo>
                    <a:pt x="237141" y="634676"/>
                  </a:lnTo>
                  <a:lnTo>
                    <a:pt x="236610" y="634801"/>
                  </a:lnTo>
                  <a:lnTo>
                    <a:pt x="235898" y="635544"/>
                  </a:lnTo>
                  <a:lnTo>
                    <a:pt x="234709" y="635813"/>
                  </a:lnTo>
                  <a:lnTo>
                    <a:pt x="232862" y="633830"/>
                  </a:lnTo>
                  <a:lnTo>
                    <a:pt x="232004" y="633705"/>
                  </a:lnTo>
                  <a:lnTo>
                    <a:pt x="230934" y="632692"/>
                  </a:lnTo>
                  <a:lnTo>
                    <a:pt x="228945" y="634599"/>
                  </a:lnTo>
                  <a:lnTo>
                    <a:pt x="227656" y="634688"/>
                  </a:lnTo>
                  <a:lnTo>
                    <a:pt x="226993" y="635297"/>
                  </a:lnTo>
                  <a:lnTo>
                    <a:pt x="227129" y="635644"/>
                  </a:lnTo>
                  <a:lnTo>
                    <a:pt x="226205" y="637143"/>
                  </a:lnTo>
                  <a:lnTo>
                    <a:pt x="226028" y="637326"/>
                  </a:lnTo>
                  <a:lnTo>
                    <a:pt x="225821" y="637169"/>
                  </a:lnTo>
                  <a:lnTo>
                    <a:pt x="225184" y="638038"/>
                  </a:lnTo>
                  <a:lnTo>
                    <a:pt x="226711" y="639469"/>
                  </a:lnTo>
                  <a:lnTo>
                    <a:pt x="226640" y="640023"/>
                  </a:lnTo>
                  <a:lnTo>
                    <a:pt x="226958" y="640123"/>
                  </a:lnTo>
                  <a:lnTo>
                    <a:pt x="226550" y="641634"/>
                  </a:lnTo>
                  <a:lnTo>
                    <a:pt x="227316" y="642793"/>
                  </a:lnTo>
                  <a:lnTo>
                    <a:pt x="227239" y="643558"/>
                  </a:lnTo>
                  <a:lnTo>
                    <a:pt x="226030" y="644195"/>
                  </a:lnTo>
                  <a:lnTo>
                    <a:pt x="225786" y="644760"/>
                  </a:lnTo>
                  <a:lnTo>
                    <a:pt x="225266" y="644349"/>
                  </a:lnTo>
                  <a:lnTo>
                    <a:pt x="224018" y="644249"/>
                  </a:lnTo>
                  <a:lnTo>
                    <a:pt x="221523" y="645208"/>
                  </a:lnTo>
                  <a:lnTo>
                    <a:pt x="220198" y="644654"/>
                  </a:lnTo>
                  <a:lnTo>
                    <a:pt x="219465" y="644670"/>
                  </a:lnTo>
                  <a:lnTo>
                    <a:pt x="218372" y="645981"/>
                  </a:lnTo>
                  <a:lnTo>
                    <a:pt x="218853" y="647471"/>
                  </a:lnTo>
                  <a:lnTo>
                    <a:pt x="216925" y="648133"/>
                  </a:lnTo>
                  <a:lnTo>
                    <a:pt x="216085" y="647450"/>
                  </a:lnTo>
                  <a:lnTo>
                    <a:pt x="214795" y="646918"/>
                  </a:lnTo>
                  <a:lnTo>
                    <a:pt x="214705" y="645342"/>
                  </a:lnTo>
                  <a:lnTo>
                    <a:pt x="214396" y="644573"/>
                  </a:lnTo>
                  <a:lnTo>
                    <a:pt x="214543" y="644396"/>
                  </a:lnTo>
                  <a:lnTo>
                    <a:pt x="214218" y="644098"/>
                  </a:lnTo>
                  <a:lnTo>
                    <a:pt x="214977" y="642385"/>
                  </a:lnTo>
                  <a:lnTo>
                    <a:pt x="213819" y="641433"/>
                  </a:lnTo>
                  <a:lnTo>
                    <a:pt x="212265" y="640723"/>
                  </a:lnTo>
                  <a:lnTo>
                    <a:pt x="210657" y="640808"/>
                  </a:lnTo>
                  <a:lnTo>
                    <a:pt x="210447" y="640466"/>
                  </a:lnTo>
                  <a:lnTo>
                    <a:pt x="209218" y="640741"/>
                  </a:lnTo>
                  <a:lnTo>
                    <a:pt x="209112" y="640303"/>
                  </a:lnTo>
                  <a:lnTo>
                    <a:pt x="208004" y="639915"/>
                  </a:lnTo>
                  <a:lnTo>
                    <a:pt x="207730" y="639328"/>
                  </a:lnTo>
                  <a:lnTo>
                    <a:pt x="207340" y="639298"/>
                  </a:lnTo>
                  <a:lnTo>
                    <a:pt x="207115" y="638813"/>
                  </a:lnTo>
                  <a:lnTo>
                    <a:pt x="206158" y="638196"/>
                  </a:lnTo>
                  <a:lnTo>
                    <a:pt x="204813" y="638027"/>
                  </a:lnTo>
                  <a:lnTo>
                    <a:pt x="203165" y="638252"/>
                  </a:lnTo>
                  <a:lnTo>
                    <a:pt x="201972" y="637792"/>
                  </a:lnTo>
                  <a:lnTo>
                    <a:pt x="201220" y="637747"/>
                  </a:lnTo>
                  <a:lnTo>
                    <a:pt x="200882" y="638527"/>
                  </a:lnTo>
                  <a:lnTo>
                    <a:pt x="200100" y="639291"/>
                  </a:lnTo>
                  <a:lnTo>
                    <a:pt x="199323" y="639301"/>
                  </a:lnTo>
                  <a:lnTo>
                    <a:pt x="198769" y="639944"/>
                  </a:lnTo>
                  <a:lnTo>
                    <a:pt x="197779" y="639779"/>
                  </a:lnTo>
                  <a:lnTo>
                    <a:pt x="196396" y="640958"/>
                  </a:lnTo>
                  <a:lnTo>
                    <a:pt x="195872" y="642262"/>
                  </a:lnTo>
                  <a:lnTo>
                    <a:pt x="195725" y="643985"/>
                  </a:lnTo>
                  <a:lnTo>
                    <a:pt x="195480" y="644485"/>
                  </a:lnTo>
                  <a:lnTo>
                    <a:pt x="194397" y="646140"/>
                  </a:lnTo>
                  <a:lnTo>
                    <a:pt x="192338" y="648018"/>
                  </a:lnTo>
                  <a:lnTo>
                    <a:pt x="192059" y="649049"/>
                  </a:lnTo>
                  <a:lnTo>
                    <a:pt x="190606" y="650211"/>
                  </a:lnTo>
                  <a:lnTo>
                    <a:pt x="187973" y="651543"/>
                  </a:lnTo>
                  <a:lnTo>
                    <a:pt x="186898" y="651920"/>
                  </a:lnTo>
                  <a:lnTo>
                    <a:pt x="186715" y="651499"/>
                  </a:lnTo>
                  <a:lnTo>
                    <a:pt x="186286" y="651379"/>
                  </a:lnTo>
                  <a:lnTo>
                    <a:pt x="185549" y="651911"/>
                  </a:lnTo>
                  <a:lnTo>
                    <a:pt x="184812" y="652052"/>
                  </a:lnTo>
                  <a:lnTo>
                    <a:pt x="183149" y="651162"/>
                  </a:lnTo>
                  <a:lnTo>
                    <a:pt x="182356" y="650147"/>
                  </a:lnTo>
                  <a:lnTo>
                    <a:pt x="181772" y="649973"/>
                  </a:lnTo>
                  <a:lnTo>
                    <a:pt x="180721" y="650816"/>
                  </a:lnTo>
                  <a:lnTo>
                    <a:pt x="179094" y="649140"/>
                  </a:lnTo>
                  <a:lnTo>
                    <a:pt x="177738" y="648489"/>
                  </a:lnTo>
                  <a:lnTo>
                    <a:pt x="174927" y="648210"/>
                  </a:lnTo>
                  <a:lnTo>
                    <a:pt x="174511" y="647563"/>
                  </a:lnTo>
                  <a:lnTo>
                    <a:pt x="174023" y="647827"/>
                  </a:lnTo>
                  <a:lnTo>
                    <a:pt x="173923" y="647223"/>
                  </a:lnTo>
                  <a:lnTo>
                    <a:pt x="172929" y="647211"/>
                  </a:lnTo>
                  <a:lnTo>
                    <a:pt x="173351" y="646575"/>
                  </a:lnTo>
                  <a:lnTo>
                    <a:pt x="172885" y="643068"/>
                  </a:lnTo>
                  <a:lnTo>
                    <a:pt x="173556" y="641264"/>
                  </a:lnTo>
                  <a:lnTo>
                    <a:pt x="174647" y="640290"/>
                  </a:lnTo>
                  <a:lnTo>
                    <a:pt x="174416" y="638070"/>
                  </a:lnTo>
                  <a:lnTo>
                    <a:pt x="174734" y="636288"/>
                  </a:lnTo>
                  <a:lnTo>
                    <a:pt x="173666" y="633285"/>
                  </a:lnTo>
                  <a:lnTo>
                    <a:pt x="172723" y="631642"/>
                  </a:lnTo>
                  <a:lnTo>
                    <a:pt x="172501" y="630237"/>
                  </a:lnTo>
                  <a:lnTo>
                    <a:pt x="171301" y="629923"/>
                  </a:lnTo>
                  <a:lnTo>
                    <a:pt x="171196" y="630170"/>
                  </a:lnTo>
                  <a:lnTo>
                    <a:pt x="169792" y="629931"/>
                  </a:lnTo>
                  <a:lnTo>
                    <a:pt x="169519" y="629497"/>
                  </a:lnTo>
                  <a:lnTo>
                    <a:pt x="169904" y="629174"/>
                  </a:lnTo>
                  <a:lnTo>
                    <a:pt x="169345" y="628117"/>
                  </a:lnTo>
                  <a:lnTo>
                    <a:pt x="168833" y="627488"/>
                  </a:lnTo>
                  <a:lnTo>
                    <a:pt x="167436" y="626834"/>
                  </a:lnTo>
                  <a:lnTo>
                    <a:pt x="166935" y="625139"/>
                  </a:lnTo>
                  <a:lnTo>
                    <a:pt x="165717" y="624745"/>
                  </a:lnTo>
                  <a:lnTo>
                    <a:pt x="164778" y="624211"/>
                  </a:lnTo>
                  <a:lnTo>
                    <a:pt x="164586" y="623822"/>
                  </a:lnTo>
                  <a:lnTo>
                    <a:pt x="165434" y="621956"/>
                  </a:lnTo>
                  <a:lnTo>
                    <a:pt x="164550" y="619470"/>
                  </a:lnTo>
                  <a:lnTo>
                    <a:pt x="164861" y="616944"/>
                  </a:lnTo>
                  <a:lnTo>
                    <a:pt x="165441" y="616094"/>
                  </a:lnTo>
                  <a:lnTo>
                    <a:pt x="165327" y="614609"/>
                  </a:lnTo>
                  <a:lnTo>
                    <a:pt x="165513" y="614332"/>
                  </a:lnTo>
                  <a:lnTo>
                    <a:pt x="165655" y="613593"/>
                  </a:lnTo>
                  <a:lnTo>
                    <a:pt x="165035" y="611817"/>
                  </a:lnTo>
                  <a:lnTo>
                    <a:pt x="165675" y="611124"/>
                  </a:lnTo>
                  <a:lnTo>
                    <a:pt x="166161" y="609710"/>
                  </a:lnTo>
                  <a:lnTo>
                    <a:pt x="165131" y="609462"/>
                  </a:lnTo>
                  <a:lnTo>
                    <a:pt x="164594" y="608482"/>
                  </a:lnTo>
                  <a:lnTo>
                    <a:pt x="162142" y="607960"/>
                  </a:lnTo>
                  <a:lnTo>
                    <a:pt x="160362" y="606627"/>
                  </a:lnTo>
                  <a:lnTo>
                    <a:pt x="159301" y="605489"/>
                  </a:lnTo>
                  <a:lnTo>
                    <a:pt x="159104" y="605625"/>
                  </a:lnTo>
                  <a:lnTo>
                    <a:pt x="158124" y="604580"/>
                  </a:lnTo>
                  <a:lnTo>
                    <a:pt x="156449" y="605170"/>
                  </a:lnTo>
                  <a:lnTo>
                    <a:pt x="155929" y="605750"/>
                  </a:lnTo>
                  <a:lnTo>
                    <a:pt x="152314" y="607295"/>
                  </a:lnTo>
                  <a:lnTo>
                    <a:pt x="151540" y="607541"/>
                  </a:lnTo>
                  <a:lnTo>
                    <a:pt x="151217" y="607429"/>
                  </a:lnTo>
                  <a:lnTo>
                    <a:pt x="150071" y="608332"/>
                  </a:lnTo>
                  <a:lnTo>
                    <a:pt x="149933" y="608180"/>
                  </a:lnTo>
                  <a:lnTo>
                    <a:pt x="149672" y="608694"/>
                  </a:lnTo>
                  <a:lnTo>
                    <a:pt x="148273" y="608524"/>
                  </a:lnTo>
                  <a:lnTo>
                    <a:pt x="146990" y="608822"/>
                  </a:lnTo>
                  <a:lnTo>
                    <a:pt x="146934" y="608493"/>
                  </a:lnTo>
                  <a:lnTo>
                    <a:pt x="146168" y="607937"/>
                  </a:lnTo>
                  <a:lnTo>
                    <a:pt x="144991" y="607548"/>
                  </a:lnTo>
                  <a:lnTo>
                    <a:pt x="144259" y="606990"/>
                  </a:lnTo>
                  <a:lnTo>
                    <a:pt x="143004" y="605699"/>
                  </a:lnTo>
                  <a:lnTo>
                    <a:pt x="140653" y="604918"/>
                  </a:lnTo>
                  <a:lnTo>
                    <a:pt x="140507" y="604353"/>
                  </a:lnTo>
                  <a:lnTo>
                    <a:pt x="139172" y="602660"/>
                  </a:lnTo>
                  <a:lnTo>
                    <a:pt x="138374" y="600510"/>
                  </a:lnTo>
                  <a:lnTo>
                    <a:pt x="136668" y="598312"/>
                  </a:lnTo>
                  <a:lnTo>
                    <a:pt x="134661" y="597629"/>
                  </a:lnTo>
                  <a:lnTo>
                    <a:pt x="134067" y="597795"/>
                  </a:lnTo>
                  <a:lnTo>
                    <a:pt x="129600" y="597154"/>
                  </a:lnTo>
                  <a:lnTo>
                    <a:pt x="129567" y="597435"/>
                  </a:lnTo>
                  <a:lnTo>
                    <a:pt x="128658" y="597806"/>
                  </a:lnTo>
                  <a:lnTo>
                    <a:pt x="128435" y="597422"/>
                  </a:lnTo>
                  <a:lnTo>
                    <a:pt x="127385" y="597643"/>
                  </a:lnTo>
                  <a:lnTo>
                    <a:pt x="127041" y="596031"/>
                  </a:lnTo>
                  <a:lnTo>
                    <a:pt x="127468" y="594018"/>
                  </a:lnTo>
                  <a:lnTo>
                    <a:pt x="127289" y="593284"/>
                  </a:lnTo>
                  <a:lnTo>
                    <a:pt x="128338" y="592766"/>
                  </a:lnTo>
                  <a:lnTo>
                    <a:pt x="128807" y="591854"/>
                  </a:lnTo>
                  <a:lnTo>
                    <a:pt x="128793" y="591186"/>
                  </a:lnTo>
                  <a:lnTo>
                    <a:pt x="128457" y="590556"/>
                  </a:lnTo>
                  <a:lnTo>
                    <a:pt x="128909" y="588931"/>
                  </a:lnTo>
                  <a:lnTo>
                    <a:pt x="127124" y="588064"/>
                  </a:lnTo>
                  <a:lnTo>
                    <a:pt x="126414" y="586067"/>
                  </a:lnTo>
                  <a:lnTo>
                    <a:pt x="125108" y="585395"/>
                  </a:lnTo>
                  <a:lnTo>
                    <a:pt x="121769" y="585805"/>
                  </a:lnTo>
                  <a:lnTo>
                    <a:pt x="118681" y="584676"/>
                  </a:lnTo>
                  <a:lnTo>
                    <a:pt x="117963" y="584740"/>
                  </a:lnTo>
                  <a:lnTo>
                    <a:pt x="116640" y="585787"/>
                  </a:lnTo>
                  <a:lnTo>
                    <a:pt x="113963" y="586005"/>
                  </a:lnTo>
                  <a:lnTo>
                    <a:pt x="112883" y="586529"/>
                  </a:lnTo>
                  <a:lnTo>
                    <a:pt x="111836" y="586352"/>
                  </a:lnTo>
                  <a:lnTo>
                    <a:pt x="109534" y="586618"/>
                  </a:lnTo>
                  <a:lnTo>
                    <a:pt x="109237" y="587130"/>
                  </a:lnTo>
                  <a:lnTo>
                    <a:pt x="109027" y="586859"/>
                  </a:lnTo>
                  <a:lnTo>
                    <a:pt x="108033" y="587424"/>
                  </a:lnTo>
                  <a:lnTo>
                    <a:pt x="106939" y="587568"/>
                  </a:lnTo>
                  <a:lnTo>
                    <a:pt x="104947" y="588495"/>
                  </a:lnTo>
                  <a:lnTo>
                    <a:pt x="101347" y="588726"/>
                  </a:lnTo>
                  <a:lnTo>
                    <a:pt x="98341" y="590065"/>
                  </a:lnTo>
                  <a:lnTo>
                    <a:pt x="97262" y="591024"/>
                  </a:lnTo>
                  <a:lnTo>
                    <a:pt x="96637" y="590773"/>
                  </a:lnTo>
                  <a:lnTo>
                    <a:pt x="93629" y="590653"/>
                  </a:lnTo>
                  <a:lnTo>
                    <a:pt x="91350" y="589557"/>
                  </a:lnTo>
                  <a:lnTo>
                    <a:pt x="90820" y="589538"/>
                  </a:lnTo>
                  <a:lnTo>
                    <a:pt x="89855" y="590232"/>
                  </a:lnTo>
                  <a:lnTo>
                    <a:pt x="86515" y="591370"/>
                  </a:lnTo>
                  <a:lnTo>
                    <a:pt x="86000" y="591769"/>
                  </a:lnTo>
                  <a:lnTo>
                    <a:pt x="85364" y="591966"/>
                  </a:lnTo>
                  <a:lnTo>
                    <a:pt x="84748" y="591797"/>
                  </a:lnTo>
                  <a:lnTo>
                    <a:pt x="82761" y="590796"/>
                  </a:lnTo>
                  <a:lnTo>
                    <a:pt x="82186" y="590815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pg95">
              <a:extLst>
                <a:ext uri="{FF2B5EF4-FFF2-40B4-BE49-F238E27FC236}">
                  <a16:creationId xmlns:a16="http://schemas.microsoft.com/office/drawing/2014/main" id="{1E36674F-254D-6D5D-F1F8-A3622CB65348}"/>
                </a:ext>
              </a:extLst>
            </p:cNvPr>
            <p:cNvSpPr/>
            <p:nvPr/>
          </p:nvSpPr>
          <p:spPr>
            <a:xfrm>
              <a:off x="5900312" y="2426360"/>
              <a:ext cx="682895" cy="612167"/>
            </a:xfrm>
            <a:custGeom>
              <a:avLst/>
              <a:gdLst/>
              <a:ahLst/>
              <a:cxnLst/>
              <a:rect l="0" t="0" r="0" b="0"/>
              <a:pathLst>
                <a:path w="682895" h="612167">
                  <a:moveTo>
                    <a:pt x="322101" y="470258"/>
                  </a:moveTo>
                  <a:lnTo>
                    <a:pt x="322691" y="468386"/>
                  </a:lnTo>
                  <a:lnTo>
                    <a:pt x="322111" y="467955"/>
                  </a:lnTo>
                  <a:lnTo>
                    <a:pt x="321721" y="468074"/>
                  </a:lnTo>
                  <a:lnTo>
                    <a:pt x="319714" y="467748"/>
                  </a:lnTo>
                  <a:lnTo>
                    <a:pt x="315369" y="465634"/>
                  </a:lnTo>
                  <a:lnTo>
                    <a:pt x="313673" y="465449"/>
                  </a:lnTo>
                  <a:lnTo>
                    <a:pt x="313068" y="465091"/>
                  </a:lnTo>
                  <a:lnTo>
                    <a:pt x="312634" y="463891"/>
                  </a:lnTo>
                  <a:lnTo>
                    <a:pt x="312691" y="463214"/>
                  </a:lnTo>
                  <a:lnTo>
                    <a:pt x="313097" y="462415"/>
                  </a:lnTo>
                  <a:lnTo>
                    <a:pt x="311920" y="461510"/>
                  </a:lnTo>
                  <a:lnTo>
                    <a:pt x="310665" y="461839"/>
                  </a:lnTo>
                  <a:lnTo>
                    <a:pt x="309184" y="461583"/>
                  </a:lnTo>
                  <a:lnTo>
                    <a:pt x="307227" y="462029"/>
                  </a:lnTo>
                  <a:lnTo>
                    <a:pt x="305737" y="461215"/>
                  </a:lnTo>
                  <a:lnTo>
                    <a:pt x="304487" y="461328"/>
                  </a:lnTo>
                  <a:lnTo>
                    <a:pt x="303296" y="460873"/>
                  </a:lnTo>
                  <a:lnTo>
                    <a:pt x="301616" y="459565"/>
                  </a:lnTo>
                  <a:lnTo>
                    <a:pt x="301109" y="458496"/>
                  </a:lnTo>
                  <a:lnTo>
                    <a:pt x="300713" y="456174"/>
                  </a:lnTo>
                  <a:lnTo>
                    <a:pt x="300715" y="454572"/>
                  </a:lnTo>
                  <a:lnTo>
                    <a:pt x="300046" y="451681"/>
                  </a:lnTo>
                  <a:lnTo>
                    <a:pt x="299725" y="451276"/>
                  </a:lnTo>
                  <a:lnTo>
                    <a:pt x="300036" y="450683"/>
                  </a:lnTo>
                  <a:lnTo>
                    <a:pt x="300837" y="450512"/>
                  </a:lnTo>
                  <a:lnTo>
                    <a:pt x="300465" y="449988"/>
                  </a:lnTo>
                  <a:lnTo>
                    <a:pt x="300462" y="449479"/>
                  </a:lnTo>
                  <a:lnTo>
                    <a:pt x="299501" y="448452"/>
                  </a:lnTo>
                  <a:lnTo>
                    <a:pt x="298739" y="448051"/>
                  </a:lnTo>
                  <a:lnTo>
                    <a:pt x="296853" y="448277"/>
                  </a:lnTo>
                  <a:lnTo>
                    <a:pt x="295276" y="448004"/>
                  </a:lnTo>
                  <a:lnTo>
                    <a:pt x="294553" y="447065"/>
                  </a:lnTo>
                  <a:lnTo>
                    <a:pt x="294817" y="446054"/>
                  </a:lnTo>
                  <a:lnTo>
                    <a:pt x="294352" y="445136"/>
                  </a:lnTo>
                  <a:lnTo>
                    <a:pt x="294115" y="445125"/>
                  </a:lnTo>
                  <a:lnTo>
                    <a:pt x="293114" y="443972"/>
                  </a:lnTo>
                  <a:lnTo>
                    <a:pt x="293315" y="441684"/>
                  </a:lnTo>
                  <a:lnTo>
                    <a:pt x="292857" y="440422"/>
                  </a:lnTo>
                  <a:lnTo>
                    <a:pt x="291807" y="438861"/>
                  </a:lnTo>
                  <a:lnTo>
                    <a:pt x="291959" y="437563"/>
                  </a:lnTo>
                  <a:lnTo>
                    <a:pt x="292664" y="436194"/>
                  </a:lnTo>
                  <a:lnTo>
                    <a:pt x="292466" y="435179"/>
                  </a:lnTo>
                  <a:lnTo>
                    <a:pt x="291704" y="433833"/>
                  </a:lnTo>
                  <a:lnTo>
                    <a:pt x="289132" y="432154"/>
                  </a:lnTo>
                  <a:lnTo>
                    <a:pt x="289289" y="431154"/>
                  </a:lnTo>
                  <a:lnTo>
                    <a:pt x="290327" y="430095"/>
                  </a:lnTo>
                  <a:lnTo>
                    <a:pt x="289935" y="429118"/>
                  </a:lnTo>
                  <a:lnTo>
                    <a:pt x="286039" y="423730"/>
                  </a:lnTo>
                  <a:lnTo>
                    <a:pt x="284647" y="419679"/>
                  </a:lnTo>
                  <a:lnTo>
                    <a:pt x="283199" y="420306"/>
                  </a:lnTo>
                  <a:lnTo>
                    <a:pt x="281039" y="422165"/>
                  </a:lnTo>
                  <a:lnTo>
                    <a:pt x="280135" y="422539"/>
                  </a:lnTo>
                  <a:lnTo>
                    <a:pt x="278598" y="424425"/>
                  </a:lnTo>
                  <a:lnTo>
                    <a:pt x="277392" y="426202"/>
                  </a:lnTo>
                  <a:lnTo>
                    <a:pt x="277130" y="426376"/>
                  </a:lnTo>
                  <a:lnTo>
                    <a:pt x="275995" y="426221"/>
                  </a:lnTo>
                  <a:lnTo>
                    <a:pt x="273035" y="425352"/>
                  </a:lnTo>
                  <a:lnTo>
                    <a:pt x="271191" y="423532"/>
                  </a:lnTo>
                  <a:lnTo>
                    <a:pt x="270106" y="422845"/>
                  </a:lnTo>
                  <a:lnTo>
                    <a:pt x="269365" y="422697"/>
                  </a:lnTo>
                  <a:lnTo>
                    <a:pt x="265896" y="422980"/>
                  </a:lnTo>
                  <a:lnTo>
                    <a:pt x="261080" y="421226"/>
                  </a:lnTo>
                  <a:lnTo>
                    <a:pt x="259185" y="421105"/>
                  </a:lnTo>
                  <a:lnTo>
                    <a:pt x="257780" y="420724"/>
                  </a:lnTo>
                  <a:lnTo>
                    <a:pt x="255286" y="419463"/>
                  </a:lnTo>
                  <a:lnTo>
                    <a:pt x="254635" y="419675"/>
                  </a:lnTo>
                  <a:lnTo>
                    <a:pt x="250574" y="419945"/>
                  </a:lnTo>
                  <a:lnTo>
                    <a:pt x="245553" y="416743"/>
                  </a:lnTo>
                  <a:lnTo>
                    <a:pt x="243989" y="413925"/>
                  </a:lnTo>
                  <a:lnTo>
                    <a:pt x="237751" y="411194"/>
                  </a:lnTo>
                  <a:lnTo>
                    <a:pt x="237020" y="410350"/>
                  </a:lnTo>
                  <a:lnTo>
                    <a:pt x="232614" y="410421"/>
                  </a:lnTo>
                  <a:lnTo>
                    <a:pt x="231934" y="410724"/>
                  </a:lnTo>
                  <a:lnTo>
                    <a:pt x="229719" y="414358"/>
                  </a:lnTo>
                  <a:lnTo>
                    <a:pt x="226097" y="414510"/>
                  </a:lnTo>
                  <a:lnTo>
                    <a:pt x="222820" y="412900"/>
                  </a:lnTo>
                  <a:lnTo>
                    <a:pt x="216203" y="407951"/>
                  </a:lnTo>
                  <a:lnTo>
                    <a:pt x="215376" y="406568"/>
                  </a:lnTo>
                  <a:lnTo>
                    <a:pt x="215230" y="405402"/>
                  </a:lnTo>
                  <a:lnTo>
                    <a:pt x="213181" y="402919"/>
                  </a:lnTo>
                  <a:lnTo>
                    <a:pt x="212756" y="402046"/>
                  </a:lnTo>
                  <a:lnTo>
                    <a:pt x="212067" y="401438"/>
                  </a:lnTo>
                  <a:lnTo>
                    <a:pt x="212078" y="399733"/>
                  </a:lnTo>
                  <a:lnTo>
                    <a:pt x="211804" y="399432"/>
                  </a:lnTo>
                  <a:lnTo>
                    <a:pt x="212220" y="398191"/>
                  </a:lnTo>
                  <a:lnTo>
                    <a:pt x="210683" y="397583"/>
                  </a:lnTo>
                  <a:lnTo>
                    <a:pt x="210481" y="397215"/>
                  </a:lnTo>
                  <a:lnTo>
                    <a:pt x="209818" y="396971"/>
                  </a:lnTo>
                  <a:lnTo>
                    <a:pt x="207769" y="396222"/>
                  </a:lnTo>
                  <a:lnTo>
                    <a:pt x="205621" y="395775"/>
                  </a:lnTo>
                  <a:lnTo>
                    <a:pt x="203830" y="394537"/>
                  </a:lnTo>
                  <a:lnTo>
                    <a:pt x="203171" y="394528"/>
                  </a:lnTo>
                  <a:lnTo>
                    <a:pt x="199859" y="393137"/>
                  </a:lnTo>
                  <a:lnTo>
                    <a:pt x="195737" y="398719"/>
                  </a:lnTo>
                  <a:lnTo>
                    <a:pt x="193995" y="400262"/>
                  </a:lnTo>
                  <a:lnTo>
                    <a:pt x="191447" y="402021"/>
                  </a:lnTo>
                  <a:lnTo>
                    <a:pt x="191081" y="407342"/>
                  </a:lnTo>
                  <a:lnTo>
                    <a:pt x="191311" y="409063"/>
                  </a:lnTo>
                  <a:lnTo>
                    <a:pt x="191065" y="409503"/>
                  </a:lnTo>
                  <a:lnTo>
                    <a:pt x="190414" y="409337"/>
                  </a:lnTo>
                  <a:lnTo>
                    <a:pt x="189430" y="409819"/>
                  </a:lnTo>
                  <a:lnTo>
                    <a:pt x="187687" y="410145"/>
                  </a:lnTo>
                  <a:lnTo>
                    <a:pt x="187067" y="409906"/>
                  </a:lnTo>
                  <a:lnTo>
                    <a:pt x="184658" y="410438"/>
                  </a:lnTo>
                  <a:lnTo>
                    <a:pt x="182550" y="410228"/>
                  </a:lnTo>
                  <a:lnTo>
                    <a:pt x="181971" y="409962"/>
                  </a:lnTo>
                  <a:lnTo>
                    <a:pt x="179385" y="411116"/>
                  </a:lnTo>
                  <a:lnTo>
                    <a:pt x="178374" y="410858"/>
                  </a:lnTo>
                  <a:lnTo>
                    <a:pt x="173608" y="412321"/>
                  </a:lnTo>
                  <a:lnTo>
                    <a:pt x="170880" y="416792"/>
                  </a:lnTo>
                  <a:lnTo>
                    <a:pt x="169976" y="416930"/>
                  </a:lnTo>
                  <a:lnTo>
                    <a:pt x="166245" y="421901"/>
                  </a:lnTo>
                  <a:lnTo>
                    <a:pt x="163426" y="424606"/>
                  </a:lnTo>
                  <a:lnTo>
                    <a:pt x="162803" y="429130"/>
                  </a:lnTo>
                  <a:lnTo>
                    <a:pt x="163630" y="431678"/>
                  </a:lnTo>
                  <a:lnTo>
                    <a:pt x="165549" y="433752"/>
                  </a:lnTo>
                  <a:lnTo>
                    <a:pt x="164790" y="433820"/>
                  </a:lnTo>
                  <a:lnTo>
                    <a:pt x="160039" y="434250"/>
                  </a:lnTo>
                  <a:lnTo>
                    <a:pt x="151597" y="437940"/>
                  </a:lnTo>
                  <a:lnTo>
                    <a:pt x="148977" y="441125"/>
                  </a:lnTo>
                  <a:lnTo>
                    <a:pt x="144575" y="440490"/>
                  </a:lnTo>
                  <a:lnTo>
                    <a:pt x="139788" y="440269"/>
                  </a:lnTo>
                  <a:lnTo>
                    <a:pt x="134126" y="432010"/>
                  </a:lnTo>
                  <a:lnTo>
                    <a:pt x="132001" y="431409"/>
                  </a:lnTo>
                  <a:lnTo>
                    <a:pt x="130645" y="427897"/>
                  </a:lnTo>
                  <a:lnTo>
                    <a:pt x="129314" y="427433"/>
                  </a:lnTo>
                  <a:lnTo>
                    <a:pt x="122654" y="427998"/>
                  </a:lnTo>
                  <a:lnTo>
                    <a:pt x="121346" y="425461"/>
                  </a:lnTo>
                  <a:lnTo>
                    <a:pt x="112891" y="421960"/>
                  </a:lnTo>
                  <a:lnTo>
                    <a:pt x="111032" y="421604"/>
                  </a:lnTo>
                  <a:lnTo>
                    <a:pt x="108677" y="420686"/>
                  </a:lnTo>
                  <a:lnTo>
                    <a:pt x="108325" y="414966"/>
                  </a:lnTo>
                  <a:lnTo>
                    <a:pt x="106957" y="414817"/>
                  </a:lnTo>
                  <a:lnTo>
                    <a:pt x="101931" y="410472"/>
                  </a:lnTo>
                  <a:lnTo>
                    <a:pt x="88312" y="403534"/>
                  </a:lnTo>
                  <a:lnTo>
                    <a:pt x="88009" y="403382"/>
                  </a:lnTo>
                  <a:lnTo>
                    <a:pt x="86507" y="399997"/>
                  </a:lnTo>
                  <a:lnTo>
                    <a:pt x="82826" y="395995"/>
                  </a:lnTo>
                  <a:lnTo>
                    <a:pt x="78089" y="396759"/>
                  </a:lnTo>
                  <a:lnTo>
                    <a:pt x="76507" y="398173"/>
                  </a:lnTo>
                  <a:lnTo>
                    <a:pt x="70552" y="396126"/>
                  </a:lnTo>
                  <a:lnTo>
                    <a:pt x="70142" y="394295"/>
                  </a:lnTo>
                  <a:lnTo>
                    <a:pt x="65717" y="392464"/>
                  </a:lnTo>
                  <a:lnTo>
                    <a:pt x="62515" y="386886"/>
                  </a:lnTo>
                  <a:lnTo>
                    <a:pt x="53713" y="381969"/>
                  </a:lnTo>
                  <a:lnTo>
                    <a:pt x="46628" y="380929"/>
                  </a:lnTo>
                  <a:lnTo>
                    <a:pt x="37729" y="386908"/>
                  </a:lnTo>
                  <a:lnTo>
                    <a:pt x="34452" y="386807"/>
                  </a:lnTo>
                  <a:lnTo>
                    <a:pt x="33560" y="386596"/>
                  </a:lnTo>
                  <a:lnTo>
                    <a:pt x="32693" y="385582"/>
                  </a:lnTo>
                  <a:lnTo>
                    <a:pt x="22572" y="381068"/>
                  </a:lnTo>
                  <a:lnTo>
                    <a:pt x="14093" y="380492"/>
                  </a:lnTo>
                  <a:lnTo>
                    <a:pt x="15020" y="370252"/>
                  </a:lnTo>
                  <a:lnTo>
                    <a:pt x="13661" y="366020"/>
                  </a:lnTo>
                  <a:lnTo>
                    <a:pt x="9333" y="357516"/>
                  </a:lnTo>
                  <a:lnTo>
                    <a:pt x="1732" y="355282"/>
                  </a:lnTo>
                  <a:lnTo>
                    <a:pt x="1461" y="346180"/>
                  </a:lnTo>
                  <a:lnTo>
                    <a:pt x="396" y="345497"/>
                  </a:lnTo>
                  <a:lnTo>
                    <a:pt x="453" y="345041"/>
                  </a:lnTo>
                  <a:lnTo>
                    <a:pt x="0" y="344801"/>
                  </a:lnTo>
                  <a:lnTo>
                    <a:pt x="1612" y="334593"/>
                  </a:lnTo>
                  <a:lnTo>
                    <a:pt x="3891" y="328016"/>
                  </a:lnTo>
                  <a:lnTo>
                    <a:pt x="3985" y="326059"/>
                  </a:lnTo>
                  <a:lnTo>
                    <a:pt x="3414" y="319440"/>
                  </a:lnTo>
                  <a:lnTo>
                    <a:pt x="3769" y="318591"/>
                  </a:lnTo>
                  <a:lnTo>
                    <a:pt x="2126" y="316281"/>
                  </a:lnTo>
                  <a:lnTo>
                    <a:pt x="2191" y="315770"/>
                  </a:lnTo>
                  <a:lnTo>
                    <a:pt x="1472" y="312864"/>
                  </a:lnTo>
                  <a:lnTo>
                    <a:pt x="2388" y="308976"/>
                  </a:lnTo>
                  <a:lnTo>
                    <a:pt x="1656" y="304712"/>
                  </a:lnTo>
                  <a:lnTo>
                    <a:pt x="1219" y="304190"/>
                  </a:lnTo>
                  <a:lnTo>
                    <a:pt x="2414" y="302632"/>
                  </a:lnTo>
                  <a:lnTo>
                    <a:pt x="2638" y="301412"/>
                  </a:lnTo>
                  <a:lnTo>
                    <a:pt x="1215" y="297238"/>
                  </a:lnTo>
                  <a:lnTo>
                    <a:pt x="1071" y="295738"/>
                  </a:lnTo>
                  <a:lnTo>
                    <a:pt x="4494" y="290192"/>
                  </a:lnTo>
                  <a:lnTo>
                    <a:pt x="6307" y="287703"/>
                  </a:lnTo>
                  <a:lnTo>
                    <a:pt x="7111" y="287114"/>
                  </a:lnTo>
                  <a:lnTo>
                    <a:pt x="12211" y="280630"/>
                  </a:lnTo>
                  <a:lnTo>
                    <a:pt x="15345" y="278561"/>
                  </a:lnTo>
                  <a:lnTo>
                    <a:pt x="18507" y="277558"/>
                  </a:lnTo>
                  <a:lnTo>
                    <a:pt x="18875" y="277104"/>
                  </a:lnTo>
                  <a:lnTo>
                    <a:pt x="20702" y="277523"/>
                  </a:lnTo>
                  <a:lnTo>
                    <a:pt x="21033" y="277257"/>
                  </a:lnTo>
                  <a:lnTo>
                    <a:pt x="25322" y="277464"/>
                  </a:lnTo>
                  <a:lnTo>
                    <a:pt x="30316" y="276262"/>
                  </a:lnTo>
                  <a:lnTo>
                    <a:pt x="29350" y="274452"/>
                  </a:lnTo>
                  <a:lnTo>
                    <a:pt x="29962" y="267860"/>
                  </a:lnTo>
                  <a:lnTo>
                    <a:pt x="30486" y="267467"/>
                  </a:lnTo>
                  <a:lnTo>
                    <a:pt x="34977" y="265832"/>
                  </a:lnTo>
                  <a:lnTo>
                    <a:pt x="35057" y="260571"/>
                  </a:lnTo>
                  <a:lnTo>
                    <a:pt x="34281" y="258425"/>
                  </a:lnTo>
                  <a:lnTo>
                    <a:pt x="34175" y="256633"/>
                  </a:lnTo>
                  <a:lnTo>
                    <a:pt x="33786" y="254915"/>
                  </a:lnTo>
                  <a:lnTo>
                    <a:pt x="34892" y="252046"/>
                  </a:lnTo>
                  <a:lnTo>
                    <a:pt x="36281" y="249351"/>
                  </a:lnTo>
                  <a:lnTo>
                    <a:pt x="36793" y="247645"/>
                  </a:lnTo>
                  <a:lnTo>
                    <a:pt x="37374" y="247415"/>
                  </a:lnTo>
                  <a:lnTo>
                    <a:pt x="37787" y="246178"/>
                  </a:lnTo>
                  <a:lnTo>
                    <a:pt x="37761" y="245395"/>
                  </a:lnTo>
                  <a:lnTo>
                    <a:pt x="38131" y="244470"/>
                  </a:lnTo>
                  <a:lnTo>
                    <a:pt x="38095" y="242682"/>
                  </a:lnTo>
                  <a:lnTo>
                    <a:pt x="39541" y="236150"/>
                  </a:lnTo>
                  <a:lnTo>
                    <a:pt x="39615" y="232494"/>
                  </a:lnTo>
                  <a:lnTo>
                    <a:pt x="39920" y="230211"/>
                  </a:lnTo>
                  <a:lnTo>
                    <a:pt x="40243" y="229508"/>
                  </a:lnTo>
                  <a:lnTo>
                    <a:pt x="39909" y="225351"/>
                  </a:lnTo>
                  <a:lnTo>
                    <a:pt x="39480" y="225378"/>
                  </a:lnTo>
                  <a:lnTo>
                    <a:pt x="39124" y="224616"/>
                  </a:lnTo>
                  <a:lnTo>
                    <a:pt x="39218" y="221645"/>
                  </a:lnTo>
                  <a:lnTo>
                    <a:pt x="39047" y="220136"/>
                  </a:lnTo>
                  <a:lnTo>
                    <a:pt x="37876" y="218999"/>
                  </a:lnTo>
                  <a:lnTo>
                    <a:pt x="35680" y="215646"/>
                  </a:lnTo>
                  <a:lnTo>
                    <a:pt x="35143" y="215475"/>
                  </a:lnTo>
                  <a:lnTo>
                    <a:pt x="35847" y="211924"/>
                  </a:lnTo>
                  <a:lnTo>
                    <a:pt x="35787" y="208940"/>
                  </a:lnTo>
                  <a:lnTo>
                    <a:pt x="34433" y="205037"/>
                  </a:lnTo>
                  <a:lnTo>
                    <a:pt x="35702" y="200867"/>
                  </a:lnTo>
                  <a:lnTo>
                    <a:pt x="33658" y="197266"/>
                  </a:lnTo>
                  <a:lnTo>
                    <a:pt x="38572" y="192210"/>
                  </a:lnTo>
                  <a:lnTo>
                    <a:pt x="41905" y="191435"/>
                  </a:lnTo>
                  <a:lnTo>
                    <a:pt x="45604" y="191956"/>
                  </a:lnTo>
                  <a:lnTo>
                    <a:pt x="48380" y="194007"/>
                  </a:lnTo>
                  <a:lnTo>
                    <a:pt x="49816" y="190295"/>
                  </a:lnTo>
                  <a:lnTo>
                    <a:pt x="51480" y="189829"/>
                  </a:lnTo>
                  <a:lnTo>
                    <a:pt x="54965" y="189632"/>
                  </a:lnTo>
                  <a:lnTo>
                    <a:pt x="59612" y="190444"/>
                  </a:lnTo>
                  <a:lnTo>
                    <a:pt x="61917" y="190319"/>
                  </a:lnTo>
                  <a:lnTo>
                    <a:pt x="64542" y="191864"/>
                  </a:lnTo>
                  <a:lnTo>
                    <a:pt x="67500" y="192274"/>
                  </a:lnTo>
                  <a:lnTo>
                    <a:pt x="68223" y="185547"/>
                  </a:lnTo>
                  <a:lnTo>
                    <a:pt x="71036" y="182678"/>
                  </a:lnTo>
                  <a:lnTo>
                    <a:pt x="75304" y="179586"/>
                  </a:lnTo>
                  <a:lnTo>
                    <a:pt x="73944" y="177689"/>
                  </a:lnTo>
                  <a:lnTo>
                    <a:pt x="73618" y="176357"/>
                  </a:lnTo>
                  <a:lnTo>
                    <a:pt x="74605" y="174535"/>
                  </a:lnTo>
                  <a:lnTo>
                    <a:pt x="76623" y="168480"/>
                  </a:lnTo>
                  <a:lnTo>
                    <a:pt x="77345" y="167124"/>
                  </a:lnTo>
                  <a:lnTo>
                    <a:pt x="80042" y="163302"/>
                  </a:lnTo>
                  <a:lnTo>
                    <a:pt x="83445" y="159264"/>
                  </a:lnTo>
                  <a:lnTo>
                    <a:pt x="84938" y="158297"/>
                  </a:lnTo>
                  <a:lnTo>
                    <a:pt x="85830" y="157990"/>
                  </a:lnTo>
                  <a:lnTo>
                    <a:pt x="85572" y="156724"/>
                  </a:lnTo>
                  <a:lnTo>
                    <a:pt x="84878" y="145344"/>
                  </a:lnTo>
                  <a:lnTo>
                    <a:pt x="86118" y="143882"/>
                  </a:lnTo>
                  <a:lnTo>
                    <a:pt x="86895" y="142429"/>
                  </a:lnTo>
                  <a:lnTo>
                    <a:pt x="86971" y="141834"/>
                  </a:lnTo>
                  <a:lnTo>
                    <a:pt x="89356" y="138372"/>
                  </a:lnTo>
                  <a:lnTo>
                    <a:pt x="96080" y="129562"/>
                  </a:lnTo>
                  <a:lnTo>
                    <a:pt x="101117" y="127609"/>
                  </a:lnTo>
                  <a:lnTo>
                    <a:pt x="109263" y="126578"/>
                  </a:lnTo>
                  <a:lnTo>
                    <a:pt x="111176" y="124755"/>
                  </a:lnTo>
                  <a:lnTo>
                    <a:pt x="113482" y="120836"/>
                  </a:lnTo>
                  <a:lnTo>
                    <a:pt x="116363" y="117254"/>
                  </a:lnTo>
                  <a:lnTo>
                    <a:pt x="125069" y="105315"/>
                  </a:lnTo>
                  <a:lnTo>
                    <a:pt x="127507" y="103185"/>
                  </a:lnTo>
                  <a:lnTo>
                    <a:pt x="129516" y="98215"/>
                  </a:lnTo>
                  <a:lnTo>
                    <a:pt x="139621" y="82567"/>
                  </a:lnTo>
                  <a:lnTo>
                    <a:pt x="142585" y="79897"/>
                  </a:lnTo>
                  <a:lnTo>
                    <a:pt x="144922" y="78707"/>
                  </a:lnTo>
                  <a:lnTo>
                    <a:pt x="146974" y="78333"/>
                  </a:lnTo>
                  <a:lnTo>
                    <a:pt x="147533" y="77517"/>
                  </a:lnTo>
                  <a:lnTo>
                    <a:pt x="149638" y="75658"/>
                  </a:lnTo>
                  <a:lnTo>
                    <a:pt x="151588" y="72531"/>
                  </a:lnTo>
                  <a:lnTo>
                    <a:pt x="152017" y="72340"/>
                  </a:lnTo>
                  <a:lnTo>
                    <a:pt x="152850" y="71176"/>
                  </a:lnTo>
                  <a:lnTo>
                    <a:pt x="153125" y="71097"/>
                  </a:lnTo>
                  <a:lnTo>
                    <a:pt x="153241" y="70590"/>
                  </a:lnTo>
                  <a:lnTo>
                    <a:pt x="153962" y="70449"/>
                  </a:lnTo>
                  <a:lnTo>
                    <a:pt x="154177" y="69893"/>
                  </a:lnTo>
                  <a:lnTo>
                    <a:pt x="155400" y="69483"/>
                  </a:lnTo>
                  <a:lnTo>
                    <a:pt x="156458" y="67878"/>
                  </a:lnTo>
                  <a:lnTo>
                    <a:pt x="157898" y="66898"/>
                  </a:lnTo>
                  <a:lnTo>
                    <a:pt x="158842" y="65247"/>
                  </a:lnTo>
                  <a:lnTo>
                    <a:pt x="159517" y="65197"/>
                  </a:lnTo>
                  <a:lnTo>
                    <a:pt x="159931" y="64716"/>
                  </a:lnTo>
                  <a:lnTo>
                    <a:pt x="160959" y="62795"/>
                  </a:lnTo>
                  <a:lnTo>
                    <a:pt x="162754" y="61274"/>
                  </a:lnTo>
                  <a:lnTo>
                    <a:pt x="163711" y="60762"/>
                  </a:lnTo>
                  <a:lnTo>
                    <a:pt x="165625" y="58151"/>
                  </a:lnTo>
                  <a:lnTo>
                    <a:pt x="166212" y="57765"/>
                  </a:lnTo>
                  <a:lnTo>
                    <a:pt x="166787" y="56735"/>
                  </a:lnTo>
                  <a:lnTo>
                    <a:pt x="167382" y="56609"/>
                  </a:lnTo>
                  <a:lnTo>
                    <a:pt x="169006" y="55301"/>
                  </a:lnTo>
                  <a:lnTo>
                    <a:pt x="169544" y="53564"/>
                  </a:lnTo>
                  <a:lnTo>
                    <a:pt x="168607" y="53300"/>
                  </a:lnTo>
                  <a:lnTo>
                    <a:pt x="168592" y="52183"/>
                  </a:lnTo>
                  <a:lnTo>
                    <a:pt x="166942" y="50029"/>
                  </a:lnTo>
                  <a:lnTo>
                    <a:pt x="170602" y="48795"/>
                  </a:lnTo>
                  <a:lnTo>
                    <a:pt x="173228" y="50925"/>
                  </a:lnTo>
                  <a:lnTo>
                    <a:pt x="173739" y="50908"/>
                  </a:lnTo>
                  <a:lnTo>
                    <a:pt x="174301" y="51525"/>
                  </a:lnTo>
                  <a:lnTo>
                    <a:pt x="176817" y="52645"/>
                  </a:lnTo>
                  <a:lnTo>
                    <a:pt x="177305" y="52619"/>
                  </a:lnTo>
                  <a:lnTo>
                    <a:pt x="178605" y="53525"/>
                  </a:lnTo>
                  <a:lnTo>
                    <a:pt x="178737" y="54210"/>
                  </a:lnTo>
                  <a:lnTo>
                    <a:pt x="180193" y="56069"/>
                  </a:lnTo>
                  <a:lnTo>
                    <a:pt x="184853" y="59268"/>
                  </a:lnTo>
                  <a:lnTo>
                    <a:pt x="186757" y="61220"/>
                  </a:lnTo>
                  <a:lnTo>
                    <a:pt x="186508" y="62877"/>
                  </a:lnTo>
                  <a:lnTo>
                    <a:pt x="194509" y="70839"/>
                  </a:lnTo>
                  <a:lnTo>
                    <a:pt x="197616" y="73184"/>
                  </a:lnTo>
                  <a:lnTo>
                    <a:pt x="201110" y="78027"/>
                  </a:lnTo>
                  <a:lnTo>
                    <a:pt x="203379" y="81822"/>
                  </a:lnTo>
                  <a:lnTo>
                    <a:pt x="207932" y="92054"/>
                  </a:lnTo>
                  <a:lnTo>
                    <a:pt x="212262" y="96824"/>
                  </a:lnTo>
                  <a:lnTo>
                    <a:pt x="214343" y="98430"/>
                  </a:lnTo>
                  <a:lnTo>
                    <a:pt x="220805" y="99477"/>
                  </a:lnTo>
                  <a:lnTo>
                    <a:pt x="222883" y="102177"/>
                  </a:lnTo>
                  <a:lnTo>
                    <a:pt x="223459" y="103719"/>
                  </a:lnTo>
                  <a:lnTo>
                    <a:pt x="224844" y="97995"/>
                  </a:lnTo>
                  <a:lnTo>
                    <a:pt x="225429" y="94268"/>
                  </a:lnTo>
                  <a:lnTo>
                    <a:pt x="227177" y="92295"/>
                  </a:lnTo>
                  <a:lnTo>
                    <a:pt x="227341" y="86790"/>
                  </a:lnTo>
                  <a:lnTo>
                    <a:pt x="225755" y="79852"/>
                  </a:lnTo>
                  <a:lnTo>
                    <a:pt x="225230" y="72726"/>
                  </a:lnTo>
                  <a:lnTo>
                    <a:pt x="227886" y="69964"/>
                  </a:lnTo>
                  <a:lnTo>
                    <a:pt x="229585" y="67222"/>
                  </a:lnTo>
                  <a:lnTo>
                    <a:pt x="231036" y="66607"/>
                  </a:lnTo>
                  <a:lnTo>
                    <a:pt x="232745" y="64145"/>
                  </a:lnTo>
                  <a:lnTo>
                    <a:pt x="233654" y="62209"/>
                  </a:lnTo>
                  <a:lnTo>
                    <a:pt x="235859" y="61359"/>
                  </a:lnTo>
                  <a:lnTo>
                    <a:pt x="237437" y="59418"/>
                  </a:lnTo>
                  <a:lnTo>
                    <a:pt x="239062" y="58542"/>
                  </a:lnTo>
                  <a:lnTo>
                    <a:pt x="238606" y="57588"/>
                  </a:lnTo>
                  <a:lnTo>
                    <a:pt x="236888" y="55405"/>
                  </a:lnTo>
                  <a:lnTo>
                    <a:pt x="235911" y="53417"/>
                  </a:lnTo>
                  <a:lnTo>
                    <a:pt x="234960" y="52590"/>
                  </a:lnTo>
                  <a:lnTo>
                    <a:pt x="234697" y="51975"/>
                  </a:lnTo>
                  <a:lnTo>
                    <a:pt x="234768" y="51576"/>
                  </a:lnTo>
                  <a:lnTo>
                    <a:pt x="237503" y="48756"/>
                  </a:lnTo>
                  <a:lnTo>
                    <a:pt x="241900" y="43427"/>
                  </a:lnTo>
                  <a:lnTo>
                    <a:pt x="242763" y="39493"/>
                  </a:lnTo>
                  <a:lnTo>
                    <a:pt x="244722" y="38897"/>
                  </a:lnTo>
                  <a:lnTo>
                    <a:pt x="245707" y="39792"/>
                  </a:lnTo>
                  <a:lnTo>
                    <a:pt x="249054" y="39333"/>
                  </a:lnTo>
                  <a:lnTo>
                    <a:pt x="254449" y="36973"/>
                  </a:lnTo>
                  <a:lnTo>
                    <a:pt x="256600" y="33897"/>
                  </a:lnTo>
                  <a:lnTo>
                    <a:pt x="268172" y="36579"/>
                  </a:lnTo>
                  <a:lnTo>
                    <a:pt x="274153" y="36828"/>
                  </a:lnTo>
                  <a:lnTo>
                    <a:pt x="287828" y="25243"/>
                  </a:lnTo>
                  <a:lnTo>
                    <a:pt x="299317" y="22144"/>
                  </a:lnTo>
                  <a:lnTo>
                    <a:pt x="312353" y="21775"/>
                  </a:lnTo>
                  <a:lnTo>
                    <a:pt x="315416" y="19111"/>
                  </a:lnTo>
                  <a:lnTo>
                    <a:pt x="327107" y="15781"/>
                  </a:lnTo>
                  <a:lnTo>
                    <a:pt x="328122" y="12356"/>
                  </a:lnTo>
                  <a:lnTo>
                    <a:pt x="327816" y="3924"/>
                  </a:lnTo>
                  <a:lnTo>
                    <a:pt x="330129" y="52"/>
                  </a:lnTo>
                  <a:lnTo>
                    <a:pt x="335586" y="25"/>
                  </a:lnTo>
                  <a:lnTo>
                    <a:pt x="340860" y="0"/>
                  </a:lnTo>
                  <a:lnTo>
                    <a:pt x="350727" y="2676"/>
                  </a:lnTo>
                  <a:lnTo>
                    <a:pt x="354383" y="6219"/>
                  </a:lnTo>
                  <a:lnTo>
                    <a:pt x="359752" y="5460"/>
                  </a:lnTo>
                  <a:lnTo>
                    <a:pt x="364344" y="6040"/>
                  </a:lnTo>
                  <a:lnTo>
                    <a:pt x="369130" y="5547"/>
                  </a:lnTo>
                  <a:lnTo>
                    <a:pt x="374567" y="5738"/>
                  </a:lnTo>
                  <a:lnTo>
                    <a:pt x="381924" y="4330"/>
                  </a:lnTo>
                  <a:lnTo>
                    <a:pt x="382656" y="10303"/>
                  </a:lnTo>
                  <a:lnTo>
                    <a:pt x="378594" y="16874"/>
                  </a:lnTo>
                  <a:lnTo>
                    <a:pt x="377321" y="18358"/>
                  </a:lnTo>
                  <a:lnTo>
                    <a:pt x="376522" y="20140"/>
                  </a:lnTo>
                  <a:lnTo>
                    <a:pt x="373783" y="23980"/>
                  </a:lnTo>
                  <a:lnTo>
                    <a:pt x="359784" y="26008"/>
                  </a:lnTo>
                  <a:lnTo>
                    <a:pt x="352332" y="20315"/>
                  </a:lnTo>
                  <a:lnTo>
                    <a:pt x="349796" y="32760"/>
                  </a:lnTo>
                  <a:lnTo>
                    <a:pt x="350148" y="36990"/>
                  </a:lnTo>
                  <a:lnTo>
                    <a:pt x="358092" y="41115"/>
                  </a:lnTo>
                  <a:lnTo>
                    <a:pt x="359333" y="43801"/>
                  </a:lnTo>
                  <a:lnTo>
                    <a:pt x="358147" y="49785"/>
                  </a:lnTo>
                  <a:lnTo>
                    <a:pt x="356976" y="53327"/>
                  </a:lnTo>
                  <a:lnTo>
                    <a:pt x="358066" y="53928"/>
                  </a:lnTo>
                  <a:lnTo>
                    <a:pt x="358126" y="57103"/>
                  </a:lnTo>
                  <a:lnTo>
                    <a:pt x="357925" y="57489"/>
                  </a:lnTo>
                  <a:lnTo>
                    <a:pt x="358112" y="58636"/>
                  </a:lnTo>
                  <a:lnTo>
                    <a:pt x="359898" y="59939"/>
                  </a:lnTo>
                  <a:lnTo>
                    <a:pt x="360190" y="60781"/>
                  </a:lnTo>
                  <a:lnTo>
                    <a:pt x="364460" y="65624"/>
                  </a:lnTo>
                  <a:lnTo>
                    <a:pt x="365681" y="67745"/>
                  </a:lnTo>
                  <a:lnTo>
                    <a:pt x="365087" y="68667"/>
                  </a:lnTo>
                  <a:lnTo>
                    <a:pt x="364819" y="70358"/>
                  </a:lnTo>
                  <a:lnTo>
                    <a:pt x="365523" y="72160"/>
                  </a:lnTo>
                  <a:lnTo>
                    <a:pt x="366234" y="73297"/>
                  </a:lnTo>
                  <a:lnTo>
                    <a:pt x="369132" y="76462"/>
                  </a:lnTo>
                  <a:lnTo>
                    <a:pt x="369253" y="77080"/>
                  </a:lnTo>
                  <a:lnTo>
                    <a:pt x="369652" y="77602"/>
                  </a:lnTo>
                  <a:lnTo>
                    <a:pt x="371128" y="78787"/>
                  </a:lnTo>
                  <a:lnTo>
                    <a:pt x="372048" y="78403"/>
                  </a:lnTo>
                  <a:lnTo>
                    <a:pt x="373765" y="81501"/>
                  </a:lnTo>
                  <a:lnTo>
                    <a:pt x="374565" y="81715"/>
                  </a:lnTo>
                  <a:lnTo>
                    <a:pt x="375128" y="81508"/>
                  </a:lnTo>
                  <a:lnTo>
                    <a:pt x="375774" y="81921"/>
                  </a:lnTo>
                  <a:lnTo>
                    <a:pt x="376270" y="81569"/>
                  </a:lnTo>
                  <a:lnTo>
                    <a:pt x="376353" y="80643"/>
                  </a:lnTo>
                  <a:lnTo>
                    <a:pt x="378820" y="78442"/>
                  </a:lnTo>
                  <a:lnTo>
                    <a:pt x="381215" y="78753"/>
                  </a:lnTo>
                  <a:lnTo>
                    <a:pt x="381702" y="77845"/>
                  </a:lnTo>
                  <a:lnTo>
                    <a:pt x="382711" y="77385"/>
                  </a:lnTo>
                  <a:lnTo>
                    <a:pt x="383061" y="74765"/>
                  </a:lnTo>
                  <a:lnTo>
                    <a:pt x="384554" y="73391"/>
                  </a:lnTo>
                  <a:lnTo>
                    <a:pt x="385910" y="73134"/>
                  </a:lnTo>
                  <a:lnTo>
                    <a:pt x="390658" y="70516"/>
                  </a:lnTo>
                  <a:lnTo>
                    <a:pt x="391153" y="70472"/>
                  </a:lnTo>
                  <a:lnTo>
                    <a:pt x="393131" y="71861"/>
                  </a:lnTo>
                  <a:lnTo>
                    <a:pt x="394298" y="73540"/>
                  </a:lnTo>
                  <a:lnTo>
                    <a:pt x="393883" y="78323"/>
                  </a:lnTo>
                  <a:lnTo>
                    <a:pt x="394218" y="78921"/>
                  </a:lnTo>
                  <a:lnTo>
                    <a:pt x="396459" y="79306"/>
                  </a:lnTo>
                  <a:lnTo>
                    <a:pt x="396488" y="79661"/>
                  </a:lnTo>
                  <a:lnTo>
                    <a:pt x="398742" y="82584"/>
                  </a:lnTo>
                  <a:lnTo>
                    <a:pt x="399170" y="84215"/>
                  </a:lnTo>
                  <a:lnTo>
                    <a:pt x="399010" y="85592"/>
                  </a:lnTo>
                  <a:lnTo>
                    <a:pt x="399264" y="86717"/>
                  </a:lnTo>
                  <a:lnTo>
                    <a:pt x="400797" y="90079"/>
                  </a:lnTo>
                  <a:lnTo>
                    <a:pt x="400821" y="90854"/>
                  </a:lnTo>
                  <a:lnTo>
                    <a:pt x="401440" y="92705"/>
                  </a:lnTo>
                  <a:lnTo>
                    <a:pt x="402219" y="93750"/>
                  </a:lnTo>
                  <a:lnTo>
                    <a:pt x="402466" y="94490"/>
                  </a:lnTo>
                  <a:lnTo>
                    <a:pt x="406963" y="98320"/>
                  </a:lnTo>
                  <a:lnTo>
                    <a:pt x="405632" y="103715"/>
                  </a:lnTo>
                  <a:lnTo>
                    <a:pt x="403834" y="106896"/>
                  </a:lnTo>
                  <a:lnTo>
                    <a:pt x="401378" y="109832"/>
                  </a:lnTo>
                  <a:lnTo>
                    <a:pt x="401493" y="113006"/>
                  </a:lnTo>
                  <a:lnTo>
                    <a:pt x="401085" y="113762"/>
                  </a:lnTo>
                  <a:lnTo>
                    <a:pt x="401904" y="114925"/>
                  </a:lnTo>
                  <a:lnTo>
                    <a:pt x="402409" y="117175"/>
                  </a:lnTo>
                  <a:lnTo>
                    <a:pt x="407000" y="121919"/>
                  </a:lnTo>
                  <a:lnTo>
                    <a:pt x="409262" y="123397"/>
                  </a:lnTo>
                  <a:lnTo>
                    <a:pt x="410120" y="123591"/>
                  </a:lnTo>
                  <a:lnTo>
                    <a:pt x="411012" y="123238"/>
                  </a:lnTo>
                  <a:lnTo>
                    <a:pt x="412501" y="122778"/>
                  </a:lnTo>
                  <a:lnTo>
                    <a:pt x="414813" y="123275"/>
                  </a:lnTo>
                  <a:lnTo>
                    <a:pt x="415504" y="123153"/>
                  </a:lnTo>
                  <a:lnTo>
                    <a:pt x="417376" y="123460"/>
                  </a:lnTo>
                  <a:lnTo>
                    <a:pt x="417778" y="123148"/>
                  </a:lnTo>
                  <a:lnTo>
                    <a:pt x="422611" y="125043"/>
                  </a:lnTo>
                  <a:lnTo>
                    <a:pt x="423430" y="125138"/>
                  </a:lnTo>
                  <a:lnTo>
                    <a:pt x="425937" y="126533"/>
                  </a:lnTo>
                  <a:lnTo>
                    <a:pt x="430838" y="126662"/>
                  </a:lnTo>
                  <a:lnTo>
                    <a:pt x="432552" y="126180"/>
                  </a:lnTo>
                  <a:lnTo>
                    <a:pt x="437473" y="126797"/>
                  </a:lnTo>
                  <a:lnTo>
                    <a:pt x="446955" y="132659"/>
                  </a:lnTo>
                  <a:lnTo>
                    <a:pt x="454893" y="128248"/>
                  </a:lnTo>
                  <a:lnTo>
                    <a:pt x="456364" y="131834"/>
                  </a:lnTo>
                  <a:lnTo>
                    <a:pt x="464576" y="133875"/>
                  </a:lnTo>
                  <a:lnTo>
                    <a:pt x="467885" y="137016"/>
                  </a:lnTo>
                  <a:lnTo>
                    <a:pt x="468199" y="146782"/>
                  </a:lnTo>
                  <a:lnTo>
                    <a:pt x="467123" y="155875"/>
                  </a:lnTo>
                  <a:lnTo>
                    <a:pt x="468367" y="158561"/>
                  </a:lnTo>
                  <a:lnTo>
                    <a:pt x="470313" y="161141"/>
                  </a:lnTo>
                  <a:lnTo>
                    <a:pt x="474439" y="163543"/>
                  </a:lnTo>
                  <a:lnTo>
                    <a:pt x="475909" y="170216"/>
                  </a:lnTo>
                  <a:lnTo>
                    <a:pt x="475663" y="174179"/>
                  </a:lnTo>
                  <a:lnTo>
                    <a:pt x="476176" y="177370"/>
                  </a:lnTo>
                  <a:lnTo>
                    <a:pt x="477042" y="179229"/>
                  </a:lnTo>
                  <a:lnTo>
                    <a:pt x="477175" y="179769"/>
                  </a:lnTo>
                  <a:lnTo>
                    <a:pt x="476963" y="180466"/>
                  </a:lnTo>
                  <a:lnTo>
                    <a:pt x="478782" y="182633"/>
                  </a:lnTo>
                  <a:lnTo>
                    <a:pt x="478451" y="183658"/>
                  </a:lnTo>
                  <a:lnTo>
                    <a:pt x="478687" y="184787"/>
                  </a:lnTo>
                  <a:lnTo>
                    <a:pt x="477610" y="186378"/>
                  </a:lnTo>
                  <a:lnTo>
                    <a:pt x="477685" y="187624"/>
                  </a:lnTo>
                  <a:lnTo>
                    <a:pt x="478112" y="188691"/>
                  </a:lnTo>
                  <a:lnTo>
                    <a:pt x="478924" y="189670"/>
                  </a:lnTo>
                  <a:lnTo>
                    <a:pt x="478705" y="190265"/>
                  </a:lnTo>
                  <a:lnTo>
                    <a:pt x="478770" y="191383"/>
                  </a:lnTo>
                  <a:lnTo>
                    <a:pt x="479067" y="192885"/>
                  </a:lnTo>
                  <a:lnTo>
                    <a:pt x="479930" y="195052"/>
                  </a:lnTo>
                  <a:lnTo>
                    <a:pt x="479911" y="196430"/>
                  </a:lnTo>
                  <a:lnTo>
                    <a:pt x="480282" y="197268"/>
                  </a:lnTo>
                  <a:lnTo>
                    <a:pt x="480956" y="201337"/>
                  </a:lnTo>
                  <a:lnTo>
                    <a:pt x="482140" y="202556"/>
                  </a:lnTo>
                  <a:lnTo>
                    <a:pt x="482478" y="203376"/>
                  </a:lnTo>
                  <a:lnTo>
                    <a:pt x="484172" y="205540"/>
                  </a:lnTo>
                  <a:lnTo>
                    <a:pt x="484474" y="208054"/>
                  </a:lnTo>
                  <a:lnTo>
                    <a:pt x="486623" y="210763"/>
                  </a:lnTo>
                  <a:lnTo>
                    <a:pt x="486600" y="212932"/>
                  </a:lnTo>
                  <a:lnTo>
                    <a:pt x="485374" y="215413"/>
                  </a:lnTo>
                  <a:lnTo>
                    <a:pt x="486497" y="217030"/>
                  </a:lnTo>
                  <a:lnTo>
                    <a:pt x="487480" y="221016"/>
                  </a:lnTo>
                  <a:lnTo>
                    <a:pt x="487611" y="223090"/>
                  </a:lnTo>
                  <a:lnTo>
                    <a:pt x="487876" y="223577"/>
                  </a:lnTo>
                  <a:lnTo>
                    <a:pt x="490311" y="224847"/>
                  </a:lnTo>
                  <a:lnTo>
                    <a:pt x="491648" y="226731"/>
                  </a:lnTo>
                  <a:lnTo>
                    <a:pt x="492909" y="227890"/>
                  </a:lnTo>
                  <a:lnTo>
                    <a:pt x="493468" y="229026"/>
                  </a:lnTo>
                  <a:lnTo>
                    <a:pt x="494399" y="229413"/>
                  </a:lnTo>
                  <a:lnTo>
                    <a:pt x="496545" y="229800"/>
                  </a:lnTo>
                  <a:lnTo>
                    <a:pt x="498954" y="230800"/>
                  </a:lnTo>
                  <a:lnTo>
                    <a:pt x="501053" y="231383"/>
                  </a:lnTo>
                  <a:lnTo>
                    <a:pt x="501954" y="234041"/>
                  </a:lnTo>
                  <a:lnTo>
                    <a:pt x="502615" y="235195"/>
                  </a:lnTo>
                  <a:lnTo>
                    <a:pt x="505223" y="236750"/>
                  </a:lnTo>
                  <a:lnTo>
                    <a:pt x="506853" y="237227"/>
                  </a:lnTo>
                  <a:lnTo>
                    <a:pt x="509138" y="238817"/>
                  </a:lnTo>
                  <a:lnTo>
                    <a:pt x="511324" y="239488"/>
                  </a:lnTo>
                  <a:lnTo>
                    <a:pt x="510143" y="242350"/>
                  </a:lnTo>
                  <a:lnTo>
                    <a:pt x="510159" y="244670"/>
                  </a:lnTo>
                  <a:lnTo>
                    <a:pt x="511383" y="245970"/>
                  </a:lnTo>
                  <a:lnTo>
                    <a:pt x="514727" y="250862"/>
                  </a:lnTo>
                  <a:lnTo>
                    <a:pt x="519069" y="256122"/>
                  </a:lnTo>
                  <a:lnTo>
                    <a:pt x="522053" y="257482"/>
                  </a:lnTo>
                  <a:lnTo>
                    <a:pt x="521989" y="258351"/>
                  </a:lnTo>
                  <a:lnTo>
                    <a:pt x="522488" y="259396"/>
                  </a:lnTo>
                  <a:lnTo>
                    <a:pt x="522971" y="261425"/>
                  </a:lnTo>
                  <a:lnTo>
                    <a:pt x="523958" y="262144"/>
                  </a:lnTo>
                  <a:lnTo>
                    <a:pt x="525451" y="264991"/>
                  </a:lnTo>
                  <a:lnTo>
                    <a:pt x="527619" y="267110"/>
                  </a:lnTo>
                  <a:lnTo>
                    <a:pt x="528887" y="268863"/>
                  </a:lnTo>
                  <a:lnTo>
                    <a:pt x="530021" y="269521"/>
                  </a:lnTo>
                  <a:lnTo>
                    <a:pt x="532892" y="268826"/>
                  </a:lnTo>
                  <a:lnTo>
                    <a:pt x="534439" y="270672"/>
                  </a:lnTo>
                  <a:lnTo>
                    <a:pt x="537738" y="272163"/>
                  </a:lnTo>
                  <a:lnTo>
                    <a:pt x="538783" y="272966"/>
                  </a:lnTo>
                  <a:lnTo>
                    <a:pt x="539565" y="273092"/>
                  </a:lnTo>
                  <a:lnTo>
                    <a:pt x="541726" y="272871"/>
                  </a:lnTo>
                  <a:lnTo>
                    <a:pt x="544702" y="273979"/>
                  </a:lnTo>
                  <a:lnTo>
                    <a:pt x="546459" y="274041"/>
                  </a:lnTo>
                  <a:lnTo>
                    <a:pt x="547429" y="274551"/>
                  </a:lnTo>
                  <a:lnTo>
                    <a:pt x="549139" y="273575"/>
                  </a:lnTo>
                  <a:lnTo>
                    <a:pt x="550564" y="271863"/>
                  </a:lnTo>
                  <a:lnTo>
                    <a:pt x="553227" y="270413"/>
                  </a:lnTo>
                  <a:lnTo>
                    <a:pt x="554397" y="268794"/>
                  </a:lnTo>
                  <a:lnTo>
                    <a:pt x="556577" y="268332"/>
                  </a:lnTo>
                  <a:lnTo>
                    <a:pt x="559342" y="266726"/>
                  </a:lnTo>
                  <a:lnTo>
                    <a:pt x="562465" y="265462"/>
                  </a:lnTo>
                  <a:lnTo>
                    <a:pt x="566796" y="262703"/>
                  </a:lnTo>
                  <a:lnTo>
                    <a:pt x="569365" y="260521"/>
                  </a:lnTo>
                  <a:lnTo>
                    <a:pt x="570665" y="261120"/>
                  </a:lnTo>
                  <a:lnTo>
                    <a:pt x="571550" y="261458"/>
                  </a:lnTo>
                  <a:lnTo>
                    <a:pt x="573039" y="261405"/>
                  </a:lnTo>
                  <a:lnTo>
                    <a:pt x="575718" y="260243"/>
                  </a:lnTo>
                  <a:lnTo>
                    <a:pt x="577506" y="259873"/>
                  </a:lnTo>
                  <a:lnTo>
                    <a:pt x="578073" y="259179"/>
                  </a:lnTo>
                  <a:lnTo>
                    <a:pt x="579950" y="258682"/>
                  </a:lnTo>
                  <a:lnTo>
                    <a:pt x="581145" y="259579"/>
                  </a:lnTo>
                  <a:lnTo>
                    <a:pt x="583973" y="260258"/>
                  </a:lnTo>
                  <a:lnTo>
                    <a:pt x="586977" y="261507"/>
                  </a:lnTo>
                  <a:lnTo>
                    <a:pt x="589671" y="263693"/>
                  </a:lnTo>
                  <a:lnTo>
                    <a:pt x="592284" y="262813"/>
                  </a:lnTo>
                  <a:lnTo>
                    <a:pt x="593795" y="263015"/>
                  </a:lnTo>
                  <a:lnTo>
                    <a:pt x="595730" y="263796"/>
                  </a:lnTo>
                  <a:lnTo>
                    <a:pt x="596626" y="264602"/>
                  </a:lnTo>
                  <a:lnTo>
                    <a:pt x="597545" y="265042"/>
                  </a:lnTo>
                  <a:lnTo>
                    <a:pt x="599829" y="265472"/>
                  </a:lnTo>
                  <a:lnTo>
                    <a:pt x="601782" y="266592"/>
                  </a:lnTo>
                  <a:lnTo>
                    <a:pt x="600831" y="267592"/>
                  </a:lnTo>
                  <a:lnTo>
                    <a:pt x="600093" y="267954"/>
                  </a:lnTo>
                  <a:lnTo>
                    <a:pt x="599257" y="267657"/>
                  </a:lnTo>
                  <a:lnTo>
                    <a:pt x="598139" y="267630"/>
                  </a:lnTo>
                  <a:lnTo>
                    <a:pt x="597174" y="268242"/>
                  </a:lnTo>
                  <a:lnTo>
                    <a:pt x="596174" y="267875"/>
                  </a:lnTo>
                  <a:lnTo>
                    <a:pt x="595330" y="268011"/>
                  </a:lnTo>
                  <a:lnTo>
                    <a:pt x="593811" y="268889"/>
                  </a:lnTo>
                  <a:lnTo>
                    <a:pt x="594348" y="270783"/>
                  </a:lnTo>
                  <a:lnTo>
                    <a:pt x="594184" y="271634"/>
                  </a:lnTo>
                  <a:lnTo>
                    <a:pt x="593115" y="272437"/>
                  </a:lnTo>
                  <a:lnTo>
                    <a:pt x="592799" y="273025"/>
                  </a:lnTo>
                  <a:lnTo>
                    <a:pt x="592131" y="276536"/>
                  </a:lnTo>
                  <a:lnTo>
                    <a:pt x="591265" y="278670"/>
                  </a:lnTo>
                  <a:lnTo>
                    <a:pt x="591354" y="279148"/>
                  </a:lnTo>
                  <a:lnTo>
                    <a:pt x="591052" y="280293"/>
                  </a:lnTo>
                  <a:lnTo>
                    <a:pt x="591218" y="281378"/>
                  </a:lnTo>
                  <a:lnTo>
                    <a:pt x="591491" y="281429"/>
                  </a:lnTo>
                  <a:lnTo>
                    <a:pt x="591187" y="282076"/>
                  </a:lnTo>
                  <a:lnTo>
                    <a:pt x="591629" y="282533"/>
                  </a:lnTo>
                  <a:lnTo>
                    <a:pt x="591935" y="283374"/>
                  </a:lnTo>
                  <a:lnTo>
                    <a:pt x="592388" y="286713"/>
                  </a:lnTo>
                  <a:lnTo>
                    <a:pt x="594525" y="287264"/>
                  </a:lnTo>
                  <a:lnTo>
                    <a:pt x="595571" y="287096"/>
                  </a:lnTo>
                  <a:lnTo>
                    <a:pt x="597726" y="287281"/>
                  </a:lnTo>
                  <a:lnTo>
                    <a:pt x="599609" y="288255"/>
                  </a:lnTo>
                  <a:lnTo>
                    <a:pt x="602240" y="290275"/>
                  </a:lnTo>
                  <a:lnTo>
                    <a:pt x="603456" y="291629"/>
                  </a:lnTo>
                  <a:lnTo>
                    <a:pt x="606321" y="292958"/>
                  </a:lnTo>
                  <a:lnTo>
                    <a:pt x="607259" y="293872"/>
                  </a:lnTo>
                  <a:lnTo>
                    <a:pt x="609764" y="295438"/>
                  </a:lnTo>
                  <a:lnTo>
                    <a:pt x="610947" y="298206"/>
                  </a:lnTo>
                  <a:lnTo>
                    <a:pt x="611419" y="302241"/>
                  </a:lnTo>
                  <a:lnTo>
                    <a:pt x="612859" y="305935"/>
                  </a:lnTo>
                  <a:lnTo>
                    <a:pt x="614657" y="308590"/>
                  </a:lnTo>
                  <a:lnTo>
                    <a:pt x="616259" y="310183"/>
                  </a:lnTo>
                  <a:lnTo>
                    <a:pt x="617174" y="311495"/>
                  </a:lnTo>
                  <a:lnTo>
                    <a:pt x="617269" y="312049"/>
                  </a:lnTo>
                  <a:lnTo>
                    <a:pt x="618995" y="314258"/>
                  </a:lnTo>
                  <a:lnTo>
                    <a:pt x="618869" y="316899"/>
                  </a:lnTo>
                  <a:lnTo>
                    <a:pt x="619176" y="318826"/>
                  </a:lnTo>
                  <a:lnTo>
                    <a:pt x="619093" y="320682"/>
                  </a:lnTo>
                  <a:lnTo>
                    <a:pt x="618793" y="322546"/>
                  </a:lnTo>
                  <a:lnTo>
                    <a:pt x="618344" y="323389"/>
                  </a:lnTo>
                  <a:lnTo>
                    <a:pt x="618199" y="324859"/>
                  </a:lnTo>
                  <a:lnTo>
                    <a:pt x="617661" y="325782"/>
                  </a:lnTo>
                  <a:lnTo>
                    <a:pt x="619771" y="326968"/>
                  </a:lnTo>
                  <a:lnTo>
                    <a:pt x="620311" y="327596"/>
                  </a:lnTo>
                  <a:lnTo>
                    <a:pt x="620580" y="328438"/>
                  </a:lnTo>
                  <a:lnTo>
                    <a:pt x="621262" y="328486"/>
                  </a:lnTo>
                  <a:lnTo>
                    <a:pt x="621216" y="328976"/>
                  </a:lnTo>
                  <a:lnTo>
                    <a:pt x="624462" y="330452"/>
                  </a:lnTo>
                  <a:lnTo>
                    <a:pt x="627845" y="331084"/>
                  </a:lnTo>
                  <a:lnTo>
                    <a:pt x="629872" y="330879"/>
                  </a:lnTo>
                  <a:lnTo>
                    <a:pt x="631431" y="330412"/>
                  </a:lnTo>
                  <a:lnTo>
                    <a:pt x="634635" y="329068"/>
                  </a:lnTo>
                  <a:lnTo>
                    <a:pt x="636439" y="328036"/>
                  </a:lnTo>
                  <a:lnTo>
                    <a:pt x="636604" y="329456"/>
                  </a:lnTo>
                  <a:lnTo>
                    <a:pt x="637710" y="328742"/>
                  </a:lnTo>
                  <a:lnTo>
                    <a:pt x="637846" y="328873"/>
                  </a:lnTo>
                  <a:lnTo>
                    <a:pt x="636462" y="330719"/>
                  </a:lnTo>
                  <a:lnTo>
                    <a:pt x="637551" y="331625"/>
                  </a:lnTo>
                  <a:lnTo>
                    <a:pt x="638229" y="331839"/>
                  </a:lnTo>
                  <a:lnTo>
                    <a:pt x="638603" y="331377"/>
                  </a:lnTo>
                  <a:lnTo>
                    <a:pt x="640764" y="334099"/>
                  </a:lnTo>
                  <a:lnTo>
                    <a:pt x="642004" y="334588"/>
                  </a:lnTo>
                  <a:lnTo>
                    <a:pt x="642707" y="335287"/>
                  </a:lnTo>
                  <a:lnTo>
                    <a:pt x="643495" y="340661"/>
                  </a:lnTo>
                  <a:lnTo>
                    <a:pt x="643861" y="341477"/>
                  </a:lnTo>
                  <a:lnTo>
                    <a:pt x="642722" y="342063"/>
                  </a:lnTo>
                  <a:lnTo>
                    <a:pt x="642357" y="343361"/>
                  </a:lnTo>
                  <a:lnTo>
                    <a:pt x="642364" y="344733"/>
                  </a:lnTo>
                  <a:lnTo>
                    <a:pt x="641573" y="345671"/>
                  </a:lnTo>
                  <a:lnTo>
                    <a:pt x="640464" y="349380"/>
                  </a:lnTo>
                  <a:lnTo>
                    <a:pt x="638914" y="350205"/>
                  </a:lnTo>
                  <a:lnTo>
                    <a:pt x="637239" y="351759"/>
                  </a:lnTo>
                  <a:lnTo>
                    <a:pt x="637843" y="353818"/>
                  </a:lnTo>
                  <a:lnTo>
                    <a:pt x="637816" y="356476"/>
                  </a:lnTo>
                  <a:lnTo>
                    <a:pt x="638210" y="358416"/>
                  </a:lnTo>
                  <a:lnTo>
                    <a:pt x="638859" y="359247"/>
                  </a:lnTo>
                  <a:lnTo>
                    <a:pt x="638822" y="360511"/>
                  </a:lnTo>
                  <a:lnTo>
                    <a:pt x="637890" y="363566"/>
                  </a:lnTo>
                  <a:lnTo>
                    <a:pt x="637929" y="364993"/>
                  </a:lnTo>
                  <a:lnTo>
                    <a:pt x="637671" y="366215"/>
                  </a:lnTo>
                  <a:lnTo>
                    <a:pt x="637323" y="366872"/>
                  </a:lnTo>
                  <a:lnTo>
                    <a:pt x="636482" y="366336"/>
                  </a:lnTo>
                  <a:lnTo>
                    <a:pt x="637020" y="367295"/>
                  </a:lnTo>
                  <a:lnTo>
                    <a:pt x="637216" y="369359"/>
                  </a:lnTo>
                  <a:lnTo>
                    <a:pt x="638656" y="371624"/>
                  </a:lnTo>
                  <a:lnTo>
                    <a:pt x="641175" y="374084"/>
                  </a:lnTo>
                  <a:lnTo>
                    <a:pt x="641782" y="375111"/>
                  </a:lnTo>
                  <a:lnTo>
                    <a:pt x="642330" y="377629"/>
                  </a:lnTo>
                  <a:lnTo>
                    <a:pt x="642137" y="377598"/>
                  </a:lnTo>
                  <a:lnTo>
                    <a:pt x="641831" y="378075"/>
                  </a:lnTo>
                  <a:lnTo>
                    <a:pt x="642299" y="378727"/>
                  </a:lnTo>
                  <a:lnTo>
                    <a:pt x="642473" y="380844"/>
                  </a:lnTo>
                  <a:lnTo>
                    <a:pt x="642170" y="381873"/>
                  </a:lnTo>
                  <a:lnTo>
                    <a:pt x="641102" y="381790"/>
                  </a:lnTo>
                  <a:lnTo>
                    <a:pt x="641496" y="383790"/>
                  </a:lnTo>
                  <a:lnTo>
                    <a:pt x="642500" y="387076"/>
                  </a:lnTo>
                  <a:lnTo>
                    <a:pt x="643259" y="388298"/>
                  </a:lnTo>
                  <a:lnTo>
                    <a:pt x="643465" y="390821"/>
                  </a:lnTo>
                  <a:lnTo>
                    <a:pt x="644841" y="392868"/>
                  </a:lnTo>
                  <a:lnTo>
                    <a:pt x="646600" y="398316"/>
                  </a:lnTo>
                  <a:lnTo>
                    <a:pt x="649825" y="401001"/>
                  </a:lnTo>
                  <a:lnTo>
                    <a:pt x="650001" y="401349"/>
                  </a:lnTo>
                  <a:lnTo>
                    <a:pt x="650330" y="401321"/>
                  </a:lnTo>
                  <a:lnTo>
                    <a:pt x="651595" y="401963"/>
                  </a:lnTo>
                  <a:lnTo>
                    <a:pt x="651868" y="402524"/>
                  </a:lnTo>
                  <a:lnTo>
                    <a:pt x="653752" y="404265"/>
                  </a:lnTo>
                  <a:lnTo>
                    <a:pt x="653890" y="405715"/>
                  </a:lnTo>
                  <a:lnTo>
                    <a:pt x="654882" y="408218"/>
                  </a:lnTo>
                  <a:lnTo>
                    <a:pt x="655912" y="414926"/>
                  </a:lnTo>
                  <a:lnTo>
                    <a:pt x="657061" y="416978"/>
                  </a:lnTo>
                  <a:lnTo>
                    <a:pt x="658000" y="418023"/>
                  </a:lnTo>
                  <a:lnTo>
                    <a:pt x="661827" y="420967"/>
                  </a:lnTo>
                  <a:lnTo>
                    <a:pt x="663494" y="423063"/>
                  </a:lnTo>
                  <a:lnTo>
                    <a:pt x="665826" y="427608"/>
                  </a:lnTo>
                  <a:lnTo>
                    <a:pt x="665975" y="429270"/>
                  </a:lnTo>
                  <a:lnTo>
                    <a:pt x="666643" y="430545"/>
                  </a:lnTo>
                  <a:lnTo>
                    <a:pt x="666828" y="432783"/>
                  </a:lnTo>
                  <a:lnTo>
                    <a:pt x="667167" y="433682"/>
                  </a:lnTo>
                  <a:lnTo>
                    <a:pt x="667781" y="433348"/>
                  </a:lnTo>
                  <a:lnTo>
                    <a:pt x="669969" y="433553"/>
                  </a:lnTo>
                  <a:lnTo>
                    <a:pt x="672144" y="432885"/>
                  </a:lnTo>
                  <a:lnTo>
                    <a:pt x="672895" y="433013"/>
                  </a:lnTo>
                  <a:lnTo>
                    <a:pt x="676023" y="432560"/>
                  </a:lnTo>
                  <a:lnTo>
                    <a:pt x="681694" y="432579"/>
                  </a:lnTo>
                  <a:lnTo>
                    <a:pt x="681935" y="434781"/>
                  </a:lnTo>
                  <a:lnTo>
                    <a:pt x="682895" y="436796"/>
                  </a:lnTo>
                  <a:lnTo>
                    <a:pt x="677912" y="436458"/>
                  </a:lnTo>
                  <a:lnTo>
                    <a:pt x="675373" y="437386"/>
                  </a:lnTo>
                  <a:lnTo>
                    <a:pt x="675249" y="437153"/>
                  </a:lnTo>
                  <a:lnTo>
                    <a:pt x="673906" y="438265"/>
                  </a:lnTo>
                  <a:lnTo>
                    <a:pt x="673643" y="439066"/>
                  </a:lnTo>
                  <a:lnTo>
                    <a:pt x="673707" y="441013"/>
                  </a:lnTo>
                  <a:lnTo>
                    <a:pt x="671699" y="441971"/>
                  </a:lnTo>
                  <a:lnTo>
                    <a:pt x="671342" y="442996"/>
                  </a:lnTo>
                  <a:lnTo>
                    <a:pt x="667702" y="444218"/>
                  </a:lnTo>
                  <a:lnTo>
                    <a:pt x="667232" y="443919"/>
                  </a:lnTo>
                  <a:lnTo>
                    <a:pt x="665564" y="444638"/>
                  </a:lnTo>
                  <a:lnTo>
                    <a:pt x="664795" y="444428"/>
                  </a:lnTo>
                  <a:lnTo>
                    <a:pt x="664487" y="445032"/>
                  </a:lnTo>
                  <a:lnTo>
                    <a:pt x="664257" y="445069"/>
                  </a:lnTo>
                  <a:lnTo>
                    <a:pt x="664249" y="445478"/>
                  </a:lnTo>
                  <a:lnTo>
                    <a:pt x="661663" y="446720"/>
                  </a:lnTo>
                  <a:lnTo>
                    <a:pt x="661261" y="446372"/>
                  </a:lnTo>
                  <a:lnTo>
                    <a:pt x="660152" y="446077"/>
                  </a:lnTo>
                  <a:lnTo>
                    <a:pt x="658687" y="446986"/>
                  </a:lnTo>
                  <a:lnTo>
                    <a:pt x="657497" y="447365"/>
                  </a:lnTo>
                  <a:lnTo>
                    <a:pt x="655982" y="449351"/>
                  </a:lnTo>
                  <a:lnTo>
                    <a:pt x="654181" y="451049"/>
                  </a:lnTo>
                  <a:lnTo>
                    <a:pt x="654629" y="452186"/>
                  </a:lnTo>
                  <a:lnTo>
                    <a:pt x="654223" y="452610"/>
                  </a:lnTo>
                  <a:lnTo>
                    <a:pt x="653205" y="451673"/>
                  </a:lnTo>
                  <a:lnTo>
                    <a:pt x="651531" y="453293"/>
                  </a:lnTo>
                  <a:lnTo>
                    <a:pt x="650990" y="453493"/>
                  </a:lnTo>
                  <a:lnTo>
                    <a:pt x="650574" y="452964"/>
                  </a:lnTo>
                  <a:lnTo>
                    <a:pt x="649100" y="454793"/>
                  </a:lnTo>
                  <a:lnTo>
                    <a:pt x="646665" y="456755"/>
                  </a:lnTo>
                  <a:lnTo>
                    <a:pt x="644407" y="459277"/>
                  </a:lnTo>
                  <a:lnTo>
                    <a:pt x="644298" y="461160"/>
                  </a:lnTo>
                  <a:lnTo>
                    <a:pt x="644930" y="464069"/>
                  </a:lnTo>
                  <a:lnTo>
                    <a:pt x="644027" y="469924"/>
                  </a:lnTo>
                  <a:lnTo>
                    <a:pt x="642019" y="471469"/>
                  </a:lnTo>
                  <a:lnTo>
                    <a:pt x="640670" y="474210"/>
                  </a:lnTo>
                  <a:lnTo>
                    <a:pt x="639184" y="476030"/>
                  </a:lnTo>
                  <a:lnTo>
                    <a:pt x="638062" y="476610"/>
                  </a:lnTo>
                  <a:lnTo>
                    <a:pt x="637558" y="478448"/>
                  </a:lnTo>
                  <a:lnTo>
                    <a:pt x="637217" y="481643"/>
                  </a:lnTo>
                  <a:lnTo>
                    <a:pt x="637963" y="482605"/>
                  </a:lnTo>
                  <a:lnTo>
                    <a:pt x="639919" y="483474"/>
                  </a:lnTo>
                  <a:lnTo>
                    <a:pt x="639220" y="484469"/>
                  </a:lnTo>
                  <a:lnTo>
                    <a:pt x="636796" y="485728"/>
                  </a:lnTo>
                  <a:lnTo>
                    <a:pt x="636192" y="486872"/>
                  </a:lnTo>
                  <a:lnTo>
                    <a:pt x="636011" y="486778"/>
                  </a:lnTo>
                  <a:lnTo>
                    <a:pt x="637030" y="487932"/>
                  </a:lnTo>
                  <a:lnTo>
                    <a:pt x="636555" y="492510"/>
                  </a:lnTo>
                  <a:lnTo>
                    <a:pt x="636596" y="493966"/>
                  </a:lnTo>
                  <a:lnTo>
                    <a:pt x="635743" y="495747"/>
                  </a:lnTo>
                  <a:lnTo>
                    <a:pt x="631712" y="497317"/>
                  </a:lnTo>
                  <a:lnTo>
                    <a:pt x="628833" y="496789"/>
                  </a:lnTo>
                  <a:lnTo>
                    <a:pt x="628247" y="497184"/>
                  </a:lnTo>
                  <a:lnTo>
                    <a:pt x="627398" y="498976"/>
                  </a:lnTo>
                  <a:lnTo>
                    <a:pt x="626264" y="499814"/>
                  </a:lnTo>
                  <a:lnTo>
                    <a:pt x="624518" y="503150"/>
                  </a:lnTo>
                  <a:lnTo>
                    <a:pt x="622629" y="505176"/>
                  </a:lnTo>
                  <a:lnTo>
                    <a:pt x="622124" y="506990"/>
                  </a:lnTo>
                  <a:lnTo>
                    <a:pt x="620890" y="508017"/>
                  </a:lnTo>
                  <a:lnTo>
                    <a:pt x="619028" y="508724"/>
                  </a:lnTo>
                  <a:lnTo>
                    <a:pt x="617512" y="510588"/>
                  </a:lnTo>
                  <a:lnTo>
                    <a:pt x="614784" y="510800"/>
                  </a:lnTo>
                  <a:lnTo>
                    <a:pt x="613035" y="513218"/>
                  </a:lnTo>
                  <a:lnTo>
                    <a:pt x="612002" y="513581"/>
                  </a:lnTo>
                  <a:lnTo>
                    <a:pt x="608432" y="516556"/>
                  </a:lnTo>
                  <a:lnTo>
                    <a:pt x="606468" y="517882"/>
                  </a:lnTo>
                  <a:lnTo>
                    <a:pt x="606545" y="518780"/>
                  </a:lnTo>
                  <a:lnTo>
                    <a:pt x="606459" y="519440"/>
                  </a:lnTo>
                  <a:lnTo>
                    <a:pt x="605982" y="519961"/>
                  </a:lnTo>
                  <a:lnTo>
                    <a:pt x="601302" y="522482"/>
                  </a:lnTo>
                  <a:lnTo>
                    <a:pt x="599389" y="524816"/>
                  </a:lnTo>
                  <a:lnTo>
                    <a:pt x="596337" y="524534"/>
                  </a:lnTo>
                  <a:lnTo>
                    <a:pt x="592858" y="523845"/>
                  </a:lnTo>
                  <a:lnTo>
                    <a:pt x="589995" y="526516"/>
                  </a:lnTo>
                  <a:lnTo>
                    <a:pt x="588157" y="526956"/>
                  </a:lnTo>
                  <a:lnTo>
                    <a:pt x="585703" y="528157"/>
                  </a:lnTo>
                  <a:lnTo>
                    <a:pt x="580928" y="532852"/>
                  </a:lnTo>
                  <a:lnTo>
                    <a:pt x="580200" y="532958"/>
                  </a:lnTo>
                  <a:lnTo>
                    <a:pt x="577584" y="532269"/>
                  </a:lnTo>
                  <a:lnTo>
                    <a:pt x="575185" y="531321"/>
                  </a:lnTo>
                  <a:lnTo>
                    <a:pt x="574101" y="531422"/>
                  </a:lnTo>
                  <a:lnTo>
                    <a:pt x="569857" y="534366"/>
                  </a:lnTo>
                  <a:lnTo>
                    <a:pt x="568973" y="536655"/>
                  </a:lnTo>
                  <a:lnTo>
                    <a:pt x="568338" y="537583"/>
                  </a:lnTo>
                  <a:lnTo>
                    <a:pt x="567285" y="541620"/>
                  </a:lnTo>
                  <a:lnTo>
                    <a:pt x="565135" y="544575"/>
                  </a:lnTo>
                  <a:lnTo>
                    <a:pt x="559997" y="550463"/>
                  </a:lnTo>
                  <a:lnTo>
                    <a:pt x="556980" y="551197"/>
                  </a:lnTo>
                  <a:lnTo>
                    <a:pt x="554349" y="552798"/>
                  </a:lnTo>
                  <a:lnTo>
                    <a:pt x="551144" y="552668"/>
                  </a:lnTo>
                  <a:lnTo>
                    <a:pt x="549279" y="553410"/>
                  </a:lnTo>
                  <a:lnTo>
                    <a:pt x="546981" y="555496"/>
                  </a:lnTo>
                  <a:lnTo>
                    <a:pt x="540399" y="555950"/>
                  </a:lnTo>
                  <a:lnTo>
                    <a:pt x="536626" y="563008"/>
                  </a:lnTo>
                  <a:lnTo>
                    <a:pt x="533540" y="567794"/>
                  </a:lnTo>
                  <a:lnTo>
                    <a:pt x="532159" y="573555"/>
                  </a:lnTo>
                  <a:lnTo>
                    <a:pt x="530870" y="576071"/>
                  </a:lnTo>
                  <a:lnTo>
                    <a:pt x="528362" y="578606"/>
                  </a:lnTo>
                  <a:lnTo>
                    <a:pt x="525428" y="586864"/>
                  </a:lnTo>
                  <a:lnTo>
                    <a:pt x="523716" y="588428"/>
                  </a:lnTo>
                  <a:lnTo>
                    <a:pt x="521424" y="589711"/>
                  </a:lnTo>
                  <a:lnTo>
                    <a:pt x="518077" y="592873"/>
                  </a:lnTo>
                  <a:lnTo>
                    <a:pt x="517102" y="593121"/>
                  </a:lnTo>
                  <a:lnTo>
                    <a:pt x="511915" y="590481"/>
                  </a:lnTo>
                  <a:lnTo>
                    <a:pt x="506681" y="589423"/>
                  </a:lnTo>
                  <a:lnTo>
                    <a:pt x="505351" y="594024"/>
                  </a:lnTo>
                  <a:lnTo>
                    <a:pt x="504240" y="599383"/>
                  </a:lnTo>
                  <a:lnTo>
                    <a:pt x="501377" y="605213"/>
                  </a:lnTo>
                  <a:lnTo>
                    <a:pt x="496499" y="609968"/>
                  </a:lnTo>
                  <a:lnTo>
                    <a:pt x="490837" y="609687"/>
                  </a:lnTo>
                  <a:lnTo>
                    <a:pt x="489807" y="610922"/>
                  </a:lnTo>
                  <a:lnTo>
                    <a:pt x="488193" y="612167"/>
                  </a:lnTo>
                  <a:lnTo>
                    <a:pt x="482333" y="610630"/>
                  </a:lnTo>
                  <a:lnTo>
                    <a:pt x="479968" y="608877"/>
                  </a:lnTo>
                  <a:lnTo>
                    <a:pt x="477548" y="605202"/>
                  </a:lnTo>
                  <a:lnTo>
                    <a:pt x="477602" y="601579"/>
                  </a:lnTo>
                  <a:lnTo>
                    <a:pt x="476626" y="600431"/>
                  </a:lnTo>
                  <a:lnTo>
                    <a:pt x="476247" y="597897"/>
                  </a:lnTo>
                  <a:lnTo>
                    <a:pt x="475892" y="597261"/>
                  </a:lnTo>
                  <a:lnTo>
                    <a:pt x="475359" y="597101"/>
                  </a:lnTo>
                  <a:lnTo>
                    <a:pt x="474910" y="596588"/>
                  </a:lnTo>
                  <a:lnTo>
                    <a:pt x="474715" y="594597"/>
                  </a:lnTo>
                  <a:lnTo>
                    <a:pt x="471624" y="593158"/>
                  </a:lnTo>
                  <a:lnTo>
                    <a:pt x="468238" y="592045"/>
                  </a:lnTo>
                  <a:lnTo>
                    <a:pt x="468864" y="589878"/>
                  </a:lnTo>
                  <a:lnTo>
                    <a:pt x="469785" y="588653"/>
                  </a:lnTo>
                  <a:lnTo>
                    <a:pt x="468028" y="584431"/>
                  </a:lnTo>
                  <a:lnTo>
                    <a:pt x="465739" y="585175"/>
                  </a:lnTo>
                  <a:lnTo>
                    <a:pt x="463232" y="585618"/>
                  </a:lnTo>
                  <a:lnTo>
                    <a:pt x="458495" y="586043"/>
                  </a:lnTo>
                  <a:lnTo>
                    <a:pt x="453653" y="577572"/>
                  </a:lnTo>
                  <a:lnTo>
                    <a:pt x="453594" y="572904"/>
                  </a:lnTo>
                  <a:lnTo>
                    <a:pt x="453187" y="570923"/>
                  </a:lnTo>
                  <a:lnTo>
                    <a:pt x="452470" y="569645"/>
                  </a:lnTo>
                  <a:lnTo>
                    <a:pt x="450895" y="568973"/>
                  </a:lnTo>
                  <a:lnTo>
                    <a:pt x="447299" y="568071"/>
                  </a:lnTo>
                  <a:lnTo>
                    <a:pt x="446859" y="567387"/>
                  </a:lnTo>
                  <a:lnTo>
                    <a:pt x="444730" y="565840"/>
                  </a:lnTo>
                  <a:lnTo>
                    <a:pt x="443212" y="563710"/>
                  </a:lnTo>
                  <a:lnTo>
                    <a:pt x="442182" y="561476"/>
                  </a:lnTo>
                  <a:lnTo>
                    <a:pt x="441007" y="559581"/>
                  </a:lnTo>
                  <a:lnTo>
                    <a:pt x="439776" y="558144"/>
                  </a:lnTo>
                  <a:lnTo>
                    <a:pt x="440392" y="555172"/>
                  </a:lnTo>
                  <a:lnTo>
                    <a:pt x="440384" y="553848"/>
                  </a:lnTo>
                  <a:lnTo>
                    <a:pt x="439664" y="551174"/>
                  </a:lnTo>
                  <a:lnTo>
                    <a:pt x="439539" y="548401"/>
                  </a:lnTo>
                  <a:lnTo>
                    <a:pt x="439186" y="547925"/>
                  </a:lnTo>
                  <a:lnTo>
                    <a:pt x="438666" y="546021"/>
                  </a:lnTo>
                  <a:lnTo>
                    <a:pt x="437175" y="544378"/>
                  </a:lnTo>
                  <a:lnTo>
                    <a:pt x="434703" y="543891"/>
                  </a:lnTo>
                  <a:lnTo>
                    <a:pt x="432189" y="542626"/>
                  </a:lnTo>
                  <a:lnTo>
                    <a:pt x="429604" y="542515"/>
                  </a:lnTo>
                  <a:lnTo>
                    <a:pt x="428544" y="541636"/>
                  </a:lnTo>
                  <a:lnTo>
                    <a:pt x="427988" y="541585"/>
                  </a:lnTo>
                  <a:lnTo>
                    <a:pt x="427635" y="540597"/>
                  </a:lnTo>
                  <a:lnTo>
                    <a:pt x="426157" y="538247"/>
                  </a:lnTo>
                  <a:lnTo>
                    <a:pt x="424886" y="537399"/>
                  </a:lnTo>
                  <a:lnTo>
                    <a:pt x="423990" y="535830"/>
                  </a:lnTo>
                  <a:lnTo>
                    <a:pt x="421450" y="533142"/>
                  </a:lnTo>
                  <a:lnTo>
                    <a:pt x="420595" y="529963"/>
                  </a:lnTo>
                  <a:lnTo>
                    <a:pt x="420497" y="528853"/>
                  </a:lnTo>
                  <a:lnTo>
                    <a:pt x="418629" y="527940"/>
                  </a:lnTo>
                  <a:lnTo>
                    <a:pt x="416461" y="526138"/>
                  </a:lnTo>
                  <a:lnTo>
                    <a:pt x="414881" y="526056"/>
                  </a:lnTo>
                  <a:lnTo>
                    <a:pt x="412980" y="525614"/>
                  </a:lnTo>
                  <a:lnTo>
                    <a:pt x="410628" y="525664"/>
                  </a:lnTo>
                  <a:lnTo>
                    <a:pt x="409953" y="525077"/>
                  </a:lnTo>
                  <a:lnTo>
                    <a:pt x="409703" y="524443"/>
                  </a:lnTo>
                  <a:lnTo>
                    <a:pt x="408874" y="525263"/>
                  </a:lnTo>
                  <a:lnTo>
                    <a:pt x="407420" y="527995"/>
                  </a:lnTo>
                  <a:lnTo>
                    <a:pt x="406616" y="527950"/>
                  </a:lnTo>
                  <a:lnTo>
                    <a:pt x="405408" y="528294"/>
                  </a:lnTo>
                  <a:lnTo>
                    <a:pt x="403210" y="529913"/>
                  </a:lnTo>
                  <a:lnTo>
                    <a:pt x="403574" y="532483"/>
                  </a:lnTo>
                  <a:lnTo>
                    <a:pt x="402140" y="532114"/>
                  </a:lnTo>
                  <a:lnTo>
                    <a:pt x="400550" y="532295"/>
                  </a:lnTo>
                  <a:lnTo>
                    <a:pt x="397584" y="529284"/>
                  </a:lnTo>
                  <a:lnTo>
                    <a:pt x="396355" y="525617"/>
                  </a:lnTo>
                  <a:lnTo>
                    <a:pt x="396310" y="523998"/>
                  </a:lnTo>
                  <a:lnTo>
                    <a:pt x="392827" y="521861"/>
                  </a:lnTo>
                  <a:lnTo>
                    <a:pt x="391427" y="520466"/>
                  </a:lnTo>
                  <a:lnTo>
                    <a:pt x="391055" y="519721"/>
                  </a:lnTo>
                  <a:lnTo>
                    <a:pt x="389177" y="518142"/>
                  </a:lnTo>
                  <a:lnTo>
                    <a:pt x="387321" y="517642"/>
                  </a:lnTo>
                  <a:lnTo>
                    <a:pt x="386739" y="517183"/>
                  </a:lnTo>
                  <a:lnTo>
                    <a:pt x="385746" y="517255"/>
                  </a:lnTo>
                  <a:lnTo>
                    <a:pt x="384824" y="516355"/>
                  </a:lnTo>
                  <a:lnTo>
                    <a:pt x="382089" y="512394"/>
                  </a:lnTo>
                  <a:lnTo>
                    <a:pt x="381940" y="511086"/>
                  </a:lnTo>
                  <a:lnTo>
                    <a:pt x="381124" y="509159"/>
                  </a:lnTo>
                  <a:lnTo>
                    <a:pt x="376195" y="503662"/>
                  </a:lnTo>
                  <a:lnTo>
                    <a:pt x="375975" y="503712"/>
                  </a:lnTo>
                  <a:lnTo>
                    <a:pt x="372429" y="500115"/>
                  </a:lnTo>
                  <a:lnTo>
                    <a:pt x="372434" y="498321"/>
                  </a:lnTo>
                  <a:lnTo>
                    <a:pt x="371345" y="500199"/>
                  </a:lnTo>
                  <a:lnTo>
                    <a:pt x="372776" y="504125"/>
                  </a:lnTo>
                  <a:lnTo>
                    <a:pt x="373012" y="505975"/>
                  </a:lnTo>
                  <a:lnTo>
                    <a:pt x="372997" y="509374"/>
                  </a:lnTo>
                  <a:lnTo>
                    <a:pt x="373343" y="511233"/>
                  </a:lnTo>
                  <a:lnTo>
                    <a:pt x="373514" y="517355"/>
                  </a:lnTo>
                  <a:lnTo>
                    <a:pt x="373061" y="520941"/>
                  </a:lnTo>
                  <a:lnTo>
                    <a:pt x="371694" y="523885"/>
                  </a:lnTo>
                  <a:lnTo>
                    <a:pt x="368198" y="526819"/>
                  </a:lnTo>
                  <a:lnTo>
                    <a:pt x="367309" y="527308"/>
                  </a:lnTo>
                  <a:lnTo>
                    <a:pt x="365284" y="527180"/>
                  </a:lnTo>
                  <a:lnTo>
                    <a:pt x="362441" y="527525"/>
                  </a:lnTo>
                  <a:lnTo>
                    <a:pt x="362032" y="526805"/>
                  </a:lnTo>
                  <a:lnTo>
                    <a:pt x="363970" y="526225"/>
                  </a:lnTo>
                  <a:lnTo>
                    <a:pt x="366193" y="524971"/>
                  </a:lnTo>
                  <a:lnTo>
                    <a:pt x="365653" y="523009"/>
                  </a:lnTo>
                  <a:lnTo>
                    <a:pt x="364029" y="519902"/>
                  </a:lnTo>
                  <a:lnTo>
                    <a:pt x="363327" y="519520"/>
                  </a:lnTo>
                  <a:lnTo>
                    <a:pt x="359723" y="518582"/>
                  </a:lnTo>
                  <a:lnTo>
                    <a:pt x="359326" y="518043"/>
                  </a:lnTo>
                  <a:lnTo>
                    <a:pt x="355627" y="517997"/>
                  </a:lnTo>
                  <a:lnTo>
                    <a:pt x="354576" y="517456"/>
                  </a:lnTo>
                  <a:lnTo>
                    <a:pt x="354083" y="518226"/>
                  </a:lnTo>
                  <a:lnTo>
                    <a:pt x="352622" y="518535"/>
                  </a:lnTo>
                  <a:lnTo>
                    <a:pt x="351731" y="521197"/>
                  </a:lnTo>
                  <a:lnTo>
                    <a:pt x="351111" y="521704"/>
                  </a:lnTo>
                  <a:lnTo>
                    <a:pt x="351035" y="522208"/>
                  </a:lnTo>
                  <a:lnTo>
                    <a:pt x="349687" y="522522"/>
                  </a:lnTo>
                  <a:lnTo>
                    <a:pt x="349053" y="522218"/>
                  </a:lnTo>
                  <a:lnTo>
                    <a:pt x="347866" y="522164"/>
                  </a:lnTo>
                  <a:lnTo>
                    <a:pt x="345740" y="520910"/>
                  </a:lnTo>
                  <a:lnTo>
                    <a:pt x="343940" y="518518"/>
                  </a:lnTo>
                  <a:lnTo>
                    <a:pt x="343148" y="517857"/>
                  </a:lnTo>
                  <a:lnTo>
                    <a:pt x="341731" y="515667"/>
                  </a:lnTo>
                  <a:lnTo>
                    <a:pt x="339519" y="513720"/>
                  </a:lnTo>
                  <a:lnTo>
                    <a:pt x="338734" y="512510"/>
                  </a:lnTo>
                  <a:lnTo>
                    <a:pt x="338761" y="511911"/>
                  </a:lnTo>
                  <a:lnTo>
                    <a:pt x="339019" y="511106"/>
                  </a:lnTo>
                  <a:lnTo>
                    <a:pt x="336259" y="510069"/>
                  </a:lnTo>
                  <a:lnTo>
                    <a:pt x="334295" y="507723"/>
                  </a:lnTo>
                  <a:lnTo>
                    <a:pt x="331641" y="505579"/>
                  </a:lnTo>
                  <a:lnTo>
                    <a:pt x="330903" y="504409"/>
                  </a:lnTo>
                  <a:lnTo>
                    <a:pt x="330959" y="502226"/>
                  </a:lnTo>
                  <a:lnTo>
                    <a:pt x="330799" y="501817"/>
                  </a:lnTo>
                  <a:lnTo>
                    <a:pt x="331114" y="501791"/>
                  </a:lnTo>
                  <a:lnTo>
                    <a:pt x="330701" y="500979"/>
                  </a:lnTo>
                  <a:lnTo>
                    <a:pt x="330001" y="501353"/>
                  </a:lnTo>
                  <a:lnTo>
                    <a:pt x="329508" y="499762"/>
                  </a:lnTo>
                  <a:lnTo>
                    <a:pt x="329793" y="499634"/>
                  </a:lnTo>
                  <a:lnTo>
                    <a:pt x="330089" y="500073"/>
                  </a:lnTo>
                  <a:lnTo>
                    <a:pt x="331865" y="500986"/>
                  </a:lnTo>
                  <a:lnTo>
                    <a:pt x="332436" y="500889"/>
                  </a:lnTo>
                  <a:lnTo>
                    <a:pt x="332326" y="500138"/>
                  </a:lnTo>
                  <a:lnTo>
                    <a:pt x="331621" y="496959"/>
                  </a:lnTo>
                  <a:lnTo>
                    <a:pt x="330271" y="497636"/>
                  </a:lnTo>
                  <a:lnTo>
                    <a:pt x="329105" y="496631"/>
                  </a:lnTo>
                  <a:lnTo>
                    <a:pt x="329009" y="495669"/>
                  </a:lnTo>
                  <a:lnTo>
                    <a:pt x="329317" y="494692"/>
                  </a:lnTo>
                  <a:lnTo>
                    <a:pt x="329153" y="494441"/>
                  </a:lnTo>
                  <a:lnTo>
                    <a:pt x="329224" y="493132"/>
                  </a:lnTo>
                  <a:lnTo>
                    <a:pt x="329044" y="492925"/>
                  </a:lnTo>
                  <a:lnTo>
                    <a:pt x="329131" y="491775"/>
                  </a:lnTo>
                  <a:lnTo>
                    <a:pt x="328834" y="491234"/>
                  </a:lnTo>
                  <a:lnTo>
                    <a:pt x="328511" y="489405"/>
                  </a:lnTo>
                  <a:lnTo>
                    <a:pt x="328230" y="489196"/>
                  </a:lnTo>
                  <a:lnTo>
                    <a:pt x="328243" y="488773"/>
                  </a:lnTo>
                  <a:lnTo>
                    <a:pt x="327968" y="488634"/>
                  </a:lnTo>
                  <a:lnTo>
                    <a:pt x="328142" y="487490"/>
                  </a:lnTo>
                  <a:lnTo>
                    <a:pt x="327810" y="487130"/>
                  </a:lnTo>
                  <a:lnTo>
                    <a:pt x="327388" y="485628"/>
                  </a:lnTo>
                  <a:lnTo>
                    <a:pt x="326339" y="484172"/>
                  </a:lnTo>
                  <a:lnTo>
                    <a:pt x="326294" y="482953"/>
                  </a:lnTo>
                  <a:lnTo>
                    <a:pt x="325862" y="481375"/>
                  </a:lnTo>
                  <a:lnTo>
                    <a:pt x="324410" y="478377"/>
                  </a:lnTo>
                  <a:lnTo>
                    <a:pt x="322684" y="476717"/>
                  </a:lnTo>
                  <a:lnTo>
                    <a:pt x="319962" y="475064"/>
                  </a:lnTo>
                  <a:lnTo>
                    <a:pt x="320471" y="474357"/>
                  </a:lnTo>
                  <a:lnTo>
                    <a:pt x="320356" y="473467"/>
                  </a:lnTo>
                  <a:lnTo>
                    <a:pt x="320742" y="471891"/>
                  </a:lnTo>
                  <a:lnTo>
                    <a:pt x="322089" y="472564"/>
                  </a:lnTo>
                  <a:lnTo>
                    <a:pt x="322645" y="471818"/>
                  </a:lnTo>
                  <a:lnTo>
                    <a:pt x="322108" y="470891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pg96">
              <a:extLst>
                <a:ext uri="{FF2B5EF4-FFF2-40B4-BE49-F238E27FC236}">
                  <a16:creationId xmlns:a16="http://schemas.microsoft.com/office/drawing/2014/main" id="{9A7C310E-7510-6982-F9B1-2F1A6D5DE821}"/>
                </a:ext>
              </a:extLst>
            </p:cNvPr>
            <p:cNvSpPr/>
            <p:nvPr/>
          </p:nvSpPr>
          <p:spPr>
            <a:xfrm>
              <a:off x="4781277" y="2190567"/>
              <a:ext cx="1686601" cy="831489"/>
            </a:xfrm>
            <a:custGeom>
              <a:avLst/>
              <a:gdLst/>
              <a:ahLst/>
              <a:cxnLst/>
              <a:rect l="0" t="0" r="0" b="0"/>
              <a:pathLst>
                <a:path w="1686601" h="831489">
                  <a:moveTo>
                    <a:pt x="432501" y="800435"/>
                  </a:moveTo>
                  <a:lnTo>
                    <a:pt x="431580" y="799767"/>
                  </a:lnTo>
                  <a:lnTo>
                    <a:pt x="428013" y="801156"/>
                  </a:lnTo>
                  <a:lnTo>
                    <a:pt x="423861" y="805228"/>
                  </a:lnTo>
                  <a:lnTo>
                    <a:pt x="423353" y="805421"/>
                  </a:lnTo>
                  <a:lnTo>
                    <a:pt x="423478" y="806371"/>
                  </a:lnTo>
                  <a:lnTo>
                    <a:pt x="426114" y="809851"/>
                  </a:lnTo>
                  <a:lnTo>
                    <a:pt x="427282" y="811841"/>
                  </a:lnTo>
                  <a:lnTo>
                    <a:pt x="427517" y="813875"/>
                  </a:lnTo>
                  <a:lnTo>
                    <a:pt x="426591" y="816403"/>
                  </a:lnTo>
                  <a:lnTo>
                    <a:pt x="421049" y="820439"/>
                  </a:lnTo>
                  <a:lnTo>
                    <a:pt x="418690" y="821426"/>
                  </a:lnTo>
                  <a:lnTo>
                    <a:pt x="408200" y="822524"/>
                  </a:lnTo>
                  <a:lnTo>
                    <a:pt x="403108" y="825959"/>
                  </a:lnTo>
                  <a:lnTo>
                    <a:pt x="399450" y="830401"/>
                  </a:lnTo>
                  <a:lnTo>
                    <a:pt x="397747" y="831489"/>
                  </a:lnTo>
                  <a:lnTo>
                    <a:pt x="387822" y="827166"/>
                  </a:lnTo>
                  <a:lnTo>
                    <a:pt x="385721" y="831042"/>
                  </a:lnTo>
                  <a:lnTo>
                    <a:pt x="379980" y="825238"/>
                  </a:lnTo>
                  <a:lnTo>
                    <a:pt x="378121" y="820359"/>
                  </a:lnTo>
                  <a:lnTo>
                    <a:pt x="374648" y="814445"/>
                  </a:lnTo>
                  <a:lnTo>
                    <a:pt x="357754" y="817528"/>
                  </a:lnTo>
                  <a:lnTo>
                    <a:pt x="345303" y="823986"/>
                  </a:lnTo>
                  <a:lnTo>
                    <a:pt x="339328" y="820219"/>
                  </a:lnTo>
                  <a:lnTo>
                    <a:pt x="339003" y="819699"/>
                  </a:lnTo>
                  <a:lnTo>
                    <a:pt x="326053" y="826500"/>
                  </a:lnTo>
                  <a:lnTo>
                    <a:pt x="324080" y="823504"/>
                  </a:lnTo>
                  <a:lnTo>
                    <a:pt x="319768" y="822396"/>
                  </a:lnTo>
                  <a:lnTo>
                    <a:pt x="315530" y="820212"/>
                  </a:lnTo>
                  <a:lnTo>
                    <a:pt x="312436" y="819082"/>
                  </a:lnTo>
                  <a:lnTo>
                    <a:pt x="311717" y="817807"/>
                  </a:lnTo>
                  <a:lnTo>
                    <a:pt x="310855" y="817082"/>
                  </a:lnTo>
                  <a:lnTo>
                    <a:pt x="307988" y="815557"/>
                  </a:lnTo>
                  <a:lnTo>
                    <a:pt x="307301" y="814363"/>
                  </a:lnTo>
                  <a:lnTo>
                    <a:pt x="305580" y="813506"/>
                  </a:lnTo>
                  <a:lnTo>
                    <a:pt x="304850" y="812484"/>
                  </a:lnTo>
                  <a:lnTo>
                    <a:pt x="303031" y="812455"/>
                  </a:lnTo>
                  <a:lnTo>
                    <a:pt x="300226" y="811678"/>
                  </a:lnTo>
                  <a:lnTo>
                    <a:pt x="299421" y="810508"/>
                  </a:lnTo>
                  <a:lnTo>
                    <a:pt x="298274" y="809514"/>
                  </a:lnTo>
                  <a:lnTo>
                    <a:pt x="295754" y="808541"/>
                  </a:lnTo>
                  <a:lnTo>
                    <a:pt x="294132" y="808644"/>
                  </a:lnTo>
                  <a:lnTo>
                    <a:pt x="292574" y="808285"/>
                  </a:lnTo>
                  <a:lnTo>
                    <a:pt x="290958" y="807371"/>
                  </a:lnTo>
                  <a:lnTo>
                    <a:pt x="289659" y="806160"/>
                  </a:lnTo>
                  <a:lnTo>
                    <a:pt x="286177" y="804889"/>
                  </a:lnTo>
                  <a:lnTo>
                    <a:pt x="285241" y="804134"/>
                  </a:lnTo>
                  <a:lnTo>
                    <a:pt x="283785" y="803949"/>
                  </a:lnTo>
                  <a:lnTo>
                    <a:pt x="282050" y="803219"/>
                  </a:lnTo>
                  <a:lnTo>
                    <a:pt x="281334" y="801092"/>
                  </a:lnTo>
                  <a:lnTo>
                    <a:pt x="280204" y="799005"/>
                  </a:lnTo>
                  <a:lnTo>
                    <a:pt x="279546" y="798218"/>
                  </a:lnTo>
                  <a:lnTo>
                    <a:pt x="280480" y="796814"/>
                  </a:lnTo>
                  <a:lnTo>
                    <a:pt x="281644" y="793226"/>
                  </a:lnTo>
                  <a:lnTo>
                    <a:pt x="285896" y="791748"/>
                  </a:lnTo>
                  <a:lnTo>
                    <a:pt x="284626" y="788934"/>
                  </a:lnTo>
                  <a:lnTo>
                    <a:pt x="281678" y="785469"/>
                  </a:lnTo>
                  <a:lnTo>
                    <a:pt x="281826" y="784623"/>
                  </a:lnTo>
                  <a:lnTo>
                    <a:pt x="282657" y="784120"/>
                  </a:lnTo>
                  <a:lnTo>
                    <a:pt x="284964" y="779887"/>
                  </a:lnTo>
                  <a:lnTo>
                    <a:pt x="285691" y="777823"/>
                  </a:lnTo>
                  <a:lnTo>
                    <a:pt x="284796" y="775836"/>
                  </a:lnTo>
                  <a:lnTo>
                    <a:pt x="282691" y="773568"/>
                  </a:lnTo>
                  <a:lnTo>
                    <a:pt x="281815" y="771488"/>
                  </a:lnTo>
                  <a:lnTo>
                    <a:pt x="281136" y="766407"/>
                  </a:lnTo>
                  <a:lnTo>
                    <a:pt x="282165" y="763845"/>
                  </a:lnTo>
                  <a:lnTo>
                    <a:pt x="283650" y="761616"/>
                  </a:lnTo>
                  <a:lnTo>
                    <a:pt x="281320" y="760108"/>
                  </a:lnTo>
                  <a:lnTo>
                    <a:pt x="275856" y="758131"/>
                  </a:lnTo>
                  <a:lnTo>
                    <a:pt x="274794" y="756923"/>
                  </a:lnTo>
                  <a:lnTo>
                    <a:pt x="272446" y="758108"/>
                  </a:lnTo>
                  <a:lnTo>
                    <a:pt x="269956" y="759785"/>
                  </a:lnTo>
                  <a:lnTo>
                    <a:pt x="266917" y="760417"/>
                  </a:lnTo>
                  <a:lnTo>
                    <a:pt x="266745" y="760710"/>
                  </a:lnTo>
                  <a:lnTo>
                    <a:pt x="265285" y="761382"/>
                  </a:lnTo>
                  <a:lnTo>
                    <a:pt x="263920" y="761467"/>
                  </a:lnTo>
                  <a:lnTo>
                    <a:pt x="261175" y="762534"/>
                  </a:lnTo>
                  <a:lnTo>
                    <a:pt x="259147" y="764446"/>
                  </a:lnTo>
                  <a:lnTo>
                    <a:pt x="259749" y="766406"/>
                  </a:lnTo>
                  <a:lnTo>
                    <a:pt x="259198" y="767087"/>
                  </a:lnTo>
                  <a:lnTo>
                    <a:pt x="258756" y="766991"/>
                  </a:lnTo>
                  <a:lnTo>
                    <a:pt x="258226" y="767764"/>
                  </a:lnTo>
                  <a:lnTo>
                    <a:pt x="257432" y="768233"/>
                  </a:lnTo>
                  <a:lnTo>
                    <a:pt x="256460" y="769320"/>
                  </a:lnTo>
                  <a:lnTo>
                    <a:pt x="253716" y="771028"/>
                  </a:lnTo>
                  <a:lnTo>
                    <a:pt x="252675" y="770877"/>
                  </a:lnTo>
                  <a:lnTo>
                    <a:pt x="252056" y="771115"/>
                  </a:lnTo>
                  <a:lnTo>
                    <a:pt x="249802" y="770533"/>
                  </a:lnTo>
                  <a:lnTo>
                    <a:pt x="248685" y="769800"/>
                  </a:lnTo>
                  <a:lnTo>
                    <a:pt x="247221" y="769699"/>
                  </a:lnTo>
                  <a:lnTo>
                    <a:pt x="246488" y="768874"/>
                  </a:lnTo>
                  <a:lnTo>
                    <a:pt x="244784" y="768495"/>
                  </a:lnTo>
                  <a:lnTo>
                    <a:pt x="243837" y="772167"/>
                  </a:lnTo>
                  <a:lnTo>
                    <a:pt x="244098" y="776500"/>
                  </a:lnTo>
                  <a:lnTo>
                    <a:pt x="244682" y="776881"/>
                  </a:lnTo>
                  <a:lnTo>
                    <a:pt x="246805" y="780529"/>
                  </a:lnTo>
                  <a:lnTo>
                    <a:pt x="245583" y="781919"/>
                  </a:lnTo>
                  <a:lnTo>
                    <a:pt x="243996" y="783040"/>
                  </a:lnTo>
                  <a:lnTo>
                    <a:pt x="241554" y="786162"/>
                  </a:lnTo>
                  <a:lnTo>
                    <a:pt x="240547" y="788294"/>
                  </a:lnTo>
                  <a:lnTo>
                    <a:pt x="239812" y="789062"/>
                  </a:lnTo>
                  <a:lnTo>
                    <a:pt x="239074" y="790397"/>
                  </a:lnTo>
                  <a:lnTo>
                    <a:pt x="238222" y="790911"/>
                  </a:lnTo>
                  <a:lnTo>
                    <a:pt x="237247" y="790895"/>
                  </a:lnTo>
                  <a:lnTo>
                    <a:pt x="232554" y="792340"/>
                  </a:lnTo>
                  <a:lnTo>
                    <a:pt x="229441" y="795931"/>
                  </a:lnTo>
                  <a:lnTo>
                    <a:pt x="222739" y="798557"/>
                  </a:lnTo>
                  <a:lnTo>
                    <a:pt x="220879" y="799688"/>
                  </a:lnTo>
                  <a:lnTo>
                    <a:pt x="213981" y="804794"/>
                  </a:lnTo>
                  <a:lnTo>
                    <a:pt x="206257" y="794090"/>
                  </a:lnTo>
                  <a:lnTo>
                    <a:pt x="203858" y="789370"/>
                  </a:lnTo>
                  <a:lnTo>
                    <a:pt x="199918" y="786537"/>
                  </a:lnTo>
                  <a:lnTo>
                    <a:pt x="190291" y="785798"/>
                  </a:lnTo>
                  <a:lnTo>
                    <a:pt x="182796" y="786841"/>
                  </a:lnTo>
                  <a:lnTo>
                    <a:pt x="180302" y="787965"/>
                  </a:lnTo>
                  <a:lnTo>
                    <a:pt x="178079" y="787571"/>
                  </a:lnTo>
                  <a:lnTo>
                    <a:pt x="177438" y="786870"/>
                  </a:lnTo>
                  <a:lnTo>
                    <a:pt x="175714" y="785953"/>
                  </a:lnTo>
                  <a:lnTo>
                    <a:pt x="171237" y="788544"/>
                  </a:lnTo>
                  <a:lnTo>
                    <a:pt x="169651" y="789922"/>
                  </a:lnTo>
                  <a:lnTo>
                    <a:pt x="169802" y="791642"/>
                  </a:lnTo>
                  <a:lnTo>
                    <a:pt x="169231" y="793078"/>
                  </a:lnTo>
                  <a:lnTo>
                    <a:pt x="166693" y="795146"/>
                  </a:lnTo>
                  <a:lnTo>
                    <a:pt x="165052" y="795998"/>
                  </a:lnTo>
                  <a:lnTo>
                    <a:pt x="163388" y="798838"/>
                  </a:lnTo>
                  <a:lnTo>
                    <a:pt x="163047" y="801775"/>
                  </a:lnTo>
                  <a:lnTo>
                    <a:pt x="161961" y="804655"/>
                  </a:lnTo>
                  <a:lnTo>
                    <a:pt x="161507" y="807980"/>
                  </a:lnTo>
                  <a:lnTo>
                    <a:pt x="161309" y="815814"/>
                  </a:lnTo>
                  <a:lnTo>
                    <a:pt x="157264" y="815502"/>
                  </a:lnTo>
                  <a:lnTo>
                    <a:pt x="156728" y="815828"/>
                  </a:lnTo>
                  <a:lnTo>
                    <a:pt x="154665" y="815378"/>
                  </a:lnTo>
                  <a:lnTo>
                    <a:pt x="150677" y="813879"/>
                  </a:lnTo>
                  <a:lnTo>
                    <a:pt x="146742" y="814518"/>
                  </a:lnTo>
                  <a:lnTo>
                    <a:pt x="145795" y="814874"/>
                  </a:lnTo>
                  <a:lnTo>
                    <a:pt x="143962" y="814968"/>
                  </a:lnTo>
                  <a:lnTo>
                    <a:pt x="144100" y="814494"/>
                  </a:lnTo>
                  <a:lnTo>
                    <a:pt x="143478" y="810038"/>
                  </a:lnTo>
                  <a:lnTo>
                    <a:pt x="143697" y="807052"/>
                  </a:lnTo>
                  <a:lnTo>
                    <a:pt x="137922" y="803512"/>
                  </a:lnTo>
                  <a:lnTo>
                    <a:pt x="137428" y="802708"/>
                  </a:lnTo>
                  <a:lnTo>
                    <a:pt x="129482" y="800889"/>
                  </a:lnTo>
                  <a:lnTo>
                    <a:pt x="126484" y="798391"/>
                  </a:lnTo>
                  <a:lnTo>
                    <a:pt x="123750" y="793966"/>
                  </a:lnTo>
                  <a:lnTo>
                    <a:pt x="122635" y="792721"/>
                  </a:lnTo>
                  <a:lnTo>
                    <a:pt x="121176" y="792047"/>
                  </a:lnTo>
                  <a:lnTo>
                    <a:pt x="115026" y="796267"/>
                  </a:lnTo>
                  <a:lnTo>
                    <a:pt x="106660" y="794180"/>
                  </a:lnTo>
                  <a:lnTo>
                    <a:pt x="104535" y="792605"/>
                  </a:lnTo>
                  <a:lnTo>
                    <a:pt x="102649" y="792450"/>
                  </a:lnTo>
                  <a:lnTo>
                    <a:pt x="100418" y="791328"/>
                  </a:lnTo>
                  <a:lnTo>
                    <a:pt x="98272" y="789028"/>
                  </a:lnTo>
                  <a:lnTo>
                    <a:pt x="95879" y="788830"/>
                  </a:lnTo>
                  <a:lnTo>
                    <a:pt x="92915" y="790566"/>
                  </a:lnTo>
                  <a:lnTo>
                    <a:pt x="91780" y="790395"/>
                  </a:lnTo>
                  <a:lnTo>
                    <a:pt x="88506" y="791282"/>
                  </a:lnTo>
                  <a:lnTo>
                    <a:pt x="86553" y="792423"/>
                  </a:lnTo>
                  <a:lnTo>
                    <a:pt x="85361" y="792912"/>
                  </a:lnTo>
                  <a:lnTo>
                    <a:pt x="82074" y="792140"/>
                  </a:lnTo>
                  <a:lnTo>
                    <a:pt x="80044" y="793416"/>
                  </a:lnTo>
                  <a:lnTo>
                    <a:pt x="76315" y="793067"/>
                  </a:lnTo>
                  <a:lnTo>
                    <a:pt x="74298" y="793172"/>
                  </a:lnTo>
                  <a:lnTo>
                    <a:pt x="65758" y="784802"/>
                  </a:lnTo>
                  <a:lnTo>
                    <a:pt x="64843" y="782322"/>
                  </a:lnTo>
                  <a:lnTo>
                    <a:pt x="64764" y="781093"/>
                  </a:lnTo>
                  <a:lnTo>
                    <a:pt x="64094" y="779451"/>
                  </a:lnTo>
                  <a:lnTo>
                    <a:pt x="64019" y="778711"/>
                  </a:lnTo>
                  <a:lnTo>
                    <a:pt x="62992" y="779026"/>
                  </a:lnTo>
                  <a:lnTo>
                    <a:pt x="61030" y="778719"/>
                  </a:lnTo>
                  <a:lnTo>
                    <a:pt x="56451" y="778570"/>
                  </a:lnTo>
                  <a:lnTo>
                    <a:pt x="54804" y="778321"/>
                  </a:lnTo>
                  <a:lnTo>
                    <a:pt x="53557" y="777826"/>
                  </a:lnTo>
                  <a:lnTo>
                    <a:pt x="49520" y="778739"/>
                  </a:lnTo>
                  <a:lnTo>
                    <a:pt x="48828" y="778352"/>
                  </a:lnTo>
                  <a:lnTo>
                    <a:pt x="46773" y="776135"/>
                  </a:lnTo>
                  <a:lnTo>
                    <a:pt x="46539" y="774627"/>
                  </a:lnTo>
                  <a:lnTo>
                    <a:pt x="44379" y="772242"/>
                  </a:lnTo>
                  <a:lnTo>
                    <a:pt x="43087" y="769934"/>
                  </a:lnTo>
                  <a:lnTo>
                    <a:pt x="41727" y="768620"/>
                  </a:lnTo>
                  <a:lnTo>
                    <a:pt x="41206" y="765800"/>
                  </a:lnTo>
                  <a:lnTo>
                    <a:pt x="40303" y="764531"/>
                  </a:lnTo>
                  <a:lnTo>
                    <a:pt x="38554" y="763705"/>
                  </a:lnTo>
                  <a:lnTo>
                    <a:pt x="38582" y="763185"/>
                  </a:lnTo>
                  <a:lnTo>
                    <a:pt x="37943" y="762761"/>
                  </a:lnTo>
                  <a:lnTo>
                    <a:pt x="37709" y="762306"/>
                  </a:lnTo>
                  <a:lnTo>
                    <a:pt x="37881" y="761647"/>
                  </a:lnTo>
                  <a:lnTo>
                    <a:pt x="38470" y="761122"/>
                  </a:lnTo>
                  <a:lnTo>
                    <a:pt x="39668" y="758956"/>
                  </a:lnTo>
                  <a:lnTo>
                    <a:pt x="40448" y="758299"/>
                  </a:lnTo>
                  <a:lnTo>
                    <a:pt x="40752" y="757062"/>
                  </a:lnTo>
                  <a:lnTo>
                    <a:pt x="39898" y="755063"/>
                  </a:lnTo>
                  <a:lnTo>
                    <a:pt x="40122" y="752761"/>
                  </a:lnTo>
                  <a:lnTo>
                    <a:pt x="42547" y="749715"/>
                  </a:lnTo>
                  <a:lnTo>
                    <a:pt x="42109" y="743017"/>
                  </a:lnTo>
                  <a:lnTo>
                    <a:pt x="42137" y="738647"/>
                  </a:lnTo>
                  <a:lnTo>
                    <a:pt x="43168" y="734739"/>
                  </a:lnTo>
                  <a:lnTo>
                    <a:pt x="41922" y="733667"/>
                  </a:lnTo>
                  <a:lnTo>
                    <a:pt x="37337" y="733466"/>
                  </a:lnTo>
                  <a:lnTo>
                    <a:pt x="35561" y="731846"/>
                  </a:lnTo>
                  <a:lnTo>
                    <a:pt x="35257" y="728471"/>
                  </a:lnTo>
                  <a:lnTo>
                    <a:pt x="36056" y="726770"/>
                  </a:lnTo>
                  <a:lnTo>
                    <a:pt x="35168" y="724250"/>
                  </a:lnTo>
                  <a:lnTo>
                    <a:pt x="36322" y="722592"/>
                  </a:lnTo>
                  <a:lnTo>
                    <a:pt x="38307" y="716750"/>
                  </a:lnTo>
                  <a:lnTo>
                    <a:pt x="39177" y="713853"/>
                  </a:lnTo>
                  <a:lnTo>
                    <a:pt x="39413" y="711696"/>
                  </a:lnTo>
                  <a:lnTo>
                    <a:pt x="42433" y="708427"/>
                  </a:lnTo>
                  <a:lnTo>
                    <a:pt x="43812" y="704844"/>
                  </a:lnTo>
                  <a:lnTo>
                    <a:pt x="43746" y="704191"/>
                  </a:lnTo>
                  <a:lnTo>
                    <a:pt x="43071" y="702695"/>
                  </a:lnTo>
                  <a:lnTo>
                    <a:pt x="42578" y="702370"/>
                  </a:lnTo>
                  <a:lnTo>
                    <a:pt x="41244" y="700532"/>
                  </a:lnTo>
                  <a:lnTo>
                    <a:pt x="41184" y="698098"/>
                  </a:lnTo>
                  <a:lnTo>
                    <a:pt x="40662" y="696307"/>
                  </a:lnTo>
                  <a:lnTo>
                    <a:pt x="40551" y="693265"/>
                  </a:lnTo>
                  <a:lnTo>
                    <a:pt x="39319" y="692403"/>
                  </a:lnTo>
                  <a:lnTo>
                    <a:pt x="38390" y="691246"/>
                  </a:lnTo>
                  <a:lnTo>
                    <a:pt x="38037" y="690362"/>
                  </a:lnTo>
                  <a:lnTo>
                    <a:pt x="38102" y="689348"/>
                  </a:lnTo>
                  <a:lnTo>
                    <a:pt x="38404" y="688660"/>
                  </a:lnTo>
                  <a:lnTo>
                    <a:pt x="39617" y="687370"/>
                  </a:lnTo>
                  <a:lnTo>
                    <a:pt x="37308" y="683383"/>
                  </a:lnTo>
                  <a:lnTo>
                    <a:pt x="36367" y="681285"/>
                  </a:lnTo>
                  <a:lnTo>
                    <a:pt x="35604" y="678244"/>
                  </a:lnTo>
                  <a:lnTo>
                    <a:pt x="34471" y="676045"/>
                  </a:lnTo>
                  <a:lnTo>
                    <a:pt x="33853" y="673047"/>
                  </a:lnTo>
                  <a:lnTo>
                    <a:pt x="32951" y="671460"/>
                  </a:lnTo>
                  <a:lnTo>
                    <a:pt x="33140" y="671035"/>
                  </a:lnTo>
                  <a:lnTo>
                    <a:pt x="32962" y="670081"/>
                  </a:lnTo>
                  <a:lnTo>
                    <a:pt x="31338" y="667911"/>
                  </a:lnTo>
                  <a:lnTo>
                    <a:pt x="29206" y="666044"/>
                  </a:lnTo>
                  <a:lnTo>
                    <a:pt x="28870" y="663435"/>
                  </a:lnTo>
                  <a:lnTo>
                    <a:pt x="29128" y="662089"/>
                  </a:lnTo>
                  <a:lnTo>
                    <a:pt x="28661" y="661323"/>
                  </a:lnTo>
                  <a:lnTo>
                    <a:pt x="28692" y="660541"/>
                  </a:lnTo>
                  <a:lnTo>
                    <a:pt x="28402" y="660033"/>
                  </a:lnTo>
                  <a:lnTo>
                    <a:pt x="28538" y="658395"/>
                  </a:lnTo>
                  <a:lnTo>
                    <a:pt x="24328" y="655267"/>
                  </a:lnTo>
                  <a:lnTo>
                    <a:pt x="23963" y="648564"/>
                  </a:lnTo>
                  <a:lnTo>
                    <a:pt x="23008" y="646558"/>
                  </a:lnTo>
                  <a:lnTo>
                    <a:pt x="22145" y="645526"/>
                  </a:lnTo>
                  <a:lnTo>
                    <a:pt x="20860" y="642779"/>
                  </a:lnTo>
                  <a:lnTo>
                    <a:pt x="21501" y="640193"/>
                  </a:lnTo>
                  <a:lnTo>
                    <a:pt x="22543" y="637550"/>
                  </a:lnTo>
                  <a:lnTo>
                    <a:pt x="20546" y="633738"/>
                  </a:lnTo>
                  <a:lnTo>
                    <a:pt x="19821" y="630902"/>
                  </a:lnTo>
                  <a:lnTo>
                    <a:pt x="19832" y="629957"/>
                  </a:lnTo>
                  <a:lnTo>
                    <a:pt x="18886" y="626574"/>
                  </a:lnTo>
                  <a:lnTo>
                    <a:pt x="18876" y="625083"/>
                  </a:lnTo>
                  <a:lnTo>
                    <a:pt x="19615" y="622420"/>
                  </a:lnTo>
                  <a:lnTo>
                    <a:pt x="20058" y="621723"/>
                  </a:lnTo>
                  <a:lnTo>
                    <a:pt x="20022" y="621267"/>
                  </a:lnTo>
                  <a:lnTo>
                    <a:pt x="19037" y="618827"/>
                  </a:lnTo>
                  <a:lnTo>
                    <a:pt x="14270" y="614009"/>
                  </a:lnTo>
                  <a:lnTo>
                    <a:pt x="13366" y="612547"/>
                  </a:lnTo>
                  <a:lnTo>
                    <a:pt x="9784" y="604250"/>
                  </a:lnTo>
                  <a:lnTo>
                    <a:pt x="9617" y="603857"/>
                  </a:lnTo>
                  <a:lnTo>
                    <a:pt x="11585" y="592029"/>
                  </a:lnTo>
                  <a:lnTo>
                    <a:pt x="11500" y="590876"/>
                  </a:lnTo>
                  <a:lnTo>
                    <a:pt x="11459" y="589981"/>
                  </a:lnTo>
                  <a:lnTo>
                    <a:pt x="11182" y="589550"/>
                  </a:lnTo>
                  <a:lnTo>
                    <a:pt x="11549" y="589131"/>
                  </a:lnTo>
                  <a:lnTo>
                    <a:pt x="11466" y="587414"/>
                  </a:lnTo>
                  <a:lnTo>
                    <a:pt x="11756" y="586101"/>
                  </a:lnTo>
                  <a:lnTo>
                    <a:pt x="11407" y="585184"/>
                  </a:lnTo>
                  <a:lnTo>
                    <a:pt x="11401" y="584043"/>
                  </a:lnTo>
                  <a:lnTo>
                    <a:pt x="10168" y="583678"/>
                  </a:lnTo>
                  <a:lnTo>
                    <a:pt x="9085" y="583037"/>
                  </a:lnTo>
                  <a:lnTo>
                    <a:pt x="7716" y="581554"/>
                  </a:lnTo>
                  <a:lnTo>
                    <a:pt x="7468" y="579841"/>
                  </a:lnTo>
                  <a:lnTo>
                    <a:pt x="6470" y="577464"/>
                  </a:lnTo>
                  <a:lnTo>
                    <a:pt x="5916" y="576968"/>
                  </a:lnTo>
                  <a:lnTo>
                    <a:pt x="5858" y="576122"/>
                  </a:lnTo>
                  <a:lnTo>
                    <a:pt x="5369" y="575260"/>
                  </a:lnTo>
                  <a:lnTo>
                    <a:pt x="4901" y="575033"/>
                  </a:lnTo>
                  <a:lnTo>
                    <a:pt x="3680" y="575619"/>
                  </a:lnTo>
                  <a:lnTo>
                    <a:pt x="3173" y="575516"/>
                  </a:lnTo>
                  <a:lnTo>
                    <a:pt x="1327" y="573543"/>
                  </a:lnTo>
                  <a:lnTo>
                    <a:pt x="951" y="571475"/>
                  </a:lnTo>
                  <a:lnTo>
                    <a:pt x="1714" y="567815"/>
                  </a:lnTo>
                  <a:lnTo>
                    <a:pt x="1321" y="566818"/>
                  </a:lnTo>
                  <a:lnTo>
                    <a:pt x="1469" y="565707"/>
                  </a:lnTo>
                  <a:lnTo>
                    <a:pt x="1061" y="565361"/>
                  </a:lnTo>
                  <a:lnTo>
                    <a:pt x="857" y="564627"/>
                  </a:lnTo>
                  <a:lnTo>
                    <a:pt x="556" y="563262"/>
                  </a:lnTo>
                  <a:lnTo>
                    <a:pt x="785" y="562408"/>
                  </a:lnTo>
                  <a:lnTo>
                    <a:pt x="93" y="561530"/>
                  </a:lnTo>
                  <a:lnTo>
                    <a:pt x="0" y="560829"/>
                  </a:lnTo>
                  <a:lnTo>
                    <a:pt x="1296" y="559641"/>
                  </a:lnTo>
                  <a:lnTo>
                    <a:pt x="1998" y="558251"/>
                  </a:lnTo>
                  <a:lnTo>
                    <a:pt x="2758" y="557849"/>
                  </a:lnTo>
                  <a:lnTo>
                    <a:pt x="3380" y="556597"/>
                  </a:lnTo>
                  <a:lnTo>
                    <a:pt x="4575" y="555996"/>
                  </a:lnTo>
                  <a:lnTo>
                    <a:pt x="5218" y="555200"/>
                  </a:lnTo>
                  <a:lnTo>
                    <a:pt x="5249" y="554540"/>
                  </a:lnTo>
                  <a:lnTo>
                    <a:pt x="6602" y="553996"/>
                  </a:lnTo>
                  <a:lnTo>
                    <a:pt x="7231" y="553433"/>
                  </a:lnTo>
                  <a:lnTo>
                    <a:pt x="7109" y="552808"/>
                  </a:lnTo>
                  <a:lnTo>
                    <a:pt x="8103" y="552510"/>
                  </a:lnTo>
                  <a:lnTo>
                    <a:pt x="9638" y="552417"/>
                  </a:lnTo>
                  <a:lnTo>
                    <a:pt x="11365" y="550382"/>
                  </a:lnTo>
                  <a:lnTo>
                    <a:pt x="11255" y="548752"/>
                  </a:lnTo>
                  <a:lnTo>
                    <a:pt x="11661" y="547659"/>
                  </a:lnTo>
                  <a:lnTo>
                    <a:pt x="11387" y="547040"/>
                  </a:lnTo>
                  <a:lnTo>
                    <a:pt x="11384" y="546134"/>
                  </a:lnTo>
                  <a:lnTo>
                    <a:pt x="11940" y="545591"/>
                  </a:lnTo>
                  <a:lnTo>
                    <a:pt x="12467" y="544384"/>
                  </a:lnTo>
                  <a:lnTo>
                    <a:pt x="13097" y="542633"/>
                  </a:lnTo>
                  <a:lnTo>
                    <a:pt x="13122" y="541233"/>
                  </a:lnTo>
                  <a:lnTo>
                    <a:pt x="13761" y="539552"/>
                  </a:lnTo>
                  <a:lnTo>
                    <a:pt x="13363" y="538870"/>
                  </a:lnTo>
                  <a:lnTo>
                    <a:pt x="13640" y="537682"/>
                  </a:lnTo>
                  <a:lnTo>
                    <a:pt x="13323" y="536058"/>
                  </a:lnTo>
                  <a:lnTo>
                    <a:pt x="13872" y="534611"/>
                  </a:lnTo>
                  <a:lnTo>
                    <a:pt x="14053" y="533052"/>
                  </a:lnTo>
                  <a:lnTo>
                    <a:pt x="15560" y="531624"/>
                  </a:lnTo>
                  <a:lnTo>
                    <a:pt x="15600" y="530591"/>
                  </a:lnTo>
                  <a:lnTo>
                    <a:pt x="16389" y="529780"/>
                  </a:lnTo>
                  <a:lnTo>
                    <a:pt x="16287" y="527111"/>
                  </a:lnTo>
                  <a:lnTo>
                    <a:pt x="17178" y="526744"/>
                  </a:lnTo>
                  <a:lnTo>
                    <a:pt x="18597" y="524705"/>
                  </a:lnTo>
                  <a:lnTo>
                    <a:pt x="18764" y="523628"/>
                  </a:lnTo>
                  <a:lnTo>
                    <a:pt x="19745" y="522964"/>
                  </a:lnTo>
                  <a:lnTo>
                    <a:pt x="20591" y="521883"/>
                  </a:lnTo>
                  <a:lnTo>
                    <a:pt x="21789" y="519107"/>
                  </a:lnTo>
                  <a:lnTo>
                    <a:pt x="23125" y="518281"/>
                  </a:lnTo>
                  <a:lnTo>
                    <a:pt x="22864" y="517164"/>
                  </a:lnTo>
                  <a:lnTo>
                    <a:pt x="23284" y="516485"/>
                  </a:lnTo>
                  <a:lnTo>
                    <a:pt x="23168" y="514520"/>
                  </a:lnTo>
                  <a:lnTo>
                    <a:pt x="24236" y="512216"/>
                  </a:lnTo>
                  <a:lnTo>
                    <a:pt x="24310" y="510010"/>
                  </a:lnTo>
                  <a:lnTo>
                    <a:pt x="23961" y="508465"/>
                  </a:lnTo>
                  <a:lnTo>
                    <a:pt x="24027" y="507663"/>
                  </a:lnTo>
                  <a:lnTo>
                    <a:pt x="24702" y="507058"/>
                  </a:lnTo>
                  <a:lnTo>
                    <a:pt x="24743" y="506618"/>
                  </a:lnTo>
                  <a:lnTo>
                    <a:pt x="25680" y="504894"/>
                  </a:lnTo>
                  <a:lnTo>
                    <a:pt x="27090" y="504279"/>
                  </a:lnTo>
                  <a:lnTo>
                    <a:pt x="27740" y="504281"/>
                  </a:lnTo>
                  <a:lnTo>
                    <a:pt x="28216" y="503788"/>
                  </a:lnTo>
                  <a:lnTo>
                    <a:pt x="28452" y="502821"/>
                  </a:lnTo>
                  <a:lnTo>
                    <a:pt x="28182" y="501830"/>
                  </a:lnTo>
                  <a:lnTo>
                    <a:pt x="29001" y="500840"/>
                  </a:lnTo>
                  <a:lnTo>
                    <a:pt x="29140" y="500226"/>
                  </a:lnTo>
                  <a:lnTo>
                    <a:pt x="29616" y="499757"/>
                  </a:lnTo>
                  <a:lnTo>
                    <a:pt x="30517" y="498072"/>
                  </a:lnTo>
                  <a:lnTo>
                    <a:pt x="31398" y="497058"/>
                  </a:lnTo>
                  <a:lnTo>
                    <a:pt x="31394" y="496273"/>
                  </a:lnTo>
                  <a:lnTo>
                    <a:pt x="30504" y="495093"/>
                  </a:lnTo>
                  <a:lnTo>
                    <a:pt x="30492" y="491445"/>
                  </a:lnTo>
                  <a:lnTo>
                    <a:pt x="28771" y="488330"/>
                  </a:lnTo>
                  <a:lnTo>
                    <a:pt x="29834" y="487168"/>
                  </a:lnTo>
                  <a:lnTo>
                    <a:pt x="30530" y="484543"/>
                  </a:lnTo>
                  <a:lnTo>
                    <a:pt x="29630" y="480036"/>
                  </a:lnTo>
                  <a:lnTo>
                    <a:pt x="26559" y="481849"/>
                  </a:lnTo>
                  <a:lnTo>
                    <a:pt x="26614" y="480840"/>
                  </a:lnTo>
                  <a:lnTo>
                    <a:pt x="27023" y="480325"/>
                  </a:lnTo>
                  <a:lnTo>
                    <a:pt x="27104" y="479733"/>
                  </a:lnTo>
                  <a:lnTo>
                    <a:pt x="26651" y="478013"/>
                  </a:lnTo>
                  <a:lnTo>
                    <a:pt x="24709" y="477220"/>
                  </a:lnTo>
                  <a:lnTo>
                    <a:pt x="23778" y="474466"/>
                  </a:lnTo>
                  <a:lnTo>
                    <a:pt x="25708" y="476553"/>
                  </a:lnTo>
                  <a:lnTo>
                    <a:pt x="27397" y="477257"/>
                  </a:lnTo>
                  <a:lnTo>
                    <a:pt x="28107" y="477269"/>
                  </a:lnTo>
                  <a:lnTo>
                    <a:pt x="29444" y="476420"/>
                  </a:lnTo>
                  <a:lnTo>
                    <a:pt x="30289" y="476257"/>
                  </a:lnTo>
                  <a:lnTo>
                    <a:pt x="32520" y="475197"/>
                  </a:lnTo>
                  <a:lnTo>
                    <a:pt x="34225" y="474139"/>
                  </a:lnTo>
                  <a:lnTo>
                    <a:pt x="35122" y="473152"/>
                  </a:lnTo>
                  <a:lnTo>
                    <a:pt x="35777" y="473848"/>
                  </a:lnTo>
                  <a:lnTo>
                    <a:pt x="37790" y="475240"/>
                  </a:lnTo>
                  <a:lnTo>
                    <a:pt x="40712" y="475627"/>
                  </a:lnTo>
                  <a:lnTo>
                    <a:pt x="41935" y="475492"/>
                  </a:lnTo>
                  <a:lnTo>
                    <a:pt x="43542" y="474747"/>
                  </a:lnTo>
                  <a:lnTo>
                    <a:pt x="44108" y="474158"/>
                  </a:lnTo>
                  <a:lnTo>
                    <a:pt x="45331" y="473777"/>
                  </a:lnTo>
                  <a:lnTo>
                    <a:pt x="46413" y="474085"/>
                  </a:lnTo>
                  <a:lnTo>
                    <a:pt x="48632" y="473846"/>
                  </a:lnTo>
                  <a:lnTo>
                    <a:pt x="49932" y="473827"/>
                  </a:lnTo>
                  <a:lnTo>
                    <a:pt x="50722" y="474510"/>
                  </a:lnTo>
                  <a:lnTo>
                    <a:pt x="50762" y="474794"/>
                  </a:lnTo>
                  <a:lnTo>
                    <a:pt x="51156" y="474805"/>
                  </a:lnTo>
                  <a:lnTo>
                    <a:pt x="51807" y="475243"/>
                  </a:lnTo>
                  <a:lnTo>
                    <a:pt x="52512" y="476046"/>
                  </a:lnTo>
                  <a:lnTo>
                    <a:pt x="52763" y="476757"/>
                  </a:lnTo>
                  <a:lnTo>
                    <a:pt x="53352" y="476492"/>
                  </a:lnTo>
                  <a:lnTo>
                    <a:pt x="54585" y="477411"/>
                  </a:lnTo>
                  <a:lnTo>
                    <a:pt x="57504" y="478227"/>
                  </a:lnTo>
                  <a:lnTo>
                    <a:pt x="59006" y="477423"/>
                  </a:lnTo>
                  <a:lnTo>
                    <a:pt x="59621" y="479146"/>
                  </a:lnTo>
                  <a:lnTo>
                    <a:pt x="60567" y="479280"/>
                  </a:lnTo>
                  <a:lnTo>
                    <a:pt x="61695" y="480188"/>
                  </a:lnTo>
                  <a:lnTo>
                    <a:pt x="62915" y="480279"/>
                  </a:lnTo>
                  <a:lnTo>
                    <a:pt x="64834" y="481295"/>
                  </a:lnTo>
                  <a:lnTo>
                    <a:pt x="66818" y="482704"/>
                  </a:lnTo>
                  <a:lnTo>
                    <a:pt x="66813" y="484126"/>
                  </a:lnTo>
                  <a:lnTo>
                    <a:pt x="67352" y="484910"/>
                  </a:lnTo>
                  <a:lnTo>
                    <a:pt x="67373" y="485999"/>
                  </a:lnTo>
                  <a:lnTo>
                    <a:pt x="69851" y="486314"/>
                  </a:lnTo>
                  <a:lnTo>
                    <a:pt x="71986" y="487689"/>
                  </a:lnTo>
                  <a:lnTo>
                    <a:pt x="73264" y="487922"/>
                  </a:lnTo>
                  <a:lnTo>
                    <a:pt x="75577" y="488249"/>
                  </a:lnTo>
                  <a:lnTo>
                    <a:pt x="77622" y="487659"/>
                  </a:lnTo>
                  <a:lnTo>
                    <a:pt x="81926" y="487406"/>
                  </a:lnTo>
                  <a:lnTo>
                    <a:pt x="104312" y="491973"/>
                  </a:lnTo>
                  <a:lnTo>
                    <a:pt x="112145" y="493355"/>
                  </a:lnTo>
                  <a:lnTo>
                    <a:pt x="152981" y="491263"/>
                  </a:lnTo>
                  <a:lnTo>
                    <a:pt x="158867" y="493506"/>
                  </a:lnTo>
                  <a:lnTo>
                    <a:pt x="160509" y="495477"/>
                  </a:lnTo>
                  <a:lnTo>
                    <a:pt x="165103" y="495629"/>
                  </a:lnTo>
                  <a:lnTo>
                    <a:pt x="169200" y="494112"/>
                  </a:lnTo>
                  <a:lnTo>
                    <a:pt x="171273" y="494011"/>
                  </a:lnTo>
                  <a:lnTo>
                    <a:pt x="168510" y="485390"/>
                  </a:lnTo>
                  <a:lnTo>
                    <a:pt x="167229" y="482235"/>
                  </a:lnTo>
                  <a:lnTo>
                    <a:pt x="165479" y="475707"/>
                  </a:lnTo>
                  <a:lnTo>
                    <a:pt x="165996" y="472037"/>
                  </a:lnTo>
                  <a:lnTo>
                    <a:pt x="167798" y="465042"/>
                  </a:lnTo>
                  <a:lnTo>
                    <a:pt x="171281" y="457902"/>
                  </a:lnTo>
                  <a:lnTo>
                    <a:pt x="174554" y="454355"/>
                  </a:lnTo>
                  <a:lnTo>
                    <a:pt x="176151" y="451513"/>
                  </a:lnTo>
                  <a:lnTo>
                    <a:pt x="177784" y="449271"/>
                  </a:lnTo>
                  <a:lnTo>
                    <a:pt x="186448" y="440905"/>
                  </a:lnTo>
                  <a:lnTo>
                    <a:pt x="191134" y="437262"/>
                  </a:lnTo>
                  <a:lnTo>
                    <a:pt x="197305" y="433404"/>
                  </a:lnTo>
                  <a:lnTo>
                    <a:pt x="199555" y="431136"/>
                  </a:lnTo>
                  <a:lnTo>
                    <a:pt x="211809" y="401393"/>
                  </a:lnTo>
                  <a:lnTo>
                    <a:pt x="202448" y="391967"/>
                  </a:lnTo>
                  <a:lnTo>
                    <a:pt x="196968" y="369000"/>
                  </a:lnTo>
                  <a:lnTo>
                    <a:pt x="196150" y="367545"/>
                  </a:lnTo>
                  <a:lnTo>
                    <a:pt x="196078" y="365740"/>
                  </a:lnTo>
                  <a:lnTo>
                    <a:pt x="196864" y="364374"/>
                  </a:lnTo>
                  <a:lnTo>
                    <a:pt x="197518" y="364047"/>
                  </a:lnTo>
                  <a:lnTo>
                    <a:pt x="207691" y="362446"/>
                  </a:lnTo>
                  <a:lnTo>
                    <a:pt x="206434" y="349920"/>
                  </a:lnTo>
                  <a:lnTo>
                    <a:pt x="189765" y="324195"/>
                  </a:lnTo>
                  <a:lnTo>
                    <a:pt x="187106" y="318531"/>
                  </a:lnTo>
                  <a:lnTo>
                    <a:pt x="184226" y="311458"/>
                  </a:lnTo>
                  <a:lnTo>
                    <a:pt x="178335" y="311507"/>
                  </a:lnTo>
                  <a:lnTo>
                    <a:pt x="176916" y="312016"/>
                  </a:lnTo>
                  <a:lnTo>
                    <a:pt x="172863" y="312276"/>
                  </a:lnTo>
                  <a:lnTo>
                    <a:pt x="168357" y="313005"/>
                  </a:lnTo>
                  <a:lnTo>
                    <a:pt x="165584" y="313254"/>
                  </a:lnTo>
                  <a:lnTo>
                    <a:pt x="164256" y="313131"/>
                  </a:lnTo>
                  <a:lnTo>
                    <a:pt x="163804" y="313451"/>
                  </a:lnTo>
                  <a:lnTo>
                    <a:pt x="160266" y="314244"/>
                  </a:lnTo>
                  <a:lnTo>
                    <a:pt x="159360" y="311200"/>
                  </a:lnTo>
                  <a:lnTo>
                    <a:pt x="159979" y="307543"/>
                  </a:lnTo>
                  <a:lnTo>
                    <a:pt x="156732" y="306917"/>
                  </a:lnTo>
                  <a:lnTo>
                    <a:pt x="154416" y="307059"/>
                  </a:lnTo>
                  <a:lnTo>
                    <a:pt x="149745" y="305037"/>
                  </a:lnTo>
                  <a:lnTo>
                    <a:pt x="149110" y="304478"/>
                  </a:lnTo>
                  <a:lnTo>
                    <a:pt x="148698" y="304450"/>
                  </a:lnTo>
                  <a:lnTo>
                    <a:pt x="140295" y="308099"/>
                  </a:lnTo>
                  <a:lnTo>
                    <a:pt x="140037" y="307814"/>
                  </a:lnTo>
                  <a:lnTo>
                    <a:pt x="139961" y="306996"/>
                  </a:lnTo>
                  <a:lnTo>
                    <a:pt x="141142" y="305348"/>
                  </a:lnTo>
                  <a:lnTo>
                    <a:pt x="140356" y="303339"/>
                  </a:lnTo>
                  <a:lnTo>
                    <a:pt x="140653" y="302606"/>
                  </a:lnTo>
                  <a:lnTo>
                    <a:pt x="139452" y="300895"/>
                  </a:lnTo>
                  <a:lnTo>
                    <a:pt x="138951" y="300532"/>
                  </a:lnTo>
                  <a:lnTo>
                    <a:pt x="138628" y="298903"/>
                  </a:lnTo>
                  <a:lnTo>
                    <a:pt x="138827" y="296816"/>
                  </a:lnTo>
                  <a:lnTo>
                    <a:pt x="139093" y="296306"/>
                  </a:lnTo>
                  <a:lnTo>
                    <a:pt x="138457" y="295481"/>
                  </a:lnTo>
                  <a:lnTo>
                    <a:pt x="138446" y="294277"/>
                  </a:lnTo>
                  <a:lnTo>
                    <a:pt x="137078" y="293084"/>
                  </a:lnTo>
                  <a:lnTo>
                    <a:pt x="137542" y="291577"/>
                  </a:lnTo>
                  <a:lnTo>
                    <a:pt x="139067" y="288494"/>
                  </a:lnTo>
                  <a:lnTo>
                    <a:pt x="140059" y="286606"/>
                  </a:lnTo>
                  <a:lnTo>
                    <a:pt x="141236" y="284998"/>
                  </a:lnTo>
                  <a:lnTo>
                    <a:pt x="141533" y="282238"/>
                  </a:lnTo>
                  <a:lnTo>
                    <a:pt x="142475" y="281232"/>
                  </a:lnTo>
                  <a:lnTo>
                    <a:pt x="144404" y="278111"/>
                  </a:lnTo>
                  <a:lnTo>
                    <a:pt x="145319" y="277400"/>
                  </a:lnTo>
                  <a:lnTo>
                    <a:pt x="145414" y="276548"/>
                  </a:lnTo>
                  <a:lnTo>
                    <a:pt x="144926" y="275870"/>
                  </a:lnTo>
                  <a:lnTo>
                    <a:pt x="144487" y="274210"/>
                  </a:lnTo>
                  <a:lnTo>
                    <a:pt x="144334" y="271905"/>
                  </a:lnTo>
                  <a:lnTo>
                    <a:pt x="144150" y="268592"/>
                  </a:lnTo>
                  <a:lnTo>
                    <a:pt x="141564" y="253869"/>
                  </a:lnTo>
                  <a:lnTo>
                    <a:pt x="139400" y="238323"/>
                  </a:lnTo>
                  <a:lnTo>
                    <a:pt x="141662" y="223915"/>
                  </a:lnTo>
                  <a:lnTo>
                    <a:pt x="141176" y="223617"/>
                  </a:lnTo>
                  <a:lnTo>
                    <a:pt x="140973" y="223156"/>
                  </a:lnTo>
                  <a:lnTo>
                    <a:pt x="142273" y="222104"/>
                  </a:lnTo>
                  <a:lnTo>
                    <a:pt x="143468" y="220737"/>
                  </a:lnTo>
                  <a:lnTo>
                    <a:pt x="143844" y="220730"/>
                  </a:lnTo>
                  <a:lnTo>
                    <a:pt x="143717" y="220408"/>
                  </a:lnTo>
                  <a:lnTo>
                    <a:pt x="144005" y="220328"/>
                  </a:lnTo>
                  <a:lnTo>
                    <a:pt x="145238" y="218847"/>
                  </a:lnTo>
                  <a:lnTo>
                    <a:pt x="145302" y="218413"/>
                  </a:lnTo>
                  <a:lnTo>
                    <a:pt x="145747" y="218072"/>
                  </a:lnTo>
                  <a:lnTo>
                    <a:pt x="146219" y="215377"/>
                  </a:lnTo>
                  <a:lnTo>
                    <a:pt x="146115" y="213371"/>
                  </a:lnTo>
                  <a:lnTo>
                    <a:pt x="145537" y="212224"/>
                  </a:lnTo>
                  <a:lnTo>
                    <a:pt x="145657" y="211556"/>
                  </a:lnTo>
                  <a:lnTo>
                    <a:pt x="146180" y="210629"/>
                  </a:lnTo>
                  <a:lnTo>
                    <a:pt x="146137" y="210179"/>
                  </a:lnTo>
                  <a:lnTo>
                    <a:pt x="147147" y="207725"/>
                  </a:lnTo>
                  <a:lnTo>
                    <a:pt x="147599" y="207111"/>
                  </a:lnTo>
                  <a:lnTo>
                    <a:pt x="148242" y="206774"/>
                  </a:lnTo>
                  <a:lnTo>
                    <a:pt x="148213" y="206437"/>
                  </a:lnTo>
                  <a:lnTo>
                    <a:pt x="148810" y="206369"/>
                  </a:lnTo>
                  <a:lnTo>
                    <a:pt x="149674" y="205307"/>
                  </a:lnTo>
                  <a:lnTo>
                    <a:pt x="150091" y="203827"/>
                  </a:lnTo>
                  <a:lnTo>
                    <a:pt x="150538" y="203198"/>
                  </a:lnTo>
                  <a:lnTo>
                    <a:pt x="150568" y="202659"/>
                  </a:lnTo>
                  <a:lnTo>
                    <a:pt x="150362" y="200537"/>
                  </a:lnTo>
                  <a:lnTo>
                    <a:pt x="150101" y="199962"/>
                  </a:lnTo>
                  <a:lnTo>
                    <a:pt x="150294" y="199191"/>
                  </a:lnTo>
                  <a:lnTo>
                    <a:pt x="149999" y="198716"/>
                  </a:lnTo>
                  <a:lnTo>
                    <a:pt x="150241" y="197121"/>
                  </a:lnTo>
                  <a:lnTo>
                    <a:pt x="150912" y="195564"/>
                  </a:lnTo>
                  <a:lnTo>
                    <a:pt x="151246" y="195284"/>
                  </a:lnTo>
                  <a:lnTo>
                    <a:pt x="151138" y="193117"/>
                  </a:lnTo>
                  <a:lnTo>
                    <a:pt x="150893" y="192838"/>
                  </a:lnTo>
                  <a:lnTo>
                    <a:pt x="151536" y="190913"/>
                  </a:lnTo>
                  <a:lnTo>
                    <a:pt x="151665" y="189795"/>
                  </a:lnTo>
                  <a:lnTo>
                    <a:pt x="151943" y="189678"/>
                  </a:lnTo>
                  <a:lnTo>
                    <a:pt x="153004" y="188050"/>
                  </a:lnTo>
                  <a:lnTo>
                    <a:pt x="153444" y="187821"/>
                  </a:lnTo>
                  <a:lnTo>
                    <a:pt x="153445" y="187460"/>
                  </a:lnTo>
                  <a:lnTo>
                    <a:pt x="154016" y="186613"/>
                  </a:lnTo>
                  <a:lnTo>
                    <a:pt x="153961" y="185460"/>
                  </a:lnTo>
                  <a:lnTo>
                    <a:pt x="154948" y="183547"/>
                  </a:lnTo>
                  <a:lnTo>
                    <a:pt x="154577" y="181814"/>
                  </a:lnTo>
                  <a:lnTo>
                    <a:pt x="154650" y="180776"/>
                  </a:lnTo>
                  <a:lnTo>
                    <a:pt x="153822" y="179844"/>
                  </a:lnTo>
                  <a:lnTo>
                    <a:pt x="154320" y="177529"/>
                  </a:lnTo>
                  <a:lnTo>
                    <a:pt x="153077" y="175367"/>
                  </a:lnTo>
                  <a:lnTo>
                    <a:pt x="152452" y="172872"/>
                  </a:lnTo>
                  <a:lnTo>
                    <a:pt x="152706" y="172290"/>
                  </a:lnTo>
                  <a:lnTo>
                    <a:pt x="153879" y="171119"/>
                  </a:lnTo>
                  <a:lnTo>
                    <a:pt x="154586" y="170831"/>
                  </a:lnTo>
                  <a:lnTo>
                    <a:pt x="155447" y="170964"/>
                  </a:lnTo>
                  <a:lnTo>
                    <a:pt x="156707" y="170736"/>
                  </a:lnTo>
                  <a:lnTo>
                    <a:pt x="157894" y="169801"/>
                  </a:lnTo>
                  <a:lnTo>
                    <a:pt x="158983" y="169435"/>
                  </a:lnTo>
                  <a:lnTo>
                    <a:pt x="158251" y="168339"/>
                  </a:lnTo>
                  <a:lnTo>
                    <a:pt x="158470" y="168208"/>
                  </a:lnTo>
                  <a:lnTo>
                    <a:pt x="158414" y="167980"/>
                  </a:lnTo>
                  <a:lnTo>
                    <a:pt x="158931" y="167869"/>
                  </a:lnTo>
                  <a:lnTo>
                    <a:pt x="159962" y="166658"/>
                  </a:lnTo>
                  <a:lnTo>
                    <a:pt x="160212" y="166783"/>
                  </a:lnTo>
                  <a:lnTo>
                    <a:pt x="160419" y="166428"/>
                  </a:lnTo>
                  <a:lnTo>
                    <a:pt x="160599" y="166611"/>
                  </a:lnTo>
                  <a:lnTo>
                    <a:pt x="161293" y="166414"/>
                  </a:lnTo>
                  <a:lnTo>
                    <a:pt x="162478" y="165268"/>
                  </a:lnTo>
                  <a:lnTo>
                    <a:pt x="162583" y="164839"/>
                  </a:lnTo>
                  <a:lnTo>
                    <a:pt x="163102" y="164498"/>
                  </a:lnTo>
                  <a:lnTo>
                    <a:pt x="164214" y="164626"/>
                  </a:lnTo>
                  <a:lnTo>
                    <a:pt x="164642" y="163910"/>
                  </a:lnTo>
                  <a:lnTo>
                    <a:pt x="170580" y="162426"/>
                  </a:lnTo>
                  <a:lnTo>
                    <a:pt x="171286" y="161294"/>
                  </a:lnTo>
                  <a:lnTo>
                    <a:pt x="172668" y="161265"/>
                  </a:lnTo>
                  <a:lnTo>
                    <a:pt x="173087" y="160578"/>
                  </a:lnTo>
                  <a:lnTo>
                    <a:pt x="173199" y="159873"/>
                  </a:lnTo>
                  <a:lnTo>
                    <a:pt x="173703" y="159690"/>
                  </a:lnTo>
                  <a:lnTo>
                    <a:pt x="178086" y="159056"/>
                  </a:lnTo>
                  <a:lnTo>
                    <a:pt x="181278" y="158318"/>
                  </a:lnTo>
                  <a:lnTo>
                    <a:pt x="181958" y="158708"/>
                  </a:lnTo>
                  <a:lnTo>
                    <a:pt x="182634" y="158376"/>
                  </a:lnTo>
                  <a:lnTo>
                    <a:pt x="183151" y="158492"/>
                  </a:lnTo>
                  <a:lnTo>
                    <a:pt x="185068" y="157273"/>
                  </a:lnTo>
                  <a:lnTo>
                    <a:pt x="185359" y="155079"/>
                  </a:lnTo>
                  <a:lnTo>
                    <a:pt x="184892" y="152684"/>
                  </a:lnTo>
                  <a:lnTo>
                    <a:pt x="184447" y="151349"/>
                  </a:lnTo>
                  <a:lnTo>
                    <a:pt x="183082" y="150311"/>
                  </a:lnTo>
                  <a:lnTo>
                    <a:pt x="182453" y="147726"/>
                  </a:lnTo>
                  <a:lnTo>
                    <a:pt x="181665" y="142006"/>
                  </a:lnTo>
                  <a:lnTo>
                    <a:pt x="182075" y="139903"/>
                  </a:lnTo>
                  <a:lnTo>
                    <a:pt x="183183" y="140638"/>
                  </a:lnTo>
                  <a:lnTo>
                    <a:pt x="183620" y="140639"/>
                  </a:lnTo>
                  <a:lnTo>
                    <a:pt x="184609" y="140242"/>
                  </a:lnTo>
                  <a:lnTo>
                    <a:pt x="185963" y="139265"/>
                  </a:lnTo>
                  <a:lnTo>
                    <a:pt x="186557" y="138789"/>
                  </a:lnTo>
                  <a:lnTo>
                    <a:pt x="186545" y="138453"/>
                  </a:lnTo>
                  <a:lnTo>
                    <a:pt x="198515" y="136140"/>
                  </a:lnTo>
                  <a:lnTo>
                    <a:pt x="200337" y="129113"/>
                  </a:lnTo>
                  <a:lnTo>
                    <a:pt x="201271" y="123440"/>
                  </a:lnTo>
                  <a:lnTo>
                    <a:pt x="202436" y="122974"/>
                  </a:lnTo>
                  <a:lnTo>
                    <a:pt x="203696" y="117378"/>
                  </a:lnTo>
                  <a:lnTo>
                    <a:pt x="204463" y="116173"/>
                  </a:lnTo>
                  <a:lnTo>
                    <a:pt x="206106" y="114785"/>
                  </a:lnTo>
                  <a:lnTo>
                    <a:pt x="208109" y="113788"/>
                  </a:lnTo>
                  <a:lnTo>
                    <a:pt x="210058" y="113365"/>
                  </a:lnTo>
                  <a:lnTo>
                    <a:pt x="217107" y="106460"/>
                  </a:lnTo>
                  <a:lnTo>
                    <a:pt x="221302" y="98546"/>
                  </a:lnTo>
                  <a:lnTo>
                    <a:pt x="228074" y="92843"/>
                  </a:lnTo>
                  <a:lnTo>
                    <a:pt x="229436" y="90532"/>
                  </a:lnTo>
                  <a:lnTo>
                    <a:pt x="230104" y="88692"/>
                  </a:lnTo>
                  <a:lnTo>
                    <a:pt x="229306" y="87488"/>
                  </a:lnTo>
                  <a:lnTo>
                    <a:pt x="228294" y="86812"/>
                  </a:lnTo>
                  <a:lnTo>
                    <a:pt x="229271" y="86529"/>
                  </a:lnTo>
                  <a:lnTo>
                    <a:pt x="232907" y="88023"/>
                  </a:lnTo>
                  <a:lnTo>
                    <a:pt x="234995" y="90526"/>
                  </a:lnTo>
                  <a:lnTo>
                    <a:pt x="244809" y="96065"/>
                  </a:lnTo>
                  <a:lnTo>
                    <a:pt x="247632" y="94711"/>
                  </a:lnTo>
                  <a:lnTo>
                    <a:pt x="252165" y="93545"/>
                  </a:lnTo>
                  <a:lnTo>
                    <a:pt x="277317" y="90461"/>
                  </a:lnTo>
                  <a:lnTo>
                    <a:pt x="295333" y="85756"/>
                  </a:lnTo>
                  <a:lnTo>
                    <a:pt x="306795" y="92576"/>
                  </a:lnTo>
                  <a:lnTo>
                    <a:pt x="311642" y="88074"/>
                  </a:lnTo>
                  <a:lnTo>
                    <a:pt x="318938" y="74116"/>
                  </a:lnTo>
                  <a:lnTo>
                    <a:pt x="316805" y="72454"/>
                  </a:lnTo>
                  <a:lnTo>
                    <a:pt x="316782" y="72143"/>
                  </a:lnTo>
                  <a:lnTo>
                    <a:pt x="325354" y="78052"/>
                  </a:lnTo>
                  <a:lnTo>
                    <a:pt x="331230" y="77215"/>
                  </a:lnTo>
                  <a:lnTo>
                    <a:pt x="331789" y="74544"/>
                  </a:lnTo>
                  <a:lnTo>
                    <a:pt x="334026" y="73731"/>
                  </a:lnTo>
                  <a:lnTo>
                    <a:pt x="335068" y="74052"/>
                  </a:lnTo>
                  <a:lnTo>
                    <a:pt x="335420" y="74308"/>
                  </a:lnTo>
                  <a:lnTo>
                    <a:pt x="335640" y="74917"/>
                  </a:lnTo>
                  <a:lnTo>
                    <a:pt x="336256" y="77600"/>
                  </a:lnTo>
                  <a:lnTo>
                    <a:pt x="336271" y="81071"/>
                  </a:lnTo>
                  <a:lnTo>
                    <a:pt x="340673" y="79370"/>
                  </a:lnTo>
                  <a:lnTo>
                    <a:pt x="342726" y="80002"/>
                  </a:lnTo>
                  <a:lnTo>
                    <a:pt x="345274" y="80314"/>
                  </a:lnTo>
                  <a:lnTo>
                    <a:pt x="345574" y="81141"/>
                  </a:lnTo>
                  <a:lnTo>
                    <a:pt x="355044" y="87338"/>
                  </a:lnTo>
                  <a:lnTo>
                    <a:pt x="363064" y="87007"/>
                  </a:lnTo>
                  <a:lnTo>
                    <a:pt x="362816" y="89542"/>
                  </a:lnTo>
                  <a:lnTo>
                    <a:pt x="366863" y="97390"/>
                  </a:lnTo>
                  <a:lnTo>
                    <a:pt x="380980" y="106799"/>
                  </a:lnTo>
                  <a:lnTo>
                    <a:pt x="397284" y="99446"/>
                  </a:lnTo>
                  <a:lnTo>
                    <a:pt x="408784" y="100232"/>
                  </a:lnTo>
                  <a:lnTo>
                    <a:pt x="414927" y="99314"/>
                  </a:lnTo>
                  <a:lnTo>
                    <a:pt x="428875" y="106091"/>
                  </a:lnTo>
                  <a:lnTo>
                    <a:pt x="433652" y="108733"/>
                  </a:lnTo>
                  <a:lnTo>
                    <a:pt x="438729" y="114023"/>
                  </a:lnTo>
                  <a:lnTo>
                    <a:pt x="439360" y="113414"/>
                  </a:lnTo>
                  <a:lnTo>
                    <a:pt x="449036" y="118718"/>
                  </a:lnTo>
                  <a:lnTo>
                    <a:pt x="452245" y="116512"/>
                  </a:lnTo>
                  <a:lnTo>
                    <a:pt x="461793" y="114536"/>
                  </a:lnTo>
                  <a:lnTo>
                    <a:pt x="462348" y="111490"/>
                  </a:lnTo>
                  <a:lnTo>
                    <a:pt x="468626" y="109362"/>
                  </a:lnTo>
                  <a:lnTo>
                    <a:pt x="478177" y="112705"/>
                  </a:lnTo>
                  <a:lnTo>
                    <a:pt x="485206" y="124301"/>
                  </a:lnTo>
                  <a:lnTo>
                    <a:pt x="488221" y="128624"/>
                  </a:lnTo>
                  <a:lnTo>
                    <a:pt x="495134" y="134547"/>
                  </a:lnTo>
                  <a:lnTo>
                    <a:pt x="506717" y="146884"/>
                  </a:lnTo>
                  <a:lnTo>
                    <a:pt x="512731" y="150228"/>
                  </a:lnTo>
                  <a:lnTo>
                    <a:pt x="518392" y="154405"/>
                  </a:lnTo>
                  <a:lnTo>
                    <a:pt x="526721" y="164687"/>
                  </a:lnTo>
                  <a:lnTo>
                    <a:pt x="519997" y="213927"/>
                  </a:lnTo>
                  <a:lnTo>
                    <a:pt x="517548" y="230590"/>
                  </a:lnTo>
                  <a:lnTo>
                    <a:pt x="524375" y="230833"/>
                  </a:lnTo>
                  <a:lnTo>
                    <a:pt x="526296" y="232532"/>
                  </a:lnTo>
                  <a:lnTo>
                    <a:pt x="523817" y="238803"/>
                  </a:lnTo>
                  <a:lnTo>
                    <a:pt x="522350" y="239873"/>
                  </a:lnTo>
                  <a:lnTo>
                    <a:pt x="522473" y="245295"/>
                  </a:lnTo>
                  <a:lnTo>
                    <a:pt x="527009" y="244282"/>
                  </a:lnTo>
                  <a:lnTo>
                    <a:pt x="532423" y="243841"/>
                  </a:lnTo>
                  <a:lnTo>
                    <a:pt x="537420" y="247145"/>
                  </a:lnTo>
                  <a:lnTo>
                    <a:pt x="543845" y="245856"/>
                  </a:lnTo>
                  <a:lnTo>
                    <a:pt x="553799" y="241568"/>
                  </a:lnTo>
                  <a:lnTo>
                    <a:pt x="560806" y="241066"/>
                  </a:lnTo>
                  <a:lnTo>
                    <a:pt x="567903" y="241082"/>
                  </a:lnTo>
                  <a:lnTo>
                    <a:pt x="569345" y="236236"/>
                  </a:lnTo>
                  <a:lnTo>
                    <a:pt x="570416" y="235309"/>
                  </a:lnTo>
                  <a:lnTo>
                    <a:pt x="576891" y="235079"/>
                  </a:lnTo>
                  <a:lnTo>
                    <a:pt x="577530" y="233060"/>
                  </a:lnTo>
                  <a:lnTo>
                    <a:pt x="582654" y="230322"/>
                  </a:lnTo>
                  <a:lnTo>
                    <a:pt x="586530" y="228617"/>
                  </a:lnTo>
                  <a:lnTo>
                    <a:pt x="592479" y="228552"/>
                  </a:lnTo>
                  <a:lnTo>
                    <a:pt x="599499" y="228009"/>
                  </a:lnTo>
                  <a:lnTo>
                    <a:pt x="610223" y="224294"/>
                  </a:lnTo>
                  <a:lnTo>
                    <a:pt x="611848" y="220954"/>
                  </a:lnTo>
                  <a:lnTo>
                    <a:pt x="613902" y="217998"/>
                  </a:lnTo>
                  <a:lnTo>
                    <a:pt x="617571" y="217271"/>
                  </a:lnTo>
                  <a:lnTo>
                    <a:pt x="618068" y="216231"/>
                  </a:lnTo>
                  <a:lnTo>
                    <a:pt x="620822" y="215313"/>
                  </a:lnTo>
                  <a:lnTo>
                    <a:pt x="621715" y="213815"/>
                  </a:lnTo>
                  <a:lnTo>
                    <a:pt x="623970" y="212732"/>
                  </a:lnTo>
                  <a:lnTo>
                    <a:pt x="629361" y="213052"/>
                  </a:lnTo>
                  <a:lnTo>
                    <a:pt x="630117" y="213739"/>
                  </a:lnTo>
                  <a:lnTo>
                    <a:pt x="632128" y="212412"/>
                  </a:lnTo>
                  <a:lnTo>
                    <a:pt x="636362" y="213843"/>
                  </a:lnTo>
                  <a:lnTo>
                    <a:pt x="639460" y="213241"/>
                  </a:lnTo>
                  <a:lnTo>
                    <a:pt x="643505" y="209800"/>
                  </a:lnTo>
                  <a:lnTo>
                    <a:pt x="648776" y="207887"/>
                  </a:lnTo>
                  <a:lnTo>
                    <a:pt x="650595" y="208499"/>
                  </a:lnTo>
                  <a:lnTo>
                    <a:pt x="656331" y="211353"/>
                  </a:lnTo>
                  <a:lnTo>
                    <a:pt x="658274" y="210914"/>
                  </a:lnTo>
                  <a:lnTo>
                    <a:pt x="660764" y="209711"/>
                  </a:lnTo>
                  <a:lnTo>
                    <a:pt x="663335" y="208955"/>
                  </a:lnTo>
                  <a:lnTo>
                    <a:pt x="667614" y="202112"/>
                  </a:lnTo>
                  <a:lnTo>
                    <a:pt x="668133" y="200786"/>
                  </a:lnTo>
                  <a:lnTo>
                    <a:pt x="672856" y="200493"/>
                  </a:lnTo>
                  <a:lnTo>
                    <a:pt x="673954" y="200223"/>
                  </a:lnTo>
                  <a:lnTo>
                    <a:pt x="675949" y="198584"/>
                  </a:lnTo>
                  <a:lnTo>
                    <a:pt x="681454" y="192400"/>
                  </a:lnTo>
                  <a:lnTo>
                    <a:pt x="686801" y="188155"/>
                  </a:lnTo>
                  <a:lnTo>
                    <a:pt x="688289" y="187413"/>
                  </a:lnTo>
                  <a:lnTo>
                    <a:pt x="701985" y="190957"/>
                  </a:lnTo>
                  <a:lnTo>
                    <a:pt x="717038" y="190117"/>
                  </a:lnTo>
                  <a:lnTo>
                    <a:pt x="711902" y="197801"/>
                  </a:lnTo>
                  <a:lnTo>
                    <a:pt x="707926" y="202362"/>
                  </a:lnTo>
                  <a:lnTo>
                    <a:pt x="707045" y="203706"/>
                  </a:lnTo>
                  <a:lnTo>
                    <a:pt x="713910" y="216330"/>
                  </a:lnTo>
                  <a:lnTo>
                    <a:pt x="719613" y="226143"/>
                  </a:lnTo>
                  <a:lnTo>
                    <a:pt x="727010" y="232322"/>
                  </a:lnTo>
                  <a:lnTo>
                    <a:pt x="736522" y="239797"/>
                  </a:lnTo>
                  <a:lnTo>
                    <a:pt x="739185" y="243209"/>
                  </a:lnTo>
                  <a:lnTo>
                    <a:pt x="741249" y="247140"/>
                  </a:lnTo>
                  <a:lnTo>
                    <a:pt x="742187" y="249838"/>
                  </a:lnTo>
                  <a:lnTo>
                    <a:pt x="749971" y="252413"/>
                  </a:lnTo>
                  <a:lnTo>
                    <a:pt x="751984" y="253483"/>
                  </a:lnTo>
                  <a:lnTo>
                    <a:pt x="770744" y="246826"/>
                  </a:lnTo>
                  <a:lnTo>
                    <a:pt x="775550" y="250717"/>
                  </a:lnTo>
                  <a:lnTo>
                    <a:pt x="776576" y="252051"/>
                  </a:lnTo>
                  <a:lnTo>
                    <a:pt x="782745" y="255591"/>
                  </a:lnTo>
                  <a:lnTo>
                    <a:pt x="784410" y="255726"/>
                  </a:lnTo>
                  <a:lnTo>
                    <a:pt x="785022" y="256764"/>
                  </a:lnTo>
                  <a:lnTo>
                    <a:pt x="785616" y="256276"/>
                  </a:lnTo>
                  <a:lnTo>
                    <a:pt x="786114" y="256388"/>
                  </a:lnTo>
                  <a:lnTo>
                    <a:pt x="786470" y="257169"/>
                  </a:lnTo>
                  <a:lnTo>
                    <a:pt x="788928" y="255957"/>
                  </a:lnTo>
                  <a:lnTo>
                    <a:pt x="790647" y="254612"/>
                  </a:lnTo>
                  <a:lnTo>
                    <a:pt x="793275" y="254376"/>
                  </a:lnTo>
                  <a:lnTo>
                    <a:pt x="796309" y="255728"/>
                  </a:lnTo>
                  <a:lnTo>
                    <a:pt x="800085" y="256612"/>
                  </a:lnTo>
                  <a:lnTo>
                    <a:pt x="800179" y="256890"/>
                  </a:lnTo>
                  <a:lnTo>
                    <a:pt x="800625" y="257049"/>
                  </a:lnTo>
                  <a:lnTo>
                    <a:pt x="800883" y="258150"/>
                  </a:lnTo>
                  <a:lnTo>
                    <a:pt x="801420" y="258682"/>
                  </a:lnTo>
                  <a:lnTo>
                    <a:pt x="801725" y="258821"/>
                  </a:lnTo>
                  <a:lnTo>
                    <a:pt x="802178" y="258649"/>
                  </a:lnTo>
                  <a:lnTo>
                    <a:pt x="803861" y="259378"/>
                  </a:lnTo>
                  <a:lnTo>
                    <a:pt x="805869" y="257600"/>
                  </a:lnTo>
                  <a:lnTo>
                    <a:pt x="808140" y="256706"/>
                  </a:lnTo>
                  <a:lnTo>
                    <a:pt x="809713" y="256728"/>
                  </a:lnTo>
                  <a:lnTo>
                    <a:pt x="810369" y="256946"/>
                  </a:lnTo>
                  <a:lnTo>
                    <a:pt x="811641" y="256689"/>
                  </a:lnTo>
                  <a:lnTo>
                    <a:pt x="812698" y="255870"/>
                  </a:lnTo>
                  <a:lnTo>
                    <a:pt x="816993" y="256343"/>
                  </a:lnTo>
                  <a:lnTo>
                    <a:pt x="818604" y="257297"/>
                  </a:lnTo>
                  <a:lnTo>
                    <a:pt x="820651" y="253752"/>
                  </a:lnTo>
                  <a:lnTo>
                    <a:pt x="821575" y="251210"/>
                  </a:lnTo>
                  <a:lnTo>
                    <a:pt x="826008" y="244281"/>
                  </a:lnTo>
                  <a:lnTo>
                    <a:pt x="827074" y="240037"/>
                  </a:lnTo>
                  <a:lnTo>
                    <a:pt x="828053" y="240159"/>
                  </a:lnTo>
                  <a:lnTo>
                    <a:pt x="830574" y="238952"/>
                  </a:lnTo>
                  <a:lnTo>
                    <a:pt x="838445" y="233676"/>
                  </a:lnTo>
                  <a:lnTo>
                    <a:pt x="839463" y="232564"/>
                  </a:lnTo>
                  <a:lnTo>
                    <a:pt x="844690" y="230068"/>
                  </a:lnTo>
                  <a:lnTo>
                    <a:pt x="847773" y="227759"/>
                  </a:lnTo>
                  <a:lnTo>
                    <a:pt x="848899" y="226641"/>
                  </a:lnTo>
                  <a:lnTo>
                    <a:pt x="849936" y="226267"/>
                  </a:lnTo>
                  <a:lnTo>
                    <a:pt x="851812" y="224755"/>
                  </a:lnTo>
                  <a:lnTo>
                    <a:pt x="854729" y="222909"/>
                  </a:lnTo>
                  <a:lnTo>
                    <a:pt x="855666" y="222548"/>
                  </a:lnTo>
                  <a:lnTo>
                    <a:pt x="857113" y="222943"/>
                  </a:lnTo>
                  <a:lnTo>
                    <a:pt x="858548" y="222927"/>
                  </a:lnTo>
                  <a:lnTo>
                    <a:pt x="861530" y="220785"/>
                  </a:lnTo>
                  <a:lnTo>
                    <a:pt x="862528" y="221963"/>
                  </a:lnTo>
                  <a:lnTo>
                    <a:pt x="865216" y="222687"/>
                  </a:lnTo>
                  <a:lnTo>
                    <a:pt x="865938" y="222571"/>
                  </a:lnTo>
                  <a:lnTo>
                    <a:pt x="868654" y="221202"/>
                  </a:lnTo>
                  <a:lnTo>
                    <a:pt x="870417" y="218873"/>
                  </a:lnTo>
                  <a:lnTo>
                    <a:pt x="871315" y="218096"/>
                  </a:lnTo>
                  <a:lnTo>
                    <a:pt x="875517" y="215475"/>
                  </a:lnTo>
                  <a:lnTo>
                    <a:pt x="876519" y="214558"/>
                  </a:lnTo>
                  <a:lnTo>
                    <a:pt x="880752" y="213156"/>
                  </a:lnTo>
                  <a:lnTo>
                    <a:pt x="881631" y="213336"/>
                  </a:lnTo>
                  <a:lnTo>
                    <a:pt x="882105" y="213683"/>
                  </a:lnTo>
                  <a:lnTo>
                    <a:pt x="883876" y="213929"/>
                  </a:lnTo>
                  <a:lnTo>
                    <a:pt x="885166" y="213448"/>
                  </a:lnTo>
                  <a:lnTo>
                    <a:pt x="885834" y="212463"/>
                  </a:lnTo>
                  <a:lnTo>
                    <a:pt x="887942" y="211303"/>
                  </a:lnTo>
                  <a:lnTo>
                    <a:pt x="891600" y="208231"/>
                  </a:lnTo>
                  <a:lnTo>
                    <a:pt x="889027" y="196718"/>
                  </a:lnTo>
                  <a:lnTo>
                    <a:pt x="888846" y="191511"/>
                  </a:lnTo>
                  <a:lnTo>
                    <a:pt x="893944" y="184677"/>
                  </a:lnTo>
                  <a:lnTo>
                    <a:pt x="910611" y="180873"/>
                  </a:lnTo>
                  <a:lnTo>
                    <a:pt x="918953" y="178099"/>
                  </a:lnTo>
                  <a:lnTo>
                    <a:pt x="921785" y="183864"/>
                  </a:lnTo>
                  <a:lnTo>
                    <a:pt x="936008" y="184240"/>
                  </a:lnTo>
                  <a:lnTo>
                    <a:pt x="944064" y="179591"/>
                  </a:lnTo>
                  <a:lnTo>
                    <a:pt x="947341" y="177455"/>
                  </a:lnTo>
                  <a:lnTo>
                    <a:pt x="947821" y="171664"/>
                  </a:lnTo>
                  <a:lnTo>
                    <a:pt x="949345" y="166202"/>
                  </a:lnTo>
                  <a:lnTo>
                    <a:pt x="954558" y="164613"/>
                  </a:lnTo>
                  <a:lnTo>
                    <a:pt x="962796" y="159830"/>
                  </a:lnTo>
                  <a:lnTo>
                    <a:pt x="967055" y="156919"/>
                  </a:lnTo>
                  <a:lnTo>
                    <a:pt x="972781" y="157189"/>
                  </a:lnTo>
                  <a:lnTo>
                    <a:pt x="972958" y="156351"/>
                  </a:lnTo>
                  <a:lnTo>
                    <a:pt x="973536" y="155536"/>
                  </a:lnTo>
                  <a:lnTo>
                    <a:pt x="973604" y="153789"/>
                  </a:lnTo>
                  <a:lnTo>
                    <a:pt x="974840" y="152350"/>
                  </a:lnTo>
                  <a:lnTo>
                    <a:pt x="975151" y="151656"/>
                  </a:lnTo>
                  <a:lnTo>
                    <a:pt x="975298" y="150539"/>
                  </a:lnTo>
                  <a:lnTo>
                    <a:pt x="975837" y="149448"/>
                  </a:lnTo>
                  <a:lnTo>
                    <a:pt x="975981" y="148013"/>
                  </a:lnTo>
                  <a:lnTo>
                    <a:pt x="978427" y="147220"/>
                  </a:lnTo>
                  <a:lnTo>
                    <a:pt x="978864" y="146848"/>
                  </a:lnTo>
                  <a:lnTo>
                    <a:pt x="980552" y="143685"/>
                  </a:lnTo>
                  <a:lnTo>
                    <a:pt x="981467" y="143112"/>
                  </a:lnTo>
                  <a:lnTo>
                    <a:pt x="981583" y="142482"/>
                  </a:lnTo>
                  <a:lnTo>
                    <a:pt x="982409" y="142020"/>
                  </a:lnTo>
                  <a:lnTo>
                    <a:pt x="982649" y="141499"/>
                  </a:lnTo>
                  <a:lnTo>
                    <a:pt x="984323" y="140327"/>
                  </a:lnTo>
                  <a:lnTo>
                    <a:pt x="984468" y="139846"/>
                  </a:lnTo>
                  <a:lnTo>
                    <a:pt x="984856" y="139684"/>
                  </a:lnTo>
                  <a:lnTo>
                    <a:pt x="985565" y="139857"/>
                  </a:lnTo>
                  <a:lnTo>
                    <a:pt x="985815" y="139510"/>
                  </a:lnTo>
                  <a:lnTo>
                    <a:pt x="986384" y="139294"/>
                  </a:lnTo>
                  <a:lnTo>
                    <a:pt x="987045" y="138456"/>
                  </a:lnTo>
                  <a:lnTo>
                    <a:pt x="988650" y="138383"/>
                  </a:lnTo>
                  <a:lnTo>
                    <a:pt x="989024" y="138156"/>
                  </a:lnTo>
                  <a:lnTo>
                    <a:pt x="989991" y="138249"/>
                  </a:lnTo>
                  <a:lnTo>
                    <a:pt x="990130" y="137286"/>
                  </a:lnTo>
                  <a:lnTo>
                    <a:pt x="991001" y="136614"/>
                  </a:lnTo>
                  <a:lnTo>
                    <a:pt x="992134" y="136684"/>
                  </a:lnTo>
                  <a:lnTo>
                    <a:pt x="992331" y="136996"/>
                  </a:lnTo>
                  <a:lnTo>
                    <a:pt x="992884" y="137042"/>
                  </a:lnTo>
                  <a:lnTo>
                    <a:pt x="994150" y="137767"/>
                  </a:lnTo>
                  <a:lnTo>
                    <a:pt x="995783" y="137971"/>
                  </a:lnTo>
                  <a:lnTo>
                    <a:pt x="997292" y="138880"/>
                  </a:lnTo>
                  <a:lnTo>
                    <a:pt x="997939" y="138707"/>
                  </a:lnTo>
                  <a:lnTo>
                    <a:pt x="999190" y="139000"/>
                  </a:lnTo>
                  <a:lnTo>
                    <a:pt x="1000337" y="139612"/>
                  </a:lnTo>
                  <a:lnTo>
                    <a:pt x="1000709" y="141265"/>
                  </a:lnTo>
                  <a:lnTo>
                    <a:pt x="1001234" y="141801"/>
                  </a:lnTo>
                  <a:lnTo>
                    <a:pt x="1003103" y="141657"/>
                  </a:lnTo>
                  <a:lnTo>
                    <a:pt x="1005240" y="142501"/>
                  </a:lnTo>
                  <a:lnTo>
                    <a:pt x="1006538" y="142346"/>
                  </a:lnTo>
                  <a:lnTo>
                    <a:pt x="1008164" y="141215"/>
                  </a:lnTo>
                  <a:lnTo>
                    <a:pt x="1009191" y="141113"/>
                  </a:lnTo>
                  <a:lnTo>
                    <a:pt x="1010049" y="140596"/>
                  </a:lnTo>
                  <a:lnTo>
                    <a:pt x="1010509" y="140595"/>
                  </a:lnTo>
                  <a:lnTo>
                    <a:pt x="1011009" y="141013"/>
                  </a:lnTo>
                  <a:lnTo>
                    <a:pt x="1012442" y="141389"/>
                  </a:lnTo>
                  <a:lnTo>
                    <a:pt x="1014126" y="141286"/>
                  </a:lnTo>
                  <a:lnTo>
                    <a:pt x="1015489" y="140256"/>
                  </a:lnTo>
                  <a:lnTo>
                    <a:pt x="1016609" y="139852"/>
                  </a:lnTo>
                  <a:lnTo>
                    <a:pt x="1017699" y="138387"/>
                  </a:lnTo>
                  <a:lnTo>
                    <a:pt x="1018811" y="138044"/>
                  </a:lnTo>
                  <a:lnTo>
                    <a:pt x="1020356" y="136827"/>
                  </a:lnTo>
                  <a:lnTo>
                    <a:pt x="1021704" y="136465"/>
                  </a:lnTo>
                  <a:lnTo>
                    <a:pt x="1022987" y="133367"/>
                  </a:lnTo>
                  <a:lnTo>
                    <a:pt x="1023909" y="132534"/>
                  </a:lnTo>
                  <a:lnTo>
                    <a:pt x="1025039" y="132006"/>
                  </a:lnTo>
                  <a:lnTo>
                    <a:pt x="1025637" y="130070"/>
                  </a:lnTo>
                  <a:lnTo>
                    <a:pt x="1026850" y="129474"/>
                  </a:lnTo>
                  <a:lnTo>
                    <a:pt x="1027070" y="128561"/>
                  </a:lnTo>
                  <a:lnTo>
                    <a:pt x="1028438" y="127298"/>
                  </a:lnTo>
                  <a:lnTo>
                    <a:pt x="1028675" y="125562"/>
                  </a:lnTo>
                  <a:lnTo>
                    <a:pt x="1029510" y="124298"/>
                  </a:lnTo>
                  <a:lnTo>
                    <a:pt x="1029450" y="123057"/>
                  </a:lnTo>
                  <a:lnTo>
                    <a:pt x="1029962" y="122342"/>
                  </a:lnTo>
                  <a:lnTo>
                    <a:pt x="1030490" y="120607"/>
                  </a:lnTo>
                  <a:lnTo>
                    <a:pt x="1031465" y="119928"/>
                  </a:lnTo>
                  <a:lnTo>
                    <a:pt x="1031378" y="119360"/>
                  </a:lnTo>
                  <a:lnTo>
                    <a:pt x="1030722" y="118188"/>
                  </a:lnTo>
                  <a:lnTo>
                    <a:pt x="1030873" y="117287"/>
                  </a:lnTo>
                  <a:lnTo>
                    <a:pt x="1031604" y="115804"/>
                  </a:lnTo>
                  <a:lnTo>
                    <a:pt x="1032761" y="114537"/>
                  </a:lnTo>
                  <a:lnTo>
                    <a:pt x="1032574" y="113965"/>
                  </a:lnTo>
                  <a:lnTo>
                    <a:pt x="1031958" y="114001"/>
                  </a:lnTo>
                  <a:lnTo>
                    <a:pt x="1031727" y="113812"/>
                  </a:lnTo>
                  <a:lnTo>
                    <a:pt x="1031163" y="112245"/>
                  </a:lnTo>
                  <a:lnTo>
                    <a:pt x="1030205" y="111820"/>
                  </a:lnTo>
                  <a:lnTo>
                    <a:pt x="1029697" y="109449"/>
                  </a:lnTo>
                  <a:lnTo>
                    <a:pt x="1028470" y="108250"/>
                  </a:lnTo>
                  <a:lnTo>
                    <a:pt x="1027893" y="106995"/>
                  </a:lnTo>
                  <a:lnTo>
                    <a:pt x="1026882" y="106216"/>
                  </a:lnTo>
                  <a:lnTo>
                    <a:pt x="1027088" y="104319"/>
                  </a:lnTo>
                  <a:lnTo>
                    <a:pt x="1026782" y="103660"/>
                  </a:lnTo>
                  <a:lnTo>
                    <a:pt x="1025668" y="102401"/>
                  </a:lnTo>
                  <a:lnTo>
                    <a:pt x="1025322" y="101473"/>
                  </a:lnTo>
                  <a:lnTo>
                    <a:pt x="1026552" y="100469"/>
                  </a:lnTo>
                  <a:lnTo>
                    <a:pt x="1026865" y="99093"/>
                  </a:lnTo>
                  <a:lnTo>
                    <a:pt x="1027575" y="98662"/>
                  </a:lnTo>
                  <a:lnTo>
                    <a:pt x="1028231" y="96149"/>
                  </a:lnTo>
                  <a:lnTo>
                    <a:pt x="1028517" y="95725"/>
                  </a:lnTo>
                  <a:lnTo>
                    <a:pt x="1029799" y="95596"/>
                  </a:lnTo>
                  <a:lnTo>
                    <a:pt x="1031579" y="94294"/>
                  </a:lnTo>
                  <a:lnTo>
                    <a:pt x="1032236" y="92264"/>
                  </a:lnTo>
                  <a:lnTo>
                    <a:pt x="1033277" y="91839"/>
                  </a:lnTo>
                  <a:lnTo>
                    <a:pt x="1033847" y="90234"/>
                  </a:lnTo>
                  <a:lnTo>
                    <a:pt x="1035163" y="89648"/>
                  </a:lnTo>
                  <a:lnTo>
                    <a:pt x="1035443" y="88101"/>
                  </a:lnTo>
                  <a:lnTo>
                    <a:pt x="1036688" y="85616"/>
                  </a:lnTo>
                  <a:lnTo>
                    <a:pt x="1037717" y="85546"/>
                  </a:lnTo>
                  <a:lnTo>
                    <a:pt x="1039553" y="86093"/>
                  </a:lnTo>
                  <a:lnTo>
                    <a:pt x="1040555" y="85596"/>
                  </a:lnTo>
                  <a:lnTo>
                    <a:pt x="1042140" y="85543"/>
                  </a:lnTo>
                  <a:lnTo>
                    <a:pt x="1043849" y="84235"/>
                  </a:lnTo>
                  <a:lnTo>
                    <a:pt x="1045887" y="83328"/>
                  </a:lnTo>
                  <a:lnTo>
                    <a:pt x="1046772" y="82484"/>
                  </a:lnTo>
                  <a:lnTo>
                    <a:pt x="1047939" y="82164"/>
                  </a:lnTo>
                  <a:lnTo>
                    <a:pt x="1049093" y="81363"/>
                  </a:lnTo>
                  <a:lnTo>
                    <a:pt x="1050590" y="80981"/>
                  </a:lnTo>
                  <a:lnTo>
                    <a:pt x="1052060" y="79440"/>
                  </a:lnTo>
                  <a:lnTo>
                    <a:pt x="1055556" y="77820"/>
                  </a:lnTo>
                  <a:lnTo>
                    <a:pt x="1056717" y="76718"/>
                  </a:lnTo>
                  <a:lnTo>
                    <a:pt x="1058713" y="76448"/>
                  </a:lnTo>
                  <a:lnTo>
                    <a:pt x="1059694" y="75761"/>
                  </a:lnTo>
                  <a:lnTo>
                    <a:pt x="1061500" y="76482"/>
                  </a:lnTo>
                  <a:lnTo>
                    <a:pt x="1063766" y="76492"/>
                  </a:lnTo>
                  <a:lnTo>
                    <a:pt x="1066264" y="76920"/>
                  </a:lnTo>
                  <a:lnTo>
                    <a:pt x="1068175" y="78003"/>
                  </a:lnTo>
                  <a:lnTo>
                    <a:pt x="1071137" y="78418"/>
                  </a:lnTo>
                  <a:lnTo>
                    <a:pt x="1074118" y="80045"/>
                  </a:lnTo>
                  <a:lnTo>
                    <a:pt x="1075055" y="80034"/>
                  </a:lnTo>
                  <a:lnTo>
                    <a:pt x="1076699" y="79427"/>
                  </a:lnTo>
                  <a:lnTo>
                    <a:pt x="1077424" y="79772"/>
                  </a:lnTo>
                  <a:lnTo>
                    <a:pt x="1078619" y="80820"/>
                  </a:lnTo>
                  <a:lnTo>
                    <a:pt x="1080202" y="80629"/>
                  </a:lnTo>
                  <a:lnTo>
                    <a:pt x="1080844" y="79993"/>
                  </a:lnTo>
                  <a:lnTo>
                    <a:pt x="1083072" y="79487"/>
                  </a:lnTo>
                  <a:lnTo>
                    <a:pt x="1084464" y="78300"/>
                  </a:lnTo>
                  <a:lnTo>
                    <a:pt x="1085617" y="77995"/>
                  </a:lnTo>
                  <a:lnTo>
                    <a:pt x="1087512" y="78155"/>
                  </a:lnTo>
                  <a:lnTo>
                    <a:pt x="1089176" y="79323"/>
                  </a:lnTo>
                  <a:lnTo>
                    <a:pt x="1090708" y="77328"/>
                  </a:lnTo>
                  <a:lnTo>
                    <a:pt x="1091526" y="76837"/>
                  </a:lnTo>
                  <a:lnTo>
                    <a:pt x="1092351" y="76788"/>
                  </a:lnTo>
                  <a:lnTo>
                    <a:pt x="1094576" y="77552"/>
                  </a:lnTo>
                  <a:lnTo>
                    <a:pt x="1095779" y="77329"/>
                  </a:lnTo>
                  <a:lnTo>
                    <a:pt x="1095830" y="76378"/>
                  </a:lnTo>
                  <a:lnTo>
                    <a:pt x="1096033" y="76142"/>
                  </a:lnTo>
                  <a:lnTo>
                    <a:pt x="1097336" y="75513"/>
                  </a:lnTo>
                  <a:lnTo>
                    <a:pt x="1098758" y="74356"/>
                  </a:lnTo>
                  <a:lnTo>
                    <a:pt x="1100318" y="72460"/>
                  </a:lnTo>
                  <a:lnTo>
                    <a:pt x="1100784" y="68810"/>
                  </a:lnTo>
                  <a:lnTo>
                    <a:pt x="1101031" y="68485"/>
                  </a:lnTo>
                  <a:lnTo>
                    <a:pt x="1103310" y="67687"/>
                  </a:lnTo>
                  <a:lnTo>
                    <a:pt x="1104801" y="68618"/>
                  </a:lnTo>
                  <a:lnTo>
                    <a:pt x="1106794" y="64701"/>
                  </a:lnTo>
                  <a:lnTo>
                    <a:pt x="1108308" y="63002"/>
                  </a:lnTo>
                  <a:lnTo>
                    <a:pt x="1109239" y="62357"/>
                  </a:lnTo>
                  <a:lnTo>
                    <a:pt x="1110846" y="62409"/>
                  </a:lnTo>
                  <a:lnTo>
                    <a:pt x="1112957" y="58995"/>
                  </a:lnTo>
                  <a:lnTo>
                    <a:pt x="1114252" y="59410"/>
                  </a:lnTo>
                  <a:lnTo>
                    <a:pt x="1114372" y="59684"/>
                  </a:lnTo>
                  <a:lnTo>
                    <a:pt x="1114326" y="60029"/>
                  </a:lnTo>
                  <a:lnTo>
                    <a:pt x="1113229" y="61272"/>
                  </a:lnTo>
                  <a:lnTo>
                    <a:pt x="1113235" y="61513"/>
                  </a:lnTo>
                  <a:lnTo>
                    <a:pt x="1113641" y="61752"/>
                  </a:lnTo>
                  <a:lnTo>
                    <a:pt x="1115825" y="61328"/>
                  </a:lnTo>
                  <a:lnTo>
                    <a:pt x="1116746" y="60821"/>
                  </a:lnTo>
                  <a:lnTo>
                    <a:pt x="1117492" y="60731"/>
                  </a:lnTo>
                  <a:lnTo>
                    <a:pt x="1120432" y="61190"/>
                  </a:lnTo>
                  <a:lnTo>
                    <a:pt x="1121886" y="60584"/>
                  </a:lnTo>
                  <a:lnTo>
                    <a:pt x="1122371" y="59680"/>
                  </a:lnTo>
                  <a:lnTo>
                    <a:pt x="1124239" y="57615"/>
                  </a:lnTo>
                  <a:lnTo>
                    <a:pt x="1126792" y="57200"/>
                  </a:lnTo>
                  <a:lnTo>
                    <a:pt x="1128848" y="57311"/>
                  </a:lnTo>
                  <a:lnTo>
                    <a:pt x="1129931" y="57762"/>
                  </a:lnTo>
                  <a:lnTo>
                    <a:pt x="1130738" y="58413"/>
                  </a:lnTo>
                  <a:lnTo>
                    <a:pt x="1131530" y="58368"/>
                  </a:lnTo>
                  <a:lnTo>
                    <a:pt x="1133064" y="59294"/>
                  </a:lnTo>
                  <a:lnTo>
                    <a:pt x="1135384" y="59800"/>
                  </a:lnTo>
                  <a:lnTo>
                    <a:pt x="1136775" y="59532"/>
                  </a:lnTo>
                  <a:lnTo>
                    <a:pt x="1138060" y="58574"/>
                  </a:lnTo>
                  <a:lnTo>
                    <a:pt x="1138590" y="58640"/>
                  </a:lnTo>
                  <a:lnTo>
                    <a:pt x="1140714" y="60707"/>
                  </a:lnTo>
                  <a:lnTo>
                    <a:pt x="1142430" y="60487"/>
                  </a:lnTo>
                  <a:lnTo>
                    <a:pt x="1142604" y="62151"/>
                  </a:lnTo>
                  <a:lnTo>
                    <a:pt x="1142422" y="63845"/>
                  </a:lnTo>
                  <a:lnTo>
                    <a:pt x="1142485" y="64084"/>
                  </a:lnTo>
                  <a:lnTo>
                    <a:pt x="1142878" y="64193"/>
                  </a:lnTo>
                  <a:lnTo>
                    <a:pt x="1145702" y="63450"/>
                  </a:lnTo>
                  <a:lnTo>
                    <a:pt x="1145812" y="63058"/>
                  </a:lnTo>
                  <a:lnTo>
                    <a:pt x="1145166" y="62326"/>
                  </a:lnTo>
                  <a:lnTo>
                    <a:pt x="1145187" y="61609"/>
                  </a:lnTo>
                  <a:lnTo>
                    <a:pt x="1145772" y="60976"/>
                  </a:lnTo>
                  <a:lnTo>
                    <a:pt x="1146542" y="60690"/>
                  </a:lnTo>
                  <a:lnTo>
                    <a:pt x="1150280" y="61217"/>
                  </a:lnTo>
                  <a:lnTo>
                    <a:pt x="1151668" y="61978"/>
                  </a:lnTo>
                  <a:lnTo>
                    <a:pt x="1152858" y="61278"/>
                  </a:lnTo>
                  <a:lnTo>
                    <a:pt x="1153921" y="61600"/>
                  </a:lnTo>
                  <a:lnTo>
                    <a:pt x="1156090" y="61762"/>
                  </a:lnTo>
                  <a:lnTo>
                    <a:pt x="1156633" y="62230"/>
                  </a:lnTo>
                  <a:lnTo>
                    <a:pt x="1156778" y="63318"/>
                  </a:lnTo>
                  <a:lnTo>
                    <a:pt x="1157297" y="63835"/>
                  </a:lnTo>
                  <a:lnTo>
                    <a:pt x="1157939" y="63951"/>
                  </a:lnTo>
                  <a:lnTo>
                    <a:pt x="1158935" y="64996"/>
                  </a:lnTo>
                  <a:lnTo>
                    <a:pt x="1160424" y="64597"/>
                  </a:lnTo>
                  <a:lnTo>
                    <a:pt x="1161229" y="64012"/>
                  </a:lnTo>
                  <a:lnTo>
                    <a:pt x="1161365" y="63557"/>
                  </a:lnTo>
                  <a:lnTo>
                    <a:pt x="1161343" y="62806"/>
                  </a:lnTo>
                  <a:lnTo>
                    <a:pt x="1160230" y="60907"/>
                  </a:lnTo>
                  <a:lnTo>
                    <a:pt x="1159611" y="59256"/>
                  </a:lnTo>
                  <a:lnTo>
                    <a:pt x="1159514" y="58682"/>
                  </a:lnTo>
                  <a:lnTo>
                    <a:pt x="1159862" y="56602"/>
                  </a:lnTo>
                  <a:lnTo>
                    <a:pt x="1161870" y="51243"/>
                  </a:lnTo>
                  <a:lnTo>
                    <a:pt x="1164707" y="46457"/>
                  </a:lnTo>
                  <a:lnTo>
                    <a:pt x="1165025" y="45365"/>
                  </a:lnTo>
                  <a:lnTo>
                    <a:pt x="1165009" y="44352"/>
                  </a:lnTo>
                  <a:lnTo>
                    <a:pt x="1166113" y="44035"/>
                  </a:lnTo>
                  <a:lnTo>
                    <a:pt x="1166859" y="43177"/>
                  </a:lnTo>
                  <a:lnTo>
                    <a:pt x="1168640" y="43462"/>
                  </a:lnTo>
                  <a:lnTo>
                    <a:pt x="1170138" y="42209"/>
                  </a:lnTo>
                  <a:lnTo>
                    <a:pt x="1171593" y="41632"/>
                  </a:lnTo>
                  <a:lnTo>
                    <a:pt x="1173330" y="42134"/>
                  </a:lnTo>
                  <a:lnTo>
                    <a:pt x="1173678" y="42957"/>
                  </a:lnTo>
                  <a:lnTo>
                    <a:pt x="1174195" y="43359"/>
                  </a:lnTo>
                  <a:lnTo>
                    <a:pt x="1175781" y="42755"/>
                  </a:lnTo>
                  <a:lnTo>
                    <a:pt x="1177033" y="43077"/>
                  </a:lnTo>
                  <a:lnTo>
                    <a:pt x="1177448" y="42969"/>
                  </a:lnTo>
                  <a:lnTo>
                    <a:pt x="1179204" y="42271"/>
                  </a:lnTo>
                  <a:lnTo>
                    <a:pt x="1179558" y="41552"/>
                  </a:lnTo>
                  <a:lnTo>
                    <a:pt x="1180501" y="41379"/>
                  </a:lnTo>
                  <a:lnTo>
                    <a:pt x="1181224" y="40392"/>
                  </a:lnTo>
                  <a:lnTo>
                    <a:pt x="1182069" y="40333"/>
                  </a:lnTo>
                  <a:lnTo>
                    <a:pt x="1183099" y="39555"/>
                  </a:lnTo>
                  <a:lnTo>
                    <a:pt x="1183654" y="39896"/>
                  </a:lnTo>
                  <a:lnTo>
                    <a:pt x="1184753" y="39443"/>
                  </a:lnTo>
                  <a:lnTo>
                    <a:pt x="1185245" y="39077"/>
                  </a:lnTo>
                  <a:lnTo>
                    <a:pt x="1185354" y="38070"/>
                  </a:lnTo>
                  <a:lnTo>
                    <a:pt x="1186304" y="37384"/>
                  </a:lnTo>
                  <a:lnTo>
                    <a:pt x="1186750" y="36678"/>
                  </a:lnTo>
                  <a:lnTo>
                    <a:pt x="1187817" y="36343"/>
                  </a:lnTo>
                  <a:lnTo>
                    <a:pt x="1188330" y="35388"/>
                  </a:lnTo>
                  <a:lnTo>
                    <a:pt x="1189206" y="34861"/>
                  </a:lnTo>
                  <a:lnTo>
                    <a:pt x="1189332" y="34444"/>
                  </a:lnTo>
                  <a:lnTo>
                    <a:pt x="1189070" y="34268"/>
                  </a:lnTo>
                  <a:lnTo>
                    <a:pt x="1189071" y="33794"/>
                  </a:lnTo>
                  <a:lnTo>
                    <a:pt x="1190180" y="32319"/>
                  </a:lnTo>
                  <a:lnTo>
                    <a:pt x="1190857" y="32042"/>
                  </a:lnTo>
                  <a:lnTo>
                    <a:pt x="1191385" y="31490"/>
                  </a:lnTo>
                  <a:lnTo>
                    <a:pt x="1191513" y="30691"/>
                  </a:lnTo>
                  <a:lnTo>
                    <a:pt x="1191303" y="29699"/>
                  </a:lnTo>
                  <a:lnTo>
                    <a:pt x="1192202" y="29278"/>
                  </a:lnTo>
                  <a:lnTo>
                    <a:pt x="1193398" y="28142"/>
                  </a:lnTo>
                  <a:lnTo>
                    <a:pt x="1194358" y="27569"/>
                  </a:lnTo>
                  <a:lnTo>
                    <a:pt x="1195161" y="26441"/>
                  </a:lnTo>
                  <a:lnTo>
                    <a:pt x="1195297" y="25504"/>
                  </a:lnTo>
                  <a:lnTo>
                    <a:pt x="1196600" y="24967"/>
                  </a:lnTo>
                  <a:lnTo>
                    <a:pt x="1197529" y="23864"/>
                  </a:lnTo>
                  <a:lnTo>
                    <a:pt x="1197912" y="22957"/>
                  </a:lnTo>
                  <a:lnTo>
                    <a:pt x="1197607" y="21967"/>
                  </a:lnTo>
                  <a:lnTo>
                    <a:pt x="1198441" y="21881"/>
                  </a:lnTo>
                  <a:lnTo>
                    <a:pt x="1198647" y="21658"/>
                  </a:lnTo>
                  <a:lnTo>
                    <a:pt x="1198874" y="20165"/>
                  </a:lnTo>
                  <a:lnTo>
                    <a:pt x="1199716" y="20174"/>
                  </a:lnTo>
                  <a:lnTo>
                    <a:pt x="1199931" y="19838"/>
                  </a:lnTo>
                  <a:lnTo>
                    <a:pt x="1200198" y="18077"/>
                  </a:lnTo>
                  <a:lnTo>
                    <a:pt x="1200920" y="17690"/>
                  </a:lnTo>
                  <a:lnTo>
                    <a:pt x="1201161" y="17295"/>
                  </a:lnTo>
                  <a:lnTo>
                    <a:pt x="1201474" y="13643"/>
                  </a:lnTo>
                  <a:lnTo>
                    <a:pt x="1201800" y="13239"/>
                  </a:lnTo>
                  <a:lnTo>
                    <a:pt x="1202424" y="11062"/>
                  </a:lnTo>
                  <a:lnTo>
                    <a:pt x="1202995" y="10586"/>
                  </a:lnTo>
                  <a:lnTo>
                    <a:pt x="1203427" y="9539"/>
                  </a:lnTo>
                  <a:lnTo>
                    <a:pt x="1205397" y="8770"/>
                  </a:lnTo>
                  <a:lnTo>
                    <a:pt x="1205835" y="8013"/>
                  </a:lnTo>
                  <a:lnTo>
                    <a:pt x="1206744" y="7302"/>
                  </a:lnTo>
                  <a:lnTo>
                    <a:pt x="1207475" y="6152"/>
                  </a:lnTo>
                  <a:lnTo>
                    <a:pt x="1207509" y="5657"/>
                  </a:lnTo>
                  <a:lnTo>
                    <a:pt x="1208338" y="5075"/>
                  </a:lnTo>
                  <a:lnTo>
                    <a:pt x="1208452" y="4436"/>
                  </a:lnTo>
                  <a:lnTo>
                    <a:pt x="1209220" y="4077"/>
                  </a:lnTo>
                  <a:lnTo>
                    <a:pt x="1209385" y="3788"/>
                  </a:lnTo>
                  <a:lnTo>
                    <a:pt x="1209546" y="3087"/>
                  </a:lnTo>
                  <a:lnTo>
                    <a:pt x="1210025" y="2564"/>
                  </a:lnTo>
                  <a:lnTo>
                    <a:pt x="1210225" y="1106"/>
                  </a:lnTo>
                  <a:lnTo>
                    <a:pt x="1211261" y="874"/>
                  </a:lnTo>
                  <a:lnTo>
                    <a:pt x="1212138" y="0"/>
                  </a:lnTo>
                  <a:lnTo>
                    <a:pt x="1212595" y="54"/>
                  </a:lnTo>
                  <a:lnTo>
                    <a:pt x="1213000" y="1080"/>
                  </a:lnTo>
                  <a:lnTo>
                    <a:pt x="1213370" y="1165"/>
                  </a:lnTo>
                  <a:lnTo>
                    <a:pt x="1213853" y="1679"/>
                  </a:lnTo>
                  <a:lnTo>
                    <a:pt x="1217719" y="1808"/>
                  </a:lnTo>
                  <a:lnTo>
                    <a:pt x="1217946" y="2648"/>
                  </a:lnTo>
                  <a:lnTo>
                    <a:pt x="1218589" y="3574"/>
                  </a:lnTo>
                  <a:lnTo>
                    <a:pt x="1218320" y="4458"/>
                  </a:lnTo>
                  <a:lnTo>
                    <a:pt x="1219111" y="5339"/>
                  </a:lnTo>
                  <a:lnTo>
                    <a:pt x="1219656" y="6742"/>
                  </a:lnTo>
                  <a:lnTo>
                    <a:pt x="1222225" y="7984"/>
                  </a:lnTo>
                  <a:lnTo>
                    <a:pt x="1226269" y="7418"/>
                  </a:lnTo>
                  <a:lnTo>
                    <a:pt x="1227663" y="6984"/>
                  </a:lnTo>
                  <a:lnTo>
                    <a:pt x="1229066" y="7368"/>
                  </a:lnTo>
                  <a:lnTo>
                    <a:pt x="1229482" y="7021"/>
                  </a:lnTo>
                  <a:lnTo>
                    <a:pt x="1230489" y="7712"/>
                  </a:lnTo>
                  <a:lnTo>
                    <a:pt x="1231508" y="7763"/>
                  </a:lnTo>
                  <a:lnTo>
                    <a:pt x="1231665" y="8079"/>
                  </a:lnTo>
                  <a:lnTo>
                    <a:pt x="1232304" y="8405"/>
                  </a:lnTo>
                  <a:lnTo>
                    <a:pt x="1233024" y="9815"/>
                  </a:lnTo>
                  <a:lnTo>
                    <a:pt x="1234528" y="11099"/>
                  </a:lnTo>
                  <a:lnTo>
                    <a:pt x="1235168" y="12114"/>
                  </a:lnTo>
                  <a:lnTo>
                    <a:pt x="1235617" y="12316"/>
                  </a:lnTo>
                  <a:lnTo>
                    <a:pt x="1236597" y="14189"/>
                  </a:lnTo>
                  <a:lnTo>
                    <a:pt x="1238901" y="15955"/>
                  </a:lnTo>
                  <a:lnTo>
                    <a:pt x="1241956" y="16186"/>
                  </a:lnTo>
                  <a:lnTo>
                    <a:pt x="1243528" y="16582"/>
                  </a:lnTo>
                  <a:lnTo>
                    <a:pt x="1245888" y="18882"/>
                  </a:lnTo>
                  <a:lnTo>
                    <a:pt x="1247472" y="20031"/>
                  </a:lnTo>
                  <a:lnTo>
                    <a:pt x="1249350" y="21009"/>
                  </a:lnTo>
                  <a:lnTo>
                    <a:pt x="1252031" y="21827"/>
                  </a:lnTo>
                  <a:lnTo>
                    <a:pt x="1257056" y="26327"/>
                  </a:lnTo>
                  <a:lnTo>
                    <a:pt x="1254517" y="29633"/>
                  </a:lnTo>
                  <a:lnTo>
                    <a:pt x="1254595" y="32375"/>
                  </a:lnTo>
                  <a:lnTo>
                    <a:pt x="1259183" y="37855"/>
                  </a:lnTo>
                  <a:lnTo>
                    <a:pt x="1270074" y="45873"/>
                  </a:lnTo>
                  <a:lnTo>
                    <a:pt x="1278296" y="47701"/>
                  </a:lnTo>
                  <a:lnTo>
                    <a:pt x="1281873" y="50685"/>
                  </a:lnTo>
                  <a:lnTo>
                    <a:pt x="1288325" y="61359"/>
                  </a:lnTo>
                  <a:lnTo>
                    <a:pt x="1292552" y="59113"/>
                  </a:lnTo>
                  <a:lnTo>
                    <a:pt x="1297786" y="57824"/>
                  </a:lnTo>
                  <a:lnTo>
                    <a:pt x="1299120" y="56830"/>
                  </a:lnTo>
                  <a:lnTo>
                    <a:pt x="1299225" y="56332"/>
                  </a:lnTo>
                  <a:lnTo>
                    <a:pt x="1309356" y="51472"/>
                  </a:lnTo>
                  <a:lnTo>
                    <a:pt x="1310299" y="50307"/>
                  </a:lnTo>
                  <a:lnTo>
                    <a:pt x="1314630" y="46567"/>
                  </a:lnTo>
                  <a:lnTo>
                    <a:pt x="1317524" y="46171"/>
                  </a:lnTo>
                  <a:lnTo>
                    <a:pt x="1320489" y="45148"/>
                  </a:lnTo>
                  <a:lnTo>
                    <a:pt x="1321840" y="43232"/>
                  </a:lnTo>
                  <a:lnTo>
                    <a:pt x="1322262" y="41982"/>
                  </a:lnTo>
                  <a:lnTo>
                    <a:pt x="1327368" y="41076"/>
                  </a:lnTo>
                  <a:lnTo>
                    <a:pt x="1333323" y="43315"/>
                  </a:lnTo>
                  <a:lnTo>
                    <a:pt x="1342707" y="31912"/>
                  </a:lnTo>
                  <a:lnTo>
                    <a:pt x="1345798" y="31685"/>
                  </a:lnTo>
                  <a:lnTo>
                    <a:pt x="1358315" y="32393"/>
                  </a:lnTo>
                  <a:lnTo>
                    <a:pt x="1358292" y="33783"/>
                  </a:lnTo>
                  <a:lnTo>
                    <a:pt x="1356043" y="37358"/>
                  </a:lnTo>
                  <a:lnTo>
                    <a:pt x="1356348" y="40019"/>
                  </a:lnTo>
                  <a:lnTo>
                    <a:pt x="1360174" y="43707"/>
                  </a:lnTo>
                  <a:lnTo>
                    <a:pt x="1363803" y="43560"/>
                  </a:lnTo>
                  <a:lnTo>
                    <a:pt x="1366221" y="47739"/>
                  </a:lnTo>
                  <a:lnTo>
                    <a:pt x="1373945" y="43405"/>
                  </a:lnTo>
                  <a:lnTo>
                    <a:pt x="1376243" y="41460"/>
                  </a:lnTo>
                  <a:lnTo>
                    <a:pt x="1378929" y="40664"/>
                  </a:lnTo>
                  <a:lnTo>
                    <a:pt x="1385390" y="36988"/>
                  </a:lnTo>
                  <a:lnTo>
                    <a:pt x="1388039" y="35545"/>
                  </a:lnTo>
                  <a:lnTo>
                    <a:pt x="1390845" y="38110"/>
                  </a:lnTo>
                  <a:lnTo>
                    <a:pt x="1398728" y="48702"/>
                  </a:lnTo>
                  <a:lnTo>
                    <a:pt x="1399261" y="48612"/>
                  </a:lnTo>
                  <a:lnTo>
                    <a:pt x="1399974" y="48955"/>
                  </a:lnTo>
                  <a:lnTo>
                    <a:pt x="1401239" y="50914"/>
                  </a:lnTo>
                  <a:lnTo>
                    <a:pt x="1402354" y="53376"/>
                  </a:lnTo>
                  <a:lnTo>
                    <a:pt x="1403167" y="54587"/>
                  </a:lnTo>
                  <a:lnTo>
                    <a:pt x="1403122" y="55191"/>
                  </a:lnTo>
                  <a:lnTo>
                    <a:pt x="1404016" y="56425"/>
                  </a:lnTo>
                  <a:lnTo>
                    <a:pt x="1405663" y="59530"/>
                  </a:lnTo>
                  <a:lnTo>
                    <a:pt x="1405526" y="60202"/>
                  </a:lnTo>
                  <a:lnTo>
                    <a:pt x="1405846" y="64054"/>
                  </a:lnTo>
                  <a:lnTo>
                    <a:pt x="1405640" y="64958"/>
                  </a:lnTo>
                  <a:lnTo>
                    <a:pt x="1406330" y="66225"/>
                  </a:lnTo>
                  <a:lnTo>
                    <a:pt x="1406105" y="69867"/>
                  </a:lnTo>
                  <a:lnTo>
                    <a:pt x="1406767" y="72275"/>
                  </a:lnTo>
                  <a:lnTo>
                    <a:pt x="1406063" y="75428"/>
                  </a:lnTo>
                  <a:lnTo>
                    <a:pt x="1412833" y="78600"/>
                  </a:lnTo>
                  <a:lnTo>
                    <a:pt x="1413452" y="79374"/>
                  </a:lnTo>
                  <a:lnTo>
                    <a:pt x="1424528" y="79721"/>
                  </a:lnTo>
                  <a:lnTo>
                    <a:pt x="1428941" y="83126"/>
                  </a:lnTo>
                  <a:lnTo>
                    <a:pt x="1432557" y="83170"/>
                  </a:lnTo>
                  <a:lnTo>
                    <a:pt x="1437938" y="84126"/>
                  </a:lnTo>
                  <a:lnTo>
                    <a:pt x="1439042" y="84352"/>
                  </a:lnTo>
                  <a:lnTo>
                    <a:pt x="1441968" y="83498"/>
                  </a:lnTo>
                  <a:lnTo>
                    <a:pt x="1445079" y="85833"/>
                  </a:lnTo>
                  <a:lnTo>
                    <a:pt x="1447432" y="82955"/>
                  </a:lnTo>
                  <a:lnTo>
                    <a:pt x="1461009" y="82891"/>
                  </a:lnTo>
                  <a:lnTo>
                    <a:pt x="1463375" y="79308"/>
                  </a:lnTo>
                  <a:lnTo>
                    <a:pt x="1463766" y="75226"/>
                  </a:lnTo>
                  <a:lnTo>
                    <a:pt x="1464664" y="72215"/>
                  </a:lnTo>
                  <a:lnTo>
                    <a:pt x="1469157" y="69943"/>
                  </a:lnTo>
                  <a:lnTo>
                    <a:pt x="1470240" y="67026"/>
                  </a:lnTo>
                  <a:lnTo>
                    <a:pt x="1473859" y="64709"/>
                  </a:lnTo>
                  <a:lnTo>
                    <a:pt x="1476854" y="61011"/>
                  </a:lnTo>
                  <a:lnTo>
                    <a:pt x="1476193" y="58487"/>
                  </a:lnTo>
                  <a:lnTo>
                    <a:pt x="1480377" y="55419"/>
                  </a:lnTo>
                  <a:lnTo>
                    <a:pt x="1482938" y="52368"/>
                  </a:lnTo>
                  <a:lnTo>
                    <a:pt x="1485272" y="49097"/>
                  </a:lnTo>
                  <a:lnTo>
                    <a:pt x="1486248" y="47073"/>
                  </a:lnTo>
                  <a:lnTo>
                    <a:pt x="1488587" y="46297"/>
                  </a:lnTo>
                  <a:lnTo>
                    <a:pt x="1493368" y="42543"/>
                  </a:lnTo>
                  <a:lnTo>
                    <a:pt x="1498387" y="41488"/>
                  </a:lnTo>
                  <a:lnTo>
                    <a:pt x="1502866" y="39738"/>
                  </a:lnTo>
                  <a:lnTo>
                    <a:pt x="1503634" y="37969"/>
                  </a:lnTo>
                  <a:lnTo>
                    <a:pt x="1503218" y="35656"/>
                  </a:lnTo>
                  <a:lnTo>
                    <a:pt x="1506184" y="32479"/>
                  </a:lnTo>
                  <a:lnTo>
                    <a:pt x="1508216" y="29552"/>
                  </a:lnTo>
                  <a:lnTo>
                    <a:pt x="1509994" y="29553"/>
                  </a:lnTo>
                  <a:lnTo>
                    <a:pt x="1513912" y="30801"/>
                  </a:lnTo>
                  <a:lnTo>
                    <a:pt x="1518930" y="34033"/>
                  </a:lnTo>
                  <a:lnTo>
                    <a:pt x="1522882" y="34766"/>
                  </a:lnTo>
                  <a:lnTo>
                    <a:pt x="1525106" y="33988"/>
                  </a:lnTo>
                  <a:lnTo>
                    <a:pt x="1529833" y="32974"/>
                  </a:lnTo>
                  <a:lnTo>
                    <a:pt x="1534409" y="32444"/>
                  </a:lnTo>
                  <a:lnTo>
                    <a:pt x="1539657" y="29180"/>
                  </a:lnTo>
                  <a:lnTo>
                    <a:pt x="1540684" y="28009"/>
                  </a:lnTo>
                  <a:lnTo>
                    <a:pt x="1545909" y="26754"/>
                  </a:lnTo>
                  <a:lnTo>
                    <a:pt x="1547842" y="26583"/>
                  </a:lnTo>
                  <a:lnTo>
                    <a:pt x="1550171" y="25083"/>
                  </a:lnTo>
                  <a:lnTo>
                    <a:pt x="1552876" y="24741"/>
                  </a:lnTo>
                  <a:lnTo>
                    <a:pt x="1554821" y="23456"/>
                  </a:lnTo>
                  <a:lnTo>
                    <a:pt x="1560098" y="21604"/>
                  </a:lnTo>
                  <a:lnTo>
                    <a:pt x="1561944" y="19405"/>
                  </a:lnTo>
                  <a:lnTo>
                    <a:pt x="1563973" y="18890"/>
                  </a:lnTo>
                  <a:lnTo>
                    <a:pt x="1564570" y="18532"/>
                  </a:lnTo>
                  <a:lnTo>
                    <a:pt x="1566947" y="16077"/>
                  </a:lnTo>
                  <a:lnTo>
                    <a:pt x="1567272" y="14495"/>
                  </a:lnTo>
                  <a:lnTo>
                    <a:pt x="1568339" y="13931"/>
                  </a:lnTo>
                  <a:lnTo>
                    <a:pt x="1568583" y="14060"/>
                  </a:lnTo>
                  <a:lnTo>
                    <a:pt x="1569959" y="13771"/>
                  </a:lnTo>
                  <a:lnTo>
                    <a:pt x="1573040" y="14010"/>
                  </a:lnTo>
                  <a:lnTo>
                    <a:pt x="1574170" y="13619"/>
                  </a:lnTo>
                  <a:lnTo>
                    <a:pt x="1597246" y="31952"/>
                  </a:lnTo>
                  <a:lnTo>
                    <a:pt x="1597097" y="32170"/>
                  </a:lnTo>
                  <a:lnTo>
                    <a:pt x="1597794" y="32148"/>
                  </a:lnTo>
                  <a:lnTo>
                    <a:pt x="1599995" y="32737"/>
                  </a:lnTo>
                  <a:lnTo>
                    <a:pt x="1602123" y="32159"/>
                  </a:lnTo>
                  <a:lnTo>
                    <a:pt x="1604760" y="30480"/>
                  </a:lnTo>
                  <a:lnTo>
                    <a:pt x="1605284" y="30360"/>
                  </a:lnTo>
                  <a:lnTo>
                    <a:pt x="1606297" y="30576"/>
                  </a:lnTo>
                  <a:lnTo>
                    <a:pt x="1608384" y="31730"/>
                  </a:lnTo>
                  <a:lnTo>
                    <a:pt x="1610900" y="32215"/>
                  </a:lnTo>
                  <a:lnTo>
                    <a:pt x="1611805" y="31614"/>
                  </a:lnTo>
                  <a:lnTo>
                    <a:pt x="1613605" y="29152"/>
                  </a:lnTo>
                  <a:lnTo>
                    <a:pt x="1614589" y="28961"/>
                  </a:lnTo>
                  <a:lnTo>
                    <a:pt x="1615640" y="29549"/>
                  </a:lnTo>
                  <a:lnTo>
                    <a:pt x="1616892" y="29607"/>
                  </a:lnTo>
                  <a:lnTo>
                    <a:pt x="1618252" y="28738"/>
                  </a:lnTo>
                  <a:lnTo>
                    <a:pt x="1619722" y="29059"/>
                  </a:lnTo>
                  <a:lnTo>
                    <a:pt x="1622009" y="28269"/>
                  </a:lnTo>
                  <a:lnTo>
                    <a:pt x="1627302" y="28548"/>
                  </a:lnTo>
                  <a:lnTo>
                    <a:pt x="1627776" y="30003"/>
                  </a:lnTo>
                  <a:lnTo>
                    <a:pt x="1629381" y="29807"/>
                  </a:lnTo>
                  <a:lnTo>
                    <a:pt x="1632963" y="30215"/>
                  </a:lnTo>
                  <a:lnTo>
                    <a:pt x="1634730" y="31575"/>
                  </a:lnTo>
                  <a:lnTo>
                    <a:pt x="1637078" y="31734"/>
                  </a:lnTo>
                  <a:lnTo>
                    <a:pt x="1639934" y="30827"/>
                  </a:lnTo>
                  <a:lnTo>
                    <a:pt x="1642334" y="31178"/>
                  </a:lnTo>
                  <a:lnTo>
                    <a:pt x="1644396" y="30836"/>
                  </a:lnTo>
                  <a:lnTo>
                    <a:pt x="1645277" y="30872"/>
                  </a:lnTo>
                  <a:lnTo>
                    <a:pt x="1645872" y="31561"/>
                  </a:lnTo>
                  <a:lnTo>
                    <a:pt x="1647283" y="31705"/>
                  </a:lnTo>
                  <a:lnTo>
                    <a:pt x="1648455" y="31042"/>
                  </a:lnTo>
                  <a:lnTo>
                    <a:pt x="1648980" y="31067"/>
                  </a:lnTo>
                  <a:lnTo>
                    <a:pt x="1649367" y="31482"/>
                  </a:lnTo>
                  <a:lnTo>
                    <a:pt x="1651616" y="31964"/>
                  </a:lnTo>
                  <a:lnTo>
                    <a:pt x="1651777" y="31110"/>
                  </a:lnTo>
                  <a:lnTo>
                    <a:pt x="1652576" y="30787"/>
                  </a:lnTo>
                  <a:lnTo>
                    <a:pt x="1654627" y="30603"/>
                  </a:lnTo>
                  <a:lnTo>
                    <a:pt x="1654751" y="30028"/>
                  </a:lnTo>
                  <a:lnTo>
                    <a:pt x="1655683" y="29671"/>
                  </a:lnTo>
                  <a:lnTo>
                    <a:pt x="1658214" y="29675"/>
                  </a:lnTo>
                  <a:lnTo>
                    <a:pt x="1658832" y="29450"/>
                  </a:lnTo>
                  <a:lnTo>
                    <a:pt x="1659613" y="29762"/>
                  </a:lnTo>
                  <a:lnTo>
                    <a:pt x="1661182" y="29166"/>
                  </a:lnTo>
                  <a:lnTo>
                    <a:pt x="1661640" y="29199"/>
                  </a:lnTo>
                  <a:lnTo>
                    <a:pt x="1662075" y="28686"/>
                  </a:lnTo>
                  <a:lnTo>
                    <a:pt x="1664135" y="29023"/>
                  </a:lnTo>
                  <a:lnTo>
                    <a:pt x="1665929" y="28037"/>
                  </a:lnTo>
                  <a:lnTo>
                    <a:pt x="1668294" y="28370"/>
                  </a:lnTo>
                  <a:lnTo>
                    <a:pt x="1668881" y="27926"/>
                  </a:lnTo>
                  <a:lnTo>
                    <a:pt x="1670028" y="28080"/>
                  </a:lnTo>
                  <a:lnTo>
                    <a:pt x="1670185" y="27650"/>
                  </a:lnTo>
                  <a:lnTo>
                    <a:pt x="1672189" y="27996"/>
                  </a:lnTo>
                  <a:lnTo>
                    <a:pt x="1672843" y="27903"/>
                  </a:lnTo>
                  <a:lnTo>
                    <a:pt x="1673801" y="28258"/>
                  </a:lnTo>
                  <a:lnTo>
                    <a:pt x="1674336" y="27422"/>
                  </a:lnTo>
                  <a:lnTo>
                    <a:pt x="1674987" y="27294"/>
                  </a:lnTo>
                  <a:lnTo>
                    <a:pt x="1678178" y="27881"/>
                  </a:lnTo>
                  <a:lnTo>
                    <a:pt x="1678536" y="28229"/>
                  </a:lnTo>
                  <a:lnTo>
                    <a:pt x="1678862" y="27906"/>
                  </a:lnTo>
                  <a:lnTo>
                    <a:pt x="1679410" y="28235"/>
                  </a:lnTo>
                  <a:lnTo>
                    <a:pt x="1680220" y="28318"/>
                  </a:lnTo>
                  <a:lnTo>
                    <a:pt x="1680758" y="28172"/>
                  </a:lnTo>
                  <a:lnTo>
                    <a:pt x="1680908" y="27905"/>
                  </a:lnTo>
                  <a:lnTo>
                    <a:pt x="1681493" y="28195"/>
                  </a:lnTo>
                  <a:lnTo>
                    <a:pt x="1682175" y="27755"/>
                  </a:lnTo>
                  <a:lnTo>
                    <a:pt x="1683365" y="27955"/>
                  </a:lnTo>
                  <a:lnTo>
                    <a:pt x="1683541" y="27431"/>
                  </a:lnTo>
                  <a:lnTo>
                    <a:pt x="1684052" y="27045"/>
                  </a:lnTo>
                  <a:lnTo>
                    <a:pt x="1684677" y="27063"/>
                  </a:lnTo>
                  <a:lnTo>
                    <a:pt x="1685379" y="26749"/>
                  </a:lnTo>
                  <a:lnTo>
                    <a:pt x="1686601" y="40576"/>
                  </a:lnTo>
                  <a:lnTo>
                    <a:pt x="1681878" y="42331"/>
                  </a:lnTo>
                  <a:lnTo>
                    <a:pt x="1677576" y="43353"/>
                  </a:lnTo>
                  <a:lnTo>
                    <a:pt x="1676403" y="44688"/>
                  </a:lnTo>
                  <a:lnTo>
                    <a:pt x="1670080" y="45951"/>
                  </a:lnTo>
                  <a:lnTo>
                    <a:pt x="1668785" y="48041"/>
                  </a:lnTo>
                  <a:lnTo>
                    <a:pt x="1662474" y="51814"/>
                  </a:lnTo>
                  <a:lnTo>
                    <a:pt x="1659328" y="52860"/>
                  </a:lnTo>
                  <a:lnTo>
                    <a:pt x="1658268" y="54568"/>
                  </a:lnTo>
                  <a:lnTo>
                    <a:pt x="1657624" y="57020"/>
                  </a:lnTo>
                  <a:lnTo>
                    <a:pt x="1655931" y="59798"/>
                  </a:lnTo>
                  <a:lnTo>
                    <a:pt x="1650581" y="60647"/>
                  </a:lnTo>
                  <a:lnTo>
                    <a:pt x="1643946" y="64372"/>
                  </a:lnTo>
                  <a:lnTo>
                    <a:pt x="1641259" y="68477"/>
                  </a:lnTo>
                  <a:lnTo>
                    <a:pt x="1639145" y="72348"/>
                  </a:lnTo>
                  <a:lnTo>
                    <a:pt x="1637367" y="74165"/>
                  </a:lnTo>
                  <a:lnTo>
                    <a:pt x="1636402" y="75975"/>
                  </a:lnTo>
                  <a:lnTo>
                    <a:pt x="1632482" y="78232"/>
                  </a:lnTo>
                  <a:lnTo>
                    <a:pt x="1631539" y="81520"/>
                  </a:lnTo>
                  <a:lnTo>
                    <a:pt x="1631028" y="85558"/>
                  </a:lnTo>
                  <a:lnTo>
                    <a:pt x="1630051" y="87640"/>
                  </a:lnTo>
                  <a:lnTo>
                    <a:pt x="1628873" y="88694"/>
                  </a:lnTo>
                  <a:lnTo>
                    <a:pt x="1627101" y="91755"/>
                  </a:lnTo>
                  <a:lnTo>
                    <a:pt x="1630183" y="96108"/>
                  </a:lnTo>
                  <a:lnTo>
                    <a:pt x="1629668" y="98965"/>
                  </a:lnTo>
                  <a:lnTo>
                    <a:pt x="1624452" y="100065"/>
                  </a:lnTo>
                  <a:lnTo>
                    <a:pt x="1626761" y="102077"/>
                  </a:lnTo>
                  <a:lnTo>
                    <a:pt x="1625813" y="102919"/>
                  </a:lnTo>
                  <a:lnTo>
                    <a:pt x="1624173" y="103331"/>
                  </a:lnTo>
                  <a:lnTo>
                    <a:pt x="1623659" y="104701"/>
                  </a:lnTo>
                  <a:lnTo>
                    <a:pt x="1622706" y="105793"/>
                  </a:lnTo>
                  <a:lnTo>
                    <a:pt x="1621914" y="107295"/>
                  </a:lnTo>
                  <a:lnTo>
                    <a:pt x="1621298" y="108876"/>
                  </a:lnTo>
                  <a:lnTo>
                    <a:pt x="1620403" y="112973"/>
                  </a:lnTo>
                  <a:lnTo>
                    <a:pt x="1621048" y="115757"/>
                  </a:lnTo>
                  <a:lnTo>
                    <a:pt x="1619610" y="116876"/>
                  </a:lnTo>
                  <a:lnTo>
                    <a:pt x="1619225" y="119282"/>
                  </a:lnTo>
                  <a:lnTo>
                    <a:pt x="1626424" y="136466"/>
                  </a:lnTo>
                  <a:lnTo>
                    <a:pt x="1628041" y="138066"/>
                  </a:lnTo>
                  <a:lnTo>
                    <a:pt x="1628517" y="140600"/>
                  </a:lnTo>
                  <a:lnTo>
                    <a:pt x="1627804" y="145938"/>
                  </a:lnTo>
                  <a:lnTo>
                    <a:pt x="1628219" y="152847"/>
                  </a:lnTo>
                  <a:lnTo>
                    <a:pt x="1628665" y="153218"/>
                  </a:lnTo>
                  <a:lnTo>
                    <a:pt x="1627225" y="153910"/>
                  </a:lnTo>
                  <a:lnTo>
                    <a:pt x="1625934" y="154184"/>
                  </a:lnTo>
                  <a:lnTo>
                    <a:pt x="1625618" y="154525"/>
                  </a:lnTo>
                  <a:lnTo>
                    <a:pt x="1624060" y="155207"/>
                  </a:lnTo>
                  <a:lnTo>
                    <a:pt x="1622168" y="156763"/>
                  </a:lnTo>
                  <a:lnTo>
                    <a:pt x="1621395" y="157068"/>
                  </a:lnTo>
                  <a:lnTo>
                    <a:pt x="1621095" y="157696"/>
                  </a:lnTo>
                  <a:lnTo>
                    <a:pt x="1620280" y="158017"/>
                  </a:lnTo>
                  <a:lnTo>
                    <a:pt x="1619542" y="160053"/>
                  </a:lnTo>
                  <a:lnTo>
                    <a:pt x="1619216" y="159867"/>
                  </a:lnTo>
                  <a:lnTo>
                    <a:pt x="1618897" y="160819"/>
                  </a:lnTo>
                  <a:lnTo>
                    <a:pt x="1618883" y="162203"/>
                  </a:lnTo>
                  <a:lnTo>
                    <a:pt x="1616213" y="168569"/>
                  </a:lnTo>
                  <a:lnTo>
                    <a:pt x="1612594" y="173824"/>
                  </a:lnTo>
                  <a:lnTo>
                    <a:pt x="1612380" y="178070"/>
                  </a:lnTo>
                  <a:lnTo>
                    <a:pt x="1614634" y="182979"/>
                  </a:lnTo>
                  <a:lnTo>
                    <a:pt x="1619383" y="186419"/>
                  </a:lnTo>
                  <a:lnTo>
                    <a:pt x="1620590" y="202283"/>
                  </a:lnTo>
                  <a:lnTo>
                    <a:pt x="1616942" y="205733"/>
                  </a:lnTo>
                  <a:lnTo>
                    <a:pt x="1612450" y="213872"/>
                  </a:lnTo>
                  <a:lnTo>
                    <a:pt x="1614690" y="215911"/>
                  </a:lnTo>
                  <a:lnTo>
                    <a:pt x="1617169" y="225258"/>
                  </a:lnTo>
                  <a:lnTo>
                    <a:pt x="1613513" y="232307"/>
                  </a:lnTo>
                  <a:lnTo>
                    <a:pt x="1611851" y="239285"/>
                  </a:lnTo>
                  <a:lnTo>
                    <a:pt x="1600240" y="243898"/>
                  </a:lnTo>
                  <a:lnTo>
                    <a:pt x="1597057" y="246747"/>
                  </a:lnTo>
                  <a:lnTo>
                    <a:pt x="1594932" y="245665"/>
                  </a:lnTo>
                  <a:lnTo>
                    <a:pt x="1593377" y="245916"/>
                  </a:lnTo>
                  <a:lnTo>
                    <a:pt x="1591412" y="245661"/>
                  </a:lnTo>
                  <a:lnTo>
                    <a:pt x="1589405" y="246311"/>
                  </a:lnTo>
                  <a:lnTo>
                    <a:pt x="1587090" y="245965"/>
                  </a:lnTo>
                  <a:lnTo>
                    <a:pt x="1585097" y="246240"/>
                  </a:lnTo>
                  <a:lnTo>
                    <a:pt x="1580314" y="245929"/>
                  </a:lnTo>
                  <a:lnTo>
                    <a:pt x="1578188" y="246378"/>
                  </a:lnTo>
                  <a:lnTo>
                    <a:pt x="1576985" y="246964"/>
                  </a:lnTo>
                  <a:lnTo>
                    <a:pt x="1574466" y="248966"/>
                  </a:lnTo>
                  <a:lnTo>
                    <a:pt x="1572705" y="247839"/>
                  </a:lnTo>
                  <a:lnTo>
                    <a:pt x="1572120" y="246826"/>
                  </a:lnTo>
                  <a:lnTo>
                    <a:pt x="1569851" y="249463"/>
                  </a:lnTo>
                  <a:lnTo>
                    <a:pt x="1560262" y="251460"/>
                  </a:lnTo>
                  <a:lnTo>
                    <a:pt x="1554412" y="253330"/>
                  </a:lnTo>
                  <a:lnTo>
                    <a:pt x="1551026" y="251908"/>
                  </a:lnTo>
                  <a:lnTo>
                    <a:pt x="1546730" y="251874"/>
                  </a:lnTo>
                  <a:lnTo>
                    <a:pt x="1546090" y="252123"/>
                  </a:lnTo>
                  <a:lnTo>
                    <a:pt x="1545326" y="251713"/>
                  </a:lnTo>
                  <a:lnTo>
                    <a:pt x="1543509" y="251658"/>
                  </a:lnTo>
                  <a:lnTo>
                    <a:pt x="1542674" y="251141"/>
                  </a:lnTo>
                  <a:lnTo>
                    <a:pt x="1539951" y="251046"/>
                  </a:lnTo>
                  <a:lnTo>
                    <a:pt x="1538606" y="252086"/>
                  </a:lnTo>
                  <a:lnTo>
                    <a:pt x="1535432" y="253024"/>
                  </a:lnTo>
                  <a:lnTo>
                    <a:pt x="1534565" y="253800"/>
                  </a:lnTo>
                  <a:lnTo>
                    <a:pt x="1533056" y="254594"/>
                  </a:lnTo>
                  <a:lnTo>
                    <a:pt x="1523500" y="256129"/>
                  </a:lnTo>
                  <a:lnTo>
                    <a:pt x="1520150" y="257842"/>
                  </a:lnTo>
                  <a:lnTo>
                    <a:pt x="1515552" y="257959"/>
                  </a:lnTo>
                  <a:lnTo>
                    <a:pt x="1511990" y="260950"/>
                  </a:lnTo>
                  <a:lnTo>
                    <a:pt x="1506560" y="260864"/>
                  </a:lnTo>
                  <a:lnTo>
                    <a:pt x="1505836" y="261236"/>
                  </a:lnTo>
                  <a:lnTo>
                    <a:pt x="1504146" y="260929"/>
                  </a:lnTo>
                  <a:lnTo>
                    <a:pt x="1502865" y="261455"/>
                  </a:lnTo>
                  <a:lnTo>
                    <a:pt x="1501279" y="262612"/>
                  </a:lnTo>
                  <a:lnTo>
                    <a:pt x="1492818" y="259772"/>
                  </a:lnTo>
                  <a:lnTo>
                    <a:pt x="1495557" y="255933"/>
                  </a:lnTo>
                  <a:lnTo>
                    <a:pt x="1496356" y="254150"/>
                  </a:lnTo>
                  <a:lnTo>
                    <a:pt x="1497629" y="252667"/>
                  </a:lnTo>
                  <a:lnTo>
                    <a:pt x="1501691" y="246095"/>
                  </a:lnTo>
                  <a:lnTo>
                    <a:pt x="1500960" y="240122"/>
                  </a:lnTo>
                  <a:lnTo>
                    <a:pt x="1493603" y="241530"/>
                  </a:lnTo>
                  <a:lnTo>
                    <a:pt x="1488165" y="241339"/>
                  </a:lnTo>
                  <a:lnTo>
                    <a:pt x="1483379" y="241832"/>
                  </a:lnTo>
                  <a:lnTo>
                    <a:pt x="1478787" y="241252"/>
                  </a:lnTo>
                  <a:lnTo>
                    <a:pt x="1473418" y="242011"/>
                  </a:lnTo>
                  <a:lnTo>
                    <a:pt x="1469762" y="238468"/>
                  </a:lnTo>
                  <a:lnTo>
                    <a:pt x="1459895" y="235792"/>
                  </a:lnTo>
                  <a:lnTo>
                    <a:pt x="1454621" y="235818"/>
                  </a:lnTo>
                  <a:lnTo>
                    <a:pt x="1449164" y="235844"/>
                  </a:lnTo>
                  <a:lnTo>
                    <a:pt x="1446851" y="239717"/>
                  </a:lnTo>
                  <a:lnTo>
                    <a:pt x="1447157" y="248149"/>
                  </a:lnTo>
                  <a:lnTo>
                    <a:pt x="1446142" y="251574"/>
                  </a:lnTo>
                  <a:lnTo>
                    <a:pt x="1434451" y="254904"/>
                  </a:lnTo>
                  <a:lnTo>
                    <a:pt x="1431388" y="257567"/>
                  </a:lnTo>
                  <a:lnTo>
                    <a:pt x="1418352" y="257936"/>
                  </a:lnTo>
                  <a:lnTo>
                    <a:pt x="1406863" y="261036"/>
                  </a:lnTo>
                  <a:lnTo>
                    <a:pt x="1393188" y="272621"/>
                  </a:lnTo>
                  <a:lnTo>
                    <a:pt x="1387207" y="272371"/>
                  </a:lnTo>
                  <a:lnTo>
                    <a:pt x="1375635" y="269689"/>
                  </a:lnTo>
                  <a:lnTo>
                    <a:pt x="1373484" y="272765"/>
                  </a:lnTo>
                  <a:lnTo>
                    <a:pt x="1368089" y="275125"/>
                  </a:lnTo>
                  <a:lnTo>
                    <a:pt x="1364742" y="275584"/>
                  </a:lnTo>
                  <a:lnTo>
                    <a:pt x="1363757" y="274690"/>
                  </a:lnTo>
                  <a:lnTo>
                    <a:pt x="1361798" y="275286"/>
                  </a:lnTo>
                  <a:lnTo>
                    <a:pt x="1360935" y="279220"/>
                  </a:lnTo>
                  <a:lnTo>
                    <a:pt x="1356538" y="284548"/>
                  </a:lnTo>
                  <a:lnTo>
                    <a:pt x="1353803" y="287369"/>
                  </a:lnTo>
                  <a:lnTo>
                    <a:pt x="1353732" y="287767"/>
                  </a:lnTo>
                  <a:lnTo>
                    <a:pt x="1353995" y="288382"/>
                  </a:lnTo>
                  <a:lnTo>
                    <a:pt x="1354946" y="289210"/>
                  </a:lnTo>
                  <a:lnTo>
                    <a:pt x="1355923" y="291198"/>
                  </a:lnTo>
                  <a:lnTo>
                    <a:pt x="1357641" y="293381"/>
                  </a:lnTo>
                  <a:lnTo>
                    <a:pt x="1358097" y="294335"/>
                  </a:lnTo>
                  <a:lnTo>
                    <a:pt x="1356472" y="295210"/>
                  </a:lnTo>
                  <a:lnTo>
                    <a:pt x="1354894" y="297151"/>
                  </a:lnTo>
                  <a:lnTo>
                    <a:pt x="1352690" y="298001"/>
                  </a:lnTo>
                  <a:lnTo>
                    <a:pt x="1351780" y="299937"/>
                  </a:lnTo>
                  <a:lnTo>
                    <a:pt x="1350071" y="302399"/>
                  </a:lnTo>
                  <a:lnTo>
                    <a:pt x="1348620" y="303015"/>
                  </a:lnTo>
                  <a:lnTo>
                    <a:pt x="1346921" y="305756"/>
                  </a:lnTo>
                  <a:lnTo>
                    <a:pt x="1344265" y="308518"/>
                  </a:lnTo>
                  <a:lnTo>
                    <a:pt x="1344790" y="315644"/>
                  </a:lnTo>
                  <a:lnTo>
                    <a:pt x="1346376" y="322582"/>
                  </a:lnTo>
                  <a:lnTo>
                    <a:pt x="1346212" y="328087"/>
                  </a:lnTo>
                  <a:lnTo>
                    <a:pt x="1344464" y="330060"/>
                  </a:lnTo>
                  <a:lnTo>
                    <a:pt x="1343879" y="333788"/>
                  </a:lnTo>
                  <a:lnTo>
                    <a:pt x="1342494" y="339511"/>
                  </a:lnTo>
                  <a:lnTo>
                    <a:pt x="1341918" y="337969"/>
                  </a:lnTo>
                  <a:lnTo>
                    <a:pt x="1339840" y="335269"/>
                  </a:lnTo>
                  <a:lnTo>
                    <a:pt x="1333378" y="334222"/>
                  </a:lnTo>
                  <a:lnTo>
                    <a:pt x="1331297" y="332616"/>
                  </a:lnTo>
                  <a:lnTo>
                    <a:pt x="1326967" y="327847"/>
                  </a:lnTo>
                  <a:lnTo>
                    <a:pt x="1322414" y="317614"/>
                  </a:lnTo>
                  <a:lnTo>
                    <a:pt x="1320145" y="313820"/>
                  </a:lnTo>
                  <a:lnTo>
                    <a:pt x="1316652" y="308977"/>
                  </a:lnTo>
                  <a:lnTo>
                    <a:pt x="1313544" y="306632"/>
                  </a:lnTo>
                  <a:lnTo>
                    <a:pt x="1305543" y="298670"/>
                  </a:lnTo>
                  <a:lnTo>
                    <a:pt x="1305792" y="297013"/>
                  </a:lnTo>
                  <a:lnTo>
                    <a:pt x="1303888" y="295061"/>
                  </a:lnTo>
                  <a:lnTo>
                    <a:pt x="1299228" y="291862"/>
                  </a:lnTo>
                  <a:lnTo>
                    <a:pt x="1297772" y="290003"/>
                  </a:lnTo>
                  <a:lnTo>
                    <a:pt x="1297640" y="289318"/>
                  </a:lnTo>
                  <a:lnTo>
                    <a:pt x="1296340" y="288411"/>
                  </a:lnTo>
                  <a:lnTo>
                    <a:pt x="1295852" y="288438"/>
                  </a:lnTo>
                  <a:lnTo>
                    <a:pt x="1293336" y="287318"/>
                  </a:lnTo>
                  <a:lnTo>
                    <a:pt x="1292774" y="286701"/>
                  </a:lnTo>
                  <a:lnTo>
                    <a:pt x="1292263" y="286718"/>
                  </a:lnTo>
                  <a:lnTo>
                    <a:pt x="1289637" y="284588"/>
                  </a:lnTo>
                  <a:lnTo>
                    <a:pt x="1286099" y="285947"/>
                  </a:lnTo>
                  <a:lnTo>
                    <a:pt x="1287627" y="287975"/>
                  </a:lnTo>
                  <a:lnTo>
                    <a:pt x="1287642" y="289092"/>
                  </a:lnTo>
                  <a:lnTo>
                    <a:pt x="1288579" y="289356"/>
                  </a:lnTo>
                  <a:lnTo>
                    <a:pt x="1288041" y="291094"/>
                  </a:lnTo>
                  <a:lnTo>
                    <a:pt x="1286417" y="292401"/>
                  </a:lnTo>
                  <a:lnTo>
                    <a:pt x="1285822" y="292527"/>
                  </a:lnTo>
                  <a:lnTo>
                    <a:pt x="1285248" y="293557"/>
                  </a:lnTo>
                  <a:lnTo>
                    <a:pt x="1284660" y="293944"/>
                  </a:lnTo>
                  <a:lnTo>
                    <a:pt x="1282746" y="296554"/>
                  </a:lnTo>
                  <a:lnTo>
                    <a:pt x="1281789" y="297067"/>
                  </a:lnTo>
                  <a:lnTo>
                    <a:pt x="1279994" y="298588"/>
                  </a:lnTo>
                  <a:lnTo>
                    <a:pt x="1278966" y="300508"/>
                  </a:lnTo>
                  <a:lnTo>
                    <a:pt x="1278552" y="300989"/>
                  </a:lnTo>
                  <a:lnTo>
                    <a:pt x="1277878" y="301040"/>
                  </a:lnTo>
                  <a:lnTo>
                    <a:pt x="1276933" y="302691"/>
                  </a:lnTo>
                  <a:lnTo>
                    <a:pt x="1275493" y="303671"/>
                  </a:lnTo>
                  <a:lnTo>
                    <a:pt x="1274435" y="305275"/>
                  </a:lnTo>
                  <a:lnTo>
                    <a:pt x="1273212" y="305685"/>
                  </a:lnTo>
                  <a:lnTo>
                    <a:pt x="1272997" y="306242"/>
                  </a:lnTo>
                  <a:lnTo>
                    <a:pt x="1272276" y="306382"/>
                  </a:lnTo>
                  <a:lnTo>
                    <a:pt x="1272160" y="306890"/>
                  </a:lnTo>
                  <a:lnTo>
                    <a:pt x="1271885" y="306968"/>
                  </a:lnTo>
                  <a:lnTo>
                    <a:pt x="1271052" y="308132"/>
                  </a:lnTo>
                  <a:lnTo>
                    <a:pt x="1270623" y="308324"/>
                  </a:lnTo>
                  <a:lnTo>
                    <a:pt x="1268673" y="311451"/>
                  </a:lnTo>
                  <a:lnTo>
                    <a:pt x="1266569" y="313310"/>
                  </a:lnTo>
                  <a:lnTo>
                    <a:pt x="1266009" y="314125"/>
                  </a:lnTo>
                  <a:lnTo>
                    <a:pt x="1263957" y="314500"/>
                  </a:lnTo>
                  <a:lnTo>
                    <a:pt x="1261620" y="315690"/>
                  </a:lnTo>
                  <a:lnTo>
                    <a:pt x="1258656" y="318360"/>
                  </a:lnTo>
                  <a:lnTo>
                    <a:pt x="1248551" y="334008"/>
                  </a:lnTo>
                  <a:lnTo>
                    <a:pt x="1246543" y="338977"/>
                  </a:lnTo>
                  <a:lnTo>
                    <a:pt x="1244104" y="341107"/>
                  </a:lnTo>
                  <a:lnTo>
                    <a:pt x="1235398" y="353047"/>
                  </a:lnTo>
                  <a:lnTo>
                    <a:pt x="1232517" y="356629"/>
                  </a:lnTo>
                  <a:lnTo>
                    <a:pt x="1230211" y="360548"/>
                  </a:lnTo>
                  <a:lnTo>
                    <a:pt x="1228298" y="362370"/>
                  </a:lnTo>
                  <a:lnTo>
                    <a:pt x="1220152" y="363402"/>
                  </a:lnTo>
                  <a:lnTo>
                    <a:pt x="1215115" y="365355"/>
                  </a:lnTo>
                  <a:lnTo>
                    <a:pt x="1208391" y="374165"/>
                  </a:lnTo>
                  <a:lnTo>
                    <a:pt x="1206006" y="377627"/>
                  </a:lnTo>
                  <a:lnTo>
                    <a:pt x="1205930" y="378222"/>
                  </a:lnTo>
                  <a:lnTo>
                    <a:pt x="1205153" y="379674"/>
                  </a:lnTo>
                  <a:lnTo>
                    <a:pt x="1203913" y="381137"/>
                  </a:lnTo>
                  <a:lnTo>
                    <a:pt x="1204607" y="392516"/>
                  </a:lnTo>
                  <a:lnTo>
                    <a:pt x="1204865" y="393782"/>
                  </a:lnTo>
                  <a:lnTo>
                    <a:pt x="1203974" y="394089"/>
                  </a:lnTo>
                  <a:lnTo>
                    <a:pt x="1202480" y="395056"/>
                  </a:lnTo>
                  <a:lnTo>
                    <a:pt x="1199077" y="399094"/>
                  </a:lnTo>
                  <a:lnTo>
                    <a:pt x="1196380" y="402916"/>
                  </a:lnTo>
                  <a:lnTo>
                    <a:pt x="1195658" y="404273"/>
                  </a:lnTo>
                  <a:lnTo>
                    <a:pt x="1193640" y="410327"/>
                  </a:lnTo>
                  <a:lnTo>
                    <a:pt x="1192653" y="412150"/>
                  </a:lnTo>
                  <a:lnTo>
                    <a:pt x="1192979" y="413482"/>
                  </a:lnTo>
                  <a:lnTo>
                    <a:pt x="1194339" y="415379"/>
                  </a:lnTo>
                  <a:lnTo>
                    <a:pt x="1190071" y="418470"/>
                  </a:lnTo>
                  <a:lnTo>
                    <a:pt x="1187258" y="421339"/>
                  </a:lnTo>
                  <a:lnTo>
                    <a:pt x="1186535" y="428067"/>
                  </a:lnTo>
                  <a:lnTo>
                    <a:pt x="1183577" y="427657"/>
                  </a:lnTo>
                  <a:lnTo>
                    <a:pt x="1180952" y="426111"/>
                  </a:lnTo>
                  <a:lnTo>
                    <a:pt x="1178647" y="426236"/>
                  </a:lnTo>
                  <a:lnTo>
                    <a:pt x="1174000" y="425424"/>
                  </a:lnTo>
                  <a:lnTo>
                    <a:pt x="1170515" y="425621"/>
                  </a:lnTo>
                  <a:lnTo>
                    <a:pt x="1168851" y="426088"/>
                  </a:lnTo>
                  <a:lnTo>
                    <a:pt x="1167415" y="429800"/>
                  </a:lnTo>
                  <a:lnTo>
                    <a:pt x="1164639" y="427748"/>
                  </a:lnTo>
                  <a:lnTo>
                    <a:pt x="1160940" y="427227"/>
                  </a:lnTo>
                  <a:lnTo>
                    <a:pt x="1157607" y="428003"/>
                  </a:lnTo>
                  <a:lnTo>
                    <a:pt x="1152693" y="433058"/>
                  </a:lnTo>
                  <a:lnTo>
                    <a:pt x="1154737" y="436659"/>
                  </a:lnTo>
                  <a:lnTo>
                    <a:pt x="1153468" y="440829"/>
                  </a:lnTo>
                  <a:lnTo>
                    <a:pt x="1154823" y="444732"/>
                  </a:lnTo>
                  <a:lnTo>
                    <a:pt x="1154882" y="447717"/>
                  </a:lnTo>
                  <a:lnTo>
                    <a:pt x="1154178" y="451268"/>
                  </a:lnTo>
                  <a:lnTo>
                    <a:pt x="1154715" y="451439"/>
                  </a:lnTo>
                  <a:lnTo>
                    <a:pt x="1156911" y="454792"/>
                  </a:lnTo>
                  <a:lnTo>
                    <a:pt x="1158083" y="455929"/>
                  </a:lnTo>
                  <a:lnTo>
                    <a:pt x="1158253" y="457438"/>
                  </a:lnTo>
                  <a:lnTo>
                    <a:pt x="1158159" y="460408"/>
                  </a:lnTo>
                  <a:lnTo>
                    <a:pt x="1158515" y="461171"/>
                  </a:lnTo>
                  <a:lnTo>
                    <a:pt x="1158945" y="461144"/>
                  </a:lnTo>
                  <a:lnTo>
                    <a:pt x="1159278" y="465301"/>
                  </a:lnTo>
                  <a:lnTo>
                    <a:pt x="1158955" y="466004"/>
                  </a:lnTo>
                  <a:lnTo>
                    <a:pt x="1158650" y="468286"/>
                  </a:lnTo>
                  <a:lnTo>
                    <a:pt x="1158576" y="471943"/>
                  </a:lnTo>
                  <a:lnTo>
                    <a:pt x="1157130" y="478474"/>
                  </a:lnTo>
                  <a:lnTo>
                    <a:pt x="1157166" y="480262"/>
                  </a:lnTo>
                  <a:lnTo>
                    <a:pt x="1156796" y="481187"/>
                  </a:lnTo>
                  <a:lnTo>
                    <a:pt x="1156822" y="481971"/>
                  </a:lnTo>
                  <a:lnTo>
                    <a:pt x="1156409" y="483208"/>
                  </a:lnTo>
                  <a:lnTo>
                    <a:pt x="1155828" y="483437"/>
                  </a:lnTo>
                  <a:lnTo>
                    <a:pt x="1155316" y="485144"/>
                  </a:lnTo>
                  <a:lnTo>
                    <a:pt x="1153927" y="487839"/>
                  </a:lnTo>
                  <a:lnTo>
                    <a:pt x="1152821" y="490707"/>
                  </a:lnTo>
                  <a:lnTo>
                    <a:pt x="1153210" y="492425"/>
                  </a:lnTo>
                  <a:lnTo>
                    <a:pt x="1153316" y="494217"/>
                  </a:lnTo>
                  <a:lnTo>
                    <a:pt x="1154092" y="496364"/>
                  </a:lnTo>
                  <a:lnTo>
                    <a:pt x="1154012" y="501624"/>
                  </a:lnTo>
                  <a:lnTo>
                    <a:pt x="1149521" y="503259"/>
                  </a:lnTo>
                  <a:lnTo>
                    <a:pt x="1148998" y="503653"/>
                  </a:lnTo>
                  <a:lnTo>
                    <a:pt x="1148385" y="510245"/>
                  </a:lnTo>
                  <a:lnTo>
                    <a:pt x="1149351" y="512054"/>
                  </a:lnTo>
                  <a:lnTo>
                    <a:pt x="1144357" y="513257"/>
                  </a:lnTo>
                  <a:lnTo>
                    <a:pt x="1140068" y="513050"/>
                  </a:lnTo>
                  <a:lnTo>
                    <a:pt x="1139737" y="513315"/>
                  </a:lnTo>
                  <a:lnTo>
                    <a:pt x="1137910" y="512896"/>
                  </a:lnTo>
                  <a:lnTo>
                    <a:pt x="1137542" y="513350"/>
                  </a:lnTo>
                  <a:lnTo>
                    <a:pt x="1134380" y="514354"/>
                  </a:lnTo>
                  <a:lnTo>
                    <a:pt x="1131247" y="516422"/>
                  </a:lnTo>
                  <a:lnTo>
                    <a:pt x="1126146" y="522907"/>
                  </a:lnTo>
                  <a:lnTo>
                    <a:pt x="1125342" y="523496"/>
                  </a:lnTo>
                  <a:lnTo>
                    <a:pt x="1123529" y="525984"/>
                  </a:lnTo>
                  <a:lnTo>
                    <a:pt x="1120106" y="531531"/>
                  </a:lnTo>
                  <a:lnTo>
                    <a:pt x="1120250" y="533030"/>
                  </a:lnTo>
                  <a:lnTo>
                    <a:pt x="1121673" y="537204"/>
                  </a:lnTo>
                  <a:lnTo>
                    <a:pt x="1121449" y="538424"/>
                  </a:lnTo>
                  <a:lnTo>
                    <a:pt x="1120254" y="539983"/>
                  </a:lnTo>
                  <a:lnTo>
                    <a:pt x="1112697" y="541630"/>
                  </a:lnTo>
                  <a:lnTo>
                    <a:pt x="1107614" y="542084"/>
                  </a:lnTo>
                  <a:lnTo>
                    <a:pt x="1103852" y="538549"/>
                  </a:lnTo>
                  <a:lnTo>
                    <a:pt x="1096886" y="540802"/>
                  </a:lnTo>
                  <a:lnTo>
                    <a:pt x="1095143" y="540664"/>
                  </a:lnTo>
                  <a:lnTo>
                    <a:pt x="1089572" y="542097"/>
                  </a:lnTo>
                  <a:lnTo>
                    <a:pt x="1087187" y="541080"/>
                  </a:lnTo>
                  <a:lnTo>
                    <a:pt x="1087236" y="539765"/>
                  </a:lnTo>
                  <a:lnTo>
                    <a:pt x="1085591" y="527716"/>
                  </a:lnTo>
                  <a:lnTo>
                    <a:pt x="1086233" y="526513"/>
                  </a:lnTo>
                  <a:lnTo>
                    <a:pt x="1085267" y="521505"/>
                  </a:lnTo>
                  <a:lnTo>
                    <a:pt x="1083052" y="517501"/>
                  </a:lnTo>
                  <a:lnTo>
                    <a:pt x="1079813" y="516664"/>
                  </a:lnTo>
                  <a:lnTo>
                    <a:pt x="1073658" y="513714"/>
                  </a:lnTo>
                  <a:lnTo>
                    <a:pt x="1071943" y="513793"/>
                  </a:lnTo>
                  <a:lnTo>
                    <a:pt x="1068053" y="512990"/>
                  </a:lnTo>
                  <a:lnTo>
                    <a:pt x="1067721" y="512252"/>
                  </a:lnTo>
                  <a:lnTo>
                    <a:pt x="1067177" y="502772"/>
                  </a:lnTo>
                  <a:lnTo>
                    <a:pt x="1067344" y="498421"/>
                  </a:lnTo>
                  <a:lnTo>
                    <a:pt x="1067068" y="497660"/>
                  </a:lnTo>
                  <a:lnTo>
                    <a:pt x="1064345" y="497733"/>
                  </a:lnTo>
                  <a:lnTo>
                    <a:pt x="1061825" y="498266"/>
                  </a:lnTo>
                  <a:lnTo>
                    <a:pt x="1059191" y="499262"/>
                  </a:lnTo>
                  <a:lnTo>
                    <a:pt x="1056510" y="498806"/>
                  </a:lnTo>
                  <a:lnTo>
                    <a:pt x="1052238" y="496717"/>
                  </a:lnTo>
                  <a:lnTo>
                    <a:pt x="1050714" y="496735"/>
                  </a:lnTo>
                  <a:lnTo>
                    <a:pt x="1047107" y="494716"/>
                  </a:lnTo>
                  <a:lnTo>
                    <a:pt x="1046310" y="493988"/>
                  </a:lnTo>
                  <a:lnTo>
                    <a:pt x="1042377" y="493108"/>
                  </a:lnTo>
                  <a:lnTo>
                    <a:pt x="1038557" y="491454"/>
                  </a:lnTo>
                  <a:lnTo>
                    <a:pt x="1036563" y="491401"/>
                  </a:lnTo>
                  <a:lnTo>
                    <a:pt x="1035597" y="491591"/>
                  </a:lnTo>
                  <a:lnTo>
                    <a:pt x="1034054" y="491074"/>
                  </a:lnTo>
                  <a:lnTo>
                    <a:pt x="1032914" y="491094"/>
                  </a:lnTo>
                  <a:lnTo>
                    <a:pt x="1029683" y="489491"/>
                  </a:lnTo>
                  <a:lnTo>
                    <a:pt x="1028837" y="488816"/>
                  </a:lnTo>
                  <a:lnTo>
                    <a:pt x="1028671" y="487930"/>
                  </a:lnTo>
                  <a:lnTo>
                    <a:pt x="1027504" y="486808"/>
                  </a:lnTo>
                  <a:lnTo>
                    <a:pt x="1025903" y="486307"/>
                  </a:lnTo>
                  <a:lnTo>
                    <a:pt x="1024876" y="485413"/>
                  </a:lnTo>
                  <a:lnTo>
                    <a:pt x="1023994" y="485013"/>
                  </a:lnTo>
                  <a:lnTo>
                    <a:pt x="1023072" y="485373"/>
                  </a:lnTo>
                  <a:lnTo>
                    <a:pt x="1022492" y="485220"/>
                  </a:lnTo>
                  <a:lnTo>
                    <a:pt x="1021722" y="485448"/>
                  </a:lnTo>
                  <a:lnTo>
                    <a:pt x="1020631" y="485770"/>
                  </a:lnTo>
                  <a:lnTo>
                    <a:pt x="1019672" y="486723"/>
                  </a:lnTo>
                  <a:lnTo>
                    <a:pt x="1019462" y="488157"/>
                  </a:lnTo>
                  <a:lnTo>
                    <a:pt x="1019719" y="488724"/>
                  </a:lnTo>
                  <a:lnTo>
                    <a:pt x="1019565" y="490378"/>
                  </a:lnTo>
                  <a:lnTo>
                    <a:pt x="1019278" y="491324"/>
                  </a:lnTo>
                  <a:lnTo>
                    <a:pt x="1017844" y="493638"/>
                  </a:lnTo>
                  <a:lnTo>
                    <a:pt x="1015621" y="495234"/>
                  </a:lnTo>
                  <a:lnTo>
                    <a:pt x="1014978" y="496369"/>
                  </a:lnTo>
                  <a:lnTo>
                    <a:pt x="1013365" y="497560"/>
                  </a:lnTo>
                  <a:lnTo>
                    <a:pt x="1012821" y="498434"/>
                  </a:lnTo>
                  <a:lnTo>
                    <a:pt x="1012358" y="497572"/>
                  </a:lnTo>
                  <a:lnTo>
                    <a:pt x="1011357" y="497658"/>
                  </a:lnTo>
                  <a:lnTo>
                    <a:pt x="1009908" y="497168"/>
                  </a:lnTo>
                  <a:lnTo>
                    <a:pt x="1009458" y="497399"/>
                  </a:lnTo>
                  <a:lnTo>
                    <a:pt x="1007137" y="497144"/>
                  </a:lnTo>
                  <a:lnTo>
                    <a:pt x="1006559" y="497416"/>
                  </a:lnTo>
                  <a:lnTo>
                    <a:pt x="1005419" y="496933"/>
                  </a:lnTo>
                  <a:lnTo>
                    <a:pt x="1005405" y="496683"/>
                  </a:lnTo>
                  <a:lnTo>
                    <a:pt x="1004885" y="496869"/>
                  </a:lnTo>
                  <a:lnTo>
                    <a:pt x="1004411" y="496339"/>
                  </a:lnTo>
                  <a:lnTo>
                    <a:pt x="1003616" y="496336"/>
                  </a:lnTo>
                  <a:lnTo>
                    <a:pt x="1002851" y="494300"/>
                  </a:lnTo>
                  <a:lnTo>
                    <a:pt x="1002892" y="492756"/>
                  </a:lnTo>
                  <a:lnTo>
                    <a:pt x="1001482" y="493012"/>
                  </a:lnTo>
                  <a:lnTo>
                    <a:pt x="998970" y="495109"/>
                  </a:lnTo>
                  <a:lnTo>
                    <a:pt x="998179" y="494307"/>
                  </a:lnTo>
                  <a:lnTo>
                    <a:pt x="996872" y="492136"/>
                  </a:lnTo>
                  <a:lnTo>
                    <a:pt x="995952" y="491296"/>
                  </a:lnTo>
                  <a:lnTo>
                    <a:pt x="995686" y="490146"/>
                  </a:lnTo>
                  <a:lnTo>
                    <a:pt x="994553" y="488491"/>
                  </a:lnTo>
                  <a:lnTo>
                    <a:pt x="993624" y="486423"/>
                  </a:lnTo>
                  <a:lnTo>
                    <a:pt x="993649" y="484693"/>
                  </a:lnTo>
                  <a:lnTo>
                    <a:pt x="992757" y="484256"/>
                  </a:lnTo>
                  <a:lnTo>
                    <a:pt x="992254" y="483377"/>
                  </a:lnTo>
                  <a:lnTo>
                    <a:pt x="992058" y="482486"/>
                  </a:lnTo>
                  <a:lnTo>
                    <a:pt x="991441" y="482420"/>
                  </a:lnTo>
                  <a:lnTo>
                    <a:pt x="991209" y="482030"/>
                  </a:lnTo>
                  <a:lnTo>
                    <a:pt x="990100" y="481354"/>
                  </a:lnTo>
                  <a:lnTo>
                    <a:pt x="987411" y="481039"/>
                  </a:lnTo>
                  <a:lnTo>
                    <a:pt x="986655" y="479859"/>
                  </a:lnTo>
                  <a:lnTo>
                    <a:pt x="982781" y="477166"/>
                  </a:lnTo>
                  <a:lnTo>
                    <a:pt x="980559" y="479436"/>
                  </a:lnTo>
                  <a:lnTo>
                    <a:pt x="979510" y="480991"/>
                  </a:lnTo>
                  <a:lnTo>
                    <a:pt x="977343" y="487084"/>
                  </a:lnTo>
                  <a:lnTo>
                    <a:pt x="977863" y="487939"/>
                  </a:lnTo>
                  <a:lnTo>
                    <a:pt x="977670" y="489058"/>
                  </a:lnTo>
                  <a:lnTo>
                    <a:pt x="976141" y="491027"/>
                  </a:lnTo>
                  <a:lnTo>
                    <a:pt x="974219" y="490871"/>
                  </a:lnTo>
                  <a:lnTo>
                    <a:pt x="973782" y="491265"/>
                  </a:lnTo>
                  <a:lnTo>
                    <a:pt x="972846" y="490854"/>
                  </a:lnTo>
                  <a:lnTo>
                    <a:pt x="970202" y="491756"/>
                  </a:lnTo>
                  <a:lnTo>
                    <a:pt x="967921" y="491332"/>
                  </a:lnTo>
                  <a:lnTo>
                    <a:pt x="966152" y="489654"/>
                  </a:lnTo>
                  <a:lnTo>
                    <a:pt x="964108" y="485291"/>
                  </a:lnTo>
                  <a:lnTo>
                    <a:pt x="962383" y="487254"/>
                  </a:lnTo>
                  <a:lnTo>
                    <a:pt x="958195" y="487155"/>
                  </a:lnTo>
                  <a:lnTo>
                    <a:pt x="957193" y="488971"/>
                  </a:lnTo>
                  <a:lnTo>
                    <a:pt x="950464" y="487667"/>
                  </a:lnTo>
                  <a:lnTo>
                    <a:pt x="941615" y="490935"/>
                  </a:lnTo>
                  <a:lnTo>
                    <a:pt x="937857" y="491240"/>
                  </a:lnTo>
                  <a:lnTo>
                    <a:pt x="933111" y="492483"/>
                  </a:lnTo>
                  <a:lnTo>
                    <a:pt x="931349" y="492616"/>
                  </a:lnTo>
                  <a:lnTo>
                    <a:pt x="930489" y="491923"/>
                  </a:lnTo>
                  <a:lnTo>
                    <a:pt x="928992" y="491438"/>
                  </a:lnTo>
                  <a:lnTo>
                    <a:pt x="926806" y="492225"/>
                  </a:lnTo>
                  <a:lnTo>
                    <a:pt x="922216" y="495699"/>
                  </a:lnTo>
                  <a:lnTo>
                    <a:pt x="920607" y="497673"/>
                  </a:lnTo>
                  <a:lnTo>
                    <a:pt x="917926" y="498962"/>
                  </a:lnTo>
                  <a:lnTo>
                    <a:pt x="917478" y="498810"/>
                  </a:lnTo>
                  <a:lnTo>
                    <a:pt x="916653" y="499069"/>
                  </a:lnTo>
                  <a:lnTo>
                    <a:pt x="914354" y="500519"/>
                  </a:lnTo>
                  <a:lnTo>
                    <a:pt x="911897" y="502665"/>
                  </a:lnTo>
                  <a:lnTo>
                    <a:pt x="909934" y="503928"/>
                  </a:lnTo>
                  <a:lnTo>
                    <a:pt x="899919" y="497725"/>
                  </a:lnTo>
                  <a:lnTo>
                    <a:pt x="898989" y="499402"/>
                  </a:lnTo>
                  <a:lnTo>
                    <a:pt x="897711" y="500716"/>
                  </a:lnTo>
                  <a:lnTo>
                    <a:pt x="897304" y="504200"/>
                  </a:lnTo>
                  <a:lnTo>
                    <a:pt x="897332" y="505168"/>
                  </a:lnTo>
                  <a:lnTo>
                    <a:pt x="897656" y="505348"/>
                  </a:lnTo>
                  <a:lnTo>
                    <a:pt x="897574" y="506153"/>
                  </a:lnTo>
                  <a:lnTo>
                    <a:pt x="896767" y="508785"/>
                  </a:lnTo>
                  <a:lnTo>
                    <a:pt x="897799" y="510014"/>
                  </a:lnTo>
                  <a:lnTo>
                    <a:pt x="899669" y="511667"/>
                  </a:lnTo>
                  <a:lnTo>
                    <a:pt x="901395" y="512632"/>
                  </a:lnTo>
                  <a:lnTo>
                    <a:pt x="905175" y="516907"/>
                  </a:lnTo>
                  <a:lnTo>
                    <a:pt x="903197" y="520478"/>
                  </a:lnTo>
                  <a:lnTo>
                    <a:pt x="901727" y="522395"/>
                  </a:lnTo>
                  <a:lnTo>
                    <a:pt x="901638" y="524021"/>
                  </a:lnTo>
                  <a:lnTo>
                    <a:pt x="898794" y="524576"/>
                  </a:lnTo>
                  <a:lnTo>
                    <a:pt x="896776" y="525496"/>
                  </a:lnTo>
                  <a:lnTo>
                    <a:pt x="892682" y="529360"/>
                  </a:lnTo>
                  <a:lnTo>
                    <a:pt x="889585" y="534357"/>
                  </a:lnTo>
                  <a:lnTo>
                    <a:pt x="889217" y="538122"/>
                  </a:lnTo>
                  <a:lnTo>
                    <a:pt x="889628" y="540795"/>
                  </a:lnTo>
                  <a:lnTo>
                    <a:pt x="884762" y="547601"/>
                  </a:lnTo>
                  <a:lnTo>
                    <a:pt x="881952" y="547730"/>
                  </a:lnTo>
                  <a:lnTo>
                    <a:pt x="878494" y="549738"/>
                  </a:lnTo>
                  <a:lnTo>
                    <a:pt x="876063" y="554315"/>
                  </a:lnTo>
                  <a:lnTo>
                    <a:pt x="872421" y="554684"/>
                  </a:lnTo>
                  <a:lnTo>
                    <a:pt x="868909" y="556124"/>
                  </a:lnTo>
                  <a:lnTo>
                    <a:pt x="865624" y="556197"/>
                  </a:lnTo>
                  <a:lnTo>
                    <a:pt x="862210" y="559527"/>
                  </a:lnTo>
                  <a:lnTo>
                    <a:pt x="857617" y="559992"/>
                  </a:lnTo>
                  <a:lnTo>
                    <a:pt x="849827" y="564119"/>
                  </a:lnTo>
                  <a:lnTo>
                    <a:pt x="843430" y="569834"/>
                  </a:lnTo>
                  <a:lnTo>
                    <a:pt x="837572" y="572954"/>
                  </a:lnTo>
                  <a:lnTo>
                    <a:pt x="836097" y="574972"/>
                  </a:lnTo>
                  <a:lnTo>
                    <a:pt x="833585" y="574552"/>
                  </a:lnTo>
                  <a:lnTo>
                    <a:pt x="824292" y="579188"/>
                  </a:lnTo>
                  <a:lnTo>
                    <a:pt x="823629" y="581837"/>
                  </a:lnTo>
                  <a:lnTo>
                    <a:pt x="821103" y="582010"/>
                  </a:lnTo>
                  <a:lnTo>
                    <a:pt x="817623" y="586641"/>
                  </a:lnTo>
                  <a:lnTo>
                    <a:pt x="813377" y="583759"/>
                  </a:lnTo>
                  <a:lnTo>
                    <a:pt x="810478" y="583694"/>
                  </a:lnTo>
                  <a:lnTo>
                    <a:pt x="807076" y="585450"/>
                  </a:lnTo>
                  <a:lnTo>
                    <a:pt x="805258" y="587294"/>
                  </a:lnTo>
                  <a:lnTo>
                    <a:pt x="802293" y="588919"/>
                  </a:lnTo>
                  <a:lnTo>
                    <a:pt x="801587" y="588628"/>
                  </a:lnTo>
                  <a:lnTo>
                    <a:pt x="798633" y="589245"/>
                  </a:lnTo>
                  <a:lnTo>
                    <a:pt x="796733" y="591041"/>
                  </a:lnTo>
                  <a:lnTo>
                    <a:pt x="795470" y="593458"/>
                  </a:lnTo>
                  <a:lnTo>
                    <a:pt x="793370" y="595552"/>
                  </a:lnTo>
                  <a:lnTo>
                    <a:pt x="794140" y="596741"/>
                  </a:lnTo>
                  <a:lnTo>
                    <a:pt x="793690" y="597687"/>
                  </a:lnTo>
                  <a:lnTo>
                    <a:pt x="794075" y="599342"/>
                  </a:lnTo>
                  <a:lnTo>
                    <a:pt x="791335" y="601646"/>
                  </a:lnTo>
                  <a:lnTo>
                    <a:pt x="782393" y="605520"/>
                  </a:lnTo>
                  <a:lnTo>
                    <a:pt x="781845" y="610579"/>
                  </a:lnTo>
                  <a:lnTo>
                    <a:pt x="781345" y="611755"/>
                  </a:lnTo>
                  <a:lnTo>
                    <a:pt x="780748" y="611884"/>
                  </a:lnTo>
                  <a:lnTo>
                    <a:pt x="780391" y="612236"/>
                  </a:lnTo>
                  <a:lnTo>
                    <a:pt x="776642" y="613005"/>
                  </a:lnTo>
                  <a:lnTo>
                    <a:pt x="774271" y="614122"/>
                  </a:lnTo>
                  <a:lnTo>
                    <a:pt x="761899" y="616008"/>
                  </a:lnTo>
                  <a:lnTo>
                    <a:pt x="752158" y="620735"/>
                  </a:lnTo>
                  <a:lnTo>
                    <a:pt x="748759" y="620195"/>
                  </a:lnTo>
                  <a:lnTo>
                    <a:pt x="744948" y="620457"/>
                  </a:lnTo>
                  <a:lnTo>
                    <a:pt x="731122" y="626413"/>
                  </a:lnTo>
                  <a:lnTo>
                    <a:pt x="729053" y="627903"/>
                  </a:lnTo>
                  <a:lnTo>
                    <a:pt x="728698" y="630386"/>
                  </a:lnTo>
                  <a:lnTo>
                    <a:pt x="726683" y="633976"/>
                  </a:lnTo>
                  <a:lnTo>
                    <a:pt x="724532" y="634886"/>
                  </a:lnTo>
                  <a:lnTo>
                    <a:pt x="724203" y="635439"/>
                  </a:lnTo>
                  <a:lnTo>
                    <a:pt x="721961" y="639568"/>
                  </a:lnTo>
                  <a:lnTo>
                    <a:pt x="722258" y="642125"/>
                  </a:lnTo>
                  <a:lnTo>
                    <a:pt x="721844" y="644397"/>
                  </a:lnTo>
                  <a:lnTo>
                    <a:pt x="718509" y="651377"/>
                  </a:lnTo>
                  <a:lnTo>
                    <a:pt x="716536" y="653166"/>
                  </a:lnTo>
                  <a:lnTo>
                    <a:pt x="714307" y="654421"/>
                  </a:lnTo>
                  <a:lnTo>
                    <a:pt x="714364" y="660397"/>
                  </a:lnTo>
                  <a:lnTo>
                    <a:pt x="714564" y="661537"/>
                  </a:lnTo>
                  <a:lnTo>
                    <a:pt x="716254" y="663692"/>
                  </a:lnTo>
                  <a:lnTo>
                    <a:pt x="715133" y="666752"/>
                  </a:lnTo>
                  <a:lnTo>
                    <a:pt x="714943" y="668409"/>
                  </a:lnTo>
                  <a:lnTo>
                    <a:pt x="715182" y="669750"/>
                  </a:lnTo>
                  <a:lnTo>
                    <a:pt x="715824" y="671385"/>
                  </a:lnTo>
                  <a:lnTo>
                    <a:pt x="716390" y="676818"/>
                  </a:lnTo>
                  <a:lnTo>
                    <a:pt x="718207" y="678612"/>
                  </a:lnTo>
                  <a:lnTo>
                    <a:pt x="718540" y="680911"/>
                  </a:lnTo>
                  <a:lnTo>
                    <a:pt x="717457" y="683047"/>
                  </a:lnTo>
                  <a:lnTo>
                    <a:pt x="715854" y="684704"/>
                  </a:lnTo>
                  <a:lnTo>
                    <a:pt x="713571" y="685825"/>
                  </a:lnTo>
                  <a:lnTo>
                    <a:pt x="713044" y="686634"/>
                  </a:lnTo>
                  <a:lnTo>
                    <a:pt x="714419" y="689661"/>
                  </a:lnTo>
                  <a:lnTo>
                    <a:pt x="714347" y="691266"/>
                  </a:lnTo>
                  <a:lnTo>
                    <a:pt x="715400" y="693634"/>
                  </a:lnTo>
                  <a:lnTo>
                    <a:pt x="716887" y="694330"/>
                  </a:lnTo>
                  <a:lnTo>
                    <a:pt x="715825" y="698303"/>
                  </a:lnTo>
                  <a:lnTo>
                    <a:pt x="717584" y="700702"/>
                  </a:lnTo>
                  <a:lnTo>
                    <a:pt x="717324" y="700750"/>
                  </a:lnTo>
                  <a:lnTo>
                    <a:pt x="717276" y="702085"/>
                  </a:lnTo>
                  <a:lnTo>
                    <a:pt x="716127" y="704608"/>
                  </a:lnTo>
                  <a:lnTo>
                    <a:pt x="715534" y="708542"/>
                  </a:lnTo>
                  <a:lnTo>
                    <a:pt x="714151" y="710020"/>
                  </a:lnTo>
                  <a:lnTo>
                    <a:pt x="712481" y="710698"/>
                  </a:lnTo>
                  <a:lnTo>
                    <a:pt x="709872" y="713871"/>
                  </a:lnTo>
                  <a:lnTo>
                    <a:pt x="707102" y="715291"/>
                  </a:lnTo>
                  <a:lnTo>
                    <a:pt x="701887" y="716997"/>
                  </a:lnTo>
                  <a:lnTo>
                    <a:pt x="698693" y="719533"/>
                  </a:lnTo>
                  <a:lnTo>
                    <a:pt x="696795" y="722437"/>
                  </a:lnTo>
                  <a:lnTo>
                    <a:pt x="695220" y="724124"/>
                  </a:lnTo>
                  <a:lnTo>
                    <a:pt x="692227" y="726733"/>
                  </a:lnTo>
                  <a:lnTo>
                    <a:pt x="688791" y="730317"/>
                  </a:lnTo>
                  <a:lnTo>
                    <a:pt x="688353" y="731917"/>
                  </a:lnTo>
                  <a:lnTo>
                    <a:pt x="688112" y="736258"/>
                  </a:lnTo>
                  <a:lnTo>
                    <a:pt x="684989" y="737006"/>
                  </a:lnTo>
                  <a:lnTo>
                    <a:pt x="683862" y="737524"/>
                  </a:lnTo>
                  <a:lnTo>
                    <a:pt x="678617" y="741269"/>
                  </a:lnTo>
                  <a:lnTo>
                    <a:pt x="678112" y="741189"/>
                  </a:lnTo>
                  <a:lnTo>
                    <a:pt x="674499" y="738327"/>
                  </a:lnTo>
                  <a:lnTo>
                    <a:pt x="672408" y="738198"/>
                  </a:lnTo>
                  <a:lnTo>
                    <a:pt x="665797" y="739171"/>
                  </a:lnTo>
                  <a:lnTo>
                    <a:pt x="663454" y="738607"/>
                  </a:lnTo>
                  <a:lnTo>
                    <a:pt x="661621" y="737836"/>
                  </a:lnTo>
                  <a:lnTo>
                    <a:pt x="660913" y="736725"/>
                  </a:lnTo>
                  <a:lnTo>
                    <a:pt x="659018" y="736215"/>
                  </a:lnTo>
                  <a:lnTo>
                    <a:pt x="658209" y="734927"/>
                  </a:lnTo>
                  <a:lnTo>
                    <a:pt x="657966" y="734954"/>
                  </a:lnTo>
                  <a:lnTo>
                    <a:pt x="657636" y="734545"/>
                  </a:lnTo>
                  <a:lnTo>
                    <a:pt x="656060" y="734812"/>
                  </a:lnTo>
                  <a:lnTo>
                    <a:pt x="648972" y="745623"/>
                  </a:lnTo>
                  <a:lnTo>
                    <a:pt x="646031" y="748928"/>
                  </a:lnTo>
                  <a:lnTo>
                    <a:pt x="642105" y="751015"/>
                  </a:lnTo>
                  <a:lnTo>
                    <a:pt x="640417" y="754158"/>
                  </a:lnTo>
                  <a:lnTo>
                    <a:pt x="639035" y="753520"/>
                  </a:lnTo>
                  <a:lnTo>
                    <a:pt x="634183" y="754693"/>
                  </a:lnTo>
                  <a:lnTo>
                    <a:pt x="630765" y="752951"/>
                  </a:lnTo>
                  <a:lnTo>
                    <a:pt x="628658" y="752881"/>
                  </a:lnTo>
                  <a:lnTo>
                    <a:pt x="624401" y="753399"/>
                  </a:lnTo>
                  <a:lnTo>
                    <a:pt x="622579" y="753078"/>
                  </a:lnTo>
                  <a:lnTo>
                    <a:pt x="619154" y="755635"/>
                  </a:lnTo>
                  <a:lnTo>
                    <a:pt x="619252" y="756401"/>
                  </a:lnTo>
                  <a:lnTo>
                    <a:pt x="618474" y="758945"/>
                  </a:lnTo>
                  <a:lnTo>
                    <a:pt x="616877" y="761000"/>
                  </a:lnTo>
                  <a:lnTo>
                    <a:pt x="614937" y="765146"/>
                  </a:lnTo>
                  <a:lnTo>
                    <a:pt x="613120" y="769859"/>
                  </a:lnTo>
                  <a:lnTo>
                    <a:pt x="612534" y="770603"/>
                  </a:lnTo>
                  <a:lnTo>
                    <a:pt x="611485" y="775569"/>
                  </a:lnTo>
                  <a:lnTo>
                    <a:pt x="609633" y="776843"/>
                  </a:lnTo>
                  <a:lnTo>
                    <a:pt x="608519" y="779486"/>
                  </a:lnTo>
                  <a:lnTo>
                    <a:pt x="607849" y="780364"/>
                  </a:lnTo>
                  <a:lnTo>
                    <a:pt x="606423" y="781584"/>
                  </a:lnTo>
                  <a:lnTo>
                    <a:pt x="605935" y="781665"/>
                  </a:lnTo>
                  <a:lnTo>
                    <a:pt x="604049" y="781019"/>
                  </a:lnTo>
                  <a:lnTo>
                    <a:pt x="602596" y="781127"/>
                  </a:lnTo>
                  <a:lnTo>
                    <a:pt x="599458" y="785086"/>
                  </a:lnTo>
                  <a:lnTo>
                    <a:pt x="598597" y="786743"/>
                  </a:lnTo>
                  <a:lnTo>
                    <a:pt x="597945" y="789460"/>
                  </a:lnTo>
                  <a:lnTo>
                    <a:pt x="597999" y="790826"/>
                  </a:lnTo>
                  <a:lnTo>
                    <a:pt x="596755" y="792015"/>
                  </a:lnTo>
                  <a:lnTo>
                    <a:pt x="594088" y="799438"/>
                  </a:lnTo>
                  <a:lnTo>
                    <a:pt x="588978" y="800797"/>
                  </a:lnTo>
                  <a:lnTo>
                    <a:pt x="586118" y="800138"/>
                  </a:lnTo>
                  <a:lnTo>
                    <a:pt x="584181" y="802928"/>
                  </a:lnTo>
                  <a:lnTo>
                    <a:pt x="579165" y="807615"/>
                  </a:lnTo>
                  <a:lnTo>
                    <a:pt x="565974" y="797772"/>
                  </a:lnTo>
                  <a:lnTo>
                    <a:pt x="563321" y="794366"/>
                  </a:lnTo>
                  <a:lnTo>
                    <a:pt x="560186" y="795294"/>
                  </a:lnTo>
                  <a:lnTo>
                    <a:pt x="559137" y="793812"/>
                  </a:lnTo>
                  <a:lnTo>
                    <a:pt x="558547" y="793428"/>
                  </a:lnTo>
                  <a:lnTo>
                    <a:pt x="552415" y="791256"/>
                  </a:lnTo>
                  <a:lnTo>
                    <a:pt x="551448" y="792404"/>
                  </a:lnTo>
                  <a:lnTo>
                    <a:pt x="546223" y="793652"/>
                  </a:lnTo>
                  <a:lnTo>
                    <a:pt x="538712" y="790175"/>
                  </a:lnTo>
                  <a:lnTo>
                    <a:pt x="538075" y="789602"/>
                  </a:lnTo>
                  <a:lnTo>
                    <a:pt x="537377" y="788343"/>
                  </a:lnTo>
                  <a:lnTo>
                    <a:pt x="536704" y="787969"/>
                  </a:lnTo>
                  <a:lnTo>
                    <a:pt x="536366" y="787375"/>
                  </a:lnTo>
                  <a:lnTo>
                    <a:pt x="535556" y="786685"/>
                  </a:lnTo>
                  <a:lnTo>
                    <a:pt x="536005" y="785781"/>
                  </a:lnTo>
                  <a:lnTo>
                    <a:pt x="537826" y="784659"/>
                  </a:lnTo>
                  <a:lnTo>
                    <a:pt x="537539" y="784210"/>
                  </a:lnTo>
                  <a:lnTo>
                    <a:pt x="535025" y="782627"/>
                  </a:lnTo>
                  <a:lnTo>
                    <a:pt x="536554" y="780832"/>
                  </a:lnTo>
                  <a:lnTo>
                    <a:pt x="533025" y="777205"/>
                  </a:lnTo>
                  <a:lnTo>
                    <a:pt x="532169" y="775953"/>
                  </a:lnTo>
                  <a:lnTo>
                    <a:pt x="531604" y="775477"/>
                  </a:lnTo>
                  <a:lnTo>
                    <a:pt x="530852" y="775314"/>
                  </a:lnTo>
                  <a:lnTo>
                    <a:pt x="529133" y="773677"/>
                  </a:lnTo>
                  <a:lnTo>
                    <a:pt x="528309" y="773218"/>
                  </a:lnTo>
                  <a:lnTo>
                    <a:pt x="527085" y="770668"/>
                  </a:lnTo>
                  <a:lnTo>
                    <a:pt x="527204" y="769997"/>
                  </a:lnTo>
                  <a:lnTo>
                    <a:pt x="526842" y="769396"/>
                  </a:lnTo>
                  <a:lnTo>
                    <a:pt x="524889" y="768427"/>
                  </a:lnTo>
                  <a:lnTo>
                    <a:pt x="523569" y="766710"/>
                  </a:lnTo>
                  <a:lnTo>
                    <a:pt x="516915" y="769582"/>
                  </a:lnTo>
                  <a:lnTo>
                    <a:pt x="516562" y="771435"/>
                  </a:lnTo>
                  <a:lnTo>
                    <a:pt x="516271" y="771643"/>
                  </a:lnTo>
                  <a:lnTo>
                    <a:pt x="515357" y="774168"/>
                  </a:lnTo>
                  <a:lnTo>
                    <a:pt x="514689" y="776750"/>
                  </a:lnTo>
                  <a:lnTo>
                    <a:pt x="512569" y="778567"/>
                  </a:lnTo>
                  <a:lnTo>
                    <a:pt x="512887" y="780788"/>
                  </a:lnTo>
                  <a:lnTo>
                    <a:pt x="512575" y="783838"/>
                  </a:lnTo>
                  <a:lnTo>
                    <a:pt x="505811" y="789957"/>
                  </a:lnTo>
                  <a:lnTo>
                    <a:pt x="505456" y="790699"/>
                  </a:lnTo>
                  <a:lnTo>
                    <a:pt x="503681" y="791912"/>
                  </a:lnTo>
                  <a:lnTo>
                    <a:pt x="499610" y="792829"/>
                  </a:lnTo>
                  <a:lnTo>
                    <a:pt x="497287" y="792501"/>
                  </a:lnTo>
                  <a:lnTo>
                    <a:pt x="494933" y="792738"/>
                  </a:lnTo>
                  <a:lnTo>
                    <a:pt x="491095" y="792542"/>
                  </a:lnTo>
                  <a:lnTo>
                    <a:pt x="490989" y="792967"/>
                  </a:lnTo>
                  <a:lnTo>
                    <a:pt x="490019" y="793994"/>
                  </a:lnTo>
                  <a:lnTo>
                    <a:pt x="488439" y="797880"/>
                  </a:lnTo>
                  <a:lnTo>
                    <a:pt x="488214" y="801177"/>
                  </a:lnTo>
                  <a:lnTo>
                    <a:pt x="487916" y="801604"/>
                  </a:lnTo>
                  <a:lnTo>
                    <a:pt x="487539" y="803153"/>
                  </a:lnTo>
                  <a:lnTo>
                    <a:pt x="489079" y="805905"/>
                  </a:lnTo>
                  <a:lnTo>
                    <a:pt x="487037" y="808275"/>
                  </a:lnTo>
                  <a:lnTo>
                    <a:pt x="486618" y="809273"/>
                  </a:lnTo>
                  <a:lnTo>
                    <a:pt x="479917" y="804773"/>
                  </a:lnTo>
                  <a:lnTo>
                    <a:pt x="476584" y="801868"/>
                  </a:lnTo>
                  <a:lnTo>
                    <a:pt x="474365" y="801288"/>
                  </a:lnTo>
                  <a:lnTo>
                    <a:pt x="473122" y="801520"/>
                  </a:lnTo>
                  <a:lnTo>
                    <a:pt x="471008" y="800975"/>
                  </a:lnTo>
                  <a:lnTo>
                    <a:pt x="469466" y="801787"/>
                  </a:lnTo>
                  <a:lnTo>
                    <a:pt x="467533" y="802227"/>
                  </a:lnTo>
                  <a:lnTo>
                    <a:pt x="465345" y="800788"/>
                  </a:lnTo>
                  <a:lnTo>
                    <a:pt x="459513" y="801267"/>
                  </a:lnTo>
                  <a:lnTo>
                    <a:pt x="453602" y="798565"/>
                  </a:lnTo>
                  <a:lnTo>
                    <a:pt x="444826" y="799897"/>
                  </a:lnTo>
                  <a:lnTo>
                    <a:pt x="443035" y="797876"/>
                  </a:lnTo>
                  <a:lnTo>
                    <a:pt x="439393" y="795575"/>
                  </a:lnTo>
                  <a:lnTo>
                    <a:pt x="435230" y="800668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pg97">
              <a:extLst>
                <a:ext uri="{FF2B5EF4-FFF2-40B4-BE49-F238E27FC236}">
                  <a16:creationId xmlns:a16="http://schemas.microsoft.com/office/drawing/2014/main" id="{EB5C9470-5EED-4372-1EB9-733F65A13520}"/>
                </a:ext>
              </a:extLst>
            </p:cNvPr>
            <p:cNvSpPr/>
            <p:nvPr/>
          </p:nvSpPr>
          <p:spPr>
            <a:xfrm>
              <a:off x="5022914" y="2890570"/>
              <a:ext cx="874950" cy="671110"/>
            </a:xfrm>
            <a:custGeom>
              <a:avLst/>
              <a:gdLst/>
              <a:ahLst/>
              <a:cxnLst/>
              <a:rect l="0" t="0" r="0" b="0"/>
              <a:pathLst>
                <a:path w="874950" h="671110">
                  <a:moveTo>
                    <a:pt x="174546" y="313650"/>
                  </a:moveTo>
                  <a:lnTo>
                    <a:pt x="175858" y="315835"/>
                  </a:lnTo>
                  <a:lnTo>
                    <a:pt x="177386" y="320691"/>
                  </a:lnTo>
                  <a:lnTo>
                    <a:pt x="180800" y="323205"/>
                  </a:lnTo>
                  <a:lnTo>
                    <a:pt x="183043" y="327233"/>
                  </a:lnTo>
                  <a:lnTo>
                    <a:pt x="184757" y="327861"/>
                  </a:lnTo>
                  <a:lnTo>
                    <a:pt x="186699" y="329275"/>
                  </a:lnTo>
                  <a:lnTo>
                    <a:pt x="189570" y="329675"/>
                  </a:lnTo>
                  <a:lnTo>
                    <a:pt x="193155" y="328075"/>
                  </a:lnTo>
                  <a:lnTo>
                    <a:pt x="195983" y="326132"/>
                  </a:lnTo>
                  <a:lnTo>
                    <a:pt x="203225" y="324461"/>
                  </a:lnTo>
                  <a:lnTo>
                    <a:pt x="205739" y="324618"/>
                  </a:lnTo>
                  <a:lnTo>
                    <a:pt x="208781" y="325775"/>
                  </a:lnTo>
                  <a:lnTo>
                    <a:pt x="209853" y="326832"/>
                  </a:lnTo>
                  <a:lnTo>
                    <a:pt x="214923" y="327499"/>
                  </a:lnTo>
                  <a:lnTo>
                    <a:pt x="219176" y="326190"/>
                  </a:lnTo>
                  <a:lnTo>
                    <a:pt x="219761" y="324081"/>
                  </a:lnTo>
                  <a:lnTo>
                    <a:pt x="220305" y="323203"/>
                  </a:lnTo>
                  <a:lnTo>
                    <a:pt x="225200" y="320643"/>
                  </a:lnTo>
                  <a:lnTo>
                    <a:pt x="228685" y="314941"/>
                  </a:lnTo>
                  <a:lnTo>
                    <a:pt x="227908" y="313526"/>
                  </a:lnTo>
                  <a:lnTo>
                    <a:pt x="224181" y="309607"/>
                  </a:lnTo>
                  <a:lnTo>
                    <a:pt x="223805" y="308812"/>
                  </a:lnTo>
                  <a:lnTo>
                    <a:pt x="223706" y="307407"/>
                  </a:lnTo>
                  <a:lnTo>
                    <a:pt x="224205" y="306019"/>
                  </a:lnTo>
                  <a:lnTo>
                    <a:pt x="224847" y="305271"/>
                  </a:lnTo>
                  <a:lnTo>
                    <a:pt x="225271" y="305213"/>
                  </a:lnTo>
                  <a:lnTo>
                    <a:pt x="225666" y="304686"/>
                  </a:lnTo>
                  <a:lnTo>
                    <a:pt x="226338" y="304359"/>
                  </a:lnTo>
                  <a:lnTo>
                    <a:pt x="226394" y="303046"/>
                  </a:lnTo>
                  <a:lnTo>
                    <a:pt x="225712" y="301935"/>
                  </a:lnTo>
                  <a:lnTo>
                    <a:pt x="225811" y="300276"/>
                  </a:lnTo>
                  <a:lnTo>
                    <a:pt x="225067" y="299996"/>
                  </a:lnTo>
                  <a:lnTo>
                    <a:pt x="223626" y="299734"/>
                  </a:lnTo>
                  <a:lnTo>
                    <a:pt x="220147" y="298183"/>
                  </a:lnTo>
                  <a:lnTo>
                    <a:pt x="218221" y="296615"/>
                  </a:lnTo>
                  <a:lnTo>
                    <a:pt x="215219" y="296301"/>
                  </a:lnTo>
                  <a:lnTo>
                    <a:pt x="214554" y="295485"/>
                  </a:lnTo>
                  <a:lnTo>
                    <a:pt x="212292" y="294353"/>
                  </a:lnTo>
                  <a:lnTo>
                    <a:pt x="208246" y="293679"/>
                  </a:lnTo>
                  <a:lnTo>
                    <a:pt x="207268" y="293140"/>
                  </a:lnTo>
                  <a:lnTo>
                    <a:pt x="204243" y="290368"/>
                  </a:lnTo>
                  <a:lnTo>
                    <a:pt x="202726" y="289507"/>
                  </a:lnTo>
                  <a:lnTo>
                    <a:pt x="200094" y="288611"/>
                  </a:lnTo>
                  <a:lnTo>
                    <a:pt x="198724" y="287312"/>
                  </a:lnTo>
                  <a:lnTo>
                    <a:pt x="197872" y="287031"/>
                  </a:lnTo>
                  <a:lnTo>
                    <a:pt x="196528" y="285350"/>
                  </a:lnTo>
                  <a:lnTo>
                    <a:pt x="195894" y="284103"/>
                  </a:lnTo>
                  <a:lnTo>
                    <a:pt x="195563" y="282496"/>
                  </a:lnTo>
                  <a:lnTo>
                    <a:pt x="194953" y="281895"/>
                  </a:lnTo>
                  <a:lnTo>
                    <a:pt x="193558" y="279169"/>
                  </a:lnTo>
                  <a:lnTo>
                    <a:pt x="192424" y="278264"/>
                  </a:lnTo>
                  <a:lnTo>
                    <a:pt x="192281" y="276905"/>
                  </a:lnTo>
                  <a:lnTo>
                    <a:pt x="191813" y="276629"/>
                  </a:lnTo>
                  <a:lnTo>
                    <a:pt x="191476" y="275783"/>
                  </a:lnTo>
                  <a:lnTo>
                    <a:pt x="190402" y="275048"/>
                  </a:lnTo>
                  <a:lnTo>
                    <a:pt x="189580" y="273065"/>
                  </a:lnTo>
                  <a:lnTo>
                    <a:pt x="189709" y="272893"/>
                  </a:lnTo>
                  <a:lnTo>
                    <a:pt x="188974" y="272996"/>
                  </a:lnTo>
                  <a:lnTo>
                    <a:pt x="187626" y="271599"/>
                  </a:lnTo>
                  <a:lnTo>
                    <a:pt x="186811" y="270115"/>
                  </a:lnTo>
                  <a:lnTo>
                    <a:pt x="185007" y="269284"/>
                  </a:lnTo>
                  <a:lnTo>
                    <a:pt x="184437" y="268260"/>
                  </a:lnTo>
                  <a:lnTo>
                    <a:pt x="180740" y="265219"/>
                  </a:lnTo>
                  <a:lnTo>
                    <a:pt x="177029" y="263100"/>
                  </a:lnTo>
                  <a:lnTo>
                    <a:pt x="172027" y="261351"/>
                  </a:lnTo>
                  <a:lnTo>
                    <a:pt x="170429" y="262084"/>
                  </a:lnTo>
                  <a:lnTo>
                    <a:pt x="168094" y="259752"/>
                  </a:lnTo>
                  <a:lnTo>
                    <a:pt x="165327" y="258710"/>
                  </a:lnTo>
                  <a:lnTo>
                    <a:pt x="165085" y="258302"/>
                  </a:lnTo>
                  <a:lnTo>
                    <a:pt x="162951" y="257279"/>
                  </a:lnTo>
                  <a:lnTo>
                    <a:pt x="161022" y="257839"/>
                  </a:lnTo>
                  <a:lnTo>
                    <a:pt x="157401" y="257272"/>
                  </a:lnTo>
                  <a:lnTo>
                    <a:pt x="155891" y="256011"/>
                  </a:lnTo>
                  <a:lnTo>
                    <a:pt x="153540" y="254939"/>
                  </a:lnTo>
                  <a:lnTo>
                    <a:pt x="148995" y="253706"/>
                  </a:lnTo>
                  <a:lnTo>
                    <a:pt x="147084" y="253442"/>
                  </a:lnTo>
                  <a:lnTo>
                    <a:pt x="145376" y="253767"/>
                  </a:lnTo>
                  <a:lnTo>
                    <a:pt x="144321" y="255212"/>
                  </a:lnTo>
                  <a:lnTo>
                    <a:pt x="142777" y="256295"/>
                  </a:lnTo>
                  <a:lnTo>
                    <a:pt x="142272" y="255617"/>
                  </a:lnTo>
                  <a:lnTo>
                    <a:pt x="142434" y="253916"/>
                  </a:lnTo>
                  <a:lnTo>
                    <a:pt x="142866" y="253234"/>
                  </a:lnTo>
                  <a:lnTo>
                    <a:pt x="142846" y="249479"/>
                  </a:lnTo>
                  <a:lnTo>
                    <a:pt x="141884" y="248750"/>
                  </a:lnTo>
                  <a:lnTo>
                    <a:pt x="141380" y="247251"/>
                  </a:lnTo>
                  <a:lnTo>
                    <a:pt x="141136" y="245518"/>
                  </a:lnTo>
                  <a:lnTo>
                    <a:pt x="141331" y="243530"/>
                  </a:lnTo>
                  <a:lnTo>
                    <a:pt x="140790" y="241185"/>
                  </a:lnTo>
                  <a:lnTo>
                    <a:pt x="139750" y="240238"/>
                  </a:lnTo>
                  <a:lnTo>
                    <a:pt x="139678" y="239912"/>
                  </a:lnTo>
                  <a:lnTo>
                    <a:pt x="139474" y="239968"/>
                  </a:lnTo>
                  <a:lnTo>
                    <a:pt x="138853" y="239342"/>
                  </a:lnTo>
                  <a:lnTo>
                    <a:pt x="137907" y="239045"/>
                  </a:lnTo>
                  <a:lnTo>
                    <a:pt x="137167" y="237888"/>
                  </a:lnTo>
                  <a:lnTo>
                    <a:pt x="136902" y="237019"/>
                  </a:lnTo>
                  <a:lnTo>
                    <a:pt x="133590" y="231804"/>
                  </a:lnTo>
                  <a:lnTo>
                    <a:pt x="133384" y="233287"/>
                  </a:lnTo>
                  <a:lnTo>
                    <a:pt x="133004" y="234303"/>
                  </a:lnTo>
                  <a:lnTo>
                    <a:pt x="132709" y="234500"/>
                  </a:lnTo>
                  <a:lnTo>
                    <a:pt x="131950" y="234814"/>
                  </a:lnTo>
                  <a:lnTo>
                    <a:pt x="129934" y="234391"/>
                  </a:lnTo>
                  <a:lnTo>
                    <a:pt x="128599" y="234790"/>
                  </a:lnTo>
                  <a:lnTo>
                    <a:pt x="127724" y="234314"/>
                  </a:lnTo>
                  <a:lnTo>
                    <a:pt x="127322" y="233784"/>
                  </a:lnTo>
                  <a:lnTo>
                    <a:pt x="126354" y="233863"/>
                  </a:lnTo>
                  <a:lnTo>
                    <a:pt x="126273" y="234196"/>
                  </a:lnTo>
                  <a:lnTo>
                    <a:pt x="125975" y="234327"/>
                  </a:lnTo>
                  <a:lnTo>
                    <a:pt x="124692" y="234488"/>
                  </a:lnTo>
                  <a:lnTo>
                    <a:pt x="124072" y="234791"/>
                  </a:lnTo>
                  <a:lnTo>
                    <a:pt x="123714" y="235462"/>
                  </a:lnTo>
                  <a:lnTo>
                    <a:pt x="123467" y="235474"/>
                  </a:lnTo>
                  <a:lnTo>
                    <a:pt x="123423" y="236418"/>
                  </a:lnTo>
                  <a:lnTo>
                    <a:pt x="122834" y="236680"/>
                  </a:lnTo>
                  <a:lnTo>
                    <a:pt x="122457" y="236535"/>
                  </a:lnTo>
                  <a:lnTo>
                    <a:pt x="120031" y="233629"/>
                  </a:lnTo>
                  <a:lnTo>
                    <a:pt x="119416" y="233432"/>
                  </a:lnTo>
                  <a:lnTo>
                    <a:pt x="117653" y="232184"/>
                  </a:lnTo>
                  <a:lnTo>
                    <a:pt x="118667" y="231034"/>
                  </a:lnTo>
                  <a:lnTo>
                    <a:pt x="119590" y="230929"/>
                  </a:lnTo>
                  <a:lnTo>
                    <a:pt x="120051" y="230270"/>
                  </a:lnTo>
                  <a:lnTo>
                    <a:pt x="120231" y="229539"/>
                  </a:lnTo>
                  <a:lnTo>
                    <a:pt x="119817" y="229347"/>
                  </a:lnTo>
                  <a:lnTo>
                    <a:pt x="120177" y="228378"/>
                  </a:lnTo>
                  <a:lnTo>
                    <a:pt x="120212" y="226792"/>
                  </a:lnTo>
                  <a:lnTo>
                    <a:pt x="121038" y="223586"/>
                  </a:lnTo>
                  <a:lnTo>
                    <a:pt x="121754" y="223084"/>
                  </a:lnTo>
                  <a:lnTo>
                    <a:pt x="122392" y="222939"/>
                  </a:lnTo>
                  <a:lnTo>
                    <a:pt x="123624" y="223075"/>
                  </a:lnTo>
                  <a:lnTo>
                    <a:pt x="125292" y="222773"/>
                  </a:lnTo>
                  <a:lnTo>
                    <a:pt x="126258" y="219381"/>
                  </a:lnTo>
                  <a:lnTo>
                    <a:pt x="127310" y="218784"/>
                  </a:lnTo>
                  <a:lnTo>
                    <a:pt x="127256" y="217381"/>
                  </a:lnTo>
                  <a:lnTo>
                    <a:pt x="126025" y="216567"/>
                  </a:lnTo>
                  <a:lnTo>
                    <a:pt x="125377" y="215568"/>
                  </a:lnTo>
                  <a:lnTo>
                    <a:pt x="124835" y="215145"/>
                  </a:lnTo>
                  <a:lnTo>
                    <a:pt x="124356" y="214802"/>
                  </a:lnTo>
                  <a:lnTo>
                    <a:pt x="123863" y="214860"/>
                  </a:lnTo>
                  <a:lnTo>
                    <a:pt x="121777" y="213280"/>
                  </a:lnTo>
                  <a:lnTo>
                    <a:pt x="120881" y="213098"/>
                  </a:lnTo>
                  <a:lnTo>
                    <a:pt x="119851" y="212540"/>
                  </a:lnTo>
                  <a:lnTo>
                    <a:pt x="118080" y="212189"/>
                  </a:lnTo>
                  <a:lnTo>
                    <a:pt x="117434" y="211207"/>
                  </a:lnTo>
                  <a:lnTo>
                    <a:pt x="114907" y="209802"/>
                  </a:lnTo>
                  <a:lnTo>
                    <a:pt x="112712" y="208245"/>
                  </a:lnTo>
                  <a:lnTo>
                    <a:pt x="111607" y="207190"/>
                  </a:lnTo>
                  <a:lnTo>
                    <a:pt x="110843" y="206081"/>
                  </a:lnTo>
                  <a:lnTo>
                    <a:pt x="110274" y="206045"/>
                  </a:lnTo>
                  <a:lnTo>
                    <a:pt x="109588" y="205425"/>
                  </a:lnTo>
                  <a:lnTo>
                    <a:pt x="109374" y="204647"/>
                  </a:lnTo>
                  <a:lnTo>
                    <a:pt x="107229" y="203984"/>
                  </a:lnTo>
                  <a:lnTo>
                    <a:pt x="104735" y="202396"/>
                  </a:lnTo>
                  <a:lnTo>
                    <a:pt x="103388" y="200901"/>
                  </a:lnTo>
                  <a:lnTo>
                    <a:pt x="102248" y="198694"/>
                  </a:lnTo>
                  <a:lnTo>
                    <a:pt x="99371" y="196168"/>
                  </a:lnTo>
                  <a:lnTo>
                    <a:pt x="97598" y="194141"/>
                  </a:lnTo>
                  <a:lnTo>
                    <a:pt x="97239" y="192742"/>
                  </a:lnTo>
                  <a:lnTo>
                    <a:pt x="95928" y="190914"/>
                  </a:lnTo>
                  <a:lnTo>
                    <a:pt x="95568" y="189665"/>
                  </a:lnTo>
                  <a:lnTo>
                    <a:pt x="94480" y="189608"/>
                  </a:lnTo>
                  <a:lnTo>
                    <a:pt x="93624" y="189173"/>
                  </a:lnTo>
                  <a:lnTo>
                    <a:pt x="93326" y="188642"/>
                  </a:lnTo>
                  <a:lnTo>
                    <a:pt x="92006" y="187900"/>
                  </a:lnTo>
                  <a:lnTo>
                    <a:pt x="90227" y="186259"/>
                  </a:lnTo>
                  <a:lnTo>
                    <a:pt x="87097" y="184857"/>
                  </a:lnTo>
                  <a:lnTo>
                    <a:pt x="86056" y="183256"/>
                  </a:lnTo>
                  <a:lnTo>
                    <a:pt x="86102" y="182660"/>
                  </a:lnTo>
                  <a:lnTo>
                    <a:pt x="86895" y="182196"/>
                  </a:lnTo>
                  <a:lnTo>
                    <a:pt x="85729" y="180617"/>
                  </a:lnTo>
                  <a:lnTo>
                    <a:pt x="85368" y="179545"/>
                  </a:lnTo>
                  <a:lnTo>
                    <a:pt x="85376" y="177679"/>
                  </a:lnTo>
                  <a:lnTo>
                    <a:pt x="81545" y="173010"/>
                  </a:lnTo>
                  <a:lnTo>
                    <a:pt x="79675" y="171437"/>
                  </a:lnTo>
                  <a:lnTo>
                    <a:pt x="78754" y="170245"/>
                  </a:lnTo>
                  <a:lnTo>
                    <a:pt x="76954" y="168666"/>
                  </a:lnTo>
                  <a:lnTo>
                    <a:pt x="75178" y="168239"/>
                  </a:lnTo>
                  <a:lnTo>
                    <a:pt x="73234" y="168353"/>
                  </a:lnTo>
                  <a:lnTo>
                    <a:pt x="71597" y="166808"/>
                  </a:lnTo>
                  <a:lnTo>
                    <a:pt x="70658" y="165308"/>
                  </a:lnTo>
                  <a:lnTo>
                    <a:pt x="69320" y="161631"/>
                  </a:lnTo>
                  <a:lnTo>
                    <a:pt x="69680" y="160407"/>
                  </a:lnTo>
                  <a:lnTo>
                    <a:pt x="71375" y="159477"/>
                  </a:lnTo>
                  <a:lnTo>
                    <a:pt x="71528" y="157755"/>
                  </a:lnTo>
                  <a:lnTo>
                    <a:pt x="72395" y="157211"/>
                  </a:lnTo>
                  <a:lnTo>
                    <a:pt x="78424" y="155517"/>
                  </a:lnTo>
                  <a:lnTo>
                    <a:pt x="78932" y="153692"/>
                  </a:lnTo>
                  <a:lnTo>
                    <a:pt x="79647" y="153155"/>
                  </a:lnTo>
                  <a:lnTo>
                    <a:pt x="80182" y="152023"/>
                  </a:lnTo>
                  <a:lnTo>
                    <a:pt x="81779" y="151206"/>
                  </a:lnTo>
                  <a:lnTo>
                    <a:pt x="83025" y="149582"/>
                  </a:lnTo>
                  <a:lnTo>
                    <a:pt x="84347" y="148886"/>
                  </a:lnTo>
                  <a:lnTo>
                    <a:pt x="85826" y="148509"/>
                  </a:lnTo>
                  <a:lnTo>
                    <a:pt x="87001" y="145557"/>
                  </a:lnTo>
                  <a:lnTo>
                    <a:pt x="88803" y="144134"/>
                  </a:lnTo>
                  <a:lnTo>
                    <a:pt x="89128" y="141926"/>
                  </a:lnTo>
                  <a:lnTo>
                    <a:pt x="88781" y="140193"/>
                  </a:lnTo>
                  <a:lnTo>
                    <a:pt x="88346" y="139464"/>
                  </a:lnTo>
                  <a:lnTo>
                    <a:pt x="88501" y="137505"/>
                  </a:lnTo>
                  <a:lnTo>
                    <a:pt x="87553" y="134294"/>
                  </a:lnTo>
                  <a:lnTo>
                    <a:pt x="86713" y="133176"/>
                  </a:lnTo>
                  <a:lnTo>
                    <a:pt x="86386" y="132021"/>
                  </a:lnTo>
                  <a:lnTo>
                    <a:pt x="85854" y="131316"/>
                  </a:lnTo>
                  <a:lnTo>
                    <a:pt x="84416" y="126497"/>
                  </a:lnTo>
                  <a:lnTo>
                    <a:pt x="97366" y="119695"/>
                  </a:lnTo>
                  <a:lnTo>
                    <a:pt x="97691" y="120216"/>
                  </a:lnTo>
                  <a:lnTo>
                    <a:pt x="103666" y="123983"/>
                  </a:lnTo>
                  <a:lnTo>
                    <a:pt x="116117" y="117525"/>
                  </a:lnTo>
                  <a:lnTo>
                    <a:pt x="133011" y="114442"/>
                  </a:lnTo>
                  <a:lnTo>
                    <a:pt x="136484" y="120356"/>
                  </a:lnTo>
                  <a:lnTo>
                    <a:pt x="138343" y="125234"/>
                  </a:lnTo>
                  <a:lnTo>
                    <a:pt x="144084" y="131038"/>
                  </a:lnTo>
                  <a:lnTo>
                    <a:pt x="146185" y="127163"/>
                  </a:lnTo>
                  <a:lnTo>
                    <a:pt x="156109" y="131486"/>
                  </a:lnTo>
                  <a:lnTo>
                    <a:pt x="157813" y="130397"/>
                  </a:lnTo>
                  <a:lnTo>
                    <a:pt x="161471" y="125955"/>
                  </a:lnTo>
                  <a:lnTo>
                    <a:pt x="166563" y="122521"/>
                  </a:lnTo>
                  <a:lnTo>
                    <a:pt x="177053" y="121423"/>
                  </a:lnTo>
                  <a:lnTo>
                    <a:pt x="179412" y="120435"/>
                  </a:lnTo>
                  <a:lnTo>
                    <a:pt x="184954" y="116400"/>
                  </a:lnTo>
                  <a:lnTo>
                    <a:pt x="185880" y="113872"/>
                  </a:lnTo>
                  <a:lnTo>
                    <a:pt x="185645" y="111837"/>
                  </a:lnTo>
                  <a:lnTo>
                    <a:pt x="184477" y="109848"/>
                  </a:lnTo>
                  <a:lnTo>
                    <a:pt x="181841" y="106368"/>
                  </a:lnTo>
                  <a:lnTo>
                    <a:pt x="181716" y="105418"/>
                  </a:lnTo>
                  <a:lnTo>
                    <a:pt x="182224" y="105225"/>
                  </a:lnTo>
                  <a:lnTo>
                    <a:pt x="186376" y="101153"/>
                  </a:lnTo>
                  <a:lnTo>
                    <a:pt x="189943" y="99763"/>
                  </a:lnTo>
                  <a:lnTo>
                    <a:pt x="190864" y="100432"/>
                  </a:lnTo>
                  <a:lnTo>
                    <a:pt x="193593" y="100664"/>
                  </a:lnTo>
                  <a:lnTo>
                    <a:pt x="197756" y="95571"/>
                  </a:lnTo>
                  <a:lnTo>
                    <a:pt x="201398" y="97872"/>
                  </a:lnTo>
                  <a:lnTo>
                    <a:pt x="203189" y="99894"/>
                  </a:lnTo>
                  <a:lnTo>
                    <a:pt x="211965" y="98562"/>
                  </a:lnTo>
                  <a:lnTo>
                    <a:pt x="217876" y="101264"/>
                  </a:lnTo>
                  <a:lnTo>
                    <a:pt x="223708" y="100785"/>
                  </a:lnTo>
                  <a:lnTo>
                    <a:pt x="225896" y="102224"/>
                  </a:lnTo>
                  <a:lnTo>
                    <a:pt x="227829" y="101784"/>
                  </a:lnTo>
                  <a:lnTo>
                    <a:pt x="229371" y="100972"/>
                  </a:lnTo>
                  <a:lnTo>
                    <a:pt x="231485" y="101516"/>
                  </a:lnTo>
                  <a:lnTo>
                    <a:pt x="232728" y="101285"/>
                  </a:lnTo>
                  <a:lnTo>
                    <a:pt x="234947" y="101865"/>
                  </a:lnTo>
                  <a:lnTo>
                    <a:pt x="238280" y="104770"/>
                  </a:lnTo>
                  <a:lnTo>
                    <a:pt x="244981" y="109270"/>
                  </a:lnTo>
                  <a:lnTo>
                    <a:pt x="245400" y="108271"/>
                  </a:lnTo>
                  <a:lnTo>
                    <a:pt x="247442" y="105902"/>
                  </a:lnTo>
                  <a:lnTo>
                    <a:pt x="245902" y="103149"/>
                  </a:lnTo>
                  <a:lnTo>
                    <a:pt x="246279" y="101601"/>
                  </a:lnTo>
                  <a:lnTo>
                    <a:pt x="246577" y="101174"/>
                  </a:lnTo>
                  <a:lnTo>
                    <a:pt x="246802" y="97877"/>
                  </a:lnTo>
                  <a:lnTo>
                    <a:pt x="248381" y="93991"/>
                  </a:lnTo>
                  <a:lnTo>
                    <a:pt x="249352" y="92963"/>
                  </a:lnTo>
                  <a:lnTo>
                    <a:pt x="249458" y="92539"/>
                  </a:lnTo>
                  <a:lnTo>
                    <a:pt x="253296" y="92735"/>
                  </a:lnTo>
                  <a:lnTo>
                    <a:pt x="255650" y="92498"/>
                  </a:lnTo>
                  <a:lnTo>
                    <a:pt x="257973" y="92826"/>
                  </a:lnTo>
                  <a:lnTo>
                    <a:pt x="262044" y="91909"/>
                  </a:lnTo>
                  <a:lnTo>
                    <a:pt x="263819" y="90696"/>
                  </a:lnTo>
                  <a:lnTo>
                    <a:pt x="264174" y="89954"/>
                  </a:lnTo>
                  <a:lnTo>
                    <a:pt x="270938" y="83835"/>
                  </a:lnTo>
                  <a:lnTo>
                    <a:pt x="271250" y="80785"/>
                  </a:lnTo>
                  <a:lnTo>
                    <a:pt x="270932" y="78563"/>
                  </a:lnTo>
                  <a:lnTo>
                    <a:pt x="273052" y="76747"/>
                  </a:lnTo>
                  <a:lnTo>
                    <a:pt x="273720" y="74165"/>
                  </a:lnTo>
                  <a:lnTo>
                    <a:pt x="274633" y="71639"/>
                  </a:lnTo>
                  <a:lnTo>
                    <a:pt x="274925" y="71432"/>
                  </a:lnTo>
                  <a:lnTo>
                    <a:pt x="275278" y="69579"/>
                  </a:lnTo>
                  <a:lnTo>
                    <a:pt x="281932" y="66706"/>
                  </a:lnTo>
                  <a:lnTo>
                    <a:pt x="283252" y="68424"/>
                  </a:lnTo>
                  <a:lnTo>
                    <a:pt x="285205" y="69393"/>
                  </a:lnTo>
                  <a:lnTo>
                    <a:pt x="285567" y="69994"/>
                  </a:lnTo>
                  <a:lnTo>
                    <a:pt x="285448" y="70665"/>
                  </a:lnTo>
                  <a:lnTo>
                    <a:pt x="286671" y="73215"/>
                  </a:lnTo>
                  <a:lnTo>
                    <a:pt x="287496" y="73674"/>
                  </a:lnTo>
                  <a:lnTo>
                    <a:pt x="289215" y="75311"/>
                  </a:lnTo>
                  <a:lnTo>
                    <a:pt x="289967" y="75474"/>
                  </a:lnTo>
                  <a:lnTo>
                    <a:pt x="290532" y="75950"/>
                  </a:lnTo>
                  <a:lnTo>
                    <a:pt x="291388" y="77202"/>
                  </a:lnTo>
                  <a:lnTo>
                    <a:pt x="294917" y="80829"/>
                  </a:lnTo>
                  <a:lnTo>
                    <a:pt x="293388" y="82623"/>
                  </a:lnTo>
                  <a:lnTo>
                    <a:pt x="295902" y="84207"/>
                  </a:lnTo>
                  <a:lnTo>
                    <a:pt x="296189" y="84656"/>
                  </a:lnTo>
                  <a:lnTo>
                    <a:pt x="294368" y="85778"/>
                  </a:lnTo>
                  <a:lnTo>
                    <a:pt x="293919" y="86682"/>
                  </a:lnTo>
                  <a:lnTo>
                    <a:pt x="294729" y="87372"/>
                  </a:lnTo>
                  <a:lnTo>
                    <a:pt x="295067" y="87966"/>
                  </a:lnTo>
                  <a:lnTo>
                    <a:pt x="295740" y="88340"/>
                  </a:lnTo>
                  <a:lnTo>
                    <a:pt x="296438" y="89599"/>
                  </a:lnTo>
                  <a:lnTo>
                    <a:pt x="297075" y="90172"/>
                  </a:lnTo>
                  <a:lnTo>
                    <a:pt x="304586" y="93649"/>
                  </a:lnTo>
                  <a:lnTo>
                    <a:pt x="309811" y="92400"/>
                  </a:lnTo>
                  <a:lnTo>
                    <a:pt x="310778" y="91253"/>
                  </a:lnTo>
                  <a:lnTo>
                    <a:pt x="316910" y="93424"/>
                  </a:lnTo>
                  <a:lnTo>
                    <a:pt x="317500" y="93809"/>
                  </a:lnTo>
                  <a:lnTo>
                    <a:pt x="318549" y="95291"/>
                  </a:lnTo>
                  <a:lnTo>
                    <a:pt x="321684" y="94363"/>
                  </a:lnTo>
                  <a:lnTo>
                    <a:pt x="324337" y="97769"/>
                  </a:lnTo>
                  <a:lnTo>
                    <a:pt x="337528" y="107612"/>
                  </a:lnTo>
                  <a:lnTo>
                    <a:pt x="342543" y="102925"/>
                  </a:lnTo>
                  <a:lnTo>
                    <a:pt x="344481" y="100134"/>
                  </a:lnTo>
                  <a:lnTo>
                    <a:pt x="347341" y="100794"/>
                  </a:lnTo>
                  <a:lnTo>
                    <a:pt x="352451" y="99435"/>
                  </a:lnTo>
                  <a:lnTo>
                    <a:pt x="355118" y="92012"/>
                  </a:lnTo>
                  <a:lnTo>
                    <a:pt x="356362" y="90822"/>
                  </a:lnTo>
                  <a:lnTo>
                    <a:pt x="356308" y="89457"/>
                  </a:lnTo>
                  <a:lnTo>
                    <a:pt x="356960" y="86740"/>
                  </a:lnTo>
                  <a:lnTo>
                    <a:pt x="357821" y="85082"/>
                  </a:lnTo>
                  <a:lnTo>
                    <a:pt x="360959" y="81124"/>
                  </a:lnTo>
                  <a:lnTo>
                    <a:pt x="362412" y="81016"/>
                  </a:lnTo>
                  <a:lnTo>
                    <a:pt x="364297" y="81662"/>
                  </a:lnTo>
                  <a:lnTo>
                    <a:pt x="364786" y="81581"/>
                  </a:lnTo>
                  <a:lnTo>
                    <a:pt x="366212" y="80361"/>
                  </a:lnTo>
                  <a:lnTo>
                    <a:pt x="366881" y="79483"/>
                  </a:lnTo>
                  <a:lnTo>
                    <a:pt x="367996" y="76840"/>
                  </a:lnTo>
                  <a:lnTo>
                    <a:pt x="369848" y="75565"/>
                  </a:lnTo>
                  <a:lnTo>
                    <a:pt x="370897" y="70600"/>
                  </a:lnTo>
                  <a:lnTo>
                    <a:pt x="371483" y="69855"/>
                  </a:lnTo>
                  <a:lnTo>
                    <a:pt x="373300" y="65143"/>
                  </a:lnTo>
                  <a:lnTo>
                    <a:pt x="375240" y="60996"/>
                  </a:lnTo>
                  <a:lnTo>
                    <a:pt x="376837" y="58942"/>
                  </a:lnTo>
                  <a:lnTo>
                    <a:pt x="377615" y="56398"/>
                  </a:lnTo>
                  <a:lnTo>
                    <a:pt x="377517" y="55632"/>
                  </a:lnTo>
                  <a:lnTo>
                    <a:pt x="380942" y="53075"/>
                  </a:lnTo>
                  <a:lnTo>
                    <a:pt x="382764" y="53396"/>
                  </a:lnTo>
                  <a:lnTo>
                    <a:pt x="387021" y="52878"/>
                  </a:lnTo>
                  <a:lnTo>
                    <a:pt x="389127" y="52947"/>
                  </a:lnTo>
                  <a:lnTo>
                    <a:pt x="392546" y="54690"/>
                  </a:lnTo>
                  <a:lnTo>
                    <a:pt x="397398" y="53516"/>
                  </a:lnTo>
                  <a:lnTo>
                    <a:pt x="398780" y="54155"/>
                  </a:lnTo>
                  <a:lnTo>
                    <a:pt x="400468" y="51012"/>
                  </a:lnTo>
                  <a:lnTo>
                    <a:pt x="404394" y="48925"/>
                  </a:lnTo>
                  <a:lnTo>
                    <a:pt x="407335" y="45620"/>
                  </a:lnTo>
                  <a:lnTo>
                    <a:pt x="414423" y="34809"/>
                  </a:lnTo>
                  <a:lnTo>
                    <a:pt x="415999" y="34541"/>
                  </a:lnTo>
                  <a:lnTo>
                    <a:pt x="416329" y="34951"/>
                  </a:lnTo>
                  <a:lnTo>
                    <a:pt x="416572" y="34924"/>
                  </a:lnTo>
                  <a:lnTo>
                    <a:pt x="417381" y="36212"/>
                  </a:lnTo>
                  <a:lnTo>
                    <a:pt x="419276" y="36721"/>
                  </a:lnTo>
                  <a:lnTo>
                    <a:pt x="419984" y="37832"/>
                  </a:lnTo>
                  <a:lnTo>
                    <a:pt x="421817" y="38604"/>
                  </a:lnTo>
                  <a:lnTo>
                    <a:pt x="424160" y="39168"/>
                  </a:lnTo>
                  <a:lnTo>
                    <a:pt x="430771" y="38195"/>
                  </a:lnTo>
                  <a:lnTo>
                    <a:pt x="432862" y="38324"/>
                  </a:lnTo>
                  <a:lnTo>
                    <a:pt x="436475" y="41186"/>
                  </a:lnTo>
                  <a:lnTo>
                    <a:pt x="436980" y="41266"/>
                  </a:lnTo>
                  <a:lnTo>
                    <a:pt x="442225" y="37521"/>
                  </a:lnTo>
                  <a:lnTo>
                    <a:pt x="443351" y="37002"/>
                  </a:lnTo>
                  <a:lnTo>
                    <a:pt x="446475" y="36255"/>
                  </a:lnTo>
                  <a:lnTo>
                    <a:pt x="446716" y="31914"/>
                  </a:lnTo>
                  <a:lnTo>
                    <a:pt x="447154" y="30314"/>
                  </a:lnTo>
                  <a:lnTo>
                    <a:pt x="450590" y="26730"/>
                  </a:lnTo>
                  <a:lnTo>
                    <a:pt x="453583" y="24120"/>
                  </a:lnTo>
                  <a:lnTo>
                    <a:pt x="455158" y="22434"/>
                  </a:lnTo>
                  <a:lnTo>
                    <a:pt x="457056" y="19530"/>
                  </a:lnTo>
                  <a:lnTo>
                    <a:pt x="460250" y="16993"/>
                  </a:lnTo>
                  <a:lnTo>
                    <a:pt x="465465" y="15288"/>
                  </a:lnTo>
                  <a:lnTo>
                    <a:pt x="468235" y="13867"/>
                  </a:lnTo>
                  <a:lnTo>
                    <a:pt x="470844" y="10694"/>
                  </a:lnTo>
                  <a:lnTo>
                    <a:pt x="472514" y="10017"/>
                  </a:lnTo>
                  <a:lnTo>
                    <a:pt x="473897" y="8539"/>
                  </a:lnTo>
                  <a:lnTo>
                    <a:pt x="474489" y="4605"/>
                  </a:lnTo>
                  <a:lnTo>
                    <a:pt x="475639" y="2082"/>
                  </a:lnTo>
                  <a:lnTo>
                    <a:pt x="475687" y="747"/>
                  </a:lnTo>
                  <a:lnTo>
                    <a:pt x="475947" y="699"/>
                  </a:lnTo>
                  <a:lnTo>
                    <a:pt x="488623" y="0"/>
                  </a:lnTo>
                  <a:lnTo>
                    <a:pt x="489770" y="747"/>
                  </a:lnTo>
                  <a:lnTo>
                    <a:pt x="491902" y="3696"/>
                  </a:lnTo>
                  <a:lnTo>
                    <a:pt x="492608" y="4022"/>
                  </a:lnTo>
                  <a:lnTo>
                    <a:pt x="493304" y="4036"/>
                  </a:lnTo>
                  <a:lnTo>
                    <a:pt x="495858" y="5046"/>
                  </a:lnTo>
                  <a:lnTo>
                    <a:pt x="497728" y="5480"/>
                  </a:lnTo>
                  <a:lnTo>
                    <a:pt x="502181" y="7557"/>
                  </a:lnTo>
                  <a:lnTo>
                    <a:pt x="503261" y="7696"/>
                  </a:lnTo>
                  <a:lnTo>
                    <a:pt x="503801" y="8008"/>
                  </a:lnTo>
                  <a:lnTo>
                    <a:pt x="507438" y="8344"/>
                  </a:lnTo>
                  <a:lnTo>
                    <a:pt x="510033" y="12548"/>
                  </a:lnTo>
                  <a:lnTo>
                    <a:pt x="516394" y="16057"/>
                  </a:lnTo>
                  <a:lnTo>
                    <a:pt x="516873" y="18522"/>
                  </a:lnTo>
                  <a:lnTo>
                    <a:pt x="518543" y="19343"/>
                  </a:lnTo>
                  <a:lnTo>
                    <a:pt x="520259" y="24040"/>
                  </a:lnTo>
                  <a:lnTo>
                    <a:pt x="520867" y="27841"/>
                  </a:lnTo>
                  <a:lnTo>
                    <a:pt x="520626" y="30987"/>
                  </a:lnTo>
                  <a:lnTo>
                    <a:pt x="520059" y="32674"/>
                  </a:lnTo>
                  <a:lnTo>
                    <a:pt x="522075" y="33081"/>
                  </a:lnTo>
                  <a:lnTo>
                    <a:pt x="523426" y="34793"/>
                  </a:lnTo>
                  <a:lnTo>
                    <a:pt x="525158" y="38570"/>
                  </a:lnTo>
                  <a:lnTo>
                    <a:pt x="524069" y="42623"/>
                  </a:lnTo>
                  <a:lnTo>
                    <a:pt x="524677" y="44217"/>
                  </a:lnTo>
                  <a:lnTo>
                    <a:pt x="525799" y="45541"/>
                  </a:lnTo>
                  <a:lnTo>
                    <a:pt x="526959" y="48050"/>
                  </a:lnTo>
                  <a:lnTo>
                    <a:pt x="532099" y="49355"/>
                  </a:lnTo>
                  <a:lnTo>
                    <a:pt x="534712" y="49528"/>
                  </a:lnTo>
                  <a:lnTo>
                    <a:pt x="535561" y="50247"/>
                  </a:lnTo>
                  <a:lnTo>
                    <a:pt x="537275" y="50587"/>
                  </a:lnTo>
                  <a:lnTo>
                    <a:pt x="540761" y="54024"/>
                  </a:lnTo>
                  <a:lnTo>
                    <a:pt x="541901" y="54646"/>
                  </a:lnTo>
                  <a:lnTo>
                    <a:pt x="543782" y="56272"/>
                  </a:lnTo>
                  <a:lnTo>
                    <a:pt x="546919" y="58225"/>
                  </a:lnTo>
                  <a:lnTo>
                    <a:pt x="548509" y="60667"/>
                  </a:lnTo>
                  <a:lnTo>
                    <a:pt x="550494" y="60443"/>
                  </a:lnTo>
                  <a:lnTo>
                    <a:pt x="555254" y="58343"/>
                  </a:lnTo>
                  <a:lnTo>
                    <a:pt x="556397" y="58615"/>
                  </a:lnTo>
                  <a:lnTo>
                    <a:pt x="560712" y="63919"/>
                  </a:lnTo>
                  <a:lnTo>
                    <a:pt x="561368" y="65407"/>
                  </a:lnTo>
                  <a:lnTo>
                    <a:pt x="562859" y="67199"/>
                  </a:lnTo>
                  <a:lnTo>
                    <a:pt x="564638" y="70222"/>
                  </a:lnTo>
                  <a:lnTo>
                    <a:pt x="566494" y="74782"/>
                  </a:lnTo>
                  <a:lnTo>
                    <a:pt x="568786" y="77551"/>
                  </a:lnTo>
                  <a:lnTo>
                    <a:pt x="571366" y="78515"/>
                  </a:lnTo>
                  <a:lnTo>
                    <a:pt x="573650" y="78762"/>
                  </a:lnTo>
                  <a:lnTo>
                    <a:pt x="574347" y="79532"/>
                  </a:lnTo>
                  <a:lnTo>
                    <a:pt x="575578" y="79983"/>
                  </a:lnTo>
                  <a:lnTo>
                    <a:pt x="576715" y="81034"/>
                  </a:lnTo>
                  <a:lnTo>
                    <a:pt x="578728" y="82243"/>
                  </a:lnTo>
                  <a:lnTo>
                    <a:pt x="579008" y="84177"/>
                  </a:lnTo>
                  <a:lnTo>
                    <a:pt x="580159" y="85990"/>
                  </a:lnTo>
                  <a:lnTo>
                    <a:pt x="581256" y="86284"/>
                  </a:lnTo>
                  <a:lnTo>
                    <a:pt x="583877" y="88928"/>
                  </a:lnTo>
                  <a:lnTo>
                    <a:pt x="585583" y="91221"/>
                  </a:lnTo>
                  <a:lnTo>
                    <a:pt x="587786" y="92613"/>
                  </a:lnTo>
                  <a:lnTo>
                    <a:pt x="590249" y="93738"/>
                  </a:lnTo>
                  <a:lnTo>
                    <a:pt x="591770" y="93853"/>
                  </a:lnTo>
                  <a:lnTo>
                    <a:pt x="592682" y="93403"/>
                  </a:lnTo>
                  <a:lnTo>
                    <a:pt x="594142" y="93221"/>
                  </a:lnTo>
                  <a:lnTo>
                    <a:pt x="596872" y="93591"/>
                  </a:lnTo>
                  <a:lnTo>
                    <a:pt x="599892" y="92523"/>
                  </a:lnTo>
                  <a:lnTo>
                    <a:pt x="605438" y="91272"/>
                  </a:lnTo>
                  <a:lnTo>
                    <a:pt x="609780" y="88390"/>
                  </a:lnTo>
                  <a:lnTo>
                    <a:pt x="610431" y="87457"/>
                  </a:lnTo>
                  <a:lnTo>
                    <a:pt x="615935" y="84761"/>
                  </a:lnTo>
                  <a:lnTo>
                    <a:pt x="618434" y="87848"/>
                  </a:lnTo>
                  <a:lnTo>
                    <a:pt x="619249" y="88336"/>
                  </a:lnTo>
                  <a:lnTo>
                    <a:pt x="620731" y="88694"/>
                  </a:lnTo>
                  <a:lnTo>
                    <a:pt x="622091" y="90084"/>
                  </a:lnTo>
                  <a:lnTo>
                    <a:pt x="623127" y="90452"/>
                  </a:lnTo>
                  <a:lnTo>
                    <a:pt x="629868" y="95625"/>
                  </a:lnTo>
                  <a:lnTo>
                    <a:pt x="632822" y="97238"/>
                  </a:lnTo>
                  <a:lnTo>
                    <a:pt x="636868" y="99446"/>
                  </a:lnTo>
                  <a:lnTo>
                    <a:pt x="638404" y="103350"/>
                  </a:lnTo>
                  <a:lnTo>
                    <a:pt x="638554" y="105124"/>
                  </a:lnTo>
                  <a:lnTo>
                    <a:pt x="639822" y="109753"/>
                  </a:lnTo>
                  <a:lnTo>
                    <a:pt x="640325" y="112852"/>
                  </a:lnTo>
                  <a:lnTo>
                    <a:pt x="641762" y="118584"/>
                  </a:lnTo>
                  <a:lnTo>
                    <a:pt x="642412" y="123317"/>
                  </a:lnTo>
                  <a:lnTo>
                    <a:pt x="642429" y="125967"/>
                  </a:lnTo>
                  <a:lnTo>
                    <a:pt x="642830" y="128067"/>
                  </a:lnTo>
                  <a:lnTo>
                    <a:pt x="643537" y="128789"/>
                  </a:lnTo>
                  <a:lnTo>
                    <a:pt x="641537" y="133199"/>
                  </a:lnTo>
                  <a:lnTo>
                    <a:pt x="643669" y="134346"/>
                  </a:lnTo>
                  <a:lnTo>
                    <a:pt x="643886" y="135967"/>
                  </a:lnTo>
                  <a:lnTo>
                    <a:pt x="642473" y="136211"/>
                  </a:lnTo>
                  <a:lnTo>
                    <a:pt x="642811" y="137094"/>
                  </a:lnTo>
                  <a:lnTo>
                    <a:pt x="643553" y="137809"/>
                  </a:lnTo>
                  <a:lnTo>
                    <a:pt x="645413" y="140945"/>
                  </a:lnTo>
                  <a:lnTo>
                    <a:pt x="645269" y="141431"/>
                  </a:lnTo>
                  <a:lnTo>
                    <a:pt x="647182" y="142171"/>
                  </a:lnTo>
                  <a:lnTo>
                    <a:pt x="647632" y="141977"/>
                  </a:lnTo>
                  <a:lnTo>
                    <a:pt x="647995" y="142463"/>
                  </a:lnTo>
                  <a:lnTo>
                    <a:pt x="648355" y="144687"/>
                  </a:lnTo>
                  <a:lnTo>
                    <a:pt x="647732" y="146461"/>
                  </a:lnTo>
                  <a:lnTo>
                    <a:pt x="647243" y="149221"/>
                  </a:lnTo>
                  <a:lnTo>
                    <a:pt x="649923" y="151404"/>
                  </a:lnTo>
                  <a:lnTo>
                    <a:pt x="652146" y="151856"/>
                  </a:lnTo>
                  <a:lnTo>
                    <a:pt x="653072" y="151652"/>
                  </a:lnTo>
                  <a:lnTo>
                    <a:pt x="653540" y="151895"/>
                  </a:lnTo>
                  <a:lnTo>
                    <a:pt x="655033" y="151487"/>
                  </a:lnTo>
                  <a:lnTo>
                    <a:pt x="655620" y="151804"/>
                  </a:lnTo>
                  <a:lnTo>
                    <a:pt x="655281" y="151824"/>
                  </a:lnTo>
                  <a:lnTo>
                    <a:pt x="655643" y="152037"/>
                  </a:lnTo>
                  <a:lnTo>
                    <a:pt x="655663" y="156149"/>
                  </a:lnTo>
                  <a:lnTo>
                    <a:pt x="657178" y="157010"/>
                  </a:lnTo>
                  <a:lnTo>
                    <a:pt x="656580" y="157610"/>
                  </a:lnTo>
                  <a:lnTo>
                    <a:pt x="653307" y="157300"/>
                  </a:lnTo>
                  <a:lnTo>
                    <a:pt x="653036" y="157648"/>
                  </a:lnTo>
                  <a:lnTo>
                    <a:pt x="652914" y="159868"/>
                  </a:lnTo>
                  <a:lnTo>
                    <a:pt x="653348" y="160970"/>
                  </a:lnTo>
                  <a:lnTo>
                    <a:pt x="651345" y="161413"/>
                  </a:lnTo>
                  <a:lnTo>
                    <a:pt x="650875" y="163681"/>
                  </a:lnTo>
                  <a:lnTo>
                    <a:pt x="653127" y="164273"/>
                  </a:lnTo>
                  <a:lnTo>
                    <a:pt x="652874" y="165862"/>
                  </a:lnTo>
                  <a:lnTo>
                    <a:pt x="651117" y="168663"/>
                  </a:lnTo>
                  <a:lnTo>
                    <a:pt x="650994" y="171035"/>
                  </a:lnTo>
                  <a:lnTo>
                    <a:pt x="650603" y="172435"/>
                  </a:lnTo>
                  <a:lnTo>
                    <a:pt x="650158" y="172692"/>
                  </a:lnTo>
                  <a:lnTo>
                    <a:pt x="650278" y="174031"/>
                  </a:lnTo>
                  <a:lnTo>
                    <a:pt x="649616" y="176900"/>
                  </a:lnTo>
                  <a:lnTo>
                    <a:pt x="649115" y="177707"/>
                  </a:lnTo>
                  <a:lnTo>
                    <a:pt x="647393" y="178627"/>
                  </a:lnTo>
                  <a:lnTo>
                    <a:pt x="647407" y="178882"/>
                  </a:lnTo>
                  <a:lnTo>
                    <a:pt x="646688" y="179325"/>
                  </a:lnTo>
                  <a:lnTo>
                    <a:pt x="646285" y="181293"/>
                  </a:lnTo>
                  <a:lnTo>
                    <a:pt x="645754" y="181689"/>
                  </a:lnTo>
                  <a:lnTo>
                    <a:pt x="644994" y="181725"/>
                  </a:lnTo>
                  <a:lnTo>
                    <a:pt x="643833" y="184378"/>
                  </a:lnTo>
                  <a:lnTo>
                    <a:pt x="642005" y="185291"/>
                  </a:lnTo>
                  <a:lnTo>
                    <a:pt x="641901" y="185486"/>
                  </a:lnTo>
                  <a:lnTo>
                    <a:pt x="642784" y="185656"/>
                  </a:lnTo>
                  <a:lnTo>
                    <a:pt x="643081" y="186212"/>
                  </a:lnTo>
                  <a:lnTo>
                    <a:pt x="643251" y="187831"/>
                  </a:lnTo>
                  <a:lnTo>
                    <a:pt x="641388" y="189497"/>
                  </a:lnTo>
                  <a:lnTo>
                    <a:pt x="639678" y="188910"/>
                  </a:lnTo>
                  <a:lnTo>
                    <a:pt x="638613" y="190670"/>
                  </a:lnTo>
                  <a:lnTo>
                    <a:pt x="639469" y="191629"/>
                  </a:lnTo>
                  <a:lnTo>
                    <a:pt x="641322" y="192672"/>
                  </a:lnTo>
                  <a:lnTo>
                    <a:pt x="641514" y="193149"/>
                  </a:lnTo>
                  <a:lnTo>
                    <a:pt x="642039" y="193215"/>
                  </a:lnTo>
                  <a:lnTo>
                    <a:pt x="642671" y="193959"/>
                  </a:lnTo>
                  <a:lnTo>
                    <a:pt x="643807" y="194305"/>
                  </a:lnTo>
                  <a:lnTo>
                    <a:pt x="644902" y="196139"/>
                  </a:lnTo>
                  <a:lnTo>
                    <a:pt x="644874" y="197439"/>
                  </a:lnTo>
                  <a:lnTo>
                    <a:pt x="644528" y="198162"/>
                  </a:lnTo>
                  <a:lnTo>
                    <a:pt x="644717" y="199138"/>
                  </a:lnTo>
                  <a:lnTo>
                    <a:pt x="644592" y="199842"/>
                  </a:lnTo>
                  <a:lnTo>
                    <a:pt x="644840" y="200351"/>
                  </a:lnTo>
                  <a:lnTo>
                    <a:pt x="643762" y="201762"/>
                  </a:lnTo>
                  <a:lnTo>
                    <a:pt x="643600" y="204123"/>
                  </a:lnTo>
                  <a:lnTo>
                    <a:pt x="643303" y="204666"/>
                  </a:lnTo>
                  <a:lnTo>
                    <a:pt x="643783" y="205110"/>
                  </a:lnTo>
                  <a:lnTo>
                    <a:pt x="644094" y="206418"/>
                  </a:lnTo>
                  <a:lnTo>
                    <a:pt x="644559" y="207107"/>
                  </a:lnTo>
                  <a:lnTo>
                    <a:pt x="646540" y="208937"/>
                  </a:lnTo>
                  <a:lnTo>
                    <a:pt x="647879" y="208428"/>
                  </a:lnTo>
                  <a:lnTo>
                    <a:pt x="648654" y="208356"/>
                  </a:lnTo>
                  <a:lnTo>
                    <a:pt x="649628" y="208631"/>
                  </a:lnTo>
                  <a:lnTo>
                    <a:pt x="650399" y="210054"/>
                  </a:lnTo>
                  <a:lnTo>
                    <a:pt x="651611" y="211099"/>
                  </a:lnTo>
                  <a:lnTo>
                    <a:pt x="652375" y="211476"/>
                  </a:lnTo>
                  <a:lnTo>
                    <a:pt x="653076" y="211155"/>
                  </a:lnTo>
                  <a:lnTo>
                    <a:pt x="654214" y="211469"/>
                  </a:lnTo>
                  <a:lnTo>
                    <a:pt x="654770" y="212390"/>
                  </a:lnTo>
                  <a:lnTo>
                    <a:pt x="655026" y="212890"/>
                  </a:lnTo>
                  <a:lnTo>
                    <a:pt x="653502" y="214408"/>
                  </a:lnTo>
                  <a:lnTo>
                    <a:pt x="652178" y="214320"/>
                  </a:lnTo>
                  <a:lnTo>
                    <a:pt x="651001" y="214831"/>
                  </a:lnTo>
                  <a:lnTo>
                    <a:pt x="650707" y="216171"/>
                  </a:lnTo>
                  <a:lnTo>
                    <a:pt x="650137" y="216658"/>
                  </a:lnTo>
                  <a:lnTo>
                    <a:pt x="650379" y="217548"/>
                  </a:lnTo>
                  <a:lnTo>
                    <a:pt x="651034" y="218424"/>
                  </a:lnTo>
                  <a:lnTo>
                    <a:pt x="651441" y="218515"/>
                  </a:lnTo>
                  <a:lnTo>
                    <a:pt x="651576" y="219350"/>
                  </a:lnTo>
                  <a:lnTo>
                    <a:pt x="651730" y="219244"/>
                  </a:lnTo>
                  <a:lnTo>
                    <a:pt x="652260" y="219727"/>
                  </a:lnTo>
                  <a:lnTo>
                    <a:pt x="652698" y="220651"/>
                  </a:lnTo>
                  <a:lnTo>
                    <a:pt x="653164" y="220827"/>
                  </a:lnTo>
                  <a:lnTo>
                    <a:pt x="654821" y="222910"/>
                  </a:lnTo>
                  <a:lnTo>
                    <a:pt x="655604" y="223513"/>
                  </a:lnTo>
                  <a:lnTo>
                    <a:pt x="657301" y="225864"/>
                  </a:lnTo>
                  <a:lnTo>
                    <a:pt x="658353" y="224409"/>
                  </a:lnTo>
                  <a:lnTo>
                    <a:pt x="660424" y="227285"/>
                  </a:lnTo>
                  <a:lnTo>
                    <a:pt x="662184" y="227418"/>
                  </a:lnTo>
                  <a:lnTo>
                    <a:pt x="663376" y="227946"/>
                  </a:lnTo>
                  <a:lnTo>
                    <a:pt x="663905" y="227730"/>
                  </a:lnTo>
                  <a:lnTo>
                    <a:pt x="663990" y="228605"/>
                  </a:lnTo>
                  <a:lnTo>
                    <a:pt x="666832" y="232508"/>
                  </a:lnTo>
                  <a:lnTo>
                    <a:pt x="667592" y="234079"/>
                  </a:lnTo>
                  <a:lnTo>
                    <a:pt x="668146" y="234535"/>
                  </a:lnTo>
                  <a:lnTo>
                    <a:pt x="668364" y="235291"/>
                  </a:lnTo>
                  <a:lnTo>
                    <a:pt x="668683" y="235358"/>
                  </a:lnTo>
                  <a:lnTo>
                    <a:pt x="669992" y="237358"/>
                  </a:lnTo>
                  <a:lnTo>
                    <a:pt x="670198" y="237798"/>
                  </a:lnTo>
                  <a:lnTo>
                    <a:pt x="670062" y="238037"/>
                  </a:lnTo>
                  <a:lnTo>
                    <a:pt x="670861" y="238814"/>
                  </a:lnTo>
                  <a:lnTo>
                    <a:pt x="671251" y="240463"/>
                  </a:lnTo>
                  <a:lnTo>
                    <a:pt x="672389" y="241693"/>
                  </a:lnTo>
                  <a:lnTo>
                    <a:pt x="673020" y="243649"/>
                  </a:lnTo>
                  <a:lnTo>
                    <a:pt x="673474" y="244347"/>
                  </a:lnTo>
                  <a:lnTo>
                    <a:pt x="673567" y="243906"/>
                  </a:lnTo>
                  <a:lnTo>
                    <a:pt x="675918" y="243540"/>
                  </a:lnTo>
                  <a:lnTo>
                    <a:pt x="675711" y="242933"/>
                  </a:lnTo>
                  <a:lnTo>
                    <a:pt x="676709" y="243629"/>
                  </a:lnTo>
                  <a:lnTo>
                    <a:pt x="676941" y="242771"/>
                  </a:lnTo>
                  <a:lnTo>
                    <a:pt x="676865" y="242212"/>
                  </a:lnTo>
                  <a:lnTo>
                    <a:pt x="676588" y="242178"/>
                  </a:lnTo>
                  <a:lnTo>
                    <a:pt x="676984" y="240549"/>
                  </a:lnTo>
                  <a:lnTo>
                    <a:pt x="676778" y="240350"/>
                  </a:lnTo>
                  <a:lnTo>
                    <a:pt x="676699" y="239148"/>
                  </a:lnTo>
                  <a:lnTo>
                    <a:pt x="675969" y="238787"/>
                  </a:lnTo>
                  <a:lnTo>
                    <a:pt x="675144" y="237594"/>
                  </a:lnTo>
                  <a:lnTo>
                    <a:pt x="674934" y="236881"/>
                  </a:lnTo>
                  <a:lnTo>
                    <a:pt x="674211" y="236095"/>
                  </a:lnTo>
                  <a:lnTo>
                    <a:pt x="674742" y="235849"/>
                  </a:lnTo>
                  <a:lnTo>
                    <a:pt x="674666" y="235138"/>
                  </a:lnTo>
                  <a:lnTo>
                    <a:pt x="675975" y="234434"/>
                  </a:lnTo>
                  <a:lnTo>
                    <a:pt x="676585" y="234835"/>
                  </a:lnTo>
                  <a:lnTo>
                    <a:pt x="676947" y="234536"/>
                  </a:lnTo>
                  <a:lnTo>
                    <a:pt x="678303" y="235023"/>
                  </a:lnTo>
                  <a:lnTo>
                    <a:pt x="679409" y="234893"/>
                  </a:lnTo>
                  <a:lnTo>
                    <a:pt x="680275" y="235664"/>
                  </a:lnTo>
                  <a:lnTo>
                    <a:pt x="680838" y="235422"/>
                  </a:lnTo>
                  <a:lnTo>
                    <a:pt x="680909" y="235090"/>
                  </a:lnTo>
                  <a:lnTo>
                    <a:pt x="680280" y="233269"/>
                  </a:lnTo>
                  <a:lnTo>
                    <a:pt x="681870" y="232582"/>
                  </a:lnTo>
                  <a:lnTo>
                    <a:pt x="683555" y="232241"/>
                  </a:lnTo>
                  <a:lnTo>
                    <a:pt x="684017" y="231869"/>
                  </a:lnTo>
                  <a:lnTo>
                    <a:pt x="684424" y="232112"/>
                  </a:lnTo>
                  <a:lnTo>
                    <a:pt x="684680" y="232689"/>
                  </a:lnTo>
                  <a:lnTo>
                    <a:pt x="686315" y="232265"/>
                  </a:lnTo>
                  <a:lnTo>
                    <a:pt x="687485" y="232937"/>
                  </a:lnTo>
                  <a:lnTo>
                    <a:pt x="687861" y="234231"/>
                  </a:lnTo>
                  <a:lnTo>
                    <a:pt x="688278" y="234857"/>
                  </a:lnTo>
                  <a:lnTo>
                    <a:pt x="688841" y="234060"/>
                  </a:lnTo>
                  <a:lnTo>
                    <a:pt x="689148" y="234074"/>
                  </a:lnTo>
                  <a:lnTo>
                    <a:pt x="689096" y="235148"/>
                  </a:lnTo>
                  <a:lnTo>
                    <a:pt x="689327" y="235990"/>
                  </a:lnTo>
                  <a:lnTo>
                    <a:pt x="688801" y="238089"/>
                  </a:lnTo>
                  <a:lnTo>
                    <a:pt x="688988" y="238408"/>
                  </a:lnTo>
                  <a:lnTo>
                    <a:pt x="688793" y="239648"/>
                  </a:lnTo>
                  <a:lnTo>
                    <a:pt x="686853" y="242863"/>
                  </a:lnTo>
                  <a:lnTo>
                    <a:pt x="686365" y="242542"/>
                  </a:lnTo>
                  <a:lnTo>
                    <a:pt x="686052" y="242608"/>
                  </a:lnTo>
                  <a:lnTo>
                    <a:pt x="685492" y="243211"/>
                  </a:lnTo>
                  <a:lnTo>
                    <a:pt x="685627" y="244168"/>
                  </a:lnTo>
                  <a:lnTo>
                    <a:pt x="686165" y="244705"/>
                  </a:lnTo>
                  <a:lnTo>
                    <a:pt x="688979" y="245236"/>
                  </a:lnTo>
                  <a:lnTo>
                    <a:pt x="688807" y="246619"/>
                  </a:lnTo>
                  <a:lnTo>
                    <a:pt x="689032" y="247421"/>
                  </a:lnTo>
                  <a:lnTo>
                    <a:pt x="691648" y="250936"/>
                  </a:lnTo>
                  <a:lnTo>
                    <a:pt x="691828" y="251984"/>
                  </a:lnTo>
                  <a:lnTo>
                    <a:pt x="691589" y="252974"/>
                  </a:lnTo>
                  <a:lnTo>
                    <a:pt x="692013" y="252664"/>
                  </a:lnTo>
                  <a:lnTo>
                    <a:pt x="692557" y="253137"/>
                  </a:lnTo>
                  <a:lnTo>
                    <a:pt x="695125" y="253827"/>
                  </a:lnTo>
                  <a:lnTo>
                    <a:pt x="695835" y="254264"/>
                  </a:lnTo>
                  <a:lnTo>
                    <a:pt x="696713" y="253347"/>
                  </a:lnTo>
                  <a:lnTo>
                    <a:pt x="697542" y="253583"/>
                  </a:lnTo>
                  <a:lnTo>
                    <a:pt x="697825" y="254363"/>
                  </a:lnTo>
                  <a:lnTo>
                    <a:pt x="700440" y="255726"/>
                  </a:lnTo>
                  <a:lnTo>
                    <a:pt x="701352" y="255941"/>
                  </a:lnTo>
                  <a:lnTo>
                    <a:pt x="701410" y="256258"/>
                  </a:lnTo>
                  <a:lnTo>
                    <a:pt x="702114" y="256620"/>
                  </a:lnTo>
                  <a:lnTo>
                    <a:pt x="704695" y="257384"/>
                  </a:lnTo>
                  <a:lnTo>
                    <a:pt x="706173" y="259114"/>
                  </a:lnTo>
                  <a:lnTo>
                    <a:pt x="706917" y="259624"/>
                  </a:lnTo>
                  <a:lnTo>
                    <a:pt x="710665" y="261421"/>
                  </a:lnTo>
                  <a:lnTo>
                    <a:pt x="712419" y="261749"/>
                  </a:lnTo>
                  <a:lnTo>
                    <a:pt x="713205" y="261157"/>
                  </a:lnTo>
                  <a:lnTo>
                    <a:pt x="715851" y="260773"/>
                  </a:lnTo>
                  <a:lnTo>
                    <a:pt x="719390" y="259919"/>
                  </a:lnTo>
                  <a:lnTo>
                    <a:pt x="719354" y="257712"/>
                  </a:lnTo>
                  <a:lnTo>
                    <a:pt x="720164" y="256542"/>
                  </a:lnTo>
                  <a:lnTo>
                    <a:pt x="720947" y="256760"/>
                  </a:lnTo>
                  <a:lnTo>
                    <a:pt x="723113" y="256369"/>
                  </a:lnTo>
                  <a:lnTo>
                    <a:pt x="723463" y="255572"/>
                  </a:lnTo>
                  <a:lnTo>
                    <a:pt x="724836" y="255195"/>
                  </a:lnTo>
                  <a:lnTo>
                    <a:pt x="725537" y="256424"/>
                  </a:lnTo>
                  <a:lnTo>
                    <a:pt x="724912" y="257109"/>
                  </a:lnTo>
                  <a:lnTo>
                    <a:pt x="729762" y="257976"/>
                  </a:lnTo>
                  <a:lnTo>
                    <a:pt x="730191" y="257633"/>
                  </a:lnTo>
                  <a:lnTo>
                    <a:pt x="732014" y="257805"/>
                  </a:lnTo>
                  <a:lnTo>
                    <a:pt x="732760" y="257650"/>
                  </a:lnTo>
                  <a:lnTo>
                    <a:pt x="733213" y="257440"/>
                  </a:lnTo>
                  <a:lnTo>
                    <a:pt x="733550" y="256937"/>
                  </a:lnTo>
                  <a:lnTo>
                    <a:pt x="734238" y="257588"/>
                  </a:lnTo>
                  <a:lnTo>
                    <a:pt x="735263" y="257555"/>
                  </a:lnTo>
                  <a:lnTo>
                    <a:pt x="738351" y="256302"/>
                  </a:lnTo>
                  <a:lnTo>
                    <a:pt x="739622" y="256016"/>
                  </a:lnTo>
                  <a:lnTo>
                    <a:pt x="741054" y="254325"/>
                  </a:lnTo>
                  <a:lnTo>
                    <a:pt x="743482" y="250407"/>
                  </a:lnTo>
                  <a:lnTo>
                    <a:pt x="744938" y="249035"/>
                  </a:lnTo>
                  <a:lnTo>
                    <a:pt x="746156" y="249721"/>
                  </a:lnTo>
                  <a:lnTo>
                    <a:pt x="748158" y="250259"/>
                  </a:lnTo>
                  <a:lnTo>
                    <a:pt x="751492" y="252924"/>
                  </a:lnTo>
                  <a:lnTo>
                    <a:pt x="752660" y="253011"/>
                  </a:lnTo>
                  <a:lnTo>
                    <a:pt x="754079" y="253459"/>
                  </a:lnTo>
                  <a:lnTo>
                    <a:pt x="761794" y="258059"/>
                  </a:lnTo>
                  <a:lnTo>
                    <a:pt x="761865" y="258315"/>
                  </a:lnTo>
                  <a:lnTo>
                    <a:pt x="763108" y="259111"/>
                  </a:lnTo>
                  <a:lnTo>
                    <a:pt x="765448" y="259517"/>
                  </a:lnTo>
                  <a:lnTo>
                    <a:pt x="769059" y="260845"/>
                  </a:lnTo>
                  <a:lnTo>
                    <a:pt x="772846" y="261157"/>
                  </a:lnTo>
                  <a:lnTo>
                    <a:pt x="777173" y="260726"/>
                  </a:lnTo>
                  <a:lnTo>
                    <a:pt x="779814" y="262204"/>
                  </a:lnTo>
                  <a:lnTo>
                    <a:pt x="780363" y="262780"/>
                  </a:lnTo>
                  <a:lnTo>
                    <a:pt x="785124" y="264396"/>
                  </a:lnTo>
                  <a:lnTo>
                    <a:pt x="788076" y="265800"/>
                  </a:lnTo>
                  <a:lnTo>
                    <a:pt x="788651" y="266172"/>
                  </a:lnTo>
                  <a:lnTo>
                    <a:pt x="790013" y="268477"/>
                  </a:lnTo>
                  <a:lnTo>
                    <a:pt x="791040" y="273899"/>
                  </a:lnTo>
                  <a:lnTo>
                    <a:pt x="790853" y="275244"/>
                  </a:lnTo>
                  <a:lnTo>
                    <a:pt x="789833" y="277570"/>
                  </a:lnTo>
                  <a:lnTo>
                    <a:pt x="788776" y="282228"/>
                  </a:lnTo>
                  <a:lnTo>
                    <a:pt x="787856" y="283938"/>
                  </a:lnTo>
                  <a:lnTo>
                    <a:pt x="787088" y="290252"/>
                  </a:lnTo>
                  <a:lnTo>
                    <a:pt x="787298" y="290872"/>
                  </a:lnTo>
                  <a:lnTo>
                    <a:pt x="787773" y="291218"/>
                  </a:lnTo>
                  <a:lnTo>
                    <a:pt x="791762" y="296968"/>
                  </a:lnTo>
                  <a:lnTo>
                    <a:pt x="791702" y="299237"/>
                  </a:lnTo>
                  <a:lnTo>
                    <a:pt x="792783" y="300393"/>
                  </a:lnTo>
                  <a:lnTo>
                    <a:pt x="794676" y="301721"/>
                  </a:lnTo>
                  <a:lnTo>
                    <a:pt x="795955" y="301969"/>
                  </a:lnTo>
                  <a:lnTo>
                    <a:pt x="796794" y="302964"/>
                  </a:lnTo>
                  <a:lnTo>
                    <a:pt x="798300" y="304076"/>
                  </a:lnTo>
                  <a:lnTo>
                    <a:pt x="800476" y="305226"/>
                  </a:lnTo>
                  <a:lnTo>
                    <a:pt x="801938" y="307630"/>
                  </a:lnTo>
                  <a:lnTo>
                    <a:pt x="806666" y="308011"/>
                  </a:lnTo>
                  <a:lnTo>
                    <a:pt x="806990" y="308190"/>
                  </a:lnTo>
                  <a:lnTo>
                    <a:pt x="807281" y="309943"/>
                  </a:lnTo>
                  <a:lnTo>
                    <a:pt x="809206" y="309540"/>
                  </a:lnTo>
                  <a:lnTo>
                    <a:pt x="809868" y="309939"/>
                  </a:lnTo>
                  <a:lnTo>
                    <a:pt x="811999" y="311914"/>
                  </a:lnTo>
                  <a:lnTo>
                    <a:pt x="814186" y="318186"/>
                  </a:lnTo>
                  <a:lnTo>
                    <a:pt x="815202" y="319077"/>
                  </a:lnTo>
                  <a:lnTo>
                    <a:pt x="816796" y="319465"/>
                  </a:lnTo>
                  <a:lnTo>
                    <a:pt x="818293" y="320255"/>
                  </a:lnTo>
                  <a:lnTo>
                    <a:pt x="819954" y="320575"/>
                  </a:lnTo>
                  <a:lnTo>
                    <a:pt x="823339" y="323675"/>
                  </a:lnTo>
                  <a:lnTo>
                    <a:pt x="824495" y="325602"/>
                  </a:lnTo>
                  <a:lnTo>
                    <a:pt x="825600" y="333521"/>
                  </a:lnTo>
                  <a:lnTo>
                    <a:pt x="825957" y="338007"/>
                  </a:lnTo>
                  <a:lnTo>
                    <a:pt x="820120" y="339826"/>
                  </a:lnTo>
                  <a:lnTo>
                    <a:pt x="818708" y="344651"/>
                  </a:lnTo>
                  <a:lnTo>
                    <a:pt x="818744" y="346733"/>
                  </a:lnTo>
                  <a:lnTo>
                    <a:pt x="820343" y="348742"/>
                  </a:lnTo>
                  <a:lnTo>
                    <a:pt x="821534" y="350993"/>
                  </a:lnTo>
                  <a:lnTo>
                    <a:pt x="822865" y="352391"/>
                  </a:lnTo>
                  <a:lnTo>
                    <a:pt x="824109" y="354998"/>
                  </a:lnTo>
                  <a:lnTo>
                    <a:pt x="824835" y="357265"/>
                  </a:lnTo>
                  <a:lnTo>
                    <a:pt x="824574" y="358046"/>
                  </a:lnTo>
                  <a:lnTo>
                    <a:pt x="824591" y="360631"/>
                  </a:lnTo>
                  <a:lnTo>
                    <a:pt x="825742" y="364132"/>
                  </a:lnTo>
                  <a:lnTo>
                    <a:pt x="826598" y="365109"/>
                  </a:lnTo>
                  <a:lnTo>
                    <a:pt x="828314" y="367854"/>
                  </a:lnTo>
                  <a:lnTo>
                    <a:pt x="829470" y="369704"/>
                  </a:lnTo>
                  <a:lnTo>
                    <a:pt x="829072" y="374003"/>
                  </a:lnTo>
                  <a:lnTo>
                    <a:pt x="831574" y="380317"/>
                  </a:lnTo>
                  <a:lnTo>
                    <a:pt x="829742" y="381644"/>
                  </a:lnTo>
                  <a:lnTo>
                    <a:pt x="828065" y="386279"/>
                  </a:lnTo>
                  <a:lnTo>
                    <a:pt x="827472" y="389031"/>
                  </a:lnTo>
                  <a:lnTo>
                    <a:pt x="827810" y="391872"/>
                  </a:lnTo>
                  <a:lnTo>
                    <a:pt x="829176" y="392916"/>
                  </a:lnTo>
                  <a:lnTo>
                    <a:pt x="828380" y="395414"/>
                  </a:lnTo>
                  <a:lnTo>
                    <a:pt x="828756" y="396904"/>
                  </a:lnTo>
                  <a:lnTo>
                    <a:pt x="830319" y="399397"/>
                  </a:lnTo>
                  <a:lnTo>
                    <a:pt x="833962" y="400922"/>
                  </a:lnTo>
                  <a:lnTo>
                    <a:pt x="837616" y="403137"/>
                  </a:lnTo>
                  <a:lnTo>
                    <a:pt x="841211" y="404476"/>
                  </a:lnTo>
                  <a:lnTo>
                    <a:pt x="841149" y="407689"/>
                  </a:lnTo>
                  <a:lnTo>
                    <a:pt x="841759" y="410526"/>
                  </a:lnTo>
                  <a:lnTo>
                    <a:pt x="845726" y="415073"/>
                  </a:lnTo>
                  <a:lnTo>
                    <a:pt x="849270" y="417408"/>
                  </a:lnTo>
                  <a:lnTo>
                    <a:pt x="849585" y="418585"/>
                  </a:lnTo>
                  <a:lnTo>
                    <a:pt x="851195" y="420705"/>
                  </a:lnTo>
                  <a:lnTo>
                    <a:pt x="852678" y="423995"/>
                  </a:lnTo>
                  <a:lnTo>
                    <a:pt x="853423" y="424999"/>
                  </a:lnTo>
                  <a:lnTo>
                    <a:pt x="854028" y="427051"/>
                  </a:lnTo>
                  <a:lnTo>
                    <a:pt x="854694" y="428178"/>
                  </a:lnTo>
                  <a:lnTo>
                    <a:pt x="854507" y="429418"/>
                  </a:lnTo>
                  <a:lnTo>
                    <a:pt x="854067" y="430246"/>
                  </a:lnTo>
                  <a:lnTo>
                    <a:pt x="853846" y="431689"/>
                  </a:lnTo>
                  <a:lnTo>
                    <a:pt x="853973" y="432378"/>
                  </a:lnTo>
                  <a:lnTo>
                    <a:pt x="853300" y="434671"/>
                  </a:lnTo>
                  <a:lnTo>
                    <a:pt x="853555" y="435392"/>
                  </a:lnTo>
                  <a:lnTo>
                    <a:pt x="853389" y="437580"/>
                  </a:lnTo>
                  <a:lnTo>
                    <a:pt x="854316" y="439170"/>
                  </a:lnTo>
                  <a:lnTo>
                    <a:pt x="857939" y="443642"/>
                  </a:lnTo>
                  <a:lnTo>
                    <a:pt x="859390" y="444918"/>
                  </a:lnTo>
                  <a:lnTo>
                    <a:pt x="863347" y="445641"/>
                  </a:lnTo>
                  <a:lnTo>
                    <a:pt x="860357" y="448449"/>
                  </a:lnTo>
                  <a:lnTo>
                    <a:pt x="860665" y="452052"/>
                  </a:lnTo>
                  <a:lnTo>
                    <a:pt x="866906" y="466100"/>
                  </a:lnTo>
                  <a:lnTo>
                    <a:pt x="868082" y="469991"/>
                  </a:lnTo>
                  <a:lnTo>
                    <a:pt x="868157" y="471414"/>
                  </a:lnTo>
                  <a:lnTo>
                    <a:pt x="868526" y="472510"/>
                  </a:lnTo>
                  <a:lnTo>
                    <a:pt x="870421" y="475902"/>
                  </a:lnTo>
                  <a:lnTo>
                    <a:pt x="871526" y="477278"/>
                  </a:lnTo>
                  <a:lnTo>
                    <a:pt x="874645" y="479186"/>
                  </a:lnTo>
                  <a:lnTo>
                    <a:pt x="874950" y="479970"/>
                  </a:lnTo>
                  <a:lnTo>
                    <a:pt x="874912" y="481644"/>
                  </a:lnTo>
                  <a:lnTo>
                    <a:pt x="874309" y="483629"/>
                  </a:lnTo>
                  <a:lnTo>
                    <a:pt x="873329" y="485136"/>
                  </a:lnTo>
                  <a:lnTo>
                    <a:pt x="872871" y="486559"/>
                  </a:lnTo>
                  <a:lnTo>
                    <a:pt x="872458" y="487123"/>
                  </a:lnTo>
                  <a:lnTo>
                    <a:pt x="872239" y="488422"/>
                  </a:lnTo>
                  <a:lnTo>
                    <a:pt x="872343" y="489885"/>
                  </a:lnTo>
                  <a:lnTo>
                    <a:pt x="870358" y="491771"/>
                  </a:lnTo>
                  <a:lnTo>
                    <a:pt x="870885" y="499358"/>
                  </a:lnTo>
                  <a:lnTo>
                    <a:pt x="866503" y="499009"/>
                  </a:lnTo>
                  <a:lnTo>
                    <a:pt x="863077" y="498170"/>
                  </a:lnTo>
                  <a:lnTo>
                    <a:pt x="861153" y="497951"/>
                  </a:lnTo>
                  <a:lnTo>
                    <a:pt x="860156" y="498334"/>
                  </a:lnTo>
                  <a:lnTo>
                    <a:pt x="859439" y="498050"/>
                  </a:lnTo>
                  <a:lnTo>
                    <a:pt x="858920" y="498172"/>
                  </a:lnTo>
                  <a:lnTo>
                    <a:pt x="857070" y="499151"/>
                  </a:lnTo>
                  <a:lnTo>
                    <a:pt x="853888" y="498914"/>
                  </a:lnTo>
                  <a:lnTo>
                    <a:pt x="853528" y="498668"/>
                  </a:lnTo>
                  <a:lnTo>
                    <a:pt x="852046" y="498848"/>
                  </a:lnTo>
                  <a:lnTo>
                    <a:pt x="849944" y="498602"/>
                  </a:lnTo>
                  <a:lnTo>
                    <a:pt x="849677" y="498348"/>
                  </a:lnTo>
                  <a:lnTo>
                    <a:pt x="848190" y="498444"/>
                  </a:lnTo>
                  <a:lnTo>
                    <a:pt x="846772" y="498982"/>
                  </a:lnTo>
                  <a:lnTo>
                    <a:pt x="845961" y="498819"/>
                  </a:lnTo>
                  <a:lnTo>
                    <a:pt x="844698" y="499003"/>
                  </a:lnTo>
                  <a:lnTo>
                    <a:pt x="843541" y="498481"/>
                  </a:lnTo>
                  <a:lnTo>
                    <a:pt x="842665" y="497188"/>
                  </a:lnTo>
                  <a:lnTo>
                    <a:pt x="840708" y="497208"/>
                  </a:lnTo>
                  <a:lnTo>
                    <a:pt x="839706" y="497638"/>
                  </a:lnTo>
                  <a:lnTo>
                    <a:pt x="838337" y="498855"/>
                  </a:lnTo>
                  <a:lnTo>
                    <a:pt x="837654" y="498957"/>
                  </a:lnTo>
                  <a:lnTo>
                    <a:pt x="836650" y="499731"/>
                  </a:lnTo>
                  <a:lnTo>
                    <a:pt x="832543" y="500189"/>
                  </a:lnTo>
                  <a:lnTo>
                    <a:pt x="831301" y="499480"/>
                  </a:lnTo>
                  <a:lnTo>
                    <a:pt x="829947" y="498078"/>
                  </a:lnTo>
                  <a:lnTo>
                    <a:pt x="826984" y="497613"/>
                  </a:lnTo>
                  <a:lnTo>
                    <a:pt x="825565" y="498945"/>
                  </a:lnTo>
                  <a:lnTo>
                    <a:pt x="824642" y="498973"/>
                  </a:lnTo>
                  <a:lnTo>
                    <a:pt x="823370" y="498643"/>
                  </a:lnTo>
                  <a:lnTo>
                    <a:pt x="822189" y="498848"/>
                  </a:lnTo>
                  <a:lnTo>
                    <a:pt x="822008" y="499580"/>
                  </a:lnTo>
                  <a:lnTo>
                    <a:pt x="821727" y="499804"/>
                  </a:lnTo>
                  <a:lnTo>
                    <a:pt x="820708" y="499567"/>
                  </a:lnTo>
                  <a:lnTo>
                    <a:pt x="819138" y="500016"/>
                  </a:lnTo>
                  <a:lnTo>
                    <a:pt x="818561" y="499830"/>
                  </a:lnTo>
                  <a:lnTo>
                    <a:pt x="816744" y="499883"/>
                  </a:lnTo>
                  <a:lnTo>
                    <a:pt x="816203" y="500182"/>
                  </a:lnTo>
                  <a:lnTo>
                    <a:pt x="814249" y="500268"/>
                  </a:lnTo>
                  <a:lnTo>
                    <a:pt x="813535" y="500570"/>
                  </a:lnTo>
                  <a:lnTo>
                    <a:pt x="813061" y="500154"/>
                  </a:lnTo>
                  <a:lnTo>
                    <a:pt x="812378" y="500266"/>
                  </a:lnTo>
                  <a:lnTo>
                    <a:pt x="811309" y="501389"/>
                  </a:lnTo>
                  <a:lnTo>
                    <a:pt x="810015" y="501777"/>
                  </a:lnTo>
                  <a:lnTo>
                    <a:pt x="809110" y="503338"/>
                  </a:lnTo>
                  <a:lnTo>
                    <a:pt x="807325" y="504305"/>
                  </a:lnTo>
                  <a:lnTo>
                    <a:pt x="806618" y="504442"/>
                  </a:lnTo>
                  <a:lnTo>
                    <a:pt x="805815" y="504215"/>
                  </a:lnTo>
                  <a:lnTo>
                    <a:pt x="805445" y="504487"/>
                  </a:lnTo>
                  <a:lnTo>
                    <a:pt x="804628" y="504546"/>
                  </a:lnTo>
                  <a:lnTo>
                    <a:pt x="804064" y="504291"/>
                  </a:lnTo>
                  <a:lnTo>
                    <a:pt x="803555" y="504344"/>
                  </a:lnTo>
                  <a:lnTo>
                    <a:pt x="802470" y="503946"/>
                  </a:lnTo>
                  <a:lnTo>
                    <a:pt x="800859" y="503952"/>
                  </a:lnTo>
                  <a:lnTo>
                    <a:pt x="800440" y="503741"/>
                  </a:lnTo>
                  <a:lnTo>
                    <a:pt x="798435" y="504130"/>
                  </a:lnTo>
                  <a:lnTo>
                    <a:pt x="797054" y="503534"/>
                  </a:lnTo>
                  <a:lnTo>
                    <a:pt x="796517" y="503814"/>
                  </a:lnTo>
                  <a:lnTo>
                    <a:pt x="795536" y="503585"/>
                  </a:lnTo>
                  <a:lnTo>
                    <a:pt x="795196" y="503869"/>
                  </a:lnTo>
                  <a:lnTo>
                    <a:pt x="795461" y="504467"/>
                  </a:lnTo>
                  <a:lnTo>
                    <a:pt x="795198" y="504962"/>
                  </a:lnTo>
                  <a:lnTo>
                    <a:pt x="794955" y="505378"/>
                  </a:lnTo>
                  <a:lnTo>
                    <a:pt x="794600" y="505350"/>
                  </a:lnTo>
                  <a:lnTo>
                    <a:pt x="795056" y="504416"/>
                  </a:lnTo>
                  <a:lnTo>
                    <a:pt x="794552" y="504045"/>
                  </a:lnTo>
                  <a:lnTo>
                    <a:pt x="794976" y="503352"/>
                  </a:lnTo>
                  <a:lnTo>
                    <a:pt x="794782" y="502656"/>
                  </a:lnTo>
                  <a:lnTo>
                    <a:pt x="794507" y="502500"/>
                  </a:lnTo>
                  <a:lnTo>
                    <a:pt x="794667" y="501976"/>
                  </a:lnTo>
                  <a:lnTo>
                    <a:pt x="794475" y="501835"/>
                  </a:lnTo>
                  <a:lnTo>
                    <a:pt x="794603" y="501469"/>
                  </a:lnTo>
                  <a:lnTo>
                    <a:pt x="794969" y="501572"/>
                  </a:lnTo>
                  <a:lnTo>
                    <a:pt x="794829" y="501282"/>
                  </a:lnTo>
                  <a:lnTo>
                    <a:pt x="795454" y="499375"/>
                  </a:lnTo>
                  <a:lnTo>
                    <a:pt x="795305" y="497830"/>
                  </a:lnTo>
                  <a:lnTo>
                    <a:pt x="794170" y="497017"/>
                  </a:lnTo>
                  <a:lnTo>
                    <a:pt x="793626" y="496310"/>
                  </a:lnTo>
                  <a:lnTo>
                    <a:pt x="792469" y="496672"/>
                  </a:lnTo>
                  <a:lnTo>
                    <a:pt x="792072" y="496628"/>
                  </a:lnTo>
                  <a:lnTo>
                    <a:pt x="791909" y="496342"/>
                  </a:lnTo>
                  <a:lnTo>
                    <a:pt x="791078" y="496555"/>
                  </a:lnTo>
                  <a:lnTo>
                    <a:pt x="791304" y="496019"/>
                  </a:lnTo>
                  <a:lnTo>
                    <a:pt x="791115" y="495747"/>
                  </a:lnTo>
                  <a:lnTo>
                    <a:pt x="790051" y="495513"/>
                  </a:lnTo>
                  <a:lnTo>
                    <a:pt x="790164" y="495082"/>
                  </a:lnTo>
                  <a:lnTo>
                    <a:pt x="789677" y="495189"/>
                  </a:lnTo>
                  <a:lnTo>
                    <a:pt x="789536" y="495622"/>
                  </a:lnTo>
                  <a:lnTo>
                    <a:pt x="789356" y="495013"/>
                  </a:lnTo>
                  <a:lnTo>
                    <a:pt x="788275" y="494752"/>
                  </a:lnTo>
                  <a:lnTo>
                    <a:pt x="788130" y="495275"/>
                  </a:lnTo>
                  <a:lnTo>
                    <a:pt x="787903" y="495265"/>
                  </a:lnTo>
                  <a:lnTo>
                    <a:pt x="787770" y="494654"/>
                  </a:lnTo>
                  <a:lnTo>
                    <a:pt x="787370" y="494796"/>
                  </a:lnTo>
                  <a:lnTo>
                    <a:pt x="787487" y="494613"/>
                  </a:lnTo>
                  <a:lnTo>
                    <a:pt x="787284" y="494334"/>
                  </a:lnTo>
                  <a:lnTo>
                    <a:pt x="786599" y="494217"/>
                  </a:lnTo>
                  <a:lnTo>
                    <a:pt x="786849" y="493595"/>
                  </a:lnTo>
                  <a:lnTo>
                    <a:pt x="786653" y="493753"/>
                  </a:lnTo>
                  <a:lnTo>
                    <a:pt x="786092" y="493420"/>
                  </a:lnTo>
                  <a:lnTo>
                    <a:pt x="785875" y="493568"/>
                  </a:lnTo>
                  <a:lnTo>
                    <a:pt x="785799" y="492773"/>
                  </a:lnTo>
                  <a:lnTo>
                    <a:pt x="784774" y="492771"/>
                  </a:lnTo>
                  <a:lnTo>
                    <a:pt x="784722" y="492265"/>
                  </a:lnTo>
                  <a:lnTo>
                    <a:pt x="784399" y="492234"/>
                  </a:lnTo>
                  <a:lnTo>
                    <a:pt x="783589" y="491332"/>
                  </a:lnTo>
                  <a:lnTo>
                    <a:pt x="783584" y="490827"/>
                  </a:lnTo>
                  <a:lnTo>
                    <a:pt x="782792" y="491027"/>
                  </a:lnTo>
                  <a:lnTo>
                    <a:pt x="782155" y="489991"/>
                  </a:lnTo>
                  <a:lnTo>
                    <a:pt x="781037" y="489538"/>
                  </a:lnTo>
                  <a:lnTo>
                    <a:pt x="780844" y="489166"/>
                  </a:lnTo>
                  <a:lnTo>
                    <a:pt x="780915" y="488110"/>
                  </a:lnTo>
                  <a:lnTo>
                    <a:pt x="781587" y="487440"/>
                  </a:lnTo>
                  <a:lnTo>
                    <a:pt x="781693" y="486564"/>
                  </a:lnTo>
                  <a:lnTo>
                    <a:pt x="780732" y="484136"/>
                  </a:lnTo>
                  <a:lnTo>
                    <a:pt x="780721" y="483618"/>
                  </a:lnTo>
                  <a:lnTo>
                    <a:pt x="782206" y="481507"/>
                  </a:lnTo>
                  <a:lnTo>
                    <a:pt x="782924" y="480959"/>
                  </a:lnTo>
                  <a:lnTo>
                    <a:pt x="782463" y="479392"/>
                  </a:lnTo>
                  <a:lnTo>
                    <a:pt x="782587" y="477289"/>
                  </a:lnTo>
                  <a:lnTo>
                    <a:pt x="783486" y="476787"/>
                  </a:lnTo>
                  <a:lnTo>
                    <a:pt x="783971" y="476183"/>
                  </a:lnTo>
                  <a:lnTo>
                    <a:pt x="784172" y="474946"/>
                  </a:lnTo>
                  <a:lnTo>
                    <a:pt x="783427" y="474499"/>
                  </a:lnTo>
                  <a:lnTo>
                    <a:pt x="780828" y="477831"/>
                  </a:lnTo>
                  <a:lnTo>
                    <a:pt x="780320" y="477193"/>
                  </a:lnTo>
                  <a:lnTo>
                    <a:pt x="779096" y="478293"/>
                  </a:lnTo>
                  <a:lnTo>
                    <a:pt x="778484" y="477562"/>
                  </a:lnTo>
                  <a:lnTo>
                    <a:pt x="777886" y="478149"/>
                  </a:lnTo>
                  <a:lnTo>
                    <a:pt x="777839" y="477899"/>
                  </a:lnTo>
                  <a:lnTo>
                    <a:pt x="776857" y="478377"/>
                  </a:lnTo>
                  <a:lnTo>
                    <a:pt x="775854" y="478456"/>
                  </a:lnTo>
                  <a:lnTo>
                    <a:pt x="773932" y="477820"/>
                  </a:lnTo>
                  <a:lnTo>
                    <a:pt x="773417" y="478445"/>
                  </a:lnTo>
                  <a:lnTo>
                    <a:pt x="772951" y="478599"/>
                  </a:lnTo>
                  <a:lnTo>
                    <a:pt x="772626" y="479465"/>
                  </a:lnTo>
                  <a:lnTo>
                    <a:pt x="772213" y="479885"/>
                  </a:lnTo>
                  <a:lnTo>
                    <a:pt x="768732" y="479925"/>
                  </a:lnTo>
                  <a:lnTo>
                    <a:pt x="767645" y="480483"/>
                  </a:lnTo>
                  <a:lnTo>
                    <a:pt x="767415" y="481983"/>
                  </a:lnTo>
                  <a:lnTo>
                    <a:pt x="766190" y="483083"/>
                  </a:lnTo>
                  <a:lnTo>
                    <a:pt x="765450" y="483412"/>
                  </a:lnTo>
                  <a:lnTo>
                    <a:pt x="762106" y="483797"/>
                  </a:lnTo>
                  <a:lnTo>
                    <a:pt x="760124" y="486066"/>
                  </a:lnTo>
                  <a:lnTo>
                    <a:pt x="759233" y="486486"/>
                  </a:lnTo>
                  <a:lnTo>
                    <a:pt x="758167" y="486261"/>
                  </a:lnTo>
                  <a:lnTo>
                    <a:pt x="756364" y="486814"/>
                  </a:lnTo>
                  <a:lnTo>
                    <a:pt x="756687" y="487315"/>
                  </a:lnTo>
                  <a:lnTo>
                    <a:pt x="756178" y="487783"/>
                  </a:lnTo>
                  <a:lnTo>
                    <a:pt x="754796" y="488647"/>
                  </a:lnTo>
                  <a:lnTo>
                    <a:pt x="753439" y="488964"/>
                  </a:lnTo>
                  <a:lnTo>
                    <a:pt x="751694" y="491002"/>
                  </a:lnTo>
                  <a:lnTo>
                    <a:pt x="752546" y="491549"/>
                  </a:lnTo>
                  <a:lnTo>
                    <a:pt x="751626" y="492526"/>
                  </a:lnTo>
                  <a:lnTo>
                    <a:pt x="750684" y="494420"/>
                  </a:lnTo>
                  <a:lnTo>
                    <a:pt x="750878" y="494558"/>
                  </a:lnTo>
                  <a:lnTo>
                    <a:pt x="750594" y="495499"/>
                  </a:lnTo>
                  <a:lnTo>
                    <a:pt x="750511" y="497595"/>
                  </a:lnTo>
                  <a:lnTo>
                    <a:pt x="751011" y="499247"/>
                  </a:lnTo>
                  <a:lnTo>
                    <a:pt x="750217" y="501037"/>
                  </a:lnTo>
                  <a:lnTo>
                    <a:pt x="750022" y="501019"/>
                  </a:lnTo>
                  <a:lnTo>
                    <a:pt x="749403" y="504237"/>
                  </a:lnTo>
                  <a:lnTo>
                    <a:pt x="748648" y="506143"/>
                  </a:lnTo>
                  <a:lnTo>
                    <a:pt x="747092" y="507620"/>
                  </a:lnTo>
                  <a:lnTo>
                    <a:pt x="746502" y="507714"/>
                  </a:lnTo>
                  <a:lnTo>
                    <a:pt x="746391" y="506547"/>
                  </a:lnTo>
                  <a:lnTo>
                    <a:pt x="745629" y="505389"/>
                  </a:lnTo>
                  <a:lnTo>
                    <a:pt x="745690" y="505030"/>
                  </a:lnTo>
                  <a:lnTo>
                    <a:pt x="746446" y="504497"/>
                  </a:lnTo>
                  <a:lnTo>
                    <a:pt x="746494" y="503194"/>
                  </a:lnTo>
                  <a:lnTo>
                    <a:pt x="746194" y="502594"/>
                  </a:lnTo>
                  <a:lnTo>
                    <a:pt x="743440" y="502029"/>
                  </a:lnTo>
                  <a:lnTo>
                    <a:pt x="742523" y="502886"/>
                  </a:lnTo>
                  <a:lnTo>
                    <a:pt x="741786" y="502844"/>
                  </a:lnTo>
                  <a:lnTo>
                    <a:pt x="740315" y="503248"/>
                  </a:lnTo>
                  <a:lnTo>
                    <a:pt x="738903" y="504507"/>
                  </a:lnTo>
                  <a:lnTo>
                    <a:pt x="738545" y="504219"/>
                  </a:lnTo>
                  <a:lnTo>
                    <a:pt x="737089" y="503910"/>
                  </a:lnTo>
                  <a:lnTo>
                    <a:pt x="734778" y="502430"/>
                  </a:lnTo>
                  <a:lnTo>
                    <a:pt x="734165" y="502447"/>
                  </a:lnTo>
                  <a:lnTo>
                    <a:pt x="732954" y="498035"/>
                  </a:lnTo>
                  <a:lnTo>
                    <a:pt x="732635" y="497374"/>
                  </a:lnTo>
                  <a:lnTo>
                    <a:pt x="732302" y="497662"/>
                  </a:lnTo>
                  <a:lnTo>
                    <a:pt x="731909" y="499787"/>
                  </a:lnTo>
                  <a:lnTo>
                    <a:pt x="730904" y="501668"/>
                  </a:lnTo>
                  <a:lnTo>
                    <a:pt x="730890" y="503551"/>
                  </a:lnTo>
                  <a:lnTo>
                    <a:pt x="731225" y="504523"/>
                  </a:lnTo>
                  <a:lnTo>
                    <a:pt x="732669" y="505498"/>
                  </a:lnTo>
                  <a:lnTo>
                    <a:pt x="733616" y="506756"/>
                  </a:lnTo>
                  <a:lnTo>
                    <a:pt x="734347" y="508576"/>
                  </a:lnTo>
                  <a:lnTo>
                    <a:pt x="734429" y="509549"/>
                  </a:lnTo>
                  <a:lnTo>
                    <a:pt x="733656" y="511854"/>
                  </a:lnTo>
                  <a:lnTo>
                    <a:pt x="734098" y="514054"/>
                  </a:lnTo>
                  <a:lnTo>
                    <a:pt x="734168" y="517484"/>
                  </a:lnTo>
                  <a:lnTo>
                    <a:pt x="732647" y="523883"/>
                  </a:lnTo>
                  <a:lnTo>
                    <a:pt x="731595" y="523701"/>
                  </a:lnTo>
                  <a:lnTo>
                    <a:pt x="730889" y="526552"/>
                  </a:lnTo>
                  <a:lnTo>
                    <a:pt x="729151" y="526720"/>
                  </a:lnTo>
                  <a:lnTo>
                    <a:pt x="727410" y="527661"/>
                  </a:lnTo>
                  <a:lnTo>
                    <a:pt x="724600" y="528191"/>
                  </a:lnTo>
                  <a:lnTo>
                    <a:pt x="722367" y="528993"/>
                  </a:lnTo>
                  <a:lnTo>
                    <a:pt x="721518" y="527047"/>
                  </a:lnTo>
                  <a:lnTo>
                    <a:pt x="721451" y="525520"/>
                  </a:lnTo>
                  <a:lnTo>
                    <a:pt x="720813" y="522906"/>
                  </a:lnTo>
                  <a:lnTo>
                    <a:pt x="720420" y="524126"/>
                  </a:lnTo>
                  <a:lnTo>
                    <a:pt x="719268" y="525770"/>
                  </a:lnTo>
                  <a:lnTo>
                    <a:pt x="717496" y="525977"/>
                  </a:lnTo>
                  <a:lnTo>
                    <a:pt x="714416" y="526790"/>
                  </a:lnTo>
                  <a:lnTo>
                    <a:pt x="715800" y="524918"/>
                  </a:lnTo>
                  <a:lnTo>
                    <a:pt x="712864" y="524173"/>
                  </a:lnTo>
                  <a:lnTo>
                    <a:pt x="711818" y="525520"/>
                  </a:lnTo>
                  <a:lnTo>
                    <a:pt x="711028" y="525413"/>
                  </a:lnTo>
                  <a:lnTo>
                    <a:pt x="709795" y="525771"/>
                  </a:lnTo>
                  <a:lnTo>
                    <a:pt x="708978" y="525753"/>
                  </a:lnTo>
                  <a:lnTo>
                    <a:pt x="706740" y="525133"/>
                  </a:lnTo>
                  <a:lnTo>
                    <a:pt x="706475" y="524219"/>
                  </a:lnTo>
                  <a:lnTo>
                    <a:pt x="707069" y="522717"/>
                  </a:lnTo>
                  <a:lnTo>
                    <a:pt x="706237" y="522144"/>
                  </a:lnTo>
                  <a:lnTo>
                    <a:pt x="705230" y="521876"/>
                  </a:lnTo>
                  <a:lnTo>
                    <a:pt x="704947" y="522080"/>
                  </a:lnTo>
                  <a:lnTo>
                    <a:pt x="704620" y="521791"/>
                  </a:lnTo>
                  <a:lnTo>
                    <a:pt x="703729" y="521592"/>
                  </a:lnTo>
                  <a:lnTo>
                    <a:pt x="702154" y="520549"/>
                  </a:lnTo>
                  <a:lnTo>
                    <a:pt x="702014" y="520185"/>
                  </a:lnTo>
                  <a:lnTo>
                    <a:pt x="702243" y="519862"/>
                  </a:lnTo>
                  <a:lnTo>
                    <a:pt x="702012" y="519752"/>
                  </a:lnTo>
                  <a:lnTo>
                    <a:pt x="700487" y="521130"/>
                  </a:lnTo>
                  <a:lnTo>
                    <a:pt x="702236" y="523845"/>
                  </a:lnTo>
                  <a:lnTo>
                    <a:pt x="702809" y="525255"/>
                  </a:lnTo>
                  <a:lnTo>
                    <a:pt x="700834" y="526449"/>
                  </a:lnTo>
                  <a:lnTo>
                    <a:pt x="700107" y="526589"/>
                  </a:lnTo>
                  <a:lnTo>
                    <a:pt x="698439" y="525614"/>
                  </a:lnTo>
                  <a:lnTo>
                    <a:pt x="697350" y="525757"/>
                  </a:lnTo>
                  <a:lnTo>
                    <a:pt x="695878" y="526830"/>
                  </a:lnTo>
                  <a:lnTo>
                    <a:pt x="696639" y="528069"/>
                  </a:lnTo>
                  <a:lnTo>
                    <a:pt x="696673" y="528629"/>
                  </a:lnTo>
                  <a:lnTo>
                    <a:pt x="695495" y="529134"/>
                  </a:lnTo>
                  <a:lnTo>
                    <a:pt x="694835" y="530060"/>
                  </a:lnTo>
                  <a:lnTo>
                    <a:pt x="694285" y="530213"/>
                  </a:lnTo>
                  <a:lnTo>
                    <a:pt x="692674" y="531493"/>
                  </a:lnTo>
                  <a:lnTo>
                    <a:pt x="692688" y="531698"/>
                  </a:lnTo>
                  <a:lnTo>
                    <a:pt x="691773" y="532039"/>
                  </a:lnTo>
                  <a:lnTo>
                    <a:pt x="690462" y="531632"/>
                  </a:lnTo>
                  <a:lnTo>
                    <a:pt x="689872" y="531730"/>
                  </a:lnTo>
                  <a:lnTo>
                    <a:pt x="686587" y="532878"/>
                  </a:lnTo>
                  <a:lnTo>
                    <a:pt x="684338" y="534533"/>
                  </a:lnTo>
                  <a:lnTo>
                    <a:pt x="683205" y="535010"/>
                  </a:lnTo>
                  <a:lnTo>
                    <a:pt x="682684" y="536155"/>
                  </a:lnTo>
                  <a:lnTo>
                    <a:pt x="680611" y="536646"/>
                  </a:lnTo>
                  <a:lnTo>
                    <a:pt x="679330" y="536134"/>
                  </a:lnTo>
                  <a:lnTo>
                    <a:pt x="678774" y="536836"/>
                  </a:lnTo>
                  <a:lnTo>
                    <a:pt x="677075" y="536871"/>
                  </a:lnTo>
                  <a:lnTo>
                    <a:pt x="676672" y="537417"/>
                  </a:lnTo>
                  <a:lnTo>
                    <a:pt x="675787" y="537507"/>
                  </a:lnTo>
                  <a:lnTo>
                    <a:pt x="675106" y="538115"/>
                  </a:lnTo>
                  <a:lnTo>
                    <a:pt x="675053" y="538587"/>
                  </a:lnTo>
                  <a:lnTo>
                    <a:pt x="674400" y="538955"/>
                  </a:lnTo>
                  <a:lnTo>
                    <a:pt x="673963" y="539602"/>
                  </a:lnTo>
                  <a:lnTo>
                    <a:pt x="672899" y="540050"/>
                  </a:lnTo>
                  <a:lnTo>
                    <a:pt x="672616" y="539825"/>
                  </a:lnTo>
                  <a:lnTo>
                    <a:pt x="672519" y="540309"/>
                  </a:lnTo>
                  <a:lnTo>
                    <a:pt x="671754" y="540501"/>
                  </a:lnTo>
                  <a:lnTo>
                    <a:pt x="671764" y="541099"/>
                  </a:lnTo>
                  <a:lnTo>
                    <a:pt x="669561" y="544667"/>
                  </a:lnTo>
                  <a:lnTo>
                    <a:pt x="669465" y="546083"/>
                  </a:lnTo>
                  <a:lnTo>
                    <a:pt x="668866" y="547313"/>
                  </a:lnTo>
                  <a:lnTo>
                    <a:pt x="667850" y="548797"/>
                  </a:lnTo>
                  <a:lnTo>
                    <a:pt x="666379" y="550035"/>
                  </a:lnTo>
                  <a:lnTo>
                    <a:pt x="665500" y="551675"/>
                  </a:lnTo>
                  <a:lnTo>
                    <a:pt x="664236" y="552380"/>
                  </a:lnTo>
                  <a:lnTo>
                    <a:pt x="661209" y="552557"/>
                  </a:lnTo>
                  <a:lnTo>
                    <a:pt x="660436" y="549834"/>
                  </a:lnTo>
                  <a:lnTo>
                    <a:pt x="660152" y="549689"/>
                  </a:lnTo>
                  <a:lnTo>
                    <a:pt x="657762" y="550529"/>
                  </a:lnTo>
                  <a:lnTo>
                    <a:pt x="657518" y="551032"/>
                  </a:lnTo>
                  <a:lnTo>
                    <a:pt x="656814" y="551414"/>
                  </a:lnTo>
                  <a:lnTo>
                    <a:pt x="656403" y="552353"/>
                  </a:lnTo>
                  <a:lnTo>
                    <a:pt x="654339" y="552939"/>
                  </a:lnTo>
                  <a:lnTo>
                    <a:pt x="654143" y="549937"/>
                  </a:lnTo>
                  <a:lnTo>
                    <a:pt x="653273" y="549416"/>
                  </a:lnTo>
                  <a:lnTo>
                    <a:pt x="653345" y="548500"/>
                  </a:lnTo>
                  <a:lnTo>
                    <a:pt x="650976" y="547608"/>
                  </a:lnTo>
                  <a:lnTo>
                    <a:pt x="650413" y="545179"/>
                  </a:lnTo>
                  <a:lnTo>
                    <a:pt x="650809" y="544196"/>
                  </a:lnTo>
                  <a:lnTo>
                    <a:pt x="651109" y="544141"/>
                  </a:lnTo>
                  <a:lnTo>
                    <a:pt x="650984" y="543822"/>
                  </a:lnTo>
                  <a:lnTo>
                    <a:pt x="650069" y="543712"/>
                  </a:lnTo>
                  <a:lnTo>
                    <a:pt x="649993" y="543484"/>
                  </a:lnTo>
                  <a:lnTo>
                    <a:pt x="649777" y="541755"/>
                  </a:lnTo>
                  <a:lnTo>
                    <a:pt x="650102" y="539623"/>
                  </a:lnTo>
                  <a:lnTo>
                    <a:pt x="649601" y="538867"/>
                  </a:lnTo>
                  <a:lnTo>
                    <a:pt x="649780" y="538149"/>
                  </a:lnTo>
                  <a:lnTo>
                    <a:pt x="649489" y="536996"/>
                  </a:lnTo>
                  <a:lnTo>
                    <a:pt x="648322" y="535179"/>
                  </a:lnTo>
                  <a:lnTo>
                    <a:pt x="647926" y="534969"/>
                  </a:lnTo>
                  <a:lnTo>
                    <a:pt x="648037" y="534448"/>
                  </a:lnTo>
                  <a:lnTo>
                    <a:pt x="644880" y="533771"/>
                  </a:lnTo>
                  <a:lnTo>
                    <a:pt x="644206" y="531619"/>
                  </a:lnTo>
                  <a:lnTo>
                    <a:pt x="644016" y="524656"/>
                  </a:lnTo>
                  <a:lnTo>
                    <a:pt x="645040" y="522804"/>
                  </a:lnTo>
                  <a:lnTo>
                    <a:pt x="645037" y="520811"/>
                  </a:lnTo>
                  <a:lnTo>
                    <a:pt x="645501" y="520169"/>
                  </a:lnTo>
                  <a:lnTo>
                    <a:pt x="645235" y="519436"/>
                  </a:lnTo>
                  <a:lnTo>
                    <a:pt x="645941" y="518650"/>
                  </a:lnTo>
                  <a:lnTo>
                    <a:pt x="647023" y="516442"/>
                  </a:lnTo>
                  <a:lnTo>
                    <a:pt x="647056" y="515354"/>
                  </a:lnTo>
                  <a:lnTo>
                    <a:pt x="647013" y="514698"/>
                  </a:lnTo>
                  <a:lnTo>
                    <a:pt x="646733" y="514957"/>
                  </a:lnTo>
                  <a:lnTo>
                    <a:pt x="645877" y="514605"/>
                  </a:lnTo>
                  <a:lnTo>
                    <a:pt x="645627" y="513878"/>
                  </a:lnTo>
                  <a:lnTo>
                    <a:pt x="646422" y="512662"/>
                  </a:lnTo>
                  <a:lnTo>
                    <a:pt x="646287" y="512061"/>
                  </a:lnTo>
                  <a:lnTo>
                    <a:pt x="646967" y="511322"/>
                  </a:lnTo>
                  <a:lnTo>
                    <a:pt x="644582" y="509743"/>
                  </a:lnTo>
                  <a:lnTo>
                    <a:pt x="644183" y="509831"/>
                  </a:lnTo>
                  <a:lnTo>
                    <a:pt x="644020" y="508743"/>
                  </a:lnTo>
                  <a:lnTo>
                    <a:pt x="644176" y="508063"/>
                  </a:lnTo>
                  <a:lnTo>
                    <a:pt x="645723" y="507418"/>
                  </a:lnTo>
                  <a:lnTo>
                    <a:pt x="647010" y="505418"/>
                  </a:lnTo>
                  <a:lnTo>
                    <a:pt x="647424" y="505409"/>
                  </a:lnTo>
                  <a:lnTo>
                    <a:pt x="647729" y="504435"/>
                  </a:lnTo>
                  <a:lnTo>
                    <a:pt x="648955" y="502369"/>
                  </a:lnTo>
                  <a:lnTo>
                    <a:pt x="650095" y="500922"/>
                  </a:lnTo>
                  <a:lnTo>
                    <a:pt x="649665" y="499911"/>
                  </a:lnTo>
                  <a:lnTo>
                    <a:pt x="650237" y="499018"/>
                  </a:lnTo>
                  <a:lnTo>
                    <a:pt x="649984" y="499021"/>
                  </a:lnTo>
                  <a:lnTo>
                    <a:pt x="650048" y="498717"/>
                  </a:lnTo>
                  <a:lnTo>
                    <a:pt x="648883" y="496634"/>
                  </a:lnTo>
                  <a:lnTo>
                    <a:pt x="646537" y="495031"/>
                  </a:lnTo>
                  <a:lnTo>
                    <a:pt x="646026" y="495085"/>
                  </a:lnTo>
                  <a:lnTo>
                    <a:pt x="644708" y="493806"/>
                  </a:lnTo>
                  <a:lnTo>
                    <a:pt x="644086" y="493936"/>
                  </a:lnTo>
                  <a:lnTo>
                    <a:pt x="643990" y="494274"/>
                  </a:lnTo>
                  <a:lnTo>
                    <a:pt x="643693" y="493911"/>
                  </a:lnTo>
                  <a:lnTo>
                    <a:pt x="641574" y="493474"/>
                  </a:lnTo>
                  <a:lnTo>
                    <a:pt x="639795" y="491900"/>
                  </a:lnTo>
                  <a:lnTo>
                    <a:pt x="637847" y="491179"/>
                  </a:lnTo>
                  <a:lnTo>
                    <a:pt x="636946" y="489697"/>
                  </a:lnTo>
                  <a:lnTo>
                    <a:pt x="636597" y="486302"/>
                  </a:lnTo>
                  <a:lnTo>
                    <a:pt x="636320" y="485808"/>
                  </a:lnTo>
                  <a:lnTo>
                    <a:pt x="635986" y="485436"/>
                  </a:lnTo>
                  <a:lnTo>
                    <a:pt x="633748" y="484875"/>
                  </a:lnTo>
                  <a:lnTo>
                    <a:pt x="633019" y="484015"/>
                  </a:lnTo>
                  <a:lnTo>
                    <a:pt x="631752" y="483243"/>
                  </a:lnTo>
                  <a:lnTo>
                    <a:pt x="631492" y="482321"/>
                  </a:lnTo>
                  <a:lnTo>
                    <a:pt x="629937" y="481878"/>
                  </a:lnTo>
                  <a:lnTo>
                    <a:pt x="628976" y="481333"/>
                  </a:lnTo>
                  <a:lnTo>
                    <a:pt x="628110" y="481316"/>
                  </a:lnTo>
                  <a:lnTo>
                    <a:pt x="627077" y="481439"/>
                  </a:lnTo>
                  <a:lnTo>
                    <a:pt x="624303" y="482531"/>
                  </a:lnTo>
                  <a:lnTo>
                    <a:pt x="623371" y="482577"/>
                  </a:lnTo>
                  <a:lnTo>
                    <a:pt x="621889" y="481417"/>
                  </a:lnTo>
                  <a:lnTo>
                    <a:pt x="620377" y="481416"/>
                  </a:lnTo>
                  <a:lnTo>
                    <a:pt x="619957" y="481970"/>
                  </a:lnTo>
                  <a:lnTo>
                    <a:pt x="618649" y="481490"/>
                  </a:lnTo>
                  <a:lnTo>
                    <a:pt x="617610" y="481582"/>
                  </a:lnTo>
                  <a:lnTo>
                    <a:pt x="616099" y="481084"/>
                  </a:lnTo>
                  <a:lnTo>
                    <a:pt x="614199" y="480966"/>
                  </a:lnTo>
                  <a:lnTo>
                    <a:pt x="613822" y="480764"/>
                  </a:lnTo>
                  <a:lnTo>
                    <a:pt x="612776" y="480961"/>
                  </a:lnTo>
                  <a:lnTo>
                    <a:pt x="611831" y="480625"/>
                  </a:lnTo>
                  <a:lnTo>
                    <a:pt x="609942" y="480461"/>
                  </a:lnTo>
                  <a:lnTo>
                    <a:pt x="608570" y="480605"/>
                  </a:lnTo>
                  <a:lnTo>
                    <a:pt x="607254" y="481184"/>
                  </a:lnTo>
                  <a:lnTo>
                    <a:pt x="604615" y="484055"/>
                  </a:lnTo>
                  <a:lnTo>
                    <a:pt x="604095" y="484014"/>
                  </a:lnTo>
                  <a:lnTo>
                    <a:pt x="600955" y="483402"/>
                  </a:lnTo>
                  <a:lnTo>
                    <a:pt x="597541" y="481252"/>
                  </a:lnTo>
                  <a:lnTo>
                    <a:pt x="596904" y="480763"/>
                  </a:lnTo>
                  <a:lnTo>
                    <a:pt x="595681" y="478843"/>
                  </a:lnTo>
                  <a:lnTo>
                    <a:pt x="595348" y="478791"/>
                  </a:lnTo>
                  <a:lnTo>
                    <a:pt x="594682" y="477938"/>
                  </a:lnTo>
                  <a:lnTo>
                    <a:pt x="594172" y="476787"/>
                  </a:lnTo>
                  <a:lnTo>
                    <a:pt x="593813" y="476579"/>
                  </a:lnTo>
                  <a:lnTo>
                    <a:pt x="593420" y="476674"/>
                  </a:lnTo>
                  <a:lnTo>
                    <a:pt x="592803" y="475705"/>
                  </a:lnTo>
                  <a:lnTo>
                    <a:pt x="592572" y="475420"/>
                  </a:lnTo>
                  <a:lnTo>
                    <a:pt x="591684" y="475502"/>
                  </a:lnTo>
                  <a:lnTo>
                    <a:pt x="591177" y="475203"/>
                  </a:lnTo>
                  <a:lnTo>
                    <a:pt x="590967" y="474696"/>
                  </a:lnTo>
                  <a:lnTo>
                    <a:pt x="590471" y="474923"/>
                  </a:lnTo>
                  <a:lnTo>
                    <a:pt x="590292" y="474777"/>
                  </a:lnTo>
                  <a:lnTo>
                    <a:pt x="588483" y="475608"/>
                  </a:lnTo>
                  <a:lnTo>
                    <a:pt x="586947" y="475675"/>
                  </a:lnTo>
                  <a:lnTo>
                    <a:pt x="584136" y="476771"/>
                  </a:lnTo>
                  <a:lnTo>
                    <a:pt x="583277" y="476580"/>
                  </a:lnTo>
                  <a:lnTo>
                    <a:pt x="582355" y="476681"/>
                  </a:lnTo>
                  <a:lnTo>
                    <a:pt x="580478" y="477753"/>
                  </a:lnTo>
                  <a:lnTo>
                    <a:pt x="576700" y="477399"/>
                  </a:lnTo>
                  <a:lnTo>
                    <a:pt x="574777" y="476813"/>
                  </a:lnTo>
                  <a:lnTo>
                    <a:pt x="574650" y="476491"/>
                  </a:lnTo>
                  <a:lnTo>
                    <a:pt x="573009" y="476992"/>
                  </a:lnTo>
                  <a:lnTo>
                    <a:pt x="571574" y="476112"/>
                  </a:lnTo>
                  <a:lnTo>
                    <a:pt x="570700" y="476019"/>
                  </a:lnTo>
                  <a:lnTo>
                    <a:pt x="568168" y="478014"/>
                  </a:lnTo>
                  <a:lnTo>
                    <a:pt x="566260" y="478499"/>
                  </a:lnTo>
                  <a:lnTo>
                    <a:pt x="565753" y="477616"/>
                  </a:lnTo>
                  <a:lnTo>
                    <a:pt x="563968" y="476634"/>
                  </a:lnTo>
                  <a:lnTo>
                    <a:pt x="563313" y="476520"/>
                  </a:lnTo>
                  <a:lnTo>
                    <a:pt x="562389" y="477271"/>
                  </a:lnTo>
                  <a:lnTo>
                    <a:pt x="560781" y="478047"/>
                  </a:lnTo>
                  <a:lnTo>
                    <a:pt x="560130" y="479003"/>
                  </a:lnTo>
                  <a:lnTo>
                    <a:pt x="559464" y="479140"/>
                  </a:lnTo>
                  <a:lnTo>
                    <a:pt x="558668" y="479761"/>
                  </a:lnTo>
                  <a:lnTo>
                    <a:pt x="558099" y="479088"/>
                  </a:lnTo>
                  <a:lnTo>
                    <a:pt x="557149" y="478537"/>
                  </a:lnTo>
                  <a:lnTo>
                    <a:pt x="556262" y="478505"/>
                  </a:lnTo>
                  <a:lnTo>
                    <a:pt x="555266" y="479520"/>
                  </a:lnTo>
                  <a:lnTo>
                    <a:pt x="554585" y="479747"/>
                  </a:lnTo>
                  <a:lnTo>
                    <a:pt x="553038" y="479896"/>
                  </a:lnTo>
                  <a:lnTo>
                    <a:pt x="552091" y="479729"/>
                  </a:lnTo>
                  <a:lnTo>
                    <a:pt x="550320" y="480070"/>
                  </a:lnTo>
                  <a:lnTo>
                    <a:pt x="550221" y="481129"/>
                  </a:lnTo>
                  <a:lnTo>
                    <a:pt x="549014" y="481662"/>
                  </a:lnTo>
                  <a:lnTo>
                    <a:pt x="547873" y="481184"/>
                  </a:lnTo>
                  <a:lnTo>
                    <a:pt x="547197" y="481224"/>
                  </a:lnTo>
                  <a:lnTo>
                    <a:pt x="546742" y="480723"/>
                  </a:lnTo>
                  <a:lnTo>
                    <a:pt x="546214" y="479470"/>
                  </a:lnTo>
                  <a:lnTo>
                    <a:pt x="546289" y="478578"/>
                  </a:lnTo>
                  <a:lnTo>
                    <a:pt x="545980" y="478259"/>
                  </a:lnTo>
                  <a:lnTo>
                    <a:pt x="544892" y="478288"/>
                  </a:lnTo>
                  <a:lnTo>
                    <a:pt x="544236" y="477131"/>
                  </a:lnTo>
                  <a:lnTo>
                    <a:pt x="543610" y="477707"/>
                  </a:lnTo>
                  <a:lnTo>
                    <a:pt x="543081" y="477755"/>
                  </a:lnTo>
                  <a:lnTo>
                    <a:pt x="543034" y="477417"/>
                  </a:lnTo>
                  <a:lnTo>
                    <a:pt x="542397" y="476879"/>
                  </a:lnTo>
                  <a:lnTo>
                    <a:pt x="541627" y="476551"/>
                  </a:lnTo>
                  <a:lnTo>
                    <a:pt x="540792" y="476960"/>
                  </a:lnTo>
                  <a:lnTo>
                    <a:pt x="540292" y="478558"/>
                  </a:lnTo>
                  <a:lnTo>
                    <a:pt x="540033" y="478674"/>
                  </a:lnTo>
                  <a:lnTo>
                    <a:pt x="539757" y="478146"/>
                  </a:lnTo>
                  <a:lnTo>
                    <a:pt x="538863" y="479192"/>
                  </a:lnTo>
                  <a:lnTo>
                    <a:pt x="538518" y="479183"/>
                  </a:lnTo>
                  <a:lnTo>
                    <a:pt x="537850" y="479767"/>
                  </a:lnTo>
                  <a:lnTo>
                    <a:pt x="537708" y="480436"/>
                  </a:lnTo>
                  <a:lnTo>
                    <a:pt x="536748" y="481144"/>
                  </a:lnTo>
                  <a:lnTo>
                    <a:pt x="536089" y="481269"/>
                  </a:lnTo>
                  <a:lnTo>
                    <a:pt x="535529" y="480919"/>
                  </a:lnTo>
                  <a:lnTo>
                    <a:pt x="535238" y="479817"/>
                  </a:lnTo>
                  <a:lnTo>
                    <a:pt x="534959" y="479746"/>
                  </a:lnTo>
                  <a:lnTo>
                    <a:pt x="534189" y="479771"/>
                  </a:lnTo>
                  <a:lnTo>
                    <a:pt x="532928" y="480616"/>
                  </a:lnTo>
                  <a:lnTo>
                    <a:pt x="531440" y="478883"/>
                  </a:lnTo>
                  <a:lnTo>
                    <a:pt x="531489" y="477763"/>
                  </a:lnTo>
                  <a:lnTo>
                    <a:pt x="529510" y="476459"/>
                  </a:lnTo>
                  <a:lnTo>
                    <a:pt x="529284" y="476435"/>
                  </a:lnTo>
                  <a:lnTo>
                    <a:pt x="529228" y="476780"/>
                  </a:lnTo>
                  <a:lnTo>
                    <a:pt x="528134" y="476107"/>
                  </a:lnTo>
                  <a:lnTo>
                    <a:pt x="526048" y="477114"/>
                  </a:lnTo>
                  <a:lnTo>
                    <a:pt x="525262" y="477144"/>
                  </a:lnTo>
                  <a:lnTo>
                    <a:pt x="524421" y="478685"/>
                  </a:lnTo>
                  <a:lnTo>
                    <a:pt x="522374" y="479617"/>
                  </a:lnTo>
                  <a:lnTo>
                    <a:pt x="521906" y="481699"/>
                  </a:lnTo>
                  <a:lnTo>
                    <a:pt x="518875" y="480476"/>
                  </a:lnTo>
                  <a:lnTo>
                    <a:pt x="517101" y="478725"/>
                  </a:lnTo>
                  <a:lnTo>
                    <a:pt x="516394" y="478702"/>
                  </a:lnTo>
                  <a:lnTo>
                    <a:pt x="513481" y="476528"/>
                  </a:lnTo>
                  <a:lnTo>
                    <a:pt x="512018" y="475880"/>
                  </a:lnTo>
                  <a:lnTo>
                    <a:pt x="511762" y="474622"/>
                  </a:lnTo>
                  <a:lnTo>
                    <a:pt x="508887" y="470581"/>
                  </a:lnTo>
                  <a:lnTo>
                    <a:pt x="505884" y="467903"/>
                  </a:lnTo>
                  <a:lnTo>
                    <a:pt x="503598" y="468657"/>
                  </a:lnTo>
                  <a:lnTo>
                    <a:pt x="501217" y="470452"/>
                  </a:lnTo>
                  <a:lnTo>
                    <a:pt x="500312" y="472064"/>
                  </a:lnTo>
                  <a:lnTo>
                    <a:pt x="499651" y="472388"/>
                  </a:lnTo>
                  <a:lnTo>
                    <a:pt x="499565" y="472711"/>
                  </a:lnTo>
                  <a:lnTo>
                    <a:pt x="498584" y="473045"/>
                  </a:lnTo>
                  <a:lnTo>
                    <a:pt x="497059" y="475659"/>
                  </a:lnTo>
                  <a:lnTo>
                    <a:pt x="494620" y="478068"/>
                  </a:lnTo>
                  <a:lnTo>
                    <a:pt x="493848" y="478299"/>
                  </a:lnTo>
                  <a:lnTo>
                    <a:pt x="492385" y="478176"/>
                  </a:lnTo>
                  <a:lnTo>
                    <a:pt x="490433" y="478697"/>
                  </a:lnTo>
                  <a:lnTo>
                    <a:pt x="490367" y="480457"/>
                  </a:lnTo>
                  <a:lnTo>
                    <a:pt x="490901" y="480932"/>
                  </a:lnTo>
                  <a:lnTo>
                    <a:pt x="490952" y="482209"/>
                  </a:lnTo>
                  <a:lnTo>
                    <a:pt x="489547" y="482228"/>
                  </a:lnTo>
                  <a:lnTo>
                    <a:pt x="487516" y="478501"/>
                  </a:lnTo>
                  <a:lnTo>
                    <a:pt x="486747" y="477766"/>
                  </a:lnTo>
                  <a:lnTo>
                    <a:pt x="486384" y="476536"/>
                  </a:lnTo>
                  <a:lnTo>
                    <a:pt x="484543" y="472830"/>
                  </a:lnTo>
                  <a:lnTo>
                    <a:pt x="481359" y="470196"/>
                  </a:lnTo>
                  <a:lnTo>
                    <a:pt x="480736" y="470092"/>
                  </a:lnTo>
                  <a:lnTo>
                    <a:pt x="479721" y="469431"/>
                  </a:lnTo>
                  <a:lnTo>
                    <a:pt x="479632" y="468826"/>
                  </a:lnTo>
                  <a:lnTo>
                    <a:pt x="478904" y="467657"/>
                  </a:lnTo>
                  <a:lnTo>
                    <a:pt x="477879" y="467037"/>
                  </a:lnTo>
                  <a:lnTo>
                    <a:pt x="477716" y="466093"/>
                  </a:lnTo>
                  <a:lnTo>
                    <a:pt x="477856" y="465116"/>
                  </a:lnTo>
                  <a:lnTo>
                    <a:pt x="477092" y="463125"/>
                  </a:lnTo>
                  <a:lnTo>
                    <a:pt x="476693" y="462999"/>
                  </a:lnTo>
                  <a:lnTo>
                    <a:pt x="476803" y="462624"/>
                  </a:lnTo>
                  <a:lnTo>
                    <a:pt x="476555" y="462259"/>
                  </a:lnTo>
                  <a:lnTo>
                    <a:pt x="476535" y="461468"/>
                  </a:lnTo>
                  <a:lnTo>
                    <a:pt x="476919" y="460843"/>
                  </a:lnTo>
                  <a:lnTo>
                    <a:pt x="476669" y="459421"/>
                  </a:lnTo>
                  <a:lnTo>
                    <a:pt x="476846" y="458944"/>
                  </a:lnTo>
                  <a:lnTo>
                    <a:pt x="476523" y="458674"/>
                  </a:lnTo>
                  <a:lnTo>
                    <a:pt x="476665" y="458050"/>
                  </a:lnTo>
                  <a:lnTo>
                    <a:pt x="476288" y="457766"/>
                  </a:lnTo>
                  <a:lnTo>
                    <a:pt x="476411" y="457176"/>
                  </a:lnTo>
                  <a:lnTo>
                    <a:pt x="475653" y="456348"/>
                  </a:lnTo>
                  <a:lnTo>
                    <a:pt x="475958" y="455400"/>
                  </a:lnTo>
                  <a:lnTo>
                    <a:pt x="475729" y="454519"/>
                  </a:lnTo>
                  <a:lnTo>
                    <a:pt x="475917" y="452814"/>
                  </a:lnTo>
                  <a:lnTo>
                    <a:pt x="475590" y="452483"/>
                  </a:lnTo>
                  <a:lnTo>
                    <a:pt x="475733" y="451917"/>
                  </a:lnTo>
                  <a:lnTo>
                    <a:pt x="475523" y="451584"/>
                  </a:lnTo>
                  <a:lnTo>
                    <a:pt x="475783" y="450764"/>
                  </a:lnTo>
                  <a:lnTo>
                    <a:pt x="475590" y="450174"/>
                  </a:lnTo>
                  <a:lnTo>
                    <a:pt x="475714" y="448016"/>
                  </a:lnTo>
                  <a:lnTo>
                    <a:pt x="475962" y="447455"/>
                  </a:lnTo>
                  <a:lnTo>
                    <a:pt x="475232" y="444301"/>
                  </a:lnTo>
                  <a:lnTo>
                    <a:pt x="475195" y="443264"/>
                  </a:lnTo>
                  <a:lnTo>
                    <a:pt x="473924" y="441372"/>
                  </a:lnTo>
                  <a:lnTo>
                    <a:pt x="473964" y="440322"/>
                  </a:lnTo>
                  <a:lnTo>
                    <a:pt x="472480" y="438390"/>
                  </a:lnTo>
                  <a:lnTo>
                    <a:pt x="472422" y="437420"/>
                  </a:lnTo>
                  <a:lnTo>
                    <a:pt x="471872" y="435634"/>
                  </a:lnTo>
                  <a:lnTo>
                    <a:pt x="471251" y="435038"/>
                  </a:lnTo>
                  <a:lnTo>
                    <a:pt x="470008" y="432916"/>
                  </a:lnTo>
                  <a:lnTo>
                    <a:pt x="469342" y="432815"/>
                  </a:lnTo>
                  <a:lnTo>
                    <a:pt x="468589" y="432370"/>
                  </a:lnTo>
                  <a:lnTo>
                    <a:pt x="468269" y="431060"/>
                  </a:lnTo>
                  <a:lnTo>
                    <a:pt x="467710" y="430251"/>
                  </a:lnTo>
                  <a:lnTo>
                    <a:pt x="467533" y="427760"/>
                  </a:lnTo>
                  <a:lnTo>
                    <a:pt x="467799" y="426865"/>
                  </a:lnTo>
                  <a:lnTo>
                    <a:pt x="468749" y="425537"/>
                  </a:lnTo>
                  <a:lnTo>
                    <a:pt x="466550" y="423847"/>
                  </a:lnTo>
                  <a:lnTo>
                    <a:pt x="465657" y="422425"/>
                  </a:lnTo>
                  <a:lnTo>
                    <a:pt x="464588" y="421296"/>
                  </a:lnTo>
                  <a:lnTo>
                    <a:pt x="463349" y="420795"/>
                  </a:lnTo>
                  <a:lnTo>
                    <a:pt x="462705" y="419653"/>
                  </a:lnTo>
                  <a:lnTo>
                    <a:pt x="461454" y="418691"/>
                  </a:lnTo>
                  <a:lnTo>
                    <a:pt x="460993" y="417408"/>
                  </a:lnTo>
                  <a:lnTo>
                    <a:pt x="460505" y="417226"/>
                  </a:lnTo>
                  <a:lnTo>
                    <a:pt x="460447" y="417001"/>
                  </a:lnTo>
                  <a:lnTo>
                    <a:pt x="459596" y="417032"/>
                  </a:lnTo>
                  <a:lnTo>
                    <a:pt x="459486" y="415864"/>
                  </a:lnTo>
                  <a:lnTo>
                    <a:pt x="459104" y="416012"/>
                  </a:lnTo>
                  <a:lnTo>
                    <a:pt x="457675" y="413330"/>
                  </a:lnTo>
                  <a:lnTo>
                    <a:pt x="456772" y="412474"/>
                  </a:lnTo>
                  <a:lnTo>
                    <a:pt x="456000" y="410589"/>
                  </a:lnTo>
                  <a:lnTo>
                    <a:pt x="455222" y="410221"/>
                  </a:lnTo>
                  <a:lnTo>
                    <a:pt x="455870" y="408566"/>
                  </a:lnTo>
                  <a:lnTo>
                    <a:pt x="456363" y="407958"/>
                  </a:lnTo>
                  <a:lnTo>
                    <a:pt x="455928" y="407025"/>
                  </a:lnTo>
                  <a:lnTo>
                    <a:pt x="455855" y="405265"/>
                  </a:lnTo>
                  <a:lnTo>
                    <a:pt x="454835" y="404738"/>
                  </a:lnTo>
                  <a:lnTo>
                    <a:pt x="454746" y="404218"/>
                  </a:lnTo>
                  <a:lnTo>
                    <a:pt x="455406" y="403072"/>
                  </a:lnTo>
                  <a:lnTo>
                    <a:pt x="454983" y="402512"/>
                  </a:lnTo>
                  <a:lnTo>
                    <a:pt x="455083" y="402165"/>
                  </a:lnTo>
                  <a:lnTo>
                    <a:pt x="454862" y="401728"/>
                  </a:lnTo>
                  <a:lnTo>
                    <a:pt x="454105" y="401082"/>
                  </a:lnTo>
                  <a:lnTo>
                    <a:pt x="453754" y="401494"/>
                  </a:lnTo>
                  <a:lnTo>
                    <a:pt x="453248" y="403119"/>
                  </a:lnTo>
                  <a:lnTo>
                    <a:pt x="451399" y="404877"/>
                  </a:lnTo>
                  <a:lnTo>
                    <a:pt x="450517" y="405309"/>
                  </a:lnTo>
                  <a:lnTo>
                    <a:pt x="449247" y="406821"/>
                  </a:lnTo>
                  <a:lnTo>
                    <a:pt x="447881" y="407118"/>
                  </a:lnTo>
                  <a:lnTo>
                    <a:pt x="447246" y="408328"/>
                  </a:lnTo>
                  <a:lnTo>
                    <a:pt x="445859" y="408250"/>
                  </a:lnTo>
                  <a:lnTo>
                    <a:pt x="444956" y="408949"/>
                  </a:lnTo>
                  <a:lnTo>
                    <a:pt x="443965" y="408762"/>
                  </a:lnTo>
                  <a:lnTo>
                    <a:pt x="442542" y="409968"/>
                  </a:lnTo>
                  <a:lnTo>
                    <a:pt x="441828" y="410045"/>
                  </a:lnTo>
                  <a:lnTo>
                    <a:pt x="440888" y="410863"/>
                  </a:lnTo>
                  <a:lnTo>
                    <a:pt x="440350" y="412042"/>
                  </a:lnTo>
                  <a:lnTo>
                    <a:pt x="439433" y="412308"/>
                  </a:lnTo>
                  <a:lnTo>
                    <a:pt x="439037" y="413862"/>
                  </a:lnTo>
                  <a:lnTo>
                    <a:pt x="438247" y="414341"/>
                  </a:lnTo>
                  <a:lnTo>
                    <a:pt x="438145" y="415426"/>
                  </a:lnTo>
                  <a:lnTo>
                    <a:pt x="437763" y="415749"/>
                  </a:lnTo>
                  <a:lnTo>
                    <a:pt x="437348" y="415577"/>
                  </a:lnTo>
                  <a:lnTo>
                    <a:pt x="436840" y="415692"/>
                  </a:lnTo>
                  <a:lnTo>
                    <a:pt x="435952" y="417203"/>
                  </a:lnTo>
                  <a:lnTo>
                    <a:pt x="435413" y="417603"/>
                  </a:lnTo>
                  <a:lnTo>
                    <a:pt x="434695" y="417632"/>
                  </a:lnTo>
                  <a:lnTo>
                    <a:pt x="434509" y="417815"/>
                  </a:lnTo>
                  <a:lnTo>
                    <a:pt x="434638" y="418608"/>
                  </a:lnTo>
                  <a:lnTo>
                    <a:pt x="433770" y="418941"/>
                  </a:lnTo>
                  <a:lnTo>
                    <a:pt x="433364" y="419944"/>
                  </a:lnTo>
                  <a:lnTo>
                    <a:pt x="429469" y="421103"/>
                  </a:lnTo>
                  <a:lnTo>
                    <a:pt x="428858" y="420934"/>
                  </a:lnTo>
                  <a:lnTo>
                    <a:pt x="427805" y="421139"/>
                  </a:lnTo>
                  <a:lnTo>
                    <a:pt x="426269" y="423224"/>
                  </a:lnTo>
                  <a:lnTo>
                    <a:pt x="425739" y="423509"/>
                  </a:lnTo>
                  <a:lnTo>
                    <a:pt x="425047" y="424740"/>
                  </a:lnTo>
                  <a:lnTo>
                    <a:pt x="423600" y="425227"/>
                  </a:lnTo>
                  <a:lnTo>
                    <a:pt x="423018" y="425119"/>
                  </a:lnTo>
                  <a:lnTo>
                    <a:pt x="422830" y="426957"/>
                  </a:lnTo>
                  <a:lnTo>
                    <a:pt x="422145" y="428132"/>
                  </a:lnTo>
                  <a:lnTo>
                    <a:pt x="421489" y="428485"/>
                  </a:lnTo>
                  <a:lnTo>
                    <a:pt x="420940" y="430828"/>
                  </a:lnTo>
                  <a:lnTo>
                    <a:pt x="420696" y="431252"/>
                  </a:lnTo>
                  <a:lnTo>
                    <a:pt x="420361" y="431346"/>
                  </a:lnTo>
                  <a:lnTo>
                    <a:pt x="420217" y="432208"/>
                  </a:lnTo>
                  <a:lnTo>
                    <a:pt x="419017" y="432169"/>
                  </a:lnTo>
                  <a:lnTo>
                    <a:pt x="418004" y="432944"/>
                  </a:lnTo>
                  <a:lnTo>
                    <a:pt x="416895" y="434967"/>
                  </a:lnTo>
                  <a:lnTo>
                    <a:pt x="415547" y="436441"/>
                  </a:lnTo>
                  <a:lnTo>
                    <a:pt x="414838" y="436512"/>
                  </a:lnTo>
                  <a:lnTo>
                    <a:pt x="414499" y="437029"/>
                  </a:lnTo>
                  <a:lnTo>
                    <a:pt x="412814" y="438221"/>
                  </a:lnTo>
                  <a:lnTo>
                    <a:pt x="412685" y="438538"/>
                  </a:lnTo>
                  <a:lnTo>
                    <a:pt x="411380" y="438988"/>
                  </a:lnTo>
                  <a:lnTo>
                    <a:pt x="410300" y="440917"/>
                  </a:lnTo>
                  <a:lnTo>
                    <a:pt x="409362" y="440892"/>
                  </a:lnTo>
                  <a:lnTo>
                    <a:pt x="408385" y="440510"/>
                  </a:lnTo>
                  <a:lnTo>
                    <a:pt x="405233" y="438848"/>
                  </a:lnTo>
                  <a:lnTo>
                    <a:pt x="403648" y="438333"/>
                  </a:lnTo>
                  <a:lnTo>
                    <a:pt x="403565" y="438089"/>
                  </a:lnTo>
                  <a:lnTo>
                    <a:pt x="401805" y="437063"/>
                  </a:lnTo>
                  <a:lnTo>
                    <a:pt x="400434" y="436921"/>
                  </a:lnTo>
                  <a:lnTo>
                    <a:pt x="398838" y="435098"/>
                  </a:lnTo>
                  <a:lnTo>
                    <a:pt x="398194" y="434760"/>
                  </a:lnTo>
                  <a:lnTo>
                    <a:pt x="397976" y="434108"/>
                  </a:lnTo>
                  <a:lnTo>
                    <a:pt x="396582" y="432128"/>
                  </a:lnTo>
                  <a:lnTo>
                    <a:pt x="395282" y="431772"/>
                  </a:lnTo>
                  <a:lnTo>
                    <a:pt x="394255" y="431140"/>
                  </a:lnTo>
                  <a:lnTo>
                    <a:pt x="392878" y="430626"/>
                  </a:lnTo>
                  <a:lnTo>
                    <a:pt x="391905" y="430532"/>
                  </a:lnTo>
                  <a:lnTo>
                    <a:pt x="390908" y="429983"/>
                  </a:lnTo>
                  <a:lnTo>
                    <a:pt x="388193" y="429519"/>
                  </a:lnTo>
                  <a:lnTo>
                    <a:pt x="386082" y="429613"/>
                  </a:lnTo>
                  <a:lnTo>
                    <a:pt x="386034" y="428612"/>
                  </a:lnTo>
                  <a:lnTo>
                    <a:pt x="385474" y="428223"/>
                  </a:lnTo>
                  <a:lnTo>
                    <a:pt x="384532" y="428947"/>
                  </a:lnTo>
                  <a:lnTo>
                    <a:pt x="384070" y="429630"/>
                  </a:lnTo>
                  <a:lnTo>
                    <a:pt x="384012" y="430113"/>
                  </a:lnTo>
                  <a:lnTo>
                    <a:pt x="382784" y="430462"/>
                  </a:lnTo>
                  <a:lnTo>
                    <a:pt x="381864" y="429304"/>
                  </a:lnTo>
                  <a:lnTo>
                    <a:pt x="381600" y="428210"/>
                  </a:lnTo>
                  <a:lnTo>
                    <a:pt x="380976" y="427234"/>
                  </a:lnTo>
                  <a:lnTo>
                    <a:pt x="380436" y="426753"/>
                  </a:lnTo>
                  <a:lnTo>
                    <a:pt x="380007" y="426726"/>
                  </a:lnTo>
                  <a:lnTo>
                    <a:pt x="378659" y="425548"/>
                  </a:lnTo>
                  <a:lnTo>
                    <a:pt x="377682" y="425452"/>
                  </a:lnTo>
                  <a:lnTo>
                    <a:pt x="376852" y="426172"/>
                  </a:lnTo>
                  <a:lnTo>
                    <a:pt x="375979" y="426004"/>
                  </a:lnTo>
                  <a:lnTo>
                    <a:pt x="375189" y="427371"/>
                  </a:lnTo>
                  <a:lnTo>
                    <a:pt x="374753" y="427117"/>
                  </a:lnTo>
                  <a:lnTo>
                    <a:pt x="374232" y="427616"/>
                  </a:lnTo>
                  <a:lnTo>
                    <a:pt x="373180" y="427990"/>
                  </a:lnTo>
                  <a:lnTo>
                    <a:pt x="371931" y="430375"/>
                  </a:lnTo>
                  <a:lnTo>
                    <a:pt x="369834" y="432381"/>
                  </a:lnTo>
                  <a:lnTo>
                    <a:pt x="367958" y="435933"/>
                  </a:lnTo>
                  <a:lnTo>
                    <a:pt x="368049" y="436942"/>
                  </a:lnTo>
                  <a:lnTo>
                    <a:pt x="369034" y="438867"/>
                  </a:lnTo>
                  <a:lnTo>
                    <a:pt x="369471" y="440501"/>
                  </a:lnTo>
                  <a:lnTo>
                    <a:pt x="369232" y="443458"/>
                  </a:lnTo>
                  <a:lnTo>
                    <a:pt x="368297" y="444915"/>
                  </a:lnTo>
                  <a:lnTo>
                    <a:pt x="368042" y="446419"/>
                  </a:lnTo>
                  <a:lnTo>
                    <a:pt x="368250" y="447752"/>
                  </a:lnTo>
                  <a:lnTo>
                    <a:pt x="369909" y="450717"/>
                  </a:lnTo>
                  <a:lnTo>
                    <a:pt x="370562" y="452510"/>
                  </a:lnTo>
                  <a:lnTo>
                    <a:pt x="369933" y="454060"/>
                  </a:lnTo>
                  <a:lnTo>
                    <a:pt x="368646" y="455453"/>
                  </a:lnTo>
                  <a:lnTo>
                    <a:pt x="368151" y="457529"/>
                  </a:lnTo>
                  <a:lnTo>
                    <a:pt x="366543" y="457716"/>
                  </a:lnTo>
                  <a:lnTo>
                    <a:pt x="365653" y="458199"/>
                  </a:lnTo>
                  <a:lnTo>
                    <a:pt x="363802" y="459882"/>
                  </a:lnTo>
                  <a:lnTo>
                    <a:pt x="363125" y="461150"/>
                  </a:lnTo>
                  <a:lnTo>
                    <a:pt x="362159" y="460412"/>
                  </a:lnTo>
                  <a:lnTo>
                    <a:pt x="360007" y="459678"/>
                  </a:lnTo>
                  <a:lnTo>
                    <a:pt x="358397" y="459948"/>
                  </a:lnTo>
                  <a:lnTo>
                    <a:pt x="356841" y="459612"/>
                  </a:lnTo>
                  <a:lnTo>
                    <a:pt x="354912" y="459752"/>
                  </a:lnTo>
                  <a:lnTo>
                    <a:pt x="352628" y="460860"/>
                  </a:lnTo>
                  <a:lnTo>
                    <a:pt x="352194" y="461367"/>
                  </a:lnTo>
                  <a:lnTo>
                    <a:pt x="350898" y="461890"/>
                  </a:lnTo>
                  <a:lnTo>
                    <a:pt x="349547" y="463034"/>
                  </a:lnTo>
                  <a:lnTo>
                    <a:pt x="348654" y="463234"/>
                  </a:lnTo>
                  <a:lnTo>
                    <a:pt x="347609" y="463969"/>
                  </a:lnTo>
                  <a:lnTo>
                    <a:pt x="346378" y="464369"/>
                  </a:lnTo>
                  <a:lnTo>
                    <a:pt x="344691" y="464267"/>
                  </a:lnTo>
                  <a:lnTo>
                    <a:pt x="344800" y="468403"/>
                  </a:lnTo>
                  <a:lnTo>
                    <a:pt x="344500" y="469256"/>
                  </a:lnTo>
                  <a:lnTo>
                    <a:pt x="341670" y="469879"/>
                  </a:lnTo>
                  <a:lnTo>
                    <a:pt x="340758" y="470352"/>
                  </a:lnTo>
                  <a:lnTo>
                    <a:pt x="339246" y="470378"/>
                  </a:lnTo>
                  <a:lnTo>
                    <a:pt x="338380" y="471002"/>
                  </a:lnTo>
                  <a:lnTo>
                    <a:pt x="337535" y="471856"/>
                  </a:lnTo>
                  <a:lnTo>
                    <a:pt x="336913" y="474656"/>
                  </a:lnTo>
                  <a:lnTo>
                    <a:pt x="335526" y="477830"/>
                  </a:lnTo>
                  <a:lnTo>
                    <a:pt x="333329" y="478511"/>
                  </a:lnTo>
                  <a:lnTo>
                    <a:pt x="331063" y="478555"/>
                  </a:lnTo>
                  <a:lnTo>
                    <a:pt x="329290" y="479371"/>
                  </a:lnTo>
                  <a:lnTo>
                    <a:pt x="326444" y="482868"/>
                  </a:lnTo>
                  <a:lnTo>
                    <a:pt x="322152" y="486979"/>
                  </a:lnTo>
                  <a:lnTo>
                    <a:pt x="321405" y="488905"/>
                  </a:lnTo>
                  <a:lnTo>
                    <a:pt x="320331" y="490039"/>
                  </a:lnTo>
                  <a:lnTo>
                    <a:pt x="318419" y="491668"/>
                  </a:lnTo>
                  <a:lnTo>
                    <a:pt x="315997" y="494405"/>
                  </a:lnTo>
                  <a:lnTo>
                    <a:pt x="313588" y="503334"/>
                  </a:lnTo>
                  <a:lnTo>
                    <a:pt x="313056" y="504991"/>
                  </a:lnTo>
                  <a:lnTo>
                    <a:pt x="312406" y="505627"/>
                  </a:lnTo>
                  <a:lnTo>
                    <a:pt x="311727" y="506079"/>
                  </a:lnTo>
                  <a:lnTo>
                    <a:pt x="311260" y="506042"/>
                  </a:lnTo>
                  <a:lnTo>
                    <a:pt x="310456" y="506405"/>
                  </a:lnTo>
                  <a:lnTo>
                    <a:pt x="308387" y="508615"/>
                  </a:lnTo>
                  <a:lnTo>
                    <a:pt x="305473" y="510088"/>
                  </a:lnTo>
                  <a:lnTo>
                    <a:pt x="304466" y="511317"/>
                  </a:lnTo>
                  <a:lnTo>
                    <a:pt x="303551" y="511815"/>
                  </a:lnTo>
                  <a:lnTo>
                    <a:pt x="302913" y="512012"/>
                  </a:lnTo>
                  <a:lnTo>
                    <a:pt x="301467" y="511925"/>
                  </a:lnTo>
                  <a:lnTo>
                    <a:pt x="300591" y="512345"/>
                  </a:lnTo>
                  <a:lnTo>
                    <a:pt x="299013" y="512611"/>
                  </a:lnTo>
                  <a:lnTo>
                    <a:pt x="298442" y="513100"/>
                  </a:lnTo>
                  <a:lnTo>
                    <a:pt x="295951" y="514088"/>
                  </a:lnTo>
                  <a:lnTo>
                    <a:pt x="295183" y="514944"/>
                  </a:lnTo>
                  <a:lnTo>
                    <a:pt x="293968" y="515624"/>
                  </a:lnTo>
                  <a:lnTo>
                    <a:pt x="292452" y="516194"/>
                  </a:lnTo>
                  <a:lnTo>
                    <a:pt x="291522" y="516879"/>
                  </a:lnTo>
                  <a:lnTo>
                    <a:pt x="290443" y="517143"/>
                  </a:lnTo>
                  <a:lnTo>
                    <a:pt x="288881" y="518445"/>
                  </a:lnTo>
                  <a:lnTo>
                    <a:pt x="287844" y="518989"/>
                  </a:lnTo>
                  <a:lnTo>
                    <a:pt x="283238" y="518554"/>
                  </a:lnTo>
                  <a:lnTo>
                    <a:pt x="281124" y="519076"/>
                  </a:lnTo>
                  <a:lnTo>
                    <a:pt x="280433" y="518717"/>
                  </a:lnTo>
                  <a:lnTo>
                    <a:pt x="279519" y="518658"/>
                  </a:lnTo>
                  <a:lnTo>
                    <a:pt x="276789" y="517875"/>
                  </a:lnTo>
                  <a:lnTo>
                    <a:pt x="274499" y="517883"/>
                  </a:lnTo>
                  <a:lnTo>
                    <a:pt x="273229" y="517005"/>
                  </a:lnTo>
                  <a:lnTo>
                    <a:pt x="271580" y="516868"/>
                  </a:lnTo>
                  <a:lnTo>
                    <a:pt x="270786" y="516136"/>
                  </a:lnTo>
                  <a:lnTo>
                    <a:pt x="269734" y="515775"/>
                  </a:lnTo>
                  <a:lnTo>
                    <a:pt x="268701" y="514851"/>
                  </a:lnTo>
                  <a:lnTo>
                    <a:pt x="268156" y="514943"/>
                  </a:lnTo>
                  <a:lnTo>
                    <a:pt x="266496" y="514479"/>
                  </a:lnTo>
                  <a:lnTo>
                    <a:pt x="263373" y="514869"/>
                  </a:lnTo>
                  <a:lnTo>
                    <a:pt x="262655" y="515412"/>
                  </a:lnTo>
                  <a:lnTo>
                    <a:pt x="261759" y="515654"/>
                  </a:lnTo>
                  <a:lnTo>
                    <a:pt x="261483" y="516201"/>
                  </a:lnTo>
                  <a:lnTo>
                    <a:pt x="260101" y="516484"/>
                  </a:lnTo>
                  <a:lnTo>
                    <a:pt x="258648" y="517410"/>
                  </a:lnTo>
                  <a:lnTo>
                    <a:pt x="257314" y="517892"/>
                  </a:lnTo>
                  <a:lnTo>
                    <a:pt x="256411" y="517793"/>
                  </a:lnTo>
                  <a:lnTo>
                    <a:pt x="253110" y="519710"/>
                  </a:lnTo>
                  <a:lnTo>
                    <a:pt x="251797" y="519163"/>
                  </a:lnTo>
                  <a:lnTo>
                    <a:pt x="250747" y="519511"/>
                  </a:lnTo>
                  <a:lnTo>
                    <a:pt x="249104" y="519587"/>
                  </a:lnTo>
                  <a:lnTo>
                    <a:pt x="248902" y="519821"/>
                  </a:lnTo>
                  <a:lnTo>
                    <a:pt x="248290" y="519504"/>
                  </a:lnTo>
                  <a:lnTo>
                    <a:pt x="247977" y="520228"/>
                  </a:lnTo>
                  <a:lnTo>
                    <a:pt x="248013" y="521314"/>
                  </a:lnTo>
                  <a:lnTo>
                    <a:pt x="248691" y="522070"/>
                  </a:lnTo>
                  <a:lnTo>
                    <a:pt x="250294" y="522328"/>
                  </a:lnTo>
                  <a:lnTo>
                    <a:pt x="250538" y="522686"/>
                  </a:lnTo>
                  <a:lnTo>
                    <a:pt x="250429" y="525934"/>
                  </a:lnTo>
                  <a:lnTo>
                    <a:pt x="250783" y="527232"/>
                  </a:lnTo>
                  <a:lnTo>
                    <a:pt x="250695" y="528527"/>
                  </a:lnTo>
                  <a:lnTo>
                    <a:pt x="250789" y="528934"/>
                  </a:lnTo>
                  <a:lnTo>
                    <a:pt x="251598" y="529304"/>
                  </a:lnTo>
                  <a:lnTo>
                    <a:pt x="251656" y="532553"/>
                  </a:lnTo>
                  <a:lnTo>
                    <a:pt x="252126" y="534849"/>
                  </a:lnTo>
                  <a:lnTo>
                    <a:pt x="251618" y="536482"/>
                  </a:lnTo>
                  <a:lnTo>
                    <a:pt x="251060" y="536958"/>
                  </a:lnTo>
                  <a:lnTo>
                    <a:pt x="250966" y="538078"/>
                  </a:lnTo>
                  <a:lnTo>
                    <a:pt x="251449" y="540713"/>
                  </a:lnTo>
                  <a:lnTo>
                    <a:pt x="251819" y="541584"/>
                  </a:lnTo>
                  <a:lnTo>
                    <a:pt x="252515" y="542046"/>
                  </a:lnTo>
                  <a:lnTo>
                    <a:pt x="252691" y="542997"/>
                  </a:lnTo>
                  <a:lnTo>
                    <a:pt x="252628" y="545270"/>
                  </a:lnTo>
                  <a:lnTo>
                    <a:pt x="250651" y="546177"/>
                  </a:lnTo>
                  <a:lnTo>
                    <a:pt x="249179" y="547623"/>
                  </a:lnTo>
                  <a:lnTo>
                    <a:pt x="248753" y="549103"/>
                  </a:lnTo>
                  <a:lnTo>
                    <a:pt x="247339" y="549362"/>
                  </a:lnTo>
                  <a:lnTo>
                    <a:pt x="246408" y="550347"/>
                  </a:lnTo>
                  <a:lnTo>
                    <a:pt x="246081" y="551211"/>
                  </a:lnTo>
                  <a:lnTo>
                    <a:pt x="244893" y="552084"/>
                  </a:lnTo>
                  <a:lnTo>
                    <a:pt x="244687" y="553129"/>
                  </a:lnTo>
                  <a:lnTo>
                    <a:pt x="243218" y="555244"/>
                  </a:lnTo>
                  <a:lnTo>
                    <a:pt x="243192" y="556780"/>
                  </a:lnTo>
                  <a:lnTo>
                    <a:pt x="241854" y="559336"/>
                  </a:lnTo>
                  <a:lnTo>
                    <a:pt x="241197" y="559847"/>
                  </a:lnTo>
                  <a:lnTo>
                    <a:pt x="241153" y="560611"/>
                  </a:lnTo>
                  <a:lnTo>
                    <a:pt x="241853" y="561703"/>
                  </a:lnTo>
                  <a:lnTo>
                    <a:pt x="242444" y="563646"/>
                  </a:lnTo>
                  <a:lnTo>
                    <a:pt x="243854" y="563982"/>
                  </a:lnTo>
                  <a:lnTo>
                    <a:pt x="244325" y="564338"/>
                  </a:lnTo>
                  <a:lnTo>
                    <a:pt x="245115" y="565591"/>
                  </a:lnTo>
                  <a:lnTo>
                    <a:pt x="245163" y="567583"/>
                  </a:lnTo>
                  <a:lnTo>
                    <a:pt x="244807" y="568511"/>
                  </a:lnTo>
                  <a:lnTo>
                    <a:pt x="244072" y="569413"/>
                  </a:lnTo>
                  <a:lnTo>
                    <a:pt x="243315" y="569728"/>
                  </a:lnTo>
                  <a:lnTo>
                    <a:pt x="242598" y="571381"/>
                  </a:lnTo>
                  <a:lnTo>
                    <a:pt x="242162" y="571631"/>
                  </a:lnTo>
                  <a:lnTo>
                    <a:pt x="241697" y="572524"/>
                  </a:lnTo>
                  <a:lnTo>
                    <a:pt x="239637" y="572631"/>
                  </a:lnTo>
                  <a:lnTo>
                    <a:pt x="236841" y="573407"/>
                  </a:lnTo>
                  <a:lnTo>
                    <a:pt x="235366" y="573481"/>
                  </a:lnTo>
                  <a:lnTo>
                    <a:pt x="234354" y="574507"/>
                  </a:lnTo>
                  <a:lnTo>
                    <a:pt x="233210" y="574786"/>
                  </a:lnTo>
                  <a:lnTo>
                    <a:pt x="232672" y="575632"/>
                  </a:lnTo>
                  <a:lnTo>
                    <a:pt x="231920" y="575277"/>
                  </a:lnTo>
                  <a:lnTo>
                    <a:pt x="231011" y="575253"/>
                  </a:lnTo>
                  <a:lnTo>
                    <a:pt x="229832" y="576424"/>
                  </a:lnTo>
                  <a:lnTo>
                    <a:pt x="229335" y="576305"/>
                  </a:lnTo>
                  <a:lnTo>
                    <a:pt x="229066" y="577679"/>
                  </a:lnTo>
                  <a:lnTo>
                    <a:pt x="228398" y="578594"/>
                  </a:lnTo>
                  <a:lnTo>
                    <a:pt x="227014" y="579668"/>
                  </a:lnTo>
                  <a:lnTo>
                    <a:pt x="225779" y="579410"/>
                  </a:lnTo>
                  <a:lnTo>
                    <a:pt x="224841" y="579635"/>
                  </a:lnTo>
                  <a:lnTo>
                    <a:pt x="224177" y="579229"/>
                  </a:lnTo>
                  <a:lnTo>
                    <a:pt x="223432" y="579667"/>
                  </a:lnTo>
                  <a:lnTo>
                    <a:pt x="222790" y="579276"/>
                  </a:lnTo>
                  <a:lnTo>
                    <a:pt x="220636" y="579467"/>
                  </a:lnTo>
                  <a:lnTo>
                    <a:pt x="219826" y="578794"/>
                  </a:lnTo>
                  <a:lnTo>
                    <a:pt x="219041" y="578814"/>
                  </a:lnTo>
                  <a:lnTo>
                    <a:pt x="218263" y="578536"/>
                  </a:lnTo>
                  <a:lnTo>
                    <a:pt x="217809" y="578809"/>
                  </a:lnTo>
                  <a:lnTo>
                    <a:pt x="217714" y="578593"/>
                  </a:lnTo>
                  <a:lnTo>
                    <a:pt x="217076" y="578624"/>
                  </a:lnTo>
                  <a:lnTo>
                    <a:pt x="216965" y="578944"/>
                  </a:lnTo>
                  <a:lnTo>
                    <a:pt x="216194" y="578885"/>
                  </a:lnTo>
                  <a:lnTo>
                    <a:pt x="215836" y="579129"/>
                  </a:lnTo>
                  <a:lnTo>
                    <a:pt x="215143" y="579174"/>
                  </a:lnTo>
                  <a:lnTo>
                    <a:pt x="214578" y="578907"/>
                  </a:lnTo>
                  <a:lnTo>
                    <a:pt x="213842" y="579617"/>
                  </a:lnTo>
                  <a:lnTo>
                    <a:pt x="212226" y="580047"/>
                  </a:lnTo>
                  <a:lnTo>
                    <a:pt x="211677" y="579870"/>
                  </a:lnTo>
                  <a:lnTo>
                    <a:pt x="210742" y="580144"/>
                  </a:lnTo>
                  <a:lnTo>
                    <a:pt x="209987" y="579894"/>
                  </a:lnTo>
                  <a:lnTo>
                    <a:pt x="209228" y="580533"/>
                  </a:lnTo>
                  <a:lnTo>
                    <a:pt x="208921" y="581403"/>
                  </a:lnTo>
                  <a:lnTo>
                    <a:pt x="207967" y="581573"/>
                  </a:lnTo>
                  <a:lnTo>
                    <a:pt x="207623" y="581992"/>
                  </a:lnTo>
                  <a:lnTo>
                    <a:pt x="207117" y="582014"/>
                  </a:lnTo>
                  <a:lnTo>
                    <a:pt x="206592" y="582763"/>
                  </a:lnTo>
                  <a:lnTo>
                    <a:pt x="204957" y="583086"/>
                  </a:lnTo>
                  <a:lnTo>
                    <a:pt x="204648" y="583832"/>
                  </a:lnTo>
                  <a:lnTo>
                    <a:pt x="204089" y="584353"/>
                  </a:lnTo>
                  <a:lnTo>
                    <a:pt x="203502" y="584073"/>
                  </a:lnTo>
                  <a:lnTo>
                    <a:pt x="202186" y="584653"/>
                  </a:lnTo>
                  <a:lnTo>
                    <a:pt x="200576" y="584764"/>
                  </a:lnTo>
                  <a:lnTo>
                    <a:pt x="200126" y="584482"/>
                  </a:lnTo>
                  <a:lnTo>
                    <a:pt x="198060" y="584230"/>
                  </a:lnTo>
                  <a:lnTo>
                    <a:pt x="196005" y="585149"/>
                  </a:lnTo>
                  <a:lnTo>
                    <a:pt x="195310" y="586110"/>
                  </a:lnTo>
                  <a:lnTo>
                    <a:pt x="194967" y="586232"/>
                  </a:lnTo>
                  <a:lnTo>
                    <a:pt x="194530" y="587569"/>
                  </a:lnTo>
                  <a:lnTo>
                    <a:pt x="192362" y="590579"/>
                  </a:lnTo>
                  <a:lnTo>
                    <a:pt x="190871" y="590970"/>
                  </a:lnTo>
                  <a:lnTo>
                    <a:pt x="189313" y="592878"/>
                  </a:lnTo>
                  <a:lnTo>
                    <a:pt x="186269" y="595574"/>
                  </a:lnTo>
                  <a:lnTo>
                    <a:pt x="185016" y="595552"/>
                  </a:lnTo>
                  <a:lnTo>
                    <a:pt x="182484" y="592830"/>
                  </a:lnTo>
                  <a:lnTo>
                    <a:pt x="180704" y="592632"/>
                  </a:lnTo>
                  <a:lnTo>
                    <a:pt x="180540" y="593074"/>
                  </a:lnTo>
                  <a:lnTo>
                    <a:pt x="180723" y="594942"/>
                  </a:lnTo>
                  <a:lnTo>
                    <a:pt x="181794" y="597004"/>
                  </a:lnTo>
                  <a:lnTo>
                    <a:pt x="181997" y="598076"/>
                  </a:lnTo>
                  <a:lnTo>
                    <a:pt x="181674" y="598469"/>
                  </a:lnTo>
                  <a:lnTo>
                    <a:pt x="181292" y="600518"/>
                  </a:lnTo>
                  <a:lnTo>
                    <a:pt x="182261" y="603341"/>
                  </a:lnTo>
                  <a:lnTo>
                    <a:pt x="181968" y="605536"/>
                  </a:lnTo>
                  <a:lnTo>
                    <a:pt x="180958" y="608174"/>
                  </a:lnTo>
                  <a:lnTo>
                    <a:pt x="181295" y="612381"/>
                  </a:lnTo>
                  <a:lnTo>
                    <a:pt x="181861" y="612942"/>
                  </a:lnTo>
                  <a:lnTo>
                    <a:pt x="182014" y="613738"/>
                  </a:lnTo>
                  <a:lnTo>
                    <a:pt x="181787" y="614910"/>
                  </a:lnTo>
                  <a:lnTo>
                    <a:pt x="182813" y="616147"/>
                  </a:lnTo>
                  <a:lnTo>
                    <a:pt x="182885" y="617347"/>
                  </a:lnTo>
                  <a:lnTo>
                    <a:pt x="182333" y="617844"/>
                  </a:lnTo>
                  <a:lnTo>
                    <a:pt x="181114" y="618125"/>
                  </a:lnTo>
                  <a:lnTo>
                    <a:pt x="179013" y="619333"/>
                  </a:lnTo>
                  <a:lnTo>
                    <a:pt x="177551" y="620548"/>
                  </a:lnTo>
                  <a:lnTo>
                    <a:pt x="175148" y="619481"/>
                  </a:lnTo>
                  <a:lnTo>
                    <a:pt x="172094" y="619425"/>
                  </a:lnTo>
                  <a:lnTo>
                    <a:pt x="168178" y="616889"/>
                  </a:lnTo>
                  <a:lnTo>
                    <a:pt x="166756" y="615341"/>
                  </a:lnTo>
                  <a:lnTo>
                    <a:pt x="165419" y="613018"/>
                  </a:lnTo>
                  <a:lnTo>
                    <a:pt x="164117" y="612734"/>
                  </a:lnTo>
                  <a:lnTo>
                    <a:pt x="158460" y="616288"/>
                  </a:lnTo>
                  <a:lnTo>
                    <a:pt x="156717" y="617752"/>
                  </a:lnTo>
                  <a:lnTo>
                    <a:pt x="154522" y="618585"/>
                  </a:lnTo>
                  <a:lnTo>
                    <a:pt x="153792" y="619232"/>
                  </a:lnTo>
                  <a:lnTo>
                    <a:pt x="147118" y="622114"/>
                  </a:lnTo>
                  <a:lnTo>
                    <a:pt x="144284" y="625759"/>
                  </a:lnTo>
                  <a:lnTo>
                    <a:pt x="142661" y="627003"/>
                  </a:lnTo>
                  <a:lnTo>
                    <a:pt x="141594" y="628237"/>
                  </a:lnTo>
                  <a:lnTo>
                    <a:pt x="139919" y="631273"/>
                  </a:lnTo>
                  <a:lnTo>
                    <a:pt x="139789" y="632521"/>
                  </a:lnTo>
                  <a:lnTo>
                    <a:pt x="139295" y="632872"/>
                  </a:lnTo>
                  <a:lnTo>
                    <a:pt x="137504" y="632986"/>
                  </a:lnTo>
                  <a:lnTo>
                    <a:pt x="136961" y="632710"/>
                  </a:lnTo>
                  <a:lnTo>
                    <a:pt x="133688" y="633095"/>
                  </a:lnTo>
                  <a:lnTo>
                    <a:pt x="133107" y="632910"/>
                  </a:lnTo>
                  <a:lnTo>
                    <a:pt x="132041" y="633152"/>
                  </a:lnTo>
                  <a:lnTo>
                    <a:pt x="129900" y="632613"/>
                  </a:lnTo>
                  <a:lnTo>
                    <a:pt x="128477" y="631903"/>
                  </a:lnTo>
                  <a:lnTo>
                    <a:pt x="128018" y="632422"/>
                  </a:lnTo>
                  <a:lnTo>
                    <a:pt x="126594" y="631925"/>
                  </a:lnTo>
                  <a:lnTo>
                    <a:pt x="126958" y="633088"/>
                  </a:lnTo>
                  <a:lnTo>
                    <a:pt x="125807" y="634430"/>
                  </a:lnTo>
                  <a:lnTo>
                    <a:pt x="124867" y="636497"/>
                  </a:lnTo>
                  <a:lnTo>
                    <a:pt x="124020" y="639308"/>
                  </a:lnTo>
                  <a:lnTo>
                    <a:pt x="123635" y="642037"/>
                  </a:lnTo>
                  <a:lnTo>
                    <a:pt x="121858" y="642269"/>
                  </a:lnTo>
                  <a:lnTo>
                    <a:pt x="119325" y="643362"/>
                  </a:lnTo>
                  <a:lnTo>
                    <a:pt x="118525" y="644225"/>
                  </a:lnTo>
                  <a:lnTo>
                    <a:pt x="114239" y="645561"/>
                  </a:lnTo>
                  <a:lnTo>
                    <a:pt x="113383" y="646489"/>
                  </a:lnTo>
                  <a:lnTo>
                    <a:pt x="113377" y="647535"/>
                  </a:lnTo>
                  <a:lnTo>
                    <a:pt x="112548" y="648810"/>
                  </a:lnTo>
                  <a:lnTo>
                    <a:pt x="110335" y="649474"/>
                  </a:lnTo>
                  <a:lnTo>
                    <a:pt x="109614" y="650027"/>
                  </a:lnTo>
                  <a:lnTo>
                    <a:pt x="108295" y="653682"/>
                  </a:lnTo>
                  <a:lnTo>
                    <a:pt x="108276" y="654618"/>
                  </a:lnTo>
                  <a:lnTo>
                    <a:pt x="107293" y="657317"/>
                  </a:lnTo>
                  <a:lnTo>
                    <a:pt x="106197" y="658595"/>
                  </a:lnTo>
                  <a:lnTo>
                    <a:pt x="104158" y="656689"/>
                  </a:lnTo>
                  <a:lnTo>
                    <a:pt x="98754" y="657220"/>
                  </a:lnTo>
                  <a:lnTo>
                    <a:pt x="98560" y="656995"/>
                  </a:lnTo>
                  <a:lnTo>
                    <a:pt x="97477" y="656917"/>
                  </a:lnTo>
                  <a:lnTo>
                    <a:pt x="97012" y="657258"/>
                  </a:lnTo>
                  <a:lnTo>
                    <a:pt x="95385" y="657283"/>
                  </a:lnTo>
                  <a:lnTo>
                    <a:pt x="94851" y="657545"/>
                  </a:lnTo>
                  <a:lnTo>
                    <a:pt x="94175" y="656171"/>
                  </a:lnTo>
                  <a:lnTo>
                    <a:pt x="93511" y="656313"/>
                  </a:lnTo>
                  <a:lnTo>
                    <a:pt x="92978" y="655258"/>
                  </a:lnTo>
                  <a:lnTo>
                    <a:pt x="91946" y="654385"/>
                  </a:lnTo>
                  <a:lnTo>
                    <a:pt x="91253" y="654205"/>
                  </a:lnTo>
                  <a:lnTo>
                    <a:pt x="90622" y="653737"/>
                  </a:lnTo>
                  <a:lnTo>
                    <a:pt x="90016" y="653805"/>
                  </a:lnTo>
                  <a:lnTo>
                    <a:pt x="89003" y="654601"/>
                  </a:lnTo>
                  <a:lnTo>
                    <a:pt x="89052" y="654984"/>
                  </a:lnTo>
                  <a:lnTo>
                    <a:pt x="88702" y="655489"/>
                  </a:lnTo>
                  <a:lnTo>
                    <a:pt x="87154" y="656770"/>
                  </a:lnTo>
                  <a:lnTo>
                    <a:pt x="82687" y="657824"/>
                  </a:lnTo>
                  <a:lnTo>
                    <a:pt x="79253" y="658306"/>
                  </a:lnTo>
                  <a:lnTo>
                    <a:pt x="77743" y="662047"/>
                  </a:lnTo>
                  <a:lnTo>
                    <a:pt x="76039" y="664492"/>
                  </a:lnTo>
                  <a:lnTo>
                    <a:pt x="75406" y="664916"/>
                  </a:lnTo>
                  <a:lnTo>
                    <a:pt x="73451" y="667293"/>
                  </a:lnTo>
                  <a:lnTo>
                    <a:pt x="72540" y="670443"/>
                  </a:lnTo>
                  <a:lnTo>
                    <a:pt x="72303" y="670715"/>
                  </a:lnTo>
                  <a:lnTo>
                    <a:pt x="70725" y="671110"/>
                  </a:lnTo>
                  <a:lnTo>
                    <a:pt x="69603" y="670758"/>
                  </a:lnTo>
                  <a:lnTo>
                    <a:pt x="66808" y="668956"/>
                  </a:lnTo>
                  <a:lnTo>
                    <a:pt x="66169" y="668256"/>
                  </a:lnTo>
                  <a:lnTo>
                    <a:pt x="65790" y="667760"/>
                  </a:lnTo>
                  <a:lnTo>
                    <a:pt x="65104" y="665851"/>
                  </a:lnTo>
                  <a:lnTo>
                    <a:pt x="64653" y="663750"/>
                  </a:lnTo>
                  <a:lnTo>
                    <a:pt x="63906" y="664296"/>
                  </a:lnTo>
                  <a:lnTo>
                    <a:pt x="61738" y="663726"/>
                  </a:lnTo>
                  <a:lnTo>
                    <a:pt x="59761" y="665830"/>
                  </a:lnTo>
                  <a:lnTo>
                    <a:pt x="58844" y="664441"/>
                  </a:lnTo>
                  <a:lnTo>
                    <a:pt x="58157" y="664197"/>
                  </a:lnTo>
                  <a:lnTo>
                    <a:pt x="57013" y="663296"/>
                  </a:lnTo>
                  <a:lnTo>
                    <a:pt x="56169" y="662086"/>
                  </a:lnTo>
                  <a:lnTo>
                    <a:pt x="55593" y="662774"/>
                  </a:lnTo>
                  <a:lnTo>
                    <a:pt x="51905" y="664639"/>
                  </a:lnTo>
                  <a:lnTo>
                    <a:pt x="49576" y="664979"/>
                  </a:lnTo>
                  <a:lnTo>
                    <a:pt x="48034" y="662923"/>
                  </a:lnTo>
                  <a:lnTo>
                    <a:pt x="45121" y="661565"/>
                  </a:lnTo>
                  <a:lnTo>
                    <a:pt x="42495" y="659765"/>
                  </a:lnTo>
                  <a:lnTo>
                    <a:pt x="41793" y="658925"/>
                  </a:lnTo>
                  <a:lnTo>
                    <a:pt x="38925" y="657137"/>
                  </a:lnTo>
                  <a:lnTo>
                    <a:pt x="36264" y="657847"/>
                  </a:lnTo>
                  <a:lnTo>
                    <a:pt x="34896" y="656675"/>
                  </a:lnTo>
                  <a:lnTo>
                    <a:pt x="33923" y="654676"/>
                  </a:lnTo>
                  <a:lnTo>
                    <a:pt x="32800" y="653685"/>
                  </a:lnTo>
                  <a:lnTo>
                    <a:pt x="30979" y="651004"/>
                  </a:lnTo>
                  <a:lnTo>
                    <a:pt x="30278" y="649261"/>
                  </a:lnTo>
                  <a:lnTo>
                    <a:pt x="30059" y="647032"/>
                  </a:lnTo>
                  <a:lnTo>
                    <a:pt x="29373" y="645625"/>
                  </a:lnTo>
                  <a:lnTo>
                    <a:pt x="25592" y="642803"/>
                  </a:lnTo>
                  <a:lnTo>
                    <a:pt x="25089" y="641876"/>
                  </a:lnTo>
                  <a:lnTo>
                    <a:pt x="23243" y="640383"/>
                  </a:lnTo>
                  <a:lnTo>
                    <a:pt x="22868" y="639707"/>
                  </a:lnTo>
                  <a:lnTo>
                    <a:pt x="21677" y="639184"/>
                  </a:lnTo>
                  <a:lnTo>
                    <a:pt x="18539" y="639138"/>
                  </a:lnTo>
                  <a:lnTo>
                    <a:pt x="12652" y="632713"/>
                  </a:lnTo>
                  <a:lnTo>
                    <a:pt x="12093" y="630257"/>
                  </a:lnTo>
                  <a:lnTo>
                    <a:pt x="11671" y="629826"/>
                  </a:lnTo>
                  <a:lnTo>
                    <a:pt x="9805" y="628653"/>
                  </a:lnTo>
                  <a:lnTo>
                    <a:pt x="8994" y="628714"/>
                  </a:lnTo>
                  <a:lnTo>
                    <a:pt x="7490" y="628142"/>
                  </a:lnTo>
                  <a:lnTo>
                    <a:pt x="6158" y="628007"/>
                  </a:lnTo>
                  <a:lnTo>
                    <a:pt x="4488" y="627049"/>
                  </a:lnTo>
                  <a:lnTo>
                    <a:pt x="1473" y="626618"/>
                  </a:lnTo>
                  <a:lnTo>
                    <a:pt x="355" y="625404"/>
                  </a:lnTo>
                  <a:lnTo>
                    <a:pt x="0" y="623164"/>
                  </a:lnTo>
                  <a:lnTo>
                    <a:pt x="636" y="621678"/>
                  </a:lnTo>
                  <a:lnTo>
                    <a:pt x="1449" y="618290"/>
                  </a:lnTo>
                  <a:lnTo>
                    <a:pt x="1271" y="616627"/>
                  </a:lnTo>
                  <a:lnTo>
                    <a:pt x="7921" y="615130"/>
                  </a:lnTo>
                  <a:lnTo>
                    <a:pt x="10237" y="611477"/>
                  </a:lnTo>
                  <a:lnTo>
                    <a:pt x="11701" y="610367"/>
                  </a:lnTo>
                  <a:lnTo>
                    <a:pt x="14125" y="607795"/>
                  </a:lnTo>
                  <a:lnTo>
                    <a:pt x="16153" y="606338"/>
                  </a:lnTo>
                  <a:lnTo>
                    <a:pt x="18813" y="605391"/>
                  </a:lnTo>
                  <a:lnTo>
                    <a:pt x="19139" y="604964"/>
                  </a:lnTo>
                  <a:lnTo>
                    <a:pt x="20087" y="604948"/>
                  </a:lnTo>
                  <a:lnTo>
                    <a:pt x="21935" y="605461"/>
                  </a:lnTo>
                  <a:lnTo>
                    <a:pt x="23450" y="605129"/>
                  </a:lnTo>
                  <a:lnTo>
                    <a:pt x="23754" y="605295"/>
                  </a:lnTo>
                  <a:lnTo>
                    <a:pt x="24616" y="605177"/>
                  </a:lnTo>
                  <a:lnTo>
                    <a:pt x="25981" y="605358"/>
                  </a:lnTo>
                  <a:lnTo>
                    <a:pt x="27329" y="605911"/>
                  </a:lnTo>
                  <a:lnTo>
                    <a:pt x="28711" y="604807"/>
                  </a:lnTo>
                  <a:lnTo>
                    <a:pt x="29515" y="604893"/>
                  </a:lnTo>
                  <a:lnTo>
                    <a:pt x="31211" y="604289"/>
                  </a:lnTo>
                  <a:lnTo>
                    <a:pt x="32003" y="603790"/>
                  </a:lnTo>
                  <a:lnTo>
                    <a:pt x="33674" y="601484"/>
                  </a:lnTo>
                  <a:lnTo>
                    <a:pt x="33889" y="600036"/>
                  </a:lnTo>
                  <a:lnTo>
                    <a:pt x="34630" y="599180"/>
                  </a:lnTo>
                  <a:lnTo>
                    <a:pt x="34480" y="598670"/>
                  </a:lnTo>
                  <a:lnTo>
                    <a:pt x="35137" y="597750"/>
                  </a:lnTo>
                  <a:lnTo>
                    <a:pt x="35679" y="596099"/>
                  </a:lnTo>
                  <a:lnTo>
                    <a:pt x="36144" y="595645"/>
                  </a:lnTo>
                  <a:lnTo>
                    <a:pt x="36310" y="593942"/>
                  </a:lnTo>
                  <a:lnTo>
                    <a:pt x="37040" y="593351"/>
                  </a:lnTo>
                  <a:lnTo>
                    <a:pt x="38176" y="592999"/>
                  </a:lnTo>
                  <a:lnTo>
                    <a:pt x="38682" y="592515"/>
                  </a:lnTo>
                  <a:lnTo>
                    <a:pt x="40260" y="592548"/>
                  </a:lnTo>
                  <a:lnTo>
                    <a:pt x="42283" y="591687"/>
                  </a:lnTo>
                  <a:lnTo>
                    <a:pt x="44925" y="589505"/>
                  </a:lnTo>
                  <a:lnTo>
                    <a:pt x="47733" y="587958"/>
                  </a:lnTo>
                  <a:lnTo>
                    <a:pt x="47991" y="586895"/>
                  </a:lnTo>
                  <a:lnTo>
                    <a:pt x="49774" y="584923"/>
                  </a:lnTo>
                  <a:lnTo>
                    <a:pt x="50814" y="584133"/>
                  </a:lnTo>
                  <a:lnTo>
                    <a:pt x="52328" y="582029"/>
                  </a:lnTo>
                  <a:lnTo>
                    <a:pt x="52549" y="580385"/>
                  </a:lnTo>
                  <a:lnTo>
                    <a:pt x="52441" y="579657"/>
                  </a:lnTo>
                  <a:lnTo>
                    <a:pt x="52017" y="578923"/>
                  </a:lnTo>
                  <a:lnTo>
                    <a:pt x="52375" y="578206"/>
                  </a:lnTo>
                  <a:lnTo>
                    <a:pt x="52474" y="577092"/>
                  </a:lnTo>
                  <a:lnTo>
                    <a:pt x="53047" y="576179"/>
                  </a:lnTo>
                  <a:lnTo>
                    <a:pt x="52849" y="568877"/>
                  </a:lnTo>
                  <a:lnTo>
                    <a:pt x="54462" y="566735"/>
                  </a:lnTo>
                  <a:lnTo>
                    <a:pt x="55862" y="566839"/>
                  </a:lnTo>
                  <a:lnTo>
                    <a:pt x="56842" y="565053"/>
                  </a:lnTo>
                  <a:lnTo>
                    <a:pt x="59005" y="562527"/>
                  </a:lnTo>
                  <a:lnTo>
                    <a:pt x="62060" y="560934"/>
                  </a:lnTo>
                  <a:lnTo>
                    <a:pt x="63240" y="558908"/>
                  </a:lnTo>
                  <a:lnTo>
                    <a:pt x="64263" y="552646"/>
                  </a:lnTo>
                  <a:lnTo>
                    <a:pt x="65769" y="551966"/>
                  </a:lnTo>
                  <a:lnTo>
                    <a:pt x="64259" y="550259"/>
                  </a:lnTo>
                  <a:lnTo>
                    <a:pt x="63893" y="548457"/>
                  </a:lnTo>
                  <a:lnTo>
                    <a:pt x="65252" y="546564"/>
                  </a:lnTo>
                  <a:lnTo>
                    <a:pt x="66374" y="544453"/>
                  </a:lnTo>
                  <a:lnTo>
                    <a:pt x="68587" y="543279"/>
                  </a:lnTo>
                  <a:lnTo>
                    <a:pt x="77573" y="540069"/>
                  </a:lnTo>
                  <a:lnTo>
                    <a:pt x="79656" y="539104"/>
                  </a:lnTo>
                  <a:lnTo>
                    <a:pt x="80058" y="538883"/>
                  </a:lnTo>
                  <a:lnTo>
                    <a:pt x="80976" y="536857"/>
                  </a:lnTo>
                  <a:lnTo>
                    <a:pt x="82451" y="534942"/>
                  </a:lnTo>
                  <a:lnTo>
                    <a:pt x="84982" y="534527"/>
                  </a:lnTo>
                  <a:lnTo>
                    <a:pt x="87862" y="532754"/>
                  </a:lnTo>
                  <a:lnTo>
                    <a:pt x="87638" y="529473"/>
                  </a:lnTo>
                  <a:lnTo>
                    <a:pt x="85984" y="526485"/>
                  </a:lnTo>
                  <a:lnTo>
                    <a:pt x="85870" y="525587"/>
                  </a:lnTo>
                  <a:lnTo>
                    <a:pt x="85968" y="523977"/>
                  </a:lnTo>
                  <a:lnTo>
                    <a:pt x="87203" y="518580"/>
                  </a:lnTo>
                  <a:lnTo>
                    <a:pt x="87070" y="517081"/>
                  </a:lnTo>
                  <a:lnTo>
                    <a:pt x="86160" y="513738"/>
                  </a:lnTo>
                  <a:lnTo>
                    <a:pt x="85863" y="511117"/>
                  </a:lnTo>
                  <a:lnTo>
                    <a:pt x="86615" y="506351"/>
                  </a:lnTo>
                  <a:lnTo>
                    <a:pt x="86565" y="505205"/>
                  </a:lnTo>
                  <a:lnTo>
                    <a:pt x="86856" y="503864"/>
                  </a:lnTo>
                  <a:lnTo>
                    <a:pt x="87655" y="501958"/>
                  </a:lnTo>
                  <a:lnTo>
                    <a:pt x="87111" y="500200"/>
                  </a:lnTo>
                  <a:lnTo>
                    <a:pt x="86526" y="496667"/>
                  </a:lnTo>
                  <a:lnTo>
                    <a:pt x="86571" y="495386"/>
                  </a:lnTo>
                  <a:lnTo>
                    <a:pt x="87031" y="495085"/>
                  </a:lnTo>
                  <a:lnTo>
                    <a:pt x="87360" y="493520"/>
                  </a:lnTo>
                  <a:lnTo>
                    <a:pt x="88664" y="492076"/>
                  </a:lnTo>
                  <a:lnTo>
                    <a:pt x="88854" y="491433"/>
                  </a:lnTo>
                  <a:lnTo>
                    <a:pt x="89607" y="490387"/>
                  </a:lnTo>
                  <a:lnTo>
                    <a:pt x="90012" y="489075"/>
                  </a:lnTo>
                  <a:lnTo>
                    <a:pt x="90441" y="488780"/>
                  </a:lnTo>
                  <a:lnTo>
                    <a:pt x="90466" y="488440"/>
                  </a:lnTo>
                  <a:lnTo>
                    <a:pt x="92521" y="485154"/>
                  </a:lnTo>
                  <a:lnTo>
                    <a:pt x="94177" y="483099"/>
                  </a:lnTo>
                  <a:lnTo>
                    <a:pt x="94567" y="481488"/>
                  </a:lnTo>
                  <a:lnTo>
                    <a:pt x="95892" y="479068"/>
                  </a:lnTo>
                  <a:lnTo>
                    <a:pt x="96798" y="478285"/>
                  </a:lnTo>
                  <a:lnTo>
                    <a:pt x="97116" y="477298"/>
                  </a:lnTo>
                  <a:lnTo>
                    <a:pt x="97769" y="477430"/>
                  </a:lnTo>
                  <a:lnTo>
                    <a:pt x="98489" y="477180"/>
                  </a:lnTo>
                  <a:lnTo>
                    <a:pt x="100520" y="474810"/>
                  </a:lnTo>
                  <a:lnTo>
                    <a:pt x="102814" y="470629"/>
                  </a:lnTo>
                  <a:lnTo>
                    <a:pt x="104023" y="467584"/>
                  </a:lnTo>
                  <a:lnTo>
                    <a:pt x="105412" y="466185"/>
                  </a:lnTo>
                  <a:lnTo>
                    <a:pt x="106542" y="464100"/>
                  </a:lnTo>
                  <a:lnTo>
                    <a:pt x="107286" y="461072"/>
                  </a:lnTo>
                  <a:lnTo>
                    <a:pt x="107983" y="459699"/>
                  </a:lnTo>
                  <a:lnTo>
                    <a:pt x="108389" y="457619"/>
                  </a:lnTo>
                  <a:lnTo>
                    <a:pt x="108401" y="456029"/>
                  </a:lnTo>
                  <a:lnTo>
                    <a:pt x="109284" y="454477"/>
                  </a:lnTo>
                  <a:lnTo>
                    <a:pt x="110912" y="453752"/>
                  </a:lnTo>
                  <a:lnTo>
                    <a:pt x="111108" y="452619"/>
                  </a:lnTo>
                  <a:lnTo>
                    <a:pt x="111993" y="451751"/>
                  </a:lnTo>
                  <a:lnTo>
                    <a:pt x="113575" y="447299"/>
                  </a:lnTo>
                  <a:lnTo>
                    <a:pt x="114095" y="446481"/>
                  </a:lnTo>
                  <a:lnTo>
                    <a:pt x="114155" y="445173"/>
                  </a:lnTo>
                  <a:lnTo>
                    <a:pt x="114860" y="443724"/>
                  </a:lnTo>
                  <a:lnTo>
                    <a:pt x="114899" y="441952"/>
                  </a:lnTo>
                  <a:lnTo>
                    <a:pt x="115146" y="441197"/>
                  </a:lnTo>
                  <a:lnTo>
                    <a:pt x="115976" y="439970"/>
                  </a:lnTo>
                  <a:lnTo>
                    <a:pt x="118332" y="438780"/>
                  </a:lnTo>
                  <a:lnTo>
                    <a:pt x="118811" y="438136"/>
                  </a:lnTo>
                  <a:lnTo>
                    <a:pt x="120160" y="437903"/>
                  </a:lnTo>
                  <a:lnTo>
                    <a:pt x="121359" y="437320"/>
                  </a:lnTo>
                  <a:lnTo>
                    <a:pt x="121907" y="436210"/>
                  </a:lnTo>
                  <a:lnTo>
                    <a:pt x="122957" y="435250"/>
                  </a:lnTo>
                  <a:lnTo>
                    <a:pt x="123503" y="434190"/>
                  </a:lnTo>
                  <a:lnTo>
                    <a:pt x="125896" y="432000"/>
                  </a:lnTo>
                  <a:lnTo>
                    <a:pt x="126405" y="431031"/>
                  </a:lnTo>
                  <a:lnTo>
                    <a:pt x="125899" y="429947"/>
                  </a:lnTo>
                  <a:lnTo>
                    <a:pt x="126322" y="429537"/>
                  </a:lnTo>
                  <a:lnTo>
                    <a:pt x="126584" y="428838"/>
                  </a:lnTo>
                  <a:lnTo>
                    <a:pt x="127695" y="427678"/>
                  </a:lnTo>
                  <a:lnTo>
                    <a:pt x="129204" y="426730"/>
                  </a:lnTo>
                  <a:lnTo>
                    <a:pt x="129600" y="425483"/>
                  </a:lnTo>
                  <a:lnTo>
                    <a:pt x="129688" y="424131"/>
                  </a:lnTo>
                  <a:lnTo>
                    <a:pt x="129394" y="422594"/>
                  </a:lnTo>
                  <a:lnTo>
                    <a:pt x="129969" y="421968"/>
                  </a:lnTo>
                  <a:lnTo>
                    <a:pt x="130104" y="421049"/>
                  </a:lnTo>
                  <a:lnTo>
                    <a:pt x="130398" y="420890"/>
                  </a:lnTo>
                  <a:lnTo>
                    <a:pt x="130536" y="420317"/>
                  </a:lnTo>
                  <a:lnTo>
                    <a:pt x="131340" y="419609"/>
                  </a:lnTo>
                  <a:lnTo>
                    <a:pt x="130555" y="418876"/>
                  </a:lnTo>
                  <a:lnTo>
                    <a:pt x="132153" y="415742"/>
                  </a:lnTo>
                  <a:lnTo>
                    <a:pt x="132593" y="415271"/>
                  </a:lnTo>
                  <a:lnTo>
                    <a:pt x="130217" y="412969"/>
                  </a:lnTo>
                  <a:lnTo>
                    <a:pt x="129708" y="412192"/>
                  </a:lnTo>
                  <a:lnTo>
                    <a:pt x="128064" y="410887"/>
                  </a:lnTo>
                  <a:lnTo>
                    <a:pt x="127752" y="410100"/>
                  </a:lnTo>
                  <a:lnTo>
                    <a:pt x="125625" y="407577"/>
                  </a:lnTo>
                  <a:lnTo>
                    <a:pt x="124366" y="405323"/>
                  </a:lnTo>
                  <a:lnTo>
                    <a:pt x="122492" y="403639"/>
                  </a:lnTo>
                  <a:lnTo>
                    <a:pt x="120998" y="400336"/>
                  </a:lnTo>
                  <a:lnTo>
                    <a:pt x="120050" y="399707"/>
                  </a:lnTo>
                  <a:lnTo>
                    <a:pt x="119461" y="398676"/>
                  </a:lnTo>
                  <a:lnTo>
                    <a:pt x="118861" y="398368"/>
                  </a:lnTo>
                  <a:lnTo>
                    <a:pt x="118122" y="395971"/>
                  </a:lnTo>
                  <a:lnTo>
                    <a:pt x="116716" y="395448"/>
                  </a:lnTo>
                  <a:lnTo>
                    <a:pt x="116090" y="394617"/>
                  </a:lnTo>
                  <a:lnTo>
                    <a:pt x="116146" y="393950"/>
                  </a:lnTo>
                  <a:lnTo>
                    <a:pt x="115460" y="392982"/>
                  </a:lnTo>
                  <a:lnTo>
                    <a:pt x="113758" y="391797"/>
                  </a:lnTo>
                  <a:lnTo>
                    <a:pt x="112986" y="390427"/>
                  </a:lnTo>
                  <a:lnTo>
                    <a:pt x="112609" y="388663"/>
                  </a:lnTo>
                  <a:lnTo>
                    <a:pt x="111458" y="387051"/>
                  </a:lnTo>
                  <a:lnTo>
                    <a:pt x="111336" y="384587"/>
                  </a:lnTo>
                  <a:lnTo>
                    <a:pt x="109989" y="381688"/>
                  </a:lnTo>
                  <a:lnTo>
                    <a:pt x="108802" y="380545"/>
                  </a:lnTo>
                  <a:lnTo>
                    <a:pt x="107778" y="380288"/>
                  </a:lnTo>
                  <a:lnTo>
                    <a:pt x="107121" y="379616"/>
                  </a:lnTo>
                  <a:lnTo>
                    <a:pt x="105610" y="379462"/>
                  </a:lnTo>
                  <a:lnTo>
                    <a:pt x="103798" y="378673"/>
                  </a:lnTo>
                  <a:lnTo>
                    <a:pt x="102306" y="377172"/>
                  </a:lnTo>
                  <a:lnTo>
                    <a:pt x="101482" y="377198"/>
                  </a:lnTo>
                  <a:lnTo>
                    <a:pt x="100915" y="375678"/>
                  </a:lnTo>
                  <a:lnTo>
                    <a:pt x="100914" y="373425"/>
                  </a:lnTo>
                  <a:lnTo>
                    <a:pt x="100489" y="372226"/>
                  </a:lnTo>
                  <a:lnTo>
                    <a:pt x="101415" y="370747"/>
                  </a:lnTo>
                  <a:lnTo>
                    <a:pt x="101656" y="368716"/>
                  </a:lnTo>
                  <a:lnTo>
                    <a:pt x="101493" y="367449"/>
                  </a:lnTo>
                  <a:lnTo>
                    <a:pt x="102024" y="367140"/>
                  </a:lnTo>
                  <a:lnTo>
                    <a:pt x="102991" y="364781"/>
                  </a:lnTo>
                  <a:lnTo>
                    <a:pt x="105022" y="362228"/>
                  </a:lnTo>
                  <a:lnTo>
                    <a:pt x="106293" y="361180"/>
                  </a:lnTo>
                  <a:lnTo>
                    <a:pt x="106525" y="360167"/>
                  </a:lnTo>
                  <a:lnTo>
                    <a:pt x="104397" y="355344"/>
                  </a:lnTo>
                  <a:lnTo>
                    <a:pt x="106533" y="352776"/>
                  </a:lnTo>
                  <a:lnTo>
                    <a:pt x="111031" y="352370"/>
                  </a:lnTo>
                  <a:lnTo>
                    <a:pt x="114255" y="347662"/>
                  </a:lnTo>
                  <a:lnTo>
                    <a:pt x="116541" y="345283"/>
                  </a:lnTo>
                  <a:lnTo>
                    <a:pt x="121271" y="344689"/>
                  </a:lnTo>
                  <a:lnTo>
                    <a:pt x="122659" y="346046"/>
                  </a:lnTo>
                  <a:lnTo>
                    <a:pt x="123172" y="345230"/>
                  </a:lnTo>
                  <a:lnTo>
                    <a:pt x="125284" y="343104"/>
                  </a:lnTo>
                  <a:lnTo>
                    <a:pt x="126350" y="342348"/>
                  </a:lnTo>
                  <a:lnTo>
                    <a:pt x="127237" y="341154"/>
                  </a:lnTo>
                  <a:lnTo>
                    <a:pt x="127846" y="339849"/>
                  </a:lnTo>
                  <a:lnTo>
                    <a:pt x="127919" y="339173"/>
                  </a:lnTo>
                  <a:lnTo>
                    <a:pt x="130964" y="335890"/>
                  </a:lnTo>
                  <a:lnTo>
                    <a:pt x="131172" y="335171"/>
                  </a:lnTo>
                  <a:lnTo>
                    <a:pt x="132172" y="333652"/>
                  </a:lnTo>
                  <a:lnTo>
                    <a:pt x="134202" y="331247"/>
                  </a:lnTo>
                  <a:lnTo>
                    <a:pt x="134507" y="330658"/>
                  </a:lnTo>
                  <a:lnTo>
                    <a:pt x="134493" y="329575"/>
                  </a:lnTo>
                  <a:lnTo>
                    <a:pt x="136328" y="330091"/>
                  </a:lnTo>
                  <a:lnTo>
                    <a:pt x="139055" y="330236"/>
                  </a:lnTo>
                  <a:lnTo>
                    <a:pt x="139677" y="330026"/>
                  </a:lnTo>
                  <a:lnTo>
                    <a:pt x="139872" y="329465"/>
                  </a:lnTo>
                  <a:lnTo>
                    <a:pt x="140847" y="328376"/>
                  </a:lnTo>
                  <a:lnTo>
                    <a:pt x="141064" y="327631"/>
                  </a:lnTo>
                  <a:lnTo>
                    <a:pt x="141921" y="326751"/>
                  </a:lnTo>
                  <a:lnTo>
                    <a:pt x="142108" y="325842"/>
                  </a:lnTo>
                  <a:lnTo>
                    <a:pt x="144371" y="324977"/>
                  </a:lnTo>
                  <a:lnTo>
                    <a:pt x="144592" y="324320"/>
                  </a:lnTo>
                  <a:lnTo>
                    <a:pt x="146286" y="323578"/>
                  </a:lnTo>
                  <a:lnTo>
                    <a:pt x="146521" y="322465"/>
                  </a:lnTo>
                  <a:lnTo>
                    <a:pt x="146828" y="322559"/>
                  </a:lnTo>
                  <a:lnTo>
                    <a:pt x="147449" y="322244"/>
                  </a:lnTo>
                  <a:lnTo>
                    <a:pt x="148163" y="321019"/>
                  </a:lnTo>
                  <a:lnTo>
                    <a:pt x="149272" y="321898"/>
                  </a:lnTo>
                  <a:lnTo>
                    <a:pt x="150624" y="321185"/>
                  </a:lnTo>
                  <a:lnTo>
                    <a:pt x="152721" y="321009"/>
                  </a:lnTo>
                  <a:lnTo>
                    <a:pt x="154442" y="320449"/>
                  </a:lnTo>
                  <a:lnTo>
                    <a:pt x="155758" y="318082"/>
                  </a:lnTo>
                  <a:lnTo>
                    <a:pt x="156604" y="317518"/>
                  </a:lnTo>
                  <a:lnTo>
                    <a:pt x="158177" y="315724"/>
                  </a:lnTo>
                  <a:lnTo>
                    <a:pt x="160262" y="314747"/>
                  </a:lnTo>
                  <a:lnTo>
                    <a:pt x="161548" y="313683"/>
                  </a:lnTo>
                  <a:lnTo>
                    <a:pt x="163132" y="311844"/>
                  </a:lnTo>
                  <a:lnTo>
                    <a:pt x="166099" y="310135"/>
                  </a:lnTo>
                  <a:lnTo>
                    <a:pt x="167927" y="309636"/>
                  </a:lnTo>
                  <a:lnTo>
                    <a:pt x="171906" y="309438"/>
                  </a:lnTo>
                  <a:lnTo>
                    <a:pt x="172928" y="311287"/>
                  </a:lnTo>
                  <a:lnTo>
                    <a:pt x="173391" y="312651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pg98">
              <a:extLst>
                <a:ext uri="{FF2B5EF4-FFF2-40B4-BE49-F238E27FC236}">
                  <a16:creationId xmlns:a16="http://schemas.microsoft.com/office/drawing/2014/main" id="{8C80E100-AEA8-86C0-C009-63E5FFC1CB6D}"/>
                </a:ext>
              </a:extLst>
            </p:cNvPr>
            <p:cNvSpPr/>
            <p:nvPr/>
          </p:nvSpPr>
          <p:spPr>
            <a:xfrm>
              <a:off x="6168902" y="3059283"/>
              <a:ext cx="516908" cy="483803"/>
            </a:xfrm>
            <a:custGeom>
              <a:avLst/>
              <a:gdLst/>
              <a:ahLst/>
              <a:cxnLst/>
              <a:rect l="0" t="0" r="0" b="0"/>
              <a:pathLst>
                <a:path w="516908" h="483803">
                  <a:moveTo>
                    <a:pt x="291331" y="459341"/>
                  </a:moveTo>
                  <a:lnTo>
                    <a:pt x="290417" y="459994"/>
                  </a:lnTo>
                  <a:lnTo>
                    <a:pt x="286480" y="461009"/>
                  </a:lnTo>
                  <a:lnTo>
                    <a:pt x="283277" y="462325"/>
                  </a:lnTo>
                  <a:lnTo>
                    <a:pt x="281151" y="465365"/>
                  </a:lnTo>
                  <a:lnTo>
                    <a:pt x="280376" y="467085"/>
                  </a:lnTo>
                  <a:lnTo>
                    <a:pt x="279934" y="467463"/>
                  </a:lnTo>
                  <a:lnTo>
                    <a:pt x="278130" y="467883"/>
                  </a:lnTo>
                  <a:lnTo>
                    <a:pt x="276549" y="467139"/>
                  </a:lnTo>
                  <a:lnTo>
                    <a:pt x="274794" y="467958"/>
                  </a:lnTo>
                  <a:lnTo>
                    <a:pt x="273543" y="468967"/>
                  </a:lnTo>
                  <a:lnTo>
                    <a:pt x="272243" y="469256"/>
                  </a:lnTo>
                  <a:lnTo>
                    <a:pt x="271186" y="469934"/>
                  </a:lnTo>
                  <a:lnTo>
                    <a:pt x="267848" y="469691"/>
                  </a:lnTo>
                  <a:lnTo>
                    <a:pt x="266930" y="469811"/>
                  </a:lnTo>
                  <a:lnTo>
                    <a:pt x="265977" y="469675"/>
                  </a:lnTo>
                  <a:lnTo>
                    <a:pt x="265722" y="469442"/>
                  </a:lnTo>
                  <a:lnTo>
                    <a:pt x="263707" y="470592"/>
                  </a:lnTo>
                  <a:lnTo>
                    <a:pt x="264063" y="471031"/>
                  </a:lnTo>
                  <a:lnTo>
                    <a:pt x="263968" y="471171"/>
                  </a:lnTo>
                  <a:lnTo>
                    <a:pt x="263677" y="471032"/>
                  </a:lnTo>
                  <a:lnTo>
                    <a:pt x="262234" y="471433"/>
                  </a:lnTo>
                  <a:lnTo>
                    <a:pt x="259915" y="470962"/>
                  </a:lnTo>
                  <a:lnTo>
                    <a:pt x="255867" y="471377"/>
                  </a:lnTo>
                  <a:lnTo>
                    <a:pt x="251918" y="473977"/>
                  </a:lnTo>
                  <a:lnTo>
                    <a:pt x="250637" y="474362"/>
                  </a:lnTo>
                  <a:lnTo>
                    <a:pt x="248086" y="473641"/>
                  </a:lnTo>
                  <a:lnTo>
                    <a:pt x="247241" y="473745"/>
                  </a:lnTo>
                  <a:lnTo>
                    <a:pt x="246289" y="473524"/>
                  </a:lnTo>
                  <a:lnTo>
                    <a:pt x="244231" y="473827"/>
                  </a:lnTo>
                  <a:lnTo>
                    <a:pt x="239912" y="472929"/>
                  </a:lnTo>
                  <a:lnTo>
                    <a:pt x="236619" y="472936"/>
                  </a:lnTo>
                  <a:lnTo>
                    <a:pt x="234655" y="472443"/>
                  </a:lnTo>
                  <a:lnTo>
                    <a:pt x="233812" y="472450"/>
                  </a:lnTo>
                  <a:lnTo>
                    <a:pt x="231857" y="473498"/>
                  </a:lnTo>
                  <a:lnTo>
                    <a:pt x="231512" y="474114"/>
                  </a:lnTo>
                  <a:lnTo>
                    <a:pt x="230504" y="474916"/>
                  </a:lnTo>
                  <a:lnTo>
                    <a:pt x="228422" y="475197"/>
                  </a:lnTo>
                  <a:lnTo>
                    <a:pt x="226835" y="476107"/>
                  </a:lnTo>
                  <a:lnTo>
                    <a:pt x="224605" y="476900"/>
                  </a:lnTo>
                  <a:lnTo>
                    <a:pt x="222953" y="477219"/>
                  </a:lnTo>
                  <a:lnTo>
                    <a:pt x="219338" y="479412"/>
                  </a:lnTo>
                  <a:lnTo>
                    <a:pt x="216930" y="481266"/>
                  </a:lnTo>
                  <a:lnTo>
                    <a:pt x="212117" y="483681"/>
                  </a:lnTo>
                  <a:lnTo>
                    <a:pt x="210703" y="483803"/>
                  </a:lnTo>
                  <a:lnTo>
                    <a:pt x="207417" y="483486"/>
                  </a:lnTo>
                  <a:lnTo>
                    <a:pt x="207127" y="482306"/>
                  </a:lnTo>
                  <a:lnTo>
                    <a:pt x="206089" y="481395"/>
                  </a:lnTo>
                  <a:lnTo>
                    <a:pt x="205920" y="480647"/>
                  </a:lnTo>
                  <a:lnTo>
                    <a:pt x="204996" y="479427"/>
                  </a:lnTo>
                  <a:lnTo>
                    <a:pt x="204610" y="478006"/>
                  </a:lnTo>
                  <a:lnTo>
                    <a:pt x="202948" y="476554"/>
                  </a:lnTo>
                  <a:lnTo>
                    <a:pt x="201985" y="476118"/>
                  </a:lnTo>
                  <a:lnTo>
                    <a:pt x="199695" y="473603"/>
                  </a:lnTo>
                  <a:lnTo>
                    <a:pt x="199573" y="471715"/>
                  </a:lnTo>
                  <a:lnTo>
                    <a:pt x="199933" y="469118"/>
                  </a:lnTo>
                  <a:lnTo>
                    <a:pt x="196222" y="463171"/>
                  </a:lnTo>
                  <a:lnTo>
                    <a:pt x="195090" y="462709"/>
                  </a:lnTo>
                  <a:lnTo>
                    <a:pt x="193986" y="461416"/>
                  </a:lnTo>
                  <a:lnTo>
                    <a:pt x="193692" y="460692"/>
                  </a:lnTo>
                  <a:lnTo>
                    <a:pt x="192033" y="460759"/>
                  </a:lnTo>
                  <a:lnTo>
                    <a:pt x="189088" y="458649"/>
                  </a:lnTo>
                  <a:lnTo>
                    <a:pt x="188049" y="457460"/>
                  </a:lnTo>
                  <a:lnTo>
                    <a:pt x="187784" y="456118"/>
                  </a:lnTo>
                  <a:lnTo>
                    <a:pt x="187003" y="454784"/>
                  </a:lnTo>
                  <a:lnTo>
                    <a:pt x="185145" y="452410"/>
                  </a:lnTo>
                  <a:lnTo>
                    <a:pt x="184384" y="451755"/>
                  </a:lnTo>
                  <a:lnTo>
                    <a:pt x="182871" y="451765"/>
                  </a:lnTo>
                  <a:lnTo>
                    <a:pt x="182114" y="452177"/>
                  </a:lnTo>
                  <a:lnTo>
                    <a:pt x="179325" y="449630"/>
                  </a:lnTo>
                  <a:lnTo>
                    <a:pt x="178840" y="449469"/>
                  </a:lnTo>
                  <a:lnTo>
                    <a:pt x="175902" y="450647"/>
                  </a:lnTo>
                  <a:lnTo>
                    <a:pt x="173968" y="450379"/>
                  </a:lnTo>
                  <a:lnTo>
                    <a:pt x="175909" y="448166"/>
                  </a:lnTo>
                  <a:lnTo>
                    <a:pt x="175210" y="447079"/>
                  </a:lnTo>
                  <a:lnTo>
                    <a:pt x="173983" y="446105"/>
                  </a:lnTo>
                  <a:lnTo>
                    <a:pt x="172860" y="443996"/>
                  </a:lnTo>
                  <a:lnTo>
                    <a:pt x="171564" y="443055"/>
                  </a:lnTo>
                  <a:lnTo>
                    <a:pt x="169129" y="438862"/>
                  </a:lnTo>
                  <a:lnTo>
                    <a:pt x="168694" y="438503"/>
                  </a:lnTo>
                  <a:lnTo>
                    <a:pt x="168715" y="438013"/>
                  </a:lnTo>
                  <a:lnTo>
                    <a:pt x="169521" y="437330"/>
                  </a:lnTo>
                  <a:lnTo>
                    <a:pt x="169878" y="436541"/>
                  </a:lnTo>
                  <a:lnTo>
                    <a:pt x="169702" y="436263"/>
                  </a:lnTo>
                  <a:lnTo>
                    <a:pt x="169874" y="435862"/>
                  </a:lnTo>
                  <a:lnTo>
                    <a:pt x="170403" y="435456"/>
                  </a:lnTo>
                  <a:lnTo>
                    <a:pt x="170577" y="434921"/>
                  </a:lnTo>
                  <a:lnTo>
                    <a:pt x="170242" y="434657"/>
                  </a:lnTo>
                  <a:lnTo>
                    <a:pt x="169752" y="433294"/>
                  </a:lnTo>
                  <a:lnTo>
                    <a:pt x="167148" y="431730"/>
                  </a:lnTo>
                  <a:lnTo>
                    <a:pt x="165126" y="428884"/>
                  </a:lnTo>
                  <a:lnTo>
                    <a:pt x="164999" y="426447"/>
                  </a:lnTo>
                  <a:lnTo>
                    <a:pt x="164133" y="423324"/>
                  </a:lnTo>
                  <a:lnTo>
                    <a:pt x="164036" y="422185"/>
                  </a:lnTo>
                  <a:lnTo>
                    <a:pt x="163501" y="421057"/>
                  </a:lnTo>
                  <a:lnTo>
                    <a:pt x="163644" y="420610"/>
                  </a:lnTo>
                  <a:lnTo>
                    <a:pt x="161502" y="417680"/>
                  </a:lnTo>
                  <a:lnTo>
                    <a:pt x="161708" y="417062"/>
                  </a:lnTo>
                  <a:lnTo>
                    <a:pt x="161056" y="416182"/>
                  </a:lnTo>
                  <a:lnTo>
                    <a:pt x="160999" y="415435"/>
                  </a:lnTo>
                  <a:lnTo>
                    <a:pt x="159260" y="413614"/>
                  </a:lnTo>
                  <a:lnTo>
                    <a:pt x="158627" y="413293"/>
                  </a:lnTo>
                  <a:lnTo>
                    <a:pt x="156670" y="410938"/>
                  </a:lnTo>
                  <a:lnTo>
                    <a:pt x="155523" y="410143"/>
                  </a:lnTo>
                  <a:lnTo>
                    <a:pt x="154365" y="408429"/>
                  </a:lnTo>
                  <a:lnTo>
                    <a:pt x="153970" y="406585"/>
                  </a:lnTo>
                  <a:lnTo>
                    <a:pt x="154127" y="404913"/>
                  </a:lnTo>
                  <a:lnTo>
                    <a:pt x="153626" y="402324"/>
                  </a:lnTo>
                  <a:lnTo>
                    <a:pt x="153673" y="400124"/>
                  </a:lnTo>
                  <a:lnTo>
                    <a:pt x="153458" y="399144"/>
                  </a:lnTo>
                  <a:lnTo>
                    <a:pt x="151861" y="396602"/>
                  </a:lnTo>
                  <a:lnTo>
                    <a:pt x="150081" y="393687"/>
                  </a:lnTo>
                  <a:lnTo>
                    <a:pt x="149243" y="393200"/>
                  </a:lnTo>
                  <a:lnTo>
                    <a:pt x="148508" y="393143"/>
                  </a:lnTo>
                  <a:lnTo>
                    <a:pt x="147581" y="392698"/>
                  </a:lnTo>
                  <a:lnTo>
                    <a:pt x="146293" y="391216"/>
                  </a:lnTo>
                  <a:lnTo>
                    <a:pt x="146000" y="388732"/>
                  </a:lnTo>
                  <a:lnTo>
                    <a:pt x="145650" y="387677"/>
                  </a:lnTo>
                  <a:lnTo>
                    <a:pt x="145754" y="386885"/>
                  </a:lnTo>
                  <a:lnTo>
                    <a:pt x="144500" y="382056"/>
                  </a:lnTo>
                  <a:lnTo>
                    <a:pt x="144054" y="381639"/>
                  </a:lnTo>
                  <a:lnTo>
                    <a:pt x="143274" y="381381"/>
                  </a:lnTo>
                  <a:lnTo>
                    <a:pt x="143450" y="381074"/>
                  </a:lnTo>
                  <a:lnTo>
                    <a:pt x="141179" y="378443"/>
                  </a:lnTo>
                  <a:lnTo>
                    <a:pt x="141046" y="377825"/>
                  </a:lnTo>
                  <a:lnTo>
                    <a:pt x="139856" y="375969"/>
                  </a:lnTo>
                  <a:lnTo>
                    <a:pt x="140346" y="374209"/>
                  </a:lnTo>
                  <a:lnTo>
                    <a:pt x="139824" y="370993"/>
                  </a:lnTo>
                  <a:lnTo>
                    <a:pt x="139294" y="369832"/>
                  </a:lnTo>
                  <a:lnTo>
                    <a:pt x="134250" y="366546"/>
                  </a:lnTo>
                  <a:lnTo>
                    <a:pt x="134053" y="366001"/>
                  </a:lnTo>
                  <a:lnTo>
                    <a:pt x="134208" y="365169"/>
                  </a:lnTo>
                  <a:lnTo>
                    <a:pt x="133594" y="365251"/>
                  </a:lnTo>
                  <a:lnTo>
                    <a:pt x="133024" y="363310"/>
                  </a:lnTo>
                  <a:lnTo>
                    <a:pt x="130204" y="359733"/>
                  </a:lnTo>
                  <a:lnTo>
                    <a:pt x="128409" y="358609"/>
                  </a:lnTo>
                  <a:lnTo>
                    <a:pt x="127317" y="358942"/>
                  </a:lnTo>
                  <a:lnTo>
                    <a:pt x="126184" y="358000"/>
                  </a:lnTo>
                  <a:lnTo>
                    <a:pt x="124532" y="357061"/>
                  </a:lnTo>
                  <a:lnTo>
                    <a:pt x="124615" y="356749"/>
                  </a:lnTo>
                  <a:lnTo>
                    <a:pt x="124201" y="355999"/>
                  </a:lnTo>
                  <a:lnTo>
                    <a:pt x="123418" y="355054"/>
                  </a:lnTo>
                  <a:lnTo>
                    <a:pt x="120158" y="353097"/>
                  </a:lnTo>
                  <a:lnTo>
                    <a:pt x="118245" y="353671"/>
                  </a:lnTo>
                  <a:lnTo>
                    <a:pt x="113784" y="353971"/>
                  </a:lnTo>
                  <a:lnTo>
                    <a:pt x="108535" y="353393"/>
                  </a:lnTo>
                  <a:lnTo>
                    <a:pt x="105856" y="352812"/>
                  </a:lnTo>
                  <a:lnTo>
                    <a:pt x="103744" y="352055"/>
                  </a:lnTo>
                  <a:lnTo>
                    <a:pt x="95512" y="349972"/>
                  </a:lnTo>
                  <a:lnTo>
                    <a:pt x="93664" y="348947"/>
                  </a:lnTo>
                  <a:lnTo>
                    <a:pt x="90587" y="347982"/>
                  </a:lnTo>
                  <a:lnTo>
                    <a:pt x="90453" y="347696"/>
                  </a:lnTo>
                  <a:lnTo>
                    <a:pt x="87504" y="347451"/>
                  </a:lnTo>
                  <a:lnTo>
                    <a:pt x="84031" y="346081"/>
                  </a:lnTo>
                  <a:lnTo>
                    <a:pt x="80667" y="345256"/>
                  </a:lnTo>
                  <a:lnTo>
                    <a:pt x="80874" y="344563"/>
                  </a:lnTo>
                  <a:lnTo>
                    <a:pt x="70675" y="342509"/>
                  </a:lnTo>
                  <a:lnTo>
                    <a:pt x="65484" y="337413"/>
                  </a:lnTo>
                  <a:lnTo>
                    <a:pt x="61252" y="334095"/>
                  </a:lnTo>
                  <a:lnTo>
                    <a:pt x="59351" y="332864"/>
                  </a:lnTo>
                  <a:lnTo>
                    <a:pt x="57400" y="330827"/>
                  </a:lnTo>
                  <a:lnTo>
                    <a:pt x="56350" y="330102"/>
                  </a:lnTo>
                  <a:lnTo>
                    <a:pt x="53563" y="329584"/>
                  </a:lnTo>
                  <a:lnTo>
                    <a:pt x="52980" y="329094"/>
                  </a:lnTo>
                  <a:lnTo>
                    <a:pt x="51182" y="327030"/>
                  </a:lnTo>
                  <a:lnTo>
                    <a:pt x="49214" y="323765"/>
                  </a:lnTo>
                  <a:lnTo>
                    <a:pt x="46186" y="317806"/>
                  </a:lnTo>
                  <a:lnTo>
                    <a:pt x="44171" y="315746"/>
                  </a:lnTo>
                  <a:lnTo>
                    <a:pt x="41756" y="313760"/>
                  </a:lnTo>
                  <a:lnTo>
                    <a:pt x="40164" y="312403"/>
                  </a:lnTo>
                  <a:lnTo>
                    <a:pt x="37656" y="308896"/>
                  </a:lnTo>
                  <a:lnTo>
                    <a:pt x="36574" y="307889"/>
                  </a:lnTo>
                  <a:lnTo>
                    <a:pt x="32434" y="306806"/>
                  </a:lnTo>
                  <a:lnTo>
                    <a:pt x="28067" y="304760"/>
                  </a:lnTo>
                  <a:lnTo>
                    <a:pt x="21257" y="303747"/>
                  </a:lnTo>
                  <a:lnTo>
                    <a:pt x="18008" y="303890"/>
                  </a:lnTo>
                  <a:lnTo>
                    <a:pt x="17825" y="302681"/>
                  </a:lnTo>
                  <a:lnTo>
                    <a:pt x="12603" y="296782"/>
                  </a:lnTo>
                  <a:lnTo>
                    <a:pt x="7736" y="291905"/>
                  </a:lnTo>
                  <a:lnTo>
                    <a:pt x="5424" y="287801"/>
                  </a:lnTo>
                  <a:lnTo>
                    <a:pt x="1530" y="284651"/>
                  </a:lnTo>
                  <a:lnTo>
                    <a:pt x="422" y="283429"/>
                  </a:lnTo>
                  <a:lnTo>
                    <a:pt x="609" y="279029"/>
                  </a:lnTo>
                  <a:lnTo>
                    <a:pt x="0" y="277222"/>
                  </a:lnTo>
                  <a:lnTo>
                    <a:pt x="3545" y="268670"/>
                  </a:lnTo>
                  <a:lnTo>
                    <a:pt x="4439" y="267986"/>
                  </a:lnTo>
                  <a:lnTo>
                    <a:pt x="6795" y="268311"/>
                  </a:lnTo>
                  <a:lnTo>
                    <a:pt x="10362" y="271085"/>
                  </a:lnTo>
                  <a:lnTo>
                    <a:pt x="12105" y="271915"/>
                  </a:lnTo>
                  <a:lnTo>
                    <a:pt x="17642" y="272490"/>
                  </a:lnTo>
                  <a:lnTo>
                    <a:pt x="18362" y="272801"/>
                  </a:lnTo>
                  <a:lnTo>
                    <a:pt x="19066" y="272645"/>
                  </a:lnTo>
                  <a:lnTo>
                    <a:pt x="21269" y="273388"/>
                  </a:lnTo>
                  <a:lnTo>
                    <a:pt x="21948" y="273184"/>
                  </a:lnTo>
                  <a:lnTo>
                    <a:pt x="23291" y="273381"/>
                  </a:lnTo>
                  <a:lnTo>
                    <a:pt x="22937" y="270452"/>
                  </a:lnTo>
                  <a:lnTo>
                    <a:pt x="23415" y="268758"/>
                  </a:lnTo>
                  <a:lnTo>
                    <a:pt x="23400" y="263811"/>
                  </a:lnTo>
                  <a:lnTo>
                    <a:pt x="22968" y="262863"/>
                  </a:lnTo>
                  <a:lnTo>
                    <a:pt x="21947" y="261822"/>
                  </a:lnTo>
                  <a:lnTo>
                    <a:pt x="17080" y="259750"/>
                  </a:lnTo>
                  <a:lnTo>
                    <a:pt x="10758" y="256215"/>
                  </a:lnTo>
                  <a:lnTo>
                    <a:pt x="15099" y="256807"/>
                  </a:lnTo>
                  <a:lnTo>
                    <a:pt x="23053" y="256580"/>
                  </a:lnTo>
                  <a:lnTo>
                    <a:pt x="25382" y="255941"/>
                  </a:lnTo>
                  <a:lnTo>
                    <a:pt x="26372" y="254837"/>
                  </a:lnTo>
                  <a:lnTo>
                    <a:pt x="26917" y="253827"/>
                  </a:lnTo>
                  <a:lnTo>
                    <a:pt x="27067" y="252950"/>
                  </a:lnTo>
                  <a:lnTo>
                    <a:pt x="27415" y="249588"/>
                  </a:lnTo>
                  <a:lnTo>
                    <a:pt x="27313" y="244375"/>
                  </a:lnTo>
                  <a:lnTo>
                    <a:pt x="27965" y="241486"/>
                  </a:lnTo>
                  <a:lnTo>
                    <a:pt x="28776" y="239641"/>
                  </a:lnTo>
                  <a:lnTo>
                    <a:pt x="29566" y="238494"/>
                  </a:lnTo>
                  <a:lnTo>
                    <a:pt x="33216" y="235685"/>
                  </a:lnTo>
                  <a:lnTo>
                    <a:pt x="33860" y="234610"/>
                  </a:lnTo>
                  <a:lnTo>
                    <a:pt x="34127" y="234070"/>
                  </a:lnTo>
                  <a:lnTo>
                    <a:pt x="34725" y="230354"/>
                  </a:lnTo>
                  <a:lnTo>
                    <a:pt x="36473" y="227905"/>
                  </a:lnTo>
                  <a:lnTo>
                    <a:pt x="36530" y="224639"/>
                  </a:lnTo>
                  <a:lnTo>
                    <a:pt x="37644" y="222560"/>
                  </a:lnTo>
                  <a:lnTo>
                    <a:pt x="39932" y="221580"/>
                  </a:lnTo>
                  <a:lnTo>
                    <a:pt x="41903" y="219730"/>
                  </a:lnTo>
                  <a:lnTo>
                    <a:pt x="42853" y="217983"/>
                  </a:lnTo>
                  <a:lnTo>
                    <a:pt x="42796" y="216725"/>
                  </a:lnTo>
                  <a:lnTo>
                    <a:pt x="45517" y="209714"/>
                  </a:lnTo>
                  <a:lnTo>
                    <a:pt x="50108" y="211555"/>
                  </a:lnTo>
                  <a:lnTo>
                    <a:pt x="54819" y="212911"/>
                  </a:lnTo>
                  <a:lnTo>
                    <a:pt x="56989" y="213991"/>
                  </a:lnTo>
                  <a:lnTo>
                    <a:pt x="58475" y="215503"/>
                  </a:lnTo>
                  <a:lnTo>
                    <a:pt x="60387" y="218781"/>
                  </a:lnTo>
                  <a:lnTo>
                    <a:pt x="62462" y="220603"/>
                  </a:lnTo>
                  <a:lnTo>
                    <a:pt x="64202" y="223175"/>
                  </a:lnTo>
                  <a:lnTo>
                    <a:pt x="64928" y="223751"/>
                  </a:lnTo>
                  <a:lnTo>
                    <a:pt x="71317" y="224950"/>
                  </a:lnTo>
                  <a:lnTo>
                    <a:pt x="73249" y="225579"/>
                  </a:lnTo>
                  <a:lnTo>
                    <a:pt x="74995" y="225705"/>
                  </a:lnTo>
                  <a:lnTo>
                    <a:pt x="75732" y="226030"/>
                  </a:lnTo>
                  <a:lnTo>
                    <a:pt x="77013" y="227357"/>
                  </a:lnTo>
                  <a:lnTo>
                    <a:pt x="77726" y="227360"/>
                  </a:lnTo>
                  <a:lnTo>
                    <a:pt x="78679" y="227824"/>
                  </a:lnTo>
                  <a:lnTo>
                    <a:pt x="80554" y="225945"/>
                  </a:lnTo>
                  <a:lnTo>
                    <a:pt x="82006" y="222708"/>
                  </a:lnTo>
                  <a:lnTo>
                    <a:pt x="83554" y="220017"/>
                  </a:lnTo>
                  <a:lnTo>
                    <a:pt x="82688" y="219953"/>
                  </a:lnTo>
                  <a:lnTo>
                    <a:pt x="83170" y="217175"/>
                  </a:lnTo>
                  <a:lnTo>
                    <a:pt x="83045" y="215574"/>
                  </a:lnTo>
                  <a:lnTo>
                    <a:pt x="83891" y="214976"/>
                  </a:lnTo>
                  <a:lnTo>
                    <a:pt x="84287" y="212905"/>
                  </a:lnTo>
                  <a:lnTo>
                    <a:pt x="82624" y="212661"/>
                  </a:lnTo>
                  <a:lnTo>
                    <a:pt x="82539" y="211673"/>
                  </a:lnTo>
                  <a:lnTo>
                    <a:pt x="84958" y="210276"/>
                  </a:lnTo>
                  <a:lnTo>
                    <a:pt x="85402" y="209216"/>
                  </a:lnTo>
                  <a:lnTo>
                    <a:pt x="85866" y="209385"/>
                  </a:lnTo>
                  <a:lnTo>
                    <a:pt x="86842" y="208881"/>
                  </a:lnTo>
                  <a:lnTo>
                    <a:pt x="87174" y="208507"/>
                  </a:lnTo>
                  <a:lnTo>
                    <a:pt x="87155" y="208072"/>
                  </a:lnTo>
                  <a:lnTo>
                    <a:pt x="86827" y="207031"/>
                  </a:lnTo>
                  <a:lnTo>
                    <a:pt x="86212" y="206107"/>
                  </a:lnTo>
                  <a:lnTo>
                    <a:pt x="85768" y="204601"/>
                  </a:lnTo>
                  <a:lnTo>
                    <a:pt x="85350" y="204075"/>
                  </a:lnTo>
                  <a:lnTo>
                    <a:pt x="85235" y="202751"/>
                  </a:lnTo>
                  <a:lnTo>
                    <a:pt x="82790" y="200676"/>
                  </a:lnTo>
                  <a:lnTo>
                    <a:pt x="83377" y="200089"/>
                  </a:lnTo>
                  <a:lnTo>
                    <a:pt x="82873" y="198435"/>
                  </a:lnTo>
                  <a:lnTo>
                    <a:pt x="83341" y="196009"/>
                  </a:lnTo>
                  <a:lnTo>
                    <a:pt x="82995" y="193635"/>
                  </a:lnTo>
                  <a:lnTo>
                    <a:pt x="83320" y="191072"/>
                  </a:lnTo>
                  <a:lnTo>
                    <a:pt x="83038" y="190513"/>
                  </a:lnTo>
                  <a:lnTo>
                    <a:pt x="83079" y="188462"/>
                  </a:lnTo>
                  <a:lnTo>
                    <a:pt x="82730" y="186604"/>
                  </a:lnTo>
                  <a:lnTo>
                    <a:pt x="82369" y="185274"/>
                  </a:lnTo>
                  <a:lnTo>
                    <a:pt x="81871" y="184412"/>
                  </a:lnTo>
                  <a:lnTo>
                    <a:pt x="81792" y="183315"/>
                  </a:lnTo>
                  <a:lnTo>
                    <a:pt x="81015" y="181583"/>
                  </a:lnTo>
                  <a:lnTo>
                    <a:pt x="81036" y="179994"/>
                  </a:lnTo>
                  <a:lnTo>
                    <a:pt x="81724" y="176836"/>
                  </a:lnTo>
                  <a:lnTo>
                    <a:pt x="81213" y="172948"/>
                  </a:lnTo>
                  <a:lnTo>
                    <a:pt x="80365" y="170004"/>
                  </a:lnTo>
                  <a:lnTo>
                    <a:pt x="80368" y="168089"/>
                  </a:lnTo>
                  <a:lnTo>
                    <a:pt x="80745" y="166224"/>
                  </a:lnTo>
                  <a:lnTo>
                    <a:pt x="80559" y="164682"/>
                  </a:lnTo>
                  <a:lnTo>
                    <a:pt x="81430" y="163702"/>
                  </a:lnTo>
                  <a:lnTo>
                    <a:pt x="82258" y="163826"/>
                  </a:lnTo>
                  <a:lnTo>
                    <a:pt x="82789" y="163658"/>
                  </a:lnTo>
                  <a:lnTo>
                    <a:pt x="86130" y="161173"/>
                  </a:lnTo>
                  <a:lnTo>
                    <a:pt x="87433" y="158977"/>
                  </a:lnTo>
                  <a:lnTo>
                    <a:pt x="87905" y="159258"/>
                  </a:lnTo>
                  <a:lnTo>
                    <a:pt x="89670" y="158252"/>
                  </a:lnTo>
                  <a:lnTo>
                    <a:pt x="90418" y="158371"/>
                  </a:lnTo>
                  <a:lnTo>
                    <a:pt x="91017" y="159040"/>
                  </a:lnTo>
                  <a:lnTo>
                    <a:pt x="91771" y="159348"/>
                  </a:lnTo>
                  <a:lnTo>
                    <a:pt x="92932" y="159541"/>
                  </a:lnTo>
                  <a:lnTo>
                    <a:pt x="94175" y="160512"/>
                  </a:lnTo>
                  <a:lnTo>
                    <a:pt x="95429" y="160699"/>
                  </a:lnTo>
                  <a:lnTo>
                    <a:pt x="96336" y="158735"/>
                  </a:lnTo>
                  <a:lnTo>
                    <a:pt x="95758" y="155634"/>
                  </a:lnTo>
                  <a:lnTo>
                    <a:pt x="95905" y="153314"/>
                  </a:lnTo>
                  <a:lnTo>
                    <a:pt x="95656" y="151437"/>
                  </a:lnTo>
                  <a:lnTo>
                    <a:pt x="94879" y="149226"/>
                  </a:lnTo>
                  <a:lnTo>
                    <a:pt x="94874" y="148436"/>
                  </a:lnTo>
                  <a:lnTo>
                    <a:pt x="96453" y="146082"/>
                  </a:lnTo>
                  <a:lnTo>
                    <a:pt x="97099" y="145595"/>
                  </a:lnTo>
                  <a:lnTo>
                    <a:pt x="98565" y="143282"/>
                  </a:lnTo>
                  <a:lnTo>
                    <a:pt x="102278" y="140230"/>
                  </a:lnTo>
                  <a:lnTo>
                    <a:pt x="102947" y="139453"/>
                  </a:lnTo>
                  <a:lnTo>
                    <a:pt x="103045" y="138768"/>
                  </a:lnTo>
                  <a:lnTo>
                    <a:pt x="106524" y="137106"/>
                  </a:lnTo>
                  <a:lnTo>
                    <a:pt x="107560" y="136738"/>
                  </a:lnTo>
                  <a:lnTo>
                    <a:pt x="108571" y="136778"/>
                  </a:lnTo>
                  <a:lnTo>
                    <a:pt x="109451" y="136174"/>
                  </a:lnTo>
                  <a:lnTo>
                    <a:pt x="110348" y="134268"/>
                  </a:lnTo>
                  <a:lnTo>
                    <a:pt x="111136" y="131665"/>
                  </a:lnTo>
                  <a:lnTo>
                    <a:pt x="110604" y="128597"/>
                  </a:lnTo>
                  <a:lnTo>
                    <a:pt x="110107" y="127560"/>
                  </a:lnTo>
                  <a:lnTo>
                    <a:pt x="110332" y="125069"/>
                  </a:lnTo>
                  <a:lnTo>
                    <a:pt x="109880" y="123948"/>
                  </a:lnTo>
                  <a:lnTo>
                    <a:pt x="109082" y="123225"/>
                  </a:lnTo>
                  <a:lnTo>
                    <a:pt x="108508" y="122212"/>
                  </a:lnTo>
                  <a:lnTo>
                    <a:pt x="108031" y="119999"/>
                  </a:lnTo>
                  <a:lnTo>
                    <a:pt x="106918" y="117877"/>
                  </a:lnTo>
                  <a:lnTo>
                    <a:pt x="106805" y="116938"/>
                  </a:lnTo>
                  <a:lnTo>
                    <a:pt x="105703" y="116334"/>
                  </a:lnTo>
                  <a:lnTo>
                    <a:pt x="106274" y="114367"/>
                  </a:lnTo>
                  <a:lnTo>
                    <a:pt x="106545" y="111689"/>
                  </a:lnTo>
                  <a:lnTo>
                    <a:pt x="106884" y="111047"/>
                  </a:lnTo>
                  <a:lnTo>
                    <a:pt x="107242" y="111168"/>
                  </a:lnTo>
                  <a:lnTo>
                    <a:pt x="107801" y="110898"/>
                  </a:lnTo>
                  <a:lnTo>
                    <a:pt x="109188" y="109346"/>
                  </a:lnTo>
                  <a:lnTo>
                    <a:pt x="110046" y="106304"/>
                  </a:lnTo>
                  <a:lnTo>
                    <a:pt x="110151" y="103857"/>
                  </a:lnTo>
                  <a:lnTo>
                    <a:pt x="109873" y="103008"/>
                  </a:lnTo>
                  <a:lnTo>
                    <a:pt x="109458" y="97073"/>
                  </a:lnTo>
                  <a:lnTo>
                    <a:pt x="108509" y="96000"/>
                  </a:lnTo>
                  <a:lnTo>
                    <a:pt x="109458" y="97073"/>
                  </a:lnTo>
                  <a:lnTo>
                    <a:pt x="112336" y="96217"/>
                  </a:lnTo>
                  <a:lnTo>
                    <a:pt x="115339" y="95629"/>
                  </a:lnTo>
                  <a:lnTo>
                    <a:pt x="117918" y="95667"/>
                  </a:lnTo>
                  <a:lnTo>
                    <a:pt x="119208" y="95267"/>
                  </a:lnTo>
                  <a:lnTo>
                    <a:pt x="119873" y="93796"/>
                  </a:lnTo>
                  <a:lnTo>
                    <a:pt x="121355" y="91495"/>
                  </a:lnTo>
                  <a:lnTo>
                    <a:pt x="122075" y="90631"/>
                  </a:lnTo>
                  <a:lnTo>
                    <a:pt x="124013" y="89035"/>
                  </a:lnTo>
                  <a:lnTo>
                    <a:pt x="123621" y="87380"/>
                  </a:lnTo>
                  <a:lnTo>
                    <a:pt x="123634" y="85990"/>
                  </a:lnTo>
                  <a:lnTo>
                    <a:pt x="125306" y="83946"/>
                  </a:lnTo>
                  <a:lnTo>
                    <a:pt x="128561" y="82041"/>
                  </a:lnTo>
                  <a:lnTo>
                    <a:pt x="131079" y="78869"/>
                  </a:lnTo>
                  <a:lnTo>
                    <a:pt x="132361" y="77766"/>
                  </a:lnTo>
                  <a:lnTo>
                    <a:pt x="133385" y="76508"/>
                  </a:lnTo>
                  <a:lnTo>
                    <a:pt x="134388" y="75214"/>
                  </a:lnTo>
                  <a:lnTo>
                    <a:pt x="135338" y="74772"/>
                  </a:lnTo>
                  <a:lnTo>
                    <a:pt x="134847" y="74306"/>
                  </a:lnTo>
                  <a:lnTo>
                    <a:pt x="137098" y="71979"/>
                  </a:lnTo>
                  <a:lnTo>
                    <a:pt x="137528" y="71189"/>
                  </a:lnTo>
                  <a:lnTo>
                    <a:pt x="137832" y="71228"/>
                  </a:lnTo>
                  <a:lnTo>
                    <a:pt x="138102" y="70797"/>
                  </a:lnTo>
                  <a:lnTo>
                    <a:pt x="140133" y="71279"/>
                  </a:lnTo>
                  <a:lnTo>
                    <a:pt x="141652" y="71025"/>
                  </a:lnTo>
                  <a:lnTo>
                    <a:pt x="143301" y="70363"/>
                  </a:lnTo>
                  <a:lnTo>
                    <a:pt x="144928" y="68811"/>
                  </a:lnTo>
                  <a:lnTo>
                    <a:pt x="146444" y="66127"/>
                  </a:lnTo>
                  <a:lnTo>
                    <a:pt x="149321" y="63373"/>
                  </a:lnTo>
                  <a:lnTo>
                    <a:pt x="149903" y="61733"/>
                  </a:lnTo>
                  <a:lnTo>
                    <a:pt x="150664" y="60653"/>
                  </a:lnTo>
                  <a:lnTo>
                    <a:pt x="153205" y="55234"/>
                  </a:lnTo>
                  <a:lnTo>
                    <a:pt x="156947" y="51361"/>
                  </a:lnTo>
                  <a:lnTo>
                    <a:pt x="157442" y="49379"/>
                  </a:lnTo>
                  <a:lnTo>
                    <a:pt x="158925" y="47711"/>
                  </a:lnTo>
                  <a:lnTo>
                    <a:pt x="159511" y="46421"/>
                  </a:lnTo>
                  <a:lnTo>
                    <a:pt x="159810" y="46196"/>
                  </a:lnTo>
                  <a:lnTo>
                    <a:pt x="160019" y="44595"/>
                  </a:lnTo>
                  <a:lnTo>
                    <a:pt x="162725" y="38663"/>
                  </a:lnTo>
                  <a:lnTo>
                    <a:pt x="166157" y="37526"/>
                  </a:lnTo>
                  <a:lnTo>
                    <a:pt x="169714" y="38184"/>
                  </a:lnTo>
                  <a:lnTo>
                    <a:pt x="173416" y="33582"/>
                  </a:lnTo>
                  <a:lnTo>
                    <a:pt x="177165" y="31381"/>
                  </a:lnTo>
                  <a:lnTo>
                    <a:pt x="181135" y="34891"/>
                  </a:lnTo>
                  <a:lnTo>
                    <a:pt x="185145" y="34717"/>
                  </a:lnTo>
                  <a:lnTo>
                    <a:pt x="190239" y="31788"/>
                  </a:lnTo>
                  <a:lnTo>
                    <a:pt x="192764" y="31055"/>
                  </a:lnTo>
                  <a:lnTo>
                    <a:pt x="200344" y="29110"/>
                  </a:lnTo>
                  <a:lnTo>
                    <a:pt x="199523" y="23449"/>
                  </a:lnTo>
                  <a:lnTo>
                    <a:pt x="200861" y="20349"/>
                  </a:lnTo>
                  <a:lnTo>
                    <a:pt x="207831" y="16720"/>
                  </a:lnTo>
                  <a:lnTo>
                    <a:pt x="209687" y="17057"/>
                  </a:lnTo>
                  <a:lnTo>
                    <a:pt x="211829" y="17093"/>
                  </a:lnTo>
                  <a:lnTo>
                    <a:pt x="213295" y="16268"/>
                  </a:lnTo>
                  <a:lnTo>
                    <a:pt x="213485" y="15874"/>
                  </a:lnTo>
                  <a:lnTo>
                    <a:pt x="215629" y="14646"/>
                  </a:lnTo>
                  <a:lnTo>
                    <a:pt x="218272" y="7512"/>
                  </a:lnTo>
                  <a:lnTo>
                    <a:pt x="218790" y="6757"/>
                  </a:lnTo>
                  <a:lnTo>
                    <a:pt x="222731" y="4823"/>
                  </a:lnTo>
                  <a:lnTo>
                    <a:pt x="224935" y="4082"/>
                  </a:lnTo>
                  <a:lnTo>
                    <a:pt x="229479" y="3569"/>
                  </a:lnTo>
                  <a:lnTo>
                    <a:pt x="234682" y="3798"/>
                  </a:lnTo>
                  <a:lnTo>
                    <a:pt x="240368" y="6013"/>
                  </a:lnTo>
                  <a:lnTo>
                    <a:pt x="241097" y="6102"/>
                  </a:lnTo>
                  <a:lnTo>
                    <a:pt x="242795" y="5748"/>
                  </a:lnTo>
                  <a:lnTo>
                    <a:pt x="243705" y="5176"/>
                  </a:lnTo>
                  <a:lnTo>
                    <a:pt x="248358" y="909"/>
                  </a:lnTo>
                  <a:lnTo>
                    <a:pt x="252791" y="0"/>
                  </a:lnTo>
                  <a:lnTo>
                    <a:pt x="256386" y="416"/>
                  </a:lnTo>
                  <a:lnTo>
                    <a:pt x="257528" y="1339"/>
                  </a:lnTo>
                  <a:lnTo>
                    <a:pt x="258455" y="1664"/>
                  </a:lnTo>
                  <a:lnTo>
                    <a:pt x="261208" y="1796"/>
                  </a:lnTo>
                  <a:lnTo>
                    <a:pt x="262451" y="2091"/>
                  </a:lnTo>
                  <a:lnTo>
                    <a:pt x="263954" y="1755"/>
                  </a:lnTo>
                  <a:lnTo>
                    <a:pt x="265235" y="1940"/>
                  </a:lnTo>
                  <a:lnTo>
                    <a:pt x="267085" y="2398"/>
                  </a:lnTo>
                  <a:lnTo>
                    <a:pt x="270245" y="3898"/>
                  </a:lnTo>
                  <a:lnTo>
                    <a:pt x="272544" y="4601"/>
                  </a:lnTo>
                  <a:lnTo>
                    <a:pt x="275234" y="3917"/>
                  </a:lnTo>
                  <a:lnTo>
                    <a:pt x="277615" y="2842"/>
                  </a:lnTo>
                  <a:lnTo>
                    <a:pt x="279141" y="2848"/>
                  </a:lnTo>
                  <a:lnTo>
                    <a:pt x="282951" y="4042"/>
                  </a:lnTo>
                  <a:lnTo>
                    <a:pt x="284219" y="3785"/>
                  </a:lnTo>
                  <a:lnTo>
                    <a:pt x="285727" y="4606"/>
                  </a:lnTo>
                  <a:lnTo>
                    <a:pt x="286509" y="6361"/>
                  </a:lnTo>
                  <a:lnTo>
                    <a:pt x="288042" y="8305"/>
                  </a:lnTo>
                  <a:lnTo>
                    <a:pt x="289181" y="9270"/>
                  </a:lnTo>
                  <a:lnTo>
                    <a:pt x="290703" y="9336"/>
                  </a:lnTo>
                  <a:lnTo>
                    <a:pt x="294777" y="8850"/>
                  </a:lnTo>
                  <a:lnTo>
                    <a:pt x="295351" y="9126"/>
                  </a:lnTo>
                  <a:lnTo>
                    <a:pt x="295662" y="8745"/>
                  </a:lnTo>
                  <a:lnTo>
                    <a:pt x="296861" y="8166"/>
                  </a:lnTo>
                  <a:lnTo>
                    <a:pt x="297117" y="7701"/>
                  </a:lnTo>
                  <a:lnTo>
                    <a:pt x="299137" y="6611"/>
                  </a:lnTo>
                  <a:lnTo>
                    <a:pt x="301579" y="6165"/>
                  </a:lnTo>
                  <a:lnTo>
                    <a:pt x="303933" y="6866"/>
                  </a:lnTo>
                  <a:lnTo>
                    <a:pt x="310305" y="4046"/>
                  </a:lnTo>
                  <a:lnTo>
                    <a:pt x="311319" y="3011"/>
                  </a:lnTo>
                  <a:lnTo>
                    <a:pt x="313404" y="2400"/>
                  </a:lnTo>
                  <a:lnTo>
                    <a:pt x="315096" y="2965"/>
                  </a:lnTo>
                  <a:lnTo>
                    <a:pt x="317327" y="4251"/>
                  </a:lnTo>
                  <a:lnTo>
                    <a:pt x="318393" y="5332"/>
                  </a:lnTo>
                  <a:lnTo>
                    <a:pt x="319981" y="6253"/>
                  </a:lnTo>
                  <a:lnTo>
                    <a:pt x="322161" y="8180"/>
                  </a:lnTo>
                  <a:lnTo>
                    <a:pt x="322700" y="8870"/>
                  </a:lnTo>
                  <a:lnTo>
                    <a:pt x="322943" y="10975"/>
                  </a:lnTo>
                  <a:lnTo>
                    <a:pt x="322747" y="12150"/>
                  </a:lnTo>
                  <a:lnTo>
                    <a:pt x="323190" y="14180"/>
                  </a:lnTo>
                  <a:lnTo>
                    <a:pt x="324373" y="15761"/>
                  </a:lnTo>
                  <a:lnTo>
                    <a:pt x="326794" y="17435"/>
                  </a:lnTo>
                  <a:lnTo>
                    <a:pt x="327845" y="17500"/>
                  </a:lnTo>
                  <a:lnTo>
                    <a:pt x="328988" y="17076"/>
                  </a:lnTo>
                  <a:lnTo>
                    <a:pt x="331072" y="17526"/>
                  </a:lnTo>
                  <a:lnTo>
                    <a:pt x="332588" y="17602"/>
                  </a:lnTo>
                  <a:lnTo>
                    <a:pt x="333947" y="16671"/>
                  </a:lnTo>
                  <a:lnTo>
                    <a:pt x="335125" y="15411"/>
                  </a:lnTo>
                  <a:lnTo>
                    <a:pt x="336897" y="14366"/>
                  </a:lnTo>
                  <a:lnTo>
                    <a:pt x="339233" y="13972"/>
                  </a:lnTo>
                  <a:lnTo>
                    <a:pt x="340540" y="14201"/>
                  </a:lnTo>
                  <a:lnTo>
                    <a:pt x="340696" y="14029"/>
                  </a:lnTo>
                  <a:lnTo>
                    <a:pt x="343085" y="14981"/>
                  </a:lnTo>
                  <a:lnTo>
                    <a:pt x="342407" y="18380"/>
                  </a:lnTo>
                  <a:lnTo>
                    <a:pt x="343041" y="20131"/>
                  </a:lnTo>
                  <a:lnTo>
                    <a:pt x="344222" y="20778"/>
                  </a:lnTo>
                  <a:lnTo>
                    <a:pt x="344587" y="22040"/>
                  </a:lnTo>
                  <a:lnTo>
                    <a:pt x="344524" y="23057"/>
                  </a:lnTo>
                  <a:lnTo>
                    <a:pt x="343287" y="26330"/>
                  </a:lnTo>
                  <a:lnTo>
                    <a:pt x="343208" y="28030"/>
                  </a:lnTo>
                  <a:lnTo>
                    <a:pt x="344964" y="28161"/>
                  </a:lnTo>
                  <a:lnTo>
                    <a:pt x="345432" y="31057"/>
                  </a:lnTo>
                  <a:lnTo>
                    <a:pt x="349859" y="31877"/>
                  </a:lnTo>
                  <a:lnTo>
                    <a:pt x="350546" y="32305"/>
                  </a:lnTo>
                  <a:lnTo>
                    <a:pt x="355969" y="40983"/>
                  </a:lnTo>
                  <a:lnTo>
                    <a:pt x="358738" y="43634"/>
                  </a:lnTo>
                  <a:lnTo>
                    <a:pt x="360170" y="48237"/>
                  </a:lnTo>
                  <a:lnTo>
                    <a:pt x="362421" y="52262"/>
                  </a:lnTo>
                  <a:lnTo>
                    <a:pt x="363807" y="55560"/>
                  </a:lnTo>
                  <a:lnTo>
                    <a:pt x="366539" y="60731"/>
                  </a:lnTo>
                  <a:lnTo>
                    <a:pt x="367971" y="62517"/>
                  </a:lnTo>
                  <a:lnTo>
                    <a:pt x="368451" y="64031"/>
                  </a:lnTo>
                  <a:lnTo>
                    <a:pt x="368291" y="64453"/>
                  </a:lnTo>
                  <a:lnTo>
                    <a:pt x="369007" y="65844"/>
                  </a:lnTo>
                  <a:lnTo>
                    <a:pt x="369037" y="66559"/>
                  </a:lnTo>
                  <a:lnTo>
                    <a:pt x="369428" y="67404"/>
                  </a:lnTo>
                  <a:lnTo>
                    <a:pt x="369264" y="68096"/>
                  </a:lnTo>
                  <a:lnTo>
                    <a:pt x="369565" y="69224"/>
                  </a:lnTo>
                  <a:lnTo>
                    <a:pt x="368546" y="71241"/>
                  </a:lnTo>
                  <a:lnTo>
                    <a:pt x="368365" y="72143"/>
                  </a:lnTo>
                  <a:lnTo>
                    <a:pt x="367286" y="72395"/>
                  </a:lnTo>
                  <a:lnTo>
                    <a:pt x="366855" y="72719"/>
                  </a:lnTo>
                  <a:lnTo>
                    <a:pt x="366020" y="72766"/>
                  </a:lnTo>
                  <a:lnTo>
                    <a:pt x="365000" y="73154"/>
                  </a:lnTo>
                  <a:lnTo>
                    <a:pt x="364446" y="73057"/>
                  </a:lnTo>
                  <a:lnTo>
                    <a:pt x="363686" y="73425"/>
                  </a:lnTo>
                  <a:lnTo>
                    <a:pt x="363539" y="73806"/>
                  </a:lnTo>
                  <a:lnTo>
                    <a:pt x="363899" y="75794"/>
                  </a:lnTo>
                  <a:lnTo>
                    <a:pt x="361042" y="76385"/>
                  </a:lnTo>
                  <a:lnTo>
                    <a:pt x="360181" y="78344"/>
                  </a:lnTo>
                  <a:lnTo>
                    <a:pt x="359647" y="78811"/>
                  </a:lnTo>
                  <a:lnTo>
                    <a:pt x="360004" y="79786"/>
                  </a:lnTo>
                  <a:lnTo>
                    <a:pt x="361410" y="81617"/>
                  </a:lnTo>
                  <a:lnTo>
                    <a:pt x="361695" y="83567"/>
                  </a:lnTo>
                  <a:lnTo>
                    <a:pt x="363233" y="86059"/>
                  </a:lnTo>
                  <a:lnTo>
                    <a:pt x="363395" y="87782"/>
                  </a:lnTo>
                  <a:lnTo>
                    <a:pt x="364405" y="88227"/>
                  </a:lnTo>
                  <a:lnTo>
                    <a:pt x="365992" y="90129"/>
                  </a:lnTo>
                  <a:lnTo>
                    <a:pt x="366925" y="92424"/>
                  </a:lnTo>
                  <a:lnTo>
                    <a:pt x="366821" y="92786"/>
                  </a:lnTo>
                  <a:lnTo>
                    <a:pt x="367164" y="93148"/>
                  </a:lnTo>
                  <a:lnTo>
                    <a:pt x="367354" y="95618"/>
                  </a:lnTo>
                  <a:lnTo>
                    <a:pt x="367113" y="95572"/>
                  </a:lnTo>
                  <a:lnTo>
                    <a:pt x="366610" y="96114"/>
                  </a:lnTo>
                  <a:lnTo>
                    <a:pt x="366410" y="97208"/>
                  </a:lnTo>
                  <a:lnTo>
                    <a:pt x="364926" y="98475"/>
                  </a:lnTo>
                  <a:lnTo>
                    <a:pt x="364411" y="100177"/>
                  </a:lnTo>
                  <a:lnTo>
                    <a:pt x="363046" y="102572"/>
                  </a:lnTo>
                  <a:lnTo>
                    <a:pt x="362640" y="104032"/>
                  </a:lnTo>
                  <a:lnTo>
                    <a:pt x="361683" y="104507"/>
                  </a:lnTo>
                  <a:lnTo>
                    <a:pt x="361224" y="105109"/>
                  </a:lnTo>
                  <a:lnTo>
                    <a:pt x="360054" y="108190"/>
                  </a:lnTo>
                  <a:lnTo>
                    <a:pt x="358687" y="110218"/>
                  </a:lnTo>
                  <a:lnTo>
                    <a:pt x="358145" y="110615"/>
                  </a:lnTo>
                  <a:lnTo>
                    <a:pt x="357348" y="112321"/>
                  </a:lnTo>
                  <a:lnTo>
                    <a:pt x="356218" y="113039"/>
                  </a:lnTo>
                  <a:lnTo>
                    <a:pt x="355874" y="113692"/>
                  </a:lnTo>
                  <a:lnTo>
                    <a:pt x="355879" y="114533"/>
                  </a:lnTo>
                  <a:lnTo>
                    <a:pt x="356778" y="116897"/>
                  </a:lnTo>
                  <a:lnTo>
                    <a:pt x="357382" y="119685"/>
                  </a:lnTo>
                  <a:lnTo>
                    <a:pt x="357181" y="120633"/>
                  </a:lnTo>
                  <a:lnTo>
                    <a:pt x="357392" y="122635"/>
                  </a:lnTo>
                  <a:lnTo>
                    <a:pt x="357295" y="124114"/>
                  </a:lnTo>
                  <a:lnTo>
                    <a:pt x="358265" y="126979"/>
                  </a:lnTo>
                  <a:lnTo>
                    <a:pt x="360230" y="128040"/>
                  </a:lnTo>
                  <a:lnTo>
                    <a:pt x="360924" y="128995"/>
                  </a:lnTo>
                  <a:lnTo>
                    <a:pt x="361209" y="130513"/>
                  </a:lnTo>
                  <a:lnTo>
                    <a:pt x="361938" y="131433"/>
                  </a:lnTo>
                  <a:lnTo>
                    <a:pt x="362884" y="131398"/>
                  </a:lnTo>
                  <a:lnTo>
                    <a:pt x="366042" y="133246"/>
                  </a:lnTo>
                  <a:lnTo>
                    <a:pt x="367903" y="133208"/>
                  </a:lnTo>
                  <a:lnTo>
                    <a:pt x="368433" y="133499"/>
                  </a:lnTo>
                  <a:lnTo>
                    <a:pt x="369235" y="135142"/>
                  </a:lnTo>
                  <a:lnTo>
                    <a:pt x="369996" y="138230"/>
                  </a:lnTo>
                  <a:lnTo>
                    <a:pt x="369998" y="138940"/>
                  </a:lnTo>
                  <a:lnTo>
                    <a:pt x="369433" y="139901"/>
                  </a:lnTo>
                  <a:lnTo>
                    <a:pt x="369542" y="141279"/>
                  </a:lnTo>
                  <a:lnTo>
                    <a:pt x="369889" y="141722"/>
                  </a:lnTo>
                  <a:lnTo>
                    <a:pt x="370537" y="141789"/>
                  </a:lnTo>
                  <a:lnTo>
                    <a:pt x="371047" y="142165"/>
                  </a:lnTo>
                  <a:lnTo>
                    <a:pt x="371825" y="144388"/>
                  </a:lnTo>
                  <a:lnTo>
                    <a:pt x="374255" y="148759"/>
                  </a:lnTo>
                  <a:lnTo>
                    <a:pt x="375955" y="150303"/>
                  </a:lnTo>
                  <a:lnTo>
                    <a:pt x="378237" y="152182"/>
                  </a:lnTo>
                  <a:lnTo>
                    <a:pt x="379409" y="153680"/>
                  </a:lnTo>
                  <a:lnTo>
                    <a:pt x="381187" y="154384"/>
                  </a:lnTo>
                  <a:lnTo>
                    <a:pt x="383668" y="156116"/>
                  </a:lnTo>
                  <a:lnTo>
                    <a:pt x="384680" y="158475"/>
                  </a:lnTo>
                  <a:lnTo>
                    <a:pt x="384550" y="159545"/>
                  </a:lnTo>
                  <a:lnTo>
                    <a:pt x="384958" y="161333"/>
                  </a:lnTo>
                  <a:lnTo>
                    <a:pt x="386555" y="164781"/>
                  </a:lnTo>
                  <a:lnTo>
                    <a:pt x="387894" y="166446"/>
                  </a:lnTo>
                  <a:lnTo>
                    <a:pt x="391193" y="168378"/>
                  </a:lnTo>
                  <a:lnTo>
                    <a:pt x="391868" y="169119"/>
                  </a:lnTo>
                  <a:lnTo>
                    <a:pt x="391272" y="172208"/>
                  </a:lnTo>
                  <a:lnTo>
                    <a:pt x="391496" y="173721"/>
                  </a:lnTo>
                  <a:lnTo>
                    <a:pt x="392298" y="174647"/>
                  </a:lnTo>
                  <a:lnTo>
                    <a:pt x="393078" y="175097"/>
                  </a:lnTo>
                  <a:lnTo>
                    <a:pt x="394293" y="176976"/>
                  </a:lnTo>
                  <a:lnTo>
                    <a:pt x="396640" y="178445"/>
                  </a:lnTo>
                  <a:lnTo>
                    <a:pt x="398571" y="180102"/>
                  </a:lnTo>
                  <a:lnTo>
                    <a:pt x="398112" y="182067"/>
                  </a:lnTo>
                  <a:lnTo>
                    <a:pt x="396597" y="184684"/>
                  </a:lnTo>
                  <a:lnTo>
                    <a:pt x="397017" y="185907"/>
                  </a:lnTo>
                  <a:lnTo>
                    <a:pt x="398247" y="187899"/>
                  </a:lnTo>
                  <a:lnTo>
                    <a:pt x="399449" y="189271"/>
                  </a:lnTo>
                  <a:lnTo>
                    <a:pt x="399617" y="190062"/>
                  </a:lnTo>
                  <a:lnTo>
                    <a:pt x="399447" y="192301"/>
                  </a:lnTo>
                  <a:lnTo>
                    <a:pt x="400108" y="194319"/>
                  </a:lnTo>
                  <a:lnTo>
                    <a:pt x="402304" y="195635"/>
                  </a:lnTo>
                  <a:lnTo>
                    <a:pt x="402785" y="196411"/>
                  </a:lnTo>
                  <a:lnTo>
                    <a:pt x="403679" y="195831"/>
                  </a:lnTo>
                  <a:lnTo>
                    <a:pt x="404550" y="197317"/>
                  </a:lnTo>
                  <a:lnTo>
                    <a:pt x="406260" y="199200"/>
                  </a:lnTo>
                  <a:lnTo>
                    <a:pt x="406857" y="200422"/>
                  </a:lnTo>
                  <a:lnTo>
                    <a:pt x="407544" y="201024"/>
                  </a:lnTo>
                  <a:lnTo>
                    <a:pt x="408012" y="201899"/>
                  </a:lnTo>
                  <a:lnTo>
                    <a:pt x="409058" y="201795"/>
                  </a:lnTo>
                  <a:lnTo>
                    <a:pt x="409770" y="202378"/>
                  </a:lnTo>
                  <a:lnTo>
                    <a:pt x="410500" y="200265"/>
                  </a:lnTo>
                  <a:lnTo>
                    <a:pt x="413327" y="197675"/>
                  </a:lnTo>
                  <a:lnTo>
                    <a:pt x="415561" y="197449"/>
                  </a:lnTo>
                  <a:lnTo>
                    <a:pt x="417224" y="197949"/>
                  </a:lnTo>
                  <a:lnTo>
                    <a:pt x="420538" y="197601"/>
                  </a:lnTo>
                  <a:lnTo>
                    <a:pt x="421829" y="198427"/>
                  </a:lnTo>
                  <a:lnTo>
                    <a:pt x="423026" y="200090"/>
                  </a:lnTo>
                  <a:lnTo>
                    <a:pt x="425964" y="201576"/>
                  </a:lnTo>
                  <a:lnTo>
                    <a:pt x="428881" y="208061"/>
                  </a:lnTo>
                  <a:lnTo>
                    <a:pt x="430560" y="208852"/>
                  </a:lnTo>
                  <a:lnTo>
                    <a:pt x="432316" y="208485"/>
                  </a:lnTo>
                  <a:lnTo>
                    <a:pt x="432948" y="208135"/>
                  </a:lnTo>
                  <a:lnTo>
                    <a:pt x="434518" y="208766"/>
                  </a:lnTo>
                  <a:lnTo>
                    <a:pt x="436312" y="208284"/>
                  </a:lnTo>
                  <a:lnTo>
                    <a:pt x="437334" y="207672"/>
                  </a:lnTo>
                  <a:lnTo>
                    <a:pt x="437876" y="207850"/>
                  </a:lnTo>
                  <a:lnTo>
                    <a:pt x="438337" y="210378"/>
                  </a:lnTo>
                  <a:lnTo>
                    <a:pt x="439300" y="211745"/>
                  </a:lnTo>
                  <a:lnTo>
                    <a:pt x="439785" y="213600"/>
                  </a:lnTo>
                  <a:lnTo>
                    <a:pt x="440865" y="215483"/>
                  </a:lnTo>
                  <a:lnTo>
                    <a:pt x="442002" y="218347"/>
                  </a:lnTo>
                  <a:lnTo>
                    <a:pt x="444356" y="219858"/>
                  </a:lnTo>
                  <a:lnTo>
                    <a:pt x="445779" y="221523"/>
                  </a:lnTo>
                  <a:lnTo>
                    <a:pt x="449486" y="226296"/>
                  </a:lnTo>
                  <a:lnTo>
                    <a:pt x="449995" y="226551"/>
                  </a:lnTo>
                  <a:lnTo>
                    <a:pt x="449885" y="226941"/>
                  </a:lnTo>
                  <a:lnTo>
                    <a:pt x="449920" y="228593"/>
                  </a:lnTo>
                  <a:lnTo>
                    <a:pt x="449483" y="229517"/>
                  </a:lnTo>
                  <a:lnTo>
                    <a:pt x="448720" y="229642"/>
                  </a:lnTo>
                  <a:lnTo>
                    <a:pt x="447729" y="230235"/>
                  </a:lnTo>
                  <a:lnTo>
                    <a:pt x="447799" y="230374"/>
                  </a:lnTo>
                  <a:lnTo>
                    <a:pt x="448535" y="231124"/>
                  </a:lnTo>
                  <a:lnTo>
                    <a:pt x="449896" y="231413"/>
                  </a:lnTo>
                  <a:lnTo>
                    <a:pt x="452993" y="232700"/>
                  </a:lnTo>
                  <a:lnTo>
                    <a:pt x="454607" y="234185"/>
                  </a:lnTo>
                  <a:lnTo>
                    <a:pt x="453860" y="235171"/>
                  </a:lnTo>
                  <a:lnTo>
                    <a:pt x="453285" y="238363"/>
                  </a:lnTo>
                  <a:lnTo>
                    <a:pt x="451327" y="241544"/>
                  </a:lnTo>
                  <a:lnTo>
                    <a:pt x="451437" y="241894"/>
                  </a:lnTo>
                  <a:lnTo>
                    <a:pt x="451173" y="242980"/>
                  </a:lnTo>
                  <a:lnTo>
                    <a:pt x="449972" y="243592"/>
                  </a:lnTo>
                  <a:lnTo>
                    <a:pt x="448235" y="245336"/>
                  </a:lnTo>
                  <a:lnTo>
                    <a:pt x="447870" y="246399"/>
                  </a:lnTo>
                  <a:lnTo>
                    <a:pt x="447658" y="248388"/>
                  </a:lnTo>
                  <a:lnTo>
                    <a:pt x="447742" y="248695"/>
                  </a:lnTo>
                  <a:lnTo>
                    <a:pt x="449527" y="248095"/>
                  </a:lnTo>
                  <a:lnTo>
                    <a:pt x="451118" y="247943"/>
                  </a:lnTo>
                  <a:lnTo>
                    <a:pt x="452360" y="248594"/>
                  </a:lnTo>
                  <a:lnTo>
                    <a:pt x="453874" y="248913"/>
                  </a:lnTo>
                  <a:lnTo>
                    <a:pt x="453780" y="250381"/>
                  </a:lnTo>
                  <a:lnTo>
                    <a:pt x="452770" y="254035"/>
                  </a:lnTo>
                  <a:lnTo>
                    <a:pt x="451435" y="259706"/>
                  </a:lnTo>
                  <a:lnTo>
                    <a:pt x="451526" y="262247"/>
                  </a:lnTo>
                  <a:lnTo>
                    <a:pt x="450949" y="265117"/>
                  </a:lnTo>
                  <a:lnTo>
                    <a:pt x="451137" y="269143"/>
                  </a:lnTo>
                  <a:lnTo>
                    <a:pt x="450156" y="271916"/>
                  </a:lnTo>
                  <a:lnTo>
                    <a:pt x="448119" y="275552"/>
                  </a:lnTo>
                  <a:lnTo>
                    <a:pt x="449704" y="276276"/>
                  </a:lnTo>
                  <a:lnTo>
                    <a:pt x="450213" y="276112"/>
                  </a:lnTo>
                  <a:lnTo>
                    <a:pt x="450767" y="275250"/>
                  </a:lnTo>
                  <a:lnTo>
                    <a:pt x="451017" y="273546"/>
                  </a:lnTo>
                  <a:lnTo>
                    <a:pt x="451603" y="272646"/>
                  </a:lnTo>
                  <a:lnTo>
                    <a:pt x="454758" y="273201"/>
                  </a:lnTo>
                  <a:lnTo>
                    <a:pt x="455278" y="271103"/>
                  </a:lnTo>
                  <a:lnTo>
                    <a:pt x="456240" y="269014"/>
                  </a:lnTo>
                  <a:lnTo>
                    <a:pt x="456592" y="265513"/>
                  </a:lnTo>
                  <a:lnTo>
                    <a:pt x="457067" y="264414"/>
                  </a:lnTo>
                  <a:lnTo>
                    <a:pt x="458432" y="263009"/>
                  </a:lnTo>
                  <a:lnTo>
                    <a:pt x="458882" y="263862"/>
                  </a:lnTo>
                  <a:lnTo>
                    <a:pt x="459079" y="265019"/>
                  </a:lnTo>
                  <a:lnTo>
                    <a:pt x="459832" y="266471"/>
                  </a:lnTo>
                  <a:lnTo>
                    <a:pt x="460421" y="268426"/>
                  </a:lnTo>
                  <a:lnTo>
                    <a:pt x="460334" y="269236"/>
                  </a:lnTo>
                  <a:lnTo>
                    <a:pt x="461203" y="269677"/>
                  </a:lnTo>
                  <a:lnTo>
                    <a:pt x="461624" y="270286"/>
                  </a:lnTo>
                  <a:lnTo>
                    <a:pt x="461410" y="278112"/>
                  </a:lnTo>
                  <a:lnTo>
                    <a:pt x="460511" y="280308"/>
                  </a:lnTo>
                  <a:lnTo>
                    <a:pt x="459813" y="280307"/>
                  </a:lnTo>
                  <a:lnTo>
                    <a:pt x="458517" y="281118"/>
                  </a:lnTo>
                  <a:lnTo>
                    <a:pt x="457138" y="283418"/>
                  </a:lnTo>
                  <a:lnTo>
                    <a:pt x="457938" y="283783"/>
                  </a:lnTo>
                  <a:lnTo>
                    <a:pt x="458454" y="284858"/>
                  </a:lnTo>
                  <a:lnTo>
                    <a:pt x="457023" y="286469"/>
                  </a:lnTo>
                  <a:lnTo>
                    <a:pt x="458333" y="287089"/>
                  </a:lnTo>
                  <a:lnTo>
                    <a:pt x="456227" y="289423"/>
                  </a:lnTo>
                  <a:lnTo>
                    <a:pt x="457071" y="290325"/>
                  </a:lnTo>
                  <a:lnTo>
                    <a:pt x="455742" y="291801"/>
                  </a:lnTo>
                  <a:lnTo>
                    <a:pt x="456605" y="292770"/>
                  </a:lnTo>
                  <a:lnTo>
                    <a:pt x="456977" y="293096"/>
                  </a:lnTo>
                  <a:lnTo>
                    <a:pt x="457682" y="292426"/>
                  </a:lnTo>
                  <a:lnTo>
                    <a:pt x="457880" y="292593"/>
                  </a:lnTo>
                  <a:lnTo>
                    <a:pt x="460269" y="296662"/>
                  </a:lnTo>
                  <a:lnTo>
                    <a:pt x="459863" y="297392"/>
                  </a:lnTo>
                  <a:lnTo>
                    <a:pt x="459889" y="297837"/>
                  </a:lnTo>
                  <a:lnTo>
                    <a:pt x="460320" y="298171"/>
                  </a:lnTo>
                  <a:lnTo>
                    <a:pt x="460143" y="298887"/>
                  </a:lnTo>
                  <a:lnTo>
                    <a:pt x="464183" y="300286"/>
                  </a:lnTo>
                  <a:lnTo>
                    <a:pt x="463168" y="301713"/>
                  </a:lnTo>
                  <a:lnTo>
                    <a:pt x="464326" y="302743"/>
                  </a:lnTo>
                  <a:lnTo>
                    <a:pt x="463657" y="303479"/>
                  </a:lnTo>
                  <a:lnTo>
                    <a:pt x="463660" y="304225"/>
                  </a:lnTo>
                  <a:lnTo>
                    <a:pt x="462885" y="305295"/>
                  </a:lnTo>
                  <a:lnTo>
                    <a:pt x="462106" y="307184"/>
                  </a:lnTo>
                  <a:lnTo>
                    <a:pt x="462362" y="307918"/>
                  </a:lnTo>
                  <a:lnTo>
                    <a:pt x="463272" y="307740"/>
                  </a:lnTo>
                  <a:lnTo>
                    <a:pt x="464697" y="308642"/>
                  </a:lnTo>
                  <a:lnTo>
                    <a:pt x="465639" y="308754"/>
                  </a:lnTo>
                  <a:lnTo>
                    <a:pt x="466909" y="309307"/>
                  </a:lnTo>
                  <a:lnTo>
                    <a:pt x="469983" y="309811"/>
                  </a:lnTo>
                  <a:lnTo>
                    <a:pt x="470392" y="310091"/>
                  </a:lnTo>
                  <a:lnTo>
                    <a:pt x="470557" y="310760"/>
                  </a:lnTo>
                  <a:lnTo>
                    <a:pt x="470195" y="312047"/>
                  </a:lnTo>
                  <a:lnTo>
                    <a:pt x="470132" y="315143"/>
                  </a:lnTo>
                  <a:lnTo>
                    <a:pt x="471910" y="316837"/>
                  </a:lnTo>
                  <a:lnTo>
                    <a:pt x="472791" y="318483"/>
                  </a:lnTo>
                  <a:lnTo>
                    <a:pt x="473484" y="318773"/>
                  </a:lnTo>
                  <a:lnTo>
                    <a:pt x="474474" y="318571"/>
                  </a:lnTo>
                  <a:lnTo>
                    <a:pt x="475674" y="319270"/>
                  </a:lnTo>
                  <a:lnTo>
                    <a:pt x="476940" y="319535"/>
                  </a:lnTo>
                  <a:lnTo>
                    <a:pt x="477587" y="319929"/>
                  </a:lnTo>
                  <a:lnTo>
                    <a:pt x="479280" y="320155"/>
                  </a:lnTo>
                  <a:lnTo>
                    <a:pt x="480646" y="320727"/>
                  </a:lnTo>
                  <a:lnTo>
                    <a:pt x="481544" y="320702"/>
                  </a:lnTo>
                  <a:lnTo>
                    <a:pt x="482139" y="320982"/>
                  </a:lnTo>
                  <a:lnTo>
                    <a:pt x="483006" y="319480"/>
                  </a:lnTo>
                  <a:lnTo>
                    <a:pt x="483362" y="319751"/>
                  </a:lnTo>
                  <a:lnTo>
                    <a:pt x="484451" y="318446"/>
                  </a:lnTo>
                  <a:lnTo>
                    <a:pt x="483943" y="317449"/>
                  </a:lnTo>
                  <a:lnTo>
                    <a:pt x="484548" y="317131"/>
                  </a:lnTo>
                  <a:lnTo>
                    <a:pt x="484617" y="317317"/>
                  </a:lnTo>
                  <a:lnTo>
                    <a:pt x="485335" y="317270"/>
                  </a:lnTo>
                  <a:lnTo>
                    <a:pt x="486987" y="316375"/>
                  </a:lnTo>
                  <a:lnTo>
                    <a:pt x="487778" y="316207"/>
                  </a:lnTo>
                  <a:lnTo>
                    <a:pt x="488969" y="314717"/>
                  </a:lnTo>
                  <a:lnTo>
                    <a:pt x="489675" y="314210"/>
                  </a:lnTo>
                  <a:lnTo>
                    <a:pt x="490223" y="313318"/>
                  </a:lnTo>
                  <a:lnTo>
                    <a:pt x="490743" y="313020"/>
                  </a:lnTo>
                  <a:lnTo>
                    <a:pt x="490502" y="312777"/>
                  </a:lnTo>
                  <a:lnTo>
                    <a:pt x="491169" y="311881"/>
                  </a:lnTo>
                  <a:lnTo>
                    <a:pt x="491208" y="311199"/>
                  </a:lnTo>
                  <a:lnTo>
                    <a:pt x="491836" y="310090"/>
                  </a:lnTo>
                  <a:lnTo>
                    <a:pt x="492139" y="309941"/>
                  </a:lnTo>
                  <a:lnTo>
                    <a:pt x="492004" y="309673"/>
                  </a:lnTo>
                  <a:lnTo>
                    <a:pt x="492662" y="309172"/>
                  </a:lnTo>
                  <a:lnTo>
                    <a:pt x="492445" y="308752"/>
                  </a:lnTo>
                  <a:lnTo>
                    <a:pt x="492716" y="307143"/>
                  </a:lnTo>
                  <a:lnTo>
                    <a:pt x="493366" y="306428"/>
                  </a:lnTo>
                  <a:lnTo>
                    <a:pt x="493527" y="306599"/>
                  </a:lnTo>
                  <a:lnTo>
                    <a:pt x="493645" y="306469"/>
                  </a:lnTo>
                  <a:lnTo>
                    <a:pt x="493599" y="306141"/>
                  </a:lnTo>
                  <a:lnTo>
                    <a:pt x="494073" y="305567"/>
                  </a:lnTo>
                  <a:lnTo>
                    <a:pt x="493878" y="305495"/>
                  </a:lnTo>
                  <a:lnTo>
                    <a:pt x="493950" y="305196"/>
                  </a:lnTo>
                  <a:lnTo>
                    <a:pt x="494283" y="304851"/>
                  </a:lnTo>
                  <a:lnTo>
                    <a:pt x="494159" y="304632"/>
                  </a:lnTo>
                  <a:lnTo>
                    <a:pt x="494806" y="304399"/>
                  </a:lnTo>
                  <a:lnTo>
                    <a:pt x="496028" y="304736"/>
                  </a:lnTo>
                  <a:lnTo>
                    <a:pt x="496357" y="306110"/>
                  </a:lnTo>
                  <a:lnTo>
                    <a:pt x="495341" y="306870"/>
                  </a:lnTo>
                  <a:lnTo>
                    <a:pt x="495414" y="308996"/>
                  </a:lnTo>
                  <a:lnTo>
                    <a:pt x="496208" y="309950"/>
                  </a:lnTo>
                  <a:lnTo>
                    <a:pt x="496279" y="310480"/>
                  </a:lnTo>
                  <a:lnTo>
                    <a:pt x="498222" y="310575"/>
                  </a:lnTo>
                  <a:lnTo>
                    <a:pt x="498250" y="310781"/>
                  </a:lnTo>
                  <a:lnTo>
                    <a:pt x="498622" y="311115"/>
                  </a:lnTo>
                  <a:lnTo>
                    <a:pt x="498206" y="311750"/>
                  </a:lnTo>
                  <a:lnTo>
                    <a:pt x="498272" y="313038"/>
                  </a:lnTo>
                  <a:lnTo>
                    <a:pt x="498751" y="314408"/>
                  </a:lnTo>
                  <a:lnTo>
                    <a:pt x="498898" y="318905"/>
                  </a:lnTo>
                  <a:lnTo>
                    <a:pt x="498279" y="320815"/>
                  </a:lnTo>
                  <a:lnTo>
                    <a:pt x="499178" y="321278"/>
                  </a:lnTo>
                  <a:lnTo>
                    <a:pt x="502032" y="322080"/>
                  </a:lnTo>
                  <a:lnTo>
                    <a:pt x="503288" y="322986"/>
                  </a:lnTo>
                  <a:lnTo>
                    <a:pt x="505064" y="323681"/>
                  </a:lnTo>
                  <a:lnTo>
                    <a:pt x="506400" y="323435"/>
                  </a:lnTo>
                  <a:lnTo>
                    <a:pt x="506948" y="323599"/>
                  </a:lnTo>
                  <a:lnTo>
                    <a:pt x="507319" y="323397"/>
                  </a:lnTo>
                  <a:lnTo>
                    <a:pt x="508946" y="325663"/>
                  </a:lnTo>
                  <a:lnTo>
                    <a:pt x="507317" y="328640"/>
                  </a:lnTo>
                  <a:lnTo>
                    <a:pt x="506358" y="328049"/>
                  </a:lnTo>
                  <a:lnTo>
                    <a:pt x="505667" y="327154"/>
                  </a:lnTo>
                  <a:lnTo>
                    <a:pt x="505339" y="327361"/>
                  </a:lnTo>
                  <a:lnTo>
                    <a:pt x="504072" y="327276"/>
                  </a:lnTo>
                  <a:lnTo>
                    <a:pt x="502566" y="329354"/>
                  </a:lnTo>
                  <a:lnTo>
                    <a:pt x="502323" y="330571"/>
                  </a:lnTo>
                  <a:lnTo>
                    <a:pt x="503003" y="331643"/>
                  </a:lnTo>
                  <a:lnTo>
                    <a:pt x="504922" y="330953"/>
                  </a:lnTo>
                  <a:lnTo>
                    <a:pt x="505976" y="330283"/>
                  </a:lnTo>
                  <a:lnTo>
                    <a:pt x="507620" y="329862"/>
                  </a:lnTo>
                  <a:lnTo>
                    <a:pt x="508646" y="331376"/>
                  </a:lnTo>
                  <a:lnTo>
                    <a:pt x="508769" y="332224"/>
                  </a:lnTo>
                  <a:lnTo>
                    <a:pt x="508577" y="334155"/>
                  </a:lnTo>
                  <a:lnTo>
                    <a:pt x="511150" y="334042"/>
                  </a:lnTo>
                  <a:lnTo>
                    <a:pt x="511684" y="334288"/>
                  </a:lnTo>
                  <a:lnTo>
                    <a:pt x="511525" y="336790"/>
                  </a:lnTo>
                  <a:lnTo>
                    <a:pt x="510313" y="337572"/>
                  </a:lnTo>
                  <a:lnTo>
                    <a:pt x="509933" y="338762"/>
                  </a:lnTo>
                  <a:lnTo>
                    <a:pt x="510066" y="341168"/>
                  </a:lnTo>
                  <a:lnTo>
                    <a:pt x="510636" y="341765"/>
                  </a:lnTo>
                  <a:lnTo>
                    <a:pt x="513026" y="342948"/>
                  </a:lnTo>
                  <a:lnTo>
                    <a:pt x="514355" y="343121"/>
                  </a:lnTo>
                  <a:lnTo>
                    <a:pt x="513792" y="344081"/>
                  </a:lnTo>
                  <a:lnTo>
                    <a:pt x="513085" y="344601"/>
                  </a:lnTo>
                  <a:lnTo>
                    <a:pt x="511140" y="344958"/>
                  </a:lnTo>
                  <a:lnTo>
                    <a:pt x="510052" y="344917"/>
                  </a:lnTo>
                  <a:lnTo>
                    <a:pt x="510087" y="345297"/>
                  </a:lnTo>
                  <a:lnTo>
                    <a:pt x="509647" y="345625"/>
                  </a:lnTo>
                  <a:lnTo>
                    <a:pt x="509694" y="345998"/>
                  </a:lnTo>
                  <a:lnTo>
                    <a:pt x="509381" y="346082"/>
                  </a:lnTo>
                  <a:lnTo>
                    <a:pt x="509365" y="346488"/>
                  </a:lnTo>
                  <a:lnTo>
                    <a:pt x="508280" y="347416"/>
                  </a:lnTo>
                  <a:lnTo>
                    <a:pt x="507849" y="347531"/>
                  </a:lnTo>
                  <a:lnTo>
                    <a:pt x="507081" y="347333"/>
                  </a:lnTo>
                  <a:lnTo>
                    <a:pt x="506053" y="347961"/>
                  </a:lnTo>
                  <a:lnTo>
                    <a:pt x="505779" y="348594"/>
                  </a:lnTo>
                  <a:lnTo>
                    <a:pt x="505329" y="348310"/>
                  </a:lnTo>
                  <a:lnTo>
                    <a:pt x="503574" y="349272"/>
                  </a:lnTo>
                  <a:lnTo>
                    <a:pt x="503010" y="350359"/>
                  </a:lnTo>
                  <a:lnTo>
                    <a:pt x="503216" y="353221"/>
                  </a:lnTo>
                  <a:lnTo>
                    <a:pt x="505635" y="355045"/>
                  </a:lnTo>
                  <a:lnTo>
                    <a:pt x="502057" y="360386"/>
                  </a:lnTo>
                  <a:lnTo>
                    <a:pt x="501746" y="359898"/>
                  </a:lnTo>
                  <a:lnTo>
                    <a:pt x="499451" y="361148"/>
                  </a:lnTo>
                  <a:lnTo>
                    <a:pt x="499246" y="361882"/>
                  </a:lnTo>
                  <a:lnTo>
                    <a:pt x="500364" y="365679"/>
                  </a:lnTo>
                  <a:lnTo>
                    <a:pt x="500935" y="365556"/>
                  </a:lnTo>
                  <a:lnTo>
                    <a:pt x="501399" y="367423"/>
                  </a:lnTo>
                  <a:lnTo>
                    <a:pt x="501936" y="368479"/>
                  </a:lnTo>
                  <a:lnTo>
                    <a:pt x="504564" y="371305"/>
                  </a:lnTo>
                  <a:lnTo>
                    <a:pt x="506174" y="372649"/>
                  </a:lnTo>
                  <a:lnTo>
                    <a:pt x="507289" y="373060"/>
                  </a:lnTo>
                  <a:lnTo>
                    <a:pt x="508347" y="373073"/>
                  </a:lnTo>
                  <a:lnTo>
                    <a:pt x="508181" y="373638"/>
                  </a:lnTo>
                  <a:lnTo>
                    <a:pt x="508930" y="373592"/>
                  </a:lnTo>
                  <a:lnTo>
                    <a:pt x="511290" y="372762"/>
                  </a:lnTo>
                  <a:lnTo>
                    <a:pt x="513137" y="372842"/>
                  </a:lnTo>
                  <a:lnTo>
                    <a:pt x="514449" y="373594"/>
                  </a:lnTo>
                  <a:lnTo>
                    <a:pt x="515803" y="375361"/>
                  </a:lnTo>
                  <a:lnTo>
                    <a:pt x="516908" y="376309"/>
                  </a:lnTo>
                  <a:lnTo>
                    <a:pt x="514314" y="380032"/>
                  </a:lnTo>
                  <a:lnTo>
                    <a:pt x="515245" y="380645"/>
                  </a:lnTo>
                  <a:lnTo>
                    <a:pt x="515071" y="380938"/>
                  </a:lnTo>
                  <a:lnTo>
                    <a:pt x="514622" y="381049"/>
                  </a:lnTo>
                  <a:lnTo>
                    <a:pt x="513185" y="384235"/>
                  </a:lnTo>
                  <a:lnTo>
                    <a:pt x="513724" y="384653"/>
                  </a:lnTo>
                  <a:lnTo>
                    <a:pt x="511781" y="388588"/>
                  </a:lnTo>
                  <a:lnTo>
                    <a:pt x="511200" y="389203"/>
                  </a:lnTo>
                  <a:lnTo>
                    <a:pt x="511023" y="391615"/>
                  </a:lnTo>
                  <a:lnTo>
                    <a:pt x="511226" y="392006"/>
                  </a:lnTo>
                  <a:lnTo>
                    <a:pt x="510698" y="392582"/>
                  </a:lnTo>
                  <a:lnTo>
                    <a:pt x="509929" y="392879"/>
                  </a:lnTo>
                  <a:lnTo>
                    <a:pt x="509480" y="393879"/>
                  </a:lnTo>
                  <a:lnTo>
                    <a:pt x="508932" y="394444"/>
                  </a:lnTo>
                  <a:lnTo>
                    <a:pt x="507365" y="394890"/>
                  </a:lnTo>
                  <a:lnTo>
                    <a:pt x="507116" y="395178"/>
                  </a:lnTo>
                  <a:lnTo>
                    <a:pt x="505268" y="398018"/>
                  </a:lnTo>
                  <a:lnTo>
                    <a:pt x="506111" y="398939"/>
                  </a:lnTo>
                  <a:lnTo>
                    <a:pt x="505554" y="399731"/>
                  </a:lnTo>
                  <a:lnTo>
                    <a:pt x="505236" y="400043"/>
                  </a:lnTo>
                  <a:lnTo>
                    <a:pt x="503657" y="400639"/>
                  </a:lnTo>
                  <a:lnTo>
                    <a:pt x="503609" y="399969"/>
                  </a:lnTo>
                  <a:lnTo>
                    <a:pt x="502783" y="400708"/>
                  </a:lnTo>
                  <a:lnTo>
                    <a:pt x="503488" y="403158"/>
                  </a:lnTo>
                  <a:lnTo>
                    <a:pt x="503870" y="405534"/>
                  </a:lnTo>
                  <a:lnTo>
                    <a:pt x="504640" y="406690"/>
                  </a:lnTo>
                  <a:lnTo>
                    <a:pt x="504702" y="407258"/>
                  </a:lnTo>
                  <a:lnTo>
                    <a:pt x="505978" y="408229"/>
                  </a:lnTo>
                  <a:lnTo>
                    <a:pt x="505671" y="409719"/>
                  </a:lnTo>
                  <a:lnTo>
                    <a:pt x="504873" y="408679"/>
                  </a:lnTo>
                  <a:lnTo>
                    <a:pt x="503900" y="409392"/>
                  </a:lnTo>
                  <a:lnTo>
                    <a:pt x="503744" y="410345"/>
                  </a:lnTo>
                  <a:lnTo>
                    <a:pt x="502452" y="410505"/>
                  </a:lnTo>
                  <a:lnTo>
                    <a:pt x="500335" y="411456"/>
                  </a:lnTo>
                  <a:lnTo>
                    <a:pt x="498618" y="412683"/>
                  </a:lnTo>
                  <a:lnTo>
                    <a:pt x="497848" y="413381"/>
                  </a:lnTo>
                  <a:lnTo>
                    <a:pt x="498250" y="413932"/>
                  </a:lnTo>
                  <a:lnTo>
                    <a:pt x="497585" y="414408"/>
                  </a:lnTo>
                  <a:lnTo>
                    <a:pt x="496168" y="415201"/>
                  </a:lnTo>
                  <a:lnTo>
                    <a:pt x="495408" y="413387"/>
                  </a:lnTo>
                  <a:lnTo>
                    <a:pt x="494497" y="412387"/>
                  </a:lnTo>
                  <a:lnTo>
                    <a:pt x="493377" y="410607"/>
                  </a:lnTo>
                  <a:lnTo>
                    <a:pt x="492523" y="408370"/>
                  </a:lnTo>
                  <a:lnTo>
                    <a:pt x="491133" y="406389"/>
                  </a:lnTo>
                  <a:lnTo>
                    <a:pt x="490590" y="404933"/>
                  </a:lnTo>
                  <a:lnTo>
                    <a:pt x="489186" y="402557"/>
                  </a:lnTo>
                  <a:lnTo>
                    <a:pt x="487904" y="402179"/>
                  </a:lnTo>
                  <a:lnTo>
                    <a:pt x="485667" y="400514"/>
                  </a:lnTo>
                  <a:lnTo>
                    <a:pt x="485339" y="399929"/>
                  </a:lnTo>
                  <a:lnTo>
                    <a:pt x="484126" y="399759"/>
                  </a:lnTo>
                  <a:lnTo>
                    <a:pt x="483641" y="399255"/>
                  </a:lnTo>
                  <a:lnTo>
                    <a:pt x="482519" y="399344"/>
                  </a:lnTo>
                  <a:lnTo>
                    <a:pt x="481556" y="400353"/>
                  </a:lnTo>
                  <a:lnTo>
                    <a:pt x="479984" y="398640"/>
                  </a:lnTo>
                  <a:lnTo>
                    <a:pt x="478843" y="398351"/>
                  </a:lnTo>
                  <a:lnTo>
                    <a:pt x="478557" y="397967"/>
                  </a:lnTo>
                  <a:lnTo>
                    <a:pt x="476655" y="396941"/>
                  </a:lnTo>
                  <a:lnTo>
                    <a:pt x="475135" y="396601"/>
                  </a:lnTo>
                  <a:lnTo>
                    <a:pt x="473179" y="396986"/>
                  </a:lnTo>
                  <a:lnTo>
                    <a:pt x="471155" y="398315"/>
                  </a:lnTo>
                  <a:lnTo>
                    <a:pt x="469082" y="398452"/>
                  </a:lnTo>
                  <a:lnTo>
                    <a:pt x="467031" y="397238"/>
                  </a:lnTo>
                  <a:lnTo>
                    <a:pt x="463322" y="395994"/>
                  </a:lnTo>
                  <a:lnTo>
                    <a:pt x="460831" y="393080"/>
                  </a:lnTo>
                  <a:lnTo>
                    <a:pt x="457076" y="390213"/>
                  </a:lnTo>
                  <a:lnTo>
                    <a:pt x="456419" y="390029"/>
                  </a:lnTo>
                  <a:lnTo>
                    <a:pt x="454226" y="387928"/>
                  </a:lnTo>
                  <a:lnTo>
                    <a:pt x="453219" y="386298"/>
                  </a:lnTo>
                  <a:lnTo>
                    <a:pt x="451824" y="385239"/>
                  </a:lnTo>
                  <a:lnTo>
                    <a:pt x="451114" y="383983"/>
                  </a:lnTo>
                  <a:lnTo>
                    <a:pt x="449788" y="383326"/>
                  </a:lnTo>
                  <a:lnTo>
                    <a:pt x="448647" y="383356"/>
                  </a:lnTo>
                  <a:lnTo>
                    <a:pt x="447813" y="383516"/>
                  </a:lnTo>
                  <a:lnTo>
                    <a:pt x="446078" y="384325"/>
                  </a:lnTo>
                  <a:lnTo>
                    <a:pt x="445450" y="384188"/>
                  </a:lnTo>
                  <a:lnTo>
                    <a:pt x="445309" y="385238"/>
                  </a:lnTo>
                  <a:lnTo>
                    <a:pt x="443309" y="388349"/>
                  </a:lnTo>
                  <a:lnTo>
                    <a:pt x="440178" y="392058"/>
                  </a:lnTo>
                  <a:lnTo>
                    <a:pt x="439274" y="391515"/>
                  </a:lnTo>
                  <a:lnTo>
                    <a:pt x="437599" y="391730"/>
                  </a:lnTo>
                  <a:lnTo>
                    <a:pt x="436068" y="392313"/>
                  </a:lnTo>
                  <a:lnTo>
                    <a:pt x="434269" y="392623"/>
                  </a:lnTo>
                  <a:lnTo>
                    <a:pt x="432439" y="392048"/>
                  </a:lnTo>
                  <a:lnTo>
                    <a:pt x="431727" y="392447"/>
                  </a:lnTo>
                  <a:lnTo>
                    <a:pt x="431040" y="392382"/>
                  </a:lnTo>
                  <a:lnTo>
                    <a:pt x="428582" y="391338"/>
                  </a:lnTo>
                  <a:lnTo>
                    <a:pt x="427230" y="391465"/>
                  </a:lnTo>
                  <a:lnTo>
                    <a:pt x="426880" y="391714"/>
                  </a:lnTo>
                  <a:lnTo>
                    <a:pt x="425747" y="391471"/>
                  </a:lnTo>
                  <a:lnTo>
                    <a:pt x="422746" y="392350"/>
                  </a:lnTo>
                  <a:lnTo>
                    <a:pt x="420680" y="393666"/>
                  </a:lnTo>
                  <a:lnTo>
                    <a:pt x="419803" y="393517"/>
                  </a:lnTo>
                  <a:lnTo>
                    <a:pt x="418601" y="393969"/>
                  </a:lnTo>
                  <a:lnTo>
                    <a:pt x="417581" y="393630"/>
                  </a:lnTo>
                  <a:lnTo>
                    <a:pt x="416928" y="393667"/>
                  </a:lnTo>
                  <a:lnTo>
                    <a:pt x="414974" y="394278"/>
                  </a:lnTo>
                  <a:lnTo>
                    <a:pt x="414226" y="394244"/>
                  </a:lnTo>
                  <a:lnTo>
                    <a:pt x="413307" y="393755"/>
                  </a:lnTo>
                  <a:lnTo>
                    <a:pt x="412073" y="393482"/>
                  </a:lnTo>
                  <a:lnTo>
                    <a:pt x="411296" y="393805"/>
                  </a:lnTo>
                  <a:lnTo>
                    <a:pt x="410670" y="394364"/>
                  </a:lnTo>
                  <a:lnTo>
                    <a:pt x="410126" y="395402"/>
                  </a:lnTo>
                  <a:lnTo>
                    <a:pt x="409820" y="397204"/>
                  </a:lnTo>
                  <a:lnTo>
                    <a:pt x="407967" y="397434"/>
                  </a:lnTo>
                  <a:lnTo>
                    <a:pt x="406817" y="396922"/>
                  </a:lnTo>
                  <a:lnTo>
                    <a:pt x="406422" y="396442"/>
                  </a:lnTo>
                  <a:lnTo>
                    <a:pt x="405032" y="396684"/>
                  </a:lnTo>
                  <a:lnTo>
                    <a:pt x="402977" y="395573"/>
                  </a:lnTo>
                  <a:lnTo>
                    <a:pt x="401888" y="395422"/>
                  </a:lnTo>
                  <a:lnTo>
                    <a:pt x="401841" y="395221"/>
                  </a:lnTo>
                  <a:lnTo>
                    <a:pt x="401311" y="395087"/>
                  </a:lnTo>
                  <a:lnTo>
                    <a:pt x="400006" y="395076"/>
                  </a:lnTo>
                  <a:lnTo>
                    <a:pt x="399021" y="395842"/>
                  </a:lnTo>
                  <a:lnTo>
                    <a:pt x="398169" y="397670"/>
                  </a:lnTo>
                  <a:lnTo>
                    <a:pt x="397764" y="397762"/>
                  </a:lnTo>
                  <a:lnTo>
                    <a:pt x="396439" y="399180"/>
                  </a:lnTo>
                  <a:lnTo>
                    <a:pt x="395804" y="399511"/>
                  </a:lnTo>
                  <a:lnTo>
                    <a:pt x="395112" y="399645"/>
                  </a:lnTo>
                  <a:lnTo>
                    <a:pt x="394226" y="399140"/>
                  </a:lnTo>
                  <a:lnTo>
                    <a:pt x="393366" y="399156"/>
                  </a:lnTo>
                  <a:lnTo>
                    <a:pt x="392391" y="400078"/>
                  </a:lnTo>
                  <a:lnTo>
                    <a:pt x="391359" y="400421"/>
                  </a:lnTo>
                  <a:lnTo>
                    <a:pt x="389594" y="401634"/>
                  </a:lnTo>
                  <a:lnTo>
                    <a:pt x="387793" y="401647"/>
                  </a:lnTo>
                  <a:lnTo>
                    <a:pt x="387030" y="400930"/>
                  </a:lnTo>
                  <a:lnTo>
                    <a:pt x="385617" y="401568"/>
                  </a:lnTo>
                  <a:lnTo>
                    <a:pt x="384375" y="401432"/>
                  </a:lnTo>
                  <a:lnTo>
                    <a:pt x="383958" y="401792"/>
                  </a:lnTo>
                  <a:lnTo>
                    <a:pt x="383146" y="402323"/>
                  </a:lnTo>
                  <a:lnTo>
                    <a:pt x="382639" y="403955"/>
                  </a:lnTo>
                  <a:lnTo>
                    <a:pt x="380102" y="404282"/>
                  </a:lnTo>
                  <a:lnTo>
                    <a:pt x="377531" y="406011"/>
                  </a:lnTo>
                  <a:lnTo>
                    <a:pt x="377415" y="406313"/>
                  </a:lnTo>
                  <a:lnTo>
                    <a:pt x="373808" y="406474"/>
                  </a:lnTo>
                  <a:lnTo>
                    <a:pt x="372834" y="406832"/>
                  </a:lnTo>
                  <a:lnTo>
                    <a:pt x="371532" y="409471"/>
                  </a:lnTo>
                  <a:lnTo>
                    <a:pt x="371538" y="412254"/>
                  </a:lnTo>
                  <a:lnTo>
                    <a:pt x="371303" y="413113"/>
                  </a:lnTo>
                  <a:lnTo>
                    <a:pt x="370193" y="414019"/>
                  </a:lnTo>
                  <a:lnTo>
                    <a:pt x="368336" y="415026"/>
                  </a:lnTo>
                  <a:lnTo>
                    <a:pt x="365178" y="416007"/>
                  </a:lnTo>
                  <a:lnTo>
                    <a:pt x="362481" y="416000"/>
                  </a:lnTo>
                  <a:lnTo>
                    <a:pt x="361012" y="414979"/>
                  </a:lnTo>
                  <a:lnTo>
                    <a:pt x="355353" y="413224"/>
                  </a:lnTo>
                  <a:lnTo>
                    <a:pt x="354134" y="412295"/>
                  </a:lnTo>
                  <a:lnTo>
                    <a:pt x="352341" y="411377"/>
                  </a:lnTo>
                  <a:lnTo>
                    <a:pt x="351270" y="410581"/>
                  </a:lnTo>
                  <a:lnTo>
                    <a:pt x="350793" y="409894"/>
                  </a:lnTo>
                  <a:lnTo>
                    <a:pt x="349566" y="409153"/>
                  </a:lnTo>
                  <a:lnTo>
                    <a:pt x="347108" y="409162"/>
                  </a:lnTo>
                  <a:lnTo>
                    <a:pt x="344265" y="408497"/>
                  </a:lnTo>
                  <a:lnTo>
                    <a:pt x="342781" y="407500"/>
                  </a:lnTo>
                  <a:lnTo>
                    <a:pt x="342522" y="407013"/>
                  </a:lnTo>
                  <a:lnTo>
                    <a:pt x="341787" y="406437"/>
                  </a:lnTo>
                  <a:lnTo>
                    <a:pt x="340815" y="405884"/>
                  </a:lnTo>
                  <a:lnTo>
                    <a:pt x="338412" y="405552"/>
                  </a:lnTo>
                  <a:lnTo>
                    <a:pt x="337363" y="405729"/>
                  </a:lnTo>
                  <a:lnTo>
                    <a:pt x="335597" y="405390"/>
                  </a:lnTo>
                  <a:lnTo>
                    <a:pt x="332372" y="403934"/>
                  </a:lnTo>
                  <a:lnTo>
                    <a:pt x="330222" y="402045"/>
                  </a:lnTo>
                  <a:lnTo>
                    <a:pt x="329126" y="401538"/>
                  </a:lnTo>
                  <a:lnTo>
                    <a:pt x="327873" y="400532"/>
                  </a:lnTo>
                  <a:lnTo>
                    <a:pt x="325858" y="399779"/>
                  </a:lnTo>
                  <a:lnTo>
                    <a:pt x="325042" y="399774"/>
                  </a:lnTo>
                  <a:lnTo>
                    <a:pt x="322127" y="398954"/>
                  </a:lnTo>
                  <a:lnTo>
                    <a:pt x="321616" y="399013"/>
                  </a:lnTo>
                  <a:lnTo>
                    <a:pt x="319492" y="398214"/>
                  </a:lnTo>
                  <a:lnTo>
                    <a:pt x="316967" y="402195"/>
                  </a:lnTo>
                  <a:lnTo>
                    <a:pt x="315956" y="404196"/>
                  </a:lnTo>
                  <a:lnTo>
                    <a:pt x="315309" y="404566"/>
                  </a:lnTo>
                  <a:lnTo>
                    <a:pt x="314332" y="405671"/>
                  </a:lnTo>
                  <a:lnTo>
                    <a:pt x="313881" y="407369"/>
                  </a:lnTo>
                  <a:lnTo>
                    <a:pt x="313330" y="408492"/>
                  </a:lnTo>
                  <a:lnTo>
                    <a:pt x="311804" y="410307"/>
                  </a:lnTo>
                  <a:lnTo>
                    <a:pt x="310454" y="415187"/>
                  </a:lnTo>
                  <a:lnTo>
                    <a:pt x="309608" y="416219"/>
                  </a:lnTo>
                  <a:lnTo>
                    <a:pt x="309565" y="417641"/>
                  </a:lnTo>
                  <a:lnTo>
                    <a:pt x="310133" y="420397"/>
                  </a:lnTo>
                  <a:lnTo>
                    <a:pt x="309743" y="420985"/>
                  </a:lnTo>
                  <a:lnTo>
                    <a:pt x="310180" y="423756"/>
                  </a:lnTo>
                  <a:lnTo>
                    <a:pt x="310033" y="425763"/>
                  </a:lnTo>
                  <a:lnTo>
                    <a:pt x="310271" y="427290"/>
                  </a:lnTo>
                  <a:lnTo>
                    <a:pt x="308907" y="431474"/>
                  </a:lnTo>
                  <a:lnTo>
                    <a:pt x="308409" y="432053"/>
                  </a:lnTo>
                  <a:lnTo>
                    <a:pt x="307562" y="434083"/>
                  </a:lnTo>
                  <a:lnTo>
                    <a:pt x="306734" y="435120"/>
                  </a:lnTo>
                  <a:lnTo>
                    <a:pt x="306354" y="437944"/>
                  </a:lnTo>
                  <a:lnTo>
                    <a:pt x="306346" y="439050"/>
                  </a:lnTo>
                  <a:lnTo>
                    <a:pt x="306101" y="439741"/>
                  </a:lnTo>
                  <a:lnTo>
                    <a:pt x="305050" y="441107"/>
                  </a:lnTo>
                  <a:lnTo>
                    <a:pt x="303631" y="441878"/>
                  </a:lnTo>
                  <a:lnTo>
                    <a:pt x="302784" y="443779"/>
                  </a:lnTo>
                  <a:lnTo>
                    <a:pt x="302769" y="445350"/>
                  </a:lnTo>
                  <a:lnTo>
                    <a:pt x="303554" y="452450"/>
                  </a:lnTo>
                  <a:lnTo>
                    <a:pt x="300398" y="453076"/>
                  </a:lnTo>
                  <a:lnTo>
                    <a:pt x="299301" y="452924"/>
                  </a:lnTo>
                  <a:lnTo>
                    <a:pt x="297283" y="453177"/>
                  </a:lnTo>
                  <a:lnTo>
                    <a:pt x="296118" y="453597"/>
                  </a:lnTo>
                  <a:lnTo>
                    <a:pt x="294760" y="454517"/>
                  </a:lnTo>
                  <a:lnTo>
                    <a:pt x="294008" y="456012"/>
                  </a:lnTo>
                  <a:lnTo>
                    <a:pt x="292640" y="456973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pg99">
              <a:extLst>
                <a:ext uri="{FF2B5EF4-FFF2-40B4-BE49-F238E27FC236}">
                  <a16:creationId xmlns:a16="http://schemas.microsoft.com/office/drawing/2014/main" id="{FC5D061E-1C50-7F86-26E7-1015BC12AFEE}"/>
                </a:ext>
              </a:extLst>
            </p:cNvPr>
            <p:cNvSpPr/>
            <p:nvPr/>
          </p:nvSpPr>
          <p:spPr>
            <a:xfrm>
              <a:off x="6755452" y="2462143"/>
              <a:ext cx="565866" cy="893961"/>
            </a:xfrm>
            <a:custGeom>
              <a:avLst/>
              <a:gdLst/>
              <a:ahLst/>
              <a:cxnLst/>
              <a:rect l="0" t="0" r="0" b="0"/>
              <a:pathLst>
                <a:path w="565866" h="893961">
                  <a:moveTo>
                    <a:pt x="295847" y="720882"/>
                  </a:moveTo>
                  <a:lnTo>
                    <a:pt x="295437" y="720616"/>
                  </a:lnTo>
                  <a:lnTo>
                    <a:pt x="294879" y="720540"/>
                  </a:lnTo>
                  <a:lnTo>
                    <a:pt x="294995" y="721080"/>
                  </a:lnTo>
                  <a:lnTo>
                    <a:pt x="295458" y="721449"/>
                  </a:lnTo>
                  <a:lnTo>
                    <a:pt x="294251" y="721269"/>
                  </a:lnTo>
                  <a:lnTo>
                    <a:pt x="293835" y="720306"/>
                  </a:lnTo>
                  <a:lnTo>
                    <a:pt x="293426" y="720281"/>
                  </a:lnTo>
                  <a:lnTo>
                    <a:pt x="293123" y="719778"/>
                  </a:lnTo>
                  <a:lnTo>
                    <a:pt x="292242" y="719728"/>
                  </a:lnTo>
                  <a:lnTo>
                    <a:pt x="291896" y="719091"/>
                  </a:lnTo>
                  <a:lnTo>
                    <a:pt x="291212" y="719499"/>
                  </a:lnTo>
                  <a:lnTo>
                    <a:pt x="291234" y="719717"/>
                  </a:lnTo>
                  <a:lnTo>
                    <a:pt x="290896" y="719722"/>
                  </a:lnTo>
                  <a:lnTo>
                    <a:pt x="288966" y="718352"/>
                  </a:lnTo>
                  <a:lnTo>
                    <a:pt x="287859" y="718391"/>
                  </a:lnTo>
                  <a:lnTo>
                    <a:pt x="287471" y="717948"/>
                  </a:lnTo>
                  <a:lnTo>
                    <a:pt x="287243" y="718134"/>
                  </a:lnTo>
                  <a:lnTo>
                    <a:pt x="287011" y="717982"/>
                  </a:lnTo>
                  <a:lnTo>
                    <a:pt x="286848" y="718451"/>
                  </a:lnTo>
                  <a:lnTo>
                    <a:pt x="285679" y="719314"/>
                  </a:lnTo>
                  <a:lnTo>
                    <a:pt x="284939" y="719154"/>
                  </a:lnTo>
                  <a:lnTo>
                    <a:pt x="284360" y="719526"/>
                  </a:lnTo>
                  <a:lnTo>
                    <a:pt x="283260" y="719344"/>
                  </a:lnTo>
                  <a:lnTo>
                    <a:pt x="281882" y="718089"/>
                  </a:lnTo>
                  <a:lnTo>
                    <a:pt x="280859" y="717712"/>
                  </a:lnTo>
                  <a:lnTo>
                    <a:pt x="280682" y="717509"/>
                  </a:lnTo>
                  <a:lnTo>
                    <a:pt x="280845" y="717235"/>
                  </a:lnTo>
                  <a:lnTo>
                    <a:pt x="279811" y="716677"/>
                  </a:lnTo>
                  <a:lnTo>
                    <a:pt x="280243" y="716509"/>
                  </a:lnTo>
                  <a:lnTo>
                    <a:pt x="279865" y="715624"/>
                  </a:lnTo>
                  <a:lnTo>
                    <a:pt x="279121" y="716006"/>
                  </a:lnTo>
                  <a:lnTo>
                    <a:pt x="278396" y="715862"/>
                  </a:lnTo>
                  <a:lnTo>
                    <a:pt x="278354" y="715129"/>
                  </a:lnTo>
                  <a:lnTo>
                    <a:pt x="278606" y="714985"/>
                  </a:lnTo>
                  <a:lnTo>
                    <a:pt x="278116" y="714739"/>
                  </a:lnTo>
                  <a:lnTo>
                    <a:pt x="277512" y="713087"/>
                  </a:lnTo>
                  <a:lnTo>
                    <a:pt x="277221" y="712746"/>
                  </a:lnTo>
                  <a:lnTo>
                    <a:pt x="277011" y="712801"/>
                  </a:lnTo>
                  <a:lnTo>
                    <a:pt x="276417" y="711558"/>
                  </a:lnTo>
                  <a:lnTo>
                    <a:pt x="274216" y="710251"/>
                  </a:lnTo>
                  <a:lnTo>
                    <a:pt x="272434" y="708840"/>
                  </a:lnTo>
                  <a:lnTo>
                    <a:pt x="270301" y="706052"/>
                  </a:lnTo>
                  <a:lnTo>
                    <a:pt x="268838" y="704824"/>
                  </a:lnTo>
                  <a:lnTo>
                    <a:pt x="266124" y="703383"/>
                  </a:lnTo>
                  <a:lnTo>
                    <a:pt x="264331" y="701214"/>
                  </a:lnTo>
                  <a:lnTo>
                    <a:pt x="264027" y="700256"/>
                  </a:lnTo>
                  <a:lnTo>
                    <a:pt x="261676" y="698251"/>
                  </a:lnTo>
                  <a:lnTo>
                    <a:pt x="260377" y="696540"/>
                  </a:lnTo>
                  <a:lnTo>
                    <a:pt x="259560" y="695011"/>
                  </a:lnTo>
                  <a:lnTo>
                    <a:pt x="258454" y="693650"/>
                  </a:lnTo>
                  <a:lnTo>
                    <a:pt x="257492" y="692522"/>
                  </a:lnTo>
                  <a:lnTo>
                    <a:pt x="251650" y="688460"/>
                  </a:lnTo>
                  <a:lnTo>
                    <a:pt x="248791" y="686737"/>
                  </a:lnTo>
                  <a:lnTo>
                    <a:pt x="246409" y="686076"/>
                  </a:lnTo>
                  <a:lnTo>
                    <a:pt x="243720" y="683737"/>
                  </a:lnTo>
                  <a:lnTo>
                    <a:pt x="241108" y="682754"/>
                  </a:lnTo>
                  <a:lnTo>
                    <a:pt x="239143" y="679844"/>
                  </a:lnTo>
                  <a:lnTo>
                    <a:pt x="234254" y="675054"/>
                  </a:lnTo>
                  <a:lnTo>
                    <a:pt x="232621" y="671416"/>
                  </a:lnTo>
                  <a:lnTo>
                    <a:pt x="230773" y="670140"/>
                  </a:lnTo>
                  <a:lnTo>
                    <a:pt x="229482" y="668879"/>
                  </a:lnTo>
                  <a:lnTo>
                    <a:pt x="225662" y="663814"/>
                  </a:lnTo>
                  <a:lnTo>
                    <a:pt x="220429" y="659899"/>
                  </a:lnTo>
                  <a:lnTo>
                    <a:pt x="216549" y="657319"/>
                  </a:lnTo>
                  <a:lnTo>
                    <a:pt x="214571" y="656950"/>
                  </a:lnTo>
                  <a:lnTo>
                    <a:pt x="213822" y="655482"/>
                  </a:lnTo>
                  <a:lnTo>
                    <a:pt x="216434" y="654320"/>
                  </a:lnTo>
                  <a:lnTo>
                    <a:pt x="218343" y="652996"/>
                  </a:lnTo>
                  <a:lnTo>
                    <a:pt x="220099" y="652266"/>
                  </a:lnTo>
                  <a:lnTo>
                    <a:pt x="219590" y="650739"/>
                  </a:lnTo>
                  <a:lnTo>
                    <a:pt x="219388" y="647462"/>
                  </a:lnTo>
                  <a:lnTo>
                    <a:pt x="220729" y="647265"/>
                  </a:lnTo>
                  <a:lnTo>
                    <a:pt x="220852" y="646784"/>
                  </a:lnTo>
                  <a:lnTo>
                    <a:pt x="221257" y="646560"/>
                  </a:lnTo>
                  <a:lnTo>
                    <a:pt x="221703" y="644829"/>
                  </a:lnTo>
                  <a:lnTo>
                    <a:pt x="221376" y="642826"/>
                  </a:lnTo>
                  <a:lnTo>
                    <a:pt x="221140" y="642680"/>
                  </a:lnTo>
                  <a:lnTo>
                    <a:pt x="221331" y="642213"/>
                  </a:lnTo>
                  <a:lnTo>
                    <a:pt x="221122" y="642236"/>
                  </a:lnTo>
                  <a:lnTo>
                    <a:pt x="220711" y="641060"/>
                  </a:lnTo>
                  <a:lnTo>
                    <a:pt x="221472" y="639658"/>
                  </a:lnTo>
                  <a:lnTo>
                    <a:pt x="220990" y="638951"/>
                  </a:lnTo>
                  <a:lnTo>
                    <a:pt x="221265" y="638275"/>
                  </a:lnTo>
                  <a:lnTo>
                    <a:pt x="220963" y="638238"/>
                  </a:lnTo>
                  <a:lnTo>
                    <a:pt x="220713" y="637719"/>
                  </a:lnTo>
                  <a:lnTo>
                    <a:pt x="221200" y="636816"/>
                  </a:lnTo>
                  <a:lnTo>
                    <a:pt x="220388" y="634804"/>
                  </a:lnTo>
                  <a:lnTo>
                    <a:pt x="219828" y="634557"/>
                  </a:lnTo>
                  <a:lnTo>
                    <a:pt x="219357" y="633943"/>
                  </a:lnTo>
                  <a:lnTo>
                    <a:pt x="219016" y="632900"/>
                  </a:lnTo>
                  <a:lnTo>
                    <a:pt x="218487" y="632897"/>
                  </a:lnTo>
                  <a:lnTo>
                    <a:pt x="218135" y="631101"/>
                  </a:lnTo>
                  <a:lnTo>
                    <a:pt x="216931" y="630104"/>
                  </a:lnTo>
                  <a:lnTo>
                    <a:pt x="216180" y="627794"/>
                  </a:lnTo>
                  <a:lnTo>
                    <a:pt x="216062" y="626464"/>
                  </a:lnTo>
                  <a:lnTo>
                    <a:pt x="216547" y="624319"/>
                  </a:lnTo>
                  <a:lnTo>
                    <a:pt x="217436" y="623576"/>
                  </a:lnTo>
                  <a:lnTo>
                    <a:pt x="218186" y="622500"/>
                  </a:lnTo>
                  <a:lnTo>
                    <a:pt x="220645" y="622074"/>
                  </a:lnTo>
                  <a:lnTo>
                    <a:pt x="220230" y="621798"/>
                  </a:lnTo>
                  <a:lnTo>
                    <a:pt x="219513" y="620634"/>
                  </a:lnTo>
                  <a:lnTo>
                    <a:pt x="218110" y="619762"/>
                  </a:lnTo>
                  <a:lnTo>
                    <a:pt x="214092" y="620013"/>
                  </a:lnTo>
                  <a:lnTo>
                    <a:pt x="213650" y="620203"/>
                  </a:lnTo>
                  <a:lnTo>
                    <a:pt x="212890" y="619775"/>
                  </a:lnTo>
                  <a:lnTo>
                    <a:pt x="211838" y="620677"/>
                  </a:lnTo>
                  <a:lnTo>
                    <a:pt x="211746" y="621071"/>
                  </a:lnTo>
                  <a:lnTo>
                    <a:pt x="212406" y="622353"/>
                  </a:lnTo>
                  <a:lnTo>
                    <a:pt x="212406" y="622960"/>
                  </a:lnTo>
                  <a:lnTo>
                    <a:pt x="212015" y="624475"/>
                  </a:lnTo>
                  <a:lnTo>
                    <a:pt x="210954" y="624971"/>
                  </a:lnTo>
                  <a:lnTo>
                    <a:pt x="210941" y="625228"/>
                  </a:lnTo>
                  <a:lnTo>
                    <a:pt x="212070" y="626796"/>
                  </a:lnTo>
                  <a:lnTo>
                    <a:pt x="211952" y="627146"/>
                  </a:lnTo>
                  <a:lnTo>
                    <a:pt x="212283" y="627816"/>
                  </a:lnTo>
                  <a:lnTo>
                    <a:pt x="212447" y="629069"/>
                  </a:lnTo>
                  <a:lnTo>
                    <a:pt x="212112" y="630101"/>
                  </a:lnTo>
                  <a:lnTo>
                    <a:pt x="211410" y="630175"/>
                  </a:lnTo>
                  <a:lnTo>
                    <a:pt x="211180" y="630564"/>
                  </a:lnTo>
                  <a:lnTo>
                    <a:pt x="210094" y="630996"/>
                  </a:lnTo>
                  <a:lnTo>
                    <a:pt x="209969" y="631327"/>
                  </a:lnTo>
                  <a:lnTo>
                    <a:pt x="208912" y="630619"/>
                  </a:lnTo>
                  <a:lnTo>
                    <a:pt x="208413" y="630676"/>
                  </a:lnTo>
                  <a:lnTo>
                    <a:pt x="207894" y="630090"/>
                  </a:lnTo>
                  <a:lnTo>
                    <a:pt x="207503" y="629971"/>
                  </a:lnTo>
                  <a:lnTo>
                    <a:pt x="207432" y="628373"/>
                  </a:lnTo>
                  <a:lnTo>
                    <a:pt x="206236" y="628212"/>
                  </a:lnTo>
                  <a:lnTo>
                    <a:pt x="206297" y="627640"/>
                  </a:lnTo>
                  <a:lnTo>
                    <a:pt x="205240" y="626874"/>
                  </a:lnTo>
                  <a:lnTo>
                    <a:pt x="205315" y="626606"/>
                  </a:lnTo>
                  <a:lnTo>
                    <a:pt x="204716" y="626119"/>
                  </a:lnTo>
                  <a:lnTo>
                    <a:pt x="203926" y="626358"/>
                  </a:lnTo>
                  <a:lnTo>
                    <a:pt x="202737" y="627426"/>
                  </a:lnTo>
                  <a:lnTo>
                    <a:pt x="201154" y="627010"/>
                  </a:lnTo>
                  <a:lnTo>
                    <a:pt x="200601" y="626081"/>
                  </a:lnTo>
                  <a:lnTo>
                    <a:pt x="199969" y="626078"/>
                  </a:lnTo>
                  <a:lnTo>
                    <a:pt x="199978" y="624965"/>
                  </a:lnTo>
                  <a:lnTo>
                    <a:pt x="200447" y="624318"/>
                  </a:lnTo>
                  <a:lnTo>
                    <a:pt x="200350" y="623736"/>
                  </a:lnTo>
                  <a:lnTo>
                    <a:pt x="199729" y="623485"/>
                  </a:lnTo>
                  <a:lnTo>
                    <a:pt x="198894" y="623729"/>
                  </a:lnTo>
                  <a:lnTo>
                    <a:pt x="198593" y="623600"/>
                  </a:lnTo>
                  <a:lnTo>
                    <a:pt x="198504" y="622550"/>
                  </a:lnTo>
                  <a:lnTo>
                    <a:pt x="197689" y="621367"/>
                  </a:lnTo>
                  <a:lnTo>
                    <a:pt x="197249" y="619576"/>
                  </a:lnTo>
                  <a:lnTo>
                    <a:pt x="197288" y="619111"/>
                  </a:lnTo>
                  <a:lnTo>
                    <a:pt x="197981" y="617871"/>
                  </a:lnTo>
                  <a:lnTo>
                    <a:pt x="197912" y="617123"/>
                  </a:lnTo>
                  <a:lnTo>
                    <a:pt x="197497" y="616451"/>
                  </a:lnTo>
                  <a:lnTo>
                    <a:pt x="197567" y="614719"/>
                  </a:lnTo>
                  <a:lnTo>
                    <a:pt x="196356" y="613802"/>
                  </a:lnTo>
                  <a:lnTo>
                    <a:pt x="196340" y="613155"/>
                  </a:lnTo>
                  <a:lnTo>
                    <a:pt x="195393" y="611928"/>
                  </a:lnTo>
                  <a:lnTo>
                    <a:pt x="193556" y="611231"/>
                  </a:lnTo>
                  <a:lnTo>
                    <a:pt x="193442" y="611682"/>
                  </a:lnTo>
                  <a:lnTo>
                    <a:pt x="192738" y="612519"/>
                  </a:lnTo>
                  <a:lnTo>
                    <a:pt x="192120" y="612151"/>
                  </a:lnTo>
                  <a:lnTo>
                    <a:pt x="191627" y="612196"/>
                  </a:lnTo>
                  <a:lnTo>
                    <a:pt x="191399" y="611888"/>
                  </a:lnTo>
                  <a:lnTo>
                    <a:pt x="190438" y="611471"/>
                  </a:lnTo>
                  <a:lnTo>
                    <a:pt x="189932" y="611380"/>
                  </a:lnTo>
                  <a:lnTo>
                    <a:pt x="189953" y="611773"/>
                  </a:lnTo>
                  <a:lnTo>
                    <a:pt x="189288" y="611830"/>
                  </a:lnTo>
                  <a:lnTo>
                    <a:pt x="188523" y="611464"/>
                  </a:lnTo>
                  <a:lnTo>
                    <a:pt x="187726" y="611486"/>
                  </a:lnTo>
                  <a:lnTo>
                    <a:pt x="185972" y="610680"/>
                  </a:lnTo>
                  <a:lnTo>
                    <a:pt x="184989" y="610957"/>
                  </a:lnTo>
                  <a:lnTo>
                    <a:pt x="183462" y="610780"/>
                  </a:lnTo>
                  <a:lnTo>
                    <a:pt x="182267" y="611272"/>
                  </a:lnTo>
                  <a:lnTo>
                    <a:pt x="181917" y="611631"/>
                  </a:lnTo>
                  <a:lnTo>
                    <a:pt x="181224" y="611087"/>
                  </a:lnTo>
                  <a:lnTo>
                    <a:pt x="180025" y="611038"/>
                  </a:lnTo>
                  <a:lnTo>
                    <a:pt x="179338" y="609911"/>
                  </a:lnTo>
                  <a:lnTo>
                    <a:pt x="178329" y="609338"/>
                  </a:lnTo>
                  <a:lnTo>
                    <a:pt x="177558" y="609358"/>
                  </a:lnTo>
                  <a:lnTo>
                    <a:pt x="177170" y="608775"/>
                  </a:lnTo>
                  <a:lnTo>
                    <a:pt x="175569" y="609132"/>
                  </a:lnTo>
                  <a:lnTo>
                    <a:pt x="174870" y="608463"/>
                  </a:lnTo>
                  <a:lnTo>
                    <a:pt x="174155" y="608139"/>
                  </a:lnTo>
                  <a:lnTo>
                    <a:pt x="173094" y="607727"/>
                  </a:lnTo>
                  <a:lnTo>
                    <a:pt x="172537" y="607804"/>
                  </a:lnTo>
                  <a:lnTo>
                    <a:pt x="171403" y="607124"/>
                  </a:lnTo>
                  <a:lnTo>
                    <a:pt x="170535" y="606978"/>
                  </a:lnTo>
                  <a:lnTo>
                    <a:pt x="170676" y="606359"/>
                  </a:lnTo>
                  <a:lnTo>
                    <a:pt x="170418" y="606287"/>
                  </a:lnTo>
                  <a:lnTo>
                    <a:pt x="170000" y="606603"/>
                  </a:lnTo>
                  <a:lnTo>
                    <a:pt x="169616" y="607265"/>
                  </a:lnTo>
                  <a:lnTo>
                    <a:pt x="167318" y="606532"/>
                  </a:lnTo>
                  <a:lnTo>
                    <a:pt x="166564" y="607048"/>
                  </a:lnTo>
                  <a:lnTo>
                    <a:pt x="165428" y="608345"/>
                  </a:lnTo>
                  <a:lnTo>
                    <a:pt x="164851" y="608547"/>
                  </a:lnTo>
                  <a:lnTo>
                    <a:pt x="163864" y="608378"/>
                  </a:lnTo>
                  <a:lnTo>
                    <a:pt x="162753" y="607509"/>
                  </a:lnTo>
                  <a:lnTo>
                    <a:pt x="161404" y="607212"/>
                  </a:lnTo>
                  <a:lnTo>
                    <a:pt x="160852" y="607620"/>
                  </a:lnTo>
                  <a:lnTo>
                    <a:pt x="158643" y="606878"/>
                  </a:lnTo>
                  <a:lnTo>
                    <a:pt x="156557" y="605819"/>
                  </a:lnTo>
                  <a:lnTo>
                    <a:pt x="155966" y="606277"/>
                  </a:lnTo>
                  <a:lnTo>
                    <a:pt x="155098" y="605944"/>
                  </a:lnTo>
                  <a:lnTo>
                    <a:pt x="154156" y="605229"/>
                  </a:lnTo>
                  <a:lnTo>
                    <a:pt x="153632" y="605441"/>
                  </a:lnTo>
                  <a:lnTo>
                    <a:pt x="153442" y="605318"/>
                  </a:lnTo>
                  <a:lnTo>
                    <a:pt x="152999" y="606045"/>
                  </a:lnTo>
                  <a:lnTo>
                    <a:pt x="152133" y="606558"/>
                  </a:lnTo>
                  <a:lnTo>
                    <a:pt x="150731" y="606402"/>
                  </a:lnTo>
                  <a:lnTo>
                    <a:pt x="149511" y="606624"/>
                  </a:lnTo>
                  <a:lnTo>
                    <a:pt x="147331" y="606376"/>
                  </a:lnTo>
                  <a:lnTo>
                    <a:pt x="146486" y="607107"/>
                  </a:lnTo>
                  <a:lnTo>
                    <a:pt x="146452" y="607980"/>
                  </a:lnTo>
                  <a:lnTo>
                    <a:pt x="146989" y="608745"/>
                  </a:lnTo>
                  <a:lnTo>
                    <a:pt x="146680" y="609290"/>
                  </a:lnTo>
                  <a:lnTo>
                    <a:pt x="146829" y="609786"/>
                  </a:lnTo>
                  <a:lnTo>
                    <a:pt x="146523" y="610563"/>
                  </a:lnTo>
                  <a:lnTo>
                    <a:pt x="145872" y="610564"/>
                  </a:lnTo>
                  <a:lnTo>
                    <a:pt x="145918" y="610042"/>
                  </a:lnTo>
                  <a:lnTo>
                    <a:pt x="145078" y="610269"/>
                  </a:lnTo>
                  <a:lnTo>
                    <a:pt x="144144" y="610031"/>
                  </a:lnTo>
                  <a:lnTo>
                    <a:pt x="143065" y="610466"/>
                  </a:lnTo>
                  <a:lnTo>
                    <a:pt x="142687" y="610187"/>
                  </a:lnTo>
                  <a:lnTo>
                    <a:pt x="142542" y="610651"/>
                  </a:lnTo>
                  <a:lnTo>
                    <a:pt x="141956" y="610677"/>
                  </a:lnTo>
                  <a:lnTo>
                    <a:pt x="141533" y="611054"/>
                  </a:lnTo>
                  <a:lnTo>
                    <a:pt x="141063" y="612003"/>
                  </a:lnTo>
                  <a:lnTo>
                    <a:pt x="142018" y="612707"/>
                  </a:lnTo>
                  <a:lnTo>
                    <a:pt x="141763" y="613032"/>
                  </a:lnTo>
                  <a:lnTo>
                    <a:pt x="142236" y="613312"/>
                  </a:lnTo>
                  <a:lnTo>
                    <a:pt x="142121" y="614055"/>
                  </a:lnTo>
                  <a:lnTo>
                    <a:pt x="141126" y="615390"/>
                  </a:lnTo>
                  <a:lnTo>
                    <a:pt x="140398" y="615008"/>
                  </a:lnTo>
                  <a:lnTo>
                    <a:pt x="139387" y="616572"/>
                  </a:lnTo>
                  <a:lnTo>
                    <a:pt x="138648" y="614458"/>
                  </a:lnTo>
                  <a:lnTo>
                    <a:pt x="138401" y="614612"/>
                  </a:lnTo>
                  <a:lnTo>
                    <a:pt x="138817" y="618320"/>
                  </a:lnTo>
                  <a:lnTo>
                    <a:pt x="139049" y="618631"/>
                  </a:lnTo>
                  <a:lnTo>
                    <a:pt x="139371" y="618526"/>
                  </a:lnTo>
                  <a:lnTo>
                    <a:pt x="139604" y="619098"/>
                  </a:lnTo>
                  <a:lnTo>
                    <a:pt x="139789" y="620987"/>
                  </a:lnTo>
                  <a:lnTo>
                    <a:pt x="139552" y="621834"/>
                  </a:lnTo>
                  <a:lnTo>
                    <a:pt x="138534" y="622657"/>
                  </a:lnTo>
                  <a:lnTo>
                    <a:pt x="135082" y="623315"/>
                  </a:lnTo>
                  <a:lnTo>
                    <a:pt x="134868" y="623092"/>
                  </a:lnTo>
                  <a:lnTo>
                    <a:pt x="133957" y="623551"/>
                  </a:lnTo>
                  <a:lnTo>
                    <a:pt x="133226" y="623426"/>
                  </a:lnTo>
                  <a:lnTo>
                    <a:pt x="132074" y="622134"/>
                  </a:lnTo>
                  <a:lnTo>
                    <a:pt x="130422" y="620078"/>
                  </a:lnTo>
                  <a:lnTo>
                    <a:pt x="130338" y="619445"/>
                  </a:lnTo>
                  <a:lnTo>
                    <a:pt x="128859" y="618070"/>
                  </a:lnTo>
                  <a:lnTo>
                    <a:pt x="128697" y="617136"/>
                  </a:lnTo>
                  <a:lnTo>
                    <a:pt x="129064" y="616096"/>
                  </a:lnTo>
                  <a:lnTo>
                    <a:pt x="128594" y="614721"/>
                  </a:lnTo>
                  <a:lnTo>
                    <a:pt x="127623" y="613715"/>
                  </a:lnTo>
                  <a:lnTo>
                    <a:pt x="127169" y="613551"/>
                  </a:lnTo>
                  <a:lnTo>
                    <a:pt x="127653" y="612521"/>
                  </a:lnTo>
                  <a:lnTo>
                    <a:pt x="126189" y="613259"/>
                  </a:lnTo>
                  <a:lnTo>
                    <a:pt x="121011" y="610329"/>
                  </a:lnTo>
                  <a:lnTo>
                    <a:pt x="120010" y="610133"/>
                  </a:lnTo>
                  <a:lnTo>
                    <a:pt x="118509" y="610497"/>
                  </a:lnTo>
                  <a:lnTo>
                    <a:pt x="117305" y="610400"/>
                  </a:lnTo>
                  <a:lnTo>
                    <a:pt x="114263" y="609331"/>
                  </a:lnTo>
                  <a:lnTo>
                    <a:pt x="113262" y="608641"/>
                  </a:lnTo>
                  <a:lnTo>
                    <a:pt x="112896" y="607823"/>
                  </a:lnTo>
                  <a:lnTo>
                    <a:pt x="112092" y="606934"/>
                  </a:lnTo>
                  <a:lnTo>
                    <a:pt x="111790" y="606337"/>
                  </a:lnTo>
                  <a:lnTo>
                    <a:pt x="111516" y="603952"/>
                  </a:lnTo>
                  <a:lnTo>
                    <a:pt x="110517" y="603607"/>
                  </a:lnTo>
                  <a:lnTo>
                    <a:pt x="110227" y="603237"/>
                  </a:lnTo>
                  <a:lnTo>
                    <a:pt x="110074" y="602482"/>
                  </a:lnTo>
                  <a:lnTo>
                    <a:pt x="110578" y="600717"/>
                  </a:lnTo>
                  <a:lnTo>
                    <a:pt x="108427" y="597669"/>
                  </a:lnTo>
                  <a:lnTo>
                    <a:pt x="107247" y="598868"/>
                  </a:lnTo>
                  <a:lnTo>
                    <a:pt x="106206" y="600827"/>
                  </a:lnTo>
                  <a:lnTo>
                    <a:pt x="105732" y="599362"/>
                  </a:lnTo>
                  <a:lnTo>
                    <a:pt x="102784" y="598904"/>
                  </a:lnTo>
                  <a:lnTo>
                    <a:pt x="100747" y="596894"/>
                  </a:lnTo>
                  <a:lnTo>
                    <a:pt x="100473" y="595656"/>
                  </a:lnTo>
                  <a:lnTo>
                    <a:pt x="99919" y="595379"/>
                  </a:lnTo>
                  <a:lnTo>
                    <a:pt x="97082" y="594683"/>
                  </a:lnTo>
                  <a:lnTo>
                    <a:pt x="90878" y="592128"/>
                  </a:lnTo>
                  <a:lnTo>
                    <a:pt x="90169" y="592099"/>
                  </a:lnTo>
                  <a:lnTo>
                    <a:pt x="88255" y="592764"/>
                  </a:lnTo>
                  <a:lnTo>
                    <a:pt x="87350" y="592629"/>
                  </a:lnTo>
                  <a:lnTo>
                    <a:pt x="87198" y="597551"/>
                  </a:lnTo>
                  <a:lnTo>
                    <a:pt x="88067" y="603040"/>
                  </a:lnTo>
                  <a:lnTo>
                    <a:pt x="89063" y="603359"/>
                  </a:lnTo>
                  <a:lnTo>
                    <a:pt x="92005" y="606499"/>
                  </a:lnTo>
                  <a:lnTo>
                    <a:pt x="89079" y="608762"/>
                  </a:lnTo>
                  <a:lnTo>
                    <a:pt x="85317" y="610570"/>
                  </a:lnTo>
                  <a:lnTo>
                    <a:pt x="84790" y="609561"/>
                  </a:lnTo>
                  <a:lnTo>
                    <a:pt x="83794" y="605323"/>
                  </a:lnTo>
                  <a:lnTo>
                    <a:pt x="83508" y="605178"/>
                  </a:lnTo>
                  <a:lnTo>
                    <a:pt x="78318" y="597945"/>
                  </a:lnTo>
                  <a:lnTo>
                    <a:pt x="77947" y="598079"/>
                  </a:lnTo>
                  <a:lnTo>
                    <a:pt x="77806" y="597452"/>
                  </a:lnTo>
                  <a:lnTo>
                    <a:pt x="75170" y="593924"/>
                  </a:lnTo>
                  <a:lnTo>
                    <a:pt x="73221" y="589496"/>
                  </a:lnTo>
                  <a:lnTo>
                    <a:pt x="71997" y="588882"/>
                  </a:lnTo>
                  <a:lnTo>
                    <a:pt x="70944" y="587818"/>
                  </a:lnTo>
                  <a:lnTo>
                    <a:pt x="69506" y="587377"/>
                  </a:lnTo>
                  <a:lnTo>
                    <a:pt x="68641" y="586717"/>
                  </a:lnTo>
                  <a:lnTo>
                    <a:pt x="66836" y="582975"/>
                  </a:lnTo>
                  <a:lnTo>
                    <a:pt x="63794" y="579195"/>
                  </a:lnTo>
                  <a:lnTo>
                    <a:pt x="62115" y="577676"/>
                  </a:lnTo>
                  <a:lnTo>
                    <a:pt x="62080" y="576833"/>
                  </a:lnTo>
                  <a:lnTo>
                    <a:pt x="61558" y="576006"/>
                  </a:lnTo>
                  <a:lnTo>
                    <a:pt x="59667" y="574192"/>
                  </a:lnTo>
                  <a:lnTo>
                    <a:pt x="59009" y="573109"/>
                  </a:lnTo>
                  <a:lnTo>
                    <a:pt x="58447" y="569661"/>
                  </a:lnTo>
                  <a:lnTo>
                    <a:pt x="57490" y="566156"/>
                  </a:lnTo>
                  <a:lnTo>
                    <a:pt x="56430" y="563350"/>
                  </a:lnTo>
                  <a:lnTo>
                    <a:pt x="55701" y="562249"/>
                  </a:lnTo>
                  <a:lnTo>
                    <a:pt x="55579" y="559507"/>
                  </a:lnTo>
                  <a:lnTo>
                    <a:pt x="56023" y="557004"/>
                  </a:lnTo>
                  <a:lnTo>
                    <a:pt x="57428" y="555520"/>
                  </a:lnTo>
                  <a:lnTo>
                    <a:pt x="57765" y="552751"/>
                  </a:lnTo>
                  <a:lnTo>
                    <a:pt x="57527" y="550096"/>
                  </a:lnTo>
                  <a:lnTo>
                    <a:pt x="56622" y="545140"/>
                  </a:lnTo>
                  <a:lnTo>
                    <a:pt x="55281" y="541881"/>
                  </a:lnTo>
                  <a:lnTo>
                    <a:pt x="54100" y="540510"/>
                  </a:lnTo>
                  <a:lnTo>
                    <a:pt x="52628" y="536520"/>
                  </a:lnTo>
                  <a:lnTo>
                    <a:pt x="52710" y="535202"/>
                  </a:lnTo>
                  <a:lnTo>
                    <a:pt x="53369" y="533434"/>
                  </a:lnTo>
                  <a:lnTo>
                    <a:pt x="53335" y="532516"/>
                  </a:lnTo>
                  <a:lnTo>
                    <a:pt x="52803" y="531711"/>
                  </a:lnTo>
                  <a:lnTo>
                    <a:pt x="53053" y="531136"/>
                  </a:lnTo>
                  <a:lnTo>
                    <a:pt x="53250" y="530526"/>
                  </a:lnTo>
                  <a:lnTo>
                    <a:pt x="52989" y="529493"/>
                  </a:lnTo>
                  <a:lnTo>
                    <a:pt x="51917" y="529244"/>
                  </a:lnTo>
                  <a:lnTo>
                    <a:pt x="51890" y="528905"/>
                  </a:lnTo>
                  <a:lnTo>
                    <a:pt x="53169" y="527838"/>
                  </a:lnTo>
                  <a:lnTo>
                    <a:pt x="53964" y="527807"/>
                  </a:lnTo>
                  <a:lnTo>
                    <a:pt x="55046" y="527283"/>
                  </a:lnTo>
                  <a:lnTo>
                    <a:pt x="56084" y="525715"/>
                  </a:lnTo>
                  <a:lnTo>
                    <a:pt x="57778" y="524173"/>
                  </a:lnTo>
                  <a:lnTo>
                    <a:pt x="59444" y="523577"/>
                  </a:lnTo>
                  <a:lnTo>
                    <a:pt x="62038" y="523157"/>
                  </a:lnTo>
                  <a:lnTo>
                    <a:pt x="63536" y="521877"/>
                  </a:lnTo>
                  <a:lnTo>
                    <a:pt x="64183" y="520427"/>
                  </a:lnTo>
                  <a:lnTo>
                    <a:pt x="65950" y="518367"/>
                  </a:lnTo>
                  <a:lnTo>
                    <a:pt x="65900" y="517995"/>
                  </a:lnTo>
                  <a:lnTo>
                    <a:pt x="66797" y="517796"/>
                  </a:lnTo>
                  <a:lnTo>
                    <a:pt x="68374" y="516339"/>
                  </a:lnTo>
                  <a:lnTo>
                    <a:pt x="68943" y="516251"/>
                  </a:lnTo>
                  <a:lnTo>
                    <a:pt x="69391" y="515351"/>
                  </a:lnTo>
                  <a:lnTo>
                    <a:pt x="70235" y="515373"/>
                  </a:lnTo>
                  <a:lnTo>
                    <a:pt x="70408" y="514842"/>
                  </a:lnTo>
                  <a:lnTo>
                    <a:pt x="73945" y="514500"/>
                  </a:lnTo>
                  <a:lnTo>
                    <a:pt x="74612" y="514676"/>
                  </a:lnTo>
                  <a:lnTo>
                    <a:pt x="76169" y="514067"/>
                  </a:lnTo>
                  <a:lnTo>
                    <a:pt x="76810" y="514154"/>
                  </a:lnTo>
                  <a:lnTo>
                    <a:pt x="78297" y="513357"/>
                  </a:lnTo>
                  <a:lnTo>
                    <a:pt x="79387" y="513307"/>
                  </a:lnTo>
                  <a:lnTo>
                    <a:pt x="81281" y="511609"/>
                  </a:lnTo>
                  <a:lnTo>
                    <a:pt x="83002" y="510815"/>
                  </a:lnTo>
                  <a:lnTo>
                    <a:pt x="83409" y="510371"/>
                  </a:lnTo>
                  <a:lnTo>
                    <a:pt x="82378" y="509604"/>
                  </a:lnTo>
                  <a:lnTo>
                    <a:pt x="81271" y="509539"/>
                  </a:lnTo>
                  <a:lnTo>
                    <a:pt x="80781" y="509181"/>
                  </a:lnTo>
                  <a:lnTo>
                    <a:pt x="80457" y="508409"/>
                  </a:lnTo>
                  <a:lnTo>
                    <a:pt x="79887" y="508085"/>
                  </a:lnTo>
                  <a:lnTo>
                    <a:pt x="79758" y="507592"/>
                  </a:lnTo>
                  <a:lnTo>
                    <a:pt x="76788" y="505856"/>
                  </a:lnTo>
                  <a:lnTo>
                    <a:pt x="75606" y="506010"/>
                  </a:lnTo>
                  <a:lnTo>
                    <a:pt x="74979" y="505772"/>
                  </a:lnTo>
                  <a:lnTo>
                    <a:pt x="74865" y="505516"/>
                  </a:lnTo>
                  <a:lnTo>
                    <a:pt x="73531" y="506195"/>
                  </a:lnTo>
                  <a:lnTo>
                    <a:pt x="71878" y="505952"/>
                  </a:lnTo>
                  <a:lnTo>
                    <a:pt x="69705" y="506807"/>
                  </a:lnTo>
                  <a:lnTo>
                    <a:pt x="68129" y="508629"/>
                  </a:lnTo>
                  <a:lnTo>
                    <a:pt x="67620" y="508752"/>
                  </a:lnTo>
                  <a:lnTo>
                    <a:pt x="66541" y="509535"/>
                  </a:lnTo>
                  <a:lnTo>
                    <a:pt x="66005" y="509473"/>
                  </a:lnTo>
                  <a:lnTo>
                    <a:pt x="65159" y="510190"/>
                  </a:lnTo>
                  <a:lnTo>
                    <a:pt x="64910" y="510137"/>
                  </a:lnTo>
                  <a:lnTo>
                    <a:pt x="64559" y="510836"/>
                  </a:lnTo>
                  <a:lnTo>
                    <a:pt x="63949" y="511201"/>
                  </a:lnTo>
                  <a:lnTo>
                    <a:pt x="63339" y="510892"/>
                  </a:lnTo>
                  <a:lnTo>
                    <a:pt x="62937" y="511132"/>
                  </a:lnTo>
                  <a:lnTo>
                    <a:pt x="62591" y="511043"/>
                  </a:lnTo>
                  <a:lnTo>
                    <a:pt x="61822" y="511766"/>
                  </a:lnTo>
                  <a:lnTo>
                    <a:pt x="60500" y="511800"/>
                  </a:lnTo>
                  <a:lnTo>
                    <a:pt x="59999" y="512023"/>
                  </a:lnTo>
                  <a:lnTo>
                    <a:pt x="58392" y="511655"/>
                  </a:lnTo>
                  <a:lnTo>
                    <a:pt x="57531" y="512004"/>
                  </a:lnTo>
                  <a:lnTo>
                    <a:pt x="55028" y="511832"/>
                  </a:lnTo>
                  <a:lnTo>
                    <a:pt x="54444" y="511248"/>
                  </a:lnTo>
                  <a:lnTo>
                    <a:pt x="54897" y="509886"/>
                  </a:lnTo>
                  <a:lnTo>
                    <a:pt x="55748" y="508969"/>
                  </a:lnTo>
                  <a:lnTo>
                    <a:pt x="55237" y="508693"/>
                  </a:lnTo>
                  <a:lnTo>
                    <a:pt x="55263" y="508259"/>
                  </a:lnTo>
                  <a:lnTo>
                    <a:pt x="56258" y="505928"/>
                  </a:lnTo>
                  <a:lnTo>
                    <a:pt x="55665" y="505680"/>
                  </a:lnTo>
                  <a:lnTo>
                    <a:pt x="54960" y="504808"/>
                  </a:lnTo>
                  <a:lnTo>
                    <a:pt x="54180" y="504392"/>
                  </a:lnTo>
                  <a:lnTo>
                    <a:pt x="54282" y="504231"/>
                  </a:lnTo>
                  <a:lnTo>
                    <a:pt x="53289" y="503479"/>
                  </a:lnTo>
                  <a:lnTo>
                    <a:pt x="51910" y="502846"/>
                  </a:lnTo>
                  <a:lnTo>
                    <a:pt x="50351" y="502725"/>
                  </a:lnTo>
                  <a:lnTo>
                    <a:pt x="50049" y="502497"/>
                  </a:lnTo>
                  <a:lnTo>
                    <a:pt x="49502" y="502800"/>
                  </a:lnTo>
                  <a:lnTo>
                    <a:pt x="48037" y="503026"/>
                  </a:lnTo>
                  <a:lnTo>
                    <a:pt x="45083" y="501303"/>
                  </a:lnTo>
                  <a:lnTo>
                    <a:pt x="43990" y="500977"/>
                  </a:lnTo>
                  <a:lnTo>
                    <a:pt x="43611" y="500337"/>
                  </a:lnTo>
                  <a:lnTo>
                    <a:pt x="42641" y="499655"/>
                  </a:lnTo>
                  <a:lnTo>
                    <a:pt x="37550" y="500717"/>
                  </a:lnTo>
                  <a:lnTo>
                    <a:pt x="37269" y="499808"/>
                  </a:lnTo>
                  <a:lnTo>
                    <a:pt x="35956" y="497821"/>
                  </a:lnTo>
                  <a:lnTo>
                    <a:pt x="36144" y="497725"/>
                  </a:lnTo>
                  <a:lnTo>
                    <a:pt x="34763" y="495666"/>
                  </a:lnTo>
                  <a:lnTo>
                    <a:pt x="31706" y="495430"/>
                  </a:lnTo>
                  <a:lnTo>
                    <a:pt x="32081" y="494811"/>
                  </a:lnTo>
                  <a:lnTo>
                    <a:pt x="31813" y="494288"/>
                  </a:lnTo>
                  <a:lnTo>
                    <a:pt x="31486" y="491827"/>
                  </a:lnTo>
                  <a:lnTo>
                    <a:pt x="30665" y="491444"/>
                  </a:lnTo>
                  <a:lnTo>
                    <a:pt x="30158" y="488250"/>
                  </a:lnTo>
                  <a:lnTo>
                    <a:pt x="30367" y="487837"/>
                  </a:lnTo>
                  <a:lnTo>
                    <a:pt x="29588" y="487069"/>
                  </a:lnTo>
                  <a:lnTo>
                    <a:pt x="29795" y="486412"/>
                  </a:lnTo>
                  <a:lnTo>
                    <a:pt x="27778" y="482682"/>
                  </a:lnTo>
                  <a:lnTo>
                    <a:pt x="27964" y="478249"/>
                  </a:lnTo>
                  <a:lnTo>
                    <a:pt x="25829" y="477288"/>
                  </a:lnTo>
                  <a:lnTo>
                    <a:pt x="25668" y="476162"/>
                  </a:lnTo>
                  <a:lnTo>
                    <a:pt x="26171" y="475359"/>
                  </a:lnTo>
                  <a:lnTo>
                    <a:pt x="24731" y="473584"/>
                  </a:lnTo>
                  <a:lnTo>
                    <a:pt x="24997" y="472116"/>
                  </a:lnTo>
                  <a:lnTo>
                    <a:pt x="23234" y="468055"/>
                  </a:lnTo>
                  <a:lnTo>
                    <a:pt x="22913" y="466128"/>
                  </a:lnTo>
                  <a:lnTo>
                    <a:pt x="22106" y="464628"/>
                  </a:lnTo>
                  <a:lnTo>
                    <a:pt x="22091" y="463282"/>
                  </a:lnTo>
                  <a:lnTo>
                    <a:pt x="21715" y="463332"/>
                  </a:lnTo>
                  <a:lnTo>
                    <a:pt x="21880" y="461458"/>
                  </a:lnTo>
                  <a:lnTo>
                    <a:pt x="21148" y="459834"/>
                  </a:lnTo>
                  <a:lnTo>
                    <a:pt x="21207" y="459069"/>
                  </a:lnTo>
                  <a:lnTo>
                    <a:pt x="20825" y="458407"/>
                  </a:lnTo>
                  <a:lnTo>
                    <a:pt x="20678" y="457468"/>
                  </a:lnTo>
                  <a:lnTo>
                    <a:pt x="19718" y="456067"/>
                  </a:lnTo>
                  <a:lnTo>
                    <a:pt x="19335" y="455034"/>
                  </a:lnTo>
                  <a:lnTo>
                    <a:pt x="18210" y="450072"/>
                  </a:lnTo>
                  <a:lnTo>
                    <a:pt x="17605" y="448962"/>
                  </a:lnTo>
                  <a:lnTo>
                    <a:pt x="16002" y="447748"/>
                  </a:lnTo>
                  <a:lnTo>
                    <a:pt x="14623" y="446914"/>
                  </a:lnTo>
                  <a:lnTo>
                    <a:pt x="13865" y="446768"/>
                  </a:lnTo>
                  <a:lnTo>
                    <a:pt x="10144" y="444263"/>
                  </a:lnTo>
                  <a:lnTo>
                    <a:pt x="9715" y="442668"/>
                  </a:lnTo>
                  <a:lnTo>
                    <a:pt x="8229" y="441219"/>
                  </a:lnTo>
                  <a:lnTo>
                    <a:pt x="8366" y="439866"/>
                  </a:lnTo>
                  <a:lnTo>
                    <a:pt x="7438" y="435754"/>
                  </a:lnTo>
                  <a:lnTo>
                    <a:pt x="7511" y="435097"/>
                  </a:lnTo>
                  <a:lnTo>
                    <a:pt x="6133" y="432006"/>
                  </a:lnTo>
                  <a:lnTo>
                    <a:pt x="6178" y="430980"/>
                  </a:lnTo>
                  <a:lnTo>
                    <a:pt x="6605" y="430307"/>
                  </a:lnTo>
                  <a:lnTo>
                    <a:pt x="6468" y="429174"/>
                  </a:lnTo>
                  <a:lnTo>
                    <a:pt x="7212" y="426857"/>
                  </a:lnTo>
                  <a:lnTo>
                    <a:pt x="6091" y="425482"/>
                  </a:lnTo>
                  <a:lnTo>
                    <a:pt x="5921" y="424335"/>
                  </a:lnTo>
                  <a:lnTo>
                    <a:pt x="7324" y="420234"/>
                  </a:lnTo>
                  <a:lnTo>
                    <a:pt x="2656" y="415325"/>
                  </a:lnTo>
                  <a:lnTo>
                    <a:pt x="2095" y="413900"/>
                  </a:lnTo>
                  <a:lnTo>
                    <a:pt x="0" y="411134"/>
                  </a:lnTo>
                  <a:lnTo>
                    <a:pt x="325" y="409041"/>
                  </a:lnTo>
                  <a:lnTo>
                    <a:pt x="4812" y="406830"/>
                  </a:lnTo>
                  <a:lnTo>
                    <a:pt x="5503" y="406949"/>
                  </a:lnTo>
                  <a:lnTo>
                    <a:pt x="5720" y="406775"/>
                  </a:lnTo>
                  <a:lnTo>
                    <a:pt x="5967" y="406963"/>
                  </a:lnTo>
                  <a:lnTo>
                    <a:pt x="6722" y="406794"/>
                  </a:lnTo>
                  <a:lnTo>
                    <a:pt x="8056" y="405926"/>
                  </a:lnTo>
                  <a:lnTo>
                    <a:pt x="8745" y="406282"/>
                  </a:lnTo>
                  <a:lnTo>
                    <a:pt x="9048" y="405978"/>
                  </a:lnTo>
                  <a:lnTo>
                    <a:pt x="8995" y="405274"/>
                  </a:lnTo>
                  <a:lnTo>
                    <a:pt x="10335" y="404142"/>
                  </a:lnTo>
                  <a:lnTo>
                    <a:pt x="10428" y="403418"/>
                  </a:lnTo>
                  <a:lnTo>
                    <a:pt x="11242" y="402662"/>
                  </a:lnTo>
                  <a:lnTo>
                    <a:pt x="11433" y="402184"/>
                  </a:lnTo>
                  <a:lnTo>
                    <a:pt x="11349" y="400763"/>
                  </a:lnTo>
                  <a:lnTo>
                    <a:pt x="12260" y="401037"/>
                  </a:lnTo>
                  <a:lnTo>
                    <a:pt x="12634" y="400502"/>
                  </a:lnTo>
                  <a:lnTo>
                    <a:pt x="12285" y="399947"/>
                  </a:lnTo>
                  <a:lnTo>
                    <a:pt x="12414" y="399738"/>
                  </a:lnTo>
                  <a:lnTo>
                    <a:pt x="13228" y="399191"/>
                  </a:lnTo>
                  <a:lnTo>
                    <a:pt x="13484" y="399423"/>
                  </a:lnTo>
                  <a:lnTo>
                    <a:pt x="14474" y="398253"/>
                  </a:lnTo>
                  <a:lnTo>
                    <a:pt x="16100" y="398190"/>
                  </a:lnTo>
                  <a:lnTo>
                    <a:pt x="16786" y="397152"/>
                  </a:lnTo>
                  <a:lnTo>
                    <a:pt x="17151" y="395992"/>
                  </a:lnTo>
                  <a:lnTo>
                    <a:pt x="18245" y="395541"/>
                  </a:lnTo>
                  <a:lnTo>
                    <a:pt x="19571" y="393899"/>
                  </a:lnTo>
                  <a:lnTo>
                    <a:pt x="20007" y="393240"/>
                  </a:lnTo>
                  <a:lnTo>
                    <a:pt x="19706" y="392840"/>
                  </a:lnTo>
                  <a:lnTo>
                    <a:pt x="21454" y="391994"/>
                  </a:lnTo>
                  <a:lnTo>
                    <a:pt x="23059" y="391689"/>
                  </a:lnTo>
                  <a:lnTo>
                    <a:pt x="24595" y="389936"/>
                  </a:lnTo>
                  <a:lnTo>
                    <a:pt x="24974" y="388434"/>
                  </a:lnTo>
                  <a:lnTo>
                    <a:pt x="24394" y="386999"/>
                  </a:lnTo>
                  <a:lnTo>
                    <a:pt x="24552" y="386567"/>
                  </a:lnTo>
                  <a:lnTo>
                    <a:pt x="25281" y="385141"/>
                  </a:lnTo>
                  <a:lnTo>
                    <a:pt x="25911" y="384664"/>
                  </a:lnTo>
                  <a:lnTo>
                    <a:pt x="27523" y="382238"/>
                  </a:lnTo>
                  <a:lnTo>
                    <a:pt x="28618" y="381226"/>
                  </a:lnTo>
                  <a:lnTo>
                    <a:pt x="29866" y="381002"/>
                  </a:lnTo>
                  <a:lnTo>
                    <a:pt x="31844" y="379875"/>
                  </a:lnTo>
                  <a:lnTo>
                    <a:pt x="31838" y="378100"/>
                  </a:lnTo>
                  <a:lnTo>
                    <a:pt x="31435" y="376937"/>
                  </a:lnTo>
                  <a:lnTo>
                    <a:pt x="28901" y="372847"/>
                  </a:lnTo>
                  <a:lnTo>
                    <a:pt x="28726" y="369855"/>
                  </a:lnTo>
                  <a:lnTo>
                    <a:pt x="29409" y="365988"/>
                  </a:lnTo>
                  <a:lnTo>
                    <a:pt x="30438" y="365633"/>
                  </a:lnTo>
                  <a:lnTo>
                    <a:pt x="31323" y="364651"/>
                  </a:lnTo>
                  <a:lnTo>
                    <a:pt x="31633" y="363891"/>
                  </a:lnTo>
                  <a:lnTo>
                    <a:pt x="31274" y="360446"/>
                  </a:lnTo>
                  <a:lnTo>
                    <a:pt x="31402" y="358908"/>
                  </a:lnTo>
                  <a:lnTo>
                    <a:pt x="31701" y="356915"/>
                  </a:lnTo>
                  <a:lnTo>
                    <a:pt x="32892" y="352913"/>
                  </a:lnTo>
                  <a:lnTo>
                    <a:pt x="33083" y="351895"/>
                  </a:lnTo>
                  <a:lnTo>
                    <a:pt x="33561" y="351452"/>
                  </a:lnTo>
                  <a:lnTo>
                    <a:pt x="33759" y="350859"/>
                  </a:lnTo>
                  <a:lnTo>
                    <a:pt x="35106" y="350106"/>
                  </a:lnTo>
                  <a:lnTo>
                    <a:pt x="36645" y="350172"/>
                  </a:lnTo>
                  <a:lnTo>
                    <a:pt x="38334" y="348813"/>
                  </a:lnTo>
                  <a:lnTo>
                    <a:pt x="39619" y="348774"/>
                  </a:lnTo>
                  <a:lnTo>
                    <a:pt x="39937" y="348581"/>
                  </a:lnTo>
                  <a:lnTo>
                    <a:pt x="40707" y="348702"/>
                  </a:lnTo>
                  <a:lnTo>
                    <a:pt x="41016" y="348400"/>
                  </a:lnTo>
                  <a:lnTo>
                    <a:pt x="42018" y="348296"/>
                  </a:lnTo>
                  <a:lnTo>
                    <a:pt x="42491" y="347838"/>
                  </a:lnTo>
                  <a:lnTo>
                    <a:pt x="45153" y="347909"/>
                  </a:lnTo>
                  <a:lnTo>
                    <a:pt x="46209" y="347689"/>
                  </a:lnTo>
                  <a:lnTo>
                    <a:pt x="47340" y="347433"/>
                  </a:lnTo>
                  <a:lnTo>
                    <a:pt x="50403" y="345981"/>
                  </a:lnTo>
                  <a:lnTo>
                    <a:pt x="51119" y="346028"/>
                  </a:lnTo>
                  <a:lnTo>
                    <a:pt x="51862" y="345767"/>
                  </a:lnTo>
                  <a:lnTo>
                    <a:pt x="52286" y="345912"/>
                  </a:lnTo>
                  <a:lnTo>
                    <a:pt x="52837" y="345674"/>
                  </a:lnTo>
                  <a:lnTo>
                    <a:pt x="54555" y="346115"/>
                  </a:lnTo>
                  <a:lnTo>
                    <a:pt x="55845" y="346097"/>
                  </a:lnTo>
                  <a:lnTo>
                    <a:pt x="57081" y="348661"/>
                  </a:lnTo>
                  <a:lnTo>
                    <a:pt x="57559" y="349318"/>
                  </a:lnTo>
                  <a:lnTo>
                    <a:pt x="58351" y="349550"/>
                  </a:lnTo>
                  <a:lnTo>
                    <a:pt x="59172" y="351612"/>
                  </a:lnTo>
                  <a:lnTo>
                    <a:pt x="59910" y="352553"/>
                  </a:lnTo>
                  <a:lnTo>
                    <a:pt x="61774" y="353304"/>
                  </a:lnTo>
                  <a:lnTo>
                    <a:pt x="62493" y="354419"/>
                  </a:lnTo>
                  <a:lnTo>
                    <a:pt x="64021" y="355367"/>
                  </a:lnTo>
                  <a:lnTo>
                    <a:pt x="65936" y="356036"/>
                  </a:lnTo>
                  <a:lnTo>
                    <a:pt x="66068" y="355482"/>
                  </a:lnTo>
                  <a:lnTo>
                    <a:pt x="66986" y="355628"/>
                  </a:lnTo>
                  <a:lnTo>
                    <a:pt x="67620" y="355999"/>
                  </a:lnTo>
                  <a:lnTo>
                    <a:pt x="67983" y="355961"/>
                  </a:lnTo>
                  <a:lnTo>
                    <a:pt x="68448" y="355513"/>
                  </a:lnTo>
                  <a:lnTo>
                    <a:pt x="68694" y="355903"/>
                  </a:lnTo>
                  <a:lnTo>
                    <a:pt x="69523" y="355742"/>
                  </a:lnTo>
                  <a:lnTo>
                    <a:pt x="71543" y="356218"/>
                  </a:lnTo>
                  <a:lnTo>
                    <a:pt x="73757" y="357075"/>
                  </a:lnTo>
                  <a:lnTo>
                    <a:pt x="74928" y="357019"/>
                  </a:lnTo>
                  <a:lnTo>
                    <a:pt x="78593" y="355288"/>
                  </a:lnTo>
                  <a:lnTo>
                    <a:pt x="80146" y="354783"/>
                  </a:lnTo>
                  <a:lnTo>
                    <a:pt x="80577" y="354062"/>
                  </a:lnTo>
                  <a:lnTo>
                    <a:pt x="81219" y="353756"/>
                  </a:lnTo>
                  <a:lnTo>
                    <a:pt x="85229" y="352486"/>
                  </a:lnTo>
                  <a:lnTo>
                    <a:pt x="88132" y="351183"/>
                  </a:lnTo>
                  <a:lnTo>
                    <a:pt x="90196" y="350874"/>
                  </a:lnTo>
                  <a:lnTo>
                    <a:pt x="90318" y="351630"/>
                  </a:lnTo>
                  <a:lnTo>
                    <a:pt x="92120" y="353828"/>
                  </a:lnTo>
                  <a:lnTo>
                    <a:pt x="93012" y="355603"/>
                  </a:lnTo>
                  <a:lnTo>
                    <a:pt x="94240" y="356286"/>
                  </a:lnTo>
                  <a:lnTo>
                    <a:pt x="95685" y="356677"/>
                  </a:lnTo>
                  <a:lnTo>
                    <a:pt x="97233" y="356135"/>
                  </a:lnTo>
                  <a:lnTo>
                    <a:pt x="98979" y="354968"/>
                  </a:lnTo>
                  <a:lnTo>
                    <a:pt x="100563" y="354325"/>
                  </a:lnTo>
                  <a:lnTo>
                    <a:pt x="101968" y="354329"/>
                  </a:lnTo>
                  <a:lnTo>
                    <a:pt x="102205" y="354781"/>
                  </a:lnTo>
                  <a:lnTo>
                    <a:pt x="104143" y="354503"/>
                  </a:lnTo>
                  <a:lnTo>
                    <a:pt x="104976" y="354613"/>
                  </a:lnTo>
                  <a:lnTo>
                    <a:pt x="105684" y="354956"/>
                  </a:lnTo>
                  <a:lnTo>
                    <a:pt x="105748" y="355659"/>
                  </a:lnTo>
                  <a:lnTo>
                    <a:pt x="106608" y="356394"/>
                  </a:lnTo>
                  <a:lnTo>
                    <a:pt x="108166" y="356586"/>
                  </a:lnTo>
                  <a:lnTo>
                    <a:pt x="109816" y="356428"/>
                  </a:lnTo>
                  <a:lnTo>
                    <a:pt x="109729" y="356137"/>
                  </a:lnTo>
                  <a:lnTo>
                    <a:pt x="110762" y="356203"/>
                  </a:lnTo>
                  <a:lnTo>
                    <a:pt x="112098" y="355917"/>
                  </a:lnTo>
                  <a:lnTo>
                    <a:pt x="113741" y="356089"/>
                  </a:lnTo>
                  <a:lnTo>
                    <a:pt x="115277" y="355780"/>
                  </a:lnTo>
                  <a:lnTo>
                    <a:pt x="116308" y="356052"/>
                  </a:lnTo>
                  <a:lnTo>
                    <a:pt x="117945" y="355573"/>
                  </a:lnTo>
                  <a:lnTo>
                    <a:pt x="122859" y="355570"/>
                  </a:lnTo>
                  <a:lnTo>
                    <a:pt x="123652" y="355352"/>
                  </a:lnTo>
                  <a:lnTo>
                    <a:pt x="124796" y="354325"/>
                  </a:lnTo>
                  <a:lnTo>
                    <a:pt x="126657" y="353416"/>
                  </a:lnTo>
                  <a:lnTo>
                    <a:pt x="128175" y="353752"/>
                  </a:lnTo>
                  <a:lnTo>
                    <a:pt x="129450" y="355457"/>
                  </a:lnTo>
                  <a:lnTo>
                    <a:pt x="131050" y="356161"/>
                  </a:lnTo>
                  <a:lnTo>
                    <a:pt x="132223" y="356329"/>
                  </a:lnTo>
                  <a:lnTo>
                    <a:pt x="133264" y="355868"/>
                  </a:lnTo>
                  <a:lnTo>
                    <a:pt x="133847" y="355101"/>
                  </a:lnTo>
                  <a:lnTo>
                    <a:pt x="135145" y="354972"/>
                  </a:lnTo>
                  <a:lnTo>
                    <a:pt x="136879" y="353870"/>
                  </a:lnTo>
                  <a:lnTo>
                    <a:pt x="144006" y="351914"/>
                  </a:lnTo>
                  <a:lnTo>
                    <a:pt x="146405" y="349536"/>
                  </a:lnTo>
                  <a:lnTo>
                    <a:pt x="149474" y="348056"/>
                  </a:lnTo>
                  <a:lnTo>
                    <a:pt x="149363" y="347768"/>
                  </a:lnTo>
                  <a:lnTo>
                    <a:pt x="150234" y="346432"/>
                  </a:lnTo>
                  <a:lnTo>
                    <a:pt x="151103" y="345614"/>
                  </a:lnTo>
                  <a:lnTo>
                    <a:pt x="151480" y="344774"/>
                  </a:lnTo>
                  <a:lnTo>
                    <a:pt x="151219" y="340669"/>
                  </a:lnTo>
                  <a:lnTo>
                    <a:pt x="152236" y="339132"/>
                  </a:lnTo>
                  <a:lnTo>
                    <a:pt x="152737" y="337911"/>
                  </a:lnTo>
                  <a:lnTo>
                    <a:pt x="154084" y="336148"/>
                  </a:lnTo>
                  <a:lnTo>
                    <a:pt x="153902" y="334355"/>
                  </a:lnTo>
                  <a:lnTo>
                    <a:pt x="154338" y="333216"/>
                  </a:lnTo>
                  <a:lnTo>
                    <a:pt x="154752" y="333157"/>
                  </a:lnTo>
                  <a:lnTo>
                    <a:pt x="155119" y="332146"/>
                  </a:lnTo>
                  <a:lnTo>
                    <a:pt x="154507" y="329412"/>
                  </a:lnTo>
                  <a:lnTo>
                    <a:pt x="153149" y="326597"/>
                  </a:lnTo>
                  <a:lnTo>
                    <a:pt x="152435" y="323724"/>
                  </a:lnTo>
                  <a:lnTo>
                    <a:pt x="153839" y="321696"/>
                  </a:lnTo>
                  <a:lnTo>
                    <a:pt x="154112" y="320244"/>
                  </a:lnTo>
                  <a:lnTo>
                    <a:pt x="151532" y="317466"/>
                  </a:lnTo>
                  <a:lnTo>
                    <a:pt x="150606" y="315941"/>
                  </a:lnTo>
                  <a:lnTo>
                    <a:pt x="150686" y="314472"/>
                  </a:lnTo>
                  <a:lnTo>
                    <a:pt x="149966" y="312680"/>
                  </a:lnTo>
                  <a:lnTo>
                    <a:pt x="149639" y="308631"/>
                  </a:lnTo>
                  <a:lnTo>
                    <a:pt x="148343" y="306974"/>
                  </a:lnTo>
                  <a:lnTo>
                    <a:pt x="148173" y="305215"/>
                  </a:lnTo>
                  <a:lnTo>
                    <a:pt x="148653" y="303688"/>
                  </a:lnTo>
                  <a:lnTo>
                    <a:pt x="148150" y="303176"/>
                  </a:lnTo>
                  <a:lnTo>
                    <a:pt x="147887" y="302063"/>
                  </a:lnTo>
                  <a:lnTo>
                    <a:pt x="148355" y="300377"/>
                  </a:lnTo>
                  <a:lnTo>
                    <a:pt x="149093" y="298898"/>
                  </a:lnTo>
                  <a:lnTo>
                    <a:pt x="149464" y="296969"/>
                  </a:lnTo>
                  <a:lnTo>
                    <a:pt x="150965" y="294157"/>
                  </a:lnTo>
                  <a:lnTo>
                    <a:pt x="151658" y="293467"/>
                  </a:lnTo>
                  <a:lnTo>
                    <a:pt x="151897" y="291368"/>
                  </a:lnTo>
                  <a:lnTo>
                    <a:pt x="152197" y="290291"/>
                  </a:lnTo>
                  <a:lnTo>
                    <a:pt x="152702" y="289646"/>
                  </a:lnTo>
                  <a:lnTo>
                    <a:pt x="153311" y="284570"/>
                  </a:lnTo>
                  <a:lnTo>
                    <a:pt x="153700" y="284547"/>
                  </a:lnTo>
                  <a:lnTo>
                    <a:pt x="154668" y="285114"/>
                  </a:lnTo>
                  <a:lnTo>
                    <a:pt x="155572" y="284486"/>
                  </a:lnTo>
                  <a:lnTo>
                    <a:pt x="157735" y="283634"/>
                  </a:lnTo>
                  <a:lnTo>
                    <a:pt x="159580" y="281626"/>
                  </a:lnTo>
                  <a:lnTo>
                    <a:pt x="161131" y="281698"/>
                  </a:lnTo>
                  <a:lnTo>
                    <a:pt x="162017" y="282026"/>
                  </a:lnTo>
                  <a:lnTo>
                    <a:pt x="165200" y="282107"/>
                  </a:lnTo>
                  <a:lnTo>
                    <a:pt x="166245" y="281701"/>
                  </a:lnTo>
                  <a:lnTo>
                    <a:pt x="170252" y="279088"/>
                  </a:lnTo>
                  <a:lnTo>
                    <a:pt x="171759" y="279308"/>
                  </a:lnTo>
                  <a:lnTo>
                    <a:pt x="173640" y="279058"/>
                  </a:lnTo>
                  <a:lnTo>
                    <a:pt x="175083" y="278096"/>
                  </a:lnTo>
                  <a:lnTo>
                    <a:pt x="179223" y="278789"/>
                  </a:lnTo>
                  <a:lnTo>
                    <a:pt x="181023" y="278675"/>
                  </a:lnTo>
                  <a:lnTo>
                    <a:pt x="181784" y="279308"/>
                  </a:lnTo>
                  <a:lnTo>
                    <a:pt x="183529" y="278110"/>
                  </a:lnTo>
                  <a:lnTo>
                    <a:pt x="185217" y="276557"/>
                  </a:lnTo>
                  <a:lnTo>
                    <a:pt x="188635" y="276709"/>
                  </a:lnTo>
                  <a:lnTo>
                    <a:pt x="191913" y="274158"/>
                  </a:lnTo>
                  <a:lnTo>
                    <a:pt x="192986" y="273535"/>
                  </a:lnTo>
                  <a:lnTo>
                    <a:pt x="194059" y="273456"/>
                  </a:lnTo>
                  <a:lnTo>
                    <a:pt x="195048" y="272933"/>
                  </a:lnTo>
                  <a:lnTo>
                    <a:pt x="196741" y="271510"/>
                  </a:lnTo>
                  <a:lnTo>
                    <a:pt x="197215" y="270825"/>
                  </a:lnTo>
                  <a:lnTo>
                    <a:pt x="200445" y="268804"/>
                  </a:lnTo>
                  <a:lnTo>
                    <a:pt x="200894" y="267477"/>
                  </a:lnTo>
                  <a:lnTo>
                    <a:pt x="201955" y="266128"/>
                  </a:lnTo>
                  <a:lnTo>
                    <a:pt x="201123" y="263287"/>
                  </a:lnTo>
                  <a:lnTo>
                    <a:pt x="199100" y="260399"/>
                  </a:lnTo>
                  <a:lnTo>
                    <a:pt x="199514" y="256642"/>
                  </a:lnTo>
                  <a:lnTo>
                    <a:pt x="200109" y="255907"/>
                  </a:lnTo>
                  <a:lnTo>
                    <a:pt x="199325" y="253586"/>
                  </a:lnTo>
                  <a:lnTo>
                    <a:pt x="198483" y="252459"/>
                  </a:lnTo>
                  <a:lnTo>
                    <a:pt x="198862" y="252408"/>
                  </a:lnTo>
                  <a:lnTo>
                    <a:pt x="199773" y="251398"/>
                  </a:lnTo>
                  <a:lnTo>
                    <a:pt x="201556" y="248428"/>
                  </a:lnTo>
                  <a:lnTo>
                    <a:pt x="204356" y="245953"/>
                  </a:lnTo>
                  <a:lnTo>
                    <a:pt x="205265" y="245406"/>
                  </a:lnTo>
                  <a:lnTo>
                    <a:pt x="206318" y="243656"/>
                  </a:lnTo>
                  <a:lnTo>
                    <a:pt x="207116" y="242801"/>
                  </a:lnTo>
                  <a:lnTo>
                    <a:pt x="206555" y="241665"/>
                  </a:lnTo>
                  <a:lnTo>
                    <a:pt x="205932" y="240964"/>
                  </a:lnTo>
                  <a:lnTo>
                    <a:pt x="205052" y="238918"/>
                  </a:lnTo>
                  <a:lnTo>
                    <a:pt x="205465" y="236590"/>
                  </a:lnTo>
                  <a:lnTo>
                    <a:pt x="205114" y="235448"/>
                  </a:lnTo>
                  <a:lnTo>
                    <a:pt x="203458" y="232168"/>
                  </a:lnTo>
                  <a:lnTo>
                    <a:pt x="203410" y="229431"/>
                  </a:lnTo>
                  <a:lnTo>
                    <a:pt x="202852" y="228324"/>
                  </a:lnTo>
                  <a:lnTo>
                    <a:pt x="202673" y="227356"/>
                  </a:lnTo>
                  <a:lnTo>
                    <a:pt x="202176" y="226713"/>
                  </a:lnTo>
                  <a:lnTo>
                    <a:pt x="201706" y="223687"/>
                  </a:lnTo>
                  <a:lnTo>
                    <a:pt x="201802" y="221903"/>
                  </a:lnTo>
                  <a:lnTo>
                    <a:pt x="201399" y="218983"/>
                  </a:lnTo>
                  <a:lnTo>
                    <a:pt x="201826" y="216963"/>
                  </a:lnTo>
                  <a:lnTo>
                    <a:pt x="201706" y="215937"/>
                  </a:lnTo>
                  <a:lnTo>
                    <a:pt x="202604" y="213711"/>
                  </a:lnTo>
                  <a:lnTo>
                    <a:pt x="203838" y="212046"/>
                  </a:lnTo>
                  <a:lnTo>
                    <a:pt x="204734" y="211716"/>
                  </a:lnTo>
                  <a:lnTo>
                    <a:pt x="205542" y="209808"/>
                  </a:lnTo>
                  <a:lnTo>
                    <a:pt x="205744" y="208193"/>
                  </a:lnTo>
                  <a:lnTo>
                    <a:pt x="205499" y="206711"/>
                  </a:lnTo>
                  <a:lnTo>
                    <a:pt x="206482" y="204101"/>
                  </a:lnTo>
                  <a:lnTo>
                    <a:pt x="207318" y="203431"/>
                  </a:lnTo>
                  <a:lnTo>
                    <a:pt x="209001" y="202930"/>
                  </a:lnTo>
                  <a:lnTo>
                    <a:pt x="210284" y="201392"/>
                  </a:lnTo>
                  <a:lnTo>
                    <a:pt x="210906" y="199445"/>
                  </a:lnTo>
                  <a:lnTo>
                    <a:pt x="211052" y="197370"/>
                  </a:lnTo>
                  <a:lnTo>
                    <a:pt x="212015" y="194993"/>
                  </a:lnTo>
                  <a:lnTo>
                    <a:pt x="213375" y="193665"/>
                  </a:lnTo>
                  <a:lnTo>
                    <a:pt x="214151" y="193206"/>
                  </a:lnTo>
                  <a:lnTo>
                    <a:pt x="215935" y="191100"/>
                  </a:lnTo>
                  <a:lnTo>
                    <a:pt x="217357" y="189970"/>
                  </a:lnTo>
                  <a:lnTo>
                    <a:pt x="218105" y="189489"/>
                  </a:lnTo>
                  <a:lnTo>
                    <a:pt x="219229" y="189215"/>
                  </a:lnTo>
                  <a:lnTo>
                    <a:pt x="222055" y="187198"/>
                  </a:lnTo>
                  <a:lnTo>
                    <a:pt x="222618" y="185972"/>
                  </a:lnTo>
                  <a:lnTo>
                    <a:pt x="222751" y="184788"/>
                  </a:lnTo>
                  <a:lnTo>
                    <a:pt x="223200" y="184035"/>
                  </a:lnTo>
                  <a:lnTo>
                    <a:pt x="224128" y="183242"/>
                  </a:lnTo>
                  <a:lnTo>
                    <a:pt x="224067" y="182711"/>
                  </a:lnTo>
                  <a:lnTo>
                    <a:pt x="225589" y="182380"/>
                  </a:lnTo>
                  <a:lnTo>
                    <a:pt x="226114" y="181820"/>
                  </a:lnTo>
                  <a:lnTo>
                    <a:pt x="226047" y="179053"/>
                  </a:lnTo>
                  <a:lnTo>
                    <a:pt x="225523" y="177786"/>
                  </a:lnTo>
                  <a:lnTo>
                    <a:pt x="225182" y="175642"/>
                  </a:lnTo>
                  <a:lnTo>
                    <a:pt x="224476" y="174613"/>
                  </a:lnTo>
                  <a:lnTo>
                    <a:pt x="222544" y="173192"/>
                  </a:lnTo>
                  <a:lnTo>
                    <a:pt x="220370" y="171989"/>
                  </a:lnTo>
                  <a:lnTo>
                    <a:pt x="214836" y="170113"/>
                  </a:lnTo>
                  <a:lnTo>
                    <a:pt x="218791" y="166951"/>
                  </a:lnTo>
                  <a:lnTo>
                    <a:pt x="220690" y="163207"/>
                  </a:lnTo>
                  <a:lnTo>
                    <a:pt x="222692" y="162385"/>
                  </a:lnTo>
                  <a:lnTo>
                    <a:pt x="224667" y="162194"/>
                  </a:lnTo>
                  <a:lnTo>
                    <a:pt x="225212" y="161348"/>
                  </a:lnTo>
                  <a:lnTo>
                    <a:pt x="225526" y="161310"/>
                  </a:lnTo>
                  <a:lnTo>
                    <a:pt x="226725" y="160004"/>
                  </a:lnTo>
                  <a:lnTo>
                    <a:pt x="227286" y="159725"/>
                  </a:lnTo>
                  <a:lnTo>
                    <a:pt x="228136" y="159590"/>
                  </a:lnTo>
                  <a:lnTo>
                    <a:pt x="228979" y="159769"/>
                  </a:lnTo>
                  <a:lnTo>
                    <a:pt x="230049" y="159364"/>
                  </a:lnTo>
                  <a:lnTo>
                    <a:pt x="230879" y="159408"/>
                  </a:lnTo>
                  <a:lnTo>
                    <a:pt x="231629" y="158808"/>
                  </a:lnTo>
                  <a:lnTo>
                    <a:pt x="231851" y="157902"/>
                  </a:lnTo>
                  <a:lnTo>
                    <a:pt x="232852" y="156452"/>
                  </a:lnTo>
                  <a:lnTo>
                    <a:pt x="233496" y="156264"/>
                  </a:lnTo>
                  <a:lnTo>
                    <a:pt x="235340" y="155000"/>
                  </a:lnTo>
                  <a:lnTo>
                    <a:pt x="236817" y="154731"/>
                  </a:lnTo>
                  <a:lnTo>
                    <a:pt x="237240" y="154313"/>
                  </a:lnTo>
                  <a:lnTo>
                    <a:pt x="240654" y="153115"/>
                  </a:lnTo>
                  <a:lnTo>
                    <a:pt x="241338" y="153076"/>
                  </a:lnTo>
                  <a:lnTo>
                    <a:pt x="241836" y="152663"/>
                  </a:lnTo>
                  <a:lnTo>
                    <a:pt x="242151" y="152888"/>
                  </a:lnTo>
                  <a:lnTo>
                    <a:pt x="242892" y="152385"/>
                  </a:lnTo>
                  <a:lnTo>
                    <a:pt x="243453" y="152480"/>
                  </a:lnTo>
                  <a:lnTo>
                    <a:pt x="244747" y="152136"/>
                  </a:lnTo>
                  <a:lnTo>
                    <a:pt x="245430" y="151399"/>
                  </a:lnTo>
                  <a:lnTo>
                    <a:pt x="247636" y="150195"/>
                  </a:lnTo>
                  <a:lnTo>
                    <a:pt x="247907" y="149634"/>
                  </a:lnTo>
                  <a:lnTo>
                    <a:pt x="249660" y="149000"/>
                  </a:lnTo>
                  <a:lnTo>
                    <a:pt x="249948" y="149263"/>
                  </a:lnTo>
                  <a:lnTo>
                    <a:pt x="251602" y="149459"/>
                  </a:lnTo>
                  <a:lnTo>
                    <a:pt x="253127" y="149338"/>
                  </a:lnTo>
                  <a:lnTo>
                    <a:pt x="253360" y="148997"/>
                  </a:lnTo>
                  <a:lnTo>
                    <a:pt x="255075" y="148937"/>
                  </a:lnTo>
                  <a:lnTo>
                    <a:pt x="255971" y="148123"/>
                  </a:lnTo>
                  <a:lnTo>
                    <a:pt x="256109" y="148895"/>
                  </a:lnTo>
                  <a:lnTo>
                    <a:pt x="257199" y="150491"/>
                  </a:lnTo>
                  <a:lnTo>
                    <a:pt x="257900" y="151159"/>
                  </a:lnTo>
                  <a:lnTo>
                    <a:pt x="258437" y="151199"/>
                  </a:lnTo>
                  <a:lnTo>
                    <a:pt x="259570" y="151817"/>
                  </a:lnTo>
                  <a:lnTo>
                    <a:pt x="260011" y="152352"/>
                  </a:lnTo>
                  <a:lnTo>
                    <a:pt x="261484" y="152770"/>
                  </a:lnTo>
                  <a:lnTo>
                    <a:pt x="262211" y="153386"/>
                  </a:lnTo>
                  <a:lnTo>
                    <a:pt x="262469" y="154054"/>
                  </a:lnTo>
                  <a:lnTo>
                    <a:pt x="265092" y="153167"/>
                  </a:lnTo>
                  <a:lnTo>
                    <a:pt x="266701" y="152900"/>
                  </a:lnTo>
                  <a:lnTo>
                    <a:pt x="265923" y="151353"/>
                  </a:lnTo>
                  <a:lnTo>
                    <a:pt x="266475" y="149937"/>
                  </a:lnTo>
                  <a:lnTo>
                    <a:pt x="266388" y="149702"/>
                  </a:lnTo>
                  <a:lnTo>
                    <a:pt x="264513" y="148390"/>
                  </a:lnTo>
                  <a:lnTo>
                    <a:pt x="263976" y="147294"/>
                  </a:lnTo>
                  <a:lnTo>
                    <a:pt x="264548" y="144062"/>
                  </a:lnTo>
                  <a:lnTo>
                    <a:pt x="268583" y="142111"/>
                  </a:lnTo>
                  <a:lnTo>
                    <a:pt x="269549" y="141047"/>
                  </a:lnTo>
                  <a:lnTo>
                    <a:pt x="270729" y="138824"/>
                  </a:lnTo>
                  <a:lnTo>
                    <a:pt x="270693" y="136099"/>
                  </a:lnTo>
                  <a:lnTo>
                    <a:pt x="270167" y="135086"/>
                  </a:lnTo>
                  <a:lnTo>
                    <a:pt x="268586" y="133277"/>
                  </a:lnTo>
                  <a:lnTo>
                    <a:pt x="266777" y="129396"/>
                  </a:lnTo>
                  <a:lnTo>
                    <a:pt x="266653" y="128601"/>
                  </a:lnTo>
                  <a:lnTo>
                    <a:pt x="267285" y="126287"/>
                  </a:lnTo>
                  <a:lnTo>
                    <a:pt x="268341" y="124031"/>
                  </a:lnTo>
                  <a:lnTo>
                    <a:pt x="268254" y="121989"/>
                  </a:lnTo>
                  <a:lnTo>
                    <a:pt x="269289" y="119374"/>
                  </a:lnTo>
                  <a:lnTo>
                    <a:pt x="272497" y="116485"/>
                  </a:lnTo>
                  <a:lnTo>
                    <a:pt x="274318" y="115732"/>
                  </a:lnTo>
                  <a:lnTo>
                    <a:pt x="276223" y="115412"/>
                  </a:lnTo>
                  <a:lnTo>
                    <a:pt x="277913" y="114718"/>
                  </a:lnTo>
                  <a:lnTo>
                    <a:pt x="283525" y="110645"/>
                  </a:lnTo>
                  <a:lnTo>
                    <a:pt x="283927" y="109648"/>
                  </a:lnTo>
                  <a:lnTo>
                    <a:pt x="285770" y="106808"/>
                  </a:lnTo>
                  <a:lnTo>
                    <a:pt x="288384" y="105708"/>
                  </a:lnTo>
                  <a:lnTo>
                    <a:pt x="295354" y="104237"/>
                  </a:lnTo>
                  <a:lnTo>
                    <a:pt x="296422" y="103814"/>
                  </a:lnTo>
                  <a:lnTo>
                    <a:pt x="296916" y="103221"/>
                  </a:lnTo>
                  <a:lnTo>
                    <a:pt x="298001" y="102679"/>
                  </a:lnTo>
                  <a:lnTo>
                    <a:pt x="299494" y="101947"/>
                  </a:lnTo>
                  <a:lnTo>
                    <a:pt x="300561" y="100782"/>
                  </a:lnTo>
                  <a:lnTo>
                    <a:pt x="301739" y="98508"/>
                  </a:lnTo>
                  <a:lnTo>
                    <a:pt x="301957" y="97583"/>
                  </a:lnTo>
                  <a:lnTo>
                    <a:pt x="303163" y="96145"/>
                  </a:lnTo>
                  <a:lnTo>
                    <a:pt x="303522" y="96481"/>
                  </a:lnTo>
                  <a:lnTo>
                    <a:pt x="304344" y="96328"/>
                  </a:lnTo>
                  <a:lnTo>
                    <a:pt x="308621" y="94704"/>
                  </a:lnTo>
                  <a:lnTo>
                    <a:pt x="309405" y="94820"/>
                  </a:lnTo>
                  <a:lnTo>
                    <a:pt x="311602" y="95969"/>
                  </a:lnTo>
                  <a:lnTo>
                    <a:pt x="314214" y="96927"/>
                  </a:lnTo>
                  <a:lnTo>
                    <a:pt x="316079" y="94570"/>
                  </a:lnTo>
                  <a:lnTo>
                    <a:pt x="317056" y="94199"/>
                  </a:lnTo>
                  <a:lnTo>
                    <a:pt x="318214" y="94006"/>
                  </a:lnTo>
                  <a:lnTo>
                    <a:pt x="320549" y="93060"/>
                  </a:lnTo>
                  <a:lnTo>
                    <a:pt x="320947" y="91197"/>
                  </a:lnTo>
                  <a:lnTo>
                    <a:pt x="324416" y="87682"/>
                  </a:lnTo>
                  <a:lnTo>
                    <a:pt x="324782" y="87047"/>
                  </a:lnTo>
                  <a:lnTo>
                    <a:pt x="327529" y="85371"/>
                  </a:lnTo>
                  <a:lnTo>
                    <a:pt x="329120" y="83938"/>
                  </a:lnTo>
                  <a:lnTo>
                    <a:pt x="332533" y="81776"/>
                  </a:lnTo>
                  <a:lnTo>
                    <a:pt x="335706" y="79398"/>
                  </a:lnTo>
                  <a:lnTo>
                    <a:pt x="337779" y="77530"/>
                  </a:lnTo>
                  <a:lnTo>
                    <a:pt x="338954" y="75852"/>
                  </a:lnTo>
                  <a:lnTo>
                    <a:pt x="339823" y="73774"/>
                  </a:lnTo>
                  <a:lnTo>
                    <a:pt x="340727" y="69229"/>
                  </a:lnTo>
                  <a:lnTo>
                    <a:pt x="341522" y="68126"/>
                  </a:lnTo>
                  <a:lnTo>
                    <a:pt x="343100" y="67160"/>
                  </a:lnTo>
                  <a:lnTo>
                    <a:pt x="344830" y="65289"/>
                  </a:lnTo>
                  <a:lnTo>
                    <a:pt x="345919" y="64881"/>
                  </a:lnTo>
                  <a:lnTo>
                    <a:pt x="347545" y="63354"/>
                  </a:lnTo>
                  <a:lnTo>
                    <a:pt x="348424" y="62991"/>
                  </a:lnTo>
                  <a:lnTo>
                    <a:pt x="350072" y="61549"/>
                  </a:lnTo>
                  <a:lnTo>
                    <a:pt x="354764" y="60089"/>
                  </a:lnTo>
                  <a:lnTo>
                    <a:pt x="357816" y="58490"/>
                  </a:lnTo>
                  <a:lnTo>
                    <a:pt x="360106" y="57972"/>
                  </a:lnTo>
                  <a:lnTo>
                    <a:pt x="360729" y="57217"/>
                  </a:lnTo>
                  <a:lnTo>
                    <a:pt x="361003" y="56441"/>
                  </a:lnTo>
                  <a:lnTo>
                    <a:pt x="361308" y="53647"/>
                  </a:lnTo>
                  <a:lnTo>
                    <a:pt x="364124" y="49918"/>
                  </a:lnTo>
                  <a:lnTo>
                    <a:pt x="365731" y="47139"/>
                  </a:lnTo>
                  <a:lnTo>
                    <a:pt x="367420" y="45691"/>
                  </a:lnTo>
                  <a:lnTo>
                    <a:pt x="369321" y="44344"/>
                  </a:lnTo>
                  <a:lnTo>
                    <a:pt x="369895" y="42870"/>
                  </a:lnTo>
                  <a:lnTo>
                    <a:pt x="372792" y="39836"/>
                  </a:lnTo>
                  <a:lnTo>
                    <a:pt x="374267" y="38346"/>
                  </a:lnTo>
                  <a:lnTo>
                    <a:pt x="376472" y="36694"/>
                  </a:lnTo>
                  <a:lnTo>
                    <a:pt x="378390" y="35847"/>
                  </a:lnTo>
                  <a:lnTo>
                    <a:pt x="380247" y="35329"/>
                  </a:lnTo>
                  <a:lnTo>
                    <a:pt x="390305" y="29755"/>
                  </a:lnTo>
                  <a:lnTo>
                    <a:pt x="392748" y="24719"/>
                  </a:lnTo>
                  <a:lnTo>
                    <a:pt x="394343" y="22395"/>
                  </a:lnTo>
                  <a:lnTo>
                    <a:pt x="396402" y="21338"/>
                  </a:lnTo>
                  <a:lnTo>
                    <a:pt x="399432" y="21001"/>
                  </a:lnTo>
                  <a:lnTo>
                    <a:pt x="402485" y="21025"/>
                  </a:lnTo>
                  <a:lnTo>
                    <a:pt x="411207" y="17892"/>
                  </a:lnTo>
                  <a:lnTo>
                    <a:pt x="413080" y="16515"/>
                  </a:lnTo>
                  <a:lnTo>
                    <a:pt x="415574" y="12444"/>
                  </a:lnTo>
                  <a:lnTo>
                    <a:pt x="418233" y="4144"/>
                  </a:lnTo>
                  <a:lnTo>
                    <a:pt x="425953" y="2377"/>
                  </a:lnTo>
                  <a:lnTo>
                    <a:pt x="429709" y="0"/>
                  </a:lnTo>
                  <a:lnTo>
                    <a:pt x="433751" y="3074"/>
                  </a:lnTo>
                  <a:lnTo>
                    <a:pt x="435162" y="3855"/>
                  </a:lnTo>
                  <a:lnTo>
                    <a:pt x="436322" y="5672"/>
                  </a:lnTo>
                  <a:lnTo>
                    <a:pt x="437107" y="5718"/>
                  </a:lnTo>
                  <a:lnTo>
                    <a:pt x="439121" y="7230"/>
                  </a:lnTo>
                  <a:lnTo>
                    <a:pt x="440514" y="7566"/>
                  </a:lnTo>
                  <a:lnTo>
                    <a:pt x="442186" y="8994"/>
                  </a:lnTo>
                  <a:lnTo>
                    <a:pt x="443998" y="9773"/>
                  </a:lnTo>
                  <a:lnTo>
                    <a:pt x="445376" y="11041"/>
                  </a:lnTo>
                  <a:lnTo>
                    <a:pt x="445475" y="11399"/>
                  </a:lnTo>
                  <a:lnTo>
                    <a:pt x="447253" y="12191"/>
                  </a:lnTo>
                  <a:lnTo>
                    <a:pt x="451215" y="15062"/>
                  </a:lnTo>
                  <a:lnTo>
                    <a:pt x="451669" y="16293"/>
                  </a:lnTo>
                  <a:lnTo>
                    <a:pt x="453262" y="17412"/>
                  </a:lnTo>
                  <a:lnTo>
                    <a:pt x="455389" y="19758"/>
                  </a:lnTo>
                  <a:lnTo>
                    <a:pt x="456630" y="21823"/>
                  </a:lnTo>
                  <a:lnTo>
                    <a:pt x="458982" y="21756"/>
                  </a:lnTo>
                  <a:lnTo>
                    <a:pt x="461917" y="20867"/>
                  </a:lnTo>
                  <a:lnTo>
                    <a:pt x="463440" y="21142"/>
                  </a:lnTo>
                  <a:lnTo>
                    <a:pt x="466411" y="21237"/>
                  </a:lnTo>
                  <a:lnTo>
                    <a:pt x="468393" y="19901"/>
                  </a:lnTo>
                  <a:lnTo>
                    <a:pt x="470428" y="19581"/>
                  </a:lnTo>
                  <a:lnTo>
                    <a:pt x="472602" y="18775"/>
                  </a:lnTo>
                  <a:lnTo>
                    <a:pt x="473410" y="18349"/>
                  </a:lnTo>
                  <a:lnTo>
                    <a:pt x="475828" y="13905"/>
                  </a:lnTo>
                  <a:lnTo>
                    <a:pt x="476674" y="12830"/>
                  </a:lnTo>
                  <a:lnTo>
                    <a:pt x="478716" y="11852"/>
                  </a:lnTo>
                  <a:lnTo>
                    <a:pt x="479136" y="12051"/>
                  </a:lnTo>
                  <a:lnTo>
                    <a:pt x="481079" y="12919"/>
                  </a:lnTo>
                  <a:lnTo>
                    <a:pt x="481135" y="14205"/>
                  </a:lnTo>
                  <a:lnTo>
                    <a:pt x="484131" y="14636"/>
                  </a:lnTo>
                  <a:lnTo>
                    <a:pt x="485341" y="13928"/>
                  </a:lnTo>
                  <a:lnTo>
                    <a:pt x="486931" y="13383"/>
                  </a:lnTo>
                  <a:lnTo>
                    <a:pt x="490807" y="12954"/>
                  </a:lnTo>
                  <a:lnTo>
                    <a:pt x="494983" y="13050"/>
                  </a:lnTo>
                  <a:lnTo>
                    <a:pt x="496568" y="14340"/>
                  </a:lnTo>
                  <a:lnTo>
                    <a:pt x="497664" y="14559"/>
                  </a:lnTo>
                  <a:lnTo>
                    <a:pt x="498204" y="13800"/>
                  </a:lnTo>
                  <a:lnTo>
                    <a:pt x="498495" y="12517"/>
                  </a:lnTo>
                  <a:lnTo>
                    <a:pt x="499064" y="11841"/>
                  </a:lnTo>
                  <a:lnTo>
                    <a:pt x="501653" y="6656"/>
                  </a:lnTo>
                  <a:lnTo>
                    <a:pt x="502415" y="5466"/>
                  </a:lnTo>
                  <a:lnTo>
                    <a:pt x="503205" y="4849"/>
                  </a:lnTo>
                  <a:lnTo>
                    <a:pt x="504744" y="4274"/>
                  </a:lnTo>
                  <a:lnTo>
                    <a:pt x="506996" y="2664"/>
                  </a:lnTo>
                  <a:lnTo>
                    <a:pt x="508209" y="2275"/>
                  </a:lnTo>
                  <a:lnTo>
                    <a:pt x="509550" y="2720"/>
                  </a:lnTo>
                  <a:lnTo>
                    <a:pt x="515021" y="3363"/>
                  </a:lnTo>
                  <a:lnTo>
                    <a:pt x="518465" y="3994"/>
                  </a:lnTo>
                  <a:lnTo>
                    <a:pt x="520732" y="4878"/>
                  </a:lnTo>
                  <a:lnTo>
                    <a:pt x="522894" y="5173"/>
                  </a:lnTo>
                  <a:lnTo>
                    <a:pt x="525302" y="6554"/>
                  </a:lnTo>
                  <a:lnTo>
                    <a:pt x="529396" y="9756"/>
                  </a:lnTo>
                  <a:lnTo>
                    <a:pt x="531611" y="11165"/>
                  </a:lnTo>
                  <a:lnTo>
                    <a:pt x="535370" y="14862"/>
                  </a:lnTo>
                  <a:lnTo>
                    <a:pt x="540994" y="18026"/>
                  </a:lnTo>
                  <a:lnTo>
                    <a:pt x="542272" y="20629"/>
                  </a:lnTo>
                  <a:lnTo>
                    <a:pt x="542292" y="22671"/>
                  </a:lnTo>
                  <a:lnTo>
                    <a:pt x="542441" y="25582"/>
                  </a:lnTo>
                  <a:lnTo>
                    <a:pt x="539898" y="30628"/>
                  </a:lnTo>
                  <a:lnTo>
                    <a:pt x="540321" y="42595"/>
                  </a:lnTo>
                  <a:lnTo>
                    <a:pt x="539701" y="44156"/>
                  </a:lnTo>
                  <a:lnTo>
                    <a:pt x="540804" y="46767"/>
                  </a:lnTo>
                  <a:lnTo>
                    <a:pt x="541732" y="50265"/>
                  </a:lnTo>
                  <a:lnTo>
                    <a:pt x="542830" y="50906"/>
                  </a:lnTo>
                  <a:lnTo>
                    <a:pt x="545848" y="54196"/>
                  </a:lnTo>
                  <a:lnTo>
                    <a:pt x="550798" y="60564"/>
                  </a:lnTo>
                  <a:lnTo>
                    <a:pt x="550538" y="64413"/>
                  </a:lnTo>
                  <a:lnTo>
                    <a:pt x="550929" y="66522"/>
                  </a:lnTo>
                  <a:lnTo>
                    <a:pt x="552916" y="69000"/>
                  </a:lnTo>
                  <a:lnTo>
                    <a:pt x="549363" y="72555"/>
                  </a:lnTo>
                  <a:lnTo>
                    <a:pt x="545669" y="80003"/>
                  </a:lnTo>
                  <a:lnTo>
                    <a:pt x="545317" y="81931"/>
                  </a:lnTo>
                  <a:lnTo>
                    <a:pt x="542532" y="88330"/>
                  </a:lnTo>
                  <a:lnTo>
                    <a:pt x="537540" y="96930"/>
                  </a:lnTo>
                  <a:lnTo>
                    <a:pt x="536112" y="98572"/>
                  </a:lnTo>
                  <a:lnTo>
                    <a:pt x="535200" y="101854"/>
                  </a:lnTo>
                  <a:lnTo>
                    <a:pt x="530515" y="106946"/>
                  </a:lnTo>
                  <a:lnTo>
                    <a:pt x="527310" y="108582"/>
                  </a:lnTo>
                  <a:lnTo>
                    <a:pt x="525662" y="110105"/>
                  </a:lnTo>
                  <a:lnTo>
                    <a:pt x="520675" y="111675"/>
                  </a:lnTo>
                  <a:lnTo>
                    <a:pt x="517593" y="109969"/>
                  </a:lnTo>
                  <a:lnTo>
                    <a:pt x="515988" y="109867"/>
                  </a:lnTo>
                  <a:lnTo>
                    <a:pt x="515178" y="110830"/>
                  </a:lnTo>
                  <a:lnTo>
                    <a:pt x="514580" y="111181"/>
                  </a:lnTo>
                  <a:lnTo>
                    <a:pt x="513065" y="110383"/>
                  </a:lnTo>
                  <a:lnTo>
                    <a:pt x="509856" y="110309"/>
                  </a:lnTo>
                  <a:lnTo>
                    <a:pt x="503461" y="111083"/>
                  </a:lnTo>
                  <a:lnTo>
                    <a:pt x="502450" y="111927"/>
                  </a:lnTo>
                  <a:lnTo>
                    <a:pt x="500676" y="115637"/>
                  </a:lnTo>
                  <a:lnTo>
                    <a:pt x="499118" y="116873"/>
                  </a:lnTo>
                  <a:lnTo>
                    <a:pt x="497627" y="117682"/>
                  </a:lnTo>
                  <a:lnTo>
                    <a:pt x="495377" y="118909"/>
                  </a:lnTo>
                  <a:lnTo>
                    <a:pt x="493513" y="120538"/>
                  </a:lnTo>
                  <a:lnTo>
                    <a:pt x="490004" y="122487"/>
                  </a:lnTo>
                  <a:lnTo>
                    <a:pt x="488828" y="123623"/>
                  </a:lnTo>
                  <a:lnTo>
                    <a:pt x="488046" y="124019"/>
                  </a:lnTo>
                  <a:lnTo>
                    <a:pt x="480381" y="125678"/>
                  </a:lnTo>
                  <a:lnTo>
                    <a:pt x="478261" y="124120"/>
                  </a:lnTo>
                  <a:lnTo>
                    <a:pt x="475946" y="121681"/>
                  </a:lnTo>
                  <a:lnTo>
                    <a:pt x="474249" y="120950"/>
                  </a:lnTo>
                  <a:lnTo>
                    <a:pt x="471244" y="119024"/>
                  </a:lnTo>
                  <a:lnTo>
                    <a:pt x="466194" y="116894"/>
                  </a:lnTo>
                  <a:lnTo>
                    <a:pt x="464030" y="116408"/>
                  </a:lnTo>
                  <a:lnTo>
                    <a:pt x="463641" y="116656"/>
                  </a:lnTo>
                  <a:lnTo>
                    <a:pt x="462276" y="116069"/>
                  </a:lnTo>
                  <a:lnTo>
                    <a:pt x="459783" y="116079"/>
                  </a:lnTo>
                  <a:lnTo>
                    <a:pt x="459323" y="116651"/>
                  </a:lnTo>
                  <a:lnTo>
                    <a:pt x="456437" y="115333"/>
                  </a:lnTo>
                  <a:lnTo>
                    <a:pt x="454766" y="115030"/>
                  </a:lnTo>
                  <a:lnTo>
                    <a:pt x="453457" y="114476"/>
                  </a:lnTo>
                  <a:lnTo>
                    <a:pt x="451737" y="114791"/>
                  </a:lnTo>
                  <a:lnTo>
                    <a:pt x="449937" y="115568"/>
                  </a:lnTo>
                  <a:lnTo>
                    <a:pt x="448003" y="115739"/>
                  </a:lnTo>
                  <a:lnTo>
                    <a:pt x="445162" y="118015"/>
                  </a:lnTo>
                  <a:lnTo>
                    <a:pt x="443723" y="118671"/>
                  </a:lnTo>
                  <a:lnTo>
                    <a:pt x="441687" y="113474"/>
                  </a:lnTo>
                  <a:lnTo>
                    <a:pt x="440374" y="114189"/>
                  </a:lnTo>
                  <a:lnTo>
                    <a:pt x="437511" y="113390"/>
                  </a:lnTo>
                  <a:lnTo>
                    <a:pt x="436915" y="114080"/>
                  </a:lnTo>
                  <a:lnTo>
                    <a:pt x="434999" y="113563"/>
                  </a:lnTo>
                  <a:lnTo>
                    <a:pt x="433423" y="113539"/>
                  </a:lnTo>
                  <a:lnTo>
                    <a:pt x="432207" y="113887"/>
                  </a:lnTo>
                  <a:lnTo>
                    <a:pt x="432454" y="115388"/>
                  </a:lnTo>
                  <a:lnTo>
                    <a:pt x="433347" y="117127"/>
                  </a:lnTo>
                  <a:lnTo>
                    <a:pt x="433488" y="120214"/>
                  </a:lnTo>
                  <a:lnTo>
                    <a:pt x="431381" y="122590"/>
                  </a:lnTo>
                  <a:lnTo>
                    <a:pt x="430433" y="124097"/>
                  </a:lnTo>
                  <a:lnTo>
                    <a:pt x="428473" y="125186"/>
                  </a:lnTo>
                  <a:lnTo>
                    <a:pt x="427508" y="125059"/>
                  </a:lnTo>
                  <a:lnTo>
                    <a:pt x="425367" y="124296"/>
                  </a:lnTo>
                  <a:lnTo>
                    <a:pt x="424687" y="124588"/>
                  </a:lnTo>
                  <a:lnTo>
                    <a:pt x="422508" y="124346"/>
                  </a:lnTo>
                  <a:lnTo>
                    <a:pt x="420535" y="125120"/>
                  </a:lnTo>
                  <a:lnTo>
                    <a:pt x="420011" y="124528"/>
                  </a:lnTo>
                  <a:lnTo>
                    <a:pt x="419038" y="122307"/>
                  </a:lnTo>
                  <a:lnTo>
                    <a:pt x="417483" y="120353"/>
                  </a:lnTo>
                  <a:lnTo>
                    <a:pt x="416124" y="118144"/>
                  </a:lnTo>
                  <a:lnTo>
                    <a:pt x="413369" y="117263"/>
                  </a:lnTo>
                  <a:lnTo>
                    <a:pt x="412268" y="116453"/>
                  </a:lnTo>
                  <a:lnTo>
                    <a:pt x="412319" y="115500"/>
                  </a:lnTo>
                  <a:lnTo>
                    <a:pt x="410807" y="115741"/>
                  </a:lnTo>
                  <a:lnTo>
                    <a:pt x="409434" y="116755"/>
                  </a:lnTo>
                  <a:lnTo>
                    <a:pt x="408664" y="113850"/>
                  </a:lnTo>
                  <a:lnTo>
                    <a:pt x="408025" y="112844"/>
                  </a:lnTo>
                  <a:lnTo>
                    <a:pt x="407061" y="111995"/>
                  </a:lnTo>
                  <a:lnTo>
                    <a:pt x="406532" y="111039"/>
                  </a:lnTo>
                  <a:lnTo>
                    <a:pt x="405782" y="109030"/>
                  </a:lnTo>
                  <a:lnTo>
                    <a:pt x="405363" y="107111"/>
                  </a:lnTo>
                  <a:lnTo>
                    <a:pt x="404138" y="106518"/>
                  </a:lnTo>
                  <a:lnTo>
                    <a:pt x="402339" y="106722"/>
                  </a:lnTo>
                  <a:lnTo>
                    <a:pt x="401761" y="106363"/>
                  </a:lnTo>
                  <a:lnTo>
                    <a:pt x="398871" y="106869"/>
                  </a:lnTo>
                  <a:lnTo>
                    <a:pt x="397981" y="108150"/>
                  </a:lnTo>
                  <a:lnTo>
                    <a:pt x="398210" y="110189"/>
                  </a:lnTo>
                  <a:lnTo>
                    <a:pt x="399010" y="111714"/>
                  </a:lnTo>
                  <a:lnTo>
                    <a:pt x="398591" y="112520"/>
                  </a:lnTo>
                  <a:lnTo>
                    <a:pt x="398696" y="113488"/>
                  </a:lnTo>
                  <a:lnTo>
                    <a:pt x="398385" y="114091"/>
                  </a:lnTo>
                  <a:lnTo>
                    <a:pt x="396822" y="115464"/>
                  </a:lnTo>
                  <a:lnTo>
                    <a:pt x="394641" y="116932"/>
                  </a:lnTo>
                  <a:lnTo>
                    <a:pt x="393718" y="116854"/>
                  </a:lnTo>
                  <a:lnTo>
                    <a:pt x="393232" y="117097"/>
                  </a:lnTo>
                  <a:lnTo>
                    <a:pt x="391934" y="116954"/>
                  </a:lnTo>
                  <a:lnTo>
                    <a:pt x="389853" y="118191"/>
                  </a:lnTo>
                  <a:lnTo>
                    <a:pt x="389034" y="118117"/>
                  </a:lnTo>
                  <a:lnTo>
                    <a:pt x="387468" y="117404"/>
                  </a:lnTo>
                  <a:lnTo>
                    <a:pt x="385765" y="116298"/>
                  </a:lnTo>
                  <a:lnTo>
                    <a:pt x="384607" y="117100"/>
                  </a:lnTo>
                  <a:lnTo>
                    <a:pt x="383811" y="117372"/>
                  </a:lnTo>
                  <a:lnTo>
                    <a:pt x="383120" y="118296"/>
                  </a:lnTo>
                  <a:lnTo>
                    <a:pt x="383402" y="119115"/>
                  </a:lnTo>
                  <a:lnTo>
                    <a:pt x="383975" y="119570"/>
                  </a:lnTo>
                  <a:lnTo>
                    <a:pt x="383865" y="120259"/>
                  </a:lnTo>
                  <a:lnTo>
                    <a:pt x="381880" y="122204"/>
                  </a:lnTo>
                  <a:lnTo>
                    <a:pt x="380888" y="121894"/>
                  </a:lnTo>
                  <a:lnTo>
                    <a:pt x="380674" y="122047"/>
                  </a:lnTo>
                  <a:lnTo>
                    <a:pt x="380503" y="122988"/>
                  </a:lnTo>
                  <a:lnTo>
                    <a:pt x="380654" y="123702"/>
                  </a:lnTo>
                  <a:lnTo>
                    <a:pt x="380179" y="126003"/>
                  </a:lnTo>
                  <a:lnTo>
                    <a:pt x="380338" y="128629"/>
                  </a:lnTo>
                  <a:lnTo>
                    <a:pt x="378672" y="130187"/>
                  </a:lnTo>
                  <a:lnTo>
                    <a:pt x="377736" y="130705"/>
                  </a:lnTo>
                  <a:lnTo>
                    <a:pt x="374725" y="130611"/>
                  </a:lnTo>
                  <a:lnTo>
                    <a:pt x="373814" y="130873"/>
                  </a:lnTo>
                  <a:lnTo>
                    <a:pt x="372987" y="131871"/>
                  </a:lnTo>
                  <a:lnTo>
                    <a:pt x="372442" y="132172"/>
                  </a:lnTo>
                  <a:lnTo>
                    <a:pt x="371203" y="132400"/>
                  </a:lnTo>
                  <a:lnTo>
                    <a:pt x="370068" y="135066"/>
                  </a:lnTo>
                  <a:lnTo>
                    <a:pt x="369879" y="136099"/>
                  </a:lnTo>
                  <a:lnTo>
                    <a:pt x="368022" y="137248"/>
                  </a:lnTo>
                  <a:lnTo>
                    <a:pt x="366548" y="138845"/>
                  </a:lnTo>
                  <a:lnTo>
                    <a:pt x="366422" y="139282"/>
                  </a:lnTo>
                  <a:lnTo>
                    <a:pt x="366918" y="140676"/>
                  </a:lnTo>
                  <a:lnTo>
                    <a:pt x="366558" y="141689"/>
                  </a:lnTo>
                  <a:lnTo>
                    <a:pt x="366169" y="141934"/>
                  </a:lnTo>
                  <a:lnTo>
                    <a:pt x="361503" y="141325"/>
                  </a:lnTo>
                  <a:lnTo>
                    <a:pt x="361047" y="141443"/>
                  </a:lnTo>
                  <a:lnTo>
                    <a:pt x="360178" y="142085"/>
                  </a:lnTo>
                  <a:lnTo>
                    <a:pt x="359314" y="143895"/>
                  </a:lnTo>
                  <a:lnTo>
                    <a:pt x="359544" y="144883"/>
                  </a:lnTo>
                  <a:lnTo>
                    <a:pt x="359052" y="146130"/>
                  </a:lnTo>
                  <a:lnTo>
                    <a:pt x="358978" y="146808"/>
                  </a:lnTo>
                  <a:lnTo>
                    <a:pt x="358158" y="147822"/>
                  </a:lnTo>
                  <a:lnTo>
                    <a:pt x="357338" y="148403"/>
                  </a:lnTo>
                  <a:lnTo>
                    <a:pt x="356427" y="148622"/>
                  </a:lnTo>
                  <a:lnTo>
                    <a:pt x="354300" y="148580"/>
                  </a:lnTo>
                  <a:lnTo>
                    <a:pt x="351585" y="147809"/>
                  </a:lnTo>
                  <a:lnTo>
                    <a:pt x="350660" y="147775"/>
                  </a:lnTo>
                  <a:lnTo>
                    <a:pt x="349873" y="148060"/>
                  </a:lnTo>
                  <a:lnTo>
                    <a:pt x="349450" y="148598"/>
                  </a:lnTo>
                  <a:lnTo>
                    <a:pt x="349324" y="149293"/>
                  </a:lnTo>
                  <a:lnTo>
                    <a:pt x="348290" y="150483"/>
                  </a:lnTo>
                  <a:lnTo>
                    <a:pt x="346903" y="152757"/>
                  </a:lnTo>
                  <a:lnTo>
                    <a:pt x="345762" y="154027"/>
                  </a:lnTo>
                  <a:lnTo>
                    <a:pt x="345319" y="155285"/>
                  </a:lnTo>
                  <a:lnTo>
                    <a:pt x="344594" y="155815"/>
                  </a:lnTo>
                  <a:lnTo>
                    <a:pt x="343973" y="157971"/>
                  </a:lnTo>
                  <a:lnTo>
                    <a:pt x="342701" y="159647"/>
                  </a:lnTo>
                  <a:lnTo>
                    <a:pt x="341997" y="160123"/>
                  </a:lnTo>
                  <a:lnTo>
                    <a:pt x="340683" y="160268"/>
                  </a:lnTo>
                  <a:lnTo>
                    <a:pt x="340237" y="161273"/>
                  </a:lnTo>
                  <a:lnTo>
                    <a:pt x="339696" y="161860"/>
                  </a:lnTo>
                  <a:lnTo>
                    <a:pt x="338952" y="162321"/>
                  </a:lnTo>
                  <a:lnTo>
                    <a:pt x="337770" y="162410"/>
                  </a:lnTo>
                  <a:lnTo>
                    <a:pt x="337565" y="162663"/>
                  </a:lnTo>
                  <a:lnTo>
                    <a:pt x="337071" y="165245"/>
                  </a:lnTo>
                  <a:lnTo>
                    <a:pt x="337447" y="165374"/>
                  </a:lnTo>
                  <a:lnTo>
                    <a:pt x="337364" y="165878"/>
                  </a:lnTo>
                  <a:lnTo>
                    <a:pt x="336948" y="166153"/>
                  </a:lnTo>
                  <a:lnTo>
                    <a:pt x="336949" y="166792"/>
                  </a:lnTo>
                  <a:lnTo>
                    <a:pt x="338363" y="168721"/>
                  </a:lnTo>
                  <a:lnTo>
                    <a:pt x="338429" y="170117"/>
                  </a:lnTo>
                  <a:lnTo>
                    <a:pt x="342648" y="169836"/>
                  </a:lnTo>
                  <a:lnTo>
                    <a:pt x="342774" y="170908"/>
                  </a:lnTo>
                  <a:lnTo>
                    <a:pt x="343214" y="171487"/>
                  </a:lnTo>
                  <a:lnTo>
                    <a:pt x="341830" y="173469"/>
                  </a:lnTo>
                  <a:lnTo>
                    <a:pt x="341659" y="174661"/>
                  </a:lnTo>
                  <a:lnTo>
                    <a:pt x="342142" y="175947"/>
                  </a:lnTo>
                  <a:lnTo>
                    <a:pt x="346187" y="175319"/>
                  </a:lnTo>
                  <a:lnTo>
                    <a:pt x="348903" y="179213"/>
                  </a:lnTo>
                  <a:lnTo>
                    <a:pt x="350332" y="180292"/>
                  </a:lnTo>
                  <a:lnTo>
                    <a:pt x="351963" y="182020"/>
                  </a:lnTo>
                  <a:lnTo>
                    <a:pt x="351482" y="182473"/>
                  </a:lnTo>
                  <a:lnTo>
                    <a:pt x="351526" y="183116"/>
                  </a:lnTo>
                  <a:lnTo>
                    <a:pt x="352809" y="183642"/>
                  </a:lnTo>
                  <a:lnTo>
                    <a:pt x="354634" y="184807"/>
                  </a:lnTo>
                  <a:lnTo>
                    <a:pt x="355427" y="184943"/>
                  </a:lnTo>
                  <a:lnTo>
                    <a:pt x="355735" y="184760"/>
                  </a:lnTo>
                  <a:lnTo>
                    <a:pt x="356236" y="184862"/>
                  </a:lnTo>
                  <a:lnTo>
                    <a:pt x="357542" y="184230"/>
                  </a:lnTo>
                  <a:lnTo>
                    <a:pt x="357982" y="182784"/>
                  </a:lnTo>
                  <a:lnTo>
                    <a:pt x="359046" y="182337"/>
                  </a:lnTo>
                  <a:lnTo>
                    <a:pt x="360076" y="182280"/>
                  </a:lnTo>
                  <a:lnTo>
                    <a:pt x="361413" y="182941"/>
                  </a:lnTo>
                  <a:lnTo>
                    <a:pt x="363038" y="186364"/>
                  </a:lnTo>
                  <a:lnTo>
                    <a:pt x="364259" y="187967"/>
                  </a:lnTo>
                  <a:lnTo>
                    <a:pt x="364929" y="188384"/>
                  </a:lnTo>
                  <a:lnTo>
                    <a:pt x="367257" y="189051"/>
                  </a:lnTo>
                  <a:lnTo>
                    <a:pt x="367324" y="188111"/>
                  </a:lnTo>
                  <a:lnTo>
                    <a:pt x="367918" y="187431"/>
                  </a:lnTo>
                  <a:lnTo>
                    <a:pt x="368586" y="187232"/>
                  </a:lnTo>
                  <a:lnTo>
                    <a:pt x="369405" y="187435"/>
                  </a:lnTo>
                  <a:lnTo>
                    <a:pt x="370368" y="187319"/>
                  </a:lnTo>
                  <a:lnTo>
                    <a:pt x="370624" y="187513"/>
                  </a:lnTo>
                  <a:lnTo>
                    <a:pt x="372122" y="186765"/>
                  </a:lnTo>
                  <a:lnTo>
                    <a:pt x="374663" y="188264"/>
                  </a:lnTo>
                  <a:lnTo>
                    <a:pt x="375194" y="188103"/>
                  </a:lnTo>
                  <a:lnTo>
                    <a:pt x="375977" y="187456"/>
                  </a:lnTo>
                  <a:lnTo>
                    <a:pt x="376403" y="186529"/>
                  </a:lnTo>
                  <a:lnTo>
                    <a:pt x="377568" y="185379"/>
                  </a:lnTo>
                  <a:lnTo>
                    <a:pt x="378530" y="187047"/>
                  </a:lnTo>
                  <a:lnTo>
                    <a:pt x="378374" y="189564"/>
                  </a:lnTo>
                  <a:lnTo>
                    <a:pt x="378973" y="193247"/>
                  </a:lnTo>
                  <a:lnTo>
                    <a:pt x="380543" y="195771"/>
                  </a:lnTo>
                  <a:lnTo>
                    <a:pt x="380122" y="196060"/>
                  </a:lnTo>
                  <a:lnTo>
                    <a:pt x="381157" y="198578"/>
                  </a:lnTo>
                  <a:lnTo>
                    <a:pt x="381661" y="200598"/>
                  </a:lnTo>
                  <a:lnTo>
                    <a:pt x="382242" y="200698"/>
                  </a:lnTo>
                  <a:lnTo>
                    <a:pt x="381783" y="206881"/>
                  </a:lnTo>
                  <a:lnTo>
                    <a:pt x="382759" y="212561"/>
                  </a:lnTo>
                  <a:lnTo>
                    <a:pt x="383310" y="213619"/>
                  </a:lnTo>
                  <a:lnTo>
                    <a:pt x="385702" y="216528"/>
                  </a:lnTo>
                  <a:lnTo>
                    <a:pt x="387034" y="218653"/>
                  </a:lnTo>
                  <a:lnTo>
                    <a:pt x="387476" y="221321"/>
                  </a:lnTo>
                  <a:lnTo>
                    <a:pt x="387213" y="221309"/>
                  </a:lnTo>
                  <a:lnTo>
                    <a:pt x="386750" y="221875"/>
                  </a:lnTo>
                  <a:lnTo>
                    <a:pt x="386008" y="223697"/>
                  </a:lnTo>
                  <a:lnTo>
                    <a:pt x="385836" y="225171"/>
                  </a:lnTo>
                  <a:lnTo>
                    <a:pt x="385960" y="225821"/>
                  </a:lnTo>
                  <a:lnTo>
                    <a:pt x="386452" y="226364"/>
                  </a:lnTo>
                  <a:lnTo>
                    <a:pt x="386989" y="231507"/>
                  </a:lnTo>
                  <a:lnTo>
                    <a:pt x="385868" y="232882"/>
                  </a:lnTo>
                  <a:lnTo>
                    <a:pt x="385231" y="234161"/>
                  </a:lnTo>
                  <a:lnTo>
                    <a:pt x="384060" y="238874"/>
                  </a:lnTo>
                  <a:lnTo>
                    <a:pt x="382815" y="241239"/>
                  </a:lnTo>
                  <a:lnTo>
                    <a:pt x="382584" y="243334"/>
                  </a:lnTo>
                  <a:lnTo>
                    <a:pt x="382840" y="244746"/>
                  </a:lnTo>
                  <a:lnTo>
                    <a:pt x="385986" y="246738"/>
                  </a:lnTo>
                  <a:lnTo>
                    <a:pt x="388561" y="247305"/>
                  </a:lnTo>
                  <a:lnTo>
                    <a:pt x="389618" y="248570"/>
                  </a:lnTo>
                  <a:lnTo>
                    <a:pt x="389710" y="249023"/>
                  </a:lnTo>
                  <a:lnTo>
                    <a:pt x="391626" y="250786"/>
                  </a:lnTo>
                  <a:lnTo>
                    <a:pt x="392677" y="252443"/>
                  </a:lnTo>
                  <a:lnTo>
                    <a:pt x="392707" y="253075"/>
                  </a:lnTo>
                  <a:lnTo>
                    <a:pt x="393580" y="253423"/>
                  </a:lnTo>
                  <a:lnTo>
                    <a:pt x="394859" y="253557"/>
                  </a:lnTo>
                  <a:lnTo>
                    <a:pt x="394971" y="254857"/>
                  </a:lnTo>
                  <a:lnTo>
                    <a:pt x="396504" y="256750"/>
                  </a:lnTo>
                  <a:lnTo>
                    <a:pt x="397615" y="257472"/>
                  </a:lnTo>
                  <a:lnTo>
                    <a:pt x="399763" y="258200"/>
                  </a:lnTo>
                  <a:lnTo>
                    <a:pt x="400464" y="262637"/>
                  </a:lnTo>
                  <a:lnTo>
                    <a:pt x="403316" y="264684"/>
                  </a:lnTo>
                  <a:lnTo>
                    <a:pt x="404665" y="266608"/>
                  </a:lnTo>
                  <a:lnTo>
                    <a:pt x="406277" y="267234"/>
                  </a:lnTo>
                  <a:lnTo>
                    <a:pt x="408084" y="268599"/>
                  </a:lnTo>
                  <a:lnTo>
                    <a:pt x="408434" y="269326"/>
                  </a:lnTo>
                  <a:lnTo>
                    <a:pt x="407424" y="272039"/>
                  </a:lnTo>
                  <a:lnTo>
                    <a:pt x="406603" y="272439"/>
                  </a:lnTo>
                  <a:lnTo>
                    <a:pt x="406991" y="273441"/>
                  </a:lnTo>
                  <a:lnTo>
                    <a:pt x="407225" y="276644"/>
                  </a:lnTo>
                  <a:lnTo>
                    <a:pt x="408216" y="278854"/>
                  </a:lnTo>
                  <a:lnTo>
                    <a:pt x="408545" y="282721"/>
                  </a:lnTo>
                  <a:lnTo>
                    <a:pt x="408800" y="282903"/>
                  </a:lnTo>
                  <a:lnTo>
                    <a:pt x="409202" y="284844"/>
                  </a:lnTo>
                  <a:lnTo>
                    <a:pt x="409408" y="287522"/>
                  </a:lnTo>
                  <a:lnTo>
                    <a:pt x="408987" y="289618"/>
                  </a:lnTo>
                  <a:lnTo>
                    <a:pt x="410147" y="289462"/>
                  </a:lnTo>
                  <a:lnTo>
                    <a:pt x="410949" y="288936"/>
                  </a:lnTo>
                  <a:lnTo>
                    <a:pt x="411801" y="289440"/>
                  </a:lnTo>
                  <a:lnTo>
                    <a:pt x="414338" y="292676"/>
                  </a:lnTo>
                  <a:lnTo>
                    <a:pt x="415851" y="294587"/>
                  </a:lnTo>
                  <a:lnTo>
                    <a:pt x="418201" y="300634"/>
                  </a:lnTo>
                  <a:lnTo>
                    <a:pt x="418676" y="301312"/>
                  </a:lnTo>
                  <a:lnTo>
                    <a:pt x="420097" y="302448"/>
                  </a:lnTo>
                  <a:lnTo>
                    <a:pt x="423276" y="305855"/>
                  </a:lnTo>
                  <a:lnTo>
                    <a:pt x="424808" y="308153"/>
                  </a:lnTo>
                  <a:lnTo>
                    <a:pt x="426538" y="309354"/>
                  </a:lnTo>
                  <a:lnTo>
                    <a:pt x="428649" y="310046"/>
                  </a:lnTo>
                  <a:lnTo>
                    <a:pt x="430430" y="311604"/>
                  </a:lnTo>
                  <a:lnTo>
                    <a:pt x="432215" y="314279"/>
                  </a:lnTo>
                  <a:lnTo>
                    <a:pt x="433422" y="317234"/>
                  </a:lnTo>
                  <a:lnTo>
                    <a:pt x="433705" y="318628"/>
                  </a:lnTo>
                  <a:lnTo>
                    <a:pt x="436015" y="320088"/>
                  </a:lnTo>
                  <a:lnTo>
                    <a:pt x="439038" y="322850"/>
                  </a:lnTo>
                  <a:lnTo>
                    <a:pt x="433898" y="325709"/>
                  </a:lnTo>
                  <a:lnTo>
                    <a:pt x="432650" y="327956"/>
                  </a:lnTo>
                  <a:lnTo>
                    <a:pt x="432177" y="327832"/>
                  </a:lnTo>
                  <a:lnTo>
                    <a:pt x="430788" y="328475"/>
                  </a:lnTo>
                  <a:lnTo>
                    <a:pt x="427368" y="331155"/>
                  </a:lnTo>
                  <a:lnTo>
                    <a:pt x="425164" y="332294"/>
                  </a:lnTo>
                  <a:lnTo>
                    <a:pt x="424054" y="333668"/>
                  </a:lnTo>
                  <a:lnTo>
                    <a:pt x="422470" y="333966"/>
                  </a:lnTo>
                  <a:lnTo>
                    <a:pt x="422050" y="334376"/>
                  </a:lnTo>
                  <a:lnTo>
                    <a:pt x="421325" y="335612"/>
                  </a:lnTo>
                  <a:lnTo>
                    <a:pt x="419240" y="337055"/>
                  </a:lnTo>
                  <a:lnTo>
                    <a:pt x="418574" y="338291"/>
                  </a:lnTo>
                  <a:lnTo>
                    <a:pt x="416831" y="339973"/>
                  </a:lnTo>
                  <a:lnTo>
                    <a:pt x="416307" y="341065"/>
                  </a:lnTo>
                  <a:lnTo>
                    <a:pt x="413489" y="343924"/>
                  </a:lnTo>
                  <a:lnTo>
                    <a:pt x="412918" y="345005"/>
                  </a:lnTo>
                  <a:lnTo>
                    <a:pt x="411668" y="349566"/>
                  </a:lnTo>
                  <a:lnTo>
                    <a:pt x="410377" y="350337"/>
                  </a:lnTo>
                  <a:lnTo>
                    <a:pt x="408207" y="350460"/>
                  </a:lnTo>
                  <a:lnTo>
                    <a:pt x="407234" y="350820"/>
                  </a:lnTo>
                  <a:lnTo>
                    <a:pt x="405788" y="352022"/>
                  </a:lnTo>
                  <a:lnTo>
                    <a:pt x="402146" y="353796"/>
                  </a:lnTo>
                  <a:lnTo>
                    <a:pt x="399946" y="353887"/>
                  </a:lnTo>
                  <a:lnTo>
                    <a:pt x="396980" y="354779"/>
                  </a:lnTo>
                  <a:lnTo>
                    <a:pt x="393186" y="356924"/>
                  </a:lnTo>
                  <a:lnTo>
                    <a:pt x="390408" y="357674"/>
                  </a:lnTo>
                  <a:lnTo>
                    <a:pt x="389100" y="358418"/>
                  </a:lnTo>
                  <a:lnTo>
                    <a:pt x="388619" y="358715"/>
                  </a:lnTo>
                  <a:lnTo>
                    <a:pt x="387723" y="358803"/>
                  </a:lnTo>
                  <a:lnTo>
                    <a:pt x="386720" y="358568"/>
                  </a:lnTo>
                  <a:lnTo>
                    <a:pt x="385733" y="358726"/>
                  </a:lnTo>
                  <a:lnTo>
                    <a:pt x="380161" y="356594"/>
                  </a:lnTo>
                  <a:lnTo>
                    <a:pt x="379877" y="357345"/>
                  </a:lnTo>
                  <a:lnTo>
                    <a:pt x="378515" y="359163"/>
                  </a:lnTo>
                  <a:lnTo>
                    <a:pt x="380036" y="360763"/>
                  </a:lnTo>
                  <a:lnTo>
                    <a:pt x="380266" y="361118"/>
                  </a:lnTo>
                  <a:lnTo>
                    <a:pt x="380177" y="361463"/>
                  </a:lnTo>
                  <a:lnTo>
                    <a:pt x="381338" y="363029"/>
                  </a:lnTo>
                  <a:lnTo>
                    <a:pt x="381682" y="364502"/>
                  </a:lnTo>
                  <a:lnTo>
                    <a:pt x="383832" y="367047"/>
                  </a:lnTo>
                  <a:lnTo>
                    <a:pt x="384235" y="368059"/>
                  </a:lnTo>
                  <a:lnTo>
                    <a:pt x="384101" y="368555"/>
                  </a:lnTo>
                  <a:lnTo>
                    <a:pt x="384446" y="368678"/>
                  </a:lnTo>
                  <a:lnTo>
                    <a:pt x="385068" y="369667"/>
                  </a:lnTo>
                  <a:lnTo>
                    <a:pt x="385393" y="370679"/>
                  </a:lnTo>
                  <a:lnTo>
                    <a:pt x="384397" y="372014"/>
                  </a:lnTo>
                  <a:lnTo>
                    <a:pt x="384067" y="373183"/>
                  </a:lnTo>
                  <a:lnTo>
                    <a:pt x="383520" y="373484"/>
                  </a:lnTo>
                  <a:lnTo>
                    <a:pt x="382441" y="375135"/>
                  </a:lnTo>
                  <a:lnTo>
                    <a:pt x="381070" y="378363"/>
                  </a:lnTo>
                  <a:lnTo>
                    <a:pt x="376750" y="384478"/>
                  </a:lnTo>
                  <a:lnTo>
                    <a:pt x="376230" y="386716"/>
                  </a:lnTo>
                  <a:lnTo>
                    <a:pt x="376289" y="387851"/>
                  </a:lnTo>
                  <a:lnTo>
                    <a:pt x="375813" y="388090"/>
                  </a:lnTo>
                  <a:lnTo>
                    <a:pt x="375410" y="389261"/>
                  </a:lnTo>
                  <a:lnTo>
                    <a:pt x="374534" y="390091"/>
                  </a:lnTo>
                  <a:lnTo>
                    <a:pt x="374167" y="390975"/>
                  </a:lnTo>
                  <a:lnTo>
                    <a:pt x="373865" y="392596"/>
                  </a:lnTo>
                  <a:lnTo>
                    <a:pt x="374195" y="393640"/>
                  </a:lnTo>
                  <a:lnTo>
                    <a:pt x="374077" y="395547"/>
                  </a:lnTo>
                  <a:lnTo>
                    <a:pt x="373851" y="396748"/>
                  </a:lnTo>
                  <a:lnTo>
                    <a:pt x="372898" y="399256"/>
                  </a:lnTo>
                  <a:lnTo>
                    <a:pt x="373149" y="400871"/>
                  </a:lnTo>
                  <a:lnTo>
                    <a:pt x="373812" y="402552"/>
                  </a:lnTo>
                  <a:lnTo>
                    <a:pt x="373442" y="403883"/>
                  </a:lnTo>
                  <a:lnTo>
                    <a:pt x="373509" y="404386"/>
                  </a:lnTo>
                  <a:lnTo>
                    <a:pt x="372614" y="407144"/>
                  </a:lnTo>
                  <a:lnTo>
                    <a:pt x="372041" y="408104"/>
                  </a:lnTo>
                  <a:lnTo>
                    <a:pt x="371094" y="408768"/>
                  </a:lnTo>
                  <a:lnTo>
                    <a:pt x="370768" y="409274"/>
                  </a:lnTo>
                  <a:lnTo>
                    <a:pt x="370755" y="409849"/>
                  </a:lnTo>
                  <a:lnTo>
                    <a:pt x="370306" y="410551"/>
                  </a:lnTo>
                  <a:lnTo>
                    <a:pt x="370150" y="411837"/>
                  </a:lnTo>
                  <a:lnTo>
                    <a:pt x="370322" y="413322"/>
                  </a:lnTo>
                  <a:lnTo>
                    <a:pt x="370822" y="414078"/>
                  </a:lnTo>
                  <a:lnTo>
                    <a:pt x="371554" y="414529"/>
                  </a:lnTo>
                  <a:lnTo>
                    <a:pt x="371658" y="420114"/>
                  </a:lnTo>
                  <a:lnTo>
                    <a:pt x="371223" y="420744"/>
                  </a:lnTo>
                  <a:lnTo>
                    <a:pt x="370901" y="422468"/>
                  </a:lnTo>
                  <a:lnTo>
                    <a:pt x="370528" y="423995"/>
                  </a:lnTo>
                  <a:lnTo>
                    <a:pt x="370576" y="425449"/>
                  </a:lnTo>
                  <a:lnTo>
                    <a:pt x="371106" y="426516"/>
                  </a:lnTo>
                  <a:lnTo>
                    <a:pt x="371936" y="429715"/>
                  </a:lnTo>
                  <a:lnTo>
                    <a:pt x="372701" y="430601"/>
                  </a:lnTo>
                  <a:lnTo>
                    <a:pt x="373197" y="431957"/>
                  </a:lnTo>
                  <a:lnTo>
                    <a:pt x="375738" y="434228"/>
                  </a:lnTo>
                  <a:lnTo>
                    <a:pt x="375733" y="435034"/>
                  </a:lnTo>
                  <a:lnTo>
                    <a:pt x="374020" y="436035"/>
                  </a:lnTo>
                  <a:lnTo>
                    <a:pt x="373333" y="437393"/>
                  </a:lnTo>
                  <a:lnTo>
                    <a:pt x="373664" y="438356"/>
                  </a:lnTo>
                  <a:lnTo>
                    <a:pt x="374142" y="438451"/>
                  </a:lnTo>
                  <a:lnTo>
                    <a:pt x="374666" y="439196"/>
                  </a:lnTo>
                  <a:lnTo>
                    <a:pt x="376164" y="440279"/>
                  </a:lnTo>
                  <a:lnTo>
                    <a:pt x="376956" y="441625"/>
                  </a:lnTo>
                  <a:lnTo>
                    <a:pt x="378779" y="441923"/>
                  </a:lnTo>
                  <a:lnTo>
                    <a:pt x="380489" y="442701"/>
                  </a:lnTo>
                  <a:lnTo>
                    <a:pt x="382070" y="442839"/>
                  </a:lnTo>
                  <a:lnTo>
                    <a:pt x="386078" y="444807"/>
                  </a:lnTo>
                  <a:lnTo>
                    <a:pt x="388219" y="445375"/>
                  </a:lnTo>
                  <a:lnTo>
                    <a:pt x="390704" y="446819"/>
                  </a:lnTo>
                  <a:lnTo>
                    <a:pt x="391641" y="447690"/>
                  </a:lnTo>
                  <a:lnTo>
                    <a:pt x="392033" y="448552"/>
                  </a:lnTo>
                  <a:lnTo>
                    <a:pt x="393257" y="449833"/>
                  </a:lnTo>
                  <a:lnTo>
                    <a:pt x="395708" y="451404"/>
                  </a:lnTo>
                  <a:lnTo>
                    <a:pt x="396614" y="452788"/>
                  </a:lnTo>
                  <a:lnTo>
                    <a:pt x="398142" y="456756"/>
                  </a:lnTo>
                  <a:lnTo>
                    <a:pt x="398579" y="458085"/>
                  </a:lnTo>
                  <a:lnTo>
                    <a:pt x="398786" y="460443"/>
                  </a:lnTo>
                  <a:lnTo>
                    <a:pt x="397197" y="461351"/>
                  </a:lnTo>
                  <a:lnTo>
                    <a:pt x="396547" y="461981"/>
                  </a:lnTo>
                  <a:lnTo>
                    <a:pt x="396577" y="463360"/>
                  </a:lnTo>
                  <a:lnTo>
                    <a:pt x="396138" y="463932"/>
                  </a:lnTo>
                  <a:lnTo>
                    <a:pt x="395989" y="464563"/>
                  </a:lnTo>
                  <a:lnTo>
                    <a:pt x="396104" y="465654"/>
                  </a:lnTo>
                  <a:lnTo>
                    <a:pt x="396398" y="466228"/>
                  </a:lnTo>
                  <a:lnTo>
                    <a:pt x="396871" y="466535"/>
                  </a:lnTo>
                  <a:lnTo>
                    <a:pt x="397150" y="467873"/>
                  </a:lnTo>
                  <a:lnTo>
                    <a:pt x="397789" y="469039"/>
                  </a:lnTo>
                  <a:lnTo>
                    <a:pt x="397823" y="470502"/>
                  </a:lnTo>
                  <a:lnTo>
                    <a:pt x="398187" y="471752"/>
                  </a:lnTo>
                  <a:lnTo>
                    <a:pt x="397782" y="472798"/>
                  </a:lnTo>
                  <a:lnTo>
                    <a:pt x="397265" y="476611"/>
                  </a:lnTo>
                  <a:lnTo>
                    <a:pt x="398318" y="480337"/>
                  </a:lnTo>
                  <a:lnTo>
                    <a:pt x="398604" y="482548"/>
                  </a:lnTo>
                  <a:lnTo>
                    <a:pt x="397298" y="484557"/>
                  </a:lnTo>
                  <a:lnTo>
                    <a:pt x="397520" y="486446"/>
                  </a:lnTo>
                  <a:lnTo>
                    <a:pt x="397318" y="488813"/>
                  </a:lnTo>
                  <a:lnTo>
                    <a:pt x="397463" y="490089"/>
                  </a:lnTo>
                  <a:lnTo>
                    <a:pt x="399168" y="495344"/>
                  </a:lnTo>
                  <a:lnTo>
                    <a:pt x="399285" y="496905"/>
                  </a:lnTo>
                  <a:lnTo>
                    <a:pt x="400305" y="499314"/>
                  </a:lnTo>
                  <a:lnTo>
                    <a:pt x="400940" y="499787"/>
                  </a:lnTo>
                  <a:lnTo>
                    <a:pt x="401177" y="500488"/>
                  </a:lnTo>
                  <a:lnTo>
                    <a:pt x="401118" y="501440"/>
                  </a:lnTo>
                  <a:lnTo>
                    <a:pt x="400696" y="501881"/>
                  </a:lnTo>
                  <a:lnTo>
                    <a:pt x="400930" y="503098"/>
                  </a:lnTo>
                  <a:lnTo>
                    <a:pt x="401665" y="504604"/>
                  </a:lnTo>
                  <a:lnTo>
                    <a:pt x="403284" y="506230"/>
                  </a:lnTo>
                  <a:lnTo>
                    <a:pt x="404067" y="508831"/>
                  </a:lnTo>
                  <a:lnTo>
                    <a:pt x="404860" y="509304"/>
                  </a:lnTo>
                  <a:lnTo>
                    <a:pt x="405090" y="510003"/>
                  </a:lnTo>
                  <a:lnTo>
                    <a:pt x="405396" y="510057"/>
                  </a:lnTo>
                  <a:lnTo>
                    <a:pt x="405824" y="510661"/>
                  </a:lnTo>
                  <a:lnTo>
                    <a:pt x="406147" y="510670"/>
                  </a:lnTo>
                  <a:lnTo>
                    <a:pt x="406846" y="511280"/>
                  </a:lnTo>
                  <a:lnTo>
                    <a:pt x="406567" y="511852"/>
                  </a:lnTo>
                  <a:lnTo>
                    <a:pt x="406775" y="512074"/>
                  </a:lnTo>
                  <a:lnTo>
                    <a:pt x="407870" y="512488"/>
                  </a:lnTo>
                  <a:lnTo>
                    <a:pt x="409168" y="513760"/>
                  </a:lnTo>
                  <a:lnTo>
                    <a:pt x="411254" y="514115"/>
                  </a:lnTo>
                  <a:lnTo>
                    <a:pt x="412942" y="515023"/>
                  </a:lnTo>
                  <a:lnTo>
                    <a:pt x="413698" y="515008"/>
                  </a:lnTo>
                  <a:lnTo>
                    <a:pt x="417462" y="517913"/>
                  </a:lnTo>
                  <a:lnTo>
                    <a:pt x="417049" y="519246"/>
                  </a:lnTo>
                  <a:lnTo>
                    <a:pt x="416634" y="524008"/>
                  </a:lnTo>
                  <a:lnTo>
                    <a:pt x="417570" y="528204"/>
                  </a:lnTo>
                  <a:lnTo>
                    <a:pt x="418512" y="529359"/>
                  </a:lnTo>
                  <a:lnTo>
                    <a:pt x="417670" y="530355"/>
                  </a:lnTo>
                  <a:lnTo>
                    <a:pt x="416581" y="530730"/>
                  </a:lnTo>
                  <a:lnTo>
                    <a:pt x="414305" y="530389"/>
                  </a:lnTo>
                  <a:lnTo>
                    <a:pt x="412658" y="529263"/>
                  </a:lnTo>
                  <a:lnTo>
                    <a:pt x="411207" y="528618"/>
                  </a:lnTo>
                  <a:lnTo>
                    <a:pt x="410120" y="528908"/>
                  </a:lnTo>
                  <a:lnTo>
                    <a:pt x="406561" y="528985"/>
                  </a:lnTo>
                  <a:lnTo>
                    <a:pt x="404890" y="530276"/>
                  </a:lnTo>
                  <a:lnTo>
                    <a:pt x="403695" y="532229"/>
                  </a:lnTo>
                  <a:lnTo>
                    <a:pt x="401790" y="533559"/>
                  </a:lnTo>
                  <a:lnTo>
                    <a:pt x="408626" y="537043"/>
                  </a:lnTo>
                  <a:lnTo>
                    <a:pt x="409432" y="536235"/>
                  </a:lnTo>
                  <a:lnTo>
                    <a:pt x="411527" y="535645"/>
                  </a:lnTo>
                  <a:lnTo>
                    <a:pt x="412025" y="535815"/>
                  </a:lnTo>
                  <a:lnTo>
                    <a:pt x="411243" y="537306"/>
                  </a:lnTo>
                  <a:lnTo>
                    <a:pt x="411691" y="537908"/>
                  </a:lnTo>
                  <a:lnTo>
                    <a:pt x="411250" y="538673"/>
                  </a:lnTo>
                  <a:lnTo>
                    <a:pt x="412115" y="539748"/>
                  </a:lnTo>
                  <a:lnTo>
                    <a:pt x="412885" y="541353"/>
                  </a:lnTo>
                  <a:lnTo>
                    <a:pt x="410542" y="544179"/>
                  </a:lnTo>
                  <a:lnTo>
                    <a:pt x="410232" y="543896"/>
                  </a:lnTo>
                  <a:lnTo>
                    <a:pt x="408779" y="546535"/>
                  </a:lnTo>
                  <a:lnTo>
                    <a:pt x="408562" y="546432"/>
                  </a:lnTo>
                  <a:lnTo>
                    <a:pt x="407584" y="548513"/>
                  </a:lnTo>
                  <a:lnTo>
                    <a:pt x="406320" y="550297"/>
                  </a:lnTo>
                  <a:lnTo>
                    <a:pt x="405151" y="552779"/>
                  </a:lnTo>
                  <a:lnTo>
                    <a:pt x="402203" y="556771"/>
                  </a:lnTo>
                  <a:lnTo>
                    <a:pt x="401358" y="557116"/>
                  </a:lnTo>
                  <a:lnTo>
                    <a:pt x="401527" y="557518"/>
                  </a:lnTo>
                  <a:lnTo>
                    <a:pt x="401289" y="559266"/>
                  </a:lnTo>
                  <a:lnTo>
                    <a:pt x="404416" y="562265"/>
                  </a:lnTo>
                  <a:lnTo>
                    <a:pt x="406519" y="563559"/>
                  </a:lnTo>
                  <a:lnTo>
                    <a:pt x="408537" y="564399"/>
                  </a:lnTo>
                  <a:lnTo>
                    <a:pt x="409141" y="564430"/>
                  </a:lnTo>
                  <a:lnTo>
                    <a:pt x="411054" y="565788"/>
                  </a:lnTo>
                  <a:lnTo>
                    <a:pt x="415113" y="570102"/>
                  </a:lnTo>
                  <a:lnTo>
                    <a:pt x="416079" y="570620"/>
                  </a:lnTo>
                  <a:lnTo>
                    <a:pt x="417119" y="572851"/>
                  </a:lnTo>
                  <a:lnTo>
                    <a:pt x="418560" y="574844"/>
                  </a:lnTo>
                  <a:lnTo>
                    <a:pt x="419618" y="575623"/>
                  </a:lnTo>
                  <a:lnTo>
                    <a:pt x="420834" y="575400"/>
                  </a:lnTo>
                  <a:lnTo>
                    <a:pt x="421022" y="576699"/>
                  </a:lnTo>
                  <a:lnTo>
                    <a:pt x="420634" y="576934"/>
                  </a:lnTo>
                  <a:lnTo>
                    <a:pt x="420771" y="577433"/>
                  </a:lnTo>
                  <a:lnTo>
                    <a:pt x="420546" y="578069"/>
                  </a:lnTo>
                  <a:lnTo>
                    <a:pt x="420817" y="578501"/>
                  </a:lnTo>
                  <a:lnTo>
                    <a:pt x="420289" y="579464"/>
                  </a:lnTo>
                  <a:lnTo>
                    <a:pt x="420510" y="579759"/>
                  </a:lnTo>
                  <a:lnTo>
                    <a:pt x="421112" y="582625"/>
                  </a:lnTo>
                  <a:lnTo>
                    <a:pt x="422619" y="582135"/>
                  </a:lnTo>
                  <a:lnTo>
                    <a:pt x="423484" y="582162"/>
                  </a:lnTo>
                  <a:lnTo>
                    <a:pt x="426685" y="580712"/>
                  </a:lnTo>
                  <a:lnTo>
                    <a:pt x="427691" y="585105"/>
                  </a:lnTo>
                  <a:lnTo>
                    <a:pt x="428354" y="586703"/>
                  </a:lnTo>
                  <a:lnTo>
                    <a:pt x="428755" y="586959"/>
                  </a:lnTo>
                  <a:lnTo>
                    <a:pt x="429248" y="586564"/>
                  </a:lnTo>
                  <a:lnTo>
                    <a:pt x="431667" y="586428"/>
                  </a:lnTo>
                  <a:lnTo>
                    <a:pt x="433805" y="584477"/>
                  </a:lnTo>
                  <a:lnTo>
                    <a:pt x="434797" y="584109"/>
                  </a:lnTo>
                  <a:lnTo>
                    <a:pt x="436291" y="584459"/>
                  </a:lnTo>
                  <a:lnTo>
                    <a:pt x="436896" y="584998"/>
                  </a:lnTo>
                  <a:lnTo>
                    <a:pt x="437511" y="585020"/>
                  </a:lnTo>
                  <a:lnTo>
                    <a:pt x="438972" y="586155"/>
                  </a:lnTo>
                  <a:lnTo>
                    <a:pt x="441181" y="587299"/>
                  </a:lnTo>
                  <a:lnTo>
                    <a:pt x="441209" y="587858"/>
                  </a:lnTo>
                  <a:lnTo>
                    <a:pt x="442053" y="588170"/>
                  </a:lnTo>
                  <a:lnTo>
                    <a:pt x="442456" y="589058"/>
                  </a:lnTo>
                  <a:lnTo>
                    <a:pt x="443027" y="589305"/>
                  </a:lnTo>
                  <a:lnTo>
                    <a:pt x="443220" y="589543"/>
                  </a:lnTo>
                  <a:lnTo>
                    <a:pt x="443095" y="589673"/>
                  </a:lnTo>
                  <a:lnTo>
                    <a:pt x="445062" y="591564"/>
                  </a:lnTo>
                  <a:lnTo>
                    <a:pt x="445382" y="592299"/>
                  </a:lnTo>
                  <a:lnTo>
                    <a:pt x="445258" y="592830"/>
                  </a:lnTo>
                  <a:lnTo>
                    <a:pt x="445919" y="593135"/>
                  </a:lnTo>
                  <a:lnTo>
                    <a:pt x="445926" y="593991"/>
                  </a:lnTo>
                  <a:lnTo>
                    <a:pt x="446540" y="594614"/>
                  </a:lnTo>
                  <a:lnTo>
                    <a:pt x="446436" y="595251"/>
                  </a:lnTo>
                  <a:lnTo>
                    <a:pt x="446905" y="595669"/>
                  </a:lnTo>
                  <a:lnTo>
                    <a:pt x="447231" y="595558"/>
                  </a:lnTo>
                  <a:lnTo>
                    <a:pt x="447836" y="596125"/>
                  </a:lnTo>
                  <a:lnTo>
                    <a:pt x="449058" y="596606"/>
                  </a:lnTo>
                  <a:lnTo>
                    <a:pt x="449401" y="597103"/>
                  </a:lnTo>
                  <a:lnTo>
                    <a:pt x="450249" y="596359"/>
                  </a:lnTo>
                  <a:lnTo>
                    <a:pt x="450844" y="597777"/>
                  </a:lnTo>
                  <a:lnTo>
                    <a:pt x="451557" y="598039"/>
                  </a:lnTo>
                  <a:lnTo>
                    <a:pt x="451678" y="598859"/>
                  </a:lnTo>
                  <a:lnTo>
                    <a:pt x="452452" y="599075"/>
                  </a:lnTo>
                  <a:lnTo>
                    <a:pt x="452371" y="599529"/>
                  </a:lnTo>
                  <a:lnTo>
                    <a:pt x="452631" y="599713"/>
                  </a:lnTo>
                  <a:lnTo>
                    <a:pt x="453139" y="599662"/>
                  </a:lnTo>
                  <a:lnTo>
                    <a:pt x="452969" y="600013"/>
                  </a:lnTo>
                  <a:lnTo>
                    <a:pt x="453214" y="600784"/>
                  </a:lnTo>
                  <a:lnTo>
                    <a:pt x="453970" y="600915"/>
                  </a:lnTo>
                  <a:lnTo>
                    <a:pt x="454261" y="601413"/>
                  </a:lnTo>
                  <a:lnTo>
                    <a:pt x="453908" y="601564"/>
                  </a:lnTo>
                  <a:lnTo>
                    <a:pt x="453847" y="601993"/>
                  </a:lnTo>
                  <a:lnTo>
                    <a:pt x="453857" y="602340"/>
                  </a:lnTo>
                  <a:lnTo>
                    <a:pt x="454172" y="602602"/>
                  </a:lnTo>
                  <a:lnTo>
                    <a:pt x="454124" y="603396"/>
                  </a:lnTo>
                  <a:lnTo>
                    <a:pt x="454402" y="603461"/>
                  </a:lnTo>
                  <a:lnTo>
                    <a:pt x="454489" y="603739"/>
                  </a:lnTo>
                  <a:lnTo>
                    <a:pt x="454473" y="604620"/>
                  </a:lnTo>
                  <a:lnTo>
                    <a:pt x="454255" y="604963"/>
                  </a:lnTo>
                  <a:lnTo>
                    <a:pt x="454716" y="605247"/>
                  </a:lnTo>
                  <a:lnTo>
                    <a:pt x="455021" y="607036"/>
                  </a:lnTo>
                  <a:lnTo>
                    <a:pt x="455523" y="606838"/>
                  </a:lnTo>
                  <a:lnTo>
                    <a:pt x="455856" y="607253"/>
                  </a:lnTo>
                  <a:lnTo>
                    <a:pt x="455763" y="608542"/>
                  </a:lnTo>
                  <a:lnTo>
                    <a:pt x="455831" y="608775"/>
                  </a:lnTo>
                  <a:lnTo>
                    <a:pt x="456433" y="609006"/>
                  </a:lnTo>
                  <a:lnTo>
                    <a:pt x="456780" y="609871"/>
                  </a:lnTo>
                  <a:lnTo>
                    <a:pt x="456672" y="610335"/>
                  </a:lnTo>
                  <a:lnTo>
                    <a:pt x="459834" y="610172"/>
                  </a:lnTo>
                  <a:lnTo>
                    <a:pt x="460930" y="610768"/>
                  </a:lnTo>
                  <a:lnTo>
                    <a:pt x="460779" y="612739"/>
                  </a:lnTo>
                  <a:lnTo>
                    <a:pt x="461486" y="614180"/>
                  </a:lnTo>
                  <a:lnTo>
                    <a:pt x="462424" y="613790"/>
                  </a:lnTo>
                  <a:lnTo>
                    <a:pt x="463199" y="614813"/>
                  </a:lnTo>
                  <a:lnTo>
                    <a:pt x="464150" y="614903"/>
                  </a:lnTo>
                  <a:lnTo>
                    <a:pt x="464221" y="616981"/>
                  </a:lnTo>
                  <a:lnTo>
                    <a:pt x="464709" y="616571"/>
                  </a:lnTo>
                  <a:lnTo>
                    <a:pt x="467327" y="619962"/>
                  </a:lnTo>
                  <a:lnTo>
                    <a:pt x="467663" y="620644"/>
                  </a:lnTo>
                  <a:lnTo>
                    <a:pt x="467245" y="621044"/>
                  </a:lnTo>
                  <a:lnTo>
                    <a:pt x="468309" y="622490"/>
                  </a:lnTo>
                  <a:lnTo>
                    <a:pt x="468026" y="623161"/>
                  </a:lnTo>
                  <a:lnTo>
                    <a:pt x="467950" y="624433"/>
                  </a:lnTo>
                  <a:lnTo>
                    <a:pt x="469044" y="624107"/>
                  </a:lnTo>
                  <a:lnTo>
                    <a:pt x="469993" y="625634"/>
                  </a:lnTo>
                  <a:lnTo>
                    <a:pt x="470345" y="626883"/>
                  </a:lnTo>
                  <a:lnTo>
                    <a:pt x="471543" y="628483"/>
                  </a:lnTo>
                  <a:lnTo>
                    <a:pt x="473294" y="629830"/>
                  </a:lnTo>
                  <a:lnTo>
                    <a:pt x="475558" y="630907"/>
                  </a:lnTo>
                  <a:lnTo>
                    <a:pt x="475826" y="629497"/>
                  </a:lnTo>
                  <a:lnTo>
                    <a:pt x="478148" y="628950"/>
                  </a:lnTo>
                  <a:lnTo>
                    <a:pt x="479301" y="625137"/>
                  </a:lnTo>
                  <a:lnTo>
                    <a:pt x="479499" y="625222"/>
                  </a:lnTo>
                  <a:lnTo>
                    <a:pt x="480147" y="624540"/>
                  </a:lnTo>
                  <a:lnTo>
                    <a:pt x="483701" y="622158"/>
                  </a:lnTo>
                  <a:lnTo>
                    <a:pt x="486844" y="620420"/>
                  </a:lnTo>
                  <a:lnTo>
                    <a:pt x="490257" y="619615"/>
                  </a:lnTo>
                  <a:lnTo>
                    <a:pt x="490355" y="619892"/>
                  </a:lnTo>
                  <a:lnTo>
                    <a:pt x="490757" y="619775"/>
                  </a:lnTo>
                  <a:lnTo>
                    <a:pt x="490940" y="620103"/>
                  </a:lnTo>
                  <a:lnTo>
                    <a:pt x="491550" y="621930"/>
                  </a:lnTo>
                  <a:lnTo>
                    <a:pt x="492132" y="622487"/>
                  </a:lnTo>
                  <a:lnTo>
                    <a:pt x="492520" y="622487"/>
                  </a:lnTo>
                  <a:lnTo>
                    <a:pt x="492948" y="623020"/>
                  </a:lnTo>
                  <a:lnTo>
                    <a:pt x="492868" y="623584"/>
                  </a:lnTo>
                  <a:lnTo>
                    <a:pt x="493899" y="623641"/>
                  </a:lnTo>
                  <a:lnTo>
                    <a:pt x="494900" y="624904"/>
                  </a:lnTo>
                  <a:lnTo>
                    <a:pt x="495089" y="626136"/>
                  </a:lnTo>
                  <a:lnTo>
                    <a:pt x="494655" y="627651"/>
                  </a:lnTo>
                  <a:lnTo>
                    <a:pt x="495217" y="628943"/>
                  </a:lnTo>
                  <a:lnTo>
                    <a:pt x="496208" y="629453"/>
                  </a:lnTo>
                  <a:lnTo>
                    <a:pt x="497722" y="629343"/>
                  </a:lnTo>
                  <a:lnTo>
                    <a:pt x="498579" y="630342"/>
                  </a:lnTo>
                  <a:lnTo>
                    <a:pt x="499290" y="632132"/>
                  </a:lnTo>
                  <a:lnTo>
                    <a:pt x="499725" y="632434"/>
                  </a:lnTo>
                  <a:lnTo>
                    <a:pt x="501949" y="632849"/>
                  </a:lnTo>
                  <a:lnTo>
                    <a:pt x="503820" y="631681"/>
                  </a:lnTo>
                  <a:lnTo>
                    <a:pt x="504463" y="632128"/>
                  </a:lnTo>
                  <a:lnTo>
                    <a:pt x="505332" y="633565"/>
                  </a:lnTo>
                  <a:lnTo>
                    <a:pt x="506056" y="633819"/>
                  </a:lnTo>
                  <a:lnTo>
                    <a:pt x="507794" y="633229"/>
                  </a:lnTo>
                  <a:lnTo>
                    <a:pt x="508188" y="633353"/>
                  </a:lnTo>
                  <a:lnTo>
                    <a:pt x="509716" y="634857"/>
                  </a:lnTo>
                  <a:lnTo>
                    <a:pt x="510163" y="636554"/>
                  </a:lnTo>
                  <a:lnTo>
                    <a:pt x="510819" y="637122"/>
                  </a:lnTo>
                  <a:lnTo>
                    <a:pt x="511184" y="637987"/>
                  </a:lnTo>
                  <a:lnTo>
                    <a:pt x="511288" y="638628"/>
                  </a:lnTo>
                  <a:lnTo>
                    <a:pt x="510963" y="639955"/>
                  </a:lnTo>
                  <a:lnTo>
                    <a:pt x="510588" y="643941"/>
                  </a:lnTo>
                  <a:lnTo>
                    <a:pt x="511400" y="645048"/>
                  </a:lnTo>
                  <a:lnTo>
                    <a:pt x="512426" y="647172"/>
                  </a:lnTo>
                  <a:lnTo>
                    <a:pt x="512273" y="647255"/>
                  </a:lnTo>
                  <a:lnTo>
                    <a:pt x="513940" y="649392"/>
                  </a:lnTo>
                  <a:lnTo>
                    <a:pt x="513890" y="650984"/>
                  </a:lnTo>
                  <a:lnTo>
                    <a:pt x="514520" y="652653"/>
                  </a:lnTo>
                  <a:lnTo>
                    <a:pt x="513961" y="654332"/>
                  </a:lnTo>
                  <a:lnTo>
                    <a:pt x="514438" y="655646"/>
                  </a:lnTo>
                  <a:lnTo>
                    <a:pt x="515198" y="656612"/>
                  </a:lnTo>
                  <a:lnTo>
                    <a:pt x="517053" y="658322"/>
                  </a:lnTo>
                  <a:lnTo>
                    <a:pt x="517734" y="658219"/>
                  </a:lnTo>
                  <a:lnTo>
                    <a:pt x="519800" y="658852"/>
                  </a:lnTo>
                  <a:lnTo>
                    <a:pt x="521291" y="658295"/>
                  </a:lnTo>
                  <a:lnTo>
                    <a:pt x="521737" y="658344"/>
                  </a:lnTo>
                  <a:lnTo>
                    <a:pt x="522271" y="659234"/>
                  </a:lnTo>
                  <a:lnTo>
                    <a:pt x="521856" y="660866"/>
                  </a:lnTo>
                  <a:lnTo>
                    <a:pt x="522255" y="661584"/>
                  </a:lnTo>
                  <a:lnTo>
                    <a:pt x="524544" y="663340"/>
                  </a:lnTo>
                  <a:lnTo>
                    <a:pt x="526243" y="663944"/>
                  </a:lnTo>
                  <a:lnTo>
                    <a:pt x="527600" y="663924"/>
                  </a:lnTo>
                  <a:lnTo>
                    <a:pt x="528092" y="664483"/>
                  </a:lnTo>
                  <a:lnTo>
                    <a:pt x="527791" y="667294"/>
                  </a:lnTo>
                  <a:lnTo>
                    <a:pt x="527302" y="668535"/>
                  </a:lnTo>
                  <a:lnTo>
                    <a:pt x="527818" y="670128"/>
                  </a:lnTo>
                  <a:lnTo>
                    <a:pt x="527830" y="672605"/>
                  </a:lnTo>
                  <a:lnTo>
                    <a:pt x="528691" y="673641"/>
                  </a:lnTo>
                  <a:lnTo>
                    <a:pt x="528733" y="674062"/>
                  </a:lnTo>
                  <a:lnTo>
                    <a:pt x="527416" y="675738"/>
                  </a:lnTo>
                  <a:lnTo>
                    <a:pt x="524818" y="676981"/>
                  </a:lnTo>
                  <a:lnTo>
                    <a:pt x="524800" y="677297"/>
                  </a:lnTo>
                  <a:lnTo>
                    <a:pt x="527193" y="679915"/>
                  </a:lnTo>
                  <a:lnTo>
                    <a:pt x="529702" y="680641"/>
                  </a:lnTo>
                  <a:lnTo>
                    <a:pt x="530130" y="680896"/>
                  </a:lnTo>
                  <a:lnTo>
                    <a:pt x="530482" y="681584"/>
                  </a:lnTo>
                  <a:lnTo>
                    <a:pt x="530488" y="682883"/>
                  </a:lnTo>
                  <a:lnTo>
                    <a:pt x="530747" y="683447"/>
                  </a:lnTo>
                  <a:lnTo>
                    <a:pt x="532199" y="684313"/>
                  </a:lnTo>
                  <a:lnTo>
                    <a:pt x="533498" y="684033"/>
                  </a:lnTo>
                  <a:lnTo>
                    <a:pt x="532946" y="684811"/>
                  </a:lnTo>
                  <a:lnTo>
                    <a:pt x="530918" y="686063"/>
                  </a:lnTo>
                  <a:lnTo>
                    <a:pt x="532400" y="687212"/>
                  </a:lnTo>
                  <a:lnTo>
                    <a:pt x="532757" y="687980"/>
                  </a:lnTo>
                  <a:lnTo>
                    <a:pt x="533326" y="688390"/>
                  </a:lnTo>
                  <a:lnTo>
                    <a:pt x="532871" y="689522"/>
                  </a:lnTo>
                  <a:lnTo>
                    <a:pt x="533535" y="690219"/>
                  </a:lnTo>
                  <a:lnTo>
                    <a:pt x="533969" y="691633"/>
                  </a:lnTo>
                  <a:lnTo>
                    <a:pt x="535497" y="692971"/>
                  </a:lnTo>
                  <a:lnTo>
                    <a:pt x="538096" y="694274"/>
                  </a:lnTo>
                  <a:lnTo>
                    <a:pt x="539700" y="696703"/>
                  </a:lnTo>
                  <a:lnTo>
                    <a:pt x="542582" y="698803"/>
                  </a:lnTo>
                  <a:lnTo>
                    <a:pt x="542629" y="699209"/>
                  </a:lnTo>
                  <a:lnTo>
                    <a:pt x="543072" y="699211"/>
                  </a:lnTo>
                  <a:lnTo>
                    <a:pt x="543928" y="700242"/>
                  </a:lnTo>
                  <a:lnTo>
                    <a:pt x="544370" y="701278"/>
                  </a:lnTo>
                  <a:lnTo>
                    <a:pt x="545449" y="701871"/>
                  </a:lnTo>
                  <a:lnTo>
                    <a:pt x="546121" y="701983"/>
                  </a:lnTo>
                  <a:lnTo>
                    <a:pt x="547399" y="703467"/>
                  </a:lnTo>
                  <a:lnTo>
                    <a:pt x="547759" y="703993"/>
                  </a:lnTo>
                  <a:lnTo>
                    <a:pt x="548299" y="706075"/>
                  </a:lnTo>
                  <a:lnTo>
                    <a:pt x="549574" y="708041"/>
                  </a:lnTo>
                  <a:lnTo>
                    <a:pt x="549816" y="709176"/>
                  </a:lnTo>
                  <a:lnTo>
                    <a:pt x="550436" y="709994"/>
                  </a:lnTo>
                  <a:lnTo>
                    <a:pt x="550945" y="711432"/>
                  </a:lnTo>
                  <a:lnTo>
                    <a:pt x="551091" y="714910"/>
                  </a:lnTo>
                  <a:lnTo>
                    <a:pt x="552440" y="717633"/>
                  </a:lnTo>
                  <a:lnTo>
                    <a:pt x="552267" y="719864"/>
                  </a:lnTo>
                  <a:lnTo>
                    <a:pt x="552742" y="722986"/>
                  </a:lnTo>
                  <a:lnTo>
                    <a:pt x="554525" y="724556"/>
                  </a:lnTo>
                  <a:lnTo>
                    <a:pt x="555946" y="723840"/>
                  </a:lnTo>
                  <a:lnTo>
                    <a:pt x="558051" y="724493"/>
                  </a:lnTo>
                  <a:lnTo>
                    <a:pt x="556987" y="724970"/>
                  </a:lnTo>
                  <a:lnTo>
                    <a:pt x="557236" y="726453"/>
                  </a:lnTo>
                  <a:lnTo>
                    <a:pt x="556698" y="727858"/>
                  </a:lnTo>
                  <a:lnTo>
                    <a:pt x="559240" y="731105"/>
                  </a:lnTo>
                  <a:lnTo>
                    <a:pt x="559959" y="731472"/>
                  </a:lnTo>
                  <a:lnTo>
                    <a:pt x="560329" y="732494"/>
                  </a:lnTo>
                  <a:lnTo>
                    <a:pt x="560652" y="735017"/>
                  </a:lnTo>
                  <a:lnTo>
                    <a:pt x="559798" y="737069"/>
                  </a:lnTo>
                  <a:lnTo>
                    <a:pt x="559907" y="737665"/>
                  </a:lnTo>
                  <a:lnTo>
                    <a:pt x="560564" y="738228"/>
                  </a:lnTo>
                  <a:lnTo>
                    <a:pt x="561917" y="740159"/>
                  </a:lnTo>
                  <a:lnTo>
                    <a:pt x="563635" y="741724"/>
                  </a:lnTo>
                  <a:lnTo>
                    <a:pt x="565693" y="745671"/>
                  </a:lnTo>
                  <a:lnTo>
                    <a:pt x="565866" y="747265"/>
                  </a:lnTo>
                  <a:lnTo>
                    <a:pt x="565346" y="748127"/>
                  </a:lnTo>
                  <a:lnTo>
                    <a:pt x="565000" y="750308"/>
                  </a:lnTo>
                  <a:lnTo>
                    <a:pt x="564463" y="751863"/>
                  </a:lnTo>
                  <a:lnTo>
                    <a:pt x="563504" y="751548"/>
                  </a:lnTo>
                  <a:lnTo>
                    <a:pt x="563311" y="753267"/>
                  </a:lnTo>
                  <a:lnTo>
                    <a:pt x="563029" y="753323"/>
                  </a:lnTo>
                  <a:lnTo>
                    <a:pt x="563288" y="753487"/>
                  </a:lnTo>
                  <a:lnTo>
                    <a:pt x="562916" y="754170"/>
                  </a:lnTo>
                  <a:lnTo>
                    <a:pt x="562908" y="754622"/>
                  </a:lnTo>
                  <a:lnTo>
                    <a:pt x="564803" y="754199"/>
                  </a:lnTo>
                  <a:lnTo>
                    <a:pt x="565670" y="755201"/>
                  </a:lnTo>
                  <a:lnTo>
                    <a:pt x="565491" y="756417"/>
                  </a:lnTo>
                  <a:lnTo>
                    <a:pt x="565160" y="757040"/>
                  </a:lnTo>
                  <a:lnTo>
                    <a:pt x="565154" y="759421"/>
                  </a:lnTo>
                  <a:lnTo>
                    <a:pt x="563863" y="762118"/>
                  </a:lnTo>
                  <a:lnTo>
                    <a:pt x="564436" y="762327"/>
                  </a:lnTo>
                  <a:lnTo>
                    <a:pt x="564812" y="762973"/>
                  </a:lnTo>
                  <a:lnTo>
                    <a:pt x="563771" y="764758"/>
                  </a:lnTo>
                  <a:lnTo>
                    <a:pt x="562458" y="766037"/>
                  </a:lnTo>
                  <a:lnTo>
                    <a:pt x="560396" y="766218"/>
                  </a:lnTo>
                  <a:lnTo>
                    <a:pt x="557558" y="767451"/>
                  </a:lnTo>
                  <a:lnTo>
                    <a:pt x="556240" y="767651"/>
                  </a:lnTo>
                  <a:lnTo>
                    <a:pt x="555090" y="766236"/>
                  </a:lnTo>
                  <a:lnTo>
                    <a:pt x="552905" y="764783"/>
                  </a:lnTo>
                  <a:lnTo>
                    <a:pt x="552077" y="763068"/>
                  </a:lnTo>
                  <a:lnTo>
                    <a:pt x="551616" y="762943"/>
                  </a:lnTo>
                  <a:lnTo>
                    <a:pt x="551009" y="762223"/>
                  </a:lnTo>
                  <a:lnTo>
                    <a:pt x="551121" y="761410"/>
                  </a:lnTo>
                  <a:lnTo>
                    <a:pt x="550895" y="760813"/>
                  </a:lnTo>
                  <a:lnTo>
                    <a:pt x="550308" y="760621"/>
                  </a:lnTo>
                  <a:lnTo>
                    <a:pt x="550394" y="758980"/>
                  </a:lnTo>
                  <a:lnTo>
                    <a:pt x="549902" y="759019"/>
                  </a:lnTo>
                  <a:lnTo>
                    <a:pt x="549709" y="758449"/>
                  </a:lnTo>
                  <a:lnTo>
                    <a:pt x="549957" y="757470"/>
                  </a:lnTo>
                  <a:lnTo>
                    <a:pt x="549285" y="755517"/>
                  </a:lnTo>
                  <a:lnTo>
                    <a:pt x="549148" y="754256"/>
                  </a:lnTo>
                  <a:lnTo>
                    <a:pt x="548123" y="752800"/>
                  </a:lnTo>
                  <a:lnTo>
                    <a:pt x="547060" y="752478"/>
                  </a:lnTo>
                  <a:lnTo>
                    <a:pt x="546342" y="751794"/>
                  </a:lnTo>
                  <a:lnTo>
                    <a:pt x="545251" y="751427"/>
                  </a:lnTo>
                  <a:lnTo>
                    <a:pt x="543741" y="751381"/>
                  </a:lnTo>
                  <a:lnTo>
                    <a:pt x="542645" y="750056"/>
                  </a:lnTo>
                  <a:lnTo>
                    <a:pt x="542167" y="749151"/>
                  </a:lnTo>
                  <a:lnTo>
                    <a:pt x="541559" y="745307"/>
                  </a:lnTo>
                  <a:lnTo>
                    <a:pt x="539009" y="742073"/>
                  </a:lnTo>
                  <a:lnTo>
                    <a:pt x="537739" y="738846"/>
                  </a:lnTo>
                  <a:lnTo>
                    <a:pt x="535156" y="737041"/>
                  </a:lnTo>
                  <a:lnTo>
                    <a:pt x="534073" y="735914"/>
                  </a:lnTo>
                  <a:lnTo>
                    <a:pt x="533001" y="735482"/>
                  </a:lnTo>
                  <a:lnTo>
                    <a:pt x="530216" y="733604"/>
                  </a:lnTo>
                  <a:lnTo>
                    <a:pt x="530351" y="733437"/>
                  </a:lnTo>
                  <a:lnTo>
                    <a:pt x="530026" y="732968"/>
                  </a:lnTo>
                  <a:lnTo>
                    <a:pt x="531927" y="732522"/>
                  </a:lnTo>
                  <a:lnTo>
                    <a:pt x="531437" y="731952"/>
                  </a:lnTo>
                  <a:lnTo>
                    <a:pt x="530248" y="731764"/>
                  </a:lnTo>
                  <a:lnTo>
                    <a:pt x="529041" y="730328"/>
                  </a:lnTo>
                  <a:lnTo>
                    <a:pt x="528005" y="729653"/>
                  </a:lnTo>
                  <a:lnTo>
                    <a:pt x="527584" y="728422"/>
                  </a:lnTo>
                  <a:lnTo>
                    <a:pt x="526475" y="727088"/>
                  </a:lnTo>
                  <a:lnTo>
                    <a:pt x="526366" y="726405"/>
                  </a:lnTo>
                  <a:lnTo>
                    <a:pt x="525423" y="724998"/>
                  </a:lnTo>
                  <a:lnTo>
                    <a:pt x="525219" y="724482"/>
                  </a:lnTo>
                  <a:lnTo>
                    <a:pt x="525490" y="723410"/>
                  </a:lnTo>
                  <a:lnTo>
                    <a:pt x="524330" y="722138"/>
                  </a:lnTo>
                  <a:lnTo>
                    <a:pt x="523790" y="722350"/>
                  </a:lnTo>
                  <a:lnTo>
                    <a:pt x="523662" y="722849"/>
                  </a:lnTo>
                  <a:lnTo>
                    <a:pt x="522415" y="723353"/>
                  </a:lnTo>
                  <a:lnTo>
                    <a:pt x="521531" y="722686"/>
                  </a:lnTo>
                  <a:lnTo>
                    <a:pt x="520071" y="722559"/>
                  </a:lnTo>
                  <a:lnTo>
                    <a:pt x="517311" y="718178"/>
                  </a:lnTo>
                  <a:lnTo>
                    <a:pt x="515725" y="717281"/>
                  </a:lnTo>
                  <a:lnTo>
                    <a:pt x="515188" y="717838"/>
                  </a:lnTo>
                  <a:lnTo>
                    <a:pt x="514973" y="717792"/>
                  </a:lnTo>
                  <a:lnTo>
                    <a:pt x="512597" y="716282"/>
                  </a:lnTo>
                  <a:lnTo>
                    <a:pt x="511796" y="716642"/>
                  </a:lnTo>
                  <a:lnTo>
                    <a:pt x="510493" y="714256"/>
                  </a:lnTo>
                  <a:lnTo>
                    <a:pt x="510174" y="712851"/>
                  </a:lnTo>
                  <a:lnTo>
                    <a:pt x="509098" y="713886"/>
                  </a:lnTo>
                  <a:lnTo>
                    <a:pt x="508987" y="714381"/>
                  </a:lnTo>
                  <a:lnTo>
                    <a:pt x="509201" y="718218"/>
                  </a:lnTo>
                  <a:lnTo>
                    <a:pt x="509626" y="719568"/>
                  </a:lnTo>
                  <a:lnTo>
                    <a:pt x="510015" y="722753"/>
                  </a:lnTo>
                  <a:lnTo>
                    <a:pt x="511254" y="727085"/>
                  </a:lnTo>
                  <a:lnTo>
                    <a:pt x="512241" y="728785"/>
                  </a:lnTo>
                  <a:lnTo>
                    <a:pt x="514474" y="731022"/>
                  </a:lnTo>
                  <a:lnTo>
                    <a:pt x="515491" y="732473"/>
                  </a:lnTo>
                  <a:lnTo>
                    <a:pt x="516713" y="734188"/>
                  </a:lnTo>
                  <a:lnTo>
                    <a:pt x="516582" y="734320"/>
                  </a:lnTo>
                  <a:lnTo>
                    <a:pt x="516794" y="734714"/>
                  </a:lnTo>
                  <a:lnTo>
                    <a:pt x="517880" y="735188"/>
                  </a:lnTo>
                  <a:lnTo>
                    <a:pt x="517571" y="735877"/>
                  </a:lnTo>
                  <a:lnTo>
                    <a:pt x="517633" y="737743"/>
                  </a:lnTo>
                  <a:lnTo>
                    <a:pt x="516918" y="738273"/>
                  </a:lnTo>
                  <a:lnTo>
                    <a:pt x="517948" y="739408"/>
                  </a:lnTo>
                  <a:lnTo>
                    <a:pt x="518905" y="741098"/>
                  </a:lnTo>
                  <a:lnTo>
                    <a:pt x="517594" y="741819"/>
                  </a:lnTo>
                  <a:lnTo>
                    <a:pt x="518394" y="741960"/>
                  </a:lnTo>
                  <a:lnTo>
                    <a:pt x="519173" y="742677"/>
                  </a:lnTo>
                  <a:lnTo>
                    <a:pt x="519011" y="743653"/>
                  </a:lnTo>
                  <a:lnTo>
                    <a:pt x="519502" y="743745"/>
                  </a:lnTo>
                  <a:lnTo>
                    <a:pt x="519513" y="744060"/>
                  </a:lnTo>
                  <a:lnTo>
                    <a:pt x="521369" y="743973"/>
                  </a:lnTo>
                  <a:lnTo>
                    <a:pt x="521225" y="746174"/>
                  </a:lnTo>
                  <a:lnTo>
                    <a:pt x="522365" y="746126"/>
                  </a:lnTo>
                  <a:lnTo>
                    <a:pt x="522687" y="747216"/>
                  </a:lnTo>
                  <a:lnTo>
                    <a:pt x="522422" y="748331"/>
                  </a:lnTo>
                  <a:lnTo>
                    <a:pt x="522564" y="749214"/>
                  </a:lnTo>
                  <a:lnTo>
                    <a:pt x="521810" y="749549"/>
                  </a:lnTo>
                  <a:lnTo>
                    <a:pt x="521367" y="750452"/>
                  </a:lnTo>
                  <a:lnTo>
                    <a:pt x="521374" y="751118"/>
                  </a:lnTo>
                  <a:lnTo>
                    <a:pt x="521090" y="750967"/>
                  </a:lnTo>
                  <a:lnTo>
                    <a:pt x="518707" y="752148"/>
                  </a:lnTo>
                  <a:lnTo>
                    <a:pt x="518554" y="752863"/>
                  </a:lnTo>
                  <a:lnTo>
                    <a:pt x="519024" y="753054"/>
                  </a:lnTo>
                  <a:lnTo>
                    <a:pt x="518905" y="753884"/>
                  </a:lnTo>
                  <a:lnTo>
                    <a:pt x="519239" y="754264"/>
                  </a:lnTo>
                  <a:lnTo>
                    <a:pt x="520451" y="754713"/>
                  </a:lnTo>
                  <a:lnTo>
                    <a:pt x="521798" y="756245"/>
                  </a:lnTo>
                  <a:lnTo>
                    <a:pt x="522594" y="756711"/>
                  </a:lnTo>
                  <a:lnTo>
                    <a:pt x="522721" y="758107"/>
                  </a:lnTo>
                  <a:lnTo>
                    <a:pt x="524229" y="758443"/>
                  </a:lnTo>
                  <a:lnTo>
                    <a:pt x="524301" y="758787"/>
                  </a:lnTo>
                  <a:lnTo>
                    <a:pt x="525523" y="760176"/>
                  </a:lnTo>
                  <a:lnTo>
                    <a:pt x="523080" y="767255"/>
                  </a:lnTo>
                  <a:lnTo>
                    <a:pt x="520391" y="768000"/>
                  </a:lnTo>
                  <a:lnTo>
                    <a:pt x="520130" y="768468"/>
                  </a:lnTo>
                  <a:lnTo>
                    <a:pt x="519713" y="768292"/>
                  </a:lnTo>
                  <a:lnTo>
                    <a:pt x="518476" y="770632"/>
                  </a:lnTo>
                  <a:lnTo>
                    <a:pt x="517569" y="770308"/>
                  </a:lnTo>
                  <a:lnTo>
                    <a:pt x="516140" y="770374"/>
                  </a:lnTo>
                  <a:lnTo>
                    <a:pt x="513834" y="769881"/>
                  </a:lnTo>
                  <a:lnTo>
                    <a:pt x="508253" y="768330"/>
                  </a:lnTo>
                  <a:lnTo>
                    <a:pt x="504989" y="768250"/>
                  </a:lnTo>
                  <a:lnTo>
                    <a:pt x="504690" y="770310"/>
                  </a:lnTo>
                  <a:lnTo>
                    <a:pt x="503890" y="772687"/>
                  </a:lnTo>
                  <a:lnTo>
                    <a:pt x="503986" y="773175"/>
                  </a:lnTo>
                  <a:lnTo>
                    <a:pt x="503597" y="773613"/>
                  </a:lnTo>
                  <a:lnTo>
                    <a:pt x="502316" y="777582"/>
                  </a:lnTo>
                  <a:lnTo>
                    <a:pt x="499995" y="780436"/>
                  </a:lnTo>
                  <a:lnTo>
                    <a:pt x="499073" y="780928"/>
                  </a:lnTo>
                  <a:lnTo>
                    <a:pt x="498546" y="782120"/>
                  </a:lnTo>
                  <a:lnTo>
                    <a:pt x="498076" y="782003"/>
                  </a:lnTo>
                  <a:lnTo>
                    <a:pt x="497760" y="782590"/>
                  </a:lnTo>
                  <a:lnTo>
                    <a:pt x="497319" y="782772"/>
                  </a:lnTo>
                  <a:lnTo>
                    <a:pt x="496749" y="783859"/>
                  </a:lnTo>
                  <a:lnTo>
                    <a:pt x="496121" y="785801"/>
                  </a:lnTo>
                  <a:lnTo>
                    <a:pt x="496005" y="788396"/>
                  </a:lnTo>
                  <a:lnTo>
                    <a:pt x="496958" y="789538"/>
                  </a:lnTo>
                  <a:lnTo>
                    <a:pt x="496898" y="789917"/>
                  </a:lnTo>
                  <a:lnTo>
                    <a:pt x="497516" y="790846"/>
                  </a:lnTo>
                  <a:lnTo>
                    <a:pt x="497827" y="791989"/>
                  </a:lnTo>
                  <a:lnTo>
                    <a:pt x="498367" y="792057"/>
                  </a:lnTo>
                  <a:lnTo>
                    <a:pt x="500036" y="791612"/>
                  </a:lnTo>
                  <a:lnTo>
                    <a:pt x="500295" y="792006"/>
                  </a:lnTo>
                  <a:lnTo>
                    <a:pt x="500721" y="791681"/>
                  </a:lnTo>
                  <a:lnTo>
                    <a:pt x="501540" y="791740"/>
                  </a:lnTo>
                  <a:lnTo>
                    <a:pt x="502252" y="791262"/>
                  </a:lnTo>
                  <a:lnTo>
                    <a:pt x="503018" y="791484"/>
                  </a:lnTo>
                  <a:lnTo>
                    <a:pt x="503415" y="791292"/>
                  </a:lnTo>
                  <a:lnTo>
                    <a:pt x="507648" y="795660"/>
                  </a:lnTo>
                  <a:lnTo>
                    <a:pt x="507363" y="796063"/>
                  </a:lnTo>
                  <a:lnTo>
                    <a:pt x="506353" y="800747"/>
                  </a:lnTo>
                  <a:lnTo>
                    <a:pt x="506678" y="801889"/>
                  </a:lnTo>
                  <a:lnTo>
                    <a:pt x="506327" y="802292"/>
                  </a:lnTo>
                  <a:lnTo>
                    <a:pt x="506614" y="803320"/>
                  </a:lnTo>
                  <a:lnTo>
                    <a:pt x="507830" y="804700"/>
                  </a:lnTo>
                  <a:lnTo>
                    <a:pt x="510039" y="805852"/>
                  </a:lnTo>
                  <a:lnTo>
                    <a:pt x="511153" y="806909"/>
                  </a:lnTo>
                  <a:lnTo>
                    <a:pt x="512668" y="806579"/>
                  </a:lnTo>
                  <a:lnTo>
                    <a:pt x="513484" y="806956"/>
                  </a:lnTo>
                  <a:lnTo>
                    <a:pt x="513919" y="807582"/>
                  </a:lnTo>
                  <a:lnTo>
                    <a:pt x="514605" y="807943"/>
                  </a:lnTo>
                  <a:lnTo>
                    <a:pt x="515470" y="807084"/>
                  </a:lnTo>
                  <a:lnTo>
                    <a:pt x="515614" y="807315"/>
                  </a:lnTo>
                  <a:lnTo>
                    <a:pt x="516249" y="807068"/>
                  </a:lnTo>
                  <a:lnTo>
                    <a:pt x="517391" y="806452"/>
                  </a:lnTo>
                  <a:lnTo>
                    <a:pt x="518076" y="805754"/>
                  </a:lnTo>
                  <a:lnTo>
                    <a:pt x="518668" y="805921"/>
                  </a:lnTo>
                  <a:lnTo>
                    <a:pt x="519301" y="805530"/>
                  </a:lnTo>
                  <a:lnTo>
                    <a:pt x="520614" y="806161"/>
                  </a:lnTo>
                  <a:lnTo>
                    <a:pt x="522460" y="806570"/>
                  </a:lnTo>
                  <a:lnTo>
                    <a:pt x="522756" y="806096"/>
                  </a:lnTo>
                  <a:lnTo>
                    <a:pt x="524373" y="804886"/>
                  </a:lnTo>
                  <a:lnTo>
                    <a:pt x="524727" y="806782"/>
                  </a:lnTo>
                  <a:lnTo>
                    <a:pt x="527127" y="805410"/>
                  </a:lnTo>
                  <a:lnTo>
                    <a:pt x="528992" y="805147"/>
                  </a:lnTo>
                  <a:lnTo>
                    <a:pt x="530444" y="806897"/>
                  </a:lnTo>
                  <a:lnTo>
                    <a:pt x="531268" y="809622"/>
                  </a:lnTo>
                  <a:lnTo>
                    <a:pt x="532970" y="808836"/>
                  </a:lnTo>
                  <a:lnTo>
                    <a:pt x="534656" y="808490"/>
                  </a:lnTo>
                  <a:lnTo>
                    <a:pt x="537111" y="814458"/>
                  </a:lnTo>
                  <a:lnTo>
                    <a:pt x="539714" y="818280"/>
                  </a:lnTo>
                  <a:lnTo>
                    <a:pt x="540629" y="821226"/>
                  </a:lnTo>
                  <a:lnTo>
                    <a:pt x="540730" y="821985"/>
                  </a:lnTo>
                  <a:lnTo>
                    <a:pt x="540233" y="822999"/>
                  </a:lnTo>
                  <a:lnTo>
                    <a:pt x="540817" y="825280"/>
                  </a:lnTo>
                  <a:lnTo>
                    <a:pt x="541114" y="825691"/>
                  </a:lnTo>
                  <a:lnTo>
                    <a:pt x="541122" y="826662"/>
                  </a:lnTo>
                  <a:lnTo>
                    <a:pt x="540600" y="829005"/>
                  </a:lnTo>
                  <a:lnTo>
                    <a:pt x="538885" y="831728"/>
                  </a:lnTo>
                  <a:lnTo>
                    <a:pt x="539126" y="832474"/>
                  </a:lnTo>
                  <a:lnTo>
                    <a:pt x="538741" y="833042"/>
                  </a:lnTo>
                  <a:lnTo>
                    <a:pt x="538494" y="836469"/>
                  </a:lnTo>
                  <a:lnTo>
                    <a:pt x="538040" y="837994"/>
                  </a:lnTo>
                  <a:lnTo>
                    <a:pt x="539083" y="838753"/>
                  </a:lnTo>
                  <a:lnTo>
                    <a:pt x="538929" y="839345"/>
                  </a:lnTo>
                  <a:lnTo>
                    <a:pt x="538291" y="839690"/>
                  </a:lnTo>
                  <a:lnTo>
                    <a:pt x="538915" y="840136"/>
                  </a:lnTo>
                  <a:lnTo>
                    <a:pt x="538009" y="844814"/>
                  </a:lnTo>
                  <a:lnTo>
                    <a:pt x="538349" y="845938"/>
                  </a:lnTo>
                  <a:lnTo>
                    <a:pt x="539110" y="846822"/>
                  </a:lnTo>
                  <a:lnTo>
                    <a:pt x="539327" y="847482"/>
                  </a:lnTo>
                  <a:lnTo>
                    <a:pt x="538809" y="847776"/>
                  </a:lnTo>
                  <a:lnTo>
                    <a:pt x="538023" y="848771"/>
                  </a:lnTo>
                  <a:lnTo>
                    <a:pt x="536595" y="851447"/>
                  </a:lnTo>
                  <a:lnTo>
                    <a:pt x="535055" y="852503"/>
                  </a:lnTo>
                  <a:lnTo>
                    <a:pt x="534175" y="853491"/>
                  </a:lnTo>
                  <a:lnTo>
                    <a:pt x="532973" y="856625"/>
                  </a:lnTo>
                  <a:lnTo>
                    <a:pt x="531549" y="858891"/>
                  </a:lnTo>
                  <a:lnTo>
                    <a:pt x="530398" y="863176"/>
                  </a:lnTo>
                  <a:lnTo>
                    <a:pt x="527941" y="866813"/>
                  </a:lnTo>
                  <a:lnTo>
                    <a:pt x="526342" y="866811"/>
                  </a:lnTo>
                  <a:lnTo>
                    <a:pt x="526193" y="867016"/>
                  </a:lnTo>
                  <a:lnTo>
                    <a:pt x="524772" y="866335"/>
                  </a:lnTo>
                  <a:lnTo>
                    <a:pt x="523876" y="866224"/>
                  </a:lnTo>
                  <a:lnTo>
                    <a:pt x="523342" y="866438"/>
                  </a:lnTo>
                  <a:lnTo>
                    <a:pt x="522742" y="866115"/>
                  </a:lnTo>
                  <a:lnTo>
                    <a:pt x="522644" y="867428"/>
                  </a:lnTo>
                  <a:lnTo>
                    <a:pt x="519175" y="868351"/>
                  </a:lnTo>
                  <a:lnTo>
                    <a:pt x="518649" y="867120"/>
                  </a:lnTo>
                  <a:lnTo>
                    <a:pt x="515954" y="869189"/>
                  </a:lnTo>
                  <a:lnTo>
                    <a:pt x="515658" y="868980"/>
                  </a:lnTo>
                  <a:lnTo>
                    <a:pt x="515732" y="868089"/>
                  </a:lnTo>
                  <a:lnTo>
                    <a:pt x="515446" y="867698"/>
                  </a:lnTo>
                  <a:lnTo>
                    <a:pt x="513503" y="867967"/>
                  </a:lnTo>
                  <a:lnTo>
                    <a:pt x="510838" y="868718"/>
                  </a:lnTo>
                  <a:lnTo>
                    <a:pt x="509874" y="870107"/>
                  </a:lnTo>
                  <a:lnTo>
                    <a:pt x="510833" y="871329"/>
                  </a:lnTo>
                  <a:lnTo>
                    <a:pt x="507990" y="872640"/>
                  </a:lnTo>
                  <a:lnTo>
                    <a:pt x="505562" y="874513"/>
                  </a:lnTo>
                  <a:lnTo>
                    <a:pt x="505481" y="875477"/>
                  </a:lnTo>
                  <a:lnTo>
                    <a:pt x="505949" y="876120"/>
                  </a:lnTo>
                  <a:lnTo>
                    <a:pt x="506069" y="877312"/>
                  </a:lnTo>
                  <a:lnTo>
                    <a:pt x="506931" y="878452"/>
                  </a:lnTo>
                  <a:lnTo>
                    <a:pt x="507223" y="879846"/>
                  </a:lnTo>
                  <a:lnTo>
                    <a:pt x="505819" y="879478"/>
                  </a:lnTo>
                  <a:lnTo>
                    <a:pt x="504927" y="879576"/>
                  </a:lnTo>
                  <a:lnTo>
                    <a:pt x="503939" y="879867"/>
                  </a:lnTo>
                  <a:lnTo>
                    <a:pt x="503177" y="880702"/>
                  </a:lnTo>
                  <a:lnTo>
                    <a:pt x="500699" y="879494"/>
                  </a:lnTo>
                  <a:lnTo>
                    <a:pt x="500199" y="879784"/>
                  </a:lnTo>
                  <a:lnTo>
                    <a:pt x="499799" y="879056"/>
                  </a:lnTo>
                  <a:lnTo>
                    <a:pt x="499788" y="874301"/>
                  </a:lnTo>
                  <a:lnTo>
                    <a:pt x="499476" y="871082"/>
                  </a:lnTo>
                  <a:lnTo>
                    <a:pt x="499226" y="869097"/>
                  </a:lnTo>
                  <a:lnTo>
                    <a:pt x="498654" y="868050"/>
                  </a:lnTo>
                  <a:lnTo>
                    <a:pt x="497226" y="868765"/>
                  </a:lnTo>
                  <a:lnTo>
                    <a:pt x="495445" y="869295"/>
                  </a:lnTo>
                  <a:lnTo>
                    <a:pt x="493495" y="868557"/>
                  </a:lnTo>
                  <a:lnTo>
                    <a:pt x="492976" y="868528"/>
                  </a:lnTo>
                  <a:lnTo>
                    <a:pt x="492894" y="868875"/>
                  </a:lnTo>
                  <a:lnTo>
                    <a:pt x="492272" y="868697"/>
                  </a:lnTo>
                  <a:lnTo>
                    <a:pt x="491834" y="868151"/>
                  </a:lnTo>
                  <a:lnTo>
                    <a:pt x="491173" y="867992"/>
                  </a:lnTo>
                  <a:lnTo>
                    <a:pt x="489350" y="866792"/>
                  </a:lnTo>
                  <a:lnTo>
                    <a:pt x="488520" y="866568"/>
                  </a:lnTo>
                  <a:lnTo>
                    <a:pt x="488522" y="866000"/>
                  </a:lnTo>
                  <a:lnTo>
                    <a:pt x="487817" y="864483"/>
                  </a:lnTo>
                  <a:lnTo>
                    <a:pt x="488029" y="863292"/>
                  </a:lnTo>
                  <a:lnTo>
                    <a:pt x="485590" y="863347"/>
                  </a:lnTo>
                  <a:lnTo>
                    <a:pt x="485104" y="863086"/>
                  </a:lnTo>
                  <a:lnTo>
                    <a:pt x="484637" y="863129"/>
                  </a:lnTo>
                  <a:lnTo>
                    <a:pt x="484584" y="862824"/>
                  </a:lnTo>
                  <a:lnTo>
                    <a:pt x="484186" y="862645"/>
                  </a:lnTo>
                  <a:lnTo>
                    <a:pt x="483376" y="861561"/>
                  </a:lnTo>
                  <a:lnTo>
                    <a:pt x="481839" y="861236"/>
                  </a:lnTo>
                  <a:lnTo>
                    <a:pt x="480990" y="860348"/>
                  </a:lnTo>
                  <a:lnTo>
                    <a:pt x="478695" y="858762"/>
                  </a:lnTo>
                  <a:lnTo>
                    <a:pt x="478050" y="858025"/>
                  </a:lnTo>
                  <a:lnTo>
                    <a:pt x="478733" y="857501"/>
                  </a:lnTo>
                  <a:lnTo>
                    <a:pt x="478189" y="857076"/>
                  </a:lnTo>
                  <a:lnTo>
                    <a:pt x="477760" y="856301"/>
                  </a:lnTo>
                  <a:lnTo>
                    <a:pt x="477640" y="855765"/>
                  </a:lnTo>
                  <a:lnTo>
                    <a:pt x="477849" y="854993"/>
                  </a:lnTo>
                  <a:lnTo>
                    <a:pt x="477560" y="854323"/>
                  </a:lnTo>
                  <a:lnTo>
                    <a:pt x="476815" y="854775"/>
                  </a:lnTo>
                  <a:lnTo>
                    <a:pt x="476470" y="853328"/>
                  </a:lnTo>
                  <a:lnTo>
                    <a:pt x="477018" y="852457"/>
                  </a:lnTo>
                  <a:lnTo>
                    <a:pt x="477251" y="852428"/>
                  </a:lnTo>
                  <a:lnTo>
                    <a:pt x="476979" y="851344"/>
                  </a:lnTo>
                  <a:lnTo>
                    <a:pt x="476353" y="850410"/>
                  </a:lnTo>
                  <a:lnTo>
                    <a:pt x="478594" y="849933"/>
                  </a:lnTo>
                  <a:lnTo>
                    <a:pt x="479023" y="850479"/>
                  </a:lnTo>
                  <a:lnTo>
                    <a:pt x="480929" y="849935"/>
                  </a:lnTo>
                  <a:lnTo>
                    <a:pt x="481233" y="849619"/>
                  </a:lnTo>
                  <a:lnTo>
                    <a:pt x="481192" y="847999"/>
                  </a:lnTo>
                  <a:lnTo>
                    <a:pt x="480634" y="847617"/>
                  </a:lnTo>
                  <a:lnTo>
                    <a:pt x="480254" y="845988"/>
                  </a:lnTo>
                  <a:lnTo>
                    <a:pt x="478395" y="846656"/>
                  </a:lnTo>
                  <a:lnTo>
                    <a:pt x="476343" y="846895"/>
                  </a:lnTo>
                  <a:lnTo>
                    <a:pt x="476525" y="846139"/>
                  </a:lnTo>
                  <a:lnTo>
                    <a:pt x="475478" y="845640"/>
                  </a:lnTo>
                  <a:lnTo>
                    <a:pt x="474701" y="845660"/>
                  </a:lnTo>
                  <a:lnTo>
                    <a:pt x="474524" y="843937"/>
                  </a:lnTo>
                  <a:lnTo>
                    <a:pt x="474046" y="842268"/>
                  </a:lnTo>
                  <a:lnTo>
                    <a:pt x="472582" y="842905"/>
                  </a:lnTo>
                  <a:lnTo>
                    <a:pt x="472550" y="843616"/>
                  </a:lnTo>
                  <a:lnTo>
                    <a:pt x="472912" y="844699"/>
                  </a:lnTo>
                  <a:lnTo>
                    <a:pt x="472714" y="845464"/>
                  </a:lnTo>
                  <a:lnTo>
                    <a:pt x="472439" y="845982"/>
                  </a:lnTo>
                  <a:lnTo>
                    <a:pt x="471878" y="846169"/>
                  </a:lnTo>
                  <a:lnTo>
                    <a:pt x="470935" y="847718"/>
                  </a:lnTo>
                  <a:lnTo>
                    <a:pt x="470329" y="848022"/>
                  </a:lnTo>
                  <a:lnTo>
                    <a:pt x="469272" y="846876"/>
                  </a:lnTo>
                  <a:lnTo>
                    <a:pt x="469177" y="847006"/>
                  </a:lnTo>
                  <a:lnTo>
                    <a:pt x="468287" y="846391"/>
                  </a:lnTo>
                  <a:lnTo>
                    <a:pt x="466503" y="844842"/>
                  </a:lnTo>
                  <a:lnTo>
                    <a:pt x="466221" y="844904"/>
                  </a:lnTo>
                  <a:lnTo>
                    <a:pt x="465166" y="843632"/>
                  </a:lnTo>
                  <a:lnTo>
                    <a:pt x="463098" y="842897"/>
                  </a:lnTo>
                  <a:lnTo>
                    <a:pt x="461644" y="842636"/>
                  </a:lnTo>
                  <a:lnTo>
                    <a:pt x="459934" y="842800"/>
                  </a:lnTo>
                  <a:lnTo>
                    <a:pt x="458128" y="845132"/>
                  </a:lnTo>
                  <a:lnTo>
                    <a:pt x="457907" y="846133"/>
                  </a:lnTo>
                  <a:lnTo>
                    <a:pt x="457506" y="846377"/>
                  </a:lnTo>
                  <a:lnTo>
                    <a:pt x="456390" y="845594"/>
                  </a:lnTo>
                  <a:lnTo>
                    <a:pt x="456195" y="844993"/>
                  </a:lnTo>
                  <a:lnTo>
                    <a:pt x="454267" y="844904"/>
                  </a:lnTo>
                  <a:lnTo>
                    <a:pt x="453912" y="844449"/>
                  </a:lnTo>
                  <a:lnTo>
                    <a:pt x="454124" y="844107"/>
                  </a:lnTo>
                  <a:lnTo>
                    <a:pt x="453187" y="843134"/>
                  </a:lnTo>
                  <a:lnTo>
                    <a:pt x="450974" y="841314"/>
                  </a:lnTo>
                  <a:lnTo>
                    <a:pt x="449827" y="840730"/>
                  </a:lnTo>
                  <a:lnTo>
                    <a:pt x="449730" y="840378"/>
                  </a:lnTo>
                  <a:lnTo>
                    <a:pt x="444393" y="848122"/>
                  </a:lnTo>
                  <a:lnTo>
                    <a:pt x="443261" y="850900"/>
                  </a:lnTo>
                  <a:lnTo>
                    <a:pt x="441446" y="852072"/>
                  </a:lnTo>
                  <a:lnTo>
                    <a:pt x="440561" y="853474"/>
                  </a:lnTo>
                  <a:lnTo>
                    <a:pt x="439906" y="853985"/>
                  </a:lnTo>
                  <a:lnTo>
                    <a:pt x="439405" y="853611"/>
                  </a:lnTo>
                  <a:lnTo>
                    <a:pt x="438182" y="855984"/>
                  </a:lnTo>
                  <a:lnTo>
                    <a:pt x="436569" y="861506"/>
                  </a:lnTo>
                  <a:lnTo>
                    <a:pt x="436022" y="862136"/>
                  </a:lnTo>
                  <a:lnTo>
                    <a:pt x="434598" y="862917"/>
                  </a:lnTo>
                  <a:lnTo>
                    <a:pt x="434204" y="863951"/>
                  </a:lnTo>
                  <a:lnTo>
                    <a:pt x="433011" y="865738"/>
                  </a:lnTo>
                  <a:lnTo>
                    <a:pt x="432880" y="866269"/>
                  </a:lnTo>
                  <a:lnTo>
                    <a:pt x="433187" y="867679"/>
                  </a:lnTo>
                  <a:lnTo>
                    <a:pt x="433034" y="869309"/>
                  </a:lnTo>
                  <a:lnTo>
                    <a:pt x="432721" y="870405"/>
                  </a:lnTo>
                  <a:lnTo>
                    <a:pt x="431359" y="872554"/>
                  </a:lnTo>
                  <a:lnTo>
                    <a:pt x="431595" y="874155"/>
                  </a:lnTo>
                  <a:lnTo>
                    <a:pt x="429601" y="876316"/>
                  </a:lnTo>
                  <a:lnTo>
                    <a:pt x="429465" y="878088"/>
                  </a:lnTo>
                  <a:lnTo>
                    <a:pt x="429045" y="878410"/>
                  </a:lnTo>
                  <a:lnTo>
                    <a:pt x="428805" y="879108"/>
                  </a:lnTo>
                  <a:lnTo>
                    <a:pt x="429222" y="881002"/>
                  </a:lnTo>
                  <a:lnTo>
                    <a:pt x="430159" y="881950"/>
                  </a:lnTo>
                  <a:lnTo>
                    <a:pt x="430478" y="883091"/>
                  </a:lnTo>
                  <a:lnTo>
                    <a:pt x="427713" y="883859"/>
                  </a:lnTo>
                  <a:lnTo>
                    <a:pt x="427469" y="883060"/>
                  </a:lnTo>
                  <a:lnTo>
                    <a:pt x="425318" y="883665"/>
                  </a:lnTo>
                  <a:lnTo>
                    <a:pt x="423072" y="883615"/>
                  </a:lnTo>
                  <a:lnTo>
                    <a:pt x="421278" y="883879"/>
                  </a:lnTo>
                  <a:lnTo>
                    <a:pt x="421675" y="886096"/>
                  </a:lnTo>
                  <a:lnTo>
                    <a:pt x="420503" y="886213"/>
                  </a:lnTo>
                  <a:lnTo>
                    <a:pt x="417422" y="887202"/>
                  </a:lnTo>
                  <a:lnTo>
                    <a:pt x="417169" y="887471"/>
                  </a:lnTo>
                  <a:lnTo>
                    <a:pt x="416945" y="887939"/>
                  </a:lnTo>
                  <a:lnTo>
                    <a:pt x="417198" y="889808"/>
                  </a:lnTo>
                  <a:lnTo>
                    <a:pt x="416956" y="890373"/>
                  </a:lnTo>
                  <a:lnTo>
                    <a:pt x="415408" y="891270"/>
                  </a:lnTo>
                  <a:lnTo>
                    <a:pt x="414550" y="891503"/>
                  </a:lnTo>
                  <a:lnTo>
                    <a:pt x="414789" y="892166"/>
                  </a:lnTo>
                  <a:lnTo>
                    <a:pt x="416342" y="892776"/>
                  </a:lnTo>
                  <a:lnTo>
                    <a:pt x="416648" y="893594"/>
                  </a:lnTo>
                  <a:lnTo>
                    <a:pt x="415978" y="893961"/>
                  </a:lnTo>
                  <a:lnTo>
                    <a:pt x="415004" y="893900"/>
                  </a:lnTo>
                  <a:lnTo>
                    <a:pt x="413865" y="892848"/>
                  </a:lnTo>
                  <a:lnTo>
                    <a:pt x="411036" y="893836"/>
                  </a:lnTo>
                  <a:lnTo>
                    <a:pt x="404418" y="893420"/>
                  </a:lnTo>
                  <a:lnTo>
                    <a:pt x="399976" y="893494"/>
                  </a:lnTo>
                  <a:lnTo>
                    <a:pt x="397532" y="893131"/>
                  </a:lnTo>
                  <a:lnTo>
                    <a:pt x="394952" y="890371"/>
                  </a:lnTo>
                  <a:lnTo>
                    <a:pt x="392967" y="889444"/>
                  </a:lnTo>
                  <a:lnTo>
                    <a:pt x="391355" y="889163"/>
                  </a:lnTo>
                  <a:lnTo>
                    <a:pt x="387978" y="887493"/>
                  </a:lnTo>
                  <a:lnTo>
                    <a:pt x="386633" y="886029"/>
                  </a:lnTo>
                  <a:lnTo>
                    <a:pt x="386102" y="884766"/>
                  </a:lnTo>
                  <a:lnTo>
                    <a:pt x="386067" y="883793"/>
                  </a:lnTo>
                  <a:lnTo>
                    <a:pt x="384599" y="881876"/>
                  </a:lnTo>
                  <a:lnTo>
                    <a:pt x="383972" y="881384"/>
                  </a:lnTo>
                  <a:lnTo>
                    <a:pt x="382867" y="881151"/>
                  </a:lnTo>
                  <a:lnTo>
                    <a:pt x="380664" y="881389"/>
                  </a:lnTo>
                  <a:lnTo>
                    <a:pt x="379826" y="881197"/>
                  </a:lnTo>
                  <a:lnTo>
                    <a:pt x="377789" y="879637"/>
                  </a:lnTo>
                  <a:lnTo>
                    <a:pt x="375905" y="878929"/>
                  </a:lnTo>
                  <a:lnTo>
                    <a:pt x="374771" y="877844"/>
                  </a:lnTo>
                  <a:lnTo>
                    <a:pt x="374245" y="877882"/>
                  </a:lnTo>
                  <a:lnTo>
                    <a:pt x="372831" y="877410"/>
                  </a:lnTo>
                  <a:lnTo>
                    <a:pt x="371522" y="877331"/>
                  </a:lnTo>
                  <a:lnTo>
                    <a:pt x="370274" y="878736"/>
                  </a:lnTo>
                  <a:lnTo>
                    <a:pt x="368286" y="879235"/>
                  </a:lnTo>
                  <a:lnTo>
                    <a:pt x="365137" y="878273"/>
                  </a:lnTo>
                  <a:lnTo>
                    <a:pt x="363777" y="878085"/>
                  </a:lnTo>
                  <a:lnTo>
                    <a:pt x="362646" y="876791"/>
                  </a:lnTo>
                  <a:lnTo>
                    <a:pt x="360992" y="876560"/>
                  </a:lnTo>
                  <a:lnTo>
                    <a:pt x="356095" y="877277"/>
                  </a:lnTo>
                  <a:lnTo>
                    <a:pt x="354583" y="877804"/>
                  </a:lnTo>
                  <a:lnTo>
                    <a:pt x="353812" y="877739"/>
                  </a:lnTo>
                  <a:lnTo>
                    <a:pt x="352098" y="877030"/>
                  </a:lnTo>
                  <a:lnTo>
                    <a:pt x="350693" y="877202"/>
                  </a:lnTo>
                  <a:lnTo>
                    <a:pt x="349007" y="876942"/>
                  </a:lnTo>
                  <a:lnTo>
                    <a:pt x="348036" y="877195"/>
                  </a:lnTo>
                  <a:lnTo>
                    <a:pt x="344850" y="879838"/>
                  </a:lnTo>
                  <a:lnTo>
                    <a:pt x="342225" y="879407"/>
                  </a:lnTo>
                  <a:lnTo>
                    <a:pt x="341563" y="879218"/>
                  </a:lnTo>
                  <a:lnTo>
                    <a:pt x="341074" y="878780"/>
                  </a:lnTo>
                  <a:lnTo>
                    <a:pt x="340398" y="877892"/>
                  </a:lnTo>
                  <a:lnTo>
                    <a:pt x="339118" y="876801"/>
                  </a:lnTo>
                  <a:lnTo>
                    <a:pt x="338320" y="875504"/>
                  </a:lnTo>
                  <a:lnTo>
                    <a:pt x="336533" y="874415"/>
                  </a:lnTo>
                  <a:lnTo>
                    <a:pt x="334798" y="872389"/>
                  </a:lnTo>
                  <a:lnTo>
                    <a:pt x="333129" y="871607"/>
                  </a:lnTo>
                  <a:lnTo>
                    <a:pt x="331630" y="871676"/>
                  </a:lnTo>
                  <a:lnTo>
                    <a:pt x="330425" y="870867"/>
                  </a:lnTo>
                  <a:lnTo>
                    <a:pt x="330979" y="868134"/>
                  </a:lnTo>
                  <a:lnTo>
                    <a:pt x="330523" y="866248"/>
                  </a:lnTo>
                  <a:lnTo>
                    <a:pt x="330511" y="865019"/>
                  </a:lnTo>
                  <a:lnTo>
                    <a:pt x="331546" y="859889"/>
                  </a:lnTo>
                  <a:lnTo>
                    <a:pt x="331389" y="857230"/>
                  </a:lnTo>
                  <a:lnTo>
                    <a:pt x="331535" y="853964"/>
                  </a:lnTo>
                  <a:lnTo>
                    <a:pt x="332066" y="851521"/>
                  </a:lnTo>
                  <a:lnTo>
                    <a:pt x="332069" y="850329"/>
                  </a:lnTo>
                  <a:lnTo>
                    <a:pt x="332777" y="849125"/>
                  </a:lnTo>
                  <a:lnTo>
                    <a:pt x="332636" y="847864"/>
                  </a:lnTo>
                  <a:lnTo>
                    <a:pt x="332846" y="845345"/>
                  </a:lnTo>
                  <a:lnTo>
                    <a:pt x="333652" y="843553"/>
                  </a:lnTo>
                  <a:lnTo>
                    <a:pt x="331814" y="841942"/>
                  </a:lnTo>
                  <a:lnTo>
                    <a:pt x="331175" y="840875"/>
                  </a:lnTo>
                  <a:lnTo>
                    <a:pt x="329920" y="839666"/>
                  </a:lnTo>
                  <a:lnTo>
                    <a:pt x="327424" y="836696"/>
                  </a:lnTo>
                  <a:lnTo>
                    <a:pt x="326465" y="835230"/>
                  </a:lnTo>
                  <a:lnTo>
                    <a:pt x="324988" y="833745"/>
                  </a:lnTo>
                  <a:lnTo>
                    <a:pt x="323734" y="831758"/>
                  </a:lnTo>
                  <a:lnTo>
                    <a:pt x="322406" y="830434"/>
                  </a:lnTo>
                  <a:lnTo>
                    <a:pt x="321626" y="829010"/>
                  </a:lnTo>
                  <a:lnTo>
                    <a:pt x="321390" y="827478"/>
                  </a:lnTo>
                  <a:lnTo>
                    <a:pt x="320992" y="826650"/>
                  </a:lnTo>
                  <a:lnTo>
                    <a:pt x="318433" y="828639"/>
                  </a:lnTo>
                  <a:lnTo>
                    <a:pt x="317806" y="828318"/>
                  </a:lnTo>
                  <a:lnTo>
                    <a:pt x="316134" y="831467"/>
                  </a:lnTo>
                  <a:lnTo>
                    <a:pt x="315456" y="832248"/>
                  </a:lnTo>
                  <a:lnTo>
                    <a:pt x="313422" y="831093"/>
                  </a:lnTo>
                  <a:lnTo>
                    <a:pt x="312105" y="829694"/>
                  </a:lnTo>
                  <a:lnTo>
                    <a:pt x="309649" y="828075"/>
                  </a:lnTo>
                  <a:lnTo>
                    <a:pt x="305932" y="825082"/>
                  </a:lnTo>
                  <a:lnTo>
                    <a:pt x="305121" y="824763"/>
                  </a:lnTo>
                  <a:lnTo>
                    <a:pt x="306110" y="823572"/>
                  </a:lnTo>
                  <a:lnTo>
                    <a:pt x="305991" y="822997"/>
                  </a:lnTo>
                  <a:lnTo>
                    <a:pt x="305419" y="822285"/>
                  </a:lnTo>
                  <a:lnTo>
                    <a:pt x="304620" y="822202"/>
                  </a:lnTo>
                  <a:lnTo>
                    <a:pt x="303722" y="822478"/>
                  </a:lnTo>
                  <a:lnTo>
                    <a:pt x="303194" y="823699"/>
                  </a:lnTo>
                  <a:lnTo>
                    <a:pt x="301813" y="824824"/>
                  </a:lnTo>
                  <a:lnTo>
                    <a:pt x="299164" y="825687"/>
                  </a:lnTo>
                  <a:lnTo>
                    <a:pt x="298930" y="825453"/>
                  </a:lnTo>
                  <a:lnTo>
                    <a:pt x="298540" y="825624"/>
                  </a:lnTo>
                  <a:lnTo>
                    <a:pt x="298585" y="824472"/>
                  </a:lnTo>
                  <a:lnTo>
                    <a:pt x="298861" y="824344"/>
                  </a:lnTo>
                  <a:lnTo>
                    <a:pt x="298691" y="824066"/>
                  </a:lnTo>
                  <a:lnTo>
                    <a:pt x="297970" y="824227"/>
                  </a:lnTo>
                  <a:lnTo>
                    <a:pt x="297015" y="822513"/>
                  </a:lnTo>
                  <a:lnTo>
                    <a:pt x="296772" y="822642"/>
                  </a:lnTo>
                  <a:lnTo>
                    <a:pt x="296183" y="821851"/>
                  </a:lnTo>
                  <a:lnTo>
                    <a:pt x="295608" y="821437"/>
                  </a:lnTo>
                  <a:lnTo>
                    <a:pt x="293644" y="820827"/>
                  </a:lnTo>
                  <a:lnTo>
                    <a:pt x="293147" y="820505"/>
                  </a:lnTo>
                  <a:lnTo>
                    <a:pt x="292656" y="819721"/>
                  </a:lnTo>
                  <a:lnTo>
                    <a:pt x="292175" y="820347"/>
                  </a:lnTo>
                  <a:lnTo>
                    <a:pt x="290255" y="819232"/>
                  </a:lnTo>
                  <a:lnTo>
                    <a:pt x="290738" y="818625"/>
                  </a:lnTo>
                  <a:lnTo>
                    <a:pt x="290468" y="818323"/>
                  </a:lnTo>
                  <a:lnTo>
                    <a:pt x="291485" y="816129"/>
                  </a:lnTo>
                  <a:lnTo>
                    <a:pt x="291687" y="816247"/>
                  </a:lnTo>
                  <a:lnTo>
                    <a:pt x="291870" y="816012"/>
                  </a:lnTo>
                  <a:lnTo>
                    <a:pt x="292029" y="815379"/>
                  </a:lnTo>
                  <a:lnTo>
                    <a:pt x="292638" y="814880"/>
                  </a:lnTo>
                  <a:lnTo>
                    <a:pt x="292761" y="814463"/>
                  </a:lnTo>
                  <a:lnTo>
                    <a:pt x="293622" y="813922"/>
                  </a:lnTo>
                  <a:lnTo>
                    <a:pt x="293151" y="813077"/>
                  </a:lnTo>
                  <a:lnTo>
                    <a:pt x="293427" y="812102"/>
                  </a:lnTo>
                  <a:lnTo>
                    <a:pt x="293303" y="811081"/>
                  </a:lnTo>
                  <a:lnTo>
                    <a:pt x="291983" y="810827"/>
                  </a:lnTo>
                  <a:lnTo>
                    <a:pt x="290866" y="810106"/>
                  </a:lnTo>
                  <a:lnTo>
                    <a:pt x="289711" y="809739"/>
                  </a:lnTo>
                  <a:lnTo>
                    <a:pt x="288058" y="809668"/>
                  </a:lnTo>
                  <a:lnTo>
                    <a:pt x="285512" y="811003"/>
                  </a:lnTo>
                  <a:lnTo>
                    <a:pt x="284207" y="813172"/>
                  </a:lnTo>
                  <a:lnTo>
                    <a:pt x="281722" y="813729"/>
                  </a:lnTo>
                  <a:lnTo>
                    <a:pt x="280390" y="815163"/>
                  </a:lnTo>
                  <a:lnTo>
                    <a:pt x="279685" y="814168"/>
                  </a:lnTo>
                  <a:lnTo>
                    <a:pt x="279154" y="814143"/>
                  </a:lnTo>
                  <a:lnTo>
                    <a:pt x="279176" y="814447"/>
                  </a:lnTo>
                  <a:lnTo>
                    <a:pt x="278593" y="814356"/>
                  </a:lnTo>
                  <a:lnTo>
                    <a:pt x="277304" y="813308"/>
                  </a:lnTo>
                  <a:lnTo>
                    <a:pt x="276535" y="812122"/>
                  </a:lnTo>
                  <a:lnTo>
                    <a:pt x="276026" y="808695"/>
                  </a:lnTo>
                  <a:lnTo>
                    <a:pt x="274680" y="809385"/>
                  </a:lnTo>
                  <a:lnTo>
                    <a:pt x="273795" y="808547"/>
                  </a:lnTo>
                  <a:lnTo>
                    <a:pt x="273357" y="807224"/>
                  </a:lnTo>
                  <a:lnTo>
                    <a:pt x="272375" y="808210"/>
                  </a:lnTo>
                  <a:lnTo>
                    <a:pt x="271827" y="807227"/>
                  </a:lnTo>
                  <a:lnTo>
                    <a:pt x="273168" y="805834"/>
                  </a:lnTo>
                  <a:lnTo>
                    <a:pt x="270998" y="804735"/>
                  </a:lnTo>
                  <a:lnTo>
                    <a:pt x="270822" y="802105"/>
                  </a:lnTo>
                  <a:lnTo>
                    <a:pt x="272181" y="802415"/>
                  </a:lnTo>
                  <a:lnTo>
                    <a:pt x="274237" y="800873"/>
                  </a:lnTo>
                  <a:lnTo>
                    <a:pt x="275247" y="798182"/>
                  </a:lnTo>
                  <a:lnTo>
                    <a:pt x="275720" y="794748"/>
                  </a:lnTo>
                  <a:lnTo>
                    <a:pt x="275032" y="793948"/>
                  </a:lnTo>
                  <a:lnTo>
                    <a:pt x="272329" y="793316"/>
                  </a:lnTo>
                  <a:lnTo>
                    <a:pt x="271527" y="792627"/>
                  </a:lnTo>
                  <a:lnTo>
                    <a:pt x="270824" y="792350"/>
                  </a:lnTo>
                  <a:lnTo>
                    <a:pt x="270571" y="791942"/>
                  </a:lnTo>
                  <a:lnTo>
                    <a:pt x="272051" y="791233"/>
                  </a:lnTo>
                  <a:lnTo>
                    <a:pt x="273863" y="790847"/>
                  </a:lnTo>
                  <a:lnTo>
                    <a:pt x="274178" y="787953"/>
                  </a:lnTo>
                  <a:lnTo>
                    <a:pt x="274558" y="786669"/>
                  </a:lnTo>
                  <a:lnTo>
                    <a:pt x="274256" y="784382"/>
                  </a:lnTo>
                  <a:lnTo>
                    <a:pt x="272466" y="782061"/>
                  </a:lnTo>
                  <a:lnTo>
                    <a:pt x="271963" y="779938"/>
                  </a:lnTo>
                  <a:lnTo>
                    <a:pt x="271150" y="779805"/>
                  </a:lnTo>
                  <a:lnTo>
                    <a:pt x="271306" y="779281"/>
                  </a:lnTo>
                  <a:lnTo>
                    <a:pt x="272123" y="779308"/>
                  </a:lnTo>
                  <a:lnTo>
                    <a:pt x="272214" y="778649"/>
                  </a:lnTo>
                  <a:lnTo>
                    <a:pt x="271663" y="778548"/>
                  </a:lnTo>
                  <a:lnTo>
                    <a:pt x="272465" y="777245"/>
                  </a:lnTo>
                  <a:lnTo>
                    <a:pt x="271900" y="775310"/>
                  </a:lnTo>
                  <a:lnTo>
                    <a:pt x="270864" y="774156"/>
                  </a:lnTo>
                  <a:lnTo>
                    <a:pt x="271080" y="772639"/>
                  </a:lnTo>
                  <a:lnTo>
                    <a:pt x="270758" y="772263"/>
                  </a:lnTo>
                  <a:lnTo>
                    <a:pt x="271254" y="770998"/>
                  </a:lnTo>
                  <a:lnTo>
                    <a:pt x="272883" y="770568"/>
                  </a:lnTo>
                  <a:lnTo>
                    <a:pt x="274018" y="769883"/>
                  </a:lnTo>
                  <a:lnTo>
                    <a:pt x="275787" y="767335"/>
                  </a:lnTo>
                  <a:lnTo>
                    <a:pt x="276341" y="766902"/>
                  </a:lnTo>
                  <a:lnTo>
                    <a:pt x="277926" y="766609"/>
                  </a:lnTo>
                  <a:lnTo>
                    <a:pt x="280631" y="765424"/>
                  </a:lnTo>
                  <a:lnTo>
                    <a:pt x="283272" y="763979"/>
                  </a:lnTo>
                  <a:lnTo>
                    <a:pt x="284490" y="762924"/>
                  </a:lnTo>
                  <a:lnTo>
                    <a:pt x="286068" y="760853"/>
                  </a:lnTo>
                  <a:lnTo>
                    <a:pt x="285512" y="759857"/>
                  </a:lnTo>
                  <a:lnTo>
                    <a:pt x="285806" y="759852"/>
                  </a:lnTo>
                  <a:lnTo>
                    <a:pt x="286938" y="758257"/>
                  </a:lnTo>
                  <a:lnTo>
                    <a:pt x="284508" y="755945"/>
                  </a:lnTo>
                  <a:lnTo>
                    <a:pt x="285577" y="754702"/>
                  </a:lnTo>
                  <a:lnTo>
                    <a:pt x="287839" y="753650"/>
                  </a:lnTo>
                  <a:lnTo>
                    <a:pt x="286870" y="753300"/>
                  </a:lnTo>
                  <a:lnTo>
                    <a:pt x="285693" y="752275"/>
                  </a:lnTo>
                  <a:lnTo>
                    <a:pt x="284297" y="751631"/>
                  </a:lnTo>
                  <a:lnTo>
                    <a:pt x="281155" y="748873"/>
                  </a:lnTo>
                  <a:lnTo>
                    <a:pt x="280346" y="748510"/>
                  </a:lnTo>
                  <a:lnTo>
                    <a:pt x="279024" y="748398"/>
                  </a:lnTo>
                  <a:lnTo>
                    <a:pt x="277159" y="747418"/>
                  </a:lnTo>
                  <a:lnTo>
                    <a:pt x="274737" y="745120"/>
                  </a:lnTo>
                  <a:lnTo>
                    <a:pt x="272833" y="742429"/>
                  </a:lnTo>
                  <a:lnTo>
                    <a:pt x="271717" y="743070"/>
                  </a:lnTo>
                  <a:lnTo>
                    <a:pt x="270662" y="742741"/>
                  </a:lnTo>
                  <a:lnTo>
                    <a:pt x="267932" y="739072"/>
                  </a:lnTo>
                  <a:lnTo>
                    <a:pt x="267127" y="738797"/>
                  </a:lnTo>
                  <a:lnTo>
                    <a:pt x="266592" y="738991"/>
                  </a:lnTo>
                  <a:lnTo>
                    <a:pt x="266853" y="738121"/>
                  </a:lnTo>
                  <a:lnTo>
                    <a:pt x="269588" y="737759"/>
                  </a:lnTo>
                  <a:lnTo>
                    <a:pt x="270702" y="737864"/>
                  </a:lnTo>
                  <a:lnTo>
                    <a:pt x="271435" y="738295"/>
                  </a:lnTo>
                  <a:lnTo>
                    <a:pt x="273137" y="740498"/>
                  </a:lnTo>
                  <a:lnTo>
                    <a:pt x="274451" y="741258"/>
                  </a:lnTo>
                  <a:lnTo>
                    <a:pt x="275940" y="741238"/>
                  </a:lnTo>
                  <a:lnTo>
                    <a:pt x="279146" y="740537"/>
                  </a:lnTo>
                  <a:lnTo>
                    <a:pt x="280994" y="740960"/>
                  </a:lnTo>
                  <a:lnTo>
                    <a:pt x="282873" y="742710"/>
                  </a:lnTo>
                  <a:lnTo>
                    <a:pt x="283240" y="744410"/>
                  </a:lnTo>
                  <a:lnTo>
                    <a:pt x="285699" y="747127"/>
                  </a:lnTo>
                  <a:lnTo>
                    <a:pt x="285795" y="747733"/>
                  </a:lnTo>
                  <a:lnTo>
                    <a:pt x="287311" y="749624"/>
                  </a:lnTo>
                  <a:lnTo>
                    <a:pt x="288557" y="749832"/>
                  </a:lnTo>
                  <a:lnTo>
                    <a:pt x="289972" y="748582"/>
                  </a:lnTo>
                  <a:lnTo>
                    <a:pt x="290683" y="748364"/>
                  </a:lnTo>
                  <a:lnTo>
                    <a:pt x="292118" y="748798"/>
                  </a:lnTo>
                  <a:lnTo>
                    <a:pt x="293131" y="749789"/>
                  </a:lnTo>
                  <a:lnTo>
                    <a:pt x="293286" y="750930"/>
                  </a:lnTo>
                  <a:lnTo>
                    <a:pt x="293120" y="751927"/>
                  </a:lnTo>
                  <a:lnTo>
                    <a:pt x="293530" y="752524"/>
                  </a:lnTo>
                  <a:lnTo>
                    <a:pt x="294403" y="748891"/>
                  </a:lnTo>
                  <a:lnTo>
                    <a:pt x="294302" y="748587"/>
                  </a:lnTo>
                  <a:lnTo>
                    <a:pt x="295772" y="743733"/>
                  </a:lnTo>
                  <a:lnTo>
                    <a:pt x="295775" y="742454"/>
                  </a:lnTo>
                  <a:lnTo>
                    <a:pt x="295542" y="742027"/>
                  </a:lnTo>
                  <a:lnTo>
                    <a:pt x="295123" y="740189"/>
                  </a:lnTo>
                  <a:lnTo>
                    <a:pt x="295598" y="739441"/>
                  </a:lnTo>
                  <a:lnTo>
                    <a:pt x="295226" y="737972"/>
                  </a:lnTo>
                  <a:lnTo>
                    <a:pt x="294808" y="737600"/>
                  </a:lnTo>
                  <a:lnTo>
                    <a:pt x="294757" y="737126"/>
                  </a:lnTo>
                  <a:lnTo>
                    <a:pt x="293598" y="735286"/>
                  </a:lnTo>
                  <a:lnTo>
                    <a:pt x="294109" y="734151"/>
                  </a:lnTo>
                  <a:lnTo>
                    <a:pt x="293608" y="733464"/>
                  </a:lnTo>
                  <a:lnTo>
                    <a:pt x="294350" y="732109"/>
                  </a:lnTo>
                  <a:lnTo>
                    <a:pt x="295193" y="729769"/>
                  </a:lnTo>
                  <a:lnTo>
                    <a:pt x="295346" y="728914"/>
                  </a:lnTo>
                  <a:lnTo>
                    <a:pt x="295257" y="728413"/>
                  </a:lnTo>
                  <a:lnTo>
                    <a:pt x="295003" y="728254"/>
                  </a:lnTo>
                  <a:lnTo>
                    <a:pt x="296150" y="725190"/>
                  </a:lnTo>
                  <a:lnTo>
                    <a:pt x="296136" y="724565"/>
                  </a:lnTo>
                  <a:lnTo>
                    <a:pt x="297429" y="722252"/>
                  </a:lnTo>
                  <a:lnTo>
                    <a:pt x="296480" y="721924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pg100">
              <a:extLst>
                <a:ext uri="{FF2B5EF4-FFF2-40B4-BE49-F238E27FC236}">
                  <a16:creationId xmlns:a16="http://schemas.microsoft.com/office/drawing/2014/main" id="{D073A660-3B1C-D20F-4D67-8F92A4DEC8DE}"/>
                </a:ext>
              </a:extLst>
            </p:cNvPr>
            <p:cNvSpPr/>
            <p:nvPr/>
          </p:nvSpPr>
          <p:spPr>
            <a:xfrm>
              <a:off x="5494322" y="2667734"/>
              <a:ext cx="899515" cy="743535"/>
            </a:xfrm>
            <a:custGeom>
              <a:avLst/>
              <a:gdLst/>
              <a:ahLst/>
              <a:cxnLst/>
              <a:rect l="0" t="0" r="0" b="0"/>
              <a:pathLst>
                <a:path w="899515" h="743535">
                  <a:moveTo>
                    <a:pt x="362555" y="623758"/>
                  </a:moveTo>
                  <a:lnTo>
                    <a:pt x="358912" y="622234"/>
                  </a:lnTo>
                  <a:lnTo>
                    <a:pt x="357348" y="619740"/>
                  </a:lnTo>
                  <a:lnTo>
                    <a:pt x="356973" y="618251"/>
                  </a:lnTo>
                  <a:lnTo>
                    <a:pt x="357768" y="615753"/>
                  </a:lnTo>
                  <a:lnTo>
                    <a:pt x="356402" y="614709"/>
                  </a:lnTo>
                  <a:lnTo>
                    <a:pt x="356064" y="611868"/>
                  </a:lnTo>
                  <a:lnTo>
                    <a:pt x="356658" y="609116"/>
                  </a:lnTo>
                  <a:lnTo>
                    <a:pt x="358334" y="604481"/>
                  </a:lnTo>
                  <a:lnTo>
                    <a:pt x="360167" y="603153"/>
                  </a:lnTo>
                  <a:lnTo>
                    <a:pt x="357664" y="596840"/>
                  </a:lnTo>
                  <a:lnTo>
                    <a:pt x="358062" y="592541"/>
                  </a:lnTo>
                  <a:lnTo>
                    <a:pt x="356906" y="590690"/>
                  </a:lnTo>
                  <a:lnTo>
                    <a:pt x="355191" y="587946"/>
                  </a:lnTo>
                  <a:lnTo>
                    <a:pt x="354334" y="586969"/>
                  </a:lnTo>
                  <a:lnTo>
                    <a:pt x="353184" y="583468"/>
                  </a:lnTo>
                  <a:lnTo>
                    <a:pt x="353167" y="580882"/>
                  </a:lnTo>
                  <a:lnTo>
                    <a:pt x="353428" y="580102"/>
                  </a:lnTo>
                  <a:lnTo>
                    <a:pt x="352702" y="577835"/>
                  </a:lnTo>
                  <a:lnTo>
                    <a:pt x="351458" y="575228"/>
                  </a:lnTo>
                  <a:lnTo>
                    <a:pt x="350127" y="573830"/>
                  </a:lnTo>
                  <a:lnTo>
                    <a:pt x="348935" y="571579"/>
                  </a:lnTo>
                  <a:lnTo>
                    <a:pt x="347336" y="569570"/>
                  </a:lnTo>
                  <a:lnTo>
                    <a:pt x="347301" y="567488"/>
                  </a:lnTo>
                  <a:lnTo>
                    <a:pt x="348712" y="562663"/>
                  </a:lnTo>
                  <a:lnTo>
                    <a:pt x="354549" y="560844"/>
                  </a:lnTo>
                  <a:lnTo>
                    <a:pt x="354193" y="556357"/>
                  </a:lnTo>
                  <a:lnTo>
                    <a:pt x="353087" y="548439"/>
                  </a:lnTo>
                  <a:lnTo>
                    <a:pt x="351931" y="546511"/>
                  </a:lnTo>
                  <a:lnTo>
                    <a:pt x="348547" y="543411"/>
                  </a:lnTo>
                  <a:lnTo>
                    <a:pt x="346885" y="543091"/>
                  </a:lnTo>
                  <a:lnTo>
                    <a:pt x="345389" y="542302"/>
                  </a:lnTo>
                  <a:lnTo>
                    <a:pt x="343795" y="541913"/>
                  </a:lnTo>
                  <a:lnTo>
                    <a:pt x="342778" y="541023"/>
                  </a:lnTo>
                  <a:lnTo>
                    <a:pt x="340591" y="534751"/>
                  </a:lnTo>
                  <a:lnTo>
                    <a:pt x="338461" y="532776"/>
                  </a:lnTo>
                  <a:lnTo>
                    <a:pt x="337798" y="532376"/>
                  </a:lnTo>
                  <a:lnTo>
                    <a:pt x="335874" y="532779"/>
                  </a:lnTo>
                  <a:lnTo>
                    <a:pt x="335582" y="531027"/>
                  </a:lnTo>
                  <a:lnTo>
                    <a:pt x="335258" y="530848"/>
                  </a:lnTo>
                  <a:lnTo>
                    <a:pt x="330531" y="530467"/>
                  </a:lnTo>
                  <a:lnTo>
                    <a:pt x="329068" y="528062"/>
                  </a:lnTo>
                  <a:lnTo>
                    <a:pt x="326892" y="526912"/>
                  </a:lnTo>
                  <a:lnTo>
                    <a:pt x="325386" y="525801"/>
                  </a:lnTo>
                  <a:lnTo>
                    <a:pt x="324547" y="524806"/>
                  </a:lnTo>
                  <a:lnTo>
                    <a:pt x="323268" y="524558"/>
                  </a:lnTo>
                  <a:lnTo>
                    <a:pt x="321375" y="523230"/>
                  </a:lnTo>
                  <a:lnTo>
                    <a:pt x="320294" y="522074"/>
                  </a:lnTo>
                  <a:lnTo>
                    <a:pt x="320354" y="519805"/>
                  </a:lnTo>
                  <a:lnTo>
                    <a:pt x="316365" y="514055"/>
                  </a:lnTo>
                  <a:lnTo>
                    <a:pt x="315890" y="513709"/>
                  </a:lnTo>
                  <a:lnTo>
                    <a:pt x="315680" y="513089"/>
                  </a:lnTo>
                  <a:lnTo>
                    <a:pt x="316448" y="506774"/>
                  </a:lnTo>
                  <a:lnTo>
                    <a:pt x="317368" y="505065"/>
                  </a:lnTo>
                  <a:lnTo>
                    <a:pt x="318425" y="500407"/>
                  </a:lnTo>
                  <a:lnTo>
                    <a:pt x="319445" y="498081"/>
                  </a:lnTo>
                  <a:lnTo>
                    <a:pt x="319633" y="496736"/>
                  </a:lnTo>
                  <a:lnTo>
                    <a:pt x="318605" y="491313"/>
                  </a:lnTo>
                  <a:lnTo>
                    <a:pt x="317243" y="489009"/>
                  </a:lnTo>
                  <a:lnTo>
                    <a:pt x="316669" y="488636"/>
                  </a:lnTo>
                  <a:lnTo>
                    <a:pt x="313716" y="487232"/>
                  </a:lnTo>
                  <a:lnTo>
                    <a:pt x="308955" y="485617"/>
                  </a:lnTo>
                  <a:lnTo>
                    <a:pt x="308407" y="485040"/>
                  </a:lnTo>
                  <a:lnTo>
                    <a:pt x="305765" y="483562"/>
                  </a:lnTo>
                  <a:lnTo>
                    <a:pt x="301438" y="483994"/>
                  </a:lnTo>
                  <a:lnTo>
                    <a:pt x="297651" y="483681"/>
                  </a:lnTo>
                  <a:lnTo>
                    <a:pt x="294040" y="482353"/>
                  </a:lnTo>
                  <a:lnTo>
                    <a:pt x="291700" y="481948"/>
                  </a:lnTo>
                  <a:lnTo>
                    <a:pt x="290458" y="481151"/>
                  </a:lnTo>
                  <a:lnTo>
                    <a:pt x="290386" y="480896"/>
                  </a:lnTo>
                  <a:lnTo>
                    <a:pt x="282671" y="476296"/>
                  </a:lnTo>
                  <a:lnTo>
                    <a:pt x="281253" y="475848"/>
                  </a:lnTo>
                  <a:lnTo>
                    <a:pt x="280084" y="475761"/>
                  </a:lnTo>
                  <a:lnTo>
                    <a:pt x="276751" y="473096"/>
                  </a:lnTo>
                  <a:lnTo>
                    <a:pt x="274749" y="472558"/>
                  </a:lnTo>
                  <a:lnTo>
                    <a:pt x="273530" y="471872"/>
                  </a:lnTo>
                  <a:lnTo>
                    <a:pt x="272074" y="473244"/>
                  </a:lnTo>
                  <a:lnTo>
                    <a:pt x="269647" y="477162"/>
                  </a:lnTo>
                  <a:lnTo>
                    <a:pt x="268215" y="478853"/>
                  </a:lnTo>
                  <a:lnTo>
                    <a:pt x="266944" y="479139"/>
                  </a:lnTo>
                  <a:lnTo>
                    <a:pt x="263856" y="480392"/>
                  </a:lnTo>
                  <a:lnTo>
                    <a:pt x="262830" y="480424"/>
                  </a:lnTo>
                  <a:lnTo>
                    <a:pt x="262142" y="479774"/>
                  </a:lnTo>
                  <a:lnTo>
                    <a:pt x="261806" y="480276"/>
                  </a:lnTo>
                  <a:lnTo>
                    <a:pt x="261353" y="480487"/>
                  </a:lnTo>
                  <a:lnTo>
                    <a:pt x="260607" y="480642"/>
                  </a:lnTo>
                  <a:lnTo>
                    <a:pt x="258784" y="480470"/>
                  </a:lnTo>
                  <a:lnTo>
                    <a:pt x="258355" y="480813"/>
                  </a:lnTo>
                  <a:lnTo>
                    <a:pt x="253504" y="479946"/>
                  </a:lnTo>
                  <a:lnTo>
                    <a:pt x="254130" y="479260"/>
                  </a:lnTo>
                  <a:lnTo>
                    <a:pt x="253428" y="478032"/>
                  </a:lnTo>
                  <a:lnTo>
                    <a:pt x="252055" y="478409"/>
                  </a:lnTo>
                  <a:lnTo>
                    <a:pt x="251706" y="479206"/>
                  </a:lnTo>
                  <a:lnTo>
                    <a:pt x="249540" y="479597"/>
                  </a:lnTo>
                  <a:lnTo>
                    <a:pt x="248756" y="479379"/>
                  </a:lnTo>
                  <a:lnTo>
                    <a:pt x="247946" y="480549"/>
                  </a:lnTo>
                  <a:lnTo>
                    <a:pt x="247983" y="482755"/>
                  </a:lnTo>
                  <a:lnTo>
                    <a:pt x="244444" y="483610"/>
                  </a:lnTo>
                  <a:lnTo>
                    <a:pt x="241798" y="483994"/>
                  </a:lnTo>
                  <a:lnTo>
                    <a:pt x="241011" y="484585"/>
                  </a:lnTo>
                  <a:lnTo>
                    <a:pt x="239257" y="484258"/>
                  </a:lnTo>
                  <a:lnTo>
                    <a:pt x="235510" y="482461"/>
                  </a:lnTo>
                  <a:lnTo>
                    <a:pt x="234766" y="481951"/>
                  </a:lnTo>
                  <a:lnTo>
                    <a:pt x="233288" y="480221"/>
                  </a:lnTo>
                  <a:lnTo>
                    <a:pt x="230707" y="479457"/>
                  </a:lnTo>
                  <a:lnTo>
                    <a:pt x="230003" y="479095"/>
                  </a:lnTo>
                  <a:lnTo>
                    <a:pt x="229945" y="478778"/>
                  </a:lnTo>
                  <a:lnTo>
                    <a:pt x="229033" y="478563"/>
                  </a:lnTo>
                  <a:lnTo>
                    <a:pt x="226417" y="477200"/>
                  </a:lnTo>
                  <a:lnTo>
                    <a:pt x="226134" y="476419"/>
                  </a:lnTo>
                  <a:lnTo>
                    <a:pt x="225305" y="476184"/>
                  </a:lnTo>
                  <a:lnTo>
                    <a:pt x="224428" y="477101"/>
                  </a:lnTo>
                  <a:lnTo>
                    <a:pt x="223718" y="476664"/>
                  </a:lnTo>
                  <a:lnTo>
                    <a:pt x="221149" y="475974"/>
                  </a:lnTo>
                  <a:lnTo>
                    <a:pt x="220606" y="475501"/>
                  </a:lnTo>
                  <a:lnTo>
                    <a:pt x="220181" y="475811"/>
                  </a:lnTo>
                  <a:lnTo>
                    <a:pt x="220420" y="474820"/>
                  </a:lnTo>
                  <a:lnTo>
                    <a:pt x="220240" y="473772"/>
                  </a:lnTo>
                  <a:lnTo>
                    <a:pt x="217625" y="470258"/>
                  </a:lnTo>
                  <a:lnTo>
                    <a:pt x="217399" y="469456"/>
                  </a:lnTo>
                  <a:lnTo>
                    <a:pt x="217572" y="468073"/>
                  </a:lnTo>
                  <a:lnTo>
                    <a:pt x="214758" y="467542"/>
                  </a:lnTo>
                  <a:lnTo>
                    <a:pt x="214220" y="467005"/>
                  </a:lnTo>
                  <a:lnTo>
                    <a:pt x="214084" y="466047"/>
                  </a:lnTo>
                  <a:lnTo>
                    <a:pt x="214645" y="465445"/>
                  </a:lnTo>
                  <a:lnTo>
                    <a:pt x="214957" y="465379"/>
                  </a:lnTo>
                  <a:lnTo>
                    <a:pt x="215445" y="465700"/>
                  </a:lnTo>
                  <a:lnTo>
                    <a:pt x="217386" y="462484"/>
                  </a:lnTo>
                  <a:lnTo>
                    <a:pt x="217580" y="461245"/>
                  </a:lnTo>
                  <a:lnTo>
                    <a:pt x="217393" y="460926"/>
                  </a:lnTo>
                  <a:lnTo>
                    <a:pt x="217919" y="458826"/>
                  </a:lnTo>
                  <a:lnTo>
                    <a:pt x="217689" y="457985"/>
                  </a:lnTo>
                  <a:lnTo>
                    <a:pt x="217740" y="456910"/>
                  </a:lnTo>
                  <a:lnTo>
                    <a:pt x="217433" y="456897"/>
                  </a:lnTo>
                  <a:lnTo>
                    <a:pt x="216871" y="457693"/>
                  </a:lnTo>
                  <a:lnTo>
                    <a:pt x="216454" y="457068"/>
                  </a:lnTo>
                  <a:lnTo>
                    <a:pt x="216077" y="455773"/>
                  </a:lnTo>
                  <a:lnTo>
                    <a:pt x="214908" y="455102"/>
                  </a:lnTo>
                  <a:lnTo>
                    <a:pt x="213272" y="455526"/>
                  </a:lnTo>
                  <a:lnTo>
                    <a:pt x="213016" y="454948"/>
                  </a:lnTo>
                  <a:lnTo>
                    <a:pt x="212610" y="454705"/>
                  </a:lnTo>
                  <a:lnTo>
                    <a:pt x="212147" y="455078"/>
                  </a:lnTo>
                  <a:lnTo>
                    <a:pt x="210462" y="455419"/>
                  </a:lnTo>
                  <a:lnTo>
                    <a:pt x="208873" y="456106"/>
                  </a:lnTo>
                  <a:lnTo>
                    <a:pt x="209501" y="457927"/>
                  </a:lnTo>
                  <a:lnTo>
                    <a:pt x="209430" y="458259"/>
                  </a:lnTo>
                  <a:lnTo>
                    <a:pt x="208867" y="458501"/>
                  </a:lnTo>
                  <a:lnTo>
                    <a:pt x="208002" y="457729"/>
                  </a:lnTo>
                  <a:lnTo>
                    <a:pt x="206895" y="457860"/>
                  </a:lnTo>
                  <a:lnTo>
                    <a:pt x="205540" y="457373"/>
                  </a:lnTo>
                  <a:lnTo>
                    <a:pt x="205177" y="457672"/>
                  </a:lnTo>
                  <a:lnTo>
                    <a:pt x="204567" y="457271"/>
                  </a:lnTo>
                  <a:lnTo>
                    <a:pt x="203258" y="457975"/>
                  </a:lnTo>
                  <a:lnTo>
                    <a:pt x="203335" y="458685"/>
                  </a:lnTo>
                  <a:lnTo>
                    <a:pt x="202804" y="458932"/>
                  </a:lnTo>
                  <a:lnTo>
                    <a:pt x="203527" y="459718"/>
                  </a:lnTo>
                  <a:lnTo>
                    <a:pt x="203737" y="460431"/>
                  </a:lnTo>
                  <a:lnTo>
                    <a:pt x="204562" y="461624"/>
                  </a:lnTo>
                  <a:lnTo>
                    <a:pt x="205291" y="461985"/>
                  </a:lnTo>
                  <a:lnTo>
                    <a:pt x="205370" y="463187"/>
                  </a:lnTo>
                  <a:lnTo>
                    <a:pt x="205577" y="463386"/>
                  </a:lnTo>
                  <a:lnTo>
                    <a:pt x="205180" y="465015"/>
                  </a:lnTo>
                  <a:lnTo>
                    <a:pt x="205457" y="465049"/>
                  </a:lnTo>
                  <a:lnTo>
                    <a:pt x="205533" y="465608"/>
                  </a:lnTo>
                  <a:lnTo>
                    <a:pt x="205301" y="466465"/>
                  </a:lnTo>
                  <a:lnTo>
                    <a:pt x="204304" y="465769"/>
                  </a:lnTo>
                  <a:lnTo>
                    <a:pt x="204510" y="466377"/>
                  </a:lnTo>
                  <a:lnTo>
                    <a:pt x="202159" y="466743"/>
                  </a:lnTo>
                  <a:lnTo>
                    <a:pt x="202066" y="467184"/>
                  </a:lnTo>
                  <a:lnTo>
                    <a:pt x="201613" y="466486"/>
                  </a:lnTo>
                  <a:lnTo>
                    <a:pt x="200982" y="464530"/>
                  </a:lnTo>
                  <a:lnTo>
                    <a:pt x="199843" y="463299"/>
                  </a:lnTo>
                  <a:lnTo>
                    <a:pt x="199453" y="461651"/>
                  </a:lnTo>
                  <a:lnTo>
                    <a:pt x="198654" y="460873"/>
                  </a:lnTo>
                  <a:lnTo>
                    <a:pt x="198790" y="460634"/>
                  </a:lnTo>
                  <a:lnTo>
                    <a:pt x="198585" y="460195"/>
                  </a:lnTo>
                  <a:lnTo>
                    <a:pt x="197275" y="458195"/>
                  </a:lnTo>
                  <a:lnTo>
                    <a:pt x="196956" y="458127"/>
                  </a:lnTo>
                  <a:lnTo>
                    <a:pt x="196738" y="457372"/>
                  </a:lnTo>
                  <a:lnTo>
                    <a:pt x="196184" y="456916"/>
                  </a:lnTo>
                  <a:lnTo>
                    <a:pt x="195424" y="455345"/>
                  </a:lnTo>
                  <a:lnTo>
                    <a:pt x="192582" y="451442"/>
                  </a:lnTo>
                  <a:lnTo>
                    <a:pt x="192497" y="450567"/>
                  </a:lnTo>
                  <a:lnTo>
                    <a:pt x="191968" y="450783"/>
                  </a:lnTo>
                  <a:lnTo>
                    <a:pt x="190777" y="450255"/>
                  </a:lnTo>
                  <a:lnTo>
                    <a:pt x="189017" y="450121"/>
                  </a:lnTo>
                  <a:lnTo>
                    <a:pt x="186945" y="447246"/>
                  </a:lnTo>
                  <a:lnTo>
                    <a:pt x="185894" y="448701"/>
                  </a:lnTo>
                  <a:lnTo>
                    <a:pt x="184196" y="446349"/>
                  </a:lnTo>
                  <a:lnTo>
                    <a:pt x="183413" y="445747"/>
                  </a:lnTo>
                  <a:lnTo>
                    <a:pt x="181756" y="443663"/>
                  </a:lnTo>
                  <a:lnTo>
                    <a:pt x="181290" y="443488"/>
                  </a:lnTo>
                  <a:lnTo>
                    <a:pt x="180852" y="442564"/>
                  </a:lnTo>
                  <a:lnTo>
                    <a:pt x="180322" y="442081"/>
                  </a:lnTo>
                  <a:lnTo>
                    <a:pt x="180169" y="442186"/>
                  </a:lnTo>
                  <a:lnTo>
                    <a:pt x="180033" y="441351"/>
                  </a:lnTo>
                  <a:lnTo>
                    <a:pt x="179627" y="441261"/>
                  </a:lnTo>
                  <a:lnTo>
                    <a:pt x="178971" y="440385"/>
                  </a:lnTo>
                  <a:lnTo>
                    <a:pt x="178730" y="439494"/>
                  </a:lnTo>
                  <a:lnTo>
                    <a:pt x="179299" y="439008"/>
                  </a:lnTo>
                  <a:lnTo>
                    <a:pt x="179593" y="437668"/>
                  </a:lnTo>
                  <a:lnTo>
                    <a:pt x="180770" y="437156"/>
                  </a:lnTo>
                  <a:lnTo>
                    <a:pt x="182095" y="437245"/>
                  </a:lnTo>
                  <a:lnTo>
                    <a:pt x="183619" y="435727"/>
                  </a:lnTo>
                  <a:lnTo>
                    <a:pt x="183362" y="435227"/>
                  </a:lnTo>
                  <a:lnTo>
                    <a:pt x="182806" y="434305"/>
                  </a:lnTo>
                  <a:lnTo>
                    <a:pt x="181669" y="433992"/>
                  </a:lnTo>
                  <a:lnTo>
                    <a:pt x="180968" y="434312"/>
                  </a:lnTo>
                  <a:lnTo>
                    <a:pt x="180203" y="433935"/>
                  </a:lnTo>
                  <a:lnTo>
                    <a:pt x="178992" y="432891"/>
                  </a:lnTo>
                  <a:lnTo>
                    <a:pt x="178220" y="431468"/>
                  </a:lnTo>
                  <a:lnTo>
                    <a:pt x="177247" y="431192"/>
                  </a:lnTo>
                  <a:lnTo>
                    <a:pt x="176471" y="431265"/>
                  </a:lnTo>
                  <a:lnTo>
                    <a:pt x="175132" y="431774"/>
                  </a:lnTo>
                  <a:lnTo>
                    <a:pt x="173151" y="429943"/>
                  </a:lnTo>
                  <a:lnTo>
                    <a:pt x="172686" y="429255"/>
                  </a:lnTo>
                  <a:lnTo>
                    <a:pt x="172376" y="427947"/>
                  </a:lnTo>
                  <a:lnTo>
                    <a:pt x="171896" y="427502"/>
                  </a:lnTo>
                  <a:lnTo>
                    <a:pt x="172193" y="426960"/>
                  </a:lnTo>
                  <a:lnTo>
                    <a:pt x="172355" y="424599"/>
                  </a:lnTo>
                  <a:lnTo>
                    <a:pt x="173433" y="423188"/>
                  </a:lnTo>
                  <a:lnTo>
                    <a:pt x="173184" y="422679"/>
                  </a:lnTo>
                  <a:lnTo>
                    <a:pt x="173310" y="421975"/>
                  </a:lnTo>
                  <a:lnTo>
                    <a:pt x="173120" y="420998"/>
                  </a:lnTo>
                  <a:lnTo>
                    <a:pt x="173467" y="420276"/>
                  </a:lnTo>
                  <a:lnTo>
                    <a:pt x="173494" y="418975"/>
                  </a:lnTo>
                  <a:lnTo>
                    <a:pt x="172399" y="417142"/>
                  </a:lnTo>
                  <a:lnTo>
                    <a:pt x="171264" y="416795"/>
                  </a:lnTo>
                  <a:lnTo>
                    <a:pt x="170632" y="416051"/>
                  </a:lnTo>
                  <a:lnTo>
                    <a:pt x="170106" y="415986"/>
                  </a:lnTo>
                  <a:lnTo>
                    <a:pt x="169914" y="415508"/>
                  </a:lnTo>
                  <a:lnTo>
                    <a:pt x="168061" y="414465"/>
                  </a:lnTo>
                  <a:lnTo>
                    <a:pt x="167205" y="413507"/>
                  </a:lnTo>
                  <a:lnTo>
                    <a:pt x="168270" y="411747"/>
                  </a:lnTo>
                  <a:lnTo>
                    <a:pt x="169980" y="412334"/>
                  </a:lnTo>
                  <a:lnTo>
                    <a:pt x="171843" y="410667"/>
                  </a:lnTo>
                  <a:lnTo>
                    <a:pt x="171673" y="409049"/>
                  </a:lnTo>
                  <a:lnTo>
                    <a:pt x="171376" y="408492"/>
                  </a:lnTo>
                  <a:lnTo>
                    <a:pt x="170493" y="408323"/>
                  </a:lnTo>
                  <a:lnTo>
                    <a:pt x="170597" y="408127"/>
                  </a:lnTo>
                  <a:lnTo>
                    <a:pt x="172425" y="407215"/>
                  </a:lnTo>
                  <a:lnTo>
                    <a:pt x="173587" y="404561"/>
                  </a:lnTo>
                  <a:lnTo>
                    <a:pt x="174346" y="404526"/>
                  </a:lnTo>
                  <a:lnTo>
                    <a:pt x="174877" y="404130"/>
                  </a:lnTo>
                  <a:lnTo>
                    <a:pt x="175281" y="402162"/>
                  </a:lnTo>
                  <a:lnTo>
                    <a:pt x="175999" y="401719"/>
                  </a:lnTo>
                  <a:lnTo>
                    <a:pt x="175985" y="401464"/>
                  </a:lnTo>
                  <a:lnTo>
                    <a:pt x="177707" y="400544"/>
                  </a:lnTo>
                  <a:lnTo>
                    <a:pt x="178209" y="399736"/>
                  </a:lnTo>
                  <a:lnTo>
                    <a:pt x="178871" y="396868"/>
                  </a:lnTo>
                  <a:lnTo>
                    <a:pt x="178750" y="395529"/>
                  </a:lnTo>
                  <a:lnTo>
                    <a:pt x="179195" y="395272"/>
                  </a:lnTo>
                  <a:lnTo>
                    <a:pt x="179586" y="393871"/>
                  </a:lnTo>
                  <a:lnTo>
                    <a:pt x="179709" y="391500"/>
                  </a:lnTo>
                  <a:lnTo>
                    <a:pt x="181466" y="388699"/>
                  </a:lnTo>
                  <a:lnTo>
                    <a:pt x="181720" y="387109"/>
                  </a:lnTo>
                  <a:lnTo>
                    <a:pt x="179467" y="386518"/>
                  </a:lnTo>
                  <a:lnTo>
                    <a:pt x="179938" y="384249"/>
                  </a:lnTo>
                  <a:lnTo>
                    <a:pt x="181940" y="383807"/>
                  </a:lnTo>
                  <a:lnTo>
                    <a:pt x="181506" y="382705"/>
                  </a:lnTo>
                  <a:lnTo>
                    <a:pt x="181628" y="380485"/>
                  </a:lnTo>
                  <a:lnTo>
                    <a:pt x="181899" y="380136"/>
                  </a:lnTo>
                  <a:lnTo>
                    <a:pt x="185172" y="380447"/>
                  </a:lnTo>
                  <a:lnTo>
                    <a:pt x="185771" y="379847"/>
                  </a:lnTo>
                  <a:lnTo>
                    <a:pt x="184256" y="378986"/>
                  </a:lnTo>
                  <a:lnTo>
                    <a:pt x="184236" y="374873"/>
                  </a:lnTo>
                  <a:lnTo>
                    <a:pt x="183874" y="374661"/>
                  </a:lnTo>
                  <a:lnTo>
                    <a:pt x="184212" y="374641"/>
                  </a:lnTo>
                  <a:lnTo>
                    <a:pt x="183625" y="374323"/>
                  </a:lnTo>
                  <a:lnTo>
                    <a:pt x="182133" y="374732"/>
                  </a:lnTo>
                  <a:lnTo>
                    <a:pt x="181665" y="374488"/>
                  </a:lnTo>
                  <a:lnTo>
                    <a:pt x="180738" y="374692"/>
                  </a:lnTo>
                  <a:lnTo>
                    <a:pt x="178515" y="374240"/>
                  </a:lnTo>
                  <a:lnTo>
                    <a:pt x="175835" y="372057"/>
                  </a:lnTo>
                  <a:lnTo>
                    <a:pt x="176325" y="369298"/>
                  </a:lnTo>
                  <a:lnTo>
                    <a:pt x="176947" y="367524"/>
                  </a:lnTo>
                  <a:lnTo>
                    <a:pt x="176587" y="365299"/>
                  </a:lnTo>
                  <a:lnTo>
                    <a:pt x="176224" y="364814"/>
                  </a:lnTo>
                  <a:lnTo>
                    <a:pt x="175775" y="365008"/>
                  </a:lnTo>
                  <a:lnTo>
                    <a:pt x="173862" y="364268"/>
                  </a:lnTo>
                  <a:lnTo>
                    <a:pt x="174005" y="363781"/>
                  </a:lnTo>
                  <a:lnTo>
                    <a:pt x="172146" y="360646"/>
                  </a:lnTo>
                  <a:lnTo>
                    <a:pt x="171403" y="359931"/>
                  </a:lnTo>
                  <a:lnTo>
                    <a:pt x="171066" y="359048"/>
                  </a:lnTo>
                  <a:lnTo>
                    <a:pt x="172478" y="358804"/>
                  </a:lnTo>
                  <a:lnTo>
                    <a:pt x="172261" y="357182"/>
                  </a:lnTo>
                  <a:lnTo>
                    <a:pt x="170129" y="356036"/>
                  </a:lnTo>
                  <a:lnTo>
                    <a:pt x="172129" y="351625"/>
                  </a:lnTo>
                  <a:lnTo>
                    <a:pt x="171422" y="350904"/>
                  </a:lnTo>
                  <a:lnTo>
                    <a:pt x="171022" y="348803"/>
                  </a:lnTo>
                  <a:lnTo>
                    <a:pt x="171004" y="346154"/>
                  </a:lnTo>
                  <a:lnTo>
                    <a:pt x="170355" y="341421"/>
                  </a:lnTo>
                  <a:lnTo>
                    <a:pt x="168917" y="335689"/>
                  </a:lnTo>
                  <a:lnTo>
                    <a:pt x="168415" y="332590"/>
                  </a:lnTo>
                  <a:lnTo>
                    <a:pt x="167146" y="327960"/>
                  </a:lnTo>
                  <a:lnTo>
                    <a:pt x="166997" y="326186"/>
                  </a:lnTo>
                  <a:lnTo>
                    <a:pt x="165461" y="322283"/>
                  </a:lnTo>
                  <a:lnTo>
                    <a:pt x="161414" y="320075"/>
                  </a:lnTo>
                  <a:lnTo>
                    <a:pt x="158460" y="318462"/>
                  </a:lnTo>
                  <a:lnTo>
                    <a:pt x="151719" y="313288"/>
                  </a:lnTo>
                  <a:lnTo>
                    <a:pt x="150683" y="312921"/>
                  </a:lnTo>
                  <a:lnTo>
                    <a:pt x="149323" y="311530"/>
                  </a:lnTo>
                  <a:lnTo>
                    <a:pt x="147841" y="311172"/>
                  </a:lnTo>
                  <a:lnTo>
                    <a:pt x="147026" y="310685"/>
                  </a:lnTo>
                  <a:lnTo>
                    <a:pt x="144528" y="307597"/>
                  </a:lnTo>
                  <a:lnTo>
                    <a:pt x="139023" y="310294"/>
                  </a:lnTo>
                  <a:lnTo>
                    <a:pt x="138372" y="311227"/>
                  </a:lnTo>
                  <a:lnTo>
                    <a:pt x="134031" y="314109"/>
                  </a:lnTo>
                  <a:lnTo>
                    <a:pt x="128484" y="315360"/>
                  </a:lnTo>
                  <a:lnTo>
                    <a:pt x="125464" y="316428"/>
                  </a:lnTo>
                  <a:lnTo>
                    <a:pt x="122735" y="316058"/>
                  </a:lnTo>
                  <a:lnTo>
                    <a:pt x="121275" y="316240"/>
                  </a:lnTo>
                  <a:lnTo>
                    <a:pt x="120362" y="316689"/>
                  </a:lnTo>
                  <a:lnTo>
                    <a:pt x="118841" y="316575"/>
                  </a:lnTo>
                  <a:lnTo>
                    <a:pt x="116378" y="315450"/>
                  </a:lnTo>
                  <a:lnTo>
                    <a:pt x="114176" y="314057"/>
                  </a:lnTo>
                  <a:lnTo>
                    <a:pt x="112469" y="311765"/>
                  </a:lnTo>
                  <a:lnTo>
                    <a:pt x="109848" y="309121"/>
                  </a:lnTo>
                  <a:lnTo>
                    <a:pt x="108751" y="308827"/>
                  </a:lnTo>
                  <a:lnTo>
                    <a:pt x="107600" y="307014"/>
                  </a:lnTo>
                  <a:lnTo>
                    <a:pt x="107320" y="305080"/>
                  </a:lnTo>
                  <a:lnTo>
                    <a:pt x="105307" y="303870"/>
                  </a:lnTo>
                  <a:lnTo>
                    <a:pt x="104171" y="302820"/>
                  </a:lnTo>
                  <a:lnTo>
                    <a:pt x="102939" y="302369"/>
                  </a:lnTo>
                  <a:lnTo>
                    <a:pt x="102242" y="301599"/>
                  </a:lnTo>
                  <a:lnTo>
                    <a:pt x="99958" y="301352"/>
                  </a:lnTo>
                  <a:lnTo>
                    <a:pt x="97378" y="300388"/>
                  </a:lnTo>
                  <a:lnTo>
                    <a:pt x="95087" y="297618"/>
                  </a:lnTo>
                  <a:lnTo>
                    <a:pt x="93230" y="293059"/>
                  </a:lnTo>
                  <a:lnTo>
                    <a:pt x="91451" y="290036"/>
                  </a:lnTo>
                  <a:lnTo>
                    <a:pt x="89960" y="288244"/>
                  </a:lnTo>
                  <a:lnTo>
                    <a:pt x="89304" y="286755"/>
                  </a:lnTo>
                  <a:lnTo>
                    <a:pt x="84989" y="281452"/>
                  </a:lnTo>
                  <a:lnTo>
                    <a:pt x="83846" y="281179"/>
                  </a:lnTo>
                  <a:lnTo>
                    <a:pt x="79087" y="283280"/>
                  </a:lnTo>
                  <a:lnTo>
                    <a:pt x="77102" y="283503"/>
                  </a:lnTo>
                  <a:lnTo>
                    <a:pt x="75511" y="281062"/>
                  </a:lnTo>
                  <a:lnTo>
                    <a:pt x="72374" y="279109"/>
                  </a:lnTo>
                  <a:lnTo>
                    <a:pt x="70493" y="277483"/>
                  </a:lnTo>
                  <a:lnTo>
                    <a:pt x="69353" y="276861"/>
                  </a:lnTo>
                  <a:lnTo>
                    <a:pt x="65867" y="273424"/>
                  </a:lnTo>
                  <a:lnTo>
                    <a:pt x="64153" y="273083"/>
                  </a:lnTo>
                  <a:lnTo>
                    <a:pt x="63305" y="272365"/>
                  </a:lnTo>
                  <a:lnTo>
                    <a:pt x="60691" y="272191"/>
                  </a:lnTo>
                  <a:lnTo>
                    <a:pt x="55551" y="270887"/>
                  </a:lnTo>
                  <a:lnTo>
                    <a:pt x="54391" y="268378"/>
                  </a:lnTo>
                  <a:lnTo>
                    <a:pt x="53270" y="267053"/>
                  </a:lnTo>
                  <a:lnTo>
                    <a:pt x="52662" y="265459"/>
                  </a:lnTo>
                  <a:lnTo>
                    <a:pt x="53750" y="261407"/>
                  </a:lnTo>
                  <a:lnTo>
                    <a:pt x="52019" y="257629"/>
                  </a:lnTo>
                  <a:lnTo>
                    <a:pt x="50667" y="255918"/>
                  </a:lnTo>
                  <a:lnTo>
                    <a:pt x="48651" y="255511"/>
                  </a:lnTo>
                  <a:lnTo>
                    <a:pt x="49219" y="253824"/>
                  </a:lnTo>
                  <a:lnTo>
                    <a:pt x="49459" y="250678"/>
                  </a:lnTo>
                  <a:lnTo>
                    <a:pt x="48851" y="246877"/>
                  </a:lnTo>
                  <a:lnTo>
                    <a:pt x="47135" y="242180"/>
                  </a:lnTo>
                  <a:lnTo>
                    <a:pt x="45465" y="241359"/>
                  </a:lnTo>
                  <a:lnTo>
                    <a:pt x="44987" y="238894"/>
                  </a:lnTo>
                  <a:lnTo>
                    <a:pt x="38625" y="235384"/>
                  </a:lnTo>
                  <a:lnTo>
                    <a:pt x="36030" y="231181"/>
                  </a:lnTo>
                  <a:lnTo>
                    <a:pt x="32394" y="230844"/>
                  </a:lnTo>
                  <a:lnTo>
                    <a:pt x="31853" y="230532"/>
                  </a:lnTo>
                  <a:lnTo>
                    <a:pt x="30773" y="230394"/>
                  </a:lnTo>
                  <a:lnTo>
                    <a:pt x="26320" y="228317"/>
                  </a:lnTo>
                  <a:lnTo>
                    <a:pt x="24450" y="227883"/>
                  </a:lnTo>
                  <a:lnTo>
                    <a:pt x="21896" y="226873"/>
                  </a:lnTo>
                  <a:lnTo>
                    <a:pt x="21201" y="226858"/>
                  </a:lnTo>
                  <a:lnTo>
                    <a:pt x="20494" y="226532"/>
                  </a:lnTo>
                  <a:lnTo>
                    <a:pt x="18363" y="223584"/>
                  </a:lnTo>
                  <a:lnTo>
                    <a:pt x="17216" y="222836"/>
                  </a:lnTo>
                  <a:lnTo>
                    <a:pt x="4539" y="223536"/>
                  </a:lnTo>
                  <a:lnTo>
                    <a:pt x="2781" y="221136"/>
                  </a:lnTo>
                  <a:lnTo>
                    <a:pt x="3842" y="217164"/>
                  </a:lnTo>
                  <a:lnTo>
                    <a:pt x="2355" y="216467"/>
                  </a:lnTo>
                  <a:lnTo>
                    <a:pt x="1302" y="214099"/>
                  </a:lnTo>
                  <a:lnTo>
                    <a:pt x="1374" y="212494"/>
                  </a:lnTo>
                  <a:lnTo>
                    <a:pt x="0" y="209467"/>
                  </a:lnTo>
                  <a:lnTo>
                    <a:pt x="527" y="208658"/>
                  </a:lnTo>
                  <a:lnTo>
                    <a:pt x="2809" y="207537"/>
                  </a:lnTo>
                  <a:lnTo>
                    <a:pt x="4412" y="205880"/>
                  </a:lnTo>
                  <a:lnTo>
                    <a:pt x="5495" y="203744"/>
                  </a:lnTo>
                  <a:lnTo>
                    <a:pt x="5162" y="201445"/>
                  </a:lnTo>
                  <a:lnTo>
                    <a:pt x="3345" y="199651"/>
                  </a:lnTo>
                  <a:lnTo>
                    <a:pt x="2779" y="194218"/>
                  </a:lnTo>
                  <a:lnTo>
                    <a:pt x="2138" y="192583"/>
                  </a:lnTo>
                  <a:lnTo>
                    <a:pt x="1899" y="191242"/>
                  </a:lnTo>
                  <a:lnTo>
                    <a:pt x="2088" y="189585"/>
                  </a:lnTo>
                  <a:lnTo>
                    <a:pt x="3209" y="186525"/>
                  </a:lnTo>
                  <a:lnTo>
                    <a:pt x="1520" y="184371"/>
                  </a:lnTo>
                  <a:lnTo>
                    <a:pt x="1319" y="183230"/>
                  </a:lnTo>
                  <a:lnTo>
                    <a:pt x="1262" y="177255"/>
                  </a:lnTo>
                  <a:lnTo>
                    <a:pt x="3491" y="176000"/>
                  </a:lnTo>
                  <a:lnTo>
                    <a:pt x="5465" y="174211"/>
                  </a:lnTo>
                  <a:lnTo>
                    <a:pt x="8799" y="167231"/>
                  </a:lnTo>
                  <a:lnTo>
                    <a:pt x="9213" y="164958"/>
                  </a:lnTo>
                  <a:lnTo>
                    <a:pt x="8916" y="162401"/>
                  </a:lnTo>
                  <a:lnTo>
                    <a:pt x="11158" y="158273"/>
                  </a:lnTo>
                  <a:lnTo>
                    <a:pt x="11488" y="157719"/>
                  </a:lnTo>
                  <a:lnTo>
                    <a:pt x="13638" y="156809"/>
                  </a:lnTo>
                  <a:lnTo>
                    <a:pt x="15653" y="153219"/>
                  </a:lnTo>
                  <a:lnTo>
                    <a:pt x="16008" y="150736"/>
                  </a:lnTo>
                  <a:lnTo>
                    <a:pt x="18077" y="149247"/>
                  </a:lnTo>
                  <a:lnTo>
                    <a:pt x="31903" y="143290"/>
                  </a:lnTo>
                  <a:lnTo>
                    <a:pt x="35715" y="143029"/>
                  </a:lnTo>
                  <a:lnTo>
                    <a:pt x="39114" y="143568"/>
                  </a:lnTo>
                  <a:lnTo>
                    <a:pt x="48854" y="138841"/>
                  </a:lnTo>
                  <a:lnTo>
                    <a:pt x="61226" y="136955"/>
                  </a:lnTo>
                  <a:lnTo>
                    <a:pt x="63597" y="135838"/>
                  </a:lnTo>
                  <a:lnTo>
                    <a:pt x="67346" y="135069"/>
                  </a:lnTo>
                  <a:lnTo>
                    <a:pt x="67704" y="134718"/>
                  </a:lnTo>
                  <a:lnTo>
                    <a:pt x="68300" y="134589"/>
                  </a:lnTo>
                  <a:lnTo>
                    <a:pt x="68800" y="133413"/>
                  </a:lnTo>
                  <a:lnTo>
                    <a:pt x="69348" y="128354"/>
                  </a:lnTo>
                  <a:lnTo>
                    <a:pt x="78291" y="124480"/>
                  </a:lnTo>
                  <a:lnTo>
                    <a:pt x="81031" y="122176"/>
                  </a:lnTo>
                  <a:lnTo>
                    <a:pt x="80646" y="120520"/>
                  </a:lnTo>
                  <a:lnTo>
                    <a:pt x="81095" y="119574"/>
                  </a:lnTo>
                  <a:lnTo>
                    <a:pt x="80325" y="118385"/>
                  </a:lnTo>
                  <a:lnTo>
                    <a:pt x="82425" y="116291"/>
                  </a:lnTo>
                  <a:lnTo>
                    <a:pt x="83688" y="113874"/>
                  </a:lnTo>
                  <a:lnTo>
                    <a:pt x="85588" y="112079"/>
                  </a:lnTo>
                  <a:lnTo>
                    <a:pt x="88543" y="111461"/>
                  </a:lnTo>
                  <a:lnTo>
                    <a:pt x="89249" y="111752"/>
                  </a:lnTo>
                  <a:lnTo>
                    <a:pt x="92213" y="110128"/>
                  </a:lnTo>
                  <a:lnTo>
                    <a:pt x="94031" y="108284"/>
                  </a:lnTo>
                  <a:lnTo>
                    <a:pt x="97433" y="106528"/>
                  </a:lnTo>
                  <a:lnTo>
                    <a:pt x="100332" y="106593"/>
                  </a:lnTo>
                  <a:lnTo>
                    <a:pt x="104578" y="109475"/>
                  </a:lnTo>
                  <a:lnTo>
                    <a:pt x="108059" y="104844"/>
                  </a:lnTo>
                  <a:lnTo>
                    <a:pt x="110584" y="104670"/>
                  </a:lnTo>
                  <a:lnTo>
                    <a:pt x="111247" y="102021"/>
                  </a:lnTo>
                  <a:lnTo>
                    <a:pt x="120541" y="97386"/>
                  </a:lnTo>
                  <a:lnTo>
                    <a:pt x="123053" y="97805"/>
                  </a:lnTo>
                  <a:lnTo>
                    <a:pt x="124528" y="95787"/>
                  </a:lnTo>
                  <a:lnTo>
                    <a:pt x="130385" y="92667"/>
                  </a:lnTo>
                  <a:lnTo>
                    <a:pt x="136783" y="86952"/>
                  </a:lnTo>
                  <a:lnTo>
                    <a:pt x="144572" y="82825"/>
                  </a:lnTo>
                  <a:lnTo>
                    <a:pt x="149166" y="82360"/>
                  </a:lnTo>
                  <a:lnTo>
                    <a:pt x="152580" y="79030"/>
                  </a:lnTo>
                  <a:lnTo>
                    <a:pt x="155864" y="78957"/>
                  </a:lnTo>
                  <a:lnTo>
                    <a:pt x="159376" y="77518"/>
                  </a:lnTo>
                  <a:lnTo>
                    <a:pt x="163019" y="77148"/>
                  </a:lnTo>
                  <a:lnTo>
                    <a:pt x="165449" y="72571"/>
                  </a:lnTo>
                  <a:lnTo>
                    <a:pt x="168907" y="70564"/>
                  </a:lnTo>
                  <a:lnTo>
                    <a:pt x="171717" y="70434"/>
                  </a:lnTo>
                  <a:lnTo>
                    <a:pt x="176583" y="63628"/>
                  </a:lnTo>
                  <a:lnTo>
                    <a:pt x="176173" y="60955"/>
                  </a:lnTo>
                  <a:lnTo>
                    <a:pt x="176541" y="57190"/>
                  </a:lnTo>
                  <a:lnTo>
                    <a:pt x="179637" y="52194"/>
                  </a:lnTo>
                  <a:lnTo>
                    <a:pt x="183731" y="48330"/>
                  </a:lnTo>
                  <a:lnTo>
                    <a:pt x="185749" y="47410"/>
                  </a:lnTo>
                  <a:lnTo>
                    <a:pt x="188593" y="46854"/>
                  </a:lnTo>
                  <a:lnTo>
                    <a:pt x="188682" y="45228"/>
                  </a:lnTo>
                  <a:lnTo>
                    <a:pt x="190152" y="43312"/>
                  </a:lnTo>
                  <a:lnTo>
                    <a:pt x="192131" y="39741"/>
                  </a:lnTo>
                  <a:lnTo>
                    <a:pt x="188350" y="35465"/>
                  </a:lnTo>
                  <a:lnTo>
                    <a:pt x="186624" y="34501"/>
                  </a:lnTo>
                  <a:lnTo>
                    <a:pt x="184754" y="32847"/>
                  </a:lnTo>
                  <a:lnTo>
                    <a:pt x="183722" y="31619"/>
                  </a:lnTo>
                  <a:lnTo>
                    <a:pt x="184530" y="28986"/>
                  </a:lnTo>
                  <a:lnTo>
                    <a:pt x="184611" y="28182"/>
                  </a:lnTo>
                  <a:lnTo>
                    <a:pt x="184288" y="28001"/>
                  </a:lnTo>
                  <a:lnTo>
                    <a:pt x="184259" y="27033"/>
                  </a:lnTo>
                  <a:lnTo>
                    <a:pt x="184666" y="23550"/>
                  </a:lnTo>
                  <a:lnTo>
                    <a:pt x="185944" y="22236"/>
                  </a:lnTo>
                  <a:lnTo>
                    <a:pt x="186874" y="20558"/>
                  </a:lnTo>
                  <a:lnTo>
                    <a:pt x="196889" y="26761"/>
                  </a:lnTo>
                  <a:lnTo>
                    <a:pt x="198852" y="25498"/>
                  </a:lnTo>
                  <a:lnTo>
                    <a:pt x="201309" y="23353"/>
                  </a:lnTo>
                  <a:lnTo>
                    <a:pt x="203608" y="21903"/>
                  </a:lnTo>
                  <a:lnTo>
                    <a:pt x="204433" y="21644"/>
                  </a:lnTo>
                  <a:lnTo>
                    <a:pt x="204881" y="21796"/>
                  </a:lnTo>
                  <a:lnTo>
                    <a:pt x="207563" y="20507"/>
                  </a:lnTo>
                  <a:lnTo>
                    <a:pt x="209172" y="18533"/>
                  </a:lnTo>
                  <a:lnTo>
                    <a:pt x="213761" y="15058"/>
                  </a:lnTo>
                  <a:lnTo>
                    <a:pt x="215948" y="14271"/>
                  </a:lnTo>
                  <a:lnTo>
                    <a:pt x="217445" y="14756"/>
                  </a:lnTo>
                  <a:lnTo>
                    <a:pt x="218304" y="15449"/>
                  </a:lnTo>
                  <a:lnTo>
                    <a:pt x="220067" y="15316"/>
                  </a:lnTo>
                  <a:lnTo>
                    <a:pt x="224812" y="14073"/>
                  </a:lnTo>
                  <a:lnTo>
                    <a:pt x="228570" y="13768"/>
                  </a:lnTo>
                  <a:lnTo>
                    <a:pt x="237420" y="10500"/>
                  </a:lnTo>
                  <a:lnTo>
                    <a:pt x="244149" y="11805"/>
                  </a:lnTo>
                  <a:lnTo>
                    <a:pt x="245150" y="9988"/>
                  </a:lnTo>
                  <a:lnTo>
                    <a:pt x="249338" y="10087"/>
                  </a:lnTo>
                  <a:lnTo>
                    <a:pt x="251063" y="8125"/>
                  </a:lnTo>
                  <a:lnTo>
                    <a:pt x="253107" y="12487"/>
                  </a:lnTo>
                  <a:lnTo>
                    <a:pt x="254876" y="14165"/>
                  </a:lnTo>
                  <a:lnTo>
                    <a:pt x="257158" y="14590"/>
                  </a:lnTo>
                  <a:lnTo>
                    <a:pt x="259802" y="13687"/>
                  </a:lnTo>
                  <a:lnTo>
                    <a:pt x="260737" y="14098"/>
                  </a:lnTo>
                  <a:lnTo>
                    <a:pt x="261174" y="13705"/>
                  </a:lnTo>
                  <a:lnTo>
                    <a:pt x="263096" y="13861"/>
                  </a:lnTo>
                  <a:lnTo>
                    <a:pt x="264625" y="11891"/>
                  </a:lnTo>
                  <a:lnTo>
                    <a:pt x="264819" y="10773"/>
                  </a:lnTo>
                  <a:lnTo>
                    <a:pt x="264299" y="9918"/>
                  </a:lnTo>
                  <a:lnTo>
                    <a:pt x="266466" y="3824"/>
                  </a:lnTo>
                  <a:lnTo>
                    <a:pt x="267514" y="2269"/>
                  </a:lnTo>
                  <a:lnTo>
                    <a:pt x="269736" y="0"/>
                  </a:lnTo>
                  <a:lnTo>
                    <a:pt x="273610" y="2692"/>
                  </a:lnTo>
                  <a:lnTo>
                    <a:pt x="274366" y="3872"/>
                  </a:lnTo>
                  <a:lnTo>
                    <a:pt x="277055" y="4188"/>
                  </a:lnTo>
                  <a:lnTo>
                    <a:pt x="278164" y="4864"/>
                  </a:lnTo>
                  <a:lnTo>
                    <a:pt x="278396" y="5254"/>
                  </a:lnTo>
                  <a:lnTo>
                    <a:pt x="279014" y="5320"/>
                  </a:lnTo>
                  <a:lnTo>
                    <a:pt x="279210" y="6210"/>
                  </a:lnTo>
                  <a:lnTo>
                    <a:pt x="279712" y="7089"/>
                  </a:lnTo>
                  <a:lnTo>
                    <a:pt x="280604" y="7527"/>
                  </a:lnTo>
                  <a:lnTo>
                    <a:pt x="280580" y="9256"/>
                  </a:lnTo>
                  <a:lnTo>
                    <a:pt x="281508" y="11325"/>
                  </a:lnTo>
                  <a:lnTo>
                    <a:pt x="282641" y="12979"/>
                  </a:lnTo>
                  <a:lnTo>
                    <a:pt x="282907" y="14129"/>
                  </a:lnTo>
                  <a:lnTo>
                    <a:pt x="283827" y="14969"/>
                  </a:lnTo>
                  <a:lnTo>
                    <a:pt x="285134" y="17140"/>
                  </a:lnTo>
                  <a:lnTo>
                    <a:pt x="285925" y="17943"/>
                  </a:lnTo>
                  <a:lnTo>
                    <a:pt x="288438" y="15846"/>
                  </a:lnTo>
                  <a:lnTo>
                    <a:pt x="289847" y="15590"/>
                  </a:lnTo>
                  <a:lnTo>
                    <a:pt x="289806" y="17133"/>
                  </a:lnTo>
                  <a:lnTo>
                    <a:pt x="290572" y="19169"/>
                  </a:lnTo>
                  <a:lnTo>
                    <a:pt x="291367" y="19173"/>
                  </a:lnTo>
                  <a:lnTo>
                    <a:pt x="291840" y="19703"/>
                  </a:lnTo>
                  <a:lnTo>
                    <a:pt x="292360" y="19517"/>
                  </a:lnTo>
                  <a:lnTo>
                    <a:pt x="292374" y="19767"/>
                  </a:lnTo>
                  <a:lnTo>
                    <a:pt x="293515" y="20249"/>
                  </a:lnTo>
                  <a:lnTo>
                    <a:pt x="294093" y="19977"/>
                  </a:lnTo>
                  <a:lnTo>
                    <a:pt x="296414" y="20232"/>
                  </a:lnTo>
                  <a:lnTo>
                    <a:pt x="296863" y="20001"/>
                  </a:lnTo>
                  <a:lnTo>
                    <a:pt x="298312" y="20491"/>
                  </a:lnTo>
                  <a:lnTo>
                    <a:pt x="299313" y="20405"/>
                  </a:lnTo>
                  <a:lnTo>
                    <a:pt x="299776" y="21267"/>
                  </a:lnTo>
                  <a:lnTo>
                    <a:pt x="300320" y="20393"/>
                  </a:lnTo>
                  <a:lnTo>
                    <a:pt x="301933" y="19202"/>
                  </a:lnTo>
                  <a:lnTo>
                    <a:pt x="302576" y="18067"/>
                  </a:lnTo>
                  <a:lnTo>
                    <a:pt x="304799" y="16471"/>
                  </a:lnTo>
                  <a:lnTo>
                    <a:pt x="306233" y="14158"/>
                  </a:lnTo>
                  <a:lnTo>
                    <a:pt x="306520" y="13212"/>
                  </a:lnTo>
                  <a:lnTo>
                    <a:pt x="306674" y="11557"/>
                  </a:lnTo>
                  <a:lnTo>
                    <a:pt x="306418" y="10991"/>
                  </a:lnTo>
                  <a:lnTo>
                    <a:pt x="306628" y="9557"/>
                  </a:lnTo>
                  <a:lnTo>
                    <a:pt x="307586" y="8604"/>
                  </a:lnTo>
                  <a:lnTo>
                    <a:pt x="308677" y="8282"/>
                  </a:lnTo>
                  <a:lnTo>
                    <a:pt x="309448" y="8053"/>
                  </a:lnTo>
                  <a:lnTo>
                    <a:pt x="310027" y="8206"/>
                  </a:lnTo>
                  <a:lnTo>
                    <a:pt x="310949" y="7847"/>
                  </a:lnTo>
                  <a:lnTo>
                    <a:pt x="311831" y="8246"/>
                  </a:lnTo>
                  <a:lnTo>
                    <a:pt x="312858" y="9141"/>
                  </a:lnTo>
                  <a:lnTo>
                    <a:pt x="314459" y="9641"/>
                  </a:lnTo>
                  <a:lnTo>
                    <a:pt x="315626" y="10763"/>
                  </a:lnTo>
                  <a:lnTo>
                    <a:pt x="315792" y="11649"/>
                  </a:lnTo>
                  <a:lnTo>
                    <a:pt x="316638" y="12325"/>
                  </a:lnTo>
                  <a:lnTo>
                    <a:pt x="319869" y="13928"/>
                  </a:lnTo>
                  <a:lnTo>
                    <a:pt x="321009" y="13907"/>
                  </a:lnTo>
                  <a:lnTo>
                    <a:pt x="322552" y="14425"/>
                  </a:lnTo>
                  <a:lnTo>
                    <a:pt x="323518" y="14234"/>
                  </a:lnTo>
                  <a:lnTo>
                    <a:pt x="325512" y="14288"/>
                  </a:lnTo>
                  <a:lnTo>
                    <a:pt x="329332" y="15941"/>
                  </a:lnTo>
                  <a:lnTo>
                    <a:pt x="333266" y="16822"/>
                  </a:lnTo>
                  <a:lnTo>
                    <a:pt x="334063" y="17549"/>
                  </a:lnTo>
                  <a:lnTo>
                    <a:pt x="337670" y="19568"/>
                  </a:lnTo>
                  <a:lnTo>
                    <a:pt x="339193" y="19551"/>
                  </a:lnTo>
                  <a:lnTo>
                    <a:pt x="343465" y="21639"/>
                  </a:lnTo>
                  <a:lnTo>
                    <a:pt x="346147" y="22095"/>
                  </a:lnTo>
                  <a:lnTo>
                    <a:pt x="348781" y="21099"/>
                  </a:lnTo>
                  <a:lnTo>
                    <a:pt x="351301" y="20566"/>
                  </a:lnTo>
                  <a:lnTo>
                    <a:pt x="354023" y="20493"/>
                  </a:lnTo>
                  <a:lnTo>
                    <a:pt x="354299" y="21254"/>
                  </a:lnTo>
                  <a:lnTo>
                    <a:pt x="354132" y="25605"/>
                  </a:lnTo>
                  <a:lnTo>
                    <a:pt x="354676" y="35085"/>
                  </a:lnTo>
                  <a:lnTo>
                    <a:pt x="355008" y="35824"/>
                  </a:lnTo>
                  <a:lnTo>
                    <a:pt x="358898" y="36626"/>
                  </a:lnTo>
                  <a:lnTo>
                    <a:pt x="360613" y="36547"/>
                  </a:lnTo>
                  <a:lnTo>
                    <a:pt x="366768" y="39497"/>
                  </a:lnTo>
                  <a:lnTo>
                    <a:pt x="370008" y="40335"/>
                  </a:lnTo>
                  <a:lnTo>
                    <a:pt x="372223" y="44339"/>
                  </a:lnTo>
                  <a:lnTo>
                    <a:pt x="373189" y="49347"/>
                  </a:lnTo>
                  <a:lnTo>
                    <a:pt x="372546" y="50549"/>
                  </a:lnTo>
                  <a:lnTo>
                    <a:pt x="374191" y="62598"/>
                  </a:lnTo>
                  <a:lnTo>
                    <a:pt x="374142" y="63914"/>
                  </a:lnTo>
                  <a:lnTo>
                    <a:pt x="376527" y="64930"/>
                  </a:lnTo>
                  <a:lnTo>
                    <a:pt x="382098" y="63497"/>
                  </a:lnTo>
                  <a:lnTo>
                    <a:pt x="383841" y="63636"/>
                  </a:lnTo>
                  <a:lnTo>
                    <a:pt x="390807" y="61382"/>
                  </a:lnTo>
                  <a:lnTo>
                    <a:pt x="394569" y="64917"/>
                  </a:lnTo>
                  <a:lnTo>
                    <a:pt x="399653" y="64463"/>
                  </a:lnTo>
                  <a:lnTo>
                    <a:pt x="407209" y="62816"/>
                  </a:lnTo>
                  <a:lnTo>
                    <a:pt x="407646" y="63338"/>
                  </a:lnTo>
                  <a:lnTo>
                    <a:pt x="408378" y="67602"/>
                  </a:lnTo>
                  <a:lnTo>
                    <a:pt x="407462" y="71490"/>
                  </a:lnTo>
                  <a:lnTo>
                    <a:pt x="408181" y="74396"/>
                  </a:lnTo>
                  <a:lnTo>
                    <a:pt x="408116" y="74907"/>
                  </a:lnTo>
                  <a:lnTo>
                    <a:pt x="409759" y="77216"/>
                  </a:lnTo>
                  <a:lnTo>
                    <a:pt x="409405" y="78066"/>
                  </a:lnTo>
                  <a:lnTo>
                    <a:pt x="409975" y="84685"/>
                  </a:lnTo>
                  <a:lnTo>
                    <a:pt x="409881" y="86642"/>
                  </a:lnTo>
                  <a:lnTo>
                    <a:pt x="407602" y="93219"/>
                  </a:lnTo>
                  <a:lnTo>
                    <a:pt x="405990" y="103426"/>
                  </a:lnTo>
                  <a:lnTo>
                    <a:pt x="406443" y="103666"/>
                  </a:lnTo>
                  <a:lnTo>
                    <a:pt x="406386" y="104122"/>
                  </a:lnTo>
                  <a:lnTo>
                    <a:pt x="407452" y="104806"/>
                  </a:lnTo>
                  <a:lnTo>
                    <a:pt x="407722" y="113908"/>
                  </a:lnTo>
                  <a:lnTo>
                    <a:pt x="415323" y="116141"/>
                  </a:lnTo>
                  <a:lnTo>
                    <a:pt x="419651" y="124646"/>
                  </a:lnTo>
                  <a:lnTo>
                    <a:pt x="421011" y="128878"/>
                  </a:lnTo>
                  <a:lnTo>
                    <a:pt x="420084" y="139118"/>
                  </a:lnTo>
                  <a:lnTo>
                    <a:pt x="428562" y="139694"/>
                  </a:lnTo>
                  <a:lnTo>
                    <a:pt x="438683" y="144207"/>
                  </a:lnTo>
                  <a:lnTo>
                    <a:pt x="439550" y="145222"/>
                  </a:lnTo>
                  <a:lnTo>
                    <a:pt x="440443" y="145433"/>
                  </a:lnTo>
                  <a:lnTo>
                    <a:pt x="443719" y="145533"/>
                  </a:lnTo>
                  <a:lnTo>
                    <a:pt x="452619" y="139555"/>
                  </a:lnTo>
                  <a:lnTo>
                    <a:pt x="459703" y="140595"/>
                  </a:lnTo>
                  <a:lnTo>
                    <a:pt x="468506" y="145512"/>
                  </a:lnTo>
                  <a:lnTo>
                    <a:pt x="471707" y="151090"/>
                  </a:lnTo>
                  <a:lnTo>
                    <a:pt x="476132" y="152921"/>
                  </a:lnTo>
                  <a:lnTo>
                    <a:pt x="476542" y="154752"/>
                  </a:lnTo>
                  <a:lnTo>
                    <a:pt x="482497" y="156798"/>
                  </a:lnTo>
                  <a:lnTo>
                    <a:pt x="484079" y="155385"/>
                  </a:lnTo>
                  <a:lnTo>
                    <a:pt x="488817" y="154621"/>
                  </a:lnTo>
                  <a:lnTo>
                    <a:pt x="492497" y="158623"/>
                  </a:lnTo>
                  <a:lnTo>
                    <a:pt x="493999" y="162008"/>
                  </a:lnTo>
                  <a:lnTo>
                    <a:pt x="494302" y="162159"/>
                  </a:lnTo>
                  <a:lnTo>
                    <a:pt x="507921" y="169098"/>
                  </a:lnTo>
                  <a:lnTo>
                    <a:pt x="512948" y="173443"/>
                  </a:lnTo>
                  <a:lnTo>
                    <a:pt x="514316" y="173592"/>
                  </a:lnTo>
                  <a:lnTo>
                    <a:pt x="514667" y="179312"/>
                  </a:lnTo>
                  <a:lnTo>
                    <a:pt x="517022" y="180230"/>
                  </a:lnTo>
                  <a:lnTo>
                    <a:pt x="518881" y="180586"/>
                  </a:lnTo>
                  <a:lnTo>
                    <a:pt x="527336" y="184087"/>
                  </a:lnTo>
                  <a:lnTo>
                    <a:pt x="528644" y="186624"/>
                  </a:lnTo>
                  <a:lnTo>
                    <a:pt x="535305" y="186059"/>
                  </a:lnTo>
                  <a:lnTo>
                    <a:pt x="536636" y="186523"/>
                  </a:lnTo>
                  <a:lnTo>
                    <a:pt x="537992" y="190035"/>
                  </a:lnTo>
                  <a:lnTo>
                    <a:pt x="540116" y="190636"/>
                  </a:lnTo>
                  <a:lnTo>
                    <a:pt x="545779" y="198895"/>
                  </a:lnTo>
                  <a:lnTo>
                    <a:pt x="550565" y="199115"/>
                  </a:lnTo>
                  <a:lnTo>
                    <a:pt x="554967" y="199751"/>
                  </a:lnTo>
                  <a:lnTo>
                    <a:pt x="557588" y="196565"/>
                  </a:lnTo>
                  <a:lnTo>
                    <a:pt x="566029" y="192876"/>
                  </a:lnTo>
                  <a:lnTo>
                    <a:pt x="570781" y="192445"/>
                  </a:lnTo>
                  <a:lnTo>
                    <a:pt x="571540" y="192378"/>
                  </a:lnTo>
                  <a:lnTo>
                    <a:pt x="569620" y="190303"/>
                  </a:lnTo>
                  <a:lnTo>
                    <a:pt x="568793" y="187756"/>
                  </a:lnTo>
                  <a:lnTo>
                    <a:pt x="569416" y="183232"/>
                  </a:lnTo>
                  <a:lnTo>
                    <a:pt x="572235" y="180527"/>
                  </a:lnTo>
                  <a:lnTo>
                    <a:pt x="575966" y="175556"/>
                  </a:lnTo>
                  <a:lnTo>
                    <a:pt x="576870" y="175418"/>
                  </a:lnTo>
                  <a:lnTo>
                    <a:pt x="579599" y="170947"/>
                  </a:lnTo>
                  <a:lnTo>
                    <a:pt x="584364" y="169484"/>
                  </a:lnTo>
                  <a:lnTo>
                    <a:pt x="585375" y="169742"/>
                  </a:lnTo>
                  <a:lnTo>
                    <a:pt x="587961" y="168588"/>
                  </a:lnTo>
                  <a:lnTo>
                    <a:pt x="588540" y="168854"/>
                  </a:lnTo>
                  <a:lnTo>
                    <a:pt x="590648" y="169064"/>
                  </a:lnTo>
                  <a:lnTo>
                    <a:pt x="593058" y="168532"/>
                  </a:lnTo>
                  <a:lnTo>
                    <a:pt x="593677" y="168771"/>
                  </a:lnTo>
                  <a:lnTo>
                    <a:pt x="595420" y="168444"/>
                  </a:lnTo>
                  <a:lnTo>
                    <a:pt x="596404" y="167962"/>
                  </a:lnTo>
                  <a:lnTo>
                    <a:pt x="597055" y="168129"/>
                  </a:lnTo>
                  <a:lnTo>
                    <a:pt x="597302" y="167689"/>
                  </a:lnTo>
                  <a:lnTo>
                    <a:pt x="597072" y="165968"/>
                  </a:lnTo>
                  <a:lnTo>
                    <a:pt x="597437" y="160647"/>
                  </a:lnTo>
                  <a:lnTo>
                    <a:pt x="599985" y="158888"/>
                  </a:lnTo>
                  <a:lnTo>
                    <a:pt x="601728" y="157345"/>
                  </a:lnTo>
                  <a:lnTo>
                    <a:pt x="605849" y="151762"/>
                  </a:lnTo>
                  <a:lnTo>
                    <a:pt x="609161" y="153154"/>
                  </a:lnTo>
                  <a:lnTo>
                    <a:pt x="609820" y="153163"/>
                  </a:lnTo>
                  <a:lnTo>
                    <a:pt x="611611" y="154401"/>
                  </a:lnTo>
                  <a:lnTo>
                    <a:pt x="613760" y="154847"/>
                  </a:lnTo>
                  <a:lnTo>
                    <a:pt x="615809" y="155596"/>
                  </a:lnTo>
                  <a:lnTo>
                    <a:pt x="616472" y="155841"/>
                  </a:lnTo>
                  <a:lnTo>
                    <a:pt x="616673" y="156208"/>
                  </a:lnTo>
                  <a:lnTo>
                    <a:pt x="618210" y="156817"/>
                  </a:lnTo>
                  <a:lnTo>
                    <a:pt x="617795" y="158058"/>
                  </a:lnTo>
                  <a:lnTo>
                    <a:pt x="618068" y="158358"/>
                  </a:lnTo>
                  <a:lnTo>
                    <a:pt x="618058" y="160064"/>
                  </a:lnTo>
                  <a:lnTo>
                    <a:pt x="618747" y="160672"/>
                  </a:lnTo>
                  <a:lnTo>
                    <a:pt x="619171" y="161544"/>
                  </a:lnTo>
                  <a:lnTo>
                    <a:pt x="621220" y="164028"/>
                  </a:lnTo>
                  <a:lnTo>
                    <a:pt x="621366" y="165194"/>
                  </a:lnTo>
                  <a:lnTo>
                    <a:pt x="622194" y="166577"/>
                  </a:lnTo>
                  <a:lnTo>
                    <a:pt x="628811" y="171526"/>
                  </a:lnTo>
                  <a:lnTo>
                    <a:pt x="632088" y="173136"/>
                  </a:lnTo>
                  <a:lnTo>
                    <a:pt x="635710" y="172983"/>
                  </a:lnTo>
                  <a:lnTo>
                    <a:pt x="637925" y="169350"/>
                  </a:lnTo>
                  <a:lnTo>
                    <a:pt x="638604" y="169047"/>
                  </a:lnTo>
                  <a:lnTo>
                    <a:pt x="643010" y="168976"/>
                  </a:lnTo>
                  <a:lnTo>
                    <a:pt x="643741" y="169820"/>
                  </a:lnTo>
                  <a:lnTo>
                    <a:pt x="649980" y="172551"/>
                  </a:lnTo>
                  <a:lnTo>
                    <a:pt x="651544" y="175369"/>
                  </a:lnTo>
                  <a:lnTo>
                    <a:pt x="656565" y="178571"/>
                  </a:lnTo>
                  <a:lnTo>
                    <a:pt x="660626" y="178301"/>
                  </a:lnTo>
                  <a:lnTo>
                    <a:pt x="661276" y="178089"/>
                  </a:lnTo>
                  <a:lnTo>
                    <a:pt x="663770" y="179350"/>
                  </a:lnTo>
                  <a:lnTo>
                    <a:pt x="665176" y="179731"/>
                  </a:lnTo>
                  <a:lnTo>
                    <a:pt x="667070" y="179852"/>
                  </a:lnTo>
                  <a:lnTo>
                    <a:pt x="671887" y="181605"/>
                  </a:lnTo>
                  <a:lnTo>
                    <a:pt x="675355" y="181322"/>
                  </a:lnTo>
                  <a:lnTo>
                    <a:pt x="676096" y="181471"/>
                  </a:lnTo>
                  <a:lnTo>
                    <a:pt x="677181" y="182158"/>
                  </a:lnTo>
                  <a:lnTo>
                    <a:pt x="679025" y="183977"/>
                  </a:lnTo>
                  <a:lnTo>
                    <a:pt x="681985" y="184847"/>
                  </a:lnTo>
                  <a:lnTo>
                    <a:pt x="683120" y="185001"/>
                  </a:lnTo>
                  <a:lnTo>
                    <a:pt x="683382" y="184828"/>
                  </a:lnTo>
                  <a:lnTo>
                    <a:pt x="684589" y="183050"/>
                  </a:lnTo>
                  <a:lnTo>
                    <a:pt x="686126" y="181165"/>
                  </a:lnTo>
                  <a:lnTo>
                    <a:pt x="687029" y="180791"/>
                  </a:lnTo>
                  <a:lnTo>
                    <a:pt x="689189" y="178932"/>
                  </a:lnTo>
                  <a:lnTo>
                    <a:pt x="690638" y="178305"/>
                  </a:lnTo>
                  <a:lnTo>
                    <a:pt x="692029" y="182355"/>
                  </a:lnTo>
                  <a:lnTo>
                    <a:pt x="695925" y="187744"/>
                  </a:lnTo>
                  <a:lnTo>
                    <a:pt x="696317" y="188721"/>
                  </a:lnTo>
                  <a:lnTo>
                    <a:pt x="695279" y="189780"/>
                  </a:lnTo>
                  <a:lnTo>
                    <a:pt x="695122" y="190780"/>
                  </a:lnTo>
                  <a:lnTo>
                    <a:pt x="697694" y="192459"/>
                  </a:lnTo>
                  <a:lnTo>
                    <a:pt x="698456" y="193805"/>
                  </a:lnTo>
                  <a:lnTo>
                    <a:pt x="698654" y="194820"/>
                  </a:lnTo>
                  <a:lnTo>
                    <a:pt x="697950" y="196189"/>
                  </a:lnTo>
                  <a:lnTo>
                    <a:pt x="697797" y="197487"/>
                  </a:lnTo>
                  <a:lnTo>
                    <a:pt x="698847" y="199047"/>
                  </a:lnTo>
                  <a:lnTo>
                    <a:pt x="699305" y="200309"/>
                  </a:lnTo>
                  <a:lnTo>
                    <a:pt x="699105" y="202598"/>
                  </a:lnTo>
                  <a:lnTo>
                    <a:pt x="700105" y="203751"/>
                  </a:lnTo>
                  <a:lnTo>
                    <a:pt x="700342" y="203762"/>
                  </a:lnTo>
                  <a:lnTo>
                    <a:pt x="700807" y="204680"/>
                  </a:lnTo>
                  <a:lnTo>
                    <a:pt x="700544" y="205691"/>
                  </a:lnTo>
                  <a:lnTo>
                    <a:pt x="701267" y="206630"/>
                  </a:lnTo>
                  <a:lnTo>
                    <a:pt x="702843" y="206903"/>
                  </a:lnTo>
                  <a:lnTo>
                    <a:pt x="704729" y="206677"/>
                  </a:lnTo>
                  <a:lnTo>
                    <a:pt x="705491" y="207078"/>
                  </a:lnTo>
                  <a:lnTo>
                    <a:pt x="706452" y="208105"/>
                  </a:lnTo>
                  <a:lnTo>
                    <a:pt x="706455" y="208613"/>
                  </a:lnTo>
                  <a:lnTo>
                    <a:pt x="706827" y="209138"/>
                  </a:lnTo>
                  <a:lnTo>
                    <a:pt x="706026" y="209309"/>
                  </a:lnTo>
                  <a:lnTo>
                    <a:pt x="705715" y="209902"/>
                  </a:lnTo>
                  <a:lnTo>
                    <a:pt x="706036" y="210307"/>
                  </a:lnTo>
                  <a:lnTo>
                    <a:pt x="706705" y="213198"/>
                  </a:lnTo>
                  <a:lnTo>
                    <a:pt x="706704" y="214800"/>
                  </a:lnTo>
                  <a:lnTo>
                    <a:pt x="707099" y="217122"/>
                  </a:lnTo>
                  <a:lnTo>
                    <a:pt x="707607" y="218190"/>
                  </a:lnTo>
                  <a:lnTo>
                    <a:pt x="709287" y="219499"/>
                  </a:lnTo>
                  <a:lnTo>
                    <a:pt x="710477" y="219954"/>
                  </a:lnTo>
                  <a:lnTo>
                    <a:pt x="711727" y="219841"/>
                  </a:lnTo>
                  <a:lnTo>
                    <a:pt x="713217" y="220654"/>
                  </a:lnTo>
                  <a:lnTo>
                    <a:pt x="715174" y="220209"/>
                  </a:lnTo>
                  <a:lnTo>
                    <a:pt x="716656" y="220465"/>
                  </a:lnTo>
                  <a:lnTo>
                    <a:pt x="717911" y="220136"/>
                  </a:lnTo>
                  <a:lnTo>
                    <a:pt x="719087" y="221041"/>
                  </a:lnTo>
                  <a:lnTo>
                    <a:pt x="718681" y="221840"/>
                  </a:lnTo>
                  <a:lnTo>
                    <a:pt x="718624" y="222517"/>
                  </a:lnTo>
                  <a:lnTo>
                    <a:pt x="719059" y="223716"/>
                  </a:lnTo>
                  <a:lnTo>
                    <a:pt x="719663" y="224074"/>
                  </a:lnTo>
                  <a:lnTo>
                    <a:pt x="721360" y="224260"/>
                  </a:lnTo>
                  <a:lnTo>
                    <a:pt x="725705" y="226374"/>
                  </a:lnTo>
                  <a:lnTo>
                    <a:pt x="727712" y="226700"/>
                  </a:lnTo>
                  <a:lnTo>
                    <a:pt x="728101" y="226581"/>
                  </a:lnTo>
                  <a:lnTo>
                    <a:pt x="728682" y="227012"/>
                  </a:lnTo>
                  <a:lnTo>
                    <a:pt x="728091" y="228883"/>
                  </a:lnTo>
                  <a:lnTo>
                    <a:pt x="728098" y="229517"/>
                  </a:lnTo>
                  <a:lnTo>
                    <a:pt x="728635" y="230444"/>
                  </a:lnTo>
                  <a:lnTo>
                    <a:pt x="728079" y="231190"/>
                  </a:lnTo>
                  <a:lnTo>
                    <a:pt x="726732" y="230517"/>
                  </a:lnTo>
                  <a:lnTo>
                    <a:pt x="726346" y="232093"/>
                  </a:lnTo>
                  <a:lnTo>
                    <a:pt x="726461" y="232983"/>
                  </a:lnTo>
                  <a:lnTo>
                    <a:pt x="725952" y="233690"/>
                  </a:lnTo>
                  <a:lnTo>
                    <a:pt x="728674" y="235343"/>
                  </a:lnTo>
                  <a:lnTo>
                    <a:pt x="730401" y="237003"/>
                  </a:lnTo>
                  <a:lnTo>
                    <a:pt x="731853" y="240001"/>
                  </a:lnTo>
                  <a:lnTo>
                    <a:pt x="732285" y="241579"/>
                  </a:lnTo>
                  <a:lnTo>
                    <a:pt x="732329" y="242798"/>
                  </a:lnTo>
                  <a:lnTo>
                    <a:pt x="733379" y="244254"/>
                  </a:lnTo>
                  <a:lnTo>
                    <a:pt x="733800" y="245756"/>
                  </a:lnTo>
                  <a:lnTo>
                    <a:pt x="734132" y="246116"/>
                  </a:lnTo>
                  <a:lnTo>
                    <a:pt x="733958" y="247260"/>
                  </a:lnTo>
                  <a:lnTo>
                    <a:pt x="734233" y="247399"/>
                  </a:lnTo>
                  <a:lnTo>
                    <a:pt x="734220" y="247822"/>
                  </a:lnTo>
                  <a:lnTo>
                    <a:pt x="734502" y="248030"/>
                  </a:lnTo>
                  <a:lnTo>
                    <a:pt x="734824" y="249860"/>
                  </a:lnTo>
                  <a:lnTo>
                    <a:pt x="735122" y="250401"/>
                  </a:lnTo>
                  <a:lnTo>
                    <a:pt x="735035" y="251551"/>
                  </a:lnTo>
                  <a:lnTo>
                    <a:pt x="735215" y="251758"/>
                  </a:lnTo>
                  <a:lnTo>
                    <a:pt x="735143" y="253066"/>
                  </a:lnTo>
                  <a:lnTo>
                    <a:pt x="735307" y="253318"/>
                  </a:lnTo>
                  <a:lnTo>
                    <a:pt x="735000" y="254295"/>
                  </a:lnTo>
                  <a:lnTo>
                    <a:pt x="735095" y="255257"/>
                  </a:lnTo>
                  <a:lnTo>
                    <a:pt x="736261" y="256262"/>
                  </a:lnTo>
                  <a:lnTo>
                    <a:pt x="737612" y="255585"/>
                  </a:lnTo>
                  <a:lnTo>
                    <a:pt x="738316" y="258764"/>
                  </a:lnTo>
                  <a:lnTo>
                    <a:pt x="738426" y="259515"/>
                  </a:lnTo>
                  <a:lnTo>
                    <a:pt x="737855" y="259612"/>
                  </a:lnTo>
                  <a:lnTo>
                    <a:pt x="736079" y="258699"/>
                  </a:lnTo>
                  <a:lnTo>
                    <a:pt x="735783" y="258260"/>
                  </a:lnTo>
                  <a:lnTo>
                    <a:pt x="735498" y="258388"/>
                  </a:lnTo>
                  <a:lnTo>
                    <a:pt x="735992" y="259979"/>
                  </a:lnTo>
                  <a:lnTo>
                    <a:pt x="736692" y="259604"/>
                  </a:lnTo>
                  <a:lnTo>
                    <a:pt x="737104" y="260417"/>
                  </a:lnTo>
                  <a:lnTo>
                    <a:pt x="736789" y="260443"/>
                  </a:lnTo>
                  <a:lnTo>
                    <a:pt x="736950" y="260852"/>
                  </a:lnTo>
                  <a:lnTo>
                    <a:pt x="736894" y="263035"/>
                  </a:lnTo>
                  <a:lnTo>
                    <a:pt x="737632" y="264205"/>
                  </a:lnTo>
                  <a:lnTo>
                    <a:pt x="740286" y="266348"/>
                  </a:lnTo>
                  <a:lnTo>
                    <a:pt x="742250" y="268695"/>
                  </a:lnTo>
                  <a:lnTo>
                    <a:pt x="745009" y="269732"/>
                  </a:lnTo>
                  <a:lnTo>
                    <a:pt x="744752" y="270537"/>
                  </a:lnTo>
                  <a:lnTo>
                    <a:pt x="744724" y="271136"/>
                  </a:lnTo>
                  <a:lnTo>
                    <a:pt x="745509" y="272346"/>
                  </a:lnTo>
                  <a:lnTo>
                    <a:pt x="747721" y="274293"/>
                  </a:lnTo>
                  <a:lnTo>
                    <a:pt x="749139" y="276483"/>
                  </a:lnTo>
                  <a:lnTo>
                    <a:pt x="749930" y="277144"/>
                  </a:lnTo>
                  <a:lnTo>
                    <a:pt x="751730" y="279535"/>
                  </a:lnTo>
                  <a:lnTo>
                    <a:pt x="753857" y="280790"/>
                  </a:lnTo>
                  <a:lnTo>
                    <a:pt x="755044" y="280844"/>
                  </a:lnTo>
                  <a:lnTo>
                    <a:pt x="755677" y="281147"/>
                  </a:lnTo>
                  <a:lnTo>
                    <a:pt x="757025" y="280834"/>
                  </a:lnTo>
                  <a:lnTo>
                    <a:pt x="757101" y="280330"/>
                  </a:lnTo>
                  <a:lnTo>
                    <a:pt x="757722" y="279823"/>
                  </a:lnTo>
                  <a:lnTo>
                    <a:pt x="758613" y="277161"/>
                  </a:lnTo>
                  <a:lnTo>
                    <a:pt x="760074" y="276852"/>
                  </a:lnTo>
                  <a:lnTo>
                    <a:pt x="760567" y="276082"/>
                  </a:lnTo>
                  <a:lnTo>
                    <a:pt x="761617" y="276623"/>
                  </a:lnTo>
                  <a:lnTo>
                    <a:pt x="765316" y="276669"/>
                  </a:lnTo>
                  <a:lnTo>
                    <a:pt x="765713" y="277208"/>
                  </a:lnTo>
                  <a:lnTo>
                    <a:pt x="769317" y="278146"/>
                  </a:lnTo>
                  <a:lnTo>
                    <a:pt x="770019" y="278528"/>
                  </a:lnTo>
                  <a:lnTo>
                    <a:pt x="771644" y="281635"/>
                  </a:lnTo>
                  <a:lnTo>
                    <a:pt x="772183" y="283597"/>
                  </a:lnTo>
                  <a:lnTo>
                    <a:pt x="769961" y="284850"/>
                  </a:lnTo>
                  <a:lnTo>
                    <a:pt x="768022" y="285431"/>
                  </a:lnTo>
                  <a:lnTo>
                    <a:pt x="768432" y="286151"/>
                  </a:lnTo>
                  <a:lnTo>
                    <a:pt x="771274" y="285805"/>
                  </a:lnTo>
                  <a:lnTo>
                    <a:pt x="773299" y="285934"/>
                  </a:lnTo>
                  <a:lnTo>
                    <a:pt x="774188" y="285445"/>
                  </a:lnTo>
                  <a:lnTo>
                    <a:pt x="777684" y="282511"/>
                  </a:lnTo>
                  <a:lnTo>
                    <a:pt x="779052" y="279567"/>
                  </a:lnTo>
                  <a:lnTo>
                    <a:pt x="779505" y="275981"/>
                  </a:lnTo>
                  <a:lnTo>
                    <a:pt x="779333" y="269859"/>
                  </a:lnTo>
                  <a:lnTo>
                    <a:pt x="778987" y="268000"/>
                  </a:lnTo>
                  <a:lnTo>
                    <a:pt x="779003" y="264601"/>
                  </a:lnTo>
                  <a:lnTo>
                    <a:pt x="778766" y="262751"/>
                  </a:lnTo>
                  <a:lnTo>
                    <a:pt x="777335" y="258825"/>
                  </a:lnTo>
                  <a:lnTo>
                    <a:pt x="778425" y="256947"/>
                  </a:lnTo>
                  <a:lnTo>
                    <a:pt x="778420" y="258741"/>
                  </a:lnTo>
                  <a:lnTo>
                    <a:pt x="781966" y="262338"/>
                  </a:lnTo>
                  <a:lnTo>
                    <a:pt x="782186" y="262287"/>
                  </a:lnTo>
                  <a:lnTo>
                    <a:pt x="787115" y="267785"/>
                  </a:lnTo>
                  <a:lnTo>
                    <a:pt x="787931" y="269711"/>
                  </a:lnTo>
                  <a:lnTo>
                    <a:pt x="788079" y="271020"/>
                  </a:lnTo>
                  <a:lnTo>
                    <a:pt x="790814" y="274980"/>
                  </a:lnTo>
                  <a:lnTo>
                    <a:pt x="791737" y="275881"/>
                  </a:lnTo>
                  <a:lnTo>
                    <a:pt x="792729" y="275809"/>
                  </a:lnTo>
                  <a:lnTo>
                    <a:pt x="793311" y="276268"/>
                  </a:lnTo>
                  <a:lnTo>
                    <a:pt x="795168" y="276767"/>
                  </a:lnTo>
                  <a:lnTo>
                    <a:pt x="797046" y="278347"/>
                  </a:lnTo>
                  <a:lnTo>
                    <a:pt x="797417" y="279092"/>
                  </a:lnTo>
                  <a:lnTo>
                    <a:pt x="798817" y="280487"/>
                  </a:lnTo>
                  <a:lnTo>
                    <a:pt x="802301" y="282624"/>
                  </a:lnTo>
                  <a:lnTo>
                    <a:pt x="802345" y="284243"/>
                  </a:lnTo>
                  <a:lnTo>
                    <a:pt x="803575" y="287910"/>
                  </a:lnTo>
                  <a:lnTo>
                    <a:pt x="806540" y="290921"/>
                  </a:lnTo>
                  <a:lnTo>
                    <a:pt x="808131" y="290740"/>
                  </a:lnTo>
                  <a:lnTo>
                    <a:pt x="809565" y="291108"/>
                  </a:lnTo>
                  <a:lnTo>
                    <a:pt x="809200" y="288539"/>
                  </a:lnTo>
                  <a:lnTo>
                    <a:pt x="811399" y="286919"/>
                  </a:lnTo>
                  <a:lnTo>
                    <a:pt x="812606" y="286576"/>
                  </a:lnTo>
                  <a:lnTo>
                    <a:pt x="813410" y="286621"/>
                  </a:lnTo>
                  <a:lnTo>
                    <a:pt x="814864" y="283889"/>
                  </a:lnTo>
                  <a:lnTo>
                    <a:pt x="815693" y="283068"/>
                  </a:lnTo>
                  <a:lnTo>
                    <a:pt x="815944" y="283703"/>
                  </a:lnTo>
                  <a:lnTo>
                    <a:pt x="816619" y="284289"/>
                  </a:lnTo>
                  <a:lnTo>
                    <a:pt x="818970" y="284240"/>
                  </a:lnTo>
                  <a:lnTo>
                    <a:pt x="820871" y="284682"/>
                  </a:lnTo>
                  <a:lnTo>
                    <a:pt x="822452" y="284764"/>
                  </a:lnTo>
                  <a:lnTo>
                    <a:pt x="824620" y="286566"/>
                  </a:lnTo>
                  <a:lnTo>
                    <a:pt x="826487" y="287479"/>
                  </a:lnTo>
                  <a:lnTo>
                    <a:pt x="826585" y="288588"/>
                  </a:lnTo>
                  <a:lnTo>
                    <a:pt x="827441" y="291768"/>
                  </a:lnTo>
                  <a:lnTo>
                    <a:pt x="829981" y="294456"/>
                  </a:lnTo>
                  <a:lnTo>
                    <a:pt x="830876" y="296025"/>
                  </a:lnTo>
                  <a:lnTo>
                    <a:pt x="832147" y="296873"/>
                  </a:lnTo>
                  <a:lnTo>
                    <a:pt x="833626" y="299223"/>
                  </a:lnTo>
                  <a:lnTo>
                    <a:pt x="833978" y="300211"/>
                  </a:lnTo>
                  <a:lnTo>
                    <a:pt x="834534" y="300262"/>
                  </a:lnTo>
                  <a:lnTo>
                    <a:pt x="835594" y="301140"/>
                  </a:lnTo>
                  <a:lnTo>
                    <a:pt x="838179" y="301252"/>
                  </a:lnTo>
                  <a:lnTo>
                    <a:pt x="840693" y="302517"/>
                  </a:lnTo>
                  <a:lnTo>
                    <a:pt x="843165" y="303004"/>
                  </a:lnTo>
                  <a:lnTo>
                    <a:pt x="844656" y="304647"/>
                  </a:lnTo>
                  <a:lnTo>
                    <a:pt x="845176" y="306551"/>
                  </a:lnTo>
                  <a:lnTo>
                    <a:pt x="845530" y="307026"/>
                  </a:lnTo>
                  <a:lnTo>
                    <a:pt x="845654" y="309800"/>
                  </a:lnTo>
                  <a:lnTo>
                    <a:pt x="846374" y="312474"/>
                  </a:lnTo>
                  <a:lnTo>
                    <a:pt x="846383" y="313798"/>
                  </a:lnTo>
                  <a:lnTo>
                    <a:pt x="845767" y="316770"/>
                  </a:lnTo>
                  <a:lnTo>
                    <a:pt x="846997" y="318207"/>
                  </a:lnTo>
                  <a:lnTo>
                    <a:pt x="848172" y="320102"/>
                  </a:lnTo>
                  <a:lnTo>
                    <a:pt x="849202" y="322336"/>
                  </a:lnTo>
                  <a:lnTo>
                    <a:pt x="850720" y="324466"/>
                  </a:lnTo>
                  <a:lnTo>
                    <a:pt x="852849" y="326013"/>
                  </a:lnTo>
                  <a:lnTo>
                    <a:pt x="853289" y="326697"/>
                  </a:lnTo>
                  <a:lnTo>
                    <a:pt x="856885" y="327599"/>
                  </a:lnTo>
                  <a:lnTo>
                    <a:pt x="858460" y="328271"/>
                  </a:lnTo>
                  <a:lnTo>
                    <a:pt x="859177" y="329549"/>
                  </a:lnTo>
                  <a:lnTo>
                    <a:pt x="859585" y="331530"/>
                  </a:lnTo>
                  <a:lnTo>
                    <a:pt x="859643" y="336197"/>
                  </a:lnTo>
                  <a:lnTo>
                    <a:pt x="864485" y="344669"/>
                  </a:lnTo>
                  <a:lnTo>
                    <a:pt x="869222" y="344244"/>
                  </a:lnTo>
                  <a:lnTo>
                    <a:pt x="871729" y="343801"/>
                  </a:lnTo>
                  <a:lnTo>
                    <a:pt x="874018" y="343057"/>
                  </a:lnTo>
                  <a:lnTo>
                    <a:pt x="875776" y="347279"/>
                  </a:lnTo>
                  <a:lnTo>
                    <a:pt x="874854" y="348503"/>
                  </a:lnTo>
                  <a:lnTo>
                    <a:pt x="874228" y="350671"/>
                  </a:lnTo>
                  <a:lnTo>
                    <a:pt x="877614" y="351784"/>
                  </a:lnTo>
                  <a:lnTo>
                    <a:pt x="880705" y="353223"/>
                  </a:lnTo>
                  <a:lnTo>
                    <a:pt x="880900" y="355213"/>
                  </a:lnTo>
                  <a:lnTo>
                    <a:pt x="881350" y="355726"/>
                  </a:lnTo>
                  <a:lnTo>
                    <a:pt x="881883" y="355887"/>
                  </a:lnTo>
                  <a:lnTo>
                    <a:pt x="882237" y="356523"/>
                  </a:lnTo>
                  <a:lnTo>
                    <a:pt x="882616" y="359057"/>
                  </a:lnTo>
                  <a:lnTo>
                    <a:pt x="883592" y="360205"/>
                  </a:lnTo>
                  <a:lnTo>
                    <a:pt x="883538" y="363828"/>
                  </a:lnTo>
                  <a:lnTo>
                    <a:pt x="885959" y="367503"/>
                  </a:lnTo>
                  <a:lnTo>
                    <a:pt x="888323" y="369256"/>
                  </a:lnTo>
                  <a:lnTo>
                    <a:pt x="894184" y="370793"/>
                  </a:lnTo>
                  <a:lnTo>
                    <a:pt x="897533" y="385689"/>
                  </a:lnTo>
                  <a:lnTo>
                    <a:pt x="898360" y="388536"/>
                  </a:lnTo>
                  <a:lnTo>
                    <a:pt x="899515" y="395632"/>
                  </a:lnTo>
                  <a:lnTo>
                    <a:pt x="897311" y="396373"/>
                  </a:lnTo>
                  <a:lnTo>
                    <a:pt x="893370" y="398306"/>
                  </a:lnTo>
                  <a:lnTo>
                    <a:pt x="892852" y="399061"/>
                  </a:lnTo>
                  <a:lnTo>
                    <a:pt x="890210" y="406195"/>
                  </a:lnTo>
                  <a:lnTo>
                    <a:pt x="888066" y="407424"/>
                  </a:lnTo>
                  <a:lnTo>
                    <a:pt x="887876" y="407818"/>
                  </a:lnTo>
                  <a:lnTo>
                    <a:pt x="886410" y="408643"/>
                  </a:lnTo>
                  <a:lnTo>
                    <a:pt x="884268" y="408606"/>
                  </a:lnTo>
                  <a:lnTo>
                    <a:pt x="882412" y="408269"/>
                  </a:lnTo>
                  <a:lnTo>
                    <a:pt x="875441" y="411899"/>
                  </a:lnTo>
                  <a:lnTo>
                    <a:pt x="874103" y="414998"/>
                  </a:lnTo>
                  <a:lnTo>
                    <a:pt x="874925" y="420659"/>
                  </a:lnTo>
                  <a:lnTo>
                    <a:pt x="867345" y="422604"/>
                  </a:lnTo>
                  <a:lnTo>
                    <a:pt x="864820" y="423337"/>
                  </a:lnTo>
                  <a:lnTo>
                    <a:pt x="859725" y="426266"/>
                  </a:lnTo>
                  <a:lnTo>
                    <a:pt x="855715" y="426440"/>
                  </a:lnTo>
                  <a:lnTo>
                    <a:pt x="851746" y="422930"/>
                  </a:lnTo>
                  <a:lnTo>
                    <a:pt x="847996" y="425132"/>
                  </a:lnTo>
                  <a:lnTo>
                    <a:pt x="844295" y="429733"/>
                  </a:lnTo>
                  <a:lnTo>
                    <a:pt x="840738" y="429075"/>
                  </a:lnTo>
                  <a:lnTo>
                    <a:pt x="837306" y="430213"/>
                  </a:lnTo>
                  <a:lnTo>
                    <a:pt x="834599" y="436144"/>
                  </a:lnTo>
                  <a:lnTo>
                    <a:pt x="834390" y="437745"/>
                  </a:lnTo>
                  <a:lnTo>
                    <a:pt x="834091" y="437971"/>
                  </a:lnTo>
                  <a:lnTo>
                    <a:pt x="833506" y="439260"/>
                  </a:lnTo>
                  <a:lnTo>
                    <a:pt x="832022" y="440928"/>
                  </a:lnTo>
                  <a:lnTo>
                    <a:pt x="831527" y="442910"/>
                  </a:lnTo>
                  <a:lnTo>
                    <a:pt x="827785" y="446783"/>
                  </a:lnTo>
                  <a:lnTo>
                    <a:pt x="825245" y="452202"/>
                  </a:lnTo>
                  <a:lnTo>
                    <a:pt x="824484" y="453283"/>
                  </a:lnTo>
                  <a:lnTo>
                    <a:pt x="823901" y="454923"/>
                  </a:lnTo>
                  <a:lnTo>
                    <a:pt x="821024" y="457676"/>
                  </a:lnTo>
                  <a:lnTo>
                    <a:pt x="819508" y="460360"/>
                  </a:lnTo>
                  <a:lnTo>
                    <a:pt x="817881" y="461912"/>
                  </a:lnTo>
                  <a:lnTo>
                    <a:pt x="816233" y="462575"/>
                  </a:lnTo>
                  <a:lnTo>
                    <a:pt x="814714" y="462828"/>
                  </a:lnTo>
                  <a:lnTo>
                    <a:pt x="812683" y="462347"/>
                  </a:lnTo>
                  <a:lnTo>
                    <a:pt x="812412" y="462777"/>
                  </a:lnTo>
                  <a:lnTo>
                    <a:pt x="812108" y="462738"/>
                  </a:lnTo>
                  <a:lnTo>
                    <a:pt x="811678" y="463528"/>
                  </a:lnTo>
                  <a:lnTo>
                    <a:pt x="809428" y="465856"/>
                  </a:lnTo>
                  <a:lnTo>
                    <a:pt x="809918" y="466321"/>
                  </a:lnTo>
                  <a:lnTo>
                    <a:pt x="808969" y="466763"/>
                  </a:lnTo>
                  <a:lnTo>
                    <a:pt x="807965" y="468057"/>
                  </a:lnTo>
                  <a:lnTo>
                    <a:pt x="806941" y="469315"/>
                  </a:lnTo>
                  <a:lnTo>
                    <a:pt x="805659" y="470419"/>
                  </a:lnTo>
                  <a:lnTo>
                    <a:pt x="803142" y="473591"/>
                  </a:lnTo>
                  <a:lnTo>
                    <a:pt x="799887" y="475496"/>
                  </a:lnTo>
                  <a:lnTo>
                    <a:pt x="798215" y="477539"/>
                  </a:lnTo>
                  <a:lnTo>
                    <a:pt x="798201" y="478929"/>
                  </a:lnTo>
                  <a:lnTo>
                    <a:pt x="798593" y="480584"/>
                  </a:lnTo>
                  <a:lnTo>
                    <a:pt x="796655" y="482181"/>
                  </a:lnTo>
                  <a:lnTo>
                    <a:pt x="795935" y="483044"/>
                  </a:lnTo>
                  <a:lnTo>
                    <a:pt x="794454" y="485345"/>
                  </a:lnTo>
                  <a:lnTo>
                    <a:pt x="793788" y="486816"/>
                  </a:lnTo>
                  <a:lnTo>
                    <a:pt x="792499" y="487216"/>
                  </a:lnTo>
                  <a:lnTo>
                    <a:pt x="789919" y="487179"/>
                  </a:lnTo>
                  <a:lnTo>
                    <a:pt x="786917" y="487766"/>
                  </a:lnTo>
                  <a:lnTo>
                    <a:pt x="784038" y="488622"/>
                  </a:lnTo>
                  <a:lnTo>
                    <a:pt x="783089" y="487550"/>
                  </a:lnTo>
                  <a:lnTo>
                    <a:pt x="784038" y="488622"/>
                  </a:lnTo>
                  <a:lnTo>
                    <a:pt x="784454" y="494557"/>
                  </a:lnTo>
                  <a:lnTo>
                    <a:pt x="784731" y="495407"/>
                  </a:lnTo>
                  <a:lnTo>
                    <a:pt x="784626" y="497853"/>
                  </a:lnTo>
                  <a:lnTo>
                    <a:pt x="783768" y="500896"/>
                  </a:lnTo>
                  <a:lnTo>
                    <a:pt x="782382" y="502448"/>
                  </a:lnTo>
                  <a:lnTo>
                    <a:pt x="781823" y="502717"/>
                  </a:lnTo>
                  <a:lnTo>
                    <a:pt x="781464" y="502597"/>
                  </a:lnTo>
                  <a:lnTo>
                    <a:pt x="781125" y="503239"/>
                  </a:lnTo>
                  <a:lnTo>
                    <a:pt x="780855" y="505916"/>
                  </a:lnTo>
                  <a:lnTo>
                    <a:pt x="780284" y="507883"/>
                  </a:lnTo>
                  <a:lnTo>
                    <a:pt x="781386" y="508488"/>
                  </a:lnTo>
                  <a:lnTo>
                    <a:pt x="781499" y="509426"/>
                  </a:lnTo>
                  <a:lnTo>
                    <a:pt x="782612" y="511548"/>
                  </a:lnTo>
                  <a:lnTo>
                    <a:pt x="783089" y="513761"/>
                  </a:lnTo>
                  <a:lnTo>
                    <a:pt x="783662" y="514775"/>
                  </a:lnTo>
                  <a:lnTo>
                    <a:pt x="784460" y="515497"/>
                  </a:lnTo>
                  <a:lnTo>
                    <a:pt x="784912" y="516618"/>
                  </a:lnTo>
                  <a:lnTo>
                    <a:pt x="784687" y="519110"/>
                  </a:lnTo>
                  <a:lnTo>
                    <a:pt x="785185" y="520146"/>
                  </a:lnTo>
                  <a:lnTo>
                    <a:pt x="785716" y="523214"/>
                  </a:lnTo>
                  <a:lnTo>
                    <a:pt x="784929" y="525818"/>
                  </a:lnTo>
                  <a:lnTo>
                    <a:pt x="784032" y="527724"/>
                  </a:lnTo>
                  <a:lnTo>
                    <a:pt x="783152" y="528327"/>
                  </a:lnTo>
                  <a:lnTo>
                    <a:pt x="782140" y="528287"/>
                  </a:lnTo>
                  <a:lnTo>
                    <a:pt x="781105" y="528656"/>
                  </a:lnTo>
                  <a:lnTo>
                    <a:pt x="777626" y="530318"/>
                  </a:lnTo>
                  <a:lnTo>
                    <a:pt x="777527" y="531003"/>
                  </a:lnTo>
                  <a:lnTo>
                    <a:pt x="776858" y="531780"/>
                  </a:lnTo>
                  <a:lnTo>
                    <a:pt x="773145" y="534831"/>
                  </a:lnTo>
                  <a:lnTo>
                    <a:pt x="771680" y="537144"/>
                  </a:lnTo>
                  <a:lnTo>
                    <a:pt x="771034" y="537632"/>
                  </a:lnTo>
                  <a:lnTo>
                    <a:pt x="769455" y="539986"/>
                  </a:lnTo>
                  <a:lnTo>
                    <a:pt x="769460" y="540775"/>
                  </a:lnTo>
                  <a:lnTo>
                    <a:pt x="770237" y="542986"/>
                  </a:lnTo>
                  <a:lnTo>
                    <a:pt x="770486" y="544863"/>
                  </a:lnTo>
                  <a:lnTo>
                    <a:pt x="770338" y="547183"/>
                  </a:lnTo>
                  <a:lnTo>
                    <a:pt x="770916" y="550284"/>
                  </a:lnTo>
                  <a:lnTo>
                    <a:pt x="770009" y="552249"/>
                  </a:lnTo>
                  <a:lnTo>
                    <a:pt x="768756" y="552061"/>
                  </a:lnTo>
                  <a:lnTo>
                    <a:pt x="767513" y="551090"/>
                  </a:lnTo>
                  <a:lnTo>
                    <a:pt x="766351" y="550898"/>
                  </a:lnTo>
                  <a:lnTo>
                    <a:pt x="765598" y="550589"/>
                  </a:lnTo>
                  <a:lnTo>
                    <a:pt x="764998" y="549921"/>
                  </a:lnTo>
                  <a:lnTo>
                    <a:pt x="764251" y="549801"/>
                  </a:lnTo>
                  <a:lnTo>
                    <a:pt x="762486" y="550807"/>
                  </a:lnTo>
                  <a:lnTo>
                    <a:pt x="762013" y="550526"/>
                  </a:lnTo>
                  <a:lnTo>
                    <a:pt x="760710" y="552723"/>
                  </a:lnTo>
                  <a:lnTo>
                    <a:pt x="757370" y="555207"/>
                  </a:lnTo>
                  <a:lnTo>
                    <a:pt x="756839" y="555376"/>
                  </a:lnTo>
                  <a:lnTo>
                    <a:pt x="756010" y="555251"/>
                  </a:lnTo>
                  <a:lnTo>
                    <a:pt x="755139" y="556231"/>
                  </a:lnTo>
                  <a:lnTo>
                    <a:pt x="755325" y="557773"/>
                  </a:lnTo>
                  <a:lnTo>
                    <a:pt x="754948" y="559639"/>
                  </a:lnTo>
                  <a:lnTo>
                    <a:pt x="754946" y="561553"/>
                  </a:lnTo>
                  <a:lnTo>
                    <a:pt x="755794" y="564498"/>
                  </a:lnTo>
                  <a:lnTo>
                    <a:pt x="756304" y="568385"/>
                  </a:lnTo>
                  <a:lnTo>
                    <a:pt x="755617" y="571543"/>
                  </a:lnTo>
                  <a:lnTo>
                    <a:pt x="755596" y="573133"/>
                  </a:lnTo>
                  <a:lnTo>
                    <a:pt x="756373" y="574865"/>
                  </a:lnTo>
                  <a:lnTo>
                    <a:pt x="756452" y="575961"/>
                  </a:lnTo>
                  <a:lnTo>
                    <a:pt x="756949" y="576823"/>
                  </a:lnTo>
                  <a:lnTo>
                    <a:pt x="757311" y="578153"/>
                  </a:lnTo>
                  <a:lnTo>
                    <a:pt x="757659" y="580011"/>
                  </a:lnTo>
                  <a:lnTo>
                    <a:pt x="757618" y="582062"/>
                  </a:lnTo>
                  <a:lnTo>
                    <a:pt x="757900" y="582622"/>
                  </a:lnTo>
                  <a:lnTo>
                    <a:pt x="757576" y="585185"/>
                  </a:lnTo>
                  <a:lnTo>
                    <a:pt x="757921" y="587558"/>
                  </a:lnTo>
                  <a:lnTo>
                    <a:pt x="757454" y="589984"/>
                  </a:lnTo>
                  <a:lnTo>
                    <a:pt x="757958" y="591638"/>
                  </a:lnTo>
                  <a:lnTo>
                    <a:pt x="757371" y="592225"/>
                  </a:lnTo>
                  <a:lnTo>
                    <a:pt x="759816" y="594301"/>
                  </a:lnTo>
                  <a:lnTo>
                    <a:pt x="759930" y="595625"/>
                  </a:lnTo>
                  <a:lnTo>
                    <a:pt x="760348" y="596150"/>
                  </a:lnTo>
                  <a:lnTo>
                    <a:pt x="760792" y="597657"/>
                  </a:lnTo>
                  <a:lnTo>
                    <a:pt x="761408" y="598580"/>
                  </a:lnTo>
                  <a:lnTo>
                    <a:pt x="761736" y="599622"/>
                  </a:lnTo>
                  <a:lnTo>
                    <a:pt x="761754" y="600056"/>
                  </a:lnTo>
                  <a:lnTo>
                    <a:pt x="761422" y="600430"/>
                  </a:lnTo>
                  <a:lnTo>
                    <a:pt x="760446" y="600934"/>
                  </a:lnTo>
                  <a:lnTo>
                    <a:pt x="759982" y="600765"/>
                  </a:lnTo>
                  <a:lnTo>
                    <a:pt x="759539" y="601826"/>
                  </a:lnTo>
                  <a:lnTo>
                    <a:pt x="757120" y="603223"/>
                  </a:lnTo>
                  <a:lnTo>
                    <a:pt x="757205" y="604211"/>
                  </a:lnTo>
                  <a:lnTo>
                    <a:pt x="758868" y="604454"/>
                  </a:lnTo>
                  <a:lnTo>
                    <a:pt x="758472" y="606526"/>
                  </a:lnTo>
                  <a:lnTo>
                    <a:pt x="757626" y="607124"/>
                  </a:lnTo>
                  <a:lnTo>
                    <a:pt x="757750" y="608725"/>
                  </a:lnTo>
                  <a:lnTo>
                    <a:pt x="757269" y="611502"/>
                  </a:lnTo>
                  <a:lnTo>
                    <a:pt x="758134" y="611567"/>
                  </a:lnTo>
                  <a:lnTo>
                    <a:pt x="756587" y="614257"/>
                  </a:lnTo>
                  <a:lnTo>
                    <a:pt x="755135" y="617495"/>
                  </a:lnTo>
                  <a:lnTo>
                    <a:pt x="753260" y="619373"/>
                  </a:lnTo>
                  <a:lnTo>
                    <a:pt x="752306" y="618909"/>
                  </a:lnTo>
                  <a:lnTo>
                    <a:pt x="751593" y="618906"/>
                  </a:lnTo>
                  <a:lnTo>
                    <a:pt x="750313" y="617579"/>
                  </a:lnTo>
                  <a:lnTo>
                    <a:pt x="749576" y="617255"/>
                  </a:lnTo>
                  <a:lnTo>
                    <a:pt x="747829" y="617128"/>
                  </a:lnTo>
                  <a:lnTo>
                    <a:pt x="745898" y="616500"/>
                  </a:lnTo>
                  <a:lnTo>
                    <a:pt x="739509" y="615301"/>
                  </a:lnTo>
                  <a:lnTo>
                    <a:pt x="738783" y="614724"/>
                  </a:lnTo>
                  <a:lnTo>
                    <a:pt x="737043" y="612153"/>
                  </a:lnTo>
                  <a:lnTo>
                    <a:pt x="734968" y="610331"/>
                  </a:lnTo>
                  <a:lnTo>
                    <a:pt x="733056" y="607052"/>
                  </a:lnTo>
                  <a:lnTo>
                    <a:pt x="731570" y="605541"/>
                  </a:lnTo>
                  <a:lnTo>
                    <a:pt x="729400" y="604460"/>
                  </a:lnTo>
                  <a:lnTo>
                    <a:pt x="724689" y="603104"/>
                  </a:lnTo>
                  <a:lnTo>
                    <a:pt x="720097" y="601264"/>
                  </a:lnTo>
                  <a:lnTo>
                    <a:pt x="717377" y="608274"/>
                  </a:lnTo>
                  <a:lnTo>
                    <a:pt x="717434" y="609532"/>
                  </a:lnTo>
                  <a:lnTo>
                    <a:pt x="716483" y="611279"/>
                  </a:lnTo>
                  <a:lnTo>
                    <a:pt x="714512" y="613129"/>
                  </a:lnTo>
                  <a:lnTo>
                    <a:pt x="712224" y="614109"/>
                  </a:lnTo>
                  <a:lnTo>
                    <a:pt x="711111" y="616188"/>
                  </a:lnTo>
                  <a:lnTo>
                    <a:pt x="711053" y="619454"/>
                  </a:lnTo>
                  <a:lnTo>
                    <a:pt x="709305" y="621904"/>
                  </a:lnTo>
                  <a:lnTo>
                    <a:pt x="708708" y="625619"/>
                  </a:lnTo>
                  <a:lnTo>
                    <a:pt x="708440" y="626160"/>
                  </a:lnTo>
                  <a:lnTo>
                    <a:pt x="707797" y="627234"/>
                  </a:lnTo>
                  <a:lnTo>
                    <a:pt x="704146" y="630044"/>
                  </a:lnTo>
                  <a:lnTo>
                    <a:pt x="703357" y="631190"/>
                  </a:lnTo>
                  <a:lnTo>
                    <a:pt x="702546" y="633036"/>
                  </a:lnTo>
                  <a:lnTo>
                    <a:pt x="701894" y="635924"/>
                  </a:lnTo>
                  <a:lnTo>
                    <a:pt x="701996" y="641138"/>
                  </a:lnTo>
                  <a:lnTo>
                    <a:pt x="701648" y="644500"/>
                  </a:lnTo>
                  <a:lnTo>
                    <a:pt x="701497" y="645377"/>
                  </a:lnTo>
                  <a:lnTo>
                    <a:pt x="700953" y="646387"/>
                  </a:lnTo>
                  <a:lnTo>
                    <a:pt x="699962" y="647490"/>
                  </a:lnTo>
                  <a:lnTo>
                    <a:pt x="697633" y="648130"/>
                  </a:lnTo>
                  <a:lnTo>
                    <a:pt x="689679" y="648356"/>
                  </a:lnTo>
                  <a:lnTo>
                    <a:pt x="685339" y="647764"/>
                  </a:lnTo>
                  <a:lnTo>
                    <a:pt x="691661" y="651300"/>
                  </a:lnTo>
                  <a:lnTo>
                    <a:pt x="696527" y="653371"/>
                  </a:lnTo>
                  <a:lnTo>
                    <a:pt x="697548" y="654413"/>
                  </a:lnTo>
                  <a:lnTo>
                    <a:pt x="697980" y="655360"/>
                  </a:lnTo>
                  <a:lnTo>
                    <a:pt x="697995" y="660308"/>
                  </a:lnTo>
                  <a:lnTo>
                    <a:pt x="697517" y="662001"/>
                  </a:lnTo>
                  <a:lnTo>
                    <a:pt x="697872" y="664931"/>
                  </a:lnTo>
                  <a:lnTo>
                    <a:pt x="696529" y="664734"/>
                  </a:lnTo>
                  <a:lnTo>
                    <a:pt x="695850" y="664937"/>
                  </a:lnTo>
                  <a:lnTo>
                    <a:pt x="693646" y="664195"/>
                  </a:lnTo>
                  <a:lnTo>
                    <a:pt x="692943" y="664350"/>
                  </a:lnTo>
                  <a:lnTo>
                    <a:pt x="692222" y="664040"/>
                  </a:lnTo>
                  <a:lnTo>
                    <a:pt x="686686" y="663464"/>
                  </a:lnTo>
                  <a:lnTo>
                    <a:pt x="684943" y="662634"/>
                  </a:lnTo>
                  <a:lnTo>
                    <a:pt x="681376" y="659861"/>
                  </a:lnTo>
                  <a:lnTo>
                    <a:pt x="679137" y="659446"/>
                  </a:lnTo>
                  <a:lnTo>
                    <a:pt x="678855" y="659269"/>
                  </a:lnTo>
                  <a:lnTo>
                    <a:pt x="676901" y="658625"/>
                  </a:lnTo>
                  <a:lnTo>
                    <a:pt x="675199" y="658616"/>
                  </a:lnTo>
                  <a:lnTo>
                    <a:pt x="674959" y="658908"/>
                  </a:lnTo>
                  <a:lnTo>
                    <a:pt x="673767" y="659066"/>
                  </a:lnTo>
                  <a:lnTo>
                    <a:pt x="669076" y="659414"/>
                  </a:lnTo>
                  <a:lnTo>
                    <a:pt x="667764" y="659047"/>
                  </a:lnTo>
                  <a:lnTo>
                    <a:pt x="666278" y="657752"/>
                  </a:lnTo>
                  <a:lnTo>
                    <a:pt x="665175" y="657350"/>
                  </a:lnTo>
                  <a:lnTo>
                    <a:pt x="663971" y="657402"/>
                  </a:lnTo>
                  <a:lnTo>
                    <a:pt x="662355" y="658570"/>
                  </a:lnTo>
                  <a:lnTo>
                    <a:pt x="658667" y="659669"/>
                  </a:lnTo>
                  <a:lnTo>
                    <a:pt x="657661" y="660408"/>
                  </a:lnTo>
                  <a:lnTo>
                    <a:pt x="656381" y="662678"/>
                  </a:lnTo>
                  <a:lnTo>
                    <a:pt x="656531" y="663592"/>
                  </a:lnTo>
                  <a:lnTo>
                    <a:pt x="656288" y="664302"/>
                  </a:lnTo>
                  <a:lnTo>
                    <a:pt x="654201" y="665908"/>
                  </a:lnTo>
                  <a:lnTo>
                    <a:pt x="650599" y="666829"/>
                  </a:lnTo>
                  <a:lnTo>
                    <a:pt x="649797" y="667754"/>
                  </a:lnTo>
                  <a:lnTo>
                    <a:pt x="649590" y="669456"/>
                  </a:lnTo>
                  <a:lnTo>
                    <a:pt x="647262" y="671215"/>
                  </a:lnTo>
                  <a:lnTo>
                    <a:pt x="646211" y="671686"/>
                  </a:lnTo>
                  <a:lnTo>
                    <a:pt x="644449" y="671457"/>
                  </a:lnTo>
                  <a:lnTo>
                    <a:pt x="642245" y="673266"/>
                  </a:lnTo>
                  <a:lnTo>
                    <a:pt x="639468" y="674737"/>
                  </a:lnTo>
                  <a:lnTo>
                    <a:pt x="638914" y="674575"/>
                  </a:lnTo>
                  <a:lnTo>
                    <a:pt x="637985" y="673551"/>
                  </a:lnTo>
                  <a:lnTo>
                    <a:pt x="637281" y="673663"/>
                  </a:lnTo>
                  <a:lnTo>
                    <a:pt x="636915" y="674712"/>
                  </a:lnTo>
                  <a:lnTo>
                    <a:pt x="636439" y="674910"/>
                  </a:lnTo>
                  <a:lnTo>
                    <a:pt x="635413" y="674857"/>
                  </a:lnTo>
                  <a:lnTo>
                    <a:pt x="635221" y="674474"/>
                  </a:lnTo>
                  <a:lnTo>
                    <a:pt x="634339" y="674383"/>
                  </a:lnTo>
                  <a:lnTo>
                    <a:pt x="633875" y="674933"/>
                  </a:lnTo>
                  <a:lnTo>
                    <a:pt x="632945" y="675345"/>
                  </a:lnTo>
                  <a:lnTo>
                    <a:pt x="631573" y="675656"/>
                  </a:lnTo>
                  <a:lnTo>
                    <a:pt x="630441" y="675507"/>
                  </a:lnTo>
                  <a:lnTo>
                    <a:pt x="630050" y="675740"/>
                  </a:lnTo>
                  <a:lnTo>
                    <a:pt x="628982" y="675716"/>
                  </a:lnTo>
                  <a:lnTo>
                    <a:pt x="627611" y="676750"/>
                  </a:lnTo>
                  <a:lnTo>
                    <a:pt x="626822" y="678405"/>
                  </a:lnTo>
                  <a:lnTo>
                    <a:pt x="626083" y="678859"/>
                  </a:lnTo>
                  <a:lnTo>
                    <a:pt x="624426" y="678960"/>
                  </a:lnTo>
                  <a:lnTo>
                    <a:pt x="622843" y="677466"/>
                  </a:lnTo>
                  <a:lnTo>
                    <a:pt x="621392" y="677083"/>
                  </a:lnTo>
                  <a:lnTo>
                    <a:pt x="620825" y="676659"/>
                  </a:lnTo>
                  <a:lnTo>
                    <a:pt x="620566" y="675960"/>
                  </a:lnTo>
                  <a:lnTo>
                    <a:pt x="618697" y="675250"/>
                  </a:lnTo>
                  <a:lnTo>
                    <a:pt x="617594" y="675388"/>
                  </a:lnTo>
                  <a:lnTo>
                    <a:pt x="615438" y="676405"/>
                  </a:lnTo>
                  <a:lnTo>
                    <a:pt x="615096" y="677176"/>
                  </a:lnTo>
                  <a:lnTo>
                    <a:pt x="613567" y="677527"/>
                  </a:lnTo>
                  <a:lnTo>
                    <a:pt x="613052" y="677437"/>
                  </a:lnTo>
                  <a:lnTo>
                    <a:pt x="612493" y="677732"/>
                  </a:lnTo>
                  <a:lnTo>
                    <a:pt x="611606" y="677340"/>
                  </a:lnTo>
                  <a:lnTo>
                    <a:pt x="609124" y="676966"/>
                  </a:lnTo>
                  <a:lnTo>
                    <a:pt x="604867" y="675265"/>
                  </a:lnTo>
                  <a:lnTo>
                    <a:pt x="602633" y="674736"/>
                  </a:lnTo>
                  <a:lnTo>
                    <a:pt x="601186" y="674711"/>
                  </a:lnTo>
                  <a:lnTo>
                    <a:pt x="600759" y="674370"/>
                  </a:lnTo>
                  <a:lnTo>
                    <a:pt x="600484" y="674425"/>
                  </a:lnTo>
                  <a:lnTo>
                    <a:pt x="600133" y="674604"/>
                  </a:lnTo>
                  <a:lnTo>
                    <a:pt x="599822" y="675194"/>
                  </a:lnTo>
                  <a:lnTo>
                    <a:pt x="598909" y="675627"/>
                  </a:lnTo>
                  <a:lnTo>
                    <a:pt x="598456" y="675443"/>
                  </a:lnTo>
                  <a:lnTo>
                    <a:pt x="595515" y="676278"/>
                  </a:lnTo>
                  <a:lnTo>
                    <a:pt x="592772" y="678466"/>
                  </a:lnTo>
                  <a:lnTo>
                    <a:pt x="591857" y="678593"/>
                  </a:lnTo>
                  <a:lnTo>
                    <a:pt x="591349" y="679165"/>
                  </a:lnTo>
                  <a:lnTo>
                    <a:pt x="588529" y="680885"/>
                  </a:lnTo>
                  <a:lnTo>
                    <a:pt x="587716" y="681892"/>
                  </a:lnTo>
                  <a:lnTo>
                    <a:pt x="586174" y="682382"/>
                  </a:lnTo>
                  <a:lnTo>
                    <a:pt x="585276" y="683180"/>
                  </a:lnTo>
                  <a:lnTo>
                    <a:pt x="584722" y="683149"/>
                  </a:lnTo>
                  <a:lnTo>
                    <a:pt x="583897" y="683500"/>
                  </a:lnTo>
                  <a:lnTo>
                    <a:pt x="582295" y="685125"/>
                  </a:lnTo>
                  <a:lnTo>
                    <a:pt x="581051" y="684685"/>
                  </a:lnTo>
                  <a:lnTo>
                    <a:pt x="580645" y="685142"/>
                  </a:lnTo>
                  <a:lnTo>
                    <a:pt x="578321" y="685696"/>
                  </a:lnTo>
                  <a:lnTo>
                    <a:pt x="577717" y="686164"/>
                  </a:lnTo>
                  <a:lnTo>
                    <a:pt x="575835" y="686398"/>
                  </a:lnTo>
                  <a:lnTo>
                    <a:pt x="574953" y="687247"/>
                  </a:lnTo>
                  <a:lnTo>
                    <a:pt x="573516" y="687616"/>
                  </a:lnTo>
                  <a:lnTo>
                    <a:pt x="573057" y="688066"/>
                  </a:lnTo>
                  <a:lnTo>
                    <a:pt x="571974" y="688230"/>
                  </a:lnTo>
                  <a:lnTo>
                    <a:pt x="569434" y="689600"/>
                  </a:lnTo>
                  <a:lnTo>
                    <a:pt x="567805" y="689747"/>
                  </a:lnTo>
                  <a:lnTo>
                    <a:pt x="565197" y="691893"/>
                  </a:lnTo>
                  <a:lnTo>
                    <a:pt x="560975" y="693934"/>
                  </a:lnTo>
                  <a:lnTo>
                    <a:pt x="560390" y="694545"/>
                  </a:lnTo>
                  <a:lnTo>
                    <a:pt x="559869" y="694550"/>
                  </a:lnTo>
                  <a:lnTo>
                    <a:pt x="559003" y="695367"/>
                  </a:lnTo>
                  <a:lnTo>
                    <a:pt x="558087" y="695488"/>
                  </a:lnTo>
                  <a:lnTo>
                    <a:pt x="556730" y="697504"/>
                  </a:lnTo>
                  <a:lnTo>
                    <a:pt x="555645" y="699314"/>
                  </a:lnTo>
                  <a:lnTo>
                    <a:pt x="555340" y="699490"/>
                  </a:lnTo>
                  <a:lnTo>
                    <a:pt x="555376" y="700104"/>
                  </a:lnTo>
                  <a:lnTo>
                    <a:pt x="554745" y="700582"/>
                  </a:lnTo>
                  <a:lnTo>
                    <a:pt x="554643" y="701606"/>
                  </a:lnTo>
                  <a:lnTo>
                    <a:pt x="554250" y="701633"/>
                  </a:lnTo>
                  <a:lnTo>
                    <a:pt x="553649" y="702172"/>
                  </a:lnTo>
                  <a:lnTo>
                    <a:pt x="553221" y="702058"/>
                  </a:lnTo>
                  <a:lnTo>
                    <a:pt x="552238" y="702678"/>
                  </a:lnTo>
                  <a:lnTo>
                    <a:pt x="552454" y="703123"/>
                  </a:lnTo>
                  <a:lnTo>
                    <a:pt x="552285" y="704443"/>
                  </a:lnTo>
                  <a:lnTo>
                    <a:pt x="552675" y="705684"/>
                  </a:lnTo>
                  <a:lnTo>
                    <a:pt x="553394" y="706259"/>
                  </a:lnTo>
                  <a:lnTo>
                    <a:pt x="553264" y="706914"/>
                  </a:lnTo>
                  <a:lnTo>
                    <a:pt x="554252" y="707925"/>
                  </a:lnTo>
                  <a:lnTo>
                    <a:pt x="553958" y="708623"/>
                  </a:lnTo>
                  <a:lnTo>
                    <a:pt x="554246" y="709327"/>
                  </a:lnTo>
                  <a:lnTo>
                    <a:pt x="554046" y="710584"/>
                  </a:lnTo>
                  <a:lnTo>
                    <a:pt x="554815" y="712741"/>
                  </a:lnTo>
                  <a:lnTo>
                    <a:pt x="552916" y="711220"/>
                  </a:lnTo>
                  <a:lnTo>
                    <a:pt x="552175" y="710134"/>
                  </a:lnTo>
                  <a:lnTo>
                    <a:pt x="552265" y="709023"/>
                  </a:lnTo>
                  <a:lnTo>
                    <a:pt x="551298" y="708786"/>
                  </a:lnTo>
                  <a:lnTo>
                    <a:pt x="550522" y="707874"/>
                  </a:lnTo>
                  <a:lnTo>
                    <a:pt x="549618" y="707435"/>
                  </a:lnTo>
                  <a:lnTo>
                    <a:pt x="548619" y="705881"/>
                  </a:lnTo>
                  <a:lnTo>
                    <a:pt x="547653" y="705539"/>
                  </a:lnTo>
                  <a:lnTo>
                    <a:pt x="545328" y="706732"/>
                  </a:lnTo>
                  <a:lnTo>
                    <a:pt x="542897" y="707073"/>
                  </a:lnTo>
                  <a:lnTo>
                    <a:pt x="541852" y="708159"/>
                  </a:lnTo>
                  <a:lnTo>
                    <a:pt x="541282" y="709175"/>
                  </a:lnTo>
                  <a:lnTo>
                    <a:pt x="540558" y="709571"/>
                  </a:lnTo>
                  <a:lnTo>
                    <a:pt x="539660" y="709133"/>
                  </a:lnTo>
                  <a:lnTo>
                    <a:pt x="539349" y="708721"/>
                  </a:lnTo>
                  <a:lnTo>
                    <a:pt x="537676" y="708782"/>
                  </a:lnTo>
                  <a:lnTo>
                    <a:pt x="537489" y="707349"/>
                  </a:lnTo>
                  <a:lnTo>
                    <a:pt x="535926" y="706389"/>
                  </a:lnTo>
                  <a:lnTo>
                    <a:pt x="532147" y="706893"/>
                  </a:lnTo>
                  <a:lnTo>
                    <a:pt x="530729" y="708358"/>
                  </a:lnTo>
                  <a:lnTo>
                    <a:pt x="527487" y="707017"/>
                  </a:lnTo>
                  <a:lnTo>
                    <a:pt x="527108" y="708354"/>
                  </a:lnTo>
                  <a:lnTo>
                    <a:pt x="526315" y="709532"/>
                  </a:lnTo>
                  <a:lnTo>
                    <a:pt x="524084" y="710693"/>
                  </a:lnTo>
                  <a:lnTo>
                    <a:pt x="522815" y="711695"/>
                  </a:lnTo>
                  <a:lnTo>
                    <a:pt x="521782" y="712888"/>
                  </a:lnTo>
                  <a:lnTo>
                    <a:pt x="519138" y="710938"/>
                  </a:lnTo>
                  <a:lnTo>
                    <a:pt x="516437" y="710003"/>
                  </a:lnTo>
                  <a:lnTo>
                    <a:pt x="515241" y="710024"/>
                  </a:lnTo>
                  <a:lnTo>
                    <a:pt x="514384" y="709436"/>
                  </a:lnTo>
                  <a:lnTo>
                    <a:pt x="513629" y="709504"/>
                  </a:lnTo>
                  <a:lnTo>
                    <a:pt x="512241" y="708950"/>
                  </a:lnTo>
                  <a:lnTo>
                    <a:pt x="509806" y="709587"/>
                  </a:lnTo>
                  <a:lnTo>
                    <a:pt x="507736" y="709515"/>
                  </a:lnTo>
                  <a:lnTo>
                    <a:pt x="505396" y="710322"/>
                  </a:lnTo>
                  <a:lnTo>
                    <a:pt x="504643" y="710058"/>
                  </a:lnTo>
                  <a:lnTo>
                    <a:pt x="501332" y="711147"/>
                  </a:lnTo>
                  <a:lnTo>
                    <a:pt x="499820" y="710747"/>
                  </a:lnTo>
                  <a:lnTo>
                    <a:pt x="498145" y="711092"/>
                  </a:lnTo>
                  <a:lnTo>
                    <a:pt x="495898" y="710959"/>
                  </a:lnTo>
                  <a:lnTo>
                    <a:pt x="494970" y="710586"/>
                  </a:lnTo>
                  <a:lnTo>
                    <a:pt x="494890" y="710742"/>
                  </a:lnTo>
                  <a:lnTo>
                    <a:pt x="490542" y="710216"/>
                  </a:lnTo>
                  <a:lnTo>
                    <a:pt x="489448" y="710584"/>
                  </a:lnTo>
                  <a:lnTo>
                    <a:pt x="486262" y="710223"/>
                  </a:lnTo>
                  <a:lnTo>
                    <a:pt x="485012" y="710297"/>
                  </a:lnTo>
                  <a:lnTo>
                    <a:pt x="483968" y="710926"/>
                  </a:lnTo>
                  <a:lnTo>
                    <a:pt x="481059" y="711432"/>
                  </a:lnTo>
                  <a:lnTo>
                    <a:pt x="475976" y="712997"/>
                  </a:lnTo>
                  <a:lnTo>
                    <a:pt x="474585" y="714329"/>
                  </a:lnTo>
                  <a:lnTo>
                    <a:pt x="472274" y="715180"/>
                  </a:lnTo>
                  <a:lnTo>
                    <a:pt x="469071" y="717225"/>
                  </a:lnTo>
                  <a:lnTo>
                    <a:pt x="467354" y="716699"/>
                  </a:lnTo>
                  <a:lnTo>
                    <a:pt x="461941" y="717551"/>
                  </a:lnTo>
                  <a:lnTo>
                    <a:pt x="460078" y="716944"/>
                  </a:lnTo>
                  <a:lnTo>
                    <a:pt x="456847" y="716370"/>
                  </a:lnTo>
                  <a:lnTo>
                    <a:pt x="452820" y="717281"/>
                  </a:lnTo>
                  <a:lnTo>
                    <a:pt x="452274" y="716930"/>
                  </a:lnTo>
                  <a:lnTo>
                    <a:pt x="450636" y="717060"/>
                  </a:lnTo>
                  <a:lnTo>
                    <a:pt x="450528" y="717779"/>
                  </a:lnTo>
                  <a:lnTo>
                    <a:pt x="450122" y="718470"/>
                  </a:lnTo>
                  <a:lnTo>
                    <a:pt x="447671" y="718245"/>
                  </a:lnTo>
                  <a:lnTo>
                    <a:pt x="446974" y="718681"/>
                  </a:lnTo>
                  <a:lnTo>
                    <a:pt x="444849" y="718499"/>
                  </a:lnTo>
                  <a:lnTo>
                    <a:pt x="443805" y="720114"/>
                  </a:lnTo>
                  <a:lnTo>
                    <a:pt x="442632" y="720095"/>
                  </a:lnTo>
                  <a:lnTo>
                    <a:pt x="441667" y="720883"/>
                  </a:lnTo>
                  <a:lnTo>
                    <a:pt x="441784" y="722452"/>
                  </a:lnTo>
                  <a:lnTo>
                    <a:pt x="441208" y="723618"/>
                  </a:lnTo>
                  <a:lnTo>
                    <a:pt x="439955" y="725290"/>
                  </a:lnTo>
                  <a:lnTo>
                    <a:pt x="439486" y="726605"/>
                  </a:lnTo>
                  <a:lnTo>
                    <a:pt x="439687" y="727000"/>
                  </a:lnTo>
                  <a:lnTo>
                    <a:pt x="439541" y="727569"/>
                  </a:lnTo>
                  <a:lnTo>
                    <a:pt x="438598" y="729709"/>
                  </a:lnTo>
                  <a:lnTo>
                    <a:pt x="435035" y="733842"/>
                  </a:lnTo>
                  <a:lnTo>
                    <a:pt x="433519" y="737025"/>
                  </a:lnTo>
                  <a:lnTo>
                    <a:pt x="431700" y="743535"/>
                  </a:lnTo>
                  <a:lnTo>
                    <a:pt x="425780" y="742590"/>
                  </a:lnTo>
                  <a:lnTo>
                    <a:pt x="417691" y="739150"/>
                  </a:lnTo>
                  <a:lnTo>
                    <a:pt x="416549" y="739490"/>
                  </a:lnTo>
                  <a:lnTo>
                    <a:pt x="413304" y="738781"/>
                  </a:lnTo>
                  <a:lnTo>
                    <a:pt x="410298" y="738125"/>
                  </a:lnTo>
                  <a:lnTo>
                    <a:pt x="407169" y="738084"/>
                  </a:lnTo>
                  <a:lnTo>
                    <a:pt x="404248" y="734834"/>
                  </a:lnTo>
                  <a:lnTo>
                    <a:pt x="401422" y="726692"/>
                  </a:lnTo>
                  <a:lnTo>
                    <a:pt x="400212" y="723964"/>
                  </a:lnTo>
                  <a:lnTo>
                    <a:pt x="400405" y="722502"/>
                  </a:lnTo>
                  <a:lnTo>
                    <a:pt x="399478" y="722194"/>
                  </a:lnTo>
                  <a:lnTo>
                    <a:pt x="398951" y="714608"/>
                  </a:lnTo>
                  <a:lnTo>
                    <a:pt x="400936" y="712722"/>
                  </a:lnTo>
                  <a:lnTo>
                    <a:pt x="400831" y="711258"/>
                  </a:lnTo>
                  <a:lnTo>
                    <a:pt x="401050" y="709959"/>
                  </a:lnTo>
                  <a:lnTo>
                    <a:pt x="401464" y="709396"/>
                  </a:lnTo>
                  <a:lnTo>
                    <a:pt x="401921" y="707973"/>
                  </a:lnTo>
                  <a:lnTo>
                    <a:pt x="402901" y="706466"/>
                  </a:lnTo>
                  <a:lnTo>
                    <a:pt x="403504" y="704481"/>
                  </a:lnTo>
                  <a:lnTo>
                    <a:pt x="403542" y="702807"/>
                  </a:lnTo>
                  <a:lnTo>
                    <a:pt x="403237" y="702023"/>
                  </a:lnTo>
                  <a:lnTo>
                    <a:pt x="400119" y="700115"/>
                  </a:lnTo>
                  <a:lnTo>
                    <a:pt x="399013" y="698739"/>
                  </a:lnTo>
                  <a:lnTo>
                    <a:pt x="397118" y="695347"/>
                  </a:lnTo>
                  <a:lnTo>
                    <a:pt x="396750" y="694251"/>
                  </a:lnTo>
                  <a:lnTo>
                    <a:pt x="396674" y="692828"/>
                  </a:lnTo>
                  <a:lnTo>
                    <a:pt x="395498" y="688937"/>
                  </a:lnTo>
                  <a:lnTo>
                    <a:pt x="389257" y="674889"/>
                  </a:lnTo>
                  <a:lnTo>
                    <a:pt x="388949" y="671286"/>
                  </a:lnTo>
                  <a:lnTo>
                    <a:pt x="391940" y="668478"/>
                  </a:lnTo>
                  <a:lnTo>
                    <a:pt x="387982" y="667755"/>
                  </a:lnTo>
                  <a:lnTo>
                    <a:pt x="386531" y="666479"/>
                  </a:lnTo>
                  <a:lnTo>
                    <a:pt x="382909" y="662006"/>
                  </a:lnTo>
                  <a:lnTo>
                    <a:pt x="381982" y="660416"/>
                  </a:lnTo>
                  <a:lnTo>
                    <a:pt x="382148" y="658229"/>
                  </a:lnTo>
                  <a:lnTo>
                    <a:pt x="381893" y="657508"/>
                  </a:lnTo>
                  <a:lnTo>
                    <a:pt x="382565" y="655214"/>
                  </a:lnTo>
                  <a:lnTo>
                    <a:pt x="382439" y="654525"/>
                  </a:lnTo>
                  <a:lnTo>
                    <a:pt x="382659" y="653083"/>
                  </a:lnTo>
                  <a:lnTo>
                    <a:pt x="383100" y="652255"/>
                  </a:lnTo>
                  <a:lnTo>
                    <a:pt x="383287" y="651015"/>
                  </a:lnTo>
                  <a:lnTo>
                    <a:pt x="382620" y="649887"/>
                  </a:lnTo>
                  <a:lnTo>
                    <a:pt x="382016" y="647836"/>
                  </a:lnTo>
                  <a:lnTo>
                    <a:pt x="381270" y="646832"/>
                  </a:lnTo>
                  <a:lnTo>
                    <a:pt x="379787" y="643541"/>
                  </a:lnTo>
                  <a:lnTo>
                    <a:pt x="378177" y="641422"/>
                  </a:lnTo>
                  <a:lnTo>
                    <a:pt x="377862" y="640245"/>
                  </a:lnTo>
                  <a:lnTo>
                    <a:pt x="374318" y="637910"/>
                  </a:lnTo>
                  <a:lnTo>
                    <a:pt x="370352" y="633363"/>
                  </a:lnTo>
                  <a:lnTo>
                    <a:pt x="369741" y="630526"/>
                  </a:lnTo>
                  <a:lnTo>
                    <a:pt x="369803" y="627313"/>
                  </a:lnTo>
                  <a:lnTo>
                    <a:pt x="366208" y="62597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pg101">
              <a:extLst>
                <a:ext uri="{FF2B5EF4-FFF2-40B4-BE49-F238E27FC236}">
                  <a16:creationId xmlns:a16="http://schemas.microsoft.com/office/drawing/2014/main" id="{E071CC8D-2685-4C01-80CE-29B7C84E1E12}"/>
                </a:ext>
              </a:extLst>
            </p:cNvPr>
            <p:cNvSpPr/>
            <p:nvPr/>
          </p:nvSpPr>
          <p:spPr>
            <a:xfrm>
              <a:off x="6250109" y="2077142"/>
              <a:ext cx="998575" cy="824224"/>
            </a:xfrm>
            <a:custGeom>
              <a:avLst/>
              <a:gdLst/>
              <a:ahLst/>
              <a:cxnLst/>
              <a:rect l="0" t="0" r="0" b="0"/>
              <a:pathLst>
                <a:path w="998575" h="824224">
                  <a:moveTo>
                    <a:pt x="338270" y="777631"/>
                  </a:moveTo>
                  <a:lnTo>
                    <a:pt x="335813" y="779902"/>
                  </a:lnTo>
                  <a:lnTo>
                    <a:pt x="331897" y="781797"/>
                  </a:lnTo>
                  <a:lnTo>
                    <a:pt x="326226" y="781777"/>
                  </a:lnTo>
                  <a:lnTo>
                    <a:pt x="323098" y="782231"/>
                  </a:lnTo>
                  <a:lnTo>
                    <a:pt x="322347" y="782103"/>
                  </a:lnTo>
                  <a:lnTo>
                    <a:pt x="320172" y="782771"/>
                  </a:lnTo>
                  <a:lnTo>
                    <a:pt x="317984" y="782566"/>
                  </a:lnTo>
                  <a:lnTo>
                    <a:pt x="317370" y="782900"/>
                  </a:lnTo>
                  <a:lnTo>
                    <a:pt x="317031" y="782001"/>
                  </a:lnTo>
                  <a:lnTo>
                    <a:pt x="316846" y="779763"/>
                  </a:lnTo>
                  <a:lnTo>
                    <a:pt x="316178" y="778488"/>
                  </a:lnTo>
                  <a:lnTo>
                    <a:pt x="316029" y="776826"/>
                  </a:lnTo>
                  <a:lnTo>
                    <a:pt x="313697" y="772281"/>
                  </a:lnTo>
                  <a:lnTo>
                    <a:pt x="312030" y="770185"/>
                  </a:lnTo>
                  <a:lnTo>
                    <a:pt x="308203" y="767241"/>
                  </a:lnTo>
                  <a:lnTo>
                    <a:pt x="307264" y="766196"/>
                  </a:lnTo>
                  <a:lnTo>
                    <a:pt x="306115" y="764144"/>
                  </a:lnTo>
                  <a:lnTo>
                    <a:pt x="305085" y="757436"/>
                  </a:lnTo>
                  <a:lnTo>
                    <a:pt x="304093" y="754933"/>
                  </a:lnTo>
                  <a:lnTo>
                    <a:pt x="303955" y="753483"/>
                  </a:lnTo>
                  <a:lnTo>
                    <a:pt x="302071" y="751742"/>
                  </a:lnTo>
                  <a:lnTo>
                    <a:pt x="301798" y="751181"/>
                  </a:lnTo>
                  <a:lnTo>
                    <a:pt x="300533" y="750539"/>
                  </a:lnTo>
                  <a:lnTo>
                    <a:pt x="300204" y="750567"/>
                  </a:lnTo>
                  <a:lnTo>
                    <a:pt x="300028" y="750219"/>
                  </a:lnTo>
                  <a:lnTo>
                    <a:pt x="296803" y="747534"/>
                  </a:lnTo>
                  <a:lnTo>
                    <a:pt x="295044" y="742086"/>
                  </a:lnTo>
                  <a:lnTo>
                    <a:pt x="293668" y="740039"/>
                  </a:lnTo>
                  <a:lnTo>
                    <a:pt x="293462" y="737516"/>
                  </a:lnTo>
                  <a:lnTo>
                    <a:pt x="292703" y="736294"/>
                  </a:lnTo>
                  <a:lnTo>
                    <a:pt x="291699" y="733008"/>
                  </a:lnTo>
                  <a:lnTo>
                    <a:pt x="291305" y="731008"/>
                  </a:lnTo>
                  <a:lnTo>
                    <a:pt x="292373" y="731091"/>
                  </a:lnTo>
                  <a:lnTo>
                    <a:pt x="292676" y="730062"/>
                  </a:lnTo>
                  <a:lnTo>
                    <a:pt x="292502" y="727945"/>
                  </a:lnTo>
                  <a:lnTo>
                    <a:pt x="292034" y="727293"/>
                  </a:lnTo>
                  <a:lnTo>
                    <a:pt x="292340" y="726816"/>
                  </a:lnTo>
                  <a:lnTo>
                    <a:pt x="292533" y="726847"/>
                  </a:lnTo>
                  <a:lnTo>
                    <a:pt x="291985" y="724329"/>
                  </a:lnTo>
                  <a:lnTo>
                    <a:pt x="291378" y="723302"/>
                  </a:lnTo>
                  <a:lnTo>
                    <a:pt x="288859" y="720842"/>
                  </a:lnTo>
                  <a:lnTo>
                    <a:pt x="287419" y="718577"/>
                  </a:lnTo>
                  <a:lnTo>
                    <a:pt x="287223" y="716513"/>
                  </a:lnTo>
                  <a:lnTo>
                    <a:pt x="286685" y="715554"/>
                  </a:lnTo>
                  <a:lnTo>
                    <a:pt x="287526" y="716090"/>
                  </a:lnTo>
                  <a:lnTo>
                    <a:pt x="287874" y="715433"/>
                  </a:lnTo>
                  <a:lnTo>
                    <a:pt x="288132" y="714211"/>
                  </a:lnTo>
                  <a:lnTo>
                    <a:pt x="288093" y="712784"/>
                  </a:lnTo>
                  <a:lnTo>
                    <a:pt x="289025" y="709729"/>
                  </a:lnTo>
                  <a:lnTo>
                    <a:pt x="289062" y="708465"/>
                  </a:lnTo>
                  <a:lnTo>
                    <a:pt x="288413" y="707634"/>
                  </a:lnTo>
                  <a:lnTo>
                    <a:pt x="288019" y="705694"/>
                  </a:lnTo>
                  <a:lnTo>
                    <a:pt x="288046" y="703036"/>
                  </a:lnTo>
                  <a:lnTo>
                    <a:pt x="287442" y="700977"/>
                  </a:lnTo>
                  <a:lnTo>
                    <a:pt x="289117" y="699423"/>
                  </a:lnTo>
                  <a:lnTo>
                    <a:pt x="290667" y="698598"/>
                  </a:lnTo>
                  <a:lnTo>
                    <a:pt x="291776" y="694889"/>
                  </a:lnTo>
                  <a:lnTo>
                    <a:pt x="292567" y="693951"/>
                  </a:lnTo>
                  <a:lnTo>
                    <a:pt x="292560" y="692579"/>
                  </a:lnTo>
                  <a:lnTo>
                    <a:pt x="292925" y="691281"/>
                  </a:lnTo>
                  <a:lnTo>
                    <a:pt x="294064" y="690695"/>
                  </a:lnTo>
                  <a:lnTo>
                    <a:pt x="293698" y="689879"/>
                  </a:lnTo>
                  <a:lnTo>
                    <a:pt x="292910" y="684505"/>
                  </a:lnTo>
                  <a:lnTo>
                    <a:pt x="292207" y="683806"/>
                  </a:lnTo>
                  <a:lnTo>
                    <a:pt x="290967" y="683317"/>
                  </a:lnTo>
                  <a:lnTo>
                    <a:pt x="288806" y="680595"/>
                  </a:lnTo>
                  <a:lnTo>
                    <a:pt x="288432" y="681057"/>
                  </a:lnTo>
                  <a:lnTo>
                    <a:pt x="287754" y="680843"/>
                  </a:lnTo>
                  <a:lnTo>
                    <a:pt x="286665" y="679937"/>
                  </a:lnTo>
                  <a:lnTo>
                    <a:pt x="288049" y="678091"/>
                  </a:lnTo>
                  <a:lnTo>
                    <a:pt x="287913" y="677960"/>
                  </a:lnTo>
                  <a:lnTo>
                    <a:pt x="286807" y="678674"/>
                  </a:lnTo>
                  <a:lnTo>
                    <a:pt x="286642" y="677254"/>
                  </a:lnTo>
                  <a:lnTo>
                    <a:pt x="284838" y="678286"/>
                  </a:lnTo>
                  <a:lnTo>
                    <a:pt x="281634" y="679630"/>
                  </a:lnTo>
                  <a:lnTo>
                    <a:pt x="280075" y="680097"/>
                  </a:lnTo>
                  <a:lnTo>
                    <a:pt x="278048" y="680302"/>
                  </a:lnTo>
                  <a:lnTo>
                    <a:pt x="274665" y="679670"/>
                  </a:lnTo>
                  <a:lnTo>
                    <a:pt x="271419" y="678194"/>
                  </a:lnTo>
                  <a:lnTo>
                    <a:pt x="271465" y="677704"/>
                  </a:lnTo>
                  <a:lnTo>
                    <a:pt x="270783" y="677656"/>
                  </a:lnTo>
                  <a:lnTo>
                    <a:pt x="270514" y="676814"/>
                  </a:lnTo>
                  <a:lnTo>
                    <a:pt x="269974" y="676186"/>
                  </a:lnTo>
                  <a:lnTo>
                    <a:pt x="267864" y="675000"/>
                  </a:lnTo>
                  <a:lnTo>
                    <a:pt x="268402" y="674077"/>
                  </a:lnTo>
                  <a:lnTo>
                    <a:pt x="268547" y="672607"/>
                  </a:lnTo>
                  <a:lnTo>
                    <a:pt x="268996" y="671764"/>
                  </a:lnTo>
                  <a:lnTo>
                    <a:pt x="269296" y="669900"/>
                  </a:lnTo>
                  <a:lnTo>
                    <a:pt x="269379" y="668044"/>
                  </a:lnTo>
                  <a:lnTo>
                    <a:pt x="269072" y="666117"/>
                  </a:lnTo>
                  <a:lnTo>
                    <a:pt x="269198" y="663476"/>
                  </a:lnTo>
                  <a:lnTo>
                    <a:pt x="267472" y="661267"/>
                  </a:lnTo>
                  <a:lnTo>
                    <a:pt x="267377" y="660713"/>
                  </a:lnTo>
                  <a:lnTo>
                    <a:pt x="266462" y="659401"/>
                  </a:lnTo>
                  <a:lnTo>
                    <a:pt x="264860" y="657808"/>
                  </a:lnTo>
                  <a:lnTo>
                    <a:pt x="263062" y="655153"/>
                  </a:lnTo>
                  <a:lnTo>
                    <a:pt x="261622" y="651459"/>
                  </a:lnTo>
                  <a:lnTo>
                    <a:pt x="261150" y="647424"/>
                  </a:lnTo>
                  <a:lnTo>
                    <a:pt x="259967" y="644656"/>
                  </a:lnTo>
                  <a:lnTo>
                    <a:pt x="257462" y="643090"/>
                  </a:lnTo>
                  <a:lnTo>
                    <a:pt x="256524" y="642176"/>
                  </a:lnTo>
                  <a:lnTo>
                    <a:pt x="253659" y="640847"/>
                  </a:lnTo>
                  <a:lnTo>
                    <a:pt x="252443" y="639493"/>
                  </a:lnTo>
                  <a:lnTo>
                    <a:pt x="249812" y="637473"/>
                  </a:lnTo>
                  <a:lnTo>
                    <a:pt x="247929" y="636499"/>
                  </a:lnTo>
                  <a:lnTo>
                    <a:pt x="245774" y="636314"/>
                  </a:lnTo>
                  <a:lnTo>
                    <a:pt x="244728" y="636482"/>
                  </a:lnTo>
                  <a:lnTo>
                    <a:pt x="242591" y="635931"/>
                  </a:lnTo>
                  <a:lnTo>
                    <a:pt x="242138" y="632592"/>
                  </a:lnTo>
                  <a:lnTo>
                    <a:pt x="241832" y="631751"/>
                  </a:lnTo>
                  <a:lnTo>
                    <a:pt x="241390" y="631294"/>
                  </a:lnTo>
                  <a:lnTo>
                    <a:pt x="241694" y="630647"/>
                  </a:lnTo>
                  <a:lnTo>
                    <a:pt x="241421" y="630596"/>
                  </a:lnTo>
                  <a:lnTo>
                    <a:pt x="241255" y="629511"/>
                  </a:lnTo>
                  <a:lnTo>
                    <a:pt x="241557" y="628366"/>
                  </a:lnTo>
                  <a:lnTo>
                    <a:pt x="241468" y="627888"/>
                  </a:lnTo>
                  <a:lnTo>
                    <a:pt x="242334" y="625754"/>
                  </a:lnTo>
                  <a:lnTo>
                    <a:pt x="243002" y="622243"/>
                  </a:lnTo>
                  <a:lnTo>
                    <a:pt x="243318" y="621655"/>
                  </a:lnTo>
                  <a:lnTo>
                    <a:pt x="244387" y="620852"/>
                  </a:lnTo>
                  <a:lnTo>
                    <a:pt x="244551" y="620001"/>
                  </a:lnTo>
                  <a:lnTo>
                    <a:pt x="244014" y="618107"/>
                  </a:lnTo>
                  <a:lnTo>
                    <a:pt x="245533" y="617229"/>
                  </a:lnTo>
                  <a:lnTo>
                    <a:pt x="246377" y="617093"/>
                  </a:lnTo>
                  <a:lnTo>
                    <a:pt x="247377" y="617460"/>
                  </a:lnTo>
                  <a:lnTo>
                    <a:pt x="248342" y="616848"/>
                  </a:lnTo>
                  <a:lnTo>
                    <a:pt x="249460" y="616875"/>
                  </a:lnTo>
                  <a:lnTo>
                    <a:pt x="250296" y="617172"/>
                  </a:lnTo>
                  <a:lnTo>
                    <a:pt x="251034" y="616810"/>
                  </a:lnTo>
                  <a:lnTo>
                    <a:pt x="251985" y="615810"/>
                  </a:lnTo>
                  <a:lnTo>
                    <a:pt x="250032" y="614690"/>
                  </a:lnTo>
                  <a:lnTo>
                    <a:pt x="247748" y="614260"/>
                  </a:lnTo>
                  <a:lnTo>
                    <a:pt x="246829" y="613820"/>
                  </a:lnTo>
                  <a:lnTo>
                    <a:pt x="245933" y="613014"/>
                  </a:lnTo>
                  <a:lnTo>
                    <a:pt x="243998" y="612233"/>
                  </a:lnTo>
                  <a:lnTo>
                    <a:pt x="242487" y="612031"/>
                  </a:lnTo>
                  <a:lnTo>
                    <a:pt x="239874" y="612911"/>
                  </a:lnTo>
                  <a:lnTo>
                    <a:pt x="237180" y="610725"/>
                  </a:lnTo>
                  <a:lnTo>
                    <a:pt x="234176" y="609476"/>
                  </a:lnTo>
                  <a:lnTo>
                    <a:pt x="231348" y="608797"/>
                  </a:lnTo>
                  <a:lnTo>
                    <a:pt x="230153" y="607900"/>
                  </a:lnTo>
                  <a:lnTo>
                    <a:pt x="228276" y="608397"/>
                  </a:lnTo>
                  <a:lnTo>
                    <a:pt x="227709" y="609091"/>
                  </a:lnTo>
                  <a:lnTo>
                    <a:pt x="225921" y="609461"/>
                  </a:lnTo>
                  <a:lnTo>
                    <a:pt x="223242" y="610623"/>
                  </a:lnTo>
                  <a:lnTo>
                    <a:pt x="221753" y="610676"/>
                  </a:lnTo>
                  <a:lnTo>
                    <a:pt x="220868" y="610338"/>
                  </a:lnTo>
                  <a:lnTo>
                    <a:pt x="219568" y="609739"/>
                  </a:lnTo>
                  <a:lnTo>
                    <a:pt x="217000" y="611921"/>
                  </a:lnTo>
                  <a:lnTo>
                    <a:pt x="212668" y="614680"/>
                  </a:lnTo>
                  <a:lnTo>
                    <a:pt x="209545" y="615944"/>
                  </a:lnTo>
                  <a:lnTo>
                    <a:pt x="206780" y="617550"/>
                  </a:lnTo>
                  <a:lnTo>
                    <a:pt x="204600" y="618012"/>
                  </a:lnTo>
                  <a:lnTo>
                    <a:pt x="203430" y="619631"/>
                  </a:lnTo>
                  <a:lnTo>
                    <a:pt x="200767" y="621081"/>
                  </a:lnTo>
                  <a:lnTo>
                    <a:pt x="199342" y="622793"/>
                  </a:lnTo>
                  <a:lnTo>
                    <a:pt x="197632" y="623769"/>
                  </a:lnTo>
                  <a:lnTo>
                    <a:pt x="196662" y="623259"/>
                  </a:lnTo>
                  <a:lnTo>
                    <a:pt x="194905" y="623197"/>
                  </a:lnTo>
                  <a:lnTo>
                    <a:pt x="191929" y="622089"/>
                  </a:lnTo>
                  <a:lnTo>
                    <a:pt x="189768" y="622310"/>
                  </a:lnTo>
                  <a:lnTo>
                    <a:pt x="188986" y="622184"/>
                  </a:lnTo>
                  <a:lnTo>
                    <a:pt x="187941" y="621381"/>
                  </a:lnTo>
                  <a:lnTo>
                    <a:pt x="184642" y="619890"/>
                  </a:lnTo>
                  <a:lnTo>
                    <a:pt x="183095" y="618044"/>
                  </a:lnTo>
                  <a:lnTo>
                    <a:pt x="180224" y="618739"/>
                  </a:lnTo>
                  <a:lnTo>
                    <a:pt x="179090" y="618081"/>
                  </a:lnTo>
                  <a:lnTo>
                    <a:pt x="177822" y="616328"/>
                  </a:lnTo>
                  <a:lnTo>
                    <a:pt x="175654" y="614209"/>
                  </a:lnTo>
                  <a:lnTo>
                    <a:pt x="174161" y="611362"/>
                  </a:lnTo>
                  <a:lnTo>
                    <a:pt x="173174" y="610643"/>
                  </a:lnTo>
                  <a:lnTo>
                    <a:pt x="172691" y="608614"/>
                  </a:lnTo>
                  <a:lnTo>
                    <a:pt x="172192" y="607569"/>
                  </a:lnTo>
                  <a:lnTo>
                    <a:pt x="172256" y="606700"/>
                  </a:lnTo>
                  <a:lnTo>
                    <a:pt x="169272" y="605340"/>
                  </a:lnTo>
                  <a:lnTo>
                    <a:pt x="164930" y="600080"/>
                  </a:lnTo>
                  <a:lnTo>
                    <a:pt x="161586" y="595188"/>
                  </a:lnTo>
                  <a:lnTo>
                    <a:pt x="160362" y="593888"/>
                  </a:lnTo>
                  <a:lnTo>
                    <a:pt x="160346" y="591568"/>
                  </a:lnTo>
                  <a:lnTo>
                    <a:pt x="161527" y="588706"/>
                  </a:lnTo>
                  <a:lnTo>
                    <a:pt x="159341" y="588035"/>
                  </a:lnTo>
                  <a:lnTo>
                    <a:pt x="157056" y="586445"/>
                  </a:lnTo>
                  <a:lnTo>
                    <a:pt x="155426" y="585967"/>
                  </a:lnTo>
                  <a:lnTo>
                    <a:pt x="152818" y="584413"/>
                  </a:lnTo>
                  <a:lnTo>
                    <a:pt x="152157" y="583259"/>
                  </a:lnTo>
                  <a:lnTo>
                    <a:pt x="151256" y="580601"/>
                  </a:lnTo>
                  <a:lnTo>
                    <a:pt x="149157" y="580018"/>
                  </a:lnTo>
                  <a:lnTo>
                    <a:pt x="146748" y="579018"/>
                  </a:lnTo>
                  <a:lnTo>
                    <a:pt x="144602" y="578631"/>
                  </a:lnTo>
                  <a:lnTo>
                    <a:pt x="143671" y="578244"/>
                  </a:lnTo>
                  <a:lnTo>
                    <a:pt x="143112" y="577108"/>
                  </a:lnTo>
                  <a:lnTo>
                    <a:pt x="141851" y="575949"/>
                  </a:lnTo>
                  <a:lnTo>
                    <a:pt x="140514" y="574065"/>
                  </a:lnTo>
                  <a:lnTo>
                    <a:pt x="138079" y="572795"/>
                  </a:lnTo>
                  <a:lnTo>
                    <a:pt x="137814" y="572308"/>
                  </a:lnTo>
                  <a:lnTo>
                    <a:pt x="137683" y="570234"/>
                  </a:lnTo>
                  <a:lnTo>
                    <a:pt x="136700" y="566248"/>
                  </a:lnTo>
                  <a:lnTo>
                    <a:pt x="135577" y="564631"/>
                  </a:lnTo>
                  <a:lnTo>
                    <a:pt x="136803" y="562150"/>
                  </a:lnTo>
                  <a:lnTo>
                    <a:pt x="136826" y="559981"/>
                  </a:lnTo>
                  <a:lnTo>
                    <a:pt x="134677" y="557272"/>
                  </a:lnTo>
                  <a:lnTo>
                    <a:pt x="134375" y="554758"/>
                  </a:lnTo>
                  <a:lnTo>
                    <a:pt x="132681" y="552594"/>
                  </a:lnTo>
                  <a:lnTo>
                    <a:pt x="132343" y="551774"/>
                  </a:lnTo>
                  <a:lnTo>
                    <a:pt x="131159" y="550555"/>
                  </a:lnTo>
                  <a:lnTo>
                    <a:pt x="130485" y="546486"/>
                  </a:lnTo>
                  <a:lnTo>
                    <a:pt x="130114" y="545648"/>
                  </a:lnTo>
                  <a:lnTo>
                    <a:pt x="130133" y="544270"/>
                  </a:lnTo>
                  <a:lnTo>
                    <a:pt x="129270" y="542103"/>
                  </a:lnTo>
                  <a:lnTo>
                    <a:pt x="128973" y="540601"/>
                  </a:lnTo>
                  <a:lnTo>
                    <a:pt x="128908" y="539483"/>
                  </a:lnTo>
                  <a:lnTo>
                    <a:pt x="129127" y="538888"/>
                  </a:lnTo>
                  <a:lnTo>
                    <a:pt x="128315" y="537909"/>
                  </a:lnTo>
                  <a:lnTo>
                    <a:pt x="127888" y="536842"/>
                  </a:lnTo>
                  <a:lnTo>
                    <a:pt x="127813" y="535596"/>
                  </a:lnTo>
                  <a:lnTo>
                    <a:pt x="128890" y="534005"/>
                  </a:lnTo>
                  <a:lnTo>
                    <a:pt x="128654" y="532876"/>
                  </a:lnTo>
                  <a:lnTo>
                    <a:pt x="128985" y="531851"/>
                  </a:lnTo>
                  <a:lnTo>
                    <a:pt x="127166" y="529684"/>
                  </a:lnTo>
                  <a:lnTo>
                    <a:pt x="127378" y="528987"/>
                  </a:lnTo>
                  <a:lnTo>
                    <a:pt x="127245" y="528447"/>
                  </a:lnTo>
                  <a:lnTo>
                    <a:pt x="126379" y="526588"/>
                  </a:lnTo>
                  <a:lnTo>
                    <a:pt x="125866" y="523397"/>
                  </a:lnTo>
                  <a:lnTo>
                    <a:pt x="126113" y="519434"/>
                  </a:lnTo>
                  <a:lnTo>
                    <a:pt x="124642" y="512761"/>
                  </a:lnTo>
                  <a:lnTo>
                    <a:pt x="120516" y="510359"/>
                  </a:lnTo>
                  <a:lnTo>
                    <a:pt x="118570" y="507779"/>
                  </a:lnTo>
                  <a:lnTo>
                    <a:pt x="117326" y="505093"/>
                  </a:lnTo>
                  <a:lnTo>
                    <a:pt x="118402" y="496000"/>
                  </a:lnTo>
                  <a:lnTo>
                    <a:pt x="118088" y="486234"/>
                  </a:lnTo>
                  <a:lnTo>
                    <a:pt x="114779" y="483093"/>
                  </a:lnTo>
                  <a:lnTo>
                    <a:pt x="106567" y="481052"/>
                  </a:lnTo>
                  <a:lnTo>
                    <a:pt x="105096" y="477466"/>
                  </a:lnTo>
                  <a:lnTo>
                    <a:pt x="97158" y="481877"/>
                  </a:lnTo>
                  <a:lnTo>
                    <a:pt x="87676" y="476015"/>
                  </a:lnTo>
                  <a:lnTo>
                    <a:pt x="82755" y="475398"/>
                  </a:lnTo>
                  <a:lnTo>
                    <a:pt x="81041" y="475880"/>
                  </a:lnTo>
                  <a:lnTo>
                    <a:pt x="76140" y="475751"/>
                  </a:lnTo>
                  <a:lnTo>
                    <a:pt x="73633" y="474356"/>
                  </a:lnTo>
                  <a:lnTo>
                    <a:pt x="72814" y="474261"/>
                  </a:lnTo>
                  <a:lnTo>
                    <a:pt x="67981" y="472366"/>
                  </a:lnTo>
                  <a:lnTo>
                    <a:pt x="67579" y="472678"/>
                  </a:lnTo>
                  <a:lnTo>
                    <a:pt x="65707" y="472371"/>
                  </a:lnTo>
                  <a:lnTo>
                    <a:pt x="65016" y="472493"/>
                  </a:lnTo>
                  <a:lnTo>
                    <a:pt x="62704" y="471995"/>
                  </a:lnTo>
                  <a:lnTo>
                    <a:pt x="61215" y="472456"/>
                  </a:lnTo>
                  <a:lnTo>
                    <a:pt x="60323" y="472809"/>
                  </a:lnTo>
                  <a:lnTo>
                    <a:pt x="59465" y="472615"/>
                  </a:lnTo>
                  <a:lnTo>
                    <a:pt x="57203" y="471137"/>
                  </a:lnTo>
                  <a:lnTo>
                    <a:pt x="52612" y="466393"/>
                  </a:lnTo>
                  <a:lnTo>
                    <a:pt x="52107" y="464143"/>
                  </a:lnTo>
                  <a:lnTo>
                    <a:pt x="51288" y="462980"/>
                  </a:lnTo>
                  <a:lnTo>
                    <a:pt x="51696" y="462224"/>
                  </a:lnTo>
                  <a:lnTo>
                    <a:pt x="51581" y="459050"/>
                  </a:lnTo>
                  <a:lnTo>
                    <a:pt x="54037" y="456114"/>
                  </a:lnTo>
                  <a:lnTo>
                    <a:pt x="55835" y="452933"/>
                  </a:lnTo>
                  <a:lnTo>
                    <a:pt x="57166" y="447538"/>
                  </a:lnTo>
                  <a:lnTo>
                    <a:pt x="52669" y="443708"/>
                  </a:lnTo>
                  <a:lnTo>
                    <a:pt x="52422" y="442968"/>
                  </a:lnTo>
                  <a:lnTo>
                    <a:pt x="51643" y="441923"/>
                  </a:lnTo>
                  <a:lnTo>
                    <a:pt x="51024" y="440072"/>
                  </a:lnTo>
                  <a:lnTo>
                    <a:pt x="51000" y="439297"/>
                  </a:lnTo>
                  <a:lnTo>
                    <a:pt x="49467" y="435935"/>
                  </a:lnTo>
                  <a:lnTo>
                    <a:pt x="49213" y="434810"/>
                  </a:lnTo>
                  <a:lnTo>
                    <a:pt x="49373" y="433433"/>
                  </a:lnTo>
                  <a:lnTo>
                    <a:pt x="48945" y="431802"/>
                  </a:lnTo>
                  <a:lnTo>
                    <a:pt x="46691" y="428879"/>
                  </a:lnTo>
                  <a:lnTo>
                    <a:pt x="46662" y="428524"/>
                  </a:lnTo>
                  <a:lnTo>
                    <a:pt x="44421" y="428139"/>
                  </a:lnTo>
                  <a:lnTo>
                    <a:pt x="44086" y="427541"/>
                  </a:lnTo>
                  <a:lnTo>
                    <a:pt x="44501" y="422758"/>
                  </a:lnTo>
                  <a:lnTo>
                    <a:pt x="43334" y="421079"/>
                  </a:lnTo>
                  <a:lnTo>
                    <a:pt x="41356" y="419690"/>
                  </a:lnTo>
                  <a:lnTo>
                    <a:pt x="40861" y="419734"/>
                  </a:lnTo>
                  <a:lnTo>
                    <a:pt x="36113" y="422352"/>
                  </a:lnTo>
                  <a:lnTo>
                    <a:pt x="34757" y="422609"/>
                  </a:lnTo>
                  <a:lnTo>
                    <a:pt x="33264" y="423983"/>
                  </a:lnTo>
                  <a:lnTo>
                    <a:pt x="32914" y="426603"/>
                  </a:lnTo>
                  <a:lnTo>
                    <a:pt x="31905" y="427063"/>
                  </a:lnTo>
                  <a:lnTo>
                    <a:pt x="31418" y="427971"/>
                  </a:lnTo>
                  <a:lnTo>
                    <a:pt x="29023" y="427660"/>
                  </a:lnTo>
                  <a:lnTo>
                    <a:pt x="26556" y="429861"/>
                  </a:lnTo>
                  <a:lnTo>
                    <a:pt x="26473" y="430787"/>
                  </a:lnTo>
                  <a:lnTo>
                    <a:pt x="25977" y="431139"/>
                  </a:lnTo>
                  <a:lnTo>
                    <a:pt x="25331" y="430726"/>
                  </a:lnTo>
                  <a:lnTo>
                    <a:pt x="24768" y="430933"/>
                  </a:lnTo>
                  <a:lnTo>
                    <a:pt x="23968" y="430719"/>
                  </a:lnTo>
                  <a:lnTo>
                    <a:pt x="22251" y="427621"/>
                  </a:lnTo>
                  <a:lnTo>
                    <a:pt x="21331" y="428005"/>
                  </a:lnTo>
                  <a:lnTo>
                    <a:pt x="19855" y="426820"/>
                  </a:lnTo>
                  <a:lnTo>
                    <a:pt x="19456" y="426298"/>
                  </a:lnTo>
                  <a:lnTo>
                    <a:pt x="19335" y="425680"/>
                  </a:lnTo>
                  <a:lnTo>
                    <a:pt x="16437" y="422515"/>
                  </a:lnTo>
                  <a:lnTo>
                    <a:pt x="15726" y="421378"/>
                  </a:lnTo>
                  <a:lnTo>
                    <a:pt x="15022" y="419576"/>
                  </a:lnTo>
                  <a:lnTo>
                    <a:pt x="15290" y="417885"/>
                  </a:lnTo>
                  <a:lnTo>
                    <a:pt x="15884" y="416963"/>
                  </a:lnTo>
                  <a:lnTo>
                    <a:pt x="14663" y="414842"/>
                  </a:lnTo>
                  <a:lnTo>
                    <a:pt x="10393" y="409999"/>
                  </a:lnTo>
                  <a:lnTo>
                    <a:pt x="10101" y="409157"/>
                  </a:lnTo>
                  <a:lnTo>
                    <a:pt x="8315" y="407854"/>
                  </a:lnTo>
                  <a:lnTo>
                    <a:pt x="8128" y="406707"/>
                  </a:lnTo>
                  <a:lnTo>
                    <a:pt x="8329" y="406321"/>
                  </a:lnTo>
                  <a:lnTo>
                    <a:pt x="8269" y="403146"/>
                  </a:lnTo>
                  <a:lnTo>
                    <a:pt x="7179" y="402545"/>
                  </a:lnTo>
                  <a:lnTo>
                    <a:pt x="8350" y="399003"/>
                  </a:lnTo>
                  <a:lnTo>
                    <a:pt x="9536" y="393019"/>
                  </a:lnTo>
                  <a:lnTo>
                    <a:pt x="8295" y="390333"/>
                  </a:lnTo>
                  <a:lnTo>
                    <a:pt x="351" y="386208"/>
                  </a:lnTo>
                  <a:lnTo>
                    <a:pt x="0" y="381978"/>
                  </a:lnTo>
                  <a:lnTo>
                    <a:pt x="2535" y="369533"/>
                  </a:lnTo>
                  <a:lnTo>
                    <a:pt x="9987" y="375226"/>
                  </a:lnTo>
                  <a:lnTo>
                    <a:pt x="23986" y="373198"/>
                  </a:lnTo>
                  <a:lnTo>
                    <a:pt x="32447" y="376037"/>
                  </a:lnTo>
                  <a:lnTo>
                    <a:pt x="34033" y="374880"/>
                  </a:lnTo>
                  <a:lnTo>
                    <a:pt x="35314" y="374355"/>
                  </a:lnTo>
                  <a:lnTo>
                    <a:pt x="37004" y="374661"/>
                  </a:lnTo>
                  <a:lnTo>
                    <a:pt x="37728" y="374289"/>
                  </a:lnTo>
                  <a:lnTo>
                    <a:pt x="43158" y="374376"/>
                  </a:lnTo>
                  <a:lnTo>
                    <a:pt x="46720" y="371384"/>
                  </a:lnTo>
                  <a:lnTo>
                    <a:pt x="51318" y="371268"/>
                  </a:lnTo>
                  <a:lnTo>
                    <a:pt x="54668" y="369555"/>
                  </a:lnTo>
                  <a:lnTo>
                    <a:pt x="64224" y="368020"/>
                  </a:lnTo>
                  <a:lnTo>
                    <a:pt x="65733" y="367225"/>
                  </a:lnTo>
                  <a:lnTo>
                    <a:pt x="66600" y="366450"/>
                  </a:lnTo>
                  <a:lnTo>
                    <a:pt x="69774" y="365511"/>
                  </a:lnTo>
                  <a:lnTo>
                    <a:pt x="71119" y="364472"/>
                  </a:lnTo>
                  <a:lnTo>
                    <a:pt x="73842" y="364567"/>
                  </a:lnTo>
                  <a:lnTo>
                    <a:pt x="74677" y="365083"/>
                  </a:lnTo>
                  <a:lnTo>
                    <a:pt x="76494" y="365139"/>
                  </a:lnTo>
                  <a:lnTo>
                    <a:pt x="77258" y="365549"/>
                  </a:lnTo>
                  <a:lnTo>
                    <a:pt x="77898" y="365299"/>
                  </a:lnTo>
                  <a:lnTo>
                    <a:pt x="82194" y="365333"/>
                  </a:lnTo>
                  <a:lnTo>
                    <a:pt x="85580" y="366756"/>
                  </a:lnTo>
                  <a:lnTo>
                    <a:pt x="91430" y="364886"/>
                  </a:lnTo>
                  <a:lnTo>
                    <a:pt x="101018" y="362889"/>
                  </a:lnTo>
                  <a:lnTo>
                    <a:pt x="103288" y="360251"/>
                  </a:lnTo>
                  <a:lnTo>
                    <a:pt x="103873" y="361265"/>
                  </a:lnTo>
                  <a:lnTo>
                    <a:pt x="105634" y="362391"/>
                  </a:lnTo>
                  <a:lnTo>
                    <a:pt x="108153" y="360390"/>
                  </a:lnTo>
                  <a:lnTo>
                    <a:pt x="109355" y="359804"/>
                  </a:lnTo>
                  <a:lnTo>
                    <a:pt x="111482" y="359354"/>
                  </a:lnTo>
                  <a:lnTo>
                    <a:pt x="116265" y="359665"/>
                  </a:lnTo>
                  <a:lnTo>
                    <a:pt x="118258" y="359391"/>
                  </a:lnTo>
                  <a:lnTo>
                    <a:pt x="120573" y="359737"/>
                  </a:lnTo>
                  <a:lnTo>
                    <a:pt x="122580" y="359087"/>
                  </a:lnTo>
                  <a:lnTo>
                    <a:pt x="124545" y="359342"/>
                  </a:lnTo>
                  <a:lnTo>
                    <a:pt x="126100" y="359091"/>
                  </a:lnTo>
                  <a:lnTo>
                    <a:pt x="128225" y="360173"/>
                  </a:lnTo>
                  <a:lnTo>
                    <a:pt x="131408" y="357324"/>
                  </a:lnTo>
                  <a:lnTo>
                    <a:pt x="143019" y="352711"/>
                  </a:lnTo>
                  <a:lnTo>
                    <a:pt x="144680" y="345733"/>
                  </a:lnTo>
                  <a:lnTo>
                    <a:pt x="148337" y="338683"/>
                  </a:lnTo>
                  <a:lnTo>
                    <a:pt x="145858" y="329336"/>
                  </a:lnTo>
                  <a:lnTo>
                    <a:pt x="143618" y="327298"/>
                  </a:lnTo>
                  <a:lnTo>
                    <a:pt x="148110" y="319158"/>
                  </a:lnTo>
                  <a:lnTo>
                    <a:pt x="151757" y="315708"/>
                  </a:lnTo>
                  <a:lnTo>
                    <a:pt x="150551" y="299845"/>
                  </a:lnTo>
                  <a:lnTo>
                    <a:pt x="145802" y="296405"/>
                  </a:lnTo>
                  <a:lnTo>
                    <a:pt x="143548" y="291496"/>
                  </a:lnTo>
                  <a:lnTo>
                    <a:pt x="143762" y="287249"/>
                  </a:lnTo>
                  <a:lnTo>
                    <a:pt x="147381" y="281994"/>
                  </a:lnTo>
                  <a:lnTo>
                    <a:pt x="150051" y="275628"/>
                  </a:lnTo>
                  <a:lnTo>
                    <a:pt x="150065" y="274244"/>
                  </a:lnTo>
                  <a:lnTo>
                    <a:pt x="150383" y="273293"/>
                  </a:lnTo>
                  <a:lnTo>
                    <a:pt x="150710" y="273479"/>
                  </a:lnTo>
                  <a:lnTo>
                    <a:pt x="151448" y="271443"/>
                  </a:lnTo>
                  <a:lnTo>
                    <a:pt x="152263" y="271121"/>
                  </a:lnTo>
                  <a:lnTo>
                    <a:pt x="152563" y="270493"/>
                  </a:lnTo>
                  <a:lnTo>
                    <a:pt x="153336" y="270188"/>
                  </a:lnTo>
                  <a:lnTo>
                    <a:pt x="155228" y="268633"/>
                  </a:lnTo>
                  <a:lnTo>
                    <a:pt x="156786" y="267950"/>
                  </a:lnTo>
                  <a:lnTo>
                    <a:pt x="157102" y="267610"/>
                  </a:lnTo>
                  <a:lnTo>
                    <a:pt x="158393" y="267336"/>
                  </a:lnTo>
                  <a:lnTo>
                    <a:pt x="159833" y="266644"/>
                  </a:lnTo>
                  <a:lnTo>
                    <a:pt x="159387" y="266272"/>
                  </a:lnTo>
                  <a:lnTo>
                    <a:pt x="158972" y="259364"/>
                  </a:lnTo>
                  <a:lnTo>
                    <a:pt x="159685" y="254025"/>
                  </a:lnTo>
                  <a:lnTo>
                    <a:pt x="159209" y="251491"/>
                  </a:lnTo>
                  <a:lnTo>
                    <a:pt x="157592" y="249892"/>
                  </a:lnTo>
                  <a:lnTo>
                    <a:pt x="150393" y="232708"/>
                  </a:lnTo>
                  <a:lnTo>
                    <a:pt x="150778" y="230301"/>
                  </a:lnTo>
                  <a:lnTo>
                    <a:pt x="152216" y="229183"/>
                  </a:lnTo>
                  <a:lnTo>
                    <a:pt x="151571" y="226398"/>
                  </a:lnTo>
                  <a:lnTo>
                    <a:pt x="152466" y="222301"/>
                  </a:lnTo>
                  <a:lnTo>
                    <a:pt x="153082" y="220721"/>
                  </a:lnTo>
                  <a:lnTo>
                    <a:pt x="153873" y="219219"/>
                  </a:lnTo>
                  <a:lnTo>
                    <a:pt x="154827" y="218127"/>
                  </a:lnTo>
                  <a:lnTo>
                    <a:pt x="155341" y="216757"/>
                  </a:lnTo>
                  <a:lnTo>
                    <a:pt x="156981" y="216345"/>
                  </a:lnTo>
                  <a:lnTo>
                    <a:pt x="157929" y="215502"/>
                  </a:lnTo>
                  <a:lnTo>
                    <a:pt x="155620" y="213490"/>
                  </a:lnTo>
                  <a:lnTo>
                    <a:pt x="160836" y="212391"/>
                  </a:lnTo>
                  <a:lnTo>
                    <a:pt x="161350" y="209533"/>
                  </a:lnTo>
                  <a:lnTo>
                    <a:pt x="158269" y="205180"/>
                  </a:lnTo>
                  <a:lnTo>
                    <a:pt x="160041" y="202119"/>
                  </a:lnTo>
                  <a:lnTo>
                    <a:pt x="161219" y="201066"/>
                  </a:lnTo>
                  <a:lnTo>
                    <a:pt x="162196" y="198983"/>
                  </a:lnTo>
                  <a:lnTo>
                    <a:pt x="162707" y="194946"/>
                  </a:lnTo>
                  <a:lnTo>
                    <a:pt x="163650" y="191658"/>
                  </a:lnTo>
                  <a:lnTo>
                    <a:pt x="167570" y="189401"/>
                  </a:lnTo>
                  <a:lnTo>
                    <a:pt x="168534" y="187591"/>
                  </a:lnTo>
                  <a:lnTo>
                    <a:pt x="170313" y="185773"/>
                  </a:lnTo>
                  <a:lnTo>
                    <a:pt x="172427" y="181903"/>
                  </a:lnTo>
                  <a:lnTo>
                    <a:pt x="175114" y="177797"/>
                  </a:lnTo>
                  <a:lnTo>
                    <a:pt x="181749" y="174072"/>
                  </a:lnTo>
                  <a:lnTo>
                    <a:pt x="187099" y="173223"/>
                  </a:lnTo>
                  <a:lnTo>
                    <a:pt x="188792" y="170446"/>
                  </a:lnTo>
                  <a:lnTo>
                    <a:pt x="189436" y="167994"/>
                  </a:lnTo>
                  <a:lnTo>
                    <a:pt x="190496" y="166285"/>
                  </a:lnTo>
                  <a:lnTo>
                    <a:pt x="193642" y="165240"/>
                  </a:lnTo>
                  <a:lnTo>
                    <a:pt x="199953" y="161466"/>
                  </a:lnTo>
                  <a:lnTo>
                    <a:pt x="201248" y="159376"/>
                  </a:lnTo>
                  <a:lnTo>
                    <a:pt x="207571" y="158113"/>
                  </a:lnTo>
                  <a:lnTo>
                    <a:pt x="208744" y="156778"/>
                  </a:lnTo>
                  <a:lnTo>
                    <a:pt x="213046" y="155756"/>
                  </a:lnTo>
                  <a:lnTo>
                    <a:pt x="217769" y="154001"/>
                  </a:lnTo>
                  <a:lnTo>
                    <a:pt x="216546" y="140175"/>
                  </a:lnTo>
                  <a:lnTo>
                    <a:pt x="215845" y="140488"/>
                  </a:lnTo>
                  <a:lnTo>
                    <a:pt x="215220" y="140471"/>
                  </a:lnTo>
                  <a:lnTo>
                    <a:pt x="214709" y="140857"/>
                  </a:lnTo>
                  <a:lnTo>
                    <a:pt x="214533" y="141381"/>
                  </a:lnTo>
                  <a:lnTo>
                    <a:pt x="213343" y="141180"/>
                  </a:lnTo>
                  <a:lnTo>
                    <a:pt x="212661" y="141620"/>
                  </a:lnTo>
                  <a:lnTo>
                    <a:pt x="212076" y="141331"/>
                  </a:lnTo>
                  <a:lnTo>
                    <a:pt x="211926" y="141597"/>
                  </a:lnTo>
                  <a:lnTo>
                    <a:pt x="211388" y="141744"/>
                  </a:lnTo>
                  <a:lnTo>
                    <a:pt x="210578" y="141660"/>
                  </a:lnTo>
                  <a:lnTo>
                    <a:pt x="210030" y="141332"/>
                  </a:lnTo>
                  <a:lnTo>
                    <a:pt x="209704" y="141655"/>
                  </a:lnTo>
                  <a:lnTo>
                    <a:pt x="209346" y="141307"/>
                  </a:lnTo>
                  <a:lnTo>
                    <a:pt x="206155" y="140719"/>
                  </a:lnTo>
                  <a:lnTo>
                    <a:pt x="205504" y="140847"/>
                  </a:lnTo>
                  <a:lnTo>
                    <a:pt x="204969" y="141684"/>
                  </a:lnTo>
                  <a:lnTo>
                    <a:pt x="204011" y="141328"/>
                  </a:lnTo>
                  <a:lnTo>
                    <a:pt x="203357" y="141421"/>
                  </a:lnTo>
                  <a:lnTo>
                    <a:pt x="201352" y="141076"/>
                  </a:lnTo>
                  <a:lnTo>
                    <a:pt x="201196" y="141506"/>
                  </a:lnTo>
                  <a:lnTo>
                    <a:pt x="200049" y="141351"/>
                  </a:lnTo>
                  <a:lnTo>
                    <a:pt x="199462" y="141796"/>
                  </a:lnTo>
                  <a:lnTo>
                    <a:pt x="197097" y="141463"/>
                  </a:lnTo>
                  <a:lnTo>
                    <a:pt x="195303" y="142449"/>
                  </a:lnTo>
                  <a:lnTo>
                    <a:pt x="193243" y="142112"/>
                  </a:lnTo>
                  <a:lnTo>
                    <a:pt x="192808" y="142625"/>
                  </a:lnTo>
                  <a:lnTo>
                    <a:pt x="192350" y="142592"/>
                  </a:lnTo>
                  <a:lnTo>
                    <a:pt x="190780" y="143188"/>
                  </a:lnTo>
                  <a:lnTo>
                    <a:pt x="190000" y="142876"/>
                  </a:lnTo>
                  <a:lnTo>
                    <a:pt x="189382" y="143101"/>
                  </a:lnTo>
                  <a:lnTo>
                    <a:pt x="186851" y="143097"/>
                  </a:lnTo>
                  <a:lnTo>
                    <a:pt x="185919" y="143453"/>
                  </a:lnTo>
                  <a:lnTo>
                    <a:pt x="185795" y="144029"/>
                  </a:lnTo>
                  <a:lnTo>
                    <a:pt x="183744" y="144213"/>
                  </a:lnTo>
                  <a:lnTo>
                    <a:pt x="182945" y="144536"/>
                  </a:lnTo>
                  <a:lnTo>
                    <a:pt x="182783" y="145390"/>
                  </a:lnTo>
                  <a:lnTo>
                    <a:pt x="180535" y="144907"/>
                  </a:lnTo>
                  <a:lnTo>
                    <a:pt x="180148" y="144493"/>
                  </a:lnTo>
                  <a:lnTo>
                    <a:pt x="179623" y="144468"/>
                  </a:lnTo>
                  <a:lnTo>
                    <a:pt x="178451" y="145131"/>
                  </a:lnTo>
                  <a:lnTo>
                    <a:pt x="177040" y="144986"/>
                  </a:lnTo>
                  <a:lnTo>
                    <a:pt x="176445" y="144297"/>
                  </a:lnTo>
                  <a:lnTo>
                    <a:pt x="175564" y="144261"/>
                  </a:lnTo>
                  <a:lnTo>
                    <a:pt x="173502" y="144603"/>
                  </a:lnTo>
                  <a:lnTo>
                    <a:pt x="171102" y="144253"/>
                  </a:lnTo>
                  <a:lnTo>
                    <a:pt x="168246" y="145160"/>
                  </a:lnTo>
                  <a:lnTo>
                    <a:pt x="165898" y="145001"/>
                  </a:lnTo>
                  <a:lnTo>
                    <a:pt x="164131" y="143640"/>
                  </a:lnTo>
                  <a:lnTo>
                    <a:pt x="164153" y="143435"/>
                  </a:lnTo>
                  <a:lnTo>
                    <a:pt x="167105" y="142988"/>
                  </a:lnTo>
                  <a:lnTo>
                    <a:pt x="170562" y="141993"/>
                  </a:lnTo>
                  <a:lnTo>
                    <a:pt x="173395" y="140597"/>
                  </a:lnTo>
                  <a:lnTo>
                    <a:pt x="180388" y="140094"/>
                  </a:lnTo>
                  <a:lnTo>
                    <a:pt x="182976" y="139670"/>
                  </a:lnTo>
                  <a:lnTo>
                    <a:pt x="190505" y="137839"/>
                  </a:lnTo>
                  <a:lnTo>
                    <a:pt x="192429" y="137580"/>
                  </a:lnTo>
                  <a:lnTo>
                    <a:pt x="196039" y="136469"/>
                  </a:lnTo>
                  <a:lnTo>
                    <a:pt x="199287" y="134875"/>
                  </a:lnTo>
                  <a:lnTo>
                    <a:pt x="203295" y="135332"/>
                  </a:lnTo>
                  <a:lnTo>
                    <a:pt x="207742" y="133566"/>
                  </a:lnTo>
                  <a:lnTo>
                    <a:pt x="209226" y="132565"/>
                  </a:lnTo>
                  <a:lnTo>
                    <a:pt x="209978" y="130882"/>
                  </a:lnTo>
                  <a:lnTo>
                    <a:pt x="209958" y="130132"/>
                  </a:lnTo>
                  <a:lnTo>
                    <a:pt x="208889" y="128376"/>
                  </a:lnTo>
                  <a:lnTo>
                    <a:pt x="207462" y="124343"/>
                  </a:lnTo>
                  <a:lnTo>
                    <a:pt x="209905" y="124338"/>
                  </a:lnTo>
                  <a:lnTo>
                    <a:pt x="212106" y="119299"/>
                  </a:lnTo>
                  <a:lnTo>
                    <a:pt x="212346" y="116281"/>
                  </a:lnTo>
                  <a:lnTo>
                    <a:pt x="213603" y="114135"/>
                  </a:lnTo>
                  <a:lnTo>
                    <a:pt x="216439" y="111050"/>
                  </a:lnTo>
                  <a:lnTo>
                    <a:pt x="217113" y="110708"/>
                  </a:lnTo>
                  <a:lnTo>
                    <a:pt x="218241" y="110831"/>
                  </a:lnTo>
                  <a:lnTo>
                    <a:pt x="220232" y="114332"/>
                  </a:lnTo>
                  <a:lnTo>
                    <a:pt x="221334" y="114471"/>
                  </a:lnTo>
                  <a:lnTo>
                    <a:pt x="221493" y="115816"/>
                  </a:lnTo>
                  <a:lnTo>
                    <a:pt x="223055" y="117073"/>
                  </a:lnTo>
                  <a:lnTo>
                    <a:pt x="223926" y="117285"/>
                  </a:lnTo>
                  <a:lnTo>
                    <a:pt x="225759" y="116089"/>
                  </a:lnTo>
                  <a:lnTo>
                    <a:pt x="226642" y="115870"/>
                  </a:lnTo>
                  <a:lnTo>
                    <a:pt x="228202" y="116758"/>
                  </a:lnTo>
                  <a:lnTo>
                    <a:pt x="230628" y="116336"/>
                  </a:lnTo>
                  <a:lnTo>
                    <a:pt x="232408" y="115092"/>
                  </a:lnTo>
                  <a:lnTo>
                    <a:pt x="233483" y="115462"/>
                  </a:lnTo>
                  <a:lnTo>
                    <a:pt x="233818" y="116103"/>
                  </a:lnTo>
                  <a:lnTo>
                    <a:pt x="237616" y="116030"/>
                  </a:lnTo>
                  <a:lnTo>
                    <a:pt x="238163" y="114996"/>
                  </a:lnTo>
                  <a:lnTo>
                    <a:pt x="242904" y="118301"/>
                  </a:lnTo>
                  <a:lnTo>
                    <a:pt x="244902" y="118331"/>
                  </a:lnTo>
                  <a:lnTo>
                    <a:pt x="248595" y="122217"/>
                  </a:lnTo>
                  <a:lnTo>
                    <a:pt x="251999" y="120154"/>
                  </a:lnTo>
                  <a:lnTo>
                    <a:pt x="255254" y="118765"/>
                  </a:lnTo>
                  <a:lnTo>
                    <a:pt x="259133" y="118328"/>
                  </a:lnTo>
                  <a:lnTo>
                    <a:pt x="264286" y="117081"/>
                  </a:lnTo>
                  <a:lnTo>
                    <a:pt x="264983" y="118251"/>
                  </a:lnTo>
                  <a:lnTo>
                    <a:pt x="268835" y="118458"/>
                  </a:lnTo>
                  <a:lnTo>
                    <a:pt x="273417" y="117666"/>
                  </a:lnTo>
                  <a:lnTo>
                    <a:pt x="275632" y="118332"/>
                  </a:lnTo>
                  <a:lnTo>
                    <a:pt x="279492" y="120809"/>
                  </a:lnTo>
                  <a:lnTo>
                    <a:pt x="281619" y="121913"/>
                  </a:lnTo>
                  <a:lnTo>
                    <a:pt x="282968" y="121314"/>
                  </a:lnTo>
                  <a:lnTo>
                    <a:pt x="283245" y="118798"/>
                  </a:lnTo>
                  <a:lnTo>
                    <a:pt x="285313" y="117276"/>
                  </a:lnTo>
                  <a:lnTo>
                    <a:pt x="286771" y="114379"/>
                  </a:lnTo>
                  <a:lnTo>
                    <a:pt x="289126" y="111297"/>
                  </a:lnTo>
                  <a:lnTo>
                    <a:pt x="290465" y="110744"/>
                  </a:lnTo>
                  <a:lnTo>
                    <a:pt x="291431" y="108439"/>
                  </a:lnTo>
                  <a:lnTo>
                    <a:pt x="293057" y="106233"/>
                  </a:lnTo>
                  <a:lnTo>
                    <a:pt x="292888" y="105645"/>
                  </a:lnTo>
                  <a:lnTo>
                    <a:pt x="293066" y="104142"/>
                  </a:lnTo>
                  <a:lnTo>
                    <a:pt x="291251" y="102871"/>
                  </a:lnTo>
                  <a:lnTo>
                    <a:pt x="290125" y="99903"/>
                  </a:lnTo>
                  <a:lnTo>
                    <a:pt x="292526" y="97047"/>
                  </a:lnTo>
                  <a:lnTo>
                    <a:pt x="290293" y="94450"/>
                  </a:lnTo>
                  <a:lnTo>
                    <a:pt x="287762" y="95596"/>
                  </a:lnTo>
                  <a:lnTo>
                    <a:pt x="285618" y="95402"/>
                  </a:lnTo>
                  <a:lnTo>
                    <a:pt x="284065" y="94726"/>
                  </a:lnTo>
                  <a:lnTo>
                    <a:pt x="283925" y="92782"/>
                  </a:lnTo>
                  <a:lnTo>
                    <a:pt x="282374" y="87543"/>
                  </a:lnTo>
                  <a:lnTo>
                    <a:pt x="288346" y="83120"/>
                  </a:lnTo>
                  <a:lnTo>
                    <a:pt x="288253" y="82003"/>
                  </a:lnTo>
                  <a:lnTo>
                    <a:pt x="287543" y="79710"/>
                  </a:lnTo>
                  <a:lnTo>
                    <a:pt x="289050" y="77337"/>
                  </a:lnTo>
                  <a:lnTo>
                    <a:pt x="287738" y="76099"/>
                  </a:lnTo>
                  <a:lnTo>
                    <a:pt x="289047" y="74698"/>
                  </a:lnTo>
                  <a:lnTo>
                    <a:pt x="289525" y="71436"/>
                  </a:lnTo>
                  <a:lnTo>
                    <a:pt x="289236" y="70211"/>
                  </a:lnTo>
                  <a:lnTo>
                    <a:pt x="289700" y="69907"/>
                  </a:lnTo>
                  <a:lnTo>
                    <a:pt x="289426" y="69216"/>
                  </a:lnTo>
                  <a:lnTo>
                    <a:pt x="289877" y="67942"/>
                  </a:lnTo>
                  <a:lnTo>
                    <a:pt x="289692" y="67089"/>
                  </a:lnTo>
                  <a:lnTo>
                    <a:pt x="291069" y="65811"/>
                  </a:lnTo>
                  <a:lnTo>
                    <a:pt x="290940" y="64940"/>
                  </a:lnTo>
                  <a:lnTo>
                    <a:pt x="291182" y="64711"/>
                  </a:lnTo>
                  <a:lnTo>
                    <a:pt x="291629" y="64717"/>
                  </a:lnTo>
                  <a:lnTo>
                    <a:pt x="293054" y="63735"/>
                  </a:lnTo>
                  <a:lnTo>
                    <a:pt x="296317" y="63127"/>
                  </a:lnTo>
                  <a:lnTo>
                    <a:pt x="296979" y="62554"/>
                  </a:lnTo>
                  <a:lnTo>
                    <a:pt x="297143" y="61674"/>
                  </a:lnTo>
                  <a:lnTo>
                    <a:pt x="296896" y="61367"/>
                  </a:lnTo>
                  <a:lnTo>
                    <a:pt x="296961" y="61014"/>
                  </a:lnTo>
                  <a:lnTo>
                    <a:pt x="298114" y="58718"/>
                  </a:lnTo>
                  <a:lnTo>
                    <a:pt x="297908" y="56213"/>
                  </a:lnTo>
                  <a:lnTo>
                    <a:pt x="298031" y="55095"/>
                  </a:lnTo>
                  <a:lnTo>
                    <a:pt x="299176" y="53814"/>
                  </a:lnTo>
                  <a:lnTo>
                    <a:pt x="302588" y="54202"/>
                  </a:lnTo>
                  <a:lnTo>
                    <a:pt x="307559" y="52115"/>
                  </a:lnTo>
                  <a:lnTo>
                    <a:pt x="310651" y="51576"/>
                  </a:lnTo>
                  <a:lnTo>
                    <a:pt x="312545" y="50704"/>
                  </a:lnTo>
                  <a:lnTo>
                    <a:pt x="316057" y="49844"/>
                  </a:lnTo>
                  <a:lnTo>
                    <a:pt x="317241" y="48969"/>
                  </a:lnTo>
                  <a:lnTo>
                    <a:pt x="319798" y="49676"/>
                  </a:lnTo>
                  <a:lnTo>
                    <a:pt x="322021" y="51000"/>
                  </a:lnTo>
                  <a:lnTo>
                    <a:pt x="322897" y="50951"/>
                  </a:lnTo>
                  <a:lnTo>
                    <a:pt x="324766" y="51332"/>
                  </a:lnTo>
                  <a:lnTo>
                    <a:pt x="325924" y="51166"/>
                  </a:lnTo>
                  <a:lnTo>
                    <a:pt x="326469" y="51400"/>
                  </a:lnTo>
                  <a:lnTo>
                    <a:pt x="327684" y="52531"/>
                  </a:lnTo>
                  <a:lnTo>
                    <a:pt x="330521" y="53049"/>
                  </a:lnTo>
                  <a:lnTo>
                    <a:pt x="330904" y="54058"/>
                  </a:lnTo>
                  <a:lnTo>
                    <a:pt x="331292" y="54389"/>
                  </a:lnTo>
                  <a:lnTo>
                    <a:pt x="332138" y="54540"/>
                  </a:lnTo>
                  <a:lnTo>
                    <a:pt x="333094" y="55301"/>
                  </a:lnTo>
                  <a:lnTo>
                    <a:pt x="335840" y="56449"/>
                  </a:lnTo>
                  <a:lnTo>
                    <a:pt x="336121" y="57292"/>
                  </a:lnTo>
                  <a:lnTo>
                    <a:pt x="338113" y="58052"/>
                  </a:lnTo>
                  <a:lnTo>
                    <a:pt x="340853" y="58003"/>
                  </a:lnTo>
                  <a:lnTo>
                    <a:pt x="342561" y="59023"/>
                  </a:lnTo>
                  <a:lnTo>
                    <a:pt x="342934" y="58754"/>
                  </a:lnTo>
                  <a:lnTo>
                    <a:pt x="342679" y="57923"/>
                  </a:lnTo>
                  <a:lnTo>
                    <a:pt x="342855" y="57502"/>
                  </a:lnTo>
                  <a:lnTo>
                    <a:pt x="343882" y="57651"/>
                  </a:lnTo>
                  <a:lnTo>
                    <a:pt x="344114" y="57352"/>
                  </a:lnTo>
                  <a:lnTo>
                    <a:pt x="344708" y="57473"/>
                  </a:lnTo>
                  <a:lnTo>
                    <a:pt x="345924" y="56560"/>
                  </a:lnTo>
                  <a:lnTo>
                    <a:pt x="347596" y="56581"/>
                  </a:lnTo>
                  <a:lnTo>
                    <a:pt x="368240" y="59438"/>
                  </a:lnTo>
                  <a:lnTo>
                    <a:pt x="368741" y="60013"/>
                  </a:lnTo>
                  <a:lnTo>
                    <a:pt x="371409" y="60820"/>
                  </a:lnTo>
                  <a:lnTo>
                    <a:pt x="371874" y="61323"/>
                  </a:lnTo>
                  <a:lnTo>
                    <a:pt x="374154" y="61246"/>
                  </a:lnTo>
                  <a:lnTo>
                    <a:pt x="374673" y="60624"/>
                  </a:lnTo>
                  <a:lnTo>
                    <a:pt x="375327" y="60516"/>
                  </a:lnTo>
                  <a:lnTo>
                    <a:pt x="375931" y="59624"/>
                  </a:lnTo>
                  <a:lnTo>
                    <a:pt x="376155" y="58215"/>
                  </a:lnTo>
                  <a:lnTo>
                    <a:pt x="377891" y="56197"/>
                  </a:lnTo>
                  <a:lnTo>
                    <a:pt x="377811" y="55025"/>
                  </a:lnTo>
                  <a:lnTo>
                    <a:pt x="377045" y="53442"/>
                  </a:lnTo>
                  <a:lnTo>
                    <a:pt x="376728" y="52006"/>
                  </a:lnTo>
                  <a:lnTo>
                    <a:pt x="376916" y="51553"/>
                  </a:lnTo>
                  <a:lnTo>
                    <a:pt x="376933" y="49871"/>
                  </a:lnTo>
                  <a:lnTo>
                    <a:pt x="378241" y="49146"/>
                  </a:lnTo>
                  <a:lnTo>
                    <a:pt x="378497" y="48742"/>
                  </a:lnTo>
                  <a:lnTo>
                    <a:pt x="377826" y="48135"/>
                  </a:lnTo>
                  <a:lnTo>
                    <a:pt x="378132" y="46924"/>
                  </a:lnTo>
                  <a:lnTo>
                    <a:pt x="379103" y="46409"/>
                  </a:lnTo>
                  <a:lnTo>
                    <a:pt x="379622" y="45602"/>
                  </a:lnTo>
                  <a:lnTo>
                    <a:pt x="379977" y="45575"/>
                  </a:lnTo>
                  <a:lnTo>
                    <a:pt x="380327" y="46139"/>
                  </a:lnTo>
                  <a:lnTo>
                    <a:pt x="380979" y="46331"/>
                  </a:lnTo>
                  <a:lnTo>
                    <a:pt x="381460" y="46153"/>
                  </a:lnTo>
                  <a:lnTo>
                    <a:pt x="381628" y="45099"/>
                  </a:lnTo>
                  <a:lnTo>
                    <a:pt x="382297" y="44700"/>
                  </a:lnTo>
                  <a:lnTo>
                    <a:pt x="381850" y="43599"/>
                  </a:lnTo>
                  <a:lnTo>
                    <a:pt x="382600" y="42545"/>
                  </a:lnTo>
                  <a:lnTo>
                    <a:pt x="382591" y="42208"/>
                  </a:lnTo>
                  <a:lnTo>
                    <a:pt x="381725" y="40937"/>
                  </a:lnTo>
                  <a:lnTo>
                    <a:pt x="382245" y="40136"/>
                  </a:lnTo>
                  <a:lnTo>
                    <a:pt x="381997" y="38668"/>
                  </a:lnTo>
                  <a:lnTo>
                    <a:pt x="381586" y="38160"/>
                  </a:lnTo>
                  <a:lnTo>
                    <a:pt x="382020" y="37651"/>
                  </a:lnTo>
                  <a:lnTo>
                    <a:pt x="382168" y="36429"/>
                  </a:lnTo>
                  <a:lnTo>
                    <a:pt x="381470" y="36403"/>
                  </a:lnTo>
                  <a:lnTo>
                    <a:pt x="381321" y="35672"/>
                  </a:lnTo>
                  <a:lnTo>
                    <a:pt x="380638" y="35450"/>
                  </a:lnTo>
                  <a:lnTo>
                    <a:pt x="380818" y="34084"/>
                  </a:lnTo>
                  <a:lnTo>
                    <a:pt x="379750" y="33077"/>
                  </a:lnTo>
                  <a:lnTo>
                    <a:pt x="379782" y="32889"/>
                  </a:lnTo>
                  <a:lnTo>
                    <a:pt x="380551" y="32678"/>
                  </a:lnTo>
                  <a:lnTo>
                    <a:pt x="379160" y="30421"/>
                  </a:lnTo>
                  <a:lnTo>
                    <a:pt x="379559" y="30158"/>
                  </a:lnTo>
                  <a:lnTo>
                    <a:pt x="380830" y="30077"/>
                  </a:lnTo>
                  <a:lnTo>
                    <a:pt x="380970" y="29344"/>
                  </a:lnTo>
                  <a:lnTo>
                    <a:pt x="380632" y="28541"/>
                  </a:lnTo>
                  <a:lnTo>
                    <a:pt x="380993" y="28102"/>
                  </a:lnTo>
                  <a:lnTo>
                    <a:pt x="381009" y="27667"/>
                  </a:lnTo>
                  <a:lnTo>
                    <a:pt x="381372" y="27688"/>
                  </a:lnTo>
                  <a:lnTo>
                    <a:pt x="381562" y="27385"/>
                  </a:lnTo>
                  <a:lnTo>
                    <a:pt x="381479" y="26607"/>
                  </a:lnTo>
                  <a:lnTo>
                    <a:pt x="381897" y="26596"/>
                  </a:lnTo>
                  <a:lnTo>
                    <a:pt x="382240" y="25971"/>
                  </a:lnTo>
                  <a:lnTo>
                    <a:pt x="381946" y="24955"/>
                  </a:lnTo>
                  <a:lnTo>
                    <a:pt x="381330" y="25195"/>
                  </a:lnTo>
                  <a:lnTo>
                    <a:pt x="381253" y="24854"/>
                  </a:lnTo>
                  <a:lnTo>
                    <a:pt x="381531" y="24275"/>
                  </a:lnTo>
                  <a:lnTo>
                    <a:pt x="382144" y="24418"/>
                  </a:lnTo>
                  <a:lnTo>
                    <a:pt x="382579" y="24178"/>
                  </a:lnTo>
                  <a:lnTo>
                    <a:pt x="383389" y="22431"/>
                  </a:lnTo>
                  <a:lnTo>
                    <a:pt x="383745" y="20754"/>
                  </a:lnTo>
                  <a:lnTo>
                    <a:pt x="383562" y="20046"/>
                  </a:lnTo>
                  <a:lnTo>
                    <a:pt x="383709" y="19471"/>
                  </a:lnTo>
                  <a:lnTo>
                    <a:pt x="382856" y="18903"/>
                  </a:lnTo>
                  <a:lnTo>
                    <a:pt x="382647" y="18090"/>
                  </a:lnTo>
                  <a:lnTo>
                    <a:pt x="383483" y="16197"/>
                  </a:lnTo>
                  <a:lnTo>
                    <a:pt x="384563" y="15645"/>
                  </a:lnTo>
                  <a:lnTo>
                    <a:pt x="384607" y="15037"/>
                  </a:lnTo>
                  <a:lnTo>
                    <a:pt x="385183" y="14552"/>
                  </a:lnTo>
                  <a:lnTo>
                    <a:pt x="384997" y="12572"/>
                  </a:lnTo>
                  <a:lnTo>
                    <a:pt x="385311" y="12591"/>
                  </a:lnTo>
                  <a:lnTo>
                    <a:pt x="386461" y="11912"/>
                  </a:lnTo>
                  <a:lnTo>
                    <a:pt x="387105" y="12061"/>
                  </a:lnTo>
                  <a:lnTo>
                    <a:pt x="389145" y="11738"/>
                  </a:lnTo>
                  <a:lnTo>
                    <a:pt x="389571" y="11492"/>
                  </a:lnTo>
                  <a:lnTo>
                    <a:pt x="390291" y="11648"/>
                  </a:lnTo>
                  <a:lnTo>
                    <a:pt x="390263" y="11815"/>
                  </a:lnTo>
                  <a:lnTo>
                    <a:pt x="391311" y="11875"/>
                  </a:lnTo>
                  <a:lnTo>
                    <a:pt x="393591" y="13385"/>
                  </a:lnTo>
                  <a:lnTo>
                    <a:pt x="394044" y="13184"/>
                  </a:lnTo>
                  <a:lnTo>
                    <a:pt x="394825" y="13517"/>
                  </a:lnTo>
                  <a:lnTo>
                    <a:pt x="395345" y="13455"/>
                  </a:lnTo>
                  <a:lnTo>
                    <a:pt x="396151" y="12796"/>
                  </a:lnTo>
                  <a:lnTo>
                    <a:pt x="396429" y="12167"/>
                  </a:lnTo>
                  <a:lnTo>
                    <a:pt x="396841" y="12067"/>
                  </a:lnTo>
                  <a:lnTo>
                    <a:pt x="397271" y="11606"/>
                  </a:lnTo>
                  <a:lnTo>
                    <a:pt x="397271" y="10958"/>
                  </a:lnTo>
                  <a:lnTo>
                    <a:pt x="397703" y="10544"/>
                  </a:lnTo>
                  <a:lnTo>
                    <a:pt x="397657" y="10228"/>
                  </a:lnTo>
                  <a:lnTo>
                    <a:pt x="398914" y="9095"/>
                  </a:lnTo>
                  <a:lnTo>
                    <a:pt x="400288" y="9121"/>
                  </a:lnTo>
                  <a:lnTo>
                    <a:pt x="400713" y="9365"/>
                  </a:lnTo>
                  <a:lnTo>
                    <a:pt x="400853" y="9782"/>
                  </a:lnTo>
                  <a:lnTo>
                    <a:pt x="401363" y="9850"/>
                  </a:lnTo>
                  <a:lnTo>
                    <a:pt x="404344" y="8396"/>
                  </a:lnTo>
                  <a:lnTo>
                    <a:pt x="404747" y="8720"/>
                  </a:lnTo>
                  <a:lnTo>
                    <a:pt x="405445" y="8780"/>
                  </a:lnTo>
                  <a:lnTo>
                    <a:pt x="406077" y="9237"/>
                  </a:lnTo>
                  <a:lnTo>
                    <a:pt x="406748" y="9386"/>
                  </a:lnTo>
                  <a:lnTo>
                    <a:pt x="407064" y="9690"/>
                  </a:lnTo>
                  <a:lnTo>
                    <a:pt x="406950" y="10063"/>
                  </a:lnTo>
                  <a:lnTo>
                    <a:pt x="407195" y="10727"/>
                  </a:lnTo>
                  <a:lnTo>
                    <a:pt x="408256" y="11318"/>
                  </a:lnTo>
                  <a:lnTo>
                    <a:pt x="408596" y="11044"/>
                  </a:lnTo>
                  <a:lnTo>
                    <a:pt x="410091" y="11687"/>
                  </a:lnTo>
                  <a:lnTo>
                    <a:pt x="411413" y="11413"/>
                  </a:lnTo>
                  <a:lnTo>
                    <a:pt x="411881" y="11518"/>
                  </a:lnTo>
                  <a:lnTo>
                    <a:pt x="412601" y="10894"/>
                  </a:lnTo>
                  <a:lnTo>
                    <a:pt x="413529" y="10705"/>
                  </a:lnTo>
                  <a:lnTo>
                    <a:pt x="414051" y="9661"/>
                  </a:lnTo>
                  <a:lnTo>
                    <a:pt x="414886" y="9455"/>
                  </a:lnTo>
                  <a:lnTo>
                    <a:pt x="415873" y="7882"/>
                  </a:lnTo>
                  <a:lnTo>
                    <a:pt x="416867" y="7063"/>
                  </a:lnTo>
                  <a:lnTo>
                    <a:pt x="419018" y="3730"/>
                  </a:lnTo>
                  <a:lnTo>
                    <a:pt x="420127" y="2570"/>
                  </a:lnTo>
                  <a:lnTo>
                    <a:pt x="421921" y="980"/>
                  </a:lnTo>
                  <a:lnTo>
                    <a:pt x="423225" y="481"/>
                  </a:lnTo>
                  <a:lnTo>
                    <a:pt x="426850" y="0"/>
                  </a:lnTo>
                  <a:lnTo>
                    <a:pt x="429853" y="35"/>
                  </a:lnTo>
                  <a:lnTo>
                    <a:pt x="431467" y="1006"/>
                  </a:lnTo>
                  <a:lnTo>
                    <a:pt x="432761" y="1419"/>
                  </a:lnTo>
                  <a:lnTo>
                    <a:pt x="433573" y="3047"/>
                  </a:lnTo>
                  <a:lnTo>
                    <a:pt x="434367" y="3408"/>
                  </a:lnTo>
                  <a:lnTo>
                    <a:pt x="434787" y="3320"/>
                  </a:lnTo>
                  <a:lnTo>
                    <a:pt x="435512" y="3168"/>
                  </a:lnTo>
                  <a:lnTo>
                    <a:pt x="437042" y="3257"/>
                  </a:lnTo>
                  <a:lnTo>
                    <a:pt x="441069" y="2095"/>
                  </a:lnTo>
                  <a:lnTo>
                    <a:pt x="443262" y="1949"/>
                  </a:lnTo>
                  <a:lnTo>
                    <a:pt x="444523" y="1624"/>
                  </a:lnTo>
                  <a:lnTo>
                    <a:pt x="450355" y="2940"/>
                  </a:lnTo>
                  <a:lnTo>
                    <a:pt x="450281" y="3285"/>
                  </a:lnTo>
                  <a:lnTo>
                    <a:pt x="451107" y="3648"/>
                  </a:lnTo>
                  <a:lnTo>
                    <a:pt x="451500" y="4170"/>
                  </a:lnTo>
                  <a:lnTo>
                    <a:pt x="451459" y="5923"/>
                  </a:lnTo>
                  <a:lnTo>
                    <a:pt x="452092" y="5697"/>
                  </a:lnTo>
                  <a:lnTo>
                    <a:pt x="453348" y="4736"/>
                  </a:lnTo>
                  <a:lnTo>
                    <a:pt x="455622" y="3850"/>
                  </a:lnTo>
                  <a:lnTo>
                    <a:pt x="459690" y="4117"/>
                  </a:lnTo>
                  <a:lnTo>
                    <a:pt x="460174" y="4501"/>
                  </a:lnTo>
                  <a:lnTo>
                    <a:pt x="461691" y="4262"/>
                  </a:lnTo>
                  <a:lnTo>
                    <a:pt x="461791" y="3675"/>
                  </a:lnTo>
                  <a:lnTo>
                    <a:pt x="464903" y="3639"/>
                  </a:lnTo>
                  <a:lnTo>
                    <a:pt x="466591" y="2958"/>
                  </a:lnTo>
                  <a:lnTo>
                    <a:pt x="466555" y="4256"/>
                  </a:lnTo>
                  <a:lnTo>
                    <a:pt x="466980" y="4387"/>
                  </a:lnTo>
                  <a:lnTo>
                    <a:pt x="466956" y="4827"/>
                  </a:lnTo>
                  <a:lnTo>
                    <a:pt x="467502" y="4855"/>
                  </a:lnTo>
                  <a:lnTo>
                    <a:pt x="467401" y="5035"/>
                  </a:lnTo>
                  <a:lnTo>
                    <a:pt x="467657" y="5149"/>
                  </a:lnTo>
                  <a:lnTo>
                    <a:pt x="469098" y="4738"/>
                  </a:lnTo>
                  <a:lnTo>
                    <a:pt x="469437" y="4953"/>
                  </a:lnTo>
                  <a:lnTo>
                    <a:pt x="469391" y="5211"/>
                  </a:lnTo>
                  <a:lnTo>
                    <a:pt x="470120" y="5335"/>
                  </a:lnTo>
                  <a:lnTo>
                    <a:pt x="470486" y="5107"/>
                  </a:lnTo>
                  <a:lnTo>
                    <a:pt x="470681" y="5399"/>
                  </a:lnTo>
                  <a:lnTo>
                    <a:pt x="471025" y="5299"/>
                  </a:lnTo>
                  <a:lnTo>
                    <a:pt x="471885" y="6233"/>
                  </a:lnTo>
                  <a:lnTo>
                    <a:pt x="472811" y="6671"/>
                  </a:lnTo>
                  <a:lnTo>
                    <a:pt x="473937" y="8377"/>
                  </a:lnTo>
                  <a:lnTo>
                    <a:pt x="475214" y="9458"/>
                  </a:lnTo>
                  <a:lnTo>
                    <a:pt x="475913" y="10534"/>
                  </a:lnTo>
                  <a:lnTo>
                    <a:pt x="478391" y="12402"/>
                  </a:lnTo>
                  <a:lnTo>
                    <a:pt x="478846" y="12406"/>
                  </a:lnTo>
                  <a:lnTo>
                    <a:pt x="479124" y="13232"/>
                  </a:lnTo>
                  <a:lnTo>
                    <a:pt x="479926" y="13851"/>
                  </a:lnTo>
                  <a:lnTo>
                    <a:pt x="480682" y="15125"/>
                  </a:lnTo>
                  <a:lnTo>
                    <a:pt x="481684" y="15519"/>
                  </a:lnTo>
                  <a:lnTo>
                    <a:pt x="482253" y="16010"/>
                  </a:lnTo>
                  <a:lnTo>
                    <a:pt x="483714" y="16311"/>
                  </a:lnTo>
                  <a:lnTo>
                    <a:pt x="483928" y="16680"/>
                  </a:lnTo>
                  <a:lnTo>
                    <a:pt x="483842" y="17410"/>
                  </a:lnTo>
                  <a:lnTo>
                    <a:pt x="484221" y="19192"/>
                  </a:lnTo>
                  <a:lnTo>
                    <a:pt x="484934" y="20843"/>
                  </a:lnTo>
                  <a:lnTo>
                    <a:pt x="484467" y="21650"/>
                  </a:lnTo>
                  <a:lnTo>
                    <a:pt x="484516" y="22383"/>
                  </a:lnTo>
                  <a:lnTo>
                    <a:pt x="485157" y="22468"/>
                  </a:lnTo>
                  <a:lnTo>
                    <a:pt x="486303" y="21205"/>
                  </a:lnTo>
                  <a:lnTo>
                    <a:pt x="487155" y="20819"/>
                  </a:lnTo>
                  <a:lnTo>
                    <a:pt x="488621" y="21786"/>
                  </a:lnTo>
                  <a:lnTo>
                    <a:pt x="489292" y="21628"/>
                  </a:lnTo>
                  <a:lnTo>
                    <a:pt x="489557" y="21475"/>
                  </a:lnTo>
                  <a:lnTo>
                    <a:pt x="489498" y="21267"/>
                  </a:lnTo>
                  <a:lnTo>
                    <a:pt x="488830" y="20857"/>
                  </a:lnTo>
                  <a:lnTo>
                    <a:pt x="488828" y="20473"/>
                  </a:lnTo>
                  <a:lnTo>
                    <a:pt x="490038" y="20075"/>
                  </a:lnTo>
                  <a:lnTo>
                    <a:pt x="490290" y="20699"/>
                  </a:lnTo>
                  <a:lnTo>
                    <a:pt x="490583" y="20770"/>
                  </a:lnTo>
                  <a:lnTo>
                    <a:pt x="490788" y="20077"/>
                  </a:lnTo>
                  <a:lnTo>
                    <a:pt x="492682" y="19957"/>
                  </a:lnTo>
                  <a:lnTo>
                    <a:pt x="492459" y="20420"/>
                  </a:lnTo>
                  <a:lnTo>
                    <a:pt x="492820" y="21031"/>
                  </a:lnTo>
                  <a:lnTo>
                    <a:pt x="493520" y="20939"/>
                  </a:lnTo>
                  <a:lnTo>
                    <a:pt x="494003" y="20109"/>
                  </a:lnTo>
                  <a:lnTo>
                    <a:pt x="493816" y="19512"/>
                  </a:lnTo>
                  <a:lnTo>
                    <a:pt x="494976" y="19018"/>
                  </a:lnTo>
                  <a:lnTo>
                    <a:pt x="495204" y="19611"/>
                  </a:lnTo>
                  <a:lnTo>
                    <a:pt x="495545" y="19570"/>
                  </a:lnTo>
                  <a:lnTo>
                    <a:pt x="495753" y="19200"/>
                  </a:lnTo>
                  <a:lnTo>
                    <a:pt x="496487" y="19719"/>
                  </a:lnTo>
                  <a:lnTo>
                    <a:pt x="496446" y="20105"/>
                  </a:lnTo>
                  <a:lnTo>
                    <a:pt x="497189" y="20599"/>
                  </a:lnTo>
                  <a:lnTo>
                    <a:pt x="498182" y="20679"/>
                  </a:lnTo>
                  <a:lnTo>
                    <a:pt x="499138" y="21615"/>
                  </a:lnTo>
                  <a:lnTo>
                    <a:pt x="500415" y="22040"/>
                  </a:lnTo>
                  <a:lnTo>
                    <a:pt x="500392" y="23410"/>
                  </a:lnTo>
                  <a:lnTo>
                    <a:pt x="498909" y="25402"/>
                  </a:lnTo>
                  <a:lnTo>
                    <a:pt x="498576" y="26303"/>
                  </a:lnTo>
                  <a:lnTo>
                    <a:pt x="498933" y="26967"/>
                  </a:lnTo>
                  <a:lnTo>
                    <a:pt x="498750" y="27847"/>
                  </a:lnTo>
                  <a:lnTo>
                    <a:pt x="498423" y="28228"/>
                  </a:lnTo>
                  <a:lnTo>
                    <a:pt x="498655" y="28807"/>
                  </a:lnTo>
                  <a:lnTo>
                    <a:pt x="498340" y="29456"/>
                  </a:lnTo>
                  <a:lnTo>
                    <a:pt x="498517" y="32171"/>
                  </a:lnTo>
                  <a:lnTo>
                    <a:pt x="499554" y="34778"/>
                  </a:lnTo>
                  <a:lnTo>
                    <a:pt x="498664" y="36668"/>
                  </a:lnTo>
                  <a:lnTo>
                    <a:pt x="498556" y="37834"/>
                  </a:lnTo>
                  <a:lnTo>
                    <a:pt x="497968" y="39406"/>
                  </a:lnTo>
                  <a:lnTo>
                    <a:pt x="498097" y="40495"/>
                  </a:lnTo>
                  <a:lnTo>
                    <a:pt x="497773" y="41853"/>
                  </a:lnTo>
                  <a:lnTo>
                    <a:pt x="498162" y="42434"/>
                  </a:lnTo>
                  <a:lnTo>
                    <a:pt x="498155" y="43329"/>
                  </a:lnTo>
                  <a:lnTo>
                    <a:pt x="498937" y="44158"/>
                  </a:lnTo>
                  <a:lnTo>
                    <a:pt x="499107" y="44864"/>
                  </a:lnTo>
                  <a:lnTo>
                    <a:pt x="499475" y="45198"/>
                  </a:lnTo>
                  <a:lnTo>
                    <a:pt x="499471" y="45838"/>
                  </a:lnTo>
                  <a:lnTo>
                    <a:pt x="500452" y="47290"/>
                  </a:lnTo>
                  <a:lnTo>
                    <a:pt x="500358" y="47854"/>
                  </a:lnTo>
                  <a:lnTo>
                    <a:pt x="500713" y="48182"/>
                  </a:lnTo>
                  <a:lnTo>
                    <a:pt x="501460" y="51635"/>
                  </a:lnTo>
                  <a:lnTo>
                    <a:pt x="502439" y="52892"/>
                  </a:lnTo>
                  <a:lnTo>
                    <a:pt x="502368" y="53439"/>
                  </a:lnTo>
                  <a:lnTo>
                    <a:pt x="503053" y="55451"/>
                  </a:lnTo>
                  <a:lnTo>
                    <a:pt x="502994" y="56347"/>
                  </a:lnTo>
                  <a:lnTo>
                    <a:pt x="503693" y="58661"/>
                  </a:lnTo>
                  <a:lnTo>
                    <a:pt x="503653" y="59832"/>
                  </a:lnTo>
                  <a:lnTo>
                    <a:pt x="503948" y="61210"/>
                  </a:lnTo>
                  <a:lnTo>
                    <a:pt x="504754" y="62574"/>
                  </a:lnTo>
                  <a:lnTo>
                    <a:pt x="505431" y="65111"/>
                  </a:lnTo>
                  <a:lnTo>
                    <a:pt x="506312" y="66366"/>
                  </a:lnTo>
                  <a:lnTo>
                    <a:pt x="507897" y="67006"/>
                  </a:lnTo>
                  <a:lnTo>
                    <a:pt x="509172" y="66979"/>
                  </a:lnTo>
                  <a:lnTo>
                    <a:pt x="510329" y="66753"/>
                  </a:lnTo>
                  <a:lnTo>
                    <a:pt x="511694" y="65872"/>
                  </a:lnTo>
                  <a:lnTo>
                    <a:pt x="512657" y="66346"/>
                  </a:lnTo>
                  <a:lnTo>
                    <a:pt x="513523" y="66010"/>
                  </a:lnTo>
                  <a:lnTo>
                    <a:pt x="514864" y="66076"/>
                  </a:lnTo>
                  <a:lnTo>
                    <a:pt x="515776" y="65783"/>
                  </a:lnTo>
                  <a:lnTo>
                    <a:pt x="516678" y="66187"/>
                  </a:lnTo>
                  <a:lnTo>
                    <a:pt x="518289" y="65634"/>
                  </a:lnTo>
                  <a:lnTo>
                    <a:pt x="519069" y="65635"/>
                  </a:lnTo>
                  <a:lnTo>
                    <a:pt x="520013" y="65183"/>
                  </a:lnTo>
                  <a:lnTo>
                    <a:pt x="521035" y="63563"/>
                  </a:lnTo>
                  <a:lnTo>
                    <a:pt x="523358" y="61851"/>
                  </a:lnTo>
                  <a:lnTo>
                    <a:pt x="524678" y="59178"/>
                  </a:lnTo>
                  <a:lnTo>
                    <a:pt x="527371" y="57772"/>
                  </a:lnTo>
                  <a:lnTo>
                    <a:pt x="528627" y="57636"/>
                  </a:lnTo>
                  <a:lnTo>
                    <a:pt x="529726" y="57000"/>
                  </a:lnTo>
                  <a:lnTo>
                    <a:pt x="530546" y="54913"/>
                  </a:lnTo>
                  <a:lnTo>
                    <a:pt x="536230" y="56004"/>
                  </a:lnTo>
                  <a:lnTo>
                    <a:pt x="537617" y="56598"/>
                  </a:lnTo>
                  <a:lnTo>
                    <a:pt x="537985" y="57375"/>
                  </a:lnTo>
                  <a:lnTo>
                    <a:pt x="538375" y="60572"/>
                  </a:lnTo>
                  <a:lnTo>
                    <a:pt x="538281" y="61996"/>
                  </a:lnTo>
                  <a:lnTo>
                    <a:pt x="539046" y="64128"/>
                  </a:lnTo>
                  <a:lnTo>
                    <a:pt x="540024" y="65977"/>
                  </a:lnTo>
                  <a:lnTo>
                    <a:pt x="540745" y="66765"/>
                  </a:lnTo>
                  <a:lnTo>
                    <a:pt x="541989" y="68823"/>
                  </a:lnTo>
                  <a:lnTo>
                    <a:pt x="544020" y="73046"/>
                  </a:lnTo>
                  <a:lnTo>
                    <a:pt x="545368" y="77761"/>
                  </a:lnTo>
                  <a:lnTo>
                    <a:pt x="545906" y="78904"/>
                  </a:lnTo>
                  <a:lnTo>
                    <a:pt x="547686" y="80771"/>
                  </a:lnTo>
                  <a:lnTo>
                    <a:pt x="548965" y="82923"/>
                  </a:lnTo>
                  <a:lnTo>
                    <a:pt x="549183" y="83575"/>
                  </a:lnTo>
                  <a:lnTo>
                    <a:pt x="549095" y="84399"/>
                  </a:lnTo>
                  <a:lnTo>
                    <a:pt x="550274" y="84495"/>
                  </a:lnTo>
                  <a:lnTo>
                    <a:pt x="551300" y="83847"/>
                  </a:lnTo>
                  <a:lnTo>
                    <a:pt x="554258" y="84011"/>
                  </a:lnTo>
                  <a:lnTo>
                    <a:pt x="554647" y="84744"/>
                  </a:lnTo>
                  <a:lnTo>
                    <a:pt x="556155" y="85233"/>
                  </a:lnTo>
                  <a:lnTo>
                    <a:pt x="557150" y="86243"/>
                  </a:lnTo>
                  <a:lnTo>
                    <a:pt x="558676" y="86908"/>
                  </a:lnTo>
                  <a:lnTo>
                    <a:pt x="559225" y="87860"/>
                  </a:lnTo>
                  <a:lnTo>
                    <a:pt x="560805" y="88497"/>
                  </a:lnTo>
                  <a:lnTo>
                    <a:pt x="560972" y="88816"/>
                  </a:lnTo>
                  <a:lnTo>
                    <a:pt x="562633" y="88136"/>
                  </a:lnTo>
                  <a:lnTo>
                    <a:pt x="564252" y="86910"/>
                  </a:lnTo>
                  <a:lnTo>
                    <a:pt x="565407" y="87043"/>
                  </a:lnTo>
                  <a:lnTo>
                    <a:pt x="566610" y="86860"/>
                  </a:lnTo>
                  <a:lnTo>
                    <a:pt x="566847" y="87066"/>
                  </a:lnTo>
                  <a:lnTo>
                    <a:pt x="567119" y="86731"/>
                  </a:lnTo>
                  <a:lnTo>
                    <a:pt x="569651" y="86100"/>
                  </a:lnTo>
                  <a:lnTo>
                    <a:pt x="573772" y="86024"/>
                  </a:lnTo>
                  <a:lnTo>
                    <a:pt x="575054" y="86172"/>
                  </a:lnTo>
                  <a:lnTo>
                    <a:pt x="575414" y="86616"/>
                  </a:lnTo>
                  <a:lnTo>
                    <a:pt x="577047" y="86573"/>
                  </a:lnTo>
                  <a:lnTo>
                    <a:pt x="577587" y="87149"/>
                  </a:lnTo>
                  <a:lnTo>
                    <a:pt x="578471" y="87248"/>
                  </a:lnTo>
                  <a:lnTo>
                    <a:pt x="586152" y="86651"/>
                  </a:lnTo>
                  <a:lnTo>
                    <a:pt x="592884" y="89138"/>
                  </a:lnTo>
                  <a:lnTo>
                    <a:pt x="593859" y="90279"/>
                  </a:lnTo>
                  <a:lnTo>
                    <a:pt x="595355" y="90062"/>
                  </a:lnTo>
                  <a:lnTo>
                    <a:pt x="596210" y="89569"/>
                  </a:lnTo>
                  <a:lnTo>
                    <a:pt x="596762" y="89559"/>
                  </a:lnTo>
                  <a:lnTo>
                    <a:pt x="597753" y="88799"/>
                  </a:lnTo>
                  <a:lnTo>
                    <a:pt x="598595" y="88606"/>
                  </a:lnTo>
                  <a:lnTo>
                    <a:pt x="599051" y="89144"/>
                  </a:lnTo>
                  <a:lnTo>
                    <a:pt x="599569" y="89155"/>
                  </a:lnTo>
                  <a:lnTo>
                    <a:pt x="599749" y="88819"/>
                  </a:lnTo>
                  <a:lnTo>
                    <a:pt x="600323" y="88771"/>
                  </a:lnTo>
                  <a:lnTo>
                    <a:pt x="600939" y="89429"/>
                  </a:lnTo>
                  <a:lnTo>
                    <a:pt x="601805" y="89153"/>
                  </a:lnTo>
                  <a:lnTo>
                    <a:pt x="603040" y="89264"/>
                  </a:lnTo>
                  <a:lnTo>
                    <a:pt x="603083" y="89594"/>
                  </a:lnTo>
                  <a:lnTo>
                    <a:pt x="603757" y="89875"/>
                  </a:lnTo>
                  <a:lnTo>
                    <a:pt x="604060" y="89338"/>
                  </a:lnTo>
                  <a:lnTo>
                    <a:pt x="604978" y="88864"/>
                  </a:lnTo>
                  <a:lnTo>
                    <a:pt x="605887" y="89577"/>
                  </a:lnTo>
                  <a:lnTo>
                    <a:pt x="607639" y="89609"/>
                  </a:lnTo>
                  <a:lnTo>
                    <a:pt x="607865" y="90108"/>
                  </a:lnTo>
                  <a:lnTo>
                    <a:pt x="608294" y="89965"/>
                  </a:lnTo>
                  <a:lnTo>
                    <a:pt x="608428" y="90505"/>
                  </a:lnTo>
                  <a:lnTo>
                    <a:pt x="608880" y="90398"/>
                  </a:lnTo>
                  <a:lnTo>
                    <a:pt x="608966" y="90827"/>
                  </a:lnTo>
                  <a:lnTo>
                    <a:pt x="609628" y="90341"/>
                  </a:lnTo>
                  <a:lnTo>
                    <a:pt x="609917" y="90560"/>
                  </a:lnTo>
                  <a:lnTo>
                    <a:pt x="610467" y="90510"/>
                  </a:lnTo>
                  <a:lnTo>
                    <a:pt x="610844" y="90727"/>
                  </a:lnTo>
                  <a:lnTo>
                    <a:pt x="610881" y="91035"/>
                  </a:lnTo>
                  <a:lnTo>
                    <a:pt x="611973" y="91561"/>
                  </a:lnTo>
                  <a:lnTo>
                    <a:pt x="612512" y="91537"/>
                  </a:lnTo>
                  <a:lnTo>
                    <a:pt x="612576" y="92164"/>
                  </a:lnTo>
                  <a:lnTo>
                    <a:pt x="614002" y="92320"/>
                  </a:lnTo>
                  <a:lnTo>
                    <a:pt x="614243" y="92674"/>
                  </a:lnTo>
                  <a:lnTo>
                    <a:pt x="614097" y="93323"/>
                  </a:lnTo>
                  <a:lnTo>
                    <a:pt x="615628" y="94022"/>
                  </a:lnTo>
                  <a:lnTo>
                    <a:pt x="616086" y="94694"/>
                  </a:lnTo>
                  <a:lnTo>
                    <a:pt x="616604" y="94946"/>
                  </a:lnTo>
                  <a:lnTo>
                    <a:pt x="616632" y="95500"/>
                  </a:lnTo>
                  <a:lnTo>
                    <a:pt x="617067" y="96013"/>
                  </a:lnTo>
                  <a:lnTo>
                    <a:pt x="619361" y="97511"/>
                  </a:lnTo>
                  <a:lnTo>
                    <a:pt x="620422" y="97765"/>
                  </a:lnTo>
                  <a:lnTo>
                    <a:pt x="620528" y="99140"/>
                  </a:lnTo>
                  <a:lnTo>
                    <a:pt x="620994" y="99736"/>
                  </a:lnTo>
                  <a:lnTo>
                    <a:pt x="620552" y="100607"/>
                  </a:lnTo>
                  <a:lnTo>
                    <a:pt x="620387" y="102914"/>
                  </a:lnTo>
                  <a:lnTo>
                    <a:pt x="620463" y="103822"/>
                  </a:lnTo>
                  <a:lnTo>
                    <a:pt x="620988" y="104838"/>
                  </a:lnTo>
                  <a:lnTo>
                    <a:pt x="620469" y="105559"/>
                  </a:lnTo>
                  <a:lnTo>
                    <a:pt x="618951" y="106297"/>
                  </a:lnTo>
                  <a:lnTo>
                    <a:pt x="618860" y="106856"/>
                  </a:lnTo>
                  <a:lnTo>
                    <a:pt x="619149" y="107811"/>
                  </a:lnTo>
                  <a:lnTo>
                    <a:pt x="618727" y="109940"/>
                  </a:lnTo>
                  <a:lnTo>
                    <a:pt x="618110" y="110273"/>
                  </a:lnTo>
                  <a:lnTo>
                    <a:pt x="617241" y="110130"/>
                  </a:lnTo>
                  <a:lnTo>
                    <a:pt x="616739" y="111459"/>
                  </a:lnTo>
                  <a:lnTo>
                    <a:pt x="616041" y="112359"/>
                  </a:lnTo>
                  <a:lnTo>
                    <a:pt x="614663" y="112706"/>
                  </a:lnTo>
                  <a:lnTo>
                    <a:pt x="613977" y="113300"/>
                  </a:lnTo>
                  <a:lnTo>
                    <a:pt x="612637" y="113937"/>
                  </a:lnTo>
                  <a:lnTo>
                    <a:pt x="613001" y="114236"/>
                  </a:lnTo>
                  <a:lnTo>
                    <a:pt x="614075" y="115437"/>
                  </a:lnTo>
                  <a:lnTo>
                    <a:pt x="614239" y="117327"/>
                  </a:lnTo>
                  <a:lnTo>
                    <a:pt x="615282" y="119344"/>
                  </a:lnTo>
                  <a:lnTo>
                    <a:pt x="616532" y="120007"/>
                  </a:lnTo>
                  <a:lnTo>
                    <a:pt x="617378" y="120764"/>
                  </a:lnTo>
                  <a:lnTo>
                    <a:pt x="617490" y="122357"/>
                  </a:lnTo>
                  <a:lnTo>
                    <a:pt x="618122" y="123082"/>
                  </a:lnTo>
                  <a:lnTo>
                    <a:pt x="618337" y="123905"/>
                  </a:lnTo>
                  <a:lnTo>
                    <a:pt x="618662" y="124136"/>
                  </a:lnTo>
                  <a:lnTo>
                    <a:pt x="619717" y="124306"/>
                  </a:lnTo>
                  <a:lnTo>
                    <a:pt x="621505" y="123642"/>
                  </a:lnTo>
                  <a:lnTo>
                    <a:pt x="623009" y="124700"/>
                  </a:lnTo>
                  <a:lnTo>
                    <a:pt x="623368" y="124724"/>
                  </a:lnTo>
                  <a:lnTo>
                    <a:pt x="624436" y="123795"/>
                  </a:lnTo>
                  <a:lnTo>
                    <a:pt x="625273" y="122597"/>
                  </a:lnTo>
                  <a:lnTo>
                    <a:pt x="626205" y="122003"/>
                  </a:lnTo>
                  <a:lnTo>
                    <a:pt x="629572" y="122570"/>
                  </a:lnTo>
                  <a:lnTo>
                    <a:pt x="631305" y="123636"/>
                  </a:lnTo>
                  <a:lnTo>
                    <a:pt x="634492" y="124709"/>
                  </a:lnTo>
                  <a:lnTo>
                    <a:pt x="636295" y="123895"/>
                  </a:lnTo>
                  <a:lnTo>
                    <a:pt x="641604" y="122706"/>
                  </a:lnTo>
                  <a:lnTo>
                    <a:pt x="642443" y="122051"/>
                  </a:lnTo>
                  <a:lnTo>
                    <a:pt x="643466" y="121699"/>
                  </a:lnTo>
                  <a:lnTo>
                    <a:pt x="644077" y="120798"/>
                  </a:lnTo>
                  <a:lnTo>
                    <a:pt x="644583" y="120822"/>
                  </a:lnTo>
                  <a:lnTo>
                    <a:pt x="645248" y="121224"/>
                  </a:lnTo>
                  <a:lnTo>
                    <a:pt x="646089" y="121220"/>
                  </a:lnTo>
                  <a:lnTo>
                    <a:pt x="647990" y="120230"/>
                  </a:lnTo>
                  <a:lnTo>
                    <a:pt x="649102" y="120164"/>
                  </a:lnTo>
                  <a:lnTo>
                    <a:pt x="651695" y="119166"/>
                  </a:lnTo>
                  <a:lnTo>
                    <a:pt x="652983" y="119459"/>
                  </a:lnTo>
                  <a:lnTo>
                    <a:pt x="654469" y="118694"/>
                  </a:lnTo>
                  <a:lnTo>
                    <a:pt x="658396" y="118217"/>
                  </a:lnTo>
                  <a:lnTo>
                    <a:pt x="659577" y="118558"/>
                  </a:lnTo>
                  <a:lnTo>
                    <a:pt x="660801" y="119758"/>
                  </a:lnTo>
                  <a:lnTo>
                    <a:pt x="661129" y="120734"/>
                  </a:lnTo>
                  <a:lnTo>
                    <a:pt x="661153" y="122159"/>
                  </a:lnTo>
                  <a:lnTo>
                    <a:pt x="661618" y="122854"/>
                  </a:lnTo>
                  <a:lnTo>
                    <a:pt x="663023" y="123409"/>
                  </a:lnTo>
                  <a:lnTo>
                    <a:pt x="664575" y="122963"/>
                  </a:lnTo>
                  <a:lnTo>
                    <a:pt x="665686" y="123707"/>
                  </a:lnTo>
                  <a:lnTo>
                    <a:pt x="669486" y="124334"/>
                  </a:lnTo>
                  <a:lnTo>
                    <a:pt x="670363" y="123903"/>
                  </a:lnTo>
                  <a:lnTo>
                    <a:pt x="671373" y="123027"/>
                  </a:lnTo>
                  <a:lnTo>
                    <a:pt x="672323" y="121905"/>
                  </a:lnTo>
                  <a:lnTo>
                    <a:pt x="672171" y="121388"/>
                  </a:lnTo>
                  <a:lnTo>
                    <a:pt x="672344" y="121015"/>
                  </a:lnTo>
                  <a:lnTo>
                    <a:pt x="673125" y="120682"/>
                  </a:lnTo>
                  <a:lnTo>
                    <a:pt x="673613" y="120071"/>
                  </a:lnTo>
                  <a:lnTo>
                    <a:pt x="674859" y="119572"/>
                  </a:lnTo>
                  <a:lnTo>
                    <a:pt x="675757" y="118763"/>
                  </a:lnTo>
                  <a:lnTo>
                    <a:pt x="677155" y="118256"/>
                  </a:lnTo>
                  <a:lnTo>
                    <a:pt x="677832" y="118467"/>
                  </a:lnTo>
                  <a:lnTo>
                    <a:pt x="678391" y="117869"/>
                  </a:lnTo>
                  <a:lnTo>
                    <a:pt x="679870" y="117730"/>
                  </a:lnTo>
                  <a:lnTo>
                    <a:pt x="681050" y="117247"/>
                  </a:lnTo>
                  <a:lnTo>
                    <a:pt x="681581" y="117451"/>
                  </a:lnTo>
                  <a:lnTo>
                    <a:pt x="682323" y="117274"/>
                  </a:lnTo>
                  <a:lnTo>
                    <a:pt x="682908" y="117685"/>
                  </a:lnTo>
                  <a:lnTo>
                    <a:pt x="683615" y="117443"/>
                  </a:lnTo>
                  <a:lnTo>
                    <a:pt x="684565" y="117461"/>
                  </a:lnTo>
                  <a:lnTo>
                    <a:pt x="685257" y="117786"/>
                  </a:lnTo>
                  <a:lnTo>
                    <a:pt x="685682" y="117355"/>
                  </a:lnTo>
                  <a:lnTo>
                    <a:pt x="686154" y="117267"/>
                  </a:lnTo>
                  <a:lnTo>
                    <a:pt x="686796" y="117517"/>
                  </a:lnTo>
                  <a:lnTo>
                    <a:pt x="688574" y="117647"/>
                  </a:lnTo>
                  <a:lnTo>
                    <a:pt x="690577" y="118505"/>
                  </a:lnTo>
                  <a:lnTo>
                    <a:pt x="692276" y="118127"/>
                  </a:lnTo>
                  <a:lnTo>
                    <a:pt x="692744" y="118410"/>
                  </a:lnTo>
                  <a:lnTo>
                    <a:pt x="694156" y="118535"/>
                  </a:lnTo>
                  <a:lnTo>
                    <a:pt x="694644" y="118072"/>
                  </a:lnTo>
                  <a:lnTo>
                    <a:pt x="695526" y="118503"/>
                  </a:lnTo>
                  <a:lnTo>
                    <a:pt x="696178" y="117713"/>
                  </a:lnTo>
                  <a:lnTo>
                    <a:pt x="696724" y="117603"/>
                  </a:lnTo>
                  <a:lnTo>
                    <a:pt x="697238" y="117781"/>
                  </a:lnTo>
                  <a:lnTo>
                    <a:pt x="697716" y="117430"/>
                  </a:lnTo>
                  <a:lnTo>
                    <a:pt x="699160" y="117306"/>
                  </a:lnTo>
                  <a:lnTo>
                    <a:pt x="700712" y="116464"/>
                  </a:lnTo>
                  <a:lnTo>
                    <a:pt x="702266" y="116370"/>
                  </a:lnTo>
                  <a:lnTo>
                    <a:pt x="702998" y="115732"/>
                  </a:lnTo>
                  <a:lnTo>
                    <a:pt x="704573" y="116067"/>
                  </a:lnTo>
                  <a:lnTo>
                    <a:pt x="705504" y="115854"/>
                  </a:lnTo>
                  <a:lnTo>
                    <a:pt x="707770" y="114646"/>
                  </a:lnTo>
                  <a:lnTo>
                    <a:pt x="708228" y="114774"/>
                  </a:lnTo>
                  <a:lnTo>
                    <a:pt x="709469" y="114542"/>
                  </a:lnTo>
                  <a:lnTo>
                    <a:pt x="711296" y="113550"/>
                  </a:lnTo>
                  <a:lnTo>
                    <a:pt x="713460" y="112926"/>
                  </a:lnTo>
                  <a:lnTo>
                    <a:pt x="713841" y="113062"/>
                  </a:lnTo>
                  <a:lnTo>
                    <a:pt x="715187" y="112598"/>
                  </a:lnTo>
                  <a:lnTo>
                    <a:pt x="716248" y="112607"/>
                  </a:lnTo>
                  <a:lnTo>
                    <a:pt x="717242" y="112148"/>
                  </a:lnTo>
                  <a:lnTo>
                    <a:pt x="719203" y="112396"/>
                  </a:lnTo>
                  <a:lnTo>
                    <a:pt x="721390" y="113732"/>
                  </a:lnTo>
                  <a:lnTo>
                    <a:pt x="723179" y="113869"/>
                  </a:lnTo>
                  <a:lnTo>
                    <a:pt x="724637" y="120568"/>
                  </a:lnTo>
                  <a:lnTo>
                    <a:pt x="727523" y="120540"/>
                  </a:lnTo>
                  <a:lnTo>
                    <a:pt x="729109" y="125423"/>
                  </a:lnTo>
                  <a:lnTo>
                    <a:pt x="730445" y="128101"/>
                  </a:lnTo>
                  <a:lnTo>
                    <a:pt x="731946" y="129085"/>
                  </a:lnTo>
                  <a:lnTo>
                    <a:pt x="732428" y="132517"/>
                  </a:lnTo>
                  <a:lnTo>
                    <a:pt x="732801" y="133669"/>
                  </a:lnTo>
                  <a:lnTo>
                    <a:pt x="731624" y="135402"/>
                  </a:lnTo>
                  <a:lnTo>
                    <a:pt x="732428" y="135290"/>
                  </a:lnTo>
                  <a:lnTo>
                    <a:pt x="734004" y="135990"/>
                  </a:lnTo>
                  <a:lnTo>
                    <a:pt x="735208" y="137040"/>
                  </a:lnTo>
                  <a:lnTo>
                    <a:pt x="736036" y="140109"/>
                  </a:lnTo>
                  <a:lnTo>
                    <a:pt x="735953" y="140567"/>
                  </a:lnTo>
                  <a:lnTo>
                    <a:pt x="737382" y="143056"/>
                  </a:lnTo>
                  <a:lnTo>
                    <a:pt x="738213" y="143780"/>
                  </a:lnTo>
                  <a:lnTo>
                    <a:pt x="740073" y="144808"/>
                  </a:lnTo>
                  <a:lnTo>
                    <a:pt x="741405" y="147147"/>
                  </a:lnTo>
                  <a:lnTo>
                    <a:pt x="742032" y="149054"/>
                  </a:lnTo>
                  <a:lnTo>
                    <a:pt x="742977" y="150936"/>
                  </a:lnTo>
                  <a:lnTo>
                    <a:pt x="742768" y="152064"/>
                  </a:lnTo>
                  <a:lnTo>
                    <a:pt x="743014" y="153655"/>
                  </a:lnTo>
                  <a:lnTo>
                    <a:pt x="742904" y="155841"/>
                  </a:lnTo>
                  <a:lnTo>
                    <a:pt x="743158" y="155913"/>
                  </a:lnTo>
                  <a:lnTo>
                    <a:pt x="743772" y="157014"/>
                  </a:lnTo>
                  <a:lnTo>
                    <a:pt x="745176" y="158279"/>
                  </a:lnTo>
                  <a:lnTo>
                    <a:pt x="746915" y="160605"/>
                  </a:lnTo>
                  <a:lnTo>
                    <a:pt x="748084" y="162676"/>
                  </a:lnTo>
                  <a:lnTo>
                    <a:pt x="749724" y="167496"/>
                  </a:lnTo>
                  <a:lnTo>
                    <a:pt x="750814" y="169721"/>
                  </a:lnTo>
                  <a:lnTo>
                    <a:pt x="752566" y="169540"/>
                  </a:lnTo>
                  <a:lnTo>
                    <a:pt x="757105" y="166207"/>
                  </a:lnTo>
                  <a:lnTo>
                    <a:pt x="758669" y="166371"/>
                  </a:lnTo>
                  <a:lnTo>
                    <a:pt x="759757" y="167227"/>
                  </a:lnTo>
                  <a:lnTo>
                    <a:pt x="760581" y="167242"/>
                  </a:lnTo>
                  <a:lnTo>
                    <a:pt x="763098" y="166313"/>
                  </a:lnTo>
                  <a:lnTo>
                    <a:pt x="763969" y="166615"/>
                  </a:lnTo>
                  <a:lnTo>
                    <a:pt x="764598" y="166584"/>
                  </a:lnTo>
                  <a:lnTo>
                    <a:pt x="766327" y="166327"/>
                  </a:lnTo>
                  <a:lnTo>
                    <a:pt x="767655" y="165688"/>
                  </a:lnTo>
                  <a:lnTo>
                    <a:pt x="769538" y="168065"/>
                  </a:lnTo>
                  <a:lnTo>
                    <a:pt x="775068" y="171272"/>
                  </a:lnTo>
                  <a:lnTo>
                    <a:pt x="776664" y="171981"/>
                  </a:lnTo>
                  <a:lnTo>
                    <a:pt x="778987" y="174353"/>
                  </a:lnTo>
                  <a:lnTo>
                    <a:pt x="780528" y="174601"/>
                  </a:lnTo>
                  <a:lnTo>
                    <a:pt x="785091" y="176618"/>
                  </a:lnTo>
                  <a:lnTo>
                    <a:pt x="787166" y="177234"/>
                  </a:lnTo>
                  <a:lnTo>
                    <a:pt x="787800" y="177229"/>
                  </a:lnTo>
                  <a:lnTo>
                    <a:pt x="788863" y="178731"/>
                  </a:lnTo>
                  <a:lnTo>
                    <a:pt x="789467" y="179016"/>
                  </a:lnTo>
                  <a:lnTo>
                    <a:pt x="789454" y="179391"/>
                  </a:lnTo>
                  <a:lnTo>
                    <a:pt x="790558" y="180963"/>
                  </a:lnTo>
                  <a:lnTo>
                    <a:pt x="790411" y="181883"/>
                  </a:lnTo>
                  <a:lnTo>
                    <a:pt x="790604" y="182707"/>
                  </a:lnTo>
                  <a:lnTo>
                    <a:pt x="791325" y="183142"/>
                  </a:lnTo>
                  <a:lnTo>
                    <a:pt x="797422" y="194426"/>
                  </a:lnTo>
                  <a:lnTo>
                    <a:pt x="802195" y="191143"/>
                  </a:lnTo>
                  <a:lnTo>
                    <a:pt x="803506" y="188806"/>
                  </a:lnTo>
                  <a:lnTo>
                    <a:pt x="805841" y="186993"/>
                  </a:lnTo>
                  <a:lnTo>
                    <a:pt x="807016" y="185558"/>
                  </a:lnTo>
                  <a:lnTo>
                    <a:pt x="809315" y="185538"/>
                  </a:lnTo>
                  <a:lnTo>
                    <a:pt x="810765" y="184087"/>
                  </a:lnTo>
                  <a:lnTo>
                    <a:pt x="811110" y="183022"/>
                  </a:lnTo>
                  <a:lnTo>
                    <a:pt x="811463" y="179398"/>
                  </a:lnTo>
                  <a:lnTo>
                    <a:pt x="815991" y="171771"/>
                  </a:lnTo>
                  <a:lnTo>
                    <a:pt x="816354" y="171548"/>
                  </a:lnTo>
                  <a:lnTo>
                    <a:pt x="817833" y="171163"/>
                  </a:lnTo>
                  <a:lnTo>
                    <a:pt x="818330" y="171337"/>
                  </a:lnTo>
                  <a:lnTo>
                    <a:pt x="819598" y="170905"/>
                  </a:lnTo>
                  <a:lnTo>
                    <a:pt x="823961" y="171493"/>
                  </a:lnTo>
                  <a:lnTo>
                    <a:pt x="826425" y="170905"/>
                  </a:lnTo>
                  <a:lnTo>
                    <a:pt x="829787" y="171810"/>
                  </a:lnTo>
                  <a:lnTo>
                    <a:pt x="836086" y="171560"/>
                  </a:lnTo>
                  <a:lnTo>
                    <a:pt x="838476" y="173340"/>
                  </a:lnTo>
                  <a:lnTo>
                    <a:pt x="840200" y="175825"/>
                  </a:lnTo>
                  <a:lnTo>
                    <a:pt x="840405" y="177623"/>
                  </a:lnTo>
                  <a:lnTo>
                    <a:pt x="839821" y="183852"/>
                  </a:lnTo>
                  <a:lnTo>
                    <a:pt x="837559" y="185876"/>
                  </a:lnTo>
                  <a:lnTo>
                    <a:pt x="836929" y="186834"/>
                  </a:lnTo>
                  <a:lnTo>
                    <a:pt x="836666" y="190144"/>
                  </a:lnTo>
                  <a:lnTo>
                    <a:pt x="835514" y="194833"/>
                  </a:lnTo>
                  <a:lnTo>
                    <a:pt x="835758" y="197096"/>
                  </a:lnTo>
                  <a:lnTo>
                    <a:pt x="836379" y="197838"/>
                  </a:lnTo>
                  <a:lnTo>
                    <a:pt x="836522" y="199235"/>
                  </a:lnTo>
                  <a:lnTo>
                    <a:pt x="838549" y="201190"/>
                  </a:lnTo>
                  <a:lnTo>
                    <a:pt x="839658" y="202635"/>
                  </a:lnTo>
                  <a:lnTo>
                    <a:pt x="841022" y="205304"/>
                  </a:lnTo>
                  <a:lnTo>
                    <a:pt x="841556" y="207030"/>
                  </a:lnTo>
                  <a:lnTo>
                    <a:pt x="841521" y="208602"/>
                  </a:lnTo>
                  <a:lnTo>
                    <a:pt x="840359" y="211070"/>
                  </a:lnTo>
                  <a:lnTo>
                    <a:pt x="840580" y="211321"/>
                  </a:lnTo>
                  <a:lnTo>
                    <a:pt x="840480" y="213563"/>
                  </a:lnTo>
                  <a:lnTo>
                    <a:pt x="840051" y="214172"/>
                  </a:lnTo>
                  <a:lnTo>
                    <a:pt x="839954" y="216249"/>
                  </a:lnTo>
                  <a:lnTo>
                    <a:pt x="840456" y="217447"/>
                  </a:lnTo>
                  <a:lnTo>
                    <a:pt x="842962" y="220015"/>
                  </a:lnTo>
                  <a:lnTo>
                    <a:pt x="843690" y="221547"/>
                  </a:lnTo>
                  <a:lnTo>
                    <a:pt x="843427" y="222998"/>
                  </a:lnTo>
                  <a:lnTo>
                    <a:pt x="844701" y="224315"/>
                  </a:lnTo>
                  <a:lnTo>
                    <a:pt x="844777" y="225839"/>
                  </a:lnTo>
                  <a:lnTo>
                    <a:pt x="845753" y="227057"/>
                  </a:lnTo>
                  <a:lnTo>
                    <a:pt x="846211" y="230309"/>
                  </a:lnTo>
                  <a:lnTo>
                    <a:pt x="846935" y="232101"/>
                  </a:lnTo>
                  <a:lnTo>
                    <a:pt x="846667" y="232582"/>
                  </a:lnTo>
                  <a:lnTo>
                    <a:pt x="847369" y="234322"/>
                  </a:lnTo>
                  <a:lnTo>
                    <a:pt x="847457" y="236826"/>
                  </a:lnTo>
                  <a:lnTo>
                    <a:pt x="848060" y="238231"/>
                  </a:lnTo>
                  <a:lnTo>
                    <a:pt x="848159" y="239699"/>
                  </a:lnTo>
                  <a:lnTo>
                    <a:pt x="849742" y="241939"/>
                  </a:lnTo>
                  <a:lnTo>
                    <a:pt x="850713" y="242718"/>
                  </a:lnTo>
                  <a:lnTo>
                    <a:pt x="851691" y="245505"/>
                  </a:lnTo>
                  <a:lnTo>
                    <a:pt x="852384" y="246754"/>
                  </a:lnTo>
                  <a:lnTo>
                    <a:pt x="852654" y="248061"/>
                  </a:lnTo>
                  <a:lnTo>
                    <a:pt x="853216" y="257061"/>
                  </a:lnTo>
                  <a:lnTo>
                    <a:pt x="852639" y="259791"/>
                  </a:lnTo>
                  <a:lnTo>
                    <a:pt x="852836" y="260489"/>
                  </a:lnTo>
                  <a:lnTo>
                    <a:pt x="850358" y="264618"/>
                  </a:lnTo>
                  <a:lnTo>
                    <a:pt x="850673" y="266361"/>
                  </a:lnTo>
                  <a:lnTo>
                    <a:pt x="849514" y="268623"/>
                  </a:lnTo>
                  <a:lnTo>
                    <a:pt x="849274" y="274107"/>
                  </a:lnTo>
                  <a:lnTo>
                    <a:pt x="849679" y="276313"/>
                  </a:lnTo>
                  <a:lnTo>
                    <a:pt x="851601" y="277724"/>
                  </a:lnTo>
                  <a:lnTo>
                    <a:pt x="852213" y="277796"/>
                  </a:lnTo>
                  <a:lnTo>
                    <a:pt x="853693" y="277461"/>
                  </a:lnTo>
                  <a:lnTo>
                    <a:pt x="854730" y="277987"/>
                  </a:lnTo>
                  <a:lnTo>
                    <a:pt x="857338" y="277539"/>
                  </a:lnTo>
                  <a:lnTo>
                    <a:pt x="858694" y="277534"/>
                  </a:lnTo>
                  <a:lnTo>
                    <a:pt x="859779" y="277409"/>
                  </a:lnTo>
                  <a:lnTo>
                    <a:pt x="860265" y="277634"/>
                  </a:lnTo>
                  <a:lnTo>
                    <a:pt x="861323" y="278629"/>
                  </a:lnTo>
                  <a:lnTo>
                    <a:pt x="862680" y="279054"/>
                  </a:lnTo>
                  <a:lnTo>
                    <a:pt x="863308" y="279693"/>
                  </a:lnTo>
                  <a:lnTo>
                    <a:pt x="863829" y="280680"/>
                  </a:lnTo>
                  <a:lnTo>
                    <a:pt x="864780" y="281209"/>
                  </a:lnTo>
                  <a:lnTo>
                    <a:pt x="867713" y="281882"/>
                  </a:lnTo>
                  <a:lnTo>
                    <a:pt x="868344" y="282483"/>
                  </a:lnTo>
                  <a:lnTo>
                    <a:pt x="870319" y="284375"/>
                  </a:lnTo>
                  <a:lnTo>
                    <a:pt x="871270" y="286457"/>
                  </a:lnTo>
                  <a:lnTo>
                    <a:pt x="871536" y="288003"/>
                  </a:lnTo>
                  <a:lnTo>
                    <a:pt x="868017" y="294669"/>
                  </a:lnTo>
                  <a:lnTo>
                    <a:pt x="867324" y="296721"/>
                  </a:lnTo>
                  <a:lnTo>
                    <a:pt x="871102" y="298828"/>
                  </a:lnTo>
                  <a:lnTo>
                    <a:pt x="872051" y="298939"/>
                  </a:lnTo>
                  <a:lnTo>
                    <a:pt x="873220" y="298727"/>
                  </a:lnTo>
                  <a:lnTo>
                    <a:pt x="875400" y="298015"/>
                  </a:lnTo>
                  <a:lnTo>
                    <a:pt x="877372" y="297983"/>
                  </a:lnTo>
                  <a:lnTo>
                    <a:pt x="881986" y="295872"/>
                  </a:lnTo>
                  <a:lnTo>
                    <a:pt x="891011" y="293198"/>
                  </a:lnTo>
                  <a:lnTo>
                    <a:pt x="892381" y="291810"/>
                  </a:lnTo>
                  <a:lnTo>
                    <a:pt x="892474" y="291070"/>
                  </a:lnTo>
                  <a:lnTo>
                    <a:pt x="893138" y="289720"/>
                  </a:lnTo>
                  <a:lnTo>
                    <a:pt x="895872" y="287520"/>
                  </a:lnTo>
                  <a:lnTo>
                    <a:pt x="896723" y="286260"/>
                  </a:lnTo>
                  <a:lnTo>
                    <a:pt x="898276" y="284958"/>
                  </a:lnTo>
                  <a:lnTo>
                    <a:pt x="900960" y="283577"/>
                  </a:lnTo>
                  <a:lnTo>
                    <a:pt x="903163" y="283142"/>
                  </a:lnTo>
                  <a:lnTo>
                    <a:pt x="908855" y="280630"/>
                  </a:lnTo>
                  <a:lnTo>
                    <a:pt x="909482" y="280609"/>
                  </a:lnTo>
                  <a:lnTo>
                    <a:pt x="910200" y="281032"/>
                  </a:lnTo>
                  <a:lnTo>
                    <a:pt x="910721" y="282485"/>
                  </a:lnTo>
                  <a:lnTo>
                    <a:pt x="910664" y="285204"/>
                  </a:lnTo>
                  <a:lnTo>
                    <a:pt x="910826" y="285917"/>
                  </a:lnTo>
                  <a:lnTo>
                    <a:pt x="911239" y="286107"/>
                  </a:lnTo>
                  <a:lnTo>
                    <a:pt x="912444" y="286442"/>
                  </a:lnTo>
                  <a:lnTo>
                    <a:pt x="913908" y="286374"/>
                  </a:lnTo>
                  <a:lnTo>
                    <a:pt x="915283" y="286084"/>
                  </a:lnTo>
                  <a:lnTo>
                    <a:pt x="919002" y="284589"/>
                  </a:lnTo>
                  <a:lnTo>
                    <a:pt x="921071" y="285523"/>
                  </a:lnTo>
                  <a:lnTo>
                    <a:pt x="922865" y="287379"/>
                  </a:lnTo>
                  <a:lnTo>
                    <a:pt x="923988" y="287982"/>
                  </a:lnTo>
                  <a:lnTo>
                    <a:pt x="925636" y="289471"/>
                  </a:lnTo>
                  <a:lnTo>
                    <a:pt x="926597" y="289847"/>
                  </a:lnTo>
                  <a:lnTo>
                    <a:pt x="929787" y="290252"/>
                  </a:lnTo>
                  <a:lnTo>
                    <a:pt x="931826" y="290136"/>
                  </a:lnTo>
                  <a:lnTo>
                    <a:pt x="933552" y="290348"/>
                  </a:lnTo>
                  <a:lnTo>
                    <a:pt x="935713" y="291248"/>
                  </a:lnTo>
                  <a:lnTo>
                    <a:pt x="936096" y="291653"/>
                  </a:lnTo>
                  <a:lnTo>
                    <a:pt x="938377" y="291443"/>
                  </a:lnTo>
                  <a:lnTo>
                    <a:pt x="939155" y="290666"/>
                  </a:lnTo>
                  <a:lnTo>
                    <a:pt x="940569" y="289957"/>
                  </a:lnTo>
                  <a:lnTo>
                    <a:pt x="940808" y="289611"/>
                  </a:lnTo>
                  <a:lnTo>
                    <a:pt x="943040" y="288536"/>
                  </a:lnTo>
                  <a:lnTo>
                    <a:pt x="944153" y="288474"/>
                  </a:lnTo>
                  <a:lnTo>
                    <a:pt x="945546" y="288817"/>
                  </a:lnTo>
                  <a:lnTo>
                    <a:pt x="947222" y="288672"/>
                  </a:lnTo>
                  <a:lnTo>
                    <a:pt x="948610" y="288246"/>
                  </a:lnTo>
                  <a:lnTo>
                    <a:pt x="949775" y="287297"/>
                  </a:lnTo>
                  <a:lnTo>
                    <a:pt x="951015" y="287630"/>
                  </a:lnTo>
                  <a:lnTo>
                    <a:pt x="953812" y="286551"/>
                  </a:lnTo>
                  <a:lnTo>
                    <a:pt x="956262" y="288432"/>
                  </a:lnTo>
                  <a:lnTo>
                    <a:pt x="958144" y="290577"/>
                  </a:lnTo>
                  <a:lnTo>
                    <a:pt x="959073" y="291212"/>
                  </a:lnTo>
                  <a:lnTo>
                    <a:pt x="962489" y="294450"/>
                  </a:lnTo>
                  <a:lnTo>
                    <a:pt x="963018" y="295539"/>
                  </a:lnTo>
                  <a:lnTo>
                    <a:pt x="963314" y="297345"/>
                  </a:lnTo>
                  <a:lnTo>
                    <a:pt x="963637" y="297772"/>
                  </a:lnTo>
                  <a:lnTo>
                    <a:pt x="964909" y="303726"/>
                  </a:lnTo>
                  <a:lnTo>
                    <a:pt x="965974" y="305232"/>
                  </a:lnTo>
                  <a:lnTo>
                    <a:pt x="966662" y="308595"/>
                  </a:lnTo>
                  <a:lnTo>
                    <a:pt x="966634" y="310888"/>
                  </a:lnTo>
                  <a:lnTo>
                    <a:pt x="968184" y="311698"/>
                  </a:lnTo>
                  <a:lnTo>
                    <a:pt x="969061" y="312946"/>
                  </a:lnTo>
                  <a:lnTo>
                    <a:pt x="970557" y="313787"/>
                  </a:lnTo>
                  <a:lnTo>
                    <a:pt x="974694" y="317427"/>
                  </a:lnTo>
                  <a:lnTo>
                    <a:pt x="976539" y="318162"/>
                  </a:lnTo>
                  <a:lnTo>
                    <a:pt x="979383" y="318816"/>
                  </a:lnTo>
                  <a:lnTo>
                    <a:pt x="981859" y="318248"/>
                  </a:lnTo>
                  <a:lnTo>
                    <a:pt x="985895" y="316059"/>
                  </a:lnTo>
                  <a:lnTo>
                    <a:pt x="987048" y="315726"/>
                  </a:lnTo>
                  <a:lnTo>
                    <a:pt x="990630" y="314050"/>
                  </a:lnTo>
                  <a:lnTo>
                    <a:pt x="992204" y="312543"/>
                  </a:lnTo>
                  <a:lnTo>
                    <a:pt x="994581" y="315773"/>
                  </a:lnTo>
                  <a:lnTo>
                    <a:pt x="995890" y="316625"/>
                  </a:lnTo>
                  <a:lnTo>
                    <a:pt x="996520" y="318983"/>
                  </a:lnTo>
                  <a:lnTo>
                    <a:pt x="997430" y="321984"/>
                  </a:lnTo>
                  <a:lnTo>
                    <a:pt x="998574" y="323474"/>
                  </a:lnTo>
                  <a:lnTo>
                    <a:pt x="998575" y="323759"/>
                  </a:lnTo>
                  <a:lnTo>
                    <a:pt x="997148" y="325460"/>
                  </a:lnTo>
                  <a:lnTo>
                    <a:pt x="996852" y="329956"/>
                  </a:lnTo>
                  <a:lnTo>
                    <a:pt x="995904" y="331828"/>
                  </a:lnTo>
                  <a:lnTo>
                    <a:pt x="994577" y="332871"/>
                  </a:lnTo>
                  <a:lnTo>
                    <a:pt x="992822" y="335931"/>
                  </a:lnTo>
                  <a:lnTo>
                    <a:pt x="992634" y="337565"/>
                  </a:lnTo>
                  <a:lnTo>
                    <a:pt x="992895" y="338532"/>
                  </a:lnTo>
                  <a:lnTo>
                    <a:pt x="992895" y="340502"/>
                  </a:lnTo>
                  <a:lnTo>
                    <a:pt x="992033" y="342514"/>
                  </a:lnTo>
                  <a:lnTo>
                    <a:pt x="991237" y="343149"/>
                  </a:lnTo>
                  <a:lnTo>
                    <a:pt x="990124" y="345555"/>
                  </a:lnTo>
                  <a:lnTo>
                    <a:pt x="988336" y="346958"/>
                  </a:lnTo>
                  <a:lnTo>
                    <a:pt x="987892" y="348409"/>
                  </a:lnTo>
                  <a:lnTo>
                    <a:pt x="986975" y="349049"/>
                  </a:lnTo>
                  <a:lnTo>
                    <a:pt x="986177" y="349037"/>
                  </a:lnTo>
                  <a:lnTo>
                    <a:pt x="985802" y="349259"/>
                  </a:lnTo>
                  <a:lnTo>
                    <a:pt x="984051" y="351023"/>
                  </a:lnTo>
                  <a:lnTo>
                    <a:pt x="984534" y="352700"/>
                  </a:lnTo>
                  <a:lnTo>
                    <a:pt x="984560" y="355975"/>
                  </a:lnTo>
                  <a:lnTo>
                    <a:pt x="984978" y="357293"/>
                  </a:lnTo>
                  <a:lnTo>
                    <a:pt x="985392" y="360719"/>
                  </a:lnTo>
                  <a:lnTo>
                    <a:pt x="984976" y="361390"/>
                  </a:lnTo>
                  <a:lnTo>
                    <a:pt x="984261" y="361401"/>
                  </a:lnTo>
                  <a:lnTo>
                    <a:pt x="984090" y="361748"/>
                  </a:lnTo>
                  <a:lnTo>
                    <a:pt x="984203" y="362912"/>
                  </a:lnTo>
                  <a:lnTo>
                    <a:pt x="983608" y="363728"/>
                  </a:lnTo>
                  <a:lnTo>
                    <a:pt x="982702" y="365921"/>
                  </a:lnTo>
                  <a:lnTo>
                    <a:pt x="982014" y="366034"/>
                  </a:lnTo>
                  <a:lnTo>
                    <a:pt x="981436" y="366564"/>
                  </a:lnTo>
                  <a:lnTo>
                    <a:pt x="980856" y="367745"/>
                  </a:lnTo>
                  <a:lnTo>
                    <a:pt x="981900" y="371554"/>
                  </a:lnTo>
                  <a:lnTo>
                    <a:pt x="981820" y="373246"/>
                  </a:lnTo>
                  <a:lnTo>
                    <a:pt x="982947" y="376903"/>
                  </a:lnTo>
                  <a:lnTo>
                    <a:pt x="982962" y="379990"/>
                  </a:lnTo>
                  <a:lnTo>
                    <a:pt x="982679" y="382557"/>
                  </a:lnTo>
                  <a:lnTo>
                    <a:pt x="982000" y="384255"/>
                  </a:lnTo>
                  <a:lnTo>
                    <a:pt x="983904" y="388178"/>
                  </a:lnTo>
                  <a:lnTo>
                    <a:pt x="984686" y="390937"/>
                  </a:lnTo>
                  <a:lnTo>
                    <a:pt x="984582" y="393255"/>
                  </a:lnTo>
                  <a:lnTo>
                    <a:pt x="984033" y="394831"/>
                  </a:lnTo>
                  <a:lnTo>
                    <a:pt x="984534" y="396448"/>
                  </a:lnTo>
                  <a:lnTo>
                    <a:pt x="984479" y="397052"/>
                  </a:lnTo>
                  <a:lnTo>
                    <a:pt x="984059" y="396854"/>
                  </a:lnTo>
                  <a:lnTo>
                    <a:pt x="982017" y="397831"/>
                  </a:lnTo>
                  <a:lnTo>
                    <a:pt x="981171" y="398907"/>
                  </a:lnTo>
                  <a:lnTo>
                    <a:pt x="978753" y="403350"/>
                  </a:lnTo>
                  <a:lnTo>
                    <a:pt x="977945" y="403776"/>
                  </a:lnTo>
                  <a:lnTo>
                    <a:pt x="975771" y="404582"/>
                  </a:lnTo>
                  <a:lnTo>
                    <a:pt x="973736" y="404902"/>
                  </a:lnTo>
                  <a:lnTo>
                    <a:pt x="971754" y="406238"/>
                  </a:lnTo>
                  <a:lnTo>
                    <a:pt x="968783" y="406143"/>
                  </a:lnTo>
                  <a:lnTo>
                    <a:pt x="967260" y="405868"/>
                  </a:lnTo>
                  <a:lnTo>
                    <a:pt x="964325" y="406757"/>
                  </a:lnTo>
                  <a:lnTo>
                    <a:pt x="961973" y="406824"/>
                  </a:lnTo>
                  <a:lnTo>
                    <a:pt x="960732" y="404759"/>
                  </a:lnTo>
                  <a:lnTo>
                    <a:pt x="958605" y="402413"/>
                  </a:lnTo>
                  <a:lnTo>
                    <a:pt x="957012" y="401294"/>
                  </a:lnTo>
                  <a:lnTo>
                    <a:pt x="956558" y="400063"/>
                  </a:lnTo>
                  <a:lnTo>
                    <a:pt x="952596" y="397192"/>
                  </a:lnTo>
                  <a:lnTo>
                    <a:pt x="950818" y="396400"/>
                  </a:lnTo>
                  <a:lnTo>
                    <a:pt x="950719" y="396042"/>
                  </a:lnTo>
                  <a:lnTo>
                    <a:pt x="949341" y="394774"/>
                  </a:lnTo>
                  <a:lnTo>
                    <a:pt x="947529" y="393996"/>
                  </a:lnTo>
                  <a:lnTo>
                    <a:pt x="945856" y="392567"/>
                  </a:lnTo>
                  <a:lnTo>
                    <a:pt x="944464" y="392231"/>
                  </a:lnTo>
                  <a:lnTo>
                    <a:pt x="942450" y="390719"/>
                  </a:lnTo>
                  <a:lnTo>
                    <a:pt x="941665" y="390673"/>
                  </a:lnTo>
                  <a:lnTo>
                    <a:pt x="940505" y="388856"/>
                  </a:lnTo>
                  <a:lnTo>
                    <a:pt x="939094" y="388076"/>
                  </a:lnTo>
                  <a:lnTo>
                    <a:pt x="935052" y="385001"/>
                  </a:lnTo>
                  <a:lnTo>
                    <a:pt x="931296" y="387379"/>
                  </a:lnTo>
                  <a:lnTo>
                    <a:pt x="923576" y="389145"/>
                  </a:lnTo>
                  <a:lnTo>
                    <a:pt x="920917" y="397446"/>
                  </a:lnTo>
                  <a:lnTo>
                    <a:pt x="918423" y="401516"/>
                  </a:lnTo>
                  <a:lnTo>
                    <a:pt x="916550" y="402893"/>
                  </a:lnTo>
                  <a:lnTo>
                    <a:pt x="907828" y="406026"/>
                  </a:lnTo>
                  <a:lnTo>
                    <a:pt x="904775" y="406003"/>
                  </a:lnTo>
                  <a:lnTo>
                    <a:pt x="901745" y="406339"/>
                  </a:lnTo>
                  <a:lnTo>
                    <a:pt x="899686" y="407397"/>
                  </a:lnTo>
                  <a:lnTo>
                    <a:pt x="898091" y="409720"/>
                  </a:lnTo>
                  <a:lnTo>
                    <a:pt x="895648" y="414756"/>
                  </a:lnTo>
                  <a:lnTo>
                    <a:pt x="885590" y="420330"/>
                  </a:lnTo>
                  <a:lnTo>
                    <a:pt x="883733" y="420848"/>
                  </a:lnTo>
                  <a:lnTo>
                    <a:pt x="881815" y="421696"/>
                  </a:lnTo>
                  <a:lnTo>
                    <a:pt x="879610" y="423347"/>
                  </a:lnTo>
                  <a:lnTo>
                    <a:pt x="878135" y="424837"/>
                  </a:lnTo>
                  <a:lnTo>
                    <a:pt x="875238" y="427871"/>
                  </a:lnTo>
                  <a:lnTo>
                    <a:pt x="874664" y="429345"/>
                  </a:lnTo>
                  <a:lnTo>
                    <a:pt x="872763" y="430692"/>
                  </a:lnTo>
                  <a:lnTo>
                    <a:pt x="871074" y="432141"/>
                  </a:lnTo>
                  <a:lnTo>
                    <a:pt x="869467" y="434919"/>
                  </a:lnTo>
                  <a:lnTo>
                    <a:pt x="866651" y="438649"/>
                  </a:lnTo>
                  <a:lnTo>
                    <a:pt x="866346" y="441442"/>
                  </a:lnTo>
                  <a:lnTo>
                    <a:pt x="866072" y="442218"/>
                  </a:lnTo>
                  <a:lnTo>
                    <a:pt x="865449" y="442973"/>
                  </a:lnTo>
                  <a:lnTo>
                    <a:pt x="863159" y="443491"/>
                  </a:lnTo>
                  <a:lnTo>
                    <a:pt x="860107" y="445090"/>
                  </a:lnTo>
                  <a:lnTo>
                    <a:pt x="855415" y="446550"/>
                  </a:lnTo>
                  <a:lnTo>
                    <a:pt x="853767" y="447993"/>
                  </a:lnTo>
                  <a:lnTo>
                    <a:pt x="852888" y="448355"/>
                  </a:lnTo>
                  <a:lnTo>
                    <a:pt x="851262" y="449882"/>
                  </a:lnTo>
                  <a:lnTo>
                    <a:pt x="850173" y="450290"/>
                  </a:lnTo>
                  <a:lnTo>
                    <a:pt x="848443" y="452161"/>
                  </a:lnTo>
                  <a:lnTo>
                    <a:pt x="846865" y="453127"/>
                  </a:lnTo>
                  <a:lnTo>
                    <a:pt x="846070" y="454230"/>
                  </a:lnTo>
                  <a:lnTo>
                    <a:pt x="845166" y="458775"/>
                  </a:lnTo>
                  <a:lnTo>
                    <a:pt x="844297" y="460854"/>
                  </a:lnTo>
                  <a:lnTo>
                    <a:pt x="843121" y="462531"/>
                  </a:lnTo>
                  <a:lnTo>
                    <a:pt x="841049" y="464399"/>
                  </a:lnTo>
                  <a:lnTo>
                    <a:pt x="837876" y="466777"/>
                  </a:lnTo>
                  <a:lnTo>
                    <a:pt x="834463" y="468939"/>
                  </a:lnTo>
                  <a:lnTo>
                    <a:pt x="832872" y="470372"/>
                  </a:lnTo>
                  <a:lnTo>
                    <a:pt x="830125" y="472048"/>
                  </a:lnTo>
                  <a:lnTo>
                    <a:pt x="829759" y="472683"/>
                  </a:lnTo>
                  <a:lnTo>
                    <a:pt x="826289" y="476198"/>
                  </a:lnTo>
                  <a:lnTo>
                    <a:pt x="825892" y="478061"/>
                  </a:lnTo>
                  <a:lnTo>
                    <a:pt x="823557" y="479008"/>
                  </a:lnTo>
                  <a:lnTo>
                    <a:pt x="822399" y="479200"/>
                  </a:lnTo>
                  <a:lnTo>
                    <a:pt x="821422" y="479571"/>
                  </a:lnTo>
                  <a:lnTo>
                    <a:pt x="819557" y="481928"/>
                  </a:lnTo>
                  <a:lnTo>
                    <a:pt x="816945" y="480970"/>
                  </a:lnTo>
                  <a:lnTo>
                    <a:pt x="814748" y="479821"/>
                  </a:lnTo>
                  <a:lnTo>
                    <a:pt x="813964" y="479705"/>
                  </a:lnTo>
                  <a:lnTo>
                    <a:pt x="809687" y="481330"/>
                  </a:lnTo>
                  <a:lnTo>
                    <a:pt x="808865" y="481482"/>
                  </a:lnTo>
                  <a:lnTo>
                    <a:pt x="808506" y="481146"/>
                  </a:lnTo>
                  <a:lnTo>
                    <a:pt x="807300" y="482584"/>
                  </a:lnTo>
                  <a:lnTo>
                    <a:pt x="807082" y="483509"/>
                  </a:lnTo>
                  <a:lnTo>
                    <a:pt x="805904" y="485784"/>
                  </a:lnTo>
                  <a:lnTo>
                    <a:pt x="804837" y="486948"/>
                  </a:lnTo>
                  <a:lnTo>
                    <a:pt x="803344" y="487681"/>
                  </a:lnTo>
                  <a:lnTo>
                    <a:pt x="802259" y="488222"/>
                  </a:lnTo>
                  <a:lnTo>
                    <a:pt x="801765" y="488816"/>
                  </a:lnTo>
                  <a:lnTo>
                    <a:pt x="800697" y="489238"/>
                  </a:lnTo>
                  <a:lnTo>
                    <a:pt x="793727" y="490710"/>
                  </a:lnTo>
                  <a:lnTo>
                    <a:pt x="791113" y="491810"/>
                  </a:lnTo>
                  <a:lnTo>
                    <a:pt x="789270" y="494649"/>
                  </a:lnTo>
                  <a:lnTo>
                    <a:pt x="788868" y="495646"/>
                  </a:lnTo>
                  <a:lnTo>
                    <a:pt x="783256" y="499720"/>
                  </a:lnTo>
                  <a:lnTo>
                    <a:pt x="781566" y="500414"/>
                  </a:lnTo>
                  <a:lnTo>
                    <a:pt x="779661" y="500733"/>
                  </a:lnTo>
                  <a:lnTo>
                    <a:pt x="777840" y="501486"/>
                  </a:lnTo>
                  <a:lnTo>
                    <a:pt x="774632" y="504375"/>
                  </a:lnTo>
                  <a:lnTo>
                    <a:pt x="773597" y="506990"/>
                  </a:lnTo>
                  <a:lnTo>
                    <a:pt x="773684" y="509032"/>
                  </a:lnTo>
                  <a:lnTo>
                    <a:pt x="772628" y="511288"/>
                  </a:lnTo>
                  <a:lnTo>
                    <a:pt x="771996" y="513603"/>
                  </a:lnTo>
                  <a:lnTo>
                    <a:pt x="772120" y="514397"/>
                  </a:lnTo>
                  <a:lnTo>
                    <a:pt x="773929" y="518278"/>
                  </a:lnTo>
                  <a:lnTo>
                    <a:pt x="775510" y="520087"/>
                  </a:lnTo>
                  <a:lnTo>
                    <a:pt x="776036" y="521100"/>
                  </a:lnTo>
                  <a:lnTo>
                    <a:pt x="776072" y="523825"/>
                  </a:lnTo>
                  <a:lnTo>
                    <a:pt x="774892" y="526048"/>
                  </a:lnTo>
                  <a:lnTo>
                    <a:pt x="773926" y="527112"/>
                  </a:lnTo>
                  <a:lnTo>
                    <a:pt x="769891" y="529063"/>
                  </a:lnTo>
                  <a:lnTo>
                    <a:pt x="769319" y="532295"/>
                  </a:lnTo>
                  <a:lnTo>
                    <a:pt x="769856" y="533391"/>
                  </a:lnTo>
                  <a:lnTo>
                    <a:pt x="771731" y="534704"/>
                  </a:lnTo>
                  <a:lnTo>
                    <a:pt x="771818" y="534938"/>
                  </a:lnTo>
                  <a:lnTo>
                    <a:pt x="771266" y="536355"/>
                  </a:lnTo>
                  <a:lnTo>
                    <a:pt x="772044" y="537901"/>
                  </a:lnTo>
                  <a:lnTo>
                    <a:pt x="770435" y="538168"/>
                  </a:lnTo>
                  <a:lnTo>
                    <a:pt x="767812" y="539055"/>
                  </a:lnTo>
                  <a:lnTo>
                    <a:pt x="767554" y="538387"/>
                  </a:lnTo>
                  <a:lnTo>
                    <a:pt x="766827" y="537772"/>
                  </a:lnTo>
                  <a:lnTo>
                    <a:pt x="765354" y="537353"/>
                  </a:lnTo>
                  <a:lnTo>
                    <a:pt x="764913" y="536818"/>
                  </a:lnTo>
                  <a:lnTo>
                    <a:pt x="763780" y="536201"/>
                  </a:lnTo>
                  <a:lnTo>
                    <a:pt x="763243" y="536160"/>
                  </a:lnTo>
                  <a:lnTo>
                    <a:pt x="762542" y="535492"/>
                  </a:lnTo>
                  <a:lnTo>
                    <a:pt x="761452" y="533896"/>
                  </a:lnTo>
                  <a:lnTo>
                    <a:pt x="761314" y="533124"/>
                  </a:lnTo>
                  <a:lnTo>
                    <a:pt x="760418" y="533938"/>
                  </a:lnTo>
                  <a:lnTo>
                    <a:pt x="758703" y="533999"/>
                  </a:lnTo>
                  <a:lnTo>
                    <a:pt x="758470" y="534339"/>
                  </a:lnTo>
                  <a:lnTo>
                    <a:pt x="756945" y="534460"/>
                  </a:lnTo>
                  <a:lnTo>
                    <a:pt x="755291" y="534264"/>
                  </a:lnTo>
                  <a:lnTo>
                    <a:pt x="755003" y="534001"/>
                  </a:lnTo>
                  <a:lnTo>
                    <a:pt x="753250" y="534635"/>
                  </a:lnTo>
                  <a:lnTo>
                    <a:pt x="752979" y="535197"/>
                  </a:lnTo>
                  <a:lnTo>
                    <a:pt x="750773" y="536400"/>
                  </a:lnTo>
                  <a:lnTo>
                    <a:pt x="750090" y="537137"/>
                  </a:lnTo>
                  <a:lnTo>
                    <a:pt x="748796" y="537481"/>
                  </a:lnTo>
                  <a:lnTo>
                    <a:pt x="748235" y="537387"/>
                  </a:lnTo>
                  <a:lnTo>
                    <a:pt x="747494" y="537890"/>
                  </a:lnTo>
                  <a:lnTo>
                    <a:pt x="747179" y="537664"/>
                  </a:lnTo>
                  <a:lnTo>
                    <a:pt x="746681" y="538077"/>
                  </a:lnTo>
                  <a:lnTo>
                    <a:pt x="745997" y="538117"/>
                  </a:lnTo>
                  <a:lnTo>
                    <a:pt x="742583" y="539315"/>
                  </a:lnTo>
                  <a:lnTo>
                    <a:pt x="742160" y="539733"/>
                  </a:lnTo>
                  <a:lnTo>
                    <a:pt x="740683" y="540001"/>
                  </a:lnTo>
                  <a:lnTo>
                    <a:pt x="738839" y="541265"/>
                  </a:lnTo>
                  <a:lnTo>
                    <a:pt x="738195" y="541453"/>
                  </a:lnTo>
                  <a:lnTo>
                    <a:pt x="737194" y="542903"/>
                  </a:lnTo>
                  <a:lnTo>
                    <a:pt x="736972" y="543809"/>
                  </a:lnTo>
                  <a:lnTo>
                    <a:pt x="736222" y="544409"/>
                  </a:lnTo>
                  <a:lnTo>
                    <a:pt x="735392" y="544365"/>
                  </a:lnTo>
                  <a:lnTo>
                    <a:pt x="734322" y="544770"/>
                  </a:lnTo>
                  <a:lnTo>
                    <a:pt x="733479" y="544591"/>
                  </a:lnTo>
                  <a:lnTo>
                    <a:pt x="732629" y="544726"/>
                  </a:lnTo>
                  <a:lnTo>
                    <a:pt x="732068" y="545005"/>
                  </a:lnTo>
                  <a:lnTo>
                    <a:pt x="730869" y="546311"/>
                  </a:lnTo>
                  <a:lnTo>
                    <a:pt x="730555" y="546349"/>
                  </a:lnTo>
                  <a:lnTo>
                    <a:pt x="730010" y="547195"/>
                  </a:lnTo>
                  <a:lnTo>
                    <a:pt x="728035" y="547386"/>
                  </a:lnTo>
                  <a:lnTo>
                    <a:pt x="726033" y="548209"/>
                  </a:lnTo>
                  <a:lnTo>
                    <a:pt x="724134" y="551952"/>
                  </a:lnTo>
                  <a:lnTo>
                    <a:pt x="720179" y="555115"/>
                  </a:lnTo>
                  <a:lnTo>
                    <a:pt x="725713" y="556990"/>
                  </a:lnTo>
                  <a:lnTo>
                    <a:pt x="727887" y="558193"/>
                  </a:lnTo>
                  <a:lnTo>
                    <a:pt x="729819" y="559614"/>
                  </a:lnTo>
                  <a:lnTo>
                    <a:pt x="730525" y="560643"/>
                  </a:lnTo>
                  <a:lnTo>
                    <a:pt x="730866" y="562787"/>
                  </a:lnTo>
                  <a:lnTo>
                    <a:pt x="731390" y="564054"/>
                  </a:lnTo>
                  <a:lnTo>
                    <a:pt x="731457" y="566821"/>
                  </a:lnTo>
                  <a:lnTo>
                    <a:pt x="730932" y="567381"/>
                  </a:lnTo>
                  <a:lnTo>
                    <a:pt x="729410" y="567712"/>
                  </a:lnTo>
                  <a:lnTo>
                    <a:pt x="729471" y="568243"/>
                  </a:lnTo>
                  <a:lnTo>
                    <a:pt x="728543" y="569036"/>
                  </a:lnTo>
                  <a:lnTo>
                    <a:pt x="728094" y="569790"/>
                  </a:lnTo>
                  <a:lnTo>
                    <a:pt x="727961" y="570973"/>
                  </a:lnTo>
                  <a:lnTo>
                    <a:pt x="727398" y="572200"/>
                  </a:lnTo>
                  <a:lnTo>
                    <a:pt x="724572" y="574217"/>
                  </a:lnTo>
                  <a:lnTo>
                    <a:pt x="723448" y="574490"/>
                  </a:lnTo>
                  <a:lnTo>
                    <a:pt x="722700" y="574971"/>
                  </a:lnTo>
                  <a:lnTo>
                    <a:pt x="721278" y="576101"/>
                  </a:lnTo>
                  <a:lnTo>
                    <a:pt x="719494" y="578207"/>
                  </a:lnTo>
                  <a:lnTo>
                    <a:pt x="718718" y="578667"/>
                  </a:lnTo>
                  <a:lnTo>
                    <a:pt x="717358" y="579994"/>
                  </a:lnTo>
                  <a:lnTo>
                    <a:pt x="716395" y="582371"/>
                  </a:lnTo>
                  <a:lnTo>
                    <a:pt x="716249" y="584446"/>
                  </a:lnTo>
                  <a:lnTo>
                    <a:pt x="715627" y="586393"/>
                  </a:lnTo>
                  <a:lnTo>
                    <a:pt x="714344" y="587931"/>
                  </a:lnTo>
                  <a:lnTo>
                    <a:pt x="712661" y="588433"/>
                  </a:lnTo>
                  <a:lnTo>
                    <a:pt x="711825" y="589103"/>
                  </a:lnTo>
                  <a:lnTo>
                    <a:pt x="710842" y="591712"/>
                  </a:lnTo>
                  <a:lnTo>
                    <a:pt x="711087" y="593194"/>
                  </a:lnTo>
                  <a:lnTo>
                    <a:pt x="710885" y="594809"/>
                  </a:lnTo>
                  <a:lnTo>
                    <a:pt x="710077" y="596718"/>
                  </a:lnTo>
                  <a:lnTo>
                    <a:pt x="709181" y="597048"/>
                  </a:lnTo>
                  <a:lnTo>
                    <a:pt x="707947" y="598713"/>
                  </a:lnTo>
                  <a:lnTo>
                    <a:pt x="707049" y="600938"/>
                  </a:lnTo>
                  <a:lnTo>
                    <a:pt x="707169" y="601964"/>
                  </a:lnTo>
                  <a:lnTo>
                    <a:pt x="706742" y="603984"/>
                  </a:lnTo>
                  <a:lnTo>
                    <a:pt x="707145" y="606904"/>
                  </a:lnTo>
                  <a:lnTo>
                    <a:pt x="707049" y="608689"/>
                  </a:lnTo>
                  <a:lnTo>
                    <a:pt x="707518" y="611715"/>
                  </a:lnTo>
                  <a:lnTo>
                    <a:pt x="708016" y="612357"/>
                  </a:lnTo>
                  <a:lnTo>
                    <a:pt x="708195" y="613325"/>
                  </a:lnTo>
                  <a:lnTo>
                    <a:pt x="708753" y="614432"/>
                  </a:lnTo>
                  <a:lnTo>
                    <a:pt x="708801" y="617169"/>
                  </a:lnTo>
                  <a:lnTo>
                    <a:pt x="710457" y="620449"/>
                  </a:lnTo>
                  <a:lnTo>
                    <a:pt x="710808" y="621592"/>
                  </a:lnTo>
                  <a:lnTo>
                    <a:pt x="710395" y="623919"/>
                  </a:lnTo>
                  <a:lnTo>
                    <a:pt x="711275" y="625965"/>
                  </a:lnTo>
                  <a:lnTo>
                    <a:pt x="711898" y="626667"/>
                  </a:lnTo>
                  <a:lnTo>
                    <a:pt x="712459" y="627802"/>
                  </a:lnTo>
                  <a:lnTo>
                    <a:pt x="711661" y="628657"/>
                  </a:lnTo>
                  <a:lnTo>
                    <a:pt x="710608" y="630407"/>
                  </a:lnTo>
                  <a:lnTo>
                    <a:pt x="709699" y="630954"/>
                  </a:lnTo>
                  <a:lnTo>
                    <a:pt x="706899" y="633429"/>
                  </a:lnTo>
                  <a:lnTo>
                    <a:pt x="705116" y="636400"/>
                  </a:lnTo>
                  <a:lnTo>
                    <a:pt x="704205" y="637409"/>
                  </a:lnTo>
                  <a:lnTo>
                    <a:pt x="703826" y="637460"/>
                  </a:lnTo>
                  <a:lnTo>
                    <a:pt x="704668" y="638587"/>
                  </a:lnTo>
                  <a:lnTo>
                    <a:pt x="705452" y="640909"/>
                  </a:lnTo>
                  <a:lnTo>
                    <a:pt x="704857" y="641643"/>
                  </a:lnTo>
                  <a:lnTo>
                    <a:pt x="704443" y="645401"/>
                  </a:lnTo>
                  <a:lnTo>
                    <a:pt x="706466" y="648288"/>
                  </a:lnTo>
                  <a:lnTo>
                    <a:pt x="707297" y="651129"/>
                  </a:lnTo>
                  <a:lnTo>
                    <a:pt x="706236" y="652478"/>
                  </a:lnTo>
                  <a:lnTo>
                    <a:pt x="705788" y="653806"/>
                  </a:lnTo>
                  <a:lnTo>
                    <a:pt x="702558" y="655827"/>
                  </a:lnTo>
                  <a:lnTo>
                    <a:pt x="702084" y="656511"/>
                  </a:lnTo>
                  <a:lnTo>
                    <a:pt x="700391" y="657935"/>
                  </a:lnTo>
                  <a:lnTo>
                    <a:pt x="699402" y="658458"/>
                  </a:lnTo>
                  <a:lnTo>
                    <a:pt x="698329" y="658536"/>
                  </a:lnTo>
                  <a:lnTo>
                    <a:pt x="697256" y="659160"/>
                  </a:lnTo>
                  <a:lnTo>
                    <a:pt x="693978" y="661710"/>
                  </a:lnTo>
                  <a:lnTo>
                    <a:pt x="690560" y="661558"/>
                  </a:lnTo>
                  <a:lnTo>
                    <a:pt x="688872" y="663111"/>
                  </a:lnTo>
                  <a:lnTo>
                    <a:pt x="687127" y="664309"/>
                  </a:lnTo>
                  <a:lnTo>
                    <a:pt x="686366" y="663676"/>
                  </a:lnTo>
                  <a:lnTo>
                    <a:pt x="684566" y="663790"/>
                  </a:lnTo>
                  <a:lnTo>
                    <a:pt x="680426" y="663097"/>
                  </a:lnTo>
                  <a:lnTo>
                    <a:pt x="678983" y="664059"/>
                  </a:lnTo>
                  <a:lnTo>
                    <a:pt x="677102" y="664310"/>
                  </a:lnTo>
                  <a:lnTo>
                    <a:pt x="675595" y="664089"/>
                  </a:lnTo>
                  <a:lnTo>
                    <a:pt x="671588" y="666703"/>
                  </a:lnTo>
                  <a:lnTo>
                    <a:pt x="670543" y="667108"/>
                  </a:lnTo>
                  <a:lnTo>
                    <a:pt x="667360" y="667027"/>
                  </a:lnTo>
                  <a:lnTo>
                    <a:pt x="666474" y="666699"/>
                  </a:lnTo>
                  <a:lnTo>
                    <a:pt x="664923" y="666628"/>
                  </a:lnTo>
                  <a:lnTo>
                    <a:pt x="663078" y="668635"/>
                  </a:lnTo>
                  <a:lnTo>
                    <a:pt x="660915" y="669487"/>
                  </a:lnTo>
                  <a:lnTo>
                    <a:pt x="660011" y="670115"/>
                  </a:lnTo>
                  <a:lnTo>
                    <a:pt x="659043" y="669548"/>
                  </a:lnTo>
                  <a:lnTo>
                    <a:pt x="658654" y="669572"/>
                  </a:lnTo>
                  <a:lnTo>
                    <a:pt x="658045" y="674647"/>
                  </a:lnTo>
                  <a:lnTo>
                    <a:pt x="657540" y="675292"/>
                  </a:lnTo>
                  <a:lnTo>
                    <a:pt x="657240" y="676369"/>
                  </a:lnTo>
                  <a:lnTo>
                    <a:pt x="657001" y="678468"/>
                  </a:lnTo>
                  <a:lnTo>
                    <a:pt x="656308" y="679158"/>
                  </a:lnTo>
                  <a:lnTo>
                    <a:pt x="654807" y="681970"/>
                  </a:lnTo>
                  <a:lnTo>
                    <a:pt x="654436" y="683900"/>
                  </a:lnTo>
                  <a:lnTo>
                    <a:pt x="653698" y="685378"/>
                  </a:lnTo>
                  <a:lnTo>
                    <a:pt x="653230" y="687064"/>
                  </a:lnTo>
                  <a:lnTo>
                    <a:pt x="653493" y="688177"/>
                  </a:lnTo>
                  <a:lnTo>
                    <a:pt x="653996" y="688689"/>
                  </a:lnTo>
                  <a:lnTo>
                    <a:pt x="653516" y="690216"/>
                  </a:lnTo>
                  <a:lnTo>
                    <a:pt x="653686" y="691975"/>
                  </a:lnTo>
                  <a:lnTo>
                    <a:pt x="654982" y="693632"/>
                  </a:lnTo>
                  <a:lnTo>
                    <a:pt x="655309" y="697681"/>
                  </a:lnTo>
                  <a:lnTo>
                    <a:pt x="656029" y="699474"/>
                  </a:lnTo>
                  <a:lnTo>
                    <a:pt x="655949" y="700942"/>
                  </a:lnTo>
                  <a:lnTo>
                    <a:pt x="656875" y="702467"/>
                  </a:lnTo>
                  <a:lnTo>
                    <a:pt x="659455" y="705245"/>
                  </a:lnTo>
                  <a:lnTo>
                    <a:pt x="659182" y="706697"/>
                  </a:lnTo>
                  <a:lnTo>
                    <a:pt x="657778" y="708726"/>
                  </a:lnTo>
                  <a:lnTo>
                    <a:pt x="658492" y="711598"/>
                  </a:lnTo>
                  <a:lnTo>
                    <a:pt x="659850" y="714413"/>
                  </a:lnTo>
                  <a:lnTo>
                    <a:pt x="660462" y="717147"/>
                  </a:lnTo>
                  <a:lnTo>
                    <a:pt x="660095" y="718158"/>
                  </a:lnTo>
                  <a:lnTo>
                    <a:pt x="659681" y="718217"/>
                  </a:lnTo>
                  <a:lnTo>
                    <a:pt x="659245" y="719357"/>
                  </a:lnTo>
                  <a:lnTo>
                    <a:pt x="659427" y="721150"/>
                  </a:lnTo>
                  <a:lnTo>
                    <a:pt x="658080" y="722912"/>
                  </a:lnTo>
                  <a:lnTo>
                    <a:pt x="657579" y="724134"/>
                  </a:lnTo>
                  <a:lnTo>
                    <a:pt x="656562" y="725671"/>
                  </a:lnTo>
                  <a:lnTo>
                    <a:pt x="656823" y="729775"/>
                  </a:lnTo>
                  <a:lnTo>
                    <a:pt x="656446" y="730615"/>
                  </a:lnTo>
                  <a:lnTo>
                    <a:pt x="655577" y="731434"/>
                  </a:lnTo>
                  <a:lnTo>
                    <a:pt x="654706" y="732769"/>
                  </a:lnTo>
                  <a:lnTo>
                    <a:pt x="654817" y="733057"/>
                  </a:lnTo>
                  <a:lnTo>
                    <a:pt x="651748" y="734537"/>
                  </a:lnTo>
                  <a:lnTo>
                    <a:pt x="649349" y="736916"/>
                  </a:lnTo>
                  <a:lnTo>
                    <a:pt x="642222" y="738871"/>
                  </a:lnTo>
                  <a:lnTo>
                    <a:pt x="640488" y="739973"/>
                  </a:lnTo>
                  <a:lnTo>
                    <a:pt x="639190" y="740102"/>
                  </a:lnTo>
                  <a:lnTo>
                    <a:pt x="638607" y="740869"/>
                  </a:lnTo>
                  <a:lnTo>
                    <a:pt x="637566" y="741330"/>
                  </a:lnTo>
                  <a:lnTo>
                    <a:pt x="636393" y="741162"/>
                  </a:lnTo>
                  <a:lnTo>
                    <a:pt x="634793" y="740458"/>
                  </a:lnTo>
                  <a:lnTo>
                    <a:pt x="633518" y="738753"/>
                  </a:lnTo>
                  <a:lnTo>
                    <a:pt x="632000" y="738417"/>
                  </a:lnTo>
                  <a:lnTo>
                    <a:pt x="630139" y="739326"/>
                  </a:lnTo>
                  <a:lnTo>
                    <a:pt x="628995" y="740354"/>
                  </a:lnTo>
                  <a:lnTo>
                    <a:pt x="628202" y="740572"/>
                  </a:lnTo>
                  <a:lnTo>
                    <a:pt x="623288" y="740574"/>
                  </a:lnTo>
                  <a:lnTo>
                    <a:pt x="621651" y="741053"/>
                  </a:lnTo>
                  <a:lnTo>
                    <a:pt x="620620" y="740781"/>
                  </a:lnTo>
                  <a:lnTo>
                    <a:pt x="619084" y="741090"/>
                  </a:lnTo>
                  <a:lnTo>
                    <a:pt x="617441" y="740918"/>
                  </a:lnTo>
                  <a:lnTo>
                    <a:pt x="616105" y="741204"/>
                  </a:lnTo>
                  <a:lnTo>
                    <a:pt x="615072" y="741139"/>
                  </a:lnTo>
                  <a:lnTo>
                    <a:pt x="615159" y="741429"/>
                  </a:lnTo>
                  <a:lnTo>
                    <a:pt x="613509" y="741588"/>
                  </a:lnTo>
                  <a:lnTo>
                    <a:pt x="611951" y="741395"/>
                  </a:lnTo>
                  <a:lnTo>
                    <a:pt x="611091" y="740660"/>
                  </a:lnTo>
                  <a:lnTo>
                    <a:pt x="611027" y="739957"/>
                  </a:lnTo>
                  <a:lnTo>
                    <a:pt x="610319" y="739614"/>
                  </a:lnTo>
                  <a:lnTo>
                    <a:pt x="609486" y="739504"/>
                  </a:lnTo>
                  <a:lnTo>
                    <a:pt x="607548" y="739782"/>
                  </a:lnTo>
                  <a:lnTo>
                    <a:pt x="607311" y="739331"/>
                  </a:lnTo>
                  <a:lnTo>
                    <a:pt x="605906" y="739326"/>
                  </a:lnTo>
                  <a:lnTo>
                    <a:pt x="604322" y="739969"/>
                  </a:lnTo>
                  <a:lnTo>
                    <a:pt x="602576" y="741136"/>
                  </a:lnTo>
                  <a:lnTo>
                    <a:pt x="601028" y="741678"/>
                  </a:lnTo>
                  <a:lnTo>
                    <a:pt x="599583" y="741288"/>
                  </a:lnTo>
                  <a:lnTo>
                    <a:pt x="598355" y="740604"/>
                  </a:lnTo>
                  <a:lnTo>
                    <a:pt x="597463" y="738829"/>
                  </a:lnTo>
                  <a:lnTo>
                    <a:pt x="595661" y="736631"/>
                  </a:lnTo>
                  <a:lnTo>
                    <a:pt x="595539" y="735875"/>
                  </a:lnTo>
                  <a:lnTo>
                    <a:pt x="593475" y="736184"/>
                  </a:lnTo>
                  <a:lnTo>
                    <a:pt x="590572" y="737487"/>
                  </a:lnTo>
                  <a:lnTo>
                    <a:pt x="586562" y="738757"/>
                  </a:lnTo>
                  <a:lnTo>
                    <a:pt x="585919" y="739063"/>
                  </a:lnTo>
                  <a:lnTo>
                    <a:pt x="585489" y="739785"/>
                  </a:lnTo>
                  <a:lnTo>
                    <a:pt x="583936" y="740289"/>
                  </a:lnTo>
                  <a:lnTo>
                    <a:pt x="580271" y="742020"/>
                  </a:lnTo>
                  <a:lnTo>
                    <a:pt x="579100" y="742077"/>
                  </a:lnTo>
                  <a:lnTo>
                    <a:pt x="576886" y="741219"/>
                  </a:lnTo>
                  <a:lnTo>
                    <a:pt x="574866" y="740743"/>
                  </a:lnTo>
                  <a:lnTo>
                    <a:pt x="574037" y="740904"/>
                  </a:lnTo>
                  <a:lnTo>
                    <a:pt x="573791" y="740514"/>
                  </a:lnTo>
                  <a:lnTo>
                    <a:pt x="573326" y="740962"/>
                  </a:lnTo>
                  <a:lnTo>
                    <a:pt x="572963" y="741000"/>
                  </a:lnTo>
                  <a:lnTo>
                    <a:pt x="572329" y="740629"/>
                  </a:lnTo>
                  <a:lnTo>
                    <a:pt x="571411" y="740483"/>
                  </a:lnTo>
                  <a:lnTo>
                    <a:pt x="571279" y="741037"/>
                  </a:lnTo>
                  <a:lnTo>
                    <a:pt x="569364" y="740368"/>
                  </a:lnTo>
                  <a:lnTo>
                    <a:pt x="567835" y="739420"/>
                  </a:lnTo>
                  <a:lnTo>
                    <a:pt x="567117" y="738306"/>
                  </a:lnTo>
                  <a:lnTo>
                    <a:pt x="565253" y="737554"/>
                  </a:lnTo>
                  <a:lnTo>
                    <a:pt x="564515" y="736613"/>
                  </a:lnTo>
                  <a:lnTo>
                    <a:pt x="563694" y="734551"/>
                  </a:lnTo>
                  <a:lnTo>
                    <a:pt x="562902" y="734319"/>
                  </a:lnTo>
                  <a:lnTo>
                    <a:pt x="562424" y="733662"/>
                  </a:lnTo>
                  <a:lnTo>
                    <a:pt x="561187" y="731098"/>
                  </a:lnTo>
                  <a:lnTo>
                    <a:pt x="559898" y="731116"/>
                  </a:lnTo>
                  <a:lnTo>
                    <a:pt x="558180" y="730675"/>
                  </a:lnTo>
                  <a:lnTo>
                    <a:pt x="557629" y="730913"/>
                  </a:lnTo>
                  <a:lnTo>
                    <a:pt x="557205" y="730769"/>
                  </a:lnTo>
                  <a:lnTo>
                    <a:pt x="556462" y="731030"/>
                  </a:lnTo>
                  <a:lnTo>
                    <a:pt x="555746" y="730983"/>
                  </a:lnTo>
                  <a:lnTo>
                    <a:pt x="552683" y="732434"/>
                  </a:lnTo>
                  <a:lnTo>
                    <a:pt x="551552" y="732690"/>
                  </a:lnTo>
                  <a:lnTo>
                    <a:pt x="550496" y="732910"/>
                  </a:lnTo>
                  <a:lnTo>
                    <a:pt x="547834" y="732839"/>
                  </a:lnTo>
                  <a:lnTo>
                    <a:pt x="547361" y="733297"/>
                  </a:lnTo>
                  <a:lnTo>
                    <a:pt x="546359" y="733401"/>
                  </a:lnTo>
                  <a:lnTo>
                    <a:pt x="546050" y="733703"/>
                  </a:lnTo>
                  <a:lnTo>
                    <a:pt x="545280" y="733583"/>
                  </a:lnTo>
                  <a:lnTo>
                    <a:pt x="544962" y="733775"/>
                  </a:lnTo>
                  <a:lnTo>
                    <a:pt x="543677" y="733815"/>
                  </a:lnTo>
                  <a:lnTo>
                    <a:pt x="541988" y="735173"/>
                  </a:lnTo>
                  <a:lnTo>
                    <a:pt x="540449" y="735107"/>
                  </a:lnTo>
                  <a:lnTo>
                    <a:pt x="539101" y="735860"/>
                  </a:lnTo>
                  <a:lnTo>
                    <a:pt x="538904" y="736453"/>
                  </a:lnTo>
                  <a:lnTo>
                    <a:pt x="538426" y="736896"/>
                  </a:lnTo>
                  <a:lnTo>
                    <a:pt x="538235" y="737914"/>
                  </a:lnTo>
                  <a:lnTo>
                    <a:pt x="537044" y="741916"/>
                  </a:lnTo>
                  <a:lnTo>
                    <a:pt x="536745" y="743909"/>
                  </a:lnTo>
                  <a:lnTo>
                    <a:pt x="536617" y="745447"/>
                  </a:lnTo>
                  <a:lnTo>
                    <a:pt x="536976" y="748892"/>
                  </a:lnTo>
                  <a:lnTo>
                    <a:pt x="536666" y="749652"/>
                  </a:lnTo>
                  <a:lnTo>
                    <a:pt x="535781" y="750635"/>
                  </a:lnTo>
                  <a:lnTo>
                    <a:pt x="534752" y="750989"/>
                  </a:lnTo>
                  <a:lnTo>
                    <a:pt x="534069" y="754856"/>
                  </a:lnTo>
                  <a:lnTo>
                    <a:pt x="534244" y="757848"/>
                  </a:lnTo>
                  <a:lnTo>
                    <a:pt x="536778" y="761939"/>
                  </a:lnTo>
                  <a:lnTo>
                    <a:pt x="537181" y="763101"/>
                  </a:lnTo>
                  <a:lnTo>
                    <a:pt x="537187" y="764877"/>
                  </a:lnTo>
                  <a:lnTo>
                    <a:pt x="535209" y="766003"/>
                  </a:lnTo>
                  <a:lnTo>
                    <a:pt x="533961" y="766227"/>
                  </a:lnTo>
                  <a:lnTo>
                    <a:pt x="532866" y="767239"/>
                  </a:lnTo>
                  <a:lnTo>
                    <a:pt x="531254" y="769666"/>
                  </a:lnTo>
                  <a:lnTo>
                    <a:pt x="530624" y="770142"/>
                  </a:lnTo>
                  <a:lnTo>
                    <a:pt x="529895" y="771568"/>
                  </a:lnTo>
                  <a:lnTo>
                    <a:pt x="529737" y="772000"/>
                  </a:lnTo>
                  <a:lnTo>
                    <a:pt x="530317" y="773435"/>
                  </a:lnTo>
                  <a:lnTo>
                    <a:pt x="529938" y="774937"/>
                  </a:lnTo>
                  <a:lnTo>
                    <a:pt x="528402" y="776690"/>
                  </a:lnTo>
                  <a:lnTo>
                    <a:pt x="526797" y="776996"/>
                  </a:lnTo>
                  <a:lnTo>
                    <a:pt x="525049" y="777842"/>
                  </a:lnTo>
                  <a:lnTo>
                    <a:pt x="525350" y="778241"/>
                  </a:lnTo>
                  <a:lnTo>
                    <a:pt x="524914" y="778900"/>
                  </a:lnTo>
                  <a:lnTo>
                    <a:pt x="523588" y="780542"/>
                  </a:lnTo>
                  <a:lnTo>
                    <a:pt x="522494" y="780993"/>
                  </a:lnTo>
                  <a:lnTo>
                    <a:pt x="522129" y="782153"/>
                  </a:lnTo>
                  <a:lnTo>
                    <a:pt x="521443" y="783192"/>
                  </a:lnTo>
                  <a:lnTo>
                    <a:pt x="519817" y="783254"/>
                  </a:lnTo>
                  <a:lnTo>
                    <a:pt x="518827" y="784425"/>
                  </a:lnTo>
                  <a:lnTo>
                    <a:pt x="518571" y="784192"/>
                  </a:lnTo>
                  <a:lnTo>
                    <a:pt x="517757" y="784739"/>
                  </a:lnTo>
                  <a:lnTo>
                    <a:pt x="517628" y="784948"/>
                  </a:lnTo>
                  <a:lnTo>
                    <a:pt x="517977" y="785504"/>
                  </a:lnTo>
                  <a:lnTo>
                    <a:pt x="517603" y="786038"/>
                  </a:lnTo>
                  <a:lnTo>
                    <a:pt x="516692" y="785765"/>
                  </a:lnTo>
                  <a:lnTo>
                    <a:pt x="516776" y="787185"/>
                  </a:lnTo>
                  <a:lnTo>
                    <a:pt x="516585" y="787663"/>
                  </a:lnTo>
                  <a:lnTo>
                    <a:pt x="515771" y="788419"/>
                  </a:lnTo>
                  <a:lnTo>
                    <a:pt x="515678" y="789143"/>
                  </a:lnTo>
                  <a:lnTo>
                    <a:pt x="514338" y="790276"/>
                  </a:lnTo>
                  <a:lnTo>
                    <a:pt x="514391" y="790980"/>
                  </a:lnTo>
                  <a:lnTo>
                    <a:pt x="514088" y="791284"/>
                  </a:lnTo>
                  <a:lnTo>
                    <a:pt x="513398" y="790928"/>
                  </a:lnTo>
                  <a:lnTo>
                    <a:pt x="512065" y="791795"/>
                  </a:lnTo>
                  <a:lnTo>
                    <a:pt x="511310" y="791964"/>
                  </a:lnTo>
                  <a:lnTo>
                    <a:pt x="511063" y="791776"/>
                  </a:lnTo>
                  <a:lnTo>
                    <a:pt x="510846" y="791950"/>
                  </a:lnTo>
                  <a:lnTo>
                    <a:pt x="510155" y="791831"/>
                  </a:lnTo>
                  <a:lnTo>
                    <a:pt x="505668" y="794043"/>
                  </a:lnTo>
                  <a:lnTo>
                    <a:pt x="505342" y="796135"/>
                  </a:lnTo>
                  <a:lnTo>
                    <a:pt x="507438" y="798901"/>
                  </a:lnTo>
                  <a:lnTo>
                    <a:pt x="507999" y="800327"/>
                  </a:lnTo>
                  <a:lnTo>
                    <a:pt x="512667" y="805236"/>
                  </a:lnTo>
                  <a:lnTo>
                    <a:pt x="511264" y="809336"/>
                  </a:lnTo>
                  <a:lnTo>
                    <a:pt x="511434" y="810483"/>
                  </a:lnTo>
                  <a:lnTo>
                    <a:pt x="512555" y="811858"/>
                  </a:lnTo>
                  <a:lnTo>
                    <a:pt x="511811" y="814175"/>
                  </a:lnTo>
                  <a:lnTo>
                    <a:pt x="511948" y="815309"/>
                  </a:lnTo>
                  <a:lnTo>
                    <a:pt x="511521" y="815981"/>
                  </a:lnTo>
                  <a:lnTo>
                    <a:pt x="511476" y="817007"/>
                  </a:lnTo>
                  <a:lnTo>
                    <a:pt x="510854" y="817629"/>
                  </a:lnTo>
                  <a:lnTo>
                    <a:pt x="509646" y="819589"/>
                  </a:lnTo>
                  <a:lnTo>
                    <a:pt x="507455" y="821989"/>
                  </a:lnTo>
                  <a:lnTo>
                    <a:pt x="505944" y="824224"/>
                  </a:lnTo>
                  <a:lnTo>
                    <a:pt x="505321" y="823668"/>
                  </a:lnTo>
                  <a:lnTo>
                    <a:pt x="502883" y="822547"/>
                  </a:lnTo>
                  <a:lnTo>
                    <a:pt x="501489" y="820596"/>
                  </a:lnTo>
                  <a:lnTo>
                    <a:pt x="498654" y="819282"/>
                  </a:lnTo>
                  <a:lnTo>
                    <a:pt x="496564" y="817917"/>
                  </a:lnTo>
                  <a:lnTo>
                    <a:pt x="493317" y="816871"/>
                  </a:lnTo>
                  <a:lnTo>
                    <a:pt x="490970" y="816717"/>
                  </a:lnTo>
                  <a:lnTo>
                    <a:pt x="490230" y="817051"/>
                  </a:lnTo>
                  <a:lnTo>
                    <a:pt x="490005" y="817572"/>
                  </a:lnTo>
                  <a:lnTo>
                    <a:pt x="487861" y="814295"/>
                  </a:lnTo>
                  <a:lnTo>
                    <a:pt x="486012" y="812408"/>
                  </a:lnTo>
                  <a:lnTo>
                    <a:pt x="484368" y="809741"/>
                  </a:lnTo>
                  <a:lnTo>
                    <a:pt x="482339" y="808021"/>
                  </a:lnTo>
                  <a:lnTo>
                    <a:pt x="481374" y="806053"/>
                  </a:lnTo>
                  <a:lnTo>
                    <a:pt x="479980" y="806749"/>
                  </a:lnTo>
                  <a:lnTo>
                    <a:pt x="478171" y="806756"/>
                  </a:lnTo>
                  <a:lnTo>
                    <a:pt x="475870" y="808330"/>
                  </a:lnTo>
                  <a:lnTo>
                    <a:pt x="475011" y="808674"/>
                  </a:lnTo>
                  <a:lnTo>
                    <a:pt x="473656" y="808820"/>
                  </a:lnTo>
                  <a:lnTo>
                    <a:pt x="472630" y="808131"/>
                  </a:lnTo>
                  <a:lnTo>
                    <a:pt x="472481" y="807808"/>
                  </a:lnTo>
                  <a:lnTo>
                    <a:pt x="471901" y="808067"/>
                  </a:lnTo>
                  <a:lnTo>
                    <a:pt x="471465" y="808944"/>
                  </a:lnTo>
                  <a:lnTo>
                    <a:pt x="470531" y="809043"/>
                  </a:lnTo>
                  <a:lnTo>
                    <a:pt x="468424" y="808673"/>
                  </a:lnTo>
                  <a:lnTo>
                    <a:pt x="465971" y="809028"/>
                  </a:lnTo>
                  <a:lnTo>
                    <a:pt x="463371" y="810459"/>
                  </a:lnTo>
                  <a:lnTo>
                    <a:pt x="462002" y="811777"/>
                  </a:lnTo>
                  <a:lnTo>
                    <a:pt x="461769" y="812549"/>
                  </a:lnTo>
                  <a:lnTo>
                    <a:pt x="460030" y="813359"/>
                  </a:lnTo>
                  <a:lnTo>
                    <a:pt x="457601" y="813538"/>
                  </a:lnTo>
                  <a:lnTo>
                    <a:pt x="457437" y="813892"/>
                  </a:lnTo>
                  <a:lnTo>
                    <a:pt x="450072" y="818572"/>
                  </a:lnTo>
                  <a:lnTo>
                    <a:pt x="448417" y="819083"/>
                  </a:lnTo>
                  <a:lnTo>
                    <a:pt x="447254" y="819024"/>
                  </a:lnTo>
                  <a:lnTo>
                    <a:pt x="446308" y="818676"/>
                  </a:lnTo>
                  <a:lnTo>
                    <a:pt x="445864" y="818216"/>
                  </a:lnTo>
                  <a:lnTo>
                    <a:pt x="444339" y="817437"/>
                  </a:lnTo>
                  <a:lnTo>
                    <a:pt x="442212" y="815262"/>
                  </a:lnTo>
                  <a:lnTo>
                    <a:pt x="440965" y="814443"/>
                  </a:lnTo>
                  <a:lnTo>
                    <a:pt x="440359" y="812338"/>
                  </a:lnTo>
                  <a:lnTo>
                    <a:pt x="437475" y="808627"/>
                  </a:lnTo>
                  <a:lnTo>
                    <a:pt x="436415" y="807904"/>
                  </a:lnTo>
                  <a:lnTo>
                    <a:pt x="434086" y="808086"/>
                  </a:lnTo>
                  <a:lnTo>
                    <a:pt x="432593" y="808471"/>
                  </a:lnTo>
                  <a:lnTo>
                    <a:pt x="430485" y="806095"/>
                  </a:lnTo>
                  <a:lnTo>
                    <a:pt x="429631" y="805840"/>
                  </a:lnTo>
                  <a:lnTo>
                    <a:pt x="425720" y="802432"/>
                  </a:lnTo>
                  <a:lnTo>
                    <a:pt x="426022" y="799845"/>
                  </a:lnTo>
                  <a:lnTo>
                    <a:pt x="425331" y="797977"/>
                  </a:lnTo>
                  <a:lnTo>
                    <a:pt x="424278" y="796934"/>
                  </a:lnTo>
                  <a:lnTo>
                    <a:pt x="423645" y="795946"/>
                  </a:lnTo>
                  <a:lnTo>
                    <a:pt x="423229" y="794539"/>
                  </a:lnTo>
                  <a:lnTo>
                    <a:pt x="423112" y="792895"/>
                  </a:lnTo>
                  <a:lnTo>
                    <a:pt x="421476" y="791842"/>
                  </a:lnTo>
                  <a:lnTo>
                    <a:pt x="419446" y="791312"/>
                  </a:lnTo>
                  <a:lnTo>
                    <a:pt x="417235" y="789839"/>
                  </a:lnTo>
                  <a:lnTo>
                    <a:pt x="416756" y="788424"/>
                  </a:lnTo>
                  <a:lnTo>
                    <a:pt x="415690" y="786857"/>
                  </a:lnTo>
                  <a:lnTo>
                    <a:pt x="414784" y="786557"/>
                  </a:lnTo>
                  <a:lnTo>
                    <a:pt x="413663" y="785724"/>
                  </a:lnTo>
                  <a:lnTo>
                    <a:pt x="412966" y="785615"/>
                  </a:lnTo>
                  <a:lnTo>
                    <a:pt x="411666" y="784460"/>
                  </a:lnTo>
                  <a:lnTo>
                    <a:pt x="410420" y="783706"/>
                  </a:lnTo>
                  <a:lnTo>
                    <a:pt x="408948" y="783829"/>
                  </a:lnTo>
                  <a:lnTo>
                    <a:pt x="406609" y="783527"/>
                  </a:lnTo>
                  <a:lnTo>
                    <a:pt x="404305" y="783668"/>
                  </a:lnTo>
                  <a:lnTo>
                    <a:pt x="403257" y="782591"/>
                  </a:lnTo>
                  <a:lnTo>
                    <a:pt x="401573" y="779329"/>
                  </a:lnTo>
                  <a:lnTo>
                    <a:pt x="400818" y="779075"/>
                  </a:lnTo>
                  <a:lnTo>
                    <a:pt x="398410" y="779357"/>
                  </a:lnTo>
                  <a:lnTo>
                    <a:pt x="396424" y="778758"/>
                  </a:lnTo>
                  <a:lnTo>
                    <a:pt x="393856" y="778404"/>
                  </a:lnTo>
                  <a:lnTo>
                    <a:pt x="393218" y="777248"/>
                  </a:lnTo>
                  <a:lnTo>
                    <a:pt x="391615" y="775962"/>
                  </a:lnTo>
                  <a:lnTo>
                    <a:pt x="390898" y="774914"/>
                  </a:lnTo>
                  <a:lnTo>
                    <a:pt x="390869" y="773170"/>
                  </a:lnTo>
                  <a:lnTo>
                    <a:pt x="390287" y="772543"/>
                  </a:lnTo>
                  <a:lnTo>
                    <a:pt x="390041" y="772696"/>
                  </a:lnTo>
                  <a:lnTo>
                    <a:pt x="385833" y="771329"/>
                  </a:lnTo>
                  <a:lnTo>
                    <a:pt x="383441" y="771647"/>
                  </a:lnTo>
                  <a:lnTo>
                    <a:pt x="381092" y="770489"/>
                  </a:lnTo>
                  <a:lnTo>
                    <a:pt x="379744" y="770924"/>
                  </a:lnTo>
                  <a:lnTo>
                    <a:pt x="378333" y="772892"/>
                  </a:lnTo>
                  <a:lnTo>
                    <a:pt x="377271" y="772682"/>
                  </a:lnTo>
                  <a:lnTo>
                    <a:pt x="375574" y="772785"/>
                  </a:lnTo>
                  <a:lnTo>
                    <a:pt x="374554" y="773081"/>
                  </a:lnTo>
                  <a:lnTo>
                    <a:pt x="373456" y="773883"/>
                  </a:lnTo>
                  <a:lnTo>
                    <a:pt x="372261" y="774305"/>
                  </a:lnTo>
                  <a:lnTo>
                    <a:pt x="371277" y="775458"/>
                  </a:lnTo>
                  <a:lnTo>
                    <a:pt x="369173" y="777094"/>
                  </a:lnTo>
                  <a:lnTo>
                    <a:pt x="368811" y="777164"/>
                  </a:lnTo>
                  <a:lnTo>
                    <a:pt x="364558" y="775832"/>
                  </a:lnTo>
                  <a:lnTo>
                    <a:pt x="362979" y="775802"/>
                  </a:lnTo>
                  <a:lnTo>
                    <a:pt x="362063" y="775522"/>
                  </a:lnTo>
                  <a:lnTo>
                    <a:pt x="360258" y="774523"/>
                  </a:lnTo>
                  <a:lnTo>
                    <a:pt x="356387" y="773702"/>
                  </a:lnTo>
                  <a:lnTo>
                    <a:pt x="354429" y="772701"/>
                  </a:lnTo>
                  <a:lnTo>
                    <a:pt x="353044" y="772833"/>
                  </a:lnTo>
                  <a:lnTo>
                    <a:pt x="352468" y="773282"/>
                  </a:lnTo>
                  <a:lnTo>
                    <a:pt x="350174" y="774025"/>
                  </a:lnTo>
                  <a:lnTo>
                    <a:pt x="349073" y="774065"/>
                  </a:lnTo>
                  <a:lnTo>
                    <a:pt x="344903" y="772536"/>
                  </a:lnTo>
                  <a:lnTo>
                    <a:pt x="344276" y="771911"/>
                  </a:lnTo>
                  <a:lnTo>
                    <a:pt x="341058" y="774313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pg102">
              <a:extLst>
                <a:ext uri="{FF2B5EF4-FFF2-40B4-BE49-F238E27FC236}">
                  <a16:creationId xmlns:a16="http://schemas.microsoft.com/office/drawing/2014/main" id="{2B68330B-48ED-063A-D12A-01CFB1E534E5}"/>
                </a:ext>
              </a:extLst>
            </p:cNvPr>
            <p:cNvSpPr/>
            <p:nvPr/>
          </p:nvSpPr>
          <p:spPr>
            <a:xfrm>
              <a:off x="7092400" y="2531143"/>
              <a:ext cx="506751" cy="889631"/>
            </a:xfrm>
            <a:custGeom>
              <a:avLst/>
              <a:gdLst/>
              <a:ahLst/>
              <a:cxnLst/>
              <a:rect l="0" t="0" r="0" b="0"/>
              <a:pathLst>
                <a:path w="506751" h="889631">
                  <a:moveTo>
                    <a:pt x="223448" y="697217"/>
                  </a:moveTo>
                  <a:lnTo>
                    <a:pt x="225510" y="697036"/>
                  </a:lnTo>
                  <a:lnTo>
                    <a:pt x="226823" y="695758"/>
                  </a:lnTo>
                  <a:lnTo>
                    <a:pt x="227864" y="693973"/>
                  </a:lnTo>
                  <a:lnTo>
                    <a:pt x="227488" y="693327"/>
                  </a:lnTo>
                  <a:lnTo>
                    <a:pt x="226915" y="693118"/>
                  </a:lnTo>
                  <a:lnTo>
                    <a:pt x="228206" y="690421"/>
                  </a:lnTo>
                  <a:lnTo>
                    <a:pt x="228212" y="688039"/>
                  </a:lnTo>
                  <a:lnTo>
                    <a:pt x="228543" y="687416"/>
                  </a:lnTo>
                  <a:lnTo>
                    <a:pt x="228722" y="686201"/>
                  </a:lnTo>
                  <a:lnTo>
                    <a:pt x="227855" y="685199"/>
                  </a:lnTo>
                  <a:lnTo>
                    <a:pt x="225960" y="685621"/>
                  </a:lnTo>
                  <a:lnTo>
                    <a:pt x="225968" y="685170"/>
                  </a:lnTo>
                  <a:lnTo>
                    <a:pt x="226339" y="684487"/>
                  </a:lnTo>
                  <a:lnTo>
                    <a:pt x="226081" y="684322"/>
                  </a:lnTo>
                  <a:lnTo>
                    <a:pt x="226363" y="684266"/>
                  </a:lnTo>
                  <a:lnTo>
                    <a:pt x="226556" y="682547"/>
                  </a:lnTo>
                  <a:lnTo>
                    <a:pt x="227515" y="682863"/>
                  </a:lnTo>
                  <a:lnTo>
                    <a:pt x="228052" y="681308"/>
                  </a:lnTo>
                  <a:lnTo>
                    <a:pt x="228398" y="679127"/>
                  </a:lnTo>
                  <a:lnTo>
                    <a:pt x="228918" y="678264"/>
                  </a:lnTo>
                  <a:lnTo>
                    <a:pt x="228745" y="676670"/>
                  </a:lnTo>
                  <a:lnTo>
                    <a:pt x="226686" y="672724"/>
                  </a:lnTo>
                  <a:lnTo>
                    <a:pt x="224969" y="671159"/>
                  </a:lnTo>
                  <a:lnTo>
                    <a:pt x="223616" y="669228"/>
                  </a:lnTo>
                  <a:lnTo>
                    <a:pt x="222959" y="668664"/>
                  </a:lnTo>
                  <a:lnTo>
                    <a:pt x="222850" y="668069"/>
                  </a:lnTo>
                  <a:lnTo>
                    <a:pt x="223703" y="666016"/>
                  </a:lnTo>
                  <a:lnTo>
                    <a:pt x="223381" y="663493"/>
                  </a:lnTo>
                  <a:lnTo>
                    <a:pt x="223011" y="662471"/>
                  </a:lnTo>
                  <a:lnTo>
                    <a:pt x="222292" y="662105"/>
                  </a:lnTo>
                  <a:lnTo>
                    <a:pt x="219750" y="658858"/>
                  </a:lnTo>
                  <a:lnTo>
                    <a:pt x="220288" y="657452"/>
                  </a:lnTo>
                  <a:lnTo>
                    <a:pt x="220039" y="655970"/>
                  </a:lnTo>
                  <a:lnTo>
                    <a:pt x="221103" y="655493"/>
                  </a:lnTo>
                  <a:lnTo>
                    <a:pt x="218998" y="654839"/>
                  </a:lnTo>
                  <a:lnTo>
                    <a:pt x="217577" y="655556"/>
                  </a:lnTo>
                  <a:lnTo>
                    <a:pt x="215794" y="653985"/>
                  </a:lnTo>
                  <a:lnTo>
                    <a:pt x="215319" y="650864"/>
                  </a:lnTo>
                  <a:lnTo>
                    <a:pt x="215492" y="648633"/>
                  </a:lnTo>
                  <a:lnTo>
                    <a:pt x="214143" y="645910"/>
                  </a:lnTo>
                  <a:lnTo>
                    <a:pt x="213997" y="642432"/>
                  </a:lnTo>
                  <a:lnTo>
                    <a:pt x="213488" y="640993"/>
                  </a:lnTo>
                  <a:lnTo>
                    <a:pt x="212868" y="640176"/>
                  </a:lnTo>
                  <a:lnTo>
                    <a:pt x="212626" y="639041"/>
                  </a:lnTo>
                  <a:lnTo>
                    <a:pt x="211351" y="637075"/>
                  </a:lnTo>
                  <a:lnTo>
                    <a:pt x="210811" y="634993"/>
                  </a:lnTo>
                  <a:lnTo>
                    <a:pt x="210451" y="634466"/>
                  </a:lnTo>
                  <a:lnTo>
                    <a:pt x="209172" y="632982"/>
                  </a:lnTo>
                  <a:lnTo>
                    <a:pt x="208501" y="632871"/>
                  </a:lnTo>
                  <a:lnTo>
                    <a:pt x="207422" y="632278"/>
                  </a:lnTo>
                  <a:lnTo>
                    <a:pt x="206980" y="631242"/>
                  </a:lnTo>
                  <a:lnTo>
                    <a:pt x="206124" y="630211"/>
                  </a:lnTo>
                  <a:lnTo>
                    <a:pt x="205681" y="630208"/>
                  </a:lnTo>
                  <a:lnTo>
                    <a:pt x="205634" y="629803"/>
                  </a:lnTo>
                  <a:lnTo>
                    <a:pt x="202752" y="627702"/>
                  </a:lnTo>
                  <a:lnTo>
                    <a:pt x="201148" y="625274"/>
                  </a:lnTo>
                  <a:lnTo>
                    <a:pt x="198549" y="623971"/>
                  </a:lnTo>
                  <a:lnTo>
                    <a:pt x="197021" y="622633"/>
                  </a:lnTo>
                  <a:lnTo>
                    <a:pt x="196587" y="621219"/>
                  </a:lnTo>
                  <a:lnTo>
                    <a:pt x="195922" y="620522"/>
                  </a:lnTo>
                  <a:lnTo>
                    <a:pt x="196378" y="619390"/>
                  </a:lnTo>
                  <a:lnTo>
                    <a:pt x="195809" y="618980"/>
                  </a:lnTo>
                  <a:lnTo>
                    <a:pt x="195452" y="618211"/>
                  </a:lnTo>
                  <a:lnTo>
                    <a:pt x="193970" y="617062"/>
                  </a:lnTo>
                  <a:lnTo>
                    <a:pt x="195998" y="615811"/>
                  </a:lnTo>
                  <a:lnTo>
                    <a:pt x="196550" y="615032"/>
                  </a:lnTo>
                  <a:lnTo>
                    <a:pt x="195251" y="615313"/>
                  </a:lnTo>
                  <a:lnTo>
                    <a:pt x="193799" y="614447"/>
                  </a:lnTo>
                  <a:lnTo>
                    <a:pt x="193540" y="613882"/>
                  </a:lnTo>
                  <a:lnTo>
                    <a:pt x="193534" y="612584"/>
                  </a:lnTo>
                  <a:lnTo>
                    <a:pt x="193182" y="611896"/>
                  </a:lnTo>
                  <a:lnTo>
                    <a:pt x="192754" y="611641"/>
                  </a:lnTo>
                  <a:lnTo>
                    <a:pt x="190245" y="610914"/>
                  </a:lnTo>
                  <a:lnTo>
                    <a:pt x="187852" y="608297"/>
                  </a:lnTo>
                  <a:lnTo>
                    <a:pt x="187870" y="607981"/>
                  </a:lnTo>
                  <a:lnTo>
                    <a:pt x="190468" y="606738"/>
                  </a:lnTo>
                  <a:lnTo>
                    <a:pt x="191785" y="605062"/>
                  </a:lnTo>
                  <a:lnTo>
                    <a:pt x="191743" y="604641"/>
                  </a:lnTo>
                  <a:lnTo>
                    <a:pt x="190882" y="603604"/>
                  </a:lnTo>
                  <a:lnTo>
                    <a:pt x="190870" y="601128"/>
                  </a:lnTo>
                  <a:lnTo>
                    <a:pt x="190354" y="599534"/>
                  </a:lnTo>
                  <a:lnTo>
                    <a:pt x="190843" y="598294"/>
                  </a:lnTo>
                  <a:lnTo>
                    <a:pt x="191144" y="595483"/>
                  </a:lnTo>
                  <a:lnTo>
                    <a:pt x="190652" y="594924"/>
                  </a:lnTo>
                  <a:lnTo>
                    <a:pt x="189295" y="594944"/>
                  </a:lnTo>
                  <a:lnTo>
                    <a:pt x="187596" y="594339"/>
                  </a:lnTo>
                  <a:lnTo>
                    <a:pt x="185307" y="592584"/>
                  </a:lnTo>
                  <a:lnTo>
                    <a:pt x="184908" y="591866"/>
                  </a:lnTo>
                  <a:lnTo>
                    <a:pt x="185323" y="590234"/>
                  </a:lnTo>
                  <a:lnTo>
                    <a:pt x="184789" y="589344"/>
                  </a:lnTo>
                  <a:lnTo>
                    <a:pt x="184343" y="589294"/>
                  </a:lnTo>
                  <a:lnTo>
                    <a:pt x="182852" y="589852"/>
                  </a:lnTo>
                  <a:lnTo>
                    <a:pt x="180786" y="589219"/>
                  </a:lnTo>
                  <a:lnTo>
                    <a:pt x="180105" y="589322"/>
                  </a:lnTo>
                  <a:lnTo>
                    <a:pt x="178249" y="587612"/>
                  </a:lnTo>
                  <a:lnTo>
                    <a:pt x="177490" y="586645"/>
                  </a:lnTo>
                  <a:lnTo>
                    <a:pt x="177013" y="585332"/>
                  </a:lnTo>
                  <a:lnTo>
                    <a:pt x="177571" y="583653"/>
                  </a:lnTo>
                  <a:lnTo>
                    <a:pt x="176942" y="581984"/>
                  </a:lnTo>
                  <a:lnTo>
                    <a:pt x="176991" y="580392"/>
                  </a:lnTo>
                  <a:lnTo>
                    <a:pt x="175325" y="578255"/>
                  </a:lnTo>
                  <a:lnTo>
                    <a:pt x="175478" y="578172"/>
                  </a:lnTo>
                  <a:lnTo>
                    <a:pt x="174452" y="576048"/>
                  </a:lnTo>
                  <a:lnTo>
                    <a:pt x="173640" y="574940"/>
                  </a:lnTo>
                  <a:lnTo>
                    <a:pt x="174015" y="570955"/>
                  </a:lnTo>
                  <a:lnTo>
                    <a:pt x="174340" y="569628"/>
                  </a:lnTo>
                  <a:lnTo>
                    <a:pt x="174236" y="568986"/>
                  </a:lnTo>
                  <a:lnTo>
                    <a:pt x="173871" y="568121"/>
                  </a:lnTo>
                  <a:lnTo>
                    <a:pt x="173215" y="567554"/>
                  </a:lnTo>
                  <a:lnTo>
                    <a:pt x="172768" y="565856"/>
                  </a:lnTo>
                  <a:lnTo>
                    <a:pt x="171240" y="564353"/>
                  </a:lnTo>
                  <a:lnTo>
                    <a:pt x="170846" y="564229"/>
                  </a:lnTo>
                  <a:lnTo>
                    <a:pt x="169107" y="564818"/>
                  </a:lnTo>
                  <a:lnTo>
                    <a:pt x="168384" y="564564"/>
                  </a:lnTo>
                  <a:lnTo>
                    <a:pt x="167515" y="563128"/>
                  </a:lnTo>
                  <a:lnTo>
                    <a:pt x="166872" y="562680"/>
                  </a:lnTo>
                  <a:lnTo>
                    <a:pt x="165001" y="563849"/>
                  </a:lnTo>
                  <a:lnTo>
                    <a:pt x="162777" y="563433"/>
                  </a:lnTo>
                  <a:lnTo>
                    <a:pt x="162342" y="563132"/>
                  </a:lnTo>
                  <a:lnTo>
                    <a:pt x="161631" y="561342"/>
                  </a:lnTo>
                  <a:lnTo>
                    <a:pt x="160774" y="560343"/>
                  </a:lnTo>
                  <a:lnTo>
                    <a:pt x="159259" y="560453"/>
                  </a:lnTo>
                  <a:lnTo>
                    <a:pt x="158269" y="559942"/>
                  </a:lnTo>
                  <a:lnTo>
                    <a:pt x="157707" y="558651"/>
                  </a:lnTo>
                  <a:lnTo>
                    <a:pt x="158141" y="557136"/>
                  </a:lnTo>
                  <a:lnTo>
                    <a:pt x="157952" y="555904"/>
                  </a:lnTo>
                  <a:lnTo>
                    <a:pt x="156951" y="554641"/>
                  </a:lnTo>
                  <a:lnTo>
                    <a:pt x="155920" y="554584"/>
                  </a:lnTo>
                  <a:lnTo>
                    <a:pt x="156000" y="554020"/>
                  </a:lnTo>
                  <a:lnTo>
                    <a:pt x="155572" y="553487"/>
                  </a:lnTo>
                  <a:lnTo>
                    <a:pt x="155184" y="553487"/>
                  </a:lnTo>
                  <a:lnTo>
                    <a:pt x="154602" y="552930"/>
                  </a:lnTo>
                  <a:lnTo>
                    <a:pt x="153992" y="551102"/>
                  </a:lnTo>
                  <a:lnTo>
                    <a:pt x="153809" y="550775"/>
                  </a:lnTo>
                  <a:lnTo>
                    <a:pt x="153407" y="550892"/>
                  </a:lnTo>
                  <a:lnTo>
                    <a:pt x="153309" y="550614"/>
                  </a:lnTo>
                  <a:lnTo>
                    <a:pt x="149895" y="551419"/>
                  </a:lnTo>
                  <a:lnTo>
                    <a:pt x="146753" y="553158"/>
                  </a:lnTo>
                  <a:lnTo>
                    <a:pt x="143199" y="555540"/>
                  </a:lnTo>
                  <a:lnTo>
                    <a:pt x="142551" y="556222"/>
                  </a:lnTo>
                  <a:lnTo>
                    <a:pt x="142353" y="556136"/>
                  </a:lnTo>
                  <a:lnTo>
                    <a:pt x="141200" y="559950"/>
                  </a:lnTo>
                  <a:lnTo>
                    <a:pt x="138878" y="560497"/>
                  </a:lnTo>
                  <a:lnTo>
                    <a:pt x="138610" y="561907"/>
                  </a:lnTo>
                  <a:lnTo>
                    <a:pt x="136346" y="560830"/>
                  </a:lnTo>
                  <a:lnTo>
                    <a:pt x="134595" y="559482"/>
                  </a:lnTo>
                  <a:lnTo>
                    <a:pt x="133397" y="557883"/>
                  </a:lnTo>
                  <a:lnTo>
                    <a:pt x="133045" y="556634"/>
                  </a:lnTo>
                  <a:lnTo>
                    <a:pt x="132096" y="555107"/>
                  </a:lnTo>
                  <a:lnTo>
                    <a:pt x="131002" y="555432"/>
                  </a:lnTo>
                  <a:lnTo>
                    <a:pt x="131078" y="554161"/>
                  </a:lnTo>
                  <a:lnTo>
                    <a:pt x="131361" y="553489"/>
                  </a:lnTo>
                  <a:lnTo>
                    <a:pt x="130297" y="552043"/>
                  </a:lnTo>
                  <a:lnTo>
                    <a:pt x="130715" y="551644"/>
                  </a:lnTo>
                  <a:lnTo>
                    <a:pt x="130379" y="550961"/>
                  </a:lnTo>
                  <a:lnTo>
                    <a:pt x="127761" y="547570"/>
                  </a:lnTo>
                  <a:lnTo>
                    <a:pt x="127273" y="547981"/>
                  </a:lnTo>
                  <a:lnTo>
                    <a:pt x="127202" y="545903"/>
                  </a:lnTo>
                  <a:lnTo>
                    <a:pt x="126251" y="545813"/>
                  </a:lnTo>
                  <a:lnTo>
                    <a:pt x="125476" y="544790"/>
                  </a:lnTo>
                  <a:lnTo>
                    <a:pt x="124538" y="545180"/>
                  </a:lnTo>
                  <a:lnTo>
                    <a:pt x="123831" y="543738"/>
                  </a:lnTo>
                  <a:lnTo>
                    <a:pt x="123982" y="541768"/>
                  </a:lnTo>
                  <a:lnTo>
                    <a:pt x="122886" y="541172"/>
                  </a:lnTo>
                  <a:lnTo>
                    <a:pt x="119724" y="541335"/>
                  </a:lnTo>
                  <a:lnTo>
                    <a:pt x="119832" y="540871"/>
                  </a:lnTo>
                  <a:lnTo>
                    <a:pt x="119485" y="540005"/>
                  </a:lnTo>
                  <a:lnTo>
                    <a:pt x="118883" y="539774"/>
                  </a:lnTo>
                  <a:lnTo>
                    <a:pt x="118815" y="539542"/>
                  </a:lnTo>
                  <a:lnTo>
                    <a:pt x="118908" y="538253"/>
                  </a:lnTo>
                  <a:lnTo>
                    <a:pt x="118575" y="537838"/>
                  </a:lnTo>
                  <a:lnTo>
                    <a:pt x="118073" y="538036"/>
                  </a:lnTo>
                  <a:lnTo>
                    <a:pt x="117767" y="536247"/>
                  </a:lnTo>
                  <a:lnTo>
                    <a:pt x="117307" y="535963"/>
                  </a:lnTo>
                  <a:lnTo>
                    <a:pt x="117525" y="535620"/>
                  </a:lnTo>
                  <a:lnTo>
                    <a:pt x="117541" y="534738"/>
                  </a:lnTo>
                  <a:lnTo>
                    <a:pt x="117454" y="534461"/>
                  </a:lnTo>
                  <a:lnTo>
                    <a:pt x="117176" y="534396"/>
                  </a:lnTo>
                  <a:lnTo>
                    <a:pt x="117224" y="533601"/>
                  </a:lnTo>
                  <a:lnTo>
                    <a:pt x="116909" y="533340"/>
                  </a:lnTo>
                  <a:lnTo>
                    <a:pt x="116899" y="532993"/>
                  </a:lnTo>
                  <a:lnTo>
                    <a:pt x="116960" y="532564"/>
                  </a:lnTo>
                  <a:lnTo>
                    <a:pt x="117313" y="532412"/>
                  </a:lnTo>
                  <a:lnTo>
                    <a:pt x="117022" y="531915"/>
                  </a:lnTo>
                  <a:lnTo>
                    <a:pt x="116266" y="531784"/>
                  </a:lnTo>
                  <a:lnTo>
                    <a:pt x="116021" y="531012"/>
                  </a:lnTo>
                  <a:lnTo>
                    <a:pt x="116191" y="530662"/>
                  </a:lnTo>
                  <a:lnTo>
                    <a:pt x="115683" y="530713"/>
                  </a:lnTo>
                  <a:lnTo>
                    <a:pt x="115423" y="530529"/>
                  </a:lnTo>
                  <a:lnTo>
                    <a:pt x="115504" y="530075"/>
                  </a:lnTo>
                  <a:lnTo>
                    <a:pt x="114730" y="529859"/>
                  </a:lnTo>
                  <a:lnTo>
                    <a:pt x="114609" y="529039"/>
                  </a:lnTo>
                  <a:lnTo>
                    <a:pt x="113896" y="528776"/>
                  </a:lnTo>
                  <a:lnTo>
                    <a:pt x="113300" y="527359"/>
                  </a:lnTo>
                  <a:lnTo>
                    <a:pt x="112453" y="528103"/>
                  </a:lnTo>
                  <a:lnTo>
                    <a:pt x="112109" y="527605"/>
                  </a:lnTo>
                  <a:lnTo>
                    <a:pt x="110887" y="527124"/>
                  </a:lnTo>
                  <a:lnTo>
                    <a:pt x="110283" y="526557"/>
                  </a:lnTo>
                  <a:lnTo>
                    <a:pt x="109957" y="526669"/>
                  </a:lnTo>
                  <a:lnTo>
                    <a:pt x="109488" y="526251"/>
                  </a:lnTo>
                  <a:lnTo>
                    <a:pt x="109592" y="525614"/>
                  </a:lnTo>
                  <a:lnTo>
                    <a:pt x="108978" y="524991"/>
                  </a:lnTo>
                  <a:lnTo>
                    <a:pt x="108971" y="524134"/>
                  </a:lnTo>
                  <a:lnTo>
                    <a:pt x="108310" y="523830"/>
                  </a:lnTo>
                  <a:lnTo>
                    <a:pt x="108434" y="523298"/>
                  </a:lnTo>
                  <a:lnTo>
                    <a:pt x="108114" y="522564"/>
                  </a:lnTo>
                  <a:lnTo>
                    <a:pt x="106147" y="520673"/>
                  </a:lnTo>
                  <a:lnTo>
                    <a:pt x="106272" y="520543"/>
                  </a:lnTo>
                  <a:lnTo>
                    <a:pt x="106079" y="520305"/>
                  </a:lnTo>
                  <a:lnTo>
                    <a:pt x="105508" y="520058"/>
                  </a:lnTo>
                  <a:lnTo>
                    <a:pt x="105105" y="519169"/>
                  </a:lnTo>
                  <a:lnTo>
                    <a:pt x="104261" y="518857"/>
                  </a:lnTo>
                  <a:lnTo>
                    <a:pt x="104233" y="518299"/>
                  </a:lnTo>
                  <a:lnTo>
                    <a:pt x="102024" y="517155"/>
                  </a:lnTo>
                  <a:lnTo>
                    <a:pt x="100563" y="516019"/>
                  </a:lnTo>
                  <a:lnTo>
                    <a:pt x="99948" y="515997"/>
                  </a:lnTo>
                  <a:lnTo>
                    <a:pt x="99343" y="515458"/>
                  </a:lnTo>
                  <a:lnTo>
                    <a:pt x="97849" y="515108"/>
                  </a:lnTo>
                  <a:lnTo>
                    <a:pt x="96857" y="515477"/>
                  </a:lnTo>
                  <a:lnTo>
                    <a:pt x="94719" y="517428"/>
                  </a:lnTo>
                  <a:lnTo>
                    <a:pt x="92300" y="517564"/>
                  </a:lnTo>
                  <a:lnTo>
                    <a:pt x="91807" y="517958"/>
                  </a:lnTo>
                  <a:lnTo>
                    <a:pt x="91406" y="517703"/>
                  </a:lnTo>
                  <a:lnTo>
                    <a:pt x="90743" y="516105"/>
                  </a:lnTo>
                  <a:lnTo>
                    <a:pt x="89737" y="511712"/>
                  </a:lnTo>
                  <a:lnTo>
                    <a:pt x="86536" y="513162"/>
                  </a:lnTo>
                  <a:lnTo>
                    <a:pt x="85671" y="513134"/>
                  </a:lnTo>
                  <a:lnTo>
                    <a:pt x="84164" y="513624"/>
                  </a:lnTo>
                  <a:lnTo>
                    <a:pt x="83562" y="510758"/>
                  </a:lnTo>
                  <a:lnTo>
                    <a:pt x="83340" y="510464"/>
                  </a:lnTo>
                  <a:lnTo>
                    <a:pt x="83869" y="509501"/>
                  </a:lnTo>
                  <a:lnTo>
                    <a:pt x="83598" y="509069"/>
                  </a:lnTo>
                  <a:lnTo>
                    <a:pt x="83822" y="508433"/>
                  </a:lnTo>
                  <a:lnTo>
                    <a:pt x="83686" y="507933"/>
                  </a:lnTo>
                  <a:lnTo>
                    <a:pt x="84074" y="507699"/>
                  </a:lnTo>
                  <a:lnTo>
                    <a:pt x="83886" y="506400"/>
                  </a:lnTo>
                  <a:lnTo>
                    <a:pt x="82670" y="506623"/>
                  </a:lnTo>
                  <a:lnTo>
                    <a:pt x="81612" y="505843"/>
                  </a:lnTo>
                  <a:lnTo>
                    <a:pt x="80171" y="503850"/>
                  </a:lnTo>
                  <a:lnTo>
                    <a:pt x="79131" y="501620"/>
                  </a:lnTo>
                  <a:lnTo>
                    <a:pt x="78165" y="501101"/>
                  </a:lnTo>
                  <a:lnTo>
                    <a:pt x="74106" y="496787"/>
                  </a:lnTo>
                  <a:lnTo>
                    <a:pt x="72193" y="495429"/>
                  </a:lnTo>
                  <a:lnTo>
                    <a:pt x="71589" y="495399"/>
                  </a:lnTo>
                  <a:lnTo>
                    <a:pt x="69571" y="494559"/>
                  </a:lnTo>
                  <a:lnTo>
                    <a:pt x="67468" y="493265"/>
                  </a:lnTo>
                  <a:lnTo>
                    <a:pt x="64341" y="490266"/>
                  </a:lnTo>
                  <a:lnTo>
                    <a:pt x="64579" y="488518"/>
                  </a:lnTo>
                  <a:lnTo>
                    <a:pt x="64410" y="488116"/>
                  </a:lnTo>
                  <a:lnTo>
                    <a:pt x="65255" y="487770"/>
                  </a:lnTo>
                  <a:lnTo>
                    <a:pt x="68203" y="483779"/>
                  </a:lnTo>
                  <a:lnTo>
                    <a:pt x="69372" y="481297"/>
                  </a:lnTo>
                  <a:lnTo>
                    <a:pt x="70636" y="479513"/>
                  </a:lnTo>
                  <a:lnTo>
                    <a:pt x="71614" y="477431"/>
                  </a:lnTo>
                  <a:lnTo>
                    <a:pt x="71831" y="477535"/>
                  </a:lnTo>
                  <a:lnTo>
                    <a:pt x="73284" y="474896"/>
                  </a:lnTo>
                  <a:lnTo>
                    <a:pt x="73594" y="475178"/>
                  </a:lnTo>
                  <a:lnTo>
                    <a:pt x="75937" y="472352"/>
                  </a:lnTo>
                  <a:lnTo>
                    <a:pt x="75167" y="470748"/>
                  </a:lnTo>
                  <a:lnTo>
                    <a:pt x="74302" y="469672"/>
                  </a:lnTo>
                  <a:lnTo>
                    <a:pt x="74743" y="468908"/>
                  </a:lnTo>
                  <a:lnTo>
                    <a:pt x="74295" y="468305"/>
                  </a:lnTo>
                  <a:lnTo>
                    <a:pt x="75077" y="466815"/>
                  </a:lnTo>
                  <a:lnTo>
                    <a:pt x="74578" y="466645"/>
                  </a:lnTo>
                  <a:lnTo>
                    <a:pt x="72484" y="467235"/>
                  </a:lnTo>
                  <a:lnTo>
                    <a:pt x="71678" y="468043"/>
                  </a:lnTo>
                  <a:lnTo>
                    <a:pt x="64842" y="464559"/>
                  </a:lnTo>
                  <a:lnTo>
                    <a:pt x="66747" y="463229"/>
                  </a:lnTo>
                  <a:lnTo>
                    <a:pt x="67942" y="461276"/>
                  </a:lnTo>
                  <a:lnTo>
                    <a:pt x="69613" y="459985"/>
                  </a:lnTo>
                  <a:lnTo>
                    <a:pt x="73172" y="459908"/>
                  </a:lnTo>
                  <a:lnTo>
                    <a:pt x="74259" y="459618"/>
                  </a:lnTo>
                  <a:lnTo>
                    <a:pt x="75710" y="460262"/>
                  </a:lnTo>
                  <a:lnTo>
                    <a:pt x="77357" y="461388"/>
                  </a:lnTo>
                  <a:lnTo>
                    <a:pt x="79633" y="461730"/>
                  </a:lnTo>
                  <a:lnTo>
                    <a:pt x="80721" y="461355"/>
                  </a:lnTo>
                  <a:lnTo>
                    <a:pt x="81564" y="460359"/>
                  </a:lnTo>
                  <a:lnTo>
                    <a:pt x="80622" y="459204"/>
                  </a:lnTo>
                  <a:lnTo>
                    <a:pt x="79686" y="455008"/>
                  </a:lnTo>
                  <a:lnTo>
                    <a:pt x="80101" y="450246"/>
                  </a:lnTo>
                  <a:lnTo>
                    <a:pt x="80514" y="448912"/>
                  </a:lnTo>
                  <a:lnTo>
                    <a:pt x="76750" y="446007"/>
                  </a:lnTo>
                  <a:lnTo>
                    <a:pt x="75994" y="446022"/>
                  </a:lnTo>
                  <a:lnTo>
                    <a:pt x="74306" y="445115"/>
                  </a:lnTo>
                  <a:lnTo>
                    <a:pt x="72220" y="444760"/>
                  </a:lnTo>
                  <a:lnTo>
                    <a:pt x="70922" y="443488"/>
                  </a:lnTo>
                  <a:lnTo>
                    <a:pt x="69826" y="443074"/>
                  </a:lnTo>
                  <a:lnTo>
                    <a:pt x="69619" y="442852"/>
                  </a:lnTo>
                  <a:lnTo>
                    <a:pt x="69898" y="442279"/>
                  </a:lnTo>
                  <a:lnTo>
                    <a:pt x="69199" y="441670"/>
                  </a:lnTo>
                  <a:lnTo>
                    <a:pt x="68876" y="441660"/>
                  </a:lnTo>
                  <a:lnTo>
                    <a:pt x="68448" y="441056"/>
                  </a:lnTo>
                  <a:lnTo>
                    <a:pt x="68142" y="441003"/>
                  </a:lnTo>
                  <a:lnTo>
                    <a:pt x="67912" y="440304"/>
                  </a:lnTo>
                  <a:lnTo>
                    <a:pt x="67119" y="439831"/>
                  </a:lnTo>
                  <a:lnTo>
                    <a:pt x="66336" y="437230"/>
                  </a:lnTo>
                  <a:lnTo>
                    <a:pt x="64717" y="435604"/>
                  </a:lnTo>
                  <a:lnTo>
                    <a:pt x="63981" y="434097"/>
                  </a:lnTo>
                  <a:lnTo>
                    <a:pt x="63747" y="432880"/>
                  </a:lnTo>
                  <a:lnTo>
                    <a:pt x="64170" y="432439"/>
                  </a:lnTo>
                  <a:lnTo>
                    <a:pt x="64229" y="431488"/>
                  </a:lnTo>
                  <a:lnTo>
                    <a:pt x="63992" y="430787"/>
                  </a:lnTo>
                  <a:lnTo>
                    <a:pt x="63357" y="430314"/>
                  </a:lnTo>
                  <a:lnTo>
                    <a:pt x="62337" y="427904"/>
                  </a:lnTo>
                  <a:lnTo>
                    <a:pt x="62220" y="426344"/>
                  </a:lnTo>
                  <a:lnTo>
                    <a:pt x="60515" y="421088"/>
                  </a:lnTo>
                  <a:lnTo>
                    <a:pt x="60369" y="419813"/>
                  </a:lnTo>
                  <a:lnTo>
                    <a:pt x="60572" y="417446"/>
                  </a:lnTo>
                  <a:lnTo>
                    <a:pt x="60350" y="415557"/>
                  </a:lnTo>
                  <a:lnTo>
                    <a:pt x="61656" y="413548"/>
                  </a:lnTo>
                  <a:lnTo>
                    <a:pt x="61369" y="411336"/>
                  </a:lnTo>
                  <a:lnTo>
                    <a:pt x="60316" y="407611"/>
                  </a:lnTo>
                  <a:lnTo>
                    <a:pt x="60834" y="403797"/>
                  </a:lnTo>
                  <a:lnTo>
                    <a:pt x="61239" y="402752"/>
                  </a:lnTo>
                  <a:lnTo>
                    <a:pt x="60875" y="401502"/>
                  </a:lnTo>
                  <a:lnTo>
                    <a:pt x="60841" y="400039"/>
                  </a:lnTo>
                  <a:lnTo>
                    <a:pt x="60202" y="398872"/>
                  </a:lnTo>
                  <a:lnTo>
                    <a:pt x="59923" y="397535"/>
                  </a:lnTo>
                  <a:lnTo>
                    <a:pt x="59450" y="397228"/>
                  </a:lnTo>
                  <a:lnTo>
                    <a:pt x="59156" y="396654"/>
                  </a:lnTo>
                  <a:lnTo>
                    <a:pt x="59041" y="395562"/>
                  </a:lnTo>
                  <a:lnTo>
                    <a:pt x="59190" y="394931"/>
                  </a:lnTo>
                  <a:lnTo>
                    <a:pt x="59629" y="394359"/>
                  </a:lnTo>
                  <a:lnTo>
                    <a:pt x="59599" y="392981"/>
                  </a:lnTo>
                  <a:lnTo>
                    <a:pt x="60249" y="392350"/>
                  </a:lnTo>
                  <a:lnTo>
                    <a:pt x="61838" y="391442"/>
                  </a:lnTo>
                  <a:lnTo>
                    <a:pt x="61631" y="389085"/>
                  </a:lnTo>
                  <a:lnTo>
                    <a:pt x="61194" y="387756"/>
                  </a:lnTo>
                  <a:lnTo>
                    <a:pt x="59666" y="383788"/>
                  </a:lnTo>
                  <a:lnTo>
                    <a:pt x="58760" y="382403"/>
                  </a:lnTo>
                  <a:lnTo>
                    <a:pt x="56308" y="380832"/>
                  </a:lnTo>
                  <a:lnTo>
                    <a:pt x="55085" y="379552"/>
                  </a:lnTo>
                  <a:lnTo>
                    <a:pt x="54693" y="378690"/>
                  </a:lnTo>
                  <a:lnTo>
                    <a:pt x="53756" y="377818"/>
                  </a:lnTo>
                  <a:lnTo>
                    <a:pt x="51270" y="376375"/>
                  </a:lnTo>
                  <a:lnTo>
                    <a:pt x="49130" y="375807"/>
                  </a:lnTo>
                  <a:lnTo>
                    <a:pt x="45122" y="373839"/>
                  </a:lnTo>
                  <a:lnTo>
                    <a:pt x="43541" y="373701"/>
                  </a:lnTo>
                  <a:lnTo>
                    <a:pt x="41831" y="372923"/>
                  </a:lnTo>
                  <a:lnTo>
                    <a:pt x="40008" y="372625"/>
                  </a:lnTo>
                  <a:lnTo>
                    <a:pt x="39216" y="371279"/>
                  </a:lnTo>
                  <a:lnTo>
                    <a:pt x="37718" y="370196"/>
                  </a:lnTo>
                  <a:lnTo>
                    <a:pt x="37194" y="369451"/>
                  </a:lnTo>
                  <a:lnTo>
                    <a:pt x="36716" y="369356"/>
                  </a:lnTo>
                  <a:lnTo>
                    <a:pt x="36384" y="368393"/>
                  </a:lnTo>
                  <a:lnTo>
                    <a:pt x="37072" y="367035"/>
                  </a:lnTo>
                  <a:lnTo>
                    <a:pt x="38785" y="366033"/>
                  </a:lnTo>
                  <a:lnTo>
                    <a:pt x="38790" y="365228"/>
                  </a:lnTo>
                  <a:lnTo>
                    <a:pt x="36249" y="362957"/>
                  </a:lnTo>
                  <a:lnTo>
                    <a:pt x="35753" y="361601"/>
                  </a:lnTo>
                  <a:lnTo>
                    <a:pt x="34988" y="360714"/>
                  </a:lnTo>
                  <a:lnTo>
                    <a:pt x="34158" y="357516"/>
                  </a:lnTo>
                  <a:lnTo>
                    <a:pt x="33627" y="356449"/>
                  </a:lnTo>
                  <a:lnTo>
                    <a:pt x="33580" y="354995"/>
                  </a:lnTo>
                  <a:lnTo>
                    <a:pt x="33953" y="353467"/>
                  </a:lnTo>
                  <a:lnTo>
                    <a:pt x="34274" y="351743"/>
                  </a:lnTo>
                  <a:lnTo>
                    <a:pt x="34710" y="351113"/>
                  </a:lnTo>
                  <a:lnTo>
                    <a:pt x="34606" y="345528"/>
                  </a:lnTo>
                  <a:lnTo>
                    <a:pt x="33874" y="345078"/>
                  </a:lnTo>
                  <a:lnTo>
                    <a:pt x="33374" y="344322"/>
                  </a:lnTo>
                  <a:lnTo>
                    <a:pt x="33202" y="342836"/>
                  </a:lnTo>
                  <a:lnTo>
                    <a:pt x="33358" y="341551"/>
                  </a:lnTo>
                  <a:lnTo>
                    <a:pt x="33806" y="340848"/>
                  </a:lnTo>
                  <a:lnTo>
                    <a:pt x="33819" y="340274"/>
                  </a:lnTo>
                  <a:lnTo>
                    <a:pt x="34146" y="339768"/>
                  </a:lnTo>
                  <a:lnTo>
                    <a:pt x="35092" y="339104"/>
                  </a:lnTo>
                  <a:lnTo>
                    <a:pt x="35666" y="338144"/>
                  </a:lnTo>
                  <a:lnTo>
                    <a:pt x="36561" y="335386"/>
                  </a:lnTo>
                  <a:lnTo>
                    <a:pt x="36494" y="334883"/>
                  </a:lnTo>
                  <a:lnTo>
                    <a:pt x="36864" y="333551"/>
                  </a:lnTo>
                  <a:lnTo>
                    <a:pt x="36201" y="331871"/>
                  </a:lnTo>
                  <a:lnTo>
                    <a:pt x="35950" y="330256"/>
                  </a:lnTo>
                  <a:lnTo>
                    <a:pt x="36903" y="327747"/>
                  </a:lnTo>
                  <a:lnTo>
                    <a:pt x="37129" y="326546"/>
                  </a:lnTo>
                  <a:lnTo>
                    <a:pt x="37247" y="324639"/>
                  </a:lnTo>
                  <a:lnTo>
                    <a:pt x="36917" y="323596"/>
                  </a:lnTo>
                  <a:lnTo>
                    <a:pt x="37219" y="321975"/>
                  </a:lnTo>
                  <a:lnTo>
                    <a:pt x="37586" y="321091"/>
                  </a:lnTo>
                  <a:lnTo>
                    <a:pt x="38462" y="320260"/>
                  </a:lnTo>
                  <a:lnTo>
                    <a:pt x="38864" y="319090"/>
                  </a:lnTo>
                  <a:lnTo>
                    <a:pt x="39341" y="318851"/>
                  </a:lnTo>
                  <a:lnTo>
                    <a:pt x="39282" y="317716"/>
                  </a:lnTo>
                  <a:lnTo>
                    <a:pt x="39802" y="315478"/>
                  </a:lnTo>
                  <a:lnTo>
                    <a:pt x="44122" y="309363"/>
                  </a:lnTo>
                  <a:lnTo>
                    <a:pt x="45493" y="306135"/>
                  </a:lnTo>
                  <a:lnTo>
                    <a:pt x="46572" y="304483"/>
                  </a:lnTo>
                  <a:lnTo>
                    <a:pt x="47119" y="304183"/>
                  </a:lnTo>
                  <a:lnTo>
                    <a:pt x="47449" y="303014"/>
                  </a:lnTo>
                  <a:lnTo>
                    <a:pt x="48445" y="301678"/>
                  </a:lnTo>
                  <a:lnTo>
                    <a:pt x="48120" y="300666"/>
                  </a:lnTo>
                  <a:lnTo>
                    <a:pt x="47498" y="299678"/>
                  </a:lnTo>
                  <a:lnTo>
                    <a:pt x="47153" y="299555"/>
                  </a:lnTo>
                  <a:lnTo>
                    <a:pt x="47287" y="299059"/>
                  </a:lnTo>
                  <a:lnTo>
                    <a:pt x="46884" y="298046"/>
                  </a:lnTo>
                  <a:lnTo>
                    <a:pt x="44734" y="295501"/>
                  </a:lnTo>
                  <a:lnTo>
                    <a:pt x="44390" y="294028"/>
                  </a:lnTo>
                  <a:lnTo>
                    <a:pt x="43229" y="292463"/>
                  </a:lnTo>
                  <a:lnTo>
                    <a:pt x="43318" y="292118"/>
                  </a:lnTo>
                  <a:lnTo>
                    <a:pt x="43088" y="291763"/>
                  </a:lnTo>
                  <a:lnTo>
                    <a:pt x="41567" y="290162"/>
                  </a:lnTo>
                  <a:lnTo>
                    <a:pt x="42929" y="288344"/>
                  </a:lnTo>
                  <a:lnTo>
                    <a:pt x="43213" y="287594"/>
                  </a:lnTo>
                  <a:lnTo>
                    <a:pt x="48785" y="289725"/>
                  </a:lnTo>
                  <a:lnTo>
                    <a:pt x="49772" y="289568"/>
                  </a:lnTo>
                  <a:lnTo>
                    <a:pt x="50775" y="289803"/>
                  </a:lnTo>
                  <a:lnTo>
                    <a:pt x="51671" y="289715"/>
                  </a:lnTo>
                  <a:lnTo>
                    <a:pt x="52152" y="289417"/>
                  </a:lnTo>
                  <a:lnTo>
                    <a:pt x="53460" y="288674"/>
                  </a:lnTo>
                  <a:lnTo>
                    <a:pt x="56238" y="287924"/>
                  </a:lnTo>
                  <a:lnTo>
                    <a:pt x="60032" y="285779"/>
                  </a:lnTo>
                  <a:lnTo>
                    <a:pt x="62998" y="284886"/>
                  </a:lnTo>
                  <a:lnTo>
                    <a:pt x="65198" y="284796"/>
                  </a:lnTo>
                  <a:lnTo>
                    <a:pt x="68840" y="283022"/>
                  </a:lnTo>
                  <a:lnTo>
                    <a:pt x="70286" y="281820"/>
                  </a:lnTo>
                  <a:lnTo>
                    <a:pt x="71259" y="281460"/>
                  </a:lnTo>
                  <a:lnTo>
                    <a:pt x="73429" y="281337"/>
                  </a:lnTo>
                  <a:lnTo>
                    <a:pt x="74720" y="280566"/>
                  </a:lnTo>
                  <a:lnTo>
                    <a:pt x="75970" y="276004"/>
                  </a:lnTo>
                  <a:lnTo>
                    <a:pt x="76541" y="274924"/>
                  </a:lnTo>
                  <a:lnTo>
                    <a:pt x="79359" y="272065"/>
                  </a:lnTo>
                  <a:lnTo>
                    <a:pt x="79883" y="270973"/>
                  </a:lnTo>
                  <a:lnTo>
                    <a:pt x="81626" y="269290"/>
                  </a:lnTo>
                  <a:lnTo>
                    <a:pt x="82292" y="268054"/>
                  </a:lnTo>
                  <a:lnTo>
                    <a:pt x="84377" y="266612"/>
                  </a:lnTo>
                  <a:lnTo>
                    <a:pt x="85102" y="265376"/>
                  </a:lnTo>
                  <a:lnTo>
                    <a:pt x="85522" y="264966"/>
                  </a:lnTo>
                  <a:lnTo>
                    <a:pt x="87106" y="264667"/>
                  </a:lnTo>
                  <a:lnTo>
                    <a:pt x="88216" y="263294"/>
                  </a:lnTo>
                  <a:lnTo>
                    <a:pt x="90420" y="262155"/>
                  </a:lnTo>
                  <a:lnTo>
                    <a:pt x="93840" y="259474"/>
                  </a:lnTo>
                  <a:lnTo>
                    <a:pt x="95229" y="258832"/>
                  </a:lnTo>
                  <a:lnTo>
                    <a:pt x="95701" y="258956"/>
                  </a:lnTo>
                  <a:lnTo>
                    <a:pt x="96949" y="256709"/>
                  </a:lnTo>
                  <a:lnTo>
                    <a:pt x="102090" y="253850"/>
                  </a:lnTo>
                  <a:lnTo>
                    <a:pt x="99067" y="251088"/>
                  </a:lnTo>
                  <a:lnTo>
                    <a:pt x="96757" y="249628"/>
                  </a:lnTo>
                  <a:lnTo>
                    <a:pt x="96474" y="248234"/>
                  </a:lnTo>
                  <a:lnTo>
                    <a:pt x="95267" y="245279"/>
                  </a:lnTo>
                  <a:lnTo>
                    <a:pt x="93482" y="242604"/>
                  </a:lnTo>
                  <a:lnTo>
                    <a:pt x="91701" y="241046"/>
                  </a:lnTo>
                  <a:lnTo>
                    <a:pt x="89590" y="240354"/>
                  </a:lnTo>
                  <a:lnTo>
                    <a:pt x="87860" y="239153"/>
                  </a:lnTo>
                  <a:lnTo>
                    <a:pt x="86328" y="236855"/>
                  </a:lnTo>
                  <a:lnTo>
                    <a:pt x="83149" y="233448"/>
                  </a:lnTo>
                  <a:lnTo>
                    <a:pt x="81728" y="232312"/>
                  </a:lnTo>
                  <a:lnTo>
                    <a:pt x="81253" y="231634"/>
                  </a:lnTo>
                  <a:lnTo>
                    <a:pt x="78903" y="225587"/>
                  </a:lnTo>
                  <a:lnTo>
                    <a:pt x="77390" y="223676"/>
                  </a:lnTo>
                  <a:lnTo>
                    <a:pt x="74853" y="220440"/>
                  </a:lnTo>
                  <a:lnTo>
                    <a:pt x="74001" y="219935"/>
                  </a:lnTo>
                  <a:lnTo>
                    <a:pt x="73198" y="220462"/>
                  </a:lnTo>
                  <a:lnTo>
                    <a:pt x="72039" y="220617"/>
                  </a:lnTo>
                  <a:lnTo>
                    <a:pt x="72460" y="218522"/>
                  </a:lnTo>
                  <a:lnTo>
                    <a:pt x="72254" y="215844"/>
                  </a:lnTo>
                  <a:lnTo>
                    <a:pt x="71852" y="213903"/>
                  </a:lnTo>
                  <a:lnTo>
                    <a:pt x="71596" y="213720"/>
                  </a:lnTo>
                  <a:lnTo>
                    <a:pt x="71268" y="209854"/>
                  </a:lnTo>
                  <a:lnTo>
                    <a:pt x="70277" y="207643"/>
                  </a:lnTo>
                  <a:lnTo>
                    <a:pt x="70043" y="204440"/>
                  </a:lnTo>
                  <a:lnTo>
                    <a:pt x="69655" y="203438"/>
                  </a:lnTo>
                  <a:lnTo>
                    <a:pt x="70476" y="203039"/>
                  </a:lnTo>
                  <a:lnTo>
                    <a:pt x="71485" y="200326"/>
                  </a:lnTo>
                  <a:lnTo>
                    <a:pt x="71136" y="199598"/>
                  </a:lnTo>
                  <a:lnTo>
                    <a:pt x="69329" y="198234"/>
                  </a:lnTo>
                  <a:lnTo>
                    <a:pt x="67717" y="197607"/>
                  </a:lnTo>
                  <a:lnTo>
                    <a:pt x="66368" y="195684"/>
                  </a:lnTo>
                  <a:lnTo>
                    <a:pt x="63516" y="193637"/>
                  </a:lnTo>
                  <a:lnTo>
                    <a:pt x="62815" y="189200"/>
                  </a:lnTo>
                  <a:lnTo>
                    <a:pt x="60667" y="188472"/>
                  </a:lnTo>
                  <a:lnTo>
                    <a:pt x="59556" y="187750"/>
                  </a:lnTo>
                  <a:lnTo>
                    <a:pt x="58023" y="185856"/>
                  </a:lnTo>
                  <a:lnTo>
                    <a:pt x="57910" y="184557"/>
                  </a:lnTo>
                  <a:lnTo>
                    <a:pt x="56632" y="184423"/>
                  </a:lnTo>
                  <a:lnTo>
                    <a:pt x="55759" y="184075"/>
                  </a:lnTo>
                  <a:lnTo>
                    <a:pt x="55729" y="183443"/>
                  </a:lnTo>
                  <a:lnTo>
                    <a:pt x="54678" y="181785"/>
                  </a:lnTo>
                  <a:lnTo>
                    <a:pt x="52762" y="180023"/>
                  </a:lnTo>
                  <a:lnTo>
                    <a:pt x="52670" y="179569"/>
                  </a:lnTo>
                  <a:lnTo>
                    <a:pt x="51613" y="178305"/>
                  </a:lnTo>
                  <a:lnTo>
                    <a:pt x="49038" y="177737"/>
                  </a:lnTo>
                  <a:lnTo>
                    <a:pt x="45892" y="175745"/>
                  </a:lnTo>
                  <a:lnTo>
                    <a:pt x="45636" y="174334"/>
                  </a:lnTo>
                  <a:lnTo>
                    <a:pt x="45867" y="172238"/>
                  </a:lnTo>
                  <a:lnTo>
                    <a:pt x="47112" y="169874"/>
                  </a:lnTo>
                  <a:lnTo>
                    <a:pt x="48282" y="165161"/>
                  </a:lnTo>
                  <a:lnTo>
                    <a:pt x="48920" y="163882"/>
                  </a:lnTo>
                  <a:lnTo>
                    <a:pt x="50041" y="162507"/>
                  </a:lnTo>
                  <a:lnTo>
                    <a:pt x="49504" y="157364"/>
                  </a:lnTo>
                  <a:lnTo>
                    <a:pt x="49011" y="156820"/>
                  </a:lnTo>
                  <a:lnTo>
                    <a:pt x="48888" y="156171"/>
                  </a:lnTo>
                  <a:lnTo>
                    <a:pt x="49060" y="154696"/>
                  </a:lnTo>
                  <a:lnTo>
                    <a:pt x="49801" y="152875"/>
                  </a:lnTo>
                  <a:lnTo>
                    <a:pt x="50265" y="152308"/>
                  </a:lnTo>
                  <a:lnTo>
                    <a:pt x="50528" y="152321"/>
                  </a:lnTo>
                  <a:lnTo>
                    <a:pt x="50086" y="149652"/>
                  </a:lnTo>
                  <a:lnTo>
                    <a:pt x="48754" y="147528"/>
                  </a:lnTo>
                  <a:lnTo>
                    <a:pt x="46362" y="144619"/>
                  </a:lnTo>
                  <a:lnTo>
                    <a:pt x="45811" y="143561"/>
                  </a:lnTo>
                  <a:lnTo>
                    <a:pt x="44835" y="137881"/>
                  </a:lnTo>
                  <a:lnTo>
                    <a:pt x="45294" y="131698"/>
                  </a:lnTo>
                  <a:lnTo>
                    <a:pt x="44712" y="131597"/>
                  </a:lnTo>
                  <a:lnTo>
                    <a:pt x="44209" y="129577"/>
                  </a:lnTo>
                  <a:lnTo>
                    <a:pt x="43174" y="127059"/>
                  </a:lnTo>
                  <a:lnTo>
                    <a:pt x="43595" y="126771"/>
                  </a:lnTo>
                  <a:lnTo>
                    <a:pt x="42025" y="124247"/>
                  </a:lnTo>
                  <a:lnTo>
                    <a:pt x="41426" y="120564"/>
                  </a:lnTo>
                  <a:lnTo>
                    <a:pt x="41582" y="118047"/>
                  </a:lnTo>
                  <a:lnTo>
                    <a:pt x="40620" y="116379"/>
                  </a:lnTo>
                  <a:lnTo>
                    <a:pt x="39455" y="117529"/>
                  </a:lnTo>
                  <a:lnTo>
                    <a:pt x="39029" y="118456"/>
                  </a:lnTo>
                  <a:lnTo>
                    <a:pt x="38246" y="119102"/>
                  </a:lnTo>
                  <a:lnTo>
                    <a:pt x="37715" y="119264"/>
                  </a:lnTo>
                  <a:lnTo>
                    <a:pt x="35174" y="117765"/>
                  </a:lnTo>
                  <a:lnTo>
                    <a:pt x="33676" y="118513"/>
                  </a:lnTo>
                  <a:lnTo>
                    <a:pt x="33420" y="118319"/>
                  </a:lnTo>
                  <a:lnTo>
                    <a:pt x="32457" y="118434"/>
                  </a:lnTo>
                  <a:lnTo>
                    <a:pt x="31638" y="118231"/>
                  </a:lnTo>
                  <a:lnTo>
                    <a:pt x="30970" y="118431"/>
                  </a:lnTo>
                  <a:lnTo>
                    <a:pt x="30376" y="119110"/>
                  </a:lnTo>
                  <a:lnTo>
                    <a:pt x="30309" y="120051"/>
                  </a:lnTo>
                  <a:lnTo>
                    <a:pt x="27981" y="119384"/>
                  </a:lnTo>
                  <a:lnTo>
                    <a:pt x="27310" y="118967"/>
                  </a:lnTo>
                  <a:lnTo>
                    <a:pt x="26090" y="117364"/>
                  </a:lnTo>
                  <a:lnTo>
                    <a:pt x="24465" y="113941"/>
                  </a:lnTo>
                  <a:lnTo>
                    <a:pt x="23128" y="113279"/>
                  </a:lnTo>
                  <a:lnTo>
                    <a:pt x="22098" y="113337"/>
                  </a:lnTo>
                  <a:lnTo>
                    <a:pt x="21034" y="113783"/>
                  </a:lnTo>
                  <a:lnTo>
                    <a:pt x="20594" y="115229"/>
                  </a:lnTo>
                  <a:lnTo>
                    <a:pt x="19287" y="115862"/>
                  </a:lnTo>
                  <a:lnTo>
                    <a:pt x="18787" y="115760"/>
                  </a:lnTo>
                  <a:lnTo>
                    <a:pt x="18479" y="115943"/>
                  </a:lnTo>
                  <a:lnTo>
                    <a:pt x="17685" y="115807"/>
                  </a:lnTo>
                  <a:lnTo>
                    <a:pt x="15861" y="114641"/>
                  </a:lnTo>
                  <a:lnTo>
                    <a:pt x="14578" y="114116"/>
                  </a:lnTo>
                  <a:lnTo>
                    <a:pt x="14534" y="113473"/>
                  </a:lnTo>
                  <a:lnTo>
                    <a:pt x="15014" y="113020"/>
                  </a:lnTo>
                  <a:lnTo>
                    <a:pt x="13384" y="111292"/>
                  </a:lnTo>
                  <a:lnTo>
                    <a:pt x="11955" y="110213"/>
                  </a:lnTo>
                  <a:lnTo>
                    <a:pt x="9239" y="106318"/>
                  </a:lnTo>
                  <a:lnTo>
                    <a:pt x="5194" y="106946"/>
                  </a:lnTo>
                  <a:lnTo>
                    <a:pt x="4711" y="105661"/>
                  </a:lnTo>
                  <a:lnTo>
                    <a:pt x="4882" y="104469"/>
                  </a:lnTo>
                  <a:lnTo>
                    <a:pt x="6266" y="102487"/>
                  </a:lnTo>
                  <a:lnTo>
                    <a:pt x="5826" y="101908"/>
                  </a:lnTo>
                  <a:lnTo>
                    <a:pt x="5700" y="100836"/>
                  </a:lnTo>
                  <a:lnTo>
                    <a:pt x="1481" y="101117"/>
                  </a:lnTo>
                  <a:lnTo>
                    <a:pt x="1415" y="99720"/>
                  </a:lnTo>
                  <a:lnTo>
                    <a:pt x="1" y="97792"/>
                  </a:lnTo>
                  <a:lnTo>
                    <a:pt x="0" y="97153"/>
                  </a:lnTo>
                  <a:lnTo>
                    <a:pt x="416" y="96878"/>
                  </a:lnTo>
                  <a:lnTo>
                    <a:pt x="498" y="96374"/>
                  </a:lnTo>
                  <a:lnTo>
                    <a:pt x="123" y="96245"/>
                  </a:lnTo>
                  <a:lnTo>
                    <a:pt x="617" y="93662"/>
                  </a:lnTo>
                  <a:lnTo>
                    <a:pt x="822" y="93410"/>
                  </a:lnTo>
                  <a:lnTo>
                    <a:pt x="2004" y="93321"/>
                  </a:lnTo>
                  <a:lnTo>
                    <a:pt x="2747" y="92859"/>
                  </a:lnTo>
                  <a:lnTo>
                    <a:pt x="3289" y="92273"/>
                  </a:lnTo>
                  <a:lnTo>
                    <a:pt x="3735" y="91267"/>
                  </a:lnTo>
                  <a:lnTo>
                    <a:pt x="5049" y="91123"/>
                  </a:lnTo>
                  <a:lnTo>
                    <a:pt x="5752" y="90646"/>
                  </a:lnTo>
                  <a:lnTo>
                    <a:pt x="7025" y="88971"/>
                  </a:lnTo>
                  <a:lnTo>
                    <a:pt x="7646" y="86815"/>
                  </a:lnTo>
                  <a:lnTo>
                    <a:pt x="8371" y="86285"/>
                  </a:lnTo>
                  <a:lnTo>
                    <a:pt x="8814" y="85026"/>
                  </a:lnTo>
                  <a:lnTo>
                    <a:pt x="9955" y="83756"/>
                  </a:lnTo>
                  <a:lnTo>
                    <a:pt x="11342" y="81483"/>
                  </a:lnTo>
                  <a:lnTo>
                    <a:pt x="12375" y="80293"/>
                  </a:lnTo>
                  <a:lnTo>
                    <a:pt x="12502" y="79598"/>
                  </a:lnTo>
                  <a:lnTo>
                    <a:pt x="12925" y="79060"/>
                  </a:lnTo>
                  <a:lnTo>
                    <a:pt x="13712" y="78775"/>
                  </a:lnTo>
                  <a:lnTo>
                    <a:pt x="14637" y="78809"/>
                  </a:lnTo>
                  <a:lnTo>
                    <a:pt x="17352" y="79579"/>
                  </a:lnTo>
                  <a:lnTo>
                    <a:pt x="19478" y="79622"/>
                  </a:lnTo>
                  <a:lnTo>
                    <a:pt x="20390" y="79402"/>
                  </a:lnTo>
                  <a:lnTo>
                    <a:pt x="21210" y="78822"/>
                  </a:lnTo>
                  <a:lnTo>
                    <a:pt x="22030" y="77808"/>
                  </a:lnTo>
                  <a:lnTo>
                    <a:pt x="22104" y="77130"/>
                  </a:lnTo>
                  <a:lnTo>
                    <a:pt x="22596" y="75882"/>
                  </a:lnTo>
                  <a:lnTo>
                    <a:pt x="22366" y="74895"/>
                  </a:lnTo>
                  <a:lnTo>
                    <a:pt x="23230" y="73084"/>
                  </a:lnTo>
                  <a:lnTo>
                    <a:pt x="24098" y="72443"/>
                  </a:lnTo>
                  <a:lnTo>
                    <a:pt x="24554" y="72325"/>
                  </a:lnTo>
                  <a:lnTo>
                    <a:pt x="29221" y="72934"/>
                  </a:lnTo>
                  <a:lnTo>
                    <a:pt x="29610" y="72689"/>
                  </a:lnTo>
                  <a:lnTo>
                    <a:pt x="29970" y="71675"/>
                  </a:lnTo>
                  <a:lnTo>
                    <a:pt x="29474" y="70282"/>
                  </a:lnTo>
                  <a:lnTo>
                    <a:pt x="29600" y="69845"/>
                  </a:lnTo>
                  <a:lnTo>
                    <a:pt x="31074" y="68248"/>
                  </a:lnTo>
                  <a:lnTo>
                    <a:pt x="32931" y="67099"/>
                  </a:lnTo>
                  <a:lnTo>
                    <a:pt x="33120" y="66066"/>
                  </a:lnTo>
                  <a:lnTo>
                    <a:pt x="34255" y="63400"/>
                  </a:lnTo>
                  <a:lnTo>
                    <a:pt x="35494" y="63172"/>
                  </a:lnTo>
                  <a:lnTo>
                    <a:pt x="36039" y="62871"/>
                  </a:lnTo>
                  <a:lnTo>
                    <a:pt x="36866" y="61873"/>
                  </a:lnTo>
                  <a:lnTo>
                    <a:pt x="37777" y="61611"/>
                  </a:lnTo>
                  <a:lnTo>
                    <a:pt x="40788" y="61705"/>
                  </a:lnTo>
                  <a:lnTo>
                    <a:pt x="41724" y="61187"/>
                  </a:lnTo>
                  <a:lnTo>
                    <a:pt x="43390" y="59628"/>
                  </a:lnTo>
                  <a:lnTo>
                    <a:pt x="43231" y="57003"/>
                  </a:lnTo>
                  <a:lnTo>
                    <a:pt x="43706" y="54701"/>
                  </a:lnTo>
                  <a:lnTo>
                    <a:pt x="43554" y="53988"/>
                  </a:lnTo>
                  <a:lnTo>
                    <a:pt x="43726" y="53047"/>
                  </a:lnTo>
                  <a:lnTo>
                    <a:pt x="43940" y="52894"/>
                  </a:lnTo>
                  <a:lnTo>
                    <a:pt x="44932" y="53204"/>
                  </a:lnTo>
                  <a:lnTo>
                    <a:pt x="46917" y="51258"/>
                  </a:lnTo>
                  <a:lnTo>
                    <a:pt x="47027" y="50570"/>
                  </a:lnTo>
                  <a:lnTo>
                    <a:pt x="46453" y="50115"/>
                  </a:lnTo>
                  <a:lnTo>
                    <a:pt x="46171" y="49295"/>
                  </a:lnTo>
                  <a:lnTo>
                    <a:pt x="46863" y="48372"/>
                  </a:lnTo>
                  <a:lnTo>
                    <a:pt x="47659" y="48100"/>
                  </a:lnTo>
                  <a:lnTo>
                    <a:pt x="48817" y="47297"/>
                  </a:lnTo>
                  <a:lnTo>
                    <a:pt x="50520" y="48404"/>
                  </a:lnTo>
                  <a:lnTo>
                    <a:pt x="52086" y="49116"/>
                  </a:lnTo>
                  <a:lnTo>
                    <a:pt x="52905" y="49191"/>
                  </a:lnTo>
                  <a:lnTo>
                    <a:pt x="54986" y="47953"/>
                  </a:lnTo>
                  <a:lnTo>
                    <a:pt x="56284" y="48097"/>
                  </a:lnTo>
                  <a:lnTo>
                    <a:pt x="56770" y="47854"/>
                  </a:lnTo>
                  <a:lnTo>
                    <a:pt x="57693" y="47931"/>
                  </a:lnTo>
                  <a:lnTo>
                    <a:pt x="59873" y="46464"/>
                  </a:lnTo>
                  <a:lnTo>
                    <a:pt x="61437" y="45091"/>
                  </a:lnTo>
                  <a:lnTo>
                    <a:pt x="61748" y="44488"/>
                  </a:lnTo>
                  <a:lnTo>
                    <a:pt x="61643" y="43520"/>
                  </a:lnTo>
                  <a:lnTo>
                    <a:pt x="62062" y="42713"/>
                  </a:lnTo>
                  <a:lnTo>
                    <a:pt x="61262" y="41189"/>
                  </a:lnTo>
                  <a:lnTo>
                    <a:pt x="61033" y="39150"/>
                  </a:lnTo>
                  <a:lnTo>
                    <a:pt x="61923" y="37869"/>
                  </a:lnTo>
                  <a:lnTo>
                    <a:pt x="64813" y="37363"/>
                  </a:lnTo>
                  <a:lnTo>
                    <a:pt x="65391" y="37721"/>
                  </a:lnTo>
                  <a:lnTo>
                    <a:pt x="67190" y="37518"/>
                  </a:lnTo>
                  <a:lnTo>
                    <a:pt x="68415" y="38110"/>
                  </a:lnTo>
                  <a:lnTo>
                    <a:pt x="68834" y="40029"/>
                  </a:lnTo>
                  <a:lnTo>
                    <a:pt x="69584" y="42039"/>
                  </a:lnTo>
                  <a:lnTo>
                    <a:pt x="70113" y="42995"/>
                  </a:lnTo>
                  <a:lnTo>
                    <a:pt x="71077" y="43844"/>
                  </a:lnTo>
                  <a:lnTo>
                    <a:pt x="71716" y="44849"/>
                  </a:lnTo>
                  <a:lnTo>
                    <a:pt x="72485" y="47755"/>
                  </a:lnTo>
                  <a:lnTo>
                    <a:pt x="73859" y="46741"/>
                  </a:lnTo>
                  <a:lnTo>
                    <a:pt x="75371" y="46499"/>
                  </a:lnTo>
                  <a:lnTo>
                    <a:pt x="75320" y="47453"/>
                  </a:lnTo>
                  <a:lnTo>
                    <a:pt x="76421" y="48262"/>
                  </a:lnTo>
                  <a:lnTo>
                    <a:pt x="79176" y="49144"/>
                  </a:lnTo>
                  <a:lnTo>
                    <a:pt x="80535" y="51353"/>
                  </a:lnTo>
                  <a:lnTo>
                    <a:pt x="82090" y="53306"/>
                  </a:lnTo>
                  <a:lnTo>
                    <a:pt x="83063" y="55528"/>
                  </a:lnTo>
                  <a:lnTo>
                    <a:pt x="83587" y="56120"/>
                  </a:lnTo>
                  <a:lnTo>
                    <a:pt x="85560" y="55346"/>
                  </a:lnTo>
                  <a:lnTo>
                    <a:pt x="87739" y="55588"/>
                  </a:lnTo>
                  <a:lnTo>
                    <a:pt x="88419" y="55296"/>
                  </a:lnTo>
                  <a:lnTo>
                    <a:pt x="90559" y="56059"/>
                  </a:lnTo>
                  <a:lnTo>
                    <a:pt x="91525" y="56186"/>
                  </a:lnTo>
                  <a:lnTo>
                    <a:pt x="93485" y="55097"/>
                  </a:lnTo>
                  <a:lnTo>
                    <a:pt x="94433" y="53589"/>
                  </a:lnTo>
                  <a:lnTo>
                    <a:pt x="96540" y="51214"/>
                  </a:lnTo>
                  <a:lnTo>
                    <a:pt x="96399" y="48127"/>
                  </a:lnTo>
                  <a:lnTo>
                    <a:pt x="95506" y="46387"/>
                  </a:lnTo>
                  <a:lnTo>
                    <a:pt x="95259" y="44886"/>
                  </a:lnTo>
                  <a:lnTo>
                    <a:pt x="96475" y="44539"/>
                  </a:lnTo>
                  <a:lnTo>
                    <a:pt x="98051" y="44562"/>
                  </a:lnTo>
                  <a:lnTo>
                    <a:pt x="99967" y="45079"/>
                  </a:lnTo>
                  <a:lnTo>
                    <a:pt x="100563" y="44389"/>
                  </a:lnTo>
                  <a:lnTo>
                    <a:pt x="103426" y="45188"/>
                  </a:lnTo>
                  <a:lnTo>
                    <a:pt x="104738" y="44474"/>
                  </a:lnTo>
                  <a:lnTo>
                    <a:pt x="106775" y="49671"/>
                  </a:lnTo>
                  <a:lnTo>
                    <a:pt x="108214" y="49015"/>
                  </a:lnTo>
                  <a:lnTo>
                    <a:pt x="111055" y="46738"/>
                  </a:lnTo>
                  <a:lnTo>
                    <a:pt x="112989" y="46567"/>
                  </a:lnTo>
                  <a:lnTo>
                    <a:pt x="114789" y="45790"/>
                  </a:lnTo>
                  <a:lnTo>
                    <a:pt x="116508" y="45475"/>
                  </a:lnTo>
                  <a:lnTo>
                    <a:pt x="117818" y="46030"/>
                  </a:lnTo>
                  <a:lnTo>
                    <a:pt x="119489" y="46332"/>
                  </a:lnTo>
                  <a:lnTo>
                    <a:pt x="122375" y="47650"/>
                  </a:lnTo>
                  <a:lnTo>
                    <a:pt x="122835" y="47079"/>
                  </a:lnTo>
                  <a:lnTo>
                    <a:pt x="125327" y="47069"/>
                  </a:lnTo>
                  <a:lnTo>
                    <a:pt x="126693" y="47656"/>
                  </a:lnTo>
                  <a:lnTo>
                    <a:pt x="127082" y="47408"/>
                  </a:lnTo>
                  <a:lnTo>
                    <a:pt x="129246" y="47894"/>
                  </a:lnTo>
                  <a:lnTo>
                    <a:pt x="134296" y="50024"/>
                  </a:lnTo>
                  <a:lnTo>
                    <a:pt x="137301" y="51950"/>
                  </a:lnTo>
                  <a:lnTo>
                    <a:pt x="138997" y="52681"/>
                  </a:lnTo>
                  <a:lnTo>
                    <a:pt x="141313" y="55120"/>
                  </a:lnTo>
                  <a:lnTo>
                    <a:pt x="143433" y="56678"/>
                  </a:lnTo>
                  <a:lnTo>
                    <a:pt x="151098" y="55019"/>
                  </a:lnTo>
                  <a:lnTo>
                    <a:pt x="151880" y="54622"/>
                  </a:lnTo>
                  <a:lnTo>
                    <a:pt x="153056" y="53486"/>
                  </a:lnTo>
                  <a:lnTo>
                    <a:pt x="156565" y="51537"/>
                  </a:lnTo>
                  <a:lnTo>
                    <a:pt x="158429" y="49909"/>
                  </a:lnTo>
                  <a:lnTo>
                    <a:pt x="160679" y="48682"/>
                  </a:lnTo>
                  <a:lnTo>
                    <a:pt x="162170" y="47872"/>
                  </a:lnTo>
                  <a:lnTo>
                    <a:pt x="163728" y="46637"/>
                  </a:lnTo>
                  <a:lnTo>
                    <a:pt x="165502" y="42927"/>
                  </a:lnTo>
                  <a:lnTo>
                    <a:pt x="166513" y="42082"/>
                  </a:lnTo>
                  <a:lnTo>
                    <a:pt x="172907" y="41309"/>
                  </a:lnTo>
                  <a:lnTo>
                    <a:pt x="176116" y="41382"/>
                  </a:lnTo>
                  <a:lnTo>
                    <a:pt x="177632" y="42181"/>
                  </a:lnTo>
                  <a:lnTo>
                    <a:pt x="178230" y="41829"/>
                  </a:lnTo>
                  <a:lnTo>
                    <a:pt x="179040" y="40866"/>
                  </a:lnTo>
                  <a:lnTo>
                    <a:pt x="180645" y="40969"/>
                  </a:lnTo>
                  <a:lnTo>
                    <a:pt x="183727" y="42675"/>
                  </a:lnTo>
                  <a:lnTo>
                    <a:pt x="188713" y="41105"/>
                  </a:lnTo>
                  <a:lnTo>
                    <a:pt x="190362" y="39582"/>
                  </a:lnTo>
                  <a:lnTo>
                    <a:pt x="193566" y="37945"/>
                  </a:lnTo>
                  <a:lnTo>
                    <a:pt x="198252" y="32854"/>
                  </a:lnTo>
                  <a:lnTo>
                    <a:pt x="199164" y="29571"/>
                  </a:lnTo>
                  <a:lnTo>
                    <a:pt x="200592" y="27929"/>
                  </a:lnTo>
                  <a:lnTo>
                    <a:pt x="205584" y="19330"/>
                  </a:lnTo>
                  <a:lnTo>
                    <a:pt x="208369" y="12931"/>
                  </a:lnTo>
                  <a:lnTo>
                    <a:pt x="208721" y="11002"/>
                  </a:lnTo>
                  <a:lnTo>
                    <a:pt x="212415" y="3554"/>
                  </a:lnTo>
                  <a:lnTo>
                    <a:pt x="215968" y="0"/>
                  </a:lnTo>
                  <a:lnTo>
                    <a:pt x="223128" y="411"/>
                  </a:lnTo>
                  <a:lnTo>
                    <a:pt x="224474" y="353"/>
                  </a:lnTo>
                  <a:lnTo>
                    <a:pt x="229810" y="1685"/>
                  </a:lnTo>
                  <a:lnTo>
                    <a:pt x="240285" y="5684"/>
                  </a:lnTo>
                  <a:lnTo>
                    <a:pt x="247208" y="9918"/>
                  </a:lnTo>
                  <a:lnTo>
                    <a:pt x="256676" y="17883"/>
                  </a:lnTo>
                  <a:lnTo>
                    <a:pt x="262228" y="19639"/>
                  </a:lnTo>
                  <a:lnTo>
                    <a:pt x="264650" y="18347"/>
                  </a:lnTo>
                  <a:lnTo>
                    <a:pt x="265577" y="18108"/>
                  </a:lnTo>
                  <a:lnTo>
                    <a:pt x="266009" y="18296"/>
                  </a:lnTo>
                  <a:lnTo>
                    <a:pt x="267807" y="17777"/>
                  </a:lnTo>
                  <a:lnTo>
                    <a:pt x="271920" y="17140"/>
                  </a:lnTo>
                  <a:lnTo>
                    <a:pt x="272402" y="16300"/>
                  </a:lnTo>
                  <a:lnTo>
                    <a:pt x="273827" y="15636"/>
                  </a:lnTo>
                  <a:lnTo>
                    <a:pt x="275366" y="15866"/>
                  </a:lnTo>
                  <a:lnTo>
                    <a:pt x="275998" y="15454"/>
                  </a:lnTo>
                  <a:lnTo>
                    <a:pt x="281211" y="14017"/>
                  </a:lnTo>
                  <a:lnTo>
                    <a:pt x="283701" y="14163"/>
                  </a:lnTo>
                  <a:lnTo>
                    <a:pt x="285953" y="15373"/>
                  </a:lnTo>
                  <a:lnTo>
                    <a:pt x="288543" y="17194"/>
                  </a:lnTo>
                  <a:lnTo>
                    <a:pt x="291244" y="18177"/>
                  </a:lnTo>
                  <a:lnTo>
                    <a:pt x="293443" y="18568"/>
                  </a:lnTo>
                  <a:lnTo>
                    <a:pt x="296450" y="18470"/>
                  </a:lnTo>
                  <a:lnTo>
                    <a:pt x="297663" y="18718"/>
                  </a:lnTo>
                  <a:lnTo>
                    <a:pt x="299550" y="18687"/>
                  </a:lnTo>
                  <a:lnTo>
                    <a:pt x="299953" y="18420"/>
                  </a:lnTo>
                  <a:lnTo>
                    <a:pt x="300400" y="18687"/>
                  </a:lnTo>
                  <a:lnTo>
                    <a:pt x="301866" y="18913"/>
                  </a:lnTo>
                  <a:lnTo>
                    <a:pt x="304979" y="18964"/>
                  </a:lnTo>
                  <a:lnTo>
                    <a:pt x="305703" y="19414"/>
                  </a:lnTo>
                  <a:lnTo>
                    <a:pt x="308088" y="19567"/>
                  </a:lnTo>
                  <a:lnTo>
                    <a:pt x="309434" y="20025"/>
                  </a:lnTo>
                  <a:lnTo>
                    <a:pt x="311084" y="20708"/>
                  </a:lnTo>
                  <a:lnTo>
                    <a:pt x="312921" y="19849"/>
                  </a:lnTo>
                  <a:lnTo>
                    <a:pt x="314765" y="18463"/>
                  </a:lnTo>
                  <a:lnTo>
                    <a:pt x="314624" y="18244"/>
                  </a:lnTo>
                  <a:lnTo>
                    <a:pt x="316004" y="17519"/>
                  </a:lnTo>
                  <a:lnTo>
                    <a:pt x="318305" y="16993"/>
                  </a:lnTo>
                  <a:lnTo>
                    <a:pt x="320595" y="16899"/>
                  </a:lnTo>
                  <a:lnTo>
                    <a:pt x="321226" y="17214"/>
                  </a:lnTo>
                  <a:lnTo>
                    <a:pt x="325615" y="17779"/>
                  </a:lnTo>
                  <a:lnTo>
                    <a:pt x="326542" y="17548"/>
                  </a:lnTo>
                  <a:lnTo>
                    <a:pt x="327889" y="18486"/>
                  </a:lnTo>
                  <a:lnTo>
                    <a:pt x="329073" y="18798"/>
                  </a:lnTo>
                  <a:lnTo>
                    <a:pt x="329770" y="19390"/>
                  </a:lnTo>
                  <a:lnTo>
                    <a:pt x="331143" y="19769"/>
                  </a:lnTo>
                  <a:lnTo>
                    <a:pt x="332336" y="20500"/>
                  </a:lnTo>
                  <a:lnTo>
                    <a:pt x="333780" y="21775"/>
                  </a:lnTo>
                  <a:lnTo>
                    <a:pt x="337820" y="24064"/>
                  </a:lnTo>
                  <a:lnTo>
                    <a:pt x="339069" y="25368"/>
                  </a:lnTo>
                  <a:lnTo>
                    <a:pt x="339444" y="26371"/>
                  </a:lnTo>
                  <a:lnTo>
                    <a:pt x="339491" y="27228"/>
                  </a:lnTo>
                  <a:lnTo>
                    <a:pt x="340538" y="28423"/>
                  </a:lnTo>
                  <a:lnTo>
                    <a:pt x="340888" y="29751"/>
                  </a:lnTo>
                  <a:lnTo>
                    <a:pt x="340710" y="30703"/>
                  </a:lnTo>
                  <a:lnTo>
                    <a:pt x="341201" y="31824"/>
                  </a:lnTo>
                  <a:lnTo>
                    <a:pt x="342358" y="32515"/>
                  </a:lnTo>
                  <a:lnTo>
                    <a:pt x="342632" y="32985"/>
                  </a:lnTo>
                  <a:lnTo>
                    <a:pt x="343391" y="33327"/>
                  </a:lnTo>
                  <a:lnTo>
                    <a:pt x="344411" y="34334"/>
                  </a:lnTo>
                  <a:lnTo>
                    <a:pt x="344747" y="34975"/>
                  </a:lnTo>
                  <a:lnTo>
                    <a:pt x="344614" y="35849"/>
                  </a:lnTo>
                  <a:lnTo>
                    <a:pt x="345315" y="37211"/>
                  </a:lnTo>
                  <a:lnTo>
                    <a:pt x="345831" y="37439"/>
                  </a:lnTo>
                  <a:lnTo>
                    <a:pt x="347007" y="37229"/>
                  </a:lnTo>
                  <a:lnTo>
                    <a:pt x="348407" y="37512"/>
                  </a:lnTo>
                  <a:lnTo>
                    <a:pt x="349048" y="37994"/>
                  </a:lnTo>
                  <a:lnTo>
                    <a:pt x="350156" y="38323"/>
                  </a:lnTo>
                  <a:lnTo>
                    <a:pt x="350819" y="40124"/>
                  </a:lnTo>
                  <a:lnTo>
                    <a:pt x="352567" y="40896"/>
                  </a:lnTo>
                  <a:lnTo>
                    <a:pt x="353971" y="42196"/>
                  </a:lnTo>
                  <a:lnTo>
                    <a:pt x="354500" y="42367"/>
                  </a:lnTo>
                  <a:lnTo>
                    <a:pt x="354533" y="43536"/>
                  </a:lnTo>
                  <a:lnTo>
                    <a:pt x="354896" y="44245"/>
                  </a:lnTo>
                  <a:lnTo>
                    <a:pt x="354991" y="45132"/>
                  </a:lnTo>
                  <a:lnTo>
                    <a:pt x="355706" y="46310"/>
                  </a:lnTo>
                  <a:lnTo>
                    <a:pt x="355496" y="46815"/>
                  </a:lnTo>
                  <a:lnTo>
                    <a:pt x="356712" y="48728"/>
                  </a:lnTo>
                  <a:lnTo>
                    <a:pt x="356384" y="48972"/>
                  </a:lnTo>
                  <a:lnTo>
                    <a:pt x="357529" y="50506"/>
                  </a:lnTo>
                  <a:lnTo>
                    <a:pt x="358092" y="51314"/>
                  </a:lnTo>
                  <a:lnTo>
                    <a:pt x="358081" y="52384"/>
                  </a:lnTo>
                  <a:lnTo>
                    <a:pt x="358306" y="52915"/>
                  </a:lnTo>
                  <a:lnTo>
                    <a:pt x="359149" y="53902"/>
                  </a:lnTo>
                  <a:lnTo>
                    <a:pt x="359322" y="54819"/>
                  </a:lnTo>
                  <a:lnTo>
                    <a:pt x="360036" y="55439"/>
                  </a:lnTo>
                  <a:lnTo>
                    <a:pt x="360706" y="57038"/>
                  </a:lnTo>
                  <a:lnTo>
                    <a:pt x="362861" y="58770"/>
                  </a:lnTo>
                  <a:lnTo>
                    <a:pt x="364002" y="59174"/>
                  </a:lnTo>
                  <a:lnTo>
                    <a:pt x="364496" y="60005"/>
                  </a:lnTo>
                  <a:lnTo>
                    <a:pt x="365486" y="60398"/>
                  </a:lnTo>
                  <a:lnTo>
                    <a:pt x="365807" y="61108"/>
                  </a:lnTo>
                  <a:lnTo>
                    <a:pt x="368338" y="62870"/>
                  </a:lnTo>
                  <a:lnTo>
                    <a:pt x="368950" y="64372"/>
                  </a:lnTo>
                  <a:lnTo>
                    <a:pt x="369775" y="64781"/>
                  </a:lnTo>
                  <a:lnTo>
                    <a:pt x="373106" y="67469"/>
                  </a:lnTo>
                  <a:lnTo>
                    <a:pt x="374784" y="66847"/>
                  </a:lnTo>
                  <a:lnTo>
                    <a:pt x="377117" y="66814"/>
                  </a:lnTo>
                  <a:lnTo>
                    <a:pt x="380985" y="64422"/>
                  </a:lnTo>
                  <a:lnTo>
                    <a:pt x="381107" y="63662"/>
                  </a:lnTo>
                  <a:lnTo>
                    <a:pt x="380893" y="62884"/>
                  </a:lnTo>
                  <a:lnTo>
                    <a:pt x="380340" y="62626"/>
                  </a:lnTo>
                  <a:lnTo>
                    <a:pt x="380446" y="61859"/>
                  </a:lnTo>
                  <a:lnTo>
                    <a:pt x="380205" y="61383"/>
                  </a:lnTo>
                  <a:lnTo>
                    <a:pt x="379509" y="61468"/>
                  </a:lnTo>
                  <a:lnTo>
                    <a:pt x="378791" y="59960"/>
                  </a:lnTo>
                  <a:lnTo>
                    <a:pt x="379130" y="59917"/>
                  </a:lnTo>
                  <a:lnTo>
                    <a:pt x="379379" y="59414"/>
                  </a:lnTo>
                  <a:lnTo>
                    <a:pt x="379820" y="57903"/>
                  </a:lnTo>
                  <a:lnTo>
                    <a:pt x="379540" y="56803"/>
                  </a:lnTo>
                  <a:lnTo>
                    <a:pt x="380482" y="54943"/>
                  </a:lnTo>
                  <a:lnTo>
                    <a:pt x="380140" y="54733"/>
                  </a:lnTo>
                  <a:lnTo>
                    <a:pt x="380063" y="54065"/>
                  </a:lnTo>
                  <a:lnTo>
                    <a:pt x="380503" y="52738"/>
                  </a:lnTo>
                  <a:lnTo>
                    <a:pt x="380178" y="52391"/>
                  </a:lnTo>
                  <a:lnTo>
                    <a:pt x="380129" y="51865"/>
                  </a:lnTo>
                  <a:lnTo>
                    <a:pt x="380729" y="51659"/>
                  </a:lnTo>
                  <a:lnTo>
                    <a:pt x="380912" y="50939"/>
                  </a:lnTo>
                  <a:lnTo>
                    <a:pt x="380304" y="50097"/>
                  </a:lnTo>
                  <a:lnTo>
                    <a:pt x="380891" y="49408"/>
                  </a:lnTo>
                  <a:lnTo>
                    <a:pt x="380909" y="48678"/>
                  </a:lnTo>
                  <a:lnTo>
                    <a:pt x="380159" y="48516"/>
                  </a:lnTo>
                  <a:lnTo>
                    <a:pt x="379999" y="47613"/>
                  </a:lnTo>
                  <a:lnTo>
                    <a:pt x="380258" y="46969"/>
                  </a:lnTo>
                  <a:lnTo>
                    <a:pt x="380285" y="45808"/>
                  </a:lnTo>
                  <a:lnTo>
                    <a:pt x="380252" y="44771"/>
                  </a:lnTo>
                  <a:lnTo>
                    <a:pt x="380058" y="44623"/>
                  </a:lnTo>
                  <a:lnTo>
                    <a:pt x="380156" y="43757"/>
                  </a:lnTo>
                  <a:lnTo>
                    <a:pt x="379877" y="43363"/>
                  </a:lnTo>
                  <a:lnTo>
                    <a:pt x="380258" y="42911"/>
                  </a:lnTo>
                  <a:lnTo>
                    <a:pt x="380210" y="42431"/>
                  </a:lnTo>
                  <a:lnTo>
                    <a:pt x="379749" y="41721"/>
                  </a:lnTo>
                  <a:lnTo>
                    <a:pt x="380219" y="39720"/>
                  </a:lnTo>
                  <a:lnTo>
                    <a:pt x="380947" y="39628"/>
                  </a:lnTo>
                  <a:lnTo>
                    <a:pt x="381006" y="39192"/>
                  </a:lnTo>
                  <a:lnTo>
                    <a:pt x="381330" y="39315"/>
                  </a:lnTo>
                  <a:lnTo>
                    <a:pt x="381537" y="38594"/>
                  </a:lnTo>
                  <a:lnTo>
                    <a:pt x="382780" y="38082"/>
                  </a:lnTo>
                  <a:lnTo>
                    <a:pt x="382931" y="37746"/>
                  </a:lnTo>
                  <a:lnTo>
                    <a:pt x="383953" y="37792"/>
                  </a:lnTo>
                  <a:lnTo>
                    <a:pt x="384334" y="38018"/>
                  </a:lnTo>
                  <a:lnTo>
                    <a:pt x="387831" y="37252"/>
                  </a:lnTo>
                  <a:lnTo>
                    <a:pt x="390389" y="37572"/>
                  </a:lnTo>
                  <a:lnTo>
                    <a:pt x="390524" y="39633"/>
                  </a:lnTo>
                  <a:lnTo>
                    <a:pt x="391127" y="40824"/>
                  </a:lnTo>
                  <a:lnTo>
                    <a:pt x="393736" y="42682"/>
                  </a:lnTo>
                  <a:lnTo>
                    <a:pt x="394444" y="43447"/>
                  </a:lnTo>
                  <a:lnTo>
                    <a:pt x="395263" y="43153"/>
                  </a:lnTo>
                  <a:lnTo>
                    <a:pt x="395475" y="42220"/>
                  </a:lnTo>
                  <a:lnTo>
                    <a:pt x="396371" y="40610"/>
                  </a:lnTo>
                  <a:lnTo>
                    <a:pt x="395809" y="39421"/>
                  </a:lnTo>
                  <a:lnTo>
                    <a:pt x="395733" y="38544"/>
                  </a:lnTo>
                  <a:lnTo>
                    <a:pt x="396361" y="37447"/>
                  </a:lnTo>
                  <a:lnTo>
                    <a:pt x="396086" y="36026"/>
                  </a:lnTo>
                  <a:lnTo>
                    <a:pt x="396404" y="34527"/>
                  </a:lnTo>
                  <a:lnTo>
                    <a:pt x="396627" y="33884"/>
                  </a:lnTo>
                  <a:lnTo>
                    <a:pt x="397312" y="33155"/>
                  </a:lnTo>
                  <a:lnTo>
                    <a:pt x="397411" y="32625"/>
                  </a:lnTo>
                  <a:lnTo>
                    <a:pt x="398188" y="32420"/>
                  </a:lnTo>
                  <a:lnTo>
                    <a:pt x="399051" y="31564"/>
                  </a:lnTo>
                  <a:lnTo>
                    <a:pt x="400794" y="30826"/>
                  </a:lnTo>
                  <a:lnTo>
                    <a:pt x="403815" y="30531"/>
                  </a:lnTo>
                  <a:lnTo>
                    <a:pt x="405654" y="30316"/>
                  </a:lnTo>
                  <a:lnTo>
                    <a:pt x="407105" y="29465"/>
                  </a:lnTo>
                  <a:lnTo>
                    <a:pt x="409106" y="25770"/>
                  </a:lnTo>
                  <a:lnTo>
                    <a:pt x="410882" y="23734"/>
                  </a:lnTo>
                  <a:lnTo>
                    <a:pt x="411186" y="22632"/>
                  </a:lnTo>
                  <a:lnTo>
                    <a:pt x="410391" y="19662"/>
                  </a:lnTo>
                  <a:lnTo>
                    <a:pt x="409961" y="16403"/>
                  </a:lnTo>
                  <a:lnTo>
                    <a:pt x="410159" y="15926"/>
                  </a:lnTo>
                  <a:lnTo>
                    <a:pt x="410250" y="13698"/>
                  </a:lnTo>
                  <a:lnTo>
                    <a:pt x="410337" y="13278"/>
                  </a:lnTo>
                  <a:lnTo>
                    <a:pt x="410667" y="13008"/>
                  </a:lnTo>
                  <a:lnTo>
                    <a:pt x="411789" y="12735"/>
                  </a:lnTo>
                  <a:lnTo>
                    <a:pt x="412418" y="12809"/>
                  </a:lnTo>
                  <a:lnTo>
                    <a:pt x="412767" y="9215"/>
                  </a:lnTo>
                  <a:lnTo>
                    <a:pt x="413637" y="7720"/>
                  </a:lnTo>
                  <a:lnTo>
                    <a:pt x="413156" y="6352"/>
                  </a:lnTo>
                  <a:lnTo>
                    <a:pt x="413170" y="4991"/>
                  </a:lnTo>
                  <a:lnTo>
                    <a:pt x="414028" y="3279"/>
                  </a:lnTo>
                  <a:lnTo>
                    <a:pt x="417537" y="5322"/>
                  </a:lnTo>
                  <a:lnTo>
                    <a:pt x="417516" y="4410"/>
                  </a:lnTo>
                  <a:lnTo>
                    <a:pt x="419908" y="3840"/>
                  </a:lnTo>
                  <a:lnTo>
                    <a:pt x="421092" y="3113"/>
                  </a:lnTo>
                  <a:lnTo>
                    <a:pt x="425389" y="1511"/>
                  </a:lnTo>
                  <a:lnTo>
                    <a:pt x="426537" y="1381"/>
                  </a:lnTo>
                  <a:lnTo>
                    <a:pt x="426612" y="2241"/>
                  </a:lnTo>
                  <a:lnTo>
                    <a:pt x="427055" y="3042"/>
                  </a:lnTo>
                  <a:lnTo>
                    <a:pt x="426961" y="3612"/>
                  </a:lnTo>
                  <a:lnTo>
                    <a:pt x="427474" y="4169"/>
                  </a:lnTo>
                  <a:lnTo>
                    <a:pt x="427650" y="4934"/>
                  </a:lnTo>
                  <a:lnTo>
                    <a:pt x="427895" y="5203"/>
                  </a:lnTo>
                  <a:lnTo>
                    <a:pt x="428717" y="5410"/>
                  </a:lnTo>
                  <a:lnTo>
                    <a:pt x="428574" y="6106"/>
                  </a:lnTo>
                  <a:lnTo>
                    <a:pt x="428808" y="8165"/>
                  </a:lnTo>
                  <a:lnTo>
                    <a:pt x="429442" y="11341"/>
                  </a:lnTo>
                  <a:lnTo>
                    <a:pt x="429365" y="14843"/>
                  </a:lnTo>
                  <a:lnTo>
                    <a:pt x="430474" y="14911"/>
                  </a:lnTo>
                  <a:lnTo>
                    <a:pt x="431923" y="16438"/>
                  </a:lnTo>
                  <a:lnTo>
                    <a:pt x="432702" y="16460"/>
                  </a:lnTo>
                  <a:lnTo>
                    <a:pt x="433138" y="16078"/>
                  </a:lnTo>
                  <a:lnTo>
                    <a:pt x="434071" y="16261"/>
                  </a:lnTo>
                  <a:lnTo>
                    <a:pt x="434195" y="16526"/>
                  </a:lnTo>
                  <a:lnTo>
                    <a:pt x="433903" y="17551"/>
                  </a:lnTo>
                  <a:lnTo>
                    <a:pt x="433159" y="18318"/>
                  </a:lnTo>
                  <a:lnTo>
                    <a:pt x="433130" y="18902"/>
                  </a:lnTo>
                  <a:lnTo>
                    <a:pt x="432798" y="19041"/>
                  </a:lnTo>
                  <a:lnTo>
                    <a:pt x="432574" y="20051"/>
                  </a:lnTo>
                  <a:lnTo>
                    <a:pt x="431690" y="21198"/>
                  </a:lnTo>
                  <a:lnTo>
                    <a:pt x="431222" y="21257"/>
                  </a:lnTo>
                  <a:lnTo>
                    <a:pt x="431115" y="21799"/>
                  </a:lnTo>
                  <a:lnTo>
                    <a:pt x="429508" y="23207"/>
                  </a:lnTo>
                  <a:lnTo>
                    <a:pt x="429481" y="23671"/>
                  </a:lnTo>
                  <a:lnTo>
                    <a:pt x="428705" y="24711"/>
                  </a:lnTo>
                  <a:lnTo>
                    <a:pt x="428908" y="24671"/>
                  </a:lnTo>
                  <a:lnTo>
                    <a:pt x="429167" y="25696"/>
                  </a:lnTo>
                  <a:lnTo>
                    <a:pt x="430721" y="28972"/>
                  </a:lnTo>
                  <a:lnTo>
                    <a:pt x="432617" y="30091"/>
                  </a:lnTo>
                  <a:lnTo>
                    <a:pt x="432955" y="29307"/>
                  </a:lnTo>
                  <a:lnTo>
                    <a:pt x="432788" y="29102"/>
                  </a:lnTo>
                  <a:lnTo>
                    <a:pt x="433270" y="28566"/>
                  </a:lnTo>
                  <a:lnTo>
                    <a:pt x="433275" y="28221"/>
                  </a:lnTo>
                  <a:lnTo>
                    <a:pt x="433640" y="28067"/>
                  </a:lnTo>
                  <a:lnTo>
                    <a:pt x="433715" y="27631"/>
                  </a:lnTo>
                  <a:lnTo>
                    <a:pt x="434418" y="27008"/>
                  </a:lnTo>
                  <a:lnTo>
                    <a:pt x="434672" y="26109"/>
                  </a:lnTo>
                  <a:lnTo>
                    <a:pt x="435525" y="25399"/>
                  </a:lnTo>
                  <a:lnTo>
                    <a:pt x="436190" y="25303"/>
                  </a:lnTo>
                  <a:lnTo>
                    <a:pt x="436225" y="25105"/>
                  </a:lnTo>
                  <a:lnTo>
                    <a:pt x="436844" y="24862"/>
                  </a:lnTo>
                  <a:lnTo>
                    <a:pt x="436884" y="24516"/>
                  </a:lnTo>
                  <a:lnTo>
                    <a:pt x="437450" y="24282"/>
                  </a:lnTo>
                  <a:lnTo>
                    <a:pt x="437483" y="23980"/>
                  </a:lnTo>
                  <a:lnTo>
                    <a:pt x="437754" y="23837"/>
                  </a:lnTo>
                  <a:lnTo>
                    <a:pt x="438342" y="22623"/>
                  </a:lnTo>
                  <a:lnTo>
                    <a:pt x="439486" y="21929"/>
                  </a:lnTo>
                  <a:lnTo>
                    <a:pt x="440199" y="23043"/>
                  </a:lnTo>
                  <a:lnTo>
                    <a:pt x="440144" y="23461"/>
                  </a:lnTo>
                  <a:lnTo>
                    <a:pt x="439455" y="24230"/>
                  </a:lnTo>
                  <a:lnTo>
                    <a:pt x="439154" y="25866"/>
                  </a:lnTo>
                  <a:lnTo>
                    <a:pt x="438345" y="26558"/>
                  </a:lnTo>
                  <a:lnTo>
                    <a:pt x="437301" y="28109"/>
                  </a:lnTo>
                  <a:lnTo>
                    <a:pt x="437520" y="31396"/>
                  </a:lnTo>
                  <a:lnTo>
                    <a:pt x="436782" y="33678"/>
                  </a:lnTo>
                  <a:lnTo>
                    <a:pt x="437190" y="34761"/>
                  </a:lnTo>
                  <a:lnTo>
                    <a:pt x="437067" y="38077"/>
                  </a:lnTo>
                  <a:lnTo>
                    <a:pt x="436541" y="37799"/>
                  </a:lnTo>
                  <a:lnTo>
                    <a:pt x="435780" y="38291"/>
                  </a:lnTo>
                  <a:lnTo>
                    <a:pt x="434723" y="38580"/>
                  </a:lnTo>
                  <a:lnTo>
                    <a:pt x="434427" y="38462"/>
                  </a:lnTo>
                  <a:lnTo>
                    <a:pt x="433761" y="39008"/>
                  </a:lnTo>
                  <a:lnTo>
                    <a:pt x="433407" y="39527"/>
                  </a:lnTo>
                  <a:lnTo>
                    <a:pt x="433221" y="40884"/>
                  </a:lnTo>
                  <a:lnTo>
                    <a:pt x="432806" y="41575"/>
                  </a:lnTo>
                  <a:lnTo>
                    <a:pt x="432842" y="42083"/>
                  </a:lnTo>
                  <a:lnTo>
                    <a:pt x="433165" y="42464"/>
                  </a:lnTo>
                  <a:lnTo>
                    <a:pt x="432972" y="42601"/>
                  </a:lnTo>
                  <a:lnTo>
                    <a:pt x="433148" y="43320"/>
                  </a:lnTo>
                  <a:lnTo>
                    <a:pt x="432731" y="44189"/>
                  </a:lnTo>
                  <a:lnTo>
                    <a:pt x="432455" y="44191"/>
                  </a:lnTo>
                  <a:lnTo>
                    <a:pt x="432130" y="43816"/>
                  </a:lnTo>
                  <a:lnTo>
                    <a:pt x="431630" y="44400"/>
                  </a:lnTo>
                  <a:lnTo>
                    <a:pt x="431812" y="45596"/>
                  </a:lnTo>
                  <a:lnTo>
                    <a:pt x="435062" y="49441"/>
                  </a:lnTo>
                  <a:lnTo>
                    <a:pt x="434748" y="50782"/>
                  </a:lnTo>
                  <a:lnTo>
                    <a:pt x="434909" y="51928"/>
                  </a:lnTo>
                  <a:lnTo>
                    <a:pt x="434252" y="52707"/>
                  </a:lnTo>
                  <a:lnTo>
                    <a:pt x="434143" y="53304"/>
                  </a:lnTo>
                  <a:lnTo>
                    <a:pt x="435303" y="55728"/>
                  </a:lnTo>
                  <a:lnTo>
                    <a:pt x="435665" y="57793"/>
                  </a:lnTo>
                  <a:lnTo>
                    <a:pt x="437480" y="58623"/>
                  </a:lnTo>
                  <a:lnTo>
                    <a:pt x="439872" y="60153"/>
                  </a:lnTo>
                  <a:lnTo>
                    <a:pt x="441237" y="59886"/>
                  </a:lnTo>
                  <a:lnTo>
                    <a:pt x="441075" y="60762"/>
                  </a:lnTo>
                  <a:lnTo>
                    <a:pt x="440003" y="62050"/>
                  </a:lnTo>
                  <a:lnTo>
                    <a:pt x="439708" y="62795"/>
                  </a:lnTo>
                  <a:lnTo>
                    <a:pt x="439973" y="63965"/>
                  </a:lnTo>
                  <a:lnTo>
                    <a:pt x="439829" y="64952"/>
                  </a:lnTo>
                  <a:lnTo>
                    <a:pt x="439556" y="65991"/>
                  </a:lnTo>
                  <a:lnTo>
                    <a:pt x="438630" y="67697"/>
                  </a:lnTo>
                  <a:lnTo>
                    <a:pt x="439066" y="69658"/>
                  </a:lnTo>
                  <a:lnTo>
                    <a:pt x="438945" y="71509"/>
                  </a:lnTo>
                  <a:lnTo>
                    <a:pt x="439283" y="71664"/>
                  </a:lnTo>
                  <a:lnTo>
                    <a:pt x="439383" y="72315"/>
                  </a:lnTo>
                  <a:lnTo>
                    <a:pt x="440247" y="73461"/>
                  </a:lnTo>
                  <a:lnTo>
                    <a:pt x="440836" y="75687"/>
                  </a:lnTo>
                  <a:lnTo>
                    <a:pt x="440170" y="77142"/>
                  </a:lnTo>
                  <a:lnTo>
                    <a:pt x="438998" y="77723"/>
                  </a:lnTo>
                  <a:lnTo>
                    <a:pt x="437834" y="77752"/>
                  </a:lnTo>
                  <a:lnTo>
                    <a:pt x="436875" y="78475"/>
                  </a:lnTo>
                  <a:lnTo>
                    <a:pt x="436876" y="78985"/>
                  </a:lnTo>
                  <a:lnTo>
                    <a:pt x="435870" y="80169"/>
                  </a:lnTo>
                  <a:lnTo>
                    <a:pt x="435511" y="81571"/>
                  </a:lnTo>
                  <a:lnTo>
                    <a:pt x="437706" y="81872"/>
                  </a:lnTo>
                  <a:lnTo>
                    <a:pt x="437841" y="82097"/>
                  </a:lnTo>
                  <a:lnTo>
                    <a:pt x="438315" y="82058"/>
                  </a:lnTo>
                  <a:lnTo>
                    <a:pt x="438866" y="81563"/>
                  </a:lnTo>
                  <a:lnTo>
                    <a:pt x="439169" y="81704"/>
                  </a:lnTo>
                  <a:lnTo>
                    <a:pt x="440455" y="81217"/>
                  </a:lnTo>
                  <a:lnTo>
                    <a:pt x="441717" y="81253"/>
                  </a:lnTo>
                  <a:lnTo>
                    <a:pt x="442236" y="81499"/>
                  </a:lnTo>
                  <a:lnTo>
                    <a:pt x="443085" y="81401"/>
                  </a:lnTo>
                  <a:lnTo>
                    <a:pt x="443871" y="81738"/>
                  </a:lnTo>
                  <a:lnTo>
                    <a:pt x="444371" y="81632"/>
                  </a:lnTo>
                  <a:lnTo>
                    <a:pt x="445627" y="82633"/>
                  </a:lnTo>
                  <a:lnTo>
                    <a:pt x="443903" y="84018"/>
                  </a:lnTo>
                  <a:lnTo>
                    <a:pt x="443318" y="85621"/>
                  </a:lnTo>
                  <a:lnTo>
                    <a:pt x="443509" y="86489"/>
                  </a:lnTo>
                  <a:lnTo>
                    <a:pt x="443817" y="86819"/>
                  </a:lnTo>
                  <a:lnTo>
                    <a:pt x="445214" y="87080"/>
                  </a:lnTo>
                  <a:lnTo>
                    <a:pt x="446441" y="88437"/>
                  </a:lnTo>
                  <a:lnTo>
                    <a:pt x="447371" y="90130"/>
                  </a:lnTo>
                  <a:lnTo>
                    <a:pt x="448315" y="90620"/>
                  </a:lnTo>
                  <a:lnTo>
                    <a:pt x="449875" y="90878"/>
                  </a:lnTo>
                  <a:lnTo>
                    <a:pt x="450162" y="90575"/>
                  </a:lnTo>
                  <a:lnTo>
                    <a:pt x="450757" y="90611"/>
                  </a:lnTo>
                  <a:lnTo>
                    <a:pt x="454999" y="88534"/>
                  </a:lnTo>
                  <a:lnTo>
                    <a:pt x="455734" y="90790"/>
                  </a:lnTo>
                  <a:lnTo>
                    <a:pt x="456132" y="90956"/>
                  </a:lnTo>
                  <a:lnTo>
                    <a:pt x="456051" y="91413"/>
                  </a:lnTo>
                  <a:lnTo>
                    <a:pt x="457623" y="93006"/>
                  </a:lnTo>
                  <a:lnTo>
                    <a:pt x="457538" y="93524"/>
                  </a:lnTo>
                  <a:lnTo>
                    <a:pt x="458361" y="95108"/>
                  </a:lnTo>
                  <a:lnTo>
                    <a:pt x="458375" y="95952"/>
                  </a:lnTo>
                  <a:lnTo>
                    <a:pt x="458789" y="96428"/>
                  </a:lnTo>
                  <a:lnTo>
                    <a:pt x="458806" y="98443"/>
                  </a:lnTo>
                  <a:lnTo>
                    <a:pt x="459263" y="99478"/>
                  </a:lnTo>
                  <a:lnTo>
                    <a:pt x="459862" y="100376"/>
                  </a:lnTo>
                  <a:lnTo>
                    <a:pt x="460820" y="101146"/>
                  </a:lnTo>
                  <a:lnTo>
                    <a:pt x="460376" y="101797"/>
                  </a:lnTo>
                  <a:lnTo>
                    <a:pt x="459372" y="102007"/>
                  </a:lnTo>
                  <a:lnTo>
                    <a:pt x="458581" y="102688"/>
                  </a:lnTo>
                  <a:lnTo>
                    <a:pt x="457763" y="102888"/>
                  </a:lnTo>
                  <a:lnTo>
                    <a:pt x="455939" y="104331"/>
                  </a:lnTo>
                  <a:lnTo>
                    <a:pt x="455671" y="104788"/>
                  </a:lnTo>
                  <a:lnTo>
                    <a:pt x="455311" y="107813"/>
                  </a:lnTo>
                  <a:lnTo>
                    <a:pt x="455703" y="111347"/>
                  </a:lnTo>
                  <a:lnTo>
                    <a:pt x="455017" y="112486"/>
                  </a:lnTo>
                  <a:lnTo>
                    <a:pt x="454739" y="114082"/>
                  </a:lnTo>
                  <a:lnTo>
                    <a:pt x="455039" y="115043"/>
                  </a:lnTo>
                  <a:lnTo>
                    <a:pt x="457426" y="117465"/>
                  </a:lnTo>
                  <a:lnTo>
                    <a:pt x="458387" y="117589"/>
                  </a:lnTo>
                  <a:lnTo>
                    <a:pt x="459853" y="118619"/>
                  </a:lnTo>
                  <a:lnTo>
                    <a:pt x="461027" y="118662"/>
                  </a:lnTo>
                  <a:lnTo>
                    <a:pt x="462432" y="120918"/>
                  </a:lnTo>
                  <a:lnTo>
                    <a:pt x="463098" y="122461"/>
                  </a:lnTo>
                  <a:lnTo>
                    <a:pt x="464517" y="123868"/>
                  </a:lnTo>
                  <a:lnTo>
                    <a:pt x="464354" y="124203"/>
                  </a:lnTo>
                  <a:lnTo>
                    <a:pt x="464606" y="124560"/>
                  </a:lnTo>
                  <a:lnTo>
                    <a:pt x="464498" y="125346"/>
                  </a:lnTo>
                  <a:lnTo>
                    <a:pt x="463724" y="128256"/>
                  </a:lnTo>
                  <a:lnTo>
                    <a:pt x="463978" y="129473"/>
                  </a:lnTo>
                  <a:lnTo>
                    <a:pt x="464364" y="129743"/>
                  </a:lnTo>
                  <a:lnTo>
                    <a:pt x="464371" y="130430"/>
                  </a:lnTo>
                  <a:lnTo>
                    <a:pt x="465073" y="132525"/>
                  </a:lnTo>
                  <a:lnTo>
                    <a:pt x="468702" y="138145"/>
                  </a:lnTo>
                  <a:lnTo>
                    <a:pt x="469638" y="138854"/>
                  </a:lnTo>
                  <a:lnTo>
                    <a:pt x="471057" y="139371"/>
                  </a:lnTo>
                  <a:lnTo>
                    <a:pt x="473595" y="141291"/>
                  </a:lnTo>
                  <a:lnTo>
                    <a:pt x="475274" y="143428"/>
                  </a:lnTo>
                  <a:lnTo>
                    <a:pt x="478263" y="144570"/>
                  </a:lnTo>
                  <a:lnTo>
                    <a:pt x="480046" y="147844"/>
                  </a:lnTo>
                  <a:lnTo>
                    <a:pt x="482825" y="149108"/>
                  </a:lnTo>
                  <a:lnTo>
                    <a:pt x="484494" y="150533"/>
                  </a:lnTo>
                  <a:lnTo>
                    <a:pt x="485902" y="151342"/>
                  </a:lnTo>
                  <a:lnTo>
                    <a:pt x="486140" y="153908"/>
                  </a:lnTo>
                  <a:lnTo>
                    <a:pt x="487034" y="155710"/>
                  </a:lnTo>
                  <a:lnTo>
                    <a:pt x="488209" y="156009"/>
                  </a:lnTo>
                  <a:lnTo>
                    <a:pt x="491321" y="155740"/>
                  </a:lnTo>
                  <a:lnTo>
                    <a:pt x="494131" y="155992"/>
                  </a:lnTo>
                  <a:lnTo>
                    <a:pt x="495068" y="156737"/>
                  </a:lnTo>
                  <a:lnTo>
                    <a:pt x="495803" y="157995"/>
                  </a:lnTo>
                  <a:lnTo>
                    <a:pt x="496350" y="158426"/>
                  </a:lnTo>
                  <a:lnTo>
                    <a:pt x="496266" y="158845"/>
                  </a:lnTo>
                  <a:lnTo>
                    <a:pt x="496607" y="159654"/>
                  </a:lnTo>
                  <a:lnTo>
                    <a:pt x="497513" y="159982"/>
                  </a:lnTo>
                  <a:lnTo>
                    <a:pt x="499453" y="161778"/>
                  </a:lnTo>
                  <a:lnTo>
                    <a:pt x="497219" y="163072"/>
                  </a:lnTo>
                  <a:lnTo>
                    <a:pt x="495888" y="163433"/>
                  </a:lnTo>
                  <a:lnTo>
                    <a:pt x="493791" y="164990"/>
                  </a:lnTo>
                  <a:lnTo>
                    <a:pt x="492301" y="164664"/>
                  </a:lnTo>
                  <a:lnTo>
                    <a:pt x="489687" y="165198"/>
                  </a:lnTo>
                  <a:lnTo>
                    <a:pt x="486608" y="165299"/>
                  </a:lnTo>
                  <a:lnTo>
                    <a:pt x="484993" y="165802"/>
                  </a:lnTo>
                  <a:lnTo>
                    <a:pt x="483388" y="165878"/>
                  </a:lnTo>
                  <a:lnTo>
                    <a:pt x="483010" y="166490"/>
                  </a:lnTo>
                  <a:lnTo>
                    <a:pt x="479624" y="166091"/>
                  </a:lnTo>
                  <a:lnTo>
                    <a:pt x="476592" y="167147"/>
                  </a:lnTo>
                  <a:lnTo>
                    <a:pt x="475908" y="167148"/>
                  </a:lnTo>
                  <a:lnTo>
                    <a:pt x="474067" y="168142"/>
                  </a:lnTo>
                  <a:lnTo>
                    <a:pt x="472174" y="170087"/>
                  </a:lnTo>
                  <a:lnTo>
                    <a:pt x="468943" y="172245"/>
                  </a:lnTo>
                  <a:lnTo>
                    <a:pt x="468746" y="171587"/>
                  </a:lnTo>
                  <a:lnTo>
                    <a:pt x="468208" y="170920"/>
                  </a:lnTo>
                  <a:lnTo>
                    <a:pt x="467546" y="170568"/>
                  </a:lnTo>
                  <a:lnTo>
                    <a:pt x="467332" y="170716"/>
                  </a:lnTo>
                  <a:lnTo>
                    <a:pt x="464628" y="173009"/>
                  </a:lnTo>
                  <a:lnTo>
                    <a:pt x="462946" y="173862"/>
                  </a:lnTo>
                  <a:lnTo>
                    <a:pt x="460942" y="174100"/>
                  </a:lnTo>
                  <a:lnTo>
                    <a:pt x="458596" y="174030"/>
                  </a:lnTo>
                  <a:lnTo>
                    <a:pt x="457718" y="174591"/>
                  </a:lnTo>
                  <a:lnTo>
                    <a:pt x="457114" y="175579"/>
                  </a:lnTo>
                  <a:lnTo>
                    <a:pt x="455391" y="177353"/>
                  </a:lnTo>
                  <a:lnTo>
                    <a:pt x="454954" y="177399"/>
                  </a:lnTo>
                  <a:lnTo>
                    <a:pt x="454912" y="177971"/>
                  </a:lnTo>
                  <a:lnTo>
                    <a:pt x="454463" y="177739"/>
                  </a:lnTo>
                  <a:lnTo>
                    <a:pt x="453295" y="177998"/>
                  </a:lnTo>
                  <a:lnTo>
                    <a:pt x="452299" y="177905"/>
                  </a:lnTo>
                  <a:lnTo>
                    <a:pt x="451692" y="178626"/>
                  </a:lnTo>
                  <a:lnTo>
                    <a:pt x="450610" y="178871"/>
                  </a:lnTo>
                  <a:lnTo>
                    <a:pt x="449081" y="179050"/>
                  </a:lnTo>
                  <a:lnTo>
                    <a:pt x="445937" y="178925"/>
                  </a:lnTo>
                  <a:lnTo>
                    <a:pt x="443474" y="178304"/>
                  </a:lnTo>
                  <a:lnTo>
                    <a:pt x="442110" y="178194"/>
                  </a:lnTo>
                  <a:lnTo>
                    <a:pt x="441384" y="177927"/>
                  </a:lnTo>
                  <a:lnTo>
                    <a:pt x="440732" y="177339"/>
                  </a:lnTo>
                  <a:lnTo>
                    <a:pt x="440024" y="177479"/>
                  </a:lnTo>
                  <a:lnTo>
                    <a:pt x="439250" y="176113"/>
                  </a:lnTo>
                  <a:lnTo>
                    <a:pt x="438926" y="176206"/>
                  </a:lnTo>
                  <a:lnTo>
                    <a:pt x="437793" y="177632"/>
                  </a:lnTo>
                  <a:lnTo>
                    <a:pt x="436610" y="178055"/>
                  </a:lnTo>
                  <a:lnTo>
                    <a:pt x="435311" y="177960"/>
                  </a:lnTo>
                  <a:lnTo>
                    <a:pt x="434883" y="177672"/>
                  </a:lnTo>
                  <a:lnTo>
                    <a:pt x="434523" y="176984"/>
                  </a:lnTo>
                  <a:lnTo>
                    <a:pt x="433112" y="177350"/>
                  </a:lnTo>
                  <a:lnTo>
                    <a:pt x="432414" y="177171"/>
                  </a:lnTo>
                  <a:lnTo>
                    <a:pt x="432625" y="176541"/>
                  </a:lnTo>
                  <a:lnTo>
                    <a:pt x="429407" y="177482"/>
                  </a:lnTo>
                  <a:lnTo>
                    <a:pt x="427961" y="177559"/>
                  </a:lnTo>
                  <a:lnTo>
                    <a:pt x="424021" y="176652"/>
                  </a:lnTo>
                  <a:lnTo>
                    <a:pt x="423104" y="178384"/>
                  </a:lnTo>
                  <a:lnTo>
                    <a:pt x="423466" y="178613"/>
                  </a:lnTo>
                  <a:lnTo>
                    <a:pt x="422661" y="180436"/>
                  </a:lnTo>
                  <a:lnTo>
                    <a:pt x="422432" y="181769"/>
                  </a:lnTo>
                  <a:lnTo>
                    <a:pt x="422523" y="184960"/>
                  </a:lnTo>
                  <a:lnTo>
                    <a:pt x="423292" y="188325"/>
                  </a:lnTo>
                  <a:lnTo>
                    <a:pt x="423141" y="188831"/>
                  </a:lnTo>
                  <a:lnTo>
                    <a:pt x="425606" y="193167"/>
                  </a:lnTo>
                  <a:lnTo>
                    <a:pt x="426991" y="194658"/>
                  </a:lnTo>
                  <a:lnTo>
                    <a:pt x="427802" y="195212"/>
                  </a:lnTo>
                  <a:lnTo>
                    <a:pt x="428540" y="197496"/>
                  </a:lnTo>
                  <a:lnTo>
                    <a:pt x="428718" y="197657"/>
                  </a:lnTo>
                  <a:lnTo>
                    <a:pt x="429214" y="197080"/>
                  </a:lnTo>
                  <a:lnTo>
                    <a:pt x="430583" y="196376"/>
                  </a:lnTo>
                  <a:lnTo>
                    <a:pt x="431161" y="196282"/>
                  </a:lnTo>
                  <a:lnTo>
                    <a:pt x="431506" y="196870"/>
                  </a:lnTo>
                  <a:lnTo>
                    <a:pt x="430812" y="197246"/>
                  </a:lnTo>
                  <a:lnTo>
                    <a:pt x="430114" y="198001"/>
                  </a:lnTo>
                  <a:lnTo>
                    <a:pt x="429393" y="199893"/>
                  </a:lnTo>
                  <a:lnTo>
                    <a:pt x="429744" y="201234"/>
                  </a:lnTo>
                  <a:lnTo>
                    <a:pt x="429005" y="201390"/>
                  </a:lnTo>
                  <a:lnTo>
                    <a:pt x="429765" y="202054"/>
                  </a:lnTo>
                  <a:lnTo>
                    <a:pt x="431518" y="205068"/>
                  </a:lnTo>
                  <a:lnTo>
                    <a:pt x="431056" y="205444"/>
                  </a:lnTo>
                  <a:lnTo>
                    <a:pt x="430857" y="205997"/>
                  </a:lnTo>
                  <a:lnTo>
                    <a:pt x="431059" y="207680"/>
                  </a:lnTo>
                  <a:lnTo>
                    <a:pt x="430931" y="208063"/>
                  </a:lnTo>
                  <a:lnTo>
                    <a:pt x="429274" y="208943"/>
                  </a:lnTo>
                  <a:lnTo>
                    <a:pt x="428763" y="208501"/>
                  </a:lnTo>
                  <a:lnTo>
                    <a:pt x="428282" y="207600"/>
                  </a:lnTo>
                  <a:lnTo>
                    <a:pt x="427716" y="207299"/>
                  </a:lnTo>
                  <a:lnTo>
                    <a:pt x="426911" y="207496"/>
                  </a:lnTo>
                  <a:lnTo>
                    <a:pt x="426642" y="207245"/>
                  </a:lnTo>
                  <a:lnTo>
                    <a:pt x="425642" y="208237"/>
                  </a:lnTo>
                  <a:lnTo>
                    <a:pt x="425475" y="208817"/>
                  </a:lnTo>
                  <a:lnTo>
                    <a:pt x="424571" y="209090"/>
                  </a:lnTo>
                  <a:lnTo>
                    <a:pt x="424014" y="210319"/>
                  </a:lnTo>
                  <a:lnTo>
                    <a:pt x="423114" y="211004"/>
                  </a:lnTo>
                  <a:lnTo>
                    <a:pt x="422484" y="211998"/>
                  </a:lnTo>
                  <a:lnTo>
                    <a:pt x="422200" y="212226"/>
                  </a:lnTo>
                  <a:lnTo>
                    <a:pt x="421660" y="212152"/>
                  </a:lnTo>
                  <a:lnTo>
                    <a:pt x="420788" y="212908"/>
                  </a:lnTo>
                  <a:lnTo>
                    <a:pt x="420097" y="213166"/>
                  </a:lnTo>
                  <a:lnTo>
                    <a:pt x="418099" y="215340"/>
                  </a:lnTo>
                  <a:lnTo>
                    <a:pt x="416403" y="216033"/>
                  </a:lnTo>
                  <a:lnTo>
                    <a:pt x="416122" y="215827"/>
                  </a:lnTo>
                  <a:lnTo>
                    <a:pt x="414769" y="213512"/>
                  </a:lnTo>
                  <a:lnTo>
                    <a:pt x="412397" y="212150"/>
                  </a:lnTo>
                  <a:lnTo>
                    <a:pt x="411826" y="210812"/>
                  </a:lnTo>
                  <a:lnTo>
                    <a:pt x="411339" y="210251"/>
                  </a:lnTo>
                  <a:lnTo>
                    <a:pt x="405981" y="207158"/>
                  </a:lnTo>
                  <a:lnTo>
                    <a:pt x="404764" y="205928"/>
                  </a:lnTo>
                  <a:lnTo>
                    <a:pt x="404359" y="205005"/>
                  </a:lnTo>
                  <a:lnTo>
                    <a:pt x="404901" y="204190"/>
                  </a:lnTo>
                  <a:lnTo>
                    <a:pt x="406604" y="203663"/>
                  </a:lnTo>
                  <a:lnTo>
                    <a:pt x="409062" y="202243"/>
                  </a:lnTo>
                  <a:lnTo>
                    <a:pt x="410432" y="202205"/>
                  </a:lnTo>
                  <a:lnTo>
                    <a:pt x="411912" y="199429"/>
                  </a:lnTo>
                  <a:lnTo>
                    <a:pt x="409806" y="195032"/>
                  </a:lnTo>
                  <a:lnTo>
                    <a:pt x="409758" y="192901"/>
                  </a:lnTo>
                  <a:lnTo>
                    <a:pt x="410274" y="192103"/>
                  </a:lnTo>
                  <a:lnTo>
                    <a:pt x="412068" y="191143"/>
                  </a:lnTo>
                  <a:lnTo>
                    <a:pt x="413321" y="190977"/>
                  </a:lnTo>
                  <a:lnTo>
                    <a:pt x="415108" y="190142"/>
                  </a:lnTo>
                  <a:lnTo>
                    <a:pt x="417376" y="190674"/>
                  </a:lnTo>
                  <a:lnTo>
                    <a:pt x="418144" y="189530"/>
                  </a:lnTo>
                  <a:lnTo>
                    <a:pt x="419225" y="190089"/>
                  </a:lnTo>
                  <a:lnTo>
                    <a:pt x="419511" y="189914"/>
                  </a:lnTo>
                  <a:lnTo>
                    <a:pt x="418663" y="188081"/>
                  </a:lnTo>
                  <a:lnTo>
                    <a:pt x="418495" y="187125"/>
                  </a:lnTo>
                  <a:lnTo>
                    <a:pt x="417870" y="186429"/>
                  </a:lnTo>
                  <a:lnTo>
                    <a:pt x="414219" y="187309"/>
                  </a:lnTo>
                  <a:lnTo>
                    <a:pt x="413396" y="187072"/>
                  </a:lnTo>
                  <a:lnTo>
                    <a:pt x="413534" y="187421"/>
                  </a:lnTo>
                  <a:lnTo>
                    <a:pt x="413077" y="187929"/>
                  </a:lnTo>
                  <a:lnTo>
                    <a:pt x="411820" y="188259"/>
                  </a:lnTo>
                  <a:lnTo>
                    <a:pt x="410924" y="189237"/>
                  </a:lnTo>
                  <a:lnTo>
                    <a:pt x="410133" y="189401"/>
                  </a:lnTo>
                  <a:lnTo>
                    <a:pt x="409118" y="188614"/>
                  </a:lnTo>
                  <a:lnTo>
                    <a:pt x="408440" y="188822"/>
                  </a:lnTo>
                  <a:lnTo>
                    <a:pt x="407976" y="188688"/>
                  </a:lnTo>
                  <a:lnTo>
                    <a:pt x="408171" y="188520"/>
                  </a:lnTo>
                  <a:lnTo>
                    <a:pt x="407479" y="188330"/>
                  </a:lnTo>
                  <a:lnTo>
                    <a:pt x="407290" y="187799"/>
                  </a:lnTo>
                  <a:lnTo>
                    <a:pt x="406952" y="187716"/>
                  </a:lnTo>
                  <a:lnTo>
                    <a:pt x="407145" y="187642"/>
                  </a:lnTo>
                  <a:lnTo>
                    <a:pt x="406945" y="187290"/>
                  </a:lnTo>
                  <a:lnTo>
                    <a:pt x="406732" y="187349"/>
                  </a:lnTo>
                  <a:lnTo>
                    <a:pt x="406964" y="186729"/>
                  </a:lnTo>
                  <a:lnTo>
                    <a:pt x="405945" y="186441"/>
                  </a:lnTo>
                  <a:lnTo>
                    <a:pt x="405783" y="186190"/>
                  </a:lnTo>
                  <a:lnTo>
                    <a:pt x="401735" y="191109"/>
                  </a:lnTo>
                  <a:lnTo>
                    <a:pt x="399907" y="192632"/>
                  </a:lnTo>
                  <a:lnTo>
                    <a:pt x="398820" y="193016"/>
                  </a:lnTo>
                  <a:lnTo>
                    <a:pt x="397742" y="193771"/>
                  </a:lnTo>
                  <a:lnTo>
                    <a:pt x="394634" y="194183"/>
                  </a:lnTo>
                  <a:lnTo>
                    <a:pt x="394118" y="194724"/>
                  </a:lnTo>
                  <a:lnTo>
                    <a:pt x="392722" y="194632"/>
                  </a:lnTo>
                  <a:lnTo>
                    <a:pt x="393060" y="195387"/>
                  </a:lnTo>
                  <a:lnTo>
                    <a:pt x="392643" y="195595"/>
                  </a:lnTo>
                  <a:lnTo>
                    <a:pt x="392983" y="196122"/>
                  </a:lnTo>
                  <a:lnTo>
                    <a:pt x="392289" y="196536"/>
                  </a:lnTo>
                  <a:lnTo>
                    <a:pt x="392035" y="197057"/>
                  </a:lnTo>
                  <a:lnTo>
                    <a:pt x="391884" y="197640"/>
                  </a:lnTo>
                  <a:lnTo>
                    <a:pt x="392092" y="197713"/>
                  </a:lnTo>
                  <a:lnTo>
                    <a:pt x="392202" y="198225"/>
                  </a:lnTo>
                  <a:lnTo>
                    <a:pt x="391968" y="198392"/>
                  </a:lnTo>
                  <a:lnTo>
                    <a:pt x="392159" y="198785"/>
                  </a:lnTo>
                  <a:lnTo>
                    <a:pt x="391467" y="198921"/>
                  </a:lnTo>
                  <a:lnTo>
                    <a:pt x="391697" y="199711"/>
                  </a:lnTo>
                  <a:lnTo>
                    <a:pt x="391447" y="200313"/>
                  </a:lnTo>
                  <a:lnTo>
                    <a:pt x="391631" y="200872"/>
                  </a:lnTo>
                  <a:lnTo>
                    <a:pt x="391290" y="201473"/>
                  </a:lnTo>
                  <a:lnTo>
                    <a:pt x="391022" y="201319"/>
                  </a:lnTo>
                  <a:lnTo>
                    <a:pt x="390728" y="201537"/>
                  </a:lnTo>
                  <a:lnTo>
                    <a:pt x="390549" y="202736"/>
                  </a:lnTo>
                  <a:lnTo>
                    <a:pt x="389751" y="203789"/>
                  </a:lnTo>
                  <a:lnTo>
                    <a:pt x="387452" y="205053"/>
                  </a:lnTo>
                  <a:lnTo>
                    <a:pt x="387218" y="206043"/>
                  </a:lnTo>
                  <a:lnTo>
                    <a:pt x="387442" y="208126"/>
                  </a:lnTo>
                  <a:lnTo>
                    <a:pt x="387302" y="209104"/>
                  </a:lnTo>
                  <a:lnTo>
                    <a:pt x="387212" y="209421"/>
                  </a:lnTo>
                  <a:lnTo>
                    <a:pt x="386368" y="209867"/>
                  </a:lnTo>
                  <a:lnTo>
                    <a:pt x="385923" y="210403"/>
                  </a:lnTo>
                  <a:lnTo>
                    <a:pt x="385324" y="214131"/>
                  </a:lnTo>
                  <a:lnTo>
                    <a:pt x="384820" y="215401"/>
                  </a:lnTo>
                  <a:lnTo>
                    <a:pt x="385565" y="217334"/>
                  </a:lnTo>
                  <a:lnTo>
                    <a:pt x="386687" y="217120"/>
                  </a:lnTo>
                  <a:lnTo>
                    <a:pt x="386785" y="218996"/>
                  </a:lnTo>
                  <a:lnTo>
                    <a:pt x="387195" y="220023"/>
                  </a:lnTo>
                  <a:lnTo>
                    <a:pt x="387062" y="221073"/>
                  </a:lnTo>
                  <a:lnTo>
                    <a:pt x="387375" y="221493"/>
                  </a:lnTo>
                  <a:lnTo>
                    <a:pt x="385558" y="224591"/>
                  </a:lnTo>
                  <a:lnTo>
                    <a:pt x="385355" y="225360"/>
                  </a:lnTo>
                  <a:lnTo>
                    <a:pt x="384388" y="226073"/>
                  </a:lnTo>
                  <a:lnTo>
                    <a:pt x="382902" y="226181"/>
                  </a:lnTo>
                  <a:lnTo>
                    <a:pt x="381645" y="226633"/>
                  </a:lnTo>
                  <a:lnTo>
                    <a:pt x="379874" y="227381"/>
                  </a:lnTo>
                  <a:lnTo>
                    <a:pt x="379032" y="226442"/>
                  </a:lnTo>
                  <a:lnTo>
                    <a:pt x="375739" y="227456"/>
                  </a:lnTo>
                  <a:lnTo>
                    <a:pt x="374774" y="227301"/>
                  </a:lnTo>
                  <a:lnTo>
                    <a:pt x="373306" y="228702"/>
                  </a:lnTo>
                  <a:lnTo>
                    <a:pt x="371779" y="229401"/>
                  </a:lnTo>
                  <a:lnTo>
                    <a:pt x="370674" y="229543"/>
                  </a:lnTo>
                  <a:lnTo>
                    <a:pt x="367829" y="229337"/>
                  </a:lnTo>
                  <a:lnTo>
                    <a:pt x="364618" y="230127"/>
                  </a:lnTo>
                  <a:lnTo>
                    <a:pt x="363373" y="229963"/>
                  </a:lnTo>
                  <a:lnTo>
                    <a:pt x="362483" y="230181"/>
                  </a:lnTo>
                  <a:lnTo>
                    <a:pt x="360874" y="230712"/>
                  </a:lnTo>
                  <a:lnTo>
                    <a:pt x="360178" y="231378"/>
                  </a:lnTo>
                  <a:lnTo>
                    <a:pt x="358445" y="232184"/>
                  </a:lnTo>
                  <a:lnTo>
                    <a:pt x="355211" y="232849"/>
                  </a:lnTo>
                  <a:lnTo>
                    <a:pt x="353310" y="233538"/>
                  </a:lnTo>
                  <a:lnTo>
                    <a:pt x="350097" y="235354"/>
                  </a:lnTo>
                  <a:lnTo>
                    <a:pt x="349250" y="235627"/>
                  </a:lnTo>
                  <a:lnTo>
                    <a:pt x="350698" y="239161"/>
                  </a:lnTo>
                  <a:lnTo>
                    <a:pt x="352949" y="242407"/>
                  </a:lnTo>
                  <a:lnTo>
                    <a:pt x="353182" y="243733"/>
                  </a:lnTo>
                  <a:lnTo>
                    <a:pt x="353696" y="244933"/>
                  </a:lnTo>
                  <a:lnTo>
                    <a:pt x="353878" y="246741"/>
                  </a:lnTo>
                  <a:lnTo>
                    <a:pt x="351906" y="247677"/>
                  </a:lnTo>
                  <a:lnTo>
                    <a:pt x="349797" y="248141"/>
                  </a:lnTo>
                  <a:lnTo>
                    <a:pt x="349666" y="248594"/>
                  </a:lnTo>
                  <a:lnTo>
                    <a:pt x="346839" y="249215"/>
                  </a:lnTo>
                  <a:lnTo>
                    <a:pt x="344773" y="250365"/>
                  </a:lnTo>
                  <a:lnTo>
                    <a:pt x="342465" y="251256"/>
                  </a:lnTo>
                  <a:lnTo>
                    <a:pt x="339829" y="251855"/>
                  </a:lnTo>
                  <a:lnTo>
                    <a:pt x="334646" y="253749"/>
                  </a:lnTo>
                  <a:lnTo>
                    <a:pt x="333795" y="255488"/>
                  </a:lnTo>
                  <a:lnTo>
                    <a:pt x="334504" y="256433"/>
                  </a:lnTo>
                  <a:lnTo>
                    <a:pt x="335966" y="257191"/>
                  </a:lnTo>
                  <a:lnTo>
                    <a:pt x="338423" y="259698"/>
                  </a:lnTo>
                  <a:lnTo>
                    <a:pt x="339189" y="260145"/>
                  </a:lnTo>
                  <a:lnTo>
                    <a:pt x="340364" y="260315"/>
                  </a:lnTo>
                  <a:lnTo>
                    <a:pt x="340870" y="261908"/>
                  </a:lnTo>
                  <a:lnTo>
                    <a:pt x="340140" y="262805"/>
                  </a:lnTo>
                  <a:lnTo>
                    <a:pt x="340226" y="263643"/>
                  </a:lnTo>
                  <a:lnTo>
                    <a:pt x="341809" y="263902"/>
                  </a:lnTo>
                  <a:lnTo>
                    <a:pt x="342293" y="263317"/>
                  </a:lnTo>
                  <a:lnTo>
                    <a:pt x="342827" y="261739"/>
                  </a:lnTo>
                  <a:lnTo>
                    <a:pt x="343913" y="261247"/>
                  </a:lnTo>
                  <a:lnTo>
                    <a:pt x="345413" y="262924"/>
                  </a:lnTo>
                  <a:lnTo>
                    <a:pt x="345773" y="264381"/>
                  </a:lnTo>
                  <a:lnTo>
                    <a:pt x="345963" y="264321"/>
                  </a:lnTo>
                  <a:lnTo>
                    <a:pt x="347186" y="265165"/>
                  </a:lnTo>
                  <a:lnTo>
                    <a:pt x="346110" y="266432"/>
                  </a:lnTo>
                  <a:lnTo>
                    <a:pt x="346313" y="266792"/>
                  </a:lnTo>
                  <a:lnTo>
                    <a:pt x="347008" y="267443"/>
                  </a:lnTo>
                  <a:lnTo>
                    <a:pt x="348823" y="266389"/>
                  </a:lnTo>
                  <a:lnTo>
                    <a:pt x="348948" y="267372"/>
                  </a:lnTo>
                  <a:lnTo>
                    <a:pt x="348743" y="268739"/>
                  </a:lnTo>
                  <a:lnTo>
                    <a:pt x="348269" y="268671"/>
                  </a:lnTo>
                  <a:lnTo>
                    <a:pt x="347631" y="268002"/>
                  </a:lnTo>
                  <a:lnTo>
                    <a:pt x="347271" y="268121"/>
                  </a:lnTo>
                  <a:lnTo>
                    <a:pt x="347288" y="268809"/>
                  </a:lnTo>
                  <a:lnTo>
                    <a:pt x="346896" y="269616"/>
                  </a:lnTo>
                  <a:lnTo>
                    <a:pt x="347343" y="270495"/>
                  </a:lnTo>
                  <a:lnTo>
                    <a:pt x="347867" y="270807"/>
                  </a:lnTo>
                  <a:lnTo>
                    <a:pt x="347845" y="271511"/>
                  </a:lnTo>
                  <a:lnTo>
                    <a:pt x="348407" y="272000"/>
                  </a:lnTo>
                  <a:lnTo>
                    <a:pt x="348744" y="271959"/>
                  </a:lnTo>
                  <a:lnTo>
                    <a:pt x="348846" y="270795"/>
                  </a:lnTo>
                  <a:lnTo>
                    <a:pt x="349337" y="270522"/>
                  </a:lnTo>
                  <a:lnTo>
                    <a:pt x="350092" y="272095"/>
                  </a:lnTo>
                  <a:lnTo>
                    <a:pt x="351079" y="272677"/>
                  </a:lnTo>
                  <a:lnTo>
                    <a:pt x="351497" y="273235"/>
                  </a:lnTo>
                  <a:lnTo>
                    <a:pt x="351227" y="274489"/>
                  </a:lnTo>
                  <a:lnTo>
                    <a:pt x="351433" y="274847"/>
                  </a:lnTo>
                  <a:lnTo>
                    <a:pt x="352017" y="274403"/>
                  </a:lnTo>
                  <a:lnTo>
                    <a:pt x="353045" y="272273"/>
                  </a:lnTo>
                  <a:lnTo>
                    <a:pt x="354470" y="271579"/>
                  </a:lnTo>
                  <a:lnTo>
                    <a:pt x="354899" y="271761"/>
                  </a:lnTo>
                  <a:lnTo>
                    <a:pt x="355291" y="273048"/>
                  </a:lnTo>
                  <a:lnTo>
                    <a:pt x="354294" y="273768"/>
                  </a:lnTo>
                  <a:lnTo>
                    <a:pt x="354707" y="274237"/>
                  </a:lnTo>
                  <a:lnTo>
                    <a:pt x="354741" y="276458"/>
                  </a:lnTo>
                  <a:lnTo>
                    <a:pt x="354433" y="277135"/>
                  </a:lnTo>
                  <a:lnTo>
                    <a:pt x="353567" y="277790"/>
                  </a:lnTo>
                  <a:lnTo>
                    <a:pt x="353784" y="278601"/>
                  </a:lnTo>
                  <a:lnTo>
                    <a:pt x="354944" y="280867"/>
                  </a:lnTo>
                  <a:lnTo>
                    <a:pt x="356546" y="280049"/>
                  </a:lnTo>
                  <a:lnTo>
                    <a:pt x="356376" y="279063"/>
                  </a:lnTo>
                  <a:lnTo>
                    <a:pt x="356769" y="278924"/>
                  </a:lnTo>
                  <a:lnTo>
                    <a:pt x="357699" y="280226"/>
                  </a:lnTo>
                  <a:lnTo>
                    <a:pt x="357464" y="281179"/>
                  </a:lnTo>
                  <a:lnTo>
                    <a:pt x="356821" y="282192"/>
                  </a:lnTo>
                  <a:lnTo>
                    <a:pt x="356201" y="282241"/>
                  </a:lnTo>
                  <a:lnTo>
                    <a:pt x="355893" y="281445"/>
                  </a:lnTo>
                  <a:lnTo>
                    <a:pt x="354927" y="281453"/>
                  </a:lnTo>
                  <a:lnTo>
                    <a:pt x="354488" y="281829"/>
                  </a:lnTo>
                  <a:lnTo>
                    <a:pt x="354341" y="283897"/>
                  </a:lnTo>
                  <a:lnTo>
                    <a:pt x="354556" y="284218"/>
                  </a:lnTo>
                  <a:lnTo>
                    <a:pt x="355423" y="284357"/>
                  </a:lnTo>
                  <a:lnTo>
                    <a:pt x="356432" y="283266"/>
                  </a:lnTo>
                  <a:lnTo>
                    <a:pt x="357167" y="284409"/>
                  </a:lnTo>
                  <a:lnTo>
                    <a:pt x="359100" y="284381"/>
                  </a:lnTo>
                  <a:lnTo>
                    <a:pt x="359092" y="285053"/>
                  </a:lnTo>
                  <a:lnTo>
                    <a:pt x="358725" y="285363"/>
                  </a:lnTo>
                  <a:lnTo>
                    <a:pt x="357216" y="285929"/>
                  </a:lnTo>
                  <a:lnTo>
                    <a:pt x="356402" y="286519"/>
                  </a:lnTo>
                  <a:lnTo>
                    <a:pt x="355872" y="286374"/>
                  </a:lnTo>
                  <a:lnTo>
                    <a:pt x="355534" y="286572"/>
                  </a:lnTo>
                  <a:lnTo>
                    <a:pt x="355480" y="287049"/>
                  </a:lnTo>
                  <a:lnTo>
                    <a:pt x="355922" y="287737"/>
                  </a:lnTo>
                  <a:lnTo>
                    <a:pt x="357563" y="288411"/>
                  </a:lnTo>
                  <a:lnTo>
                    <a:pt x="358456" y="289164"/>
                  </a:lnTo>
                  <a:lnTo>
                    <a:pt x="358709" y="289907"/>
                  </a:lnTo>
                  <a:lnTo>
                    <a:pt x="358181" y="291128"/>
                  </a:lnTo>
                  <a:lnTo>
                    <a:pt x="357058" y="290580"/>
                  </a:lnTo>
                  <a:lnTo>
                    <a:pt x="356642" y="291126"/>
                  </a:lnTo>
                  <a:lnTo>
                    <a:pt x="357677" y="291855"/>
                  </a:lnTo>
                  <a:lnTo>
                    <a:pt x="358494" y="293059"/>
                  </a:lnTo>
                  <a:lnTo>
                    <a:pt x="358698" y="293078"/>
                  </a:lnTo>
                  <a:lnTo>
                    <a:pt x="360976" y="292089"/>
                  </a:lnTo>
                  <a:lnTo>
                    <a:pt x="361551" y="292873"/>
                  </a:lnTo>
                  <a:lnTo>
                    <a:pt x="362829" y="291889"/>
                  </a:lnTo>
                  <a:lnTo>
                    <a:pt x="363521" y="292946"/>
                  </a:lnTo>
                  <a:lnTo>
                    <a:pt x="364037" y="292761"/>
                  </a:lnTo>
                  <a:lnTo>
                    <a:pt x="364132" y="291585"/>
                  </a:lnTo>
                  <a:lnTo>
                    <a:pt x="364492" y="291408"/>
                  </a:lnTo>
                  <a:lnTo>
                    <a:pt x="365698" y="292381"/>
                  </a:lnTo>
                  <a:lnTo>
                    <a:pt x="365570" y="294040"/>
                  </a:lnTo>
                  <a:lnTo>
                    <a:pt x="366303" y="295258"/>
                  </a:lnTo>
                  <a:lnTo>
                    <a:pt x="365995" y="296977"/>
                  </a:lnTo>
                  <a:lnTo>
                    <a:pt x="365520" y="296905"/>
                  </a:lnTo>
                  <a:lnTo>
                    <a:pt x="364827" y="297489"/>
                  </a:lnTo>
                  <a:lnTo>
                    <a:pt x="364433" y="298539"/>
                  </a:lnTo>
                  <a:lnTo>
                    <a:pt x="365425" y="298911"/>
                  </a:lnTo>
                  <a:lnTo>
                    <a:pt x="366311" y="300641"/>
                  </a:lnTo>
                  <a:lnTo>
                    <a:pt x="367862" y="301833"/>
                  </a:lnTo>
                  <a:lnTo>
                    <a:pt x="367819" y="303490"/>
                  </a:lnTo>
                  <a:lnTo>
                    <a:pt x="368881" y="304541"/>
                  </a:lnTo>
                  <a:lnTo>
                    <a:pt x="370957" y="303842"/>
                  </a:lnTo>
                  <a:lnTo>
                    <a:pt x="371357" y="304417"/>
                  </a:lnTo>
                  <a:lnTo>
                    <a:pt x="371463" y="305663"/>
                  </a:lnTo>
                  <a:lnTo>
                    <a:pt x="372116" y="306085"/>
                  </a:lnTo>
                  <a:lnTo>
                    <a:pt x="373035" y="305535"/>
                  </a:lnTo>
                  <a:lnTo>
                    <a:pt x="374345" y="307567"/>
                  </a:lnTo>
                  <a:lnTo>
                    <a:pt x="374439" y="309850"/>
                  </a:lnTo>
                  <a:lnTo>
                    <a:pt x="373636" y="309568"/>
                  </a:lnTo>
                  <a:lnTo>
                    <a:pt x="372946" y="308897"/>
                  </a:lnTo>
                  <a:lnTo>
                    <a:pt x="373059" y="307834"/>
                  </a:lnTo>
                  <a:lnTo>
                    <a:pt x="372166" y="308640"/>
                  </a:lnTo>
                  <a:lnTo>
                    <a:pt x="372386" y="309873"/>
                  </a:lnTo>
                  <a:lnTo>
                    <a:pt x="372823" y="310124"/>
                  </a:lnTo>
                  <a:lnTo>
                    <a:pt x="372272" y="310532"/>
                  </a:lnTo>
                  <a:lnTo>
                    <a:pt x="372427" y="311109"/>
                  </a:lnTo>
                  <a:lnTo>
                    <a:pt x="371761" y="311330"/>
                  </a:lnTo>
                  <a:lnTo>
                    <a:pt x="371710" y="311081"/>
                  </a:lnTo>
                  <a:lnTo>
                    <a:pt x="371245" y="310834"/>
                  </a:lnTo>
                  <a:lnTo>
                    <a:pt x="370620" y="311405"/>
                  </a:lnTo>
                  <a:lnTo>
                    <a:pt x="371184" y="311850"/>
                  </a:lnTo>
                  <a:lnTo>
                    <a:pt x="373028" y="311390"/>
                  </a:lnTo>
                  <a:lnTo>
                    <a:pt x="373065" y="311566"/>
                  </a:lnTo>
                  <a:lnTo>
                    <a:pt x="373080" y="312123"/>
                  </a:lnTo>
                  <a:lnTo>
                    <a:pt x="372270" y="313637"/>
                  </a:lnTo>
                  <a:lnTo>
                    <a:pt x="372382" y="314320"/>
                  </a:lnTo>
                  <a:lnTo>
                    <a:pt x="371629" y="316255"/>
                  </a:lnTo>
                  <a:lnTo>
                    <a:pt x="371207" y="317169"/>
                  </a:lnTo>
                  <a:lnTo>
                    <a:pt x="370751" y="317409"/>
                  </a:lnTo>
                  <a:lnTo>
                    <a:pt x="371205" y="317926"/>
                  </a:lnTo>
                  <a:lnTo>
                    <a:pt x="372436" y="317856"/>
                  </a:lnTo>
                  <a:lnTo>
                    <a:pt x="372701" y="318157"/>
                  </a:lnTo>
                  <a:lnTo>
                    <a:pt x="372007" y="318718"/>
                  </a:lnTo>
                  <a:lnTo>
                    <a:pt x="372341" y="319213"/>
                  </a:lnTo>
                  <a:lnTo>
                    <a:pt x="372193" y="319926"/>
                  </a:lnTo>
                  <a:lnTo>
                    <a:pt x="372379" y="320081"/>
                  </a:lnTo>
                  <a:lnTo>
                    <a:pt x="372915" y="319755"/>
                  </a:lnTo>
                  <a:lnTo>
                    <a:pt x="373293" y="319896"/>
                  </a:lnTo>
                  <a:lnTo>
                    <a:pt x="373360" y="320248"/>
                  </a:lnTo>
                  <a:lnTo>
                    <a:pt x="372465" y="320463"/>
                  </a:lnTo>
                  <a:lnTo>
                    <a:pt x="372315" y="321832"/>
                  </a:lnTo>
                  <a:lnTo>
                    <a:pt x="372810" y="321972"/>
                  </a:lnTo>
                  <a:lnTo>
                    <a:pt x="373205" y="320740"/>
                  </a:lnTo>
                  <a:lnTo>
                    <a:pt x="373766" y="320485"/>
                  </a:lnTo>
                  <a:lnTo>
                    <a:pt x="374412" y="321447"/>
                  </a:lnTo>
                  <a:lnTo>
                    <a:pt x="375221" y="321987"/>
                  </a:lnTo>
                  <a:lnTo>
                    <a:pt x="374593" y="322674"/>
                  </a:lnTo>
                  <a:lnTo>
                    <a:pt x="375017" y="323393"/>
                  </a:lnTo>
                  <a:lnTo>
                    <a:pt x="376706" y="323645"/>
                  </a:lnTo>
                  <a:lnTo>
                    <a:pt x="376714" y="324368"/>
                  </a:lnTo>
                  <a:lnTo>
                    <a:pt x="377114" y="324883"/>
                  </a:lnTo>
                  <a:lnTo>
                    <a:pt x="377194" y="325466"/>
                  </a:lnTo>
                  <a:lnTo>
                    <a:pt x="375979" y="326369"/>
                  </a:lnTo>
                  <a:lnTo>
                    <a:pt x="375797" y="325705"/>
                  </a:lnTo>
                  <a:lnTo>
                    <a:pt x="374907" y="326516"/>
                  </a:lnTo>
                  <a:lnTo>
                    <a:pt x="374486" y="326537"/>
                  </a:lnTo>
                  <a:lnTo>
                    <a:pt x="374723" y="327371"/>
                  </a:lnTo>
                  <a:lnTo>
                    <a:pt x="375109" y="327600"/>
                  </a:lnTo>
                  <a:lnTo>
                    <a:pt x="374441" y="328044"/>
                  </a:lnTo>
                  <a:lnTo>
                    <a:pt x="374822" y="328440"/>
                  </a:lnTo>
                  <a:lnTo>
                    <a:pt x="374677" y="329234"/>
                  </a:lnTo>
                  <a:lnTo>
                    <a:pt x="375938" y="329429"/>
                  </a:lnTo>
                  <a:lnTo>
                    <a:pt x="375959" y="328549"/>
                  </a:lnTo>
                  <a:lnTo>
                    <a:pt x="376189" y="328352"/>
                  </a:lnTo>
                  <a:lnTo>
                    <a:pt x="376433" y="328587"/>
                  </a:lnTo>
                  <a:lnTo>
                    <a:pt x="376338" y="329670"/>
                  </a:lnTo>
                  <a:lnTo>
                    <a:pt x="376940" y="330091"/>
                  </a:lnTo>
                  <a:lnTo>
                    <a:pt x="378144" y="329977"/>
                  </a:lnTo>
                  <a:lnTo>
                    <a:pt x="376816" y="330890"/>
                  </a:lnTo>
                  <a:lnTo>
                    <a:pt x="376130" y="330421"/>
                  </a:lnTo>
                  <a:lnTo>
                    <a:pt x="375345" y="330999"/>
                  </a:lnTo>
                  <a:lnTo>
                    <a:pt x="374822" y="330287"/>
                  </a:lnTo>
                  <a:lnTo>
                    <a:pt x="373805" y="330446"/>
                  </a:lnTo>
                  <a:lnTo>
                    <a:pt x="373776" y="330958"/>
                  </a:lnTo>
                  <a:lnTo>
                    <a:pt x="374632" y="331373"/>
                  </a:lnTo>
                  <a:lnTo>
                    <a:pt x="375065" y="331215"/>
                  </a:lnTo>
                  <a:lnTo>
                    <a:pt x="375656" y="331611"/>
                  </a:lnTo>
                  <a:lnTo>
                    <a:pt x="375652" y="332153"/>
                  </a:lnTo>
                  <a:lnTo>
                    <a:pt x="375432" y="332251"/>
                  </a:lnTo>
                  <a:lnTo>
                    <a:pt x="375768" y="332853"/>
                  </a:lnTo>
                  <a:lnTo>
                    <a:pt x="375226" y="333366"/>
                  </a:lnTo>
                  <a:lnTo>
                    <a:pt x="374820" y="333405"/>
                  </a:lnTo>
                  <a:lnTo>
                    <a:pt x="374674" y="333763"/>
                  </a:lnTo>
                  <a:lnTo>
                    <a:pt x="374878" y="333930"/>
                  </a:lnTo>
                  <a:lnTo>
                    <a:pt x="375834" y="333742"/>
                  </a:lnTo>
                  <a:lnTo>
                    <a:pt x="376324" y="333057"/>
                  </a:lnTo>
                  <a:lnTo>
                    <a:pt x="377035" y="333021"/>
                  </a:lnTo>
                  <a:lnTo>
                    <a:pt x="377100" y="332313"/>
                  </a:lnTo>
                  <a:lnTo>
                    <a:pt x="377509" y="332019"/>
                  </a:lnTo>
                  <a:lnTo>
                    <a:pt x="377898" y="332954"/>
                  </a:lnTo>
                  <a:lnTo>
                    <a:pt x="377486" y="333939"/>
                  </a:lnTo>
                  <a:lnTo>
                    <a:pt x="377707" y="334410"/>
                  </a:lnTo>
                  <a:lnTo>
                    <a:pt x="378328" y="334803"/>
                  </a:lnTo>
                  <a:lnTo>
                    <a:pt x="378611" y="335491"/>
                  </a:lnTo>
                  <a:lnTo>
                    <a:pt x="379823" y="335808"/>
                  </a:lnTo>
                  <a:lnTo>
                    <a:pt x="380482" y="335220"/>
                  </a:lnTo>
                  <a:lnTo>
                    <a:pt x="380611" y="334798"/>
                  </a:lnTo>
                  <a:lnTo>
                    <a:pt x="379727" y="334133"/>
                  </a:lnTo>
                  <a:lnTo>
                    <a:pt x="379600" y="333552"/>
                  </a:lnTo>
                  <a:lnTo>
                    <a:pt x="380775" y="332809"/>
                  </a:lnTo>
                  <a:lnTo>
                    <a:pt x="381588" y="333405"/>
                  </a:lnTo>
                  <a:lnTo>
                    <a:pt x="381875" y="334723"/>
                  </a:lnTo>
                  <a:lnTo>
                    <a:pt x="382720" y="334855"/>
                  </a:lnTo>
                  <a:lnTo>
                    <a:pt x="383491" y="335722"/>
                  </a:lnTo>
                  <a:lnTo>
                    <a:pt x="384357" y="335787"/>
                  </a:lnTo>
                  <a:lnTo>
                    <a:pt x="384644" y="336438"/>
                  </a:lnTo>
                  <a:lnTo>
                    <a:pt x="384545" y="337042"/>
                  </a:lnTo>
                  <a:lnTo>
                    <a:pt x="384394" y="337853"/>
                  </a:lnTo>
                  <a:lnTo>
                    <a:pt x="384581" y="338220"/>
                  </a:lnTo>
                  <a:lnTo>
                    <a:pt x="385291" y="338585"/>
                  </a:lnTo>
                  <a:lnTo>
                    <a:pt x="385416" y="339893"/>
                  </a:lnTo>
                  <a:lnTo>
                    <a:pt x="385086" y="340280"/>
                  </a:lnTo>
                  <a:lnTo>
                    <a:pt x="384706" y="340304"/>
                  </a:lnTo>
                  <a:lnTo>
                    <a:pt x="384513" y="340002"/>
                  </a:lnTo>
                  <a:lnTo>
                    <a:pt x="384086" y="340247"/>
                  </a:lnTo>
                  <a:lnTo>
                    <a:pt x="383297" y="339970"/>
                  </a:lnTo>
                  <a:lnTo>
                    <a:pt x="383646" y="344333"/>
                  </a:lnTo>
                  <a:lnTo>
                    <a:pt x="385135" y="344567"/>
                  </a:lnTo>
                  <a:lnTo>
                    <a:pt x="385187" y="344884"/>
                  </a:lnTo>
                  <a:lnTo>
                    <a:pt x="384444" y="344899"/>
                  </a:lnTo>
                  <a:lnTo>
                    <a:pt x="383607" y="345539"/>
                  </a:lnTo>
                  <a:lnTo>
                    <a:pt x="383661" y="346272"/>
                  </a:lnTo>
                  <a:lnTo>
                    <a:pt x="384604" y="347895"/>
                  </a:lnTo>
                  <a:lnTo>
                    <a:pt x="383933" y="348367"/>
                  </a:lnTo>
                  <a:lnTo>
                    <a:pt x="383425" y="349846"/>
                  </a:lnTo>
                  <a:lnTo>
                    <a:pt x="384473" y="350905"/>
                  </a:lnTo>
                  <a:lnTo>
                    <a:pt x="384977" y="350992"/>
                  </a:lnTo>
                  <a:lnTo>
                    <a:pt x="385433" y="351429"/>
                  </a:lnTo>
                  <a:lnTo>
                    <a:pt x="386299" y="351092"/>
                  </a:lnTo>
                  <a:lnTo>
                    <a:pt x="386381" y="351369"/>
                  </a:lnTo>
                  <a:lnTo>
                    <a:pt x="386076" y="351778"/>
                  </a:lnTo>
                  <a:lnTo>
                    <a:pt x="386362" y="352126"/>
                  </a:lnTo>
                  <a:lnTo>
                    <a:pt x="386637" y="351984"/>
                  </a:lnTo>
                  <a:lnTo>
                    <a:pt x="387698" y="352412"/>
                  </a:lnTo>
                  <a:lnTo>
                    <a:pt x="386935" y="353193"/>
                  </a:lnTo>
                  <a:lnTo>
                    <a:pt x="388311" y="352724"/>
                  </a:lnTo>
                  <a:lnTo>
                    <a:pt x="388443" y="353085"/>
                  </a:lnTo>
                  <a:lnTo>
                    <a:pt x="386788" y="353481"/>
                  </a:lnTo>
                  <a:lnTo>
                    <a:pt x="386633" y="353761"/>
                  </a:lnTo>
                  <a:lnTo>
                    <a:pt x="386767" y="354156"/>
                  </a:lnTo>
                  <a:lnTo>
                    <a:pt x="386354" y="354391"/>
                  </a:lnTo>
                  <a:lnTo>
                    <a:pt x="387678" y="355776"/>
                  </a:lnTo>
                  <a:lnTo>
                    <a:pt x="388370" y="355655"/>
                  </a:lnTo>
                  <a:lnTo>
                    <a:pt x="388814" y="355996"/>
                  </a:lnTo>
                  <a:lnTo>
                    <a:pt x="388037" y="356540"/>
                  </a:lnTo>
                  <a:lnTo>
                    <a:pt x="387530" y="356319"/>
                  </a:lnTo>
                  <a:lnTo>
                    <a:pt x="386550" y="356503"/>
                  </a:lnTo>
                  <a:lnTo>
                    <a:pt x="386028" y="357035"/>
                  </a:lnTo>
                  <a:lnTo>
                    <a:pt x="386158" y="357266"/>
                  </a:lnTo>
                  <a:lnTo>
                    <a:pt x="386793" y="357294"/>
                  </a:lnTo>
                  <a:lnTo>
                    <a:pt x="387356" y="358088"/>
                  </a:lnTo>
                  <a:lnTo>
                    <a:pt x="386060" y="357586"/>
                  </a:lnTo>
                  <a:lnTo>
                    <a:pt x="385836" y="357746"/>
                  </a:lnTo>
                  <a:lnTo>
                    <a:pt x="386169" y="358539"/>
                  </a:lnTo>
                  <a:lnTo>
                    <a:pt x="386986" y="358372"/>
                  </a:lnTo>
                  <a:lnTo>
                    <a:pt x="387048" y="359149"/>
                  </a:lnTo>
                  <a:lnTo>
                    <a:pt x="386459" y="359619"/>
                  </a:lnTo>
                  <a:lnTo>
                    <a:pt x="386599" y="360018"/>
                  </a:lnTo>
                  <a:lnTo>
                    <a:pt x="386312" y="360207"/>
                  </a:lnTo>
                  <a:lnTo>
                    <a:pt x="386781" y="360523"/>
                  </a:lnTo>
                  <a:lnTo>
                    <a:pt x="386127" y="361975"/>
                  </a:lnTo>
                  <a:lnTo>
                    <a:pt x="387126" y="361295"/>
                  </a:lnTo>
                  <a:lnTo>
                    <a:pt x="388285" y="361172"/>
                  </a:lnTo>
                  <a:lnTo>
                    <a:pt x="388945" y="361486"/>
                  </a:lnTo>
                  <a:lnTo>
                    <a:pt x="388872" y="361720"/>
                  </a:lnTo>
                  <a:lnTo>
                    <a:pt x="387831" y="362073"/>
                  </a:lnTo>
                  <a:lnTo>
                    <a:pt x="387504" y="362498"/>
                  </a:lnTo>
                  <a:lnTo>
                    <a:pt x="388567" y="363873"/>
                  </a:lnTo>
                  <a:lnTo>
                    <a:pt x="387585" y="364044"/>
                  </a:lnTo>
                  <a:lnTo>
                    <a:pt x="386862" y="365024"/>
                  </a:lnTo>
                  <a:lnTo>
                    <a:pt x="385872" y="365049"/>
                  </a:lnTo>
                  <a:lnTo>
                    <a:pt x="386108" y="366087"/>
                  </a:lnTo>
                  <a:lnTo>
                    <a:pt x="385597" y="367069"/>
                  </a:lnTo>
                  <a:lnTo>
                    <a:pt x="385463" y="366138"/>
                  </a:lnTo>
                  <a:lnTo>
                    <a:pt x="384991" y="365919"/>
                  </a:lnTo>
                  <a:lnTo>
                    <a:pt x="384931" y="367156"/>
                  </a:lnTo>
                  <a:lnTo>
                    <a:pt x="385028" y="367370"/>
                  </a:lnTo>
                  <a:lnTo>
                    <a:pt x="385489" y="367384"/>
                  </a:lnTo>
                  <a:lnTo>
                    <a:pt x="385500" y="367585"/>
                  </a:lnTo>
                  <a:lnTo>
                    <a:pt x="386090" y="367791"/>
                  </a:lnTo>
                  <a:lnTo>
                    <a:pt x="387249" y="367059"/>
                  </a:lnTo>
                  <a:lnTo>
                    <a:pt x="387702" y="367100"/>
                  </a:lnTo>
                  <a:lnTo>
                    <a:pt x="388263" y="367731"/>
                  </a:lnTo>
                  <a:lnTo>
                    <a:pt x="388463" y="367623"/>
                  </a:lnTo>
                  <a:lnTo>
                    <a:pt x="389184" y="368187"/>
                  </a:lnTo>
                  <a:lnTo>
                    <a:pt x="389032" y="368369"/>
                  </a:lnTo>
                  <a:lnTo>
                    <a:pt x="388501" y="368335"/>
                  </a:lnTo>
                  <a:lnTo>
                    <a:pt x="387451" y="369232"/>
                  </a:lnTo>
                  <a:lnTo>
                    <a:pt x="387815" y="369138"/>
                  </a:lnTo>
                  <a:lnTo>
                    <a:pt x="388618" y="369716"/>
                  </a:lnTo>
                  <a:lnTo>
                    <a:pt x="389221" y="369694"/>
                  </a:lnTo>
                  <a:lnTo>
                    <a:pt x="389893" y="370306"/>
                  </a:lnTo>
                  <a:lnTo>
                    <a:pt x="390159" y="370245"/>
                  </a:lnTo>
                  <a:lnTo>
                    <a:pt x="390265" y="369828"/>
                  </a:lnTo>
                  <a:lnTo>
                    <a:pt x="389969" y="369448"/>
                  </a:lnTo>
                  <a:lnTo>
                    <a:pt x="389923" y="368866"/>
                  </a:lnTo>
                  <a:lnTo>
                    <a:pt x="390862" y="368238"/>
                  </a:lnTo>
                  <a:lnTo>
                    <a:pt x="391289" y="368644"/>
                  </a:lnTo>
                  <a:lnTo>
                    <a:pt x="391415" y="369619"/>
                  </a:lnTo>
                  <a:lnTo>
                    <a:pt x="390823" y="369936"/>
                  </a:lnTo>
                  <a:lnTo>
                    <a:pt x="391175" y="370394"/>
                  </a:lnTo>
                  <a:lnTo>
                    <a:pt x="391728" y="370540"/>
                  </a:lnTo>
                  <a:lnTo>
                    <a:pt x="391798" y="370882"/>
                  </a:lnTo>
                  <a:lnTo>
                    <a:pt x="391352" y="371127"/>
                  </a:lnTo>
                  <a:lnTo>
                    <a:pt x="390901" y="370919"/>
                  </a:lnTo>
                  <a:lnTo>
                    <a:pt x="390566" y="371018"/>
                  </a:lnTo>
                  <a:lnTo>
                    <a:pt x="390229" y="372217"/>
                  </a:lnTo>
                  <a:lnTo>
                    <a:pt x="390822" y="372137"/>
                  </a:lnTo>
                  <a:lnTo>
                    <a:pt x="391074" y="371841"/>
                  </a:lnTo>
                  <a:lnTo>
                    <a:pt x="392186" y="371942"/>
                  </a:lnTo>
                  <a:lnTo>
                    <a:pt x="392385" y="373141"/>
                  </a:lnTo>
                  <a:lnTo>
                    <a:pt x="392786" y="373346"/>
                  </a:lnTo>
                  <a:lnTo>
                    <a:pt x="392930" y="374021"/>
                  </a:lnTo>
                  <a:lnTo>
                    <a:pt x="393496" y="374583"/>
                  </a:lnTo>
                  <a:lnTo>
                    <a:pt x="392111" y="374902"/>
                  </a:lnTo>
                  <a:lnTo>
                    <a:pt x="392743" y="375909"/>
                  </a:lnTo>
                  <a:lnTo>
                    <a:pt x="393203" y="375997"/>
                  </a:lnTo>
                  <a:lnTo>
                    <a:pt x="392966" y="376446"/>
                  </a:lnTo>
                  <a:lnTo>
                    <a:pt x="392259" y="376548"/>
                  </a:lnTo>
                  <a:lnTo>
                    <a:pt x="392260" y="376999"/>
                  </a:lnTo>
                  <a:lnTo>
                    <a:pt x="391820" y="377321"/>
                  </a:lnTo>
                  <a:lnTo>
                    <a:pt x="390948" y="377106"/>
                  </a:lnTo>
                  <a:lnTo>
                    <a:pt x="392046" y="378394"/>
                  </a:lnTo>
                  <a:lnTo>
                    <a:pt x="391997" y="378899"/>
                  </a:lnTo>
                  <a:lnTo>
                    <a:pt x="392261" y="379746"/>
                  </a:lnTo>
                  <a:lnTo>
                    <a:pt x="392030" y="381038"/>
                  </a:lnTo>
                  <a:lnTo>
                    <a:pt x="390362" y="381374"/>
                  </a:lnTo>
                  <a:lnTo>
                    <a:pt x="390217" y="381659"/>
                  </a:lnTo>
                  <a:lnTo>
                    <a:pt x="390944" y="382148"/>
                  </a:lnTo>
                  <a:lnTo>
                    <a:pt x="391626" y="383010"/>
                  </a:lnTo>
                  <a:lnTo>
                    <a:pt x="391944" y="382936"/>
                  </a:lnTo>
                  <a:lnTo>
                    <a:pt x="392206" y="382509"/>
                  </a:lnTo>
                  <a:lnTo>
                    <a:pt x="392163" y="382246"/>
                  </a:lnTo>
                  <a:lnTo>
                    <a:pt x="391731" y="382093"/>
                  </a:lnTo>
                  <a:lnTo>
                    <a:pt x="391931" y="381750"/>
                  </a:lnTo>
                  <a:lnTo>
                    <a:pt x="392985" y="381766"/>
                  </a:lnTo>
                  <a:lnTo>
                    <a:pt x="393942" y="382344"/>
                  </a:lnTo>
                  <a:lnTo>
                    <a:pt x="394034" y="382822"/>
                  </a:lnTo>
                  <a:lnTo>
                    <a:pt x="393722" y="383706"/>
                  </a:lnTo>
                  <a:lnTo>
                    <a:pt x="392695" y="383861"/>
                  </a:lnTo>
                  <a:lnTo>
                    <a:pt x="392674" y="384696"/>
                  </a:lnTo>
                  <a:lnTo>
                    <a:pt x="393493" y="385495"/>
                  </a:lnTo>
                  <a:lnTo>
                    <a:pt x="394338" y="385777"/>
                  </a:lnTo>
                  <a:lnTo>
                    <a:pt x="393484" y="385980"/>
                  </a:lnTo>
                  <a:lnTo>
                    <a:pt x="392832" y="386678"/>
                  </a:lnTo>
                  <a:lnTo>
                    <a:pt x="392870" y="386940"/>
                  </a:lnTo>
                  <a:lnTo>
                    <a:pt x="393977" y="386869"/>
                  </a:lnTo>
                  <a:lnTo>
                    <a:pt x="393897" y="386286"/>
                  </a:lnTo>
                  <a:lnTo>
                    <a:pt x="394208" y="386195"/>
                  </a:lnTo>
                  <a:lnTo>
                    <a:pt x="394487" y="386507"/>
                  </a:lnTo>
                  <a:lnTo>
                    <a:pt x="394723" y="387593"/>
                  </a:lnTo>
                  <a:lnTo>
                    <a:pt x="395100" y="387570"/>
                  </a:lnTo>
                  <a:lnTo>
                    <a:pt x="394759" y="388114"/>
                  </a:lnTo>
                  <a:lnTo>
                    <a:pt x="395359" y="389577"/>
                  </a:lnTo>
                  <a:lnTo>
                    <a:pt x="395691" y="389855"/>
                  </a:lnTo>
                  <a:lnTo>
                    <a:pt x="396264" y="389892"/>
                  </a:lnTo>
                  <a:lnTo>
                    <a:pt x="396868" y="391179"/>
                  </a:lnTo>
                  <a:lnTo>
                    <a:pt x="397478" y="391477"/>
                  </a:lnTo>
                  <a:lnTo>
                    <a:pt x="398913" y="391000"/>
                  </a:lnTo>
                  <a:lnTo>
                    <a:pt x="399030" y="393403"/>
                  </a:lnTo>
                  <a:lnTo>
                    <a:pt x="399595" y="394032"/>
                  </a:lnTo>
                  <a:lnTo>
                    <a:pt x="400515" y="394316"/>
                  </a:lnTo>
                  <a:lnTo>
                    <a:pt x="400131" y="395135"/>
                  </a:lnTo>
                  <a:lnTo>
                    <a:pt x="400580" y="395211"/>
                  </a:lnTo>
                  <a:lnTo>
                    <a:pt x="400623" y="395743"/>
                  </a:lnTo>
                  <a:lnTo>
                    <a:pt x="401097" y="396319"/>
                  </a:lnTo>
                  <a:lnTo>
                    <a:pt x="402154" y="396553"/>
                  </a:lnTo>
                  <a:lnTo>
                    <a:pt x="402071" y="397303"/>
                  </a:lnTo>
                  <a:lnTo>
                    <a:pt x="402803" y="397193"/>
                  </a:lnTo>
                  <a:lnTo>
                    <a:pt x="402984" y="397798"/>
                  </a:lnTo>
                  <a:lnTo>
                    <a:pt x="403425" y="397850"/>
                  </a:lnTo>
                  <a:lnTo>
                    <a:pt x="403543" y="398188"/>
                  </a:lnTo>
                  <a:lnTo>
                    <a:pt x="402808" y="398917"/>
                  </a:lnTo>
                  <a:lnTo>
                    <a:pt x="403202" y="399953"/>
                  </a:lnTo>
                  <a:lnTo>
                    <a:pt x="402880" y="400180"/>
                  </a:lnTo>
                  <a:lnTo>
                    <a:pt x="402954" y="400700"/>
                  </a:lnTo>
                  <a:lnTo>
                    <a:pt x="403570" y="401170"/>
                  </a:lnTo>
                  <a:lnTo>
                    <a:pt x="403564" y="401388"/>
                  </a:lnTo>
                  <a:lnTo>
                    <a:pt x="402566" y="401452"/>
                  </a:lnTo>
                  <a:lnTo>
                    <a:pt x="402663" y="401810"/>
                  </a:lnTo>
                  <a:lnTo>
                    <a:pt x="403440" y="402049"/>
                  </a:lnTo>
                  <a:lnTo>
                    <a:pt x="403633" y="402496"/>
                  </a:lnTo>
                  <a:lnTo>
                    <a:pt x="405092" y="402880"/>
                  </a:lnTo>
                  <a:lnTo>
                    <a:pt x="402808" y="403529"/>
                  </a:lnTo>
                  <a:lnTo>
                    <a:pt x="403506" y="403415"/>
                  </a:lnTo>
                  <a:lnTo>
                    <a:pt x="403571" y="403665"/>
                  </a:lnTo>
                  <a:lnTo>
                    <a:pt x="403286" y="403864"/>
                  </a:lnTo>
                  <a:lnTo>
                    <a:pt x="403741" y="404309"/>
                  </a:lnTo>
                  <a:lnTo>
                    <a:pt x="404193" y="404038"/>
                  </a:lnTo>
                  <a:lnTo>
                    <a:pt x="404469" y="404161"/>
                  </a:lnTo>
                  <a:lnTo>
                    <a:pt x="404476" y="404330"/>
                  </a:lnTo>
                  <a:lnTo>
                    <a:pt x="403829" y="404469"/>
                  </a:lnTo>
                  <a:lnTo>
                    <a:pt x="403923" y="404829"/>
                  </a:lnTo>
                  <a:lnTo>
                    <a:pt x="404538" y="404771"/>
                  </a:lnTo>
                  <a:lnTo>
                    <a:pt x="404680" y="405039"/>
                  </a:lnTo>
                  <a:lnTo>
                    <a:pt x="405032" y="404750"/>
                  </a:lnTo>
                  <a:lnTo>
                    <a:pt x="404827" y="404496"/>
                  </a:lnTo>
                  <a:lnTo>
                    <a:pt x="404996" y="403945"/>
                  </a:lnTo>
                  <a:lnTo>
                    <a:pt x="405463" y="404640"/>
                  </a:lnTo>
                  <a:lnTo>
                    <a:pt x="405660" y="404456"/>
                  </a:lnTo>
                  <a:lnTo>
                    <a:pt x="405369" y="403702"/>
                  </a:lnTo>
                  <a:lnTo>
                    <a:pt x="406427" y="403906"/>
                  </a:lnTo>
                  <a:lnTo>
                    <a:pt x="406629" y="404660"/>
                  </a:lnTo>
                  <a:lnTo>
                    <a:pt x="406089" y="405843"/>
                  </a:lnTo>
                  <a:lnTo>
                    <a:pt x="406527" y="406155"/>
                  </a:lnTo>
                  <a:lnTo>
                    <a:pt x="406859" y="406871"/>
                  </a:lnTo>
                  <a:lnTo>
                    <a:pt x="406413" y="407384"/>
                  </a:lnTo>
                  <a:lnTo>
                    <a:pt x="407346" y="407770"/>
                  </a:lnTo>
                  <a:lnTo>
                    <a:pt x="406759" y="407939"/>
                  </a:lnTo>
                  <a:lnTo>
                    <a:pt x="406566" y="408274"/>
                  </a:lnTo>
                  <a:lnTo>
                    <a:pt x="407270" y="408520"/>
                  </a:lnTo>
                  <a:lnTo>
                    <a:pt x="407560" y="408973"/>
                  </a:lnTo>
                  <a:lnTo>
                    <a:pt x="407404" y="409205"/>
                  </a:lnTo>
                  <a:lnTo>
                    <a:pt x="406209" y="408839"/>
                  </a:lnTo>
                  <a:lnTo>
                    <a:pt x="406313" y="409770"/>
                  </a:lnTo>
                  <a:lnTo>
                    <a:pt x="405755" y="410179"/>
                  </a:lnTo>
                  <a:lnTo>
                    <a:pt x="405795" y="410768"/>
                  </a:lnTo>
                  <a:lnTo>
                    <a:pt x="406847" y="410208"/>
                  </a:lnTo>
                  <a:lnTo>
                    <a:pt x="407014" y="409885"/>
                  </a:lnTo>
                  <a:lnTo>
                    <a:pt x="407344" y="409926"/>
                  </a:lnTo>
                  <a:lnTo>
                    <a:pt x="407485" y="410290"/>
                  </a:lnTo>
                  <a:lnTo>
                    <a:pt x="407392" y="411240"/>
                  </a:lnTo>
                  <a:lnTo>
                    <a:pt x="406994" y="410929"/>
                  </a:lnTo>
                  <a:lnTo>
                    <a:pt x="406738" y="411004"/>
                  </a:lnTo>
                  <a:lnTo>
                    <a:pt x="406148" y="411566"/>
                  </a:lnTo>
                  <a:lnTo>
                    <a:pt x="405998" y="412328"/>
                  </a:lnTo>
                  <a:lnTo>
                    <a:pt x="408700" y="413029"/>
                  </a:lnTo>
                  <a:lnTo>
                    <a:pt x="408910" y="414646"/>
                  </a:lnTo>
                  <a:lnTo>
                    <a:pt x="409455" y="414661"/>
                  </a:lnTo>
                  <a:lnTo>
                    <a:pt x="409843" y="414379"/>
                  </a:lnTo>
                  <a:lnTo>
                    <a:pt x="410640" y="414989"/>
                  </a:lnTo>
                  <a:lnTo>
                    <a:pt x="411300" y="416610"/>
                  </a:lnTo>
                  <a:lnTo>
                    <a:pt x="410457" y="417059"/>
                  </a:lnTo>
                  <a:lnTo>
                    <a:pt x="410304" y="417516"/>
                  </a:lnTo>
                  <a:lnTo>
                    <a:pt x="410043" y="417517"/>
                  </a:lnTo>
                  <a:lnTo>
                    <a:pt x="409814" y="416184"/>
                  </a:lnTo>
                  <a:lnTo>
                    <a:pt x="409057" y="416130"/>
                  </a:lnTo>
                  <a:lnTo>
                    <a:pt x="408906" y="416895"/>
                  </a:lnTo>
                  <a:lnTo>
                    <a:pt x="409201" y="417508"/>
                  </a:lnTo>
                  <a:lnTo>
                    <a:pt x="410550" y="418749"/>
                  </a:lnTo>
                  <a:lnTo>
                    <a:pt x="411653" y="418970"/>
                  </a:lnTo>
                  <a:lnTo>
                    <a:pt x="412106" y="419275"/>
                  </a:lnTo>
                  <a:lnTo>
                    <a:pt x="411845" y="420189"/>
                  </a:lnTo>
                  <a:lnTo>
                    <a:pt x="412300" y="420311"/>
                  </a:lnTo>
                  <a:lnTo>
                    <a:pt x="411203" y="420622"/>
                  </a:lnTo>
                  <a:lnTo>
                    <a:pt x="410630" y="419838"/>
                  </a:lnTo>
                  <a:lnTo>
                    <a:pt x="410414" y="419888"/>
                  </a:lnTo>
                  <a:lnTo>
                    <a:pt x="410541" y="420324"/>
                  </a:lnTo>
                  <a:lnTo>
                    <a:pt x="411071" y="420703"/>
                  </a:lnTo>
                  <a:lnTo>
                    <a:pt x="410909" y="420950"/>
                  </a:lnTo>
                  <a:lnTo>
                    <a:pt x="411201" y="421411"/>
                  </a:lnTo>
                  <a:lnTo>
                    <a:pt x="410250" y="421692"/>
                  </a:lnTo>
                  <a:lnTo>
                    <a:pt x="410500" y="422098"/>
                  </a:lnTo>
                  <a:lnTo>
                    <a:pt x="410054" y="422178"/>
                  </a:lnTo>
                  <a:lnTo>
                    <a:pt x="409889" y="422628"/>
                  </a:lnTo>
                  <a:lnTo>
                    <a:pt x="410276" y="422925"/>
                  </a:lnTo>
                  <a:lnTo>
                    <a:pt x="410435" y="422665"/>
                  </a:lnTo>
                  <a:lnTo>
                    <a:pt x="410820" y="422611"/>
                  </a:lnTo>
                  <a:lnTo>
                    <a:pt x="411115" y="423014"/>
                  </a:lnTo>
                  <a:lnTo>
                    <a:pt x="411024" y="423351"/>
                  </a:lnTo>
                  <a:lnTo>
                    <a:pt x="409952" y="423570"/>
                  </a:lnTo>
                  <a:lnTo>
                    <a:pt x="409137" y="422378"/>
                  </a:lnTo>
                  <a:lnTo>
                    <a:pt x="408360" y="422602"/>
                  </a:lnTo>
                  <a:lnTo>
                    <a:pt x="408276" y="423311"/>
                  </a:lnTo>
                  <a:lnTo>
                    <a:pt x="407595" y="423053"/>
                  </a:lnTo>
                  <a:lnTo>
                    <a:pt x="407512" y="423306"/>
                  </a:lnTo>
                  <a:lnTo>
                    <a:pt x="407696" y="423687"/>
                  </a:lnTo>
                  <a:lnTo>
                    <a:pt x="408061" y="423840"/>
                  </a:lnTo>
                  <a:lnTo>
                    <a:pt x="408739" y="423739"/>
                  </a:lnTo>
                  <a:lnTo>
                    <a:pt x="409261" y="424115"/>
                  </a:lnTo>
                  <a:lnTo>
                    <a:pt x="409793" y="423836"/>
                  </a:lnTo>
                  <a:lnTo>
                    <a:pt x="409783" y="424510"/>
                  </a:lnTo>
                  <a:lnTo>
                    <a:pt x="408688" y="424740"/>
                  </a:lnTo>
                  <a:lnTo>
                    <a:pt x="408595" y="425111"/>
                  </a:lnTo>
                  <a:lnTo>
                    <a:pt x="408812" y="425384"/>
                  </a:lnTo>
                  <a:lnTo>
                    <a:pt x="409201" y="425328"/>
                  </a:lnTo>
                  <a:lnTo>
                    <a:pt x="409625" y="425794"/>
                  </a:lnTo>
                  <a:lnTo>
                    <a:pt x="409664" y="425995"/>
                  </a:lnTo>
                  <a:lnTo>
                    <a:pt x="409318" y="426032"/>
                  </a:lnTo>
                  <a:lnTo>
                    <a:pt x="409368" y="426370"/>
                  </a:lnTo>
                  <a:lnTo>
                    <a:pt x="409955" y="426601"/>
                  </a:lnTo>
                  <a:lnTo>
                    <a:pt x="410081" y="427083"/>
                  </a:lnTo>
                  <a:lnTo>
                    <a:pt x="410738" y="427795"/>
                  </a:lnTo>
                  <a:lnTo>
                    <a:pt x="410759" y="428695"/>
                  </a:lnTo>
                  <a:lnTo>
                    <a:pt x="410317" y="428922"/>
                  </a:lnTo>
                  <a:lnTo>
                    <a:pt x="409873" y="428582"/>
                  </a:lnTo>
                  <a:lnTo>
                    <a:pt x="409879" y="429071"/>
                  </a:lnTo>
                  <a:lnTo>
                    <a:pt x="410195" y="429507"/>
                  </a:lnTo>
                  <a:lnTo>
                    <a:pt x="410586" y="429255"/>
                  </a:lnTo>
                  <a:lnTo>
                    <a:pt x="410917" y="429648"/>
                  </a:lnTo>
                  <a:lnTo>
                    <a:pt x="410457" y="429803"/>
                  </a:lnTo>
                  <a:lnTo>
                    <a:pt x="410408" y="430107"/>
                  </a:lnTo>
                  <a:lnTo>
                    <a:pt x="410999" y="430173"/>
                  </a:lnTo>
                  <a:lnTo>
                    <a:pt x="411583" y="429951"/>
                  </a:lnTo>
                  <a:lnTo>
                    <a:pt x="411770" y="430171"/>
                  </a:lnTo>
                  <a:lnTo>
                    <a:pt x="411628" y="430561"/>
                  </a:lnTo>
                  <a:lnTo>
                    <a:pt x="412169" y="430279"/>
                  </a:lnTo>
                  <a:lnTo>
                    <a:pt x="412126" y="430917"/>
                  </a:lnTo>
                  <a:lnTo>
                    <a:pt x="412739" y="431917"/>
                  </a:lnTo>
                  <a:lnTo>
                    <a:pt x="411398" y="432192"/>
                  </a:lnTo>
                  <a:lnTo>
                    <a:pt x="412624" y="433012"/>
                  </a:lnTo>
                  <a:lnTo>
                    <a:pt x="412857" y="432735"/>
                  </a:lnTo>
                  <a:lnTo>
                    <a:pt x="412732" y="432199"/>
                  </a:lnTo>
                  <a:lnTo>
                    <a:pt x="413242" y="432514"/>
                  </a:lnTo>
                  <a:lnTo>
                    <a:pt x="413390" y="432018"/>
                  </a:lnTo>
                  <a:lnTo>
                    <a:pt x="413586" y="432727"/>
                  </a:lnTo>
                  <a:lnTo>
                    <a:pt x="413435" y="433107"/>
                  </a:lnTo>
                  <a:lnTo>
                    <a:pt x="413960" y="433174"/>
                  </a:lnTo>
                  <a:lnTo>
                    <a:pt x="413598" y="433581"/>
                  </a:lnTo>
                  <a:lnTo>
                    <a:pt x="412989" y="433328"/>
                  </a:lnTo>
                  <a:lnTo>
                    <a:pt x="412356" y="433544"/>
                  </a:lnTo>
                  <a:lnTo>
                    <a:pt x="412294" y="434027"/>
                  </a:lnTo>
                  <a:lnTo>
                    <a:pt x="411701" y="433829"/>
                  </a:lnTo>
                  <a:lnTo>
                    <a:pt x="411552" y="434420"/>
                  </a:lnTo>
                  <a:lnTo>
                    <a:pt x="412234" y="434434"/>
                  </a:lnTo>
                  <a:lnTo>
                    <a:pt x="412520" y="434746"/>
                  </a:lnTo>
                  <a:lnTo>
                    <a:pt x="412978" y="434414"/>
                  </a:lnTo>
                  <a:lnTo>
                    <a:pt x="413293" y="435024"/>
                  </a:lnTo>
                  <a:lnTo>
                    <a:pt x="412872" y="435410"/>
                  </a:lnTo>
                  <a:lnTo>
                    <a:pt x="412615" y="435392"/>
                  </a:lnTo>
                  <a:lnTo>
                    <a:pt x="412537" y="435145"/>
                  </a:lnTo>
                  <a:lnTo>
                    <a:pt x="412143" y="435213"/>
                  </a:lnTo>
                  <a:lnTo>
                    <a:pt x="411675" y="435704"/>
                  </a:lnTo>
                  <a:lnTo>
                    <a:pt x="411310" y="435776"/>
                  </a:lnTo>
                  <a:lnTo>
                    <a:pt x="411289" y="436183"/>
                  </a:lnTo>
                  <a:lnTo>
                    <a:pt x="411816" y="436348"/>
                  </a:lnTo>
                  <a:lnTo>
                    <a:pt x="412606" y="436087"/>
                  </a:lnTo>
                  <a:lnTo>
                    <a:pt x="413222" y="436620"/>
                  </a:lnTo>
                  <a:lnTo>
                    <a:pt x="413149" y="435955"/>
                  </a:lnTo>
                  <a:lnTo>
                    <a:pt x="413456" y="435462"/>
                  </a:lnTo>
                  <a:lnTo>
                    <a:pt x="413933" y="436730"/>
                  </a:lnTo>
                  <a:lnTo>
                    <a:pt x="414198" y="436661"/>
                  </a:lnTo>
                  <a:lnTo>
                    <a:pt x="414353" y="435892"/>
                  </a:lnTo>
                  <a:lnTo>
                    <a:pt x="414625" y="436356"/>
                  </a:lnTo>
                  <a:lnTo>
                    <a:pt x="414516" y="437196"/>
                  </a:lnTo>
                  <a:lnTo>
                    <a:pt x="413338" y="437115"/>
                  </a:lnTo>
                  <a:lnTo>
                    <a:pt x="413665" y="437915"/>
                  </a:lnTo>
                  <a:lnTo>
                    <a:pt x="414178" y="438029"/>
                  </a:lnTo>
                  <a:lnTo>
                    <a:pt x="415770" y="437500"/>
                  </a:lnTo>
                  <a:lnTo>
                    <a:pt x="416385" y="437684"/>
                  </a:lnTo>
                  <a:lnTo>
                    <a:pt x="416344" y="438032"/>
                  </a:lnTo>
                  <a:lnTo>
                    <a:pt x="415462" y="438415"/>
                  </a:lnTo>
                  <a:lnTo>
                    <a:pt x="415606" y="438983"/>
                  </a:lnTo>
                  <a:lnTo>
                    <a:pt x="414638" y="439386"/>
                  </a:lnTo>
                  <a:lnTo>
                    <a:pt x="414374" y="439832"/>
                  </a:lnTo>
                  <a:lnTo>
                    <a:pt x="413784" y="439878"/>
                  </a:lnTo>
                  <a:lnTo>
                    <a:pt x="413820" y="440276"/>
                  </a:lnTo>
                  <a:lnTo>
                    <a:pt x="414397" y="440287"/>
                  </a:lnTo>
                  <a:lnTo>
                    <a:pt x="414564" y="440804"/>
                  </a:lnTo>
                  <a:lnTo>
                    <a:pt x="413347" y="440934"/>
                  </a:lnTo>
                  <a:lnTo>
                    <a:pt x="413514" y="442121"/>
                  </a:lnTo>
                  <a:lnTo>
                    <a:pt x="413665" y="442320"/>
                  </a:lnTo>
                  <a:lnTo>
                    <a:pt x="414511" y="442116"/>
                  </a:lnTo>
                  <a:lnTo>
                    <a:pt x="414686" y="441036"/>
                  </a:lnTo>
                  <a:lnTo>
                    <a:pt x="415487" y="441606"/>
                  </a:lnTo>
                  <a:lnTo>
                    <a:pt x="415661" y="441131"/>
                  </a:lnTo>
                  <a:lnTo>
                    <a:pt x="416193" y="440919"/>
                  </a:lnTo>
                  <a:lnTo>
                    <a:pt x="416596" y="440965"/>
                  </a:lnTo>
                  <a:lnTo>
                    <a:pt x="416715" y="441237"/>
                  </a:lnTo>
                  <a:lnTo>
                    <a:pt x="417032" y="441026"/>
                  </a:lnTo>
                  <a:lnTo>
                    <a:pt x="417133" y="442306"/>
                  </a:lnTo>
                  <a:lnTo>
                    <a:pt x="416897" y="442505"/>
                  </a:lnTo>
                  <a:lnTo>
                    <a:pt x="416457" y="442336"/>
                  </a:lnTo>
                  <a:lnTo>
                    <a:pt x="415652" y="443185"/>
                  </a:lnTo>
                  <a:lnTo>
                    <a:pt x="416188" y="443469"/>
                  </a:lnTo>
                  <a:lnTo>
                    <a:pt x="416641" y="443110"/>
                  </a:lnTo>
                  <a:lnTo>
                    <a:pt x="416866" y="443369"/>
                  </a:lnTo>
                  <a:lnTo>
                    <a:pt x="416552" y="444075"/>
                  </a:lnTo>
                  <a:lnTo>
                    <a:pt x="416031" y="443969"/>
                  </a:lnTo>
                  <a:lnTo>
                    <a:pt x="415720" y="444212"/>
                  </a:lnTo>
                  <a:lnTo>
                    <a:pt x="415719" y="444664"/>
                  </a:lnTo>
                  <a:lnTo>
                    <a:pt x="416128" y="444426"/>
                  </a:lnTo>
                  <a:lnTo>
                    <a:pt x="416613" y="444856"/>
                  </a:lnTo>
                  <a:lnTo>
                    <a:pt x="416364" y="445114"/>
                  </a:lnTo>
                  <a:lnTo>
                    <a:pt x="415964" y="445096"/>
                  </a:lnTo>
                  <a:lnTo>
                    <a:pt x="415781" y="445409"/>
                  </a:lnTo>
                  <a:lnTo>
                    <a:pt x="416536" y="445805"/>
                  </a:lnTo>
                  <a:lnTo>
                    <a:pt x="416589" y="445345"/>
                  </a:lnTo>
                  <a:lnTo>
                    <a:pt x="416953" y="445028"/>
                  </a:lnTo>
                  <a:lnTo>
                    <a:pt x="417184" y="445129"/>
                  </a:lnTo>
                  <a:lnTo>
                    <a:pt x="417564" y="445987"/>
                  </a:lnTo>
                  <a:lnTo>
                    <a:pt x="416996" y="446101"/>
                  </a:lnTo>
                  <a:lnTo>
                    <a:pt x="416943" y="446957"/>
                  </a:lnTo>
                  <a:lnTo>
                    <a:pt x="416684" y="447262"/>
                  </a:lnTo>
                  <a:lnTo>
                    <a:pt x="417763" y="447139"/>
                  </a:lnTo>
                  <a:lnTo>
                    <a:pt x="418613" y="447762"/>
                  </a:lnTo>
                  <a:lnTo>
                    <a:pt x="418499" y="448282"/>
                  </a:lnTo>
                  <a:lnTo>
                    <a:pt x="417758" y="448752"/>
                  </a:lnTo>
                  <a:lnTo>
                    <a:pt x="417860" y="449105"/>
                  </a:lnTo>
                  <a:lnTo>
                    <a:pt x="417372" y="449940"/>
                  </a:lnTo>
                  <a:lnTo>
                    <a:pt x="417745" y="450016"/>
                  </a:lnTo>
                  <a:lnTo>
                    <a:pt x="417863" y="450402"/>
                  </a:lnTo>
                  <a:lnTo>
                    <a:pt x="418112" y="450485"/>
                  </a:lnTo>
                  <a:lnTo>
                    <a:pt x="418383" y="450208"/>
                  </a:lnTo>
                  <a:lnTo>
                    <a:pt x="418187" y="449791"/>
                  </a:lnTo>
                  <a:lnTo>
                    <a:pt x="418983" y="449582"/>
                  </a:lnTo>
                  <a:lnTo>
                    <a:pt x="419079" y="450582"/>
                  </a:lnTo>
                  <a:lnTo>
                    <a:pt x="419558" y="450585"/>
                  </a:lnTo>
                  <a:lnTo>
                    <a:pt x="419692" y="450991"/>
                  </a:lnTo>
                  <a:lnTo>
                    <a:pt x="419558" y="451349"/>
                  </a:lnTo>
                  <a:lnTo>
                    <a:pt x="419106" y="451271"/>
                  </a:lnTo>
                  <a:lnTo>
                    <a:pt x="418536" y="451836"/>
                  </a:lnTo>
                  <a:lnTo>
                    <a:pt x="418230" y="450888"/>
                  </a:lnTo>
                  <a:lnTo>
                    <a:pt x="418035" y="451262"/>
                  </a:lnTo>
                  <a:lnTo>
                    <a:pt x="418203" y="451763"/>
                  </a:lnTo>
                  <a:lnTo>
                    <a:pt x="417746" y="452277"/>
                  </a:lnTo>
                  <a:lnTo>
                    <a:pt x="418020" y="452780"/>
                  </a:lnTo>
                  <a:lnTo>
                    <a:pt x="416797" y="452629"/>
                  </a:lnTo>
                  <a:lnTo>
                    <a:pt x="416787" y="452847"/>
                  </a:lnTo>
                  <a:lnTo>
                    <a:pt x="417858" y="452976"/>
                  </a:lnTo>
                  <a:lnTo>
                    <a:pt x="418234" y="453527"/>
                  </a:lnTo>
                  <a:lnTo>
                    <a:pt x="417338" y="453718"/>
                  </a:lnTo>
                  <a:lnTo>
                    <a:pt x="416796" y="453364"/>
                  </a:lnTo>
                  <a:lnTo>
                    <a:pt x="416587" y="453464"/>
                  </a:lnTo>
                  <a:lnTo>
                    <a:pt x="416849" y="453780"/>
                  </a:lnTo>
                  <a:lnTo>
                    <a:pt x="416614" y="454133"/>
                  </a:lnTo>
                  <a:lnTo>
                    <a:pt x="417013" y="454519"/>
                  </a:lnTo>
                  <a:lnTo>
                    <a:pt x="417333" y="454470"/>
                  </a:lnTo>
                  <a:lnTo>
                    <a:pt x="417345" y="454927"/>
                  </a:lnTo>
                  <a:lnTo>
                    <a:pt x="416407" y="454935"/>
                  </a:lnTo>
                  <a:lnTo>
                    <a:pt x="416283" y="455291"/>
                  </a:lnTo>
                  <a:lnTo>
                    <a:pt x="416519" y="455536"/>
                  </a:lnTo>
                  <a:lnTo>
                    <a:pt x="417048" y="455370"/>
                  </a:lnTo>
                  <a:lnTo>
                    <a:pt x="417057" y="455696"/>
                  </a:lnTo>
                  <a:lnTo>
                    <a:pt x="416484" y="456129"/>
                  </a:lnTo>
                  <a:lnTo>
                    <a:pt x="417223" y="456826"/>
                  </a:lnTo>
                  <a:lnTo>
                    <a:pt x="417295" y="457331"/>
                  </a:lnTo>
                  <a:lnTo>
                    <a:pt x="417029" y="457503"/>
                  </a:lnTo>
                  <a:lnTo>
                    <a:pt x="416685" y="457089"/>
                  </a:lnTo>
                  <a:lnTo>
                    <a:pt x="415679" y="457072"/>
                  </a:lnTo>
                  <a:lnTo>
                    <a:pt x="416165" y="457934"/>
                  </a:lnTo>
                  <a:lnTo>
                    <a:pt x="415967" y="458226"/>
                  </a:lnTo>
                  <a:lnTo>
                    <a:pt x="415524" y="457972"/>
                  </a:lnTo>
                  <a:lnTo>
                    <a:pt x="415305" y="458088"/>
                  </a:lnTo>
                  <a:lnTo>
                    <a:pt x="415623" y="458603"/>
                  </a:lnTo>
                  <a:lnTo>
                    <a:pt x="415645" y="459460"/>
                  </a:lnTo>
                  <a:lnTo>
                    <a:pt x="416655" y="460165"/>
                  </a:lnTo>
                  <a:lnTo>
                    <a:pt x="415983" y="460659"/>
                  </a:lnTo>
                  <a:lnTo>
                    <a:pt x="415851" y="461029"/>
                  </a:lnTo>
                  <a:lnTo>
                    <a:pt x="415508" y="460891"/>
                  </a:lnTo>
                  <a:lnTo>
                    <a:pt x="415119" y="461185"/>
                  </a:lnTo>
                  <a:lnTo>
                    <a:pt x="415910" y="461910"/>
                  </a:lnTo>
                  <a:lnTo>
                    <a:pt x="416729" y="461664"/>
                  </a:lnTo>
                  <a:lnTo>
                    <a:pt x="417002" y="462591"/>
                  </a:lnTo>
                  <a:lnTo>
                    <a:pt x="416003" y="462572"/>
                  </a:lnTo>
                  <a:lnTo>
                    <a:pt x="415722" y="462182"/>
                  </a:lnTo>
                  <a:lnTo>
                    <a:pt x="415082" y="463227"/>
                  </a:lnTo>
                  <a:lnTo>
                    <a:pt x="414650" y="463436"/>
                  </a:lnTo>
                  <a:lnTo>
                    <a:pt x="415000" y="463732"/>
                  </a:lnTo>
                  <a:lnTo>
                    <a:pt x="415690" y="463420"/>
                  </a:lnTo>
                  <a:lnTo>
                    <a:pt x="416515" y="463994"/>
                  </a:lnTo>
                  <a:lnTo>
                    <a:pt x="416288" y="463219"/>
                  </a:lnTo>
                  <a:lnTo>
                    <a:pt x="416601" y="462860"/>
                  </a:lnTo>
                  <a:lnTo>
                    <a:pt x="416592" y="463130"/>
                  </a:lnTo>
                  <a:lnTo>
                    <a:pt x="416916" y="463314"/>
                  </a:lnTo>
                  <a:lnTo>
                    <a:pt x="416720" y="464002"/>
                  </a:lnTo>
                  <a:lnTo>
                    <a:pt x="416903" y="464157"/>
                  </a:lnTo>
                  <a:lnTo>
                    <a:pt x="417786" y="464065"/>
                  </a:lnTo>
                  <a:lnTo>
                    <a:pt x="418248" y="464802"/>
                  </a:lnTo>
                  <a:lnTo>
                    <a:pt x="417920" y="465174"/>
                  </a:lnTo>
                  <a:lnTo>
                    <a:pt x="417623" y="465042"/>
                  </a:lnTo>
                  <a:lnTo>
                    <a:pt x="416407" y="465288"/>
                  </a:lnTo>
                  <a:lnTo>
                    <a:pt x="416396" y="465973"/>
                  </a:lnTo>
                  <a:lnTo>
                    <a:pt x="417210" y="466897"/>
                  </a:lnTo>
                  <a:lnTo>
                    <a:pt x="416432" y="467389"/>
                  </a:lnTo>
                  <a:lnTo>
                    <a:pt x="415928" y="467760"/>
                  </a:lnTo>
                  <a:lnTo>
                    <a:pt x="416446" y="468098"/>
                  </a:lnTo>
                  <a:lnTo>
                    <a:pt x="417179" y="468143"/>
                  </a:lnTo>
                  <a:lnTo>
                    <a:pt x="417448" y="469065"/>
                  </a:lnTo>
                  <a:lnTo>
                    <a:pt x="417195" y="471185"/>
                  </a:lnTo>
                  <a:lnTo>
                    <a:pt x="415915" y="471390"/>
                  </a:lnTo>
                  <a:lnTo>
                    <a:pt x="415608" y="470597"/>
                  </a:lnTo>
                  <a:lnTo>
                    <a:pt x="415310" y="470530"/>
                  </a:lnTo>
                  <a:lnTo>
                    <a:pt x="415005" y="470837"/>
                  </a:lnTo>
                  <a:lnTo>
                    <a:pt x="415501" y="471281"/>
                  </a:lnTo>
                  <a:lnTo>
                    <a:pt x="414849" y="472042"/>
                  </a:lnTo>
                  <a:lnTo>
                    <a:pt x="414464" y="471795"/>
                  </a:lnTo>
                  <a:lnTo>
                    <a:pt x="414233" y="470825"/>
                  </a:lnTo>
                  <a:lnTo>
                    <a:pt x="413070" y="470743"/>
                  </a:lnTo>
                  <a:lnTo>
                    <a:pt x="412625" y="471019"/>
                  </a:lnTo>
                  <a:lnTo>
                    <a:pt x="412483" y="471531"/>
                  </a:lnTo>
                  <a:lnTo>
                    <a:pt x="413459" y="472508"/>
                  </a:lnTo>
                  <a:lnTo>
                    <a:pt x="413092" y="473031"/>
                  </a:lnTo>
                  <a:lnTo>
                    <a:pt x="413474" y="473093"/>
                  </a:lnTo>
                  <a:lnTo>
                    <a:pt x="413874" y="473445"/>
                  </a:lnTo>
                  <a:lnTo>
                    <a:pt x="413874" y="473713"/>
                  </a:lnTo>
                  <a:lnTo>
                    <a:pt x="413154" y="473964"/>
                  </a:lnTo>
                  <a:lnTo>
                    <a:pt x="412750" y="474478"/>
                  </a:lnTo>
                  <a:lnTo>
                    <a:pt x="411889" y="474665"/>
                  </a:lnTo>
                  <a:lnTo>
                    <a:pt x="411732" y="475052"/>
                  </a:lnTo>
                  <a:lnTo>
                    <a:pt x="412116" y="475417"/>
                  </a:lnTo>
                  <a:lnTo>
                    <a:pt x="411398" y="475823"/>
                  </a:lnTo>
                  <a:lnTo>
                    <a:pt x="411508" y="476720"/>
                  </a:lnTo>
                  <a:lnTo>
                    <a:pt x="410845" y="476402"/>
                  </a:lnTo>
                  <a:lnTo>
                    <a:pt x="410865" y="477166"/>
                  </a:lnTo>
                  <a:lnTo>
                    <a:pt x="411564" y="477466"/>
                  </a:lnTo>
                  <a:lnTo>
                    <a:pt x="412132" y="477262"/>
                  </a:lnTo>
                  <a:lnTo>
                    <a:pt x="412057" y="476177"/>
                  </a:lnTo>
                  <a:lnTo>
                    <a:pt x="412188" y="475656"/>
                  </a:lnTo>
                  <a:lnTo>
                    <a:pt x="412497" y="475408"/>
                  </a:lnTo>
                  <a:lnTo>
                    <a:pt x="412721" y="475652"/>
                  </a:lnTo>
                  <a:lnTo>
                    <a:pt x="412982" y="475323"/>
                  </a:lnTo>
                  <a:lnTo>
                    <a:pt x="413225" y="475361"/>
                  </a:lnTo>
                  <a:lnTo>
                    <a:pt x="413565" y="475942"/>
                  </a:lnTo>
                  <a:lnTo>
                    <a:pt x="414187" y="475723"/>
                  </a:lnTo>
                  <a:lnTo>
                    <a:pt x="414115" y="476808"/>
                  </a:lnTo>
                  <a:lnTo>
                    <a:pt x="413220" y="476947"/>
                  </a:lnTo>
                  <a:lnTo>
                    <a:pt x="413533" y="477996"/>
                  </a:lnTo>
                  <a:lnTo>
                    <a:pt x="413777" y="478207"/>
                  </a:lnTo>
                  <a:lnTo>
                    <a:pt x="414171" y="477797"/>
                  </a:lnTo>
                  <a:lnTo>
                    <a:pt x="414657" y="477995"/>
                  </a:lnTo>
                  <a:lnTo>
                    <a:pt x="415615" y="477932"/>
                  </a:lnTo>
                  <a:lnTo>
                    <a:pt x="415785" y="478093"/>
                  </a:lnTo>
                  <a:lnTo>
                    <a:pt x="415309" y="478906"/>
                  </a:lnTo>
                  <a:lnTo>
                    <a:pt x="415420" y="479215"/>
                  </a:lnTo>
                  <a:lnTo>
                    <a:pt x="416749" y="479237"/>
                  </a:lnTo>
                  <a:lnTo>
                    <a:pt x="416441" y="478710"/>
                  </a:lnTo>
                  <a:lnTo>
                    <a:pt x="417161" y="479260"/>
                  </a:lnTo>
                  <a:lnTo>
                    <a:pt x="415903" y="481326"/>
                  </a:lnTo>
                  <a:lnTo>
                    <a:pt x="415680" y="480608"/>
                  </a:lnTo>
                  <a:lnTo>
                    <a:pt x="415177" y="480540"/>
                  </a:lnTo>
                  <a:lnTo>
                    <a:pt x="415020" y="480779"/>
                  </a:lnTo>
                  <a:lnTo>
                    <a:pt x="415495" y="481388"/>
                  </a:lnTo>
                  <a:lnTo>
                    <a:pt x="415245" y="482365"/>
                  </a:lnTo>
                  <a:lnTo>
                    <a:pt x="415496" y="482656"/>
                  </a:lnTo>
                  <a:lnTo>
                    <a:pt x="416089" y="482577"/>
                  </a:lnTo>
                  <a:lnTo>
                    <a:pt x="416428" y="483041"/>
                  </a:lnTo>
                  <a:lnTo>
                    <a:pt x="416919" y="482769"/>
                  </a:lnTo>
                  <a:lnTo>
                    <a:pt x="417292" y="482892"/>
                  </a:lnTo>
                  <a:lnTo>
                    <a:pt x="417642" y="482604"/>
                  </a:lnTo>
                  <a:lnTo>
                    <a:pt x="417848" y="482720"/>
                  </a:lnTo>
                  <a:lnTo>
                    <a:pt x="417916" y="483401"/>
                  </a:lnTo>
                  <a:lnTo>
                    <a:pt x="417107" y="484338"/>
                  </a:lnTo>
                  <a:lnTo>
                    <a:pt x="416779" y="484380"/>
                  </a:lnTo>
                  <a:lnTo>
                    <a:pt x="416173" y="483969"/>
                  </a:lnTo>
                  <a:lnTo>
                    <a:pt x="415877" y="484480"/>
                  </a:lnTo>
                  <a:lnTo>
                    <a:pt x="415903" y="484693"/>
                  </a:lnTo>
                  <a:lnTo>
                    <a:pt x="416587" y="484661"/>
                  </a:lnTo>
                  <a:lnTo>
                    <a:pt x="417647" y="485220"/>
                  </a:lnTo>
                  <a:lnTo>
                    <a:pt x="418067" y="484786"/>
                  </a:lnTo>
                  <a:lnTo>
                    <a:pt x="418352" y="484892"/>
                  </a:lnTo>
                  <a:lnTo>
                    <a:pt x="418201" y="485397"/>
                  </a:lnTo>
                  <a:lnTo>
                    <a:pt x="417341" y="486128"/>
                  </a:lnTo>
                  <a:lnTo>
                    <a:pt x="417017" y="485617"/>
                  </a:lnTo>
                  <a:lnTo>
                    <a:pt x="416556" y="485403"/>
                  </a:lnTo>
                  <a:lnTo>
                    <a:pt x="416348" y="485545"/>
                  </a:lnTo>
                  <a:lnTo>
                    <a:pt x="416366" y="486506"/>
                  </a:lnTo>
                  <a:lnTo>
                    <a:pt x="417258" y="487427"/>
                  </a:lnTo>
                  <a:lnTo>
                    <a:pt x="418207" y="487671"/>
                  </a:lnTo>
                  <a:lnTo>
                    <a:pt x="418416" y="488089"/>
                  </a:lnTo>
                  <a:lnTo>
                    <a:pt x="418264" y="488932"/>
                  </a:lnTo>
                  <a:lnTo>
                    <a:pt x="417507" y="489080"/>
                  </a:lnTo>
                  <a:lnTo>
                    <a:pt x="417688" y="489811"/>
                  </a:lnTo>
                  <a:lnTo>
                    <a:pt x="418014" y="490083"/>
                  </a:lnTo>
                  <a:lnTo>
                    <a:pt x="419223" y="489519"/>
                  </a:lnTo>
                  <a:lnTo>
                    <a:pt x="419855" y="489783"/>
                  </a:lnTo>
                  <a:lnTo>
                    <a:pt x="420644" y="488945"/>
                  </a:lnTo>
                  <a:lnTo>
                    <a:pt x="421313" y="489374"/>
                  </a:lnTo>
                  <a:lnTo>
                    <a:pt x="421233" y="489857"/>
                  </a:lnTo>
                  <a:lnTo>
                    <a:pt x="419493" y="491794"/>
                  </a:lnTo>
                  <a:lnTo>
                    <a:pt x="418608" y="491884"/>
                  </a:lnTo>
                  <a:lnTo>
                    <a:pt x="418161" y="492318"/>
                  </a:lnTo>
                  <a:lnTo>
                    <a:pt x="418614" y="492800"/>
                  </a:lnTo>
                  <a:lnTo>
                    <a:pt x="418910" y="493701"/>
                  </a:lnTo>
                  <a:lnTo>
                    <a:pt x="419464" y="494211"/>
                  </a:lnTo>
                  <a:lnTo>
                    <a:pt x="419593" y="495443"/>
                  </a:lnTo>
                  <a:lnTo>
                    <a:pt x="420200" y="496154"/>
                  </a:lnTo>
                  <a:lnTo>
                    <a:pt x="420052" y="496686"/>
                  </a:lnTo>
                  <a:lnTo>
                    <a:pt x="419488" y="497271"/>
                  </a:lnTo>
                  <a:lnTo>
                    <a:pt x="419590" y="499033"/>
                  </a:lnTo>
                  <a:lnTo>
                    <a:pt x="419305" y="499443"/>
                  </a:lnTo>
                  <a:lnTo>
                    <a:pt x="418754" y="499598"/>
                  </a:lnTo>
                  <a:lnTo>
                    <a:pt x="418491" y="500257"/>
                  </a:lnTo>
                  <a:lnTo>
                    <a:pt x="419315" y="502010"/>
                  </a:lnTo>
                  <a:lnTo>
                    <a:pt x="419778" y="502227"/>
                  </a:lnTo>
                  <a:lnTo>
                    <a:pt x="420552" y="501984"/>
                  </a:lnTo>
                  <a:lnTo>
                    <a:pt x="421303" y="503406"/>
                  </a:lnTo>
                  <a:lnTo>
                    <a:pt x="421508" y="503345"/>
                  </a:lnTo>
                  <a:lnTo>
                    <a:pt x="421366" y="502907"/>
                  </a:lnTo>
                  <a:lnTo>
                    <a:pt x="421745" y="501391"/>
                  </a:lnTo>
                  <a:lnTo>
                    <a:pt x="421980" y="501205"/>
                  </a:lnTo>
                  <a:lnTo>
                    <a:pt x="422613" y="502269"/>
                  </a:lnTo>
                  <a:lnTo>
                    <a:pt x="422884" y="503471"/>
                  </a:lnTo>
                  <a:lnTo>
                    <a:pt x="423216" y="503505"/>
                  </a:lnTo>
                  <a:lnTo>
                    <a:pt x="423895" y="503084"/>
                  </a:lnTo>
                  <a:lnTo>
                    <a:pt x="424448" y="503284"/>
                  </a:lnTo>
                  <a:lnTo>
                    <a:pt x="424480" y="503627"/>
                  </a:lnTo>
                  <a:lnTo>
                    <a:pt x="423820" y="504786"/>
                  </a:lnTo>
                  <a:lnTo>
                    <a:pt x="424636" y="505524"/>
                  </a:lnTo>
                  <a:lnTo>
                    <a:pt x="424613" y="506401"/>
                  </a:lnTo>
                  <a:lnTo>
                    <a:pt x="425002" y="507381"/>
                  </a:lnTo>
                  <a:lnTo>
                    <a:pt x="424570" y="507467"/>
                  </a:lnTo>
                  <a:lnTo>
                    <a:pt x="423977" y="506828"/>
                  </a:lnTo>
                  <a:lnTo>
                    <a:pt x="423486" y="506805"/>
                  </a:lnTo>
                  <a:lnTo>
                    <a:pt x="422979" y="507313"/>
                  </a:lnTo>
                  <a:lnTo>
                    <a:pt x="422920" y="507901"/>
                  </a:lnTo>
                  <a:lnTo>
                    <a:pt x="423809" y="509402"/>
                  </a:lnTo>
                  <a:lnTo>
                    <a:pt x="423762" y="510004"/>
                  </a:lnTo>
                  <a:lnTo>
                    <a:pt x="424101" y="510004"/>
                  </a:lnTo>
                  <a:lnTo>
                    <a:pt x="424533" y="509502"/>
                  </a:lnTo>
                  <a:lnTo>
                    <a:pt x="425293" y="510663"/>
                  </a:lnTo>
                  <a:lnTo>
                    <a:pt x="425645" y="510505"/>
                  </a:lnTo>
                  <a:lnTo>
                    <a:pt x="425631" y="509988"/>
                  </a:lnTo>
                  <a:lnTo>
                    <a:pt x="425887" y="509853"/>
                  </a:lnTo>
                  <a:lnTo>
                    <a:pt x="426587" y="511767"/>
                  </a:lnTo>
                  <a:lnTo>
                    <a:pt x="427353" y="511654"/>
                  </a:lnTo>
                  <a:lnTo>
                    <a:pt x="427500" y="511838"/>
                  </a:lnTo>
                  <a:lnTo>
                    <a:pt x="426252" y="512900"/>
                  </a:lnTo>
                  <a:lnTo>
                    <a:pt x="425001" y="512221"/>
                  </a:lnTo>
                  <a:lnTo>
                    <a:pt x="424678" y="512294"/>
                  </a:lnTo>
                  <a:lnTo>
                    <a:pt x="424129" y="513203"/>
                  </a:lnTo>
                  <a:lnTo>
                    <a:pt x="424270" y="513563"/>
                  </a:lnTo>
                  <a:lnTo>
                    <a:pt x="424964" y="513538"/>
                  </a:lnTo>
                  <a:lnTo>
                    <a:pt x="425511" y="513955"/>
                  </a:lnTo>
                  <a:lnTo>
                    <a:pt x="425403" y="514739"/>
                  </a:lnTo>
                  <a:lnTo>
                    <a:pt x="426155" y="515580"/>
                  </a:lnTo>
                  <a:lnTo>
                    <a:pt x="425362" y="516528"/>
                  </a:lnTo>
                  <a:lnTo>
                    <a:pt x="426882" y="517090"/>
                  </a:lnTo>
                  <a:lnTo>
                    <a:pt x="426931" y="517933"/>
                  </a:lnTo>
                  <a:lnTo>
                    <a:pt x="426840" y="518252"/>
                  </a:lnTo>
                  <a:lnTo>
                    <a:pt x="426236" y="517882"/>
                  </a:lnTo>
                  <a:lnTo>
                    <a:pt x="425641" y="518450"/>
                  </a:lnTo>
                  <a:lnTo>
                    <a:pt x="424984" y="517839"/>
                  </a:lnTo>
                  <a:lnTo>
                    <a:pt x="424747" y="517913"/>
                  </a:lnTo>
                  <a:lnTo>
                    <a:pt x="424987" y="518908"/>
                  </a:lnTo>
                  <a:lnTo>
                    <a:pt x="425897" y="519671"/>
                  </a:lnTo>
                  <a:lnTo>
                    <a:pt x="425493" y="520065"/>
                  </a:lnTo>
                  <a:lnTo>
                    <a:pt x="425602" y="520280"/>
                  </a:lnTo>
                  <a:lnTo>
                    <a:pt x="426530" y="520370"/>
                  </a:lnTo>
                  <a:lnTo>
                    <a:pt x="426804" y="519599"/>
                  </a:lnTo>
                  <a:lnTo>
                    <a:pt x="428158" y="519746"/>
                  </a:lnTo>
                  <a:lnTo>
                    <a:pt x="428575" y="519396"/>
                  </a:lnTo>
                  <a:lnTo>
                    <a:pt x="429070" y="522202"/>
                  </a:lnTo>
                  <a:lnTo>
                    <a:pt x="429577" y="522580"/>
                  </a:lnTo>
                  <a:lnTo>
                    <a:pt x="430066" y="522597"/>
                  </a:lnTo>
                  <a:lnTo>
                    <a:pt x="430347" y="522080"/>
                  </a:lnTo>
                  <a:lnTo>
                    <a:pt x="430836" y="522777"/>
                  </a:lnTo>
                  <a:lnTo>
                    <a:pt x="429735" y="523490"/>
                  </a:lnTo>
                  <a:lnTo>
                    <a:pt x="428371" y="522997"/>
                  </a:lnTo>
                  <a:lnTo>
                    <a:pt x="427582" y="523418"/>
                  </a:lnTo>
                  <a:lnTo>
                    <a:pt x="427474" y="522686"/>
                  </a:lnTo>
                  <a:lnTo>
                    <a:pt x="427219" y="523353"/>
                  </a:lnTo>
                  <a:lnTo>
                    <a:pt x="427416" y="523825"/>
                  </a:lnTo>
                  <a:lnTo>
                    <a:pt x="427743" y="524028"/>
                  </a:lnTo>
                  <a:lnTo>
                    <a:pt x="428785" y="523839"/>
                  </a:lnTo>
                  <a:lnTo>
                    <a:pt x="429317" y="524467"/>
                  </a:lnTo>
                  <a:lnTo>
                    <a:pt x="430124" y="524321"/>
                  </a:lnTo>
                  <a:lnTo>
                    <a:pt x="431019" y="523605"/>
                  </a:lnTo>
                  <a:lnTo>
                    <a:pt x="431370" y="523739"/>
                  </a:lnTo>
                  <a:lnTo>
                    <a:pt x="432011" y="524671"/>
                  </a:lnTo>
                  <a:lnTo>
                    <a:pt x="432017" y="525321"/>
                  </a:lnTo>
                  <a:lnTo>
                    <a:pt x="430980" y="525836"/>
                  </a:lnTo>
                  <a:lnTo>
                    <a:pt x="430587" y="525497"/>
                  </a:lnTo>
                  <a:lnTo>
                    <a:pt x="430597" y="524967"/>
                  </a:lnTo>
                  <a:lnTo>
                    <a:pt x="430302" y="525038"/>
                  </a:lnTo>
                  <a:lnTo>
                    <a:pt x="430187" y="526563"/>
                  </a:lnTo>
                  <a:lnTo>
                    <a:pt x="430654" y="527670"/>
                  </a:lnTo>
                  <a:lnTo>
                    <a:pt x="430986" y="527941"/>
                  </a:lnTo>
                  <a:lnTo>
                    <a:pt x="431852" y="527951"/>
                  </a:lnTo>
                  <a:lnTo>
                    <a:pt x="432179" y="528358"/>
                  </a:lnTo>
                  <a:lnTo>
                    <a:pt x="432803" y="528255"/>
                  </a:lnTo>
                  <a:lnTo>
                    <a:pt x="433029" y="528434"/>
                  </a:lnTo>
                  <a:lnTo>
                    <a:pt x="432663" y="529423"/>
                  </a:lnTo>
                  <a:lnTo>
                    <a:pt x="433236" y="530240"/>
                  </a:lnTo>
                  <a:lnTo>
                    <a:pt x="433147" y="530623"/>
                  </a:lnTo>
                  <a:lnTo>
                    <a:pt x="432344" y="529975"/>
                  </a:lnTo>
                  <a:lnTo>
                    <a:pt x="431940" y="530133"/>
                  </a:lnTo>
                  <a:lnTo>
                    <a:pt x="432116" y="530546"/>
                  </a:lnTo>
                  <a:lnTo>
                    <a:pt x="431977" y="531133"/>
                  </a:lnTo>
                  <a:lnTo>
                    <a:pt x="432301" y="531797"/>
                  </a:lnTo>
                  <a:lnTo>
                    <a:pt x="432626" y="532049"/>
                  </a:lnTo>
                  <a:lnTo>
                    <a:pt x="433206" y="531632"/>
                  </a:lnTo>
                  <a:lnTo>
                    <a:pt x="434242" y="531906"/>
                  </a:lnTo>
                  <a:lnTo>
                    <a:pt x="434716" y="532561"/>
                  </a:lnTo>
                  <a:lnTo>
                    <a:pt x="434453" y="532983"/>
                  </a:lnTo>
                  <a:lnTo>
                    <a:pt x="434887" y="533472"/>
                  </a:lnTo>
                  <a:lnTo>
                    <a:pt x="434541" y="533881"/>
                  </a:lnTo>
                  <a:lnTo>
                    <a:pt x="434635" y="534102"/>
                  </a:lnTo>
                  <a:lnTo>
                    <a:pt x="435279" y="534075"/>
                  </a:lnTo>
                  <a:lnTo>
                    <a:pt x="436433" y="534720"/>
                  </a:lnTo>
                  <a:lnTo>
                    <a:pt x="436082" y="535598"/>
                  </a:lnTo>
                  <a:lnTo>
                    <a:pt x="435294" y="535432"/>
                  </a:lnTo>
                  <a:lnTo>
                    <a:pt x="435240" y="535077"/>
                  </a:lnTo>
                  <a:lnTo>
                    <a:pt x="434980" y="534976"/>
                  </a:lnTo>
                  <a:lnTo>
                    <a:pt x="434695" y="535250"/>
                  </a:lnTo>
                  <a:lnTo>
                    <a:pt x="434914" y="535512"/>
                  </a:lnTo>
                  <a:lnTo>
                    <a:pt x="434760" y="535700"/>
                  </a:lnTo>
                  <a:lnTo>
                    <a:pt x="434420" y="535456"/>
                  </a:lnTo>
                  <a:lnTo>
                    <a:pt x="434114" y="534641"/>
                  </a:lnTo>
                  <a:lnTo>
                    <a:pt x="433894" y="535791"/>
                  </a:lnTo>
                  <a:lnTo>
                    <a:pt x="434096" y="536809"/>
                  </a:lnTo>
                  <a:lnTo>
                    <a:pt x="434304" y="537043"/>
                  </a:lnTo>
                  <a:lnTo>
                    <a:pt x="434831" y="536988"/>
                  </a:lnTo>
                  <a:lnTo>
                    <a:pt x="434927" y="536395"/>
                  </a:lnTo>
                  <a:lnTo>
                    <a:pt x="435313" y="536218"/>
                  </a:lnTo>
                  <a:lnTo>
                    <a:pt x="435398" y="535912"/>
                  </a:lnTo>
                  <a:lnTo>
                    <a:pt x="435826" y="535935"/>
                  </a:lnTo>
                  <a:lnTo>
                    <a:pt x="436209" y="537058"/>
                  </a:lnTo>
                  <a:lnTo>
                    <a:pt x="437204" y="536816"/>
                  </a:lnTo>
                  <a:lnTo>
                    <a:pt x="437563" y="537704"/>
                  </a:lnTo>
                  <a:lnTo>
                    <a:pt x="438386" y="537875"/>
                  </a:lnTo>
                  <a:lnTo>
                    <a:pt x="438320" y="538679"/>
                  </a:lnTo>
                  <a:lnTo>
                    <a:pt x="438820" y="538758"/>
                  </a:lnTo>
                  <a:lnTo>
                    <a:pt x="439253" y="539252"/>
                  </a:lnTo>
                  <a:lnTo>
                    <a:pt x="438390" y="540978"/>
                  </a:lnTo>
                  <a:lnTo>
                    <a:pt x="437813" y="541621"/>
                  </a:lnTo>
                  <a:lnTo>
                    <a:pt x="438417" y="542280"/>
                  </a:lnTo>
                  <a:lnTo>
                    <a:pt x="438428" y="543361"/>
                  </a:lnTo>
                  <a:lnTo>
                    <a:pt x="438017" y="544148"/>
                  </a:lnTo>
                  <a:lnTo>
                    <a:pt x="438629" y="545308"/>
                  </a:lnTo>
                  <a:lnTo>
                    <a:pt x="440129" y="545818"/>
                  </a:lnTo>
                  <a:lnTo>
                    <a:pt x="441581" y="545688"/>
                  </a:lnTo>
                  <a:lnTo>
                    <a:pt x="441836" y="547511"/>
                  </a:lnTo>
                  <a:lnTo>
                    <a:pt x="441666" y="548462"/>
                  </a:lnTo>
                  <a:lnTo>
                    <a:pt x="441064" y="549058"/>
                  </a:lnTo>
                  <a:lnTo>
                    <a:pt x="441768" y="549520"/>
                  </a:lnTo>
                  <a:lnTo>
                    <a:pt x="442216" y="550257"/>
                  </a:lnTo>
                  <a:lnTo>
                    <a:pt x="443596" y="551265"/>
                  </a:lnTo>
                  <a:lnTo>
                    <a:pt x="443125" y="551658"/>
                  </a:lnTo>
                  <a:lnTo>
                    <a:pt x="443372" y="552420"/>
                  </a:lnTo>
                  <a:lnTo>
                    <a:pt x="442815" y="553436"/>
                  </a:lnTo>
                  <a:lnTo>
                    <a:pt x="443168" y="553830"/>
                  </a:lnTo>
                  <a:lnTo>
                    <a:pt x="442821" y="553840"/>
                  </a:lnTo>
                  <a:lnTo>
                    <a:pt x="442749" y="554057"/>
                  </a:lnTo>
                  <a:lnTo>
                    <a:pt x="443430" y="554390"/>
                  </a:lnTo>
                  <a:lnTo>
                    <a:pt x="444140" y="554159"/>
                  </a:lnTo>
                  <a:lnTo>
                    <a:pt x="444474" y="553551"/>
                  </a:lnTo>
                  <a:lnTo>
                    <a:pt x="444999" y="553794"/>
                  </a:lnTo>
                  <a:lnTo>
                    <a:pt x="445231" y="554736"/>
                  </a:lnTo>
                  <a:lnTo>
                    <a:pt x="444891" y="555233"/>
                  </a:lnTo>
                  <a:lnTo>
                    <a:pt x="444354" y="555224"/>
                  </a:lnTo>
                  <a:lnTo>
                    <a:pt x="444045" y="554817"/>
                  </a:lnTo>
                  <a:lnTo>
                    <a:pt x="443820" y="555071"/>
                  </a:lnTo>
                  <a:lnTo>
                    <a:pt x="443978" y="555496"/>
                  </a:lnTo>
                  <a:lnTo>
                    <a:pt x="443573" y="555565"/>
                  </a:lnTo>
                  <a:lnTo>
                    <a:pt x="442307" y="554854"/>
                  </a:lnTo>
                  <a:lnTo>
                    <a:pt x="442075" y="555626"/>
                  </a:lnTo>
                  <a:lnTo>
                    <a:pt x="442382" y="555994"/>
                  </a:lnTo>
                  <a:lnTo>
                    <a:pt x="442345" y="556486"/>
                  </a:lnTo>
                  <a:lnTo>
                    <a:pt x="443499" y="557183"/>
                  </a:lnTo>
                  <a:lnTo>
                    <a:pt x="443547" y="557443"/>
                  </a:lnTo>
                  <a:lnTo>
                    <a:pt x="443036" y="557905"/>
                  </a:lnTo>
                  <a:lnTo>
                    <a:pt x="443053" y="558204"/>
                  </a:lnTo>
                  <a:lnTo>
                    <a:pt x="443396" y="558757"/>
                  </a:lnTo>
                  <a:lnTo>
                    <a:pt x="443840" y="558949"/>
                  </a:lnTo>
                  <a:lnTo>
                    <a:pt x="444261" y="559736"/>
                  </a:lnTo>
                  <a:lnTo>
                    <a:pt x="443617" y="561408"/>
                  </a:lnTo>
                  <a:lnTo>
                    <a:pt x="444227" y="562396"/>
                  </a:lnTo>
                  <a:lnTo>
                    <a:pt x="444619" y="562494"/>
                  </a:lnTo>
                  <a:lnTo>
                    <a:pt x="444673" y="562720"/>
                  </a:lnTo>
                  <a:lnTo>
                    <a:pt x="444509" y="562851"/>
                  </a:lnTo>
                  <a:lnTo>
                    <a:pt x="443699" y="562555"/>
                  </a:lnTo>
                  <a:lnTo>
                    <a:pt x="443531" y="562707"/>
                  </a:lnTo>
                  <a:lnTo>
                    <a:pt x="443156" y="563262"/>
                  </a:lnTo>
                  <a:lnTo>
                    <a:pt x="443498" y="564050"/>
                  </a:lnTo>
                  <a:lnTo>
                    <a:pt x="444207" y="564166"/>
                  </a:lnTo>
                  <a:lnTo>
                    <a:pt x="444711" y="563910"/>
                  </a:lnTo>
                  <a:lnTo>
                    <a:pt x="445449" y="564363"/>
                  </a:lnTo>
                  <a:lnTo>
                    <a:pt x="446049" y="564095"/>
                  </a:lnTo>
                  <a:lnTo>
                    <a:pt x="446248" y="564423"/>
                  </a:lnTo>
                  <a:lnTo>
                    <a:pt x="446080" y="565159"/>
                  </a:lnTo>
                  <a:lnTo>
                    <a:pt x="445675" y="565148"/>
                  </a:lnTo>
                  <a:lnTo>
                    <a:pt x="445607" y="564661"/>
                  </a:lnTo>
                  <a:lnTo>
                    <a:pt x="444012" y="564702"/>
                  </a:lnTo>
                  <a:lnTo>
                    <a:pt x="443803" y="565121"/>
                  </a:lnTo>
                  <a:lnTo>
                    <a:pt x="444409" y="565652"/>
                  </a:lnTo>
                  <a:lnTo>
                    <a:pt x="445852" y="565487"/>
                  </a:lnTo>
                  <a:lnTo>
                    <a:pt x="446216" y="565876"/>
                  </a:lnTo>
                  <a:lnTo>
                    <a:pt x="445826" y="565851"/>
                  </a:lnTo>
                  <a:lnTo>
                    <a:pt x="445502" y="566174"/>
                  </a:lnTo>
                  <a:lnTo>
                    <a:pt x="445583" y="566410"/>
                  </a:lnTo>
                  <a:lnTo>
                    <a:pt x="446643" y="566315"/>
                  </a:lnTo>
                  <a:lnTo>
                    <a:pt x="446888" y="566742"/>
                  </a:lnTo>
                  <a:lnTo>
                    <a:pt x="447856" y="567437"/>
                  </a:lnTo>
                  <a:lnTo>
                    <a:pt x="447824" y="567707"/>
                  </a:lnTo>
                  <a:lnTo>
                    <a:pt x="447071" y="568120"/>
                  </a:lnTo>
                  <a:lnTo>
                    <a:pt x="446556" y="567823"/>
                  </a:lnTo>
                  <a:lnTo>
                    <a:pt x="446221" y="567951"/>
                  </a:lnTo>
                  <a:lnTo>
                    <a:pt x="446502" y="569241"/>
                  </a:lnTo>
                  <a:lnTo>
                    <a:pt x="446882" y="569115"/>
                  </a:lnTo>
                  <a:lnTo>
                    <a:pt x="447261" y="569358"/>
                  </a:lnTo>
                  <a:lnTo>
                    <a:pt x="446619" y="569500"/>
                  </a:lnTo>
                  <a:lnTo>
                    <a:pt x="446638" y="569867"/>
                  </a:lnTo>
                  <a:lnTo>
                    <a:pt x="446514" y="570518"/>
                  </a:lnTo>
                  <a:lnTo>
                    <a:pt x="446857" y="571045"/>
                  </a:lnTo>
                  <a:lnTo>
                    <a:pt x="447601" y="570440"/>
                  </a:lnTo>
                  <a:lnTo>
                    <a:pt x="447948" y="570832"/>
                  </a:lnTo>
                  <a:lnTo>
                    <a:pt x="448427" y="570617"/>
                  </a:lnTo>
                  <a:lnTo>
                    <a:pt x="448731" y="571006"/>
                  </a:lnTo>
                  <a:lnTo>
                    <a:pt x="449149" y="570966"/>
                  </a:lnTo>
                  <a:lnTo>
                    <a:pt x="449103" y="571441"/>
                  </a:lnTo>
                  <a:lnTo>
                    <a:pt x="448279" y="571685"/>
                  </a:lnTo>
                  <a:lnTo>
                    <a:pt x="447683" y="572455"/>
                  </a:lnTo>
                  <a:lnTo>
                    <a:pt x="448576" y="573317"/>
                  </a:lnTo>
                  <a:lnTo>
                    <a:pt x="449279" y="573334"/>
                  </a:lnTo>
                  <a:lnTo>
                    <a:pt x="449323" y="574115"/>
                  </a:lnTo>
                  <a:lnTo>
                    <a:pt x="448424" y="574943"/>
                  </a:lnTo>
                  <a:lnTo>
                    <a:pt x="448372" y="575388"/>
                  </a:lnTo>
                  <a:lnTo>
                    <a:pt x="448614" y="575581"/>
                  </a:lnTo>
                  <a:lnTo>
                    <a:pt x="450239" y="575642"/>
                  </a:lnTo>
                  <a:lnTo>
                    <a:pt x="450372" y="576137"/>
                  </a:lnTo>
                  <a:lnTo>
                    <a:pt x="449743" y="576791"/>
                  </a:lnTo>
                  <a:lnTo>
                    <a:pt x="450022" y="577882"/>
                  </a:lnTo>
                  <a:lnTo>
                    <a:pt x="450484" y="578120"/>
                  </a:lnTo>
                  <a:lnTo>
                    <a:pt x="450952" y="577525"/>
                  </a:lnTo>
                  <a:lnTo>
                    <a:pt x="451212" y="577493"/>
                  </a:lnTo>
                  <a:lnTo>
                    <a:pt x="451440" y="577557"/>
                  </a:lnTo>
                  <a:lnTo>
                    <a:pt x="451346" y="577974"/>
                  </a:lnTo>
                  <a:lnTo>
                    <a:pt x="451578" y="578133"/>
                  </a:lnTo>
                  <a:lnTo>
                    <a:pt x="451625" y="578581"/>
                  </a:lnTo>
                  <a:lnTo>
                    <a:pt x="450835" y="579157"/>
                  </a:lnTo>
                  <a:lnTo>
                    <a:pt x="450882" y="579650"/>
                  </a:lnTo>
                  <a:lnTo>
                    <a:pt x="451440" y="580194"/>
                  </a:lnTo>
                  <a:lnTo>
                    <a:pt x="451352" y="580687"/>
                  </a:lnTo>
                  <a:lnTo>
                    <a:pt x="450496" y="581642"/>
                  </a:lnTo>
                  <a:lnTo>
                    <a:pt x="450110" y="582554"/>
                  </a:lnTo>
                  <a:lnTo>
                    <a:pt x="450531" y="582906"/>
                  </a:lnTo>
                  <a:lnTo>
                    <a:pt x="450384" y="583447"/>
                  </a:lnTo>
                  <a:lnTo>
                    <a:pt x="449971" y="584228"/>
                  </a:lnTo>
                  <a:lnTo>
                    <a:pt x="449496" y="584163"/>
                  </a:lnTo>
                  <a:lnTo>
                    <a:pt x="449259" y="584365"/>
                  </a:lnTo>
                  <a:lnTo>
                    <a:pt x="450073" y="585423"/>
                  </a:lnTo>
                  <a:lnTo>
                    <a:pt x="449388" y="585592"/>
                  </a:lnTo>
                  <a:lnTo>
                    <a:pt x="449129" y="585978"/>
                  </a:lnTo>
                  <a:lnTo>
                    <a:pt x="450146" y="586486"/>
                  </a:lnTo>
                  <a:lnTo>
                    <a:pt x="450591" y="586157"/>
                  </a:lnTo>
                  <a:lnTo>
                    <a:pt x="450904" y="586200"/>
                  </a:lnTo>
                  <a:lnTo>
                    <a:pt x="451466" y="586840"/>
                  </a:lnTo>
                  <a:lnTo>
                    <a:pt x="451003" y="587641"/>
                  </a:lnTo>
                  <a:lnTo>
                    <a:pt x="450748" y="587128"/>
                  </a:lnTo>
                  <a:lnTo>
                    <a:pt x="449966" y="587329"/>
                  </a:lnTo>
                  <a:lnTo>
                    <a:pt x="450201" y="588147"/>
                  </a:lnTo>
                  <a:lnTo>
                    <a:pt x="449972" y="588594"/>
                  </a:lnTo>
                  <a:lnTo>
                    <a:pt x="451212" y="588139"/>
                  </a:lnTo>
                  <a:lnTo>
                    <a:pt x="451870" y="589579"/>
                  </a:lnTo>
                  <a:lnTo>
                    <a:pt x="451746" y="590048"/>
                  </a:lnTo>
                  <a:lnTo>
                    <a:pt x="450939" y="590329"/>
                  </a:lnTo>
                  <a:lnTo>
                    <a:pt x="450861" y="591248"/>
                  </a:lnTo>
                  <a:lnTo>
                    <a:pt x="450209" y="591223"/>
                  </a:lnTo>
                  <a:lnTo>
                    <a:pt x="450145" y="591690"/>
                  </a:lnTo>
                  <a:lnTo>
                    <a:pt x="452624" y="593436"/>
                  </a:lnTo>
                  <a:lnTo>
                    <a:pt x="453109" y="594152"/>
                  </a:lnTo>
                  <a:lnTo>
                    <a:pt x="453363" y="595514"/>
                  </a:lnTo>
                  <a:lnTo>
                    <a:pt x="453262" y="597402"/>
                  </a:lnTo>
                  <a:lnTo>
                    <a:pt x="451772" y="597407"/>
                  </a:lnTo>
                  <a:lnTo>
                    <a:pt x="451532" y="597583"/>
                  </a:lnTo>
                  <a:lnTo>
                    <a:pt x="451570" y="598019"/>
                  </a:lnTo>
                  <a:lnTo>
                    <a:pt x="452104" y="598301"/>
                  </a:lnTo>
                  <a:lnTo>
                    <a:pt x="452824" y="599707"/>
                  </a:lnTo>
                  <a:lnTo>
                    <a:pt x="453266" y="599616"/>
                  </a:lnTo>
                  <a:lnTo>
                    <a:pt x="453971" y="599985"/>
                  </a:lnTo>
                  <a:lnTo>
                    <a:pt x="453920" y="600426"/>
                  </a:lnTo>
                  <a:lnTo>
                    <a:pt x="453326" y="600350"/>
                  </a:lnTo>
                  <a:lnTo>
                    <a:pt x="453357" y="600728"/>
                  </a:lnTo>
                  <a:lnTo>
                    <a:pt x="452928" y="601420"/>
                  </a:lnTo>
                  <a:lnTo>
                    <a:pt x="454307" y="602357"/>
                  </a:lnTo>
                  <a:lnTo>
                    <a:pt x="454568" y="602826"/>
                  </a:lnTo>
                  <a:lnTo>
                    <a:pt x="453746" y="605145"/>
                  </a:lnTo>
                  <a:lnTo>
                    <a:pt x="454341" y="605397"/>
                  </a:lnTo>
                  <a:lnTo>
                    <a:pt x="454683" y="604993"/>
                  </a:lnTo>
                  <a:lnTo>
                    <a:pt x="455497" y="604912"/>
                  </a:lnTo>
                  <a:lnTo>
                    <a:pt x="456160" y="605841"/>
                  </a:lnTo>
                  <a:lnTo>
                    <a:pt x="455383" y="606495"/>
                  </a:lnTo>
                  <a:lnTo>
                    <a:pt x="454604" y="606109"/>
                  </a:lnTo>
                  <a:lnTo>
                    <a:pt x="454638" y="606758"/>
                  </a:lnTo>
                  <a:lnTo>
                    <a:pt x="453823" y="607418"/>
                  </a:lnTo>
                  <a:lnTo>
                    <a:pt x="453017" y="607384"/>
                  </a:lnTo>
                  <a:lnTo>
                    <a:pt x="452803" y="607567"/>
                  </a:lnTo>
                  <a:lnTo>
                    <a:pt x="453010" y="608187"/>
                  </a:lnTo>
                  <a:lnTo>
                    <a:pt x="453443" y="607923"/>
                  </a:lnTo>
                  <a:lnTo>
                    <a:pt x="453900" y="608152"/>
                  </a:lnTo>
                  <a:lnTo>
                    <a:pt x="453643" y="608984"/>
                  </a:lnTo>
                  <a:lnTo>
                    <a:pt x="452179" y="608711"/>
                  </a:lnTo>
                  <a:lnTo>
                    <a:pt x="451975" y="609305"/>
                  </a:lnTo>
                  <a:lnTo>
                    <a:pt x="452448" y="610107"/>
                  </a:lnTo>
                  <a:lnTo>
                    <a:pt x="451844" y="609966"/>
                  </a:lnTo>
                  <a:lnTo>
                    <a:pt x="451532" y="610597"/>
                  </a:lnTo>
                  <a:lnTo>
                    <a:pt x="452104" y="611299"/>
                  </a:lnTo>
                  <a:lnTo>
                    <a:pt x="452849" y="611228"/>
                  </a:lnTo>
                  <a:lnTo>
                    <a:pt x="452932" y="610723"/>
                  </a:lnTo>
                  <a:lnTo>
                    <a:pt x="453959" y="611008"/>
                  </a:lnTo>
                  <a:lnTo>
                    <a:pt x="454083" y="611251"/>
                  </a:lnTo>
                  <a:lnTo>
                    <a:pt x="453357" y="612323"/>
                  </a:lnTo>
                  <a:lnTo>
                    <a:pt x="452827" y="612267"/>
                  </a:lnTo>
                  <a:lnTo>
                    <a:pt x="453467" y="612831"/>
                  </a:lnTo>
                  <a:lnTo>
                    <a:pt x="454357" y="612842"/>
                  </a:lnTo>
                  <a:lnTo>
                    <a:pt x="454666" y="613931"/>
                  </a:lnTo>
                  <a:lnTo>
                    <a:pt x="454580" y="614221"/>
                  </a:lnTo>
                  <a:lnTo>
                    <a:pt x="453935" y="614484"/>
                  </a:lnTo>
                  <a:lnTo>
                    <a:pt x="454557" y="614992"/>
                  </a:lnTo>
                  <a:lnTo>
                    <a:pt x="454542" y="615227"/>
                  </a:lnTo>
                  <a:lnTo>
                    <a:pt x="454177" y="615447"/>
                  </a:lnTo>
                  <a:lnTo>
                    <a:pt x="453976" y="615963"/>
                  </a:lnTo>
                  <a:lnTo>
                    <a:pt x="453032" y="616060"/>
                  </a:lnTo>
                  <a:lnTo>
                    <a:pt x="453203" y="616742"/>
                  </a:lnTo>
                  <a:lnTo>
                    <a:pt x="452830" y="617214"/>
                  </a:lnTo>
                  <a:lnTo>
                    <a:pt x="453384" y="617432"/>
                  </a:lnTo>
                  <a:lnTo>
                    <a:pt x="453652" y="618255"/>
                  </a:lnTo>
                  <a:lnTo>
                    <a:pt x="453200" y="618959"/>
                  </a:lnTo>
                  <a:lnTo>
                    <a:pt x="452968" y="619998"/>
                  </a:lnTo>
                  <a:lnTo>
                    <a:pt x="453039" y="620194"/>
                  </a:lnTo>
                  <a:lnTo>
                    <a:pt x="453623" y="620176"/>
                  </a:lnTo>
                  <a:lnTo>
                    <a:pt x="454394" y="620880"/>
                  </a:lnTo>
                  <a:lnTo>
                    <a:pt x="454757" y="622959"/>
                  </a:lnTo>
                  <a:lnTo>
                    <a:pt x="454471" y="623294"/>
                  </a:lnTo>
                  <a:lnTo>
                    <a:pt x="453974" y="625583"/>
                  </a:lnTo>
                  <a:lnTo>
                    <a:pt x="452132" y="627342"/>
                  </a:lnTo>
                  <a:lnTo>
                    <a:pt x="451022" y="628807"/>
                  </a:lnTo>
                  <a:lnTo>
                    <a:pt x="450247" y="629389"/>
                  </a:lnTo>
                  <a:lnTo>
                    <a:pt x="449635" y="631690"/>
                  </a:lnTo>
                  <a:lnTo>
                    <a:pt x="449081" y="631988"/>
                  </a:lnTo>
                  <a:lnTo>
                    <a:pt x="449188" y="632652"/>
                  </a:lnTo>
                  <a:lnTo>
                    <a:pt x="448693" y="633195"/>
                  </a:lnTo>
                  <a:lnTo>
                    <a:pt x="448776" y="633781"/>
                  </a:lnTo>
                  <a:lnTo>
                    <a:pt x="448530" y="634120"/>
                  </a:lnTo>
                  <a:lnTo>
                    <a:pt x="448110" y="638402"/>
                  </a:lnTo>
                  <a:lnTo>
                    <a:pt x="447769" y="638970"/>
                  </a:lnTo>
                  <a:lnTo>
                    <a:pt x="448119" y="639470"/>
                  </a:lnTo>
                  <a:lnTo>
                    <a:pt x="447803" y="639922"/>
                  </a:lnTo>
                  <a:lnTo>
                    <a:pt x="447908" y="640483"/>
                  </a:lnTo>
                  <a:lnTo>
                    <a:pt x="447481" y="641439"/>
                  </a:lnTo>
                  <a:lnTo>
                    <a:pt x="447620" y="642070"/>
                  </a:lnTo>
                  <a:lnTo>
                    <a:pt x="447357" y="642541"/>
                  </a:lnTo>
                  <a:lnTo>
                    <a:pt x="447422" y="643025"/>
                  </a:lnTo>
                  <a:lnTo>
                    <a:pt x="446891" y="643111"/>
                  </a:lnTo>
                  <a:lnTo>
                    <a:pt x="446773" y="642702"/>
                  </a:lnTo>
                  <a:lnTo>
                    <a:pt x="446413" y="642714"/>
                  </a:lnTo>
                  <a:lnTo>
                    <a:pt x="446307" y="643324"/>
                  </a:lnTo>
                  <a:lnTo>
                    <a:pt x="446706" y="643760"/>
                  </a:lnTo>
                  <a:lnTo>
                    <a:pt x="446452" y="644355"/>
                  </a:lnTo>
                  <a:lnTo>
                    <a:pt x="446648" y="644373"/>
                  </a:lnTo>
                  <a:lnTo>
                    <a:pt x="446940" y="643720"/>
                  </a:lnTo>
                  <a:lnTo>
                    <a:pt x="447546" y="643767"/>
                  </a:lnTo>
                  <a:lnTo>
                    <a:pt x="447248" y="644979"/>
                  </a:lnTo>
                  <a:lnTo>
                    <a:pt x="447740" y="645035"/>
                  </a:lnTo>
                  <a:lnTo>
                    <a:pt x="447798" y="645238"/>
                  </a:lnTo>
                  <a:lnTo>
                    <a:pt x="447331" y="645517"/>
                  </a:lnTo>
                  <a:lnTo>
                    <a:pt x="447421" y="645703"/>
                  </a:lnTo>
                  <a:lnTo>
                    <a:pt x="448049" y="645737"/>
                  </a:lnTo>
                  <a:lnTo>
                    <a:pt x="448069" y="646045"/>
                  </a:lnTo>
                  <a:lnTo>
                    <a:pt x="448645" y="646346"/>
                  </a:lnTo>
                  <a:lnTo>
                    <a:pt x="448510" y="646600"/>
                  </a:lnTo>
                  <a:lnTo>
                    <a:pt x="447830" y="646701"/>
                  </a:lnTo>
                  <a:lnTo>
                    <a:pt x="447165" y="645881"/>
                  </a:lnTo>
                  <a:lnTo>
                    <a:pt x="446698" y="646516"/>
                  </a:lnTo>
                  <a:lnTo>
                    <a:pt x="446973" y="647012"/>
                  </a:lnTo>
                  <a:lnTo>
                    <a:pt x="447219" y="646958"/>
                  </a:lnTo>
                  <a:lnTo>
                    <a:pt x="447559" y="647299"/>
                  </a:lnTo>
                  <a:lnTo>
                    <a:pt x="446736" y="647273"/>
                  </a:lnTo>
                  <a:lnTo>
                    <a:pt x="446406" y="647744"/>
                  </a:lnTo>
                  <a:lnTo>
                    <a:pt x="447445" y="647957"/>
                  </a:lnTo>
                  <a:lnTo>
                    <a:pt x="447160" y="648499"/>
                  </a:lnTo>
                  <a:lnTo>
                    <a:pt x="447454" y="649062"/>
                  </a:lnTo>
                  <a:lnTo>
                    <a:pt x="446818" y="649094"/>
                  </a:lnTo>
                  <a:lnTo>
                    <a:pt x="446490" y="648563"/>
                  </a:lnTo>
                  <a:lnTo>
                    <a:pt x="446691" y="648081"/>
                  </a:lnTo>
                  <a:lnTo>
                    <a:pt x="446342" y="647870"/>
                  </a:lnTo>
                  <a:lnTo>
                    <a:pt x="445674" y="648477"/>
                  </a:lnTo>
                  <a:lnTo>
                    <a:pt x="446341" y="648868"/>
                  </a:lnTo>
                  <a:lnTo>
                    <a:pt x="446161" y="649486"/>
                  </a:lnTo>
                  <a:lnTo>
                    <a:pt x="445763" y="649837"/>
                  </a:lnTo>
                  <a:lnTo>
                    <a:pt x="445329" y="649266"/>
                  </a:lnTo>
                  <a:lnTo>
                    <a:pt x="444536" y="649492"/>
                  </a:lnTo>
                  <a:lnTo>
                    <a:pt x="444694" y="649979"/>
                  </a:lnTo>
                  <a:lnTo>
                    <a:pt x="444251" y="650634"/>
                  </a:lnTo>
                  <a:lnTo>
                    <a:pt x="444298" y="651090"/>
                  </a:lnTo>
                  <a:lnTo>
                    <a:pt x="444778" y="651351"/>
                  </a:lnTo>
                  <a:lnTo>
                    <a:pt x="444724" y="651669"/>
                  </a:lnTo>
                  <a:lnTo>
                    <a:pt x="444517" y="652052"/>
                  </a:lnTo>
                  <a:lnTo>
                    <a:pt x="444090" y="651773"/>
                  </a:lnTo>
                  <a:lnTo>
                    <a:pt x="443694" y="651968"/>
                  </a:lnTo>
                  <a:lnTo>
                    <a:pt x="443646" y="652484"/>
                  </a:lnTo>
                  <a:lnTo>
                    <a:pt x="445049" y="652975"/>
                  </a:lnTo>
                  <a:lnTo>
                    <a:pt x="445214" y="653461"/>
                  </a:lnTo>
                  <a:lnTo>
                    <a:pt x="444709" y="653628"/>
                  </a:lnTo>
                  <a:lnTo>
                    <a:pt x="444692" y="654209"/>
                  </a:lnTo>
                  <a:lnTo>
                    <a:pt x="444270" y="654231"/>
                  </a:lnTo>
                  <a:lnTo>
                    <a:pt x="443851" y="653750"/>
                  </a:lnTo>
                  <a:lnTo>
                    <a:pt x="444246" y="652872"/>
                  </a:lnTo>
                  <a:lnTo>
                    <a:pt x="443718" y="652732"/>
                  </a:lnTo>
                  <a:lnTo>
                    <a:pt x="443637" y="653020"/>
                  </a:lnTo>
                  <a:lnTo>
                    <a:pt x="442687" y="653776"/>
                  </a:lnTo>
                  <a:lnTo>
                    <a:pt x="442241" y="653698"/>
                  </a:lnTo>
                  <a:lnTo>
                    <a:pt x="442831" y="654583"/>
                  </a:lnTo>
                  <a:lnTo>
                    <a:pt x="441444" y="656557"/>
                  </a:lnTo>
                  <a:lnTo>
                    <a:pt x="442093" y="656315"/>
                  </a:lnTo>
                  <a:lnTo>
                    <a:pt x="442011" y="656724"/>
                  </a:lnTo>
                  <a:lnTo>
                    <a:pt x="440858" y="656659"/>
                  </a:lnTo>
                  <a:lnTo>
                    <a:pt x="440491" y="656164"/>
                  </a:lnTo>
                  <a:lnTo>
                    <a:pt x="439596" y="656012"/>
                  </a:lnTo>
                  <a:lnTo>
                    <a:pt x="439133" y="656352"/>
                  </a:lnTo>
                  <a:lnTo>
                    <a:pt x="438604" y="655779"/>
                  </a:lnTo>
                  <a:lnTo>
                    <a:pt x="438130" y="655902"/>
                  </a:lnTo>
                  <a:lnTo>
                    <a:pt x="434549" y="655602"/>
                  </a:lnTo>
                  <a:lnTo>
                    <a:pt x="433900" y="656232"/>
                  </a:lnTo>
                  <a:lnTo>
                    <a:pt x="434029" y="657052"/>
                  </a:lnTo>
                  <a:lnTo>
                    <a:pt x="434029" y="657954"/>
                  </a:lnTo>
                  <a:lnTo>
                    <a:pt x="434957" y="659397"/>
                  </a:lnTo>
                  <a:lnTo>
                    <a:pt x="433612" y="660268"/>
                  </a:lnTo>
                  <a:lnTo>
                    <a:pt x="434396" y="661183"/>
                  </a:lnTo>
                  <a:lnTo>
                    <a:pt x="434725" y="660677"/>
                  </a:lnTo>
                  <a:lnTo>
                    <a:pt x="435257" y="660581"/>
                  </a:lnTo>
                  <a:lnTo>
                    <a:pt x="435369" y="661334"/>
                  </a:lnTo>
                  <a:lnTo>
                    <a:pt x="434606" y="662317"/>
                  </a:lnTo>
                  <a:lnTo>
                    <a:pt x="434260" y="662458"/>
                  </a:lnTo>
                  <a:lnTo>
                    <a:pt x="432897" y="662311"/>
                  </a:lnTo>
                  <a:lnTo>
                    <a:pt x="432668" y="661474"/>
                  </a:lnTo>
                  <a:lnTo>
                    <a:pt x="431901" y="662213"/>
                  </a:lnTo>
                  <a:lnTo>
                    <a:pt x="431797" y="663179"/>
                  </a:lnTo>
                  <a:lnTo>
                    <a:pt x="433018" y="664618"/>
                  </a:lnTo>
                  <a:lnTo>
                    <a:pt x="432988" y="666088"/>
                  </a:lnTo>
                  <a:lnTo>
                    <a:pt x="433302" y="666779"/>
                  </a:lnTo>
                  <a:lnTo>
                    <a:pt x="433003" y="667061"/>
                  </a:lnTo>
                  <a:lnTo>
                    <a:pt x="432612" y="667066"/>
                  </a:lnTo>
                  <a:lnTo>
                    <a:pt x="432014" y="666542"/>
                  </a:lnTo>
                  <a:lnTo>
                    <a:pt x="431737" y="666613"/>
                  </a:lnTo>
                  <a:lnTo>
                    <a:pt x="431352" y="667220"/>
                  </a:lnTo>
                  <a:lnTo>
                    <a:pt x="431246" y="669053"/>
                  </a:lnTo>
                  <a:lnTo>
                    <a:pt x="431442" y="669393"/>
                  </a:lnTo>
                  <a:lnTo>
                    <a:pt x="431809" y="669799"/>
                  </a:lnTo>
                  <a:lnTo>
                    <a:pt x="432419" y="669485"/>
                  </a:lnTo>
                  <a:lnTo>
                    <a:pt x="432886" y="669842"/>
                  </a:lnTo>
                  <a:lnTo>
                    <a:pt x="432225" y="670690"/>
                  </a:lnTo>
                  <a:lnTo>
                    <a:pt x="431526" y="670863"/>
                  </a:lnTo>
                  <a:lnTo>
                    <a:pt x="431668" y="671889"/>
                  </a:lnTo>
                  <a:lnTo>
                    <a:pt x="432279" y="672534"/>
                  </a:lnTo>
                  <a:lnTo>
                    <a:pt x="432389" y="672969"/>
                  </a:lnTo>
                  <a:lnTo>
                    <a:pt x="432121" y="673315"/>
                  </a:lnTo>
                  <a:lnTo>
                    <a:pt x="431440" y="673315"/>
                  </a:lnTo>
                  <a:lnTo>
                    <a:pt x="430987" y="673880"/>
                  </a:lnTo>
                  <a:lnTo>
                    <a:pt x="431342" y="674436"/>
                  </a:lnTo>
                  <a:lnTo>
                    <a:pt x="430951" y="675277"/>
                  </a:lnTo>
                  <a:lnTo>
                    <a:pt x="431536" y="676437"/>
                  </a:lnTo>
                  <a:lnTo>
                    <a:pt x="432412" y="676742"/>
                  </a:lnTo>
                  <a:lnTo>
                    <a:pt x="432452" y="678334"/>
                  </a:lnTo>
                  <a:lnTo>
                    <a:pt x="431963" y="679425"/>
                  </a:lnTo>
                  <a:lnTo>
                    <a:pt x="431539" y="679359"/>
                  </a:lnTo>
                  <a:lnTo>
                    <a:pt x="431180" y="678924"/>
                  </a:lnTo>
                  <a:lnTo>
                    <a:pt x="430408" y="679271"/>
                  </a:lnTo>
                  <a:lnTo>
                    <a:pt x="430659" y="680019"/>
                  </a:lnTo>
                  <a:lnTo>
                    <a:pt x="432067" y="681716"/>
                  </a:lnTo>
                  <a:lnTo>
                    <a:pt x="432042" y="682387"/>
                  </a:lnTo>
                  <a:lnTo>
                    <a:pt x="432785" y="682601"/>
                  </a:lnTo>
                  <a:lnTo>
                    <a:pt x="434202" y="683552"/>
                  </a:lnTo>
                  <a:lnTo>
                    <a:pt x="433144" y="684484"/>
                  </a:lnTo>
                  <a:lnTo>
                    <a:pt x="433142" y="685712"/>
                  </a:lnTo>
                  <a:lnTo>
                    <a:pt x="434134" y="685967"/>
                  </a:lnTo>
                  <a:lnTo>
                    <a:pt x="434420" y="686519"/>
                  </a:lnTo>
                  <a:lnTo>
                    <a:pt x="434253" y="687333"/>
                  </a:lnTo>
                  <a:lnTo>
                    <a:pt x="433574" y="687328"/>
                  </a:lnTo>
                  <a:lnTo>
                    <a:pt x="432479" y="688763"/>
                  </a:lnTo>
                  <a:lnTo>
                    <a:pt x="432222" y="691367"/>
                  </a:lnTo>
                  <a:lnTo>
                    <a:pt x="431826" y="691821"/>
                  </a:lnTo>
                  <a:lnTo>
                    <a:pt x="430769" y="692303"/>
                  </a:lnTo>
                  <a:lnTo>
                    <a:pt x="429610" y="693741"/>
                  </a:lnTo>
                  <a:lnTo>
                    <a:pt x="427319" y="694894"/>
                  </a:lnTo>
                  <a:lnTo>
                    <a:pt x="426499" y="696029"/>
                  </a:lnTo>
                  <a:lnTo>
                    <a:pt x="426331" y="697480"/>
                  </a:lnTo>
                  <a:lnTo>
                    <a:pt x="426753" y="698976"/>
                  </a:lnTo>
                  <a:lnTo>
                    <a:pt x="427451" y="699971"/>
                  </a:lnTo>
                  <a:lnTo>
                    <a:pt x="429905" y="702298"/>
                  </a:lnTo>
                  <a:lnTo>
                    <a:pt x="430518" y="703426"/>
                  </a:lnTo>
                  <a:lnTo>
                    <a:pt x="430831" y="704658"/>
                  </a:lnTo>
                  <a:lnTo>
                    <a:pt x="430687" y="706175"/>
                  </a:lnTo>
                  <a:lnTo>
                    <a:pt x="429862" y="706983"/>
                  </a:lnTo>
                  <a:lnTo>
                    <a:pt x="429720" y="707634"/>
                  </a:lnTo>
                  <a:lnTo>
                    <a:pt x="427989" y="707997"/>
                  </a:lnTo>
                  <a:lnTo>
                    <a:pt x="428449" y="708556"/>
                  </a:lnTo>
                  <a:lnTo>
                    <a:pt x="428420" y="709310"/>
                  </a:lnTo>
                  <a:lnTo>
                    <a:pt x="428691" y="709453"/>
                  </a:lnTo>
                  <a:lnTo>
                    <a:pt x="429226" y="709172"/>
                  </a:lnTo>
                  <a:lnTo>
                    <a:pt x="429487" y="709305"/>
                  </a:lnTo>
                  <a:lnTo>
                    <a:pt x="428908" y="710831"/>
                  </a:lnTo>
                  <a:lnTo>
                    <a:pt x="428164" y="711228"/>
                  </a:lnTo>
                  <a:lnTo>
                    <a:pt x="428230" y="711708"/>
                  </a:lnTo>
                  <a:lnTo>
                    <a:pt x="428860" y="712202"/>
                  </a:lnTo>
                  <a:lnTo>
                    <a:pt x="427845" y="713632"/>
                  </a:lnTo>
                  <a:lnTo>
                    <a:pt x="428303" y="714886"/>
                  </a:lnTo>
                  <a:lnTo>
                    <a:pt x="428900" y="715147"/>
                  </a:lnTo>
                  <a:lnTo>
                    <a:pt x="429554" y="714811"/>
                  </a:lnTo>
                  <a:lnTo>
                    <a:pt x="430032" y="713913"/>
                  </a:lnTo>
                  <a:lnTo>
                    <a:pt x="430315" y="713966"/>
                  </a:lnTo>
                  <a:lnTo>
                    <a:pt x="430487" y="714455"/>
                  </a:lnTo>
                  <a:lnTo>
                    <a:pt x="430310" y="715518"/>
                  </a:lnTo>
                  <a:lnTo>
                    <a:pt x="428290" y="715961"/>
                  </a:lnTo>
                  <a:lnTo>
                    <a:pt x="427187" y="717663"/>
                  </a:lnTo>
                  <a:lnTo>
                    <a:pt x="428242" y="718576"/>
                  </a:lnTo>
                  <a:lnTo>
                    <a:pt x="428313" y="718931"/>
                  </a:lnTo>
                  <a:lnTo>
                    <a:pt x="428074" y="719168"/>
                  </a:lnTo>
                  <a:lnTo>
                    <a:pt x="428215" y="719640"/>
                  </a:lnTo>
                  <a:lnTo>
                    <a:pt x="429400" y="720100"/>
                  </a:lnTo>
                  <a:lnTo>
                    <a:pt x="429607" y="720962"/>
                  </a:lnTo>
                  <a:lnTo>
                    <a:pt x="429867" y="721148"/>
                  </a:lnTo>
                  <a:lnTo>
                    <a:pt x="430410" y="720874"/>
                  </a:lnTo>
                  <a:lnTo>
                    <a:pt x="430499" y="721538"/>
                  </a:lnTo>
                  <a:lnTo>
                    <a:pt x="430919" y="721562"/>
                  </a:lnTo>
                  <a:lnTo>
                    <a:pt x="431376" y="721932"/>
                  </a:lnTo>
                  <a:lnTo>
                    <a:pt x="431695" y="721399"/>
                  </a:lnTo>
                  <a:lnTo>
                    <a:pt x="432047" y="721403"/>
                  </a:lnTo>
                  <a:lnTo>
                    <a:pt x="432342" y="721986"/>
                  </a:lnTo>
                  <a:lnTo>
                    <a:pt x="432791" y="723469"/>
                  </a:lnTo>
                  <a:lnTo>
                    <a:pt x="432483" y="724656"/>
                  </a:lnTo>
                  <a:lnTo>
                    <a:pt x="431420" y="723905"/>
                  </a:lnTo>
                  <a:lnTo>
                    <a:pt x="430998" y="724296"/>
                  </a:lnTo>
                  <a:lnTo>
                    <a:pt x="431164" y="724603"/>
                  </a:lnTo>
                  <a:lnTo>
                    <a:pt x="431564" y="724846"/>
                  </a:lnTo>
                  <a:lnTo>
                    <a:pt x="433679" y="724819"/>
                  </a:lnTo>
                  <a:lnTo>
                    <a:pt x="434397" y="725389"/>
                  </a:lnTo>
                  <a:lnTo>
                    <a:pt x="434444" y="725693"/>
                  </a:lnTo>
                  <a:lnTo>
                    <a:pt x="433946" y="725913"/>
                  </a:lnTo>
                  <a:lnTo>
                    <a:pt x="433751" y="726310"/>
                  </a:lnTo>
                  <a:lnTo>
                    <a:pt x="434806" y="726569"/>
                  </a:lnTo>
                  <a:lnTo>
                    <a:pt x="435192" y="727573"/>
                  </a:lnTo>
                  <a:lnTo>
                    <a:pt x="434419" y="728066"/>
                  </a:lnTo>
                  <a:lnTo>
                    <a:pt x="434497" y="728833"/>
                  </a:lnTo>
                  <a:lnTo>
                    <a:pt x="435183" y="730414"/>
                  </a:lnTo>
                  <a:lnTo>
                    <a:pt x="435988" y="731576"/>
                  </a:lnTo>
                  <a:lnTo>
                    <a:pt x="437147" y="732653"/>
                  </a:lnTo>
                  <a:lnTo>
                    <a:pt x="437172" y="733437"/>
                  </a:lnTo>
                  <a:lnTo>
                    <a:pt x="436601" y="734210"/>
                  </a:lnTo>
                  <a:lnTo>
                    <a:pt x="437081" y="734692"/>
                  </a:lnTo>
                  <a:lnTo>
                    <a:pt x="437063" y="736111"/>
                  </a:lnTo>
                  <a:lnTo>
                    <a:pt x="437782" y="735859"/>
                  </a:lnTo>
                  <a:lnTo>
                    <a:pt x="438647" y="735980"/>
                  </a:lnTo>
                  <a:lnTo>
                    <a:pt x="438976" y="736439"/>
                  </a:lnTo>
                  <a:lnTo>
                    <a:pt x="438896" y="737439"/>
                  </a:lnTo>
                  <a:lnTo>
                    <a:pt x="440783" y="738063"/>
                  </a:lnTo>
                  <a:lnTo>
                    <a:pt x="441507" y="739055"/>
                  </a:lnTo>
                  <a:lnTo>
                    <a:pt x="440737" y="739717"/>
                  </a:lnTo>
                  <a:lnTo>
                    <a:pt x="439611" y="739458"/>
                  </a:lnTo>
                  <a:lnTo>
                    <a:pt x="439796" y="740710"/>
                  </a:lnTo>
                  <a:lnTo>
                    <a:pt x="439269" y="741420"/>
                  </a:lnTo>
                  <a:lnTo>
                    <a:pt x="439713" y="741949"/>
                  </a:lnTo>
                  <a:lnTo>
                    <a:pt x="440792" y="742569"/>
                  </a:lnTo>
                  <a:lnTo>
                    <a:pt x="447647" y="738311"/>
                  </a:lnTo>
                  <a:lnTo>
                    <a:pt x="450176" y="743063"/>
                  </a:lnTo>
                  <a:lnTo>
                    <a:pt x="452122" y="748343"/>
                  </a:lnTo>
                  <a:lnTo>
                    <a:pt x="452897" y="751495"/>
                  </a:lnTo>
                  <a:lnTo>
                    <a:pt x="453665" y="753236"/>
                  </a:lnTo>
                  <a:lnTo>
                    <a:pt x="453925" y="753158"/>
                  </a:lnTo>
                  <a:lnTo>
                    <a:pt x="454734" y="753882"/>
                  </a:lnTo>
                  <a:lnTo>
                    <a:pt x="454673" y="754198"/>
                  </a:lnTo>
                  <a:lnTo>
                    <a:pt x="455178" y="754913"/>
                  </a:lnTo>
                  <a:lnTo>
                    <a:pt x="455446" y="757026"/>
                  </a:lnTo>
                  <a:lnTo>
                    <a:pt x="455761" y="757006"/>
                  </a:lnTo>
                  <a:lnTo>
                    <a:pt x="456523" y="756082"/>
                  </a:lnTo>
                  <a:lnTo>
                    <a:pt x="456774" y="756044"/>
                  </a:lnTo>
                  <a:lnTo>
                    <a:pt x="456886" y="756519"/>
                  </a:lnTo>
                  <a:lnTo>
                    <a:pt x="457681" y="756034"/>
                  </a:lnTo>
                  <a:lnTo>
                    <a:pt x="458250" y="755138"/>
                  </a:lnTo>
                  <a:lnTo>
                    <a:pt x="458637" y="755055"/>
                  </a:lnTo>
                  <a:lnTo>
                    <a:pt x="459009" y="755385"/>
                  </a:lnTo>
                  <a:lnTo>
                    <a:pt x="459399" y="756752"/>
                  </a:lnTo>
                  <a:lnTo>
                    <a:pt x="459301" y="757074"/>
                  </a:lnTo>
                  <a:lnTo>
                    <a:pt x="458610" y="757299"/>
                  </a:lnTo>
                  <a:lnTo>
                    <a:pt x="457500" y="756732"/>
                  </a:lnTo>
                  <a:lnTo>
                    <a:pt x="457061" y="756878"/>
                  </a:lnTo>
                  <a:lnTo>
                    <a:pt x="457146" y="757887"/>
                  </a:lnTo>
                  <a:lnTo>
                    <a:pt x="457651" y="758585"/>
                  </a:lnTo>
                  <a:lnTo>
                    <a:pt x="458417" y="758420"/>
                  </a:lnTo>
                  <a:lnTo>
                    <a:pt x="458847" y="757590"/>
                  </a:lnTo>
                  <a:lnTo>
                    <a:pt x="459075" y="757528"/>
                  </a:lnTo>
                  <a:lnTo>
                    <a:pt x="460097" y="758454"/>
                  </a:lnTo>
                  <a:lnTo>
                    <a:pt x="460648" y="758535"/>
                  </a:lnTo>
                  <a:lnTo>
                    <a:pt x="461309" y="757795"/>
                  </a:lnTo>
                  <a:lnTo>
                    <a:pt x="461461" y="756947"/>
                  </a:lnTo>
                  <a:lnTo>
                    <a:pt x="461823" y="756766"/>
                  </a:lnTo>
                  <a:lnTo>
                    <a:pt x="462123" y="757369"/>
                  </a:lnTo>
                  <a:lnTo>
                    <a:pt x="461651" y="758675"/>
                  </a:lnTo>
                  <a:lnTo>
                    <a:pt x="461748" y="759137"/>
                  </a:lnTo>
                  <a:lnTo>
                    <a:pt x="462377" y="759577"/>
                  </a:lnTo>
                  <a:lnTo>
                    <a:pt x="463484" y="759551"/>
                  </a:lnTo>
                  <a:lnTo>
                    <a:pt x="464183" y="761690"/>
                  </a:lnTo>
                  <a:lnTo>
                    <a:pt x="464074" y="762109"/>
                  </a:lnTo>
                  <a:lnTo>
                    <a:pt x="464290" y="762374"/>
                  </a:lnTo>
                  <a:lnTo>
                    <a:pt x="465843" y="762621"/>
                  </a:lnTo>
                  <a:lnTo>
                    <a:pt x="466345" y="763115"/>
                  </a:lnTo>
                  <a:lnTo>
                    <a:pt x="466371" y="765614"/>
                  </a:lnTo>
                  <a:lnTo>
                    <a:pt x="466033" y="766687"/>
                  </a:lnTo>
                  <a:lnTo>
                    <a:pt x="466518" y="767670"/>
                  </a:lnTo>
                  <a:lnTo>
                    <a:pt x="466001" y="767364"/>
                  </a:lnTo>
                  <a:lnTo>
                    <a:pt x="465877" y="767683"/>
                  </a:lnTo>
                  <a:lnTo>
                    <a:pt x="464589" y="766668"/>
                  </a:lnTo>
                  <a:lnTo>
                    <a:pt x="464326" y="767165"/>
                  </a:lnTo>
                  <a:lnTo>
                    <a:pt x="465131" y="767368"/>
                  </a:lnTo>
                  <a:lnTo>
                    <a:pt x="465436" y="767933"/>
                  </a:lnTo>
                  <a:lnTo>
                    <a:pt x="465325" y="768338"/>
                  </a:lnTo>
                  <a:lnTo>
                    <a:pt x="464489" y="768390"/>
                  </a:lnTo>
                  <a:lnTo>
                    <a:pt x="463964" y="768167"/>
                  </a:lnTo>
                  <a:lnTo>
                    <a:pt x="463929" y="768971"/>
                  </a:lnTo>
                  <a:lnTo>
                    <a:pt x="463705" y="769051"/>
                  </a:lnTo>
                  <a:lnTo>
                    <a:pt x="463338" y="768660"/>
                  </a:lnTo>
                  <a:lnTo>
                    <a:pt x="463241" y="768828"/>
                  </a:lnTo>
                  <a:lnTo>
                    <a:pt x="463687" y="769446"/>
                  </a:lnTo>
                  <a:lnTo>
                    <a:pt x="463451" y="770038"/>
                  </a:lnTo>
                  <a:lnTo>
                    <a:pt x="464858" y="770321"/>
                  </a:lnTo>
                  <a:lnTo>
                    <a:pt x="465374" y="769827"/>
                  </a:lnTo>
                  <a:lnTo>
                    <a:pt x="465903" y="770128"/>
                  </a:lnTo>
                  <a:lnTo>
                    <a:pt x="466820" y="770058"/>
                  </a:lnTo>
                  <a:lnTo>
                    <a:pt x="467304" y="770781"/>
                  </a:lnTo>
                  <a:lnTo>
                    <a:pt x="467051" y="771195"/>
                  </a:lnTo>
                  <a:lnTo>
                    <a:pt x="466414" y="771395"/>
                  </a:lnTo>
                  <a:lnTo>
                    <a:pt x="466235" y="771131"/>
                  </a:lnTo>
                  <a:lnTo>
                    <a:pt x="465337" y="770885"/>
                  </a:lnTo>
                  <a:lnTo>
                    <a:pt x="464273" y="771126"/>
                  </a:lnTo>
                  <a:lnTo>
                    <a:pt x="463683" y="772270"/>
                  </a:lnTo>
                  <a:lnTo>
                    <a:pt x="463123" y="772406"/>
                  </a:lnTo>
                  <a:lnTo>
                    <a:pt x="463055" y="772958"/>
                  </a:lnTo>
                  <a:lnTo>
                    <a:pt x="462206" y="772528"/>
                  </a:lnTo>
                  <a:lnTo>
                    <a:pt x="461955" y="772613"/>
                  </a:lnTo>
                  <a:lnTo>
                    <a:pt x="461517" y="773330"/>
                  </a:lnTo>
                  <a:lnTo>
                    <a:pt x="462377" y="773943"/>
                  </a:lnTo>
                  <a:lnTo>
                    <a:pt x="462712" y="774662"/>
                  </a:lnTo>
                  <a:lnTo>
                    <a:pt x="463781" y="775114"/>
                  </a:lnTo>
                  <a:lnTo>
                    <a:pt x="464141" y="775799"/>
                  </a:lnTo>
                  <a:lnTo>
                    <a:pt x="464088" y="776143"/>
                  </a:lnTo>
                  <a:lnTo>
                    <a:pt x="463114" y="776745"/>
                  </a:lnTo>
                  <a:lnTo>
                    <a:pt x="462341" y="776775"/>
                  </a:lnTo>
                  <a:lnTo>
                    <a:pt x="461903" y="777223"/>
                  </a:lnTo>
                  <a:lnTo>
                    <a:pt x="461016" y="777472"/>
                  </a:lnTo>
                  <a:lnTo>
                    <a:pt x="459616" y="778365"/>
                  </a:lnTo>
                  <a:lnTo>
                    <a:pt x="460151" y="779940"/>
                  </a:lnTo>
                  <a:lnTo>
                    <a:pt x="461264" y="781849"/>
                  </a:lnTo>
                  <a:lnTo>
                    <a:pt x="461118" y="782389"/>
                  </a:lnTo>
                  <a:lnTo>
                    <a:pt x="460052" y="782220"/>
                  </a:lnTo>
                  <a:lnTo>
                    <a:pt x="460334" y="783488"/>
                  </a:lnTo>
                  <a:lnTo>
                    <a:pt x="460981" y="783632"/>
                  </a:lnTo>
                  <a:lnTo>
                    <a:pt x="461564" y="783195"/>
                  </a:lnTo>
                  <a:lnTo>
                    <a:pt x="462000" y="783470"/>
                  </a:lnTo>
                  <a:lnTo>
                    <a:pt x="462922" y="782644"/>
                  </a:lnTo>
                  <a:lnTo>
                    <a:pt x="463789" y="783003"/>
                  </a:lnTo>
                  <a:lnTo>
                    <a:pt x="464744" y="782416"/>
                  </a:lnTo>
                  <a:lnTo>
                    <a:pt x="465386" y="782733"/>
                  </a:lnTo>
                  <a:lnTo>
                    <a:pt x="466464" y="784138"/>
                  </a:lnTo>
                  <a:lnTo>
                    <a:pt x="467369" y="784484"/>
                  </a:lnTo>
                  <a:lnTo>
                    <a:pt x="467444" y="785134"/>
                  </a:lnTo>
                  <a:lnTo>
                    <a:pt x="466983" y="785730"/>
                  </a:lnTo>
                  <a:lnTo>
                    <a:pt x="466111" y="786068"/>
                  </a:lnTo>
                  <a:lnTo>
                    <a:pt x="466284" y="786899"/>
                  </a:lnTo>
                  <a:lnTo>
                    <a:pt x="465866" y="787739"/>
                  </a:lnTo>
                  <a:lnTo>
                    <a:pt x="464794" y="787227"/>
                  </a:lnTo>
                  <a:lnTo>
                    <a:pt x="464147" y="786134"/>
                  </a:lnTo>
                  <a:lnTo>
                    <a:pt x="462683" y="786529"/>
                  </a:lnTo>
                  <a:lnTo>
                    <a:pt x="461944" y="786316"/>
                  </a:lnTo>
                  <a:lnTo>
                    <a:pt x="461602" y="786525"/>
                  </a:lnTo>
                  <a:lnTo>
                    <a:pt x="461295" y="786239"/>
                  </a:lnTo>
                  <a:lnTo>
                    <a:pt x="461052" y="785363"/>
                  </a:lnTo>
                  <a:lnTo>
                    <a:pt x="460777" y="785365"/>
                  </a:lnTo>
                  <a:lnTo>
                    <a:pt x="460625" y="785697"/>
                  </a:lnTo>
                  <a:lnTo>
                    <a:pt x="460794" y="786760"/>
                  </a:lnTo>
                  <a:lnTo>
                    <a:pt x="460433" y="787268"/>
                  </a:lnTo>
                  <a:lnTo>
                    <a:pt x="459860" y="787367"/>
                  </a:lnTo>
                  <a:lnTo>
                    <a:pt x="460870" y="788477"/>
                  </a:lnTo>
                  <a:lnTo>
                    <a:pt x="461400" y="788747"/>
                  </a:lnTo>
                  <a:lnTo>
                    <a:pt x="461956" y="788967"/>
                  </a:lnTo>
                  <a:lnTo>
                    <a:pt x="462966" y="788762"/>
                  </a:lnTo>
                  <a:lnTo>
                    <a:pt x="464322" y="789442"/>
                  </a:lnTo>
                  <a:lnTo>
                    <a:pt x="465444" y="788419"/>
                  </a:lnTo>
                  <a:lnTo>
                    <a:pt x="466423" y="788302"/>
                  </a:lnTo>
                  <a:lnTo>
                    <a:pt x="467101" y="789236"/>
                  </a:lnTo>
                  <a:lnTo>
                    <a:pt x="467086" y="790996"/>
                  </a:lnTo>
                  <a:lnTo>
                    <a:pt x="467639" y="791633"/>
                  </a:lnTo>
                  <a:lnTo>
                    <a:pt x="467630" y="792001"/>
                  </a:lnTo>
                  <a:lnTo>
                    <a:pt x="468394" y="792328"/>
                  </a:lnTo>
                  <a:lnTo>
                    <a:pt x="469748" y="791674"/>
                  </a:lnTo>
                  <a:lnTo>
                    <a:pt x="470030" y="791213"/>
                  </a:lnTo>
                  <a:lnTo>
                    <a:pt x="470707" y="790950"/>
                  </a:lnTo>
                  <a:lnTo>
                    <a:pt x="471097" y="791480"/>
                  </a:lnTo>
                  <a:lnTo>
                    <a:pt x="471173" y="792148"/>
                  </a:lnTo>
                  <a:lnTo>
                    <a:pt x="470664" y="793553"/>
                  </a:lnTo>
                  <a:lnTo>
                    <a:pt x="469264" y="794074"/>
                  </a:lnTo>
                  <a:lnTo>
                    <a:pt x="468904" y="794673"/>
                  </a:lnTo>
                  <a:lnTo>
                    <a:pt x="469477" y="794762"/>
                  </a:lnTo>
                  <a:lnTo>
                    <a:pt x="469691" y="795203"/>
                  </a:lnTo>
                  <a:lnTo>
                    <a:pt x="470552" y="795570"/>
                  </a:lnTo>
                  <a:lnTo>
                    <a:pt x="470673" y="796121"/>
                  </a:lnTo>
                  <a:lnTo>
                    <a:pt x="469721" y="796173"/>
                  </a:lnTo>
                  <a:lnTo>
                    <a:pt x="469107" y="795655"/>
                  </a:lnTo>
                  <a:lnTo>
                    <a:pt x="467869" y="795111"/>
                  </a:lnTo>
                  <a:lnTo>
                    <a:pt x="467391" y="794469"/>
                  </a:lnTo>
                  <a:lnTo>
                    <a:pt x="466804" y="794754"/>
                  </a:lnTo>
                  <a:lnTo>
                    <a:pt x="466367" y="795487"/>
                  </a:lnTo>
                  <a:lnTo>
                    <a:pt x="468032" y="798118"/>
                  </a:lnTo>
                  <a:lnTo>
                    <a:pt x="468535" y="798181"/>
                  </a:lnTo>
                  <a:lnTo>
                    <a:pt x="469201" y="797497"/>
                  </a:lnTo>
                  <a:lnTo>
                    <a:pt x="470061" y="797733"/>
                  </a:lnTo>
                  <a:lnTo>
                    <a:pt x="470244" y="797890"/>
                  </a:lnTo>
                  <a:lnTo>
                    <a:pt x="470157" y="798840"/>
                  </a:lnTo>
                  <a:lnTo>
                    <a:pt x="470820" y="799503"/>
                  </a:lnTo>
                  <a:lnTo>
                    <a:pt x="472086" y="798608"/>
                  </a:lnTo>
                  <a:lnTo>
                    <a:pt x="472294" y="798708"/>
                  </a:lnTo>
                  <a:lnTo>
                    <a:pt x="472380" y="799883"/>
                  </a:lnTo>
                  <a:lnTo>
                    <a:pt x="471494" y="800466"/>
                  </a:lnTo>
                  <a:lnTo>
                    <a:pt x="471858" y="802319"/>
                  </a:lnTo>
                  <a:lnTo>
                    <a:pt x="472173" y="802575"/>
                  </a:lnTo>
                  <a:lnTo>
                    <a:pt x="473027" y="802155"/>
                  </a:lnTo>
                  <a:lnTo>
                    <a:pt x="473225" y="802356"/>
                  </a:lnTo>
                  <a:lnTo>
                    <a:pt x="473066" y="802779"/>
                  </a:lnTo>
                  <a:lnTo>
                    <a:pt x="471900" y="803514"/>
                  </a:lnTo>
                  <a:lnTo>
                    <a:pt x="471813" y="803963"/>
                  </a:lnTo>
                  <a:lnTo>
                    <a:pt x="472069" y="804248"/>
                  </a:lnTo>
                  <a:lnTo>
                    <a:pt x="474818" y="805969"/>
                  </a:lnTo>
                  <a:lnTo>
                    <a:pt x="475530" y="807210"/>
                  </a:lnTo>
                  <a:lnTo>
                    <a:pt x="475808" y="807347"/>
                  </a:lnTo>
                  <a:lnTo>
                    <a:pt x="477595" y="807054"/>
                  </a:lnTo>
                  <a:lnTo>
                    <a:pt x="477855" y="807250"/>
                  </a:lnTo>
                  <a:lnTo>
                    <a:pt x="477935" y="808141"/>
                  </a:lnTo>
                  <a:lnTo>
                    <a:pt x="479066" y="809481"/>
                  </a:lnTo>
                  <a:lnTo>
                    <a:pt x="479359" y="809501"/>
                  </a:lnTo>
                  <a:lnTo>
                    <a:pt x="480131" y="808863"/>
                  </a:lnTo>
                  <a:lnTo>
                    <a:pt x="480496" y="809038"/>
                  </a:lnTo>
                  <a:lnTo>
                    <a:pt x="480566" y="809501"/>
                  </a:lnTo>
                  <a:lnTo>
                    <a:pt x="479346" y="810858"/>
                  </a:lnTo>
                  <a:lnTo>
                    <a:pt x="479546" y="811919"/>
                  </a:lnTo>
                  <a:lnTo>
                    <a:pt x="478536" y="812333"/>
                  </a:lnTo>
                  <a:lnTo>
                    <a:pt x="478463" y="812528"/>
                  </a:lnTo>
                  <a:lnTo>
                    <a:pt x="478801" y="812845"/>
                  </a:lnTo>
                  <a:lnTo>
                    <a:pt x="478051" y="813261"/>
                  </a:lnTo>
                  <a:lnTo>
                    <a:pt x="478675" y="814474"/>
                  </a:lnTo>
                  <a:lnTo>
                    <a:pt x="478834" y="814877"/>
                  </a:lnTo>
                  <a:lnTo>
                    <a:pt x="479690" y="815557"/>
                  </a:lnTo>
                  <a:lnTo>
                    <a:pt x="480760" y="816189"/>
                  </a:lnTo>
                  <a:lnTo>
                    <a:pt x="481375" y="815973"/>
                  </a:lnTo>
                  <a:lnTo>
                    <a:pt x="482140" y="816268"/>
                  </a:lnTo>
                  <a:lnTo>
                    <a:pt x="482491" y="815971"/>
                  </a:lnTo>
                  <a:lnTo>
                    <a:pt x="485180" y="816153"/>
                  </a:lnTo>
                  <a:lnTo>
                    <a:pt x="485707" y="816626"/>
                  </a:lnTo>
                  <a:lnTo>
                    <a:pt x="485784" y="817563"/>
                  </a:lnTo>
                  <a:lnTo>
                    <a:pt x="486206" y="818255"/>
                  </a:lnTo>
                  <a:lnTo>
                    <a:pt x="486755" y="817534"/>
                  </a:lnTo>
                  <a:lnTo>
                    <a:pt x="487584" y="817562"/>
                  </a:lnTo>
                  <a:lnTo>
                    <a:pt x="489036" y="818939"/>
                  </a:lnTo>
                  <a:lnTo>
                    <a:pt x="489076" y="819625"/>
                  </a:lnTo>
                  <a:lnTo>
                    <a:pt x="487829" y="821095"/>
                  </a:lnTo>
                  <a:lnTo>
                    <a:pt x="486642" y="821244"/>
                  </a:lnTo>
                  <a:lnTo>
                    <a:pt x="485805" y="822460"/>
                  </a:lnTo>
                  <a:lnTo>
                    <a:pt x="484879" y="822528"/>
                  </a:lnTo>
                  <a:lnTo>
                    <a:pt x="483992" y="822287"/>
                  </a:lnTo>
                  <a:lnTo>
                    <a:pt x="483848" y="822603"/>
                  </a:lnTo>
                  <a:lnTo>
                    <a:pt x="485235" y="823920"/>
                  </a:lnTo>
                  <a:lnTo>
                    <a:pt x="486636" y="824645"/>
                  </a:lnTo>
                  <a:lnTo>
                    <a:pt x="487290" y="824713"/>
                  </a:lnTo>
                  <a:lnTo>
                    <a:pt x="488375" y="826147"/>
                  </a:lnTo>
                  <a:lnTo>
                    <a:pt x="488404" y="827501"/>
                  </a:lnTo>
                  <a:lnTo>
                    <a:pt x="488702" y="828201"/>
                  </a:lnTo>
                  <a:lnTo>
                    <a:pt x="488221" y="828698"/>
                  </a:lnTo>
                  <a:lnTo>
                    <a:pt x="487204" y="829169"/>
                  </a:lnTo>
                  <a:lnTo>
                    <a:pt x="487273" y="829439"/>
                  </a:lnTo>
                  <a:lnTo>
                    <a:pt x="488344" y="829656"/>
                  </a:lnTo>
                  <a:lnTo>
                    <a:pt x="489622" y="828360"/>
                  </a:lnTo>
                  <a:lnTo>
                    <a:pt x="490574" y="828649"/>
                  </a:lnTo>
                  <a:lnTo>
                    <a:pt x="491352" y="828599"/>
                  </a:lnTo>
                  <a:lnTo>
                    <a:pt x="491616" y="828884"/>
                  </a:lnTo>
                  <a:lnTo>
                    <a:pt x="491368" y="830203"/>
                  </a:lnTo>
                  <a:lnTo>
                    <a:pt x="492277" y="830603"/>
                  </a:lnTo>
                  <a:lnTo>
                    <a:pt x="492398" y="831278"/>
                  </a:lnTo>
                  <a:lnTo>
                    <a:pt x="491903" y="831989"/>
                  </a:lnTo>
                  <a:lnTo>
                    <a:pt x="492392" y="832442"/>
                  </a:lnTo>
                  <a:lnTo>
                    <a:pt x="492627" y="833168"/>
                  </a:lnTo>
                  <a:lnTo>
                    <a:pt x="491103" y="834370"/>
                  </a:lnTo>
                  <a:lnTo>
                    <a:pt x="491378" y="834706"/>
                  </a:lnTo>
                  <a:lnTo>
                    <a:pt x="491815" y="834725"/>
                  </a:lnTo>
                  <a:lnTo>
                    <a:pt x="492953" y="833868"/>
                  </a:lnTo>
                  <a:lnTo>
                    <a:pt x="493392" y="834070"/>
                  </a:lnTo>
                  <a:lnTo>
                    <a:pt x="493956" y="835126"/>
                  </a:lnTo>
                  <a:lnTo>
                    <a:pt x="493968" y="835995"/>
                  </a:lnTo>
                  <a:lnTo>
                    <a:pt x="493022" y="836768"/>
                  </a:lnTo>
                  <a:lnTo>
                    <a:pt x="494080" y="836776"/>
                  </a:lnTo>
                  <a:lnTo>
                    <a:pt x="494517" y="837026"/>
                  </a:lnTo>
                  <a:lnTo>
                    <a:pt x="494791" y="836888"/>
                  </a:lnTo>
                  <a:lnTo>
                    <a:pt x="494581" y="835989"/>
                  </a:lnTo>
                  <a:lnTo>
                    <a:pt x="495076" y="834779"/>
                  </a:lnTo>
                  <a:lnTo>
                    <a:pt x="494967" y="834079"/>
                  </a:lnTo>
                  <a:lnTo>
                    <a:pt x="495525" y="833452"/>
                  </a:lnTo>
                  <a:lnTo>
                    <a:pt x="496620" y="832911"/>
                  </a:lnTo>
                  <a:lnTo>
                    <a:pt x="496729" y="831929"/>
                  </a:lnTo>
                  <a:lnTo>
                    <a:pt x="497613" y="832212"/>
                  </a:lnTo>
                  <a:lnTo>
                    <a:pt x="498904" y="832020"/>
                  </a:lnTo>
                  <a:lnTo>
                    <a:pt x="499324" y="832373"/>
                  </a:lnTo>
                  <a:lnTo>
                    <a:pt x="499136" y="834141"/>
                  </a:lnTo>
                  <a:lnTo>
                    <a:pt x="498796" y="834608"/>
                  </a:lnTo>
                  <a:lnTo>
                    <a:pt x="497867" y="834770"/>
                  </a:lnTo>
                  <a:lnTo>
                    <a:pt x="497548" y="834571"/>
                  </a:lnTo>
                  <a:lnTo>
                    <a:pt x="496586" y="834945"/>
                  </a:lnTo>
                  <a:lnTo>
                    <a:pt x="496679" y="835652"/>
                  </a:lnTo>
                  <a:lnTo>
                    <a:pt x="498685" y="836247"/>
                  </a:lnTo>
                  <a:lnTo>
                    <a:pt x="499879" y="836036"/>
                  </a:lnTo>
                  <a:lnTo>
                    <a:pt x="500268" y="836412"/>
                  </a:lnTo>
                  <a:lnTo>
                    <a:pt x="500312" y="836871"/>
                  </a:lnTo>
                  <a:lnTo>
                    <a:pt x="499805" y="837819"/>
                  </a:lnTo>
                  <a:lnTo>
                    <a:pt x="498212" y="838779"/>
                  </a:lnTo>
                  <a:lnTo>
                    <a:pt x="498492" y="839856"/>
                  </a:lnTo>
                  <a:lnTo>
                    <a:pt x="498903" y="839768"/>
                  </a:lnTo>
                  <a:lnTo>
                    <a:pt x="499327" y="838828"/>
                  </a:lnTo>
                  <a:lnTo>
                    <a:pt x="499989" y="838632"/>
                  </a:lnTo>
                  <a:lnTo>
                    <a:pt x="501282" y="840278"/>
                  </a:lnTo>
                  <a:lnTo>
                    <a:pt x="501371" y="840785"/>
                  </a:lnTo>
                  <a:lnTo>
                    <a:pt x="500666" y="841118"/>
                  </a:lnTo>
                  <a:lnTo>
                    <a:pt x="499085" y="840777"/>
                  </a:lnTo>
                  <a:lnTo>
                    <a:pt x="498254" y="841565"/>
                  </a:lnTo>
                  <a:lnTo>
                    <a:pt x="498281" y="841759"/>
                  </a:lnTo>
                  <a:lnTo>
                    <a:pt x="499121" y="842825"/>
                  </a:lnTo>
                  <a:lnTo>
                    <a:pt x="499492" y="842893"/>
                  </a:lnTo>
                  <a:lnTo>
                    <a:pt x="500281" y="842304"/>
                  </a:lnTo>
                  <a:lnTo>
                    <a:pt x="500632" y="842670"/>
                  </a:lnTo>
                  <a:lnTo>
                    <a:pt x="500720" y="843736"/>
                  </a:lnTo>
                  <a:lnTo>
                    <a:pt x="500009" y="844150"/>
                  </a:lnTo>
                  <a:lnTo>
                    <a:pt x="499930" y="844426"/>
                  </a:lnTo>
                  <a:lnTo>
                    <a:pt x="500294" y="844785"/>
                  </a:lnTo>
                  <a:lnTo>
                    <a:pt x="501403" y="844471"/>
                  </a:lnTo>
                  <a:lnTo>
                    <a:pt x="501645" y="843393"/>
                  </a:lnTo>
                  <a:lnTo>
                    <a:pt x="502860" y="842730"/>
                  </a:lnTo>
                  <a:lnTo>
                    <a:pt x="503735" y="842955"/>
                  </a:lnTo>
                  <a:lnTo>
                    <a:pt x="504258" y="843814"/>
                  </a:lnTo>
                  <a:lnTo>
                    <a:pt x="503684" y="844802"/>
                  </a:lnTo>
                  <a:lnTo>
                    <a:pt x="503884" y="845254"/>
                  </a:lnTo>
                  <a:lnTo>
                    <a:pt x="502765" y="845976"/>
                  </a:lnTo>
                  <a:lnTo>
                    <a:pt x="502836" y="846200"/>
                  </a:lnTo>
                  <a:lnTo>
                    <a:pt x="503585" y="846195"/>
                  </a:lnTo>
                  <a:lnTo>
                    <a:pt x="504133" y="845446"/>
                  </a:lnTo>
                  <a:lnTo>
                    <a:pt x="504690" y="845312"/>
                  </a:lnTo>
                  <a:lnTo>
                    <a:pt x="504731" y="844002"/>
                  </a:lnTo>
                  <a:lnTo>
                    <a:pt x="505160" y="843079"/>
                  </a:lnTo>
                  <a:lnTo>
                    <a:pt x="506635" y="843813"/>
                  </a:lnTo>
                  <a:lnTo>
                    <a:pt x="506751" y="844925"/>
                  </a:lnTo>
                  <a:lnTo>
                    <a:pt x="505888" y="845509"/>
                  </a:lnTo>
                  <a:lnTo>
                    <a:pt x="505497" y="846938"/>
                  </a:lnTo>
                  <a:lnTo>
                    <a:pt x="505738" y="847361"/>
                  </a:lnTo>
                  <a:lnTo>
                    <a:pt x="503970" y="847194"/>
                  </a:lnTo>
                  <a:lnTo>
                    <a:pt x="502594" y="846718"/>
                  </a:lnTo>
                  <a:lnTo>
                    <a:pt x="500944" y="846715"/>
                  </a:lnTo>
                  <a:lnTo>
                    <a:pt x="499100" y="845412"/>
                  </a:lnTo>
                  <a:lnTo>
                    <a:pt x="497536" y="844931"/>
                  </a:lnTo>
                  <a:lnTo>
                    <a:pt x="495924" y="845102"/>
                  </a:lnTo>
                  <a:lnTo>
                    <a:pt x="494930" y="845878"/>
                  </a:lnTo>
                  <a:lnTo>
                    <a:pt x="494132" y="846110"/>
                  </a:lnTo>
                  <a:lnTo>
                    <a:pt x="493626" y="845783"/>
                  </a:lnTo>
                  <a:lnTo>
                    <a:pt x="492868" y="844240"/>
                  </a:lnTo>
                  <a:lnTo>
                    <a:pt x="492319" y="843840"/>
                  </a:lnTo>
                  <a:lnTo>
                    <a:pt x="490802" y="843322"/>
                  </a:lnTo>
                  <a:lnTo>
                    <a:pt x="489588" y="844584"/>
                  </a:lnTo>
                  <a:lnTo>
                    <a:pt x="488215" y="843044"/>
                  </a:lnTo>
                  <a:lnTo>
                    <a:pt x="485837" y="841989"/>
                  </a:lnTo>
                  <a:lnTo>
                    <a:pt x="484227" y="841734"/>
                  </a:lnTo>
                  <a:lnTo>
                    <a:pt x="483136" y="841989"/>
                  </a:lnTo>
                  <a:lnTo>
                    <a:pt x="479615" y="843605"/>
                  </a:lnTo>
                  <a:lnTo>
                    <a:pt x="479738" y="844125"/>
                  </a:lnTo>
                  <a:lnTo>
                    <a:pt x="479585" y="844251"/>
                  </a:lnTo>
                  <a:lnTo>
                    <a:pt x="478382" y="844262"/>
                  </a:lnTo>
                  <a:lnTo>
                    <a:pt x="477925" y="844568"/>
                  </a:lnTo>
                  <a:lnTo>
                    <a:pt x="477431" y="846226"/>
                  </a:lnTo>
                  <a:lnTo>
                    <a:pt x="476842" y="846690"/>
                  </a:lnTo>
                  <a:lnTo>
                    <a:pt x="475993" y="846974"/>
                  </a:lnTo>
                  <a:lnTo>
                    <a:pt x="474937" y="846983"/>
                  </a:lnTo>
                  <a:lnTo>
                    <a:pt x="474288" y="847638"/>
                  </a:lnTo>
                  <a:lnTo>
                    <a:pt x="473438" y="848057"/>
                  </a:lnTo>
                  <a:lnTo>
                    <a:pt x="470118" y="848881"/>
                  </a:lnTo>
                  <a:lnTo>
                    <a:pt x="469406" y="851420"/>
                  </a:lnTo>
                  <a:lnTo>
                    <a:pt x="469466" y="854285"/>
                  </a:lnTo>
                  <a:lnTo>
                    <a:pt x="470149" y="854960"/>
                  </a:lnTo>
                  <a:lnTo>
                    <a:pt x="470153" y="855233"/>
                  </a:lnTo>
                  <a:lnTo>
                    <a:pt x="469270" y="858139"/>
                  </a:lnTo>
                  <a:lnTo>
                    <a:pt x="468309" y="859906"/>
                  </a:lnTo>
                  <a:lnTo>
                    <a:pt x="467437" y="863113"/>
                  </a:lnTo>
                  <a:lnTo>
                    <a:pt x="467083" y="864406"/>
                  </a:lnTo>
                  <a:lnTo>
                    <a:pt x="467072" y="865080"/>
                  </a:lnTo>
                  <a:lnTo>
                    <a:pt x="467360" y="865791"/>
                  </a:lnTo>
                  <a:lnTo>
                    <a:pt x="466529" y="866417"/>
                  </a:lnTo>
                  <a:lnTo>
                    <a:pt x="463202" y="867687"/>
                  </a:lnTo>
                  <a:lnTo>
                    <a:pt x="461792" y="866246"/>
                  </a:lnTo>
                  <a:lnTo>
                    <a:pt x="461124" y="866965"/>
                  </a:lnTo>
                  <a:lnTo>
                    <a:pt x="460382" y="869938"/>
                  </a:lnTo>
                  <a:lnTo>
                    <a:pt x="459999" y="870666"/>
                  </a:lnTo>
                  <a:lnTo>
                    <a:pt x="459941" y="872139"/>
                  </a:lnTo>
                  <a:lnTo>
                    <a:pt x="459000" y="872450"/>
                  </a:lnTo>
                  <a:lnTo>
                    <a:pt x="458526" y="874560"/>
                  </a:lnTo>
                  <a:lnTo>
                    <a:pt x="457852" y="874665"/>
                  </a:lnTo>
                  <a:lnTo>
                    <a:pt x="458282" y="877401"/>
                  </a:lnTo>
                  <a:lnTo>
                    <a:pt x="457297" y="877875"/>
                  </a:lnTo>
                  <a:lnTo>
                    <a:pt x="456390" y="877833"/>
                  </a:lnTo>
                  <a:lnTo>
                    <a:pt x="455130" y="879093"/>
                  </a:lnTo>
                  <a:lnTo>
                    <a:pt x="456105" y="880015"/>
                  </a:lnTo>
                  <a:lnTo>
                    <a:pt x="456547" y="881904"/>
                  </a:lnTo>
                  <a:lnTo>
                    <a:pt x="457295" y="882773"/>
                  </a:lnTo>
                  <a:lnTo>
                    <a:pt x="457825" y="882874"/>
                  </a:lnTo>
                  <a:lnTo>
                    <a:pt x="458253" y="883885"/>
                  </a:lnTo>
                  <a:lnTo>
                    <a:pt x="458283" y="886758"/>
                  </a:lnTo>
                  <a:lnTo>
                    <a:pt x="458032" y="888426"/>
                  </a:lnTo>
                  <a:lnTo>
                    <a:pt x="456394" y="889631"/>
                  </a:lnTo>
                  <a:lnTo>
                    <a:pt x="456136" y="886780"/>
                  </a:lnTo>
                  <a:lnTo>
                    <a:pt x="455684" y="885260"/>
                  </a:lnTo>
                  <a:lnTo>
                    <a:pt x="453891" y="883412"/>
                  </a:lnTo>
                  <a:lnTo>
                    <a:pt x="453009" y="880879"/>
                  </a:lnTo>
                  <a:lnTo>
                    <a:pt x="452283" y="879769"/>
                  </a:lnTo>
                  <a:lnTo>
                    <a:pt x="450994" y="876918"/>
                  </a:lnTo>
                  <a:lnTo>
                    <a:pt x="449994" y="875761"/>
                  </a:lnTo>
                  <a:lnTo>
                    <a:pt x="449574" y="874708"/>
                  </a:lnTo>
                  <a:lnTo>
                    <a:pt x="448796" y="873987"/>
                  </a:lnTo>
                  <a:lnTo>
                    <a:pt x="448081" y="872692"/>
                  </a:lnTo>
                  <a:lnTo>
                    <a:pt x="448059" y="870710"/>
                  </a:lnTo>
                  <a:lnTo>
                    <a:pt x="447405" y="867650"/>
                  </a:lnTo>
                  <a:lnTo>
                    <a:pt x="447243" y="863964"/>
                  </a:lnTo>
                  <a:lnTo>
                    <a:pt x="446943" y="862823"/>
                  </a:lnTo>
                  <a:lnTo>
                    <a:pt x="445426" y="863419"/>
                  </a:lnTo>
                  <a:lnTo>
                    <a:pt x="444394" y="863156"/>
                  </a:lnTo>
                  <a:lnTo>
                    <a:pt x="442085" y="861764"/>
                  </a:lnTo>
                  <a:lnTo>
                    <a:pt x="440301" y="861800"/>
                  </a:lnTo>
                  <a:lnTo>
                    <a:pt x="439274" y="863701"/>
                  </a:lnTo>
                  <a:lnTo>
                    <a:pt x="438380" y="864198"/>
                  </a:lnTo>
                  <a:lnTo>
                    <a:pt x="437756" y="865718"/>
                  </a:lnTo>
                  <a:lnTo>
                    <a:pt x="436916" y="866570"/>
                  </a:lnTo>
                  <a:lnTo>
                    <a:pt x="434783" y="867742"/>
                  </a:lnTo>
                  <a:lnTo>
                    <a:pt x="434756" y="868154"/>
                  </a:lnTo>
                  <a:lnTo>
                    <a:pt x="433120" y="867916"/>
                  </a:lnTo>
                  <a:lnTo>
                    <a:pt x="427174" y="869581"/>
                  </a:lnTo>
                  <a:lnTo>
                    <a:pt x="427164" y="868169"/>
                  </a:lnTo>
                  <a:lnTo>
                    <a:pt x="425471" y="867417"/>
                  </a:lnTo>
                  <a:lnTo>
                    <a:pt x="426799" y="865516"/>
                  </a:lnTo>
                  <a:lnTo>
                    <a:pt x="425551" y="864913"/>
                  </a:lnTo>
                  <a:lnTo>
                    <a:pt x="423468" y="863210"/>
                  </a:lnTo>
                  <a:lnTo>
                    <a:pt x="420634" y="864391"/>
                  </a:lnTo>
                  <a:lnTo>
                    <a:pt x="419760" y="864343"/>
                  </a:lnTo>
                  <a:lnTo>
                    <a:pt x="418639" y="863919"/>
                  </a:lnTo>
                  <a:lnTo>
                    <a:pt x="418287" y="863027"/>
                  </a:lnTo>
                  <a:lnTo>
                    <a:pt x="418110" y="863101"/>
                  </a:lnTo>
                  <a:lnTo>
                    <a:pt x="417374" y="862345"/>
                  </a:lnTo>
                  <a:lnTo>
                    <a:pt x="416094" y="860460"/>
                  </a:lnTo>
                  <a:lnTo>
                    <a:pt x="414934" y="859393"/>
                  </a:lnTo>
                  <a:lnTo>
                    <a:pt x="413903" y="858823"/>
                  </a:lnTo>
                  <a:lnTo>
                    <a:pt x="412382" y="857081"/>
                  </a:lnTo>
                  <a:lnTo>
                    <a:pt x="410513" y="855474"/>
                  </a:lnTo>
                  <a:lnTo>
                    <a:pt x="409932" y="850328"/>
                  </a:lnTo>
                  <a:lnTo>
                    <a:pt x="409182" y="850409"/>
                  </a:lnTo>
                  <a:lnTo>
                    <a:pt x="406656" y="848489"/>
                  </a:lnTo>
                  <a:lnTo>
                    <a:pt x="406084" y="848281"/>
                  </a:lnTo>
                  <a:lnTo>
                    <a:pt x="405644" y="847498"/>
                  </a:lnTo>
                  <a:lnTo>
                    <a:pt x="404149" y="846785"/>
                  </a:lnTo>
                  <a:lnTo>
                    <a:pt x="404893" y="845534"/>
                  </a:lnTo>
                  <a:lnTo>
                    <a:pt x="405931" y="844671"/>
                  </a:lnTo>
                  <a:lnTo>
                    <a:pt x="405755" y="844307"/>
                  </a:lnTo>
                  <a:lnTo>
                    <a:pt x="406657" y="842509"/>
                  </a:lnTo>
                  <a:lnTo>
                    <a:pt x="408261" y="837531"/>
                  </a:lnTo>
                  <a:lnTo>
                    <a:pt x="408572" y="835372"/>
                  </a:lnTo>
                  <a:lnTo>
                    <a:pt x="408419" y="834246"/>
                  </a:lnTo>
                  <a:lnTo>
                    <a:pt x="408427" y="832822"/>
                  </a:lnTo>
                  <a:lnTo>
                    <a:pt x="408217" y="832956"/>
                  </a:lnTo>
                  <a:lnTo>
                    <a:pt x="407020" y="829999"/>
                  </a:lnTo>
                  <a:lnTo>
                    <a:pt x="406274" y="829690"/>
                  </a:lnTo>
                  <a:lnTo>
                    <a:pt x="404610" y="829685"/>
                  </a:lnTo>
                  <a:lnTo>
                    <a:pt x="403966" y="831513"/>
                  </a:lnTo>
                  <a:lnTo>
                    <a:pt x="403263" y="832655"/>
                  </a:lnTo>
                  <a:lnTo>
                    <a:pt x="401033" y="834620"/>
                  </a:lnTo>
                  <a:lnTo>
                    <a:pt x="399574" y="836482"/>
                  </a:lnTo>
                  <a:lnTo>
                    <a:pt x="398320" y="837170"/>
                  </a:lnTo>
                  <a:lnTo>
                    <a:pt x="398074" y="837658"/>
                  </a:lnTo>
                  <a:lnTo>
                    <a:pt x="396917" y="838613"/>
                  </a:lnTo>
                  <a:lnTo>
                    <a:pt x="396156" y="838626"/>
                  </a:lnTo>
                  <a:lnTo>
                    <a:pt x="395961" y="839621"/>
                  </a:lnTo>
                  <a:lnTo>
                    <a:pt x="395434" y="839782"/>
                  </a:lnTo>
                  <a:lnTo>
                    <a:pt x="394573" y="839528"/>
                  </a:lnTo>
                  <a:lnTo>
                    <a:pt x="392281" y="838242"/>
                  </a:lnTo>
                  <a:lnTo>
                    <a:pt x="391439" y="837100"/>
                  </a:lnTo>
                  <a:lnTo>
                    <a:pt x="390711" y="836692"/>
                  </a:lnTo>
                  <a:lnTo>
                    <a:pt x="389309" y="834554"/>
                  </a:lnTo>
                  <a:lnTo>
                    <a:pt x="387464" y="833152"/>
                  </a:lnTo>
                  <a:lnTo>
                    <a:pt x="386017" y="831245"/>
                  </a:lnTo>
                  <a:lnTo>
                    <a:pt x="384669" y="830950"/>
                  </a:lnTo>
                  <a:lnTo>
                    <a:pt x="384549" y="831389"/>
                  </a:lnTo>
                  <a:lnTo>
                    <a:pt x="383662" y="831862"/>
                  </a:lnTo>
                  <a:lnTo>
                    <a:pt x="381818" y="831016"/>
                  </a:lnTo>
                  <a:lnTo>
                    <a:pt x="380806" y="831186"/>
                  </a:lnTo>
                  <a:lnTo>
                    <a:pt x="379930" y="830890"/>
                  </a:lnTo>
                  <a:lnTo>
                    <a:pt x="376688" y="829488"/>
                  </a:lnTo>
                  <a:lnTo>
                    <a:pt x="376405" y="829966"/>
                  </a:lnTo>
                  <a:lnTo>
                    <a:pt x="375465" y="830169"/>
                  </a:lnTo>
                  <a:lnTo>
                    <a:pt x="374176" y="829558"/>
                  </a:lnTo>
                  <a:lnTo>
                    <a:pt x="373375" y="828554"/>
                  </a:lnTo>
                  <a:lnTo>
                    <a:pt x="372503" y="828067"/>
                  </a:lnTo>
                  <a:lnTo>
                    <a:pt x="372463" y="828654"/>
                  </a:lnTo>
                  <a:lnTo>
                    <a:pt x="372245" y="828551"/>
                  </a:lnTo>
                  <a:lnTo>
                    <a:pt x="371451" y="827059"/>
                  </a:lnTo>
                  <a:lnTo>
                    <a:pt x="371008" y="827055"/>
                  </a:lnTo>
                  <a:lnTo>
                    <a:pt x="370440" y="827457"/>
                  </a:lnTo>
                  <a:lnTo>
                    <a:pt x="368744" y="829194"/>
                  </a:lnTo>
                  <a:lnTo>
                    <a:pt x="367520" y="829938"/>
                  </a:lnTo>
                  <a:lnTo>
                    <a:pt x="364394" y="828808"/>
                  </a:lnTo>
                  <a:lnTo>
                    <a:pt x="362784" y="827702"/>
                  </a:lnTo>
                  <a:lnTo>
                    <a:pt x="359981" y="824329"/>
                  </a:lnTo>
                  <a:lnTo>
                    <a:pt x="359237" y="824769"/>
                  </a:lnTo>
                  <a:lnTo>
                    <a:pt x="357436" y="826502"/>
                  </a:lnTo>
                  <a:lnTo>
                    <a:pt x="356256" y="826720"/>
                  </a:lnTo>
                  <a:lnTo>
                    <a:pt x="354954" y="826382"/>
                  </a:lnTo>
                  <a:lnTo>
                    <a:pt x="353130" y="826668"/>
                  </a:lnTo>
                  <a:lnTo>
                    <a:pt x="351614" y="826573"/>
                  </a:lnTo>
                  <a:lnTo>
                    <a:pt x="349121" y="826112"/>
                  </a:lnTo>
                  <a:lnTo>
                    <a:pt x="348235" y="824980"/>
                  </a:lnTo>
                  <a:lnTo>
                    <a:pt x="345660" y="824391"/>
                  </a:lnTo>
                  <a:lnTo>
                    <a:pt x="345004" y="827505"/>
                  </a:lnTo>
                  <a:lnTo>
                    <a:pt x="343111" y="828090"/>
                  </a:lnTo>
                  <a:lnTo>
                    <a:pt x="342754" y="826506"/>
                  </a:lnTo>
                  <a:lnTo>
                    <a:pt x="342039" y="826169"/>
                  </a:lnTo>
                  <a:lnTo>
                    <a:pt x="340022" y="827567"/>
                  </a:lnTo>
                  <a:lnTo>
                    <a:pt x="338724" y="827005"/>
                  </a:lnTo>
                  <a:lnTo>
                    <a:pt x="338257" y="826481"/>
                  </a:lnTo>
                  <a:lnTo>
                    <a:pt x="338275" y="825778"/>
                  </a:lnTo>
                  <a:lnTo>
                    <a:pt x="337230" y="825940"/>
                  </a:lnTo>
                  <a:lnTo>
                    <a:pt x="334906" y="827394"/>
                  </a:lnTo>
                  <a:lnTo>
                    <a:pt x="333791" y="827978"/>
                  </a:lnTo>
                  <a:lnTo>
                    <a:pt x="333578" y="827895"/>
                  </a:lnTo>
                  <a:lnTo>
                    <a:pt x="333431" y="826426"/>
                  </a:lnTo>
                  <a:lnTo>
                    <a:pt x="333966" y="824971"/>
                  </a:lnTo>
                  <a:lnTo>
                    <a:pt x="331592" y="823200"/>
                  </a:lnTo>
                  <a:lnTo>
                    <a:pt x="331306" y="821984"/>
                  </a:lnTo>
                  <a:lnTo>
                    <a:pt x="331735" y="820448"/>
                  </a:lnTo>
                  <a:lnTo>
                    <a:pt x="331756" y="818560"/>
                  </a:lnTo>
                  <a:lnTo>
                    <a:pt x="332359" y="816107"/>
                  </a:lnTo>
                  <a:lnTo>
                    <a:pt x="335233" y="815146"/>
                  </a:lnTo>
                  <a:lnTo>
                    <a:pt x="334856" y="813576"/>
                  </a:lnTo>
                  <a:lnTo>
                    <a:pt x="335043" y="813505"/>
                  </a:lnTo>
                  <a:lnTo>
                    <a:pt x="334954" y="812153"/>
                  </a:lnTo>
                  <a:lnTo>
                    <a:pt x="332824" y="808110"/>
                  </a:lnTo>
                  <a:lnTo>
                    <a:pt x="331554" y="807423"/>
                  </a:lnTo>
                  <a:lnTo>
                    <a:pt x="329949" y="807191"/>
                  </a:lnTo>
                  <a:lnTo>
                    <a:pt x="328561" y="808640"/>
                  </a:lnTo>
                  <a:lnTo>
                    <a:pt x="328101" y="810255"/>
                  </a:lnTo>
                  <a:lnTo>
                    <a:pt x="327342" y="810672"/>
                  </a:lnTo>
                  <a:lnTo>
                    <a:pt x="325463" y="809662"/>
                  </a:lnTo>
                  <a:lnTo>
                    <a:pt x="325408" y="809015"/>
                  </a:lnTo>
                  <a:lnTo>
                    <a:pt x="324808" y="807668"/>
                  </a:lnTo>
                  <a:lnTo>
                    <a:pt x="324335" y="807727"/>
                  </a:lnTo>
                  <a:lnTo>
                    <a:pt x="324577" y="807120"/>
                  </a:lnTo>
                  <a:lnTo>
                    <a:pt x="324084" y="805029"/>
                  </a:lnTo>
                  <a:lnTo>
                    <a:pt x="323407" y="804197"/>
                  </a:lnTo>
                  <a:lnTo>
                    <a:pt x="321671" y="804853"/>
                  </a:lnTo>
                  <a:lnTo>
                    <a:pt x="321129" y="804333"/>
                  </a:lnTo>
                  <a:lnTo>
                    <a:pt x="319517" y="804663"/>
                  </a:lnTo>
                  <a:lnTo>
                    <a:pt x="319784" y="805081"/>
                  </a:lnTo>
                  <a:lnTo>
                    <a:pt x="319136" y="806055"/>
                  </a:lnTo>
                  <a:lnTo>
                    <a:pt x="318487" y="806462"/>
                  </a:lnTo>
                  <a:lnTo>
                    <a:pt x="316788" y="808540"/>
                  </a:lnTo>
                  <a:lnTo>
                    <a:pt x="314202" y="808274"/>
                  </a:lnTo>
                  <a:lnTo>
                    <a:pt x="313275" y="806693"/>
                  </a:lnTo>
                  <a:lnTo>
                    <a:pt x="313028" y="805622"/>
                  </a:lnTo>
                  <a:lnTo>
                    <a:pt x="314252" y="803704"/>
                  </a:lnTo>
                  <a:lnTo>
                    <a:pt x="311016" y="800591"/>
                  </a:lnTo>
                  <a:lnTo>
                    <a:pt x="309348" y="799779"/>
                  </a:lnTo>
                  <a:lnTo>
                    <a:pt x="309862" y="799526"/>
                  </a:lnTo>
                  <a:lnTo>
                    <a:pt x="309023" y="798759"/>
                  </a:lnTo>
                  <a:lnTo>
                    <a:pt x="308633" y="798921"/>
                  </a:lnTo>
                  <a:lnTo>
                    <a:pt x="306776" y="797664"/>
                  </a:lnTo>
                  <a:lnTo>
                    <a:pt x="308122" y="794663"/>
                  </a:lnTo>
                  <a:lnTo>
                    <a:pt x="308498" y="793221"/>
                  </a:lnTo>
                  <a:lnTo>
                    <a:pt x="310357" y="791506"/>
                  </a:lnTo>
                  <a:lnTo>
                    <a:pt x="310584" y="791026"/>
                  </a:lnTo>
                  <a:lnTo>
                    <a:pt x="310735" y="791213"/>
                  </a:lnTo>
                  <a:lnTo>
                    <a:pt x="311690" y="790653"/>
                  </a:lnTo>
                  <a:lnTo>
                    <a:pt x="311788" y="790257"/>
                  </a:lnTo>
                  <a:lnTo>
                    <a:pt x="312646" y="789749"/>
                  </a:lnTo>
                  <a:lnTo>
                    <a:pt x="314675" y="787198"/>
                  </a:lnTo>
                  <a:lnTo>
                    <a:pt x="315415" y="785683"/>
                  </a:lnTo>
                  <a:lnTo>
                    <a:pt x="314028" y="785308"/>
                  </a:lnTo>
                  <a:lnTo>
                    <a:pt x="313379" y="784542"/>
                  </a:lnTo>
                  <a:lnTo>
                    <a:pt x="311978" y="783891"/>
                  </a:lnTo>
                  <a:lnTo>
                    <a:pt x="312158" y="783427"/>
                  </a:lnTo>
                  <a:lnTo>
                    <a:pt x="312024" y="782175"/>
                  </a:lnTo>
                  <a:lnTo>
                    <a:pt x="313148" y="780518"/>
                  </a:lnTo>
                  <a:lnTo>
                    <a:pt x="313288" y="779211"/>
                  </a:lnTo>
                  <a:lnTo>
                    <a:pt x="311994" y="778981"/>
                  </a:lnTo>
                  <a:lnTo>
                    <a:pt x="309998" y="777568"/>
                  </a:lnTo>
                  <a:lnTo>
                    <a:pt x="309068" y="777147"/>
                  </a:lnTo>
                  <a:lnTo>
                    <a:pt x="308679" y="777295"/>
                  </a:lnTo>
                  <a:lnTo>
                    <a:pt x="308260" y="776721"/>
                  </a:lnTo>
                  <a:lnTo>
                    <a:pt x="307299" y="776796"/>
                  </a:lnTo>
                  <a:lnTo>
                    <a:pt x="307341" y="776531"/>
                  </a:lnTo>
                  <a:lnTo>
                    <a:pt x="306297" y="775359"/>
                  </a:lnTo>
                  <a:lnTo>
                    <a:pt x="305636" y="773425"/>
                  </a:lnTo>
                  <a:lnTo>
                    <a:pt x="304898" y="772536"/>
                  </a:lnTo>
                  <a:lnTo>
                    <a:pt x="304642" y="770886"/>
                  </a:lnTo>
                  <a:lnTo>
                    <a:pt x="303554" y="769445"/>
                  </a:lnTo>
                  <a:lnTo>
                    <a:pt x="303203" y="768417"/>
                  </a:lnTo>
                  <a:lnTo>
                    <a:pt x="302375" y="768767"/>
                  </a:lnTo>
                  <a:lnTo>
                    <a:pt x="301902" y="766832"/>
                  </a:lnTo>
                  <a:lnTo>
                    <a:pt x="301168" y="765955"/>
                  </a:lnTo>
                  <a:lnTo>
                    <a:pt x="302434" y="765727"/>
                  </a:lnTo>
                  <a:lnTo>
                    <a:pt x="302824" y="763455"/>
                  </a:lnTo>
                  <a:lnTo>
                    <a:pt x="302629" y="762900"/>
                  </a:lnTo>
                  <a:lnTo>
                    <a:pt x="304273" y="761431"/>
                  </a:lnTo>
                  <a:lnTo>
                    <a:pt x="304987" y="761077"/>
                  </a:lnTo>
                  <a:lnTo>
                    <a:pt x="305273" y="760357"/>
                  </a:lnTo>
                  <a:lnTo>
                    <a:pt x="304811" y="760200"/>
                  </a:lnTo>
                  <a:lnTo>
                    <a:pt x="304512" y="759592"/>
                  </a:lnTo>
                  <a:lnTo>
                    <a:pt x="304390" y="758181"/>
                  </a:lnTo>
                  <a:lnTo>
                    <a:pt x="302567" y="756265"/>
                  </a:lnTo>
                  <a:lnTo>
                    <a:pt x="301976" y="755244"/>
                  </a:lnTo>
                  <a:lnTo>
                    <a:pt x="301030" y="753968"/>
                  </a:lnTo>
                  <a:lnTo>
                    <a:pt x="298461" y="752970"/>
                  </a:lnTo>
                  <a:lnTo>
                    <a:pt x="297891" y="752509"/>
                  </a:lnTo>
                  <a:lnTo>
                    <a:pt x="298166" y="749091"/>
                  </a:lnTo>
                  <a:lnTo>
                    <a:pt x="296689" y="748992"/>
                  </a:lnTo>
                  <a:lnTo>
                    <a:pt x="296517" y="749404"/>
                  </a:lnTo>
                  <a:lnTo>
                    <a:pt x="293967" y="748888"/>
                  </a:lnTo>
                  <a:lnTo>
                    <a:pt x="292094" y="748226"/>
                  </a:lnTo>
                  <a:lnTo>
                    <a:pt x="288537" y="747701"/>
                  </a:lnTo>
                  <a:lnTo>
                    <a:pt x="286828" y="747684"/>
                  </a:lnTo>
                  <a:lnTo>
                    <a:pt x="286714" y="747458"/>
                  </a:lnTo>
                  <a:lnTo>
                    <a:pt x="284172" y="747239"/>
                  </a:lnTo>
                  <a:lnTo>
                    <a:pt x="279598" y="746262"/>
                  </a:lnTo>
                  <a:lnTo>
                    <a:pt x="274570" y="746385"/>
                  </a:lnTo>
                  <a:lnTo>
                    <a:pt x="272799" y="746766"/>
                  </a:lnTo>
                  <a:lnTo>
                    <a:pt x="272768" y="745868"/>
                  </a:lnTo>
                  <a:lnTo>
                    <a:pt x="271729" y="745547"/>
                  </a:lnTo>
                  <a:lnTo>
                    <a:pt x="272232" y="743367"/>
                  </a:lnTo>
                  <a:lnTo>
                    <a:pt x="273136" y="741785"/>
                  </a:lnTo>
                  <a:lnTo>
                    <a:pt x="270848" y="740710"/>
                  </a:lnTo>
                  <a:lnTo>
                    <a:pt x="270528" y="741233"/>
                  </a:lnTo>
                  <a:lnTo>
                    <a:pt x="270340" y="741923"/>
                  </a:lnTo>
                  <a:lnTo>
                    <a:pt x="270385" y="743871"/>
                  </a:lnTo>
                  <a:lnTo>
                    <a:pt x="270073" y="744157"/>
                  </a:lnTo>
                  <a:lnTo>
                    <a:pt x="270365" y="744577"/>
                  </a:lnTo>
                  <a:lnTo>
                    <a:pt x="270041" y="744859"/>
                  </a:lnTo>
                  <a:lnTo>
                    <a:pt x="270407" y="745488"/>
                  </a:lnTo>
                  <a:lnTo>
                    <a:pt x="270503" y="746731"/>
                  </a:lnTo>
                  <a:lnTo>
                    <a:pt x="270202" y="747043"/>
                  </a:lnTo>
                  <a:lnTo>
                    <a:pt x="270255" y="747417"/>
                  </a:lnTo>
                  <a:lnTo>
                    <a:pt x="269286" y="747810"/>
                  </a:lnTo>
                  <a:lnTo>
                    <a:pt x="267903" y="747740"/>
                  </a:lnTo>
                  <a:lnTo>
                    <a:pt x="267442" y="747401"/>
                  </a:lnTo>
                  <a:lnTo>
                    <a:pt x="266431" y="747499"/>
                  </a:lnTo>
                  <a:lnTo>
                    <a:pt x="266909" y="749399"/>
                  </a:lnTo>
                  <a:lnTo>
                    <a:pt x="266512" y="751936"/>
                  </a:lnTo>
                  <a:lnTo>
                    <a:pt x="266654" y="753809"/>
                  </a:lnTo>
                  <a:lnTo>
                    <a:pt x="266312" y="755773"/>
                  </a:lnTo>
                  <a:lnTo>
                    <a:pt x="266300" y="757327"/>
                  </a:lnTo>
                  <a:lnTo>
                    <a:pt x="266030" y="758002"/>
                  </a:lnTo>
                  <a:lnTo>
                    <a:pt x="266545" y="759189"/>
                  </a:lnTo>
                  <a:lnTo>
                    <a:pt x="262649" y="762757"/>
                  </a:lnTo>
                  <a:lnTo>
                    <a:pt x="261172" y="762828"/>
                  </a:lnTo>
                  <a:lnTo>
                    <a:pt x="260423" y="763215"/>
                  </a:lnTo>
                  <a:lnTo>
                    <a:pt x="259802" y="763723"/>
                  </a:lnTo>
                  <a:lnTo>
                    <a:pt x="260093" y="764457"/>
                  </a:lnTo>
                  <a:lnTo>
                    <a:pt x="258356" y="765138"/>
                  </a:lnTo>
                  <a:lnTo>
                    <a:pt x="259217" y="766374"/>
                  </a:lnTo>
                  <a:lnTo>
                    <a:pt x="257425" y="766829"/>
                  </a:lnTo>
                  <a:lnTo>
                    <a:pt x="257287" y="767331"/>
                  </a:lnTo>
                  <a:lnTo>
                    <a:pt x="256928" y="767214"/>
                  </a:lnTo>
                  <a:lnTo>
                    <a:pt x="256367" y="765640"/>
                  </a:lnTo>
                  <a:lnTo>
                    <a:pt x="255578" y="764919"/>
                  </a:lnTo>
                  <a:lnTo>
                    <a:pt x="255089" y="763971"/>
                  </a:lnTo>
                  <a:lnTo>
                    <a:pt x="253712" y="763499"/>
                  </a:lnTo>
                  <a:lnTo>
                    <a:pt x="252923" y="763492"/>
                  </a:lnTo>
                  <a:lnTo>
                    <a:pt x="252577" y="763705"/>
                  </a:lnTo>
                  <a:lnTo>
                    <a:pt x="250994" y="763545"/>
                  </a:lnTo>
                  <a:lnTo>
                    <a:pt x="250331" y="763800"/>
                  </a:lnTo>
                  <a:lnTo>
                    <a:pt x="249384" y="763107"/>
                  </a:lnTo>
                  <a:lnTo>
                    <a:pt x="248714" y="763158"/>
                  </a:lnTo>
                  <a:lnTo>
                    <a:pt x="247262" y="762810"/>
                  </a:lnTo>
                  <a:lnTo>
                    <a:pt x="246119" y="763215"/>
                  </a:lnTo>
                  <a:lnTo>
                    <a:pt x="245437" y="763758"/>
                  </a:lnTo>
                  <a:lnTo>
                    <a:pt x="246706" y="763866"/>
                  </a:lnTo>
                  <a:lnTo>
                    <a:pt x="244622" y="767543"/>
                  </a:lnTo>
                  <a:lnTo>
                    <a:pt x="244185" y="768964"/>
                  </a:lnTo>
                  <a:lnTo>
                    <a:pt x="244558" y="769319"/>
                  </a:lnTo>
                  <a:lnTo>
                    <a:pt x="242901" y="771225"/>
                  </a:lnTo>
                  <a:lnTo>
                    <a:pt x="242225" y="772582"/>
                  </a:lnTo>
                  <a:lnTo>
                    <a:pt x="241473" y="772644"/>
                  </a:lnTo>
                  <a:lnTo>
                    <a:pt x="240617" y="773280"/>
                  </a:lnTo>
                  <a:lnTo>
                    <a:pt x="239425" y="773219"/>
                  </a:lnTo>
                  <a:lnTo>
                    <a:pt x="237432" y="773620"/>
                  </a:lnTo>
                  <a:lnTo>
                    <a:pt x="236084" y="774653"/>
                  </a:lnTo>
                  <a:lnTo>
                    <a:pt x="232215" y="775899"/>
                  </a:lnTo>
                  <a:lnTo>
                    <a:pt x="231806" y="776271"/>
                  </a:lnTo>
                  <a:lnTo>
                    <a:pt x="231141" y="776389"/>
                  </a:lnTo>
                  <a:lnTo>
                    <a:pt x="230127" y="776191"/>
                  </a:lnTo>
                  <a:lnTo>
                    <a:pt x="228402" y="776803"/>
                  </a:lnTo>
                  <a:lnTo>
                    <a:pt x="227128" y="777517"/>
                  </a:lnTo>
                  <a:lnTo>
                    <a:pt x="225689" y="778735"/>
                  </a:lnTo>
                  <a:lnTo>
                    <a:pt x="225233" y="779639"/>
                  </a:lnTo>
                  <a:lnTo>
                    <a:pt x="225408" y="780308"/>
                  </a:lnTo>
                  <a:lnTo>
                    <a:pt x="223943" y="781311"/>
                  </a:lnTo>
                  <a:lnTo>
                    <a:pt x="222015" y="781722"/>
                  </a:lnTo>
                  <a:lnTo>
                    <a:pt x="220486" y="782075"/>
                  </a:lnTo>
                  <a:lnTo>
                    <a:pt x="219329" y="781961"/>
                  </a:lnTo>
                  <a:lnTo>
                    <a:pt x="217729" y="782528"/>
                  </a:lnTo>
                  <a:lnTo>
                    <a:pt x="214581" y="783135"/>
                  </a:lnTo>
                  <a:lnTo>
                    <a:pt x="211450" y="784727"/>
                  </a:lnTo>
                  <a:lnTo>
                    <a:pt x="208021" y="784673"/>
                  </a:lnTo>
                  <a:lnTo>
                    <a:pt x="207547" y="784395"/>
                  </a:lnTo>
                  <a:lnTo>
                    <a:pt x="204965" y="780045"/>
                  </a:lnTo>
                  <a:lnTo>
                    <a:pt x="203756" y="778934"/>
                  </a:lnTo>
                  <a:lnTo>
                    <a:pt x="203262" y="778889"/>
                  </a:lnTo>
                  <a:lnTo>
                    <a:pt x="202927" y="778492"/>
                  </a:lnTo>
                  <a:lnTo>
                    <a:pt x="202379" y="778481"/>
                  </a:lnTo>
                  <a:lnTo>
                    <a:pt x="202162" y="777821"/>
                  </a:lnTo>
                  <a:lnTo>
                    <a:pt x="201401" y="776938"/>
                  </a:lnTo>
                  <a:lnTo>
                    <a:pt x="201061" y="775813"/>
                  </a:lnTo>
                  <a:lnTo>
                    <a:pt x="201967" y="771135"/>
                  </a:lnTo>
                  <a:lnTo>
                    <a:pt x="201343" y="770690"/>
                  </a:lnTo>
                  <a:lnTo>
                    <a:pt x="201981" y="770345"/>
                  </a:lnTo>
                  <a:lnTo>
                    <a:pt x="202135" y="769752"/>
                  </a:lnTo>
                  <a:lnTo>
                    <a:pt x="201092" y="768994"/>
                  </a:lnTo>
                  <a:lnTo>
                    <a:pt x="201546" y="767469"/>
                  </a:lnTo>
                  <a:lnTo>
                    <a:pt x="201793" y="764042"/>
                  </a:lnTo>
                  <a:lnTo>
                    <a:pt x="202178" y="763474"/>
                  </a:lnTo>
                  <a:lnTo>
                    <a:pt x="201937" y="762728"/>
                  </a:lnTo>
                  <a:lnTo>
                    <a:pt x="203652" y="760005"/>
                  </a:lnTo>
                  <a:lnTo>
                    <a:pt x="204174" y="757662"/>
                  </a:lnTo>
                  <a:lnTo>
                    <a:pt x="204166" y="756690"/>
                  </a:lnTo>
                  <a:lnTo>
                    <a:pt x="203869" y="756280"/>
                  </a:lnTo>
                  <a:lnTo>
                    <a:pt x="203285" y="753999"/>
                  </a:lnTo>
                  <a:lnTo>
                    <a:pt x="203782" y="752985"/>
                  </a:lnTo>
                  <a:lnTo>
                    <a:pt x="203680" y="752226"/>
                  </a:lnTo>
                  <a:lnTo>
                    <a:pt x="202766" y="749280"/>
                  </a:lnTo>
                  <a:lnTo>
                    <a:pt x="200163" y="745457"/>
                  </a:lnTo>
                  <a:lnTo>
                    <a:pt x="197708" y="739489"/>
                  </a:lnTo>
                  <a:lnTo>
                    <a:pt x="196022" y="739835"/>
                  </a:lnTo>
                  <a:lnTo>
                    <a:pt x="194320" y="740622"/>
                  </a:lnTo>
                  <a:lnTo>
                    <a:pt x="193496" y="737897"/>
                  </a:lnTo>
                  <a:lnTo>
                    <a:pt x="192044" y="736146"/>
                  </a:lnTo>
                  <a:lnTo>
                    <a:pt x="190179" y="736409"/>
                  </a:lnTo>
                  <a:lnTo>
                    <a:pt x="187779" y="737782"/>
                  </a:lnTo>
                  <a:lnTo>
                    <a:pt x="187425" y="735885"/>
                  </a:lnTo>
                  <a:lnTo>
                    <a:pt x="185808" y="737096"/>
                  </a:lnTo>
                  <a:lnTo>
                    <a:pt x="185512" y="737569"/>
                  </a:lnTo>
                  <a:lnTo>
                    <a:pt x="183666" y="737161"/>
                  </a:lnTo>
                  <a:lnTo>
                    <a:pt x="182353" y="736529"/>
                  </a:lnTo>
                  <a:lnTo>
                    <a:pt x="181720" y="736921"/>
                  </a:lnTo>
                  <a:lnTo>
                    <a:pt x="181128" y="736754"/>
                  </a:lnTo>
                  <a:lnTo>
                    <a:pt x="180443" y="737452"/>
                  </a:lnTo>
                  <a:lnTo>
                    <a:pt x="179301" y="738067"/>
                  </a:lnTo>
                  <a:lnTo>
                    <a:pt x="178665" y="738315"/>
                  </a:lnTo>
                  <a:lnTo>
                    <a:pt x="178521" y="738083"/>
                  </a:lnTo>
                  <a:lnTo>
                    <a:pt x="177657" y="738943"/>
                  </a:lnTo>
                  <a:lnTo>
                    <a:pt x="176971" y="738581"/>
                  </a:lnTo>
                  <a:lnTo>
                    <a:pt x="176536" y="737955"/>
                  </a:lnTo>
                  <a:lnTo>
                    <a:pt x="175720" y="737578"/>
                  </a:lnTo>
                  <a:lnTo>
                    <a:pt x="174205" y="737908"/>
                  </a:lnTo>
                  <a:lnTo>
                    <a:pt x="173091" y="736852"/>
                  </a:lnTo>
                  <a:lnTo>
                    <a:pt x="170882" y="735700"/>
                  </a:lnTo>
                  <a:lnTo>
                    <a:pt x="169666" y="734320"/>
                  </a:lnTo>
                  <a:lnTo>
                    <a:pt x="169379" y="733292"/>
                  </a:lnTo>
                  <a:lnTo>
                    <a:pt x="169730" y="732889"/>
                  </a:lnTo>
                  <a:lnTo>
                    <a:pt x="169405" y="731747"/>
                  </a:lnTo>
                  <a:lnTo>
                    <a:pt x="170415" y="727062"/>
                  </a:lnTo>
                  <a:lnTo>
                    <a:pt x="170700" y="726659"/>
                  </a:lnTo>
                  <a:lnTo>
                    <a:pt x="166467" y="722292"/>
                  </a:lnTo>
                  <a:lnTo>
                    <a:pt x="166070" y="722484"/>
                  </a:lnTo>
                  <a:lnTo>
                    <a:pt x="165304" y="722262"/>
                  </a:lnTo>
                  <a:lnTo>
                    <a:pt x="164592" y="722739"/>
                  </a:lnTo>
                  <a:lnTo>
                    <a:pt x="163773" y="722681"/>
                  </a:lnTo>
                  <a:lnTo>
                    <a:pt x="163347" y="723006"/>
                  </a:lnTo>
                  <a:lnTo>
                    <a:pt x="163088" y="722611"/>
                  </a:lnTo>
                  <a:lnTo>
                    <a:pt x="161419" y="723057"/>
                  </a:lnTo>
                  <a:lnTo>
                    <a:pt x="160879" y="722988"/>
                  </a:lnTo>
                  <a:lnTo>
                    <a:pt x="160568" y="721845"/>
                  </a:lnTo>
                  <a:lnTo>
                    <a:pt x="159949" y="720917"/>
                  </a:lnTo>
                  <a:lnTo>
                    <a:pt x="160010" y="720537"/>
                  </a:lnTo>
                  <a:lnTo>
                    <a:pt x="159057" y="719396"/>
                  </a:lnTo>
                  <a:lnTo>
                    <a:pt x="159173" y="716801"/>
                  </a:lnTo>
                  <a:lnTo>
                    <a:pt x="159801" y="714858"/>
                  </a:lnTo>
                  <a:lnTo>
                    <a:pt x="160371" y="713771"/>
                  </a:lnTo>
                  <a:lnTo>
                    <a:pt x="160811" y="713590"/>
                  </a:lnTo>
                  <a:lnTo>
                    <a:pt x="161127" y="713003"/>
                  </a:lnTo>
                  <a:lnTo>
                    <a:pt x="161598" y="713120"/>
                  </a:lnTo>
                  <a:lnTo>
                    <a:pt x="162125" y="711927"/>
                  </a:lnTo>
                  <a:lnTo>
                    <a:pt x="163046" y="711436"/>
                  </a:lnTo>
                  <a:lnTo>
                    <a:pt x="165368" y="708582"/>
                  </a:lnTo>
                  <a:lnTo>
                    <a:pt x="166649" y="704613"/>
                  </a:lnTo>
                  <a:lnTo>
                    <a:pt x="167038" y="704175"/>
                  </a:lnTo>
                  <a:lnTo>
                    <a:pt x="166941" y="703687"/>
                  </a:lnTo>
                  <a:lnTo>
                    <a:pt x="167742" y="701309"/>
                  </a:lnTo>
                  <a:lnTo>
                    <a:pt x="168041" y="699250"/>
                  </a:lnTo>
                  <a:lnTo>
                    <a:pt x="171305" y="699330"/>
                  </a:lnTo>
                  <a:lnTo>
                    <a:pt x="176886" y="700881"/>
                  </a:lnTo>
                  <a:lnTo>
                    <a:pt x="179192" y="701373"/>
                  </a:lnTo>
                  <a:lnTo>
                    <a:pt x="180621" y="701307"/>
                  </a:lnTo>
                  <a:lnTo>
                    <a:pt x="181528" y="701632"/>
                  </a:lnTo>
                  <a:lnTo>
                    <a:pt x="182765" y="699292"/>
                  </a:lnTo>
                  <a:lnTo>
                    <a:pt x="183182" y="699468"/>
                  </a:lnTo>
                  <a:lnTo>
                    <a:pt x="183443" y="698999"/>
                  </a:lnTo>
                  <a:lnTo>
                    <a:pt x="186132" y="698255"/>
                  </a:lnTo>
                  <a:lnTo>
                    <a:pt x="188575" y="691176"/>
                  </a:lnTo>
                  <a:lnTo>
                    <a:pt x="187353" y="689786"/>
                  </a:lnTo>
                  <a:lnTo>
                    <a:pt x="187281" y="689443"/>
                  </a:lnTo>
                  <a:lnTo>
                    <a:pt x="185773" y="689107"/>
                  </a:lnTo>
                  <a:lnTo>
                    <a:pt x="185645" y="687710"/>
                  </a:lnTo>
                  <a:lnTo>
                    <a:pt x="184850" y="687245"/>
                  </a:lnTo>
                  <a:lnTo>
                    <a:pt x="183503" y="685712"/>
                  </a:lnTo>
                  <a:lnTo>
                    <a:pt x="182291" y="685263"/>
                  </a:lnTo>
                  <a:lnTo>
                    <a:pt x="181957" y="684884"/>
                  </a:lnTo>
                  <a:lnTo>
                    <a:pt x="182076" y="684053"/>
                  </a:lnTo>
                  <a:lnTo>
                    <a:pt x="181606" y="683863"/>
                  </a:lnTo>
                  <a:lnTo>
                    <a:pt x="181759" y="683148"/>
                  </a:lnTo>
                  <a:lnTo>
                    <a:pt x="184142" y="681966"/>
                  </a:lnTo>
                  <a:lnTo>
                    <a:pt x="184426" y="682118"/>
                  </a:lnTo>
                  <a:lnTo>
                    <a:pt x="184419" y="681451"/>
                  </a:lnTo>
                  <a:lnTo>
                    <a:pt x="184862" y="680548"/>
                  </a:lnTo>
                  <a:lnTo>
                    <a:pt x="185615" y="680214"/>
                  </a:lnTo>
                  <a:lnTo>
                    <a:pt x="185474" y="679331"/>
                  </a:lnTo>
                  <a:lnTo>
                    <a:pt x="185739" y="678215"/>
                  </a:lnTo>
                  <a:lnTo>
                    <a:pt x="185417" y="677126"/>
                  </a:lnTo>
                  <a:lnTo>
                    <a:pt x="184277" y="677173"/>
                  </a:lnTo>
                  <a:lnTo>
                    <a:pt x="184421" y="674973"/>
                  </a:lnTo>
                  <a:lnTo>
                    <a:pt x="182564" y="675060"/>
                  </a:lnTo>
                  <a:lnTo>
                    <a:pt x="182553" y="674745"/>
                  </a:lnTo>
                  <a:lnTo>
                    <a:pt x="182063" y="674653"/>
                  </a:lnTo>
                  <a:lnTo>
                    <a:pt x="182225" y="673677"/>
                  </a:lnTo>
                  <a:lnTo>
                    <a:pt x="181445" y="672959"/>
                  </a:lnTo>
                  <a:lnTo>
                    <a:pt x="180646" y="672818"/>
                  </a:lnTo>
                  <a:lnTo>
                    <a:pt x="181957" y="672098"/>
                  </a:lnTo>
                  <a:lnTo>
                    <a:pt x="181000" y="670408"/>
                  </a:lnTo>
                  <a:lnTo>
                    <a:pt x="179970" y="669273"/>
                  </a:lnTo>
                  <a:lnTo>
                    <a:pt x="180684" y="668743"/>
                  </a:lnTo>
                  <a:lnTo>
                    <a:pt x="180623" y="666877"/>
                  </a:lnTo>
                  <a:lnTo>
                    <a:pt x="180932" y="666188"/>
                  </a:lnTo>
                  <a:lnTo>
                    <a:pt x="179846" y="665714"/>
                  </a:lnTo>
                  <a:lnTo>
                    <a:pt x="179634" y="665320"/>
                  </a:lnTo>
                  <a:lnTo>
                    <a:pt x="179765" y="665187"/>
                  </a:lnTo>
                  <a:lnTo>
                    <a:pt x="178543" y="663472"/>
                  </a:lnTo>
                  <a:lnTo>
                    <a:pt x="177526" y="662022"/>
                  </a:lnTo>
                  <a:lnTo>
                    <a:pt x="175293" y="659785"/>
                  </a:lnTo>
                  <a:lnTo>
                    <a:pt x="174305" y="658084"/>
                  </a:lnTo>
                  <a:lnTo>
                    <a:pt x="173066" y="653752"/>
                  </a:lnTo>
                  <a:lnTo>
                    <a:pt x="172678" y="650567"/>
                  </a:lnTo>
                  <a:lnTo>
                    <a:pt x="172252" y="649217"/>
                  </a:lnTo>
                  <a:lnTo>
                    <a:pt x="172038" y="645381"/>
                  </a:lnTo>
                  <a:lnTo>
                    <a:pt x="172150" y="644886"/>
                  </a:lnTo>
                  <a:lnTo>
                    <a:pt x="173225" y="643851"/>
                  </a:lnTo>
                  <a:lnTo>
                    <a:pt x="173545" y="645256"/>
                  </a:lnTo>
                  <a:lnTo>
                    <a:pt x="174848" y="647642"/>
                  </a:lnTo>
                  <a:lnTo>
                    <a:pt x="175649" y="647282"/>
                  </a:lnTo>
                  <a:lnTo>
                    <a:pt x="178025" y="648792"/>
                  </a:lnTo>
                  <a:lnTo>
                    <a:pt x="178240" y="648838"/>
                  </a:lnTo>
                  <a:lnTo>
                    <a:pt x="178776" y="648281"/>
                  </a:lnTo>
                  <a:lnTo>
                    <a:pt x="180363" y="649178"/>
                  </a:lnTo>
                  <a:lnTo>
                    <a:pt x="183123" y="653558"/>
                  </a:lnTo>
                  <a:lnTo>
                    <a:pt x="184583" y="653686"/>
                  </a:lnTo>
                  <a:lnTo>
                    <a:pt x="185467" y="654353"/>
                  </a:lnTo>
                  <a:lnTo>
                    <a:pt x="186714" y="653849"/>
                  </a:lnTo>
                  <a:lnTo>
                    <a:pt x="186842" y="653350"/>
                  </a:lnTo>
                  <a:lnTo>
                    <a:pt x="187382" y="653138"/>
                  </a:lnTo>
                  <a:lnTo>
                    <a:pt x="188542" y="654409"/>
                  </a:lnTo>
                  <a:lnTo>
                    <a:pt x="188271" y="655482"/>
                  </a:lnTo>
                  <a:lnTo>
                    <a:pt x="188474" y="655997"/>
                  </a:lnTo>
                  <a:lnTo>
                    <a:pt x="189417" y="657405"/>
                  </a:lnTo>
                  <a:lnTo>
                    <a:pt x="189527" y="658087"/>
                  </a:lnTo>
                  <a:lnTo>
                    <a:pt x="190636" y="659421"/>
                  </a:lnTo>
                  <a:lnTo>
                    <a:pt x="191057" y="660653"/>
                  </a:lnTo>
                  <a:lnTo>
                    <a:pt x="192093" y="661327"/>
                  </a:lnTo>
                  <a:lnTo>
                    <a:pt x="193300" y="662763"/>
                  </a:lnTo>
                  <a:lnTo>
                    <a:pt x="194489" y="662952"/>
                  </a:lnTo>
                  <a:lnTo>
                    <a:pt x="194979" y="663522"/>
                  </a:lnTo>
                  <a:lnTo>
                    <a:pt x="193077" y="663968"/>
                  </a:lnTo>
                  <a:lnTo>
                    <a:pt x="193403" y="664436"/>
                  </a:lnTo>
                  <a:lnTo>
                    <a:pt x="193268" y="664604"/>
                  </a:lnTo>
                  <a:lnTo>
                    <a:pt x="196053" y="666482"/>
                  </a:lnTo>
                  <a:lnTo>
                    <a:pt x="197125" y="666914"/>
                  </a:lnTo>
                  <a:lnTo>
                    <a:pt x="198208" y="668041"/>
                  </a:lnTo>
                  <a:lnTo>
                    <a:pt x="200791" y="669846"/>
                  </a:lnTo>
                  <a:lnTo>
                    <a:pt x="202060" y="673073"/>
                  </a:lnTo>
                  <a:lnTo>
                    <a:pt x="204611" y="676306"/>
                  </a:lnTo>
                  <a:lnTo>
                    <a:pt x="205219" y="680151"/>
                  </a:lnTo>
                  <a:lnTo>
                    <a:pt x="205697" y="681056"/>
                  </a:lnTo>
                  <a:lnTo>
                    <a:pt x="206793" y="682381"/>
                  </a:lnTo>
                  <a:lnTo>
                    <a:pt x="208303" y="682427"/>
                  </a:lnTo>
                  <a:lnTo>
                    <a:pt x="209394" y="682794"/>
                  </a:lnTo>
                  <a:lnTo>
                    <a:pt x="210112" y="683478"/>
                  </a:lnTo>
                  <a:lnTo>
                    <a:pt x="211175" y="683800"/>
                  </a:lnTo>
                  <a:lnTo>
                    <a:pt x="212200" y="685256"/>
                  </a:lnTo>
                  <a:lnTo>
                    <a:pt x="212337" y="686517"/>
                  </a:lnTo>
                  <a:lnTo>
                    <a:pt x="213009" y="688469"/>
                  </a:lnTo>
                  <a:lnTo>
                    <a:pt x="212761" y="689448"/>
                  </a:lnTo>
                  <a:lnTo>
                    <a:pt x="212954" y="690019"/>
                  </a:lnTo>
                  <a:lnTo>
                    <a:pt x="213446" y="689980"/>
                  </a:lnTo>
                  <a:lnTo>
                    <a:pt x="213360" y="691620"/>
                  </a:lnTo>
                  <a:lnTo>
                    <a:pt x="213947" y="691813"/>
                  </a:lnTo>
                  <a:lnTo>
                    <a:pt x="214173" y="692410"/>
                  </a:lnTo>
                  <a:lnTo>
                    <a:pt x="214061" y="693223"/>
                  </a:lnTo>
                  <a:lnTo>
                    <a:pt x="214668" y="693942"/>
                  </a:lnTo>
                  <a:lnTo>
                    <a:pt x="215128" y="694068"/>
                  </a:lnTo>
                  <a:lnTo>
                    <a:pt x="215957" y="695782"/>
                  </a:lnTo>
                  <a:lnTo>
                    <a:pt x="218142" y="697236"/>
                  </a:lnTo>
                  <a:lnTo>
                    <a:pt x="219292" y="698650"/>
                  </a:lnTo>
                  <a:lnTo>
                    <a:pt x="220610" y="69845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pg103">
              <a:extLst>
                <a:ext uri="{FF2B5EF4-FFF2-40B4-BE49-F238E27FC236}">
                  <a16:creationId xmlns:a16="http://schemas.microsoft.com/office/drawing/2014/main" id="{023F9038-EDBD-BA0A-3AD0-639682988954}"/>
                </a:ext>
              </a:extLst>
            </p:cNvPr>
            <p:cNvSpPr/>
            <p:nvPr/>
          </p:nvSpPr>
          <p:spPr>
            <a:xfrm>
              <a:off x="6983314" y="3271854"/>
              <a:ext cx="565480" cy="642284"/>
            </a:xfrm>
            <a:custGeom>
              <a:avLst/>
              <a:gdLst/>
              <a:ahLst/>
              <a:cxnLst/>
              <a:rect l="0" t="0" r="0" b="0"/>
              <a:pathLst>
                <a:path w="565480" h="642284">
                  <a:moveTo>
                    <a:pt x="213238" y="582538"/>
                  </a:moveTo>
                  <a:lnTo>
                    <a:pt x="211697" y="583486"/>
                  </a:lnTo>
                  <a:lnTo>
                    <a:pt x="210618" y="583880"/>
                  </a:lnTo>
                  <a:lnTo>
                    <a:pt x="208261" y="584087"/>
                  </a:lnTo>
                  <a:lnTo>
                    <a:pt x="204571" y="583622"/>
                  </a:lnTo>
                  <a:lnTo>
                    <a:pt x="203038" y="583651"/>
                  </a:lnTo>
                  <a:lnTo>
                    <a:pt x="200870" y="584141"/>
                  </a:lnTo>
                  <a:lnTo>
                    <a:pt x="196172" y="586036"/>
                  </a:lnTo>
                  <a:lnTo>
                    <a:pt x="194659" y="586241"/>
                  </a:lnTo>
                  <a:lnTo>
                    <a:pt x="192632" y="586172"/>
                  </a:lnTo>
                  <a:lnTo>
                    <a:pt x="191211" y="584460"/>
                  </a:lnTo>
                  <a:lnTo>
                    <a:pt x="190708" y="582883"/>
                  </a:lnTo>
                  <a:lnTo>
                    <a:pt x="189821" y="581575"/>
                  </a:lnTo>
                  <a:lnTo>
                    <a:pt x="189101" y="581018"/>
                  </a:lnTo>
                  <a:lnTo>
                    <a:pt x="188802" y="581023"/>
                  </a:lnTo>
                  <a:lnTo>
                    <a:pt x="188714" y="580233"/>
                  </a:lnTo>
                  <a:lnTo>
                    <a:pt x="191751" y="580389"/>
                  </a:lnTo>
                  <a:lnTo>
                    <a:pt x="194176" y="579813"/>
                  </a:lnTo>
                  <a:lnTo>
                    <a:pt x="197952" y="579552"/>
                  </a:lnTo>
                  <a:lnTo>
                    <a:pt x="198529" y="579204"/>
                  </a:lnTo>
                  <a:lnTo>
                    <a:pt x="199259" y="579164"/>
                  </a:lnTo>
                  <a:lnTo>
                    <a:pt x="199594" y="578834"/>
                  </a:lnTo>
                  <a:lnTo>
                    <a:pt x="199176" y="578625"/>
                  </a:lnTo>
                  <a:lnTo>
                    <a:pt x="198980" y="577359"/>
                  </a:lnTo>
                  <a:lnTo>
                    <a:pt x="198177" y="576190"/>
                  </a:lnTo>
                  <a:lnTo>
                    <a:pt x="198382" y="574959"/>
                  </a:lnTo>
                  <a:lnTo>
                    <a:pt x="197618" y="573156"/>
                  </a:lnTo>
                  <a:lnTo>
                    <a:pt x="196450" y="572177"/>
                  </a:lnTo>
                  <a:lnTo>
                    <a:pt x="194856" y="571605"/>
                  </a:lnTo>
                  <a:lnTo>
                    <a:pt x="192785" y="571865"/>
                  </a:lnTo>
                  <a:lnTo>
                    <a:pt x="190422" y="573097"/>
                  </a:lnTo>
                  <a:lnTo>
                    <a:pt x="189094" y="572740"/>
                  </a:lnTo>
                  <a:lnTo>
                    <a:pt x="186800" y="573125"/>
                  </a:lnTo>
                  <a:lnTo>
                    <a:pt x="185919" y="572783"/>
                  </a:lnTo>
                  <a:lnTo>
                    <a:pt x="185084" y="569942"/>
                  </a:lnTo>
                  <a:lnTo>
                    <a:pt x="184035" y="567516"/>
                  </a:lnTo>
                  <a:lnTo>
                    <a:pt x="184117" y="566552"/>
                  </a:lnTo>
                  <a:lnTo>
                    <a:pt x="183045" y="565580"/>
                  </a:lnTo>
                  <a:lnTo>
                    <a:pt x="180010" y="564343"/>
                  </a:lnTo>
                  <a:lnTo>
                    <a:pt x="180413" y="556041"/>
                  </a:lnTo>
                  <a:lnTo>
                    <a:pt x="183212" y="556224"/>
                  </a:lnTo>
                  <a:lnTo>
                    <a:pt x="183113" y="556788"/>
                  </a:lnTo>
                  <a:lnTo>
                    <a:pt x="185164" y="558432"/>
                  </a:lnTo>
                  <a:lnTo>
                    <a:pt x="191896" y="558012"/>
                  </a:lnTo>
                  <a:lnTo>
                    <a:pt x="192613" y="557835"/>
                  </a:lnTo>
                  <a:lnTo>
                    <a:pt x="193114" y="557332"/>
                  </a:lnTo>
                  <a:lnTo>
                    <a:pt x="192815" y="556735"/>
                  </a:lnTo>
                  <a:lnTo>
                    <a:pt x="191778" y="556713"/>
                  </a:lnTo>
                  <a:lnTo>
                    <a:pt x="191133" y="556115"/>
                  </a:lnTo>
                  <a:lnTo>
                    <a:pt x="190962" y="555393"/>
                  </a:lnTo>
                  <a:lnTo>
                    <a:pt x="190618" y="555057"/>
                  </a:lnTo>
                  <a:lnTo>
                    <a:pt x="189972" y="554750"/>
                  </a:lnTo>
                  <a:lnTo>
                    <a:pt x="188682" y="555271"/>
                  </a:lnTo>
                  <a:lnTo>
                    <a:pt x="187694" y="554458"/>
                  </a:lnTo>
                  <a:lnTo>
                    <a:pt x="187443" y="553634"/>
                  </a:lnTo>
                  <a:lnTo>
                    <a:pt x="186436" y="553185"/>
                  </a:lnTo>
                  <a:lnTo>
                    <a:pt x="186040" y="553237"/>
                  </a:lnTo>
                  <a:lnTo>
                    <a:pt x="185659" y="552570"/>
                  </a:lnTo>
                  <a:lnTo>
                    <a:pt x="185643" y="551690"/>
                  </a:lnTo>
                  <a:lnTo>
                    <a:pt x="184334" y="550516"/>
                  </a:lnTo>
                  <a:lnTo>
                    <a:pt x="183994" y="549146"/>
                  </a:lnTo>
                  <a:lnTo>
                    <a:pt x="183521" y="548917"/>
                  </a:lnTo>
                  <a:lnTo>
                    <a:pt x="183351" y="548406"/>
                  </a:lnTo>
                  <a:lnTo>
                    <a:pt x="182895" y="548270"/>
                  </a:lnTo>
                  <a:lnTo>
                    <a:pt x="182701" y="547608"/>
                  </a:lnTo>
                  <a:lnTo>
                    <a:pt x="181281" y="547658"/>
                  </a:lnTo>
                  <a:lnTo>
                    <a:pt x="180625" y="552319"/>
                  </a:lnTo>
                  <a:lnTo>
                    <a:pt x="179048" y="551707"/>
                  </a:lnTo>
                  <a:lnTo>
                    <a:pt x="175879" y="551434"/>
                  </a:lnTo>
                  <a:lnTo>
                    <a:pt x="174489" y="551881"/>
                  </a:lnTo>
                  <a:lnTo>
                    <a:pt x="173698" y="553019"/>
                  </a:lnTo>
                  <a:lnTo>
                    <a:pt x="172433" y="552257"/>
                  </a:lnTo>
                  <a:lnTo>
                    <a:pt x="170403" y="552095"/>
                  </a:lnTo>
                  <a:lnTo>
                    <a:pt x="167989" y="552254"/>
                  </a:lnTo>
                  <a:lnTo>
                    <a:pt x="167819" y="552422"/>
                  </a:lnTo>
                  <a:lnTo>
                    <a:pt x="167719" y="546149"/>
                  </a:lnTo>
                  <a:lnTo>
                    <a:pt x="164372" y="546379"/>
                  </a:lnTo>
                  <a:lnTo>
                    <a:pt x="161306" y="546105"/>
                  </a:lnTo>
                  <a:lnTo>
                    <a:pt x="153712" y="547081"/>
                  </a:lnTo>
                  <a:lnTo>
                    <a:pt x="153554" y="539958"/>
                  </a:lnTo>
                  <a:lnTo>
                    <a:pt x="153007" y="539856"/>
                  </a:lnTo>
                  <a:lnTo>
                    <a:pt x="153142" y="530905"/>
                  </a:lnTo>
                  <a:lnTo>
                    <a:pt x="152670" y="530956"/>
                  </a:lnTo>
                  <a:lnTo>
                    <a:pt x="152476" y="529695"/>
                  </a:lnTo>
                  <a:lnTo>
                    <a:pt x="149810" y="530005"/>
                  </a:lnTo>
                  <a:lnTo>
                    <a:pt x="149587" y="529722"/>
                  </a:lnTo>
                  <a:lnTo>
                    <a:pt x="148614" y="529787"/>
                  </a:lnTo>
                  <a:lnTo>
                    <a:pt x="148467" y="529446"/>
                  </a:lnTo>
                  <a:lnTo>
                    <a:pt x="148911" y="528302"/>
                  </a:lnTo>
                  <a:lnTo>
                    <a:pt x="148502" y="527681"/>
                  </a:lnTo>
                  <a:lnTo>
                    <a:pt x="148211" y="527754"/>
                  </a:lnTo>
                  <a:lnTo>
                    <a:pt x="147148" y="527129"/>
                  </a:lnTo>
                  <a:lnTo>
                    <a:pt x="145136" y="527113"/>
                  </a:lnTo>
                  <a:lnTo>
                    <a:pt x="143738" y="525723"/>
                  </a:lnTo>
                  <a:lnTo>
                    <a:pt x="142854" y="525359"/>
                  </a:lnTo>
                  <a:lnTo>
                    <a:pt x="142456" y="524397"/>
                  </a:lnTo>
                  <a:lnTo>
                    <a:pt x="139138" y="520978"/>
                  </a:lnTo>
                  <a:lnTo>
                    <a:pt x="136873" y="517715"/>
                  </a:lnTo>
                  <a:lnTo>
                    <a:pt x="133210" y="513801"/>
                  </a:lnTo>
                  <a:lnTo>
                    <a:pt x="149374" y="510453"/>
                  </a:lnTo>
                  <a:lnTo>
                    <a:pt x="150135" y="510323"/>
                  </a:lnTo>
                  <a:lnTo>
                    <a:pt x="153072" y="508610"/>
                  </a:lnTo>
                  <a:lnTo>
                    <a:pt x="153223" y="508363"/>
                  </a:lnTo>
                  <a:lnTo>
                    <a:pt x="152859" y="507957"/>
                  </a:lnTo>
                  <a:lnTo>
                    <a:pt x="153027" y="507122"/>
                  </a:lnTo>
                  <a:lnTo>
                    <a:pt x="153959" y="506323"/>
                  </a:lnTo>
                  <a:lnTo>
                    <a:pt x="154494" y="506364"/>
                  </a:lnTo>
                  <a:lnTo>
                    <a:pt x="154746" y="507084"/>
                  </a:lnTo>
                  <a:lnTo>
                    <a:pt x="155208" y="507533"/>
                  </a:lnTo>
                  <a:lnTo>
                    <a:pt x="155305" y="507860"/>
                  </a:lnTo>
                  <a:lnTo>
                    <a:pt x="155031" y="508302"/>
                  </a:lnTo>
                  <a:lnTo>
                    <a:pt x="155205" y="508675"/>
                  </a:lnTo>
                  <a:lnTo>
                    <a:pt x="156266" y="508716"/>
                  </a:lnTo>
                  <a:lnTo>
                    <a:pt x="157583" y="509486"/>
                  </a:lnTo>
                  <a:lnTo>
                    <a:pt x="158333" y="508957"/>
                  </a:lnTo>
                  <a:lnTo>
                    <a:pt x="159831" y="509395"/>
                  </a:lnTo>
                  <a:lnTo>
                    <a:pt x="160157" y="509310"/>
                  </a:lnTo>
                  <a:lnTo>
                    <a:pt x="159916" y="509817"/>
                  </a:lnTo>
                  <a:lnTo>
                    <a:pt x="160324" y="510518"/>
                  </a:lnTo>
                  <a:lnTo>
                    <a:pt x="163915" y="513845"/>
                  </a:lnTo>
                  <a:lnTo>
                    <a:pt x="166867" y="515377"/>
                  </a:lnTo>
                  <a:lnTo>
                    <a:pt x="168886" y="516709"/>
                  </a:lnTo>
                  <a:lnTo>
                    <a:pt x="171915" y="517706"/>
                  </a:lnTo>
                  <a:lnTo>
                    <a:pt x="172081" y="517370"/>
                  </a:lnTo>
                  <a:lnTo>
                    <a:pt x="172385" y="517739"/>
                  </a:lnTo>
                  <a:lnTo>
                    <a:pt x="173731" y="517860"/>
                  </a:lnTo>
                  <a:lnTo>
                    <a:pt x="175446" y="519113"/>
                  </a:lnTo>
                  <a:lnTo>
                    <a:pt x="175983" y="518862"/>
                  </a:lnTo>
                  <a:lnTo>
                    <a:pt x="176571" y="519001"/>
                  </a:lnTo>
                  <a:lnTo>
                    <a:pt x="177001" y="518854"/>
                  </a:lnTo>
                  <a:lnTo>
                    <a:pt x="177028" y="516111"/>
                  </a:lnTo>
                  <a:lnTo>
                    <a:pt x="178158" y="512687"/>
                  </a:lnTo>
                  <a:lnTo>
                    <a:pt x="178491" y="510930"/>
                  </a:lnTo>
                  <a:lnTo>
                    <a:pt x="180620" y="510688"/>
                  </a:lnTo>
                  <a:lnTo>
                    <a:pt x="181051" y="510285"/>
                  </a:lnTo>
                  <a:lnTo>
                    <a:pt x="181106" y="509696"/>
                  </a:lnTo>
                  <a:lnTo>
                    <a:pt x="180381" y="508152"/>
                  </a:lnTo>
                  <a:lnTo>
                    <a:pt x="179248" y="507810"/>
                  </a:lnTo>
                  <a:lnTo>
                    <a:pt x="179207" y="507218"/>
                  </a:lnTo>
                  <a:lnTo>
                    <a:pt x="178785" y="506600"/>
                  </a:lnTo>
                  <a:lnTo>
                    <a:pt x="178544" y="504987"/>
                  </a:lnTo>
                  <a:lnTo>
                    <a:pt x="178224" y="504446"/>
                  </a:lnTo>
                  <a:lnTo>
                    <a:pt x="176614" y="504027"/>
                  </a:lnTo>
                  <a:lnTo>
                    <a:pt x="174752" y="503961"/>
                  </a:lnTo>
                  <a:lnTo>
                    <a:pt x="174552" y="503723"/>
                  </a:lnTo>
                  <a:lnTo>
                    <a:pt x="172797" y="499124"/>
                  </a:lnTo>
                  <a:lnTo>
                    <a:pt x="172775" y="497498"/>
                  </a:lnTo>
                  <a:lnTo>
                    <a:pt x="172961" y="497006"/>
                  </a:lnTo>
                  <a:lnTo>
                    <a:pt x="174201" y="496146"/>
                  </a:lnTo>
                  <a:lnTo>
                    <a:pt x="175243" y="494201"/>
                  </a:lnTo>
                  <a:lnTo>
                    <a:pt x="176426" y="493302"/>
                  </a:lnTo>
                  <a:lnTo>
                    <a:pt x="176994" y="492556"/>
                  </a:lnTo>
                  <a:lnTo>
                    <a:pt x="177322" y="491883"/>
                  </a:lnTo>
                  <a:lnTo>
                    <a:pt x="177092" y="491193"/>
                  </a:lnTo>
                  <a:lnTo>
                    <a:pt x="177267" y="490407"/>
                  </a:lnTo>
                  <a:lnTo>
                    <a:pt x="177860" y="490231"/>
                  </a:lnTo>
                  <a:lnTo>
                    <a:pt x="179641" y="491127"/>
                  </a:lnTo>
                  <a:lnTo>
                    <a:pt x="181453" y="492432"/>
                  </a:lnTo>
                  <a:lnTo>
                    <a:pt x="183379" y="493241"/>
                  </a:lnTo>
                  <a:lnTo>
                    <a:pt x="184724" y="493542"/>
                  </a:lnTo>
                  <a:lnTo>
                    <a:pt x="185203" y="493249"/>
                  </a:lnTo>
                  <a:lnTo>
                    <a:pt x="185728" y="493398"/>
                  </a:lnTo>
                  <a:lnTo>
                    <a:pt x="186351" y="491172"/>
                  </a:lnTo>
                  <a:lnTo>
                    <a:pt x="186086" y="488830"/>
                  </a:lnTo>
                  <a:lnTo>
                    <a:pt x="186344" y="484270"/>
                  </a:lnTo>
                  <a:lnTo>
                    <a:pt x="187449" y="481587"/>
                  </a:lnTo>
                  <a:lnTo>
                    <a:pt x="187525" y="480697"/>
                  </a:lnTo>
                  <a:lnTo>
                    <a:pt x="186732" y="479577"/>
                  </a:lnTo>
                  <a:lnTo>
                    <a:pt x="186258" y="479439"/>
                  </a:lnTo>
                  <a:lnTo>
                    <a:pt x="186020" y="478534"/>
                  </a:lnTo>
                  <a:lnTo>
                    <a:pt x="185360" y="478070"/>
                  </a:lnTo>
                  <a:lnTo>
                    <a:pt x="185348" y="477561"/>
                  </a:lnTo>
                  <a:lnTo>
                    <a:pt x="184764" y="477022"/>
                  </a:lnTo>
                  <a:lnTo>
                    <a:pt x="184489" y="476038"/>
                  </a:lnTo>
                  <a:lnTo>
                    <a:pt x="183995" y="475554"/>
                  </a:lnTo>
                  <a:lnTo>
                    <a:pt x="183143" y="473019"/>
                  </a:lnTo>
                  <a:lnTo>
                    <a:pt x="182711" y="472617"/>
                  </a:lnTo>
                  <a:lnTo>
                    <a:pt x="182387" y="470350"/>
                  </a:lnTo>
                  <a:lnTo>
                    <a:pt x="181061" y="467762"/>
                  </a:lnTo>
                  <a:lnTo>
                    <a:pt x="181457" y="464966"/>
                  </a:lnTo>
                  <a:lnTo>
                    <a:pt x="181384" y="462846"/>
                  </a:lnTo>
                  <a:lnTo>
                    <a:pt x="181585" y="462656"/>
                  </a:lnTo>
                  <a:lnTo>
                    <a:pt x="180621" y="461607"/>
                  </a:lnTo>
                  <a:lnTo>
                    <a:pt x="180239" y="460492"/>
                  </a:lnTo>
                  <a:lnTo>
                    <a:pt x="179354" y="459741"/>
                  </a:lnTo>
                  <a:lnTo>
                    <a:pt x="179304" y="459149"/>
                  </a:lnTo>
                  <a:lnTo>
                    <a:pt x="178720" y="458590"/>
                  </a:lnTo>
                  <a:lnTo>
                    <a:pt x="178460" y="457596"/>
                  </a:lnTo>
                  <a:lnTo>
                    <a:pt x="178608" y="456458"/>
                  </a:lnTo>
                  <a:lnTo>
                    <a:pt x="176368" y="455721"/>
                  </a:lnTo>
                  <a:lnTo>
                    <a:pt x="174569" y="456452"/>
                  </a:lnTo>
                  <a:lnTo>
                    <a:pt x="174396" y="456255"/>
                  </a:lnTo>
                  <a:lnTo>
                    <a:pt x="173835" y="457059"/>
                  </a:lnTo>
                  <a:lnTo>
                    <a:pt x="172344" y="458135"/>
                  </a:lnTo>
                  <a:lnTo>
                    <a:pt x="170457" y="458018"/>
                  </a:lnTo>
                  <a:lnTo>
                    <a:pt x="168069" y="459406"/>
                  </a:lnTo>
                  <a:lnTo>
                    <a:pt x="167640" y="459234"/>
                  </a:lnTo>
                  <a:lnTo>
                    <a:pt x="166857" y="459602"/>
                  </a:lnTo>
                  <a:lnTo>
                    <a:pt x="166389" y="460504"/>
                  </a:lnTo>
                  <a:lnTo>
                    <a:pt x="166034" y="460429"/>
                  </a:lnTo>
                  <a:lnTo>
                    <a:pt x="165893" y="460830"/>
                  </a:lnTo>
                  <a:lnTo>
                    <a:pt x="165530" y="460764"/>
                  </a:lnTo>
                  <a:lnTo>
                    <a:pt x="164946" y="461818"/>
                  </a:lnTo>
                  <a:lnTo>
                    <a:pt x="164330" y="462398"/>
                  </a:lnTo>
                  <a:lnTo>
                    <a:pt x="164616" y="463072"/>
                  </a:lnTo>
                  <a:lnTo>
                    <a:pt x="164626" y="463951"/>
                  </a:lnTo>
                  <a:lnTo>
                    <a:pt x="163522" y="464721"/>
                  </a:lnTo>
                  <a:lnTo>
                    <a:pt x="163865" y="467004"/>
                  </a:lnTo>
                  <a:lnTo>
                    <a:pt x="163400" y="467700"/>
                  </a:lnTo>
                  <a:lnTo>
                    <a:pt x="161659" y="467776"/>
                  </a:lnTo>
                  <a:lnTo>
                    <a:pt x="159718" y="466132"/>
                  </a:lnTo>
                  <a:lnTo>
                    <a:pt x="158206" y="465268"/>
                  </a:lnTo>
                  <a:lnTo>
                    <a:pt x="157606" y="463219"/>
                  </a:lnTo>
                  <a:lnTo>
                    <a:pt x="156117" y="461400"/>
                  </a:lnTo>
                  <a:lnTo>
                    <a:pt x="154198" y="460223"/>
                  </a:lnTo>
                  <a:lnTo>
                    <a:pt x="153562" y="460956"/>
                  </a:lnTo>
                  <a:lnTo>
                    <a:pt x="152379" y="459133"/>
                  </a:lnTo>
                  <a:lnTo>
                    <a:pt x="151765" y="455447"/>
                  </a:lnTo>
                  <a:lnTo>
                    <a:pt x="151171" y="454519"/>
                  </a:lnTo>
                  <a:lnTo>
                    <a:pt x="150538" y="454295"/>
                  </a:lnTo>
                  <a:lnTo>
                    <a:pt x="148896" y="453297"/>
                  </a:lnTo>
                  <a:lnTo>
                    <a:pt x="147993" y="453358"/>
                  </a:lnTo>
                  <a:lnTo>
                    <a:pt x="147887" y="452519"/>
                  </a:lnTo>
                  <a:lnTo>
                    <a:pt x="144551" y="452330"/>
                  </a:lnTo>
                  <a:lnTo>
                    <a:pt x="144605" y="453163"/>
                  </a:lnTo>
                  <a:lnTo>
                    <a:pt x="138859" y="453530"/>
                  </a:lnTo>
                  <a:lnTo>
                    <a:pt x="138906" y="453863"/>
                  </a:lnTo>
                  <a:lnTo>
                    <a:pt x="131546" y="454356"/>
                  </a:lnTo>
                  <a:lnTo>
                    <a:pt x="129254" y="454775"/>
                  </a:lnTo>
                  <a:lnTo>
                    <a:pt x="126748" y="455567"/>
                  </a:lnTo>
                  <a:lnTo>
                    <a:pt x="125437" y="453608"/>
                  </a:lnTo>
                  <a:lnTo>
                    <a:pt x="125200" y="452761"/>
                  </a:lnTo>
                  <a:lnTo>
                    <a:pt x="117308" y="453160"/>
                  </a:lnTo>
                  <a:lnTo>
                    <a:pt x="116418" y="450484"/>
                  </a:lnTo>
                  <a:lnTo>
                    <a:pt x="116316" y="449175"/>
                  </a:lnTo>
                  <a:lnTo>
                    <a:pt x="115112" y="445809"/>
                  </a:lnTo>
                  <a:lnTo>
                    <a:pt x="114920" y="441382"/>
                  </a:lnTo>
                  <a:lnTo>
                    <a:pt x="115246" y="438812"/>
                  </a:lnTo>
                  <a:lnTo>
                    <a:pt x="115117" y="436835"/>
                  </a:lnTo>
                  <a:lnTo>
                    <a:pt x="112581" y="430652"/>
                  </a:lnTo>
                  <a:lnTo>
                    <a:pt x="111960" y="428632"/>
                  </a:lnTo>
                  <a:lnTo>
                    <a:pt x="111334" y="424275"/>
                  </a:lnTo>
                  <a:lnTo>
                    <a:pt x="111095" y="417477"/>
                  </a:lnTo>
                  <a:lnTo>
                    <a:pt x="109424" y="416073"/>
                  </a:lnTo>
                  <a:lnTo>
                    <a:pt x="109417" y="415700"/>
                  </a:lnTo>
                  <a:lnTo>
                    <a:pt x="108918" y="415680"/>
                  </a:lnTo>
                  <a:lnTo>
                    <a:pt x="108774" y="415398"/>
                  </a:lnTo>
                  <a:lnTo>
                    <a:pt x="107631" y="411839"/>
                  </a:lnTo>
                  <a:lnTo>
                    <a:pt x="107623" y="410324"/>
                  </a:lnTo>
                  <a:lnTo>
                    <a:pt x="105869" y="409895"/>
                  </a:lnTo>
                  <a:lnTo>
                    <a:pt x="105641" y="410024"/>
                  </a:lnTo>
                  <a:lnTo>
                    <a:pt x="105138" y="409576"/>
                  </a:lnTo>
                  <a:lnTo>
                    <a:pt x="106418" y="407382"/>
                  </a:lnTo>
                  <a:lnTo>
                    <a:pt x="109209" y="406100"/>
                  </a:lnTo>
                  <a:lnTo>
                    <a:pt x="110642" y="404317"/>
                  </a:lnTo>
                  <a:lnTo>
                    <a:pt x="110356" y="400265"/>
                  </a:lnTo>
                  <a:lnTo>
                    <a:pt x="109665" y="398052"/>
                  </a:lnTo>
                  <a:lnTo>
                    <a:pt x="109882" y="396923"/>
                  </a:lnTo>
                  <a:lnTo>
                    <a:pt x="109404" y="396572"/>
                  </a:lnTo>
                  <a:lnTo>
                    <a:pt x="109656" y="395558"/>
                  </a:lnTo>
                  <a:lnTo>
                    <a:pt x="109334" y="392631"/>
                  </a:lnTo>
                  <a:lnTo>
                    <a:pt x="109575" y="390605"/>
                  </a:lnTo>
                  <a:lnTo>
                    <a:pt x="109808" y="390480"/>
                  </a:lnTo>
                  <a:lnTo>
                    <a:pt x="110040" y="389310"/>
                  </a:lnTo>
                  <a:lnTo>
                    <a:pt x="111004" y="389525"/>
                  </a:lnTo>
                  <a:lnTo>
                    <a:pt x="111457" y="387083"/>
                  </a:lnTo>
                  <a:lnTo>
                    <a:pt x="111994" y="385567"/>
                  </a:lnTo>
                  <a:lnTo>
                    <a:pt x="112577" y="385413"/>
                  </a:lnTo>
                  <a:lnTo>
                    <a:pt x="111973" y="384030"/>
                  </a:lnTo>
                  <a:lnTo>
                    <a:pt x="112735" y="383107"/>
                  </a:lnTo>
                  <a:lnTo>
                    <a:pt x="112875" y="382094"/>
                  </a:lnTo>
                  <a:lnTo>
                    <a:pt x="112461" y="380104"/>
                  </a:lnTo>
                  <a:lnTo>
                    <a:pt x="112585" y="378503"/>
                  </a:lnTo>
                  <a:lnTo>
                    <a:pt x="112842" y="375889"/>
                  </a:lnTo>
                  <a:lnTo>
                    <a:pt x="113489" y="376761"/>
                  </a:lnTo>
                  <a:lnTo>
                    <a:pt x="114298" y="376202"/>
                  </a:lnTo>
                  <a:lnTo>
                    <a:pt x="114588" y="375619"/>
                  </a:lnTo>
                  <a:lnTo>
                    <a:pt x="115324" y="375633"/>
                  </a:lnTo>
                  <a:lnTo>
                    <a:pt x="115683" y="375319"/>
                  </a:lnTo>
                  <a:lnTo>
                    <a:pt x="116377" y="375487"/>
                  </a:lnTo>
                  <a:lnTo>
                    <a:pt x="116841" y="375339"/>
                  </a:lnTo>
                  <a:lnTo>
                    <a:pt x="116430" y="373663"/>
                  </a:lnTo>
                  <a:lnTo>
                    <a:pt x="115921" y="372960"/>
                  </a:lnTo>
                  <a:lnTo>
                    <a:pt x="116033" y="371522"/>
                  </a:lnTo>
                  <a:lnTo>
                    <a:pt x="116086" y="370369"/>
                  </a:lnTo>
                  <a:lnTo>
                    <a:pt x="116891" y="368045"/>
                  </a:lnTo>
                  <a:lnTo>
                    <a:pt x="117254" y="365260"/>
                  </a:lnTo>
                  <a:lnTo>
                    <a:pt x="116702" y="365261"/>
                  </a:lnTo>
                  <a:lnTo>
                    <a:pt x="115601" y="365991"/>
                  </a:lnTo>
                  <a:lnTo>
                    <a:pt x="115569" y="364519"/>
                  </a:lnTo>
                  <a:lnTo>
                    <a:pt x="115854" y="362779"/>
                  </a:lnTo>
                  <a:lnTo>
                    <a:pt x="115759" y="361174"/>
                  </a:lnTo>
                  <a:lnTo>
                    <a:pt x="116420" y="359786"/>
                  </a:lnTo>
                  <a:lnTo>
                    <a:pt x="117111" y="357303"/>
                  </a:lnTo>
                  <a:lnTo>
                    <a:pt x="118243" y="354634"/>
                  </a:lnTo>
                  <a:lnTo>
                    <a:pt x="116977" y="352570"/>
                  </a:lnTo>
                  <a:lnTo>
                    <a:pt x="117449" y="352162"/>
                  </a:lnTo>
                  <a:lnTo>
                    <a:pt x="117441" y="350443"/>
                  </a:lnTo>
                  <a:lnTo>
                    <a:pt x="117016" y="349429"/>
                  </a:lnTo>
                  <a:lnTo>
                    <a:pt x="117076" y="347990"/>
                  </a:lnTo>
                  <a:lnTo>
                    <a:pt x="118893" y="347404"/>
                  </a:lnTo>
                  <a:lnTo>
                    <a:pt x="119451" y="346234"/>
                  </a:lnTo>
                  <a:lnTo>
                    <a:pt x="119422" y="345311"/>
                  </a:lnTo>
                  <a:lnTo>
                    <a:pt x="118969" y="344064"/>
                  </a:lnTo>
                  <a:lnTo>
                    <a:pt x="117436" y="341633"/>
                  </a:lnTo>
                  <a:lnTo>
                    <a:pt x="118108" y="338684"/>
                  </a:lnTo>
                  <a:lnTo>
                    <a:pt x="118392" y="338596"/>
                  </a:lnTo>
                  <a:lnTo>
                    <a:pt x="118473" y="338253"/>
                  </a:lnTo>
                  <a:lnTo>
                    <a:pt x="118262" y="337333"/>
                  </a:lnTo>
                  <a:lnTo>
                    <a:pt x="118405" y="336318"/>
                  </a:lnTo>
                  <a:lnTo>
                    <a:pt x="118224" y="334199"/>
                  </a:lnTo>
                  <a:lnTo>
                    <a:pt x="118573" y="332300"/>
                  </a:lnTo>
                  <a:lnTo>
                    <a:pt x="119028" y="331190"/>
                  </a:lnTo>
                  <a:lnTo>
                    <a:pt x="118687" y="328020"/>
                  </a:lnTo>
                  <a:lnTo>
                    <a:pt x="118200" y="327094"/>
                  </a:lnTo>
                  <a:lnTo>
                    <a:pt x="117567" y="327225"/>
                  </a:lnTo>
                  <a:lnTo>
                    <a:pt x="115326" y="326991"/>
                  </a:lnTo>
                  <a:lnTo>
                    <a:pt x="113618" y="327243"/>
                  </a:lnTo>
                  <a:lnTo>
                    <a:pt x="112457" y="326876"/>
                  </a:lnTo>
                  <a:lnTo>
                    <a:pt x="110367" y="326835"/>
                  </a:lnTo>
                  <a:lnTo>
                    <a:pt x="107778" y="328006"/>
                  </a:lnTo>
                  <a:lnTo>
                    <a:pt x="103001" y="329454"/>
                  </a:lnTo>
                  <a:lnTo>
                    <a:pt x="102729" y="330085"/>
                  </a:lnTo>
                  <a:lnTo>
                    <a:pt x="102233" y="329134"/>
                  </a:lnTo>
                  <a:lnTo>
                    <a:pt x="102516" y="327945"/>
                  </a:lnTo>
                  <a:lnTo>
                    <a:pt x="102144" y="327602"/>
                  </a:lnTo>
                  <a:lnTo>
                    <a:pt x="102289" y="326820"/>
                  </a:lnTo>
                  <a:lnTo>
                    <a:pt x="101385" y="326073"/>
                  </a:lnTo>
                  <a:lnTo>
                    <a:pt x="100873" y="325094"/>
                  </a:lnTo>
                  <a:lnTo>
                    <a:pt x="101105" y="324751"/>
                  </a:lnTo>
                  <a:lnTo>
                    <a:pt x="100889" y="324194"/>
                  </a:lnTo>
                  <a:lnTo>
                    <a:pt x="100083" y="323361"/>
                  </a:lnTo>
                  <a:lnTo>
                    <a:pt x="99906" y="321933"/>
                  </a:lnTo>
                  <a:lnTo>
                    <a:pt x="99387" y="321114"/>
                  </a:lnTo>
                  <a:lnTo>
                    <a:pt x="99363" y="320276"/>
                  </a:lnTo>
                  <a:lnTo>
                    <a:pt x="98826" y="319218"/>
                  </a:lnTo>
                  <a:lnTo>
                    <a:pt x="98418" y="318996"/>
                  </a:lnTo>
                  <a:lnTo>
                    <a:pt x="98059" y="317525"/>
                  </a:lnTo>
                  <a:lnTo>
                    <a:pt x="98034" y="316337"/>
                  </a:lnTo>
                  <a:lnTo>
                    <a:pt x="97766" y="315868"/>
                  </a:lnTo>
                  <a:lnTo>
                    <a:pt x="97921" y="315659"/>
                  </a:lnTo>
                  <a:lnTo>
                    <a:pt x="97657" y="314751"/>
                  </a:lnTo>
                  <a:lnTo>
                    <a:pt x="97946" y="313513"/>
                  </a:lnTo>
                  <a:lnTo>
                    <a:pt x="97750" y="313427"/>
                  </a:lnTo>
                  <a:lnTo>
                    <a:pt x="97759" y="312644"/>
                  </a:lnTo>
                  <a:lnTo>
                    <a:pt x="98150" y="311696"/>
                  </a:lnTo>
                  <a:lnTo>
                    <a:pt x="98461" y="309798"/>
                  </a:lnTo>
                  <a:lnTo>
                    <a:pt x="98010" y="308719"/>
                  </a:lnTo>
                  <a:lnTo>
                    <a:pt x="98345" y="308184"/>
                  </a:lnTo>
                  <a:lnTo>
                    <a:pt x="98166" y="308002"/>
                  </a:lnTo>
                  <a:lnTo>
                    <a:pt x="98825" y="307790"/>
                  </a:lnTo>
                  <a:lnTo>
                    <a:pt x="98563" y="306767"/>
                  </a:lnTo>
                  <a:lnTo>
                    <a:pt x="98738" y="306335"/>
                  </a:lnTo>
                  <a:lnTo>
                    <a:pt x="99568" y="306115"/>
                  </a:lnTo>
                  <a:lnTo>
                    <a:pt x="100550" y="305202"/>
                  </a:lnTo>
                  <a:lnTo>
                    <a:pt x="101128" y="305694"/>
                  </a:lnTo>
                  <a:lnTo>
                    <a:pt x="101259" y="305377"/>
                  </a:lnTo>
                  <a:lnTo>
                    <a:pt x="102294" y="304798"/>
                  </a:lnTo>
                  <a:lnTo>
                    <a:pt x="104140" y="302694"/>
                  </a:lnTo>
                  <a:lnTo>
                    <a:pt x="105483" y="302058"/>
                  </a:lnTo>
                  <a:lnTo>
                    <a:pt x="106673" y="299949"/>
                  </a:lnTo>
                  <a:lnTo>
                    <a:pt x="107789" y="298735"/>
                  </a:lnTo>
                  <a:lnTo>
                    <a:pt x="107556" y="297151"/>
                  </a:lnTo>
                  <a:lnTo>
                    <a:pt x="107785" y="295267"/>
                  </a:lnTo>
                  <a:lnTo>
                    <a:pt x="108956" y="294365"/>
                  </a:lnTo>
                  <a:lnTo>
                    <a:pt x="108024" y="293495"/>
                  </a:lnTo>
                  <a:lnTo>
                    <a:pt x="106924" y="291933"/>
                  </a:lnTo>
                  <a:lnTo>
                    <a:pt x="105211" y="291153"/>
                  </a:lnTo>
                  <a:lnTo>
                    <a:pt x="104351" y="291125"/>
                  </a:lnTo>
                  <a:lnTo>
                    <a:pt x="102834" y="287922"/>
                  </a:lnTo>
                  <a:lnTo>
                    <a:pt x="104361" y="286107"/>
                  </a:lnTo>
                  <a:lnTo>
                    <a:pt x="104270" y="285956"/>
                  </a:lnTo>
                  <a:lnTo>
                    <a:pt x="103642" y="286369"/>
                  </a:lnTo>
                  <a:lnTo>
                    <a:pt x="103380" y="285977"/>
                  </a:lnTo>
                  <a:lnTo>
                    <a:pt x="102913" y="285847"/>
                  </a:lnTo>
                  <a:lnTo>
                    <a:pt x="102370" y="285017"/>
                  </a:lnTo>
                  <a:lnTo>
                    <a:pt x="101676" y="285207"/>
                  </a:lnTo>
                  <a:lnTo>
                    <a:pt x="98850" y="284913"/>
                  </a:lnTo>
                  <a:lnTo>
                    <a:pt x="98494" y="285935"/>
                  </a:lnTo>
                  <a:lnTo>
                    <a:pt x="97068" y="288077"/>
                  </a:lnTo>
                  <a:lnTo>
                    <a:pt x="94515" y="287585"/>
                  </a:lnTo>
                  <a:lnTo>
                    <a:pt x="94292" y="287216"/>
                  </a:lnTo>
                  <a:lnTo>
                    <a:pt x="93303" y="287879"/>
                  </a:lnTo>
                  <a:lnTo>
                    <a:pt x="92737" y="287826"/>
                  </a:lnTo>
                  <a:lnTo>
                    <a:pt x="91689" y="288582"/>
                  </a:lnTo>
                  <a:lnTo>
                    <a:pt x="91203" y="288218"/>
                  </a:lnTo>
                  <a:lnTo>
                    <a:pt x="90362" y="290619"/>
                  </a:lnTo>
                  <a:lnTo>
                    <a:pt x="89996" y="290887"/>
                  </a:lnTo>
                  <a:lnTo>
                    <a:pt x="90088" y="290474"/>
                  </a:lnTo>
                  <a:lnTo>
                    <a:pt x="87876" y="290103"/>
                  </a:lnTo>
                  <a:lnTo>
                    <a:pt x="87868" y="289684"/>
                  </a:lnTo>
                  <a:lnTo>
                    <a:pt x="88216" y="289212"/>
                  </a:lnTo>
                  <a:lnTo>
                    <a:pt x="86551" y="288772"/>
                  </a:lnTo>
                  <a:lnTo>
                    <a:pt x="88763" y="286078"/>
                  </a:lnTo>
                  <a:lnTo>
                    <a:pt x="90560" y="283228"/>
                  </a:lnTo>
                  <a:lnTo>
                    <a:pt x="90428" y="283139"/>
                  </a:lnTo>
                  <a:lnTo>
                    <a:pt x="90921" y="281543"/>
                  </a:lnTo>
                  <a:lnTo>
                    <a:pt x="89969" y="281106"/>
                  </a:lnTo>
                  <a:lnTo>
                    <a:pt x="89857" y="280156"/>
                  </a:lnTo>
                  <a:lnTo>
                    <a:pt x="90056" y="280019"/>
                  </a:lnTo>
                  <a:lnTo>
                    <a:pt x="89225" y="279179"/>
                  </a:lnTo>
                  <a:lnTo>
                    <a:pt x="86022" y="278942"/>
                  </a:lnTo>
                  <a:lnTo>
                    <a:pt x="85752" y="279195"/>
                  </a:lnTo>
                  <a:lnTo>
                    <a:pt x="85274" y="279112"/>
                  </a:lnTo>
                  <a:lnTo>
                    <a:pt x="84939" y="279321"/>
                  </a:lnTo>
                  <a:lnTo>
                    <a:pt x="83373" y="279153"/>
                  </a:lnTo>
                  <a:lnTo>
                    <a:pt x="81722" y="277482"/>
                  </a:lnTo>
                  <a:lnTo>
                    <a:pt x="80119" y="277768"/>
                  </a:lnTo>
                  <a:lnTo>
                    <a:pt x="79877" y="278065"/>
                  </a:lnTo>
                  <a:lnTo>
                    <a:pt x="79185" y="278257"/>
                  </a:lnTo>
                  <a:lnTo>
                    <a:pt x="78881" y="278698"/>
                  </a:lnTo>
                  <a:lnTo>
                    <a:pt x="77211" y="279183"/>
                  </a:lnTo>
                  <a:lnTo>
                    <a:pt x="75224" y="278825"/>
                  </a:lnTo>
                  <a:lnTo>
                    <a:pt x="71944" y="277186"/>
                  </a:lnTo>
                  <a:lnTo>
                    <a:pt x="69546" y="276859"/>
                  </a:lnTo>
                  <a:lnTo>
                    <a:pt x="69603" y="275937"/>
                  </a:lnTo>
                  <a:lnTo>
                    <a:pt x="69937" y="275633"/>
                  </a:lnTo>
                  <a:lnTo>
                    <a:pt x="69743" y="274292"/>
                  </a:lnTo>
                  <a:lnTo>
                    <a:pt x="69194" y="275244"/>
                  </a:lnTo>
                  <a:lnTo>
                    <a:pt x="68826" y="275373"/>
                  </a:lnTo>
                  <a:lnTo>
                    <a:pt x="66891" y="275278"/>
                  </a:lnTo>
                  <a:lnTo>
                    <a:pt x="63883" y="274345"/>
                  </a:lnTo>
                  <a:lnTo>
                    <a:pt x="62655" y="274686"/>
                  </a:lnTo>
                  <a:lnTo>
                    <a:pt x="62646" y="275490"/>
                  </a:lnTo>
                  <a:lnTo>
                    <a:pt x="59226" y="275056"/>
                  </a:lnTo>
                  <a:lnTo>
                    <a:pt x="56982" y="274369"/>
                  </a:lnTo>
                  <a:lnTo>
                    <a:pt x="56582" y="276532"/>
                  </a:lnTo>
                  <a:lnTo>
                    <a:pt x="56122" y="276504"/>
                  </a:lnTo>
                  <a:lnTo>
                    <a:pt x="55894" y="276849"/>
                  </a:lnTo>
                  <a:lnTo>
                    <a:pt x="54920" y="277000"/>
                  </a:lnTo>
                  <a:lnTo>
                    <a:pt x="53945" y="276702"/>
                  </a:lnTo>
                  <a:lnTo>
                    <a:pt x="53634" y="277495"/>
                  </a:lnTo>
                  <a:lnTo>
                    <a:pt x="52534" y="277653"/>
                  </a:lnTo>
                  <a:lnTo>
                    <a:pt x="52335" y="277548"/>
                  </a:lnTo>
                  <a:lnTo>
                    <a:pt x="52411" y="277022"/>
                  </a:lnTo>
                  <a:lnTo>
                    <a:pt x="51961" y="276459"/>
                  </a:lnTo>
                  <a:lnTo>
                    <a:pt x="51666" y="277594"/>
                  </a:lnTo>
                  <a:lnTo>
                    <a:pt x="51008" y="278186"/>
                  </a:lnTo>
                  <a:lnTo>
                    <a:pt x="50174" y="277969"/>
                  </a:lnTo>
                  <a:lnTo>
                    <a:pt x="48356" y="276362"/>
                  </a:lnTo>
                  <a:lnTo>
                    <a:pt x="47235" y="275718"/>
                  </a:lnTo>
                  <a:lnTo>
                    <a:pt x="44126" y="274951"/>
                  </a:lnTo>
                  <a:lnTo>
                    <a:pt x="41699" y="273787"/>
                  </a:lnTo>
                  <a:lnTo>
                    <a:pt x="41778" y="272477"/>
                  </a:lnTo>
                  <a:lnTo>
                    <a:pt x="42250" y="271648"/>
                  </a:lnTo>
                  <a:lnTo>
                    <a:pt x="42272" y="270963"/>
                  </a:lnTo>
                  <a:lnTo>
                    <a:pt x="41713" y="270421"/>
                  </a:lnTo>
                  <a:lnTo>
                    <a:pt x="40870" y="270348"/>
                  </a:lnTo>
                  <a:lnTo>
                    <a:pt x="40545" y="270067"/>
                  </a:lnTo>
                  <a:lnTo>
                    <a:pt x="39291" y="270386"/>
                  </a:lnTo>
                  <a:lnTo>
                    <a:pt x="38363" y="270322"/>
                  </a:lnTo>
                  <a:lnTo>
                    <a:pt x="37786" y="270539"/>
                  </a:lnTo>
                  <a:lnTo>
                    <a:pt x="36457" y="270371"/>
                  </a:lnTo>
                  <a:lnTo>
                    <a:pt x="35759" y="270617"/>
                  </a:lnTo>
                  <a:lnTo>
                    <a:pt x="35516" y="270320"/>
                  </a:lnTo>
                  <a:lnTo>
                    <a:pt x="35613" y="270031"/>
                  </a:lnTo>
                  <a:lnTo>
                    <a:pt x="35170" y="269695"/>
                  </a:lnTo>
                  <a:lnTo>
                    <a:pt x="35021" y="269223"/>
                  </a:lnTo>
                  <a:lnTo>
                    <a:pt x="34235" y="269204"/>
                  </a:lnTo>
                  <a:lnTo>
                    <a:pt x="32984" y="267437"/>
                  </a:lnTo>
                  <a:lnTo>
                    <a:pt x="31505" y="266909"/>
                  </a:lnTo>
                  <a:lnTo>
                    <a:pt x="28838" y="267568"/>
                  </a:lnTo>
                  <a:lnTo>
                    <a:pt x="27723" y="269008"/>
                  </a:lnTo>
                  <a:lnTo>
                    <a:pt x="27124" y="269427"/>
                  </a:lnTo>
                  <a:lnTo>
                    <a:pt x="26501" y="269045"/>
                  </a:lnTo>
                  <a:lnTo>
                    <a:pt x="25783" y="269078"/>
                  </a:lnTo>
                  <a:lnTo>
                    <a:pt x="26088" y="268338"/>
                  </a:lnTo>
                  <a:lnTo>
                    <a:pt x="26251" y="265684"/>
                  </a:lnTo>
                  <a:lnTo>
                    <a:pt x="26789" y="264607"/>
                  </a:lnTo>
                  <a:lnTo>
                    <a:pt x="26944" y="263185"/>
                  </a:lnTo>
                  <a:lnTo>
                    <a:pt x="28097" y="260454"/>
                  </a:lnTo>
                  <a:lnTo>
                    <a:pt x="27747" y="258832"/>
                  </a:lnTo>
                  <a:lnTo>
                    <a:pt x="28508" y="255980"/>
                  </a:lnTo>
                  <a:lnTo>
                    <a:pt x="28285" y="254279"/>
                  </a:lnTo>
                  <a:lnTo>
                    <a:pt x="28586" y="253332"/>
                  </a:lnTo>
                  <a:lnTo>
                    <a:pt x="29475" y="252520"/>
                  </a:lnTo>
                  <a:lnTo>
                    <a:pt x="29785" y="251519"/>
                  </a:lnTo>
                  <a:lnTo>
                    <a:pt x="29503" y="250833"/>
                  </a:lnTo>
                  <a:lnTo>
                    <a:pt x="28633" y="250025"/>
                  </a:lnTo>
                  <a:lnTo>
                    <a:pt x="28294" y="249268"/>
                  </a:lnTo>
                  <a:lnTo>
                    <a:pt x="27149" y="248611"/>
                  </a:lnTo>
                  <a:lnTo>
                    <a:pt x="27188" y="246805"/>
                  </a:lnTo>
                  <a:lnTo>
                    <a:pt x="27332" y="246232"/>
                  </a:lnTo>
                  <a:lnTo>
                    <a:pt x="27884" y="245517"/>
                  </a:lnTo>
                  <a:lnTo>
                    <a:pt x="27945" y="244984"/>
                  </a:lnTo>
                  <a:lnTo>
                    <a:pt x="27683" y="242164"/>
                  </a:lnTo>
                  <a:lnTo>
                    <a:pt x="25653" y="238886"/>
                  </a:lnTo>
                  <a:lnTo>
                    <a:pt x="25462" y="237175"/>
                  </a:lnTo>
                  <a:lnTo>
                    <a:pt x="24792" y="235244"/>
                  </a:lnTo>
                  <a:lnTo>
                    <a:pt x="24363" y="234309"/>
                  </a:lnTo>
                  <a:lnTo>
                    <a:pt x="23999" y="234186"/>
                  </a:lnTo>
                  <a:lnTo>
                    <a:pt x="23764" y="233026"/>
                  </a:lnTo>
                  <a:lnTo>
                    <a:pt x="22199" y="230575"/>
                  </a:lnTo>
                  <a:lnTo>
                    <a:pt x="20145" y="228768"/>
                  </a:lnTo>
                  <a:lnTo>
                    <a:pt x="19536" y="223624"/>
                  </a:lnTo>
                  <a:lnTo>
                    <a:pt x="19544" y="222366"/>
                  </a:lnTo>
                  <a:lnTo>
                    <a:pt x="20191" y="220775"/>
                  </a:lnTo>
                  <a:lnTo>
                    <a:pt x="18438" y="220641"/>
                  </a:lnTo>
                  <a:lnTo>
                    <a:pt x="17958" y="220279"/>
                  </a:lnTo>
                  <a:lnTo>
                    <a:pt x="17381" y="220400"/>
                  </a:lnTo>
                  <a:lnTo>
                    <a:pt x="17073" y="221874"/>
                  </a:lnTo>
                  <a:lnTo>
                    <a:pt x="14105" y="222047"/>
                  </a:lnTo>
                  <a:lnTo>
                    <a:pt x="14785" y="221630"/>
                  </a:lnTo>
                  <a:lnTo>
                    <a:pt x="14779" y="221429"/>
                  </a:lnTo>
                  <a:lnTo>
                    <a:pt x="14099" y="221170"/>
                  </a:lnTo>
                  <a:lnTo>
                    <a:pt x="14031" y="220514"/>
                  </a:lnTo>
                  <a:lnTo>
                    <a:pt x="14414" y="220434"/>
                  </a:lnTo>
                  <a:lnTo>
                    <a:pt x="14482" y="220174"/>
                  </a:lnTo>
                  <a:lnTo>
                    <a:pt x="13544" y="219531"/>
                  </a:lnTo>
                  <a:lnTo>
                    <a:pt x="14175" y="219213"/>
                  </a:lnTo>
                  <a:lnTo>
                    <a:pt x="14331" y="218760"/>
                  </a:lnTo>
                  <a:lnTo>
                    <a:pt x="13870" y="218660"/>
                  </a:lnTo>
                  <a:lnTo>
                    <a:pt x="13253" y="217971"/>
                  </a:lnTo>
                  <a:lnTo>
                    <a:pt x="13315" y="217302"/>
                  </a:lnTo>
                  <a:lnTo>
                    <a:pt x="13688" y="217001"/>
                  </a:lnTo>
                  <a:lnTo>
                    <a:pt x="13333" y="216143"/>
                  </a:lnTo>
                  <a:lnTo>
                    <a:pt x="13630" y="215467"/>
                  </a:lnTo>
                  <a:lnTo>
                    <a:pt x="12911" y="215078"/>
                  </a:lnTo>
                  <a:lnTo>
                    <a:pt x="12695" y="214322"/>
                  </a:lnTo>
                  <a:lnTo>
                    <a:pt x="13325" y="212871"/>
                  </a:lnTo>
                  <a:lnTo>
                    <a:pt x="13029" y="212154"/>
                  </a:lnTo>
                  <a:lnTo>
                    <a:pt x="12286" y="211584"/>
                  </a:lnTo>
                  <a:lnTo>
                    <a:pt x="12085" y="211179"/>
                  </a:lnTo>
                  <a:lnTo>
                    <a:pt x="12179" y="210741"/>
                  </a:lnTo>
                  <a:lnTo>
                    <a:pt x="11579" y="210304"/>
                  </a:lnTo>
                  <a:lnTo>
                    <a:pt x="11904" y="209415"/>
                  </a:lnTo>
                  <a:lnTo>
                    <a:pt x="11117" y="208521"/>
                  </a:lnTo>
                  <a:lnTo>
                    <a:pt x="11622" y="208308"/>
                  </a:lnTo>
                  <a:lnTo>
                    <a:pt x="11840" y="207757"/>
                  </a:lnTo>
                  <a:lnTo>
                    <a:pt x="11293" y="207683"/>
                  </a:lnTo>
                  <a:lnTo>
                    <a:pt x="11239" y="207331"/>
                  </a:lnTo>
                  <a:lnTo>
                    <a:pt x="11515" y="207090"/>
                  </a:lnTo>
                  <a:lnTo>
                    <a:pt x="11493" y="205953"/>
                  </a:lnTo>
                  <a:lnTo>
                    <a:pt x="12006" y="204989"/>
                  </a:lnTo>
                  <a:lnTo>
                    <a:pt x="11395" y="204551"/>
                  </a:lnTo>
                  <a:lnTo>
                    <a:pt x="11288" y="203336"/>
                  </a:lnTo>
                  <a:lnTo>
                    <a:pt x="12019" y="202611"/>
                  </a:lnTo>
                  <a:lnTo>
                    <a:pt x="11287" y="201954"/>
                  </a:lnTo>
                  <a:lnTo>
                    <a:pt x="11622" y="201455"/>
                  </a:lnTo>
                  <a:lnTo>
                    <a:pt x="11357" y="200544"/>
                  </a:lnTo>
                  <a:lnTo>
                    <a:pt x="11870" y="199568"/>
                  </a:lnTo>
                  <a:lnTo>
                    <a:pt x="11716" y="199257"/>
                  </a:lnTo>
                  <a:lnTo>
                    <a:pt x="10936" y="199180"/>
                  </a:lnTo>
                  <a:lnTo>
                    <a:pt x="10620" y="198864"/>
                  </a:lnTo>
                  <a:lnTo>
                    <a:pt x="10564" y="198217"/>
                  </a:lnTo>
                  <a:lnTo>
                    <a:pt x="9863" y="197582"/>
                  </a:lnTo>
                  <a:lnTo>
                    <a:pt x="9851" y="197102"/>
                  </a:lnTo>
                  <a:lnTo>
                    <a:pt x="9138" y="195694"/>
                  </a:lnTo>
                  <a:lnTo>
                    <a:pt x="9215" y="195362"/>
                  </a:lnTo>
                  <a:lnTo>
                    <a:pt x="8050" y="193815"/>
                  </a:lnTo>
                  <a:lnTo>
                    <a:pt x="8131" y="193084"/>
                  </a:lnTo>
                  <a:lnTo>
                    <a:pt x="7766" y="192817"/>
                  </a:lnTo>
                  <a:lnTo>
                    <a:pt x="7036" y="191298"/>
                  </a:lnTo>
                  <a:lnTo>
                    <a:pt x="7057" y="190568"/>
                  </a:lnTo>
                  <a:lnTo>
                    <a:pt x="6063" y="189955"/>
                  </a:lnTo>
                  <a:lnTo>
                    <a:pt x="5742" y="189649"/>
                  </a:lnTo>
                  <a:lnTo>
                    <a:pt x="5650" y="189107"/>
                  </a:lnTo>
                  <a:lnTo>
                    <a:pt x="4961" y="188589"/>
                  </a:lnTo>
                  <a:lnTo>
                    <a:pt x="4931" y="187607"/>
                  </a:lnTo>
                  <a:lnTo>
                    <a:pt x="4218" y="186656"/>
                  </a:lnTo>
                  <a:lnTo>
                    <a:pt x="4118" y="185466"/>
                  </a:lnTo>
                  <a:lnTo>
                    <a:pt x="3653" y="184644"/>
                  </a:lnTo>
                  <a:lnTo>
                    <a:pt x="3220" y="182716"/>
                  </a:lnTo>
                  <a:lnTo>
                    <a:pt x="3371" y="179462"/>
                  </a:lnTo>
                  <a:lnTo>
                    <a:pt x="2959" y="178997"/>
                  </a:lnTo>
                  <a:lnTo>
                    <a:pt x="3310" y="177775"/>
                  </a:lnTo>
                  <a:lnTo>
                    <a:pt x="2807" y="177219"/>
                  </a:lnTo>
                  <a:lnTo>
                    <a:pt x="2804" y="176831"/>
                  </a:lnTo>
                  <a:lnTo>
                    <a:pt x="3509" y="176098"/>
                  </a:lnTo>
                  <a:lnTo>
                    <a:pt x="3340" y="175640"/>
                  </a:lnTo>
                  <a:lnTo>
                    <a:pt x="2523" y="174431"/>
                  </a:lnTo>
                  <a:lnTo>
                    <a:pt x="2005" y="174619"/>
                  </a:lnTo>
                  <a:lnTo>
                    <a:pt x="1799" y="174992"/>
                  </a:lnTo>
                  <a:lnTo>
                    <a:pt x="1363" y="174851"/>
                  </a:lnTo>
                  <a:lnTo>
                    <a:pt x="1789" y="173211"/>
                  </a:lnTo>
                  <a:lnTo>
                    <a:pt x="1452" y="172901"/>
                  </a:lnTo>
                  <a:lnTo>
                    <a:pt x="333" y="172778"/>
                  </a:lnTo>
                  <a:lnTo>
                    <a:pt x="0" y="171599"/>
                  </a:lnTo>
                  <a:lnTo>
                    <a:pt x="389" y="171151"/>
                  </a:lnTo>
                  <a:lnTo>
                    <a:pt x="859" y="171152"/>
                  </a:lnTo>
                  <a:lnTo>
                    <a:pt x="1417" y="170717"/>
                  </a:lnTo>
                  <a:lnTo>
                    <a:pt x="1288" y="170211"/>
                  </a:lnTo>
                  <a:lnTo>
                    <a:pt x="527" y="169239"/>
                  </a:lnTo>
                  <a:lnTo>
                    <a:pt x="512" y="168901"/>
                  </a:lnTo>
                  <a:lnTo>
                    <a:pt x="1254" y="168247"/>
                  </a:lnTo>
                  <a:lnTo>
                    <a:pt x="1389" y="167546"/>
                  </a:lnTo>
                  <a:lnTo>
                    <a:pt x="1264" y="166672"/>
                  </a:lnTo>
                  <a:lnTo>
                    <a:pt x="794" y="166223"/>
                  </a:lnTo>
                  <a:lnTo>
                    <a:pt x="607" y="165477"/>
                  </a:lnTo>
                  <a:lnTo>
                    <a:pt x="905" y="164221"/>
                  </a:lnTo>
                  <a:lnTo>
                    <a:pt x="2322" y="162048"/>
                  </a:lnTo>
                  <a:lnTo>
                    <a:pt x="2599" y="161161"/>
                  </a:lnTo>
                  <a:lnTo>
                    <a:pt x="3259" y="161094"/>
                  </a:lnTo>
                  <a:lnTo>
                    <a:pt x="4105" y="159825"/>
                  </a:lnTo>
                  <a:lnTo>
                    <a:pt x="5596" y="159082"/>
                  </a:lnTo>
                  <a:lnTo>
                    <a:pt x="6065" y="157532"/>
                  </a:lnTo>
                  <a:lnTo>
                    <a:pt x="6963" y="156815"/>
                  </a:lnTo>
                  <a:lnTo>
                    <a:pt x="5950" y="155043"/>
                  </a:lnTo>
                  <a:lnTo>
                    <a:pt x="5805" y="153516"/>
                  </a:lnTo>
                  <a:lnTo>
                    <a:pt x="7004" y="151433"/>
                  </a:lnTo>
                  <a:lnTo>
                    <a:pt x="6946" y="150235"/>
                  </a:lnTo>
                  <a:lnTo>
                    <a:pt x="6666" y="149828"/>
                  </a:lnTo>
                  <a:lnTo>
                    <a:pt x="6792" y="149215"/>
                  </a:lnTo>
                  <a:lnTo>
                    <a:pt x="8049" y="146964"/>
                  </a:lnTo>
                  <a:lnTo>
                    <a:pt x="9901" y="144658"/>
                  </a:lnTo>
                  <a:lnTo>
                    <a:pt x="10176" y="141015"/>
                  </a:lnTo>
                  <a:lnTo>
                    <a:pt x="11017" y="139752"/>
                  </a:lnTo>
                  <a:lnTo>
                    <a:pt x="10882" y="139043"/>
                  </a:lnTo>
                  <a:lnTo>
                    <a:pt x="10174" y="138241"/>
                  </a:lnTo>
                  <a:lnTo>
                    <a:pt x="10093" y="137727"/>
                  </a:lnTo>
                  <a:lnTo>
                    <a:pt x="11540" y="135506"/>
                  </a:lnTo>
                  <a:lnTo>
                    <a:pt x="11834" y="134696"/>
                  </a:lnTo>
                  <a:lnTo>
                    <a:pt x="11588" y="132653"/>
                  </a:lnTo>
                  <a:lnTo>
                    <a:pt x="12008" y="129589"/>
                  </a:lnTo>
                  <a:lnTo>
                    <a:pt x="11936" y="128783"/>
                  </a:lnTo>
                  <a:lnTo>
                    <a:pt x="12359" y="127967"/>
                  </a:lnTo>
                  <a:lnTo>
                    <a:pt x="12375" y="126597"/>
                  </a:lnTo>
                  <a:lnTo>
                    <a:pt x="12648" y="126220"/>
                  </a:lnTo>
                  <a:lnTo>
                    <a:pt x="15510" y="128012"/>
                  </a:lnTo>
                  <a:lnTo>
                    <a:pt x="16374" y="128133"/>
                  </a:lnTo>
                  <a:lnTo>
                    <a:pt x="16817" y="127134"/>
                  </a:lnTo>
                  <a:lnTo>
                    <a:pt x="17615" y="126384"/>
                  </a:lnTo>
                  <a:lnTo>
                    <a:pt x="18288" y="123892"/>
                  </a:lnTo>
                  <a:lnTo>
                    <a:pt x="18695" y="123892"/>
                  </a:lnTo>
                  <a:lnTo>
                    <a:pt x="19191" y="122602"/>
                  </a:lnTo>
                  <a:lnTo>
                    <a:pt x="20108" y="122917"/>
                  </a:lnTo>
                  <a:lnTo>
                    <a:pt x="20367" y="121981"/>
                  </a:lnTo>
                  <a:lnTo>
                    <a:pt x="21222" y="120884"/>
                  </a:lnTo>
                  <a:lnTo>
                    <a:pt x="21947" y="119429"/>
                  </a:lnTo>
                  <a:lnTo>
                    <a:pt x="21854" y="119262"/>
                  </a:lnTo>
                  <a:lnTo>
                    <a:pt x="22542" y="117758"/>
                  </a:lnTo>
                  <a:lnTo>
                    <a:pt x="22322" y="117284"/>
                  </a:lnTo>
                  <a:lnTo>
                    <a:pt x="23093" y="116280"/>
                  </a:lnTo>
                  <a:lnTo>
                    <a:pt x="23593" y="116112"/>
                  </a:lnTo>
                  <a:lnTo>
                    <a:pt x="24986" y="113966"/>
                  </a:lnTo>
                  <a:lnTo>
                    <a:pt x="26364" y="112609"/>
                  </a:lnTo>
                  <a:lnTo>
                    <a:pt x="26740" y="112500"/>
                  </a:lnTo>
                  <a:lnTo>
                    <a:pt x="27339" y="110990"/>
                  </a:lnTo>
                  <a:lnTo>
                    <a:pt x="27861" y="110688"/>
                  </a:lnTo>
                  <a:lnTo>
                    <a:pt x="28814" y="109093"/>
                  </a:lnTo>
                  <a:lnTo>
                    <a:pt x="29571" y="107040"/>
                  </a:lnTo>
                  <a:lnTo>
                    <a:pt x="31056" y="106870"/>
                  </a:lnTo>
                  <a:lnTo>
                    <a:pt x="32605" y="107218"/>
                  </a:lnTo>
                  <a:lnTo>
                    <a:pt x="34054" y="107093"/>
                  </a:lnTo>
                  <a:lnTo>
                    <a:pt x="34203" y="107846"/>
                  </a:lnTo>
                  <a:lnTo>
                    <a:pt x="34760" y="108645"/>
                  </a:lnTo>
                  <a:lnTo>
                    <a:pt x="36227" y="109080"/>
                  </a:lnTo>
                  <a:lnTo>
                    <a:pt x="37532" y="108605"/>
                  </a:lnTo>
                  <a:lnTo>
                    <a:pt x="37832" y="109682"/>
                  </a:lnTo>
                  <a:lnTo>
                    <a:pt x="38526" y="110545"/>
                  </a:lnTo>
                  <a:lnTo>
                    <a:pt x="42297" y="108673"/>
                  </a:lnTo>
                  <a:lnTo>
                    <a:pt x="42957" y="109294"/>
                  </a:lnTo>
                  <a:lnTo>
                    <a:pt x="43183" y="108907"/>
                  </a:lnTo>
                  <a:lnTo>
                    <a:pt x="44804" y="108935"/>
                  </a:lnTo>
                  <a:lnTo>
                    <a:pt x="45646" y="109097"/>
                  </a:lnTo>
                  <a:lnTo>
                    <a:pt x="46374" y="109743"/>
                  </a:lnTo>
                  <a:lnTo>
                    <a:pt x="47187" y="109798"/>
                  </a:lnTo>
                  <a:lnTo>
                    <a:pt x="48575" y="111429"/>
                  </a:lnTo>
                  <a:lnTo>
                    <a:pt x="50244" y="111278"/>
                  </a:lnTo>
                  <a:lnTo>
                    <a:pt x="53458" y="112232"/>
                  </a:lnTo>
                  <a:lnTo>
                    <a:pt x="54992" y="113849"/>
                  </a:lnTo>
                  <a:lnTo>
                    <a:pt x="56693" y="116466"/>
                  </a:lnTo>
                  <a:lnTo>
                    <a:pt x="56024" y="118003"/>
                  </a:lnTo>
                  <a:lnTo>
                    <a:pt x="58596" y="117225"/>
                  </a:lnTo>
                  <a:lnTo>
                    <a:pt x="61581" y="116990"/>
                  </a:lnTo>
                  <a:lnTo>
                    <a:pt x="62226" y="118464"/>
                  </a:lnTo>
                  <a:lnTo>
                    <a:pt x="62285" y="121271"/>
                  </a:lnTo>
                  <a:lnTo>
                    <a:pt x="63007" y="123951"/>
                  </a:lnTo>
                  <a:lnTo>
                    <a:pt x="65850" y="127930"/>
                  </a:lnTo>
                  <a:lnTo>
                    <a:pt x="67834" y="128844"/>
                  </a:lnTo>
                  <a:lnTo>
                    <a:pt x="66181" y="130701"/>
                  </a:lnTo>
                  <a:lnTo>
                    <a:pt x="65642" y="132073"/>
                  </a:lnTo>
                  <a:lnTo>
                    <a:pt x="65817" y="133662"/>
                  </a:lnTo>
                  <a:lnTo>
                    <a:pt x="66559" y="136114"/>
                  </a:lnTo>
                  <a:lnTo>
                    <a:pt x="67913" y="136838"/>
                  </a:lnTo>
                  <a:lnTo>
                    <a:pt x="70512" y="137656"/>
                  </a:lnTo>
                  <a:lnTo>
                    <a:pt x="72881" y="138928"/>
                  </a:lnTo>
                  <a:lnTo>
                    <a:pt x="76627" y="141720"/>
                  </a:lnTo>
                  <a:lnTo>
                    <a:pt x="78785" y="142751"/>
                  </a:lnTo>
                  <a:lnTo>
                    <a:pt x="82822" y="143653"/>
                  </a:lnTo>
                  <a:lnTo>
                    <a:pt x="86939" y="143447"/>
                  </a:lnTo>
                  <a:lnTo>
                    <a:pt x="89152" y="144071"/>
                  </a:lnTo>
                  <a:lnTo>
                    <a:pt x="91976" y="143094"/>
                  </a:lnTo>
                  <a:lnTo>
                    <a:pt x="92989" y="143043"/>
                  </a:lnTo>
                  <a:lnTo>
                    <a:pt x="95208" y="143913"/>
                  </a:lnTo>
                  <a:lnTo>
                    <a:pt x="95713" y="144574"/>
                  </a:lnTo>
                  <a:lnTo>
                    <a:pt x="97460" y="144127"/>
                  </a:lnTo>
                  <a:lnTo>
                    <a:pt x="98992" y="143371"/>
                  </a:lnTo>
                  <a:lnTo>
                    <a:pt x="100924" y="141993"/>
                  </a:lnTo>
                  <a:lnTo>
                    <a:pt x="101522" y="140675"/>
                  </a:lnTo>
                  <a:lnTo>
                    <a:pt x="102186" y="140222"/>
                  </a:lnTo>
                  <a:lnTo>
                    <a:pt x="102669" y="140371"/>
                  </a:lnTo>
                  <a:lnTo>
                    <a:pt x="101916" y="137041"/>
                  </a:lnTo>
                  <a:lnTo>
                    <a:pt x="103231" y="137185"/>
                  </a:lnTo>
                  <a:lnTo>
                    <a:pt x="104148" y="136843"/>
                  </a:lnTo>
                  <a:lnTo>
                    <a:pt x="103896" y="133604"/>
                  </a:lnTo>
                  <a:lnTo>
                    <a:pt x="102633" y="133510"/>
                  </a:lnTo>
                  <a:lnTo>
                    <a:pt x="102018" y="133164"/>
                  </a:lnTo>
                  <a:lnTo>
                    <a:pt x="101070" y="133802"/>
                  </a:lnTo>
                  <a:lnTo>
                    <a:pt x="100324" y="133814"/>
                  </a:lnTo>
                  <a:lnTo>
                    <a:pt x="100213" y="134128"/>
                  </a:lnTo>
                  <a:lnTo>
                    <a:pt x="99811" y="134203"/>
                  </a:lnTo>
                  <a:lnTo>
                    <a:pt x="99489" y="134028"/>
                  </a:lnTo>
                  <a:lnTo>
                    <a:pt x="99022" y="131664"/>
                  </a:lnTo>
                  <a:lnTo>
                    <a:pt x="101428" y="131278"/>
                  </a:lnTo>
                  <a:lnTo>
                    <a:pt x="103169" y="130547"/>
                  </a:lnTo>
                  <a:lnTo>
                    <a:pt x="107231" y="130190"/>
                  </a:lnTo>
                  <a:lnTo>
                    <a:pt x="108036" y="129696"/>
                  </a:lnTo>
                  <a:lnTo>
                    <a:pt x="107970" y="128854"/>
                  </a:lnTo>
                  <a:lnTo>
                    <a:pt x="108949" y="128557"/>
                  </a:lnTo>
                  <a:lnTo>
                    <a:pt x="109368" y="128912"/>
                  </a:lnTo>
                  <a:lnTo>
                    <a:pt x="111290" y="128690"/>
                  </a:lnTo>
                  <a:lnTo>
                    <a:pt x="112216" y="127503"/>
                  </a:lnTo>
                  <a:lnTo>
                    <a:pt x="112280" y="126709"/>
                  </a:lnTo>
                  <a:lnTo>
                    <a:pt x="112898" y="125441"/>
                  </a:lnTo>
                  <a:lnTo>
                    <a:pt x="116488" y="125669"/>
                  </a:lnTo>
                  <a:lnTo>
                    <a:pt x="119767" y="127295"/>
                  </a:lnTo>
                  <a:lnTo>
                    <a:pt x="120483" y="127231"/>
                  </a:lnTo>
                  <a:lnTo>
                    <a:pt x="122082" y="126115"/>
                  </a:lnTo>
                  <a:lnTo>
                    <a:pt x="123599" y="125704"/>
                  </a:lnTo>
                  <a:lnTo>
                    <a:pt x="127043" y="125661"/>
                  </a:lnTo>
                  <a:lnTo>
                    <a:pt x="128044" y="125265"/>
                  </a:lnTo>
                  <a:lnTo>
                    <a:pt x="129895" y="124155"/>
                  </a:lnTo>
                  <a:lnTo>
                    <a:pt x="131465" y="122034"/>
                  </a:lnTo>
                  <a:lnTo>
                    <a:pt x="133652" y="121422"/>
                  </a:lnTo>
                  <a:lnTo>
                    <a:pt x="135311" y="122192"/>
                  </a:lnTo>
                  <a:lnTo>
                    <a:pt x="135237" y="122480"/>
                  </a:lnTo>
                  <a:lnTo>
                    <a:pt x="136661" y="122829"/>
                  </a:lnTo>
                  <a:lnTo>
                    <a:pt x="141656" y="122440"/>
                  </a:lnTo>
                  <a:lnTo>
                    <a:pt x="142082" y="120600"/>
                  </a:lnTo>
                  <a:lnTo>
                    <a:pt x="139867" y="119202"/>
                  </a:lnTo>
                  <a:lnTo>
                    <a:pt x="139083" y="119460"/>
                  </a:lnTo>
                  <a:lnTo>
                    <a:pt x="137499" y="119296"/>
                  </a:lnTo>
                  <a:lnTo>
                    <a:pt x="137075" y="119544"/>
                  </a:lnTo>
                  <a:lnTo>
                    <a:pt x="136650" y="118305"/>
                  </a:lnTo>
                  <a:lnTo>
                    <a:pt x="135755" y="117817"/>
                  </a:lnTo>
                  <a:lnTo>
                    <a:pt x="135719" y="116961"/>
                  </a:lnTo>
                  <a:lnTo>
                    <a:pt x="134548" y="116984"/>
                  </a:lnTo>
                  <a:lnTo>
                    <a:pt x="133961" y="116333"/>
                  </a:lnTo>
                  <a:lnTo>
                    <a:pt x="133657" y="114692"/>
                  </a:lnTo>
                  <a:lnTo>
                    <a:pt x="134198" y="114760"/>
                  </a:lnTo>
                  <a:lnTo>
                    <a:pt x="134113" y="112832"/>
                  </a:lnTo>
                  <a:lnTo>
                    <a:pt x="133469" y="112789"/>
                  </a:lnTo>
                  <a:lnTo>
                    <a:pt x="133205" y="109259"/>
                  </a:lnTo>
                  <a:lnTo>
                    <a:pt x="133341" y="105606"/>
                  </a:lnTo>
                  <a:lnTo>
                    <a:pt x="135274" y="106672"/>
                  </a:lnTo>
                  <a:lnTo>
                    <a:pt x="136345" y="106662"/>
                  </a:lnTo>
                  <a:lnTo>
                    <a:pt x="138073" y="106111"/>
                  </a:lnTo>
                  <a:lnTo>
                    <a:pt x="140156" y="104622"/>
                  </a:lnTo>
                  <a:lnTo>
                    <a:pt x="142297" y="103555"/>
                  </a:lnTo>
                  <a:lnTo>
                    <a:pt x="145686" y="103840"/>
                  </a:lnTo>
                  <a:lnTo>
                    <a:pt x="146388" y="102656"/>
                  </a:lnTo>
                  <a:lnTo>
                    <a:pt x="147949" y="102154"/>
                  </a:lnTo>
                  <a:lnTo>
                    <a:pt x="148633" y="102169"/>
                  </a:lnTo>
                  <a:lnTo>
                    <a:pt x="148881" y="101276"/>
                  </a:lnTo>
                  <a:lnTo>
                    <a:pt x="150012" y="101489"/>
                  </a:lnTo>
                  <a:lnTo>
                    <a:pt x="151043" y="101332"/>
                  </a:lnTo>
                  <a:lnTo>
                    <a:pt x="152245" y="101592"/>
                  </a:lnTo>
                  <a:lnTo>
                    <a:pt x="152876" y="101423"/>
                  </a:lnTo>
                  <a:lnTo>
                    <a:pt x="153204" y="101065"/>
                  </a:lnTo>
                  <a:lnTo>
                    <a:pt x="153706" y="101191"/>
                  </a:lnTo>
                  <a:lnTo>
                    <a:pt x="153899" y="99500"/>
                  </a:lnTo>
                  <a:lnTo>
                    <a:pt x="152247" y="99559"/>
                  </a:lnTo>
                  <a:lnTo>
                    <a:pt x="151810" y="99060"/>
                  </a:lnTo>
                  <a:lnTo>
                    <a:pt x="151774" y="95249"/>
                  </a:lnTo>
                  <a:lnTo>
                    <a:pt x="151396" y="93076"/>
                  </a:lnTo>
                  <a:lnTo>
                    <a:pt x="151908" y="92362"/>
                  </a:lnTo>
                  <a:lnTo>
                    <a:pt x="150661" y="88852"/>
                  </a:lnTo>
                  <a:lnTo>
                    <a:pt x="151574" y="88288"/>
                  </a:lnTo>
                  <a:lnTo>
                    <a:pt x="152480" y="87157"/>
                  </a:lnTo>
                  <a:lnTo>
                    <a:pt x="151558" y="86286"/>
                  </a:lnTo>
                  <a:lnTo>
                    <a:pt x="150660" y="84149"/>
                  </a:lnTo>
                  <a:lnTo>
                    <a:pt x="150801" y="80371"/>
                  </a:lnTo>
                  <a:lnTo>
                    <a:pt x="149671" y="78827"/>
                  </a:lnTo>
                  <a:lnTo>
                    <a:pt x="147262" y="76890"/>
                  </a:lnTo>
                  <a:lnTo>
                    <a:pt x="146496" y="75688"/>
                  </a:lnTo>
                  <a:lnTo>
                    <a:pt x="146269" y="74341"/>
                  </a:lnTo>
                  <a:lnTo>
                    <a:pt x="146764" y="72318"/>
                  </a:lnTo>
                  <a:lnTo>
                    <a:pt x="146384" y="68171"/>
                  </a:lnTo>
                  <a:lnTo>
                    <a:pt x="146910" y="68133"/>
                  </a:lnTo>
                  <a:lnTo>
                    <a:pt x="148044" y="69218"/>
                  </a:lnTo>
                  <a:lnTo>
                    <a:pt x="149928" y="69926"/>
                  </a:lnTo>
                  <a:lnTo>
                    <a:pt x="151965" y="71486"/>
                  </a:lnTo>
                  <a:lnTo>
                    <a:pt x="152802" y="71678"/>
                  </a:lnTo>
                  <a:lnTo>
                    <a:pt x="155005" y="71440"/>
                  </a:lnTo>
                  <a:lnTo>
                    <a:pt x="156111" y="71673"/>
                  </a:lnTo>
                  <a:lnTo>
                    <a:pt x="156737" y="72165"/>
                  </a:lnTo>
                  <a:lnTo>
                    <a:pt x="158206" y="74082"/>
                  </a:lnTo>
                  <a:lnTo>
                    <a:pt x="158240" y="75056"/>
                  </a:lnTo>
                  <a:lnTo>
                    <a:pt x="158771" y="76318"/>
                  </a:lnTo>
                  <a:lnTo>
                    <a:pt x="160116" y="77782"/>
                  </a:lnTo>
                  <a:lnTo>
                    <a:pt x="163493" y="79452"/>
                  </a:lnTo>
                  <a:lnTo>
                    <a:pt x="165106" y="79733"/>
                  </a:lnTo>
                  <a:lnTo>
                    <a:pt x="167091" y="80660"/>
                  </a:lnTo>
                  <a:lnTo>
                    <a:pt x="169671" y="83420"/>
                  </a:lnTo>
                  <a:lnTo>
                    <a:pt x="172114" y="83783"/>
                  </a:lnTo>
                  <a:lnTo>
                    <a:pt x="176556" y="83710"/>
                  </a:lnTo>
                  <a:lnTo>
                    <a:pt x="183174" y="84125"/>
                  </a:lnTo>
                  <a:lnTo>
                    <a:pt x="186003" y="83137"/>
                  </a:lnTo>
                  <a:lnTo>
                    <a:pt x="187143" y="84189"/>
                  </a:lnTo>
                  <a:lnTo>
                    <a:pt x="188117" y="84250"/>
                  </a:lnTo>
                  <a:lnTo>
                    <a:pt x="188787" y="83883"/>
                  </a:lnTo>
                  <a:lnTo>
                    <a:pt x="188481" y="83065"/>
                  </a:lnTo>
                  <a:lnTo>
                    <a:pt x="186927" y="82455"/>
                  </a:lnTo>
                  <a:lnTo>
                    <a:pt x="186689" y="81792"/>
                  </a:lnTo>
                  <a:lnTo>
                    <a:pt x="187546" y="81559"/>
                  </a:lnTo>
                  <a:lnTo>
                    <a:pt x="189095" y="80662"/>
                  </a:lnTo>
                  <a:lnTo>
                    <a:pt x="189336" y="80097"/>
                  </a:lnTo>
                  <a:lnTo>
                    <a:pt x="189084" y="78228"/>
                  </a:lnTo>
                  <a:lnTo>
                    <a:pt x="189308" y="77760"/>
                  </a:lnTo>
                  <a:lnTo>
                    <a:pt x="189561" y="77491"/>
                  </a:lnTo>
                  <a:lnTo>
                    <a:pt x="192642" y="76503"/>
                  </a:lnTo>
                  <a:lnTo>
                    <a:pt x="193813" y="76385"/>
                  </a:lnTo>
                  <a:lnTo>
                    <a:pt x="193417" y="74168"/>
                  </a:lnTo>
                  <a:lnTo>
                    <a:pt x="195210" y="73904"/>
                  </a:lnTo>
                  <a:lnTo>
                    <a:pt x="197457" y="73954"/>
                  </a:lnTo>
                  <a:lnTo>
                    <a:pt x="199607" y="73349"/>
                  </a:lnTo>
                  <a:lnTo>
                    <a:pt x="199852" y="74148"/>
                  </a:lnTo>
                  <a:lnTo>
                    <a:pt x="202617" y="73380"/>
                  </a:lnTo>
                  <a:lnTo>
                    <a:pt x="202297" y="72239"/>
                  </a:lnTo>
                  <a:lnTo>
                    <a:pt x="201360" y="71291"/>
                  </a:lnTo>
                  <a:lnTo>
                    <a:pt x="200944" y="69397"/>
                  </a:lnTo>
                  <a:lnTo>
                    <a:pt x="201183" y="68699"/>
                  </a:lnTo>
                  <a:lnTo>
                    <a:pt x="201603" y="68377"/>
                  </a:lnTo>
                  <a:lnTo>
                    <a:pt x="201739" y="66605"/>
                  </a:lnTo>
                  <a:lnTo>
                    <a:pt x="203734" y="64444"/>
                  </a:lnTo>
                  <a:lnTo>
                    <a:pt x="203497" y="62844"/>
                  </a:lnTo>
                  <a:lnTo>
                    <a:pt x="204859" y="60694"/>
                  </a:lnTo>
                  <a:lnTo>
                    <a:pt x="205172" y="59598"/>
                  </a:lnTo>
                  <a:lnTo>
                    <a:pt x="205326" y="57968"/>
                  </a:lnTo>
                  <a:lnTo>
                    <a:pt x="205018" y="56558"/>
                  </a:lnTo>
                  <a:lnTo>
                    <a:pt x="205149" y="56027"/>
                  </a:lnTo>
                  <a:lnTo>
                    <a:pt x="206342" y="54240"/>
                  </a:lnTo>
                  <a:lnTo>
                    <a:pt x="206737" y="53207"/>
                  </a:lnTo>
                  <a:lnTo>
                    <a:pt x="208161" y="52425"/>
                  </a:lnTo>
                  <a:lnTo>
                    <a:pt x="208708" y="51795"/>
                  </a:lnTo>
                  <a:lnTo>
                    <a:pt x="210321" y="46274"/>
                  </a:lnTo>
                  <a:lnTo>
                    <a:pt x="211544" y="43900"/>
                  </a:lnTo>
                  <a:lnTo>
                    <a:pt x="212045" y="44274"/>
                  </a:lnTo>
                  <a:lnTo>
                    <a:pt x="212700" y="43763"/>
                  </a:lnTo>
                  <a:lnTo>
                    <a:pt x="213584" y="42361"/>
                  </a:lnTo>
                  <a:lnTo>
                    <a:pt x="215399" y="41189"/>
                  </a:lnTo>
                  <a:lnTo>
                    <a:pt x="216532" y="38411"/>
                  </a:lnTo>
                  <a:lnTo>
                    <a:pt x="221869" y="30667"/>
                  </a:lnTo>
                  <a:lnTo>
                    <a:pt x="221966" y="31019"/>
                  </a:lnTo>
                  <a:lnTo>
                    <a:pt x="223113" y="31603"/>
                  </a:lnTo>
                  <a:lnTo>
                    <a:pt x="225326" y="33423"/>
                  </a:lnTo>
                  <a:lnTo>
                    <a:pt x="226262" y="34396"/>
                  </a:lnTo>
                  <a:lnTo>
                    <a:pt x="226050" y="34738"/>
                  </a:lnTo>
                  <a:lnTo>
                    <a:pt x="226405" y="35193"/>
                  </a:lnTo>
                  <a:lnTo>
                    <a:pt x="228333" y="35282"/>
                  </a:lnTo>
                  <a:lnTo>
                    <a:pt x="228528" y="35883"/>
                  </a:lnTo>
                  <a:lnTo>
                    <a:pt x="229644" y="36666"/>
                  </a:lnTo>
                  <a:lnTo>
                    <a:pt x="230045" y="36422"/>
                  </a:lnTo>
                  <a:lnTo>
                    <a:pt x="230266" y="35421"/>
                  </a:lnTo>
                  <a:lnTo>
                    <a:pt x="232072" y="33089"/>
                  </a:lnTo>
                  <a:lnTo>
                    <a:pt x="233783" y="32925"/>
                  </a:lnTo>
                  <a:lnTo>
                    <a:pt x="235237" y="33187"/>
                  </a:lnTo>
                  <a:lnTo>
                    <a:pt x="237304" y="33921"/>
                  </a:lnTo>
                  <a:lnTo>
                    <a:pt x="238360" y="35193"/>
                  </a:lnTo>
                  <a:lnTo>
                    <a:pt x="238641" y="35131"/>
                  </a:lnTo>
                  <a:lnTo>
                    <a:pt x="240426" y="36680"/>
                  </a:lnTo>
                  <a:lnTo>
                    <a:pt x="241316" y="37295"/>
                  </a:lnTo>
                  <a:lnTo>
                    <a:pt x="241411" y="37165"/>
                  </a:lnTo>
                  <a:lnTo>
                    <a:pt x="242467" y="38312"/>
                  </a:lnTo>
                  <a:lnTo>
                    <a:pt x="243073" y="38007"/>
                  </a:lnTo>
                  <a:lnTo>
                    <a:pt x="244017" y="36458"/>
                  </a:lnTo>
                  <a:lnTo>
                    <a:pt x="244577" y="36271"/>
                  </a:lnTo>
                  <a:lnTo>
                    <a:pt x="244853" y="35753"/>
                  </a:lnTo>
                  <a:lnTo>
                    <a:pt x="245050" y="34989"/>
                  </a:lnTo>
                  <a:lnTo>
                    <a:pt x="244688" y="33905"/>
                  </a:lnTo>
                  <a:lnTo>
                    <a:pt x="244720" y="33194"/>
                  </a:lnTo>
                  <a:lnTo>
                    <a:pt x="246185" y="32558"/>
                  </a:lnTo>
                  <a:lnTo>
                    <a:pt x="246662" y="34227"/>
                  </a:lnTo>
                  <a:lnTo>
                    <a:pt x="246840" y="35949"/>
                  </a:lnTo>
                  <a:lnTo>
                    <a:pt x="247617" y="35930"/>
                  </a:lnTo>
                  <a:lnTo>
                    <a:pt x="248663" y="36428"/>
                  </a:lnTo>
                  <a:lnTo>
                    <a:pt x="248481" y="37184"/>
                  </a:lnTo>
                  <a:lnTo>
                    <a:pt x="250534" y="36945"/>
                  </a:lnTo>
                  <a:lnTo>
                    <a:pt x="252393" y="36277"/>
                  </a:lnTo>
                  <a:lnTo>
                    <a:pt x="252772" y="37906"/>
                  </a:lnTo>
                  <a:lnTo>
                    <a:pt x="253330" y="38288"/>
                  </a:lnTo>
                  <a:lnTo>
                    <a:pt x="253371" y="39908"/>
                  </a:lnTo>
                  <a:lnTo>
                    <a:pt x="253067" y="40224"/>
                  </a:lnTo>
                  <a:lnTo>
                    <a:pt x="251162" y="40769"/>
                  </a:lnTo>
                  <a:lnTo>
                    <a:pt x="250733" y="40222"/>
                  </a:lnTo>
                  <a:lnTo>
                    <a:pt x="248491" y="40699"/>
                  </a:lnTo>
                  <a:lnTo>
                    <a:pt x="249117" y="41633"/>
                  </a:lnTo>
                  <a:lnTo>
                    <a:pt x="249390" y="42717"/>
                  </a:lnTo>
                  <a:lnTo>
                    <a:pt x="249157" y="42746"/>
                  </a:lnTo>
                  <a:lnTo>
                    <a:pt x="248608" y="43617"/>
                  </a:lnTo>
                  <a:lnTo>
                    <a:pt x="248953" y="45064"/>
                  </a:lnTo>
                  <a:lnTo>
                    <a:pt x="249699" y="44612"/>
                  </a:lnTo>
                  <a:lnTo>
                    <a:pt x="249988" y="45283"/>
                  </a:lnTo>
                  <a:lnTo>
                    <a:pt x="249779" y="46054"/>
                  </a:lnTo>
                  <a:lnTo>
                    <a:pt x="249898" y="46590"/>
                  </a:lnTo>
                  <a:lnTo>
                    <a:pt x="250327" y="47365"/>
                  </a:lnTo>
                  <a:lnTo>
                    <a:pt x="250871" y="47791"/>
                  </a:lnTo>
                  <a:lnTo>
                    <a:pt x="250189" y="48314"/>
                  </a:lnTo>
                  <a:lnTo>
                    <a:pt x="250834" y="49051"/>
                  </a:lnTo>
                  <a:lnTo>
                    <a:pt x="253128" y="50637"/>
                  </a:lnTo>
                  <a:lnTo>
                    <a:pt x="253977" y="51525"/>
                  </a:lnTo>
                  <a:lnTo>
                    <a:pt x="255514" y="51850"/>
                  </a:lnTo>
                  <a:lnTo>
                    <a:pt x="256325" y="52934"/>
                  </a:lnTo>
                  <a:lnTo>
                    <a:pt x="256723" y="53113"/>
                  </a:lnTo>
                  <a:lnTo>
                    <a:pt x="256776" y="53418"/>
                  </a:lnTo>
                  <a:lnTo>
                    <a:pt x="257243" y="53375"/>
                  </a:lnTo>
                  <a:lnTo>
                    <a:pt x="257729" y="53636"/>
                  </a:lnTo>
                  <a:lnTo>
                    <a:pt x="260168" y="53581"/>
                  </a:lnTo>
                  <a:lnTo>
                    <a:pt x="259955" y="54772"/>
                  </a:lnTo>
                  <a:lnTo>
                    <a:pt x="260661" y="56289"/>
                  </a:lnTo>
                  <a:lnTo>
                    <a:pt x="260658" y="56857"/>
                  </a:lnTo>
                  <a:lnTo>
                    <a:pt x="261489" y="57081"/>
                  </a:lnTo>
                  <a:lnTo>
                    <a:pt x="263311" y="58281"/>
                  </a:lnTo>
                  <a:lnTo>
                    <a:pt x="263972" y="58440"/>
                  </a:lnTo>
                  <a:lnTo>
                    <a:pt x="264411" y="58986"/>
                  </a:lnTo>
                  <a:lnTo>
                    <a:pt x="265033" y="59164"/>
                  </a:lnTo>
                  <a:lnTo>
                    <a:pt x="265115" y="58817"/>
                  </a:lnTo>
                  <a:lnTo>
                    <a:pt x="265633" y="58846"/>
                  </a:lnTo>
                  <a:lnTo>
                    <a:pt x="267583" y="59584"/>
                  </a:lnTo>
                  <a:lnTo>
                    <a:pt x="269364" y="59054"/>
                  </a:lnTo>
                  <a:lnTo>
                    <a:pt x="270793" y="58340"/>
                  </a:lnTo>
                  <a:lnTo>
                    <a:pt x="271365" y="59386"/>
                  </a:lnTo>
                  <a:lnTo>
                    <a:pt x="271614" y="61371"/>
                  </a:lnTo>
                  <a:lnTo>
                    <a:pt x="271927" y="64590"/>
                  </a:lnTo>
                  <a:lnTo>
                    <a:pt x="271938" y="69345"/>
                  </a:lnTo>
                  <a:lnTo>
                    <a:pt x="272337" y="70073"/>
                  </a:lnTo>
                  <a:lnTo>
                    <a:pt x="272838" y="69784"/>
                  </a:lnTo>
                  <a:lnTo>
                    <a:pt x="275315" y="70992"/>
                  </a:lnTo>
                  <a:lnTo>
                    <a:pt x="276077" y="70156"/>
                  </a:lnTo>
                  <a:lnTo>
                    <a:pt x="277065" y="69865"/>
                  </a:lnTo>
                  <a:lnTo>
                    <a:pt x="277958" y="69767"/>
                  </a:lnTo>
                  <a:lnTo>
                    <a:pt x="279361" y="70135"/>
                  </a:lnTo>
                  <a:lnTo>
                    <a:pt x="279070" y="68742"/>
                  </a:lnTo>
                  <a:lnTo>
                    <a:pt x="278208" y="67601"/>
                  </a:lnTo>
                  <a:lnTo>
                    <a:pt x="278087" y="66409"/>
                  </a:lnTo>
                  <a:lnTo>
                    <a:pt x="277619" y="65766"/>
                  </a:lnTo>
                  <a:lnTo>
                    <a:pt x="277700" y="64802"/>
                  </a:lnTo>
                  <a:lnTo>
                    <a:pt x="280129" y="62929"/>
                  </a:lnTo>
                  <a:lnTo>
                    <a:pt x="282971" y="61618"/>
                  </a:lnTo>
                  <a:lnTo>
                    <a:pt x="282013" y="60396"/>
                  </a:lnTo>
                  <a:lnTo>
                    <a:pt x="282977" y="59007"/>
                  </a:lnTo>
                  <a:lnTo>
                    <a:pt x="285641" y="58256"/>
                  </a:lnTo>
                  <a:lnTo>
                    <a:pt x="287585" y="57987"/>
                  </a:lnTo>
                  <a:lnTo>
                    <a:pt x="287871" y="58378"/>
                  </a:lnTo>
                  <a:lnTo>
                    <a:pt x="287796" y="59269"/>
                  </a:lnTo>
                  <a:lnTo>
                    <a:pt x="288092" y="59479"/>
                  </a:lnTo>
                  <a:lnTo>
                    <a:pt x="290788" y="57409"/>
                  </a:lnTo>
                  <a:lnTo>
                    <a:pt x="291313" y="58640"/>
                  </a:lnTo>
                  <a:lnTo>
                    <a:pt x="294783" y="57717"/>
                  </a:lnTo>
                  <a:lnTo>
                    <a:pt x="294880" y="56404"/>
                  </a:lnTo>
                  <a:lnTo>
                    <a:pt x="295481" y="56727"/>
                  </a:lnTo>
                  <a:lnTo>
                    <a:pt x="296015" y="56513"/>
                  </a:lnTo>
                  <a:lnTo>
                    <a:pt x="296911" y="56624"/>
                  </a:lnTo>
                  <a:lnTo>
                    <a:pt x="298332" y="57305"/>
                  </a:lnTo>
                  <a:lnTo>
                    <a:pt x="298481" y="57100"/>
                  </a:lnTo>
                  <a:lnTo>
                    <a:pt x="300079" y="57103"/>
                  </a:lnTo>
                  <a:lnTo>
                    <a:pt x="302536" y="53465"/>
                  </a:lnTo>
                  <a:lnTo>
                    <a:pt x="303688" y="49180"/>
                  </a:lnTo>
                  <a:lnTo>
                    <a:pt x="305111" y="46914"/>
                  </a:lnTo>
                  <a:lnTo>
                    <a:pt x="306314" y="43781"/>
                  </a:lnTo>
                  <a:lnTo>
                    <a:pt x="307193" y="42792"/>
                  </a:lnTo>
                  <a:lnTo>
                    <a:pt x="308734" y="41736"/>
                  </a:lnTo>
                  <a:lnTo>
                    <a:pt x="310161" y="39060"/>
                  </a:lnTo>
                  <a:lnTo>
                    <a:pt x="310947" y="38065"/>
                  </a:lnTo>
                  <a:lnTo>
                    <a:pt x="311465" y="37771"/>
                  </a:lnTo>
                  <a:lnTo>
                    <a:pt x="312014" y="37781"/>
                  </a:lnTo>
                  <a:lnTo>
                    <a:pt x="312348" y="38178"/>
                  </a:lnTo>
                  <a:lnTo>
                    <a:pt x="312843" y="38223"/>
                  </a:lnTo>
                  <a:lnTo>
                    <a:pt x="314051" y="39335"/>
                  </a:lnTo>
                  <a:lnTo>
                    <a:pt x="316634" y="43684"/>
                  </a:lnTo>
                  <a:lnTo>
                    <a:pt x="317107" y="43963"/>
                  </a:lnTo>
                  <a:lnTo>
                    <a:pt x="320536" y="44016"/>
                  </a:lnTo>
                  <a:lnTo>
                    <a:pt x="323667" y="42425"/>
                  </a:lnTo>
                  <a:lnTo>
                    <a:pt x="326816" y="41818"/>
                  </a:lnTo>
                  <a:lnTo>
                    <a:pt x="328415" y="41250"/>
                  </a:lnTo>
                  <a:lnTo>
                    <a:pt x="329572" y="41365"/>
                  </a:lnTo>
                  <a:lnTo>
                    <a:pt x="331102" y="41012"/>
                  </a:lnTo>
                  <a:lnTo>
                    <a:pt x="333030" y="40601"/>
                  </a:lnTo>
                  <a:lnTo>
                    <a:pt x="334494" y="39597"/>
                  </a:lnTo>
                  <a:lnTo>
                    <a:pt x="334320" y="38928"/>
                  </a:lnTo>
                  <a:lnTo>
                    <a:pt x="334776" y="38025"/>
                  </a:lnTo>
                  <a:lnTo>
                    <a:pt x="336214" y="36806"/>
                  </a:lnTo>
                  <a:lnTo>
                    <a:pt x="337489" y="36093"/>
                  </a:lnTo>
                  <a:lnTo>
                    <a:pt x="339214" y="35481"/>
                  </a:lnTo>
                  <a:lnTo>
                    <a:pt x="340228" y="35679"/>
                  </a:lnTo>
                  <a:lnTo>
                    <a:pt x="340893" y="35560"/>
                  </a:lnTo>
                  <a:lnTo>
                    <a:pt x="341302" y="35188"/>
                  </a:lnTo>
                  <a:lnTo>
                    <a:pt x="345171" y="33942"/>
                  </a:lnTo>
                  <a:lnTo>
                    <a:pt x="346519" y="32910"/>
                  </a:lnTo>
                  <a:lnTo>
                    <a:pt x="348512" y="32508"/>
                  </a:lnTo>
                  <a:lnTo>
                    <a:pt x="349704" y="32570"/>
                  </a:lnTo>
                  <a:lnTo>
                    <a:pt x="350560" y="31933"/>
                  </a:lnTo>
                  <a:lnTo>
                    <a:pt x="351312" y="31871"/>
                  </a:lnTo>
                  <a:lnTo>
                    <a:pt x="351987" y="30515"/>
                  </a:lnTo>
                  <a:lnTo>
                    <a:pt x="353645" y="28608"/>
                  </a:lnTo>
                  <a:lnTo>
                    <a:pt x="353272" y="28253"/>
                  </a:lnTo>
                  <a:lnTo>
                    <a:pt x="353708" y="26832"/>
                  </a:lnTo>
                  <a:lnTo>
                    <a:pt x="355792" y="23155"/>
                  </a:lnTo>
                  <a:lnTo>
                    <a:pt x="354523" y="23047"/>
                  </a:lnTo>
                  <a:lnTo>
                    <a:pt x="355206" y="22504"/>
                  </a:lnTo>
                  <a:lnTo>
                    <a:pt x="356348" y="22100"/>
                  </a:lnTo>
                  <a:lnTo>
                    <a:pt x="357800" y="22447"/>
                  </a:lnTo>
                  <a:lnTo>
                    <a:pt x="358470" y="22397"/>
                  </a:lnTo>
                  <a:lnTo>
                    <a:pt x="359418" y="23090"/>
                  </a:lnTo>
                  <a:lnTo>
                    <a:pt x="360081" y="22835"/>
                  </a:lnTo>
                  <a:lnTo>
                    <a:pt x="361663" y="22994"/>
                  </a:lnTo>
                  <a:lnTo>
                    <a:pt x="362010" y="22781"/>
                  </a:lnTo>
                  <a:lnTo>
                    <a:pt x="362799" y="22788"/>
                  </a:lnTo>
                  <a:lnTo>
                    <a:pt x="364176" y="23261"/>
                  </a:lnTo>
                  <a:lnTo>
                    <a:pt x="364665" y="24208"/>
                  </a:lnTo>
                  <a:lnTo>
                    <a:pt x="365454" y="24929"/>
                  </a:lnTo>
                  <a:lnTo>
                    <a:pt x="366015" y="26503"/>
                  </a:lnTo>
                  <a:lnTo>
                    <a:pt x="366374" y="26620"/>
                  </a:lnTo>
                  <a:lnTo>
                    <a:pt x="366512" y="26118"/>
                  </a:lnTo>
                  <a:lnTo>
                    <a:pt x="368303" y="25663"/>
                  </a:lnTo>
                  <a:lnTo>
                    <a:pt x="367443" y="24427"/>
                  </a:lnTo>
                  <a:lnTo>
                    <a:pt x="369179" y="23747"/>
                  </a:lnTo>
                  <a:lnTo>
                    <a:pt x="368889" y="23012"/>
                  </a:lnTo>
                  <a:lnTo>
                    <a:pt x="369510" y="22504"/>
                  </a:lnTo>
                  <a:lnTo>
                    <a:pt x="370259" y="22117"/>
                  </a:lnTo>
                  <a:lnTo>
                    <a:pt x="371736" y="22046"/>
                  </a:lnTo>
                  <a:lnTo>
                    <a:pt x="375632" y="18478"/>
                  </a:lnTo>
                  <a:lnTo>
                    <a:pt x="375117" y="17291"/>
                  </a:lnTo>
                  <a:lnTo>
                    <a:pt x="375386" y="16616"/>
                  </a:lnTo>
                  <a:lnTo>
                    <a:pt x="375399" y="15062"/>
                  </a:lnTo>
                  <a:lnTo>
                    <a:pt x="375741" y="13098"/>
                  </a:lnTo>
                  <a:lnTo>
                    <a:pt x="375598" y="11225"/>
                  </a:lnTo>
                  <a:lnTo>
                    <a:pt x="375996" y="8688"/>
                  </a:lnTo>
                  <a:lnTo>
                    <a:pt x="375518" y="6789"/>
                  </a:lnTo>
                  <a:lnTo>
                    <a:pt x="376529" y="6690"/>
                  </a:lnTo>
                  <a:lnTo>
                    <a:pt x="376990" y="7029"/>
                  </a:lnTo>
                  <a:lnTo>
                    <a:pt x="378373" y="7100"/>
                  </a:lnTo>
                  <a:lnTo>
                    <a:pt x="379342" y="6707"/>
                  </a:lnTo>
                  <a:lnTo>
                    <a:pt x="379289" y="6333"/>
                  </a:lnTo>
                  <a:lnTo>
                    <a:pt x="379589" y="6020"/>
                  </a:lnTo>
                  <a:lnTo>
                    <a:pt x="379494" y="4778"/>
                  </a:lnTo>
                  <a:lnTo>
                    <a:pt x="379127" y="4149"/>
                  </a:lnTo>
                  <a:lnTo>
                    <a:pt x="379451" y="3866"/>
                  </a:lnTo>
                  <a:lnTo>
                    <a:pt x="379160" y="3446"/>
                  </a:lnTo>
                  <a:lnTo>
                    <a:pt x="379472" y="3160"/>
                  </a:lnTo>
                  <a:lnTo>
                    <a:pt x="379427" y="1213"/>
                  </a:lnTo>
                  <a:lnTo>
                    <a:pt x="379615" y="522"/>
                  </a:lnTo>
                  <a:lnTo>
                    <a:pt x="379935" y="0"/>
                  </a:lnTo>
                  <a:lnTo>
                    <a:pt x="382223" y="1074"/>
                  </a:lnTo>
                  <a:lnTo>
                    <a:pt x="381319" y="2656"/>
                  </a:lnTo>
                  <a:lnTo>
                    <a:pt x="380815" y="4836"/>
                  </a:lnTo>
                  <a:lnTo>
                    <a:pt x="381855" y="5157"/>
                  </a:lnTo>
                  <a:lnTo>
                    <a:pt x="381885" y="6055"/>
                  </a:lnTo>
                  <a:lnTo>
                    <a:pt x="383656" y="5674"/>
                  </a:lnTo>
                  <a:lnTo>
                    <a:pt x="388684" y="5552"/>
                  </a:lnTo>
                  <a:lnTo>
                    <a:pt x="393259" y="6529"/>
                  </a:lnTo>
                  <a:lnTo>
                    <a:pt x="395801" y="6747"/>
                  </a:lnTo>
                  <a:lnTo>
                    <a:pt x="395915" y="6974"/>
                  </a:lnTo>
                  <a:lnTo>
                    <a:pt x="397623" y="6991"/>
                  </a:lnTo>
                  <a:lnTo>
                    <a:pt x="401181" y="7516"/>
                  </a:lnTo>
                  <a:lnTo>
                    <a:pt x="403054" y="8178"/>
                  </a:lnTo>
                  <a:lnTo>
                    <a:pt x="405604" y="8694"/>
                  </a:lnTo>
                  <a:lnTo>
                    <a:pt x="405776" y="8281"/>
                  </a:lnTo>
                  <a:lnTo>
                    <a:pt x="407253" y="8380"/>
                  </a:lnTo>
                  <a:lnTo>
                    <a:pt x="406977" y="11799"/>
                  </a:lnTo>
                  <a:lnTo>
                    <a:pt x="407548" y="12260"/>
                  </a:lnTo>
                  <a:lnTo>
                    <a:pt x="410117" y="13257"/>
                  </a:lnTo>
                  <a:lnTo>
                    <a:pt x="411063" y="14533"/>
                  </a:lnTo>
                  <a:lnTo>
                    <a:pt x="411654" y="15555"/>
                  </a:lnTo>
                  <a:lnTo>
                    <a:pt x="413476" y="17471"/>
                  </a:lnTo>
                  <a:lnTo>
                    <a:pt x="413599" y="18881"/>
                  </a:lnTo>
                  <a:lnTo>
                    <a:pt x="413898" y="19489"/>
                  </a:lnTo>
                  <a:lnTo>
                    <a:pt x="414359" y="19647"/>
                  </a:lnTo>
                  <a:lnTo>
                    <a:pt x="414074" y="20366"/>
                  </a:lnTo>
                  <a:lnTo>
                    <a:pt x="413360" y="20720"/>
                  </a:lnTo>
                  <a:lnTo>
                    <a:pt x="411715" y="22190"/>
                  </a:lnTo>
                  <a:lnTo>
                    <a:pt x="411911" y="22744"/>
                  </a:lnTo>
                  <a:lnTo>
                    <a:pt x="411521" y="25016"/>
                  </a:lnTo>
                  <a:lnTo>
                    <a:pt x="410255" y="25244"/>
                  </a:lnTo>
                  <a:lnTo>
                    <a:pt x="410989" y="26122"/>
                  </a:lnTo>
                  <a:lnTo>
                    <a:pt x="411461" y="28056"/>
                  </a:lnTo>
                  <a:lnTo>
                    <a:pt x="412290" y="27706"/>
                  </a:lnTo>
                  <a:lnTo>
                    <a:pt x="412641" y="28735"/>
                  </a:lnTo>
                  <a:lnTo>
                    <a:pt x="413728" y="30176"/>
                  </a:lnTo>
                  <a:lnTo>
                    <a:pt x="413985" y="31825"/>
                  </a:lnTo>
                  <a:lnTo>
                    <a:pt x="414723" y="32714"/>
                  </a:lnTo>
                  <a:lnTo>
                    <a:pt x="415383" y="34649"/>
                  </a:lnTo>
                  <a:lnTo>
                    <a:pt x="416428" y="35820"/>
                  </a:lnTo>
                  <a:lnTo>
                    <a:pt x="416385" y="36085"/>
                  </a:lnTo>
                  <a:lnTo>
                    <a:pt x="417347" y="36011"/>
                  </a:lnTo>
                  <a:lnTo>
                    <a:pt x="417766" y="36584"/>
                  </a:lnTo>
                  <a:lnTo>
                    <a:pt x="418154" y="36436"/>
                  </a:lnTo>
                  <a:lnTo>
                    <a:pt x="419085" y="36857"/>
                  </a:lnTo>
                  <a:lnTo>
                    <a:pt x="421080" y="38270"/>
                  </a:lnTo>
                  <a:lnTo>
                    <a:pt x="422375" y="38501"/>
                  </a:lnTo>
                  <a:lnTo>
                    <a:pt x="422234" y="39807"/>
                  </a:lnTo>
                  <a:lnTo>
                    <a:pt x="421110" y="41464"/>
                  </a:lnTo>
                  <a:lnTo>
                    <a:pt x="421244" y="42716"/>
                  </a:lnTo>
                  <a:lnTo>
                    <a:pt x="421064" y="43181"/>
                  </a:lnTo>
                  <a:lnTo>
                    <a:pt x="422466" y="43832"/>
                  </a:lnTo>
                  <a:lnTo>
                    <a:pt x="423115" y="44597"/>
                  </a:lnTo>
                  <a:lnTo>
                    <a:pt x="424501" y="44973"/>
                  </a:lnTo>
                  <a:lnTo>
                    <a:pt x="423761" y="46488"/>
                  </a:lnTo>
                  <a:lnTo>
                    <a:pt x="421733" y="49039"/>
                  </a:lnTo>
                  <a:lnTo>
                    <a:pt x="420874" y="49547"/>
                  </a:lnTo>
                  <a:lnTo>
                    <a:pt x="420776" y="49942"/>
                  </a:lnTo>
                  <a:lnTo>
                    <a:pt x="419821" y="50502"/>
                  </a:lnTo>
                  <a:lnTo>
                    <a:pt x="419670" y="50316"/>
                  </a:lnTo>
                  <a:lnTo>
                    <a:pt x="419444" y="50795"/>
                  </a:lnTo>
                  <a:lnTo>
                    <a:pt x="417585" y="52511"/>
                  </a:lnTo>
                  <a:lnTo>
                    <a:pt x="417209" y="53952"/>
                  </a:lnTo>
                  <a:lnTo>
                    <a:pt x="415863" y="56953"/>
                  </a:lnTo>
                  <a:lnTo>
                    <a:pt x="417719" y="58210"/>
                  </a:lnTo>
                  <a:lnTo>
                    <a:pt x="418110" y="58048"/>
                  </a:lnTo>
                  <a:lnTo>
                    <a:pt x="418949" y="58816"/>
                  </a:lnTo>
                  <a:lnTo>
                    <a:pt x="418434" y="59069"/>
                  </a:lnTo>
                  <a:lnTo>
                    <a:pt x="420103" y="59880"/>
                  </a:lnTo>
                  <a:lnTo>
                    <a:pt x="423338" y="62993"/>
                  </a:lnTo>
                  <a:lnTo>
                    <a:pt x="422115" y="64911"/>
                  </a:lnTo>
                  <a:lnTo>
                    <a:pt x="422362" y="65982"/>
                  </a:lnTo>
                  <a:lnTo>
                    <a:pt x="423289" y="67564"/>
                  </a:lnTo>
                  <a:lnTo>
                    <a:pt x="425874" y="67830"/>
                  </a:lnTo>
                  <a:lnTo>
                    <a:pt x="427573" y="65751"/>
                  </a:lnTo>
                  <a:lnTo>
                    <a:pt x="428223" y="65344"/>
                  </a:lnTo>
                  <a:lnTo>
                    <a:pt x="428871" y="64371"/>
                  </a:lnTo>
                  <a:lnTo>
                    <a:pt x="428604" y="63953"/>
                  </a:lnTo>
                  <a:lnTo>
                    <a:pt x="430215" y="63623"/>
                  </a:lnTo>
                  <a:lnTo>
                    <a:pt x="430757" y="64143"/>
                  </a:lnTo>
                  <a:lnTo>
                    <a:pt x="432493" y="63487"/>
                  </a:lnTo>
                  <a:lnTo>
                    <a:pt x="433170" y="64319"/>
                  </a:lnTo>
                  <a:lnTo>
                    <a:pt x="433664" y="66409"/>
                  </a:lnTo>
                  <a:lnTo>
                    <a:pt x="433422" y="67017"/>
                  </a:lnTo>
                  <a:lnTo>
                    <a:pt x="433894" y="66958"/>
                  </a:lnTo>
                  <a:lnTo>
                    <a:pt x="434495" y="68304"/>
                  </a:lnTo>
                  <a:lnTo>
                    <a:pt x="434549" y="68951"/>
                  </a:lnTo>
                  <a:lnTo>
                    <a:pt x="436428" y="69962"/>
                  </a:lnTo>
                  <a:lnTo>
                    <a:pt x="437188" y="69545"/>
                  </a:lnTo>
                  <a:lnTo>
                    <a:pt x="437647" y="67929"/>
                  </a:lnTo>
                  <a:lnTo>
                    <a:pt x="439036" y="66480"/>
                  </a:lnTo>
                  <a:lnTo>
                    <a:pt x="440641" y="66712"/>
                  </a:lnTo>
                  <a:lnTo>
                    <a:pt x="441911" y="67399"/>
                  </a:lnTo>
                  <a:lnTo>
                    <a:pt x="444041" y="71442"/>
                  </a:lnTo>
                  <a:lnTo>
                    <a:pt x="444129" y="72794"/>
                  </a:lnTo>
                  <a:lnTo>
                    <a:pt x="443943" y="72866"/>
                  </a:lnTo>
                  <a:lnTo>
                    <a:pt x="444320" y="74435"/>
                  </a:lnTo>
                  <a:lnTo>
                    <a:pt x="441445" y="75396"/>
                  </a:lnTo>
                  <a:lnTo>
                    <a:pt x="440843" y="77850"/>
                  </a:lnTo>
                  <a:lnTo>
                    <a:pt x="440822" y="79738"/>
                  </a:lnTo>
                  <a:lnTo>
                    <a:pt x="440393" y="81274"/>
                  </a:lnTo>
                  <a:lnTo>
                    <a:pt x="440679" y="82490"/>
                  </a:lnTo>
                  <a:lnTo>
                    <a:pt x="443053" y="84260"/>
                  </a:lnTo>
                  <a:lnTo>
                    <a:pt x="442518" y="85716"/>
                  </a:lnTo>
                  <a:lnTo>
                    <a:pt x="442665" y="87185"/>
                  </a:lnTo>
                  <a:lnTo>
                    <a:pt x="442878" y="87267"/>
                  </a:lnTo>
                  <a:lnTo>
                    <a:pt x="443993" y="86683"/>
                  </a:lnTo>
                  <a:lnTo>
                    <a:pt x="446317" y="85229"/>
                  </a:lnTo>
                  <a:lnTo>
                    <a:pt x="447361" y="85068"/>
                  </a:lnTo>
                  <a:lnTo>
                    <a:pt x="447344" y="85771"/>
                  </a:lnTo>
                  <a:lnTo>
                    <a:pt x="447811" y="86295"/>
                  </a:lnTo>
                  <a:lnTo>
                    <a:pt x="449109" y="86857"/>
                  </a:lnTo>
                  <a:lnTo>
                    <a:pt x="451125" y="85458"/>
                  </a:lnTo>
                  <a:lnTo>
                    <a:pt x="451841" y="85795"/>
                  </a:lnTo>
                  <a:lnTo>
                    <a:pt x="452198" y="87380"/>
                  </a:lnTo>
                  <a:lnTo>
                    <a:pt x="454091" y="86795"/>
                  </a:lnTo>
                  <a:lnTo>
                    <a:pt x="454747" y="83681"/>
                  </a:lnTo>
                  <a:lnTo>
                    <a:pt x="457322" y="84269"/>
                  </a:lnTo>
                  <a:lnTo>
                    <a:pt x="458208" y="85402"/>
                  </a:lnTo>
                  <a:lnTo>
                    <a:pt x="460701" y="85862"/>
                  </a:lnTo>
                  <a:lnTo>
                    <a:pt x="462217" y="85958"/>
                  </a:lnTo>
                  <a:lnTo>
                    <a:pt x="464040" y="85672"/>
                  </a:lnTo>
                  <a:lnTo>
                    <a:pt x="465343" y="86009"/>
                  </a:lnTo>
                  <a:lnTo>
                    <a:pt x="466523" y="85791"/>
                  </a:lnTo>
                  <a:lnTo>
                    <a:pt x="468323" y="84059"/>
                  </a:lnTo>
                  <a:lnTo>
                    <a:pt x="469067" y="83618"/>
                  </a:lnTo>
                  <a:lnTo>
                    <a:pt x="471870" y="86992"/>
                  </a:lnTo>
                  <a:lnTo>
                    <a:pt x="473481" y="88097"/>
                  </a:lnTo>
                  <a:lnTo>
                    <a:pt x="476607" y="89228"/>
                  </a:lnTo>
                  <a:lnTo>
                    <a:pt x="477831" y="88483"/>
                  </a:lnTo>
                  <a:lnTo>
                    <a:pt x="479526" y="86747"/>
                  </a:lnTo>
                  <a:lnTo>
                    <a:pt x="480095" y="86345"/>
                  </a:lnTo>
                  <a:lnTo>
                    <a:pt x="480538" y="86348"/>
                  </a:lnTo>
                  <a:lnTo>
                    <a:pt x="481332" y="87840"/>
                  </a:lnTo>
                  <a:lnTo>
                    <a:pt x="481550" y="87943"/>
                  </a:lnTo>
                  <a:lnTo>
                    <a:pt x="481590" y="87356"/>
                  </a:lnTo>
                  <a:lnTo>
                    <a:pt x="482462" y="87844"/>
                  </a:lnTo>
                  <a:lnTo>
                    <a:pt x="483262" y="88847"/>
                  </a:lnTo>
                  <a:lnTo>
                    <a:pt x="484551" y="89459"/>
                  </a:lnTo>
                  <a:lnTo>
                    <a:pt x="485491" y="89256"/>
                  </a:lnTo>
                  <a:lnTo>
                    <a:pt x="485775" y="88778"/>
                  </a:lnTo>
                  <a:lnTo>
                    <a:pt x="489017" y="90179"/>
                  </a:lnTo>
                  <a:lnTo>
                    <a:pt x="489892" y="90475"/>
                  </a:lnTo>
                  <a:lnTo>
                    <a:pt x="490905" y="90305"/>
                  </a:lnTo>
                  <a:lnTo>
                    <a:pt x="492749" y="91152"/>
                  </a:lnTo>
                  <a:lnTo>
                    <a:pt x="493636" y="90679"/>
                  </a:lnTo>
                  <a:lnTo>
                    <a:pt x="493755" y="90239"/>
                  </a:lnTo>
                  <a:lnTo>
                    <a:pt x="495103" y="90535"/>
                  </a:lnTo>
                  <a:lnTo>
                    <a:pt x="496551" y="92442"/>
                  </a:lnTo>
                  <a:lnTo>
                    <a:pt x="498396" y="93844"/>
                  </a:lnTo>
                  <a:lnTo>
                    <a:pt x="499798" y="95981"/>
                  </a:lnTo>
                  <a:lnTo>
                    <a:pt x="500526" y="96389"/>
                  </a:lnTo>
                  <a:lnTo>
                    <a:pt x="501368" y="97532"/>
                  </a:lnTo>
                  <a:lnTo>
                    <a:pt x="503660" y="98817"/>
                  </a:lnTo>
                  <a:lnTo>
                    <a:pt x="504521" y="99071"/>
                  </a:lnTo>
                  <a:lnTo>
                    <a:pt x="505047" y="98911"/>
                  </a:lnTo>
                  <a:lnTo>
                    <a:pt x="505243" y="97915"/>
                  </a:lnTo>
                  <a:lnTo>
                    <a:pt x="506004" y="97903"/>
                  </a:lnTo>
                  <a:lnTo>
                    <a:pt x="507160" y="96947"/>
                  </a:lnTo>
                  <a:lnTo>
                    <a:pt x="507407" y="96459"/>
                  </a:lnTo>
                  <a:lnTo>
                    <a:pt x="508661" y="95771"/>
                  </a:lnTo>
                  <a:lnTo>
                    <a:pt x="510120" y="93909"/>
                  </a:lnTo>
                  <a:lnTo>
                    <a:pt x="512349" y="91945"/>
                  </a:lnTo>
                  <a:lnTo>
                    <a:pt x="513053" y="90803"/>
                  </a:lnTo>
                  <a:lnTo>
                    <a:pt x="513697" y="88974"/>
                  </a:lnTo>
                  <a:lnTo>
                    <a:pt x="515361" y="88980"/>
                  </a:lnTo>
                  <a:lnTo>
                    <a:pt x="516107" y="89288"/>
                  </a:lnTo>
                  <a:lnTo>
                    <a:pt x="517304" y="92245"/>
                  </a:lnTo>
                  <a:lnTo>
                    <a:pt x="517514" y="92112"/>
                  </a:lnTo>
                  <a:lnTo>
                    <a:pt x="517505" y="93536"/>
                  </a:lnTo>
                  <a:lnTo>
                    <a:pt x="517659" y="94662"/>
                  </a:lnTo>
                  <a:lnTo>
                    <a:pt x="517347" y="96820"/>
                  </a:lnTo>
                  <a:lnTo>
                    <a:pt x="515743" y="101798"/>
                  </a:lnTo>
                  <a:lnTo>
                    <a:pt x="514842" y="103597"/>
                  </a:lnTo>
                  <a:lnTo>
                    <a:pt x="515017" y="103960"/>
                  </a:lnTo>
                  <a:lnTo>
                    <a:pt x="513980" y="104824"/>
                  </a:lnTo>
                  <a:lnTo>
                    <a:pt x="513235" y="106074"/>
                  </a:lnTo>
                  <a:lnTo>
                    <a:pt x="514731" y="106787"/>
                  </a:lnTo>
                  <a:lnTo>
                    <a:pt x="515171" y="107570"/>
                  </a:lnTo>
                  <a:lnTo>
                    <a:pt x="515742" y="107779"/>
                  </a:lnTo>
                  <a:lnTo>
                    <a:pt x="518268" y="109698"/>
                  </a:lnTo>
                  <a:lnTo>
                    <a:pt x="519019" y="109617"/>
                  </a:lnTo>
                  <a:lnTo>
                    <a:pt x="519599" y="114764"/>
                  </a:lnTo>
                  <a:lnTo>
                    <a:pt x="521469" y="116370"/>
                  </a:lnTo>
                  <a:lnTo>
                    <a:pt x="522989" y="118113"/>
                  </a:lnTo>
                  <a:lnTo>
                    <a:pt x="524020" y="118683"/>
                  </a:lnTo>
                  <a:lnTo>
                    <a:pt x="525180" y="119750"/>
                  </a:lnTo>
                  <a:lnTo>
                    <a:pt x="526460" y="121634"/>
                  </a:lnTo>
                  <a:lnTo>
                    <a:pt x="527196" y="122390"/>
                  </a:lnTo>
                  <a:lnTo>
                    <a:pt x="527374" y="122316"/>
                  </a:lnTo>
                  <a:lnTo>
                    <a:pt x="527726" y="123208"/>
                  </a:lnTo>
                  <a:lnTo>
                    <a:pt x="528846" y="123632"/>
                  </a:lnTo>
                  <a:lnTo>
                    <a:pt x="529720" y="123680"/>
                  </a:lnTo>
                  <a:lnTo>
                    <a:pt x="532555" y="122499"/>
                  </a:lnTo>
                  <a:lnTo>
                    <a:pt x="534637" y="124203"/>
                  </a:lnTo>
                  <a:lnTo>
                    <a:pt x="535886" y="124805"/>
                  </a:lnTo>
                  <a:lnTo>
                    <a:pt x="534558" y="126707"/>
                  </a:lnTo>
                  <a:lnTo>
                    <a:pt x="536251" y="127458"/>
                  </a:lnTo>
                  <a:lnTo>
                    <a:pt x="536261" y="128871"/>
                  </a:lnTo>
                  <a:lnTo>
                    <a:pt x="542206" y="127205"/>
                  </a:lnTo>
                  <a:lnTo>
                    <a:pt x="543843" y="127444"/>
                  </a:lnTo>
                  <a:lnTo>
                    <a:pt x="543870" y="127032"/>
                  </a:lnTo>
                  <a:lnTo>
                    <a:pt x="546003" y="125860"/>
                  </a:lnTo>
                  <a:lnTo>
                    <a:pt x="546842" y="125008"/>
                  </a:lnTo>
                  <a:lnTo>
                    <a:pt x="547467" y="123487"/>
                  </a:lnTo>
                  <a:lnTo>
                    <a:pt x="548360" y="122990"/>
                  </a:lnTo>
                  <a:lnTo>
                    <a:pt x="549387" y="121089"/>
                  </a:lnTo>
                  <a:lnTo>
                    <a:pt x="551171" y="121053"/>
                  </a:lnTo>
                  <a:lnTo>
                    <a:pt x="553481" y="122445"/>
                  </a:lnTo>
                  <a:lnTo>
                    <a:pt x="554513" y="122709"/>
                  </a:lnTo>
                  <a:lnTo>
                    <a:pt x="556030" y="122112"/>
                  </a:lnTo>
                  <a:lnTo>
                    <a:pt x="556329" y="123254"/>
                  </a:lnTo>
                  <a:lnTo>
                    <a:pt x="556492" y="126939"/>
                  </a:lnTo>
                  <a:lnTo>
                    <a:pt x="557145" y="129999"/>
                  </a:lnTo>
                  <a:lnTo>
                    <a:pt x="557167" y="131981"/>
                  </a:lnTo>
                  <a:lnTo>
                    <a:pt x="557883" y="133276"/>
                  </a:lnTo>
                  <a:lnTo>
                    <a:pt x="558660" y="133997"/>
                  </a:lnTo>
                  <a:lnTo>
                    <a:pt x="559081" y="135051"/>
                  </a:lnTo>
                  <a:lnTo>
                    <a:pt x="560080" y="136208"/>
                  </a:lnTo>
                  <a:lnTo>
                    <a:pt x="561369" y="139059"/>
                  </a:lnTo>
                  <a:lnTo>
                    <a:pt x="562096" y="140168"/>
                  </a:lnTo>
                  <a:lnTo>
                    <a:pt x="562977" y="142702"/>
                  </a:lnTo>
                  <a:lnTo>
                    <a:pt x="564770" y="144549"/>
                  </a:lnTo>
                  <a:lnTo>
                    <a:pt x="565223" y="146070"/>
                  </a:lnTo>
                  <a:lnTo>
                    <a:pt x="565480" y="148921"/>
                  </a:lnTo>
                  <a:lnTo>
                    <a:pt x="564521" y="149468"/>
                  </a:lnTo>
                  <a:lnTo>
                    <a:pt x="562288" y="151362"/>
                  </a:lnTo>
                  <a:lnTo>
                    <a:pt x="561361" y="153383"/>
                  </a:lnTo>
                  <a:lnTo>
                    <a:pt x="561689" y="155571"/>
                  </a:lnTo>
                  <a:lnTo>
                    <a:pt x="561286" y="155428"/>
                  </a:lnTo>
                  <a:lnTo>
                    <a:pt x="559183" y="156009"/>
                  </a:lnTo>
                  <a:lnTo>
                    <a:pt x="558620" y="155723"/>
                  </a:lnTo>
                  <a:lnTo>
                    <a:pt x="558008" y="156105"/>
                  </a:lnTo>
                  <a:lnTo>
                    <a:pt x="557654" y="159479"/>
                  </a:lnTo>
                  <a:lnTo>
                    <a:pt x="556962" y="162426"/>
                  </a:lnTo>
                  <a:lnTo>
                    <a:pt x="555631" y="163436"/>
                  </a:lnTo>
                  <a:lnTo>
                    <a:pt x="554643" y="163624"/>
                  </a:lnTo>
                  <a:lnTo>
                    <a:pt x="553633" y="164173"/>
                  </a:lnTo>
                  <a:lnTo>
                    <a:pt x="553320" y="165863"/>
                  </a:lnTo>
                  <a:lnTo>
                    <a:pt x="552692" y="167322"/>
                  </a:lnTo>
                  <a:lnTo>
                    <a:pt x="552344" y="168427"/>
                  </a:lnTo>
                  <a:lnTo>
                    <a:pt x="552337" y="170427"/>
                  </a:lnTo>
                  <a:lnTo>
                    <a:pt x="552096" y="171061"/>
                  </a:lnTo>
                  <a:lnTo>
                    <a:pt x="552709" y="171827"/>
                  </a:lnTo>
                  <a:lnTo>
                    <a:pt x="552785" y="172883"/>
                  </a:lnTo>
                  <a:lnTo>
                    <a:pt x="553381" y="173298"/>
                  </a:lnTo>
                  <a:lnTo>
                    <a:pt x="553056" y="174260"/>
                  </a:lnTo>
                  <a:lnTo>
                    <a:pt x="553348" y="174242"/>
                  </a:lnTo>
                  <a:lnTo>
                    <a:pt x="553418" y="175047"/>
                  </a:lnTo>
                  <a:lnTo>
                    <a:pt x="553211" y="175194"/>
                  </a:lnTo>
                  <a:lnTo>
                    <a:pt x="553396" y="175553"/>
                  </a:lnTo>
                  <a:lnTo>
                    <a:pt x="553001" y="175864"/>
                  </a:lnTo>
                  <a:lnTo>
                    <a:pt x="553091" y="176710"/>
                  </a:lnTo>
                  <a:lnTo>
                    <a:pt x="552813" y="176735"/>
                  </a:lnTo>
                  <a:lnTo>
                    <a:pt x="552876" y="177190"/>
                  </a:lnTo>
                  <a:lnTo>
                    <a:pt x="553040" y="177089"/>
                  </a:lnTo>
                  <a:lnTo>
                    <a:pt x="553108" y="177261"/>
                  </a:lnTo>
                  <a:lnTo>
                    <a:pt x="552895" y="177326"/>
                  </a:lnTo>
                  <a:lnTo>
                    <a:pt x="552990" y="177670"/>
                  </a:lnTo>
                  <a:lnTo>
                    <a:pt x="552741" y="178097"/>
                  </a:lnTo>
                  <a:lnTo>
                    <a:pt x="553003" y="178434"/>
                  </a:lnTo>
                  <a:lnTo>
                    <a:pt x="552622" y="179302"/>
                  </a:lnTo>
                  <a:lnTo>
                    <a:pt x="552768" y="179935"/>
                  </a:lnTo>
                  <a:lnTo>
                    <a:pt x="552593" y="180354"/>
                  </a:lnTo>
                  <a:lnTo>
                    <a:pt x="552651" y="180824"/>
                  </a:lnTo>
                  <a:lnTo>
                    <a:pt x="553360" y="181555"/>
                  </a:lnTo>
                  <a:lnTo>
                    <a:pt x="553253" y="182076"/>
                  </a:lnTo>
                  <a:lnTo>
                    <a:pt x="553487" y="182367"/>
                  </a:lnTo>
                  <a:lnTo>
                    <a:pt x="553632" y="183642"/>
                  </a:lnTo>
                  <a:lnTo>
                    <a:pt x="553844" y="183600"/>
                  </a:lnTo>
                  <a:lnTo>
                    <a:pt x="554026" y="184128"/>
                  </a:lnTo>
                  <a:lnTo>
                    <a:pt x="553625" y="184797"/>
                  </a:lnTo>
                  <a:lnTo>
                    <a:pt x="554142" y="185490"/>
                  </a:lnTo>
                  <a:lnTo>
                    <a:pt x="553874" y="185680"/>
                  </a:lnTo>
                  <a:lnTo>
                    <a:pt x="554316" y="185887"/>
                  </a:lnTo>
                  <a:lnTo>
                    <a:pt x="554374" y="186173"/>
                  </a:lnTo>
                  <a:lnTo>
                    <a:pt x="553947" y="186411"/>
                  </a:lnTo>
                  <a:lnTo>
                    <a:pt x="554168" y="187170"/>
                  </a:lnTo>
                  <a:lnTo>
                    <a:pt x="553838" y="188333"/>
                  </a:lnTo>
                  <a:lnTo>
                    <a:pt x="552179" y="188899"/>
                  </a:lnTo>
                  <a:lnTo>
                    <a:pt x="551735" y="189821"/>
                  </a:lnTo>
                  <a:lnTo>
                    <a:pt x="551873" y="190765"/>
                  </a:lnTo>
                  <a:lnTo>
                    <a:pt x="552646" y="192479"/>
                  </a:lnTo>
                  <a:lnTo>
                    <a:pt x="553531" y="195490"/>
                  </a:lnTo>
                  <a:lnTo>
                    <a:pt x="553560" y="198381"/>
                  </a:lnTo>
                  <a:lnTo>
                    <a:pt x="553139" y="198596"/>
                  </a:lnTo>
                  <a:lnTo>
                    <a:pt x="552364" y="197908"/>
                  </a:lnTo>
                  <a:lnTo>
                    <a:pt x="551662" y="197622"/>
                  </a:lnTo>
                  <a:lnTo>
                    <a:pt x="549459" y="197501"/>
                  </a:lnTo>
                  <a:lnTo>
                    <a:pt x="542628" y="198549"/>
                  </a:lnTo>
                  <a:lnTo>
                    <a:pt x="539567" y="198250"/>
                  </a:lnTo>
                  <a:lnTo>
                    <a:pt x="535232" y="199697"/>
                  </a:lnTo>
                  <a:lnTo>
                    <a:pt x="534241" y="199789"/>
                  </a:lnTo>
                  <a:lnTo>
                    <a:pt x="532458" y="199200"/>
                  </a:lnTo>
                  <a:lnTo>
                    <a:pt x="529436" y="197243"/>
                  </a:lnTo>
                  <a:lnTo>
                    <a:pt x="527640" y="198036"/>
                  </a:lnTo>
                  <a:lnTo>
                    <a:pt x="527085" y="197665"/>
                  </a:lnTo>
                  <a:lnTo>
                    <a:pt x="526374" y="197671"/>
                  </a:lnTo>
                  <a:lnTo>
                    <a:pt x="526341" y="198282"/>
                  </a:lnTo>
                  <a:lnTo>
                    <a:pt x="525916" y="199205"/>
                  </a:lnTo>
                  <a:lnTo>
                    <a:pt x="524925" y="199318"/>
                  </a:lnTo>
                  <a:lnTo>
                    <a:pt x="524881" y="199975"/>
                  </a:lnTo>
                  <a:lnTo>
                    <a:pt x="524342" y="200783"/>
                  </a:lnTo>
                  <a:lnTo>
                    <a:pt x="524752" y="204359"/>
                  </a:lnTo>
                  <a:lnTo>
                    <a:pt x="524197" y="204799"/>
                  </a:lnTo>
                  <a:lnTo>
                    <a:pt x="524123" y="205602"/>
                  </a:lnTo>
                  <a:lnTo>
                    <a:pt x="523316" y="206170"/>
                  </a:lnTo>
                  <a:lnTo>
                    <a:pt x="522655" y="208441"/>
                  </a:lnTo>
                  <a:lnTo>
                    <a:pt x="521672" y="210349"/>
                  </a:lnTo>
                  <a:lnTo>
                    <a:pt x="521768" y="210565"/>
                  </a:lnTo>
                  <a:lnTo>
                    <a:pt x="521514" y="210569"/>
                  </a:lnTo>
                  <a:lnTo>
                    <a:pt x="521629" y="210748"/>
                  </a:lnTo>
                  <a:lnTo>
                    <a:pt x="521183" y="211192"/>
                  </a:lnTo>
                  <a:lnTo>
                    <a:pt x="520827" y="212204"/>
                  </a:lnTo>
                  <a:lnTo>
                    <a:pt x="519638" y="213387"/>
                  </a:lnTo>
                  <a:lnTo>
                    <a:pt x="519688" y="213686"/>
                  </a:lnTo>
                  <a:lnTo>
                    <a:pt x="519045" y="214957"/>
                  </a:lnTo>
                  <a:lnTo>
                    <a:pt x="519197" y="215889"/>
                  </a:lnTo>
                  <a:lnTo>
                    <a:pt x="518673" y="217399"/>
                  </a:lnTo>
                  <a:lnTo>
                    <a:pt x="518230" y="221038"/>
                  </a:lnTo>
                  <a:lnTo>
                    <a:pt x="517617" y="223136"/>
                  </a:lnTo>
                  <a:lnTo>
                    <a:pt x="517821" y="225705"/>
                  </a:lnTo>
                  <a:lnTo>
                    <a:pt x="518848" y="229743"/>
                  </a:lnTo>
                  <a:lnTo>
                    <a:pt x="518484" y="231769"/>
                  </a:lnTo>
                  <a:lnTo>
                    <a:pt x="518541" y="232582"/>
                  </a:lnTo>
                  <a:lnTo>
                    <a:pt x="517622" y="233993"/>
                  </a:lnTo>
                  <a:lnTo>
                    <a:pt x="515286" y="236396"/>
                  </a:lnTo>
                  <a:lnTo>
                    <a:pt x="512328" y="237578"/>
                  </a:lnTo>
                  <a:lnTo>
                    <a:pt x="510891" y="237710"/>
                  </a:lnTo>
                  <a:lnTo>
                    <a:pt x="510180" y="238197"/>
                  </a:lnTo>
                  <a:lnTo>
                    <a:pt x="507636" y="240856"/>
                  </a:lnTo>
                  <a:lnTo>
                    <a:pt x="507111" y="241041"/>
                  </a:lnTo>
                  <a:lnTo>
                    <a:pt x="505460" y="240731"/>
                  </a:lnTo>
                  <a:lnTo>
                    <a:pt x="503864" y="238903"/>
                  </a:lnTo>
                  <a:lnTo>
                    <a:pt x="503199" y="238497"/>
                  </a:lnTo>
                  <a:lnTo>
                    <a:pt x="502619" y="238575"/>
                  </a:lnTo>
                  <a:lnTo>
                    <a:pt x="501726" y="239400"/>
                  </a:lnTo>
                  <a:lnTo>
                    <a:pt x="501059" y="241963"/>
                  </a:lnTo>
                  <a:lnTo>
                    <a:pt x="500053" y="243393"/>
                  </a:lnTo>
                  <a:lnTo>
                    <a:pt x="498439" y="244999"/>
                  </a:lnTo>
                  <a:lnTo>
                    <a:pt x="496992" y="245584"/>
                  </a:lnTo>
                  <a:lnTo>
                    <a:pt x="495866" y="245936"/>
                  </a:lnTo>
                  <a:lnTo>
                    <a:pt x="494996" y="246846"/>
                  </a:lnTo>
                  <a:lnTo>
                    <a:pt x="492938" y="247971"/>
                  </a:lnTo>
                  <a:lnTo>
                    <a:pt x="492314" y="249519"/>
                  </a:lnTo>
                  <a:lnTo>
                    <a:pt x="491527" y="250564"/>
                  </a:lnTo>
                  <a:lnTo>
                    <a:pt x="491175" y="252152"/>
                  </a:lnTo>
                  <a:lnTo>
                    <a:pt x="491778" y="254050"/>
                  </a:lnTo>
                  <a:lnTo>
                    <a:pt x="492064" y="257001"/>
                  </a:lnTo>
                  <a:lnTo>
                    <a:pt x="491406" y="258747"/>
                  </a:lnTo>
                  <a:lnTo>
                    <a:pt x="491798" y="263943"/>
                  </a:lnTo>
                  <a:lnTo>
                    <a:pt x="491359" y="266317"/>
                  </a:lnTo>
                  <a:lnTo>
                    <a:pt x="491190" y="266739"/>
                  </a:lnTo>
                  <a:lnTo>
                    <a:pt x="490862" y="266695"/>
                  </a:lnTo>
                  <a:lnTo>
                    <a:pt x="489718" y="266821"/>
                  </a:lnTo>
                  <a:lnTo>
                    <a:pt x="487366" y="266622"/>
                  </a:lnTo>
                  <a:lnTo>
                    <a:pt x="486315" y="267041"/>
                  </a:lnTo>
                  <a:lnTo>
                    <a:pt x="485013" y="268369"/>
                  </a:lnTo>
                  <a:lnTo>
                    <a:pt x="483314" y="269428"/>
                  </a:lnTo>
                  <a:lnTo>
                    <a:pt x="481692" y="270803"/>
                  </a:lnTo>
                  <a:lnTo>
                    <a:pt x="478625" y="273685"/>
                  </a:lnTo>
                  <a:lnTo>
                    <a:pt x="478109" y="274979"/>
                  </a:lnTo>
                  <a:lnTo>
                    <a:pt x="476686" y="276874"/>
                  </a:lnTo>
                  <a:lnTo>
                    <a:pt x="475114" y="277332"/>
                  </a:lnTo>
                  <a:lnTo>
                    <a:pt x="474249" y="278633"/>
                  </a:lnTo>
                  <a:lnTo>
                    <a:pt x="472878" y="279579"/>
                  </a:lnTo>
                  <a:lnTo>
                    <a:pt x="470524" y="280683"/>
                  </a:lnTo>
                  <a:lnTo>
                    <a:pt x="467843" y="280722"/>
                  </a:lnTo>
                  <a:lnTo>
                    <a:pt x="466794" y="282433"/>
                  </a:lnTo>
                  <a:lnTo>
                    <a:pt x="466634" y="284754"/>
                  </a:lnTo>
                  <a:lnTo>
                    <a:pt x="465089" y="288132"/>
                  </a:lnTo>
                  <a:lnTo>
                    <a:pt x="464307" y="291040"/>
                  </a:lnTo>
                  <a:lnTo>
                    <a:pt x="463670" y="292501"/>
                  </a:lnTo>
                  <a:lnTo>
                    <a:pt x="463918" y="295493"/>
                  </a:lnTo>
                  <a:lnTo>
                    <a:pt x="463065" y="297783"/>
                  </a:lnTo>
                  <a:lnTo>
                    <a:pt x="463081" y="299587"/>
                  </a:lnTo>
                  <a:lnTo>
                    <a:pt x="462801" y="300794"/>
                  </a:lnTo>
                  <a:lnTo>
                    <a:pt x="462760" y="302698"/>
                  </a:lnTo>
                  <a:lnTo>
                    <a:pt x="463539" y="304227"/>
                  </a:lnTo>
                  <a:lnTo>
                    <a:pt x="463277" y="304411"/>
                  </a:lnTo>
                  <a:lnTo>
                    <a:pt x="464175" y="307046"/>
                  </a:lnTo>
                  <a:lnTo>
                    <a:pt x="464067" y="310135"/>
                  </a:lnTo>
                  <a:lnTo>
                    <a:pt x="464286" y="312331"/>
                  </a:lnTo>
                  <a:lnTo>
                    <a:pt x="463951" y="318045"/>
                  </a:lnTo>
                  <a:lnTo>
                    <a:pt x="463560" y="320040"/>
                  </a:lnTo>
                  <a:lnTo>
                    <a:pt x="463388" y="322935"/>
                  </a:lnTo>
                  <a:lnTo>
                    <a:pt x="462675" y="324137"/>
                  </a:lnTo>
                  <a:lnTo>
                    <a:pt x="462824" y="324370"/>
                  </a:lnTo>
                  <a:lnTo>
                    <a:pt x="462248" y="325017"/>
                  </a:lnTo>
                  <a:lnTo>
                    <a:pt x="462381" y="325177"/>
                  </a:lnTo>
                  <a:lnTo>
                    <a:pt x="462000" y="325306"/>
                  </a:lnTo>
                  <a:lnTo>
                    <a:pt x="461621" y="325935"/>
                  </a:lnTo>
                  <a:lnTo>
                    <a:pt x="461326" y="327154"/>
                  </a:lnTo>
                  <a:lnTo>
                    <a:pt x="460984" y="327702"/>
                  </a:lnTo>
                  <a:lnTo>
                    <a:pt x="460455" y="327775"/>
                  </a:lnTo>
                  <a:lnTo>
                    <a:pt x="460218" y="328284"/>
                  </a:lnTo>
                  <a:lnTo>
                    <a:pt x="460315" y="328720"/>
                  </a:lnTo>
                  <a:lnTo>
                    <a:pt x="459638" y="329330"/>
                  </a:lnTo>
                  <a:lnTo>
                    <a:pt x="459344" y="330649"/>
                  </a:lnTo>
                  <a:lnTo>
                    <a:pt x="459291" y="331595"/>
                  </a:lnTo>
                  <a:lnTo>
                    <a:pt x="459450" y="331658"/>
                  </a:lnTo>
                  <a:lnTo>
                    <a:pt x="458007" y="333551"/>
                  </a:lnTo>
                  <a:lnTo>
                    <a:pt x="458168" y="333699"/>
                  </a:lnTo>
                  <a:lnTo>
                    <a:pt x="457538" y="334834"/>
                  </a:lnTo>
                  <a:lnTo>
                    <a:pt x="457655" y="335121"/>
                  </a:lnTo>
                  <a:lnTo>
                    <a:pt x="457452" y="335737"/>
                  </a:lnTo>
                  <a:lnTo>
                    <a:pt x="456067" y="337137"/>
                  </a:lnTo>
                  <a:lnTo>
                    <a:pt x="456153" y="338848"/>
                  </a:lnTo>
                  <a:lnTo>
                    <a:pt x="456571" y="339631"/>
                  </a:lnTo>
                  <a:lnTo>
                    <a:pt x="457532" y="340370"/>
                  </a:lnTo>
                  <a:lnTo>
                    <a:pt x="457773" y="340882"/>
                  </a:lnTo>
                  <a:lnTo>
                    <a:pt x="458626" y="341252"/>
                  </a:lnTo>
                  <a:lnTo>
                    <a:pt x="458510" y="341764"/>
                  </a:lnTo>
                  <a:lnTo>
                    <a:pt x="459065" y="341579"/>
                  </a:lnTo>
                  <a:lnTo>
                    <a:pt x="459802" y="342627"/>
                  </a:lnTo>
                  <a:lnTo>
                    <a:pt x="460647" y="342921"/>
                  </a:lnTo>
                  <a:lnTo>
                    <a:pt x="460797" y="343306"/>
                  </a:lnTo>
                  <a:lnTo>
                    <a:pt x="461098" y="343115"/>
                  </a:lnTo>
                  <a:lnTo>
                    <a:pt x="461558" y="343363"/>
                  </a:lnTo>
                  <a:lnTo>
                    <a:pt x="459657" y="346249"/>
                  </a:lnTo>
                  <a:lnTo>
                    <a:pt x="458926" y="348983"/>
                  </a:lnTo>
                  <a:lnTo>
                    <a:pt x="457237" y="351450"/>
                  </a:lnTo>
                  <a:lnTo>
                    <a:pt x="457510" y="353178"/>
                  </a:lnTo>
                  <a:lnTo>
                    <a:pt x="457090" y="354458"/>
                  </a:lnTo>
                  <a:lnTo>
                    <a:pt x="456190" y="354660"/>
                  </a:lnTo>
                  <a:lnTo>
                    <a:pt x="455599" y="355065"/>
                  </a:lnTo>
                  <a:lnTo>
                    <a:pt x="455202" y="354984"/>
                  </a:lnTo>
                  <a:lnTo>
                    <a:pt x="454711" y="355537"/>
                  </a:lnTo>
                  <a:lnTo>
                    <a:pt x="455434" y="356203"/>
                  </a:lnTo>
                  <a:lnTo>
                    <a:pt x="455722" y="357041"/>
                  </a:lnTo>
                  <a:lnTo>
                    <a:pt x="456244" y="357362"/>
                  </a:lnTo>
                  <a:lnTo>
                    <a:pt x="455350" y="357767"/>
                  </a:lnTo>
                  <a:lnTo>
                    <a:pt x="453574" y="358122"/>
                  </a:lnTo>
                  <a:lnTo>
                    <a:pt x="452439" y="359597"/>
                  </a:lnTo>
                  <a:lnTo>
                    <a:pt x="451379" y="359365"/>
                  </a:lnTo>
                  <a:lnTo>
                    <a:pt x="450600" y="360198"/>
                  </a:lnTo>
                  <a:lnTo>
                    <a:pt x="449405" y="360583"/>
                  </a:lnTo>
                  <a:lnTo>
                    <a:pt x="448109" y="362670"/>
                  </a:lnTo>
                  <a:lnTo>
                    <a:pt x="446824" y="363065"/>
                  </a:lnTo>
                  <a:lnTo>
                    <a:pt x="445848" y="363654"/>
                  </a:lnTo>
                  <a:lnTo>
                    <a:pt x="445937" y="364336"/>
                  </a:lnTo>
                  <a:lnTo>
                    <a:pt x="445727" y="364965"/>
                  </a:lnTo>
                  <a:lnTo>
                    <a:pt x="443854" y="367454"/>
                  </a:lnTo>
                  <a:lnTo>
                    <a:pt x="444518" y="369019"/>
                  </a:lnTo>
                  <a:lnTo>
                    <a:pt x="441926" y="371032"/>
                  </a:lnTo>
                  <a:lnTo>
                    <a:pt x="440772" y="372403"/>
                  </a:lnTo>
                  <a:lnTo>
                    <a:pt x="439994" y="372621"/>
                  </a:lnTo>
                  <a:lnTo>
                    <a:pt x="440118" y="373001"/>
                  </a:lnTo>
                  <a:lnTo>
                    <a:pt x="440640" y="373282"/>
                  </a:lnTo>
                  <a:lnTo>
                    <a:pt x="440503" y="373768"/>
                  </a:lnTo>
                  <a:lnTo>
                    <a:pt x="440938" y="373646"/>
                  </a:lnTo>
                  <a:lnTo>
                    <a:pt x="441325" y="374462"/>
                  </a:lnTo>
                  <a:lnTo>
                    <a:pt x="441185" y="374893"/>
                  </a:lnTo>
                  <a:lnTo>
                    <a:pt x="441589" y="376156"/>
                  </a:lnTo>
                  <a:lnTo>
                    <a:pt x="441972" y="376425"/>
                  </a:lnTo>
                  <a:lnTo>
                    <a:pt x="441831" y="377027"/>
                  </a:lnTo>
                  <a:lnTo>
                    <a:pt x="442479" y="379743"/>
                  </a:lnTo>
                  <a:lnTo>
                    <a:pt x="442269" y="381308"/>
                  </a:lnTo>
                  <a:lnTo>
                    <a:pt x="442738" y="382138"/>
                  </a:lnTo>
                  <a:lnTo>
                    <a:pt x="442457" y="382654"/>
                  </a:lnTo>
                  <a:lnTo>
                    <a:pt x="442697" y="383548"/>
                  </a:lnTo>
                  <a:lnTo>
                    <a:pt x="443429" y="384035"/>
                  </a:lnTo>
                  <a:lnTo>
                    <a:pt x="443250" y="384735"/>
                  </a:lnTo>
                  <a:lnTo>
                    <a:pt x="443689" y="385300"/>
                  </a:lnTo>
                  <a:lnTo>
                    <a:pt x="445430" y="385795"/>
                  </a:lnTo>
                  <a:lnTo>
                    <a:pt x="446866" y="387060"/>
                  </a:lnTo>
                  <a:lnTo>
                    <a:pt x="447813" y="388544"/>
                  </a:lnTo>
                  <a:lnTo>
                    <a:pt x="447527" y="389056"/>
                  </a:lnTo>
                  <a:lnTo>
                    <a:pt x="453876" y="397042"/>
                  </a:lnTo>
                  <a:lnTo>
                    <a:pt x="454714" y="399018"/>
                  </a:lnTo>
                  <a:lnTo>
                    <a:pt x="454861" y="400831"/>
                  </a:lnTo>
                  <a:lnTo>
                    <a:pt x="454501" y="402459"/>
                  </a:lnTo>
                  <a:lnTo>
                    <a:pt x="453779" y="403436"/>
                  </a:lnTo>
                  <a:lnTo>
                    <a:pt x="452400" y="404506"/>
                  </a:lnTo>
                  <a:lnTo>
                    <a:pt x="451670" y="406601"/>
                  </a:lnTo>
                  <a:lnTo>
                    <a:pt x="449583" y="408783"/>
                  </a:lnTo>
                  <a:lnTo>
                    <a:pt x="449122" y="409829"/>
                  </a:lnTo>
                  <a:lnTo>
                    <a:pt x="448904" y="411157"/>
                  </a:lnTo>
                  <a:lnTo>
                    <a:pt x="448993" y="412554"/>
                  </a:lnTo>
                  <a:lnTo>
                    <a:pt x="449701" y="415605"/>
                  </a:lnTo>
                  <a:lnTo>
                    <a:pt x="449406" y="418404"/>
                  </a:lnTo>
                  <a:lnTo>
                    <a:pt x="450494" y="420969"/>
                  </a:lnTo>
                  <a:lnTo>
                    <a:pt x="450485" y="422797"/>
                  </a:lnTo>
                  <a:lnTo>
                    <a:pt x="451132" y="424541"/>
                  </a:lnTo>
                  <a:lnTo>
                    <a:pt x="451274" y="425968"/>
                  </a:lnTo>
                  <a:lnTo>
                    <a:pt x="450518" y="435215"/>
                  </a:lnTo>
                  <a:lnTo>
                    <a:pt x="449101" y="441707"/>
                  </a:lnTo>
                  <a:lnTo>
                    <a:pt x="447090" y="446688"/>
                  </a:lnTo>
                  <a:lnTo>
                    <a:pt x="447718" y="449059"/>
                  </a:lnTo>
                  <a:lnTo>
                    <a:pt x="447613" y="449996"/>
                  </a:lnTo>
                  <a:lnTo>
                    <a:pt x="446635" y="451905"/>
                  </a:lnTo>
                  <a:lnTo>
                    <a:pt x="446394" y="453348"/>
                  </a:lnTo>
                  <a:lnTo>
                    <a:pt x="446700" y="455284"/>
                  </a:lnTo>
                  <a:lnTo>
                    <a:pt x="447912" y="457616"/>
                  </a:lnTo>
                  <a:lnTo>
                    <a:pt x="448339" y="459617"/>
                  </a:lnTo>
                  <a:lnTo>
                    <a:pt x="448086" y="461446"/>
                  </a:lnTo>
                  <a:lnTo>
                    <a:pt x="446785" y="464334"/>
                  </a:lnTo>
                  <a:lnTo>
                    <a:pt x="446859" y="465074"/>
                  </a:lnTo>
                  <a:lnTo>
                    <a:pt x="447528" y="466752"/>
                  </a:lnTo>
                  <a:lnTo>
                    <a:pt x="447311" y="468738"/>
                  </a:lnTo>
                  <a:lnTo>
                    <a:pt x="447603" y="473255"/>
                  </a:lnTo>
                  <a:lnTo>
                    <a:pt x="447446" y="474514"/>
                  </a:lnTo>
                  <a:lnTo>
                    <a:pt x="446830" y="475937"/>
                  </a:lnTo>
                  <a:lnTo>
                    <a:pt x="446665" y="477079"/>
                  </a:lnTo>
                  <a:lnTo>
                    <a:pt x="448364" y="481560"/>
                  </a:lnTo>
                  <a:lnTo>
                    <a:pt x="448548" y="482796"/>
                  </a:lnTo>
                  <a:lnTo>
                    <a:pt x="447547" y="485750"/>
                  </a:lnTo>
                  <a:lnTo>
                    <a:pt x="445447" y="488930"/>
                  </a:lnTo>
                  <a:lnTo>
                    <a:pt x="443594" y="491115"/>
                  </a:lnTo>
                  <a:lnTo>
                    <a:pt x="443396" y="492027"/>
                  </a:lnTo>
                  <a:lnTo>
                    <a:pt x="443679" y="492729"/>
                  </a:lnTo>
                  <a:lnTo>
                    <a:pt x="444890" y="493737"/>
                  </a:lnTo>
                  <a:lnTo>
                    <a:pt x="445440" y="494652"/>
                  </a:lnTo>
                  <a:lnTo>
                    <a:pt x="446150" y="497110"/>
                  </a:lnTo>
                  <a:lnTo>
                    <a:pt x="446313" y="500726"/>
                  </a:lnTo>
                  <a:lnTo>
                    <a:pt x="448154" y="504203"/>
                  </a:lnTo>
                  <a:lnTo>
                    <a:pt x="448229" y="505224"/>
                  </a:lnTo>
                  <a:lnTo>
                    <a:pt x="447699" y="507982"/>
                  </a:lnTo>
                  <a:lnTo>
                    <a:pt x="447678" y="509698"/>
                  </a:lnTo>
                  <a:lnTo>
                    <a:pt x="448037" y="510395"/>
                  </a:lnTo>
                  <a:lnTo>
                    <a:pt x="449151" y="511397"/>
                  </a:lnTo>
                  <a:lnTo>
                    <a:pt x="449675" y="513105"/>
                  </a:lnTo>
                  <a:lnTo>
                    <a:pt x="451167" y="514149"/>
                  </a:lnTo>
                  <a:lnTo>
                    <a:pt x="451772" y="514944"/>
                  </a:lnTo>
                  <a:lnTo>
                    <a:pt x="452059" y="518666"/>
                  </a:lnTo>
                  <a:lnTo>
                    <a:pt x="452991" y="521074"/>
                  </a:lnTo>
                  <a:lnTo>
                    <a:pt x="453662" y="524432"/>
                  </a:lnTo>
                  <a:lnTo>
                    <a:pt x="454489" y="525765"/>
                  </a:lnTo>
                  <a:lnTo>
                    <a:pt x="455264" y="526305"/>
                  </a:lnTo>
                  <a:lnTo>
                    <a:pt x="456426" y="526426"/>
                  </a:lnTo>
                  <a:lnTo>
                    <a:pt x="456972" y="526767"/>
                  </a:lnTo>
                  <a:lnTo>
                    <a:pt x="459791" y="530055"/>
                  </a:lnTo>
                  <a:lnTo>
                    <a:pt x="460795" y="532726"/>
                  </a:lnTo>
                  <a:lnTo>
                    <a:pt x="461389" y="533669"/>
                  </a:lnTo>
                  <a:lnTo>
                    <a:pt x="463731" y="535363"/>
                  </a:lnTo>
                  <a:lnTo>
                    <a:pt x="465531" y="537358"/>
                  </a:lnTo>
                  <a:lnTo>
                    <a:pt x="465591" y="538432"/>
                  </a:lnTo>
                  <a:lnTo>
                    <a:pt x="463718" y="543401"/>
                  </a:lnTo>
                  <a:lnTo>
                    <a:pt x="464129" y="544193"/>
                  </a:lnTo>
                  <a:lnTo>
                    <a:pt x="465408" y="544844"/>
                  </a:lnTo>
                  <a:lnTo>
                    <a:pt x="465621" y="546304"/>
                  </a:lnTo>
                  <a:lnTo>
                    <a:pt x="465971" y="546880"/>
                  </a:lnTo>
                  <a:lnTo>
                    <a:pt x="468259" y="547794"/>
                  </a:lnTo>
                  <a:lnTo>
                    <a:pt x="470837" y="548286"/>
                  </a:lnTo>
                  <a:lnTo>
                    <a:pt x="471645" y="548073"/>
                  </a:lnTo>
                  <a:lnTo>
                    <a:pt x="474834" y="545832"/>
                  </a:lnTo>
                  <a:lnTo>
                    <a:pt x="475486" y="545870"/>
                  </a:lnTo>
                  <a:lnTo>
                    <a:pt x="476361" y="546525"/>
                  </a:lnTo>
                  <a:lnTo>
                    <a:pt x="477074" y="546684"/>
                  </a:lnTo>
                  <a:lnTo>
                    <a:pt x="477668" y="546802"/>
                  </a:lnTo>
                  <a:lnTo>
                    <a:pt x="480281" y="548222"/>
                  </a:lnTo>
                  <a:lnTo>
                    <a:pt x="483133" y="552318"/>
                  </a:lnTo>
                  <a:lnTo>
                    <a:pt x="484777" y="555409"/>
                  </a:lnTo>
                  <a:lnTo>
                    <a:pt x="485421" y="555999"/>
                  </a:lnTo>
                  <a:lnTo>
                    <a:pt x="486254" y="556092"/>
                  </a:lnTo>
                  <a:lnTo>
                    <a:pt x="488913" y="555402"/>
                  </a:lnTo>
                  <a:lnTo>
                    <a:pt x="492913" y="553595"/>
                  </a:lnTo>
                  <a:lnTo>
                    <a:pt x="493554" y="553693"/>
                  </a:lnTo>
                  <a:lnTo>
                    <a:pt x="494683" y="554392"/>
                  </a:lnTo>
                  <a:lnTo>
                    <a:pt x="494821" y="555267"/>
                  </a:lnTo>
                  <a:lnTo>
                    <a:pt x="493840" y="556485"/>
                  </a:lnTo>
                  <a:lnTo>
                    <a:pt x="493228" y="558902"/>
                  </a:lnTo>
                  <a:lnTo>
                    <a:pt x="492949" y="561890"/>
                  </a:lnTo>
                  <a:lnTo>
                    <a:pt x="492349" y="564137"/>
                  </a:lnTo>
                  <a:lnTo>
                    <a:pt x="492726" y="565061"/>
                  </a:lnTo>
                  <a:lnTo>
                    <a:pt x="494249" y="565820"/>
                  </a:lnTo>
                  <a:lnTo>
                    <a:pt x="494784" y="566560"/>
                  </a:lnTo>
                  <a:lnTo>
                    <a:pt x="495174" y="568778"/>
                  </a:lnTo>
                  <a:lnTo>
                    <a:pt x="494283" y="570506"/>
                  </a:lnTo>
                  <a:lnTo>
                    <a:pt x="494220" y="571546"/>
                  </a:lnTo>
                  <a:lnTo>
                    <a:pt x="494746" y="572366"/>
                  </a:lnTo>
                  <a:lnTo>
                    <a:pt x="500420" y="576811"/>
                  </a:lnTo>
                  <a:lnTo>
                    <a:pt x="501001" y="578558"/>
                  </a:lnTo>
                  <a:lnTo>
                    <a:pt x="503056" y="580468"/>
                  </a:lnTo>
                  <a:lnTo>
                    <a:pt x="504559" y="582996"/>
                  </a:lnTo>
                  <a:lnTo>
                    <a:pt x="506612" y="587319"/>
                  </a:lnTo>
                  <a:lnTo>
                    <a:pt x="507538" y="591157"/>
                  </a:lnTo>
                  <a:lnTo>
                    <a:pt x="508552" y="592149"/>
                  </a:lnTo>
                  <a:lnTo>
                    <a:pt x="509925" y="594411"/>
                  </a:lnTo>
                  <a:lnTo>
                    <a:pt x="510062" y="595274"/>
                  </a:lnTo>
                  <a:lnTo>
                    <a:pt x="509075" y="600449"/>
                  </a:lnTo>
                  <a:lnTo>
                    <a:pt x="508568" y="605468"/>
                  </a:lnTo>
                  <a:lnTo>
                    <a:pt x="507418" y="609546"/>
                  </a:lnTo>
                  <a:lnTo>
                    <a:pt x="507013" y="616655"/>
                  </a:lnTo>
                  <a:lnTo>
                    <a:pt x="507230" y="617819"/>
                  </a:lnTo>
                  <a:lnTo>
                    <a:pt x="508891" y="621087"/>
                  </a:lnTo>
                  <a:lnTo>
                    <a:pt x="509115" y="622336"/>
                  </a:lnTo>
                  <a:lnTo>
                    <a:pt x="508232" y="627376"/>
                  </a:lnTo>
                  <a:lnTo>
                    <a:pt x="508743" y="631445"/>
                  </a:lnTo>
                  <a:lnTo>
                    <a:pt x="508795" y="633747"/>
                  </a:lnTo>
                  <a:lnTo>
                    <a:pt x="506872" y="642284"/>
                  </a:lnTo>
                  <a:lnTo>
                    <a:pt x="505305" y="641241"/>
                  </a:lnTo>
                  <a:lnTo>
                    <a:pt x="495535" y="636971"/>
                  </a:lnTo>
                  <a:lnTo>
                    <a:pt x="491690" y="634285"/>
                  </a:lnTo>
                  <a:lnTo>
                    <a:pt x="489501" y="633151"/>
                  </a:lnTo>
                  <a:lnTo>
                    <a:pt x="486961" y="632543"/>
                  </a:lnTo>
                  <a:lnTo>
                    <a:pt x="482531" y="632337"/>
                  </a:lnTo>
                  <a:lnTo>
                    <a:pt x="480611" y="631788"/>
                  </a:lnTo>
                  <a:lnTo>
                    <a:pt x="477904" y="630418"/>
                  </a:lnTo>
                  <a:lnTo>
                    <a:pt x="475287" y="628246"/>
                  </a:lnTo>
                  <a:lnTo>
                    <a:pt x="473605" y="626202"/>
                  </a:lnTo>
                  <a:lnTo>
                    <a:pt x="472128" y="623645"/>
                  </a:lnTo>
                  <a:lnTo>
                    <a:pt x="471081" y="620591"/>
                  </a:lnTo>
                  <a:lnTo>
                    <a:pt x="469689" y="614991"/>
                  </a:lnTo>
                  <a:lnTo>
                    <a:pt x="468291" y="611676"/>
                  </a:lnTo>
                  <a:lnTo>
                    <a:pt x="466833" y="609393"/>
                  </a:lnTo>
                  <a:lnTo>
                    <a:pt x="465372" y="607635"/>
                  </a:lnTo>
                  <a:lnTo>
                    <a:pt x="463921" y="606270"/>
                  </a:lnTo>
                  <a:lnTo>
                    <a:pt x="461197" y="604475"/>
                  </a:lnTo>
                  <a:lnTo>
                    <a:pt x="457994" y="603117"/>
                  </a:lnTo>
                  <a:lnTo>
                    <a:pt x="452014" y="601067"/>
                  </a:lnTo>
                  <a:lnTo>
                    <a:pt x="447317" y="599526"/>
                  </a:lnTo>
                  <a:lnTo>
                    <a:pt x="444898" y="599009"/>
                  </a:lnTo>
                  <a:lnTo>
                    <a:pt x="425953" y="596553"/>
                  </a:lnTo>
                  <a:lnTo>
                    <a:pt x="419783" y="596226"/>
                  </a:lnTo>
                  <a:lnTo>
                    <a:pt x="414405" y="595729"/>
                  </a:lnTo>
                  <a:lnTo>
                    <a:pt x="410214" y="594992"/>
                  </a:lnTo>
                  <a:lnTo>
                    <a:pt x="405632" y="593425"/>
                  </a:lnTo>
                  <a:lnTo>
                    <a:pt x="402565" y="591892"/>
                  </a:lnTo>
                  <a:lnTo>
                    <a:pt x="399951" y="590233"/>
                  </a:lnTo>
                  <a:lnTo>
                    <a:pt x="392202" y="583151"/>
                  </a:lnTo>
                  <a:lnTo>
                    <a:pt x="377248" y="568976"/>
                  </a:lnTo>
                  <a:lnTo>
                    <a:pt x="373262" y="565671"/>
                  </a:lnTo>
                  <a:lnTo>
                    <a:pt x="367807" y="562346"/>
                  </a:lnTo>
                  <a:lnTo>
                    <a:pt x="361371" y="559570"/>
                  </a:lnTo>
                  <a:lnTo>
                    <a:pt x="357618" y="558442"/>
                  </a:lnTo>
                  <a:lnTo>
                    <a:pt x="348060" y="556719"/>
                  </a:lnTo>
                  <a:lnTo>
                    <a:pt x="345101" y="555871"/>
                  </a:lnTo>
                  <a:lnTo>
                    <a:pt x="335177" y="550422"/>
                  </a:lnTo>
                  <a:lnTo>
                    <a:pt x="331175" y="548622"/>
                  </a:lnTo>
                  <a:lnTo>
                    <a:pt x="327692" y="547383"/>
                  </a:lnTo>
                  <a:lnTo>
                    <a:pt x="321254" y="545640"/>
                  </a:lnTo>
                  <a:lnTo>
                    <a:pt x="314929" y="544522"/>
                  </a:lnTo>
                  <a:lnTo>
                    <a:pt x="310048" y="544036"/>
                  </a:lnTo>
                  <a:lnTo>
                    <a:pt x="304994" y="543924"/>
                  </a:lnTo>
                  <a:lnTo>
                    <a:pt x="290385" y="544338"/>
                  </a:lnTo>
                  <a:lnTo>
                    <a:pt x="282653" y="544710"/>
                  </a:lnTo>
                  <a:lnTo>
                    <a:pt x="276633" y="545888"/>
                  </a:lnTo>
                  <a:lnTo>
                    <a:pt x="263779" y="549821"/>
                  </a:lnTo>
                  <a:lnTo>
                    <a:pt x="246857" y="556147"/>
                  </a:lnTo>
                  <a:lnTo>
                    <a:pt x="243038" y="558057"/>
                  </a:lnTo>
                  <a:lnTo>
                    <a:pt x="239485" y="560458"/>
                  </a:lnTo>
                  <a:lnTo>
                    <a:pt x="234778" y="564636"/>
                  </a:lnTo>
                  <a:lnTo>
                    <a:pt x="230561" y="568971"/>
                  </a:lnTo>
                  <a:lnTo>
                    <a:pt x="226750" y="571687"/>
                  </a:lnTo>
                  <a:lnTo>
                    <a:pt x="219813" y="576572"/>
                  </a:lnTo>
                  <a:lnTo>
                    <a:pt x="215268" y="580382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pg104">
              <a:extLst>
                <a:ext uri="{FF2B5EF4-FFF2-40B4-BE49-F238E27FC236}">
                  <a16:creationId xmlns:a16="http://schemas.microsoft.com/office/drawing/2014/main" id="{0B3288C9-E1A1-5250-BC65-CF4DDA443728}"/>
                </a:ext>
              </a:extLst>
            </p:cNvPr>
            <p:cNvSpPr/>
            <p:nvPr/>
          </p:nvSpPr>
          <p:spPr>
            <a:xfrm>
              <a:off x="2337628" y="2820405"/>
              <a:ext cx="166458" cy="239496"/>
            </a:xfrm>
            <a:custGeom>
              <a:avLst/>
              <a:gdLst/>
              <a:ahLst/>
              <a:cxnLst/>
              <a:rect l="0" t="0" r="0" b="0"/>
              <a:pathLst>
                <a:path w="166458" h="239496">
                  <a:moveTo>
                    <a:pt x="125219" y="193362"/>
                  </a:moveTo>
                  <a:lnTo>
                    <a:pt x="125273" y="193636"/>
                  </a:lnTo>
                  <a:lnTo>
                    <a:pt x="124426" y="193614"/>
                  </a:lnTo>
                  <a:lnTo>
                    <a:pt x="125585" y="196605"/>
                  </a:lnTo>
                  <a:lnTo>
                    <a:pt x="124492" y="197030"/>
                  </a:lnTo>
                  <a:lnTo>
                    <a:pt x="125294" y="198558"/>
                  </a:lnTo>
                  <a:lnTo>
                    <a:pt x="125690" y="199529"/>
                  </a:lnTo>
                  <a:lnTo>
                    <a:pt x="125559" y="199598"/>
                  </a:lnTo>
                  <a:lnTo>
                    <a:pt x="125897" y="200144"/>
                  </a:lnTo>
                  <a:lnTo>
                    <a:pt x="126290" y="199997"/>
                  </a:lnTo>
                  <a:lnTo>
                    <a:pt x="127360" y="200167"/>
                  </a:lnTo>
                  <a:lnTo>
                    <a:pt x="127981" y="199751"/>
                  </a:lnTo>
                  <a:lnTo>
                    <a:pt x="128677" y="199646"/>
                  </a:lnTo>
                  <a:lnTo>
                    <a:pt x="130480" y="200103"/>
                  </a:lnTo>
                  <a:lnTo>
                    <a:pt x="131089" y="200709"/>
                  </a:lnTo>
                  <a:lnTo>
                    <a:pt x="131155" y="201305"/>
                  </a:lnTo>
                  <a:lnTo>
                    <a:pt x="131764" y="201803"/>
                  </a:lnTo>
                  <a:lnTo>
                    <a:pt x="132222" y="205661"/>
                  </a:lnTo>
                  <a:lnTo>
                    <a:pt x="133222" y="208043"/>
                  </a:lnTo>
                  <a:lnTo>
                    <a:pt x="134052" y="211632"/>
                  </a:lnTo>
                  <a:lnTo>
                    <a:pt x="134958" y="212167"/>
                  </a:lnTo>
                  <a:lnTo>
                    <a:pt x="135116" y="212980"/>
                  </a:lnTo>
                  <a:lnTo>
                    <a:pt x="135611" y="213727"/>
                  </a:lnTo>
                  <a:lnTo>
                    <a:pt x="136989" y="214140"/>
                  </a:lnTo>
                  <a:lnTo>
                    <a:pt x="137843" y="214831"/>
                  </a:lnTo>
                  <a:lnTo>
                    <a:pt x="138952" y="214095"/>
                  </a:lnTo>
                  <a:lnTo>
                    <a:pt x="139218" y="214324"/>
                  </a:lnTo>
                  <a:lnTo>
                    <a:pt x="139793" y="214142"/>
                  </a:lnTo>
                  <a:lnTo>
                    <a:pt x="141109" y="215312"/>
                  </a:lnTo>
                  <a:lnTo>
                    <a:pt x="142095" y="215631"/>
                  </a:lnTo>
                  <a:lnTo>
                    <a:pt x="142257" y="216046"/>
                  </a:lnTo>
                  <a:lnTo>
                    <a:pt x="142025" y="217277"/>
                  </a:lnTo>
                  <a:lnTo>
                    <a:pt x="142835" y="218103"/>
                  </a:lnTo>
                  <a:lnTo>
                    <a:pt x="144651" y="218523"/>
                  </a:lnTo>
                  <a:lnTo>
                    <a:pt x="145537" y="219008"/>
                  </a:lnTo>
                  <a:lnTo>
                    <a:pt x="145886" y="219483"/>
                  </a:lnTo>
                  <a:lnTo>
                    <a:pt x="146418" y="219371"/>
                  </a:lnTo>
                  <a:lnTo>
                    <a:pt x="147294" y="219724"/>
                  </a:lnTo>
                  <a:lnTo>
                    <a:pt x="149772" y="221770"/>
                  </a:lnTo>
                  <a:lnTo>
                    <a:pt x="149939" y="222261"/>
                  </a:lnTo>
                  <a:lnTo>
                    <a:pt x="150437" y="222198"/>
                  </a:lnTo>
                  <a:lnTo>
                    <a:pt x="156081" y="228271"/>
                  </a:lnTo>
                  <a:lnTo>
                    <a:pt x="158158" y="230863"/>
                  </a:lnTo>
                  <a:lnTo>
                    <a:pt x="160896" y="233173"/>
                  </a:lnTo>
                  <a:lnTo>
                    <a:pt x="162368" y="236104"/>
                  </a:lnTo>
                  <a:lnTo>
                    <a:pt x="159431" y="236295"/>
                  </a:lnTo>
                  <a:lnTo>
                    <a:pt x="158753" y="236530"/>
                  </a:lnTo>
                  <a:lnTo>
                    <a:pt x="156474" y="238711"/>
                  </a:lnTo>
                  <a:lnTo>
                    <a:pt x="155148" y="239496"/>
                  </a:lnTo>
                  <a:lnTo>
                    <a:pt x="154018" y="238830"/>
                  </a:lnTo>
                  <a:lnTo>
                    <a:pt x="150893" y="238007"/>
                  </a:lnTo>
                  <a:lnTo>
                    <a:pt x="147711" y="235872"/>
                  </a:lnTo>
                  <a:lnTo>
                    <a:pt x="146298" y="235471"/>
                  </a:lnTo>
                  <a:lnTo>
                    <a:pt x="144283" y="233697"/>
                  </a:lnTo>
                  <a:lnTo>
                    <a:pt x="143160" y="233329"/>
                  </a:lnTo>
                  <a:lnTo>
                    <a:pt x="141777" y="233714"/>
                  </a:lnTo>
                  <a:lnTo>
                    <a:pt x="141141" y="233355"/>
                  </a:lnTo>
                  <a:lnTo>
                    <a:pt x="139332" y="234208"/>
                  </a:lnTo>
                  <a:lnTo>
                    <a:pt x="138390" y="234043"/>
                  </a:lnTo>
                  <a:lnTo>
                    <a:pt x="137305" y="235257"/>
                  </a:lnTo>
                  <a:lnTo>
                    <a:pt x="134157" y="231247"/>
                  </a:lnTo>
                  <a:lnTo>
                    <a:pt x="134358" y="230271"/>
                  </a:lnTo>
                  <a:lnTo>
                    <a:pt x="134193" y="229499"/>
                  </a:lnTo>
                  <a:lnTo>
                    <a:pt x="132167" y="228038"/>
                  </a:lnTo>
                  <a:lnTo>
                    <a:pt x="131812" y="227229"/>
                  </a:lnTo>
                  <a:lnTo>
                    <a:pt x="131806" y="226320"/>
                  </a:lnTo>
                  <a:lnTo>
                    <a:pt x="129105" y="224877"/>
                  </a:lnTo>
                  <a:lnTo>
                    <a:pt x="125669" y="231716"/>
                  </a:lnTo>
                  <a:lnTo>
                    <a:pt x="125203" y="231695"/>
                  </a:lnTo>
                  <a:lnTo>
                    <a:pt x="123985" y="232249"/>
                  </a:lnTo>
                  <a:lnTo>
                    <a:pt x="123399" y="231904"/>
                  </a:lnTo>
                  <a:lnTo>
                    <a:pt x="123465" y="230334"/>
                  </a:lnTo>
                  <a:lnTo>
                    <a:pt x="122597" y="228415"/>
                  </a:lnTo>
                  <a:lnTo>
                    <a:pt x="121499" y="226450"/>
                  </a:lnTo>
                  <a:lnTo>
                    <a:pt x="120373" y="225417"/>
                  </a:lnTo>
                  <a:lnTo>
                    <a:pt x="119985" y="225250"/>
                  </a:lnTo>
                  <a:lnTo>
                    <a:pt x="119424" y="225521"/>
                  </a:lnTo>
                  <a:lnTo>
                    <a:pt x="115177" y="223719"/>
                  </a:lnTo>
                  <a:lnTo>
                    <a:pt x="113062" y="221832"/>
                  </a:lnTo>
                  <a:lnTo>
                    <a:pt x="112388" y="221638"/>
                  </a:lnTo>
                  <a:lnTo>
                    <a:pt x="111485" y="221608"/>
                  </a:lnTo>
                  <a:lnTo>
                    <a:pt x="110997" y="221956"/>
                  </a:lnTo>
                  <a:lnTo>
                    <a:pt x="110629" y="223895"/>
                  </a:lnTo>
                  <a:lnTo>
                    <a:pt x="111277" y="224504"/>
                  </a:lnTo>
                  <a:lnTo>
                    <a:pt x="111183" y="224949"/>
                  </a:lnTo>
                  <a:lnTo>
                    <a:pt x="110124" y="226612"/>
                  </a:lnTo>
                  <a:lnTo>
                    <a:pt x="109456" y="226939"/>
                  </a:lnTo>
                  <a:lnTo>
                    <a:pt x="109284" y="227710"/>
                  </a:lnTo>
                  <a:lnTo>
                    <a:pt x="108174" y="229300"/>
                  </a:lnTo>
                  <a:lnTo>
                    <a:pt x="107572" y="229735"/>
                  </a:lnTo>
                  <a:lnTo>
                    <a:pt x="106950" y="229811"/>
                  </a:lnTo>
                  <a:lnTo>
                    <a:pt x="106383" y="230361"/>
                  </a:lnTo>
                  <a:lnTo>
                    <a:pt x="104998" y="231081"/>
                  </a:lnTo>
                  <a:lnTo>
                    <a:pt x="103836" y="230882"/>
                  </a:lnTo>
                  <a:lnTo>
                    <a:pt x="101950" y="229499"/>
                  </a:lnTo>
                  <a:lnTo>
                    <a:pt x="101379" y="229789"/>
                  </a:lnTo>
                  <a:lnTo>
                    <a:pt x="101510" y="230431"/>
                  </a:lnTo>
                  <a:lnTo>
                    <a:pt x="102200" y="231589"/>
                  </a:lnTo>
                  <a:lnTo>
                    <a:pt x="102220" y="235132"/>
                  </a:lnTo>
                  <a:lnTo>
                    <a:pt x="101425" y="235329"/>
                  </a:lnTo>
                  <a:lnTo>
                    <a:pt x="101191" y="235637"/>
                  </a:lnTo>
                  <a:lnTo>
                    <a:pt x="100787" y="235450"/>
                  </a:lnTo>
                  <a:lnTo>
                    <a:pt x="99892" y="235548"/>
                  </a:lnTo>
                  <a:lnTo>
                    <a:pt x="99221" y="235250"/>
                  </a:lnTo>
                  <a:lnTo>
                    <a:pt x="98965" y="234766"/>
                  </a:lnTo>
                  <a:lnTo>
                    <a:pt x="98080" y="235581"/>
                  </a:lnTo>
                  <a:lnTo>
                    <a:pt x="97783" y="235040"/>
                  </a:lnTo>
                  <a:lnTo>
                    <a:pt x="97258" y="234829"/>
                  </a:lnTo>
                  <a:lnTo>
                    <a:pt x="96951" y="235689"/>
                  </a:lnTo>
                  <a:lnTo>
                    <a:pt x="96271" y="235979"/>
                  </a:lnTo>
                  <a:lnTo>
                    <a:pt x="93659" y="233855"/>
                  </a:lnTo>
                  <a:lnTo>
                    <a:pt x="93466" y="233485"/>
                  </a:lnTo>
                  <a:lnTo>
                    <a:pt x="93413" y="233728"/>
                  </a:lnTo>
                  <a:lnTo>
                    <a:pt x="93229" y="232568"/>
                  </a:lnTo>
                  <a:lnTo>
                    <a:pt x="93370" y="231617"/>
                  </a:lnTo>
                  <a:lnTo>
                    <a:pt x="91939" y="229802"/>
                  </a:lnTo>
                  <a:lnTo>
                    <a:pt x="92783" y="229083"/>
                  </a:lnTo>
                  <a:lnTo>
                    <a:pt x="92300" y="226469"/>
                  </a:lnTo>
                  <a:lnTo>
                    <a:pt x="94103" y="224096"/>
                  </a:lnTo>
                  <a:lnTo>
                    <a:pt x="94268" y="222671"/>
                  </a:lnTo>
                  <a:lnTo>
                    <a:pt x="93944" y="222161"/>
                  </a:lnTo>
                  <a:lnTo>
                    <a:pt x="92723" y="221190"/>
                  </a:lnTo>
                  <a:lnTo>
                    <a:pt x="92537" y="220657"/>
                  </a:lnTo>
                  <a:lnTo>
                    <a:pt x="92390" y="216886"/>
                  </a:lnTo>
                  <a:lnTo>
                    <a:pt x="91528" y="215319"/>
                  </a:lnTo>
                  <a:lnTo>
                    <a:pt x="91404" y="212606"/>
                  </a:lnTo>
                  <a:lnTo>
                    <a:pt x="90844" y="211847"/>
                  </a:lnTo>
                  <a:lnTo>
                    <a:pt x="91022" y="211130"/>
                  </a:lnTo>
                  <a:lnTo>
                    <a:pt x="91772" y="211046"/>
                  </a:lnTo>
                  <a:lnTo>
                    <a:pt x="92434" y="210059"/>
                  </a:lnTo>
                  <a:lnTo>
                    <a:pt x="92514" y="207873"/>
                  </a:lnTo>
                  <a:lnTo>
                    <a:pt x="94268" y="204471"/>
                  </a:lnTo>
                  <a:lnTo>
                    <a:pt x="94236" y="203692"/>
                  </a:lnTo>
                  <a:lnTo>
                    <a:pt x="93083" y="200996"/>
                  </a:lnTo>
                  <a:lnTo>
                    <a:pt x="92921" y="197994"/>
                  </a:lnTo>
                  <a:lnTo>
                    <a:pt x="92577" y="196946"/>
                  </a:lnTo>
                  <a:lnTo>
                    <a:pt x="93822" y="194912"/>
                  </a:lnTo>
                  <a:lnTo>
                    <a:pt x="95789" y="194381"/>
                  </a:lnTo>
                  <a:lnTo>
                    <a:pt x="97365" y="194568"/>
                  </a:lnTo>
                  <a:lnTo>
                    <a:pt x="98105" y="195034"/>
                  </a:lnTo>
                  <a:lnTo>
                    <a:pt x="99131" y="194831"/>
                  </a:lnTo>
                  <a:lnTo>
                    <a:pt x="99506" y="194624"/>
                  </a:lnTo>
                  <a:lnTo>
                    <a:pt x="99542" y="193998"/>
                  </a:lnTo>
                  <a:lnTo>
                    <a:pt x="99111" y="192682"/>
                  </a:lnTo>
                  <a:lnTo>
                    <a:pt x="96703" y="189764"/>
                  </a:lnTo>
                  <a:lnTo>
                    <a:pt x="96660" y="189516"/>
                  </a:lnTo>
                  <a:lnTo>
                    <a:pt x="97541" y="188293"/>
                  </a:lnTo>
                  <a:lnTo>
                    <a:pt x="97874" y="187263"/>
                  </a:lnTo>
                  <a:lnTo>
                    <a:pt x="93582" y="184726"/>
                  </a:lnTo>
                  <a:lnTo>
                    <a:pt x="92304" y="183380"/>
                  </a:lnTo>
                  <a:lnTo>
                    <a:pt x="91520" y="182925"/>
                  </a:lnTo>
                  <a:lnTo>
                    <a:pt x="91142" y="182257"/>
                  </a:lnTo>
                  <a:lnTo>
                    <a:pt x="86997" y="180608"/>
                  </a:lnTo>
                  <a:lnTo>
                    <a:pt x="85500" y="180810"/>
                  </a:lnTo>
                  <a:lnTo>
                    <a:pt x="85016" y="180495"/>
                  </a:lnTo>
                  <a:lnTo>
                    <a:pt x="83507" y="180717"/>
                  </a:lnTo>
                  <a:lnTo>
                    <a:pt x="82160" y="181251"/>
                  </a:lnTo>
                  <a:lnTo>
                    <a:pt x="80512" y="181012"/>
                  </a:lnTo>
                  <a:lnTo>
                    <a:pt x="78755" y="181236"/>
                  </a:lnTo>
                  <a:lnTo>
                    <a:pt x="76230" y="181950"/>
                  </a:lnTo>
                  <a:lnTo>
                    <a:pt x="75423" y="181898"/>
                  </a:lnTo>
                  <a:lnTo>
                    <a:pt x="74348" y="182602"/>
                  </a:lnTo>
                  <a:lnTo>
                    <a:pt x="73077" y="182889"/>
                  </a:lnTo>
                  <a:lnTo>
                    <a:pt x="72610" y="183617"/>
                  </a:lnTo>
                  <a:lnTo>
                    <a:pt x="70274" y="184249"/>
                  </a:lnTo>
                  <a:lnTo>
                    <a:pt x="69821" y="185149"/>
                  </a:lnTo>
                  <a:lnTo>
                    <a:pt x="69008" y="184983"/>
                  </a:lnTo>
                  <a:lnTo>
                    <a:pt x="68165" y="185487"/>
                  </a:lnTo>
                  <a:lnTo>
                    <a:pt x="64236" y="186261"/>
                  </a:lnTo>
                  <a:lnTo>
                    <a:pt x="63727" y="186285"/>
                  </a:lnTo>
                  <a:lnTo>
                    <a:pt x="63160" y="184705"/>
                  </a:lnTo>
                  <a:lnTo>
                    <a:pt x="63421" y="184200"/>
                  </a:lnTo>
                  <a:lnTo>
                    <a:pt x="62714" y="183954"/>
                  </a:lnTo>
                  <a:lnTo>
                    <a:pt x="62301" y="184154"/>
                  </a:lnTo>
                  <a:lnTo>
                    <a:pt x="61598" y="185113"/>
                  </a:lnTo>
                  <a:lnTo>
                    <a:pt x="60682" y="185382"/>
                  </a:lnTo>
                  <a:lnTo>
                    <a:pt x="59494" y="185308"/>
                  </a:lnTo>
                  <a:lnTo>
                    <a:pt x="59023" y="184696"/>
                  </a:lnTo>
                  <a:lnTo>
                    <a:pt x="59418" y="183661"/>
                  </a:lnTo>
                  <a:lnTo>
                    <a:pt x="57751" y="183288"/>
                  </a:lnTo>
                  <a:lnTo>
                    <a:pt x="57216" y="183758"/>
                  </a:lnTo>
                  <a:lnTo>
                    <a:pt x="56370" y="184081"/>
                  </a:lnTo>
                  <a:lnTo>
                    <a:pt x="55998" y="184000"/>
                  </a:lnTo>
                  <a:lnTo>
                    <a:pt x="55445" y="184548"/>
                  </a:lnTo>
                  <a:lnTo>
                    <a:pt x="55877" y="185236"/>
                  </a:lnTo>
                  <a:lnTo>
                    <a:pt x="55183" y="186123"/>
                  </a:lnTo>
                  <a:lnTo>
                    <a:pt x="55999" y="186757"/>
                  </a:lnTo>
                  <a:lnTo>
                    <a:pt x="53322" y="187273"/>
                  </a:lnTo>
                  <a:lnTo>
                    <a:pt x="52622" y="187948"/>
                  </a:lnTo>
                  <a:lnTo>
                    <a:pt x="51038" y="187586"/>
                  </a:lnTo>
                  <a:lnTo>
                    <a:pt x="49913" y="188079"/>
                  </a:lnTo>
                  <a:lnTo>
                    <a:pt x="47315" y="188004"/>
                  </a:lnTo>
                  <a:lnTo>
                    <a:pt x="46630" y="186023"/>
                  </a:lnTo>
                  <a:lnTo>
                    <a:pt x="46260" y="185845"/>
                  </a:lnTo>
                  <a:lnTo>
                    <a:pt x="47784" y="181956"/>
                  </a:lnTo>
                  <a:lnTo>
                    <a:pt x="47772" y="181191"/>
                  </a:lnTo>
                  <a:lnTo>
                    <a:pt x="48505" y="180328"/>
                  </a:lnTo>
                  <a:lnTo>
                    <a:pt x="48906" y="180165"/>
                  </a:lnTo>
                  <a:lnTo>
                    <a:pt x="48831" y="178970"/>
                  </a:lnTo>
                  <a:lnTo>
                    <a:pt x="50008" y="177938"/>
                  </a:lnTo>
                  <a:lnTo>
                    <a:pt x="51934" y="177302"/>
                  </a:lnTo>
                  <a:lnTo>
                    <a:pt x="53088" y="176341"/>
                  </a:lnTo>
                  <a:lnTo>
                    <a:pt x="53677" y="174640"/>
                  </a:lnTo>
                  <a:lnTo>
                    <a:pt x="53242" y="174479"/>
                  </a:lnTo>
                  <a:lnTo>
                    <a:pt x="52275" y="174832"/>
                  </a:lnTo>
                  <a:lnTo>
                    <a:pt x="49378" y="174979"/>
                  </a:lnTo>
                  <a:lnTo>
                    <a:pt x="44384" y="173704"/>
                  </a:lnTo>
                  <a:lnTo>
                    <a:pt x="43928" y="173356"/>
                  </a:lnTo>
                  <a:lnTo>
                    <a:pt x="44467" y="172283"/>
                  </a:lnTo>
                  <a:lnTo>
                    <a:pt x="44548" y="171015"/>
                  </a:lnTo>
                  <a:lnTo>
                    <a:pt x="43037" y="171120"/>
                  </a:lnTo>
                  <a:lnTo>
                    <a:pt x="39323" y="170277"/>
                  </a:lnTo>
                  <a:lnTo>
                    <a:pt x="37550" y="168569"/>
                  </a:lnTo>
                  <a:lnTo>
                    <a:pt x="34254" y="166032"/>
                  </a:lnTo>
                  <a:lnTo>
                    <a:pt x="30982" y="162604"/>
                  </a:lnTo>
                  <a:lnTo>
                    <a:pt x="27333" y="158249"/>
                  </a:lnTo>
                  <a:lnTo>
                    <a:pt x="25818" y="156106"/>
                  </a:lnTo>
                  <a:lnTo>
                    <a:pt x="24146" y="152290"/>
                  </a:lnTo>
                  <a:lnTo>
                    <a:pt x="22652" y="150708"/>
                  </a:lnTo>
                  <a:lnTo>
                    <a:pt x="21028" y="149987"/>
                  </a:lnTo>
                  <a:lnTo>
                    <a:pt x="19122" y="149610"/>
                  </a:lnTo>
                  <a:lnTo>
                    <a:pt x="12185" y="149493"/>
                  </a:lnTo>
                  <a:lnTo>
                    <a:pt x="3566" y="150437"/>
                  </a:lnTo>
                  <a:lnTo>
                    <a:pt x="3576" y="146372"/>
                  </a:lnTo>
                  <a:lnTo>
                    <a:pt x="1912" y="144212"/>
                  </a:lnTo>
                  <a:lnTo>
                    <a:pt x="0" y="140884"/>
                  </a:lnTo>
                  <a:lnTo>
                    <a:pt x="367" y="138520"/>
                  </a:lnTo>
                  <a:lnTo>
                    <a:pt x="2123" y="132886"/>
                  </a:lnTo>
                  <a:lnTo>
                    <a:pt x="3094" y="128361"/>
                  </a:lnTo>
                  <a:lnTo>
                    <a:pt x="3058" y="126125"/>
                  </a:lnTo>
                  <a:lnTo>
                    <a:pt x="2599" y="125781"/>
                  </a:lnTo>
                  <a:lnTo>
                    <a:pt x="1112" y="123448"/>
                  </a:lnTo>
                  <a:lnTo>
                    <a:pt x="2570" y="121356"/>
                  </a:lnTo>
                  <a:lnTo>
                    <a:pt x="5016" y="114048"/>
                  </a:lnTo>
                  <a:lnTo>
                    <a:pt x="5327" y="110860"/>
                  </a:lnTo>
                  <a:lnTo>
                    <a:pt x="5235" y="109000"/>
                  </a:lnTo>
                  <a:lnTo>
                    <a:pt x="5715" y="106818"/>
                  </a:lnTo>
                  <a:lnTo>
                    <a:pt x="7305" y="104002"/>
                  </a:lnTo>
                  <a:lnTo>
                    <a:pt x="10934" y="100189"/>
                  </a:lnTo>
                  <a:lnTo>
                    <a:pt x="25175" y="90337"/>
                  </a:lnTo>
                  <a:lnTo>
                    <a:pt x="30221" y="82588"/>
                  </a:lnTo>
                  <a:lnTo>
                    <a:pt x="32758" y="79324"/>
                  </a:lnTo>
                  <a:lnTo>
                    <a:pt x="38847" y="73278"/>
                  </a:lnTo>
                  <a:lnTo>
                    <a:pt x="35398" y="70353"/>
                  </a:lnTo>
                  <a:lnTo>
                    <a:pt x="35019" y="68643"/>
                  </a:lnTo>
                  <a:lnTo>
                    <a:pt x="35194" y="66876"/>
                  </a:lnTo>
                  <a:lnTo>
                    <a:pt x="39770" y="63617"/>
                  </a:lnTo>
                  <a:lnTo>
                    <a:pt x="40778" y="62276"/>
                  </a:lnTo>
                  <a:lnTo>
                    <a:pt x="41009" y="61033"/>
                  </a:lnTo>
                  <a:lnTo>
                    <a:pt x="41353" y="60556"/>
                  </a:lnTo>
                  <a:lnTo>
                    <a:pt x="42522" y="59960"/>
                  </a:lnTo>
                  <a:lnTo>
                    <a:pt x="42035" y="59279"/>
                  </a:lnTo>
                  <a:lnTo>
                    <a:pt x="42111" y="58191"/>
                  </a:lnTo>
                  <a:lnTo>
                    <a:pt x="40234" y="52043"/>
                  </a:lnTo>
                  <a:lnTo>
                    <a:pt x="40367" y="48064"/>
                  </a:lnTo>
                  <a:lnTo>
                    <a:pt x="38547" y="39164"/>
                  </a:lnTo>
                  <a:lnTo>
                    <a:pt x="37334" y="29836"/>
                  </a:lnTo>
                  <a:lnTo>
                    <a:pt x="35010" y="26811"/>
                  </a:lnTo>
                  <a:lnTo>
                    <a:pt x="36185" y="27342"/>
                  </a:lnTo>
                  <a:lnTo>
                    <a:pt x="37033" y="27409"/>
                  </a:lnTo>
                  <a:lnTo>
                    <a:pt x="38001" y="28103"/>
                  </a:lnTo>
                  <a:lnTo>
                    <a:pt x="39020" y="29334"/>
                  </a:lnTo>
                  <a:lnTo>
                    <a:pt x="38960" y="30053"/>
                  </a:lnTo>
                  <a:lnTo>
                    <a:pt x="40005" y="30628"/>
                  </a:lnTo>
                  <a:lnTo>
                    <a:pt x="40190" y="31428"/>
                  </a:lnTo>
                  <a:lnTo>
                    <a:pt x="41043" y="31756"/>
                  </a:lnTo>
                  <a:lnTo>
                    <a:pt x="41377" y="32364"/>
                  </a:lnTo>
                  <a:lnTo>
                    <a:pt x="42948" y="31999"/>
                  </a:lnTo>
                  <a:lnTo>
                    <a:pt x="43621" y="28534"/>
                  </a:lnTo>
                  <a:lnTo>
                    <a:pt x="47360" y="18897"/>
                  </a:lnTo>
                  <a:lnTo>
                    <a:pt x="51753" y="11689"/>
                  </a:lnTo>
                  <a:lnTo>
                    <a:pt x="54502" y="9083"/>
                  </a:lnTo>
                  <a:lnTo>
                    <a:pt x="56017" y="8212"/>
                  </a:lnTo>
                  <a:lnTo>
                    <a:pt x="56395" y="8294"/>
                  </a:lnTo>
                  <a:lnTo>
                    <a:pt x="57135" y="7980"/>
                  </a:lnTo>
                  <a:lnTo>
                    <a:pt x="58338" y="7026"/>
                  </a:lnTo>
                  <a:lnTo>
                    <a:pt x="59304" y="6862"/>
                  </a:lnTo>
                  <a:lnTo>
                    <a:pt x="59840" y="6252"/>
                  </a:lnTo>
                  <a:lnTo>
                    <a:pt x="61724" y="5002"/>
                  </a:lnTo>
                  <a:lnTo>
                    <a:pt x="62408" y="3856"/>
                  </a:lnTo>
                  <a:lnTo>
                    <a:pt x="62877" y="1616"/>
                  </a:lnTo>
                  <a:lnTo>
                    <a:pt x="64261" y="0"/>
                  </a:lnTo>
                  <a:lnTo>
                    <a:pt x="64596" y="415"/>
                  </a:lnTo>
                  <a:lnTo>
                    <a:pt x="66211" y="1026"/>
                  </a:lnTo>
                  <a:lnTo>
                    <a:pt x="66901" y="1044"/>
                  </a:lnTo>
                  <a:lnTo>
                    <a:pt x="67340" y="1301"/>
                  </a:lnTo>
                  <a:lnTo>
                    <a:pt x="67994" y="1258"/>
                  </a:lnTo>
                  <a:lnTo>
                    <a:pt x="68146" y="1063"/>
                  </a:lnTo>
                  <a:lnTo>
                    <a:pt x="68590" y="1161"/>
                  </a:lnTo>
                  <a:lnTo>
                    <a:pt x="69016" y="1718"/>
                  </a:lnTo>
                  <a:lnTo>
                    <a:pt x="70583" y="2791"/>
                  </a:lnTo>
                  <a:lnTo>
                    <a:pt x="71303" y="4026"/>
                  </a:lnTo>
                  <a:lnTo>
                    <a:pt x="72397" y="4652"/>
                  </a:lnTo>
                  <a:lnTo>
                    <a:pt x="73098" y="4746"/>
                  </a:lnTo>
                  <a:lnTo>
                    <a:pt x="73440" y="5150"/>
                  </a:lnTo>
                  <a:lnTo>
                    <a:pt x="74036" y="4858"/>
                  </a:lnTo>
                  <a:lnTo>
                    <a:pt x="74878" y="5574"/>
                  </a:lnTo>
                  <a:lnTo>
                    <a:pt x="76760" y="5655"/>
                  </a:lnTo>
                  <a:lnTo>
                    <a:pt x="77486" y="6152"/>
                  </a:lnTo>
                  <a:lnTo>
                    <a:pt x="78036" y="5567"/>
                  </a:lnTo>
                  <a:lnTo>
                    <a:pt x="78656" y="5882"/>
                  </a:lnTo>
                  <a:lnTo>
                    <a:pt x="79884" y="7197"/>
                  </a:lnTo>
                  <a:lnTo>
                    <a:pt x="81175" y="7788"/>
                  </a:lnTo>
                  <a:lnTo>
                    <a:pt x="82485" y="7859"/>
                  </a:lnTo>
                  <a:lnTo>
                    <a:pt x="83363" y="8639"/>
                  </a:lnTo>
                  <a:lnTo>
                    <a:pt x="83909" y="8332"/>
                  </a:lnTo>
                  <a:lnTo>
                    <a:pt x="84785" y="7930"/>
                  </a:lnTo>
                  <a:lnTo>
                    <a:pt x="86059" y="8360"/>
                  </a:lnTo>
                  <a:lnTo>
                    <a:pt x="86237" y="8026"/>
                  </a:lnTo>
                  <a:lnTo>
                    <a:pt x="86830" y="8157"/>
                  </a:lnTo>
                  <a:lnTo>
                    <a:pt x="88009" y="7959"/>
                  </a:lnTo>
                  <a:lnTo>
                    <a:pt x="89280" y="7222"/>
                  </a:lnTo>
                  <a:lnTo>
                    <a:pt x="91276" y="6709"/>
                  </a:lnTo>
                  <a:lnTo>
                    <a:pt x="93930" y="9041"/>
                  </a:lnTo>
                  <a:lnTo>
                    <a:pt x="94665" y="9389"/>
                  </a:lnTo>
                  <a:lnTo>
                    <a:pt x="95193" y="10411"/>
                  </a:lnTo>
                  <a:lnTo>
                    <a:pt x="97121" y="11907"/>
                  </a:lnTo>
                  <a:lnTo>
                    <a:pt x="98892" y="14492"/>
                  </a:lnTo>
                  <a:lnTo>
                    <a:pt x="99221" y="14375"/>
                  </a:lnTo>
                  <a:lnTo>
                    <a:pt x="100483" y="15363"/>
                  </a:lnTo>
                  <a:lnTo>
                    <a:pt x="101780" y="15478"/>
                  </a:lnTo>
                  <a:lnTo>
                    <a:pt x="102036" y="15205"/>
                  </a:lnTo>
                  <a:lnTo>
                    <a:pt x="102736" y="15084"/>
                  </a:lnTo>
                  <a:lnTo>
                    <a:pt x="103321" y="15459"/>
                  </a:lnTo>
                  <a:lnTo>
                    <a:pt x="103969" y="15245"/>
                  </a:lnTo>
                  <a:lnTo>
                    <a:pt x="105002" y="15429"/>
                  </a:lnTo>
                  <a:lnTo>
                    <a:pt x="105512" y="15243"/>
                  </a:lnTo>
                  <a:lnTo>
                    <a:pt x="106727" y="15663"/>
                  </a:lnTo>
                  <a:lnTo>
                    <a:pt x="107112" y="15484"/>
                  </a:lnTo>
                  <a:lnTo>
                    <a:pt x="109610" y="15472"/>
                  </a:lnTo>
                  <a:lnTo>
                    <a:pt x="111302" y="15889"/>
                  </a:lnTo>
                  <a:lnTo>
                    <a:pt x="112600" y="15573"/>
                  </a:lnTo>
                  <a:lnTo>
                    <a:pt x="113361" y="14834"/>
                  </a:lnTo>
                  <a:lnTo>
                    <a:pt x="114144" y="14958"/>
                  </a:lnTo>
                  <a:lnTo>
                    <a:pt x="115554" y="14660"/>
                  </a:lnTo>
                  <a:lnTo>
                    <a:pt x="115867" y="14866"/>
                  </a:lnTo>
                  <a:lnTo>
                    <a:pt x="116250" y="14420"/>
                  </a:lnTo>
                  <a:lnTo>
                    <a:pt x="117361" y="14127"/>
                  </a:lnTo>
                  <a:lnTo>
                    <a:pt x="119118" y="14415"/>
                  </a:lnTo>
                  <a:lnTo>
                    <a:pt x="121591" y="15432"/>
                  </a:lnTo>
                  <a:lnTo>
                    <a:pt x="121919" y="15793"/>
                  </a:lnTo>
                  <a:lnTo>
                    <a:pt x="122586" y="15859"/>
                  </a:lnTo>
                  <a:lnTo>
                    <a:pt x="122883" y="15666"/>
                  </a:lnTo>
                  <a:lnTo>
                    <a:pt x="123394" y="16072"/>
                  </a:lnTo>
                  <a:lnTo>
                    <a:pt x="124403" y="16189"/>
                  </a:lnTo>
                  <a:lnTo>
                    <a:pt x="124819" y="16892"/>
                  </a:lnTo>
                  <a:lnTo>
                    <a:pt x="126976" y="18746"/>
                  </a:lnTo>
                  <a:lnTo>
                    <a:pt x="129104" y="21019"/>
                  </a:lnTo>
                  <a:lnTo>
                    <a:pt x="130311" y="20537"/>
                  </a:lnTo>
                  <a:lnTo>
                    <a:pt x="131432" y="20590"/>
                  </a:lnTo>
                  <a:lnTo>
                    <a:pt x="133374" y="21415"/>
                  </a:lnTo>
                  <a:lnTo>
                    <a:pt x="135952" y="22107"/>
                  </a:lnTo>
                  <a:lnTo>
                    <a:pt x="137065" y="22168"/>
                  </a:lnTo>
                  <a:lnTo>
                    <a:pt x="138605" y="23229"/>
                  </a:lnTo>
                  <a:lnTo>
                    <a:pt x="138871" y="23728"/>
                  </a:lnTo>
                  <a:lnTo>
                    <a:pt x="138730" y="24065"/>
                  </a:lnTo>
                  <a:lnTo>
                    <a:pt x="138966" y="26586"/>
                  </a:lnTo>
                  <a:lnTo>
                    <a:pt x="138736" y="27078"/>
                  </a:lnTo>
                  <a:lnTo>
                    <a:pt x="138884" y="27515"/>
                  </a:lnTo>
                  <a:lnTo>
                    <a:pt x="138546" y="27918"/>
                  </a:lnTo>
                  <a:lnTo>
                    <a:pt x="137538" y="47725"/>
                  </a:lnTo>
                  <a:lnTo>
                    <a:pt x="136399" y="64644"/>
                  </a:lnTo>
                  <a:lnTo>
                    <a:pt x="134189" y="65795"/>
                  </a:lnTo>
                  <a:lnTo>
                    <a:pt x="126484" y="67215"/>
                  </a:lnTo>
                  <a:lnTo>
                    <a:pt x="115909" y="67090"/>
                  </a:lnTo>
                  <a:lnTo>
                    <a:pt x="113680" y="70353"/>
                  </a:lnTo>
                  <a:lnTo>
                    <a:pt x="111697" y="71697"/>
                  </a:lnTo>
                  <a:lnTo>
                    <a:pt x="108986" y="71633"/>
                  </a:lnTo>
                  <a:lnTo>
                    <a:pt x="107714" y="72376"/>
                  </a:lnTo>
                  <a:lnTo>
                    <a:pt x="119968" y="89620"/>
                  </a:lnTo>
                  <a:lnTo>
                    <a:pt x="120388" y="90515"/>
                  </a:lnTo>
                  <a:lnTo>
                    <a:pt x="122329" y="92037"/>
                  </a:lnTo>
                  <a:lnTo>
                    <a:pt x="122899" y="96370"/>
                  </a:lnTo>
                  <a:lnTo>
                    <a:pt x="123233" y="101521"/>
                  </a:lnTo>
                  <a:lnTo>
                    <a:pt x="123820" y="103231"/>
                  </a:lnTo>
                  <a:lnTo>
                    <a:pt x="124607" y="104146"/>
                  </a:lnTo>
                  <a:lnTo>
                    <a:pt x="124752" y="105634"/>
                  </a:lnTo>
                  <a:lnTo>
                    <a:pt x="125527" y="105864"/>
                  </a:lnTo>
                  <a:lnTo>
                    <a:pt x="127251" y="105737"/>
                  </a:lnTo>
                  <a:lnTo>
                    <a:pt x="128289" y="105380"/>
                  </a:lnTo>
                  <a:lnTo>
                    <a:pt x="128234" y="104392"/>
                  </a:lnTo>
                  <a:lnTo>
                    <a:pt x="128526" y="103925"/>
                  </a:lnTo>
                  <a:lnTo>
                    <a:pt x="129379" y="104020"/>
                  </a:lnTo>
                  <a:lnTo>
                    <a:pt x="130925" y="103516"/>
                  </a:lnTo>
                  <a:lnTo>
                    <a:pt x="132912" y="103651"/>
                  </a:lnTo>
                  <a:lnTo>
                    <a:pt x="133579" y="103998"/>
                  </a:lnTo>
                  <a:lnTo>
                    <a:pt x="133790" y="104559"/>
                  </a:lnTo>
                  <a:lnTo>
                    <a:pt x="134071" y="104641"/>
                  </a:lnTo>
                  <a:lnTo>
                    <a:pt x="136951" y="104896"/>
                  </a:lnTo>
                  <a:lnTo>
                    <a:pt x="143845" y="104614"/>
                  </a:lnTo>
                  <a:lnTo>
                    <a:pt x="145011" y="106235"/>
                  </a:lnTo>
                  <a:lnTo>
                    <a:pt x="144937" y="106926"/>
                  </a:lnTo>
                  <a:lnTo>
                    <a:pt x="144445" y="107382"/>
                  </a:lnTo>
                  <a:lnTo>
                    <a:pt x="141933" y="108089"/>
                  </a:lnTo>
                  <a:lnTo>
                    <a:pt x="145505" y="109745"/>
                  </a:lnTo>
                  <a:lnTo>
                    <a:pt x="146144" y="110436"/>
                  </a:lnTo>
                  <a:lnTo>
                    <a:pt x="146647" y="111806"/>
                  </a:lnTo>
                  <a:lnTo>
                    <a:pt x="147222" y="112310"/>
                  </a:lnTo>
                  <a:lnTo>
                    <a:pt x="148404" y="112240"/>
                  </a:lnTo>
                  <a:lnTo>
                    <a:pt x="149639" y="112485"/>
                  </a:lnTo>
                  <a:lnTo>
                    <a:pt x="150887" y="115352"/>
                  </a:lnTo>
                  <a:lnTo>
                    <a:pt x="152329" y="117075"/>
                  </a:lnTo>
                  <a:lnTo>
                    <a:pt x="153517" y="117187"/>
                  </a:lnTo>
                  <a:lnTo>
                    <a:pt x="154172" y="118503"/>
                  </a:lnTo>
                  <a:lnTo>
                    <a:pt x="156668" y="117724"/>
                  </a:lnTo>
                  <a:lnTo>
                    <a:pt x="157178" y="118690"/>
                  </a:lnTo>
                  <a:lnTo>
                    <a:pt x="156788" y="118849"/>
                  </a:lnTo>
                  <a:lnTo>
                    <a:pt x="157382" y="120180"/>
                  </a:lnTo>
                  <a:lnTo>
                    <a:pt x="158660" y="119551"/>
                  </a:lnTo>
                  <a:lnTo>
                    <a:pt x="160149" y="122532"/>
                  </a:lnTo>
                  <a:lnTo>
                    <a:pt x="159773" y="122781"/>
                  </a:lnTo>
                  <a:lnTo>
                    <a:pt x="160386" y="124385"/>
                  </a:lnTo>
                  <a:lnTo>
                    <a:pt x="159922" y="124579"/>
                  </a:lnTo>
                  <a:lnTo>
                    <a:pt x="160214" y="125516"/>
                  </a:lnTo>
                  <a:lnTo>
                    <a:pt x="158257" y="125958"/>
                  </a:lnTo>
                  <a:lnTo>
                    <a:pt x="158453" y="126969"/>
                  </a:lnTo>
                  <a:lnTo>
                    <a:pt x="158223" y="127038"/>
                  </a:lnTo>
                  <a:lnTo>
                    <a:pt x="159190" y="130239"/>
                  </a:lnTo>
                  <a:lnTo>
                    <a:pt x="155958" y="131339"/>
                  </a:lnTo>
                  <a:lnTo>
                    <a:pt x="154284" y="131360"/>
                  </a:lnTo>
                  <a:lnTo>
                    <a:pt x="154051" y="132696"/>
                  </a:lnTo>
                  <a:lnTo>
                    <a:pt x="157276" y="144918"/>
                  </a:lnTo>
                  <a:lnTo>
                    <a:pt x="158025" y="147088"/>
                  </a:lnTo>
                  <a:lnTo>
                    <a:pt x="157400" y="148757"/>
                  </a:lnTo>
                  <a:lnTo>
                    <a:pt x="160086" y="149874"/>
                  </a:lnTo>
                  <a:lnTo>
                    <a:pt x="161569" y="150126"/>
                  </a:lnTo>
                  <a:lnTo>
                    <a:pt x="163440" y="149816"/>
                  </a:lnTo>
                  <a:lnTo>
                    <a:pt x="162946" y="156019"/>
                  </a:lnTo>
                  <a:lnTo>
                    <a:pt x="164338" y="157569"/>
                  </a:lnTo>
                  <a:lnTo>
                    <a:pt x="164896" y="157239"/>
                  </a:lnTo>
                  <a:lnTo>
                    <a:pt x="165976" y="155869"/>
                  </a:lnTo>
                  <a:lnTo>
                    <a:pt x="166458" y="156647"/>
                  </a:lnTo>
                  <a:lnTo>
                    <a:pt x="166145" y="158682"/>
                  </a:lnTo>
                  <a:lnTo>
                    <a:pt x="165172" y="161379"/>
                  </a:lnTo>
                  <a:lnTo>
                    <a:pt x="164560" y="161820"/>
                  </a:lnTo>
                  <a:lnTo>
                    <a:pt x="163886" y="161550"/>
                  </a:lnTo>
                  <a:lnTo>
                    <a:pt x="162247" y="162328"/>
                  </a:lnTo>
                  <a:lnTo>
                    <a:pt x="160725" y="163436"/>
                  </a:lnTo>
                  <a:lnTo>
                    <a:pt x="157916" y="163999"/>
                  </a:lnTo>
                  <a:lnTo>
                    <a:pt x="155802" y="163937"/>
                  </a:lnTo>
                  <a:lnTo>
                    <a:pt x="154487" y="164416"/>
                  </a:lnTo>
                  <a:lnTo>
                    <a:pt x="153079" y="164417"/>
                  </a:lnTo>
                  <a:lnTo>
                    <a:pt x="152132" y="164755"/>
                  </a:lnTo>
                  <a:lnTo>
                    <a:pt x="150214" y="166012"/>
                  </a:lnTo>
                  <a:lnTo>
                    <a:pt x="150035" y="166855"/>
                  </a:lnTo>
                  <a:lnTo>
                    <a:pt x="150492" y="168005"/>
                  </a:lnTo>
                  <a:lnTo>
                    <a:pt x="150231" y="167892"/>
                  </a:lnTo>
                  <a:lnTo>
                    <a:pt x="149575" y="168273"/>
                  </a:lnTo>
                  <a:lnTo>
                    <a:pt x="147969" y="169306"/>
                  </a:lnTo>
                  <a:lnTo>
                    <a:pt x="147176" y="170137"/>
                  </a:lnTo>
                  <a:lnTo>
                    <a:pt x="146574" y="170155"/>
                  </a:lnTo>
                  <a:lnTo>
                    <a:pt x="146237" y="170481"/>
                  </a:lnTo>
                  <a:lnTo>
                    <a:pt x="146589" y="171767"/>
                  </a:lnTo>
                  <a:lnTo>
                    <a:pt x="145011" y="172660"/>
                  </a:lnTo>
                  <a:lnTo>
                    <a:pt x="144309" y="172002"/>
                  </a:lnTo>
                  <a:lnTo>
                    <a:pt x="142465" y="171500"/>
                  </a:lnTo>
                  <a:lnTo>
                    <a:pt x="140532" y="173278"/>
                  </a:lnTo>
                  <a:lnTo>
                    <a:pt x="140081" y="172323"/>
                  </a:lnTo>
                  <a:lnTo>
                    <a:pt x="138471" y="172628"/>
                  </a:lnTo>
                  <a:lnTo>
                    <a:pt x="138233" y="172866"/>
                  </a:lnTo>
                  <a:lnTo>
                    <a:pt x="137819" y="172605"/>
                  </a:lnTo>
                  <a:lnTo>
                    <a:pt x="137051" y="173029"/>
                  </a:lnTo>
                  <a:lnTo>
                    <a:pt x="136983" y="173203"/>
                  </a:lnTo>
                  <a:lnTo>
                    <a:pt x="138892" y="174891"/>
                  </a:lnTo>
                  <a:lnTo>
                    <a:pt x="139012" y="175436"/>
                  </a:lnTo>
                  <a:lnTo>
                    <a:pt x="138664" y="176225"/>
                  </a:lnTo>
                  <a:lnTo>
                    <a:pt x="139604" y="178181"/>
                  </a:lnTo>
                  <a:lnTo>
                    <a:pt x="140251" y="178526"/>
                  </a:lnTo>
                  <a:lnTo>
                    <a:pt x="139826" y="181525"/>
                  </a:lnTo>
                  <a:lnTo>
                    <a:pt x="139274" y="181831"/>
                  </a:lnTo>
                  <a:lnTo>
                    <a:pt x="135872" y="181247"/>
                  </a:lnTo>
                  <a:lnTo>
                    <a:pt x="127516" y="180586"/>
                  </a:lnTo>
                  <a:lnTo>
                    <a:pt x="125842" y="180337"/>
                  </a:lnTo>
                  <a:lnTo>
                    <a:pt x="125578" y="179767"/>
                  </a:lnTo>
                  <a:lnTo>
                    <a:pt x="124359" y="179457"/>
                  </a:lnTo>
                  <a:lnTo>
                    <a:pt x="122893" y="179355"/>
                  </a:lnTo>
                  <a:lnTo>
                    <a:pt x="121173" y="178727"/>
                  </a:lnTo>
                  <a:lnTo>
                    <a:pt x="120510" y="179462"/>
                  </a:lnTo>
                  <a:lnTo>
                    <a:pt x="116945" y="180517"/>
                  </a:lnTo>
                  <a:lnTo>
                    <a:pt x="115665" y="181318"/>
                  </a:lnTo>
                  <a:lnTo>
                    <a:pt x="116558" y="185683"/>
                  </a:lnTo>
                  <a:lnTo>
                    <a:pt x="116322" y="187083"/>
                  </a:lnTo>
                  <a:lnTo>
                    <a:pt x="116857" y="188281"/>
                  </a:lnTo>
                  <a:lnTo>
                    <a:pt x="117117" y="192240"/>
                  </a:lnTo>
                  <a:lnTo>
                    <a:pt x="117393" y="193237"/>
                  </a:lnTo>
                  <a:lnTo>
                    <a:pt x="117323" y="194181"/>
                  </a:lnTo>
                  <a:lnTo>
                    <a:pt x="117991" y="194378"/>
                  </a:lnTo>
                  <a:lnTo>
                    <a:pt x="119321" y="194322"/>
                  </a:lnTo>
                  <a:lnTo>
                    <a:pt x="119621" y="193910"/>
                  </a:lnTo>
                  <a:lnTo>
                    <a:pt x="121237" y="192710"/>
                  </a:lnTo>
                  <a:lnTo>
                    <a:pt x="122062" y="192824"/>
                  </a:lnTo>
                  <a:lnTo>
                    <a:pt x="122711" y="193397"/>
                  </a:lnTo>
                  <a:lnTo>
                    <a:pt x="124512" y="193184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pg105">
              <a:extLst>
                <a:ext uri="{FF2B5EF4-FFF2-40B4-BE49-F238E27FC236}">
                  <a16:creationId xmlns:a16="http://schemas.microsoft.com/office/drawing/2014/main" id="{10CF869D-29F6-60A6-793B-0A30F045318C}"/>
                </a:ext>
              </a:extLst>
            </p:cNvPr>
            <p:cNvSpPr/>
            <p:nvPr/>
          </p:nvSpPr>
          <p:spPr>
            <a:xfrm>
              <a:off x="1514372" y="2751784"/>
              <a:ext cx="664564" cy="1002588"/>
            </a:xfrm>
            <a:custGeom>
              <a:avLst/>
              <a:gdLst/>
              <a:ahLst/>
              <a:cxnLst/>
              <a:rect l="0" t="0" r="0" b="0"/>
              <a:pathLst>
                <a:path w="664564" h="1002588">
                  <a:moveTo>
                    <a:pt x="254637" y="806467"/>
                  </a:moveTo>
                  <a:lnTo>
                    <a:pt x="252791" y="804242"/>
                  </a:lnTo>
                  <a:lnTo>
                    <a:pt x="249910" y="801747"/>
                  </a:lnTo>
                  <a:lnTo>
                    <a:pt x="248661" y="799812"/>
                  </a:lnTo>
                  <a:lnTo>
                    <a:pt x="245952" y="799281"/>
                  </a:lnTo>
                  <a:lnTo>
                    <a:pt x="242596" y="797875"/>
                  </a:lnTo>
                  <a:lnTo>
                    <a:pt x="236215" y="796545"/>
                  </a:lnTo>
                  <a:lnTo>
                    <a:pt x="234309" y="795151"/>
                  </a:lnTo>
                  <a:lnTo>
                    <a:pt x="233758" y="789982"/>
                  </a:lnTo>
                  <a:lnTo>
                    <a:pt x="235878" y="784664"/>
                  </a:lnTo>
                  <a:lnTo>
                    <a:pt x="234328" y="779812"/>
                  </a:lnTo>
                  <a:lnTo>
                    <a:pt x="236339" y="774213"/>
                  </a:lnTo>
                  <a:lnTo>
                    <a:pt x="235771" y="771182"/>
                  </a:lnTo>
                  <a:lnTo>
                    <a:pt x="233676" y="766013"/>
                  </a:lnTo>
                  <a:lnTo>
                    <a:pt x="236507" y="762760"/>
                  </a:lnTo>
                  <a:lnTo>
                    <a:pt x="244071" y="758621"/>
                  </a:lnTo>
                  <a:lnTo>
                    <a:pt x="247695" y="755646"/>
                  </a:lnTo>
                  <a:lnTo>
                    <a:pt x="248143" y="752030"/>
                  </a:lnTo>
                  <a:lnTo>
                    <a:pt x="247416" y="750577"/>
                  </a:lnTo>
                  <a:lnTo>
                    <a:pt x="247543" y="749273"/>
                  </a:lnTo>
                  <a:lnTo>
                    <a:pt x="247250" y="748022"/>
                  </a:lnTo>
                  <a:lnTo>
                    <a:pt x="254704" y="735327"/>
                  </a:lnTo>
                  <a:lnTo>
                    <a:pt x="254616" y="732919"/>
                  </a:lnTo>
                  <a:lnTo>
                    <a:pt x="252241" y="729271"/>
                  </a:lnTo>
                  <a:lnTo>
                    <a:pt x="253592" y="725335"/>
                  </a:lnTo>
                  <a:lnTo>
                    <a:pt x="256548" y="721046"/>
                  </a:lnTo>
                  <a:lnTo>
                    <a:pt x="251542" y="718165"/>
                  </a:lnTo>
                  <a:lnTo>
                    <a:pt x="250341" y="713549"/>
                  </a:lnTo>
                  <a:lnTo>
                    <a:pt x="245417" y="709146"/>
                  </a:lnTo>
                  <a:lnTo>
                    <a:pt x="247510" y="702738"/>
                  </a:lnTo>
                  <a:lnTo>
                    <a:pt x="246912" y="694593"/>
                  </a:lnTo>
                  <a:lnTo>
                    <a:pt x="248344" y="692788"/>
                  </a:lnTo>
                  <a:lnTo>
                    <a:pt x="249050" y="690581"/>
                  </a:lnTo>
                  <a:lnTo>
                    <a:pt x="255488" y="687326"/>
                  </a:lnTo>
                  <a:lnTo>
                    <a:pt x="255468" y="685412"/>
                  </a:lnTo>
                  <a:lnTo>
                    <a:pt x="257168" y="681483"/>
                  </a:lnTo>
                  <a:lnTo>
                    <a:pt x="258824" y="676651"/>
                  </a:lnTo>
                  <a:lnTo>
                    <a:pt x="259453" y="673811"/>
                  </a:lnTo>
                  <a:lnTo>
                    <a:pt x="260658" y="671807"/>
                  </a:lnTo>
                  <a:lnTo>
                    <a:pt x="259820" y="666911"/>
                  </a:lnTo>
                  <a:lnTo>
                    <a:pt x="263144" y="660379"/>
                  </a:lnTo>
                  <a:lnTo>
                    <a:pt x="263920" y="656859"/>
                  </a:lnTo>
                  <a:lnTo>
                    <a:pt x="264575" y="655201"/>
                  </a:lnTo>
                  <a:lnTo>
                    <a:pt x="263640" y="653293"/>
                  </a:lnTo>
                  <a:lnTo>
                    <a:pt x="263161" y="651354"/>
                  </a:lnTo>
                  <a:lnTo>
                    <a:pt x="262512" y="650036"/>
                  </a:lnTo>
                  <a:lnTo>
                    <a:pt x="262189" y="646564"/>
                  </a:lnTo>
                  <a:lnTo>
                    <a:pt x="261658" y="645296"/>
                  </a:lnTo>
                  <a:lnTo>
                    <a:pt x="260226" y="643854"/>
                  </a:lnTo>
                  <a:lnTo>
                    <a:pt x="261638" y="638991"/>
                  </a:lnTo>
                  <a:lnTo>
                    <a:pt x="261106" y="634589"/>
                  </a:lnTo>
                  <a:lnTo>
                    <a:pt x="258264" y="631880"/>
                  </a:lnTo>
                  <a:lnTo>
                    <a:pt x="257960" y="629229"/>
                  </a:lnTo>
                  <a:lnTo>
                    <a:pt x="259392" y="625927"/>
                  </a:lnTo>
                  <a:lnTo>
                    <a:pt x="260549" y="621336"/>
                  </a:lnTo>
                  <a:lnTo>
                    <a:pt x="262653" y="617751"/>
                  </a:lnTo>
                  <a:lnTo>
                    <a:pt x="260734" y="612148"/>
                  </a:lnTo>
                  <a:lnTo>
                    <a:pt x="265351" y="604329"/>
                  </a:lnTo>
                  <a:lnTo>
                    <a:pt x="280758" y="600761"/>
                  </a:lnTo>
                  <a:lnTo>
                    <a:pt x="283172" y="597750"/>
                  </a:lnTo>
                  <a:lnTo>
                    <a:pt x="281964" y="595946"/>
                  </a:lnTo>
                  <a:lnTo>
                    <a:pt x="281669" y="594890"/>
                  </a:lnTo>
                  <a:lnTo>
                    <a:pt x="283994" y="586024"/>
                  </a:lnTo>
                  <a:lnTo>
                    <a:pt x="290782" y="585977"/>
                  </a:lnTo>
                  <a:lnTo>
                    <a:pt x="292033" y="583005"/>
                  </a:lnTo>
                  <a:lnTo>
                    <a:pt x="290699" y="578940"/>
                  </a:lnTo>
                  <a:lnTo>
                    <a:pt x="291074" y="578096"/>
                  </a:lnTo>
                  <a:lnTo>
                    <a:pt x="290835" y="577441"/>
                  </a:lnTo>
                  <a:lnTo>
                    <a:pt x="289713" y="577563"/>
                  </a:lnTo>
                  <a:lnTo>
                    <a:pt x="289129" y="577299"/>
                  </a:lnTo>
                  <a:lnTo>
                    <a:pt x="289017" y="572297"/>
                  </a:lnTo>
                  <a:lnTo>
                    <a:pt x="288049" y="571775"/>
                  </a:lnTo>
                  <a:lnTo>
                    <a:pt x="287350" y="572069"/>
                  </a:lnTo>
                  <a:lnTo>
                    <a:pt x="286632" y="571773"/>
                  </a:lnTo>
                  <a:lnTo>
                    <a:pt x="285344" y="572169"/>
                  </a:lnTo>
                  <a:lnTo>
                    <a:pt x="284869" y="570917"/>
                  </a:lnTo>
                  <a:lnTo>
                    <a:pt x="283751" y="569904"/>
                  </a:lnTo>
                  <a:lnTo>
                    <a:pt x="283488" y="569109"/>
                  </a:lnTo>
                  <a:lnTo>
                    <a:pt x="280938" y="566837"/>
                  </a:lnTo>
                  <a:lnTo>
                    <a:pt x="278253" y="565968"/>
                  </a:lnTo>
                  <a:lnTo>
                    <a:pt x="277562" y="564071"/>
                  </a:lnTo>
                  <a:lnTo>
                    <a:pt x="275088" y="562692"/>
                  </a:lnTo>
                  <a:lnTo>
                    <a:pt x="275142" y="561119"/>
                  </a:lnTo>
                  <a:lnTo>
                    <a:pt x="270198" y="553070"/>
                  </a:lnTo>
                  <a:lnTo>
                    <a:pt x="269532" y="546411"/>
                  </a:lnTo>
                  <a:lnTo>
                    <a:pt x="271301" y="543027"/>
                  </a:lnTo>
                  <a:lnTo>
                    <a:pt x="271991" y="539500"/>
                  </a:lnTo>
                  <a:lnTo>
                    <a:pt x="271963" y="538250"/>
                  </a:lnTo>
                  <a:lnTo>
                    <a:pt x="271232" y="535881"/>
                  </a:lnTo>
                  <a:lnTo>
                    <a:pt x="270705" y="531772"/>
                  </a:lnTo>
                  <a:lnTo>
                    <a:pt x="271056" y="529085"/>
                  </a:lnTo>
                  <a:lnTo>
                    <a:pt x="262106" y="518994"/>
                  </a:lnTo>
                  <a:lnTo>
                    <a:pt x="262491" y="517032"/>
                  </a:lnTo>
                  <a:lnTo>
                    <a:pt x="263496" y="515510"/>
                  </a:lnTo>
                  <a:lnTo>
                    <a:pt x="263105" y="514146"/>
                  </a:lnTo>
                  <a:lnTo>
                    <a:pt x="263372" y="512582"/>
                  </a:lnTo>
                  <a:lnTo>
                    <a:pt x="262607" y="509490"/>
                  </a:lnTo>
                  <a:lnTo>
                    <a:pt x="260297" y="506794"/>
                  </a:lnTo>
                  <a:lnTo>
                    <a:pt x="260339" y="503738"/>
                  </a:lnTo>
                  <a:lnTo>
                    <a:pt x="259132" y="501493"/>
                  </a:lnTo>
                  <a:lnTo>
                    <a:pt x="257419" y="499101"/>
                  </a:lnTo>
                  <a:lnTo>
                    <a:pt x="256251" y="493550"/>
                  </a:lnTo>
                  <a:lnTo>
                    <a:pt x="253974" y="491691"/>
                  </a:lnTo>
                  <a:lnTo>
                    <a:pt x="247984" y="491373"/>
                  </a:lnTo>
                  <a:lnTo>
                    <a:pt x="247589" y="490980"/>
                  </a:lnTo>
                  <a:lnTo>
                    <a:pt x="243480" y="483492"/>
                  </a:lnTo>
                  <a:lnTo>
                    <a:pt x="240328" y="484070"/>
                  </a:lnTo>
                  <a:lnTo>
                    <a:pt x="236368" y="481945"/>
                  </a:lnTo>
                  <a:lnTo>
                    <a:pt x="234999" y="480682"/>
                  </a:lnTo>
                  <a:lnTo>
                    <a:pt x="230926" y="479560"/>
                  </a:lnTo>
                  <a:lnTo>
                    <a:pt x="228073" y="477101"/>
                  </a:lnTo>
                  <a:lnTo>
                    <a:pt x="226725" y="475570"/>
                  </a:lnTo>
                  <a:lnTo>
                    <a:pt x="226447" y="473228"/>
                  </a:lnTo>
                  <a:lnTo>
                    <a:pt x="219328" y="473480"/>
                  </a:lnTo>
                  <a:lnTo>
                    <a:pt x="213928" y="472456"/>
                  </a:lnTo>
                  <a:lnTo>
                    <a:pt x="211331" y="471281"/>
                  </a:lnTo>
                  <a:lnTo>
                    <a:pt x="209056" y="470646"/>
                  </a:lnTo>
                  <a:lnTo>
                    <a:pt x="204386" y="468757"/>
                  </a:lnTo>
                  <a:lnTo>
                    <a:pt x="202650" y="466515"/>
                  </a:lnTo>
                  <a:lnTo>
                    <a:pt x="201642" y="464377"/>
                  </a:lnTo>
                  <a:lnTo>
                    <a:pt x="199866" y="462876"/>
                  </a:lnTo>
                  <a:lnTo>
                    <a:pt x="198614" y="460035"/>
                  </a:lnTo>
                  <a:lnTo>
                    <a:pt x="197369" y="458117"/>
                  </a:lnTo>
                  <a:lnTo>
                    <a:pt x="198553" y="454941"/>
                  </a:lnTo>
                  <a:lnTo>
                    <a:pt x="198256" y="454590"/>
                  </a:lnTo>
                  <a:lnTo>
                    <a:pt x="180103" y="429804"/>
                  </a:lnTo>
                  <a:lnTo>
                    <a:pt x="177808" y="424141"/>
                  </a:lnTo>
                  <a:lnTo>
                    <a:pt x="177135" y="421952"/>
                  </a:lnTo>
                  <a:lnTo>
                    <a:pt x="170765" y="424227"/>
                  </a:lnTo>
                  <a:lnTo>
                    <a:pt x="168461" y="424426"/>
                  </a:lnTo>
                  <a:lnTo>
                    <a:pt x="166182" y="422746"/>
                  </a:lnTo>
                  <a:lnTo>
                    <a:pt x="162298" y="415484"/>
                  </a:lnTo>
                  <a:lnTo>
                    <a:pt x="162567" y="415068"/>
                  </a:lnTo>
                  <a:lnTo>
                    <a:pt x="162134" y="413514"/>
                  </a:lnTo>
                  <a:lnTo>
                    <a:pt x="161550" y="413239"/>
                  </a:lnTo>
                  <a:lnTo>
                    <a:pt x="161338" y="412108"/>
                  </a:lnTo>
                  <a:lnTo>
                    <a:pt x="158189" y="409913"/>
                  </a:lnTo>
                  <a:lnTo>
                    <a:pt x="158980" y="409058"/>
                  </a:lnTo>
                  <a:lnTo>
                    <a:pt x="159402" y="408990"/>
                  </a:lnTo>
                  <a:lnTo>
                    <a:pt x="159804" y="408202"/>
                  </a:lnTo>
                  <a:lnTo>
                    <a:pt x="161748" y="406813"/>
                  </a:lnTo>
                  <a:lnTo>
                    <a:pt x="162526" y="406667"/>
                  </a:lnTo>
                  <a:lnTo>
                    <a:pt x="163104" y="406121"/>
                  </a:lnTo>
                  <a:lnTo>
                    <a:pt x="166987" y="405828"/>
                  </a:lnTo>
                  <a:lnTo>
                    <a:pt x="168945" y="404314"/>
                  </a:lnTo>
                  <a:lnTo>
                    <a:pt x="168876" y="400883"/>
                  </a:lnTo>
                  <a:lnTo>
                    <a:pt x="169113" y="400615"/>
                  </a:lnTo>
                  <a:lnTo>
                    <a:pt x="168946" y="400454"/>
                  </a:lnTo>
                  <a:lnTo>
                    <a:pt x="169148" y="399928"/>
                  </a:lnTo>
                  <a:lnTo>
                    <a:pt x="169016" y="399546"/>
                  </a:lnTo>
                  <a:lnTo>
                    <a:pt x="169472" y="399351"/>
                  </a:lnTo>
                  <a:lnTo>
                    <a:pt x="169483" y="398890"/>
                  </a:lnTo>
                  <a:lnTo>
                    <a:pt x="170322" y="398135"/>
                  </a:lnTo>
                  <a:lnTo>
                    <a:pt x="170922" y="398050"/>
                  </a:lnTo>
                  <a:lnTo>
                    <a:pt x="171352" y="398361"/>
                  </a:lnTo>
                  <a:lnTo>
                    <a:pt x="173129" y="397209"/>
                  </a:lnTo>
                  <a:lnTo>
                    <a:pt x="173766" y="396231"/>
                  </a:lnTo>
                  <a:lnTo>
                    <a:pt x="174343" y="394698"/>
                  </a:lnTo>
                  <a:lnTo>
                    <a:pt x="176584" y="393667"/>
                  </a:lnTo>
                  <a:lnTo>
                    <a:pt x="176181" y="393783"/>
                  </a:lnTo>
                  <a:lnTo>
                    <a:pt x="175813" y="393457"/>
                  </a:lnTo>
                  <a:lnTo>
                    <a:pt x="174411" y="392982"/>
                  </a:lnTo>
                  <a:lnTo>
                    <a:pt x="173490" y="393244"/>
                  </a:lnTo>
                  <a:lnTo>
                    <a:pt x="172251" y="394290"/>
                  </a:lnTo>
                  <a:lnTo>
                    <a:pt x="170435" y="394938"/>
                  </a:lnTo>
                  <a:lnTo>
                    <a:pt x="170303" y="394579"/>
                  </a:lnTo>
                  <a:lnTo>
                    <a:pt x="169071" y="393686"/>
                  </a:lnTo>
                  <a:lnTo>
                    <a:pt x="168504" y="393688"/>
                  </a:lnTo>
                  <a:lnTo>
                    <a:pt x="167969" y="393304"/>
                  </a:lnTo>
                  <a:lnTo>
                    <a:pt x="167696" y="393727"/>
                  </a:lnTo>
                  <a:lnTo>
                    <a:pt x="166653" y="394385"/>
                  </a:lnTo>
                  <a:lnTo>
                    <a:pt x="165849" y="394363"/>
                  </a:lnTo>
                  <a:lnTo>
                    <a:pt x="165396" y="394071"/>
                  </a:lnTo>
                  <a:lnTo>
                    <a:pt x="164297" y="394801"/>
                  </a:lnTo>
                  <a:lnTo>
                    <a:pt x="163101" y="393897"/>
                  </a:lnTo>
                  <a:lnTo>
                    <a:pt x="162046" y="394398"/>
                  </a:lnTo>
                  <a:lnTo>
                    <a:pt x="161453" y="393238"/>
                  </a:lnTo>
                  <a:lnTo>
                    <a:pt x="162030" y="392998"/>
                  </a:lnTo>
                  <a:lnTo>
                    <a:pt x="162340" y="392591"/>
                  </a:lnTo>
                  <a:lnTo>
                    <a:pt x="162174" y="391571"/>
                  </a:lnTo>
                  <a:lnTo>
                    <a:pt x="161396" y="391153"/>
                  </a:lnTo>
                  <a:lnTo>
                    <a:pt x="160549" y="391182"/>
                  </a:lnTo>
                  <a:lnTo>
                    <a:pt x="160133" y="390655"/>
                  </a:lnTo>
                  <a:lnTo>
                    <a:pt x="158994" y="389921"/>
                  </a:lnTo>
                  <a:lnTo>
                    <a:pt x="159542" y="389438"/>
                  </a:lnTo>
                  <a:lnTo>
                    <a:pt x="159641" y="388847"/>
                  </a:lnTo>
                  <a:lnTo>
                    <a:pt x="157845" y="388423"/>
                  </a:lnTo>
                  <a:lnTo>
                    <a:pt x="156720" y="388660"/>
                  </a:lnTo>
                  <a:lnTo>
                    <a:pt x="155818" y="388437"/>
                  </a:lnTo>
                  <a:lnTo>
                    <a:pt x="155407" y="388056"/>
                  </a:lnTo>
                  <a:lnTo>
                    <a:pt x="154135" y="387893"/>
                  </a:lnTo>
                  <a:lnTo>
                    <a:pt x="153581" y="387593"/>
                  </a:lnTo>
                  <a:lnTo>
                    <a:pt x="152658" y="386583"/>
                  </a:lnTo>
                  <a:lnTo>
                    <a:pt x="152047" y="386918"/>
                  </a:lnTo>
                  <a:lnTo>
                    <a:pt x="153245" y="388213"/>
                  </a:lnTo>
                  <a:lnTo>
                    <a:pt x="152935" y="389345"/>
                  </a:lnTo>
                  <a:lnTo>
                    <a:pt x="150057" y="386553"/>
                  </a:lnTo>
                  <a:lnTo>
                    <a:pt x="149416" y="387021"/>
                  </a:lnTo>
                  <a:lnTo>
                    <a:pt x="149047" y="386894"/>
                  </a:lnTo>
                  <a:lnTo>
                    <a:pt x="149250" y="386600"/>
                  </a:lnTo>
                  <a:lnTo>
                    <a:pt x="149184" y="385926"/>
                  </a:lnTo>
                  <a:lnTo>
                    <a:pt x="149567" y="385276"/>
                  </a:lnTo>
                  <a:lnTo>
                    <a:pt x="147936" y="382537"/>
                  </a:lnTo>
                  <a:lnTo>
                    <a:pt x="146443" y="383277"/>
                  </a:lnTo>
                  <a:lnTo>
                    <a:pt x="144275" y="385481"/>
                  </a:lnTo>
                  <a:lnTo>
                    <a:pt x="144018" y="385161"/>
                  </a:lnTo>
                  <a:lnTo>
                    <a:pt x="142732" y="384733"/>
                  </a:lnTo>
                  <a:lnTo>
                    <a:pt x="142246" y="384409"/>
                  </a:lnTo>
                  <a:lnTo>
                    <a:pt x="144869" y="382359"/>
                  </a:lnTo>
                  <a:lnTo>
                    <a:pt x="145434" y="381169"/>
                  </a:lnTo>
                  <a:lnTo>
                    <a:pt x="145900" y="379613"/>
                  </a:lnTo>
                  <a:lnTo>
                    <a:pt x="145851" y="379061"/>
                  </a:lnTo>
                  <a:lnTo>
                    <a:pt x="146199" y="378381"/>
                  </a:lnTo>
                  <a:lnTo>
                    <a:pt x="139781" y="371336"/>
                  </a:lnTo>
                  <a:lnTo>
                    <a:pt x="137953" y="370566"/>
                  </a:lnTo>
                  <a:lnTo>
                    <a:pt x="139175" y="367352"/>
                  </a:lnTo>
                  <a:lnTo>
                    <a:pt x="139773" y="364392"/>
                  </a:lnTo>
                  <a:lnTo>
                    <a:pt x="142242" y="360581"/>
                  </a:lnTo>
                  <a:lnTo>
                    <a:pt x="142611" y="358161"/>
                  </a:lnTo>
                  <a:lnTo>
                    <a:pt x="144549" y="353266"/>
                  </a:lnTo>
                  <a:lnTo>
                    <a:pt x="147122" y="350065"/>
                  </a:lnTo>
                  <a:lnTo>
                    <a:pt x="148357" y="348876"/>
                  </a:lnTo>
                  <a:lnTo>
                    <a:pt x="148703" y="348168"/>
                  </a:lnTo>
                  <a:lnTo>
                    <a:pt x="149264" y="346541"/>
                  </a:lnTo>
                  <a:lnTo>
                    <a:pt x="149437" y="343527"/>
                  </a:lnTo>
                  <a:lnTo>
                    <a:pt x="149858" y="341159"/>
                  </a:lnTo>
                  <a:lnTo>
                    <a:pt x="149918" y="336490"/>
                  </a:lnTo>
                  <a:lnTo>
                    <a:pt x="149103" y="332267"/>
                  </a:lnTo>
                  <a:lnTo>
                    <a:pt x="149121" y="328754"/>
                  </a:lnTo>
                  <a:lnTo>
                    <a:pt x="148073" y="324457"/>
                  </a:lnTo>
                  <a:lnTo>
                    <a:pt x="148900" y="321379"/>
                  </a:lnTo>
                  <a:lnTo>
                    <a:pt x="148561" y="320049"/>
                  </a:lnTo>
                  <a:lnTo>
                    <a:pt x="148716" y="315926"/>
                  </a:lnTo>
                  <a:lnTo>
                    <a:pt x="148269" y="314798"/>
                  </a:lnTo>
                  <a:lnTo>
                    <a:pt x="145957" y="313326"/>
                  </a:lnTo>
                  <a:lnTo>
                    <a:pt x="145406" y="312398"/>
                  </a:lnTo>
                  <a:lnTo>
                    <a:pt x="145625" y="311723"/>
                  </a:lnTo>
                  <a:lnTo>
                    <a:pt x="145442" y="310490"/>
                  </a:lnTo>
                  <a:lnTo>
                    <a:pt x="146020" y="309770"/>
                  </a:lnTo>
                  <a:lnTo>
                    <a:pt x="144738" y="305808"/>
                  </a:lnTo>
                  <a:lnTo>
                    <a:pt x="144730" y="302969"/>
                  </a:lnTo>
                  <a:lnTo>
                    <a:pt x="144401" y="302057"/>
                  </a:lnTo>
                  <a:lnTo>
                    <a:pt x="144663" y="301478"/>
                  </a:lnTo>
                  <a:lnTo>
                    <a:pt x="145865" y="300391"/>
                  </a:lnTo>
                  <a:lnTo>
                    <a:pt x="146687" y="299024"/>
                  </a:lnTo>
                  <a:lnTo>
                    <a:pt x="147149" y="297201"/>
                  </a:lnTo>
                  <a:lnTo>
                    <a:pt x="147167" y="296858"/>
                  </a:lnTo>
                  <a:lnTo>
                    <a:pt x="146830" y="296674"/>
                  </a:lnTo>
                  <a:lnTo>
                    <a:pt x="144321" y="296009"/>
                  </a:lnTo>
                  <a:lnTo>
                    <a:pt x="142108" y="295094"/>
                  </a:lnTo>
                  <a:lnTo>
                    <a:pt x="140015" y="294930"/>
                  </a:lnTo>
                  <a:lnTo>
                    <a:pt x="139621" y="292274"/>
                  </a:lnTo>
                  <a:lnTo>
                    <a:pt x="140239" y="290117"/>
                  </a:lnTo>
                  <a:lnTo>
                    <a:pt x="139448" y="288253"/>
                  </a:lnTo>
                  <a:lnTo>
                    <a:pt x="136577" y="285400"/>
                  </a:lnTo>
                  <a:lnTo>
                    <a:pt x="135828" y="283546"/>
                  </a:lnTo>
                  <a:lnTo>
                    <a:pt x="133828" y="281560"/>
                  </a:lnTo>
                  <a:lnTo>
                    <a:pt x="133896" y="279181"/>
                  </a:lnTo>
                  <a:lnTo>
                    <a:pt x="134545" y="278299"/>
                  </a:lnTo>
                  <a:lnTo>
                    <a:pt x="135217" y="277866"/>
                  </a:lnTo>
                  <a:lnTo>
                    <a:pt x="135329" y="277500"/>
                  </a:lnTo>
                  <a:lnTo>
                    <a:pt x="135056" y="277091"/>
                  </a:lnTo>
                  <a:lnTo>
                    <a:pt x="135395" y="275937"/>
                  </a:lnTo>
                  <a:lnTo>
                    <a:pt x="135137" y="275328"/>
                  </a:lnTo>
                  <a:lnTo>
                    <a:pt x="135261" y="274439"/>
                  </a:lnTo>
                  <a:lnTo>
                    <a:pt x="135762" y="273696"/>
                  </a:lnTo>
                  <a:lnTo>
                    <a:pt x="134978" y="271596"/>
                  </a:lnTo>
                  <a:lnTo>
                    <a:pt x="134179" y="270766"/>
                  </a:lnTo>
                  <a:lnTo>
                    <a:pt x="132899" y="268452"/>
                  </a:lnTo>
                  <a:lnTo>
                    <a:pt x="131940" y="265994"/>
                  </a:lnTo>
                  <a:lnTo>
                    <a:pt x="131600" y="264288"/>
                  </a:lnTo>
                  <a:lnTo>
                    <a:pt x="133066" y="260472"/>
                  </a:lnTo>
                  <a:lnTo>
                    <a:pt x="132758" y="259737"/>
                  </a:lnTo>
                  <a:lnTo>
                    <a:pt x="132807" y="258841"/>
                  </a:lnTo>
                  <a:lnTo>
                    <a:pt x="131865" y="257550"/>
                  </a:lnTo>
                  <a:lnTo>
                    <a:pt x="129869" y="256195"/>
                  </a:lnTo>
                  <a:lnTo>
                    <a:pt x="129112" y="256036"/>
                  </a:lnTo>
                  <a:lnTo>
                    <a:pt x="128590" y="255451"/>
                  </a:lnTo>
                  <a:lnTo>
                    <a:pt x="126726" y="255657"/>
                  </a:lnTo>
                  <a:lnTo>
                    <a:pt x="126270" y="255522"/>
                  </a:lnTo>
                  <a:lnTo>
                    <a:pt x="125993" y="254952"/>
                  </a:lnTo>
                  <a:lnTo>
                    <a:pt x="124405" y="253646"/>
                  </a:lnTo>
                  <a:lnTo>
                    <a:pt x="122881" y="251048"/>
                  </a:lnTo>
                  <a:lnTo>
                    <a:pt x="122359" y="250856"/>
                  </a:lnTo>
                  <a:lnTo>
                    <a:pt x="121139" y="251052"/>
                  </a:lnTo>
                  <a:lnTo>
                    <a:pt x="119924" y="250720"/>
                  </a:lnTo>
                  <a:lnTo>
                    <a:pt x="118880" y="250069"/>
                  </a:lnTo>
                  <a:lnTo>
                    <a:pt x="117857" y="248925"/>
                  </a:lnTo>
                  <a:lnTo>
                    <a:pt x="115958" y="249059"/>
                  </a:lnTo>
                  <a:lnTo>
                    <a:pt x="114355" y="249502"/>
                  </a:lnTo>
                  <a:lnTo>
                    <a:pt x="113410" y="249200"/>
                  </a:lnTo>
                  <a:lnTo>
                    <a:pt x="111499" y="249117"/>
                  </a:lnTo>
                  <a:lnTo>
                    <a:pt x="110806" y="248882"/>
                  </a:lnTo>
                  <a:lnTo>
                    <a:pt x="110490" y="248435"/>
                  </a:lnTo>
                  <a:lnTo>
                    <a:pt x="108369" y="247592"/>
                  </a:lnTo>
                  <a:lnTo>
                    <a:pt x="106955" y="246137"/>
                  </a:lnTo>
                  <a:lnTo>
                    <a:pt x="104939" y="242868"/>
                  </a:lnTo>
                  <a:lnTo>
                    <a:pt x="103160" y="239179"/>
                  </a:lnTo>
                  <a:lnTo>
                    <a:pt x="103012" y="237453"/>
                  </a:lnTo>
                  <a:lnTo>
                    <a:pt x="102235" y="234091"/>
                  </a:lnTo>
                  <a:lnTo>
                    <a:pt x="101819" y="233660"/>
                  </a:lnTo>
                  <a:lnTo>
                    <a:pt x="101133" y="231719"/>
                  </a:lnTo>
                  <a:lnTo>
                    <a:pt x="101059" y="229871"/>
                  </a:lnTo>
                  <a:lnTo>
                    <a:pt x="100079" y="227484"/>
                  </a:lnTo>
                  <a:lnTo>
                    <a:pt x="98405" y="224953"/>
                  </a:lnTo>
                  <a:lnTo>
                    <a:pt x="97856" y="224446"/>
                  </a:lnTo>
                  <a:lnTo>
                    <a:pt x="96455" y="224049"/>
                  </a:lnTo>
                  <a:lnTo>
                    <a:pt x="94955" y="222279"/>
                  </a:lnTo>
                  <a:lnTo>
                    <a:pt x="93947" y="222030"/>
                  </a:lnTo>
                  <a:lnTo>
                    <a:pt x="92697" y="221201"/>
                  </a:lnTo>
                  <a:lnTo>
                    <a:pt x="92279" y="219842"/>
                  </a:lnTo>
                  <a:lnTo>
                    <a:pt x="89152" y="218751"/>
                  </a:lnTo>
                  <a:lnTo>
                    <a:pt x="88006" y="218657"/>
                  </a:lnTo>
                  <a:lnTo>
                    <a:pt x="85078" y="217870"/>
                  </a:lnTo>
                  <a:lnTo>
                    <a:pt x="81079" y="221029"/>
                  </a:lnTo>
                  <a:lnTo>
                    <a:pt x="78287" y="221812"/>
                  </a:lnTo>
                  <a:lnTo>
                    <a:pt x="77016" y="222439"/>
                  </a:lnTo>
                  <a:lnTo>
                    <a:pt x="73346" y="225262"/>
                  </a:lnTo>
                  <a:lnTo>
                    <a:pt x="72755" y="228540"/>
                  </a:lnTo>
                  <a:lnTo>
                    <a:pt x="71870" y="231744"/>
                  </a:lnTo>
                  <a:lnTo>
                    <a:pt x="70855" y="233787"/>
                  </a:lnTo>
                  <a:lnTo>
                    <a:pt x="71072" y="239123"/>
                  </a:lnTo>
                  <a:lnTo>
                    <a:pt x="68969" y="242287"/>
                  </a:lnTo>
                  <a:lnTo>
                    <a:pt x="67463" y="243565"/>
                  </a:lnTo>
                  <a:lnTo>
                    <a:pt x="65676" y="244573"/>
                  </a:lnTo>
                  <a:lnTo>
                    <a:pt x="60266" y="244246"/>
                  </a:lnTo>
                  <a:lnTo>
                    <a:pt x="52579" y="242066"/>
                  </a:lnTo>
                  <a:lnTo>
                    <a:pt x="47490" y="239958"/>
                  </a:lnTo>
                  <a:lnTo>
                    <a:pt x="42035" y="238581"/>
                  </a:lnTo>
                  <a:lnTo>
                    <a:pt x="37207" y="235064"/>
                  </a:lnTo>
                  <a:lnTo>
                    <a:pt x="35448" y="229771"/>
                  </a:lnTo>
                  <a:lnTo>
                    <a:pt x="33541" y="226275"/>
                  </a:lnTo>
                  <a:lnTo>
                    <a:pt x="29513" y="224430"/>
                  </a:lnTo>
                  <a:lnTo>
                    <a:pt x="27499" y="222458"/>
                  </a:lnTo>
                  <a:lnTo>
                    <a:pt x="26440" y="220814"/>
                  </a:lnTo>
                  <a:lnTo>
                    <a:pt x="29997" y="218374"/>
                  </a:lnTo>
                  <a:lnTo>
                    <a:pt x="29945" y="207825"/>
                  </a:lnTo>
                  <a:lnTo>
                    <a:pt x="28463" y="200475"/>
                  </a:lnTo>
                  <a:lnTo>
                    <a:pt x="32033" y="197146"/>
                  </a:lnTo>
                  <a:lnTo>
                    <a:pt x="32393" y="189560"/>
                  </a:lnTo>
                  <a:lnTo>
                    <a:pt x="32440" y="180506"/>
                  </a:lnTo>
                  <a:lnTo>
                    <a:pt x="31646" y="178549"/>
                  </a:lnTo>
                  <a:lnTo>
                    <a:pt x="31961" y="173830"/>
                  </a:lnTo>
                  <a:lnTo>
                    <a:pt x="28910" y="172025"/>
                  </a:lnTo>
                  <a:lnTo>
                    <a:pt x="26433" y="169999"/>
                  </a:lnTo>
                  <a:lnTo>
                    <a:pt x="24860" y="169239"/>
                  </a:lnTo>
                  <a:lnTo>
                    <a:pt x="23788" y="167545"/>
                  </a:lnTo>
                  <a:lnTo>
                    <a:pt x="23103" y="165595"/>
                  </a:lnTo>
                  <a:lnTo>
                    <a:pt x="19849" y="165399"/>
                  </a:lnTo>
                  <a:lnTo>
                    <a:pt x="19256" y="165144"/>
                  </a:lnTo>
                  <a:lnTo>
                    <a:pt x="16192" y="165580"/>
                  </a:lnTo>
                  <a:lnTo>
                    <a:pt x="15612" y="165266"/>
                  </a:lnTo>
                  <a:lnTo>
                    <a:pt x="14853" y="165244"/>
                  </a:lnTo>
                  <a:lnTo>
                    <a:pt x="13363" y="162157"/>
                  </a:lnTo>
                  <a:lnTo>
                    <a:pt x="13031" y="159669"/>
                  </a:lnTo>
                  <a:lnTo>
                    <a:pt x="10713" y="156326"/>
                  </a:lnTo>
                  <a:lnTo>
                    <a:pt x="10049" y="154429"/>
                  </a:lnTo>
                  <a:lnTo>
                    <a:pt x="9589" y="154315"/>
                  </a:lnTo>
                  <a:lnTo>
                    <a:pt x="8164" y="154651"/>
                  </a:lnTo>
                  <a:lnTo>
                    <a:pt x="5340" y="153342"/>
                  </a:lnTo>
                  <a:lnTo>
                    <a:pt x="4684" y="153466"/>
                  </a:lnTo>
                  <a:lnTo>
                    <a:pt x="3618" y="152665"/>
                  </a:lnTo>
                  <a:lnTo>
                    <a:pt x="2496" y="150002"/>
                  </a:lnTo>
                  <a:lnTo>
                    <a:pt x="2221" y="148667"/>
                  </a:lnTo>
                  <a:lnTo>
                    <a:pt x="1648" y="148437"/>
                  </a:lnTo>
                  <a:lnTo>
                    <a:pt x="0" y="146425"/>
                  </a:lnTo>
                  <a:lnTo>
                    <a:pt x="3243" y="142640"/>
                  </a:lnTo>
                  <a:lnTo>
                    <a:pt x="17730" y="137229"/>
                  </a:lnTo>
                  <a:lnTo>
                    <a:pt x="24940" y="144223"/>
                  </a:lnTo>
                  <a:lnTo>
                    <a:pt x="26716" y="144599"/>
                  </a:lnTo>
                  <a:lnTo>
                    <a:pt x="32701" y="147933"/>
                  </a:lnTo>
                  <a:lnTo>
                    <a:pt x="36011" y="152012"/>
                  </a:lnTo>
                  <a:lnTo>
                    <a:pt x="42506" y="158969"/>
                  </a:lnTo>
                  <a:lnTo>
                    <a:pt x="42571" y="159349"/>
                  </a:lnTo>
                  <a:lnTo>
                    <a:pt x="52431" y="164242"/>
                  </a:lnTo>
                  <a:lnTo>
                    <a:pt x="52932" y="165538"/>
                  </a:lnTo>
                  <a:lnTo>
                    <a:pt x="56636" y="170369"/>
                  </a:lnTo>
                  <a:lnTo>
                    <a:pt x="58989" y="173055"/>
                  </a:lnTo>
                  <a:lnTo>
                    <a:pt x="59835" y="173370"/>
                  </a:lnTo>
                  <a:lnTo>
                    <a:pt x="60513" y="174395"/>
                  </a:lnTo>
                  <a:lnTo>
                    <a:pt x="60922" y="176186"/>
                  </a:lnTo>
                  <a:lnTo>
                    <a:pt x="60992" y="177668"/>
                  </a:lnTo>
                  <a:lnTo>
                    <a:pt x="60289" y="177987"/>
                  </a:lnTo>
                  <a:lnTo>
                    <a:pt x="59875" y="178592"/>
                  </a:lnTo>
                  <a:lnTo>
                    <a:pt x="59560" y="179267"/>
                  </a:lnTo>
                  <a:lnTo>
                    <a:pt x="59726" y="179830"/>
                  </a:lnTo>
                  <a:lnTo>
                    <a:pt x="59398" y="180125"/>
                  </a:lnTo>
                  <a:lnTo>
                    <a:pt x="59365" y="180609"/>
                  </a:lnTo>
                  <a:lnTo>
                    <a:pt x="60496" y="181620"/>
                  </a:lnTo>
                  <a:lnTo>
                    <a:pt x="63052" y="181897"/>
                  </a:lnTo>
                  <a:lnTo>
                    <a:pt x="92669" y="182522"/>
                  </a:lnTo>
                  <a:lnTo>
                    <a:pt x="120892" y="192822"/>
                  </a:lnTo>
                  <a:lnTo>
                    <a:pt x="120759" y="190057"/>
                  </a:lnTo>
                  <a:lnTo>
                    <a:pt x="122388" y="186844"/>
                  </a:lnTo>
                  <a:lnTo>
                    <a:pt x="124746" y="183639"/>
                  </a:lnTo>
                  <a:lnTo>
                    <a:pt x="125935" y="180929"/>
                  </a:lnTo>
                  <a:lnTo>
                    <a:pt x="127143" y="174657"/>
                  </a:lnTo>
                  <a:lnTo>
                    <a:pt x="127285" y="171480"/>
                  </a:lnTo>
                  <a:lnTo>
                    <a:pt x="126300" y="168170"/>
                  </a:lnTo>
                  <a:lnTo>
                    <a:pt x="125790" y="167425"/>
                  </a:lnTo>
                  <a:lnTo>
                    <a:pt x="125996" y="165734"/>
                  </a:lnTo>
                  <a:lnTo>
                    <a:pt x="125696" y="165258"/>
                  </a:lnTo>
                  <a:lnTo>
                    <a:pt x="126236" y="163868"/>
                  </a:lnTo>
                  <a:lnTo>
                    <a:pt x="126303" y="161905"/>
                  </a:lnTo>
                  <a:lnTo>
                    <a:pt x="125955" y="161026"/>
                  </a:lnTo>
                  <a:lnTo>
                    <a:pt x="125992" y="159977"/>
                  </a:lnTo>
                  <a:lnTo>
                    <a:pt x="126460" y="159589"/>
                  </a:lnTo>
                  <a:lnTo>
                    <a:pt x="126709" y="158007"/>
                  </a:lnTo>
                  <a:lnTo>
                    <a:pt x="127082" y="157338"/>
                  </a:lnTo>
                  <a:lnTo>
                    <a:pt x="127114" y="156492"/>
                  </a:lnTo>
                  <a:lnTo>
                    <a:pt x="126027" y="155040"/>
                  </a:lnTo>
                  <a:lnTo>
                    <a:pt x="125476" y="152204"/>
                  </a:lnTo>
                  <a:lnTo>
                    <a:pt x="122165" y="149094"/>
                  </a:lnTo>
                  <a:lnTo>
                    <a:pt x="116986" y="147804"/>
                  </a:lnTo>
                  <a:lnTo>
                    <a:pt x="111819" y="148354"/>
                  </a:lnTo>
                  <a:lnTo>
                    <a:pt x="110072" y="149036"/>
                  </a:lnTo>
                  <a:lnTo>
                    <a:pt x="107404" y="150733"/>
                  </a:lnTo>
                  <a:lnTo>
                    <a:pt x="103225" y="151040"/>
                  </a:lnTo>
                  <a:lnTo>
                    <a:pt x="102815" y="133974"/>
                  </a:lnTo>
                  <a:lnTo>
                    <a:pt x="102515" y="133498"/>
                  </a:lnTo>
                  <a:lnTo>
                    <a:pt x="102150" y="130975"/>
                  </a:lnTo>
                  <a:lnTo>
                    <a:pt x="102374" y="129748"/>
                  </a:lnTo>
                  <a:lnTo>
                    <a:pt x="98948" y="122402"/>
                  </a:lnTo>
                  <a:lnTo>
                    <a:pt x="87982" y="124397"/>
                  </a:lnTo>
                  <a:lnTo>
                    <a:pt x="80458" y="124987"/>
                  </a:lnTo>
                  <a:lnTo>
                    <a:pt x="81418" y="119782"/>
                  </a:lnTo>
                  <a:lnTo>
                    <a:pt x="83685" y="118053"/>
                  </a:lnTo>
                  <a:lnTo>
                    <a:pt x="83832" y="117325"/>
                  </a:lnTo>
                  <a:lnTo>
                    <a:pt x="83033" y="115415"/>
                  </a:lnTo>
                  <a:lnTo>
                    <a:pt x="82806" y="113580"/>
                  </a:lnTo>
                  <a:lnTo>
                    <a:pt x="82465" y="112787"/>
                  </a:lnTo>
                  <a:lnTo>
                    <a:pt x="81468" y="111371"/>
                  </a:lnTo>
                  <a:lnTo>
                    <a:pt x="80932" y="111649"/>
                  </a:lnTo>
                  <a:lnTo>
                    <a:pt x="78454" y="109150"/>
                  </a:lnTo>
                  <a:lnTo>
                    <a:pt x="78531" y="108393"/>
                  </a:lnTo>
                  <a:lnTo>
                    <a:pt x="79060" y="107683"/>
                  </a:lnTo>
                  <a:lnTo>
                    <a:pt x="78512" y="105138"/>
                  </a:lnTo>
                  <a:lnTo>
                    <a:pt x="77422" y="103559"/>
                  </a:lnTo>
                  <a:lnTo>
                    <a:pt x="76314" y="102735"/>
                  </a:lnTo>
                  <a:lnTo>
                    <a:pt x="77058" y="100755"/>
                  </a:lnTo>
                  <a:lnTo>
                    <a:pt x="77347" y="97758"/>
                  </a:lnTo>
                  <a:lnTo>
                    <a:pt x="78788" y="94523"/>
                  </a:lnTo>
                  <a:lnTo>
                    <a:pt x="80340" y="93832"/>
                  </a:lnTo>
                  <a:lnTo>
                    <a:pt x="83684" y="93327"/>
                  </a:lnTo>
                  <a:lnTo>
                    <a:pt x="87108" y="91492"/>
                  </a:lnTo>
                  <a:lnTo>
                    <a:pt x="90141" y="91554"/>
                  </a:lnTo>
                  <a:lnTo>
                    <a:pt x="90569" y="91125"/>
                  </a:lnTo>
                  <a:lnTo>
                    <a:pt x="91396" y="90802"/>
                  </a:lnTo>
                  <a:lnTo>
                    <a:pt x="92202" y="91172"/>
                  </a:lnTo>
                  <a:lnTo>
                    <a:pt x="92354" y="92419"/>
                  </a:lnTo>
                  <a:lnTo>
                    <a:pt x="99136" y="93283"/>
                  </a:lnTo>
                  <a:lnTo>
                    <a:pt x="104453" y="91712"/>
                  </a:lnTo>
                  <a:lnTo>
                    <a:pt x="110119" y="92959"/>
                  </a:lnTo>
                  <a:lnTo>
                    <a:pt x="109640" y="94567"/>
                  </a:lnTo>
                  <a:lnTo>
                    <a:pt x="111544" y="98201"/>
                  </a:lnTo>
                  <a:lnTo>
                    <a:pt x="111713" y="98907"/>
                  </a:lnTo>
                  <a:lnTo>
                    <a:pt x="111357" y="101051"/>
                  </a:lnTo>
                  <a:lnTo>
                    <a:pt x="112027" y="102670"/>
                  </a:lnTo>
                  <a:lnTo>
                    <a:pt x="112885" y="103982"/>
                  </a:lnTo>
                  <a:lnTo>
                    <a:pt x="113405" y="104323"/>
                  </a:lnTo>
                  <a:lnTo>
                    <a:pt x="114773" y="104574"/>
                  </a:lnTo>
                  <a:lnTo>
                    <a:pt x="118381" y="104357"/>
                  </a:lnTo>
                  <a:lnTo>
                    <a:pt x="123319" y="103442"/>
                  </a:lnTo>
                  <a:lnTo>
                    <a:pt x="124130" y="103105"/>
                  </a:lnTo>
                  <a:lnTo>
                    <a:pt x="125306" y="101896"/>
                  </a:lnTo>
                  <a:lnTo>
                    <a:pt x="127075" y="100645"/>
                  </a:lnTo>
                  <a:lnTo>
                    <a:pt x="127757" y="99699"/>
                  </a:lnTo>
                  <a:lnTo>
                    <a:pt x="129149" y="98859"/>
                  </a:lnTo>
                  <a:lnTo>
                    <a:pt x="130384" y="97489"/>
                  </a:lnTo>
                  <a:lnTo>
                    <a:pt x="130677" y="95543"/>
                  </a:lnTo>
                  <a:lnTo>
                    <a:pt x="132241" y="92679"/>
                  </a:lnTo>
                  <a:lnTo>
                    <a:pt x="133343" y="89604"/>
                  </a:lnTo>
                  <a:lnTo>
                    <a:pt x="133996" y="88474"/>
                  </a:lnTo>
                  <a:lnTo>
                    <a:pt x="136323" y="88047"/>
                  </a:lnTo>
                  <a:lnTo>
                    <a:pt x="136777" y="87561"/>
                  </a:lnTo>
                  <a:lnTo>
                    <a:pt x="139817" y="86097"/>
                  </a:lnTo>
                  <a:lnTo>
                    <a:pt x="142233" y="84592"/>
                  </a:lnTo>
                  <a:lnTo>
                    <a:pt x="144654" y="82009"/>
                  </a:lnTo>
                  <a:lnTo>
                    <a:pt x="145021" y="81783"/>
                  </a:lnTo>
                  <a:lnTo>
                    <a:pt x="145217" y="81991"/>
                  </a:lnTo>
                  <a:lnTo>
                    <a:pt x="146320" y="81802"/>
                  </a:lnTo>
                  <a:lnTo>
                    <a:pt x="146546" y="81159"/>
                  </a:lnTo>
                  <a:lnTo>
                    <a:pt x="146881" y="80977"/>
                  </a:lnTo>
                  <a:lnTo>
                    <a:pt x="146760" y="80515"/>
                  </a:lnTo>
                  <a:lnTo>
                    <a:pt x="147343" y="79524"/>
                  </a:lnTo>
                  <a:lnTo>
                    <a:pt x="148557" y="78629"/>
                  </a:lnTo>
                  <a:lnTo>
                    <a:pt x="149628" y="77051"/>
                  </a:lnTo>
                  <a:lnTo>
                    <a:pt x="152765" y="79306"/>
                  </a:lnTo>
                  <a:lnTo>
                    <a:pt x="157425" y="81798"/>
                  </a:lnTo>
                  <a:lnTo>
                    <a:pt x="160270" y="82685"/>
                  </a:lnTo>
                  <a:lnTo>
                    <a:pt x="163132" y="84385"/>
                  </a:lnTo>
                  <a:lnTo>
                    <a:pt x="166732" y="84948"/>
                  </a:lnTo>
                  <a:lnTo>
                    <a:pt x="168433" y="84497"/>
                  </a:lnTo>
                  <a:lnTo>
                    <a:pt x="168984" y="81945"/>
                  </a:lnTo>
                  <a:lnTo>
                    <a:pt x="171042" y="78794"/>
                  </a:lnTo>
                  <a:lnTo>
                    <a:pt x="171413" y="75816"/>
                  </a:lnTo>
                  <a:lnTo>
                    <a:pt x="171197" y="74700"/>
                  </a:lnTo>
                  <a:lnTo>
                    <a:pt x="170632" y="73899"/>
                  </a:lnTo>
                  <a:lnTo>
                    <a:pt x="170334" y="70960"/>
                  </a:lnTo>
                  <a:lnTo>
                    <a:pt x="170595" y="69329"/>
                  </a:lnTo>
                  <a:lnTo>
                    <a:pt x="169477" y="67799"/>
                  </a:lnTo>
                  <a:lnTo>
                    <a:pt x="170807" y="67922"/>
                  </a:lnTo>
                  <a:lnTo>
                    <a:pt x="173264" y="66684"/>
                  </a:lnTo>
                  <a:lnTo>
                    <a:pt x="175117" y="66089"/>
                  </a:lnTo>
                  <a:lnTo>
                    <a:pt x="177725" y="64721"/>
                  </a:lnTo>
                  <a:lnTo>
                    <a:pt x="178342" y="64226"/>
                  </a:lnTo>
                  <a:lnTo>
                    <a:pt x="178766" y="63436"/>
                  </a:lnTo>
                  <a:lnTo>
                    <a:pt x="179597" y="62893"/>
                  </a:lnTo>
                  <a:lnTo>
                    <a:pt x="180154" y="61595"/>
                  </a:lnTo>
                  <a:lnTo>
                    <a:pt x="179849" y="60840"/>
                  </a:lnTo>
                  <a:lnTo>
                    <a:pt x="180223" y="59950"/>
                  </a:lnTo>
                  <a:lnTo>
                    <a:pt x="179351" y="57299"/>
                  </a:lnTo>
                  <a:lnTo>
                    <a:pt x="179952" y="55468"/>
                  </a:lnTo>
                  <a:lnTo>
                    <a:pt x="178352" y="53004"/>
                  </a:lnTo>
                  <a:lnTo>
                    <a:pt x="178845" y="49848"/>
                  </a:lnTo>
                  <a:lnTo>
                    <a:pt x="179378" y="48363"/>
                  </a:lnTo>
                  <a:lnTo>
                    <a:pt x="185173" y="45160"/>
                  </a:lnTo>
                  <a:lnTo>
                    <a:pt x="189261" y="50398"/>
                  </a:lnTo>
                  <a:lnTo>
                    <a:pt x="196946" y="52496"/>
                  </a:lnTo>
                  <a:lnTo>
                    <a:pt x="201643" y="52302"/>
                  </a:lnTo>
                  <a:lnTo>
                    <a:pt x="204358" y="50907"/>
                  </a:lnTo>
                  <a:lnTo>
                    <a:pt x="205747" y="49801"/>
                  </a:lnTo>
                  <a:lnTo>
                    <a:pt x="208458" y="48535"/>
                  </a:lnTo>
                  <a:lnTo>
                    <a:pt x="210961" y="48636"/>
                  </a:lnTo>
                  <a:lnTo>
                    <a:pt x="211333" y="48717"/>
                  </a:lnTo>
                  <a:lnTo>
                    <a:pt x="210920" y="49221"/>
                  </a:lnTo>
                  <a:lnTo>
                    <a:pt x="211357" y="50281"/>
                  </a:lnTo>
                  <a:lnTo>
                    <a:pt x="210510" y="51854"/>
                  </a:lnTo>
                  <a:lnTo>
                    <a:pt x="210268" y="53383"/>
                  </a:lnTo>
                  <a:lnTo>
                    <a:pt x="214436" y="53583"/>
                  </a:lnTo>
                  <a:lnTo>
                    <a:pt x="219618" y="55428"/>
                  </a:lnTo>
                  <a:lnTo>
                    <a:pt x="223768" y="49172"/>
                  </a:lnTo>
                  <a:lnTo>
                    <a:pt x="227490" y="51930"/>
                  </a:lnTo>
                  <a:lnTo>
                    <a:pt x="233651" y="51460"/>
                  </a:lnTo>
                  <a:lnTo>
                    <a:pt x="235082" y="51813"/>
                  </a:lnTo>
                  <a:lnTo>
                    <a:pt x="241083" y="51013"/>
                  </a:lnTo>
                  <a:lnTo>
                    <a:pt x="247281" y="47143"/>
                  </a:lnTo>
                  <a:lnTo>
                    <a:pt x="244028" y="37672"/>
                  </a:lnTo>
                  <a:lnTo>
                    <a:pt x="256559" y="31201"/>
                  </a:lnTo>
                  <a:lnTo>
                    <a:pt x="253474" y="26685"/>
                  </a:lnTo>
                  <a:lnTo>
                    <a:pt x="252970" y="22632"/>
                  </a:lnTo>
                  <a:lnTo>
                    <a:pt x="254809" y="21648"/>
                  </a:lnTo>
                  <a:lnTo>
                    <a:pt x="255508" y="19689"/>
                  </a:lnTo>
                  <a:lnTo>
                    <a:pt x="257687" y="15882"/>
                  </a:lnTo>
                  <a:lnTo>
                    <a:pt x="257867" y="15233"/>
                  </a:lnTo>
                  <a:lnTo>
                    <a:pt x="258312" y="15267"/>
                  </a:lnTo>
                  <a:lnTo>
                    <a:pt x="258802" y="16524"/>
                  </a:lnTo>
                  <a:lnTo>
                    <a:pt x="261105" y="17106"/>
                  </a:lnTo>
                  <a:lnTo>
                    <a:pt x="267736" y="15673"/>
                  </a:lnTo>
                  <a:lnTo>
                    <a:pt x="269207" y="16857"/>
                  </a:lnTo>
                  <a:lnTo>
                    <a:pt x="271749" y="16802"/>
                  </a:lnTo>
                  <a:lnTo>
                    <a:pt x="272497" y="17084"/>
                  </a:lnTo>
                  <a:lnTo>
                    <a:pt x="275223" y="16209"/>
                  </a:lnTo>
                  <a:lnTo>
                    <a:pt x="277464" y="14126"/>
                  </a:lnTo>
                  <a:lnTo>
                    <a:pt x="282296" y="12974"/>
                  </a:lnTo>
                  <a:lnTo>
                    <a:pt x="288239" y="12241"/>
                  </a:lnTo>
                  <a:lnTo>
                    <a:pt x="291649" y="11116"/>
                  </a:lnTo>
                  <a:lnTo>
                    <a:pt x="292637" y="11344"/>
                  </a:lnTo>
                  <a:lnTo>
                    <a:pt x="293456" y="11941"/>
                  </a:lnTo>
                  <a:lnTo>
                    <a:pt x="294595" y="11735"/>
                  </a:lnTo>
                  <a:lnTo>
                    <a:pt x="296149" y="12692"/>
                  </a:lnTo>
                  <a:lnTo>
                    <a:pt x="300095" y="13310"/>
                  </a:lnTo>
                  <a:lnTo>
                    <a:pt x="303056" y="12758"/>
                  </a:lnTo>
                  <a:lnTo>
                    <a:pt x="305167" y="11657"/>
                  </a:lnTo>
                  <a:lnTo>
                    <a:pt x="307819" y="10939"/>
                  </a:lnTo>
                  <a:lnTo>
                    <a:pt x="308563" y="11630"/>
                  </a:lnTo>
                  <a:lnTo>
                    <a:pt x="310838" y="22394"/>
                  </a:lnTo>
                  <a:lnTo>
                    <a:pt x="313520" y="30553"/>
                  </a:lnTo>
                  <a:lnTo>
                    <a:pt x="312764" y="31647"/>
                  </a:lnTo>
                  <a:lnTo>
                    <a:pt x="308970" y="34498"/>
                  </a:lnTo>
                  <a:lnTo>
                    <a:pt x="308689" y="36124"/>
                  </a:lnTo>
                  <a:lnTo>
                    <a:pt x="313211" y="41003"/>
                  </a:lnTo>
                  <a:lnTo>
                    <a:pt x="320970" y="47390"/>
                  </a:lnTo>
                  <a:lnTo>
                    <a:pt x="323299" y="50104"/>
                  </a:lnTo>
                  <a:lnTo>
                    <a:pt x="323926" y="51359"/>
                  </a:lnTo>
                  <a:lnTo>
                    <a:pt x="327647" y="56274"/>
                  </a:lnTo>
                  <a:lnTo>
                    <a:pt x="328651" y="57928"/>
                  </a:lnTo>
                  <a:lnTo>
                    <a:pt x="333719" y="62280"/>
                  </a:lnTo>
                  <a:lnTo>
                    <a:pt x="335564" y="64134"/>
                  </a:lnTo>
                  <a:lnTo>
                    <a:pt x="335899" y="65493"/>
                  </a:lnTo>
                  <a:lnTo>
                    <a:pt x="340982" y="69032"/>
                  </a:lnTo>
                  <a:lnTo>
                    <a:pt x="342803" y="68660"/>
                  </a:lnTo>
                  <a:lnTo>
                    <a:pt x="343355" y="69276"/>
                  </a:lnTo>
                  <a:lnTo>
                    <a:pt x="347305" y="75062"/>
                  </a:lnTo>
                  <a:lnTo>
                    <a:pt x="346916" y="82534"/>
                  </a:lnTo>
                  <a:lnTo>
                    <a:pt x="351881" y="90240"/>
                  </a:lnTo>
                  <a:lnTo>
                    <a:pt x="362954" y="89809"/>
                  </a:lnTo>
                  <a:lnTo>
                    <a:pt x="366107" y="88192"/>
                  </a:lnTo>
                  <a:lnTo>
                    <a:pt x="367792" y="86513"/>
                  </a:lnTo>
                  <a:lnTo>
                    <a:pt x="369628" y="86434"/>
                  </a:lnTo>
                  <a:lnTo>
                    <a:pt x="370675" y="85741"/>
                  </a:lnTo>
                  <a:lnTo>
                    <a:pt x="373984" y="85532"/>
                  </a:lnTo>
                  <a:lnTo>
                    <a:pt x="390438" y="72347"/>
                  </a:lnTo>
                  <a:lnTo>
                    <a:pt x="395458" y="67648"/>
                  </a:lnTo>
                  <a:lnTo>
                    <a:pt x="407093" y="68871"/>
                  </a:lnTo>
                  <a:lnTo>
                    <a:pt x="408150" y="67741"/>
                  </a:lnTo>
                  <a:lnTo>
                    <a:pt x="408799" y="65969"/>
                  </a:lnTo>
                  <a:lnTo>
                    <a:pt x="409086" y="62443"/>
                  </a:lnTo>
                  <a:lnTo>
                    <a:pt x="413679" y="51107"/>
                  </a:lnTo>
                  <a:lnTo>
                    <a:pt x="417812" y="42499"/>
                  </a:lnTo>
                  <a:lnTo>
                    <a:pt x="447622" y="46702"/>
                  </a:lnTo>
                  <a:lnTo>
                    <a:pt x="469766" y="47640"/>
                  </a:lnTo>
                  <a:lnTo>
                    <a:pt x="487683" y="55702"/>
                  </a:lnTo>
                  <a:lnTo>
                    <a:pt x="486598" y="43659"/>
                  </a:lnTo>
                  <a:lnTo>
                    <a:pt x="487156" y="42367"/>
                  </a:lnTo>
                  <a:lnTo>
                    <a:pt x="487707" y="38068"/>
                  </a:lnTo>
                  <a:lnTo>
                    <a:pt x="487875" y="33560"/>
                  </a:lnTo>
                  <a:lnTo>
                    <a:pt x="488483" y="27444"/>
                  </a:lnTo>
                  <a:lnTo>
                    <a:pt x="488157" y="24841"/>
                  </a:lnTo>
                  <a:lnTo>
                    <a:pt x="489556" y="17782"/>
                  </a:lnTo>
                  <a:lnTo>
                    <a:pt x="489992" y="16383"/>
                  </a:lnTo>
                  <a:lnTo>
                    <a:pt x="490441" y="15848"/>
                  </a:lnTo>
                  <a:lnTo>
                    <a:pt x="490346" y="15439"/>
                  </a:lnTo>
                  <a:lnTo>
                    <a:pt x="489605" y="14830"/>
                  </a:lnTo>
                  <a:lnTo>
                    <a:pt x="487538" y="13650"/>
                  </a:lnTo>
                  <a:lnTo>
                    <a:pt x="487826" y="13171"/>
                  </a:lnTo>
                  <a:lnTo>
                    <a:pt x="487543" y="12719"/>
                  </a:lnTo>
                  <a:lnTo>
                    <a:pt x="488370" y="8712"/>
                  </a:lnTo>
                  <a:lnTo>
                    <a:pt x="493863" y="458"/>
                  </a:lnTo>
                  <a:lnTo>
                    <a:pt x="495484" y="0"/>
                  </a:lnTo>
                  <a:lnTo>
                    <a:pt x="496129" y="1136"/>
                  </a:lnTo>
                  <a:lnTo>
                    <a:pt x="496829" y="1785"/>
                  </a:lnTo>
                  <a:lnTo>
                    <a:pt x="498629" y="2295"/>
                  </a:lnTo>
                  <a:lnTo>
                    <a:pt x="499712" y="2866"/>
                  </a:lnTo>
                  <a:lnTo>
                    <a:pt x="500167" y="2547"/>
                  </a:lnTo>
                  <a:lnTo>
                    <a:pt x="500744" y="2769"/>
                  </a:lnTo>
                  <a:lnTo>
                    <a:pt x="502872" y="2698"/>
                  </a:lnTo>
                  <a:lnTo>
                    <a:pt x="503747" y="2809"/>
                  </a:lnTo>
                  <a:lnTo>
                    <a:pt x="504764" y="3321"/>
                  </a:lnTo>
                  <a:lnTo>
                    <a:pt x="505818" y="2939"/>
                  </a:lnTo>
                  <a:lnTo>
                    <a:pt x="507085" y="3716"/>
                  </a:lnTo>
                  <a:lnTo>
                    <a:pt x="509785" y="4091"/>
                  </a:lnTo>
                  <a:lnTo>
                    <a:pt x="510186" y="3867"/>
                  </a:lnTo>
                  <a:lnTo>
                    <a:pt x="511018" y="3856"/>
                  </a:lnTo>
                  <a:lnTo>
                    <a:pt x="511618" y="3506"/>
                  </a:lnTo>
                  <a:lnTo>
                    <a:pt x="512716" y="3748"/>
                  </a:lnTo>
                  <a:lnTo>
                    <a:pt x="513337" y="3619"/>
                  </a:lnTo>
                  <a:lnTo>
                    <a:pt x="513634" y="3244"/>
                  </a:lnTo>
                  <a:lnTo>
                    <a:pt x="515378" y="3062"/>
                  </a:lnTo>
                  <a:lnTo>
                    <a:pt x="517012" y="2197"/>
                  </a:lnTo>
                  <a:lnTo>
                    <a:pt x="517433" y="2330"/>
                  </a:lnTo>
                  <a:lnTo>
                    <a:pt x="519390" y="1556"/>
                  </a:lnTo>
                  <a:lnTo>
                    <a:pt x="520036" y="1534"/>
                  </a:lnTo>
                  <a:lnTo>
                    <a:pt x="521140" y="901"/>
                  </a:lnTo>
                  <a:lnTo>
                    <a:pt x="517272" y="4289"/>
                  </a:lnTo>
                  <a:lnTo>
                    <a:pt x="519947" y="7656"/>
                  </a:lnTo>
                  <a:lnTo>
                    <a:pt x="516972" y="14475"/>
                  </a:lnTo>
                  <a:lnTo>
                    <a:pt x="513669" y="38688"/>
                  </a:lnTo>
                  <a:lnTo>
                    <a:pt x="513391" y="44546"/>
                  </a:lnTo>
                  <a:lnTo>
                    <a:pt x="493594" y="69425"/>
                  </a:lnTo>
                  <a:lnTo>
                    <a:pt x="490174" y="94536"/>
                  </a:lnTo>
                  <a:lnTo>
                    <a:pt x="490877" y="96354"/>
                  </a:lnTo>
                  <a:lnTo>
                    <a:pt x="490372" y="99034"/>
                  </a:lnTo>
                  <a:lnTo>
                    <a:pt x="489294" y="101784"/>
                  </a:lnTo>
                  <a:lnTo>
                    <a:pt x="489113" y="103638"/>
                  </a:lnTo>
                  <a:lnTo>
                    <a:pt x="489614" y="107363"/>
                  </a:lnTo>
                  <a:lnTo>
                    <a:pt x="489533" y="110905"/>
                  </a:lnTo>
                  <a:lnTo>
                    <a:pt x="489955" y="114597"/>
                  </a:lnTo>
                  <a:lnTo>
                    <a:pt x="491650" y="123869"/>
                  </a:lnTo>
                  <a:lnTo>
                    <a:pt x="493876" y="133822"/>
                  </a:lnTo>
                  <a:lnTo>
                    <a:pt x="494634" y="135216"/>
                  </a:lnTo>
                  <a:lnTo>
                    <a:pt x="495456" y="134569"/>
                  </a:lnTo>
                  <a:lnTo>
                    <a:pt x="496023" y="134754"/>
                  </a:lnTo>
                  <a:lnTo>
                    <a:pt x="497046" y="134667"/>
                  </a:lnTo>
                  <a:lnTo>
                    <a:pt x="497117" y="134917"/>
                  </a:lnTo>
                  <a:lnTo>
                    <a:pt x="498575" y="134930"/>
                  </a:lnTo>
                  <a:lnTo>
                    <a:pt x="499362" y="135263"/>
                  </a:lnTo>
                  <a:lnTo>
                    <a:pt x="499948" y="134826"/>
                  </a:lnTo>
                  <a:lnTo>
                    <a:pt x="500676" y="135011"/>
                  </a:lnTo>
                  <a:lnTo>
                    <a:pt x="501145" y="135973"/>
                  </a:lnTo>
                  <a:lnTo>
                    <a:pt x="501331" y="136086"/>
                  </a:lnTo>
                  <a:lnTo>
                    <a:pt x="501619" y="135862"/>
                  </a:lnTo>
                  <a:lnTo>
                    <a:pt x="501785" y="136102"/>
                  </a:lnTo>
                  <a:lnTo>
                    <a:pt x="503642" y="135023"/>
                  </a:lnTo>
                  <a:lnTo>
                    <a:pt x="505292" y="137989"/>
                  </a:lnTo>
                  <a:lnTo>
                    <a:pt x="505882" y="138613"/>
                  </a:lnTo>
                  <a:lnTo>
                    <a:pt x="507194" y="137690"/>
                  </a:lnTo>
                  <a:lnTo>
                    <a:pt x="507600" y="137146"/>
                  </a:lnTo>
                  <a:lnTo>
                    <a:pt x="510430" y="136221"/>
                  </a:lnTo>
                  <a:lnTo>
                    <a:pt x="511980" y="135042"/>
                  </a:lnTo>
                  <a:lnTo>
                    <a:pt x="512765" y="134785"/>
                  </a:lnTo>
                  <a:lnTo>
                    <a:pt x="513692" y="134881"/>
                  </a:lnTo>
                  <a:lnTo>
                    <a:pt x="514220" y="134506"/>
                  </a:lnTo>
                  <a:lnTo>
                    <a:pt x="514405" y="134002"/>
                  </a:lnTo>
                  <a:lnTo>
                    <a:pt x="515768" y="134170"/>
                  </a:lnTo>
                  <a:lnTo>
                    <a:pt x="516527" y="134814"/>
                  </a:lnTo>
                  <a:lnTo>
                    <a:pt x="517482" y="134655"/>
                  </a:lnTo>
                  <a:lnTo>
                    <a:pt x="518344" y="134945"/>
                  </a:lnTo>
                  <a:lnTo>
                    <a:pt x="519780" y="136393"/>
                  </a:lnTo>
                  <a:lnTo>
                    <a:pt x="519713" y="136872"/>
                  </a:lnTo>
                  <a:lnTo>
                    <a:pt x="520235" y="136674"/>
                  </a:lnTo>
                  <a:lnTo>
                    <a:pt x="520788" y="137011"/>
                  </a:lnTo>
                  <a:lnTo>
                    <a:pt x="520529" y="137596"/>
                  </a:lnTo>
                  <a:lnTo>
                    <a:pt x="521047" y="138146"/>
                  </a:lnTo>
                  <a:lnTo>
                    <a:pt x="519459" y="140940"/>
                  </a:lnTo>
                  <a:lnTo>
                    <a:pt x="519151" y="142580"/>
                  </a:lnTo>
                  <a:lnTo>
                    <a:pt x="519269" y="144042"/>
                  </a:lnTo>
                  <a:lnTo>
                    <a:pt x="518763" y="144320"/>
                  </a:lnTo>
                  <a:lnTo>
                    <a:pt x="518356" y="145218"/>
                  </a:lnTo>
                  <a:lnTo>
                    <a:pt x="519427" y="146587"/>
                  </a:lnTo>
                  <a:lnTo>
                    <a:pt x="522669" y="146471"/>
                  </a:lnTo>
                  <a:lnTo>
                    <a:pt x="524040" y="145752"/>
                  </a:lnTo>
                  <a:lnTo>
                    <a:pt x="524825" y="144557"/>
                  </a:lnTo>
                  <a:lnTo>
                    <a:pt x="525971" y="144371"/>
                  </a:lnTo>
                  <a:lnTo>
                    <a:pt x="526575" y="144005"/>
                  </a:lnTo>
                  <a:lnTo>
                    <a:pt x="527721" y="144314"/>
                  </a:lnTo>
                  <a:lnTo>
                    <a:pt x="528100" y="144628"/>
                  </a:lnTo>
                  <a:lnTo>
                    <a:pt x="527872" y="145723"/>
                  </a:lnTo>
                  <a:lnTo>
                    <a:pt x="527055" y="146140"/>
                  </a:lnTo>
                  <a:lnTo>
                    <a:pt x="526955" y="146577"/>
                  </a:lnTo>
                  <a:lnTo>
                    <a:pt x="527199" y="146975"/>
                  </a:lnTo>
                  <a:lnTo>
                    <a:pt x="527899" y="146969"/>
                  </a:lnTo>
                  <a:lnTo>
                    <a:pt x="528998" y="145821"/>
                  </a:lnTo>
                  <a:lnTo>
                    <a:pt x="529749" y="145587"/>
                  </a:lnTo>
                  <a:lnTo>
                    <a:pt x="530204" y="146663"/>
                  </a:lnTo>
                  <a:lnTo>
                    <a:pt x="531832" y="143801"/>
                  </a:lnTo>
                  <a:lnTo>
                    <a:pt x="531860" y="144122"/>
                  </a:lnTo>
                  <a:lnTo>
                    <a:pt x="532215" y="144238"/>
                  </a:lnTo>
                  <a:lnTo>
                    <a:pt x="532624" y="144782"/>
                  </a:lnTo>
                  <a:lnTo>
                    <a:pt x="532140" y="144972"/>
                  </a:lnTo>
                  <a:lnTo>
                    <a:pt x="532202" y="146672"/>
                  </a:lnTo>
                  <a:lnTo>
                    <a:pt x="530764" y="147101"/>
                  </a:lnTo>
                  <a:lnTo>
                    <a:pt x="529559" y="146952"/>
                  </a:lnTo>
                  <a:lnTo>
                    <a:pt x="528529" y="147345"/>
                  </a:lnTo>
                  <a:lnTo>
                    <a:pt x="527840" y="147197"/>
                  </a:lnTo>
                  <a:lnTo>
                    <a:pt x="528330" y="150167"/>
                  </a:lnTo>
                  <a:lnTo>
                    <a:pt x="528140" y="153059"/>
                  </a:lnTo>
                  <a:lnTo>
                    <a:pt x="528736" y="157905"/>
                  </a:lnTo>
                  <a:lnTo>
                    <a:pt x="530404" y="162737"/>
                  </a:lnTo>
                  <a:lnTo>
                    <a:pt x="543728" y="160014"/>
                  </a:lnTo>
                  <a:lnTo>
                    <a:pt x="546643" y="159008"/>
                  </a:lnTo>
                  <a:lnTo>
                    <a:pt x="549752" y="158617"/>
                  </a:lnTo>
                  <a:lnTo>
                    <a:pt x="552350" y="158344"/>
                  </a:lnTo>
                  <a:lnTo>
                    <a:pt x="556413" y="159813"/>
                  </a:lnTo>
                  <a:lnTo>
                    <a:pt x="558319" y="160025"/>
                  </a:lnTo>
                  <a:lnTo>
                    <a:pt x="559935" y="159872"/>
                  </a:lnTo>
                  <a:lnTo>
                    <a:pt x="561953" y="158921"/>
                  </a:lnTo>
                  <a:lnTo>
                    <a:pt x="564492" y="162001"/>
                  </a:lnTo>
                  <a:lnTo>
                    <a:pt x="566380" y="162908"/>
                  </a:lnTo>
                  <a:lnTo>
                    <a:pt x="568491" y="163155"/>
                  </a:lnTo>
                  <a:lnTo>
                    <a:pt x="570043" y="164809"/>
                  </a:lnTo>
                  <a:lnTo>
                    <a:pt x="570707" y="166717"/>
                  </a:lnTo>
                  <a:lnTo>
                    <a:pt x="570674" y="169646"/>
                  </a:lnTo>
                  <a:lnTo>
                    <a:pt x="572281" y="173048"/>
                  </a:lnTo>
                  <a:lnTo>
                    <a:pt x="571767" y="177270"/>
                  </a:lnTo>
                  <a:lnTo>
                    <a:pt x="570848" y="178405"/>
                  </a:lnTo>
                  <a:lnTo>
                    <a:pt x="570375" y="180873"/>
                  </a:lnTo>
                  <a:lnTo>
                    <a:pt x="569704" y="185178"/>
                  </a:lnTo>
                  <a:lnTo>
                    <a:pt x="570092" y="186032"/>
                  </a:lnTo>
                  <a:lnTo>
                    <a:pt x="569771" y="188855"/>
                  </a:lnTo>
                  <a:lnTo>
                    <a:pt x="568312" y="190196"/>
                  </a:lnTo>
                  <a:lnTo>
                    <a:pt x="566730" y="194689"/>
                  </a:lnTo>
                  <a:lnTo>
                    <a:pt x="568897" y="197550"/>
                  </a:lnTo>
                  <a:lnTo>
                    <a:pt x="571994" y="199597"/>
                  </a:lnTo>
                  <a:lnTo>
                    <a:pt x="574201" y="203053"/>
                  </a:lnTo>
                  <a:lnTo>
                    <a:pt x="573171" y="202892"/>
                  </a:lnTo>
                  <a:lnTo>
                    <a:pt x="570374" y="204509"/>
                  </a:lnTo>
                  <a:lnTo>
                    <a:pt x="571027" y="206773"/>
                  </a:lnTo>
                  <a:lnTo>
                    <a:pt x="571561" y="211925"/>
                  </a:lnTo>
                  <a:lnTo>
                    <a:pt x="568083" y="220417"/>
                  </a:lnTo>
                  <a:lnTo>
                    <a:pt x="570104" y="226103"/>
                  </a:lnTo>
                  <a:lnTo>
                    <a:pt x="570565" y="228378"/>
                  </a:lnTo>
                  <a:lnTo>
                    <a:pt x="571499" y="230318"/>
                  </a:lnTo>
                  <a:lnTo>
                    <a:pt x="568222" y="234105"/>
                  </a:lnTo>
                  <a:lnTo>
                    <a:pt x="567105" y="235933"/>
                  </a:lnTo>
                  <a:lnTo>
                    <a:pt x="560706" y="239238"/>
                  </a:lnTo>
                  <a:lnTo>
                    <a:pt x="559514" y="240384"/>
                  </a:lnTo>
                  <a:lnTo>
                    <a:pt x="559897" y="241190"/>
                  </a:lnTo>
                  <a:lnTo>
                    <a:pt x="559309" y="242520"/>
                  </a:lnTo>
                  <a:lnTo>
                    <a:pt x="560113" y="245824"/>
                  </a:lnTo>
                  <a:lnTo>
                    <a:pt x="560016" y="247805"/>
                  </a:lnTo>
                  <a:lnTo>
                    <a:pt x="560521" y="249365"/>
                  </a:lnTo>
                  <a:lnTo>
                    <a:pt x="560419" y="249728"/>
                  </a:lnTo>
                  <a:lnTo>
                    <a:pt x="562065" y="252270"/>
                  </a:lnTo>
                  <a:lnTo>
                    <a:pt x="562926" y="253090"/>
                  </a:lnTo>
                  <a:lnTo>
                    <a:pt x="563772" y="255474"/>
                  </a:lnTo>
                  <a:lnTo>
                    <a:pt x="564572" y="256175"/>
                  </a:lnTo>
                  <a:lnTo>
                    <a:pt x="565704" y="259008"/>
                  </a:lnTo>
                  <a:lnTo>
                    <a:pt x="568143" y="261497"/>
                  </a:lnTo>
                  <a:lnTo>
                    <a:pt x="570445" y="262334"/>
                  </a:lnTo>
                  <a:lnTo>
                    <a:pt x="571313" y="262430"/>
                  </a:lnTo>
                  <a:lnTo>
                    <a:pt x="572076" y="263680"/>
                  </a:lnTo>
                  <a:lnTo>
                    <a:pt x="573381" y="267046"/>
                  </a:lnTo>
                  <a:lnTo>
                    <a:pt x="575494" y="268007"/>
                  </a:lnTo>
                  <a:lnTo>
                    <a:pt x="577117" y="267028"/>
                  </a:lnTo>
                  <a:lnTo>
                    <a:pt x="578273" y="267708"/>
                  </a:lnTo>
                  <a:lnTo>
                    <a:pt x="581625" y="268955"/>
                  </a:lnTo>
                  <a:lnTo>
                    <a:pt x="582683" y="269698"/>
                  </a:lnTo>
                  <a:lnTo>
                    <a:pt x="583536" y="270738"/>
                  </a:lnTo>
                  <a:lnTo>
                    <a:pt x="585444" y="270764"/>
                  </a:lnTo>
                  <a:lnTo>
                    <a:pt x="586864" y="272920"/>
                  </a:lnTo>
                  <a:lnTo>
                    <a:pt x="587792" y="273175"/>
                  </a:lnTo>
                  <a:lnTo>
                    <a:pt x="587781" y="273449"/>
                  </a:lnTo>
                  <a:lnTo>
                    <a:pt x="590699" y="273627"/>
                  </a:lnTo>
                  <a:lnTo>
                    <a:pt x="592172" y="274273"/>
                  </a:lnTo>
                  <a:lnTo>
                    <a:pt x="594386" y="274828"/>
                  </a:lnTo>
                  <a:lnTo>
                    <a:pt x="597595" y="275195"/>
                  </a:lnTo>
                  <a:lnTo>
                    <a:pt x="591974" y="286174"/>
                  </a:lnTo>
                  <a:lnTo>
                    <a:pt x="588057" y="290030"/>
                  </a:lnTo>
                  <a:lnTo>
                    <a:pt x="582673" y="295880"/>
                  </a:lnTo>
                  <a:lnTo>
                    <a:pt x="579767" y="295820"/>
                  </a:lnTo>
                  <a:lnTo>
                    <a:pt x="568479" y="298967"/>
                  </a:lnTo>
                  <a:lnTo>
                    <a:pt x="568309" y="299361"/>
                  </a:lnTo>
                  <a:lnTo>
                    <a:pt x="566055" y="301097"/>
                  </a:lnTo>
                  <a:lnTo>
                    <a:pt x="562211" y="304713"/>
                  </a:lnTo>
                  <a:lnTo>
                    <a:pt x="557197" y="308270"/>
                  </a:lnTo>
                  <a:lnTo>
                    <a:pt x="554497" y="306984"/>
                  </a:lnTo>
                  <a:lnTo>
                    <a:pt x="553563" y="306908"/>
                  </a:lnTo>
                  <a:lnTo>
                    <a:pt x="552239" y="307352"/>
                  </a:lnTo>
                  <a:lnTo>
                    <a:pt x="551368" y="309004"/>
                  </a:lnTo>
                  <a:lnTo>
                    <a:pt x="550858" y="310726"/>
                  </a:lnTo>
                  <a:lnTo>
                    <a:pt x="549033" y="312461"/>
                  </a:lnTo>
                  <a:lnTo>
                    <a:pt x="547408" y="313182"/>
                  </a:lnTo>
                  <a:lnTo>
                    <a:pt x="547222" y="315416"/>
                  </a:lnTo>
                  <a:lnTo>
                    <a:pt x="545396" y="317365"/>
                  </a:lnTo>
                  <a:lnTo>
                    <a:pt x="539985" y="316956"/>
                  </a:lnTo>
                  <a:lnTo>
                    <a:pt x="537431" y="319430"/>
                  </a:lnTo>
                  <a:lnTo>
                    <a:pt x="535435" y="322453"/>
                  </a:lnTo>
                  <a:lnTo>
                    <a:pt x="536365" y="325740"/>
                  </a:lnTo>
                  <a:lnTo>
                    <a:pt x="539346" y="332111"/>
                  </a:lnTo>
                  <a:lnTo>
                    <a:pt x="540206" y="339088"/>
                  </a:lnTo>
                  <a:lnTo>
                    <a:pt x="539540" y="343969"/>
                  </a:lnTo>
                  <a:lnTo>
                    <a:pt x="541351" y="347312"/>
                  </a:lnTo>
                  <a:lnTo>
                    <a:pt x="542902" y="352620"/>
                  </a:lnTo>
                  <a:lnTo>
                    <a:pt x="539865" y="363834"/>
                  </a:lnTo>
                  <a:lnTo>
                    <a:pt x="539976" y="366737"/>
                  </a:lnTo>
                  <a:lnTo>
                    <a:pt x="542095" y="367203"/>
                  </a:lnTo>
                  <a:lnTo>
                    <a:pt x="544044" y="371523"/>
                  </a:lnTo>
                  <a:lnTo>
                    <a:pt x="544271" y="377458"/>
                  </a:lnTo>
                  <a:lnTo>
                    <a:pt x="545696" y="381661"/>
                  </a:lnTo>
                  <a:lnTo>
                    <a:pt x="545411" y="382615"/>
                  </a:lnTo>
                  <a:lnTo>
                    <a:pt x="546520" y="386827"/>
                  </a:lnTo>
                  <a:lnTo>
                    <a:pt x="547686" y="388601"/>
                  </a:lnTo>
                  <a:lnTo>
                    <a:pt x="548141" y="389829"/>
                  </a:lnTo>
                  <a:lnTo>
                    <a:pt x="552649" y="396390"/>
                  </a:lnTo>
                  <a:lnTo>
                    <a:pt x="555054" y="397841"/>
                  </a:lnTo>
                  <a:lnTo>
                    <a:pt x="559497" y="402344"/>
                  </a:lnTo>
                  <a:lnTo>
                    <a:pt x="560483" y="404257"/>
                  </a:lnTo>
                  <a:lnTo>
                    <a:pt x="561503" y="405504"/>
                  </a:lnTo>
                  <a:lnTo>
                    <a:pt x="561412" y="406944"/>
                  </a:lnTo>
                  <a:lnTo>
                    <a:pt x="555806" y="410730"/>
                  </a:lnTo>
                  <a:lnTo>
                    <a:pt x="554772" y="421801"/>
                  </a:lnTo>
                  <a:lnTo>
                    <a:pt x="556761" y="427129"/>
                  </a:lnTo>
                  <a:lnTo>
                    <a:pt x="555844" y="436813"/>
                  </a:lnTo>
                  <a:lnTo>
                    <a:pt x="558667" y="450945"/>
                  </a:lnTo>
                  <a:lnTo>
                    <a:pt x="565736" y="466046"/>
                  </a:lnTo>
                  <a:lnTo>
                    <a:pt x="563879" y="472581"/>
                  </a:lnTo>
                  <a:lnTo>
                    <a:pt x="568998" y="478894"/>
                  </a:lnTo>
                  <a:lnTo>
                    <a:pt x="569754" y="482085"/>
                  </a:lnTo>
                  <a:lnTo>
                    <a:pt x="569783" y="484133"/>
                  </a:lnTo>
                  <a:lnTo>
                    <a:pt x="571843" y="491020"/>
                  </a:lnTo>
                  <a:lnTo>
                    <a:pt x="582019" y="502806"/>
                  </a:lnTo>
                  <a:lnTo>
                    <a:pt x="591442" y="518107"/>
                  </a:lnTo>
                  <a:lnTo>
                    <a:pt x="597784" y="528925"/>
                  </a:lnTo>
                  <a:lnTo>
                    <a:pt x="600868" y="540567"/>
                  </a:lnTo>
                  <a:lnTo>
                    <a:pt x="606782" y="550113"/>
                  </a:lnTo>
                  <a:lnTo>
                    <a:pt x="611322" y="551799"/>
                  </a:lnTo>
                  <a:lnTo>
                    <a:pt x="614372" y="552496"/>
                  </a:lnTo>
                  <a:lnTo>
                    <a:pt x="615470" y="560014"/>
                  </a:lnTo>
                  <a:lnTo>
                    <a:pt x="614243" y="569550"/>
                  </a:lnTo>
                  <a:lnTo>
                    <a:pt x="612368" y="576616"/>
                  </a:lnTo>
                  <a:lnTo>
                    <a:pt x="611809" y="580418"/>
                  </a:lnTo>
                  <a:lnTo>
                    <a:pt x="603953" y="595640"/>
                  </a:lnTo>
                  <a:lnTo>
                    <a:pt x="602953" y="596289"/>
                  </a:lnTo>
                  <a:lnTo>
                    <a:pt x="599407" y="600454"/>
                  </a:lnTo>
                  <a:lnTo>
                    <a:pt x="597245" y="602364"/>
                  </a:lnTo>
                  <a:lnTo>
                    <a:pt x="592612" y="603711"/>
                  </a:lnTo>
                  <a:lnTo>
                    <a:pt x="591645" y="604968"/>
                  </a:lnTo>
                  <a:lnTo>
                    <a:pt x="592035" y="608292"/>
                  </a:lnTo>
                  <a:lnTo>
                    <a:pt x="591751" y="608814"/>
                  </a:lnTo>
                  <a:lnTo>
                    <a:pt x="591989" y="611589"/>
                  </a:lnTo>
                  <a:lnTo>
                    <a:pt x="591200" y="613032"/>
                  </a:lnTo>
                  <a:lnTo>
                    <a:pt x="591357" y="614212"/>
                  </a:lnTo>
                  <a:lnTo>
                    <a:pt x="589681" y="616507"/>
                  </a:lnTo>
                  <a:lnTo>
                    <a:pt x="589101" y="619343"/>
                  </a:lnTo>
                  <a:lnTo>
                    <a:pt x="589182" y="620675"/>
                  </a:lnTo>
                  <a:lnTo>
                    <a:pt x="588613" y="622052"/>
                  </a:lnTo>
                  <a:lnTo>
                    <a:pt x="589322" y="623495"/>
                  </a:lnTo>
                  <a:lnTo>
                    <a:pt x="589483" y="625231"/>
                  </a:lnTo>
                  <a:lnTo>
                    <a:pt x="589110" y="633157"/>
                  </a:lnTo>
                  <a:lnTo>
                    <a:pt x="587550" y="637980"/>
                  </a:lnTo>
                  <a:lnTo>
                    <a:pt x="587686" y="638891"/>
                  </a:lnTo>
                  <a:lnTo>
                    <a:pt x="586931" y="639835"/>
                  </a:lnTo>
                  <a:lnTo>
                    <a:pt x="586674" y="642198"/>
                  </a:lnTo>
                  <a:lnTo>
                    <a:pt x="582516" y="647926"/>
                  </a:lnTo>
                  <a:lnTo>
                    <a:pt x="581781" y="650435"/>
                  </a:lnTo>
                  <a:lnTo>
                    <a:pt x="583321" y="650877"/>
                  </a:lnTo>
                  <a:lnTo>
                    <a:pt x="588901" y="655696"/>
                  </a:lnTo>
                  <a:lnTo>
                    <a:pt x="591918" y="659817"/>
                  </a:lnTo>
                  <a:lnTo>
                    <a:pt x="594092" y="662109"/>
                  </a:lnTo>
                  <a:lnTo>
                    <a:pt x="597039" y="664098"/>
                  </a:lnTo>
                  <a:lnTo>
                    <a:pt x="609087" y="667409"/>
                  </a:lnTo>
                  <a:lnTo>
                    <a:pt x="610054" y="667913"/>
                  </a:lnTo>
                  <a:lnTo>
                    <a:pt x="614187" y="668123"/>
                  </a:lnTo>
                  <a:lnTo>
                    <a:pt x="619695" y="673201"/>
                  </a:lnTo>
                  <a:lnTo>
                    <a:pt x="622862" y="673701"/>
                  </a:lnTo>
                  <a:lnTo>
                    <a:pt x="628166" y="675841"/>
                  </a:lnTo>
                  <a:lnTo>
                    <a:pt x="631115" y="679670"/>
                  </a:lnTo>
                  <a:lnTo>
                    <a:pt x="635422" y="678686"/>
                  </a:lnTo>
                  <a:lnTo>
                    <a:pt x="638650" y="680415"/>
                  </a:lnTo>
                  <a:lnTo>
                    <a:pt x="641271" y="686014"/>
                  </a:lnTo>
                  <a:lnTo>
                    <a:pt x="644480" y="691616"/>
                  </a:lnTo>
                  <a:lnTo>
                    <a:pt x="649736" y="690811"/>
                  </a:lnTo>
                  <a:lnTo>
                    <a:pt x="657877" y="691489"/>
                  </a:lnTo>
                  <a:lnTo>
                    <a:pt x="661313" y="689103"/>
                  </a:lnTo>
                  <a:lnTo>
                    <a:pt x="661257" y="690687"/>
                  </a:lnTo>
                  <a:lnTo>
                    <a:pt x="661655" y="693086"/>
                  </a:lnTo>
                  <a:lnTo>
                    <a:pt x="660569" y="697634"/>
                  </a:lnTo>
                  <a:lnTo>
                    <a:pt x="660540" y="700104"/>
                  </a:lnTo>
                  <a:lnTo>
                    <a:pt x="660730" y="700982"/>
                  </a:lnTo>
                  <a:lnTo>
                    <a:pt x="660415" y="702734"/>
                  </a:lnTo>
                  <a:lnTo>
                    <a:pt x="660555" y="703230"/>
                  </a:lnTo>
                  <a:lnTo>
                    <a:pt x="662576" y="705725"/>
                  </a:lnTo>
                  <a:lnTo>
                    <a:pt x="661079" y="707426"/>
                  </a:lnTo>
                  <a:lnTo>
                    <a:pt x="660604" y="709397"/>
                  </a:lnTo>
                  <a:lnTo>
                    <a:pt x="659009" y="712835"/>
                  </a:lnTo>
                  <a:lnTo>
                    <a:pt x="658896" y="714128"/>
                  </a:lnTo>
                  <a:lnTo>
                    <a:pt x="659460" y="715166"/>
                  </a:lnTo>
                  <a:lnTo>
                    <a:pt x="659645" y="716132"/>
                  </a:lnTo>
                  <a:lnTo>
                    <a:pt x="660761" y="718214"/>
                  </a:lnTo>
                  <a:lnTo>
                    <a:pt x="663493" y="720598"/>
                  </a:lnTo>
                  <a:lnTo>
                    <a:pt x="664564" y="722048"/>
                  </a:lnTo>
                  <a:lnTo>
                    <a:pt x="663963" y="723766"/>
                  </a:lnTo>
                  <a:lnTo>
                    <a:pt x="663017" y="725083"/>
                  </a:lnTo>
                  <a:lnTo>
                    <a:pt x="662383" y="726576"/>
                  </a:lnTo>
                  <a:lnTo>
                    <a:pt x="661319" y="727309"/>
                  </a:lnTo>
                  <a:lnTo>
                    <a:pt x="660788" y="729075"/>
                  </a:lnTo>
                  <a:lnTo>
                    <a:pt x="660003" y="730034"/>
                  </a:lnTo>
                  <a:lnTo>
                    <a:pt x="659678" y="730255"/>
                  </a:lnTo>
                  <a:lnTo>
                    <a:pt x="659022" y="730205"/>
                  </a:lnTo>
                  <a:lnTo>
                    <a:pt x="658344" y="730780"/>
                  </a:lnTo>
                  <a:lnTo>
                    <a:pt x="657149" y="731231"/>
                  </a:lnTo>
                  <a:lnTo>
                    <a:pt x="655296" y="733505"/>
                  </a:lnTo>
                  <a:lnTo>
                    <a:pt x="654684" y="733827"/>
                  </a:lnTo>
                  <a:lnTo>
                    <a:pt x="653689" y="734844"/>
                  </a:lnTo>
                  <a:lnTo>
                    <a:pt x="652954" y="735763"/>
                  </a:lnTo>
                  <a:lnTo>
                    <a:pt x="652659" y="736681"/>
                  </a:lnTo>
                  <a:lnTo>
                    <a:pt x="651465" y="737217"/>
                  </a:lnTo>
                  <a:lnTo>
                    <a:pt x="649949" y="739062"/>
                  </a:lnTo>
                  <a:lnTo>
                    <a:pt x="648528" y="739013"/>
                  </a:lnTo>
                  <a:lnTo>
                    <a:pt x="647195" y="739343"/>
                  </a:lnTo>
                  <a:lnTo>
                    <a:pt x="645821" y="740433"/>
                  </a:lnTo>
                  <a:lnTo>
                    <a:pt x="645342" y="741107"/>
                  </a:lnTo>
                  <a:lnTo>
                    <a:pt x="645098" y="741954"/>
                  </a:lnTo>
                  <a:lnTo>
                    <a:pt x="644159" y="742785"/>
                  </a:lnTo>
                  <a:lnTo>
                    <a:pt x="642696" y="742824"/>
                  </a:lnTo>
                  <a:lnTo>
                    <a:pt x="639867" y="744749"/>
                  </a:lnTo>
                  <a:lnTo>
                    <a:pt x="639293" y="744506"/>
                  </a:lnTo>
                  <a:lnTo>
                    <a:pt x="638161" y="744530"/>
                  </a:lnTo>
                  <a:lnTo>
                    <a:pt x="634794" y="746656"/>
                  </a:lnTo>
                  <a:lnTo>
                    <a:pt x="633147" y="748222"/>
                  </a:lnTo>
                  <a:lnTo>
                    <a:pt x="631909" y="748994"/>
                  </a:lnTo>
                  <a:lnTo>
                    <a:pt x="630397" y="748494"/>
                  </a:lnTo>
                  <a:lnTo>
                    <a:pt x="629708" y="748692"/>
                  </a:lnTo>
                  <a:lnTo>
                    <a:pt x="628641" y="748075"/>
                  </a:lnTo>
                  <a:lnTo>
                    <a:pt x="627882" y="747942"/>
                  </a:lnTo>
                  <a:lnTo>
                    <a:pt x="626431" y="747052"/>
                  </a:lnTo>
                  <a:lnTo>
                    <a:pt x="624854" y="747663"/>
                  </a:lnTo>
                  <a:lnTo>
                    <a:pt x="623648" y="747329"/>
                  </a:lnTo>
                  <a:lnTo>
                    <a:pt x="622329" y="748333"/>
                  </a:lnTo>
                  <a:lnTo>
                    <a:pt x="621901" y="748352"/>
                  </a:lnTo>
                  <a:lnTo>
                    <a:pt x="621482" y="748049"/>
                  </a:lnTo>
                  <a:lnTo>
                    <a:pt x="620632" y="746406"/>
                  </a:lnTo>
                  <a:lnTo>
                    <a:pt x="619808" y="745792"/>
                  </a:lnTo>
                  <a:lnTo>
                    <a:pt x="617723" y="746107"/>
                  </a:lnTo>
                  <a:lnTo>
                    <a:pt x="616624" y="745974"/>
                  </a:lnTo>
                  <a:lnTo>
                    <a:pt x="615213" y="745410"/>
                  </a:lnTo>
                  <a:lnTo>
                    <a:pt x="613409" y="744052"/>
                  </a:lnTo>
                  <a:lnTo>
                    <a:pt x="610551" y="742879"/>
                  </a:lnTo>
                  <a:lnTo>
                    <a:pt x="608666" y="742568"/>
                  </a:lnTo>
                  <a:lnTo>
                    <a:pt x="607115" y="741980"/>
                  </a:lnTo>
                  <a:lnTo>
                    <a:pt x="606118" y="742089"/>
                  </a:lnTo>
                  <a:lnTo>
                    <a:pt x="604759" y="744276"/>
                  </a:lnTo>
                  <a:lnTo>
                    <a:pt x="602957" y="745372"/>
                  </a:lnTo>
                  <a:lnTo>
                    <a:pt x="601994" y="747174"/>
                  </a:lnTo>
                  <a:lnTo>
                    <a:pt x="600805" y="748282"/>
                  </a:lnTo>
                  <a:lnTo>
                    <a:pt x="600030" y="750467"/>
                  </a:lnTo>
                  <a:lnTo>
                    <a:pt x="600822" y="751562"/>
                  </a:lnTo>
                  <a:lnTo>
                    <a:pt x="600783" y="752951"/>
                  </a:lnTo>
                  <a:lnTo>
                    <a:pt x="601349" y="755031"/>
                  </a:lnTo>
                  <a:lnTo>
                    <a:pt x="601241" y="756166"/>
                  </a:lnTo>
                  <a:lnTo>
                    <a:pt x="601530" y="759739"/>
                  </a:lnTo>
                  <a:lnTo>
                    <a:pt x="601362" y="761519"/>
                  </a:lnTo>
                  <a:lnTo>
                    <a:pt x="599507" y="765025"/>
                  </a:lnTo>
                  <a:lnTo>
                    <a:pt x="599271" y="766355"/>
                  </a:lnTo>
                  <a:lnTo>
                    <a:pt x="598676" y="766535"/>
                  </a:lnTo>
                  <a:lnTo>
                    <a:pt x="597601" y="766290"/>
                  </a:lnTo>
                  <a:lnTo>
                    <a:pt x="596684" y="766355"/>
                  </a:lnTo>
                  <a:lnTo>
                    <a:pt x="595697" y="766951"/>
                  </a:lnTo>
                  <a:lnTo>
                    <a:pt x="593659" y="767203"/>
                  </a:lnTo>
                  <a:lnTo>
                    <a:pt x="586519" y="769217"/>
                  </a:lnTo>
                  <a:lnTo>
                    <a:pt x="584582" y="772426"/>
                  </a:lnTo>
                  <a:lnTo>
                    <a:pt x="584396" y="774118"/>
                  </a:lnTo>
                  <a:lnTo>
                    <a:pt x="583856" y="774846"/>
                  </a:lnTo>
                  <a:lnTo>
                    <a:pt x="584061" y="775605"/>
                  </a:lnTo>
                  <a:lnTo>
                    <a:pt x="584018" y="777250"/>
                  </a:lnTo>
                  <a:lnTo>
                    <a:pt x="583249" y="778704"/>
                  </a:lnTo>
                  <a:lnTo>
                    <a:pt x="583330" y="779386"/>
                  </a:lnTo>
                  <a:lnTo>
                    <a:pt x="583914" y="780225"/>
                  </a:lnTo>
                  <a:lnTo>
                    <a:pt x="583674" y="780589"/>
                  </a:lnTo>
                  <a:lnTo>
                    <a:pt x="584289" y="781234"/>
                  </a:lnTo>
                  <a:lnTo>
                    <a:pt x="583988" y="782268"/>
                  </a:lnTo>
                  <a:lnTo>
                    <a:pt x="584276" y="782079"/>
                  </a:lnTo>
                  <a:lnTo>
                    <a:pt x="584945" y="782323"/>
                  </a:lnTo>
                  <a:lnTo>
                    <a:pt x="585973" y="783052"/>
                  </a:lnTo>
                  <a:lnTo>
                    <a:pt x="586160" y="783805"/>
                  </a:lnTo>
                  <a:lnTo>
                    <a:pt x="585799" y="784966"/>
                  </a:lnTo>
                  <a:lnTo>
                    <a:pt x="586553" y="786731"/>
                  </a:lnTo>
                  <a:lnTo>
                    <a:pt x="586305" y="787556"/>
                  </a:lnTo>
                  <a:lnTo>
                    <a:pt x="586479" y="788695"/>
                  </a:lnTo>
                  <a:lnTo>
                    <a:pt x="587659" y="789134"/>
                  </a:lnTo>
                  <a:lnTo>
                    <a:pt x="587610" y="792803"/>
                  </a:lnTo>
                  <a:lnTo>
                    <a:pt x="587896" y="793721"/>
                  </a:lnTo>
                  <a:lnTo>
                    <a:pt x="587548" y="796106"/>
                  </a:lnTo>
                  <a:lnTo>
                    <a:pt x="586264" y="797673"/>
                  </a:lnTo>
                  <a:lnTo>
                    <a:pt x="584633" y="801971"/>
                  </a:lnTo>
                  <a:lnTo>
                    <a:pt x="585120" y="803210"/>
                  </a:lnTo>
                  <a:lnTo>
                    <a:pt x="584763" y="803932"/>
                  </a:lnTo>
                  <a:lnTo>
                    <a:pt x="584865" y="805087"/>
                  </a:lnTo>
                  <a:lnTo>
                    <a:pt x="585460" y="805951"/>
                  </a:lnTo>
                  <a:lnTo>
                    <a:pt x="589850" y="807548"/>
                  </a:lnTo>
                  <a:lnTo>
                    <a:pt x="589729" y="807935"/>
                  </a:lnTo>
                  <a:lnTo>
                    <a:pt x="588558" y="810506"/>
                  </a:lnTo>
                  <a:lnTo>
                    <a:pt x="586936" y="811764"/>
                  </a:lnTo>
                  <a:lnTo>
                    <a:pt x="586331" y="812575"/>
                  </a:lnTo>
                  <a:lnTo>
                    <a:pt x="585841" y="813496"/>
                  </a:lnTo>
                  <a:lnTo>
                    <a:pt x="585480" y="815075"/>
                  </a:lnTo>
                  <a:lnTo>
                    <a:pt x="583903" y="817391"/>
                  </a:lnTo>
                  <a:lnTo>
                    <a:pt x="582667" y="818605"/>
                  </a:lnTo>
                  <a:lnTo>
                    <a:pt x="581141" y="819503"/>
                  </a:lnTo>
                  <a:lnTo>
                    <a:pt x="580624" y="820208"/>
                  </a:lnTo>
                  <a:lnTo>
                    <a:pt x="579317" y="820644"/>
                  </a:lnTo>
                  <a:lnTo>
                    <a:pt x="578134" y="822190"/>
                  </a:lnTo>
                  <a:lnTo>
                    <a:pt x="577696" y="823617"/>
                  </a:lnTo>
                  <a:lnTo>
                    <a:pt x="576885" y="823808"/>
                  </a:lnTo>
                  <a:lnTo>
                    <a:pt x="576649" y="824309"/>
                  </a:lnTo>
                  <a:lnTo>
                    <a:pt x="575311" y="824798"/>
                  </a:lnTo>
                  <a:lnTo>
                    <a:pt x="575531" y="825454"/>
                  </a:lnTo>
                  <a:lnTo>
                    <a:pt x="575034" y="827364"/>
                  </a:lnTo>
                  <a:lnTo>
                    <a:pt x="573529" y="829430"/>
                  </a:lnTo>
                  <a:lnTo>
                    <a:pt x="572816" y="830872"/>
                  </a:lnTo>
                  <a:lnTo>
                    <a:pt x="572597" y="833582"/>
                  </a:lnTo>
                  <a:lnTo>
                    <a:pt x="570236" y="836165"/>
                  </a:lnTo>
                  <a:lnTo>
                    <a:pt x="569513" y="838284"/>
                  </a:lnTo>
                  <a:lnTo>
                    <a:pt x="567508" y="840410"/>
                  </a:lnTo>
                  <a:lnTo>
                    <a:pt x="567364" y="842155"/>
                  </a:lnTo>
                  <a:lnTo>
                    <a:pt x="566735" y="842902"/>
                  </a:lnTo>
                  <a:lnTo>
                    <a:pt x="566740" y="843490"/>
                  </a:lnTo>
                  <a:lnTo>
                    <a:pt x="567317" y="844674"/>
                  </a:lnTo>
                  <a:lnTo>
                    <a:pt x="566928" y="846769"/>
                  </a:lnTo>
                  <a:lnTo>
                    <a:pt x="565146" y="849573"/>
                  </a:lnTo>
                  <a:lnTo>
                    <a:pt x="564475" y="851962"/>
                  </a:lnTo>
                  <a:lnTo>
                    <a:pt x="563185" y="854880"/>
                  </a:lnTo>
                  <a:lnTo>
                    <a:pt x="562465" y="856019"/>
                  </a:lnTo>
                  <a:lnTo>
                    <a:pt x="559314" y="857797"/>
                  </a:lnTo>
                  <a:lnTo>
                    <a:pt x="558736" y="857946"/>
                  </a:lnTo>
                  <a:lnTo>
                    <a:pt x="557088" y="857110"/>
                  </a:lnTo>
                  <a:lnTo>
                    <a:pt x="555859" y="860068"/>
                  </a:lnTo>
                  <a:lnTo>
                    <a:pt x="556116" y="861111"/>
                  </a:lnTo>
                  <a:lnTo>
                    <a:pt x="555207" y="864732"/>
                  </a:lnTo>
                  <a:lnTo>
                    <a:pt x="555453" y="866849"/>
                  </a:lnTo>
                  <a:lnTo>
                    <a:pt x="555251" y="868262"/>
                  </a:lnTo>
                  <a:lnTo>
                    <a:pt x="555881" y="869231"/>
                  </a:lnTo>
                  <a:lnTo>
                    <a:pt x="556240" y="870339"/>
                  </a:lnTo>
                  <a:lnTo>
                    <a:pt x="557845" y="872194"/>
                  </a:lnTo>
                  <a:lnTo>
                    <a:pt x="557866" y="872986"/>
                  </a:lnTo>
                  <a:lnTo>
                    <a:pt x="558617" y="874440"/>
                  </a:lnTo>
                  <a:lnTo>
                    <a:pt x="558347" y="874864"/>
                  </a:lnTo>
                  <a:lnTo>
                    <a:pt x="557275" y="875541"/>
                  </a:lnTo>
                  <a:lnTo>
                    <a:pt x="556777" y="876504"/>
                  </a:lnTo>
                  <a:lnTo>
                    <a:pt x="557022" y="877775"/>
                  </a:lnTo>
                  <a:lnTo>
                    <a:pt x="558462" y="880475"/>
                  </a:lnTo>
                  <a:lnTo>
                    <a:pt x="553304" y="888334"/>
                  </a:lnTo>
                  <a:lnTo>
                    <a:pt x="554626" y="889631"/>
                  </a:lnTo>
                  <a:lnTo>
                    <a:pt x="554976" y="890252"/>
                  </a:lnTo>
                  <a:lnTo>
                    <a:pt x="556421" y="891455"/>
                  </a:lnTo>
                  <a:lnTo>
                    <a:pt x="558566" y="892032"/>
                  </a:lnTo>
                  <a:lnTo>
                    <a:pt x="558786" y="892563"/>
                  </a:lnTo>
                  <a:lnTo>
                    <a:pt x="560159" y="893459"/>
                  </a:lnTo>
                  <a:lnTo>
                    <a:pt x="561127" y="895102"/>
                  </a:lnTo>
                  <a:lnTo>
                    <a:pt x="561765" y="896776"/>
                  </a:lnTo>
                  <a:lnTo>
                    <a:pt x="562318" y="899715"/>
                  </a:lnTo>
                  <a:lnTo>
                    <a:pt x="564905" y="905283"/>
                  </a:lnTo>
                  <a:lnTo>
                    <a:pt x="564186" y="907295"/>
                  </a:lnTo>
                  <a:lnTo>
                    <a:pt x="566077" y="910914"/>
                  </a:lnTo>
                  <a:lnTo>
                    <a:pt x="566861" y="913893"/>
                  </a:lnTo>
                  <a:lnTo>
                    <a:pt x="566729" y="914284"/>
                  </a:lnTo>
                  <a:lnTo>
                    <a:pt x="565769" y="915953"/>
                  </a:lnTo>
                  <a:lnTo>
                    <a:pt x="564407" y="916751"/>
                  </a:lnTo>
                  <a:lnTo>
                    <a:pt x="561790" y="917219"/>
                  </a:lnTo>
                  <a:lnTo>
                    <a:pt x="560764" y="917008"/>
                  </a:lnTo>
                  <a:lnTo>
                    <a:pt x="558339" y="917025"/>
                  </a:lnTo>
                  <a:lnTo>
                    <a:pt x="556123" y="917545"/>
                  </a:lnTo>
                  <a:lnTo>
                    <a:pt x="555661" y="918895"/>
                  </a:lnTo>
                  <a:lnTo>
                    <a:pt x="555053" y="919855"/>
                  </a:lnTo>
                  <a:lnTo>
                    <a:pt x="554189" y="920261"/>
                  </a:lnTo>
                  <a:lnTo>
                    <a:pt x="553172" y="921396"/>
                  </a:lnTo>
                  <a:lnTo>
                    <a:pt x="550505" y="923045"/>
                  </a:lnTo>
                  <a:lnTo>
                    <a:pt x="548662" y="924599"/>
                  </a:lnTo>
                  <a:lnTo>
                    <a:pt x="546315" y="925291"/>
                  </a:lnTo>
                  <a:lnTo>
                    <a:pt x="543728" y="928343"/>
                  </a:lnTo>
                  <a:lnTo>
                    <a:pt x="543227" y="928577"/>
                  </a:lnTo>
                  <a:lnTo>
                    <a:pt x="542154" y="928400"/>
                  </a:lnTo>
                  <a:lnTo>
                    <a:pt x="541338" y="928702"/>
                  </a:lnTo>
                  <a:lnTo>
                    <a:pt x="540245" y="930551"/>
                  </a:lnTo>
                  <a:lnTo>
                    <a:pt x="540320" y="931507"/>
                  </a:lnTo>
                  <a:lnTo>
                    <a:pt x="539523" y="933764"/>
                  </a:lnTo>
                  <a:lnTo>
                    <a:pt x="537403" y="935919"/>
                  </a:lnTo>
                  <a:lnTo>
                    <a:pt x="532548" y="935544"/>
                  </a:lnTo>
                  <a:lnTo>
                    <a:pt x="531465" y="935069"/>
                  </a:lnTo>
                  <a:lnTo>
                    <a:pt x="530407" y="934941"/>
                  </a:lnTo>
                  <a:lnTo>
                    <a:pt x="528632" y="935837"/>
                  </a:lnTo>
                  <a:lnTo>
                    <a:pt x="526968" y="937003"/>
                  </a:lnTo>
                  <a:lnTo>
                    <a:pt x="525383" y="937504"/>
                  </a:lnTo>
                  <a:lnTo>
                    <a:pt x="521678" y="939196"/>
                  </a:lnTo>
                  <a:lnTo>
                    <a:pt x="519275" y="939611"/>
                  </a:lnTo>
                  <a:lnTo>
                    <a:pt x="517917" y="940262"/>
                  </a:lnTo>
                  <a:lnTo>
                    <a:pt x="517889" y="940446"/>
                  </a:lnTo>
                  <a:lnTo>
                    <a:pt x="518748" y="940859"/>
                  </a:lnTo>
                  <a:lnTo>
                    <a:pt x="519105" y="941486"/>
                  </a:lnTo>
                  <a:lnTo>
                    <a:pt x="519729" y="941830"/>
                  </a:lnTo>
                  <a:lnTo>
                    <a:pt x="521743" y="944275"/>
                  </a:lnTo>
                  <a:lnTo>
                    <a:pt x="522375" y="945650"/>
                  </a:lnTo>
                  <a:lnTo>
                    <a:pt x="523335" y="945716"/>
                  </a:lnTo>
                  <a:lnTo>
                    <a:pt x="523098" y="946972"/>
                  </a:lnTo>
                  <a:lnTo>
                    <a:pt x="522305" y="948028"/>
                  </a:lnTo>
                  <a:lnTo>
                    <a:pt x="521456" y="948615"/>
                  </a:lnTo>
                  <a:lnTo>
                    <a:pt x="519590" y="949365"/>
                  </a:lnTo>
                  <a:lnTo>
                    <a:pt x="517144" y="954063"/>
                  </a:lnTo>
                  <a:lnTo>
                    <a:pt x="516746" y="955511"/>
                  </a:lnTo>
                  <a:lnTo>
                    <a:pt x="515865" y="956956"/>
                  </a:lnTo>
                  <a:lnTo>
                    <a:pt x="515170" y="957535"/>
                  </a:lnTo>
                  <a:lnTo>
                    <a:pt x="513900" y="957843"/>
                  </a:lnTo>
                  <a:lnTo>
                    <a:pt x="512553" y="961580"/>
                  </a:lnTo>
                  <a:lnTo>
                    <a:pt x="512939" y="963002"/>
                  </a:lnTo>
                  <a:lnTo>
                    <a:pt x="512834" y="964047"/>
                  </a:lnTo>
                  <a:lnTo>
                    <a:pt x="511983" y="966656"/>
                  </a:lnTo>
                  <a:lnTo>
                    <a:pt x="511409" y="967350"/>
                  </a:lnTo>
                  <a:lnTo>
                    <a:pt x="511281" y="969235"/>
                  </a:lnTo>
                  <a:lnTo>
                    <a:pt x="510609" y="970994"/>
                  </a:lnTo>
                  <a:lnTo>
                    <a:pt x="510591" y="972495"/>
                  </a:lnTo>
                  <a:lnTo>
                    <a:pt x="510034" y="973177"/>
                  </a:lnTo>
                  <a:lnTo>
                    <a:pt x="509085" y="975123"/>
                  </a:lnTo>
                  <a:lnTo>
                    <a:pt x="507665" y="976608"/>
                  </a:lnTo>
                  <a:lnTo>
                    <a:pt x="507412" y="977319"/>
                  </a:lnTo>
                  <a:lnTo>
                    <a:pt x="505936" y="979055"/>
                  </a:lnTo>
                  <a:lnTo>
                    <a:pt x="505818" y="979652"/>
                  </a:lnTo>
                  <a:lnTo>
                    <a:pt x="505309" y="980179"/>
                  </a:lnTo>
                  <a:lnTo>
                    <a:pt x="505182" y="982000"/>
                  </a:lnTo>
                  <a:lnTo>
                    <a:pt x="503968" y="984082"/>
                  </a:lnTo>
                  <a:lnTo>
                    <a:pt x="504018" y="985762"/>
                  </a:lnTo>
                  <a:lnTo>
                    <a:pt x="502799" y="987602"/>
                  </a:lnTo>
                  <a:lnTo>
                    <a:pt x="502450" y="989002"/>
                  </a:lnTo>
                  <a:lnTo>
                    <a:pt x="501791" y="989856"/>
                  </a:lnTo>
                  <a:lnTo>
                    <a:pt x="501023" y="992036"/>
                  </a:lnTo>
                  <a:lnTo>
                    <a:pt x="500809" y="996027"/>
                  </a:lnTo>
                  <a:lnTo>
                    <a:pt x="501012" y="997420"/>
                  </a:lnTo>
                  <a:lnTo>
                    <a:pt x="500940" y="1000230"/>
                  </a:lnTo>
                  <a:lnTo>
                    <a:pt x="499960" y="1001286"/>
                  </a:lnTo>
                  <a:lnTo>
                    <a:pt x="497974" y="1001763"/>
                  </a:lnTo>
                  <a:lnTo>
                    <a:pt x="497493" y="1002588"/>
                  </a:lnTo>
                  <a:lnTo>
                    <a:pt x="497232" y="1001801"/>
                  </a:lnTo>
                  <a:lnTo>
                    <a:pt x="496206" y="1000962"/>
                  </a:lnTo>
                  <a:lnTo>
                    <a:pt x="493435" y="997867"/>
                  </a:lnTo>
                  <a:lnTo>
                    <a:pt x="493100" y="996764"/>
                  </a:lnTo>
                  <a:lnTo>
                    <a:pt x="490865" y="994733"/>
                  </a:lnTo>
                  <a:lnTo>
                    <a:pt x="490145" y="993271"/>
                  </a:lnTo>
                  <a:lnTo>
                    <a:pt x="488654" y="991666"/>
                  </a:lnTo>
                  <a:lnTo>
                    <a:pt x="479289" y="996290"/>
                  </a:lnTo>
                  <a:lnTo>
                    <a:pt x="469143" y="999197"/>
                  </a:lnTo>
                  <a:lnTo>
                    <a:pt x="467600" y="999247"/>
                  </a:lnTo>
                  <a:lnTo>
                    <a:pt x="466370" y="998969"/>
                  </a:lnTo>
                  <a:lnTo>
                    <a:pt x="465807" y="999105"/>
                  </a:lnTo>
                  <a:lnTo>
                    <a:pt x="465093" y="998509"/>
                  </a:lnTo>
                  <a:lnTo>
                    <a:pt x="464197" y="997271"/>
                  </a:lnTo>
                  <a:lnTo>
                    <a:pt x="461692" y="997303"/>
                  </a:lnTo>
                  <a:lnTo>
                    <a:pt x="460363" y="996689"/>
                  </a:lnTo>
                  <a:lnTo>
                    <a:pt x="460026" y="996727"/>
                  </a:lnTo>
                  <a:lnTo>
                    <a:pt x="460176" y="997449"/>
                  </a:lnTo>
                  <a:lnTo>
                    <a:pt x="459967" y="997691"/>
                  </a:lnTo>
                  <a:lnTo>
                    <a:pt x="458801" y="998264"/>
                  </a:lnTo>
                  <a:lnTo>
                    <a:pt x="458264" y="998117"/>
                  </a:lnTo>
                  <a:lnTo>
                    <a:pt x="456159" y="996745"/>
                  </a:lnTo>
                  <a:lnTo>
                    <a:pt x="454898" y="995569"/>
                  </a:lnTo>
                  <a:lnTo>
                    <a:pt x="453012" y="994631"/>
                  </a:lnTo>
                  <a:lnTo>
                    <a:pt x="452461" y="994750"/>
                  </a:lnTo>
                  <a:lnTo>
                    <a:pt x="451612" y="995462"/>
                  </a:lnTo>
                  <a:lnTo>
                    <a:pt x="450475" y="995565"/>
                  </a:lnTo>
                  <a:lnTo>
                    <a:pt x="449251" y="995368"/>
                  </a:lnTo>
                  <a:lnTo>
                    <a:pt x="449196" y="993853"/>
                  </a:lnTo>
                  <a:lnTo>
                    <a:pt x="448692" y="993047"/>
                  </a:lnTo>
                  <a:lnTo>
                    <a:pt x="447786" y="992416"/>
                  </a:lnTo>
                  <a:lnTo>
                    <a:pt x="446845" y="990233"/>
                  </a:lnTo>
                  <a:lnTo>
                    <a:pt x="446138" y="989680"/>
                  </a:lnTo>
                  <a:lnTo>
                    <a:pt x="444414" y="990385"/>
                  </a:lnTo>
                  <a:lnTo>
                    <a:pt x="419460" y="985018"/>
                  </a:lnTo>
                  <a:lnTo>
                    <a:pt x="417522" y="984759"/>
                  </a:lnTo>
                  <a:lnTo>
                    <a:pt x="415098" y="985105"/>
                  </a:lnTo>
                  <a:lnTo>
                    <a:pt x="413765" y="984840"/>
                  </a:lnTo>
                  <a:lnTo>
                    <a:pt x="413198" y="985147"/>
                  </a:lnTo>
                  <a:lnTo>
                    <a:pt x="412352" y="984144"/>
                  </a:lnTo>
                  <a:lnTo>
                    <a:pt x="410862" y="985417"/>
                  </a:lnTo>
                  <a:lnTo>
                    <a:pt x="409348" y="986116"/>
                  </a:lnTo>
                  <a:lnTo>
                    <a:pt x="408142" y="985892"/>
                  </a:lnTo>
                  <a:lnTo>
                    <a:pt x="407105" y="986032"/>
                  </a:lnTo>
                  <a:lnTo>
                    <a:pt x="406046" y="986546"/>
                  </a:lnTo>
                  <a:lnTo>
                    <a:pt x="403040" y="986228"/>
                  </a:lnTo>
                  <a:lnTo>
                    <a:pt x="401541" y="986618"/>
                  </a:lnTo>
                  <a:lnTo>
                    <a:pt x="398644" y="986185"/>
                  </a:lnTo>
                  <a:lnTo>
                    <a:pt x="397161" y="986529"/>
                  </a:lnTo>
                  <a:lnTo>
                    <a:pt x="395815" y="987601"/>
                  </a:lnTo>
                  <a:lnTo>
                    <a:pt x="395311" y="987680"/>
                  </a:lnTo>
                  <a:lnTo>
                    <a:pt x="393165" y="986303"/>
                  </a:lnTo>
                  <a:lnTo>
                    <a:pt x="391517" y="984165"/>
                  </a:lnTo>
                  <a:lnTo>
                    <a:pt x="390006" y="983552"/>
                  </a:lnTo>
                  <a:lnTo>
                    <a:pt x="388685" y="983887"/>
                  </a:lnTo>
                  <a:lnTo>
                    <a:pt x="387322" y="984549"/>
                  </a:lnTo>
                  <a:lnTo>
                    <a:pt x="384385" y="983955"/>
                  </a:lnTo>
                  <a:lnTo>
                    <a:pt x="381324" y="985530"/>
                  </a:lnTo>
                  <a:lnTo>
                    <a:pt x="379267" y="987272"/>
                  </a:lnTo>
                  <a:lnTo>
                    <a:pt x="378334" y="988640"/>
                  </a:lnTo>
                  <a:lnTo>
                    <a:pt x="376261" y="989773"/>
                  </a:lnTo>
                  <a:lnTo>
                    <a:pt x="374770" y="990266"/>
                  </a:lnTo>
                  <a:lnTo>
                    <a:pt x="372567" y="993221"/>
                  </a:lnTo>
                  <a:lnTo>
                    <a:pt x="370673" y="994457"/>
                  </a:lnTo>
                  <a:lnTo>
                    <a:pt x="369404" y="994604"/>
                  </a:lnTo>
                  <a:lnTo>
                    <a:pt x="367075" y="994292"/>
                  </a:lnTo>
                  <a:lnTo>
                    <a:pt x="363111" y="992942"/>
                  </a:lnTo>
                  <a:lnTo>
                    <a:pt x="361186" y="991299"/>
                  </a:lnTo>
                  <a:lnTo>
                    <a:pt x="359992" y="991078"/>
                  </a:lnTo>
                  <a:lnTo>
                    <a:pt x="358226" y="992087"/>
                  </a:lnTo>
                  <a:lnTo>
                    <a:pt x="357710" y="992667"/>
                  </a:lnTo>
                  <a:lnTo>
                    <a:pt x="355639" y="997534"/>
                  </a:lnTo>
                  <a:lnTo>
                    <a:pt x="353574" y="999953"/>
                  </a:lnTo>
                  <a:lnTo>
                    <a:pt x="350602" y="1001531"/>
                  </a:lnTo>
                  <a:lnTo>
                    <a:pt x="347307" y="1001954"/>
                  </a:lnTo>
                  <a:lnTo>
                    <a:pt x="345140" y="1001981"/>
                  </a:lnTo>
                  <a:lnTo>
                    <a:pt x="343847" y="1001459"/>
                  </a:lnTo>
                  <a:lnTo>
                    <a:pt x="343134" y="1000664"/>
                  </a:lnTo>
                  <a:lnTo>
                    <a:pt x="342584" y="999491"/>
                  </a:lnTo>
                  <a:lnTo>
                    <a:pt x="341842" y="999065"/>
                  </a:lnTo>
                  <a:lnTo>
                    <a:pt x="339678" y="998658"/>
                  </a:lnTo>
                  <a:lnTo>
                    <a:pt x="337576" y="997826"/>
                  </a:lnTo>
                  <a:lnTo>
                    <a:pt x="333938" y="997704"/>
                  </a:lnTo>
                  <a:lnTo>
                    <a:pt x="332016" y="997003"/>
                  </a:lnTo>
                  <a:lnTo>
                    <a:pt x="331515" y="997130"/>
                  </a:lnTo>
                  <a:lnTo>
                    <a:pt x="330920" y="996716"/>
                  </a:lnTo>
                  <a:lnTo>
                    <a:pt x="329881" y="996796"/>
                  </a:lnTo>
                  <a:lnTo>
                    <a:pt x="328905" y="986370"/>
                  </a:lnTo>
                  <a:lnTo>
                    <a:pt x="313335" y="983217"/>
                  </a:lnTo>
                  <a:lnTo>
                    <a:pt x="310864" y="981707"/>
                  </a:lnTo>
                  <a:lnTo>
                    <a:pt x="305945" y="976108"/>
                  </a:lnTo>
                  <a:lnTo>
                    <a:pt x="301765" y="976033"/>
                  </a:lnTo>
                  <a:lnTo>
                    <a:pt x="300274" y="970462"/>
                  </a:lnTo>
                  <a:lnTo>
                    <a:pt x="299532" y="971094"/>
                  </a:lnTo>
                  <a:lnTo>
                    <a:pt x="298256" y="971584"/>
                  </a:lnTo>
                  <a:lnTo>
                    <a:pt x="297862" y="971376"/>
                  </a:lnTo>
                  <a:lnTo>
                    <a:pt x="297205" y="970459"/>
                  </a:lnTo>
                  <a:lnTo>
                    <a:pt x="296530" y="970065"/>
                  </a:lnTo>
                  <a:lnTo>
                    <a:pt x="295088" y="970072"/>
                  </a:lnTo>
                  <a:lnTo>
                    <a:pt x="293821" y="970593"/>
                  </a:lnTo>
                  <a:lnTo>
                    <a:pt x="291607" y="972121"/>
                  </a:lnTo>
                  <a:lnTo>
                    <a:pt x="290842" y="972314"/>
                  </a:lnTo>
                  <a:lnTo>
                    <a:pt x="289413" y="974963"/>
                  </a:lnTo>
                  <a:lnTo>
                    <a:pt x="289124" y="975695"/>
                  </a:lnTo>
                  <a:lnTo>
                    <a:pt x="289121" y="976851"/>
                  </a:lnTo>
                  <a:lnTo>
                    <a:pt x="288067" y="978402"/>
                  </a:lnTo>
                  <a:lnTo>
                    <a:pt x="287864" y="979532"/>
                  </a:lnTo>
                  <a:lnTo>
                    <a:pt x="287297" y="980206"/>
                  </a:lnTo>
                  <a:lnTo>
                    <a:pt x="287114" y="980974"/>
                  </a:lnTo>
                  <a:lnTo>
                    <a:pt x="286039" y="981344"/>
                  </a:lnTo>
                  <a:lnTo>
                    <a:pt x="285249" y="982141"/>
                  </a:lnTo>
                  <a:lnTo>
                    <a:pt x="283853" y="982292"/>
                  </a:lnTo>
                  <a:lnTo>
                    <a:pt x="283258" y="983725"/>
                  </a:lnTo>
                  <a:lnTo>
                    <a:pt x="281502" y="982767"/>
                  </a:lnTo>
                  <a:lnTo>
                    <a:pt x="281182" y="982077"/>
                  </a:lnTo>
                  <a:lnTo>
                    <a:pt x="280770" y="982041"/>
                  </a:lnTo>
                  <a:lnTo>
                    <a:pt x="280269" y="982425"/>
                  </a:lnTo>
                  <a:lnTo>
                    <a:pt x="278351" y="981866"/>
                  </a:lnTo>
                  <a:lnTo>
                    <a:pt x="276579" y="980599"/>
                  </a:lnTo>
                  <a:lnTo>
                    <a:pt x="274739" y="980803"/>
                  </a:lnTo>
                  <a:lnTo>
                    <a:pt x="272402" y="979103"/>
                  </a:lnTo>
                  <a:lnTo>
                    <a:pt x="271800" y="980106"/>
                  </a:lnTo>
                  <a:lnTo>
                    <a:pt x="270976" y="980110"/>
                  </a:lnTo>
                  <a:lnTo>
                    <a:pt x="252007" y="953771"/>
                  </a:lnTo>
                  <a:lnTo>
                    <a:pt x="251004" y="953477"/>
                  </a:lnTo>
                  <a:lnTo>
                    <a:pt x="249550" y="954174"/>
                  </a:lnTo>
                  <a:lnTo>
                    <a:pt x="242260" y="945713"/>
                  </a:lnTo>
                  <a:lnTo>
                    <a:pt x="241794" y="945507"/>
                  </a:lnTo>
                  <a:lnTo>
                    <a:pt x="240645" y="945620"/>
                  </a:lnTo>
                  <a:lnTo>
                    <a:pt x="238280" y="946475"/>
                  </a:lnTo>
                  <a:lnTo>
                    <a:pt x="238009" y="946861"/>
                  </a:lnTo>
                  <a:lnTo>
                    <a:pt x="237769" y="948642"/>
                  </a:lnTo>
                  <a:lnTo>
                    <a:pt x="237166" y="949855"/>
                  </a:lnTo>
                  <a:lnTo>
                    <a:pt x="236399" y="950373"/>
                  </a:lnTo>
                  <a:lnTo>
                    <a:pt x="236231" y="950892"/>
                  </a:lnTo>
                  <a:lnTo>
                    <a:pt x="235596" y="951411"/>
                  </a:lnTo>
                  <a:lnTo>
                    <a:pt x="234933" y="952485"/>
                  </a:lnTo>
                  <a:lnTo>
                    <a:pt x="232769" y="953934"/>
                  </a:lnTo>
                  <a:lnTo>
                    <a:pt x="229392" y="954316"/>
                  </a:lnTo>
                  <a:lnTo>
                    <a:pt x="228120" y="954186"/>
                  </a:lnTo>
                  <a:lnTo>
                    <a:pt x="226919" y="954529"/>
                  </a:lnTo>
                  <a:lnTo>
                    <a:pt x="226377" y="955545"/>
                  </a:lnTo>
                  <a:lnTo>
                    <a:pt x="224951" y="956729"/>
                  </a:lnTo>
                  <a:lnTo>
                    <a:pt x="223218" y="957232"/>
                  </a:lnTo>
                  <a:lnTo>
                    <a:pt x="219948" y="958631"/>
                  </a:lnTo>
                  <a:lnTo>
                    <a:pt x="217113" y="958601"/>
                  </a:lnTo>
                  <a:lnTo>
                    <a:pt x="215887" y="958835"/>
                  </a:lnTo>
                  <a:lnTo>
                    <a:pt x="215108" y="958624"/>
                  </a:lnTo>
                  <a:lnTo>
                    <a:pt x="213588" y="959366"/>
                  </a:lnTo>
                  <a:lnTo>
                    <a:pt x="212893" y="960805"/>
                  </a:lnTo>
                  <a:lnTo>
                    <a:pt x="209723" y="962138"/>
                  </a:lnTo>
                  <a:lnTo>
                    <a:pt x="208016" y="961898"/>
                  </a:lnTo>
                  <a:lnTo>
                    <a:pt x="206742" y="962181"/>
                  </a:lnTo>
                  <a:lnTo>
                    <a:pt x="203537" y="959710"/>
                  </a:lnTo>
                  <a:lnTo>
                    <a:pt x="202829" y="959534"/>
                  </a:lnTo>
                  <a:lnTo>
                    <a:pt x="202746" y="958380"/>
                  </a:lnTo>
                  <a:lnTo>
                    <a:pt x="202557" y="958219"/>
                  </a:lnTo>
                  <a:lnTo>
                    <a:pt x="199460" y="958485"/>
                  </a:lnTo>
                  <a:lnTo>
                    <a:pt x="195629" y="958401"/>
                  </a:lnTo>
                  <a:lnTo>
                    <a:pt x="192844" y="959242"/>
                  </a:lnTo>
                  <a:lnTo>
                    <a:pt x="190259" y="958464"/>
                  </a:lnTo>
                  <a:lnTo>
                    <a:pt x="189593" y="958619"/>
                  </a:lnTo>
                  <a:lnTo>
                    <a:pt x="188311" y="958287"/>
                  </a:lnTo>
                  <a:lnTo>
                    <a:pt x="186750" y="956944"/>
                  </a:lnTo>
                  <a:lnTo>
                    <a:pt x="185427" y="956433"/>
                  </a:lnTo>
                  <a:lnTo>
                    <a:pt x="184186" y="956637"/>
                  </a:lnTo>
                  <a:lnTo>
                    <a:pt x="183590" y="956473"/>
                  </a:lnTo>
                  <a:lnTo>
                    <a:pt x="181674" y="956616"/>
                  </a:lnTo>
                  <a:lnTo>
                    <a:pt x="180088" y="955953"/>
                  </a:lnTo>
                  <a:lnTo>
                    <a:pt x="178135" y="952380"/>
                  </a:lnTo>
                  <a:lnTo>
                    <a:pt x="178788" y="948580"/>
                  </a:lnTo>
                  <a:lnTo>
                    <a:pt x="176819" y="944370"/>
                  </a:lnTo>
                  <a:lnTo>
                    <a:pt x="176685" y="943311"/>
                  </a:lnTo>
                  <a:lnTo>
                    <a:pt x="176092" y="942722"/>
                  </a:lnTo>
                  <a:lnTo>
                    <a:pt x="176227" y="940869"/>
                  </a:lnTo>
                  <a:lnTo>
                    <a:pt x="177649" y="940384"/>
                  </a:lnTo>
                  <a:lnTo>
                    <a:pt x="181471" y="940446"/>
                  </a:lnTo>
                  <a:lnTo>
                    <a:pt x="186835" y="938833"/>
                  </a:lnTo>
                  <a:lnTo>
                    <a:pt x="187205" y="938417"/>
                  </a:lnTo>
                  <a:lnTo>
                    <a:pt x="189388" y="937387"/>
                  </a:lnTo>
                  <a:lnTo>
                    <a:pt x="191449" y="935841"/>
                  </a:lnTo>
                  <a:lnTo>
                    <a:pt x="193455" y="935060"/>
                  </a:lnTo>
                  <a:lnTo>
                    <a:pt x="195952" y="933375"/>
                  </a:lnTo>
                  <a:lnTo>
                    <a:pt x="198405" y="930438"/>
                  </a:lnTo>
                  <a:lnTo>
                    <a:pt x="198145" y="929086"/>
                  </a:lnTo>
                  <a:lnTo>
                    <a:pt x="198477" y="928417"/>
                  </a:lnTo>
                  <a:lnTo>
                    <a:pt x="198470" y="927301"/>
                  </a:lnTo>
                  <a:lnTo>
                    <a:pt x="199457" y="924898"/>
                  </a:lnTo>
                  <a:lnTo>
                    <a:pt x="199973" y="922615"/>
                  </a:lnTo>
                  <a:lnTo>
                    <a:pt x="201729" y="920330"/>
                  </a:lnTo>
                  <a:lnTo>
                    <a:pt x="202966" y="918079"/>
                  </a:lnTo>
                  <a:lnTo>
                    <a:pt x="203815" y="917258"/>
                  </a:lnTo>
                  <a:lnTo>
                    <a:pt x="203901" y="916030"/>
                  </a:lnTo>
                  <a:lnTo>
                    <a:pt x="204639" y="914451"/>
                  </a:lnTo>
                  <a:lnTo>
                    <a:pt x="205676" y="914704"/>
                  </a:lnTo>
                  <a:lnTo>
                    <a:pt x="206294" y="914620"/>
                  </a:lnTo>
                  <a:lnTo>
                    <a:pt x="210002" y="913071"/>
                  </a:lnTo>
                  <a:lnTo>
                    <a:pt x="210750" y="911969"/>
                  </a:lnTo>
                  <a:lnTo>
                    <a:pt x="212267" y="911099"/>
                  </a:lnTo>
                  <a:lnTo>
                    <a:pt x="214936" y="908176"/>
                  </a:lnTo>
                  <a:lnTo>
                    <a:pt x="217454" y="906246"/>
                  </a:lnTo>
                  <a:lnTo>
                    <a:pt x="217781" y="904636"/>
                  </a:lnTo>
                  <a:lnTo>
                    <a:pt x="218684" y="902922"/>
                  </a:lnTo>
                  <a:lnTo>
                    <a:pt x="220668" y="903171"/>
                  </a:lnTo>
                  <a:lnTo>
                    <a:pt x="222828" y="902928"/>
                  </a:lnTo>
                  <a:lnTo>
                    <a:pt x="224725" y="902301"/>
                  </a:lnTo>
                  <a:lnTo>
                    <a:pt x="228083" y="900649"/>
                  </a:lnTo>
                  <a:lnTo>
                    <a:pt x="229758" y="899031"/>
                  </a:lnTo>
                  <a:lnTo>
                    <a:pt x="230579" y="897421"/>
                  </a:lnTo>
                  <a:lnTo>
                    <a:pt x="234205" y="894252"/>
                  </a:lnTo>
                  <a:lnTo>
                    <a:pt x="235745" y="892128"/>
                  </a:lnTo>
                  <a:lnTo>
                    <a:pt x="236928" y="891248"/>
                  </a:lnTo>
                  <a:lnTo>
                    <a:pt x="238648" y="890543"/>
                  </a:lnTo>
                  <a:lnTo>
                    <a:pt x="239709" y="889355"/>
                  </a:lnTo>
                  <a:lnTo>
                    <a:pt x="240017" y="888154"/>
                  </a:lnTo>
                  <a:lnTo>
                    <a:pt x="239996" y="885764"/>
                  </a:lnTo>
                  <a:lnTo>
                    <a:pt x="241251" y="880610"/>
                  </a:lnTo>
                  <a:lnTo>
                    <a:pt x="241137" y="878603"/>
                  </a:lnTo>
                  <a:lnTo>
                    <a:pt x="240083" y="875979"/>
                  </a:lnTo>
                  <a:lnTo>
                    <a:pt x="236141" y="870751"/>
                  </a:lnTo>
                  <a:lnTo>
                    <a:pt x="235008" y="868215"/>
                  </a:lnTo>
                  <a:lnTo>
                    <a:pt x="233518" y="864586"/>
                  </a:lnTo>
                  <a:lnTo>
                    <a:pt x="233824" y="860805"/>
                  </a:lnTo>
                  <a:lnTo>
                    <a:pt x="235021" y="860279"/>
                  </a:lnTo>
                  <a:lnTo>
                    <a:pt x="237624" y="856771"/>
                  </a:lnTo>
                  <a:lnTo>
                    <a:pt x="245694" y="856080"/>
                  </a:lnTo>
                  <a:lnTo>
                    <a:pt x="251426" y="848043"/>
                  </a:lnTo>
                  <a:lnTo>
                    <a:pt x="251267" y="845654"/>
                  </a:lnTo>
                  <a:lnTo>
                    <a:pt x="252204" y="843332"/>
                  </a:lnTo>
                  <a:lnTo>
                    <a:pt x="251918" y="835648"/>
                  </a:lnTo>
                  <a:lnTo>
                    <a:pt x="252589" y="829078"/>
                  </a:lnTo>
                  <a:lnTo>
                    <a:pt x="255281" y="826810"/>
                  </a:lnTo>
                  <a:lnTo>
                    <a:pt x="255531" y="823942"/>
                  </a:lnTo>
                  <a:lnTo>
                    <a:pt x="253113" y="822161"/>
                  </a:lnTo>
                  <a:lnTo>
                    <a:pt x="251328" y="819625"/>
                  </a:lnTo>
                  <a:lnTo>
                    <a:pt x="254915" y="81104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pg108">
              <a:extLst>
                <a:ext uri="{FF2B5EF4-FFF2-40B4-BE49-F238E27FC236}">
                  <a16:creationId xmlns:a16="http://schemas.microsoft.com/office/drawing/2014/main" id="{3D1B1BF9-4076-C90B-EDE6-32EF2E48FCE8}"/>
                </a:ext>
              </a:extLst>
            </p:cNvPr>
            <p:cNvSpPr/>
            <p:nvPr/>
          </p:nvSpPr>
          <p:spPr>
            <a:xfrm>
              <a:off x="3096716" y="2307922"/>
              <a:ext cx="754361" cy="672558"/>
            </a:xfrm>
            <a:custGeom>
              <a:avLst/>
              <a:gdLst/>
              <a:ahLst/>
              <a:cxnLst/>
              <a:rect l="0" t="0" r="0" b="0"/>
              <a:pathLst>
                <a:path w="754361" h="672558">
                  <a:moveTo>
                    <a:pt x="210098" y="358304"/>
                  </a:moveTo>
                  <a:lnTo>
                    <a:pt x="210489" y="358355"/>
                  </a:lnTo>
                  <a:lnTo>
                    <a:pt x="211016" y="359358"/>
                  </a:lnTo>
                  <a:lnTo>
                    <a:pt x="211573" y="359581"/>
                  </a:lnTo>
                  <a:lnTo>
                    <a:pt x="213938" y="361802"/>
                  </a:lnTo>
                  <a:lnTo>
                    <a:pt x="217375" y="362474"/>
                  </a:lnTo>
                  <a:lnTo>
                    <a:pt x="220147" y="363719"/>
                  </a:lnTo>
                  <a:lnTo>
                    <a:pt x="220623" y="363829"/>
                  </a:lnTo>
                  <a:lnTo>
                    <a:pt x="222024" y="362771"/>
                  </a:lnTo>
                  <a:lnTo>
                    <a:pt x="222387" y="362726"/>
                  </a:lnTo>
                  <a:lnTo>
                    <a:pt x="222721" y="363105"/>
                  </a:lnTo>
                  <a:lnTo>
                    <a:pt x="223249" y="361704"/>
                  </a:lnTo>
                  <a:lnTo>
                    <a:pt x="224414" y="361674"/>
                  </a:lnTo>
                  <a:lnTo>
                    <a:pt x="226098" y="361170"/>
                  </a:lnTo>
                  <a:lnTo>
                    <a:pt x="227024" y="360519"/>
                  </a:lnTo>
                  <a:lnTo>
                    <a:pt x="229662" y="359992"/>
                  </a:lnTo>
                  <a:lnTo>
                    <a:pt x="231314" y="360299"/>
                  </a:lnTo>
                  <a:lnTo>
                    <a:pt x="232687" y="359633"/>
                  </a:lnTo>
                  <a:lnTo>
                    <a:pt x="233600" y="359554"/>
                  </a:lnTo>
                  <a:lnTo>
                    <a:pt x="234312" y="359228"/>
                  </a:lnTo>
                  <a:lnTo>
                    <a:pt x="234102" y="358077"/>
                  </a:lnTo>
                  <a:lnTo>
                    <a:pt x="233292" y="357373"/>
                  </a:lnTo>
                  <a:lnTo>
                    <a:pt x="233388" y="356641"/>
                  </a:lnTo>
                  <a:lnTo>
                    <a:pt x="234873" y="356048"/>
                  </a:lnTo>
                  <a:lnTo>
                    <a:pt x="236619" y="354309"/>
                  </a:lnTo>
                  <a:lnTo>
                    <a:pt x="238127" y="354049"/>
                  </a:lnTo>
                  <a:lnTo>
                    <a:pt x="238158" y="353192"/>
                  </a:lnTo>
                  <a:lnTo>
                    <a:pt x="238847" y="352409"/>
                  </a:lnTo>
                  <a:lnTo>
                    <a:pt x="240351" y="352296"/>
                  </a:lnTo>
                  <a:lnTo>
                    <a:pt x="241127" y="351887"/>
                  </a:lnTo>
                  <a:lnTo>
                    <a:pt x="241813" y="351839"/>
                  </a:lnTo>
                  <a:lnTo>
                    <a:pt x="241919" y="350651"/>
                  </a:lnTo>
                  <a:lnTo>
                    <a:pt x="241176" y="349610"/>
                  </a:lnTo>
                  <a:lnTo>
                    <a:pt x="241112" y="349029"/>
                  </a:lnTo>
                  <a:lnTo>
                    <a:pt x="241576" y="348768"/>
                  </a:lnTo>
                  <a:lnTo>
                    <a:pt x="242231" y="348893"/>
                  </a:lnTo>
                  <a:lnTo>
                    <a:pt x="244239" y="350621"/>
                  </a:lnTo>
                  <a:lnTo>
                    <a:pt x="245810" y="351114"/>
                  </a:lnTo>
                  <a:lnTo>
                    <a:pt x="246326" y="350815"/>
                  </a:lnTo>
                  <a:lnTo>
                    <a:pt x="246378" y="351022"/>
                  </a:lnTo>
                  <a:lnTo>
                    <a:pt x="248199" y="352001"/>
                  </a:lnTo>
                  <a:lnTo>
                    <a:pt x="249091" y="351785"/>
                  </a:lnTo>
                  <a:lnTo>
                    <a:pt x="249651" y="351255"/>
                  </a:lnTo>
                  <a:lnTo>
                    <a:pt x="253588" y="350389"/>
                  </a:lnTo>
                  <a:lnTo>
                    <a:pt x="254277" y="349897"/>
                  </a:lnTo>
                  <a:lnTo>
                    <a:pt x="254606" y="348233"/>
                  </a:lnTo>
                  <a:lnTo>
                    <a:pt x="255127" y="347774"/>
                  </a:lnTo>
                  <a:lnTo>
                    <a:pt x="254795" y="346802"/>
                  </a:lnTo>
                  <a:lnTo>
                    <a:pt x="255020" y="345692"/>
                  </a:lnTo>
                  <a:lnTo>
                    <a:pt x="255426" y="344805"/>
                  </a:lnTo>
                  <a:lnTo>
                    <a:pt x="256171" y="344062"/>
                  </a:lnTo>
                  <a:lnTo>
                    <a:pt x="259006" y="343683"/>
                  </a:lnTo>
                  <a:lnTo>
                    <a:pt x="260816" y="343686"/>
                  </a:lnTo>
                  <a:lnTo>
                    <a:pt x="265538" y="344282"/>
                  </a:lnTo>
                  <a:lnTo>
                    <a:pt x="269041" y="343561"/>
                  </a:lnTo>
                  <a:lnTo>
                    <a:pt x="271048" y="344896"/>
                  </a:lnTo>
                  <a:lnTo>
                    <a:pt x="271168" y="345364"/>
                  </a:lnTo>
                  <a:lnTo>
                    <a:pt x="272333" y="346497"/>
                  </a:lnTo>
                  <a:lnTo>
                    <a:pt x="272959" y="346416"/>
                  </a:lnTo>
                  <a:lnTo>
                    <a:pt x="274661" y="347228"/>
                  </a:lnTo>
                  <a:lnTo>
                    <a:pt x="275072" y="347658"/>
                  </a:lnTo>
                  <a:lnTo>
                    <a:pt x="275986" y="347686"/>
                  </a:lnTo>
                  <a:lnTo>
                    <a:pt x="278568" y="348552"/>
                  </a:lnTo>
                  <a:lnTo>
                    <a:pt x="282330" y="348497"/>
                  </a:lnTo>
                  <a:lnTo>
                    <a:pt x="284337" y="347977"/>
                  </a:lnTo>
                  <a:lnTo>
                    <a:pt x="288171" y="347927"/>
                  </a:lnTo>
                  <a:lnTo>
                    <a:pt x="289266" y="347521"/>
                  </a:lnTo>
                  <a:lnTo>
                    <a:pt x="290122" y="347468"/>
                  </a:lnTo>
                  <a:lnTo>
                    <a:pt x="292456" y="347980"/>
                  </a:lnTo>
                  <a:lnTo>
                    <a:pt x="293419" y="347716"/>
                  </a:lnTo>
                  <a:lnTo>
                    <a:pt x="294332" y="346895"/>
                  </a:lnTo>
                  <a:lnTo>
                    <a:pt x="294895" y="345130"/>
                  </a:lnTo>
                  <a:lnTo>
                    <a:pt x="296000" y="344943"/>
                  </a:lnTo>
                  <a:lnTo>
                    <a:pt x="296748" y="345233"/>
                  </a:lnTo>
                  <a:lnTo>
                    <a:pt x="299290" y="345316"/>
                  </a:lnTo>
                  <a:lnTo>
                    <a:pt x="301334" y="347102"/>
                  </a:lnTo>
                  <a:lnTo>
                    <a:pt x="301402" y="347483"/>
                  </a:lnTo>
                  <a:lnTo>
                    <a:pt x="304758" y="348647"/>
                  </a:lnTo>
                  <a:lnTo>
                    <a:pt x="305609" y="348316"/>
                  </a:lnTo>
                  <a:lnTo>
                    <a:pt x="306735" y="347256"/>
                  </a:lnTo>
                  <a:lnTo>
                    <a:pt x="307433" y="347169"/>
                  </a:lnTo>
                  <a:lnTo>
                    <a:pt x="311467" y="347821"/>
                  </a:lnTo>
                  <a:lnTo>
                    <a:pt x="311415" y="348114"/>
                  </a:lnTo>
                  <a:lnTo>
                    <a:pt x="312360" y="349517"/>
                  </a:lnTo>
                  <a:lnTo>
                    <a:pt x="314071" y="350429"/>
                  </a:lnTo>
                  <a:lnTo>
                    <a:pt x="314764" y="349272"/>
                  </a:lnTo>
                  <a:lnTo>
                    <a:pt x="317372" y="350060"/>
                  </a:lnTo>
                  <a:lnTo>
                    <a:pt x="318728" y="350809"/>
                  </a:lnTo>
                  <a:lnTo>
                    <a:pt x="319360" y="350764"/>
                  </a:lnTo>
                  <a:lnTo>
                    <a:pt x="321296" y="351267"/>
                  </a:lnTo>
                  <a:lnTo>
                    <a:pt x="325233" y="353880"/>
                  </a:lnTo>
                  <a:lnTo>
                    <a:pt x="332718" y="350870"/>
                  </a:lnTo>
                  <a:lnTo>
                    <a:pt x="333522" y="351052"/>
                  </a:lnTo>
                  <a:lnTo>
                    <a:pt x="335882" y="349978"/>
                  </a:lnTo>
                  <a:lnTo>
                    <a:pt x="337433" y="348203"/>
                  </a:lnTo>
                  <a:lnTo>
                    <a:pt x="338345" y="347688"/>
                  </a:lnTo>
                  <a:lnTo>
                    <a:pt x="338461" y="347067"/>
                  </a:lnTo>
                  <a:lnTo>
                    <a:pt x="340104" y="345102"/>
                  </a:lnTo>
                  <a:lnTo>
                    <a:pt x="341553" y="342848"/>
                  </a:lnTo>
                  <a:lnTo>
                    <a:pt x="341785" y="341544"/>
                  </a:lnTo>
                  <a:lnTo>
                    <a:pt x="342537" y="340431"/>
                  </a:lnTo>
                  <a:lnTo>
                    <a:pt x="342378" y="339634"/>
                  </a:lnTo>
                  <a:lnTo>
                    <a:pt x="342521" y="338064"/>
                  </a:lnTo>
                  <a:lnTo>
                    <a:pt x="342166" y="337731"/>
                  </a:lnTo>
                  <a:lnTo>
                    <a:pt x="341681" y="335832"/>
                  </a:lnTo>
                  <a:lnTo>
                    <a:pt x="341783" y="328207"/>
                  </a:lnTo>
                  <a:lnTo>
                    <a:pt x="341363" y="325769"/>
                  </a:lnTo>
                  <a:lnTo>
                    <a:pt x="341348" y="322721"/>
                  </a:lnTo>
                  <a:lnTo>
                    <a:pt x="341625" y="322032"/>
                  </a:lnTo>
                  <a:lnTo>
                    <a:pt x="341440" y="320750"/>
                  </a:lnTo>
                  <a:lnTo>
                    <a:pt x="341871" y="317408"/>
                  </a:lnTo>
                  <a:lnTo>
                    <a:pt x="342571" y="316194"/>
                  </a:lnTo>
                  <a:lnTo>
                    <a:pt x="342908" y="315038"/>
                  </a:lnTo>
                  <a:lnTo>
                    <a:pt x="344540" y="312319"/>
                  </a:lnTo>
                  <a:lnTo>
                    <a:pt x="344690" y="311777"/>
                  </a:lnTo>
                  <a:lnTo>
                    <a:pt x="344401" y="311692"/>
                  </a:lnTo>
                  <a:lnTo>
                    <a:pt x="344976" y="311073"/>
                  </a:lnTo>
                  <a:lnTo>
                    <a:pt x="345236" y="310148"/>
                  </a:lnTo>
                  <a:lnTo>
                    <a:pt x="346230" y="309238"/>
                  </a:lnTo>
                  <a:lnTo>
                    <a:pt x="348080" y="308339"/>
                  </a:lnTo>
                  <a:lnTo>
                    <a:pt x="348295" y="306153"/>
                  </a:lnTo>
                  <a:lnTo>
                    <a:pt x="346741" y="305422"/>
                  </a:lnTo>
                  <a:lnTo>
                    <a:pt x="345113" y="304987"/>
                  </a:lnTo>
                  <a:lnTo>
                    <a:pt x="345498" y="303222"/>
                  </a:lnTo>
                  <a:lnTo>
                    <a:pt x="344357" y="299718"/>
                  </a:lnTo>
                  <a:lnTo>
                    <a:pt x="343714" y="299250"/>
                  </a:lnTo>
                  <a:lnTo>
                    <a:pt x="342972" y="298226"/>
                  </a:lnTo>
                  <a:lnTo>
                    <a:pt x="341740" y="295978"/>
                  </a:lnTo>
                  <a:lnTo>
                    <a:pt x="342004" y="294533"/>
                  </a:lnTo>
                  <a:lnTo>
                    <a:pt x="341742" y="292941"/>
                  </a:lnTo>
                  <a:lnTo>
                    <a:pt x="341930" y="292283"/>
                  </a:lnTo>
                  <a:lnTo>
                    <a:pt x="341737" y="291543"/>
                  </a:lnTo>
                  <a:lnTo>
                    <a:pt x="341754" y="289064"/>
                  </a:lnTo>
                  <a:lnTo>
                    <a:pt x="341951" y="288460"/>
                  </a:lnTo>
                  <a:lnTo>
                    <a:pt x="339809" y="288119"/>
                  </a:lnTo>
                  <a:lnTo>
                    <a:pt x="339780" y="287674"/>
                  </a:lnTo>
                  <a:lnTo>
                    <a:pt x="339867" y="287357"/>
                  </a:lnTo>
                  <a:lnTo>
                    <a:pt x="342212" y="287203"/>
                  </a:lnTo>
                  <a:lnTo>
                    <a:pt x="342437" y="286421"/>
                  </a:lnTo>
                  <a:lnTo>
                    <a:pt x="342164" y="285342"/>
                  </a:lnTo>
                  <a:lnTo>
                    <a:pt x="342133" y="284365"/>
                  </a:lnTo>
                  <a:lnTo>
                    <a:pt x="342342" y="284014"/>
                  </a:lnTo>
                  <a:lnTo>
                    <a:pt x="342211" y="283013"/>
                  </a:lnTo>
                  <a:lnTo>
                    <a:pt x="343223" y="278600"/>
                  </a:lnTo>
                  <a:lnTo>
                    <a:pt x="342652" y="278018"/>
                  </a:lnTo>
                  <a:lnTo>
                    <a:pt x="342519" y="277051"/>
                  </a:lnTo>
                  <a:lnTo>
                    <a:pt x="343117" y="276196"/>
                  </a:lnTo>
                  <a:lnTo>
                    <a:pt x="342856" y="275619"/>
                  </a:lnTo>
                  <a:lnTo>
                    <a:pt x="343313" y="274724"/>
                  </a:lnTo>
                  <a:lnTo>
                    <a:pt x="343224" y="272776"/>
                  </a:lnTo>
                  <a:lnTo>
                    <a:pt x="343584" y="272130"/>
                  </a:lnTo>
                  <a:lnTo>
                    <a:pt x="343487" y="270933"/>
                  </a:lnTo>
                  <a:lnTo>
                    <a:pt x="344769" y="268478"/>
                  </a:lnTo>
                  <a:lnTo>
                    <a:pt x="344778" y="267800"/>
                  </a:lnTo>
                  <a:lnTo>
                    <a:pt x="345237" y="267394"/>
                  </a:lnTo>
                  <a:lnTo>
                    <a:pt x="345165" y="266489"/>
                  </a:lnTo>
                  <a:lnTo>
                    <a:pt x="345678" y="265067"/>
                  </a:lnTo>
                  <a:lnTo>
                    <a:pt x="345528" y="264422"/>
                  </a:lnTo>
                  <a:lnTo>
                    <a:pt x="345823" y="263152"/>
                  </a:lnTo>
                  <a:lnTo>
                    <a:pt x="345447" y="262033"/>
                  </a:lnTo>
                  <a:lnTo>
                    <a:pt x="345482" y="261241"/>
                  </a:lnTo>
                  <a:lnTo>
                    <a:pt x="346206" y="259016"/>
                  </a:lnTo>
                  <a:lnTo>
                    <a:pt x="346058" y="258174"/>
                  </a:lnTo>
                  <a:lnTo>
                    <a:pt x="345413" y="257424"/>
                  </a:lnTo>
                  <a:lnTo>
                    <a:pt x="345697" y="256260"/>
                  </a:lnTo>
                  <a:lnTo>
                    <a:pt x="345584" y="255987"/>
                  </a:lnTo>
                  <a:lnTo>
                    <a:pt x="345766" y="255618"/>
                  </a:lnTo>
                  <a:lnTo>
                    <a:pt x="346411" y="255769"/>
                  </a:lnTo>
                  <a:lnTo>
                    <a:pt x="346533" y="255455"/>
                  </a:lnTo>
                  <a:lnTo>
                    <a:pt x="347589" y="254678"/>
                  </a:lnTo>
                  <a:lnTo>
                    <a:pt x="347740" y="254161"/>
                  </a:lnTo>
                  <a:lnTo>
                    <a:pt x="348384" y="253507"/>
                  </a:lnTo>
                  <a:lnTo>
                    <a:pt x="348567" y="252792"/>
                  </a:lnTo>
                  <a:lnTo>
                    <a:pt x="349358" y="251550"/>
                  </a:lnTo>
                  <a:lnTo>
                    <a:pt x="349308" y="251091"/>
                  </a:lnTo>
                  <a:lnTo>
                    <a:pt x="349604" y="250884"/>
                  </a:lnTo>
                  <a:lnTo>
                    <a:pt x="349468" y="249923"/>
                  </a:lnTo>
                  <a:lnTo>
                    <a:pt x="349962" y="248919"/>
                  </a:lnTo>
                  <a:lnTo>
                    <a:pt x="349648" y="248560"/>
                  </a:lnTo>
                  <a:lnTo>
                    <a:pt x="349761" y="248079"/>
                  </a:lnTo>
                  <a:lnTo>
                    <a:pt x="349250" y="247139"/>
                  </a:lnTo>
                  <a:lnTo>
                    <a:pt x="348922" y="245739"/>
                  </a:lnTo>
                  <a:lnTo>
                    <a:pt x="347594" y="244330"/>
                  </a:lnTo>
                  <a:lnTo>
                    <a:pt x="346275" y="241937"/>
                  </a:lnTo>
                  <a:lnTo>
                    <a:pt x="346069" y="240916"/>
                  </a:lnTo>
                  <a:lnTo>
                    <a:pt x="346178" y="239938"/>
                  </a:lnTo>
                  <a:lnTo>
                    <a:pt x="347664" y="237387"/>
                  </a:lnTo>
                  <a:lnTo>
                    <a:pt x="348352" y="234674"/>
                  </a:lnTo>
                  <a:lnTo>
                    <a:pt x="348763" y="234090"/>
                  </a:lnTo>
                  <a:lnTo>
                    <a:pt x="350129" y="233175"/>
                  </a:lnTo>
                  <a:lnTo>
                    <a:pt x="350534" y="231780"/>
                  </a:lnTo>
                  <a:lnTo>
                    <a:pt x="352331" y="227697"/>
                  </a:lnTo>
                  <a:lnTo>
                    <a:pt x="352296" y="227334"/>
                  </a:lnTo>
                  <a:lnTo>
                    <a:pt x="347996" y="224982"/>
                  </a:lnTo>
                  <a:lnTo>
                    <a:pt x="347461" y="218489"/>
                  </a:lnTo>
                  <a:lnTo>
                    <a:pt x="348152" y="208714"/>
                  </a:lnTo>
                  <a:lnTo>
                    <a:pt x="347076" y="205379"/>
                  </a:lnTo>
                  <a:lnTo>
                    <a:pt x="338729" y="198509"/>
                  </a:lnTo>
                  <a:lnTo>
                    <a:pt x="334839" y="194523"/>
                  </a:lnTo>
                  <a:lnTo>
                    <a:pt x="336392" y="192997"/>
                  </a:lnTo>
                  <a:lnTo>
                    <a:pt x="336303" y="191824"/>
                  </a:lnTo>
                  <a:lnTo>
                    <a:pt x="336774" y="190603"/>
                  </a:lnTo>
                  <a:lnTo>
                    <a:pt x="337917" y="186724"/>
                  </a:lnTo>
                  <a:lnTo>
                    <a:pt x="336466" y="181838"/>
                  </a:lnTo>
                  <a:lnTo>
                    <a:pt x="335385" y="180252"/>
                  </a:lnTo>
                  <a:lnTo>
                    <a:pt x="336090" y="179190"/>
                  </a:lnTo>
                  <a:lnTo>
                    <a:pt x="338357" y="178072"/>
                  </a:lnTo>
                  <a:lnTo>
                    <a:pt x="341906" y="175436"/>
                  </a:lnTo>
                  <a:lnTo>
                    <a:pt x="341529" y="174099"/>
                  </a:lnTo>
                  <a:lnTo>
                    <a:pt x="342438" y="171475"/>
                  </a:lnTo>
                  <a:lnTo>
                    <a:pt x="344121" y="169482"/>
                  </a:lnTo>
                  <a:lnTo>
                    <a:pt x="344662" y="169310"/>
                  </a:lnTo>
                  <a:lnTo>
                    <a:pt x="347495" y="166222"/>
                  </a:lnTo>
                  <a:lnTo>
                    <a:pt x="352530" y="163881"/>
                  </a:lnTo>
                  <a:lnTo>
                    <a:pt x="351975" y="163303"/>
                  </a:lnTo>
                  <a:lnTo>
                    <a:pt x="351550" y="161488"/>
                  </a:lnTo>
                  <a:lnTo>
                    <a:pt x="350697" y="159985"/>
                  </a:lnTo>
                  <a:lnTo>
                    <a:pt x="348715" y="158686"/>
                  </a:lnTo>
                  <a:lnTo>
                    <a:pt x="348626" y="155911"/>
                  </a:lnTo>
                  <a:lnTo>
                    <a:pt x="347342" y="144365"/>
                  </a:lnTo>
                  <a:lnTo>
                    <a:pt x="348097" y="142517"/>
                  </a:lnTo>
                  <a:lnTo>
                    <a:pt x="348485" y="142180"/>
                  </a:lnTo>
                  <a:lnTo>
                    <a:pt x="348265" y="141339"/>
                  </a:lnTo>
                  <a:lnTo>
                    <a:pt x="348544" y="140399"/>
                  </a:lnTo>
                  <a:lnTo>
                    <a:pt x="350346" y="138495"/>
                  </a:lnTo>
                  <a:lnTo>
                    <a:pt x="352208" y="135387"/>
                  </a:lnTo>
                  <a:lnTo>
                    <a:pt x="352581" y="135211"/>
                  </a:lnTo>
                  <a:lnTo>
                    <a:pt x="353407" y="132491"/>
                  </a:lnTo>
                  <a:lnTo>
                    <a:pt x="354413" y="131630"/>
                  </a:lnTo>
                  <a:lnTo>
                    <a:pt x="354786" y="130459"/>
                  </a:lnTo>
                  <a:lnTo>
                    <a:pt x="357798" y="125819"/>
                  </a:lnTo>
                  <a:lnTo>
                    <a:pt x="357245" y="125415"/>
                  </a:lnTo>
                  <a:lnTo>
                    <a:pt x="357594" y="122552"/>
                  </a:lnTo>
                  <a:lnTo>
                    <a:pt x="358537" y="119365"/>
                  </a:lnTo>
                  <a:lnTo>
                    <a:pt x="359361" y="118107"/>
                  </a:lnTo>
                  <a:lnTo>
                    <a:pt x="359376" y="117037"/>
                  </a:lnTo>
                  <a:lnTo>
                    <a:pt x="359712" y="116283"/>
                  </a:lnTo>
                  <a:lnTo>
                    <a:pt x="361343" y="114725"/>
                  </a:lnTo>
                  <a:lnTo>
                    <a:pt x="361747" y="113859"/>
                  </a:lnTo>
                  <a:lnTo>
                    <a:pt x="362094" y="113816"/>
                  </a:lnTo>
                  <a:lnTo>
                    <a:pt x="363024" y="112510"/>
                  </a:lnTo>
                  <a:lnTo>
                    <a:pt x="363033" y="111814"/>
                  </a:lnTo>
                  <a:lnTo>
                    <a:pt x="362408" y="109477"/>
                  </a:lnTo>
                  <a:lnTo>
                    <a:pt x="362507" y="108704"/>
                  </a:lnTo>
                  <a:lnTo>
                    <a:pt x="364232" y="106697"/>
                  </a:lnTo>
                  <a:lnTo>
                    <a:pt x="365634" y="105767"/>
                  </a:lnTo>
                  <a:lnTo>
                    <a:pt x="366031" y="104770"/>
                  </a:lnTo>
                  <a:lnTo>
                    <a:pt x="367540" y="103139"/>
                  </a:lnTo>
                  <a:lnTo>
                    <a:pt x="367282" y="102387"/>
                  </a:lnTo>
                  <a:lnTo>
                    <a:pt x="366356" y="101336"/>
                  </a:lnTo>
                  <a:lnTo>
                    <a:pt x="365702" y="101023"/>
                  </a:lnTo>
                  <a:lnTo>
                    <a:pt x="362308" y="100314"/>
                  </a:lnTo>
                  <a:lnTo>
                    <a:pt x="360655" y="96101"/>
                  </a:lnTo>
                  <a:lnTo>
                    <a:pt x="359920" y="92117"/>
                  </a:lnTo>
                  <a:lnTo>
                    <a:pt x="358434" y="92368"/>
                  </a:lnTo>
                  <a:lnTo>
                    <a:pt x="356673" y="91834"/>
                  </a:lnTo>
                  <a:lnTo>
                    <a:pt x="355530" y="91015"/>
                  </a:lnTo>
                  <a:lnTo>
                    <a:pt x="355225" y="90371"/>
                  </a:lnTo>
                  <a:lnTo>
                    <a:pt x="355138" y="89133"/>
                  </a:lnTo>
                  <a:lnTo>
                    <a:pt x="354535" y="89129"/>
                  </a:lnTo>
                  <a:lnTo>
                    <a:pt x="354561" y="87181"/>
                  </a:lnTo>
                  <a:lnTo>
                    <a:pt x="355121" y="87239"/>
                  </a:lnTo>
                  <a:lnTo>
                    <a:pt x="355150" y="86850"/>
                  </a:lnTo>
                  <a:lnTo>
                    <a:pt x="356158" y="86719"/>
                  </a:lnTo>
                  <a:lnTo>
                    <a:pt x="356848" y="86289"/>
                  </a:lnTo>
                  <a:lnTo>
                    <a:pt x="357849" y="85079"/>
                  </a:lnTo>
                  <a:lnTo>
                    <a:pt x="358111" y="85227"/>
                  </a:lnTo>
                  <a:lnTo>
                    <a:pt x="358647" y="84805"/>
                  </a:lnTo>
                  <a:lnTo>
                    <a:pt x="358859" y="84233"/>
                  </a:lnTo>
                  <a:lnTo>
                    <a:pt x="358635" y="83563"/>
                  </a:lnTo>
                  <a:lnTo>
                    <a:pt x="359296" y="82569"/>
                  </a:lnTo>
                  <a:lnTo>
                    <a:pt x="360283" y="82150"/>
                  </a:lnTo>
                  <a:lnTo>
                    <a:pt x="360728" y="81434"/>
                  </a:lnTo>
                  <a:lnTo>
                    <a:pt x="361858" y="78048"/>
                  </a:lnTo>
                  <a:lnTo>
                    <a:pt x="362178" y="77842"/>
                  </a:lnTo>
                  <a:lnTo>
                    <a:pt x="362497" y="77004"/>
                  </a:lnTo>
                  <a:lnTo>
                    <a:pt x="362463" y="76289"/>
                  </a:lnTo>
                  <a:lnTo>
                    <a:pt x="361840" y="76301"/>
                  </a:lnTo>
                  <a:lnTo>
                    <a:pt x="361050" y="75904"/>
                  </a:lnTo>
                  <a:lnTo>
                    <a:pt x="360226" y="74976"/>
                  </a:lnTo>
                  <a:lnTo>
                    <a:pt x="360231" y="74157"/>
                  </a:lnTo>
                  <a:lnTo>
                    <a:pt x="360899" y="73224"/>
                  </a:lnTo>
                  <a:lnTo>
                    <a:pt x="359977" y="70967"/>
                  </a:lnTo>
                  <a:lnTo>
                    <a:pt x="358992" y="70419"/>
                  </a:lnTo>
                  <a:lnTo>
                    <a:pt x="358531" y="70410"/>
                  </a:lnTo>
                  <a:lnTo>
                    <a:pt x="358938" y="69225"/>
                  </a:lnTo>
                  <a:lnTo>
                    <a:pt x="362225" y="68736"/>
                  </a:lnTo>
                  <a:lnTo>
                    <a:pt x="360550" y="64648"/>
                  </a:lnTo>
                  <a:lnTo>
                    <a:pt x="360340" y="60039"/>
                  </a:lnTo>
                  <a:lnTo>
                    <a:pt x="363419" y="58884"/>
                  </a:lnTo>
                  <a:lnTo>
                    <a:pt x="364346" y="58158"/>
                  </a:lnTo>
                  <a:lnTo>
                    <a:pt x="365050" y="58085"/>
                  </a:lnTo>
                  <a:lnTo>
                    <a:pt x="366382" y="57089"/>
                  </a:lnTo>
                  <a:lnTo>
                    <a:pt x="369389" y="55911"/>
                  </a:lnTo>
                  <a:lnTo>
                    <a:pt x="372212" y="54336"/>
                  </a:lnTo>
                  <a:lnTo>
                    <a:pt x="373560" y="54228"/>
                  </a:lnTo>
                  <a:lnTo>
                    <a:pt x="373703" y="53689"/>
                  </a:lnTo>
                  <a:lnTo>
                    <a:pt x="377444" y="51775"/>
                  </a:lnTo>
                  <a:lnTo>
                    <a:pt x="382124" y="50731"/>
                  </a:lnTo>
                  <a:lnTo>
                    <a:pt x="385387" y="48768"/>
                  </a:lnTo>
                  <a:lnTo>
                    <a:pt x="385742" y="47941"/>
                  </a:lnTo>
                  <a:lnTo>
                    <a:pt x="387222" y="47382"/>
                  </a:lnTo>
                  <a:lnTo>
                    <a:pt x="387420" y="45831"/>
                  </a:lnTo>
                  <a:lnTo>
                    <a:pt x="387294" y="44193"/>
                  </a:lnTo>
                  <a:lnTo>
                    <a:pt x="386521" y="43593"/>
                  </a:lnTo>
                  <a:lnTo>
                    <a:pt x="386234" y="42228"/>
                  </a:lnTo>
                  <a:lnTo>
                    <a:pt x="385764" y="41658"/>
                  </a:lnTo>
                  <a:lnTo>
                    <a:pt x="387432" y="40176"/>
                  </a:lnTo>
                  <a:lnTo>
                    <a:pt x="387469" y="39436"/>
                  </a:lnTo>
                  <a:lnTo>
                    <a:pt x="387139" y="38655"/>
                  </a:lnTo>
                  <a:lnTo>
                    <a:pt x="386493" y="38355"/>
                  </a:lnTo>
                  <a:lnTo>
                    <a:pt x="385816" y="38502"/>
                  </a:lnTo>
                  <a:lnTo>
                    <a:pt x="385499" y="38053"/>
                  </a:lnTo>
                  <a:lnTo>
                    <a:pt x="384675" y="37765"/>
                  </a:lnTo>
                  <a:lnTo>
                    <a:pt x="384447" y="38040"/>
                  </a:lnTo>
                  <a:lnTo>
                    <a:pt x="383863" y="38145"/>
                  </a:lnTo>
                  <a:lnTo>
                    <a:pt x="381565" y="37819"/>
                  </a:lnTo>
                  <a:lnTo>
                    <a:pt x="381490" y="35244"/>
                  </a:lnTo>
                  <a:lnTo>
                    <a:pt x="379650" y="31634"/>
                  </a:lnTo>
                  <a:lnTo>
                    <a:pt x="378538" y="30144"/>
                  </a:lnTo>
                  <a:lnTo>
                    <a:pt x="378810" y="28686"/>
                  </a:lnTo>
                  <a:lnTo>
                    <a:pt x="378491" y="27530"/>
                  </a:lnTo>
                  <a:lnTo>
                    <a:pt x="377086" y="27149"/>
                  </a:lnTo>
                  <a:lnTo>
                    <a:pt x="376424" y="26465"/>
                  </a:lnTo>
                  <a:lnTo>
                    <a:pt x="376726" y="24899"/>
                  </a:lnTo>
                  <a:lnTo>
                    <a:pt x="376154" y="21909"/>
                  </a:lnTo>
                  <a:lnTo>
                    <a:pt x="376803" y="20016"/>
                  </a:lnTo>
                  <a:lnTo>
                    <a:pt x="376405" y="18869"/>
                  </a:lnTo>
                  <a:lnTo>
                    <a:pt x="375182" y="17007"/>
                  </a:lnTo>
                  <a:lnTo>
                    <a:pt x="375084" y="15806"/>
                  </a:lnTo>
                  <a:lnTo>
                    <a:pt x="373273" y="13621"/>
                  </a:lnTo>
                  <a:lnTo>
                    <a:pt x="373109" y="12647"/>
                  </a:lnTo>
                  <a:lnTo>
                    <a:pt x="372155" y="10997"/>
                  </a:lnTo>
                  <a:lnTo>
                    <a:pt x="371625" y="10689"/>
                  </a:lnTo>
                  <a:lnTo>
                    <a:pt x="371244" y="10028"/>
                  </a:lnTo>
                  <a:lnTo>
                    <a:pt x="371551" y="8358"/>
                  </a:lnTo>
                  <a:lnTo>
                    <a:pt x="372084" y="8087"/>
                  </a:lnTo>
                  <a:lnTo>
                    <a:pt x="372880" y="8094"/>
                  </a:lnTo>
                  <a:lnTo>
                    <a:pt x="375525" y="6100"/>
                  </a:lnTo>
                  <a:lnTo>
                    <a:pt x="376146" y="6079"/>
                  </a:lnTo>
                  <a:lnTo>
                    <a:pt x="376662" y="5368"/>
                  </a:lnTo>
                  <a:lnTo>
                    <a:pt x="377632" y="5217"/>
                  </a:lnTo>
                  <a:lnTo>
                    <a:pt x="378658" y="5411"/>
                  </a:lnTo>
                  <a:lnTo>
                    <a:pt x="379195" y="5214"/>
                  </a:lnTo>
                  <a:lnTo>
                    <a:pt x="382211" y="5824"/>
                  </a:lnTo>
                  <a:lnTo>
                    <a:pt x="383861" y="5759"/>
                  </a:lnTo>
                  <a:lnTo>
                    <a:pt x="384487" y="6325"/>
                  </a:lnTo>
                  <a:lnTo>
                    <a:pt x="384583" y="7733"/>
                  </a:lnTo>
                  <a:lnTo>
                    <a:pt x="384939" y="8002"/>
                  </a:lnTo>
                  <a:lnTo>
                    <a:pt x="387919" y="8608"/>
                  </a:lnTo>
                  <a:lnTo>
                    <a:pt x="389824" y="8488"/>
                  </a:lnTo>
                  <a:lnTo>
                    <a:pt x="396751" y="19034"/>
                  </a:lnTo>
                  <a:lnTo>
                    <a:pt x="402298" y="18401"/>
                  </a:lnTo>
                  <a:lnTo>
                    <a:pt x="407918" y="17236"/>
                  </a:lnTo>
                  <a:lnTo>
                    <a:pt x="408645" y="16994"/>
                  </a:lnTo>
                  <a:lnTo>
                    <a:pt x="411199" y="15271"/>
                  </a:lnTo>
                  <a:lnTo>
                    <a:pt x="412359" y="15020"/>
                  </a:lnTo>
                  <a:lnTo>
                    <a:pt x="413099" y="15468"/>
                  </a:lnTo>
                  <a:lnTo>
                    <a:pt x="413926" y="15163"/>
                  </a:lnTo>
                  <a:lnTo>
                    <a:pt x="415150" y="15127"/>
                  </a:lnTo>
                  <a:lnTo>
                    <a:pt x="418459" y="13126"/>
                  </a:lnTo>
                  <a:lnTo>
                    <a:pt x="426702" y="10899"/>
                  </a:lnTo>
                  <a:lnTo>
                    <a:pt x="428342" y="9805"/>
                  </a:lnTo>
                  <a:lnTo>
                    <a:pt x="437397" y="6141"/>
                  </a:lnTo>
                  <a:lnTo>
                    <a:pt x="450419" y="4176"/>
                  </a:lnTo>
                  <a:lnTo>
                    <a:pt x="467223" y="0"/>
                  </a:lnTo>
                  <a:lnTo>
                    <a:pt x="470959" y="3125"/>
                  </a:lnTo>
                  <a:lnTo>
                    <a:pt x="478943" y="1955"/>
                  </a:lnTo>
                  <a:lnTo>
                    <a:pt x="479186" y="2351"/>
                  </a:lnTo>
                  <a:lnTo>
                    <a:pt x="479426" y="4611"/>
                  </a:lnTo>
                  <a:lnTo>
                    <a:pt x="480059" y="4800"/>
                  </a:lnTo>
                  <a:lnTo>
                    <a:pt x="480079" y="5181"/>
                  </a:lnTo>
                  <a:lnTo>
                    <a:pt x="481051" y="5566"/>
                  </a:lnTo>
                  <a:lnTo>
                    <a:pt x="482016" y="7351"/>
                  </a:lnTo>
                  <a:lnTo>
                    <a:pt x="480834" y="9187"/>
                  </a:lnTo>
                  <a:lnTo>
                    <a:pt x="481202" y="10005"/>
                  </a:lnTo>
                  <a:lnTo>
                    <a:pt x="481632" y="10370"/>
                  </a:lnTo>
                  <a:lnTo>
                    <a:pt x="481226" y="12276"/>
                  </a:lnTo>
                  <a:lnTo>
                    <a:pt x="480051" y="13733"/>
                  </a:lnTo>
                  <a:lnTo>
                    <a:pt x="480392" y="16014"/>
                  </a:lnTo>
                  <a:lnTo>
                    <a:pt x="479724" y="17093"/>
                  </a:lnTo>
                  <a:lnTo>
                    <a:pt x="479669" y="18154"/>
                  </a:lnTo>
                  <a:lnTo>
                    <a:pt x="480372" y="19829"/>
                  </a:lnTo>
                  <a:lnTo>
                    <a:pt x="479938" y="20405"/>
                  </a:lnTo>
                  <a:lnTo>
                    <a:pt x="478919" y="23025"/>
                  </a:lnTo>
                  <a:lnTo>
                    <a:pt x="478087" y="26540"/>
                  </a:lnTo>
                  <a:lnTo>
                    <a:pt x="478369" y="27108"/>
                  </a:lnTo>
                  <a:lnTo>
                    <a:pt x="479358" y="27687"/>
                  </a:lnTo>
                  <a:lnTo>
                    <a:pt x="479503" y="28106"/>
                  </a:lnTo>
                  <a:lnTo>
                    <a:pt x="479422" y="30490"/>
                  </a:lnTo>
                  <a:lnTo>
                    <a:pt x="479226" y="31315"/>
                  </a:lnTo>
                  <a:lnTo>
                    <a:pt x="477438" y="31584"/>
                  </a:lnTo>
                  <a:lnTo>
                    <a:pt x="477421" y="32285"/>
                  </a:lnTo>
                  <a:lnTo>
                    <a:pt x="478485" y="33671"/>
                  </a:lnTo>
                  <a:lnTo>
                    <a:pt x="479293" y="35834"/>
                  </a:lnTo>
                  <a:lnTo>
                    <a:pt x="480044" y="35678"/>
                  </a:lnTo>
                  <a:lnTo>
                    <a:pt x="482572" y="36148"/>
                  </a:lnTo>
                  <a:lnTo>
                    <a:pt x="483401" y="35906"/>
                  </a:lnTo>
                  <a:lnTo>
                    <a:pt x="484532" y="37880"/>
                  </a:lnTo>
                  <a:lnTo>
                    <a:pt x="482979" y="39324"/>
                  </a:lnTo>
                  <a:lnTo>
                    <a:pt x="484086" y="40681"/>
                  </a:lnTo>
                  <a:lnTo>
                    <a:pt x="484513" y="40979"/>
                  </a:lnTo>
                  <a:lnTo>
                    <a:pt x="485214" y="41084"/>
                  </a:lnTo>
                  <a:lnTo>
                    <a:pt x="485643" y="40874"/>
                  </a:lnTo>
                  <a:lnTo>
                    <a:pt x="486656" y="41247"/>
                  </a:lnTo>
                  <a:lnTo>
                    <a:pt x="487586" y="42414"/>
                  </a:lnTo>
                  <a:lnTo>
                    <a:pt x="488038" y="42481"/>
                  </a:lnTo>
                  <a:lnTo>
                    <a:pt x="488197" y="43042"/>
                  </a:lnTo>
                  <a:lnTo>
                    <a:pt x="488777" y="43398"/>
                  </a:lnTo>
                  <a:lnTo>
                    <a:pt x="489078" y="44133"/>
                  </a:lnTo>
                  <a:lnTo>
                    <a:pt x="490726" y="44526"/>
                  </a:lnTo>
                  <a:lnTo>
                    <a:pt x="492042" y="45503"/>
                  </a:lnTo>
                  <a:lnTo>
                    <a:pt x="492125" y="46064"/>
                  </a:lnTo>
                  <a:lnTo>
                    <a:pt x="491644" y="46591"/>
                  </a:lnTo>
                  <a:lnTo>
                    <a:pt x="491934" y="47183"/>
                  </a:lnTo>
                  <a:lnTo>
                    <a:pt x="492522" y="51272"/>
                  </a:lnTo>
                  <a:lnTo>
                    <a:pt x="493144" y="52731"/>
                  </a:lnTo>
                  <a:lnTo>
                    <a:pt x="494859" y="53626"/>
                  </a:lnTo>
                  <a:lnTo>
                    <a:pt x="495847" y="57407"/>
                  </a:lnTo>
                  <a:lnTo>
                    <a:pt x="497171" y="59430"/>
                  </a:lnTo>
                  <a:lnTo>
                    <a:pt x="504987" y="74502"/>
                  </a:lnTo>
                  <a:lnTo>
                    <a:pt x="508210" y="76830"/>
                  </a:lnTo>
                  <a:lnTo>
                    <a:pt x="510367" y="77705"/>
                  </a:lnTo>
                  <a:lnTo>
                    <a:pt x="510488" y="78120"/>
                  </a:lnTo>
                  <a:lnTo>
                    <a:pt x="532915" y="95184"/>
                  </a:lnTo>
                  <a:lnTo>
                    <a:pt x="532148" y="98099"/>
                  </a:lnTo>
                  <a:lnTo>
                    <a:pt x="541110" y="114017"/>
                  </a:lnTo>
                  <a:lnTo>
                    <a:pt x="555177" y="113831"/>
                  </a:lnTo>
                  <a:lnTo>
                    <a:pt x="569190" y="105340"/>
                  </a:lnTo>
                  <a:lnTo>
                    <a:pt x="581222" y="96380"/>
                  </a:lnTo>
                  <a:lnTo>
                    <a:pt x="610927" y="101182"/>
                  </a:lnTo>
                  <a:lnTo>
                    <a:pt x="622659" y="103393"/>
                  </a:lnTo>
                  <a:lnTo>
                    <a:pt x="622131" y="104892"/>
                  </a:lnTo>
                  <a:lnTo>
                    <a:pt x="621393" y="109184"/>
                  </a:lnTo>
                  <a:lnTo>
                    <a:pt x="620894" y="110549"/>
                  </a:lnTo>
                  <a:lnTo>
                    <a:pt x="620229" y="113901"/>
                  </a:lnTo>
                  <a:lnTo>
                    <a:pt x="619198" y="117025"/>
                  </a:lnTo>
                  <a:lnTo>
                    <a:pt x="618363" y="124673"/>
                  </a:lnTo>
                  <a:lnTo>
                    <a:pt x="617023" y="128813"/>
                  </a:lnTo>
                  <a:lnTo>
                    <a:pt x="617120" y="136065"/>
                  </a:lnTo>
                  <a:lnTo>
                    <a:pt x="619703" y="139751"/>
                  </a:lnTo>
                  <a:lnTo>
                    <a:pt x="621697" y="146783"/>
                  </a:lnTo>
                  <a:lnTo>
                    <a:pt x="625706" y="148804"/>
                  </a:lnTo>
                  <a:lnTo>
                    <a:pt x="627694" y="148129"/>
                  </a:lnTo>
                  <a:lnTo>
                    <a:pt x="634577" y="150093"/>
                  </a:lnTo>
                  <a:lnTo>
                    <a:pt x="642130" y="150644"/>
                  </a:lnTo>
                  <a:lnTo>
                    <a:pt x="647487" y="151728"/>
                  </a:lnTo>
                  <a:lnTo>
                    <a:pt x="651082" y="152741"/>
                  </a:lnTo>
                  <a:lnTo>
                    <a:pt x="655014" y="155196"/>
                  </a:lnTo>
                  <a:lnTo>
                    <a:pt x="655607" y="155984"/>
                  </a:lnTo>
                  <a:lnTo>
                    <a:pt x="657576" y="156964"/>
                  </a:lnTo>
                  <a:lnTo>
                    <a:pt x="661109" y="156946"/>
                  </a:lnTo>
                  <a:lnTo>
                    <a:pt x="665169" y="158288"/>
                  </a:lnTo>
                  <a:lnTo>
                    <a:pt x="670799" y="158734"/>
                  </a:lnTo>
                  <a:lnTo>
                    <a:pt x="677262" y="161036"/>
                  </a:lnTo>
                  <a:lnTo>
                    <a:pt x="688341" y="166243"/>
                  </a:lnTo>
                  <a:lnTo>
                    <a:pt x="690163" y="165791"/>
                  </a:lnTo>
                  <a:lnTo>
                    <a:pt x="692654" y="166001"/>
                  </a:lnTo>
                  <a:lnTo>
                    <a:pt x="692884" y="167094"/>
                  </a:lnTo>
                  <a:lnTo>
                    <a:pt x="695405" y="168740"/>
                  </a:lnTo>
                  <a:lnTo>
                    <a:pt x="697893" y="168735"/>
                  </a:lnTo>
                  <a:lnTo>
                    <a:pt x="700236" y="170244"/>
                  </a:lnTo>
                  <a:lnTo>
                    <a:pt x="705300" y="172741"/>
                  </a:lnTo>
                  <a:lnTo>
                    <a:pt x="706326" y="174506"/>
                  </a:lnTo>
                  <a:lnTo>
                    <a:pt x="710837" y="178680"/>
                  </a:lnTo>
                  <a:lnTo>
                    <a:pt x="713967" y="183155"/>
                  </a:lnTo>
                  <a:lnTo>
                    <a:pt x="718309" y="187446"/>
                  </a:lnTo>
                  <a:lnTo>
                    <a:pt x="719671" y="189209"/>
                  </a:lnTo>
                  <a:lnTo>
                    <a:pt x="720222" y="189558"/>
                  </a:lnTo>
                  <a:lnTo>
                    <a:pt x="713177" y="195740"/>
                  </a:lnTo>
                  <a:lnTo>
                    <a:pt x="710091" y="198915"/>
                  </a:lnTo>
                  <a:lnTo>
                    <a:pt x="704408" y="203527"/>
                  </a:lnTo>
                  <a:lnTo>
                    <a:pt x="704115" y="209651"/>
                  </a:lnTo>
                  <a:lnTo>
                    <a:pt x="702180" y="210157"/>
                  </a:lnTo>
                  <a:lnTo>
                    <a:pt x="698142" y="217439"/>
                  </a:lnTo>
                  <a:lnTo>
                    <a:pt x="693048" y="227632"/>
                  </a:lnTo>
                  <a:lnTo>
                    <a:pt x="688525" y="230937"/>
                  </a:lnTo>
                  <a:lnTo>
                    <a:pt x="685946" y="232375"/>
                  </a:lnTo>
                  <a:lnTo>
                    <a:pt x="683517" y="232224"/>
                  </a:lnTo>
                  <a:lnTo>
                    <a:pt x="678502" y="235372"/>
                  </a:lnTo>
                  <a:lnTo>
                    <a:pt x="685277" y="241306"/>
                  </a:lnTo>
                  <a:lnTo>
                    <a:pt x="687461" y="245578"/>
                  </a:lnTo>
                  <a:lnTo>
                    <a:pt x="692337" y="248323"/>
                  </a:lnTo>
                  <a:lnTo>
                    <a:pt x="694542" y="249124"/>
                  </a:lnTo>
                  <a:lnTo>
                    <a:pt x="696236" y="253193"/>
                  </a:lnTo>
                  <a:lnTo>
                    <a:pt x="700056" y="254653"/>
                  </a:lnTo>
                  <a:lnTo>
                    <a:pt x="702496" y="256354"/>
                  </a:lnTo>
                  <a:lnTo>
                    <a:pt x="705695" y="256472"/>
                  </a:lnTo>
                  <a:lnTo>
                    <a:pt x="706241" y="255910"/>
                  </a:lnTo>
                  <a:lnTo>
                    <a:pt x="705264" y="258851"/>
                  </a:lnTo>
                  <a:lnTo>
                    <a:pt x="705204" y="260607"/>
                  </a:lnTo>
                  <a:lnTo>
                    <a:pt x="705984" y="266222"/>
                  </a:lnTo>
                  <a:lnTo>
                    <a:pt x="706541" y="267765"/>
                  </a:lnTo>
                  <a:lnTo>
                    <a:pt x="706454" y="268465"/>
                  </a:lnTo>
                  <a:lnTo>
                    <a:pt x="707822" y="272922"/>
                  </a:lnTo>
                  <a:lnTo>
                    <a:pt x="708159" y="276232"/>
                  </a:lnTo>
                  <a:lnTo>
                    <a:pt x="710759" y="286010"/>
                  </a:lnTo>
                  <a:lnTo>
                    <a:pt x="710594" y="288597"/>
                  </a:lnTo>
                  <a:lnTo>
                    <a:pt x="713212" y="297383"/>
                  </a:lnTo>
                  <a:lnTo>
                    <a:pt x="715427" y="301414"/>
                  </a:lnTo>
                  <a:lnTo>
                    <a:pt x="716134" y="302188"/>
                  </a:lnTo>
                  <a:lnTo>
                    <a:pt x="717647" y="304767"/>
                  </a:lnTo>
                  <a:lnTo>
                    <a:pt x="722168" y="301374"/>
                  </a:lnTo>
                  <a:lnTo>
                    <a:pt x="724973" y="314925"/>
                  </a:lnTo>
                  <a:lnTo>
                    <a:pt x="728552" y="315900"/>
                  </a:lnTo>
                  <a:lnTo>
                    <a:pt x="739179" y="326113"/>
                  </a:lnTo>
                  <a:lnTo>
                    <a:pt x="741001" y="328533"/>
                  </a:lnTo>
                  <a:lnTo>
                    <a:pt x="748712" y="330198"/>
                  </a:lnTo>
                  <a:lnTo>
                    <a:pt x="751876" y="333553"/>
                  </a:lnTo>
                  <a:lnTo>
                    <a:pt x="752190" y="334595"/>
                  </a:lnTo>
                  <a:lnTo>
                    <a:pt x="752547" y="337881"/>
                  </a:lnTo>
                  <a:lnTo>
                    <a:pt x="751080" y="342792"/>
                  </a:lnTo>
                  <a:lnTo>
                    <a:pt x="754361" y="349834"/>
                  </a:lnTo>
                  <a:lnTo>
                    <a:pt x="750718" y="351338"/>
                  </a:lnTo>
                  <a:lnTo>
                    <a:pt x="746447" y="352353"/>
                  </a:lnTo>
                  <a:lnTo>
                    <a:pt x="740452" y="356022"/>
                  </a:lnTo>
                  <a:lnTo>
                    <a:pt x="737653" y="355340"/>
                  </a:lnTo>
                  <a:lnTo>
                    <a:pt x="731885" y="361048"/>
                  </a:lnTo>
                  <a:lnTo>
                    <a:pt x="729527" y="363677"/>
                  </a:lnTo>
                  <a:lnTo>
                    <a:pt x="728730" y="364069"/>
                  </a:lnTo>
                  <a:lnTo>
                    <a:pt x="727766" y="365332"/>
                  </a:lnTo>
                  <a:lnTo>
                    <a:pt x="725980" y="366732"/>
                  </a:lnTo>
                  <a:lnTo>
                    <a:pt x="724911" y="366584"/>
                  </a:lnTo>
                  <a:lnTo>
                    <a:pt x="719384" y="367975"/>
                  </a:lnTo>
                  <a:lnTo>
                    <a:pt x="717195" y="370297"/>
                  </a:lnTo>
                  <a:lnTo>
                    <a:pt x="715882" y="370176"/>
                  </a:lnTo>
                  <a:lnTo>
                    <a:pt x="714899" y="369248"/>
                  </a:lnTo>
                  <a:lnTo>
                    <a:pt x="708799" y="367819"/>
                  </a:lnTo>
                  <a:lnTo>
                    <a:pt x="703730" y="365855"/>
                  </a:lnTo>
                  <a:lnTo>
                    <a:pt x="699949" y="365772"/>
                  </a:lnTo>
                  <a:lnTo>
                    <a:pt x="695119" y="364729"/>
                  </a:lnTo>
                  <a:lnTo>
                    <a:pt x="692118" y="365255"/>
                  </a:lnTo>
                  <a:lnTo>
                    <a:pt x="691491" y="364998"/>
                  </a:lnTo>
                  <a:lnTo>
                    <a:pt x="690361" y="365286"/>
                  </a:lnTo>
                  <a:lnTo>
                    <a:pt x="687634" y="367752"/>
                  </a:lnTo>
                  <a:lnTo>
                    <a:pt x="686652" y="367540"/>
                  </a:lnTo>
                  <a:lnTo>
                    <a:pt x="685809" y="366718"/>
                  </a:lnTo>
                  <a:lnTo>
                    <a:pt x="685240" y="366824"/>
                  </a:lnTo>
                  <a:lnTo>
                    <a:pt x="683906" y="367730"/>
                  </a:lnTo>
                  <a:lnTo>
                    <a:pt x="683210" y="369153"/>
                  </a:lnTo>
                  <a:lnTo>
                    <a:pt x="682749" y="369042"/>
                  </a:lnTo>
                  <a:lnTo>
                    <a:pt x="682536" y="369513"/>
                  </a:lnTo>
                  <a:lnTo>
                    <a:pt x="681708" y="369568"/>
                  </a:lnTo>
                  <a:lnTo>
                    <a:pt x="680747" y="370379"/>
                  </a:lnTo>
                  <a:lnTo>
                    <a:pt x="680743" y="370763"/>
                  </a:lnTo>
                  <a:lnTo>
                    <a:pt x="681423" y="371491"/>
                  </a:lnTo>
                  <a:lnTo>
                    <a:pt x="681179" y="372378"/>
                  </a:lnTo>
                  <a:lnTo>
                    <a:pt x="681190" y="374553"/>
                  </a:lnTo>
                  <a:lnTo>
                    <a:pt x="680345" y="376079"/>
                  </a:lnTo>
                  <a:lnTo>
                    <a:pt x="680069" y="378637"/>
                  </a:lnTo>
                  <a:lnTo>
                    <a:pt x="680185" y="380137"/>
                  </a:lnTo>
                  <a:lnTo>
                    <a:pt x="681083" y="382783"/>
                  </a:lnTo>
                  <a:lnTo>
                    <a:pt x="681690" y="383813"/>
                  </a:lnTo>
                  <a:lnTo>
                    <a:pt x="682328" y="384176"/>
                  </a:lnTo>
                  <a:lnTo>
                    <a:pt x="682337" y="384900"/>
                  </a:lnTo>
                  <a:lnTo>
                    <a:pt x="683060" y="386276"/>
                  </a:lnTo>
                  <a:lnTo>
                    <a:pt x="682098" y="390911"/>
                  </a:lnTo>
                  <a:lnTo>
                    <a:pt x="683653" y="391657"/>
                  </a:lnTo>
                  <a:lnTo>
                    <a:pt x="687054" y="394529"/>
                  </a:lnTo>
                  <a:lnTo>
                    <a:pt x="687397" y="394581"/>
                  </a:lnTo>
                  <a:lnTo>
                    <a:pt x="686448" y="399139"/>
                  </a:lnTo>
                  <a:lnTo>
                    <a:pt x="686348" y="402439"/>
                  </a:lnTo>
                  <a:lnTo>
                    <a:pt x="687923" y="407026"/>
                  </a:lnTo>
                  <a:lnTo>
                    <a:pt x="686951" y="414861"/>
                  </a:lnTo>
                  <a:lnTo>
                    <a:pt x="683325" y="416621"/>
                  </a:lnTo>
                  <a:lnTo>
                    <a:pt x="681250" y="421924"/>
                  </a:lnTo>
                  <a:lnTo>
                    <a:pt x="675540" y="425517"/>
                  </a:lnTo>
                  <a:lnTo>
                    <a:pt x="674739" y="431541"/>
                  </a:lnTo>
                  <a:lnTo>
                    <a:pt x="674126" y="432121"/>
                  </a:lnTo>
                  <a:lnTo>
                    <a:pt x="672955" y="432566"/>
                  </a:lnTo>
                  <a:lnTo>
                    <a:pt x="672333" y="433894"/>
                  </a:lnTo>
                  <a:lnTo>
                    <a:pt x="672321" y="436093"/>
                  </a:lnTo>
                  <a:lnTo>
                    <a:pt x="672792" y="437061"/>
                  </a:lnTo>
                  <a:lnTo>
                    <a:pt x="670949" y="439622"/>
                  </a:lnTo>
                  <a:lnTo>
                    <a:pt x="670811" y="440977"/>
                  </a:lnTo>
                  <a:lnTo>
                    <a:pt x="671107" y="441777"/>
                  </a:lnTo>
                  <a:lnTo>
                    <a:pt x="670585" y="443193"/>
                  </a:lnTo>
                  <a:lnTo>
                    <a:pt x="670308" y="443613"/>
                  </a:lnTo>
                  <a:lnTo>
                    <a:pt x="668862" y="444514"/>
                  </a:lnTo>
                  <a:lnTo>
                    <a:pt x="668687" y="445029"/>
                  </a:lnTo>
                  <a:lnTo>
                    <a:pt x="667692" y="446135"/>
                  </a:lnTo>
                  <a:lnTo>
                    <a:pt x="666024" y="446503"/>
                  </a:lnTo>
                  <a:lnTo>
                    <a:pt x="661915" y="445407"/>
                  </a:lnTo>
                  <a:lnTo>
                    <a:pt x="657566" y="447740"/>
                  </a:lnTo>
                  <a:lnTo>
                    <a:pt x="655928" y="449078"/>
                  </a:lnTo>
                  <a:lnTo>
                    <a:pt x="652471" y="450777"/>
                  </a:lnTo>
                  <a:lnTo>
                    <a:pt x="649482" y="450182"/>
                  </a:lnTo>
                  <a:lnTo>
                    <a:pt x="648253" y="451280"/>
                  </a:lnTo>
                  <a:lnTo>
                    <a:pt x="647376" y="451655"/>
                  </a:lnTo>
                  <a:lnTo>
                    <a:pt x="647008" y="452583"/>
                  </a:lnTo>
                  <a:lnTo>
                    <a:pt x="645947" y="453852"/>
                  </a:lnTo>
                  <a:lnTo>
                    <a:pt x="645859" y="456130"/>
                  </a:lnTo>
                  <a:lnTo>
                    <a:pt x="645174" y="457144"/>
                  </a:lnTo>
                  <a:lnTo>
                    <a:pt x="644067" y="457824"/>
                  </a:lnTo>
                  <a:lnTo>
                    <a:pt x="643079" y="459982"/>
                  </a:lnTo>
                  <a:lnTo>
                    <a:pt x="641728" y="460336"/>
                  </a:lnTo>
                  <a:lnTo>
                    <a:pt x="639369" y="461673"/>
                  </a:lnTo>
                  <a:lnTo>
                    <a:pt x="638047" y="462159"/>
                  </a:lnTo>
                  <a:lnTo>
                    <a:pt x="636558" y="466131"/>
                  </a:lnTo>
                  <a:lnTo>
                    <a:pt x="634848" y="467556"/>
                  </a:lnTo>
                  <a:lnTo>
                    <a:pt x="635707" y="470026"/>
                  </a:lnTo>
                  <a:lnTo>
                    <a:pt x="635424" y="471730"/>
                  </a:lnTo>
                  <a:lnTo>
                    <a:pt x="634496" y="472514"/>
                  </a:lnTo>
                  <a:lnTo>
                    <a:pt x="633338" y="474574"/>
                  </a:lnTo>
                  <a:lnTo>
                    <a:pt x="631614" y="476372"/>
                  </a:lnTo>
                  <a:lnTo>
                    <a:pt x="628428" y="478837"/>
                  </a:lnTo>
                  <a:lnTo>
                    <a:pt x="625694" y="481775"/>
                  </a:lnTo>
                  <a:lnTo>
                    <a:pt x="623825" y="482937"/>
                  </a:lnTo>
                  <a:lnTo>
                    <a:pt x="622792" y="484259"/>
                  </a:lnTo>
                  <a:lnTo>
                    <a:pt x="620902" y="484507"/>
                  </a:lnTo>
                  <a:lnTo>
                    <a:pt x="615402" y="483666"/>
                  </a:lnTo>
                  <a:lnTo>
                    <a:pt x="614639" y="482282"/>
                  </a:lnTo>
                  <a:lnTo>
                    <a:pt x="612471" y="481934"/>
                  </a:lnTo>
                  <a:lnTo>
                    <a:pt x="611218" y="481004"/>
                  </a:lnTo>
                  <a:lnTo>
                    <a:pt x="607658" y="480481"/>
                  </a:lnTo>
                  <a:lnTo>
                    <a:pt x="606219" y="478663"/>
                  </a:lnTo>
                  <a:lnTo>
                    <a:pt x="605928" y="476706"/>
                  </a:lnTo>
                  <a:lnTo>
                    <a:pt x="606535" y="473651"/>
                  </a:lnTo>
                  <a:lnTo>
                    <a:pt x="606501" y="473226"/>
                  </a:lnTo>
                  <a:lnTo>
                    <a:pt x="606015" y="472939"/>
                  </a:lnTo>
                  <a:lnTo>
                    <a:pt x="605340" y="472997"/>
                  </a:lnTo>
                  <a:lnTo>
                    <a:pt x="603522" y="474443"/>
                  </a:lnTo>
                  <a:lnTo>
                    <a:pt x="601335" y="474866"/>
                  </a:lnTo>
                  <a:lnTo>
                    <a:pt x="597513" y="472743"/>
                  </a:lnTo>
                  <a:lnTo>
                    <a:pt x="596086" y="473430"/>
                  </a:lnTo>
                  <a:lnTo>
                    <a:pt x="594823" y="473393"/>
                  </a:lnTo>
                  <a:lnTo>
                    <a:pt x="592302" y="474642"/>
                  </a:lnTo>
                  <a:lnTo>
                    <a:pt x="588499" y="475520"/>
                  </a:lnTo>
                  <a:lnTo>
                    <a:pt x="587833" y="474881"/>
                  </a:lnTo>
                  <a:lnTo>
                    <a:pt x="586961" y="475098"/>
                  </a:lnTo>
                  <a:lnTo>
                    <a:pt x="587312" y="476911"/>
                  </a:lnTo>
                  <a:lnTo>
                    <a:pt x="584025" y="480113"/>
                  </a:lnTo>
                  <a:lnTo>
                    <a:pt x="573180" y="483237"/>
                  </a:lnTo>
                  <a:lnTo>
                    <a:pt x="571483" y="484803"/>
                  </a:lnTo>
                  <a:lnTo>
                    <a:pt x="568405" y="485121"/>
                  </a:lnTo>
                  <a:lnTo>
                    <a:pt x="563493" y="486497"/>
                  </a:lnTo>
                  <a:lnTo>
                    <a:pt x="562580" y="486611"/>
                  </a:lnTo>
                  <a:lnTo>
                    <a:pt x="558413" y="484181"/>
                  </a:lnTo>
                  <a:lnTo>
                    <a:pt x="555290" y="482852"/>
                  </a:lnTo>
                  <a:lnTo>
                    <a:pt x="554330" y="482187"/>
                  </a:lnTo>
                  <a:lnTo>
                    <a:pt x="549217" y="482085"/>
                  </a:lnTo>
                  <a:lnTo>
                    <a:pt x="544621" y="480869"/>
                  </a:lnTo>
                  <a:lnTo>
                    <a:pt x="543675" y="483472"/>
                  </a:lnTo>
                  <a:lnTo>
                    <a:pt x="542315" y="486071"/>
                  </a:lnTo>
                  <a:lnTo>
                    <a:pt x="542280" y="486585"/>
                  </a:lnTo>
                  <a:lnTo>
                    <a:pt x="541009" y="488228"/>
                  </a:lnTo>
                  <a:lnTo>
                    <a:pt x="539286" y="489706"/>
                  </a:lnTo>
                  <a:lnTo>
                    <a:pt x="538793" y="490462"/>
                  </a:lnTo>
                  <a:lnTo>
                    <a:pt x="538076" y="492575"/>
                  </a:lnTo>
                  <a:lnTo>
                    <a:pt x="536548" y="494153"/>
                  </a:lnTo>
                  <a:lnTo>
                    <a:pt x="536783" y="496397"/>
                  </a:lnTo>
                  <a:lnTo>
                    <a:pt x="535474" y="500477"/>
                  </a:lnTo>
                  <a:lnTo>
                    <a:pt x="535693" y="500955"/>
                  </a:lnTo>
                  <a:lnTo>
                    <a:pt x="533367" y="502775"/>
                  </a:lnTo>
                  <a:lnTo>
                    <a:pt x="531638" y="502464"/>
                  </a:lnTo>
                  <a:lnTo>
                    <a:pt x="529989" y="502566"/>
                  </a:lnTo>
                  <a:lnTo>
                    <a:pt x="529157" y="503911"/>
                  </a:lnTo>
                  <a:lnTo>
                    <a:pt x="527690" y="503874"/>
                  </a:lnTo>
                  <a:lnTo>
                    <a:pt x="525166" y="504398"/>
                  </a:lnTo>
                  <a:lnTo>
                    <a:pt x="523995" y="505467"/>
                  </a:lnTo>
                  <a:lnTo>
                    <a:pt x="523203" y="505318"/>
                  </a:lnTo>
                  <a:lnTo>
                    <a:pt x="519067" y="506339"/>
                  </a:lnTo>
                  <a:lnTo>
                    <a:pt x="518416" y="507143"/>
                  </a:lnTo>
                  <a:lnTo>
                    <a:pt x="517740" y="512486"/>
                  </a:lnTo>
                  <a:lnTo>
                    <a:pt x="515351" y="517321"/>
                  </a:lnTo>
                  <a:lnTo>
                    <a:pt x="514925" y="521677"/>
                  </a:lnTo>
                  <a:lnTo>
                    <a:pt x="515727" y="520831"/>
                  </a:lnTo>
                  <a:lnTo>
                    <a:pt x="516715" y="521533"/>
                  </a:lnTo>
                  <a:lnTo>
                    <a:pt x="515286" y="524968"/>
                  </a:lnTo>
                  <a:lnTo>
                    <a:pt x="514856" y="526858"/>
                  </a:lnTo>
                  <a:lnTo>
                    <a:pt x="517358" y="530871"/>
                  </a:lnTo>
                  <a:lnTo>
                    <a:pt x="521014" y="533943"/>
                  </a:lnTo>
                  <a:lnTo>
                    <a:pt x="524404" y="535731"/>
                  </a:lnTo>
                  <a:lnTo>
                    <a:pt x="524211" y="536734"/>
                  </a:lnTo>
                  <a:lnTo>
                    <a:pt x="522614" y="539523"/>
                  </a:lnTo>
                  <a:lnTo>
                    <a:pt x="522301" y="544352"/>
                  </a:lnTo>
                  <a:lnTo>
                    <a:pt x="522439" y="546838"/>
                  </a:lnTo>
                  <a:lnTo>
                    <a:pt x="528734" y="549476"/>
                  </a:lnTo>
                  <a:lnTo>
                    <a:pt x="532036" y="553307"/>
                  </a:lnTo>
                  <a:lnTo>
                    <a:pt x="533651" y="553128"/>
                  </a:lnTo>
                  <a:lnTo>
                    <a:pt x="535762" y="552173"/>
                  </a:lnTo>
                  <a:lnTo>
                    <a:pt x="535297" y="552961"/>
                  </a:lnTo>
                  <a:lnTo>
                    <a:pt x="534738" y="555457"/>
                  </a:lnTo>
                  <a:lnTo>
                    <a:pt x="535473" y="559247"/>
                  </a:lnTo>
                  <a:lnTo>
                    <a:pt x="534659" y="560186"/>
                  </a:lnTo>
                  <a:lnTo>
                    <a:pt x="534069" y="562397"/>
                  </a:lnTo>
                  <a:lnTo>
                    <a:pt x="531461" y="564548"/>
                  </a:lnTo>
                  <a:lnTo>
                    <a:pt x="531914" y="570810"/>
                  </a:lnTo>
                  <a:lnTo>
                    <a:pt x="530844" y="569825"/>
                  </a:lnTo>
                  <a:lnTo>
                    <a:pt x="527757" y="568943"/>
                  </a:lnTo>
                  <a:lnTo>
                    <a:pt x="527220" y="569550"/>
                  </a:lnTo>
                  <a:lnTo>
                    <a:pt x="524382" y="569722"/>
                  </a:lnTo>
                  <a:lnTo>
                    <a:pt x="523135" y="570502"/>
                  </a:lnTo>
                  <a:lnTo>
                    <a:pt x="517591" y="583264"/>
                  </a:lnTo>
                  <a:lnTo>
                    <a:pt x="516407" y="583174"/>
                  </a:lnTo>
                  <a:lnTo>
                    <a:pt x="515986" y="584833"/>
                  </a:lnTo>
                  <a:lnTo>
                    <a:pt x="513486" y="588102"/>
                  </a:lnTo>
                  <a:lnTo>
                    <a:pt x="511317" y="589046"/>
                  </a:lnTo>
                  <a:lnTo>
                    <a:pt x="507165" y="589860"/>
                  </a:lnTo>
                  <a:lnTo>
                    <a:pt x="504242" y="592161"/>
                  </a:lnTo>
                  <a:lnTo>
                    <a:pt x="502679" y="591602"/>
                  </a:lnTo>
                  <a:lnTo>
                    <a:pt x="501448" y="590137"/>
                  </a:lnTo>
                  <a:lnTo>
                    <a:pt x="499101" y="589630"/>
                  </a:lnTo>
                  <a:lnTo>
                    <a:pt x="494767" y="589667"/>
                  </a:lnTo>
                  <a:lnTo>
                    <a:pt x="490959" y="588793"/>
                  </a:lnTo>
                  <a:lnTo>
                    <a:pt x="484883" y="586892"/>
                  </a:lnTo>
                  <a:lnTo>
                    <a:pt x="481515" y="587372"/>
                  </a:lnTo>
                  <a:lnTo>
                    <a:pt x="477708" y="585552"/>
                  </a:lnTo>
                  <a:lnTo>
                    <a:pt x="477105" y="585004"/>
                  </a:lnTo>
                  <a:lnTo>
                    <a:pt x="474178" y="584135"/>
                  </a:lnTo>
                  <a:lnTo>
                    <a:pt x="457322" y="591059"/>
                  </a:lnTo>
                  <a:lnTo>
                    <a:pt x="448626" y="595082"/>
                  </a:lnTo>
                  <a:lnTo>
                    <a:pt x="447347" y="596297"/>
                  </a:lnTo>
                  <a:lnTo>
                    <a:pt x="444373" y="601103"/>
                  </a:lnTo>
                  <a:lnTo>
                    <a:pt x="443490" y="604182"/>
                  </a:lnTo>
                  <a:lnTo>
                    <a:pt x="443752" y="604506"/>
                  </a:lnTo>
                  <a:lnTo>
                    <a:pt x="441396" y="606116"/>
                  </a:lnTo>
                  <a:lnTo>
                    <a:pt x="439828" y="607366"/>
                  </a:lnTo>
                  <a:lnTo>
                    <a:pt x="439863" y="607551"/>
                  </a:lnTo>
                  <a:lnTo>
                    <a:pt x="434077" y="607989"/>
                  </a:lnTo>
                  <a:lnTo>
                    <a:pt x="431287" y="607394"/>
                  </a:lnTo>
                  <a:lnTo>
                    <a:pt x="429531" y="606478"/>
                  </a:lnTo>
                  <a:lnTo>
                    <a:pt x="426888" y="605665"/>
                  </a:lnTo>
                  <a:lnTo>
                    <a:pt x="424553" y="605218"/>
                  </a:lnTo>
                  <a:lnTo>
                    <a:pt x="416435" y="605514"/>
                  </a:lnTo>
                  <a:lnTo>
                    <a:pt x="413685" y="606016"/>
                  </a:lnTo>
                  <a:lnTo>
                    <a:pt x="413332" y="605883"/>
                  </a:lnTo>
                  <a:lnTo>
                    <a:pt x="409501" y="607813"/>
                  </a:lnTo>
                  <a:lnTo>
                    <a:pt x="401199" y="610745"/>
                  </a:lnTo>
                  <a:lnTo>
                    <a:pt x="400855" y="609635"/>
                  </a:lnTo>
                  <a:lnTo>
                    <a:pt x="400229" y="609734"/>
                  </a:lnTo>
                  <a:lnTo>
                    <a:pt x="399313" y="609520"/>
                  </a:lnTo>
                  <a:lnTo>
                    <a:pt x="397581" y="608370"/>
                  </a:lnTo>
                  <a:lnTo>
                    <a:pt x="395492" y="606303"/>
                  </a:lnTo>
                  <a:lnTo>
                    <a:pt x="393610" y="606755"/>
                  </a:lnTo>
                  <a:lnTo>
                    <a:pt x="392090" y="606379"/>
                  </a:lnTo>
                  <a:lnTo>
                    <a:pt x="390547" y="604835"/>
                  </a:lnTo>
                  <a:lnTo>
                    <a:pt x="389485" y="604192"/>
                  </a:lnTo>
                  <a:lnTo>
                    <a:pt x="387751" y="601839"/>
                  </a:lnTo>
                  <a:lnTo>
                    <a:pt x="385030" y="600148"/>
                  </a:lnTo>
                  <a:lnTo>
                    <a:pt x="382680" y="599033"/>
                  </a:lnTo>
                  <a:lnTo>
                    <a:pt x="379687" y="599517"/>
                  </a:lnTo>
                  <a:lnTo>
                    <a:pt x="375728" y="599077"/>
                  </a:lnTo>
                  <a:lnTo>
                    <a:pt x="374515" y="597995"/>
                  </a:lnTo>
                  <a:lnTo>
                    <a:pt x="372900" y="595368"/>
                  </a:lnTo>
                  <a:lnTo>
                    <a:pt x="370987" y="594745"/>
                  </a:lnTo>
                  <a:lnTo>
                    <a:pt x="370196" y="594906"/>
                  </a:lnTo>
                  <a:lnTo>
                    <a:pt x="366470" y="593693"/>
                  </a:lnTo>
                  <a:lnTo>
                    <a:pt x="365876" y="593182"/>
                  </a:lnTo>
                  <a:lnTo>
                    <a:pt x="363915" y="590183"/>
                  </a:lnTo>
                  <a:lnTo>
                    <a:pt x="360658" y="588927"/>
                  </a:lnTo>
                  <a:lnTo>
                    <a:pt x="360388" y="587151"/>
                  </a:lnTo>
                  <a:lnTo>
                    <a:pt x="359073" y="582883"/>
                  </a:lnTo>
                  <a:lnTo>
                    <a:pt x="358853" y="583830"/>
                  </a:lnTo>
                  <a:lnTo>
                    <a:pt x="357576" y="584432"/>
                  </a:lnTo>
                  <a:lnTo>
                    <a:pt x="341326" y="587130"/>
                  </a:lnTo>
                  <a:lnTo>
                    <a:pt x="339912" y="583565"/>
                  </a:lnTo>
                  <a:lnTo>
                    <a:pt x="339825" y="581933"/>
                  </a:lnTo>
                  <a:lnTo>
                    <a:pt x="339243" y="580814"/>
                  </a:lnTo>
                  <a:lnTo>
                    <a:pt x="337564" y="580317"/>
                  </a:lnTo>
                  <a:lnTo>
                    <a:pt x="334358" y="579808"/>
                  </a:lnTo>
                  <a:lnTo>
                    <a:pt x="332308" y="579976"/>
                  </a:lnTo>
                  <a:lnTo>
                    <a:pt x="328724" y="578580"/>
                  </a:lnTo>
                  <a:lnTo>
                    <a:pt x="325713" y="579406"/>
                  </a:lnTo>
                  <a:lnTo>
                    <a:pt x="317444" y="575842"/>
                  </a:lnTo>
                  <a:lnTo>
                    <a:pt x="317232" y="583012"/>
                  </a:lnTo>
                  <a:lnTo>
                    <a:pt x="316157" y="585805"/>
                  </a:lnTo>
                  <a:lnTo>
                    <a:pt x="314706" y="587358"/>
                  </a:lnTo>
                  <a:lnTo>
                    <a:pt x="312780" y="588785"/>
                  </a:lnTo>
                  <a:lnTo>
                    <a:pt x="312041" y="590431"/>
                  </a:lnTo>
                  <a:lnTo>
                    <a:pt x="312047" y="591826"/>
                  </a:lnTo>
                  <a:lnTo>
                    <a:pt x="307296" y="594958"/>
                  </a:lnTo>
                  <a:lnTo>
                    <a:pt x="305363" y="599394"/>
                  </a:lnTo>
                  <a:lnTo>
                    <a:pt x="302983" y="601449"/>
                  </a:lnTo>
                  <a:lnTo>
                    <a:pt x="299259" y="603466"/>
                  </a:lnTo>
                  <a:lnTo>
                    <a:pt x="298576" y="606500"/>
                  </a:lnTo>
                  <a:lnTo>
                    <a:pt x="295680" y="608730"/>
                  </a:lnTo>
                  <a:lnTo>
                    <a:pt x="292057" y="614299"/>
                  </a:lnTo>
                  <a:lnTo>
                    <a:pt x="290929" y="614877"/>
                  </a:lnTo>
                  <a:lnTo>
                    <a:pt x="288577" y="617116"/>
                  </a:lnTo>
                  <a:lnTo>
                    <a:pt x="286501" y="618558"/>
                  </a:lnTo>
                  <a:lnTo>
                    <a:pt x="284201" y="622616"/>
                  </a:lnTo>
                  <a:lnTo>
                    <a:pt x="281698" y="623629"/>
                  </a:lnTo>
                  <a:lnTo>
                    <a:pt x="277465" y="620301"/>
                  </a:lnTo>
                  <a:lnTo>
                    <a:pt x="275657" y="618473"/>
                  </a:lnTo>
                  <a:lnTo>
                    <a:pt x="273553" y="615449"/>
                  </a:lnTo>
                  <a:lnTo>
                    <a:pt x="271648" y="614353"/>
                  </a:lnTo>
                  <a:lnTo>
                    <a:pt x="269432" y="614884"/>
                  </a:lnTo>
                  <a:lnTo>
                    <a:pt x="268857" y="614954"/>
                  </a:lnTo>
                  <a:lnTo>
                    <a:pt x="264084" y="621937"/>
                  </a:lnTo>
                  <a:lnTo>
                    <a:pt x="261895" y="622555"/>
                  </a:lnTo>
                  <a:lnTo>
                    <a:pt x="256930" y="622532"/>
                  </a:lnTo>
                  <a:lnTo>
                    <a:pt x="256129" y="623222"/>
                  </a:lnTo>
                  <a:lnTo>
                    <a:pt x="252712" y="624433"/>
                  </a:lnTo>
                  <a:lnTo>
                    <a:pt x="251641" y="622911"/>
                  </a:lnTo>
                  <a:lnTo>
                    <a:pt x="249325" y="621118"/>
                  </a:lnTo>
                  <a:lnTo>
                    <a:pt x="248350" y="619446"/>
                  </a:lnTo>
                  <a:lnTo>
                    <a:pt x="247178" y="618797"/>
                  </a:lnTo>
                  <a:lnTo>
                    <a:pt x="246786" y="617925"/>
                  </a:lnTo>
                  <a:lnTo>
                    <a:pt x="247794" y="614353"/>
                  </a:lnTo>
                  <a:lnTo>
                    <a:pt x="246611" y="610915"/>
                  </a:lnTo>
                  <a:lnTo>
                    <a:pt x="246478" y="609657"/>
                  </a:lnTo>
                  <a:lnTo>
                    <a:pt x="245058" y="607517"/>
                  </a:lnTo>
                  <a:lnTo>
                    <a:pt x="241182" y="605973"/>
                  </a:lnTo>
                  <a:lnTo>
                    <a:pt x="240432" y="605924"/>
                  </a:lnTo>
                  <a:lnTo>
                    <a:pt x="237459" y="606389"/>
                  </a:lnTo>
                  <a:lnTo>
                    <a:pt x="235927" y="607750"/>
                  </a:lnTo>
                  <a:lnTo>
                    <a:pt x="233148" y="608781"/>
                  </a:lnTo>
                  <a:lnTo>
                    <a:pt x="230161" y="608233"/>
                  </a:lnTo>
                  <a:lnTo>
                    <a:pt x="229200" y="611105"/>
                  </a:lnTo>
                  <a:lnTo>
                    <a:pt x="222180" y="620465"/>
                  </a:lnTo>
                  <a:lnTo>
                    <a:pt x="221234" y="622910"/>
                  </a:lnTo>
                  <a:lnTo>
                    <a:pt x="218332" y="623876"/>
                  </a:lnTo>
                  <a:lnTo>
                    <a:pt x="214365" y="624547"/>
                  </a:lnTo>
                  <a:lnTo>
                    <a:pt x="212907" y="627019"/>
                  </a:lnTo>
                  <a:lnTo>
                    <a:pt x="209984" y="627127"/>
                  </a:lnTo>
                  <a:lnTo>
                    <a:pt x="209130" y="628566"/>
                  </a:lnTo>
                  <a:lnTo>
                    <a:pt x="207428" y="628325"/>
                  </a:lnTo>
                  <a:lnTo>
                    <a:pt x="202258" y="623891"/>
                  </a:lnTo>
                  <a:lnTo>
                    <a:pt x="200292" y="624039"/>
                  </a:lnTo>
                  <a:lnTo>
                    <a:pt x="197745" y="625198"/>
                  </a:lnTo>
                  <a:lnTo>
                    <a:pt x="194476" y="623408"/>
                  </a:lnTo>
                  <a:lnTo>
                    <a:pt x="193225" y="623208"/>
                  </a:lnTo>
                  <a:lnTo>
                    <a:pt x="191050" y="625310"/>
                  </a:lnTo>
                  <a:lnTo>
                    <a:pt x="184592" y="622338"/>
                  </a:lnTo>
                  <a:lnTo>
                    <a:pt x="179529" y="621280"/>
                  </a:lnTo>
                  <a:lnTo>
                    <a:pt x="174218" y="623143"/>
                  </a:lnTo>
                  <a:lnTo>
                    <a:pt x="174499" y="627596"/>
                  </a:lnTo>
                  <a:lnTo>
                    <a:pt x="170960" y="628348"/>
                  </a:lnTo>
                  <a:lnTo>
                    <a:pt x="168428" y="629787"/>
                  </a:lnTo>
                  <a:lnTo>
                    <a:pt x="165757" y="629977"/>
                  </a:lnTo>
                  <a:lnTo>
                    <a:pt x="166196" y="631966"/>
                  </a:lnTo>
                  <a:lnTo>
                    <a:pt x="163457" y="635646"/>
                  </a:lnTo>
                  <a:lnTo>
                    <a:pt x="161866" y="636789"/>
                  </a:lnTo>
                  <a:lnTo>
                    <a:pt x="156537" y="638970"/>
                  </a:lnTo>
                  <a:lnTo>
                    <a:pt x="151965" y="642857"/>
                  </a:lnTo>
                  <a:lnTo>
                    <a:pt x="151721" y="644095"/>
                  </a:lnTo>
                  <a:lnTo>
                    <a:pt x="146172" y="641111"/>
                  </a:lnTo>
                  <a:lnTo>
                    <a:pt x="144613" y="639427"/>
                  </a:lnTo>
                  <a:lnTo>
                    <a:pt x="144453" y="636160"/>
                  </a:lnTo>
                  <a:lnTo>
                    <a:pt x="144276" y="635809"/>
                  </a:lnTo>
                  <a:lnTo>
                    <a:pt x="143220" y="634971"/>
                  </a:lnTo>
                  <a:lnTo>
                    <a:pt x="140536" y="634027"/>
                  </a:lnTo>
                  <a:lnTo>
                    <a:pt x="138845" y="632744"/>
                  </a:lnTo>
                  <a:lnTo>
                    <a:pt x="136781" y="631645"/>
                  </a:lnTo>
                  <a:lnTo>
                    <a:pt x="136919" y="629958"/>
                  </a:lnTo>
                  <a:lnTo>
                    <a:pt x="133717" y="625921"/>
                  </a:lnTo>
                  <a:lnTo>
                    <a:pt x="132753" y="623979"/>
                  </a:lnTo>
                  <a:lnTo>
                    <a:pt x="130144" y="621500"/>
                  </a:lnTo>
                  <a:lnTo>
                    <a:pt x="127395" y="620774"/>
                  </a:lnTo>
                  <a:lnTo>
                    <a:pt x="124935" y="619374"/>
                  </a:lnTo>
                  <a:lnTo>
                    <a:pt x="120251" y="614524"/>
                  </a:lnTo>
                  <a:lnTo>
                    <a:pt x="116281" y="617929"/>
                  </a:lnTo>
                  <a:lnTo>
                    <a:pt x="114163" y="621042"/>
                  </a:lnTo>
                  <a:lnTo>
                    <a:pt x="112224" y="622129"/>
                  </a:lnTo>
                  <a:lnTo>
                    <a:pt x="110692" y="625941"/>
                  </a:lnTo>
                  <a:lnTo>
                    <a:pt x="109925" y="627041"/>
                  </a:lnTo>
                  <a:lnTo>
                    <a:pt x="108210" y="627604"/>
                  </a:lnTo>
                  <a:lnTo>
                    <a:pt x="107751" y="629008"/>
                  </a:lnTo>
                  <a:lnTo>
                    <a:pt x="107253" y="634091"/>
                  </a:lnTo>
                  <a:lnTo>
                    <a:pt x="107475" y="634558"/>
                  </a:lnTo>
                  <a:lnTo>
                    <a:pt x="103838" y="635656"/>
                  </a:lnTo>
                  <a:lnTo>
                    <a:pt x="103145" y="636332"/>
                  </a:lnTo>
                  <a:lnTo>
                    <a:pt x="103127" y="637058"/>
                  </a:lnTo>
                  <a:lnTo>
                    <a:pt x="101275" y="639015"/>
                  </a:lnTo>
                  <a:lnTo>
                    <a:pt x="100037" y="639973"/>
                  </a:lnTo>
                  <a:lnTo>
                    <a:pt x="98968" y="642123"/>
                  </a:lnTo>
                  <a:lnTo>
                    <a:pt x="98264" y="646000"/>
                  </a:lnTo>
                  <a:lnTo>
                    <a:pt x="97738" y="647194"/>
                  </a:lnTo>
                  <a:lnTo>
                    <a:pt x="95935" y="648720"/>
                  </a:lnTo>
                  <a:lnTo>
                    <a:pt x="93300" y="648729"/>
                  </a:lnTo>
                  <a:lnTo>
                    <a:pt x="89401" y="650391"/>
                  </a:lnTo>
                  <a:lnTo>
                    <a:pt x="89194" y="651749"/>
                  </a:lnTo>
                  <a:lnTo>
                    <a:pt x="84235" y="654609"/>
                  </a:lnTo>
                  <a:lnTo>
                    <a:pt x="84035" y="656467"/>
                  </a:lnTo>
                  <a:lnTo>
                    <a:pt x="80599" y="663545"/>
                  </a:lnTo>
                  <a:lnTo>
                    <a:pt x="79442" y="661940"/>
                  </a:lnTo>
                  <a:lnTo>
                    <a:pt x="78170" y="660692"/>
                  </a:lnTo>
                  <a:lnTo>
                    <a:pt x="74904" y="658943"/>
                  </a:lnTo>
                  <a:lnTo>
                    <a:pt x="71448" y="658239"/>
                  </a:lnTo>
                  <a:lnTo>
                    <a:pt x="70128" y="657598"/>
                  </a:lnTo>
                  <a:lnTo>
                    <a:pt x="68911" y="656490"/>
                  </a:lnTo>
                  <a:lnTo>
                    <a:pt x="68046" y="657516"/>
                  </a:lnTo>
                  <a:lnTo>
                    <a:pt x="64889" y="657619"/>
                  </a:lnTo>
                  <a:lnTo>
                    <a:pt x="62002" y="658790"/>
                  </a:lnTo>
                  <a:lnTo>
                    <a:pt x="56822" y="662160"/>
                  </a:lnTo>
                  <a:lnTo>
                    <a:pt x="54364" y="662234"/>
                  </a:lnTo>
                  <a:lnTo>
                    <a:pt x="52929" y="663258"/>
                  </a:lnTo>
                  <a:lnTo>
                    <a:pt x="47460" y="665041"/>
                  </a:lnTo>
                  <a:lnTo>
                    <a:pt x="45106" y="666650"/>
                  </a:lnTo>
                  <a:lnTo>
                    <a:pt x="43615" y="666295"/>
                  </a:lnTo>
                  <a:lnTo>
                    <a:pt x="38990" y="667325"/>
                  </a:lnTo>
                  <a:lnTo>
                    <a:pt x="30205" y="671468"/>
                  </a:lnTo>
                  <a:lnTo>
                    <a:pt x="23974" y="671323"/>
                  </a:lnTo>
                  <a:lnTo>
                    <a:pt x="16859" y="672558"/>
                  </a:lnTo>
                  <a:lnTo>
                    <a:pt x="15248" y="672366"/>
                  </a:lnTo>
                  <a:lnTo>
                    <a:pt x="12879" y="671712"/>
                  </a:lnTo>
                  <a:lnTo>
                    <a:pt x="6778" y="669666"/>
                  </a:lnTo>
                  <a:lnTo>
                    <a:pt x="0" y="668128"/>
                  </a:lnTo>
                  <a:lnTo>
                    <a:pt x="4768" y="653813"/>
                  </a:lnTo>
                  <a:lnTo>
                    <a:pt x="6028" y="651193"/>
                  </a:lnTo>
                  <a:lnTo>
                    <a:pt x="10112" y="646205"/>
                  </a:lnTo>
                  <a:lnTo>
                    <a:pt x="10587" y="644756"/>
                  </a:lnTo>
                  <a:lnTo>
                    <a:pt x="10990" y="642390"/>
                  </a:lnTo>
                  <a:lnTo>
                    <a:pt x="10767" y="641358"/>
                  </a:lnTo>
                  <a:lnTo>
                    <a:pt x="9417" y="640132"/>
                  </a:lnTo>
                  <a:lnTo>
                    <a:pt x="9404" y="638653"/>
                  </a:lnTo>
                  <a:lnTo>
                    <a:pt x="10439" y="637588"/>
                  </a:lnTo>
                  <a:lnTo>
                    <a:pt x="11684" y="634213"/>
                  </a:lnTo>
                  <a:lnTo>
                    <a:pt x="12300" y="631584"/>
                  </a:lnTo>
                  <a:lnTo>
                    <a:pt x="14279" y="629188"/>
                  </a:lnTo>
                  <a:lnTo>
                    <a:pt x="14693" y="628283"/>
                  </a:lnTo>
                  <a:lnTo>
                    <a:pt x="16661" y="618692"/>
                  </a:lnTo>
                  <a:lnTo>
                    <a:pt x="18628" y="612686"/>
                  </a:lnTo>
                  <a:lnTo>
                    <a:pt x="19072" y="609418"/>
                  </a:lnTo>
                  <a:lnTo>
                    <a:pt x="20622" y="606040"/>
                  </a:lnTo>
                  <a:lnTo>
                    <a:pt x="20468" y="599713"/>
                  </a:lnTo>
                  <a:lnTo>
                    <a:pt x="20635" y="598552"/>
                  </a:lnTo>
                  <a:lnTo>
                    <a:pt x="21918" y="594855"/>
                  </a:lnTo>
                  <a:lnTo>
                    <a:pt x="20896" y="589634"/>
                  </a:lnTo>
                  <a:lnTo>
                    <a:pt x="21580" y="588819"/>
                  </a:lnTo>
                  <a:lnTo>
                    <a:pt x="31747" y="585706"/>
                  </a:lnTo>
                  <a:lnTo>
                    <a:pt x="32335" y="584894"/>
                  </a:lnTo>
                  <a:lnTo>
                    <a:pt x="46483" y="580555"/>
                  </a:lnTo>
                  <a:lnTo>
                    <a:pt x="53492" y="579885"/>
                  </a:lnTo>
                  <a:lnTo>
                    <a:pt x="64793" y="572875"/>
                  </a:lnTo>
                  <a:lnTo>
                    <a:pt x="66737" y="568334"/>
                  </a:lnTo>
                  <a:lnTo>
                    <a:pt x="66664" y="565729"/>
                  </a:lnTo>
                  <a:lnTo>
                    <a:pt x="70220" y="558701"/>
                  </a:lnTo>
                  <a:lnTo>
                    <a:pt x="72072" y="548625"/>
                  </a:lnTo>
                  <a:lnTo>
                    <a:pt x="74039" y="546364"/>
                  </a:lnTo>
                  <a:lnTo>
                    <a:pt x="76167" y="538569"/>
                  </a:lnTo>
                  <a:lnTo>
                    <a:pt x="77311" y="538832"/>
                  </a:lnTo>
                  <a:lnTo>
                    <a:pt x="80407" y="534843"/>
                  </a:lnTo>
                  <a:lnTo>
                    <a:pt x="82682" y="527948"/>
                  </a:lnTo>
                  <a:lnTo>
                    <a:pt x="83434" y="524833"/>
                  </a:lnTo>
                  <a:lnTo>
                    <a:pt x="83222" y="521714"/>
                  </a:lnTo>
                  <a:lnTo>
                    <a:pt x="84203" y="519286"/>
                  </a:lnTo>
                  <a:lnTo>
                    <a:pt x="86620" y="518870"/>
                  </a:lnTo>
                  <a:lnTo>
                    <a:pt x="87713" y="517636"/>
                  </a:lnTo>
                  <a:lnTo>
                    <a:pt x="88181" y="516038"/>
                  </a:lnTo>
                  <a:lnTo>
                    <a:pt x="89481" y="514144"/>
                  </a:lnTo>
                  <a:lnTo>
                    <a:pt x="92734" y="510856"/>
                  </a:lnTo>
                  <a:lnTo>
                    <a:pt x="89326" y="506114"/>
                  </a:lnTo>
                  <a:lnTo>
                    <a:pt x="87176" y="492944"/>
                  </a:lnTo>
                  <a:lnTo>
                    <a:pt x="90524" y="488424"/>
                  </a:lnTo>
                  <a:lnTo>
                    <a:pt x="85172" y="484167"/>
                  </a:lnTo>
                  <a:lnTo>
                    <a:pt x="82380" y="478496"/>
                  </a:lnTo>
                  <a:lnTo>
                    <a:pt x="81332" y="472594"/>
                  </a:lnTo>
                  <a:lnTo>
                    <a:pt x="79913" y="468409"/>
                  </a:lnTo>
                  <a:lnTo>
                    <a:pt x="79545" y="459409"/>
                  </a:lnTo>
                  <a:lnTo>
                    <a:pt x="74091" y="453945"/>
                  </a:lnTo>
                  <a:lnTo>
                    <a:pt x="74341" y="452683"/>
                  </a:lnTo>
                  <a:lnTo>
                    <a:pt x="74155" y="451378"/>
                  </a:lnTo>
                  <a:lnTo>
                    <a:pt x="73702" y="449776"/>
                  </a:lnTo>
                  <a:lnTo>
                    <a:pt x="72908" y="448754"/>
                  </a:lnTo>
                  <a:lnTo>
                    <a:pt x="73647" y="447242"/>
                  </a:lnTo>
                  <a:lnTo>
                    <a:pt x="74330" y="444760"/>
                  </a:lnTo>
                  <a:lnTo>
                    <a:pt x="74267" y="443821"/>
                  </a:lnTo>
                  <a:lnTo>
                    <a:pt x="74862" y="443007"/>
                  </a:lnTo>
                  <a:lnTo>
                    <a:pt x="74850" y="442205"/>
                  </a:lnTo>
                  <a:lnTo>
                    <a:pt x="75596" y="440246"/>
                  </a:lnTo>
                  <a:lnTo>
                    <a:pt x="75118" y="438158"/>
                  </a:lnTo>
                  <a:lnTo>
                    <a:pt x="74151" y="436174"/>
                  </a:lnTo>
                  <a:lnTo>
                    <a:pt x="73243" y="432976"/>
                  </a:lnTo>
                  <a:lnTo>
                    <a:pt x="72516" y="431618"/>
                  </a:lnTo>
                  <a:lnTo>
                    <a:pt x="73580" y="431232"/>
                  </a:lnTo>
                  <a:lnTo>
                    <a:pt x="75127" y="429682"/>
                  </a:lnTo>
                  <a:lnTo>
                    <a:pt x="78543" y="424449"/>
                  </a:lnTo>
                  <a:lnTo>
                    <a:pt x="80861" y="422064"/>
                  </a:lnTo>
                  <a:lnTo>
                    <a:pt x="82540" y="421099"/>
                  </a:lnTo>
                  <a:lnTo>
                    <a:pt x="83310" y="421016"/>
                  </a:lnTo>
                  <a:lnTo>
                    <a:pt x="84093" y="420626"/>
                  </a:lnTo>
                  <a:lnTo>
                    <a:pt x="85524" y="418382"/>
                  </a:lnTo>
                  <a:lnTo>
                    <a:pt x="86644" y="418209"/>
                  </a:lnTo>
                  <a:lnTo>
                    <a:pt x="87249" y="418430"/>
                  </a:lnTo>
                  <a:lnTo>
                    <a:pt x="87785" y="418239"/>
                  </a:lnTo>
                  <a:lnTo>
                    <a:pt x="87982" y="417671"/>
                  </a:lnTo>
                  <a:lnTo>
                    <a:pt x="88705" y="416904"/>
                  </a:lnTo>
                  <a:lnTo>
                    <a:pt x="88780" y="416378"/>
                  </a:lnTo>
                  <a:lnTo>
                    <a:pt x="89356" y="415851"/>
                  </a:lnTo>
                  <a:lnTo>
                    <a:pt x="91314" y="416104"/>
                  </a:lnTo>
                  <a:lnTo>
                    <a:pt x="93120" y="415844"/>
                  </a:lnTo>
                  <a:lnTo>
                    <a:pt x="93904" y="415946"/>
                  </a:lnTo>
                  <a:lnTo>
                    <a:pt x="95600" y="415381"/>
                  </a:lnTo>
                  <a:lnTo>
                    <a:pt x="98564" y="415186"/>
                  </a:lnTo>
                  <a:lnTo>
                    <a:pt x="101441" y="415831"/>
                  </a:lnTo>
                  <a:lnTo>
                    <a:pt x="106818" y="415753"/>
                  </a:lnTo>
                  <a:lnTo>
                    <a:pt x="107962" y="416208"/>
                  </a:lnTo>
                  <a:lnTo>
                    <a:pt x="109422" y="416447"/>
                  </a:lnTo>
                  <a:lnTo>
                    <a:pt x="109778" y="416907"/>
                  </a:lnTo>
                  <a:lnTo>
                    <a:pt x="111889" y="414489"/>
                  </a:lnTo>
                  <a:lnTo>
                    <a:pt x="111810" y="410297"/>
                  </a:lnTo>
                  <a:lnTo>
                    <a:pt x="111257" y="408648"/>
                  </a:lnTo>
                  <a:lnTo>
                    <a:pt x="111575" y="406790"/>
                  </a:lnTo>
                  <a:lnTo>
                    <a:pt x="111242" y="406115"/>
                  </a:lnTo>
                  <a:lnTo>
                    <a:pt x="111703" y="405470"/>
                  </a:lnTo>
                  <a:lnTo>
                    <a:pt x="111480" y="403495"/>
                  </a:lnTo>
                  <a:lnTo>
                    <a:pt x="111752" y="402541"/>
                  </a:lnTo>
                  <a:lnTo>
                    <a:pt x="111596" y="401429"/>
                  </a:lnTo>
                  <a:lnTo>
                    <a:pt x="110963" y="400584"/>
                  </a:lnTo>
                  <a:lnTo>
                    <a:pt x="110017" y="398439"/>
                  </a:lnTo>
                  <a:lnTo>
                    <a:pt x="108179" y="397409"/>
                  </a:lnTo>
                  <a:lnTo>
                    <a:pt x="107115" y="396149"/>
                  </a:lnTo>
                  <a:lnTo>
                    <a:pt x="106978" y="395578"/>
                  </a:lnTo>
                  <a:lnTo>
                    <a:pt x="107190" y="395087"/>
                  </a:lnTo>
                  <a:lnTo>
                    <a:pt x="107142" y="394062"/>
                  </a:lnTo>
                  <a:lnTo>
                    <a:pt x="106871" y="392789"/>
                  </a:lnTo>
                  <a:lnTo>
                    <a:pt x="107201" y="391783"/>
                  </a:lnTo>
                  <a:lnTo>
                    <a:pt x="106620" y="391050"/>
                  </a:lnTo>
                  <a:lnTo>
                    <a:pt x="106445" y="390029"/>
                  </a:lnTo>
                  <a:lnTo>
                    <a:pt x="105397" y="389047"/>
                  </a:lnTo>
                  <a:lnTo>
                    <a:pt x="104800" y="388124"/>
                  </a:lnTo>
                  <a:lnTo>
                    <a:pt x="103232" y="387079"/>
                  </a:lnTo>
                  <a:lnTo>
                    <a:pt x="102116" y="385669"/>
                  </a:lnTo>
                  <a:lnTo>
                    <a:pt x="101488" y="385342"/>
                  </a:lnTo>
                  <a:lnTo>
                    <a:pt x="100895" y="385396"/>
                  </a:lnTo>
                  <a:lnTo>
                    <a:pt x="100750" y="384839"/>
                  </a:lnTo>
                  <a:lnTo>
                    <a:pt x="100223" y="384593"/>
                  </a:lnTo>
                  <a:lnTo>
                    <a:pt x="99734" y="383587"/>
                  </a:lnTo>
                  <a:lnTo>
                    <a:pt x="99185" y="383266"/>
                  </a:lnTo>
                  <a:lnTo>
                    <a:pt x="98958" y="382107"/>
                  </a:lnTo>
                  <a:lnTo>
                    <a:pt x="98807" y="382329"/>
                  </a:lnTo>
                  <a:lnTo>
                    <a:pt x="98259" y="382121"/>
                  </a:lnTo>
                  <a:lnTo>
                    <a:pt x="97728" y="381304"/>
                  </a:lnTo>
                  <a:lnTo>
                    <a:pt x="97406" y="381240"/>
                  </a:lnTo>
                  <a:lnTo>
                    <a:pt x="97371" y="380374"/>
                  </a:lnTo>
                  <a:lnTo>
                    <a:pt x="98022" y="379300"/>
                  </a:lnTo>
                  <a:lnTo>
                    <a:pt x="98157" y="378465"/>
                  </a:lnTo>
                  <a:lnTo>
                    <a:pt x="98999" y="377991"/>
                  </a:lnTo>
                  <a:lnTo>
                    <a:pt x="99029" y="377210"/>
                  </a:lnTo>
                  <a:lnTo>
                    <a:pt x="100302" y="376866"/>
                  </a:lnTo>
                  <a:lnTo>
                    <a:pt x="100682" y="376243"/>
                  </a:lnTo>
                  <a:lnTo>
                    <a:pt x="102227" y="375661"/>
                  </a:lnTo>
                  <a:lnTo>
                    <a:pt x="102495" y="375316"/>
                  </a:lnTo>
                  <a:lnTo>
                    <a:pt x="103875" y="375947"/>
                  </a:lnTo>
                  <a:lnTo>
                    <a:pt x="105305" y="377532"/>
                  </a:lnTo>
                  <a:lnTo>
                    <a:pt x="106015" y="377722"/>
                  </a:lnTo>
                  <a:lnTo>
                    <a:pt x="106817" y="377476"/>
                  </a:lnTo>
                  <a:lnTo>
                    <a:pt x="108304" y="377565"/>
                  </a:lnTo>
                  <a:lnTo>
                    <a:pt x="109898" y="378074"/>
                  </a:lnTo>
                  <a:lnTo>
                    <a:pt x="110283" y="378504"/>
                  </a:lnTo>
                  <a:lnTo>
                    <a:pt x="111494" y="378067"/>
                  </a:lnTo>
                  <a:lnTo>
                    <a:pt x="113050" y="378001"/>
                  </a:lnTo>
                  <a:lnTo>
                    <a:pt x="114219" y="377329"/>
                  </a:lnTo>
                  <a:lnTo>
                    <a:pt x="115194" y="376320"/>
                  </a:lnTo>
                  <a:lnTo>
                    <a:pt x="115578" y="375205"/>
                  </a:lnTo>
                  <a:lnTo>
                    <a:pt x="116274" y="374718"/>
                  </a:lnTo>
                  <a:lnTo>
                    <a:pt x="117353" y="373028"/>
                  </a:lnTo>
                  <a:lnTo>
                    <a:pt x="117193" y="371983"/>
                  </a:lnTo>
                  <a:lnTo>
                    <a:pt x="116421" y="371156"/>
                  </a:lnTo>
                  <a:lnTo>
                    <a:pt x="116043" y="370909"/>
                  </a:lnTo>
                  <a:lnTo>
                    <a:pt x="114580" y="370841"/>
                  </a:lnTo>
                  <a:lnTo>
                    <a:pt x="114500" y="370148"/>
                  </a:lnTo>
                  <a:lnTo>
                    <a:pt x="113910" y="369450"/>
                  </a:lnTo>
                  <a:lnTo>
                    <a:pt x="113993" y="368896"/>
                  </a:lnTo>
                  <a:lnTo>
                    <a:pt x="116762" y="366664"/>
                  </a:lnTo>
                  <a:lnTo>
                    <a:pt x="117814" y="366114"/>
                  </a:lnTo>
                  <a:lnTo>
                    <a:pt x="117808" y="364725"/>
                  </a:lnTo>
                  <a:lnTo>
                    <a:pt x="117541" y="364058"/>
                  </a:lnTo>
                  <a:lnTo>
                    <a:pt x="118897" y="362927"/>
                  </a:lnTo>
                  <a:lnTo>
                    <a:pt x="120460" y="364502"/>
                  </a:lnTo>
                  <a:lnTo>
                    <a:pt x="121283" y="364588"/>
                  </a:lnTo>
                  <a:lnTo>
                    <a:pt x="122190" y="364180"/>
                  </a:lnTo>
                  <a:lnTo>
                    <a:pt x="123899" y="364407"/>
                  </a:lnTo>
                  <a:lnTo>
                    <a:pt x="125544" y="362648"/>
                  </a:lnTo>
                  <a:lnTo>
                    <a:pt x="126418" y="362568"/>
                  </a:lnTo>
                  <a:lnTo>
                    <a:pt x="127038" y="364104"/>
                  </a:lnTo>
                  <a:lnTo>
                    <a:pt x="129135" y="365011"/>
                  </a:lnTo>
                  <a:lnTo>
                    <a:pt x="131302" y="364934"/>
                  </a:lnTo>
                  <a:lnTo>
                    <a:pt x="131529" y="365808"/>
                  </a:lnTo>
                  <a:lnTo>
                    <a:pt x="131845" y="366168"/>
                  </a:lnTo>
                  <a:lnTo>
                    <a:pt x="132218" y="366196"/>
                  </a:lnTo>
                  <a:lnTo>
                    <a:pt x="132776" y="365809"/>
                  </a:lnTo>
                  <a:lnTo>
                    <a:pt x="134018" y="365500"/>
                  </a:lnTo>
                  <a:lnTo>
                    <a:pt x="134448" y="363630"/>
                  </a:lnTo>
                  <a:lnTo>
                    <a:pt x="135310" y="362347"/>
                  </a:lnTo>
                  <a:lnTo>
                    <a:pt x="136558" y="361175"/>
                  </a:lnTo>
                  <a:lnTo>
                    <a:pt x="137777" y="361115"/>
                  </a:lnTo>
                  <a:lnTo>
                    <a:pt x="139354" y="360502"/>
                  </a:lnTo>
                  <a:lnTo>
                    <a:pt x="141297" y="360316"/>
                  </a:lnTo>
                  <a:lnTo>
                    <a:pt x="144652" y="358743"/>
                  </a:lnTo>
                  <a:lnTo>
                    <a:pt x="145437" y="357992"/>
                  </a:lnTo>
                  <a:lnTo>
                    <a:pt x="145071" y="357359"/>
                  </a:lnTo>
                  <a:lnTo>
                    <a:pt x="144874" y="356102"/>
                  </a:lnTo>
                  <a:lnTo>
                    <a:pt x="145277" y="353652"/>
                  </a:lnTo>
                  <a:lnTo>
                    <a:pt x="146062" y="352416"/>
                  </a:lnTo>
                  <a:lnTo>
                    <a:pt x="146893" y="351883"/>
                  </a:lnTo>
                  <a:lnTo>
                    <a:pt x="148504" y="351572"/>
                  </a:lnTo>
                  <a:lnTo>
                    <a:pt x="148932" y="351243"/>
                  </a:lnTo>
                  <a:lnTo>
                    <a:pt x="149955" y="348311"/>
                  </a:lnTo>
                  <a:lnTo>
                    <a:pt x="149631" y="346036"/>
                  </a:lnTo>
                  <a:lnTo>
                    <a:pt x="148574" y="344771"/>
                  </a:lnTo>
                  <a:lnTo>
                    <a:pt x="145189" y="342060"/>
                  </a:lnTo>
                  <a:lnTo>
                    <a:pt x="142474" y="339362"/>
                  </a:lnTo>
                  <a:lnTo>
                    <a:pt x="140278" y="338333"/>
                  </a:lnTo>
                  <a:lnTo>
                    <a:pt x="141441" y="336107"/>
                  </a:lnTo>
                  <a:lnTo>
                    <a:pt x="142186" y="335362"/>
                  </a:lnTo>
                  <a:lnTo>
                    <a:pt x="146463" y="336464"/>
                  </a:lnTo>
                  <a:lnTo>
                    <a:pt x="147518" y="336534"/>
                  </a:lnTo>
                  <a:lnTo>
                    <a:pt x="150212" y="336192"/>
                  </a:lnTo>
                  <a:lnTo>
                    <a:pt x="152277" y="335633"/>
                  </a:lnTo>
                  <a:lnTo>
                    <a:pt x="154357" y="335665"/>
                  </a:lnTo>
                  <a:lnTo>
                    <a:pt x="155325" y="336040"/>
                  </a:lnTo>
                  <a:lnTo>
                    <a:pt x="157366" y="336123"/>
                  </a:lnTo>
                  <a:lnTo>
                    <a:pt x="162019" y="334933"/>
                  </a:lnTo>
                  <a:lnTo>
                    <a:pt x="162663" y="334708"/>
                  </a:lnTo>
                  <a:lnTo>
                    <a:pt x="162655" y="334121"/>
                  </a:lnTo>
                  <a:lnTo>
                    <a:pt x="163003" y="333849"/>
                  </a:lnTo>
                  <a:lnTo>
                    <a:pt x="162080" y="331001"/>
                  </a:lnTo>
                  <a:lnTo>
                    <a:pt x="165065" y="330869"/>
                  </a:lnTo>
                  <a:lnTo>
                    <a:pt x="166924" y="329365"/>
                  </a:lnTo>
                  <a:lnTo>
                    <a:pt x="167055" y="328902"/>
                  </a:lnTo>
                  <a:lnTo>
                    <a:pt x="167450" y="328688"/>
                  </a:lnTo>
                  <a:lnTo>
                    <a:pt x="167932" y="327952"/>
                  </a:lnTo>
                  <a:lnTo>
                    <a:pt x="168344" y="326911"/>
                  </a:lnTo>
                  <a:lnTo>
                    <a:pt x="168136" y="326213"/>
                  </a:lnTo>
                  <a:lnTo>
                    <a:pt x="168552" y="324324"/>
                  </a:lnTo>
                  <a:lnTo>
                    <a:pt x="165971" y="323058"/>
                  </a:lnTo>
                  <a:lnTo>
                    <a:pt x="166619" y="322975"/>
                  </a:lnTo>
                  <a:lnTo>
                    <a:pt x="168612" y="323854"/>
                  </a:lnTo>
                  <a:lnTo>
                    <a:pt x="169674" y="322992"/>
                  </a:lnTo>
                  <a:lnTo>
                    <a:pt x="169893" y="322550"/>
                  </a:lnTo>
                  <a:lnTo>
                    <a:pt x="169767" y="322226"/>
                  </a:lnTo>
                  <a:lnTo>
                    <a:pt x="170038" y="322121"/>
                  </a:lnTo>
                  <a:lnTo>
                    <a:pt x="171063" y="322210"/>
                  </a:lnTo>
                  <a:lnTo>
                    <a:pt x="171201" y="323056"/>
                  </a:lnTo>
                  <a:lnTo>
                    <a:pt x="172431" y="325228"/>
                  </a:lnTo>
                  <a:lnTo>
                    <a:pt x="173593" y="326507"/>
                  </a:lnTo>
                  <a:lnTo>
                    <a:pt x="174475" y="326762"/>
                  </a:lnTo>
                  <a:lnTo>
                    <a:pt x="175874" y="327654"/>
                  </a:lnTo>
                  <a:lnTo>
                    <a:pt x="175445" y="328129"/>
                  </a:lnTo>
                  <a:lnTo>
                    <a:pt x="176391" y="328136"/>
                  </a:lnTo>
                  <a:lnTo>
                    <a:pt x="177518" y="327352"/>
                  </a:lnTo>
                  <a:lnTo>
                    <a:pt x="178477" y="328137"/>
                  </a:lnTo>
                  <a:lnTo>
                    <a:pt x="178978" y="327420"/>
                  </a:lnTo>
                  <a:lnTo>
                    <a:pt x="179559" y="327376"/>
                  </a:lnTo>
                  <a:lnTo>
                    <a:pt x="179377" y="326691"/>
                  </a:lnTo>
                  <a:lnTo>
                    <a:pt x="180097" y="325581"/>
                  </a:lnTo>
                  <a:lnTo>
                    <a:pt x="180685" y="325460"/>
                  </a:lnTo>
                  <a:lnTo>
                    <a:pt x="181819" y="325715"/>
                  </a:lnTo>
                  <a:lnTo>
                    <a:pt x="182445" y="326123"/>
                  </a:lnTo>
                  <a:lnTo>
                    <a:pt x="182509" y="326594"/>
                  </a:lnTo>
                  <a:lnTo>
                    <a:pt x="182824" y="326805"/>
                  </a:lnTo>
                  <a:lnTo>
                    <a:pt x="185851" y="327841"/>
                  </a:lnTo>
                  <a:lnTo>
                    <a:pt x="189285" y="329886"/>
                  </a:lnTo>
                  <a:lnTo>
                    <a:pt x="189400" y="330145"/>
                  </a:lnTo>
                  <a:lnTo>
                    <a:pt x="190202" y="330269"/>
                  </a:lnTo>
                  <a:lnTo>
                    <a:pt x="190692" y="331101"/>
                  </a:lnTo>
                  <a:lnTo>
                    <a:pt x="191452" y="331723"/>
                  </a:lnTo>
                  <a:lnTo>
                    <a:pt x="191537" y="332085"/>
                  </a:lnTo>
                  <a:lnTo>
                    <a:pt x="193843" y="334565"/>
                  </a:lnTo>
                  <a:lnTo>
                    <a:pt x="194538" y="334469"/>
                  </a:lnTo>
                  <a:lnTo>
                    <a:pt x="197265" y="335485"/>
                  </a:lnTo>
                  <a:lnTo>
                    <a:pt x="198891" y="336842"/>
                  </a:lnTo>
                  <a:lnTo>
                    <a:pt x="199443" y="335931"/>
                  </a:lnTo>
                  <a:lnTo>
                    <a:pt x="200497" y="336519"/>
                  </a:lnTo>
                  <a:lnTo>
                    <a:pt x="202475" y="338651"/>
                  </a:lnTo>
                  <a:lnTo>
                    <a:pt x="203192" y="338598"/>
                  </a:lnTo>
                  <a:lnTo>
                    <a:pt x="203470" y="339228"/>
                  </a:lnTo>
                  <a:lnTo>
                    <a:pt x="204955" y="340732"/>
                  </a:lnTo>
                  <a:lnTo>
                    <a:pt x="205298" y="341678"/>
                  </a:lnTo>
                  <a:lnTo>
                    <a:pt x="206228" y="341608"/>
                  </a:lnTo>
                  <a:lnTo>
                    <a:pt x="206542" y="342861"/>
                  </a:lnTo>
                  <a:lnTo>
                    <a:pt x="206380" y="343294"/>
                  </a:lnTo>
                  <a:lnTo>
                    <a:pt x="206671" y="343727"/>
                  </a:lnTo>
                  <a:lnTo>
                    <a:pt x="205854" y="345239"/>
                  </a:lnTo>
                  <a:lnTo>
                    <a:pt x="205101" y="346068"/>
                  </a:lnTo>
                  <a:lnTo>
                    <a:pt x="205329" y="349094"/>
                  </a:lnTo>
                  <a:lnTo>
                    <a:pt x="205779" y="350682"/>
                  </a:lnTo>
                  <a:lnTo>
                    <a:pt x="206411" y="351691"/>
                  </a:lnTo>
                  <a:lnTo>
                    <a:pt x="206675" y="353225"/>
                  </a:lnTo>
                  <a:lnTo>
                    <a:pt x="207265" y="354510"/>
                  </a:lnTo>
                  <a:lnTo>
                    <a:pt x="207852" y="357450"/>
                  </a:lnTo>
                  <a:lnTo>
                    <a:pt x="208391" y="357732"/>
                  </a:lnTo>
                  <a:lnTo>
                    <a:pt x="208831" y="357605"/>
                  </a:lnTo>
                  <a:lnTo>
                    <a:pt x="209798" y="357874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pg109">
              <a:extLst>
                <a:ext uri="{FF2B5EF4-FFF2-40B4-BE49-F238E27FC236}">
                  <a16:creationId xmlns:a16="http://schemas.microsoft.com/office/drawing/2014/main" id="{7165964F-D1C8-4B71-6A72-26A006F62B19}"/>
                </a:ext>
              </a:extLst>
            </p:cNvPr>
            <p:cNvSpPr/>
            <p:nvPr/>
          </p:nvSpPr>
          <p:spPr>
            <a:xfrm>
              <a:off x="2835992" y="2231450"/>
              <a:ext cx="648194" cy="665457"/>
            </a:xfrm>
            <a:custGeom>
              <a:avLst/>
              <a:gdLst/>
              <a:ahLst/>
              <a:cxnLst/>
              <a:rect l="0" t="0" r="0" b="0"/>
              <a:pathLst>
                <a:path w="648194" h="665457">
                  <a:moveTo>
                    <a:pt x="262540" y="662666"/>
                  </a:moveTo>
                  <a:lnTo>
                    <a:pt x="259484" y="662513"/>
                  </a:lnTo>
                  <a:lnTo>
                    <a:pt x="254519" y="660950"/>
                  </a:lnTo>
                  <a:lnTo>
                    <a:pt x="251865" y="656190"/>
                  </a:lnTo>
                  <a:lnTo>
                    <a:pt x="248921" y="653137"/>
                  </a:lnTo>
                  <a:lnTo>
                    <a:pt x="244201" y="649856"/>
                  </a:lnTo>
                  <a:lnTo>
                    <a:pt x="239518" y="648224"/>
                  </a:lnTo>
                  <a:lnTo>
                    <a:pt x="236126" y="646545"/>
                  </a:lnTo>
                  <a:lnTo>
                    <a:pt x="234091" y="643797"/>
                  </a:lnTo>
                  <a:lnTo>
                    <a:pt x="232231" y="640357"/>
                  </a:lnTo>
                  <a:lnTo>
                    <a:pt x="231171" y="646777"/>
                  </a:lnTo>
                  <a:lnTo>
                    <a:pt x="228467" y="648773"/>
                  </a:lnTo>
                  <a:lnTo>
                    <a:pt x="225643" y="649031"/>
                  </a:lnTo>
                  <a:lnTo>
                    <a:pt x="221460" y="649903"/>
                  </a:lnTo>
                  <a:lnTo>
                    <a:pt x="216645" y="649777"/>
                  </a:lnTo>
                  <a:lnTo>
                    <a:pt x="212447" y="650075"/>
                  </a:lnTo>
                  <a:lnTo>
                    <a:pt x="208892" y="650873"/>
                  </a:lnTo>
                  <a:lnTo>
                    <a:pt x="203527" y="651685"/>
                  </a:lnTo>
                  <a:lnTo>
                    <a:pt x="200023" y="650175"/>
                  </a:lnTo>
                  <a:lnTo>
                    <a:pt x="196732" y="649056"/>
                  </a:lnTo>
                  <a:lnTo>
                    <a:pt x="195968" y="646970"/>
                  </a:lnTo>
                  <a:lnTo>
                    <a:pt x="193918" y="646537"/>
                  </a:lnTo>
                  <a:lnTo>
                    <a:pt x="189890" y="645012"/>
                  </a:lnTo>
                  <a:lnTo>
                    <a:pt x="188589" y="643082"/>
                  </a:lnTo>
                  <a:lnTo>
                    <a:pt x="185604" y="643577"/>
                  </a:lnTo>
                  <a:lnTo>
                    <a:pt x="181277" y="641978"/>
                  </a:lnTo>
                  <a:lnTo>
                    <a:pt x="177755" y="635806"/>
                  </a:lnTo>
                  <a:lnTo>
                    <a:pt x="177542" y="632929"/>
                  </a:lnTo>
                  <a:lnTo>
                    <a:pt x="176829" y="631031"/>
                  </a:lnTo>
                  <a:lnTo>
                    <a:pt x="176995" y="628441"/>
                  </a:lnTo>
                  <a:lnTo>
                    <a:pt x="176726" y="627468"/>
                  </a:lnTo>
                  <a:lnTo>
                    <a:pt x="178691" y="621468"/>
                  </a:lnTo>
                  <a:lnTo>
                    <a:pt x="178542" y="620136"/>
                  </a:lnTo>
                  <a:lnTo>
                    <a:pt x="178107" y="619595"/>
                  </a:lnTo>
                  <a:lnTo>
                    <a:pt x="177985" y="618531"/>
                  </a:lnTo>
                  <a:lnTo>
                    <a:pt x="178132" y="614300"/>
                  </a:lnTo>
                  <a:lnTo>
                    <a:pt x="177096" y="610319"/>
                  </a:lnTo>
                  <a:lnTo>
                    <a:pt x="177150" y="608981"/>
                  </a:lnTo>
                  <a:lnTo>
                    <a:pt x="176237" y="607296"/>
                  </a:lnTo>
                  <a:lnTo>
                    <a:pt x="176273" y="604273"/>
                  </a:lnTo>
                  <a:lnTo>
                    <a:pt x="175542" y="600483"/>
                  </a:lnTo>
                  <a:lnTo>
                    <a:pt x="173705" y="600337"/>
                  </a:lnTo>
                  <a:lnTo>
                    <a:pt x="172048" y="599611"/>
                  </a:lnTo>
                  <a:lnTo>
                    <a:pt x="170427" y="599875"/>
                  </a:lnTo>
                  <a:lnTo>
                    <a:pt x="169601" y="599744"/>
                  </a:lnTo>
                  <a:lnTo>
                    <a:pt x="168336" y="599013"/>
                  </a:lnTo>
                  <a:lnTo>
                    <a:pt x="166313" y="598609"/>
                  </a:lnTo>
                  <a:lnTo>
                    <a:pt x="164727" y="597826"/>
                  </a:lnTo>
                  <a:lnTo>
                    <a:pt x="163208" y="597541"/>
                  </a:lnTo>
                  <a:lnTo>
                    <a:pt x="161695" y="596920"/>
                  </a:lnTo>
                  <a:lnTo>
                    <a:pt x="160385" y="591611"/>
                  </a:lnTo>
                  <a:lnTo>
                    <a:pt x="160485" y="587727"/>
                  </a:lnTo>
                  <a:lnTo>
                    <a:pt x="160053" y="586716"/>
                  </a:lnTo>
                  <a:lnTo>
                    <a:pt x="159895" y="585098"/>
                  </a:lnTo>
                  <a:lnTo>
                    <a:pt x="159255" y="584329"/>
                  </a:lnTo>
                  <a:lnTo>
                    <a:pt x="156854" y="581784"/>
                  </a:lnTo>
                  <a:lnTo>
                    <a:pt x="155200" y="580933"/>
                  </a:lnTo>
                  <a:lnTo>
                    <a:pt x="153240" y="580586"/>
                  </a:lnTo>
                  <a:lnTo>
                    <a:pt x="151699" y="579143"/>
                  </a:lnTo>
                  <a:lnTo>
                    <a:pt x="150811" y="577438"/>
                  </a:lnTo>
                  <a:lnTo>
                    <a:pt x="150994" y="577262"/>
                  </a:lnTo>
                  <a:lnTo>
                    <a:pt x="150317" y="576558"/>
                  </a:lnTo>
                  <a:lnTo>
                    <a:pt x="148767" y="576344"/>
                  </a:lnTo>
                  <a:lnTo>
                    <a:pt x="147474" y="575169"/>
                  </a:lnTo>
                  <a:lnTo>
                    <a:pt x="145094" y="574551"/>
                  </a:lnTo>
                  <a:lnTo>
                    <a:pt x="144326" y="573535"/>
                  </a:lnTo>
                  <a:lnTo>
                    <a:pt x="143651" y="573506"/>
                  </a:lnTo>
                  <a:lnTo>
                    <a:pt x="143333" y="573220"/>
                  </a:lnTo>
                  <a:lnTo>
                    <a:pt x="143249" y="572780"/>
                  </a:lnTo>
                  <a:lnTo>
                    <a:pt x="142203" y="571938"/>
                  </a:lnTo>
                  <a:lnTo>
                    <a:pt x="141433" y="570724"/>
                  </a:lnTo>
                  <a:lnTo>
                    <a:pt x="140595" y="570831"/>
                  </a:lnTo>
                  <a:lnTo>
                    <a:pt x="139976" y="571217"/>
                  </a:lnTo>
                  <a:lnTo>
                    <a:pt x="137695" y="568531"/>
                  </a:lnTo>
                  <a:lnTo>
                    <a:pt x="137644" y="567515"/>
                  </a:lnTo>
                  <a:lnTo>
                    <a:pt x="136396" y="565482"/>
                  </a:lnTo>
                  <a:lnTo>
                    <a:pt x="135810" y="563846"/>
                  </a:lnTo>
                  <a:lnTo>
                    <a:pt x="135184" y="563951"/>
                  </a:lnTo>
                  <a:lnTo>
                    <a:pt x="134652" y="563415"/>
                  </a:lnTo>
                  <a:lnTo>
                    <a:pt x="133402" y="563124"/>
                  </a:lnTo>
                  <a:lnTo>
                    <a:pt x="132716" y="563279"/>
                  </a:lnTo>
                  <a:lnTo>
                    <a:pt x="131486" y="562859"/>
                  </a:lnTo>
                  <a:lnTo>
                    <a:pt x="130215" y="562918"/>
                  </a:lnTo>
                  <a:lnTo>
                    <a:pt x="128570" y="563574"/>
                  </a:lnTo>
                  <a:lnTo>
                    <a:pt x="127037" y="563335"/>
                  </a:lnTo>
                  <a:lnTo>
                    <a:pt x="126805" y="562625"/>
                  </a:lnTo>
                  <a:lnTo>
                    <a:pt x="125226" y="562641"/>
                  </a:lnTo>
                  <a:lnTo>
                    <a:pt x="124087" y="562298"/>
                  </a:lnTo>
                  <a:lnTo>
                    <a:pt x="123896" y="558990"/>
                  </a:lnTo>
                  <a:lnTo>
                    <a:pt x="123258" y="559213"/>
                  </a:lnTo>
                  <a:lnTo>
                    <a:pt x="122792" y="558895"/>
                  </a:lnTo>
                  <a:lnTo>
                    <a:pt x="122487" y="557973"/>
                  </a:lnTo>
                  <a:lnTo>
                    <a:pt x="121852" y="557149"/>
                  </a:lnTo>
                  <a:lnTo>
                    <a:pt x="118932" y="555888"/>
                  </a:lnTo>
                  <a:lnTo>
                    <a:pt x="117303" y="553802"/>
                  </a:lnTo>
                  <a:lnTo>
                    <a:pt x="115410" y="552593"/>
                  </a:lnTo>
                  <a:lnTo>
                    <a:pt x="115083" y="552040"/>
                  </a:lnTo>
                  <a:lnTo>
                    <a:pt x="115747" y="551091"/>
                  </a:lnTo>
                  <a:lnTo>
                    <a:pt x="114790" y="551096"/>
                  </a:lnTo>
                  <a:lnTo>
                    <a:pt x="114262" y="549926"/>
                  </a:lnTo>
                  <a:lnTo>
                    <a:pt x="113447" y="549043"/>
                  </a:lnTo>
                  <a:lnTo>
                    <a:pt x="113167" y="548001"/>
                  </a:lnTo>
                  <a:lnTo>
                    <a:pt x="112820" y="547578"/>
                  </a:lnTo>
                  <a:lnTo>
                    <a:pt x="111845" y="547495"/>
                  </a:lnTo>
                  <a:lnTo>
                    <a:pt x="110674" y="547957"/>
                  </a:lnTo>
                  <a:lnTo>
                    <a:pt x="108703" y="545549"/>
                  </a:lnTo>
                  <a:lnTo>
                    <a:pt x="108422" y="545748"/>
                  </a:lnTo>
                  <a:lnTo>
                    <a:pt x="107802" y="545599"/>
                  </a:lnTo>
                  <a:lnTo>
                    <a:pt x="107045" y="544982"/>
                  </a:lnTo>
                  <a:lnTo>
                    <a:pt x="106551" y="545259"/>
                  </a:lnTo>
                  <a:lnTo>
                    <a:pt x="105762" y="544672"/>
                  </a:lnTo>
                  <a:lnTo>
                    <a:pt x="103400" y="541343"/>
                  </a:lnTo>
                  <a:lnTo>
                    <a:pt x="101129" y="539049"/>
                  </a:lnTo>
                  <a:lnTo>
                    <a:pt x="100417" y="539426"/>
                  </a:lnTo>
                  <a:lnTo>
                    <a:pt x="99880" y="538893"/>
                  </a:lnTo>
                  <a:lnTo>
                    <a:pt x="98758" y="538517"/>
                  </a:lnTo>
                  <a:lnTo>
                    <a:pt x="98442" y="537789"/>
                  </a:lnTo>
                  <a:lnTo>
                    <a:pt x="98907" y="536073"/>
                  </a:lnTo>
                  <a:lnTo>
                    <a:pt x="98441" y="535787"/>
                  </a:lnTo>
                  <a:lnTo>
                    <a:pt x="98114" y="534968"/>
                  </a:lnTo>
                  <a:lnTo>
                    <a:pt x="88502" y="539596"/>
                  </a:lnTo>
                  <a:lnTo>
                    <a:pt x="86430" y="539996"/>
                  </a:lnTo>
                  <a:lnTo>
                    <a:pt x="86454" y="540841"/>
                  </a:lnTo>
                  <a:lnTo>
                    <a:pt x="85682" y="536782"/>
                  </a:lnTo>
                  <a:lnTo>
                    <a:pt x="84766" y="534951"/>
                  </a:lnTo>
                  <a:lnTo>
                    <a:pt x="83689" y="531342"/>
                  </a:lnTo>
                  <a:lnTo>
                    <a:pt x="83618" y="529864"/>
                  </a:lnTo>
                  <a:lnTo>
                    <a:pt x="85434" y="524608"/>
                  </a:lnTo>
                  <a:lnTo>
                    <a:pt x="84429" y="525357"/>
                  </a:lnTo>
                  <a:lnTo>
                    <a:pt x="83079" y="526362"/>
                  </a:lnTo>
                  <a:lnTo>
                    <a:pt x="79193" y="527928"/>
                  </a:lnTo>
                  <a:lnTo>
                    <a:pt x="77093" y="529344"/>
                  </a:lnTo>
                  <a:lnTo>
                    <a:pt x="68583" y="532794"/>
                  </a:lnTo>
                  <a:lnTo>
                    <a:pt x="64900" y="533561"/>
                  </a:lnTo>
                  <a:lnTo>
                    <a:pt x="64731" y="532114"/>
                  </a:lnTo>
                  <a:lnTo>
                    <a:pt x="66064" y="531885"/>
                  </a:lnTo>
                  <a:lnTo>
                    <a:pt x="67153" y="531109"/>
                  </a:lnTo>
                  <a:lnTo>
                    <a:pt x="66254" y="529959"/>
                  </a:lnTo>
                  <a:lnTo>
                    <a:pt x="64123" y="531488"/>
                  </a:lnTo>
                  <a:lnTo>
                    <a:pt x="62934" y="529289"/>
                  </a:lnTo>
                  <a:lnTo>
                    <a:pt x="64634" y="528320"/>
                  </a:lnTo>
                  <a:lnTo>
                    <a:pt x="65978" y="528939"/>
                  </a:lnTo>
                  <a:lnTo>
                    <a:pt x="66121" y="529474"/>
                  </a:lnTo>
                  <a:lnTo>
                    <a:pt x="66466" y="529760"/>
                  </a:lnTo>
                  <a:lnTo>
                    <a:pt x="66839" y="529644"/>
                  </a:lnTo>
                  <a:lnTo>
                    <a:pt x="66529" y="528822"/>
                  </a:lnTo>
                  <a:lnTo>
                    <a:pt x="66432" y="527600"/>
                  </a:lnTo>
                  <a:lnTo>
                    <a:pt x="67117" y="527113"/>
                  </a:lnTo>
                  <a:lnTo>
                    <a:pt x="66357" y="526256"/>
                  </a:lnTo>
                  <a:lnTo>
                    <a:pt x="66561" y="525077"/>
                  </a:lnTo>
                  <a:lnTo>
                    <a:pt x="65257" y="522763"/>
                  </a:lnTo>
                  <a:lnTo>
                    <a:pt x="64026" y="521322"/>
                  </a:lnTo>
                  <a:lnTo>
                    <a:pt x="63754" y="520325"/>
                  </a:lnTo>
                  <a:lnTo>
                    <a:pt x="64520" y="518650"/>
                  </a:lnTo>
                  <a:lnTo>
                    <a:pt x="65467" y="517802"/>
                  </a:lnTo>
                  <a:lnTo>
                    <a:pt x="61767" y="514708"/>
                  </a:lnTo>
                  <a:lnTo>
                    <a:pt x="61281" y="514079"/>
                  </a:lnTo>
                  <a:lnTo>
                    <a:pt x="59424" y="513184"/>
                  </a:lnTo>
                  <a:lnTo>
                    <a:pt x="57159" y="509174"/>
                  </a:lnTo>
                  <a:lnTo>
                    <a:pt x="54465" y="507477"/>
                  </a:lnTo>
                  <a:lnTo>
                    <a:pt x="52487" y="507174"/>
                  </a:lnTo>
                  <a:lnTo>
                    <a:pt x="50090" y="506032"/>
                  </a:lnTo>
                  <a:lnTo>
                    <a:pt x="49251" y="504578"/>
                  </a:lnTo>
                  <a:lnTo>
                    <a:pt x="47380" y="502917"/>
                  </a:lnTo>
                  <a:lnTo>
                    <a:pt x="45913" y="501182"/>
                  </a:lnTo>
                  <a:lnTo>
                    <a:pt x="45056" y="499653"/>
                  </a:lnTo>
                  <a:lnTo>
                    <a:pt x="44988" y="498119"/>
                  </a:lnTo>
                  <a:lnTo>
                    <a:pt x="44495" y="497097"/>
                  </a:lnTo>
                  <a:lnTo>
                    <a:pt x="43600" y="496380"/>
                  </a:lnTo>
                  <a:lnTo>
                    <a:pt x="42452" y="496232"/>
                  </a:lnTo>
                  <a:lnTo>
                    <a:pt x="40725" y="495054"/>
                  </a:lnTo>
                  <a:lnTo>
                    <a:pt x="39312" y="495426"/>
                  </a:lnTo>
                  <a:lnTo>
                    <a:pt x="37178" y="495120"/>
                  </a:lnTo>
                  <a:lnTo>
                    <a:pt x="35690" y="495306"/>
                  </a:lnTo>
                  <a:lnTo>
                    <a:pt x="32550" y="496390"/>
                  </a:lnTo>
                  <a:lnTo>
                    <a:pt x="28819" y="496617"/>
                  </a:lnTo>
                  <a:lnTo>
                    <a:pt x="16184" y="479834"/>
                  </a:lnTo>
                  <a:lnTo>
                    <a:pt x="19317" y="472221"/>
                  </a:lnTo>
                  <a:lnTo>
                    <a:pt x="24325" y="466423"/>
                  </a:lnTo>
                  <a:lnTo>
                    <a:pt x="25545" y="460628"/>
                  </a:lnTo>
                  <a:lnTo>
                    <a:pt x="26337" y="458959"/>
                  </a:lnTo>
                  <a:lnTo>
                    <a:pt x="25615" y="457157"/>
                  </a:lnTo>
                  <a:lnTo>
                    <a:pt x="25297" y="449896"/>
                  </a:lnTo>
                  <a:lnTo>
                    <a:pt x="24926" y="447376"/>
                  </a:lnTo>
                  <a:lnTo>
                    <a:pt x="26745" y="445935"/>
                  </a:lnTo>
                  <a:lnTo>
                    <a:pt x="28046" y="445480"/>
                  </a:lnTo>
                  <a:lnTo>
                    <a:pt x="33066" y="445448"/>
                  </a:lnTo>
                  <a:lnTo>
                    <a:pt x="35771" y="444935"/>
                  </a:lnTo>
                  <a:lnTo>
                    <a:pt x="38533" y="444919"/>
                  </a:lnTo>
                  <a:lnTo>
                    <a:pt x="41074" y="441237"/>
                  </a:lnTo>
                  <a:lnTo>
                    <a:pt x="43508" y="438436"/>
                  </a:lnTo>
                  <a:lnTo>
                    <a:pt x="49043" y="435369"/>
                  </a:lnTo>
                  <a:lnTo>
                    <a:pt x="49711" y="431604"/>
                  </a:lnTo>
                  <a:lnTo>
                    <a:pt x="50745" y="431966"/>
                  </a:lnTo>
                  <a:lnTo>
                    <a:pt x="53781" y="431652"/>
                  </a:lnTo>
                  <a:lnTo>
                    <a:pt x="56037" y="430555"/>
                  </a:lnTo>
                  <a:lnTo>
                    <a:pt x="59748" y="430365"/>
                  </a:lnTo>
                  <a:lnTo>
                    <a:pt x="61077" y="431259"/>
                  </a:lnTo>
                  <a:lnTo>
                    <a:pt x="66345" y="431709"/>
                  </a:lnTo>
                  <a:lnTo>
                    <a:pt x="67721" y="430657"/>
                  </a:lnTo>
                  <a:lnTo>
                    <a:pt x="69318" y="428597"/>
                  </a:lnTo>
                  <a:lnTo>
                    <a:pt x="71168" y="426997"/>
                  </a:lnTo>
                  <a:lnTo>
                    <a:pt x="73145" y="427122"/>
                  </a:lnTo>
                  <a:lnTo>
                    <a:pt x="75837" y="424295"/>
                  </a:lnTo>
                  <a:lnTo>
                    <a:pt x="76278" y="421271"/>
                  </a:lnTo>
                  <a:lnTo>
                    <a:pt x="77497" y="418044"/>
                  </a:lnTo>
                  <a:lnTo>
                    <a:pt x="77105" y="407396"/>
                  </a:lnTo>
                  <a:lnTo>
                    <a:pt x="80024" y="403158"/>
                  </a:lnTo>
                  <a:lnTo>
                    <a:pt x="81754" y="398542"/>
                  </a:lnTo>
                  <a:lnTo>
                    <a:pt x="85780" y="390003"/>
                  </a:lnTo>
                  <a:lnTo>
                    <a:pt x="84327" y="381029"/>
                  </a:lnTo>
                  <a:lnTo>
                    <a:pt x="84281" y="379605"/>
                  </a:lnTo>
                  <a:lnTo>
                    <a:pt x="84844" y="377649"/>
                  </a:lnTo>
                  <a:lnTo>
                    <a:pt x="84816" y="376296"/>
                  </a:lnTo>
                  <a:lnTo>
                    <a:pt x="84060" y="375497"/>
                  </a:lnTo>
                  <a:lnTo>
                    <a:pt x="84397" y="374379"/>
                  </a:lnTo>
                  <a:lnTo>
                    <a:pt x="84430" y="372554"/>
                  </a:lnTo>
                  <a:lnTo>
                    <a:pt x="84888" y="371173"/>
                  </a:lnTo>
                  <a:lnTo>
                    <a:pt x="84967" y="368476"/>
                  </a:lnTo>
                  <a:lnTo>
                    <a:pt x="85439" y="366301"/>
                  </a:lnTo>
                  <a:lnTo>
                    <a:pt x="83276" y="361902"/>
                  </a:lnTo>
                  <a:lnTo>
                    <a:pt x="81802" y="357749"/>
                  </a:lnTo>
                  <a:lnTo>
                    <a:pt x="81952" y="356823"/>
                  </a:lnTo>
                  <a:lnTo>
                    <a:pt x="81771" y="355129"/>
                  </a:lnTo>
                  <a:lnTo>
                    <a:pt x="82205" y="353482"/>
                  </a:lnTo>
                  <a:lnTo>
                    <a:pt x="83374" y="352181"/>
                  </a:lnTo>
                  <a:lnTo>
                    <a:pt x="83635" y="350524"/>
                  </a:lnTo>
                  <a:lnTo>
                    <a:pt x="86072" y="349959"/>
                  </a:lnTo>
                  <a:lnTo>
                    <a:pt x="86677" y="349982"/>
                  </a:lnTo>
                  <a:lnTo>
                    <a:pt x="88469" y="350656"/>
                  </a:lnTo>
                  <a:lnTo>
                    <a:pt x="90729" y="350066"/>
                  </a:lnTo>
                  <a:lnTo>
                    <a:pt x="93325" y="348964"/>
                  </a:lnTo>
                  <a:lnTo>
                    <a:pt x="93900" y="345489"/>
                  </a:lnTo>
                  <a:lnTo>
                    <a:pt x="94781" y="343966"/>
                  </a:lnTo>
                  <a:lnTo>
                    <a:pt x="93922" y="341486"/>
                  </a:lnTo>
                  <a:lnTo>
                    <a:pt x="92077" y="332647"/>
                  </a:lnTo>
                  <a:lnTo>
                    <a:pt x="83772" y="318063"/>
                  </a:lnTo>
                  <a:lnTo>
                    <a:pt x="77198" y="318148"/>
                  </a:lnTo>
                  <a:lnTo>
                    <a:pt x="71910" y="319758"/>
                  </a:lnTo>
                  <a:lnTo>
                    <a:pt x="62418" y="318832"/>
                  </a:lnTo>
                  <a:lnTo>
                    <a:pt x="60531" y="319090"/>
                  </a:lnTo>
                  <a:lnTo>
                    <a:pt x="59217" y="318383"/>
                  </a:lnTo>
                  <a:lnTo>
                    <a:pt x="56281" y="318327"/>
                  </a:lnTo>
                  <a:lnTo>
                    <a:pt x="54955" y="314975"/>
                  </a:lnTo>
                  <a:lnTo>
                    <a:pt x="57462" y="311819"/>
                  </a:lnTo>
                  <a:lnTo>
                    <a:pt x="55067" y="310978"/>
                  </a:lnTo>
                  <a:lnTo>
                    <a:pt x="53124" y="306950"/>
                  </a:lnTo>
                  <a:lnTo>
                    <a:pt x="50734" y="304701"/>
                  </a:lnTo>
                  <a:lnTo>
                    <a:pt x="39593" y="303472"/>
                  </a:lnTo>
                  <a:lnTo>
                    <a:pt x="36651" y="304005"/>
                  </a:lnTo>
                  <a:lnTo>
                    <a:pt x="47347" y="292985"/>
                  </a:lnTo>
                  <a:lnTo>
                    <a:pt x="46341" y="291222"/>
                  </a:lnTo>
                  <a:lnTo>
                    <a:pt x="44812" y="289861"/>
                  </a:lnTo>
                  <a:lnTo>
                    <a:pt x="43415" y="287454"/>
                  </a:lnTo>
                  <a:lnTo>
                    <a:pt x="41214" y="287321"/>
                  </a:lnTo>
                  <a:lnTo>
                    <a:pt x="35332" y="286225"/>
                  </a:lnTo>
                  <a:lnTo>
                    <a:pt x="33237" y="286239"/>
                  </a:lnTo>
                  <a:lnTo>
                    <a:pt x="32514" y="286793"/>
                  </a:lnTo>
                  <a:lnTo>
                    <a:pt x="31544" y="286715"/>
                  </a:lnTo>
                  <a:lnTo>
                    <a:pt x="28907" y="287229"/>
                  </a:lnTo>
                  <a:lnTo>
                    <a:pt x="28366" y="287717"/>
                  </a:lnTo>
                  <a:lnTo>
                    <a:pt x="27176" y="287970"/>
                  </a:lnTo>
                  <a:lnTo>
                    <a:pt x="26647" y="287275"/>
                  </a:lnTo>
                  <a:lnTo>
                    <a:pt x="25574" y="286766"/>
                  </a:lnTo>
                  <a:lnTo>
                    <a:pt x="25014" y="285621"/>
                  </a:lnTo>
                  <a:lnTo>
                    <a:pt x="23869" y="285728"/>
                  </a:lnTo>
                  <a:lnTo>
                    <a:pt x="23190" y="285290"/>
                  </a:lnTo>
                  <a:lnTo>
                    <a:pt x="22924" y="284771"/>
                  </a:lnTo>
                  <a:lnTo>
                    <a:pt x="21468" y="284145"/>
                  </a:lnTo>
                  <a:lnTo>
                    <a:pt x="19621" y="284170"/>
                  </a:lnTo>
                  <a:lnTo>
                    <a:pt x="19016" y="283937"/>
                  </a:lnTo>
                  <a:lnTo>
                    <a:pt x="16759" y="284205"/>
                  </a:lnTo>
                  <a:lnTo>
                    <a:pt x="15779" y="285353"/>
                  </a:lnTo>
                  <a:lnTo>
                    <a:pt x="14701" y="285503"/>
                  </a:lnTo>
                  <a:lnTo>
                    <a:pt x="14203" y="285949"/>
                  </a:lnTo>
                  <a:lnTo>
                    <a:pt x="12916" y="285990"/>
                  </a:lnTo>
                  <a:lnTo>
                    <a:pt x="12123" y="285587"/>
                  </a:lnTo>
                  <a:lnTo>
                    <a:pt x="9763" y="285054"/>
                  </a:lnTo>
                  <a:lnTo>
                    <a:pt x="8971" y="285101"/>
                  </a:lnTo>
                  <a:lnTo>
                    <a:pt x="8676" y="284772"/>
                  </a:lnTo>
                  <a:lnTo>
                    <a:pt x="6620" y="284563"/>
                  </a:lnTo>
                  <a:lnTo>
                    <a:pt x="5277" y="283950"/>
                  </a:lnTo>
                  <a:lnTo>
                    <a:pt x="3514" y="284052"/>
                  </a:lnTo>
                  <a:lnTo>
                    <a:pt x="2799" y="284701"/>
                  </a:lnTo>
                  <a:lnTo>
                    <a:pt x="1759" y="284613"/>
                  </a:lnTo>
                  <a:lnTo>
                    <a:pt x="1043" y="283782"/>
                  </a:lnTo>
                  <a:lnTo>
                    <a:pt x="619" y="283684"/>
                  </a:lnTo>
                  <a:lnTo>
                    <a:pt x="0" y="283106"/>
                  </a:lnTo>
                  <a:lnTo>
                    <a:pt x="301" y="282894"/>
                  </a:lnTo>
                  <a:lnTo>
                    <a:pt x="669" y="281673"/>
                  </a:lnTo>
                  <a:lnTo>
                    <a:pt x="1513" y="281428"/>
                  </a:lnTo>
                  <a:lnTo>
                    <a:pt x="1805" y="280899"/>
                  </a:lnTo>
                  <a:lnTo>
                    <a:pt x="2877" y="280076"/>
                  </a:lnTo>
                  <a:lnTo>
                    <a:pt x="3384" y="279135"/>
                  </a:lnTo>
                  <a:lnTo>
                    <a:pt x="4098" y="278678"/>
                  </a:lnTo>
                  <a:lnTo>
                    <a:pt x="6016" y="278089"/>
                  </a:lnTo>
                  <a:lnTo>
                    <a:pt x="7464" y="277941"/>
                  </a:lnTo>
                  <a:lnTo>
                    <a:pt x="8346" y="277052"/>
                  </a:lnTo>
                  <a:lnTo>
                    <a:pt x="8858" y="276063"/>
                  </a:lnTo>
                  <a:lnTo>
                    <a:pt x="8499" y="275380"/>
                  </a:lnTo>
                  <a:lnTo>
                    <a:pt x="9264" y="273902"/>
                  </a:lnTo>
                  <a:lnTo>
                    <a:pt x="10034" y="273527"/>
                  </a:lnTo>
                  <a:lnTo>
                    <a:pt x="9955" y="272864"/>
                  </a:lnTo>
                  <a:lnTo>
                    <a:pt x="10356" y="270998"/>
                  </a:lnTo>
                  <a:lnTo>
                    <a:pt x="10272" y="269773"/>
                  </a:lnTo>
                  <a:lnTo>
                    <a:pt x="11187" y="268624"/>
                  </a:lnTo>
                  <a:lnTo>
                    <a:pt x="12178" y="268177"/>
                  </a:lnTo>
                  <a:lnTo>
                    <a:pt x="12337" y="267594"/>
                  </a:lnTo>
                  <a:lnTo>
                    <a:pt x="12000" y="265255"/>
                  </a:lnTo>
                  <a:lnTo>
                    <a:pt x="12067" y="263976"/>
                  </a:lnTo>
                  <a:lnTo>
                    <a:pt x="12751" y="263218"/>
                  </a:lnTo>
                  <a:lnTo>
                    <a:pt x="13121" y="262271"/>
                  </a:lnTo>
                  <a:lnTo>
                    <a:pt x="12952" y="261587"/>
                  </a:lnTo>
                  <a:lnTo>
                    <a:pt x="13102" y="260602"/>
                  </a:lnTo>
                  <a:lnTo>
                    <a:pt x="13647" y="258810"/>
                  </a:lnTo>
                  <a:lnTo>
                    <a:pt x="15717" y="257796"/>
                  </a:lnTo>
                  <a:lnTo>
                    <a:pt x="16312" y="256826"/>
                  </a:lnTo>
                  <a:lnTo>
                    <a:pt x="19302" y="255325"/>
                  </a:lnTo>
                  <a:lnTo>
                    <a:pt x="19828" y="255474"/>
                  </a:lnTo>
                  <a:lnTo>
                    <a:pt x="20259" y="255913"/>
                  </a:lnTo>
                  <a:lnTo>
                    <a:pt x="20891" y="255410"/>
                  </a:lnTo>
                  <a:lnTo>
                    <a:pt x="22036" y="255487"/>
                  </a:lnTo>
                  <a:lnTo>
                    <a:pt x="22897" y="255083"/>
                  </a:lnTo>
                  <a:lnTo>
                    <a:pt x="23792" y="255048"/>
                  </a:lnTo>
                  <a:lnTo>
                    <a:pt x="24295" y="254283"/>
                  </a:lnTo>
                  <a:lnTo>
                    <a:pt x="25738" y="254254"/>
                  </a:lnTo>
                  <a:lnTo>
                    <a:pt x="24477" y="241343"/>
                  </a:lnTo>
                  <a:lnTo>
                    <a:pt x="23410" y="233579"/>
                  </a:lnTo>
                  <a:lnTo>
                    <a:pt x="24549" y="233136"/>
                  </a:lnTo>
                  <a:lnTo>
                    <a:pt x="26068" y="233288"/>
                  </a:lnTo>
                  <a:lnTo>
                    <a:pt x="29854" y="232450"/>
                  </a:lnTo>
                  <a:lnTo>
                    <a:pt x="38888" y="238198"/>
                  </a:lnTo>
                  <a:lnTo>
                    <a:pt x="61609" y="242254"/>
                  </a:lnTo>
                  <a:lnTo>
                    <a:pt x="63669" y="243290"/>
                  </a:lnTo>
                  <a:lnTo>
                    <a:pt x="66196" y="243366"/>
                  </a:lnTo>
                  <a:lnTo>
                    <a:pt x="68266" y="244013"/>
                  </a:lnTo>
                  <a:lnTo>
                    <a:pt x="70199" y="243050"/>
                  </a:lnTo>
                  <a:lnTo>
                    <a:pt x="73935" y="242672"/>
                  </a:lnTo>
                  <a:lnTo>
                    <a:pt x="76446" y="243358"/>
                  </a:lnTo>
                  <a:lnTo>
                    <a:pt x="79517" y="242465"/>
                  </a:lnTo>
                  <a:lnTo>
                    <a:pt x="80532" y="242701"/>
                  </a:lnTo>
                  <a:lnTo>
                    <a:pt x="81560" y="247880"/>
                  </a:lnTo>
                  <a:lnTo>
                    <a:pt x="82885" y="248121"/>
                  </a:lnTo>
                  <a:lnTo>
                    <a:pt x="84149" y="247919"/>
                  </a:lnTo>
                  <a:lnTo>
                    <a:pt x="87783" y="248458"/>
                  </a:lnTo>
                  <a:lnTo>
                    <a:pt x="89842" y="248412"/>
                  </a:lnTo>
                  <a:lnTo>
                    <a:pt x="91670" y="247965"/>
                  </a:lnTo>
                  <a:lnTo>
                    <a:pt x="92555" y="248017"/>
                  </a:lnTo>
                  <a:lnTo>
                    <a:pt x="93288" y="248884"/>
                  </a:lnTo>
                  <a:lnTo>
                    <a:pt x="93800" y="248911"/>
                  </a:lnTo>
                  <a:lnTo>
                    <a:pt x="94203" y="249281"/>
                  </a:lnTo>
                  <a:lnTo>
                    <a:pt x="95722" y="249210"/>
                  </a:lnTo>
                  <a:lnTo>
                    <a:pt x="97395" y="249699"/>
                  </a:lnTo>
                  <a:lnTo>
                    <a:pt x="98099" y="249201"/>
                  </a:lnTo>
                  <a:lnTo>
                    <a:pt x="98548" y="248333"/>
                  </a:lnTo>
                  <a:lnTo>
                    <a:pt x="100815" y="247960"/>
                  </a:lnTo>
                  <a:lnTo>
                    <a:pt x="107371" y="223438"/>
                  </a:lnTo>
                  <a:lnTo>
                    <a:pt x="109579" y="216279"/>
                  </a:lnTo>
                  <a:lnTo>
                    <a:pt x="110580" y="217254"/>
                  </a:lnTo>
                  <a:lnTo>
                    <a:pt x="111164" y="216757"/>
                  </a:lnTo>
                  <a:lnTo>
                    <a:pt x="113343" y="217096"/>
                  </a:lnTo>
                  <a:lnTo>
                    <a:pt x="113795" y="217193"/>
                  </a:lnTo>
                  <a:lnTo>
                    <a:pt x="114931" y="218294"/>
                  </a:lnTo>
                  <a:lnTo>
                    <a:pt x="116783" y="218483"/>
                  </a:lnTo>
                  <a:lnTo>
                    <a:pt x="117106" y="218689"/>
                  </a:lnTo>
                  <a:lnTo>
                    <a:pt x="117368" y="218440"/>
                  </a:lnTo>
                  <a:lnTo>
                    <a:pt x="117812" y="218672"/>
                  </a:lnTo>
                  <a:lnTo>
                    <a:pt x="119034" y="218757"/>
                  </a:lnTo>
                  <a:lnTo>
                    <a:pt x="119727" y="218409"/>
                  </a:lnTo>
                  <a:lnTo>
                    <a:pt x="120309" y="217172"/>
                  </a:lnTo>
                  <a:lnTo>
                    <a:pt x="152002" y="207403"/>
                  </a:lnTo>
                  <a:lnTo>
                    <a:pt x="152093" y="206897"/>
                  </a:lnTo>
                  <a:lnTo>
                    <a:pt x="153849" y="206253"/>
                  </a:lnTo>
                  <a:lnTo>
                    <a:pt x="155069" y="206835"/>
                  </a:lnTo>
                  <a:lnTo>
                    <a:pt x="156335" y="206540"/>
                  </a:lnTo>
                  <a:lnTo>
                    <a:pt x="157918" y="207408"/>
                  </a:lnTo>
                  <a:lnTo>
                    <a:pt x="159521" y="207778"/>
                  </a:lnTo>
                  <a:lnTo>
                    <a:pt x="160514" y="207900"/>
                  </a:lnTo>
                  <a:lnTo>
                    <a:pt x="160622" y="207696"/>
                  </a:lnTo>
                  <a:lnTo>
                    <a:pt x="161012" y="207726"/>
                  </a:lnTo>
                  <a:lnTo>
                    <a:pt x="162005" y="206939"/>
                  </a:lnTo>
                  <a:lnTo>
                    <a:pt x="163717" y="206202"/>
                  </a:lnTo>
                  <a:lnTo>
                    <a:pt x="164196" y="205631"/>
                  </a:lnTo>
                  <a:lnTo>
                    <a:pt x="164577" y="205488"/>
                  </a:lnTo>
                  <a:lnTo>
                    <a:pt x="165368" y="205727"/>
                  </a:lnTo>
                  <a:lnTo>
                    <a:pt x="166138" y="205055"/>
                  </a:lnTo>
                  <a:lnTo>
                    <a:pt x="166758" y="204013"/>
                  </a:lnTo>
                  <a:lnTo>
                    <a:pt x="167802" y="203382"/>
                  </a:lnTo>
                  <a:lnTo>
                    <a:pt x="168546" y="202283"/>
                  </a:lnTo>
                  <a:lnTo>
                    <a:pt x="168891" y="202080"/>
                  </a:lnTo>
                  <a:lnTo>
                    <a:pt x="169226" y="202188"/>
                  </a:lnTo>
                  <a:lnTo>
                    <a:pt x="169956" y="201468"/>
                  </a:lnTo>
                  <a:lnTo>
                    <a:pt x="170296" y="201531"/>
                  </a:lnTo>
                  <a:lnTo>
                    <a:pt x="170665" y="201152"/>
                  </a:lnTo>
                  <a:lnTo>
                    <a:pt x="170752" y="200636"/>
                  </a:lnTo>
                  <a:lnTo>
                    <a:pt x="171463" y="199899"/>
                  </a:lnTo>
                  <a:lnTo>
                    <a:pt x="173007" y="199208"/>
                  </a:lnTo>
                  <a:lnTo>
                    <a:pt x="194043" y="201373"/>
                  </a:lnTo>
                  <a:lnTo>
                    <a:pt x="215273" y="196731"/>
                  </a:lnTo>
                  <a:lnTo>
                    <a:pt x="231571" y="194878"/>
                  </a:lnTo>
                  <a:lnTo>
                    <a:pt x="232923" y="195914"/>
                  </a:lnTo>
                  <a:lnTo>
                    <a:pt x="235299" y="196270"/>
                  </a:lnTo>
                  <a:lnTo>
                    <a:pt x="238233" y="197919"/>
                  </a:lnTo>
                  <a:lnTo>
                    <a:pt x="239381" y="199405"/>
                  </a:lnTo>
                  <a:lnTo>
                    <a:pt x="240109" y="201797"/>
                  </a:lnTo>
                  <a:lnTo>
                    <a:pt x="240822" y="198900"/>
                  </a:lnTo>
                  <a:lnTo>
                    <a:pt x="245292" y="192536"/>
                  </a:lnTo>
                  <a:lnTo>
                    <a:pt x="246653" y="191941"/>
                  </a:lnTo>
                  <a:lnTo>
                    <a:pt x="250086" y="191048"/>
                  </a:lnTo>
                  <a:lnTo>
                    <a:pt x="253306" y="190476"/>
                  </a:lnTo>
                  <a:lnTo>
                    <a:pt x="255014" y="189704"/>
                  </a:lnTo>
                  <a:lnTo>
                    <a:pt x="262803" y="188745"/>
                  </a:lnTo>
                  <a:lnTo>
                    <a:pt x="265293" y="188692"/>
                  </a:lnTo>
                  <a:lnTo>
                    <a:pt x="267293" y="187369"/>
                  </a:lnTo>
                  <a:lnTo>
                    <a:pt x="272842" y="185615"/>
                  </a:lnTo>
                  <a:lnTo>
                    <a:pt x="275123" y="183023"/>
                  </a:lnTo>
                  <a:lnTo>
                    <a:pt x="275182" y="183354"/>
                  </a:lnTo>
                  <a:lnTo>
                    <a:pt x="277142" y="184300"/>
                  </a:lnTo>
                  <a:lnTo>
                    <a:pt x="279610" y="186241"/>
                  </a:lnTo>
                  <a:lnTo>
                    <a:pt x="279048" y="188399"/>
                  </a:lnTo>
                  <a:lnTo>
                    <a:pt x="280902" y="190134"/>
                  </a:lnTo>
                  <a:lnTo>
                    <a:pt x="283145" y="193848"/>
                  </a:lnTo>
                  <a:lnTo>
                    <a:pt x="283209" y="194796"/>
                  </a:lnTo>
                  <a:lnTo>
                    <a:pt x="284030" y="195782"/>
                  </a:lnTo>
                  <a:lnTo>
                    <a:pt x="286678" y="204219"/>
                  </a:lnTo>
                  <a:lnTo>
                    <a:pt x="289104" y="205651"/>
                  </a:lnTo>
                  <a:lnTo>
                    <a:pt x="291135" y="205095"/>
                  </a:lnTo>
                  <a:lnTo>
                    <a:pt x="295223" y="205769"/>
                  </a:lnTo>
                  <a:lnTo>
                    <a:pt x="296290" y="205491"/>
                  </a:lnTo>
                  <a:lnTo>
                    <a:pt x="297698" y="204629"/>
                  </a:lnTo>
                  <a:lnTo>
                    <a:pt x="297982" y="203761"/>
                  </a:lnTo>
                  <a:lnTo>
                    <a:pt x="298824" y="202750"/>
                  </a:lnTo>
                  <a:lnTo>
                    <a:pt x="298559" y="202147"/>
                  </a:lnTo>
                  <a:lnTo>
                    <a:pt x="299066" y="201491"/>
                  </a:lnTo>
                  <a:lnTo>
                    <a:pt x="299439" y="199949"/>
                  </a:lnTo>
                  <a:lnTo>
                    <a:pt x="301686" y="198904"/>
                  </a:lnTo>
                  <a:lnTo>
                    <a:pt x="302523" y="196818"/>
                  </a:lnTo>
                  <a:lnTo>
                    <a:pt x="304598" y="196248"/>
                  </a:lnTo>
                  <a:lnTo>
                    <a:pt x="305833" y="195543"/>
                  </a:lnTo>
                  <a:lnTo>
                    <a:pt x="307062" y="195596"/>
                  </a:lnTo>
                  <a:lnTo>
                    <a:pt x="310889" y="197177"/>
                  </a:lnTo>
                  <a:lnTo>
                    <a:pt x="312643" y="197306"/>
                  </a:lnTo>
                  <a:lnTo>
                    <a:pt x="314461" y="197855"/>
                  </a:lnTo>
                  <a:lnTo>
                    <a:pt x="315237" y="197766"/>
                  </a:lnTo>
                  <a:lnTo>
                    <a:pt x="318864" y="200010"/>
                  </a:lnTo>
                  <a:lnTo>
                    <a:pt x="320687" y="200146"/>
                  </a:lnTo>
                  <a:lnTo>
                    <a:pt x="322634" y="199202"/>
                  </a:lnTo>
                  <a:lnTo>
                    <a:pt x="324015" y="199610"/>
                  </a:lnTo>
                  <a:lnTo>
                    <a:pt x="330204" y="195923"/>
                  </a:lnTo>
                  <a:lnTo>
                    <a:pt x="330981" y="194046"/>
                  </a:lnTo>
                  <a:lnTo>
                    <a:pt x="334727" y="194338"/>
                  </a:lnTo>
                  <a:lnTo>
                    <a:pt x="335887" y="197275"/>
                  </a:lnTo>
                  <a:lnTo>
                    <a:pt x="340004" y="199280"/>
                  </a:lnTo>
                  <a:lnTo>
                    <a:pt x="341738" y="200832"/>
                  </a:lnTo>
                  <a:lnTo>
                    <a:pt x="349584" y="202790"/>
                  </a:lnTo>
                  <a:lnTo>
                    <a:pt x="350204" y="203647"/>
                  </a:lnTo>
                  <a:lnTo>
                    <a:pt x="351049" y="206635"/>
                  </a:lnTo>
                  <a:lnTo>
                    <a:pt x="353973" y="208847"/>
                  </a:lnTo>
                  <a:lnTo>
                    <a:pt x="359183" y="209029"/>
                  </a:lnTo>
                  <a:lnTo>
                    <a:pt x="359566" y="208743"/>
                  </a:lnTo>
                  <a:lnTo>
                    <a:pt x="365075" y="208527"/>
                  </a:lnTo>
                  <a:lnTo>
                    <a:pt x="365712" y="207888"/>
                  </a:lnTo>
                  <a:lnTo>
                    <a:pt x="370098" y="208695"/>
                  </a:lnTo>
                  <a:lnTo>
                    <a:pt x="372988" y="207600"/>
                  </a:lnTo>
                  <a:lnTo>
                    <a:pt x="383234" y="206147"/>
                  </a:lnTo>
                  <a:lnTo>
                    <a:pt x="383527" y="206796"/>
                  </a:lnTo>
                  <a:lnTo>
                    <a:pt x="388262" y="207081"/>
                  </a:lnTo>
                  <a:lnTo>
                    <a:pt x="389303" y="206703"/>
                  </a:lnTo>
                  <a:lnTo>
                    <a:pt x="393748" y="208930"/>
                  </a:lnTo>
                  <a:lnTo>
                    <a:pt x="394891" y="211121"/>
                  </a:lnTo>
                  <a:lnTo>
                    <a:pt x="397894" y="211857"/>
                  </a:lnTo>
                  <a:lnTo>
                    <a:pt x="399766" y="213898"/>
                  </a:lnTo>
                  <a:lnTo>
                    <a:pt x="403984" y="216144"/>
                  </a:lnTo>
                  <a:lnTo>
                    <a:pt x="405339" y="215222"/>
                  </a:lnTo>
                  <a:lnTo>
                    <a:pt x="407721" y="215207"/>
                  </a:lnTo>
                  <a:lnTo>
                    <a:pt x="410052" y="215819"/>
                  </a:lnTo>
                  <a:lnTo>
                    <a:pt x="413067" y="215792"/>
                  </a:lnTo>
                  <a:lnTo>
                    <a:pt x="415553" y="216821"/>
                  </a:lnTo>
                  <a:lnTo>
                    <a:pt x="421617" y="213409"/>
                  </a:lnTo>
                  <a:lnTo>
                    <a:pt x="424732" y="213011"/>
                  </a:lnTo>
                  <a:lnTo>
                    <a:pt x="425998" y="211734"/>
                  </a:lnTo>
                  <a:lnTo>
                    <a:pt x="428031" y="210472"/>
                  </a:lnTo>
                  <a:lnTo>
                    <a:pt x="429524" y="210022"/>
                  </a:lnTo>
                  <a:lnTo>
                    <a:pt x="431285" y="210067"/>
                  </a:lnTo>
                  <a:lnTo>
                    <a:pt x="433095" y="209335"/>
                  </a:lnTo>
                  <a:lnTo>
                    <a:pt x="435155" y="208166"/>
                  </a:lnTo>
                  <a:lnTo>
                    <a:pt x="438689" y="205389"/>
                  </a:lnTo>
                  <a:lnTo>
                    <a:pt x="439956" y="204789"/>
                  </a:lnTo>
                  <a:lnTo>
                    <a:pt x="440901" y="204803"/>
                  </a:lnTo>
                  <a:lnTo>
                    <a:pt x="441268" y="204345"/>
                  </a:lnTo>
                  <a:lnTo>
                    <a:pt x="447097" y="203052"/>
                  </a:lnTo>
                  <a:lnTo>
                    <a:pt x="448680" y="203098"/>
                  </a:lnTo>
                  <a:lnTo>
                    <a:pt x="449241" y="202741"/>
                  </a:lnTo>
                  <a:lnTo>
                    <a:pt x="449713" y="202799"/>
                  </a:lnTo>
                  <a:lnTo>
                    <a:pt x="450787" y="203480"/>
                  </a:lnTo>
                  <a:lnTo>
                    <a:pt x="452435" y="203423"/>
                  </a:lnTo>
                  <a:lnTo>
                    <a:pt x="454451" y="202731"/>
                  </a:lnTo>
                  <a:lnTo>
                    <a:pt x="457859" y="203079"/>
                  </a:lnTo>
                  <a:lnTo>
                    <a:pt x="460381" y="209546"/>
                  </a:lnTo>
                  <a:lnTo>
                    <a:pt x="458889" y="212963"/>
                  </a:lnTo>
                  <a:lnTo>
                    <a:pt x="458521" y="218075"/>
                  </a:lnTo>
                  <a:lnTo>
                    <a:pt x="455689" y="223868"/>
                  </a:lnTo>
                  <a:lnTo>
                    <a:pt x="456624" y="224505"/>
                  </a:lnTo>
                  <a:lnTo>
                    <a:pt x="459078" y="221935"/>
                  </a:lnTo>
                  <a:lnTo>
                    <a:pt x="463210" y="219215"/>
                  </a:lnTo>
                  <a:lnTo>
                    <a:pt x="464985" y="218520"/>
                  </a:lnTo>
                  <a:lnTo>
                    <a:pt x="474031" y="218084"/>
                  </a:lnTo>
                  <a:lnTo>
                    <a:pt x="480816" y="216932"/>
                  </a:lnTo>
                  <a:lnTo>
                    <a:pt x="483454" y="216096"/>
                  </a:lnTo>
                  <a:lnTo>
                    <a:pt x="485567" y="214901"/>
                  </a:lnTo>
                  <a:lnTo>
                    <a:pt x="486570" y="213848"/>
                  </a:lnTo>
                  <a:lnTo>
                    <a:pt x="488153" y="210962"/>
                  </a:lnTo>
                  <a:lnTo>
                    <a:pt x="489236" y="206852"/>
                  </a:lnTo>
                  <a:lnTo>
                    <a:pt x="489139" y="204086"/>
                  </a:lnTo>
                  <a:lnTo>
                    <a:pt x="488167" y="200153"/>
                  </a:lnTo>
                  <a:lnTo>
                    <a:pt x="484587" y="189843"/>
                  </a:lnTo>
                  <a:lnTo>
                    <a:pt x="483665" y="181770"/>
                  </a:lnTo>
                  <a:lnTo>
                    <a:pt x="483553" y="178209"/>
                  </a:lnTo>
                  <a:lnTo>
                    <a:pt x="481545" y="167761"/>
                  </a:lnTo>
                  <a:lnTo>
                    <a:pt x="480070" y="161423"/>
                  </a:lnTo>
                  <a:lnTo>
                    <a:pt x="479358" y="159323"/>
                  </a:lnTo>
                  <a:lnTo>
                    <a:pt x="476511" y="152950"/>
                  </a:lnTo>
                  <a:lnTo>
                    <a:pt x="467299" y="135019"/>
                  </a:lnTo>
                  <a:lnTo>
                    <a:pt x="465258" y="130986"/>
                  </a:lnTo>
                  <a:lnTo>
                    <a:pt x="464826" y="129142"/>
                  </a:lnTo>
                  <a:lnTo>
                    <a:pt x="464641" y="126137"/>
                  </a:lnTo>
                  <a:lnTo>
                    <a:pt x="463974" y="122012"/>
                  </a:lnTo>
                  <a:lnTo>
                    <a:pt x="462558" y="117845"/>
                  </a:lnTo>
                  <a:lnTo>
                    <a:pt x="461787" y="116428"/>
                  </a:lnTo>
                  <a:lnTo>
                    <a:pt x="459957" y="114064"/>
                  </a:lnTo>
                  <a:lnTo>
                    <a:pt x="454704" y="108472"/>
                  </a:lnTo>
                  <a:lnTo>
                    <a:pt x="451747" y="104897"/>
                  </a:lnTo>
                  <a:lnTo>
                    <a:pt x="448968" y="99977"/>
                  </a:lnTo>
                  <a:lnTo>
                    <a:pt x="446939" y="94930"/>
                  </a:lnTo>
                  <a:lnTo>
                    <a:pt x="444425" y="83179"/>
                  </a:lnTo>
                  <a:lnTo>
                    <a:pt x="442145" y="65017"/>
                  </a:lnTo>
                  <a:lnTo>
                    <a:pt x="464694" y="66435"/>
                  </a:lnTo>
                  <a:lnTo>
                    <a:pt x="465699" y="66038"/>
                  </a:lnTo>
                  <a:lnTo>
                    <a:pt x="467271" y="64166"/>
                  </a:lnTo>
                  <a:lnTo>
                    <a:pt x="467392" y="62764"/>
                  </a:lnTo>
                  <a:lnTo>
                    <a:pt x="467961" y="61443"/>
                  </a:lnTo>
                  <a:lnTo>
                    <a:pt x="476905" y="55617"/>
                  </a:lnTo>
                  <a:lnTo>
                    <a:pt x="477810" y="54543"/>
                  </a:lnTo>
                  <a:lnTo>
                    <a:pt x="478744" y="53977"/>
                  </a:lnTo>
                  <a:lnTo>
                    <a:pt x="480150" y="53519"/>
                  </a:lnTo>
                  <a:lnTo>
                    <a:pt x="480901" y="53765"/>
                  </a:lnTo>
                  <a:lnTo>
                    <a:pt x="481930" y="55360"/>
                  </a:lnTo>
                  <a:lnTo>
                    <a:pt x="486475" y="55729"/>
                  </a:lnTo>
                  <a:lnTo>
                    <a:pt x="487464" y="54285"/>
                  </a:lnTo>
                  <a:lnTo>
                    <a:pt x="487945" y="52718"/>
                  </a:lnTo>
                  <a:lnTo>
                    <a:pt x="489040" y="50851"/>
                  </a:lnTo>
                  <a:lnTo>
                    <a:pt x="490025" y="50573"/>
                  </a:lnTo>
                  <a:lnTo>
                    <a:pt x="491211" y="51761"/>
                  </a:lnTo>
                  <a:lnTo>
                    <a:pt x="495481" y="49876"/>
                  </a:lnTo>
                  <a:lnTo>
                    <a:pt x="511476" y="39079"/>
                  </a:lnTo>
                  <a:lnTo>
                    <a:pt x="525835" y="16703"/>
                  </a:lnTo>
                  <a:lnTo>
                    <a:pt x="536604" y="2243"/>
                  </a:lnTo>
                  <a:lnTo>
                    <a:pt x="544482" y="0"/>
                  </a:lnTo>
                  <a:lnTo>
                    <a:pt x="550949" y="9836"/>
                  </a:lnTo>
                  <a:lnTo>
                    <a:pt x="552769" y="16821"/>
                  </a:lnTo>
                  <a:lnTo>
                    <a:pt x="545676" y="32333"/>
                  </a:lnTo>
                  <a:lnTo>
                    <a:pt x="544931" y="33392"/>
                  </a:lnTo>
                  <a:lnTo>
                    <a:pt x="544648" y="34455"/>
                  </a:lnTo>
                  <a:lnTo>
                    <a:pt x="543662" y="35389"/>
                  </a:lnTo>
                  <a:lnTo>
                    <a:pt x="543610" y="35860"/>
                  </a:lnTo>
                  <a:lnTo>
                    <a:pt x="543157" y="36422"/>
                  </a:lnTo>
                  <a:lnTo>
                    <a:pt x="541758" y="37631"/>
                  </a:lnTo>
                  <a:lnTo>
                    <a:pt x="541679" y="38186"/>
                  </a:lnTo>
                  <a:lnTo>
                    <a:pt x="541231" y="38840"/>
                  </a:lnTo>
                  <a:lnTo>
                    <a:pt x="540931" y="40622"/>
                  </a:lnTo>
                  <a:lnTo>
                    <a:pt x="539380" y="42147"/>
                  </a:lnTo>
                  <a:lnTo>
                    <a:pt x="539082" y="43131"/>
                  </a:lnTo>
                  <a:lnTo>
                    <a:pt x="538385" y="44119"/>
                  </a:lnTo>
                  <a:lnTo>
                    <a:pt x="538398" y="44453"/>
                  </a:lnTo>
                  <a:lnTo>
                    <a:pt x="537311" y="45217"/>
                  </a:lnTo>
                  <a:lnTo>
                    <a:pt x="536766" y="46686"/>
                  </a:lnTo>
                  <a:lnTo>
                    <a:pt x="536775" y="47772"/>
                  </a:lnTo>
                  <a:lnTo>
                    <a:pt x="537157" y="47766"/>
                  </a:lnTo>
                  <a:lnTo>
                    <a:pt x="537020" y="48137"/>
                  </a:lnTo>
                  <a:lnTo>
                    <a:pt x="535831" y="49516"/>
                  </a:lnTo>
                  <a:lnTo>
                    <a:pt x="534994" y="49527"/>
                  </a:lnTo>
                  <a:lnTo>
                    <a:pt x="534761" y="49854"/>
                  </a:lnTo>
                  <a:lnTo>
                    <a:pt x="533729" y="49939"/>
                  </a:lnTo>
                  <a:lnTo>
                    <a:pt x="533445" y="51050"/>
                  </a:lnTo>
                  <a:lnTo>
                    <a:pt x="532944" y="50787"/>
                  </a:lnTo>
                  <a:lnTo>
                    <a:pt x="526504" y="77031"/>
                  </a:lnTo>
                  <a:lnTo>
                    <a:pt x="528470" y="81359"/>
                  </a:lnTo>
                  <a:lnTo>
                    <a:pt x="531314" y="87621"/>
                  </a:lnTo>
                  <a:lnTo>
                    <a:pt x="538826" y="93937"/>
                  </a:lnTo>
                  <a:lnTo>
                    <a:pt x="541172" y="100942"/>
                  </a:lnTo>
                  <a:lnTo>
                    <a:pt x="543237" y="101533"/>
                  </a:lnTo>
                  <a:lnTo>
                    <a:pt x="549720" y="102855"/>
                  </a:lnTo>
                  <a:lnTo>
                    <a:pt x="554557" y="99044"/>
                  </a:lnTo>
                  <a:lnTo>
                    <a:pt x="558307" y="93892"/>
                  </a:lnTo>
                  <a:lnTo>
                    <a:pt x="559590" y="93161"/>
                  </a:lnTo>
                  <a:lnTo>
                    <a:pt x="565231" y="87873"/>
                  </a:lnTo>
                  <a:lnTo>
                    <a:pt x="568910" y="86506"/>
                  </a:lnTo>
                  <a:lnTo>
                    <a:pt x="573007" y="84393"/>
                  </a:lnTo>
                  <a:lnTo>
                    <a:pt x="580946" y="84540"/>
                  </a:lnTo>
                  <a:lnTo>
                    <a:pt x="618586" y="76706"/>
                  </a:lnTo>
                  <a:lnTo>
                    <a:pt x="630280" y="74271"/>
                  </a:lnTo>
                  <a:lnTo>
                    <a:pt x="627037" y="81054"/>
                  </a:lnTo>
                  <a:lnTo>
                    <a:pt x="627335" y="81694"/>
                  </a:lnTo>
                  <a:lnTo>
                    <a:pt x="627908" y="82018"/>
                  </a:lnTo>
                  <a:lnTo>
                    <a:pt x="628133" y="82472"/>
                  </a:lnTo>
                  <a:lnTo>
                    <a:pt x="629025" y="82815"/>
                  </a:lnTo>
                  <a:lnTo>
                    <a:pt x="630685" y="84460"/>
                  </a:lnTo>
                  <a:lnTo>
                    <a:pt x="631342" y="84794"/>
                  </a:lnTo>
                  <a:lnTo>
                    <a:pt x="632276" y="84829"/>
                  </a:lnTo>
                  <a:lnTo>
                    <a:pt x="631969" y="86500"/>
                  </a:lnTo>
                  <a:lnTo>
                    <a:pt x="632349" y="87161"/>
                  </a:lnTo>
                  <a:lnTo>
                    <a:pt x="632879" y="87468"/>
                  </a:lnTo>
                  <a:lnTo>
                    <a:pt x="633834" y="89119"/>
                  </a:lnTo>
                  <a:lnTo>
                    <a:pt x="633997" y="90092"/>
                  </a:lnTo>
                  <a:lnTo>
                    <a:pt x="635808" y="92278"/>
                  </a:lnTo>
                  <a:lnTo>
                    <a:pt x="635906" y="93478"/>
                  </a:lnTo>
                  <a:lnTo>
                    <a:pt x="637129" y="95340"/>
                  </a:lnTo>
                  <a:lnTo>
                    <a:pt x="637527" y="96488"/>
                  </a:lnTo>
                  <a:lnTo>
                    <a:pt x="636878" y="98380"/>
                  </a:lnTo>
                  <a:lnTo>
                    <a:pt x="637451" y="101371"/>
                  </a:lnTo>
                  <a:lnTo>
                    <a:pt x="637149" y="102936"/>
                  </a:lnTo>
                  <a:lnTo>
                    <a:pt x="637810" y="103620"/>
                  </a:lnTo>
                  <a:lnTo>
                    <a:pt x="639216" y="104002"/>
                  </a:lnTo>
                  <a:lnTo>
                    <a:pt x="639534" y="105157"/>
                  </a:lnTo>
                  <a:lnTo>
                    <a:pt x="639262" y="106616"/>
                  </a:lnTo>
                  <a:lnTo>
                    <a:pt x="640375" y="108106"/>
                  </a:lnTo>
                  <a:lnTo>
                    <a:pt x="642214" y="111715"/>
                  </a:lnTo>
                  <a:lnTo>
                    <a:pt x="642290" y="114291"/>
                  </a:lnTo>
                  <a:lnTo>
                    <a:pt x="644588" y="114617"/>
                  </a:lnTo>
                  <a:lnTo>
                    <a:pt x="645172" y="114511"/>
                  </a:lnTo>
                  <a:lnTo>
                    <a:pt x="645400" y="114236"/>
                  </a:lnTo>
                  <a:lnTo>
                    <a:pt x="646223" y="114525"/>
                  </a:lnTo>
                  <a:lnTo>
                    <a:pt x="646540" y="114973"/>
                  </a:lnTo>
                  <a:lnTo>
                    <a:pt x="647218" y="114826"/>
                  </a:lnTo>
                  <a:lnTo>
                    <a:pt x="647863" y="115126"/>
                  </a:lnTo>
                  <a:lnTo>
                    <a:pt x="648194" y="115907"/>
                  </a:lnTo>
                  <a:lnTo>
                    <a:pt x="648156" y="116647"/>
                  </a:lnTo>
                  <a:lnTo>
                    <a:pt x="646489" y="118129"/>
                  </a:lnTo>
                  <a:lnTo>
                    <a:pt x="646958" y="118699"/>
                  </a:lnTo>
                  <a:lnTo>
                    <a:pt x="647245" y="120064"/>
                  </a:lnTo>
                  <a:lnTo>
                    <a:pt x="648018" y="120665"/>
                  </a:lnTo>
                  <a:lnTo>
                    <a:pt x="648144" y="122302"/>
                  </a:lnTo>
                  <a:lnTo>
                    <a:pt x="647946" y="123854"/>
                  </a:lnTo>
                  <a:lnTo>
                    <a:pt x="646466" y="124412"/>
                  </a:lnTo>
                  <a:lnTo>
                    <a:pt x="646112" y="125239"/>
                  </a:lnTo>
                  <a:lnTo>
                    <a:pt x="642848" y="127202"/>
                  </a:lnTo>
                  <a:lnTo>
                    <a:pt x="638168" y="128246"/>
                  </a:lnTo>
                  <a:lnTo>
                    <a:pt x="634427" y="130161"/>
                  </a:lnTo>
                  <a:lnTo>
                    <a:pt x="634284" y="130699"/>
                  </a:lnTo>
                  <a:lnTo>
                    <a:pt x="632936" y="130807"/>
                  </a:lnTo>
                  <a:lnTo>
                    <a:pt x="630113" y="132382"/>
                  </a:lnTo>
                  <a:lnTo>
                    <a:pt x="627107" y="133560"/>
                  </a:lnTo>
                  <a:lnTo>
                    <a:pt x="625774" y="134556"/>
                  </a:lnTo>
                  <a:lnTo>
                    <a:pt x="625071" y="134629"/>
                  </a:lnTo>
                  <a:lnTo>
                    <a:pt x="624144" y="135355"/>
                  </a:lnTo>
                  <a:lnTo>
                    <a:pt x="621064" y="136511"/>
                  </a:lnTo>
                  <a:lnTo>
                    <a:pt x="621274" y="141119"/>
                  </a:lnTo>
                  <a:lnTo>
                    <a:pt x="622949" y="145207"/>
                  </a:lnTo>
                  <a:lnTo>
                    <a:pt x="619662" y="145697"/>
                  </a:lnTo>
                  <a:lnTo>
                    <a:pt x="619255" y="146882"/>
                  </a:lnTo>
                  <a:lnTo>
                    <a:pt x="619716" y="146891"/>
                  </a:lnTo>
                  <a:lnTo>
                    <a:pt x="620701" y="147438"/>
                  </a:lnTo>
                  <a:lnTo>
                    <a:pt x="621623" y="149695"/>
                  </a:lnTo>
                  <a:lnTo>
                    <a:pt x="620956" y="150629"/>
                  </a:lnTo>
                  <a:lnTo>
                    <a:pt x="620950" y="151447"/>
                  </a:lnTo>
                  <a:lnTo>
                    <a:pt x="621775" y="152376"/>
                  </a:lnTo>
                  <a:lnTo>
                    <a:pt x="622564" y="152773"/>
                  </a:lnTo>
                  <a:lnTo>
                    <a:pt x="623188" y="152761"/>
                  </a:lnTo>
                  <a:lnTo>
                    <a:pt x="623221" y="153476"/>
                  </a:lnTo>
                  <a:lnTo>
                    <a:pt x="622902" y="154313"/>
                  </a:lnTo>
                  <a:lnTo>
                    <a:pt x="622583" y="154519"/>
                  </a:lnTo>
                  <a:lnTo>
                    <a:pt x="621452" y="157905"/>
                  </a:lnTo>
                  <a:lnTo>
                    <a:pt x="621008" y="158621"/>
                  </a:lnTo>
                  <a:lnTo>
                    <a:pt x="620020" y="159040"/>
                  </a:lnTo>
                  <a:lnTo>
                    <a:pt x="619360" y="160034"/>
                  </a:lnTo>
                  <a:lnTo>
                    <a:pt x="619584" y="160704"/>
                  </a:lnTo>
                  <a:lnTo>
                    <a:pt x="619372" y="161276"/>
                  </a:lnTo>
                  <a:lnTo>
                    <a:pt x="618835" y="161699"/>
                  </a:lnTo>
                  <a:lnTo>
                    <a:pt x="618574" y="161551"/>
                  </a:lnTo>
                  <a:lnTo>
                    <a:pt x="617572" y="162760"/>
                  </a:lnTo>
                  <a:lnTo>
                    <a:pt x="616882" y="163190"/>
                  </a:lnTo>
                  <a:lnTo>
                    <a:pt x="615875" y="163322"/>
                  </a:lnTo>
                  <a:lnTo>
                    <a:pt x="615845" y="163710"/>
                  </a:lnTo>
                  <a:lnTo>
                    <a:pt x="615286" y="163653"/>
                  </a:lnTo>
                  <a:lnTo>
                    <a:pt x="615260" y="165601"/>
                  </a:lnTo>
                  <a:lnTo>
                    <a:pt x="615863" y="165605"/>
                  </a:lnTo>
                  <a:lnTo>
                    <a:pt x="615949" y="166842"/>
                  </a:lnTo>
                  <a:lnTo>
                    <a:pt x="616254" y="167486"/>
                  </a:lnTo>
                  <a:lnTo>
                    <a:pt x="617397" y="168306"/>
                  </a:lnTo>
                  <a:lnTo>
                    <a:pt x="619159" y="168840"/>
                  </a:lnTo>
                  <a:lnTo>
                    <a:pt x="620644" y="168588"/>
                  </a:lnTo>
                  <a:lnTo>
                    <a:pt x="621379" y="172573"/>
                  </a:lnTo>
                  <a:lnTo>
                    <a:pt x="623033" y="176786"/>
                  </a:lnTo>
                  <a:lnTo>
                    <a:pt x="626426" y="177494"/>
                  </a:lnTo>
                  <a:lnTo>
                    <a:pt x="627080" y="177807"/>
                  </a:lnTo>
                  <a:lnTo>
                    <a:pt x="628007" y="178858"/>
                  </a:lnTo>
                  <a:lnTo>
                    <a:pt x="628264" y="179610"/>
                  </a:lnTo>
                  <a:lnTo>
                    <a:pt x="626756" y="181241"/>
                  </a:lnTo>
                  <a:lnTo>
                    <a:pt x="626358" y="182238"/>
                  </a:lnTo>
                  <a:lnTo>
                    <a:pt x="624956" y="183168"/>
                  </a:lnTo>
                  <a:lnTo>
                    <a:pt x="623231" y="185175"/>
                  </a:lnTo>
                  <a:lnTo>
                    <a:pt x="623132" y="185949"/>
                  </a:lnTo>
                  <a:lnTo>
                    <a:pt x="623758" y="188285"/>
                  </a:lnTo>
                  <a:lnTo>
                    <a:pt x="623748" y="188981"/>
                  </a:lnTo>
                  <a:lnTo>
                    <a:pt x="622819" y="190288"/>
                  </a:lnTo>
                  <a:lnTo>
                    <a:pt x="622472" y="190331"/>
                  </a:lnTo>
                  <a:lnTo>
                    <a:pt x="622068" y="191196"/>
                  </a:lnTo>
                  <a:lnTo>
                    <a:pt x="620436" y="192754"/>
                  </a:lnTo>
                  <a:lnTo>
                    <a:pt x="620100" y="193508"/>
                  </a:lnTo>
                  <a:lnTo>
                    <a:pt x="620085" y="194579"/>
                  </a:lnTo>
                  <a:lnTo>
                    <a:pt x="619261" y="195836"/>
                  </a:lnTo>
                  <a:lnTo>
                    <a:pt x="618318" y="199024"/>
                  </a:lnTo>
                  <a:lnTo>
                    <a:pt x="617969" y="201886"/>
                  </a:lnTo>
                  <a:lnTo>
                    <a:pt x="618522" y="202290"/>
                  </a:lnTo>
                  <a:lnTo>
                    <a:pt x="615510" y="206931"/>
                  </a:lnTo>
                  <a:lnTo>
                    <a:pt x="615137" y="208101"/>
                  </a:lnTo>
                  <a:lnTo>
                    <a:pt x="614132" y="208962"/>
                  </a:lnTo>
                  <a:lnTo>
                    <a:pt x="613305" y="211683"/>
                  </a:lnTo>
                  <a:lnTo>
                    <a:pt x="612932" y="211858"/>
                  </a:lnTo>
                  <a:lnTo>
                    <a:pt x="611070" y="214967"/>
                  </a:lnTo>
                  <a:lnTo>
                    <a:pt x="609268" y="216870"/>
                  </a:lnTo>
                  <a:lnTo>
                    <a:pt x="608989" y="217811"/>
                  </a:lnTo>
                  <a:lnTo>
                    <a:pt x="609209" y="218652"/>
                  </a:lnTo>
                  <a:lnTo>
                    <a:pt x="608821" y="218988"/>
                  </a:lnTo>
                  <a:lnTo>
                    <a:pt x="608066" y="220837"/>
                  </a:lnTo>
                  <a:lnTo>
                    <a:pt x="609351" y="232382"/>
                  </a:lnTo>
                  <a:lnTo>
                    <a:pt x="609440" y="235157"/>
                  </a:lnTo>
                  <a:lnTo>
                    <a:pt x="611422" y="236456"/>
                  </a:lnTo>
                  <a:lnTo>
                    <a:pt x="612275" y="237960"/>
                  </a:lnTo>
                  <a:lnTo>
                    <a:pt x="612699" y="239774"/>
                  </a:lnTo>
                  <a:lnTo>
                    <a:pt x="613254" y="240353"/>
                  </a:lnTo>
                  <a:lnTo>
                    <a:pt x="608219" y="242693"/>
                  </a:lnTo>
                  <a:lnTo>
                    <a:pt x="605386" y="245781"/>
                  </a:lnTo>
                  <a:lnTo>
                    <a:pt x="604845" y="245953"/>
                  </a:lnTo>
                  <a:lnTo>
                    <a:pt x="603162" y="247946"/>
                  </a:lnTo>
                  <a:lnTo>
                    <a:pt x="602254" y="250570"/>
                  </a:lnTo>
                  <a:lnTo>
                    <a:pt x="602630" y="251908"/>
                  </a:lnTo>
                  <a:lnTo>
                    <a:pt x="599082" y="254543"/>
                  </a:lnTo>
                  <a:lnTo>
                    <a:pt x="596814" y="255661"/>
                  </a:lnTo>
                  <a:lnTo>
                    <a:pt x="596110" y="256723"/>
                  </a:lnTo>
                  <a:lnTo>
                    <a:pt x="597191" y="258310"/>
                  </a:lnTo>
                  <a:lnTo>
                    <a:pt x="598641" y="263195"/>
                  </a:lnTo>
                  <a:lnTo>
                    <a:pt x="597498" y="267075"/>
                  </a:lnTo>
                  <a:lnTo>
                    <a:pt x="597027" y="268296"/>
                  </a:lnTo>
                  <a:lnTo>
                    <a:pt x="597117" y="269468"/>
                  </a:lnTo>
                  <a:lnTo>
                    <a:pt x="595564" y="270994"/>
                  </a:lnTo>
                  <a:lnTo>
                    <a:pt x="599453" y="274981"/>
                  </a:lnTo>
                  <a:lnTo>
                    <a:pt x="607800" y="281850"/>
                  </a:lnTo>
                  <a:lnTo>
                    <a:pt x="608877" y="285185"/>
                  </a:lnTo>
                  <a:lnTo>
                    <a:pt x="608185" y="294961"/>
                  </a:lnTo>
                  <a:lnTo>
                    <a:pt x="608720" y="301453"/>
                  </a:lnTo>
                  <a:lnTo>
                    <a:pt x="613020" y="303805"/>
                  </a:lnTo>
                  <a:lnTo>
                    <a:pt x="613055" y="304169"/>
                  </a:lnTo>
                  <a:lnTo>
                    <a:pt x="611259" y="308251"/>
                  </a:lnTo>
                  <a:lnTo>
                    <a:pt x="610853" y="309646"/>
                  </a:lnTo>
                  <a:lnTo>
                    <a:pt x="609487" y="310562"/>
                  </a:lnTo>
                  <a:lnTo>
                    <a:pt x="609076" y="311145"/>
                  </a:lnTo>
                  <a:lnTo>
                    <a:pt x="608388" y="313858"/>
                  </a:lnTo>
                  <a:lnTo>
                    <a:pt x="606902" y="316409"/>
                  </a:lnTo>
                  <a:lnTo>
                    <a:pt x="606794" y="317388"/>
                  </a:lnTo>
                  <a:lnTo>
                    <a:pt x="607000" y="318408"/>
                  </a:lnTo>
                  <a:lnTo>
                    <a:pt x="608318" y="320801"/>
                  </a:lnTo>
                  <a:lnTo>
                    <a:pt x="609646" y="322211"/>
                  </a:lnTo>
                  <a:lnTo>
                    <a:pt x="609974" y="323610"/>
                  </a:lnTo>
                  <a:lnTo>
                    <a:pt x="610485" y="324550"/>
                  </a:lnTo>
                  <a:lnTo>
                    <a:pt x="610372" y="325032"/>
                  </a:lnTo>
                  <a:lnTo>
                    <a:pt x="610686" y="325391"/>
                  </a:lnTo>
                  <a:lnTo>
                    <a:pt x="610192" y="326394"/>
                  </a:lnTo>
                  <a:lnTo>
                    <a:pt x="610328" y="327355"/>
                  </a:lnTo>
                  <a:lnTo>
                    <a:pt x="610032" y="327562"/>
                  </a:lnTo>
                  <a:lnTo>
                    <a:pt x="610082" y="328021"/>
                  </a:lnTo>
                  <a:lnTo>
                    <a:pt x="609291" y="329264"/>
                  </a:lnTo>
                  <a:lnTo>
                    <a:pt x="609108" y="329979"/>
                  </a:lnTo>
                  <a:lnTo>
                    <a:pt x="608464" y="330633"/>
                  </a:lnTo>
                  <a:lnTo>
                    <a:pt x="608314" y="331150"/>
                  </a:lnTo>
                  <a:lnTo>
                    <a:pt x="607257" y="331926"/>
                  </a:lnTo>
                  <a:lnTo>
                    <a:pt x="607136" y="332241"/>
                  </a:lnTo>
                  <a:lnTo>
                    <a:pt x="606491" y="332089"/>
                  </a:lnTo>
                  <a:lnTo>
                    <a:pt x="606308" y="332459"/>
                  </a:lnTo>
                  <a:lnTo>
                    <a:pt x="606421" y="332731"/>
                  </a:lnTo>
                  <a:lnTo>
                    <a:pt x="606137" y="333895"/>
                  </a:lnTo>
                  <a:lnTo>
                    <a:pt x="606783" y="334645"/>
                  </a:lnTo>
                  <a:lnTo>
                    <a:pt x="606930" y="335488"/>
                  </a:lnTo>
                  <a:lnTo>
                    <a:pt x="606206" y="337713"/>
                  </a:lnTo>
                  <a:lnTo>
                    <a:pt x="606172" y="338504"/>
                  </a:lnTo>
                  <a:lnTo>
                    <a:pt x="606547" y="339624"/>
                  </a:lnTo>
                  <a:lnTo>
                    <a:pt x="606253" y="340894"/>
                  </a:lnTo>
                  <a:lnTo>
                    <a:pt x="606402" y="341538"/>
                  </a:lnTo>
                  <a:lnTo>
                    <a:pt x="605889" y="342960"/>
                  </a:lnTo>
                  <a:lnTo>
                    <a:pt x="605961" y="343866"/>
                  </a:lnTo>
                  <a:lnTo>
                    <a:pt x="605502" y="344271"/>
                  </a:lnTo>
                  <a:lnTo>
                    <a:pt x="605493" y="344949"/>
                  </a:lnTo>
                  <a:lnTo>
                    <a:pt x="604212" y="347404"/>
                  </a:lnTo>
                  <a:lnTo>
                    <a:pt x="604309" y="348601"/>
                  </a:lnTo>
                  <a:lnTo>
                    <a:pt x="603949" y="349247"/>
                  </a:lnTo>
                  <a:lnTo>
                    <a:pt x="604037" y="351195"/>
                  </a:lnTo>
                  <a:lnTo>
                    <a:pt x="603581" y="352090"/>
                  </a:lnTo>
                  <a:lnTo>
                    <a:pt x="603841" y="352667"/>
                  </a:lnTo>
                  <a:lnTo>
                    <a:pt x="603243" y="353523"/>
                  </a:lnTo>
                  <a:lnTo>
                    <a:pt x="603377" y="354489"/>
                  </a:lnTo>
                  <a:lnTo>
                    <a:pt x="603947" y="355071"/>
                  </a:lnTo>
                  <a:lnTo>
                    <a:pt x="602936" y="359484"/>
                  </a:lnTo>
                  <a:lnTo>
                    <a:pt x="603066" y="360485"/>
                  </a:lnTo>
                  <a:lnTo>
                    <a:pt x="602857" y="360836"/>
                  </a:lnTo>
                  <a:lnTo>
                    <a:pt x="602888" y="361813"/>
                  </a:lnTo>
                  <a:lnTo>
                    <a:pt x="603161" y="362892"/>
                  </a:lnTo>
                  <a:lnTo>
                    <a:pt x="602937" y="363674"/>
                  </a:lnTo>
                  <a:lnTo>
                    <a:pt x="600591" y="363828"/>
                  </a:lnTo>
                  <a:lnTo>
                    <a:pt x="600504" y="364145"/>
                  </a:lnTo>
                  <a:lnTo>
                    <a:pt x="600533" y="364591"/>
                  </a:lnTo>
                  <a:lnTo>
                    <a:pt x="602675" y="364932"/>
                  </a:lnTo>
                  <a:lnTo>
                    <a:pt x="602478" y="365536"/>
                  </a:lnTo>
                  <a:lnTo>
                    <a:pt x="602461" y="368014"/>
                  </a:lnTo>
                  <a:lnTo>
                    <a:pt x="602654" y="368754"/>
                  </a:lnTo>
                  <a:lnTo>
                    <a:pt x="602466" y="369412"/>
                  </a:lnTo>
                  <a:lnTo>
                    <a:pt x="602729" y="371004"/>
                  </a:lnTo>
                  <a:lnTo>
                    <a:pt x="602464" y="372449"/>
                  </a:lnTo>
                  <a:lnTo>
                    <a:pt x="603696" y="374697"/>
                  </a:lnTo>
                  <a:lnTo>
                    <a:pt x="604438" y="375721"/>
                  </a:lnTo>
                  <a:lnTo>
                    <a:pt x="605082" y="376189"/>
                  </a:lnTo>
                  <a:lnTo>
                    <a:pt x="606223" y="379693"/>
                  </a:lnTo>
                  <a:lnTo>
                    <a:pt x="605837" y="381459"/>
                  </a:lnTo>
                  <a:lnTo>
                    <a:pt x="607465" y="381894"/>
                  </a:lnTo>
                  <a:lnTo>
                    <a:pt x="609019" y="382625"/>
                  </a:lnTo>
                  <a:lnTo>
                    <a:pt x="608804" y="384810"/>
                  </a:lnTo>
                  <a:lnTo>
                    <a:pt x="606954" y="385710"/>
                  </a:lnTo>
                  <a:lnTo>
                    <a:pt x="605961" y="386619"/>
                  </a:lnTo>
                  <a:lnTo>
                    <a:pt x="605700" y="387544"/>
                  </a:lnTo>
                  <a:lnTo>
                    <a:pt x="605125" y="388164"/>
                  </a:lnTo>
                  <a:lnTo>
                    <a:pt x="605414" y="388248"/>
                  </a:lnTo>
                  <a:lnTo>
                    <a:pt x="605264" y="388791"/>
                  </a:lnTo>
                  <a:lnTo>
                    <a:pt x="603632" y="391509"/>
                  </a:lnTo>
                  <a:lnTo>
                    <a:pt x="603296" y="392665"/>
                  </a:lnTo>
                  <a:lnTo>
                    <a:pt x="602596" y="393880"/>
                  </a:lnTo>
                  <a:lnTo>
                    <a:pt x="602164" y="397221"/>
                  </a:lnTo>
                  <a:lnTo>
                    <a:pt x="602349" y="398503"/>
                  </a:lnTo>
                  <a:lnTo>
                    <a:pt x="602072" y="399192"/>
                  </a:lnTo>
                  <a:lnTo>
                    <a:pt x="602087" y="402240"/>
                  </a:lnTo>
                  <a:lnTo>
                    <a:pt x="602507" y="404679"/>
                  </a:lnTo>
                  <a:lnTo>
                    <a:pt x="602405" y="412304"/>
                  </a:lnTo>
                  <a:lnTo>
                    <a:pt x="602890" y="414202"/>
                  </a:lnTo>
                  <a:lnTo>
                    <a:pt x="603245" y="414535"/>
                  </a:lnTo>
                  <a:lnTo>
                    <a:pt x="603102" y="416105"/>
                  </a:lnTo>
                  <a:lnTo>
                    <a:pt x="603261" y="416902"/>
                  </a:lnTo>
                  <a:lnTo>
                    <a:pt x="602509" y="418015"/>
                  </a:lnTo>
                  <a:lnTo>
                    <a:pt x="602278" y="419319"/>
                  </a:lnTo>
                  <a:lnTo>
                    <a:pt x="600828" y="421574"/>
                  </a:lnTo>
                  <a:lnTo>
                    <a:pt x="599186" y="423539"/>
                  </a:lnTo>
                  <a:lnTo>
                    <a:pt x="599069" y="424160"/>
                  </a:lnTo>
                  <a:lnTo>
                    <a:pt x="598157" y="424675"/>
                  </a:lnTo>
                  <a:lnTo>
                    <a:pt x="596607" y="426449"/>
                  </a:lnTo>
                  <a:lnTo>
                    <a:pt x="594247" y="427523"/>
                  </a:lnTo>
                  <a:lnTo>
                    <a:pt x="593443" y="427341"/>
                  </a:lnTo>
                  <a:lnTo>
                    <a:pt x="585958" y="430351"/>
                  </a:lnTo>
                  <a:lnTo>
                    <a:pt x="582020" y="427738"/>
                  </a:lnTo>
                  <a:lnTo>
                    <a:pt x="580084" y="427236"/>
                  </a:lnTo>
                  <a:lnTo>
                    <a:pt x="579453" y="427281"/>
                  </a:lnTo>
                  <a:lnTo>
                    <a:pt x="578096" y="426531"/>
                  </a:lnTo>
                  <a:lnTo>
                    <a:pt x="575488" y="425743"/>
                  </a:lnTo>
                  <a:lnTo>
                    <a:pt x="574795" y="426900"/>
                  </a:lnTo>
                  <a:lnTo>
                    <a:pt x="573085" y="425989"/>
                  </a:lnTo>
                  <a:lnTo>
                    <a:pt x="572140" y="424586"/>
                  </a:lnTo>
                  <a:lnTo>
                    <a:pt x="572191" y="424293"/>
                  </a:lnTo>
                  <a:lnTo>
                    <a:pt x="568157" y="423640"/>
                  </a:lnTo>
                  <a:lnTo>
                    <a:pt x="567459" y="423727"/>
                  </a:lnTo>
                  <a:lnTo>
                    <a:pt x="566333" y="424788"/>
                  </a:lnTo>
                  <a:lnTo>
                    <a:pt x="565482" y="425118"/>
                  </a:lnTo>
                  <a:lnTo>
                    <a:pt x="562126" y="423955"/>
                  </a:lnTo>
                  <a:lnTo>
                    <a:pt x="562058" y="423574"/>
                  </a:lnTo>
                  <a:lnTo>
                    <a:pt x="560014" y="421787"/>
                  </a:lnTo>
                  <a:lnTo>
                    <a:pt x="557472" y="421704"/>
                  </a:lnTo>
                  <a:lnTo>
                    <a:pt x="556724" y="421414"/>
                  </a:lnTo>
                  <a:lnTo>
                    <a:pt x="555620" y="421601"/>
                  </a:lnTo>
                  <a:lnTo>
                    <a:pt x="555056" y="423366"/>
                  </a:lnTo>
                  <a:lnTo>
                    <a:pt x="554144" y="424187"/>
                  </a:lnTo>
                  <a:lnTo>
                    <a:pt x="553180" y="424451"/>
                  </a:lnTo>
                  <a:lnTo>
                    <a:pt x="550846" y="423939"/>
                  </a:lnTo>
                  <a:lnTo>
                    <a:pt x="549991" y="423993"/>
                  </a:lnTo>
                  <a:lnTo>
                    <a:pt x="548895" y="424398"/>
                  </a:lnTo>
                  <a:lnTo>
                    <a:pt x="545061" y="424449"/>
                  </a:lnTo>
                  <a:lnTo>
                    <a:pt x="543054" y="424968"/>
                  </a:lnTo>
                  <a:lnTo>
                    <a:pt x="539292" y="425023"/>
                  </a:lnTo>
                  <a:lnTo>
                    <a:pt x="536710" y="424158"/>
                  </a:lnTo>
                  <a:lnTo>
                    <a:pt x="535797" y="424129"/>
                  </a:lnTo>
                  <a:lnTo>
                    <a:pt x="535385" y="423699"/>
                  </a:lnTo>
                  <a:lnTo>
                    <a:pt x="533684" y="422887"/>
                  </a:lnTo>
                  <a:lnTo>
                    <a:pt x="533058" y="422968"/>
                  </a:lnTo>
                  <a:lnTo>
                    <a:pt x="531893" y="421836"/>
                  </a:lnTo>
                  <a:lnTo>
                    <a:pt x="531772" y="421368"/>
                  </a:lnTo>
                  <a:lnTo>
                    <a:pt x="529765" y="420032"/>
                  </a:lnTo>
                  <a:lnTo>
                    <a:pt x="526262" y="420753"/>
                  </a:lnTo>
                  <a:lnTo>
                    <a:pt x="521540" y="420157"/>
                  </a:lnTo>
                  <a:lnTo>
                    <a:pt x="519730" y="420155"/>
                  </a:lnTo>
                  <a:lnTo>
                    <a:pt x="516895" y="420533"/>
                  </a:lnTo>
                  <a:lnTo>
                    <a:pt x="516150" y="421276"/>
                  </a:lnTo>
                  <a:lnTo>
                    <a:pt x="515744" y="422163"/>
                  </a:lnTo>
                  <a:lnTo>
                    <a:pt x="515519" y="423273"/>
                  </a:lnTo>
                  <a:lnTo>
                    <a:pt x="515851" y="424245"/>
                  </a:lnTo>
                  <a:lnTo>
                    <a:pt x="515330" y="424704"/>
                  </a:lnTo>
                  <a:lnTo>
                    <a:pt x="515001" y="426368"/>
                  </a:lnTo>
                  <a:lnTo>
                    <a:pt x="514313" y="426861"/>
                  </a:lnTo>
                  <a:lnTo>
                    <a:pt x="510375" y="427726"/>
                  </a:lnTo>
                  <a:lnTo>
                    <a:pt x="509815" y="428256"/>
                  </a:lnTo>
                  <a:lnTo>
                    <a:pt x="508924" y="428473"/>
                  </a:lnTo>
                  <a:lnTo>
                    <a:pt x="507102" y="427493"/>
                  </a:lnTo>
                  <a:lnTo>
                    <a:pt x="507050" y="427286"/>
                  </a:lnTo>
                  <a:lnTo>
                    <a:pt x="506535" y="427586"/>
                  </a:lnTo>
                  <a:lnTo>
                    <a:pt x="504963" y="427093"/>
                  </a:lnTo>
                  <a:lnTo>
                    <a:pt x="502955" y="425365"/>
                  </a:lnTo>
                  <a:lnTo>
                    <a:pt x="502301" y="425239"/>
                  </a:lnTo>
                  <a:lnTo>
                    <a:pt x="501836" y="425500"/>
                  </a:lnTo>
                  <a:lnTo>
                    <a:pt x="501900" y="426081"/>
                  </a:lnTo>
                  <a:lnTo>
                    <a:pt x="502644" y="427122"/>
                  </a:lnTo>
                  <a:lnTo>
                    <a:pt x="502538" y="428310"/>
                  </a:lnTo>
                  <a:lnTo>
                    <a:pt x="501851" y="428358"/>
                  </a:lnTo>
                  <a:lnTo>
                    <a:pt x="501076" y="428768"/>
                  </a:lnTo>
                  <a:lnTo>
                    <a:pt x="499571" y="428881"/>
                  </a:lnTo>
                  <a:lnTo>
                    <a:pt x="498883" y="429663"/>
                  </a:lnTo>
                  <a:lnTo>
                    <a:pt x="498852" y="430521"/>
                  </a:lnTo>
                  <a:lnTo>
                    <a:pt x="497343" y="430781"/>
                  </a:lnTo>
                  <a:lnTo>
                    <a:pt x="495597" y="432520"/>
                  </a:lnTo>
                  <a:lnTo>
                    <a:pt x="494112" y="433112"/>
                  </a:lnTo>
                  <a:lnTo>
                    <a:pt x="494017" y="433844"/>
                  </a:lnTo>
                  <a:lnTo>
                    <a:pt x="494826" y="434548"/>
                  </a:lnTo>
                  <a:lnTo>
                    <a:pt x="495037" y="435700"/>
                  </a:lnTo>
                  <a:lnTo>
                    <a:pt x="494324" y="436026"/>
                  </a:lnTo>
                  <a:lnTo>
                    <a:pt x="493411" y="436104"/>
                  </a:lnTo>
                  <a:lnTo>
                    <a:pt x="492038" y="436770"/>
                  </a:lnTo>
                  <a:lnTo>
                    <a:pt x="490386" y="436463"/>
                  </a:lnTo>
                  <a:lnTo>
                    <a:pt x="487749" y="436991"/>
                  </a:lnTo>
                  <a:lnTo>
                    <a:pt x="486822" y="437641"/>
                  </a:lnTo>
                  <a:lnTo>
                    <a:pt x="485138" y="438145"/>
                  </a:lnTo>
                  <a:lnTo>
                    <a:pt x="483973" y="438175"/>
                  </a:lnTo>
                  <a:lnTo>
                    <a:pt x="483445" y="439576"/>
                  </a:lnTo>
                  <a:lnTo>
                    <a:pt x="483112" y="439197"/>
                  </a:lnTo>
                  <a:lnTo>
                    <a:pt x="482748" y="439242"/>
                  </a:lnTo>
                  <a:lnTo>
                    <a:pt x="481348" y="440300"/>
                  </a:lnTo>
                  <a:lnTo>
                    <a:pt x="480872" y="440190"/>
                  </a:lnTo>
                  <a:lnTo>
                    <a:pt x="478099" y="438945"/>
                  </a:lnTo>
                  <a:lnTo>
                    <a:pt x="474662" y="438274"/>
                  </a:lnTo>
                  <a:lnTo>
                    <a:pt x="472297" y="436053"/>
                  </a:lnTo>
                  <a:lnTo>
                    <a:pt x="471740" y="435830"/>
                  </a:lnTo>
                  <a:lnTo>
                    <a:pt x="471213" y="434826"/>
                  </a:lnTo>
                  <a:lnTo>
                    <a:pt x="470822" y="434776"/>
                  </a:lnTo>
                  <a:lnTo>
                    <a:pt x="470522" y="434345"/>
                  </a:lnTo>
                  <a:lnTo>
                    <a:pt x="469555" y="434076"/>
                  </a:lnTo>
                  <a:lnTo>
                    <a:pt x="469116" y="434203"/>
                  </a:lnTo>
                  <a:lnTo>
                    <a:pt x="468576" y="433921"/>
                  </a:lnTo>
                  <a:lnTo>
                    <a:pt x="467989" y="430981"/>
                  </a:lnTo>
                  <a:lnTo>
                    <a:pt x="467400" y="429696"/>
                  </a:lnTo>
                  <a:lnTo>
                    <a:pt x="467135" y="428162"/>
                  </a:lnTo>
                  <a:lnTo>
                    <a:pt x="466503" y="427153"/>
                  </a:lnTo>
                  <a:lnTo>
                    <a:pt x="466054" y="425565"/>
                  </a:lnTo>
                  <a:lnTo>
                    <a:pt x="465826" y="422540"/>
                  </a:lnTo>
                  <a:lnTo>
                    <a:pt x="466578" y="421711"/>
                  </a:lnTo>
                  <a:lnTo>
                    <a:pt x="467395" y="420198"/>
                  </a:lnTo>
                  <a:lnTo>
                    <a:pt x="467104" y="419765"/>
                  </a:lnTo>
                  <a:lnTo>
                    <a:pt x="467266" y="419332"/>
                  </a:lnTo>
                  <a:lnTo>
                    <a:pt x="466952" y="418080"/>
                  </a:lnTo>
                  <a:lnTo>
                    <a:pt x="466022" y="418149"/>
                  </a:lnTo>
                  <a:lnTo>
                    <a:pt x="465679" y="417204"/>
                  </a:lnTo>
                  <a:lnTo>
                    <a:pt x="464194" y="415699"/>
                  </a:lnTo>
                  <a:lnTo>
                    <a:pt x="463916" y="415069"/>
                  </a:lnTo>
                  <a:lnTo>
                    <a:pt x="463199" y="415123"/>
                  </a:lnTo>
                  <a:lnTo>
                    <a:pt x="461221" y="412991"/>
                  </a:lnTo>
                  <a:lnTo>
                    <a:pt x="460167" y="412402"/>
                  </a:lnTo>
                  <a:lnTo>
                    <a:pt x="459615" y="413313"/>
                  </a:lnTo>
                  <a:lnTo>
                    <a:pt x="457990" y="411957"/>
                  </a:lnTo>
                  <a:lnTo>
                    <a:pt x="455262" y="410940"/>
                  </a:lnTo>
                  <a:lnTo>
                    <a:pt x="454567" y="411036"/>
                  </a:lnTo>
                  <a:lnTo>
                    <a:pt x="452261" y="408556"/>
                  </a:lnTo>
                  <a:lnTo>
                    <a:pt x="452176" y="408194"/>
                  </a:lnTo>
                  <a:lnTo>
                    <a:pt x="451416" y="407572"/>
                  </a:lnTo>
                  <a:lnTo>
                    <a:pt x="450927" y="406740"/>
                  </a:lnTo>
                  <a:lnTo>
                    <a:pt x="450124" y="406617"/>
                  </a:lnTo>
                  <a:lnTo>
                    <a:pt x="450009" y="406358"/>
                  </a:lnTo>
                  <a:lnTo>
                    <a:pt x="446576" y="404313"/>
                  </a:lnTo>
                  <a:lnTo>
                    <a:pt x="443548" y="403276"/>
                  </a:lnTo>
                  <a:lnTo>
                    <a:pt x="443234" y="403065"/>
                  </a:lnTo>
                  <a:lnTo>
                    <a:pt x="443169" y="402594"/>
                  </a:lnTo>
                  <a:lnTo>
                    <a:pt x="442543" y="402186"/>
                  </a:lnTo>
                  <a:lnTo>
                    <a:pt x="441410" y="401931"/>
                  </a:lnTo>
                  <a:lnTo>
                    <a:pt x="440821" y="402052"/>
                  </a:lnTo>
                  <a:lnTo>
                    <a:pt x="440101" y="403162"/>
                  </a:lnTo>
                  <a:lnTo>
                    <a:pt x="440283" y="403847"/>
                  </a:lnTo>
                  <a:lnTo>
                    <a:pt x="439702" y="403892"/>
                  </a:lnTo>
                  <a:lnTo>
                    <a:pt x="439202" y="404608"/>
                  </a:lnTo>
                  <a:lnTo>
                    <a:pt x="438242" y="403823"/>
                  </a:lnTo>
                  <a:lnTo>
                    <a:pt x="437115" y="404607"/>
                  </a:lnTo>
                  <a:lnTo>
                    <a:pt x="436170" y="404600"/>
                  </a:lnTo>
                  <a:lnTo>
                    <a:pt x="436598" y="404126"/>
                  </a:lnTo>
                  <a:lnTo>
                    <a:pt x="435199" y="403233"/>
                  </a:lnTo>
                  <a:lnTo>
                    <a:pt x="434317" y="402978"/>
                  </a:lnTo>
                  <a:lnTo>
                    <a:pt x="433155" y="401700"/>
                  </a:lnTo>
                  <a:lnTo>
                    <a:pt x="431926" y="399528"/>
                  </a:lnTo>
                  <a:lnTo>
                    <a:pt x="431787" y="398681"/>
                  </a:lnTo>
                  <a:lnTo>
                    <a:pt x="430763" y="398592"/>
                  </a:lnTo>
                  <a:lnTo>
                    <a:pt x="430491" y="398697"/>
                  </a:lnTo>
                  <a:lnTo>
                    <a:pt x="430617" y="399021"/>
                  </a:lnTo>
                  <a:lnTo>
                    <a:pt x="430399" y="399463"/>
                  </a:lnTo>
                  <a:lnTo>
                    <a:pt x="429336" y="400326"/>
                  </a:lnTo>
                  <a:lnTo>
                    <a:pt x="427343" y="399446"/>
                  </a:lnTo>
                  <a:lnTo>
                    <a:pt x="426696" y="399530"/>
                  </a:lnTo>
                  <a:lnTo>
                    <a:pt x="429277" y="400795"/>
                  </a:lnTo>
                  <a:lnTo>
                    <a:pt x="428860" y="402684"/>
                  </a:lnTo>
                  <a:lnTo>
                    <a:pt x="429068" y="403383"/>
                  </a:lnTo>
                  <a:lnTo>
                    <a:pt x="428657" y="404424"/>
                  </a:lnTo>
                  <a:lnTo>
                    <a:pt x="428174" y="405160"/>
                  </a:lnTo>
                  <a:lnTo>
                    <a:pt x="427779" y="405373"/>
                  </a:lnTo>
                  <a:lnTo>
                    <a:pt x="427648" y="405836"/>
                  </a:lnTo>
                  <a:lnTo>
                    <a:pt x="425789" y="407340"/>
                  </a:lnTo>
                  <a:lnTo>
                    <a:pt x="422804" y="407472"/>
                  </a:lnTo>
                  <a:lnTo>
                    <a:pt x="423728" y="410320"/>
                  </a:lnTo>
                  <a:lnTo>
                    <a:pt x="423380" y="410592"/>
                  </a:lnTo>
                  <a:lnTo>
                    <a:pt x="423387" y="411179"/>
                  </a:lnTo>
                  <a:lnTo>
                    <a:pt x="422743" y="411404"/>
                  </a:lnTo>
                  <a:lnTo>
                    <a:pt x="418090" y="412594"/>
                  </a:lnTo>
                  <a:lnTo>
                    <a:pt x="416050" y="412512"/>
                  </a:lnTo>
                  <a:lnTo>
                    <a:pt x="415082" y="412136"/>
                  </a:lnTo>
                  <a:lnTo>
                    <a:pt x="413002" y="412105"/>
                  </a:lnTo>
                  <a:lnTo>
                    <a:pt x="410937" y="412664"/>
                  </a:lnTo>
                  <a:lnTo>
                    <a:pt x="408242" y="413006"/>
                  </a:lnTo>
                  <a:lnTo>
                    <a:pt x="407187" y="412936"/>
                  </a:lnTo>
                  <a:lnTo>
                    <a:pt x="402911" y="411833"/>
                  </a:lnTo>
                  <a:lnTo>
                    <a:pt x="402165" y="412579"/>
                  </a:lnTo>
                  <a:lnTo>
                    <a:pt x="401003" y="414805"/>
                  </a:lnTo>
                  <a:lnTo>
                    <a:pt x="403198" y="415833"/>
                  </a:lnTo>
                  <a:lnTo>
                    <a:pt x="405913" y="418531"/>
                  </a:lnTo>
                  <a:lnTo>
                    <a:pt x="409299" y="421243"/>
                  </a:lnTo>
                  <a:lnTo>
                    <a:pt x="410355" y="422508"/>
                  </a:lnTo>
                  <a:lnTo>
                    <a:pt x="410679" y="424782"/>
                  </a:lnTo>
                  <a:lnTo>
                    <a:pt x="409656" y="427714"/>
                  </a:lnTo>
                  <a:lnTo>
                    <a:pt x="409228" y="428044"/>
                  </a:lnTo>
                  <a:lnTo>
                    <a:pt x="407617" y="428355"/>
                  </a:lnTo>
                  <a:lnTo>
                    <a:pt x="406786" y="428888"/>
                  </a:lnTo>
                  <a:lnTo>
                    <a:pt x="406001" y="430124"/>
                  </a:lnTo>
                  <a:lnTo>
                    <a:pt x="405598" y="432573"/>
                  </a:lnTo>
                  <a:lnTo>
                    <a:pt x="405795" y="433830"/>
                  </a:lnTo>
                  <a:lnTo>
                    <a:pt x="406162" y="434463"/>
                  </a:lnTo>
                  <a:lnTo>
                    <a:pt x="405376" y="435215"/>
                  </a:lnTo>
                  <a:lnTo>
                    <a:pt x="402022" y="436787"/>
                  </a:lnTo>
                  <a:lnTo>
                    <a:pt x="400078" y="436974"/>
                  </a:lnTo>
                  <a:lnTo>
                    <a:pt x="398501" y="437586"/>
                  </a:lnTo>
                  <a:lnTo>
                    <a:pt x="397283" y="437646"/>
                  </a:lnTo>
                  <a:lnTo>
                    <a:pt x="396034" y="438819"/>
                  </a:lnTo>
                  <a:lnTo>
                    <a:pt x="395172" y="440101"/>
                  </a:lnTo>
                  <a:lnTo>
                    <a:pt x="394742" y="441971"/>
                  </a:lnTo>
                  <a:lnTo>
                    <a:pt x="393500" y="442281"/>
                  </a:lnTo>
                  <a:lnTo>
                    <a:pt x="392943" y="442667"/>
                  </a:lnTo>
                  <a:lnTo>
                    <a:pt x="392570" y="442639"/>
                  </a:lnTo>
                  <a:lnTo>
                    <a:pt x="392253" y="442279"/>
                  </a:lnTo>
                  <a:lnTo>
                    <a:pt x="392026" y="441405"/>
                  </a:lnTo>
                  <a:lnTo>
                    <a:pt x="389860" y="441482"/>
                  </a:lnTo>
                  <a:lnTo>
                    <a:pt x="387762" y="440575"/>
                  </a:lnTo>
                  <a:lnTo>
                    <a:pt x="387142" y="439040"/>
                  </a:lnTo>
                  <a:lnTo>
                    <a:pt x="386268" y="439120"/>
                  </a:lnTo>
                  <a:lnTo>
                    <a:pt x="384623" y="440878"/>
                  </a:lnTo>
                  <a:lnTo>
                    <a:pt x="382914" y="440651"/>
                  </a:lnTo>
                  <a:lnTo>
                    <a:pt x="382008" y="441059"/>
                  </a:lnTo>
                  <a:lnTo>
                    <a:pt x="381184" y="440973"/>
                  </a:lnTo>
                  <a:lnTo>
                    <a:pt x="379621" y="439398"/>
                  </a:lnTo>
                  <a:lnTo>
                    <a:pt x="378265" y="440529"/>
                  </a:lnTo>
                  <a:lnTo>
                    <a:pt x="378532" y="441196"/>
                  </a:lnTo>
                  <a:lnTo>
                    <a:pt x="378538" y="442586"/>
                  </a:lnTo>
                  <a:lnTo>
                    <a:pt x="377486" y="443135"/>
                  </a:lnTo>
                  <a:lnTo>
                    <a:pt x="374718" y="445368"/>
                  </a:lnTo>
                  <a:lnTo>
                    <a:pt x="374634" y="445921"/>
                  </a:lnTo>
                  <a:lnTo>
                    <a:pt x="375225" y="446619"/>
                  </a:lnTo>
                  <a:lnTo>
                    <a:pt x="375304" y="447312"/>
                  </a:lnTo>
                  <a:lnTo>
                    <a:pt x="376767" y="447380"/>
                  </a:lnTo>
                  <a:lnTo>
                    <a:pt x="377146" y="447628"/>
                  </a:lnTo>
                  <a:lnTo>
                    <a:pt x="377917" y="448454"/>
                  </a:lnTo>
                  <a:lnTo>
                    <a:pt x="378077" y="449500"/>
                  </a:lnTo>
                  <a:lnTo>
                    <a:pt x="376999" y="451189"/>
                  </a:lnTo>
                  <a:lnTo>
                    <a:pt x="376302" y="451677"/>
                  </a:lnTo>
                  <a:lnTo>
                    <a:pt x="375918" y="452791"/>
                  </a:lnTo>
                  <a:lnTo>
                    <a:pt x="374943" y="453800"/>
                  </a:lnTo>
                  <a:lnTo>
                    <a:pt x="373774" y="454473"/>
                  </a:lnTo>
                  <a:lnTo>
                    <a:pt x="372219" y="454538"/>
                  </a:lnTo>
                  <a:lnTo>
                    <a:pt x="371008" y="454976"/>
                  </a:lnTo>
                  <a:lnTo>
                    <a:pt x="370622" y="454546"/>
                  </a:lnTo>
                  <a:lnTo>
                    <a:pt x="369029" y="454036"/>
                  </a:lnTo>
                  <a:lnTo>
                    <a:pt x="367541" y="453947"/>
                  </a:lnTo>
                  <a:lnTo>
                    <a:pt x="366740" y="454193"/>
                  </a:lnTo>
                  <a:lnTo>
                    <a:pt x="366029" y="454003"/>
                  </a:lnTo>
                  <a:lnTo>
                    <a:pt x="364599" y="452418"/>
                  </a:lnTo>
                  <a:lnTo>
                    <a:pt x="363219" y="451787"/>
                  </a:lnTo>
                  <a:lnTo>
                    <a:pt x="362951" y="452132"/>
                  </a:lnTo>
                  <a:lnTo>
                    <a:pt x="361406" y="452715"/>
                  </a:lnTo>
                  <a:lnTo>
                    <a:pt x="361026" y="453338"/>
                  </a:lnTo>
                  <a:lnTo>
                    <a:pt x="359754" y="453681"/>
                  </a:lnTo>
                  <a:lnTo>
                    <a:pt x="359723" y="454462"/>
                  </a:lnTo>
                  <a:lnTo>
                    <a:pt x="358881" y="454937"/>
                  </a:lnTo>
                  <a:lnTo>
                    <a:pt x="358746" y="455772"/>
                  </a:lnTo>
                  <a:lnTo>
                    <a:pt x="358095" y="456845"/>
                  </a:lnTo>
                  <a:lnTo>
                    <a:pt x="358130" y="457711"/>
                  </a:lnTo>
                  <a:lnTo>
                    <a:pt x="358452" y="457775"/>
                  </a:lnTo>
                  <a:lnTo>
                    <a:pt x="358983" y="458592"/>
                  </a:lnTo>
                  <a:lnTo>
                    <a:pt x="359532" y="458801"/>
                  </a:lnTo>
                  <a:lnTo>
                    <a:pt x="359682" y="458578"/>
                  </a:lnTo>
                  <a:lnTo>
                    <a:pt x="359909" y="459737"/>
                  </a:lnTo>
                  <a:lnTo>
                    <a:pt x="360458" y="460059"/>
                  </a:lnTo>
                  <a:lnTo>
                    <a:pt x="360947" y="461065"/>
                  </a:lnTo>
                  <a:lnTo>
                    <a:pt x="361475" y="461311"/>
                  </a:lnTo>
                  <a:lnTo>
                    <a:pt x="361620" y="461867"/>
                  </a:lnTo>
                  <a:lnTo>
                    <a:pt x="362212" y="461814"/>
                  </a:lnTo>
                  <a:lnTo>
                    <a:pt x="362840" y="462140"/>
                  </a:lnTo>
                  <a:lnTo>
                    <a:pt x="363957" y="463551"/>
                  </a:lnTo>
                  <a:lnTo>
                    <a:pt x="365524" y="464596"/>
                  </a:lnTo>
                  <a:lnTo>
                    <a:pt x="366122" y="465518"/>
                  </a:lnTo>
                  <a:lnTo>
                    <a:pt x="367169" y="466501"/>
                  </a:lnTo>
                  <a:lnTo>
                    <a:pt x="367344" y="467522"/>
                  </a:lnTo>
                  <a:lnTo>
                    <a:pt x="367926" y="468255"/>
                  </a:lnTo>
                  <a:lnTo>
                    <a:pt x="367596" y="469261"/>
                  </a:lnTo>
                  <a:lnTo>
                    <a:pt x="367866" y="470533"/>
                  </a:lnTo>
                  <a:lnTo>
                    <a:pt x="367915" y="471558"/>
                  </a:lnTo>
                  <a:lnTo>
                    <a:pt x="367702" y="472049"/>
                  </a:lnTo>
                  <a:lnTo>
                    <a:pt x="367839" y="472620"/>
                  </a:lnTo>
                  <a:lnTo>
                    <a:pt x="368903" y="473881"/>
                  </a:lnTo>
                  <a:lnTo>
                    <a:pt x="370742" y="474910"/>
                  </a:lnTo>
                  <a:lnTo>
                    <a:pt x="371688" y="477056"/>
                  </a:lnTo>
                  <a:lnTo>
                    <a:pt x="372321" y="477900"/>
                  </a:lnTo>
                  <a:lnTo>
                    <a:pt x="372476" y="479012"/>
                  </a:lnTo>
                  <a:lnTo>
                    <a:pt x="372204" y="479966"/>
                  </a:lnTo>
                  <a:lnTo>
                    <a:pt x="372428" y="481942"/>
                  </a:lnTo>
                  <a:lnTo>
                    <a:pt x="371966" y="482586"/>
                  </a:lnTo>
                  <a:lnTo>
                    <a:pt x="372299" y="483262"/>
                  </a:lnTo>
                  <a:lnTo>
                    <a:pt x="371981" y="485119"/>
                  </a:lnTo>
                  <a:lnTo>
                    <a:pt x="372534" y="486768"/>
                  </a:lnTo>
                  <a:lnTo>
                    <a:pt x="372614" y="490961"/>
                  </a:lnTo>
                  <a:lnTo>
                    <a:pt x="370503" y="493379"/>
                  </a:lnTo>
                  <a:lnTo>
                    <a:pt x="370146" y="492918"/>
                  </a:lnTo>
                  <a:lnTo>
                    <a:pt x="368686" y="492679"/>
                  </a:lnTo>
                  <a:lnTo>
                    <a:pt x="367542" y="492224"/>
                  </a:lnTo>
                  <a:lnTo>
                    <a:pt x="362165" y="492302"/>
                  </a:lnTo>
                  <a:lnTo>
                    <a:pt x="359289" y="491658"/>
                  </a:lnTo>
                  <a:lnTo>
                    <a:pt x="356325" y="491852"/>
                  </a:lnTo>
                  <a:lnTo>
                    <a:pt x="354628" y="492417"/>
                  </a:lnTo>
                  <a:lnTo>
                    <a:pt x="353845" y="492315"/>
                  </a:lnTo>
                  <a:lnTo>
                    <a:pt x="352038" y="492575"/>
                  </a:lnTo>
                  <a:lnTo>
                    <a:pt x="350081" y="492323"/>
                  </a:lnTo>
                  <a:lnTo>
                    <a:pt x="349504" y="492849"/>
                  </a:lnTo>
                  <a:lnTo>
                    <a:pt x="349429" y="493375"/>
                  </a:lnTo>
                  <a:lnTo>
                    <a:pt x="348706" y="494142"/>
                  </a:lnTo>
                  <a:lnTo>
                    <a:pt x="348510" y="494710"/>
                  </a:lnTo>
                  <a:lnTo>
                    <a:pt x="347974" y="494902"/>
                  </a:lnTo>
                  <a:lnTo>
                    <a:pt x="347369" y="494680"/>
                  </a:lnTo>
                  <a:lnTo>
                    <a:pt x="346248" y="494853"/>
                  </a:lnTo>
                  <a:lnTo>
                    <a:pt x="344817" y="497098"/>
                  </a:lnTo>
                  <a:lnTo>
                    <a:pt x="344034" y="497487"/>
                  </a:lnTo>
                  <a:lnTo>
                    <a:pt x="343265" y="497571"/>
                  </a:lnTo>
                  <a:lnTo>
                    <a:pt x="341586" y="498535"/>
                  </a:lnTo>
                  <a:lnTo>
                    <a:pt x="339267" y="500920"/>
                  </a:lnTo>
                  <a:lnTo>
                    <a:pt x="335851" y="506153"/>
                  </a:lnTo>
                  <a:lnTo>
                    <a:pt x="334304" y="507704"/>
                  </a:lnTo>
                  <a:lnTo>
                    <a:pt x="333240" y="508089"/>
                  </a:lnTo>
                  <a:lnTo>
                    <a:pt x="333967" y="509447"/>
                  </a:lnTo>
                  <a:lnTo>
                    <a:pt x="334875" y="512645"/>
                  </a:lnTo>
                  <a:lnTo>
                    <a:pt x="335842" y="514630"/>
                  </a:lnTo>
                  <a:lnTo>
                    <a:pt x="336320" y="516717"/>
                  </a:lnTo>
                  <a:lnTo>
                    <a:pt x="335574" y="518677"/>
                  </a:lnTo>
                  <a:lnTo>
                    <a:pt x="335587" y="519478"/>
                  </a:lnTo>
                  <a:lnTo>
                    <a:pt x="334991" y="520293"/>
                  </a:lnTo>
                  <a:lnTo>
                    <a:pt x="335054" y="521232"/>
                  </a:lnTo>
                  <a:lnTo>
                    <a:pt x="334372" y="523713"/>
                  </a:lnTo>
                  <a:lnTo>
                    <a:pt x="333632" y="525225"/>
                  </a:lnTo>
                  <a:lnTo>
                    <a:pt x="334427" y="526247"/>
                  </a:lnTo>
                  <a:lnTo>
                    <a:pt x="334880" y="527849"/>
                  </a:lnTo>
                  <a:lnTo>
                    <a:pt x="335065" y="529155"/>
                  </a:lnTo>
                  <a:lnTo>
                    <a:pt x="334815" y="530416"/>
                  </a:lnTo>
                  <a:lnTo>
                    <a:pt x="340269" y="535881"/>
                  </a:lnTo>
                  <a:lnTo>
                    <a:pt x="340637" y="544880"/>
                  </a:lnTo>
                  <a:lnTo>
                    <a:pt x="342056" y="549065"/>
                  </a:lnTo>
                  <a:lnTo>
                    <a:pt x="343104" y="554967"/>
                  </a:lnTo>
                  <a:lnTo>
                    <a:pt x="345897" y="560639"/>
                  </a:lnTo>
                  <a:lnTo>
                    <a:pt x="351248" y="564895"/>
                  </a:lnTo>
                  <a:lnTo>
                    <a:pt x="347900" y="569415"/>
                  </a:lnTo>
                  <a:lnTo>
                    <a:pt x="350050" y="582585"/>
                  </a:lnTo>
                  <a:lnTo>
                    <a:pt x="353458" y="587327"/>
                  </a:lnTo>
                  <a:lnTo>
                    <a:pt x="350205" y="590615"/>
                  </a:lnTo>
                  <a:lnTo>
                    <a:pt x="348905" y="592510"/>
                  </a:lnTo>
                  <a:lnTo>
                    <a:pt x="348437" y="594107"/>
                  </a:lnTo>
                  <a:lnTo>
                    <a:pt x="347344" y="595341"/>
                  </a:lnTo>
                  <a:lnTo>
                    <a:pt x="344928" y="595758"/>
                  </a:lnTo>
                  <a:lnTo>
                    <a:pt x="343946" y="598186"/>
                  </a:lnTo>
                  <a:lnTo>
                    <a:pt x="344158" y="601305"/>
                  </a:lnTo>
                  <a:lnTo>
                    <a:pt x="343407" y="604419"/>
                  </a:lnTo>
                  <a:lnTo>
                    <a:pt x="341131" y="611314"/>
                  </a:lnTo>
                  <a:lnTo>
                    <a:pt x="338035" y="615304"/>
                  </a:lnTo>
                  <a:lnTo>
                    <a:pt x="336892" y="615041"/>
                  </a:lnTo>
                  <a:lnTo>
                    <a:pt x="334764" y="622835"/>
                  </a:lnTo>
                  <a:lnTo>
                    <a:pt x="332796" y="625096"/>
                  </a:lnTo>
                  <a:lnTo>
                    <a:pt x="330944" y="635172"/>
                  </a:lnTo>
                  <a:lnTo>
                    <a:pt x="327388" y="642201"/>
                  </a:lnTo>
                  <a:lnTo>
                    <a:pt x="327461" y="644805"/>
                  </a:lnTo>
                  <a:lnTo>
                    <a:pt x="325517" y="649346"/>
                  </a:lnTo>
                  <a:lnTo>
                    <a:pt x="314216" y="656356"/>
                  </a:lnTo>
                  <a:lnTo>
                    <a:pt x="307207" y="657027"/>
                  </a:lnTo>
                  <a:lnTo>
                    <a:pt x="293059" y="661365"/>
                  </a:lnTo>
                  <a:lnTo>
                    <a:pt x="292471" y="662178"/>
                  </a:lnTo>
                  <a:lnTo>
                    <a:pt x="282305" y="665290"/>
                  </a:lnTo>
                  <a:lnTo>
                    <a:pt x="272467" y="66545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pg110">
              <a:extLst>
                <a:ext uri="{FF2B5EF4-FFF2-40B4-BE49-F238E27FC236}">
                  <a16:creationId xmlns:a16="http://schemas.microsoft.com/office/drawing/2014/main" id="{7D022B6F-B363-3471-EE12-AEACBFDC0CB0}"/>
                </a:ext>
              </a:extLst>
            </p:cNvPr>
            <p:cNvSpPr/>
            <p:nvPr/>
          </p:nvSpPr>
          <p:spPr>
            <a:xfrm>
              <a:off x="1014310" y="2969655"/>
              <a:ext cx="792095" cy="685300"/>
            </a:xfrm>
            <a:custGeom>
              <a:avLst/>
              <a:gdLst/>
              <a:ahLst/>
              <a:cxnLst/>
              <a:rect l="0" t="0" r="0" b="0"/>
              <a:pathLst>
                <a:path w="792095" h="685300">
                  <a:moveTo>
                    <a:pt x="567946" y="614710"/>
                  </a:moveTo>
                  <a:lnTo>
                    <a:pt x="564854" y="615317"/>
                  </a:lnTo>
                  <a:lnTo>
                    <a:pt x="563024" y="616243"/>
                  </a:lnTo>
                  <a:lnTo>
                    <a:pt x="561403" y="616286"/>
                  </a:lnTo>
                  <a:lnTo>
                    <a:pt x="560151" y="617542"/>
                  </a:lnTo>
                  <a:lnTo>
                    <a:pt x="559973" y="618355"/>
                  </a:lnTo>
                  <a:lnTo>
                    <a:pt x="558683" y="619947"/>
                  </a:lnTo>
                  <a:lnTo>
                    <a:pt x="557564" y="620103"/>
                  </a:lnTo>
                  <a:lnTo>
                    <a:pt x="555311" y="620863"/>
                  </a:lnTo>
                  <a:lnTo>
                    <a:pt x="553042" y="622106"/>
                  </a:lnTo>
                  <a:lnTo>
                    <a:pt x="551984" y="622225"/>
                  </a:lnTo>
                  <a:lnTo>
                    <a:pt x="550774" y="622801"/>
                  </a:lnTo>
                  <a:lnTo>
                    <a:pt x="549513" y="622932"/>
                  </a:lnTo>
                  <a:lnTo>
                    <a:pt x="547754" y="623494"/>
                  </a:lnTo>
                  <a:lnTo>
                    <a:pt x="546274" y="623089"/>
                  </a:lnTo>
                  <a:lnTo>
                    <a:pt x="544650" y="623272"/>
                  </a:lnTo>
                  <a:lnTo>
                    <a:pt x="544023" y="622852"/>
                  </a:lnTo>
                  <a:lnTo>
                    <a:pt x="540413" y="623726"/>
                  </a:lnTo>
                  <a:lnTo>
                    <a:pt x="537318" y="623799"/>
                  </a:lnTo>
                  <a:lnTo>
                    <a:pt x="536837" y="625019"/>
                  </a:lnTo>
                  <a:lnTo>
                    <a:pt x="536181" y="625832"/>
                  </a:lnTo>
                  <a:lnTo>
                    <a:pt x="535884" y="626794"/>
                  </a:lnTo>
                  <a:lnTo>
                    <a:pt x="533601" y="629078"/>
                  </a:lnTo>
                  <a:lnTo>
                    <a:pt x="532422" y="631006"/>
                  </a:lnTo>
                  <a:lnTo>
                    <a:pt x="532273" y="631873"/>
                  </a:lnTo>
                  <a:lnTo>
                    <a:pt x="531608" y="632498"/>
                  </a:lnTo>
                  <a:lnTo>
                    <a:pt x="531386" y="633071"/>
                  </a:lnTo>
                  <a:lnTo>
                    <a:pt x="531498" y="633661"/>
                  </a:lnTo>
                  <a:lnTo>
                    <a:pt x="531065" y="634621"/>
                  </a:lnTo>
                  <a:lnTo>
                    <a:pt x="530609" y="634581"/>
                  </a:lnTo>
                  <a:lnTo>
                    <a:pt x="529039" y="635119"/>
                  </a:lnTo>
                  <a:lnTo>
                    <a:pt x="527674" y="635019"/>
                  </a:lnTo>
                  <a:lnTo>
                    <a:pt x="525984" y="635704"/>
                  </a:lnTo>
                  <a:lnTo>
                    <a:pt x="524136" y="636046"/>
                  </a:lnTo>
                  <a:lnTo>
                    <a:pt x="522335" y="636914"/>
                  </a:lnTo>
                  <a:lnTo>
                    <a:pt x="520896" y="638202"/>
                  </a:lnTo>
                  <a:lnTo>
                    <a:pt x="519845" y="637775"/>
                  </a:lnTo>
                  <a:lnTo>
                    <a:pt x="518045" y="637521"/>
                  </a:lnTo>
                  <a:lnTo>
                    <a:pt x="517746" y="637983"/>
                  </a:lnTo>
                  <a:lnTo>
                    <a:pt x="516549" y="638614"/>
                  </a:lnTo>
                  <a:lnTo>
                    <a:pt x="515165" y="640075"/>
                  </a:lnTo>
                  <a:lnTo>
                    <a:pt x="514454" y="640383"/>
                  </a:lnTo>
                  <a:lnTo>
                    <a:pt x="513111" y="640382"/>
                  </a:lnTo>
                  <a:lnTo>
                    <a:pt x="512539" y="640679"/>
                  </a:lnTo>
                  <a:lnTo>
                    <a:pt x="512086" y="641561"/>
                  </a:lnTo>
                  <a:lnTo>
                    <a:pt x="511302" y="642356"/>
                  </a:lnTo>
                  <a:lnTo>
                    <a:pt x="510237" y="644920"/>
                  </a:lnTo>
                  <a:lnTo>
                    <a:pt x="509424" y="645878"/>
                  </a:lnTo>
                  <a:lnTo>
                    <a:pt x="509335" y="646347"/>
                  </a:lnTo>
                  <a:lnTo>
                    <a:pt x="508949" y="646586"/>
                  </a:lnTo>
                  <a:lnTo>
                    <a:pt x="507579" y="646718"/>
                  </a:lnTo>
                  <a:lnTo>
                    <a:pt x="506270" y="647475"/>
                  </a:lnTo>
                  <a:lnTo>
                    <a:pt x="504307" y="647399"/>
                  </a:lnTo>
                  <a:lnTo>
                    <a:pt x="502638" y="648331"/>
                  </a:lnTo>
                  <a:lnTo>
                    <a:pt x="500067" y="648771"/>
                  </a:lnTo>
                  <a:lnTo>
                    <a:pt x="498888" y="648821"/>
                  </a:lnTo>
                  <a:lnTo>
                    <a:pt x="498555" y="648395"/>
                  </a:lnTo>
                  <a:lnTo>
                    <a:pt x="496530" y="648396"/>
                  </a:lnTo>
                  <a:lnTo>
                    <a:pt x="495790" y="648009"/>
                  </a:lnTo>
                  <a:lnTo>
                    <a:pt x="494295" y="649347"/>
                  </a:lnTo>
                  <a:lnTo>
                    <a:pt x="493109" y="649944"/>
                  </a:lnTo>
                  <a:lnTo>
                    <a:pt x="489615" y="649989"/>
                  </a:lnTo>
                  <a:lnTo>
                    <a:pt x="487957" y="650474"/>
                  </a:lnTo>
                  <a:lnTo>
                    <a:pt x="486658" y="651143"/>
                  </a:lnTo>
                  <a:lnTo>
                    <a:pt x="485045" y="652409"/>
                  </a:lnTo>
                  <a:lnTo>
                    <a:pt x="483727" y="653019"/>
                  </a:lnTo>
                  <a:lnTo>
                    <a:pt x="482949" y="653133"/>
                  </a:lnTo>
                  <a:lnTo>
                    <a:pt x="482451" y="653636"/>
                  </a:lnTo>
                  <a:lnTo>
                    <a:pt x="482318" y="652576"/>
                  </a:lnTo>
                  <a:lnTo>
                    <a:pt x="486618" y="649717"/>
                  </a:lnTo>
                  <a:lnTo>
                    <a:pt x="494104" y="638788"/>
                  </a:lnTo>
                  <a:lnTo>
                    <a:pt x="493159" y="637678"/>
                  </a:lnTo>
                  <a:lnTo>
                    <a:pt x="493021" y="636021"/>
                  </a:lnTo>
                  <a:lnTo>
                    <a:pt x="492178" y="635722"/>
                  </a:lnTo>
                  <a:lnTo>
                    <a:pt x="491811" y="635139"/>
                  </a:lnTo>
                  <a:lnTo>
                    <a:pt x="491084" y="634939"/>
                  </a:lnTo>
                  <a:lnTo>
                    <a:pt x="490326" y="634270"/>
                  </a:lnTo>
                  <a:lnTo>
                    <a:pt x="490026" y="633620"/>
                  </a:lnTo>
                  <a:lnTo>
                    <a:pt x="474223" y="635190"/>
                  </a:lnTo>
                  <a:lnTo>
                    <a:pt x="464326" y="637225"/>
                  </a:lnTo>
                  <a:lnTo>
                    <a:pt x="461338" y="637996"/>
                  </a:lnTo>
                  <a:lnTo>
                    <a:pt x="457619" y="639455"/>
                  </a:lnTo>
                  <a:lnTo>
                    <a:pt x="455512" y="639711"/>
                  </a:lnTo>
                  <a:lnTo>
                    <a:pt x="450756" y="637357"/>
                  </a:lnTo>
                  <a:lnTo>
                    <a:pt x="447840" y="636761"/>
                  </a:lnTo>
                  <a:lnTo>
                    <a:pt x="444760" y="636631"/>
                  </a:lnTo>
                  <a:lnTo>
                    <a:pt x="444841" y="636955"/>
                  </a:lnTo>
                  <a:lnTo>
                    <a:pt x="442107" y="635889"/>
                  </a:lnTo>
                  <a:lnTo>
                    <a:pt x="439240" y="635627"/>
                  </a:lnTo>
                  <a:lnTo>
                    <a:pt x="438664" y="635396"/>
                  </a:lnTo>
                  <a:lnTo>
                    <a:pt x="438476" y="634578"/>
                  </a:lnTo>
                  <a:lnTo>
                    <a:pt x="438237" y="634505"/>
                  </a:lnTo>
                  <a:lnTo>
                    <a:pt x="438009" y="635001"/>
                  </a:lnTo>
                  <a:lnTo>
                    <a:pt x="435547" y="635529"/>
                  </a:lnTo>
                  <a:lnTo>
                    <a:pt x="434049" y="635284"/>
                  </a:lnTo>
                  <a:lnTo>
                    <a:pt x="433466" y="634969"/>
                  </a:lnTo>
                  <a:lnTo>
                    <a:pt x="432580" y="635546"/>
                  </a:lnTo>
                  <a:lnTo>
                    <a:pt x="431482" y="635530"/>
                  </a:lnTo>
                  <a:lnTo>
                    <a:pt x="429316" y="633562"/>
                  </a:lnTo>
                  <a:lnTo>
                    <a:pt x="427159" y="633139"/>
                  </a:lnTo>
                  <a:lnTo>
                    <a:pt x="426348" y="633461"/>
                  </a:lnTo>
                  <a:lnTo>
                    <a:pt x="426462" y="633005"/>
                  </a:lnTo>
                  <a:lnTo>
                    <a:pt x="427714" y="632483"/>
                  </a:lnTo>
                  <a:lnTo>
                    <a:pt x="428955" y="631311"/>
                  </a:lnTo>
                  <a:lnTo>
                    <a:pt x="428299" y="629799"/>
                  </a:lnTo>
                  <a:lnTo>
                    <a:pt x="428078" y="628032"/>
                  </a:lnTo>
                  <a:lnTo>
                    <a:pt x="426957" y="627312"/>
                  </a:lnTo>
                  <a:lnTo>
                    <a:pt x="424654" y="631172"/>
                  </a:lnTo>
                  <a:lnTo>
                    <a:pt x="423787" y="630821"/>
                  </a:lnTo>
                  <a:lnTo>
                    <a:pt x="422765" y="631238"/>
                  </a:lnTo>
                  <a:lnTo>
                    <a:pt x="422722" y="629653"/>
                  </a:lnTo>
                  <a:lnTo>
                    <a:pt x="423333" y="627688"/>
                  </a:lnTo>
                  <a:lnTo>
                    <a:pt x="421402" y="627205"/>
                  </a:lnTo>
                  <a:lnTo>
                    <a:pt x="420738" y="626786"/>
                  </a:lnTo>
                  <a:lnTo>
                    <a:pt x="419911" y="624938"/>
                  </a:lnTo>
                  <a:lnTo>
                    <a:pt x="419280" y="624558"/>
                  </a:lnTo>
                  <a:lnTo>
                    <a:pt x="418972" y="623256"/>
                  </a:lnTo>
                  <a:lnTo>
                    <a:pt x="417688" y="623402"/>
                  </a:lnTo>
                  <a:lnTo>
                    <a:pt x="416718" y="623891"/>
                  </a:lnTo>
                  <a:lnTo>
                    <a:pt x="414826" y="624259"/>
                  </a:lnTo>
                  <a:lnTo>
                    <a:pt x="413943" y="623135"/>
                  </a:lnTo>
                  <a:lnTo>
                    <a:pt x="412677" y="622421"/>
                  </a:lnTo>
                  <a:lnTo>
                    <a:pt x="411769" y="621499"/>
                  </a:lnTo>
                  <a:lnTo>
                    <a:pt x="413147" y="620351"/>
                  </a:lnTo>
                  <a:lnTo>
                    <a:pt x="414549" y="620836"/>
                  </a:lnTo>
                  <a:lnTo>
                    <a:pt x="414654" y="620433"/>
                  </a:lnTo>
                  <a:lnTo>
                    <a:pt x="413463" y="617978"/>
                  </a:lnTo>
                  <a:lnTo>
                    <a:pt x="412676" y="617119"/>
                  </a:lnTo>
                  <a:lnTo>
                    <a:pt x="410281" y="616357"/>
                  </a:lnTo>
                  <a:lnTo>
                    <a:pt x="408689" y="617808"/>
                  </a:lnTo>
                  <a:lnTo>
                    <a:pt x="403118" y="620681"/>
                  </a:lnTo>
                  <a:lnTo>
                    <a:pt x="400159" y="622596"/>
                  </a:lnTo>
                  <a:lnTo>
                    <a:pt x="398789" y="611105"/>
                  </a:lnTo>
                  <a:lnTo>
                    <a:pt x="401552" y="603905"/>
                  </a:lnTo>
                  <a:lnTo>
                    <a:pt x="402969" y="594019"/>
                  </a:lnTo>
                  <a:lnTo>
                    <a:pt x="401558" y="587278"/>
                  </a:lnTo>
                  <a:lnTo>
                    <a:pt x="401233" y="581016"/>
                  </a:lnTo>
                  <a:lnTo>
                    <a:pt x="399192" y="578164"/>
                  </a:lnTo>
                  <a:lnTo>
                    <a:pt x="398824" y="577181"/>
                  </a:lnTo>
                  <a:lnTo>
                    <a:pt x="396485" y="575794"/>
                  </a:lnTo>
                  <a:lnTo>
                    <a:pt x="401668" y="567969"/>
                  </a:lnTo>
                  <a:lnTo>
                    <a:pt x="403777" y="566248"/>
                  </a:lnTo>
                  <a:lnTo>
                    <a:pt x="404766" y="565705"/>
                  </a:lnTo>
                  <a:lnTo>
                    <a:pt x="405142" y="564712"/>
                  </a:lnTo>
                  <a:lnTo>
                    <a:pt x="405029" y="563628"/>
                  </a:lnTo>
                  <a:lnTo>
                    <a:pt x="405350" y="563076"/>
                  </a:lnTo>
                  <a:lnTo>
                    <a:pt x="408380" y="560325"/>
                  </a:lnTo>
                  <a:lnTo>
                    <a:pt x="408705" y="558908"/>
                  </a:lnTo>
                  <a:lnTo>
                    <a:pt x="408611" y="557860"/>
                  </a:lnTo>
                  <a:lnTo>
                    <a:pt x="409201" y="555075"/>
                  </a:lnTo>
                  <a:lnTo>
                    <a:pt x="408565" y="553271"/>
                  </a:lnTo>
                  <a:lnTo>
                    <a:pt x="408880" y="549463"/>
                  </a:lnTo>
                  <a:lnTo>
                    <a:pt x="410642" y="547687"/>
                  </a:lnTo>
                  <a:lnTo>
                    <a:pt x="411792" y="545892"/>
                  </a:lnTo>
                  <a:lnTo>
                    <a:pt x="411692" y="543430"/>
                  </a:lnTo>
                  <a:lnTo>
                    <a:pt x="413075" y="539412"/>
                  </a:lnTo>
                  <a:lnTo>
                    <a:pt x="413193" y="537248"/>
                  </a:lnTo>
                  <a:lnTo>
                    <a:pt x="412810" y="535941"/>
                  </a:lnTo>
                  <a:lnTo>
                    <a:pt x="413086" y="534591"/>
                  </a:lnTo>
                  <a:lnTo>
                    <a:pt x="413243" y="534288"/>
                  </a:lnTo>
                  <a:lnTo>
                    <a:pt x="414261" y="533905"/>
                  </a:lnTo>
                  <a:lnTo>
                    <a:pt x="414829" y="533435"/>
                  </a:lnTo>
                  <a:lnTo>
                    <a:pt x="416874" y="532681"/>
                  </a:lnTo>
                  <a:lnTo>
                    <a:pt x="418407" y="531773"/>
                  </a:lnTo>
                  <a:lnTo>
                    <a:pt x="419202" y="530223"/>
                  </a:lnTo>
                  <a:lnTo>
                    <a:pt x="420574" y="528870"/>
                  </a:lnTo>
                  <a:lnTo>
                    <a:pt x="421717" y="527177"/>
                  </a:lnTo>
                  <a:lnTo>
                    <a:pt x="421634" y="524108"/>
                  </a:lnTo>
                  <a:lnTo>
                    <a:pt x="421154" y="523461"/>
                  </a:lnTo>
                  <a:lnTo>
                    <a:pt x="420883" y="522115"/>
                  </a:lnTo>
                  <a:lnTo>
                    <a:pt x="421158" y="521246"/>
                  </a:lnTo>
                  <a:lnTo>
                    <a:pt x="422687" y="519291"/>
                  </a:lnTo>
                  <a:lnTo>
                    <a:pt x="422747" y="518559"/>
                  </a:lnTo>
                  <a:lnTo>
                    <a:pt x="422279" y="516792"/>
                  </a:lnTo>
                  <a:lnTo>
                    <a:pt x="422385" y="516269"/>
                  </a:lnTo>
                  <a:lnTo>
                    <a:pt x="422932" y="515664"/>
                  </a:lnTo>
                  <a:lnTo>
                    <a:pt x="423195" y="513426"/>
                  </a:lnTo>
                  <a:lnTo>
                    <a:pt x="424097" y="511850"/>
                  </a:lnTo>
                  <a:lnTo>
                    <a:pt x="424618" y="510084"/>
                  </a:lnTo>
                  <a:lnTo>
                    <a:pt x="424440" y="507312"/>
                  </a:lnTo>
                  <a:lnTo>
                    <a:pt x="423617" y="505755"/>
                  </a:lnTo>
                  <a:lnTo>
                    <a:pt x="423321" y="505434"/>
                  </a:lnTo>
                  <a:lnTo>
                    <a:pt x="422890" y="505700"/>
                  </a:lnTo>
                  <a:lnTo>
                    <a:pt x="421788" y="504356"/>
                  </a:lnTo>
                  <a:lnTo>
                    <a:pt x="421645" y="501769"/>
                  </a:lnTo>
                  <a:lnTo>
                    <a:pt x="422443" y="499285"/>
                  </a:lnTo>
                  <a:lnTo>
                    <a:pt x="424775" y="497256"/>
                  </a:lnTo>
                  <a:lnTo>
                    <a:pt x="423568" y="496788"/>
                  </a:lnTo>
                  <a:lnTo>
                    <a:pt x="424147" y="494652"/>
                  </a:lnTo>
                  <a:lnTo>
                    <a:pt x="426421" y="491868"/>
                  </a:lnTo>
                  <a:lnTo>
                    <a:pt x="425098" y="490300"/>
                  </a:lnTo>
                  <a:lnTo>
                    <a:pt x="424534" y="490185"/>
                  </a:lnTo>
                  <a:lnTo>
                    <a:pt x="423620" y="490402"/>
                  </a:lnTo>
                  <a:lnTo>
                    <a:pt x="421087" y="489655"/>
                  </a:lnTo>
                  <a:lnTo>
                    <a:pt x="419992" y="489633"/>
                  </a:lnTo>
                  <a:lnTo>
                    <a:pt x="419315" y="489245"/>
                  </a:lnTo>
                  <a:lnTo>
                    <a:pt x="418910" y="488621"/>
                  </a:lnTo>
                  <a:lnTo>
                    <a:pt x="417678" y="487909"/>
                  </a:lnTo>
                  <a:lnTo>
                    <a:pt x="416414" y="487550"/>
                  </a:lnTo>
                  <a:lnTo>
                    <a:pt x="415076" y="487702"/>
                  </a:lnTo>
                  <a:lnTo>
                    <a:pt x="412741" y="486141"/>
                  </a:lnTo>
                  <a:lnTo>
                    <a:pt x="412317" y="486194"/>
                  </a:lnTo>
                  <a:lnTo>
                    <a:pt x="411699" y="484903"/>
                  </a:lnTo>
                  <a:lnTo>
                    <a:pt x="411693" y="484461"/>
                  </a:lnTo>
                  <a:lnTo>
                    <a:pt x="411021" y="483791"/>
                  </a:lnTo>
                  <a:lnTo>
                    <a:pt x="409745" y="483484"/>
                  </a:lnTo>
                  <a:lnTo>
                    <a:pt x="409069" y="483065"/>
                  </a:lnTo>
                  <a:lnTo>
                    <a:pt x="408762" y="482124"/>
                  </a:lnTo>
                  <a:lnTo>
                    <a:pt x="408275" y="481620"/>
                  </a:lnTo>
                  <a:lnTo>
                    <a:pt x="408326" y="480573"/>
                  </a:lnTo>
                  <a:lnTo>
                    <a:pt x="407748" y="479941"/>
                  </a:lnTo>
                  <a:lnTo>
                    <a:pt x="407766" y="479630"/>
                  </a:lnTo>
                  <a:lnTo>
                    <a:pt x="407534" y="479409"/>
                  </a:lnTo>
                  <a:lnTo>
                    <a:pt x="406601" y="479364"/>
                  </a:lnTo>
                  <a:lnTo>
                    <a:pt x="405375" y="477865"/>
                  </a:lnTo>
                  <a:lnTo>
                    <a:pt x="404655" y="476273"/>
                  </a:lnTo>
                  <a:lnTo>
                    <a:pt x="403582" y="475660"/>
                  </a:lnTo>
                  <a:lnTo>
                    <a:pt x="402488" y="475613"/>
                  </a:lnTo>
                  <a:lnTo>
                    <a:pt x="401287" y="474675"/>
                  </a:lnTo>
                  <a:lnTo>
                    <a:pt x="400166" y="474771"/>
                  </a:lnTo>
                  <a:lnTo>
                    <a:pt x="399404" y="474522"/>
                  </a:lnTo>
                  <a:lnTo>
                    <a:pt x="398898" y="473921"/>
                  </a:lnTo>
                  <a:lnTo>
                    <a:pt x="397813" y="473586"/>
                  </a:lnTo>
                  <a:lnTo>
                    <a:pt x="396460" y="471875"/>
                  </a:lnTo>
                  <a:lnTo>
                    <a:pt x="394736" y="471601"/>
                  </a:lnTo>
                  <a:lnTo>
                    <a:pt x="394506" y="470769"/>
                  </a:lnTo>
                  <a:lnTo>
                    <a:pt x="394110" y="470406"/>
                  </a:lnTo>
                  <a:lnTo>
                    <a:pt x="393532" y="470082"/>
                  </a:lnTo>
                  <a:lnTo>
                    <a:pt x="392802" y="470211"/>
                  </a:lnTo>
                  <a:lnTo>
                    <a:pt x="391947" y="469832"/>
                  </a:lnTo>
                  <a:lnTo>
                    <a:pt x="391796" y="468952"/>
                  </a:lnTo>
                  <a:lnTo>
                    <a:pt x="391318" y="467654"/>
                  </a:lnTo>
                  <a:lnTo>
                    <a:pt x="390496" y="466558"/>
                  </a:lnTo>
                  <a:lnTo>
                    <a:pt x="389782" y="466474"/>
                  </a:lnTo>
                  <a:lnTo>
                    <a:pt x="387855" y="467003"/>
                  </a:lnTo>
                  <a:lnTo>
                    <a:pt x="387243" y="466823"/>
                  </a:lnTo>
                  <a:lnTo>
                    <a:pt x="385880" y="467218"/>
                  </a:lnTo>
                  <a:lnTo>
                    <a:pt x="384252" y="467032"/>
                  </a:lnTo>
                  <a:lnTo>
                    <a:pt x="383590" y="467199"/>
                  </a:lnTo>
                  <a:lnTo>
                    <a:pt x="382597" y="466220"/>
                  </a:lnTo>
                  <a:lnTo>
                    <a:pt x="378453" y="464694"/>
                  </a:lnTo>
                  <a:lnTo>
                    <a:pt x="377860" y="464883"/>
                  </a:lnTo>
                  <a:lnTo>
                    <a:pt x="377139" y="464769"/>
                  </a:lnTo>
                  <a:lnTo>
                    <a:pt x="376367" y="463966"/>
                  </a:lnTo>
                  <a:lnTo>
                    <a:pt x="375187" y="463852"/>
                  </a:lnTo>
                  <a:lnTo>
                    <a:pt x="374535" y="464390"/>
                  </a:lnTo>
                  <a:lnTo>
                    <a:pt x="373271" y="463927"/>
                  </a:lnTo>
                  <a:lnTo>
                    <a:pt x="372215" y="463271"/>
                  </a:lnTo>
                  <a:lnTo>
                    <a:pt x="371829" y="461806"/>
                  </a:lnTo>
                  <a:lnTo>
                    <a:pt x="371113" y="461047"/>
                  </a:lnTo>
                  <a:lnTo>
                    <a:pt x="369780" y="461167"/>
                  </a:lnTo>
                  <a:lnTo>
                    <a:pt x="369045" y="460727"/>
                  </a:lnTo>
                  <a:lnTo>
                    <a:pt x="368214" y="460632"/>
                  </a:lnTo>
                  <a:lnTo>
                    <a:pt x="367574" y="460144"/>
                  </a:lnTo>
                  <a:lnTo>
                    <a:pt x="366728" y="460426"/>
                  </a:lnTo>
                  <a:lnTo>
                    <a:pt x="365678" y="460256"/>
                  </a:lnTo>
                  <a:lnTo>
                    <a:pt x="364555" y="460520"/>
                  </a:lnTo>
                  <a:lnTo>
                    <a:pt x="362534" y="460587"/>
                  </a:lnTo>
                  <a:lnTo>
                    <a:pt x="361525" y="460284"/>
                  </a:lnTo>
                  <a:lnTo>
                    <a:pt x="358946" y="458120"/>
                  </a:lnTo>
                  <a:lnTo>
                    <a:pt x="358396" y="456729"/>
                  </a:lnTo>
                  <a:lnTo>
                    <a:pt x="357634" y="456474"/>
                  </a:lnTo>
                  <a:lnTo>
                    <a:pt x="357276" y="455939"/>
                  </a:lnTo>
                  <a:lnTo>
                    <a:pt x="356498" y="455726"/>
                  </a:lnTo>
                  <a:lnTo>
                    <a:pt x="356027" y="454656"/>
                  </a:lnTo>
                  <a:lnTo>
                    <a:pt x="354949" y="454000"/>
                  </a:lnTo>
                  <a:lnTo>
                    <a:pt x="354682" y="453529"/>
                  </a:lnTo>
                  <a:lnTo>
                    <a:pt x="354691" y="452218"/>
                  </a:lnTo>
                  <a:lnTo>
                    <a:pt x="355270" y="451830"/>
                  </a:lnTo>
                  <a:lnTo>
                    <a:pt x="355615" y="451141"/>
                  </a:lnTo>
                  <a:lnTo>
                    <a:pt x="355960" y="448629"/>
                  </a:lnTo>
                  <a:lnTo>
                    <a:pt x="355801" y="448194"/>
                  </a:lnTo>
                  <a:lnTo>
                    <a:pt x="356257" y="447275"/>
                  </a:lnTo>
                  <a:lnTo>
                    <a:pt x="355941" y="446604"/>
                  </a:lnTo>
                  <a:lnTo>
                    <a:pt x="355918" y="445093"/>
                  </a:lnTo>
                  <a:lnTo>
                    <a:pt x="356236" y="444615"/>
                  </a:lnTo>
                  <a:lnTo>
                    <a:pt x="356998" y="444193"/>
                  </a:lnTo>
                  <a:lnTo>
                    <a:pt x="357483" y="443137"/>
                  </a:lnTo>
                  <a:lnTo>
                    <a:pt x="357869" y="442939"/>
                  </a:lnTo>
                  <a:lnTo>
                    <a:pt x="358331" y="441429"/>
                  </a:lnTo>
                  <a:lnTo>
                    <a:pt x="359166" y="440682"/>
                  </a:lnTo>
                  <a:lnTo>
                    <a:pt x="359567" y="439956"/>
                  </a:lnTo>
                  <a:lnTo>
                    <a:pt x="359887" y="437436"/>
                  </a:lnTo>
                  <a:lnTo>
                    <a:pt x="360719" y="436385"/>
                  </a:lnTo>
                  <a:lnTo>
                    <a:pt x="360858" y="435520"/>
                  </a:lnTo>
                  <a:lnTo>
                    <a:pt x="360621" y="434880"/>
                  </a:lnTo>
                  <a:lnTo>
                    <a:pt x="361274" y="433977"/>
                  </a:lnTo>
                  <a:lnTo>
                    <a:pt x="361232" y="433136"/>
                  </a:lnTo>
                  <a:lnTo>
                    <a:pt x="360762" y="432698"/>
                  </a:lnTo>
                  <a:lnTo>
                    <a:pt x="361072" y="431719"/>
                  </a:lnTo>
                  <a:lnTo>
                    <a:pt x="361017" y="430391"/>
                  </a:lnTo>
                  <a:lnTo>
                    <a:pt x="360457" y="429204"/>
                  </a:lnTo>
                  <a:lnTo>
                    <a:pt x="359804" y="428621"/>
                  </a:lnTo>
                  <a:lnTo>
                    <a:pt x="358914" y="427279"/>
                  </a:lnTo>
                  <a:lnTo>
                    <a:pt x="358426" y="426981"/>
                  </a:lnTo>
                  <a:lnTo>
                    <a:pt x="357352" y="424987"/>
                  </a:lnTo>
                  <a:lnTo>
                    <a:pt x="355892" y="424303"/>
                  </a:lnTo>
                  <a:lnTo>
                    <a:pt x="354587" y="423369"/>
                  </a:lnTo>
                  <a:lnTo>
                    <a:pt x="354495" y="422670"/>
                  </a:lnTo>
                  <a:lnTo>
                    <a:pt x="354100" y="422127"/>
                  </a:lnTo>
                  <a:lnTo>
                    <a:pt x="353552" y="421988"/>
                  </a:lnTo>
                  <a:lnTo>
                    <a:pt x="351916" y="420469"/>
                  </a:lnTo>
                  <a:lnTo>
                    <a:pt x="350655" y="420003"/>
                  </a:lnTo>
                  <a:lnTo>
                    <a:pt x="350267" y="420055"/>
                  </a:lnTo>
                  <a:lnTo>
                    <a:pt x="349417" y="419429"/>
                  </a:lnTo>
                  <a:lnTo>
                    <a:pt x="347955" y="419125"/>
                  </a:lnTo>
                  <a:lnTo>
                    <a:pt x="345577" y="417581"/>
                  </a:lnTo>
                  <a:lnTo>
                    <a:pt x="345065" y="416105"/>
                  </a:lnTo>
                  <a:lnTo>
                    <a:pt x="343685" y="415217"/>
                  </a:lnTo>
                  <a:lnTo>
                    <a:pt x="343457" y="414040"/>
                  </a:lnTo>
                  <a:lnTo>
                    <a:pt x="342689" y="413169"/>
                  </a:lnTo>
                  <a:lnTo>
                    <a:pt x="341580" y="410835"/>
                  </a:lnTo>
                  <a:lnTo>
                    <a:pt x="340881" y="410147"/>
                  </a:lnTo>
                  <a:lnTo>
                    <a:pt x="340602" y="409350"/>
                  </a:lnTo>
                  <a:lnTo>
                    <a:pt x="339721" y="408282"/>
                  </a:lnTo>
                  <a:lnTo>
                    <a:pt x="339720" y="407961"/>
                  </a:lnTo>
                  <a:lnTo>
                    <a:pt x="334860" y="404131"/>
                  </a:lnTo>
                  <a:lnTo>
                    <a:pt x="333465" y="401369"/>
                  </a:lnTo>
                  <a:lnTo>
                    <a:pt x="332693" y="398119"/>
                  </a:lnTo>
                  <a:lnTo>
                    <a:pt x="331455" y="394430"/>
                  </a:lnTo>
                  <a:lnTo>
                    <a:pt x="331040" y="394001"/>
                  </a:lnTo>
                  <a:lnTo>
                    <a:pt x="321471" y="388264"/>
                  </a:lnTo>
                  <a:lnTo>
                    <a:pt x="319221" y="388856"/>
                  </a:lnTo>
                  <a:lnTo>
                    <a:pt x="317215" y="389082"/>
                  </a:lnTo>
                  <a:lnTo>
                    <a:pt x="316429" y="388919"/>
                  </a:lnTo>
                  <a:lnTo>
                    <a:pt x="316339" y="389272"/>
                  </a:lnTo>
                  <a:lnTo>
                    <a:pt x="315797" y="389730"/>
                  </a:lnTo>
                  <a:lnTo>
                    <a:pt x="314955" y="390001"/>
                  </a:lnTo>
                  <a:lnTo>
                    <a:pt x="313590" y="391483"/>
                  </a:lnTo>
                  <a:lnTo>
                    <a:pt x="313120" y="392580"/>
                  </a:lnTo>
                  <a:lnTo>
                    <a:pt x="312120" y="393443"/>
                  </a:lnTo>
                  <a:lnTo>
                    <a:pt x="311467" y="393453"/>
                  </a:lnTo>
                  <a:lnTo>
                    <a:pt x="310946" y="394118"/>
                  </a:lnTo>
                  <a:lnTo>
                    <a:pt x="311036" y="394576"/>
                  </a:lnTo>
                  <a:lnTo>
                    <a:pt x="310054" y="395135"/>
                  </a:lnTo>
                  <a:lnTo>
                    <a:pt x="309980" y="395937"/>
                  </a:lnTo>
                  <a:lnTo>
                    <a:pt x="309294" y="396817"/>
                  </a:lnTo>
                  <a:lnTo>
                    <a:pt x="306169" y="399285"/>
                  </a:lnTo>
                  <a:lnTo>
                    <a:pt x="303889" y="400234"/>
                  </a:lnTo>
                  <a:lnTo>
                    <a:pt x="302687" y="402597"/>
                  </a:lnTo>
                  <a:lnTo>
                    <a:pt x="302136" y="403183"/>
                  </a:lnTo>
                  <a:lnTo>
                    <a:pt x="300776" y="403223"/>
                  </a:lnTo>
                  <a:lnTo>
                    <a:pt x="299939" y="402865"/>
                  </a:lnTo>
                  <a:lnTo>
                    <a:pt x="298171" y="402856"/>
                  </a:lnTo>
                  <a:lnTo>
                    <a:pt x="297608" y="402646"/>
                  </a:lnTo>
                  <a:lnTo>
                    <a:pt x="296736" y="401776"/>
                  </a:lnTo>
                  <a:lnTo>
                    <a:pt x="295473" y="401540"/>
                  </a:lnTo>
                  <a:lnTo>
                    <a:pt x="294089" y="402098"/>
                  </a:lnTo>
                  <a:lnTo>
                    <a:pt x="293194" y="401885"/>
                  </a:lnTo>
                  <a:lnTo>
                    <a:pt x="292316" y="401235"/>
                  </a:lnTo>
                  <a:lnTo>
                    <a:pt x="291345" y="401579"/>
                  </a:lnTo>
                  <a:lnTo>
                    <a:pt x="290320" y="401172"/>
                  </a:lnTo>
                  <a:lnTo>
                    <a:pt x="289557" y="401413"/>
                  </a:lnTo>
                  <a:lnTo>
                    <a:pt x="289062" y="400995"/>
                  </a:lnTo>
                  <a:lnTo>
                    <a:pt x="288378" y="401472"/>
                  </a:lnTo>
                  <a:lnTo>
                    <a:pt x="287791" y="401467"/>
                  </a:lnTo>
                  <a:lnTo>
                    <a:pt x="286951" y="400700"/>
                  </a:lnTo>
                  <a:lnTo>
                    <a:pt x="285188" y="400541"/>
                  </a:lnTo>
                  <a:lnTo>
                    <a:pt x="284687" y="399968"/>
                  </a:lnTo>
                  <a:lnTo>
                    <a:pt x="284404" y="399867"/>
                  </a:lnTo>
                  <a:lnTo>
                    <a:pt x="284254" y="400080"/>
                  </a:lnTo>
                  <a:lnTo>
                    <a:pt x="283717" y="399791"/>
                  </a:lnTo>
                  <a:lnTo>
                    <a:pt x="282292" y="400723"/>
                  </a:lnTo>
                  <a:lnTo>
                    <a:pt x="281581" y="400791"/>
                  </a:lnTo>
                  <a:lnTo>
                    <a:pt x="280958" y="401155"/>
                  </a:lnTo>
                  <a:lnTo>
                    <a:pt x="280021" y="401199"/>
                  </a:lnTo>
                  <a:lnTo>
                    <a:pt x="279282" y="401594"/>
                  </a:lnTo>
                  <a:lnTo>
                    <a:pt x="278130" y="401721"/>
                  </a:lnTo>
                  <a:lnTo>
                    <a:pt x="277672" y="402206"/>
                  </a:lnTo>
                  <a:lnTo>
                    <a:pt x="277075" y="402321"/>
                  </a:lnTo>
                  <a:lnTo>
                    <a:pt x="276052" y="403909"/>
                  </a:lnTo>
                  <a:lnTo>
                    <a:pt x="275507" y="404094"/>
                  </a:lnTo>
                  <a:lnTo>
                    <a:pt x="274345" y="403837"/>
                  </a:lnTo>
                  <a:lnTo>
                    <a:pt x="274163" y="405697"/>
                  </a:lnTo>
                  <a:lnTo>
                    <a:pt x="273722" y="407218"/>
                  </a:lnTo>
                  <a:lnTo>
                    <a:pt x="273888" y="409662"/>
                  </a:lnTo>
                  <a:lnTo>
                    <a:pt x="273026" y="410914"/>
                  </a:lnTo>
                  <a:lnTo>
                    <a:pt x="272608" y="412691"/>
                  </a:lnTo>
                  <a:lnTo>
                    <a:pt x="272044" y="413560"/>
                  </a:lnTo>
                  <a:lnTo>
                    <a:pt x="272178" y="413690"/>
                  </a:lnTo>
                  <a:lnTo>
                    <a:pt x="271786" y="414666"/>
                  </a:lnTo>
                  <a:lnTo>
                    <a:pt x="270927" y="415508"/>
                  </a:lnTo>
                  <a:lnTo>
                    <a:pt x="270603" y="415383"/>
                  </a:lnTo>
                  <a:lnTo>
                    <a:pt x="270232" y="415689"/>
                  </a:lnTo>
                  <a:lnTo>
                    <a:pt x="268804" y="415247"/>
                  </a:lnTo>
                  <a:lnTo>
                    <a:pt x="268546" y="415528"/>
                  </a:lnTo>
                  <a:lnTo>
                    <a:pt x="268089" y="415578"/>
                  </a:lnTo>
                  <a:lnTo>
                    <a:pt x="267680" y="416180"/>
                  </a:lnTo>
                  <a:lnTo>
                    <a:pt x="266753" y="416704"/>
                  </a:lnTo>
                  <a:lnTo>
                    <a:pt x="266839" y="417360"/>
                  </a:lnTo>
                  <a:lnTo>
                    <a:pt x="266609" y="417899"/>
                  </a:lnTo>
                  <a:lnTo>
                    <a:pt x="266841" y="418385"/>
                  </a:lnTo>
                  <a:lnTo>
                    <a:pt x="266452" y="419316"/>
                  </a:lnTo>
                  <a:lnTo>
                    <a:pt x="267361" y="421385"/>
                  </a:lnTo>
                  <a:lnTo>
                    <a:pt x="266272" y="423563"/>
                  </a:lnTo>
                  <a:lnTo>
                    <a:pt x="262823" y="427153"/>
                  </a:lnTo>
                  <a:lnTo>
                    <a:pt x="261557" y="429334"/>
                  </a:lnTo>
                  <a:lnTo>
                    <a:pt x="260275" y="430418"/>
                  </a:lnTo>
                  <a:lnTo>
                    <a:pt x="260293" y="432262"/>
                  </a:lnTo>
                  <a:lnTo>
                    <a:pt x="259562" y="434243"/>
                  </a:lnTo>
                  <a:lnTo>
                    <a:pt x="259728" y="434622"/>
                  </a:lnTo>
                  <a:lnTo>
                    <a:pt x="259611" y="435227"/>
                  </a:lnTo>
                  <a:lnTo>
                    <a:pt x="258599" y="436686"/>
                  </a:lnTo>
                  <a:lnTo>
                    <a:pt x="258490" y="437563"/>
                  </a:lnTo>
                  <a:lnTo>
                    <a:pt x="256358" y="439180"/>
                  </a:lnTo>
                  <a:lnTo>
                    <a:pt x="255542" y="441799"/>
                  </a:lnTo>
                  <a:lnTo>
                    <a:pt x="254309" y="443295"/>
                  </a:lnTo>
                  <a:lnTo>
                    <a:pt x="254418" y="443839"/>
                  </a:lnTo>
                  <a:lnTo>
                    <a:pt x="253669" y="447160"/>
                  </a:lnTo>
                  <a:lnTo>
                    <a:pt x="254059" y="448283"/>
                  </a:lnTo>
                  <a:lnTo>
                    <a:pt x="254166" y="451747"/>
                  </a:lnTo>
                  <a:lnTo>
                    <a:pt x="253469" y="454389"/>
                  </a:lnTo>
                  <a:lnTo>
                    <a:pt x="252597" y="455632"/>
                  </a:lnTo>
                  <a:lnTo>
                    <a:pt x="252537" y="456968"/>
                  </a:lnTo>
                  <a:lnTo>
                    <a:pt x="251951" y="458487"/>
                  </a:lnTo>
                  <a:lnTo>
                    <a:pt x="251862" y="459560"/>
                  </a:lnTo>
                  <a:lnTo>
                    <a:pt x="249953" y="460609"/>
                  </a:lnTo>
                  <a:lnTo>
                    <a:pt x="249411" y="461596"/>
                  </a:lnTo>
                  <a:lnTo>
                    <a:pt x="248192" y="462271"/>
                  </a:lnTo>
                  <a:lnTo>
                    <a:pt x="247009" y="462370"/>
                  </a:lnTo>
                  <a:lnTo>
                    <a:pt x="244128" y="463287"/>
                  </a:lnTo>
                  <a:lnTo>
                    <a:pt x="242318" y="462715"/>
                  </a:lnTo>
                  <a:lnTo>
                    <a:pt x="239561" y="463134"/>
                  </a:lnTo>
                  <a:lnTo>
                    <a:pt x="239069" y="462916"/>
                  </a:lnTo>
                  <a:lnTo>
                    <a:pt x="238149" y="463258"/>
                  </a:lnTo>
                  <a:lnTo>
                    <a:pt x="236426" y="463367"/>
                  </a:lnTo>
                  <a:lnTo>
                    <a:pt x="231566" y="464770"/>
                  </a:lnTo>
                  <a:lnTo>
                    <a:pt x="231687" y="465250"/>
                  </a:lnTo>
                  <a:lnTo>
                    <a:pt x="231482" y="465768"/>
                  </a:lnTo>
                  <a:lnTo>
                    <a:pt x="230593" y="466954"/>
                  </a:lnTo>
                  <a:lnTo>
                    <a:pt x="230138" y="468079"/>
                  </a:lnTo>
                  <a:lnTo>
                    <a:pt x="230176" y="468615"/>
                  </a:lnTo>
                  <a:lnTo>
                    <a:pt x="229618" y="469359"/>
                  </a:lnTo>
                  <a:lnTo>
                    <a:pt x="229684" y="470046"/>
                  </a:lnTo>
                  <a:lnTo>
                    <a:pt x="229405" y="470620"/>
                  </a:lnTo>
                  <a:lnTo>
                    <a:pt x="229633" y="470741"/>
                  </a:lnTo>
                  <a:lnTo>
                    <a:pt x="229839" y="473692"/>
                  </a:lnTo>
                  <a:lnTo>
                    <a:pt x="230306" y="475457"/>
                  </a:lnTo>
                  <a:lnTo>
                    <a:pt x="228662" y="477238"/>
                  </a:lnTo>
                  <a:lnTo>
                    <a:pt x="228172" y="478121"/>
                  </a:lnTo>
                  <a:lnTo>
                    <a:pt x="227467" y="479732"/>
                  </a:lnTo>
                  <a:lnTo>
                    <a:pt x="227480" y="480595"/>
                  </a:lnTo>
                  <a:lnTo>
                    <a:pt x="228597" y="483540"/>
                  </a:lnTo>
                  <a:lnTo>
                    <a:pt x="230402" y="484844"/>
                  </a:lnTo>
                  <a:lnTo>
                    <a:pt x="231602" y="487927"/>
                  </a:lnTo>
                  <a:lnTo>
                    <a:pt x="233320" y="489902"/>
                  </a:lnTo>
                  <a:lnTo>
                    <a:pt x="234273" y="489916"/>
                  </a:lnTo>
                  <a:lnTo>
                    <a:pt x="235488" y="491728"/>
                  </a:lnTo>
                  <a:lnTo>
                    <a:pt x="236491" y="492435"/>
                  </a:lnTo>
                  <a:lnTo>
                    <a:pt x="236441" y="492751"/>
                  </a:lnTo>
                  <a:lnTo>
                    <a:pt x="236820" y="492934"/>
                  </a:lnTo>
                  <a:lnTo>
                    <a:pt x="237155" y="493713"/>
                  </a:lnTo>
                  <a:lnTo>
                    <a:pt x="237902" y="494356"/>
                  </a:lnTo>
                  <a:lnTo>
                    <a:pt x="238071" y="495194"/>
                  </a:lnTo>
                  <a:lnTo>
                    <a:pt x="238866" y="495643"/>
                  </a:lnTo>
                  <a:lnTo>
                    <a:pt x="238981" y="496301"/>
                  </a:lnTo>
                  <a:lnTo>
                    <a:pt x="238603" y="496742"/>
                  </a:lnTo>
                  <a:lnTo>
                    <a:pt x="238431" y="497548"/>
                  </a:lnTo>
                  <a:lnTo>
                    <a:pt x="238507" y="499123"/>
                  </a:lnTo>
                  <a:lnTo>
                    <a:pt x="238265" y="499994"/>
                  </a:lnTo>
                  <a:lnTo>
                    <a:pt x="238350" y="501157"/>
                  </a:lnTo>
                  <a:lnTo>
                    <a:pt x="238575" y="501495"/>
                  </a:lnTo>
                  <a:lnTo>
                    <a:pt x="238263" y="502435"/>
                  </a:lnTo>
                  <a:lnTo>
                    <a:pt x="238413" y="503389"/>
                  </a:lnTo>
                  <a:lnTo>
                    <a:pt x="237362" y="504320"/>
                  </a:lnTo>
                  <a:lnTo>
                    <a:pt x="237305" y="504758"/>
                  </a:lnTo>
                  <a:lnTo>
                    <a:pt x="234913" y="504678"/>
                  </a:lnTo>
                  <a:lnTo>
                    <a:pt x="230238" y="503457"/>
                  </a:lnTo>
                  <a:lnTo>
                    <a:pt x="227612" y="504256"/>
                  </a:lnTo>
                  <a:lnTo>
                    <a:pt x="225407" y="503969"/>
                  </a:lnTo>
                  <a:lnTo>
                    <a:pt x="223686" y="504096"/>
                  </a:lnTo>
                  <a:lnTo>
                    <a:pt x="220680" y="504942"/>
                  </a:lnTo>
                  <a:lnTo>
                    <a:pt x="218926" y="506959"/>
                  </a:lnTo>
                  <a:lnTo>
                    <a:pt x="218521" y="508370"/>
                  </a:lnTo>
                  <a:lnTo>
                    <a:pt x="216887" y="510403"/>
                  </a:lnTo>
                  <a:lnTo>
                    <a:pt x="216125" y="512239"/>
                  </a:lnTo>
                  <a:lnTo>
                    <a:pt x="212628" y="509062"/>
                  </a:lnTo>
                  <a:lnTo>
                    <a:pt x="211095" y="508112"/>
                  </a:lnTo>
                  <a:lnTo>
                    <a:pt x="209985" y="506739"/>
                  </a:lnTo>
                  <a:lnTo>
                    <a:pt x="208721" y="507278"/>
                  </a:lnTo>
                  <a:lnTo>
                    <a:pt x="184076" y="496868"/>
                  </a:lnTo>
                  <a:lnTo>
                    <a:pt x="179055" y="495761"/>
                  </a:lnTo>
                  <a:lnTo>
                    <a:pt x="176469" y="495515"/>
                  </a:lnTo>
                  <a:lnTo>
                    <a:pt x="173935" y="494969"/>
                  </a:lnTo>
                  <a:lnTo>
                    <a:pt x="172667" y="494365"/>
                  </a:lnTo>
                  <a:lnTo>
                    <a:pt x="168527" y="493247"/>
                  </a:lnTo>
                  <a:lnTo>
                    <a:pt x="156866" y="491339"/>
                  </a:lnTo>
                  <a:lnTo>
                    <a:pt x="156229" y="491438"/>
                  </a:lnTo>
                  <a:lnTo>
                    <a:pt x="155625" y="491891"/>
                  </a:lnTo>
                  <a:lnTo>
                    <a:pt x="156299" y="493315"/>
                  </a:lnTo>
                  <a:lnTo>
                    <a:pt x="156642" y="494776"/>
                  </a:lnTo>
                  <a:lnTo>
                    <a:pt x="156356" y="496729"/>
                  </a:lnTo>
                  <a:lnTo>
                    <a:pt x="156490" y="497271"/>
                  </a:lnTo>
                  <a:lnTo>
                    <a:pt x="156185" y="498628"/>
                  </a:lnTo>
                  <a:lnTo>
                    <a:pt x="155607" y="500338"/>
                  </a:lnTo>
                  <a:lnTo>
                    <a:pt x="155313" y="500621"/>
                  </a:lnTo>
                  <a:lnTo>
                    <a:pt x="155514" y="502032"/>
                  </a:lnTo>
                  <a:lnTo>
                    <a:pt x="155226" y="503458"/>
                  </a:lnTo>
                  <a:lnTo>
                    <a:pt x="155602" y="504611"/>
                  </a:lnTo>
                  <a:lnTo>
                    <a:pt x="155432" y="506176"/>
                  </a:lnTo>
                  <a:lnTo>
                    <a:pt x="155598" y="508180"/>
                  </a:lnTo>
                  <a:lnTo>
                    <a:pt x="156656" y="510833"/>
                  </a:lnTo>
                  <a:lnTo>
                    <a:pt x="156418" y="511664"/>
                  </a:lnTo>
                  <a:lnTo>
                    <a:pt x="155309" y="513140"/>
                  </a:lnTo>
                  <a:lnTo>
                    <a:pt x="154808" y="514271"/>
                  </a:lnTo>
                  <a:lnTo>
                    <a:pt x="154016" y="515152"/>
                  </a:lnTo>
                  <a:lnTo>
                    <a:pt x="153570" y="515076"/>
                  </a:lnTo>
                  <a:lnTo>
                    <a:pt x="152638" y="515526"/>
                  </a:lnTo>
                  <a:lnTo>
                    <a:pt x="152454" y="515411"/>
                  </a:lnTo>
                  <a:lnTo>
                    <a:pt x="152321" y="515737"/>
                  </a:lnTo>
                  <a:lnTo>
                    <a:pt x="150806" y="516410"/>
                  </a:lnTo>
                  <a:lnTo>
                    <a:pt x="150924" y="517585"/>
                  </a:lnTo>
                  <a:lnTo>
                    <a:pt x="150621" y="517728"/>
                  </a:lnTo>
                  <a:lnTo>
                    <a:pt x="150495" y="518461"/>
                  </a:lnTo>
                  <a:lnTo>
                    <a:pt x="149426" y="520038"/>
                  </a:lnTo>
                  <a:lnTo>
                    <a:pt x="149529" y="520424"/>
                  </a:lnTo>
                  <a:lnTo>
                    <a:pt x="149751" y="520487"/>
                  </a:lnTo>
                  <a:lnTo>
                    <a:pt x="150153" y="521960"/>
                  </a:lnTo>
                  <a:lnTo>
                    <a:pt x="149201" y="524376"/>
                  </a:lnTo>
                  <a:lnTo>
                    <a:pt x="149320" y="525151"/>
                  </a:lnTo>
                  <a:lnTo>
                    <a:pt x="148479" y="525950"/>
                  </a:lnTo>
                  <a:lnTo>
                    <a:pt x="147944" y="528349"/>
                  </a:lnTo>
                  <a:lnTo>
                    <a:pt x="147652" y="528715"/>
                  </a:lnTo>
                  <a:lnTo>
                    <a:pt x="147615" y="530885"/>
                  </a:lnTo>
                  <a:lnTo>
                    <a:pt x="147380" y="531529"/>
                  </a:lnTo>
                  <a:lnTo>
                    <a:pt x="146777" y="532163"/>
                  </a:lnTo>
                  <a:lnTo>
                    <a:pt x="147142" y="533231"/>
                  </a:lnTo>
                  <a:lnTo>
                    <a:pt x="147169" y="534759"/>
                  </a:lnTo>
                  <a:lnTo>
                    <a:pt x="146595" y="535793"/>
                  </a:lnTo>
                  <a:lnTo>
                    <a:pt x="146462" y="537304"/>
                  </a:lnTo>
                  <a:lnTo>
                    <a:pt x="145855" y="538558"/>
                  </a:lnTo>
                  <a:lnTo>
                    <a:pt x="144463" y="540476"/>
                  </a:lnTo>
                  <a:lnTo>
                    <a:pt x="144056" y="541660"/>
                  </a:lnTo>
                  <a:lnTo>
                    <a:pt x="142852" y="542619"/>
                  </a:lnTo>
                  <a:lnTo>
                    <a:pt x="142463" y="543718"/>
                  </a:lnTo>
                  <a:lnTo>
                    <a:pt x="141483" y="544415"/>
                  </a:lnTo>
                  <a:lnTo>
                    <a:pt x="141307" y="544335"/>
                  </a:lnTo>
                  <a:lnTo>
                    <a:pt x="141228" y="544614"/>
                  </a:lnTo>
                  <a:lnTo>
                    <a:pt x="140548" y="544725"/>
                  </a:lnTo>
                  <a:lnTo>
                    <a:pt x="139183" y="545504"/>
                  </a:lnTo>
                  <a:lnTo>
                    <a:pt x="138424" y="545444"/>
                  </a:lnTo>
                  <a:lnTo>
                    <a:pt x="138466" y="545914"/>
                  </a:lnTo>
                  <a:lnTo>
                    <a:pt x="138141" y="546271"/>
                  </a:lnTo>
                  <a:lnTo>
                    <a:pt x="137524" y="546209"/>
                  </a:lnTo>
                  <a:lnTo>
                    <a:pt x="137541" y="546981"/>
                  </a:lnTo>
                  <a:lnTo>
                    <a:pt x="137249" y="547274"/>
                  </a:lnTo>
                  <a:lnTo>
                    <a:pt x="138412" y="548064"/>
                  </a:lnTo>
                  <a:lnTo>
                    <a:pt x="138484" y="549554"/>
                  </a:lnTo>
                  <a:lnTo>
                    <a:pt x="138821" y="550088"/>
                  </a:lnTo>
                  <a:lnTo>
                    <a:pt x="138231" y="551015"/>
                  </a:lnTo>
                  <a:lnTo>
                    <a:pt x="138046" y="551873"/>
                  </a:lnTo>
                  <a:lnTo>
                    <a:pt x="138943" y="553619"/>
                  </a:lnTo>
                  <a:lnTo>
                    <a:pt x="138517" y="554502"/>
                  </a:lnTo>
                  <a:lnTo>
                    <a:pt x="138936" y="556453"/>
                  </a:lnTo>
                  <a:lnTo>
                    <a:pt x="140204" y="557926"/>
                  </a:lnTo>
                  <a:lnTo>
                    <a:pt x="140853" y="558280"/>
                  </a:lnTo>
                  <a:lnTo>
                    <a:pt x="142207" y="558493"/>
                  </a:lnTo>
                  <a:lnTo>
                    <a:pt x="143119" y="560152"/>
                  </a:lnTo>
                  <a:lnTo>
                    <a:pt x="143482" y="560246"/>
                  </a:lnTo>
                  <a:lnTo>
                    <a:pt x="143699" y="561224"/>
                  </a:lnTo>
                  <a:lnTo>
                    <a:pt x="144506" y="562583"/>
                  </a:lnTo>
                  <a:lnTo>
                    <a:pt x="145896" y="563898"/>
                  </a:lnTo>
                  <a:lnTo>
                    <a:pt x="146448" y="565533"/>
                  </a:lnTo>
                  <a:lnTo>
                    <a:pt x="145805" y="566984"/>
                  </a:lnTo>
                  <a:lnTo>
                    <a:pt x="145804" y="567974"/>
                  </a:lnTo>
                  <a:lnTo>
                    <a:pt x="145440" y="568083"/>
                  </a:lnTo>
                  <a:lnTo>
                    <a:pt x="145433" y="568582"/>
                  </a:lnTo>
                  <a:lnTo>
                    <a:pt x="145611" y="568683"/>
                  </a:lnTo>
                  <a:lnTo>
                    <a:pt x="145413" y="569032"/>
                  </a:lnTo>
                  <a:lnTo>
                    <a:pt x="145359" y="570717"/>
                  </a:lnTo>
                  <a:lnTo>
                    <a:pt x="145902" y="571388"/>
                  </a:lnTo>
                  <a:lnTo>
                    <a:pt x="145913" y="572090"/>
                  </a:lnTo>
                  <a:lnTo>
                    <a:pt x="145696" y="573393"/>
                  </a:lnTo>
                  <a:lnTo>
                    <a:pt x="145258" y="573844"/>
                  </a:lnTo>
                  <a:lnTo>
                    <a:pt x="145017" y="576359"/>
                  </a:lnTo>
                  <a:lnTo>
                    <a:pt x="144086" y="577571"/>
                  </a:lnTo>
                  <a:lnTo>
                    <a:pt x="144089" y="577954"/>
                  </a:lnTo>
                  <a:lnTo>
                    <a:pt x="143334" y="579113"/>
                  </a:lnTo>
                  <a:lnTo>
                    <a:pt x="142755" y="579515"/>
                  </a:lnTo>
                  <a:lnTo>
                    <a:pt x="143195" y="580389"/>
                  </a:lnTo>
                  <a:lnTo>
                    <a:pt x="143004" y="581061"/>
                  </a:lnTo>
                  <a:lnTo>
                    <a:pt x="143224" y="581355"/>
                  </a:lnTo>
                  <a:lnTo>
                    <a:pt x="143085" y="582626"/>
                  </a:lnTo>
                  <a:lnTo>
                    <a:pt x="143532" y="583919"/>
                  </a:lnTo>
                  <a:lnTo>
                    <a:pt x="143580" y="584700"/>
                  </a:lnTo>
                  <a:lnTo>
                    <a:pt x="143079" y="586182"/>
                  </a:lnTo>
                  <a:lnTo>
                    <a:pt x="143297" y="587303"/>
                  </a:lnTo>
                  <a:lnTo>
                    <a:pt x="141137" y="589549"/>
                  </a:lnTo>
                  <a:lnTo>
                    <a:pt x="141589" y="592109"/>
                  </a:lnTo>
                  <a:lnTo>
                    <a:pt x="142060" y="592858"/>
                  </a:lnTo>
                  <a:lnTo>
                    <a:pt x="142142" y="593891"/>
                  </a:lnTo>
                  <a:lnTo>
                    <a:pt x="142927" y="594617"/>
                  </a:lnTo>
                  <a:lnTo>
                    <a:pt x="140825" y="594393"/>
                  </a:lnTo>
                  <a:lnTo>
                    <a:pt x="137678" y="594654"/>
                  </a:lnTo>
                  <a:lnTo>
                    <a:pt x="135735" y="594332"/>
                  </a:lnTo>
                  <a:lnTo>
                    <a:pt x="135317" y="594072"/>
                  </a:lnTo>
                  <a:lnTo>
                    <a:pt x="132309" y="594123"/>
                  </a:lnTo>
                  <a:lnTo>
                    <a:pt x="130920" y="593535"/>
                  </a:lnTo>
                  <a:lnTo>
                    <a:pt x="129799" y="592645"/>
                  </a:lnTo>
                  <a:lnTo>
                    <a:pt x="128366" y="592459"/>
                  </a:lnTo>
                  <a:lnTo>
                    <a:pt x="126058" y="592980"/>
                  </a:lnTo>
                  <a:lnTo>
                    <a:pt x="123982" y="594146"/>
                  </a:lnTo>
                  <a:lnTo>
                    <a:pt x="117284" y="595939"/>
                  </a:lnTo>
                  <a:lnTo>
                    <a:pt x="114909" y="595198"/>
                  </a:lnTo>
                  <a:lnTo>
                    <a:pt x="113844" y="595431"/>
                  </a:lnTo>
                  <a:lnTo>
                    <a:pt x="112786" y="595254"/>
                  </a:lnTo>
                  <a:lnTo>
                    <a:pt x="111432" y="596020"/>
                  </a:lnTo>
                  <a:lnTo>
                    <a:pt x="109960" y="594794"/>
                  </a:lnTo>
                  <a:lnTo>
                    <a:pt x="108184" y="593891"/>
                  </a:lnTo>
                  <a:lnTo>
                    <a:pt x="107319" y="592990"/>
                  </a:lnTo>
                  <a:lnTo>
                    <a:pt x="106325" y="592615"/>
                  </a:lnTo>
                  <a:lnTo>
                    <a:pt x="104301" y="592666"/>
                  </a:lnTo>
                  <a:lnTo>
                    <a:pt x="103150" y="592441"/>
                  </a:lnTo>
                  <a:lnTo>
                    <a:pt x="101789" y="592518"/>
                  </a:lnTo>
                  <a:lnTo>
                    <a:pt x="101322" y="592798"/>
                  </a:lnTo>
                  <a:lnTo>
                    <a:pt x="100487" y="592673"/>
                  </a:lnTo>
                  <a:lnTo>
                    <a:pt x="100190" y="593788"/>
                  </a:lnTo>
                  <a:lnTo>
                    <a:pt x="99902" y="593842"/>
                  </a:lnTo>
                  <a:lnTo>
                    <a:pt x="99595" y="594295"/>
                  </a:lnTo>
                  <a:lnTo>
                    <a:pt x="98885" y="595990"/>
                  </a:lnTo>
                  <a:lnTo>
                    <a:pt x="97995" y="597094"/>
                  </a:lnTo>
                  <a:lnTo>
                    <a:pt x="97591" y="598053"/>
                  </a:lnTo>
                  <a:lnTo>
                    <a:pt x="95642" y="599815"/>
                  </a:lnTo>
                  <a:lnTo>
                    <a:pt x="95009" y="599917"/>
                  </a:lnTo>
                  <a:lnTo>
                    <a:pt x="94651" y="600430"/>
                  </a:lnTo>
                  <a:lnTo>
                    <a:pt x="93965" y="600432"/>
                  </a:lnTo>
                  <a:lnTo>
                    <a:pt x="91811" y="601530"/>
                  </a:lnTo>
                  <a:lnTo>
                    <a:pt x="91424" y="601474"/>
                  </a:lnTo>
                  <a:lnTo>
                    <a:pt x="91013" y="602461"/>
                  </a:lnTo>
                  <a:lnTo>
                    <a:pt x="90358" y="603239"/>
                  </a:lnTo>
                  <a:lnTo>
                    <a:pt x="88948" y="604023"/>
                  </a:lnTo>
                  <a:lnTo>
                    <a:pt x="88073" y="606371"/>
                  </a:lnTo>
                  <a:lnTo>
                    <a:pt x="88173" y="607657"/>
                  </a:lnTo>
                  <a:lnTo>
                    <a:pt x="87485" y="608262"/>
                  </a:lnTo>
                  <a:lnTo>
                    <a:pt x="86879" y="609402"/>
                  </a:lnTo>
                  <a:lnTo>
                    <a:pt x="87101" y="609503"/>
                  </a:lnTo>
                  <a:lnTo>
                    <a:pt x="86265" y="609842"/>
                  </a:lnTo>
                  <a:lnTo>
                    <a:pt x="85962" y="610317"/>
                  </a:lnTo>
                  <a:lnTo>
                    <a:pt x="85474" y="610124"/>
                  </a:lnTo>
                  <a:lnTo>
                    <a:pt x="85197" y="610575"/>
                  </a:lnTo>
                  <a:lnTo>
                    <a:pt x="83867" y="610700"/>
                  </a:lnTo>
                  <a:lnTo>
                    <a:pt x="83176" y="611676"/>
                  </a:lnTo>
                  <a:lnTo>
                    <a:pt x="82156" y="611677"/>
                  </a:lnTo>
                  <a:lnTo>
                    <a:pt x="81568" y="611957"/>
                  </a:lnTo>
                  <a:lnTo>
                    <a:pt x="80543" y="611714"/>
                  </a:lnTo>
                  <a:lnTo>
                    <a:pt x="79862" y="612336"/>
                  </a:lnTo>
                  <a:lnTo>
                    <a:pt x="78479" y="612053"/>
                  </a:lnTo>
                  <a:lnTo>
                    <a:pt x="77984" y="611591"/>
                  </a:lnTo>
                  <a:lnTo>
                    <a:pt x="77170" y="612116"/>
                  </a:lnTo>
                  <a:lnTo>
                    <a:pt x="76562" y="611775"/>
                  </a:lnTo>
                  <a:lnTo>
                    <a:pt x="75826" y="611980"/>
                  </a:lnTo>
                  <a:lnTo>
                    <a:pt x="75557" y="612512"/>
                  </a:lnTo>
                  <a:lnTo>
                    <a:pt x="74799" y="613039"/>
                  </a:lnTo>
                  <a:lnTo>
                    <a:pt x="74726" y="614319"/>
                  </a:lnTo>
                  <a:lnTo>
                    <a:pt x="74116" y="615660"/>
                  </a:lnTo>
                  <a:lnTo>
                    <a:pt x="73027" y="616095"/>
                  </a:lnTo>
                  <a:lnTo>
                    <a:pt x="72699" y="616628"/>
                  </a:lnTo>
                  <a:lnTo>
                    <a:pt x="71195" y="616564"/>
                  </a:lnTo>
                  <a:lnTo>
                    <a:pt x="67153" y="615778"/>
                  </a:lnTo>
                  <a:lnTo>
                    <a:pt x="65785" y="615821"/>
                  </a:lnTo>
                  <a:lnTo>
                    <a:pt x="64782" y="616411"/>
                  </a:lnTo>
                  <a:lnTo>
                    <a:pt x="62593" y="618852"/>
                  </a:lnTo>
                  <a:lnTo>
                    <a:pt x="61424" y="619661"/>
                  </a:lnTo>
                  <a:lnTo>
                    <a:pt x="59834" y="620551"/>
                  </a:lnTo>
                  <a:lnTo>
                    <a:pt x="59366" y="619937"/>
                  </a:lnTo>
                  <a:lnTo>
                    <a:pt x="58162" y="620458"/>
                  </a:lnTo>
                  <a:lnTo>
                    <a:pt x="58477" y="619443"/>
                  </a:lnTo>
                  <a:lnTo>
                    <a:pt x="58217" y="617891"/>
                  </a:lnTo>
                  <a:lnTo>
                    <a:pt x="57932" y="617288"/>
                  </a:lnTo>
                  <a:lnTo>
                    <a:pt x="56915" y="616521"/>
                  </a:lnTo>
                  <a:lnTo>
                    <a:pt x="55054" y="615946"/>
                  </a:lnTo>
                  <a:lnTo>
                    <a:pt x="54553" y="616199"/>
                  </a:lnTo>
                  <a:lnTo>
                    <a:pt x="53904" y="616071"/>
                  </a:lnTo>
                  <a:lnTo>
                    <a:pt x="52849" y="615414"/>
                  </a:lnTo>
                  <a:lnTo>
                    <a:pt x="51327" y="615342"/>
                  </a:lnTo>
                  <a:lnTo>
                    <a:pt x="50288" y="614720"/>
                  </a:lnTo>
                  <a:lnTo>
                    <a:pt x="49930" y="614887"/>
                  </a:lnTo>
                  <a:lnTo>
                    <a:pt x="49030" y="614476"/>
                  </a:lnTo>
                  <a:lnTo>
                    <a:pt x="48329" y="614928"/>
                  </a:lnTo>
                  <a:lnTo>
                    <a:pt x="47688" y="614730"/>
                  </a:lnTo>
                  <a:lnTo>
                    <a:pt x="47169" y="615053"/>
                  </a:lnTo>
                  <a:lnTo>
                    <a:pt x="46603" y="614861"/>
                  </a:lnTo>
                  <a:lnTo>
                    <a:pt x="46480" y="615009"/>
                  </a:lnTo>
                  <a:lnTo>
                    <a:pt x="45957" y="614438"/>
                  </a:lnTo>
                  <a:lnTo>
                    <a:pt x="45199" y="612136"/>
                  </a:lnTo>
                  <a:lnTo>
                    <a:pt x="45496" y="611684"/>
                  </a:lnTo>
                  <a:lnTo>
                    <a:pt x="45924" y="607964"/>
                  </a:lnTo>
                  <a:lnTo>
                    <a:pt x="45148" y="606143"/>
                  </a:lnTo>
                  <a:lnTo>
                    <a:pt x="45048" y="604581"/>
                  </a:lnTo>
                  <a:lnTo>
                    <a:pt x="44721" y="603936"/>
                  </a:lnTo>
                  <a:lnTo>
                    <a:pt x="45070" y="602808"/>
                  </a:lnTo>
                  <a:lnTo>
                    <a:pt x="45123" y="601435"/>
                  </a:lnTo>
                  <a:lnTo>
                    <a:pt x="44845" y="601012"/>
                  </a:lnTo>
                  <a:lnTo>
                    <a:pt x="43287" y="599963"/>
                  </a:lnTo>
                  <a:lnTo>
                    <a:pt x="42974" y="598973"/>
                  </a:lnTo>
                  <a:lnTo>
                    <a:pt x="41564" y="597139"/>
                  </a:lnTo>
                  <a:lnTo>
                    <a:pt x="42501" y="596366"/>
                  </a:lnTo>
                  <a:lnTo>
                    <a:pt x="42557" y="594226"/>
                  </a:lnTo>
                  <a:lnTo>
                    <a:pt x="43252" y="593067"/>
                  </a:lnTo>
                  <a:lnTo>
                    <a:pt x="43034" y="591277"/>
                  </a:lnTo>
                  <a:lnTo>
                    <a:pt x="42373" y="590272"/>
                  </a:lnTo>
                  <a:lnTo>
                    <a:pt x="41574" y="589728"/>
                  </a:lnTo>
                  <a:lnTo>
                    <a:pt x="41289" y="588753"/>
                  </a:lnTo>
                  <a:lnTo>
                    <a:pt x="40859" y="588208"/>
                  </a:lnTo>
                  <a:lnTo>
                    <a:pt x="41254" y="586747"/>
                  </a:lnTo>
                  <a:lnTo>
                    <a:pt x="41143" y="586354"/>
                  </a:lnTo>
                  <a:lnTo>
                    <a:pt x="42378" y="585383"/>
                  </a:lnTo>
                  <a:lnTo>
                    <a:pt x="44038" y="585087"/>
                  </a:lnTo>
                  <a:lnTo>
                    <a:pt x="44694" y="584434"/>
                  </a:lnTo>
                  <a:lnTo>
                    <a:pt x="44799" y="584061"/>
                  </a:lnTo>
                  <a:lnTo>
                    <a:pt x="44543" y="583638"/>
                  </a:lnTo>
                  <a:lnTo>
                    <a:pt x="44896" y="582804"/>
                  </a:lnTo>
                  <a:lnTo>
                    <a:pt x="44138" y="581889"/>
                  </a:lnTo>
                  <a:lnTo>
                    <a:pt x="43577" y="579788"/>
                  </a:lnTo>
                  <a:lnTo>
                    <a:pt x="43725" y="578399"/>
                  </a:lnTo>
                  <a:lnTo>
                    <a:pt x="44160" y="577352"/>
                  </a:lnTo>
                  <a:lnTo>
                    <a:pt x="43824" y="577111"/>
                  </a:lnTo>
                  <a:lnTo>
                    <a:pt x="43548" y="576391"/>
                  </a:lnTo>
                  <a:lnTo>
                    <a:pt x="41392" y="575877"/>
                  </a:lnTo>
                  <a:lnTo>
                    <a:pt x="40326" y="575232"/>
                  </a:lnTo>
                  <a:lnTo>
                    <a:pt x="40134" y="575452"/>
                  </a:lnTo>
                  <a:lnTo>
                    <a:pt x="32593" y="572714"/>
                  </a:lnTo>
                  <a:lnTo>
                    <a:pt x="30093" y="569909"/>
                  </a:lnTo>
                  <a:lnTo>
                    <a:pt x="26875" y="568538"/>
                  </a:lnTo>
                  <a:lnTo>
                    <a:pt x="22813" y="564567"/>
                  </a:lnTo>
                  <a:lnTo>
                    <a:pt x="18614" y="559303"/>
                  </a:lnTo>
                  <a:lnTo>
                    <a:pt x="17261" y="556689"/>
                  </a:lnTo>
                  <a:lnTo>
                    <a:pt x="15652" y="552416"/>
                  </a:lnTo>
                  <a:lnTo>
                    <a:pt x="14852" y="551139"/>
                  </a:lnTo>
                  <a:lnTo>
                    <a:pt x="13254" y="547552"/>
                  </a:lnTo>
                  <a:lnTo>
                    <a:pt x="11217" y="545197"/>
                  </a:lnTo>
                  <a:lnTo>
                    <a:pt x="10780" y="544391"/>
                  </a:lnTo>
                  <a:lnTo>
                    <a:pt x="10378" y="544204"/>
                  </a:lnTo>
                  <a:lnTo>
                    <a:pt x="9838" y="542375"/>
                  </a:lnTo>
                  <a:lnTo>
                    <a:pt x="10105" y="540234"/>
                  </a:lnTo>
                  <a:lnTo>
                    <a:pt x="10528" y="540224"/>
                  </a:lnTo>
                  <a:lnTo>
                    <a:pt x="10453" y="538868"/>
                  </a:lnTo>
                  <a:lnTo>
                    <a:pt x="11288" y="537327"/>
                  </a:lnTo>
                  <a:lnTo>
                    <a:pt x="11366" y="536798"/>
                  </a:lnTo>
                  <a:lnTo>
                    <a:pt x="10970" y="536012"/>
                  </a:lnTo>
                  <a:lnTo>
                    <a:pt x="11375" y="534632"/>
                  </a:lnTo>
                  <a:lnTo>
                    <a:pt x="10819" y="532559"/>
                  </a:lnTo>
                  <a:lnTo>
                    <a:pt x="9972" y="531711"/>
                  </a:lnTo>
                  <a:lnTo>
                    <a:pt x="9452" y="529906"/>
                  </a:lnTo>
                  <a:lnTo>
                    <a:pt x="8676" y="528458"/>
                  </a:lnTo>
                  <a:lnTo>
                    <a:pt x="11005" y="522298"/>
                  </a:lnTo>
                  <a:lnTo>
                    <a:pt x="1484" y="508384"/>
                  </a:lnTo>
                  <a:lnTo>
                    <a:pt x="0" y="496819"/>
                  </a:lnTo>
                  <a:lnTo>
                    <a:pt x="92" y="496018"/>
                  </a:lnTo>
                  <a:lnTo>
                    <a:pt x="638" y="491768"/>
                  </a:lnTo>
                  <a:lnTo>
                    <a:pt x="3103" y="490903"/>
                  </a:lnTo>
                  <a:lnTo>
                    <a:pt x="4048" y="490941"/>
                  </a:lnTo>
                  <a:lnTo>
                    <a:pt x="4985" y="490376"/>
                  </a:lnTo>
                  <a:lnTo>
                    <a:pt x="7881" y="489797"/>
                  </a:lnTo>
                  <a:lnTo>
                    <a:pt x="9154" y="489104"/>
                  </a:lnTo>
                  <a:lnTo>
                    <a:pt x="9790" y="488119"/>
                  </a:lnTo>
                  <a:lnTo>
                    <a:pt x="10265" y="486097"/>
                  </a:lnTo>
                  <a:lnTo>
                    <a:pt x="11399" y="484945"/>
                  </a:lnTo>
                  <a:lnTo>
                    <a:pt x="11298" y="484029"/>
                  </a:lnTo>
                  <a:lnTo>
                    <a:pt x="12020" y="483892"/>
                  </a:lnTo>
                  <a:lnTo>
                    <a:pt x="12173" y="483244"/>
                  </a:lnTo>
                  <a:lnTo>
                    <a:pt x="13680" y="482071"/>
                  </a:lnTo>
                  <a:lnTo>
                    <a:pt x="14984" y="481736"/>
                  </a:lnTo>
                  <a:lnTo>
                    <a:pt x="15153" y="481322"/>
                  </a:lnTo>
                  <a:lnTo>
                    <a:pt x="15663" y="481518"/>
                  </a:lnTo>
                  <a:lnTo>
                    <a:pt x="16046" y="481098"/>
                  </a:lnTo>
                  <a:lnTo>
                    <a:pt x="16292" y="479395"/>
                  </a:lnTo>
                  <a:lnTo>
                    <a:pt x="16086" y="479184"/>
                  </a:lnTo>
                  <a:lnTo>
                    <a:pt x="16310" y="478691"/>
                  </a:lnTo>
                  <a:lnTo>
                    <a:pt x="16032" y="477934"/>
                  </a:lnTo>
                  <a:lnTo>
                    <a:pt x="16112" y="477493"/>
                  </a:lnTo>
                  <a:lnTo>
                    <a:pt x="16527" y="477418"/>
                  </a:lnTo>
                  <a:lnTo>
                    <a:pt x="17364" y="476580"/>
                  </a:lnTo>
                  <a:lnTo>
                    <a:pt x="18555" y="477061"/>
                  </a:lnTo>
                  <a:lnTo>
                    <a:pt x="19108" y="476894"/>
                  </a:lnTo>
                  <a:lnTo>
                    <a:pt x="20030" y="477128"/>
                  </a:lnTo>
                  <a:lnTo>
                    <a:pt x="20676" y="476629"/>
                  </a:lnTo>
                  <a:lnTo>
                    <a:pt x="21305" y="476506"/>
                  </a:lnTo>
                  <a:lnTo>
                    <a:pt x="23053" y="476562"/>
                  </a:lnTo>
                  <a:lnTo>
                    <a:pt x="23856" y="476250"/>
                  </a:lnTo>
                  <a:lnTo>
                    <a:pt x="24507" y="476432"/>
                  </a:lnTo>
                  <a:lnTo>
                    <a:pt x="25420" y="476273"/>
                  </a:lnTo>
                  <a:lnTo>
                    <a:pt x="26226" y="475653"/>
                  </a:lnTo>
                  <a:lnTo>
                    <a:pt x="30478" y="470662"/>
                  </a:lnTo>
                  <a:lnTo>
                    <a:pt x="32622" y="467467"/>
                  </a:lnTo>
                  <a:lnTo>
                    <a:pt x="34010" y="463724"/>
                  </a:lnTo>
                  <a:lnTo>
                    <a:pt x="40098" y="453252"/>
                  </a:lnTo>
                  <a:lnTo>
                    <a:pt x="40182" y="452637"/>
                  </a:lnTo>
                  <a:lnTo>
                    <a:pt x="41622" y="451289"/>
                  </a:lnTo>
                  <a:lnTo>
                    <a:pt x="42175" y="450194"/>
                  </a:lnTo>
                  <a:lnTo>
                    <a:pt x="42001" y="449546"/>
                  </a:lnTo>
                  <a:lnTo>
                    <a:pt x="42432" y="449138"/>
                  </a:lnTo>
                  <a:lnTo>
                    <a:pt x="43329" y="441374"/>
                  </a:lnTo>
                  <a:lnTo>
                    <a:pt x="44625" y="438820"/>
                  </a:lnTo>
                  <a:lnTo>
                    <a:pt x="42990" y="432220"/>
                  </a:lnTo>
                  <a:lnTo>
                    <a:pt x="44893" y="426470"/>
                  </a:lnTo>
                  <a:lnTo>
                    <a:pt x="45931" y="422073"/>
                  </a:lnTo>
                  <a:lnTo>
                    <a:pt x="47858" y="421210"/>
                  </a:lnTo>
                  <a:lnTo>
                    <a:pt x="50186" y="418569"/>
                  </a:lnTo>
                  <a:lnTo>
                    <a:pt x="51054" y="418186"/>
                  </a:lnTo>
                  <a:lnTo>
                    <a:pt x="52483" y="416573"/>
                  </a:lnTo>
                  <a:lnTo>
                    <a:pt x="51874" y="415903"/>
                  </a:lnTo>
                  <a:lnTo>
                    <a:pt x="51759" y="415294"/>
                  </a:lnTo>
                  <a:lnTo>
                    <a:pt x="50932" y="413937"/>
                  </a:lnTo>
                  <a:lnTo>
                    <a:pt x="51171" y="411763"/>
                  </a:lnTo>
                  <a:lnTo>
                    <a:pt x="51764" y="410591"/>
                  </a:lnTo>
                  <a:lnTo>
                    <a:pt x="52428" y="409874"/>
                  </a:lnTo>
                  <a:lnTo>
                    <a:pt x="53489" y="407281"/>
                  </a:lnTo>
                  <a:lnTo>
                    <a:pt x="54862" y="404964"/>
                  </a:lnTo>
                  <a:lnTo>
                    <a:pt x="55311" y="404915"/>
                  </a:lnTo>
                  <a:lnTo>
                    <a:pt x="60834" y="407440"/>
                  </a:lnTo>
                  <a:lnTo>
                    <a:pt x="63169" y="405784"/>
                  </a:lnTo>
                  <a:lnTo>
                    <a:pt x="64440" y="405629"/>
                  </a:lnTo>
                  <a:lnTo>
                    <a:pt x="66957" y="406102"/>
                  </a:lnTo>
                  <a:lnTo>
                    <a:pt x="68239" y="404855"/>
                  </a:lnTo>
                  <a:lnTo>
                    <a:pt x="71239" y="405056"/>
                  </a:lnTo>
                  <a:lnTo>
                    <a:pt x="71504" y="403235"/>
                  </a:lnTo>
                  <a:lnTo>
                    <a:pt x="70459" y="402586"/>
                  </a:lnTo>
                  <a:lnTo>
                    <a:pt x="69536" y="400608"/>
                  </a:lnTo>
                  <a:lnTo>
                    <a:pt x="69756" y="400241"/>
                  </a:lnTo>
                  <a:lnTo>
                    <a:pt x="69861" y="398855"/>
                  </a:lnTo>
                  <a:lnTo>
                    <a:pt x="69477" y="397578"/>
                  </a:lnTo>
                  <a:lnTo>
                    <a:pt x="68839" y="396569"/>
                  </a:lnTo>
                  <a:lnTo>
                    <a:pt x="67962" y="396331"/>
                  </a:lnTo>
                  <a:lnTo>
                    <a:pt x="67375" y="395563"/>
                  </a:lnTo>
                  <a:lnTo>
                    <a:pt x="66667" y="394077"/>
                  </a:lnTo>
                  <a:lnTo>
                    <a:pt x="66752" y="393472"/>
                  </a:lnTo>
                  <a:lnTo>
                    <a:pt x="66043" y="392487"/>
                  </a:lnTo>
                  <a:lnTo>
                    <a:pt x="65822" y="391637"/>
                  </a:lnTo>
                  <a:lnTo>
                    <a:pt x="65845" y="390272"/>
                  </a:lnTo>
                  <a:lnTo>
                    <a:pt x="66405" y="389425"/>
                  </a:lnTo>
                  <a:lnTo>
                    <a:pt x="68152" y="388578"/>
                  </a:lnTo>
                  <a:lnTo>
                    <a:pt x="69140" y="386021"/>
                  </a:lnTo>
                  <a:lnTo>
                    <a:pt x="68844" y="383836"/>
                  </a:lnTo>
                  <a:lnTo>
                    <a:pt x="69397" y="382860"/>
                  </a:lnTo>
                  <a:lnTo>
                    <a:pt x="70156" y="382135"/>
                  </a:lnTo>
                  <a:lnTo>
                    <a:pt x="71041" y="381791"/>
                  </a:lnTo>
                  <a:lnTo>
                    <a:pt x="71399" y="381147"/>
                  </a:lnTo>
                  <a:lnTo>
                    <a:pt x="71991" y="380984"/>
                  </a:lnTo>
                  <a:lnTo>
                    <a:pt x="70473" y="379551"/>
                  </a:lnTo>
                  <a:lnTo>
                    <a:pt x="69810" y="377888"/>
                  </a:lnTo>
                  <a:lnTo>
                    <a:pt x="68520" y="375890"/>
                  </a:lnTo>
                  <a:lnTo>
                    <a:pt x="66784" y="370483"/>
                  </a:lnTo>
                  <a:lnTo>
                    <a:pt x="66105" y="370243"/>
                  </a:lnTo>
                  <a:lnTo>
                    <a:pt x="64930" y="370495"/>
                  </a:lnTo>
                  <a:lnTo>
                    <a:pt x="58417" y="367445"/>
                  </a:lnTo>
                  <a:lnTo>
                    <a:pt x="56289" y="365938"/>
                  </a:lnTo>
                  <a:lnTo>
                    <a:pt x="54347" y="365087"/>
                  </a:lnTo>
                  <a:lnTo>
                    <a:pt x="52887" y="363934"/>
                  </a:lnTo>
                  <a:lnTo>
                    <a:pt x="51380" y="363446"/>
                  </a:lnTo>
                  <a:lnTo>
                    <a:pt x="43751" y="359000"/>
                  </a:lnTo>
                  <a:lnTo>
                    <a:pt x="41941" y="357320"/>
                  </a:lnTo>
                  <a:lnTo>
                    <a:pt x="42209" y="356806"/>
                  </a:lnTo>
                  <a:lnTo>
                    <a:pt x="41849" y="356706"/>
                  </a:lnTo>
                  <a:lnTo>
                    <a:pt x="41915" y="355611"/>
                  </a:lnTo>
                  <a:lnTo>
                    <a:pt x="41020" y="355057"/>
                  </a:lnTo>
                  <a:lnTo>
                    <a:pt x="40616" y="354239"/>
                  </a:lnTo>
                  <a:lnTo>
                    <a:pt x="39297" y="348950"/>
                  </a:lnTo>
                  <a:lnTo>
                    <a:pt x="36310" y="348473"/>
                  </a:lnTo>
                  <a:lnTo>
                    <a:pt x="36480" y="346926"/>
                  </a:lnTo>
                  <a:lnTo>
                    <a:pt x="34058" y="342529"/>
                  </a:lnTo>
                  <a:lnTo>
                    <a:pt x="34969" y="339943"/>
                  </a:lnTo>
                  <a:lnTo>
                    <a:pt x="36690" y="339727"/>
                  </a:lnTo>
                  <a:lnTo>
                    <a:pt x="40409" y="337718"/>
                  </a:lnTo>
                  <a:lnTo>
                    <a:pt x="41157" y="336774"/>
                  </a:lnTo>
                  <a:lnTo>
                    <a:pt x="40722" y="335648"/>
                  </a:lnTo>
                  <a:lnTo>
                    <a:pt x="41401" y="335857"/>
                  </a:lnTo>
                  <a:lnTo>
                    <a:pt x="43485" y="335448"/>
                  </a:lnTo>
                  <a:lnTo>
                    <a:pt x="46797" y="331576"/>
                  </a:lnTo>
                  <a:lnTo>
                    <a:pt x="53040" y="328453"/>
                  </a:lnTo>
                  <a:lnTo>
                    <a:pt x="57542" y="325289"/>
                  </a:lnTo>
                  <a:lnTo>
                    <a:pt x="57860" y="323964"/>
                  </a:lnTo>
                  <a:lnTo>
                    <a:pt x="60239" y="319479"/>
                  </a:lnTo>
                  <a:lnTo>
                    <a:pt x="61712" y="319335"/>
                  </a:lnTo>
                  <a:lnTo>
                    <a:pt x="66078" y="315204"/>
                  </a:lnTo>
                  <a:lnTo>
                    <a:pt x="70037" y="310125"/>
                  </a:lnTo>
                  <a:lnTo>
                    <a:pt x="72333" y="301598"/>
                  </a:lnTo>
                  <a:lnTo>
                    <a:pt x="69677" y="291322"/>
                  </a:lnTo>
                  <a:lnTo>
                    <a:pt x="66622" y="280777"/>
                  </a:lnTo>
                  <a:lnTo>
                    <a:pt x="66365" y="280681"/>
                  </a:lnTo>
                  <a:lnTo>
                    <a:pt x="65930" y="281067"/>
                  </a:lnTo>
                  <a:lnTo>
                    <a:pt x="65299" y="282033"/>
                  </a:lnTo>
                  <a:lnTo>
                    <a:pt x="64923" y="281894"/>
                  </a:lnTo>
                  <a:lnTo>
                    <a:pt x="64063" y="282116"/>
                  </a:lnTo>
                  <a:lnTo>
                    <a:pt x="63576" y="281722"/>
                  </a:lnTo>
                  <a:lnTo>
                    <a:pt x="60403" y="282091"/>
                  </a:lnTo>
                  <a:lnTo>
                    <a:pt x="58024" y="281230"/>
                  </a:lnTo>
                  <a:lnTo>
                    <a:pt x="56290" y="279660"/>
                  </a:lnTo>
                  <a:lnTo>
                    <a:pt x="55816" y="279607"/>
                  </a:lnTo>
                  <a:lnTo>
                    <a:pt x="55514" y="279067"/>
                  </a:lnTo>
                  <a:lnTo>
                    <a:pt x="55643" y="278725"/>
                  </a:lnTo>
                  <a:lnTo>
                    <a:pt x="55361" y="278589"/>
                  </a:lnTo>
                  <a:lnTo>
                    <a:pt x="53390" y="277946"/>
                  </a:lnTo>
                  <a:lnTo>
                    <a:pt x="51536" y="277891"/>
                  </a:lnTo>
                  <a:lnTo>
                    <a:pt x="50041" y="277409"/>
                  </a:lnTo>
                  <a:lnTo>
                    <a:pt x="49126" y="276782"/>
                  </a:lnTo>
                  <a:lnTo>
                    <a:pt x="50085" y="271573"/>
                  </a:lnTo>
                  <a:lnTo>
                    <a:pt x="48563" y="266144"/>
                  </a:lnTo>
                  <a:lnTo>
                    <a:pt x="48882" y="254522"/>
                  </a:lnTo>
                  <a:lnTo>
                    <a:pt x="48181" y="253699"/>
                  </a:lnTo>
                  <a:lnTo>
                    <a:pt x="47893" y="253075"/>
                  </a:lnTo>
                  <a:lnTo>
                    <a:pt x="48059" y="252484"/>
                  </a:lnTo>
                  <a:lnTo>
                    <a:pt x="47811" y="252427"/>
                  </a:lnTo>
                  <a:lnTo>
                    <a:pt x="47772" y="252135"/>
                  </a:lnTo>
                  <a:lnTo>
                    <a:pt x="48527" y="250961"/>
                  </a:lnTo>
                  <a:lnTo>
                    <a:pt x="48271" y="248746"/>
                  </a:lnTo>
                  <a:lnTo>
                    <a:pt x="49444" y="246782"/>
                  </a:lnTo>
                  <a:lnTo>
                    <a:pt x="50019" y="245072"/>
                  </a:lnTo>
                  <a:lnTo>
                    <a:pt x="50597" y="244225"/>
                  </a:lnTo>
                  <a:lnTo>
                    <a:pt x="52716" y="243380"/>
                  </a:lnTo>
                  <a:lnTo>
                    <a:pt x="53517" y="242759"/>
                  </a:lnTo>
                  <a:lnTo>
                    <a:pt x="53861" y="241545"/>
                  </a:lnTo>
                  <a:lnTo>
                    <a:pt x="54467" y="241086"/>
                  </a:lnTo>
                  <a:lnTo>
                    <a:pt x="55399" y="241041"/>
                  </a:lnTo>
                  <a:lnTo>
                    <a:pt x="57376" y="238655"/>
                  </a:lnTo>
                  <a:lnTo>
                    <a:pt x="57563" y="238010"/>
                  </a:lnTo>
                  <a:lnTo>
                    <a:pt x="57091" y="237760"/>
                  </a:lnTo>
                  <a:lnTo>
                    <a:pt x="57686" y="236864"/>
                  </a:lnTo>
                  <a:lnTo>
                    <a:pt x="57726" y="236178"/>
                  </a:lnTo>
                  <a:lnTo>
                    <a:pt x="58460" y="235260"/>
                  </a:lnTo>
                  <a:lnTo>
                    <a:pt x="58544" y="234442"/>
                  </a:lnTo>
                  <a:lnTo>
                    <a:pt x="62419" y="224804"/>
                  </a:lnTo>
                  <a:lnTo>
                    <a:pt x="65021" y="222688"/>
                  </a:lnTo>
                  <a:lnTo>
                    <a:pt x="69512" y="217678"/>
                  </a:lnTo>
                  <a:lnTo>
                    <a:pt x="69236" y="217260"/>
                  </a:lnTo>
                  <a:lnTo>
                    <a:pt x="69750" y="215257"/>
                  </a:lnTo>
                  <a:lnTo>
                    <a:pt x="71430" y="214139"/>
                  </a:lnTo>
                  <a:lnTo>
                    <a:pt x="72116" y="213190"/>
                  </a:lnTo>
                  <a:lnTo>
                    <a:pt x="72218" y="212013"/>
                  </a:lnTo>
                  <a:lnTo>
                    <a:pt x="73387" y="210966"/>
                  </a:lnTo>
                  <a:lnTo>
                    <a:pt x="73277" y="210090"/>
                  </a:lnTo>
                  <a:lnTo>
                    <a:pt x="73688" y="208469"/>
                  </a:lnTo>
                  <a:lnTo>
                    <a:pt x="74734" y="206866"/>
                  </a:lnTo>
                  <a:lnTo>
                    <a:pt x="74705" y="206380"/>
                  </a:lnTo>
                  <a:lnTo>
                    <a:pt x="75384" y="205131"/>
                  </a:lnTo>
                  <a:lnTo>
                    <a:pt x="75748" y="203749"/>
                  </a:lnTo>
                  <a:lnTo>
                    <a:pt x="76833" y="202758"/>
                  </a:lnTo>
                  <a:lnTo>
                    <a:pt x="77222" y="202092"/>
                  </a:lnTo>
                  <a:lnTo>
                    <a:pt x="77484" y="201110"/>
                  </a:lnTo>
                  <a:lnTo>
                    <a:pt x="77387" y="199715"/>
                  </a:lnTo>
                  <a:lnTo>
                    <a:pt x="78129" y="197125"/>
                  </a:lnTo>
                  <a:lnTo>
                    <a:pt x="79209" y="197120"/>
                  </a:lnTo>
                  <a:lnTo>
                    <a:pt x="79848" y="197556"/>
                  </a:lnTo>
                  <a:lnTo>
                    <a:pt x="81216" y="197945"/>
                  </a:lnTo>
                  <a:lnTo>
                    <a:pt x="82777" y="198660"/>
                  </a:lnTo>
                  <a:lnTo>
                    <a:pt x="83111" y="199200"/>
                  </a:lnTo>
                  <a:lnTo>
                    <a:pt x="88353" y="193165"/>
                  </a:lnTo>
                  <a:lnTo>
                    <a:pt x="89684" y="190565"/>
                  </a:lnTo>
                  <a:lnTo>
                    <a:pt x="92935" y="189731"/>
                  </a:lnTo>
                  <a:lnTo>
                    <a:pt x="94137" y="188999"/>
                  </a:lnTo>
                  <a:lnTo>
                    <a:pt x="96925" y="189263"/>
                  </a:lnTo>
                  <a:lnTo>
                    <a:pt x="99069" y="190083"/>
                  </a:lnTo>
                  <a:lnTo>
                    <a:pt x="104990" y="189394"/>
                  </a:lnTo>
                  <a:lnTo>
                    <a:pt x="104952" y="190398"/>
                  </a:lnTo>
                  <a:lnTo>
                    <a:pt x="106722" y="191975"/>
                  </a:lnTo>
                  <a:lnTo>
                    <a:pt x="108993" y="190713"/>
                  </a:lnTo>
                  <a:lnTo>
                    <a:pt x="109422" y="183617"/>
                  </a:lnTo>
                  <a:lnTo>
                    <a:pt x="109351" y="175823"/>
                  </a:lnTo>
                  <a:lnTo>
                    <a:pt x="119351" y="173092"/>
                  </a:lnTo>
                  <a:lnTo>
                    <a:pt x="119673" y="172776"/>
                  </a:lnTo>
                  <a:lnTo>
                    <a:pt x="127615" y="172589"/>
                  </a:lnTo>
                  <a:lnTo>
                    <a:pt x="130489" y="173629"/>
                  </a:lnTo>
                  <a:lnTo>
                    <a:pt x="131659" y="173654"/>
                  </a:lnTo>
                  <a:lnTo>
                    <a:pt x="133612" y="172566"/>
                  </a:lnTo>
                  <a:lnTo>
                    <a:pt x="134522" y="172495"/>
                  </a:lnTo>
                  <a:lnTo>
                    <a:pt x="135871" y="170054"/>
                  </a:lnTo>
                  <a:lnTo>
                    <a:pt x="128550" y="163852"/>
                  </a:lnTo>
                  <a:lnTo>
                    <a:pt x="128732" y="155151"/>
                  </a:lnTo>
                  <a:lnTo>
                    <a:pt x="129498" y="155105"/>
                  </a:lnTo>
                  <a:lnTo>
                    <a:pt x="129878" y="154668"/>
                  </a:lnTo>
                  <a:lnTo>
                    <a:pt x="131830" y="153761"/>
                  </a:lnTo>
                  <a:lnTo>
                    <a:pt x="133831" y="154035"/>
                  </a:lnTo>
                  <a:lnTo>
                    <a:pt x="135340" y="152389"/>
                  </a:lnTo>
                  <a:lnTo>
                    <a:pt x="137237" y="152171"/>
                  </a:lnTo>
                  <a:lnTo>
                    <a:pt x="137796" y="152544"/>
                  </a:lnTo>
                  <a:lnTo>
                    <a:pt x="138576" y="152538"/>
                  </a:lnTo>
                  <a:lnTo>
                    <a:pt x="139123" y="152953"/>
                  </a:lnTo>
                  <a:lnTo>
                    <a:pt x="140972" y="153649"/>
                  </a:lnTo>
                  <a:lnTo>
                    <a:pt x="141903" y="151853"/>
                  </a:lnTo>
                  <a:lnTo>
                    <a:pt x="143061" y="151051"/>
                  </a:lnTo>
                  <a:lnTo>
                    <a:pt x="143577" y="150938"/>
                  </a:lnTo>
                  <a:lnTo>
                    <a:pt x="143939" y="150509"/>
                  </a:lnTo>
                  <a:lnTo>
                    <a:pt x="144386" y="148877"/>
                  </a:lnTo>
                  <a:lnTo>
                    <a:pt x="145733" y="148586"/>
                  </a:lnTo>
                  <a:lnTo>
                    <a:pt x="146980" y="147446"/>
                  </a:lnTo>
                  <a:lnTo>
                    <a:pt x="147981" y="145735"/>
                  </a:lnTo>
                  <a:lnTo>
                    <a:pt x="148068" y="145171"/>
                  </a:lnTo>
                  <a:lnTo>
                    <a:pt x="148704" y="145189"/>
                  </a:lnTo>
                  <a:lnTo>
                    <a:pt x="149125" y="144861"/>
                  </a:lnTo>
                  <a:lnTo>
                    <a:pt x="149266" y="144165"/>
                  </a:lnTo>
                  <a:lnTo>
                    <a:pt x="149319" y="143718"/>
                  </a:lnTo>
                  <a:lnTo>
                    <a:pt x="148973" y="143572"/>
                  </a:lnTo>
                  <a:lnTo>
                    <a:pt x="148872" y="140925"/>
                  </a:lnTo>
                  <a:lnTo>
                    <a:pt x="149571" y="139482"/>
                  </a:lnTo>
                  <a:lnTo>
                    <a:pt x="147778" y="138705"/>
                  </a:lnTo>
                  <a:lnTo>
                    <a:pt x="147205" y="138078"/>
                  </a:lnTo>
                  <a:lnTo>
                    <a:pt x="146900" y="137282"/>
                  </a:lnTo>
                  <a:lnTo>
                    <a:pt x="146276" y="136865"/>
                  </a:lnTo>
                  <a:lnTo>
                    <a:pt x="143974" y="136823"/>
                  </a:lnTo>
                  <a:lnTo>
                    <a:pt x="143459" y="136519"/>
                  </a:lnTo>
                  <a:lnTo>
                    <a:pt x="140085" y="131577"/>
                  </a:lnTo>
                  <a:lnTo>
                    <a:pt x="145255" y="133089"/>
                  </a:lnTo>
                  <a:lnTo>
                    <a:pt x="148774" y="135134"/>
                  </a:lnTo>
                  <a:lnTo>
                    <a:pt x="152566" y="138323"/>
                  </a:lnTo>
                  <a:lnTo>
                    <a:pt x="153414" y="139819"/>
                  </a:lnTo>
                  <a:lnTo>
                    <a:pt x="156129" y="139439"/>
                  </a:lnTo>
                  <a:lnTo>
                    <a:pt x="158069" y="137404"/>
                  </a:lnTo>
                  <a:lnTo>
                    <a:pt x="160878" y="137774"/>
                  </a:lnTo>
                  <a:lnTo>
                    <a:pt x="162821" y="137281"/>
                  </a:lnTo>
                  <a:lnTo>
                    <a:pt x="164201" y="136432"/>
                  </a:lnTo>
                  <a:lnTo>
                    <a:pt x="168038" y="135308"/>
                  </a:lnTo>
                  <a:lnTo>
                    <a:pt x="169589" y="135578"/>
                  </a:lnTo>
                  <a:lnTo>
                    <a:pt x="170434" y="135414"/>
                  </a:lnTo>
                  <a:lnTo>
                    <a:pt x="171413" y="135743"/>
                  </a:lnTo>
                  <a:lnTo>
                    <a:pt x="172709" y="135254"/>
                  </a:lnTo>
                  <a:lnTo>
                    <a:pt x="177801" y="136674"/>
                  </a:lnTo>
                  <a:lnTo>
                    <a:pt x="179213" y="134968"/>
                  </a:lnTo>
                  <a:lnTo>
                    <a:pt x="181573" y="134128"/>
                  </a:lnTo>
                  <a:lnTo>
                    <a:pt x="181958" y="133877"/>
                  </a:lnTo>
                  <a:lnTo>
                    <a:pt x="182188" y="133257"/>
                  </a:lnTo>
                  <a:lnTo>
                    <a:pt x="186483" y="134039"/>
                  </a:lnTo>
                  <a:lnTo>
                    <a:pt x="186493" y="133571"/>
                  </a:lnTo>
                  <a:lnTo>
                    <a:pt x="187799" y="133598"/>
                  </a:lnTo>
                  <a:lnTo>
                    <a:pt x="188661" y="133197"/>
                  </a:lnTo>
                  <a:lnTo>
                    <a:pt x="192041" y="133424"/>
                  </a:lnTo>
                  <a:lnTo>
                    <a:pt x="192506" y="133639"/>
                  </a:lnTo>
                  <a:lnTo>
                    <a:pt x="193180" y="133438"/>
                  </a:lnTo>
                  <a:lnTo>
                    <a:pt x="193669" y="133694"/>
                  </a:lnTo>
                  <a:lnTo>
                    <a:pt x="194972" y="133657"/>
                  </a:lnTo>
                  <a:lnTo>
                    <a:pt x="196372" y="133375"/>
                  </a:lnTo>
                  <a:lnTo>
                    <a:pt x="198137" y="132159"/>
                  </a:lnTo>
                  <a:lnTo>
                    <a:pt x="199821" y="131703"/>
                  </a:lnTo>
                  <a:lnTo>
                    <a:pt x="209847" y="130781"/>
                  </a:lnTo>
                  <a:lnTo>
                    <a:pt x="210227" y="131139"/>
                  </a:lnTo>
                  <a:lnTo>
                    <a:pt x="211923" y="128453"/>
                  </a:lnTo>
                  <a:lnTo>
                    <a:pt x="213886" y="127833"/>
                  </a:lnTo>
                  <a:lnTo>
                    <a:pt x="215245" y="127825"/>
                  </a:lnTo>
                  <a:lnTo>
                    <a:pt x="219375" y="125644"/>
                  </a:lnTo>
                  <a:lnTo>
                    <a:pt x="219842" y="125690"/>
                  </a:lnTo>
                  <a:lnTo>
                    <a:pt x="220565" y="125188"/>
                  </a:lnTo>
                  <a:lnTo>
                    <a:pt x="221356" y="123297"/>
                  </a:lnTo>
                  <a:lnTo>
                    <a:pt x="222980" y="123331"/>
                  </a:lnTo>
                  <a:lnTo>
                    <a:pt x="227135" y="124849"/>
                  </a:lnTo>
                  <a:lnTo>
                    <a:pt x="229215" y="121594"/>
                  </a:lnTo>
                  <a:lnTo>
                    <a:pt x="230635" y="121298"/>
                  </a:lnTo>
                  <a:lnTo>
                    <a:pt x="232141" y="118377"/>
                  </a:lnTo>
                  <a:lnTo>
                    <a:pt x="232704" y="117606"/>
                  </a:lnTo>
                  <a:lnTo>
                    <a:pt x="233153" y="117384"/>
                  </a:lnTo>
                  <a:lnTo>
                    <a:pt x="235184" y="112312"/>
                  </a:lnTo>
                  <a:lnTo>
                    <a:pt x="241408" y="110139"/>
                  </a:lnTo>
                  <a:lnTo>
                    <a:pt x="242072" y="110930"/>
                  </a:lnTo>
                  <a:lnTo>
                    <a:pt x="243284" y="109964"/>
                  </a:lnTo>
                  <a:lnTo>
                    <a:pt x="245843" y="109291"/>
                  </a:lnTo>
                  <a:lnTo>
                    <a:pt x="248342" y="108978"/>
                  </a:lnTo>
                  <a:lnTo>
                    <a:pt x="249191" y="109163"/>
                  </a:lnTo>
                  <a:lnTo>
                    <a:pt x="250727" y="110367"/>
                  </a:lnTo>
                  <a:lnTo>
                    <a:pt x="250678" y="111472"/>
                  </a:lnTo>
                  <a:lnTo>
                    <a:pt x="251794" y="112544"/>
                  </a:lnTo>
                  <a:lnTo>
                    <a:pt x="257300" y="111907"/>
                  </a:lnTo>
                  <a:lnTo>
                    <a:pt x="259674" y="111939"/>
                  </a:lnTo>
                  <a:lnTo>
                    <a:pt x="261343" y="111064"/>
                  </a:lnTo>
                  <a:lnTo>
                    <a:pt x="263698" y="111221"/>
                  </a:lnTo>
                  <a:lnTo>
                    <a:pt x="268375" y="110540"/>
                  </a:lnTo>
                  <a:lnTo>
                    <a:pt x="270810" y="109024"/>
                  </a:lnTo>
                  <a:lnTo>
                    <a:pt x="275943" y="108457"/>
                  </a:lnTo>
                  <a:lnTo>
                    <a:pt x="276642" y="108544"/>
                  </a:lnTo>
                  <a:lnTo>
                    <a:pt x="279925" y="110080"/>
                  </a:lnTo>
                  <a:lnTo>
                    <a:pt x="282853" y="109520"/>
                  </a:lnTo>
                  <a:lnTo>
                    <a:pt x="284128" y="109946"/>
                  </a:lnTo>
                  <a:lnTo>
                    <a:pt x="286032" y="111746"/>
                  </a:lnTo>
                  <a:lnTo>
                    <a:pt x="287510" y="111958"/>
                  </a:lnTo>
                  <a:lnTo>
                    <a:pt x="288742" y="111560"/>
                  </a:lnTo>
                  <a:lnTo>
                    <a:pt x="290533" y="110072"/>
                  </a:lnTo>
                  <a:lnTo>
                    <a:pt x="295228" y="111562"/>
                  </a:lnTo>
                  <a:lnTo>
                    <a:pt x="296159" y="111380"/>
                  </a:lnTo>
                  <a:lnTo>
                    <a:pt x="296591" y="109375"/>
                  </a:lnTo>
                  <a:lnTo>
                    <a:pt x="298846" y="108051"/>
                  </a:lnTo>
                  <a:lnTo>
                    <a:pt x="298792" y="107495"/>
                  </a:lnTo>
                  <a:lnTo>
                    <a:pt x="299367" y="107082"/>
                  </a:lnTo>
                  <a:lnTo>
                    <a:pt x="299680" y="106430"/>
                  </a:lnTo>
                  <a:lnTo>
                    <a:pt x="300364" y="105778"/>
                  </a:lnTo>
                  <a:lnTo>
                    <a:pt x="300655" y="104687"/>
                  </a:lnTo>
                  <a:lnTo>
                    <a:pt x="302474" y="102424"/>
                  </a:lnTo>
                  <a:lnTo>
                    <a:pt x="303767" y="99849"/>
                  </a:lnTo>
                  <a:lnTo>
                    <a:pt x="304627" y="98792"/>
                  </a:lnTo>
                  <a:lnTo>
                    <a:pt x="306832" y="97593"/>
                  </a:lnTo>
                  <a:lnTo>
                    <a:pt x="309589" y="94959"/>
                  </a:lnTo>
                  <a:lnTo>
                    <a:pt x="310471" y="96465"/>
                  </a:lnTo>
                  <a:lnTo>
                    <a:pt x="311731" y="97586"/>
                  </a:lnTo>
                  <a:lnTo>
                    <a:pt x="321590" y="100017"/>
                  </a:lnTo>
                  <a:lnTo>
                    <a:pt x="323004" y="99827"/>
                  </a:lnTo>
                  <a:lnTo>
                    <a:pt x="324167" y="101805"/>
                  </a:lnTo>
                  <a:lnTo>
                    <a:pt x="327885" y="104032"/>
                  </a:lnTo>
                  <a:lnTo>
                    <a:pt x="329702" y="106717"/>
                  </a:lnTo>
                  <a:lnTo>
                    <a:pt x="333554" y="110931"/>
                  </a:lnTo>
                  <a:lnTo>
                    <a:pt x="336561" y="111948"/>
                  </a:lnTo>
                  <a:lnTo>
                    <a:pt x="338697" y="113562"/>
                  </a:lnTo>
                  <a:lnTo>
                    <a:pt x="345592" y="110856"/>
                  </a:lnTo>
                  <a:lnTo>
                    <a:pt x="347351" y="109971"/>
                  </a:lnTo>
                  <a:lnTo>
                    <a:pt x="348572" y="110092"/>
                  </a:lnTo>
                  <a:lnTo>
                    <a:pt x="349715" y="108993"/>
                  </a:lnTo>
                  <a:lnTo>
                    <a:pt x="350946" y="109049"/>
                  </a:lnTo>
                  <a:lnTo>
                    <a:pt x="352114" y="108609"/>
                  </a:lnTo>
                  <a:lnTo>
                    <a:pt x="354717" y="108788"/>
                  </a:lnTo>
                  <a:lnTo>
                    <a:pt x="357125" y="107990"/>
                  </a:lnTo>
                  <a:lnTo>
                    <a:pt x="358347" y="108160"/>
                  </a:lnTo>
                  <a:lnTo>
                    <a:pt x="361220" y="105063"/>
                  </a:lnTo>
                  <a:lnTo>
                    <a:pt x="361925" y="103082"/>
                  </a:lnTo>
                  <a:lnTo>
                    <a:pt x="361467" y="101142"/>
                  </a:lnTo>
                  <a:lnTo>
                    <a:pt x="363767" y="99571"/>
                  </a:lnTo>
                  <a:lnTo>
                    <a:pt x="365281" y="97622"/>
                  </a:lnTo>
                  <a:lnTo>
                    <a:pt x="366859" y="94881"/>
                  </a:lnTo>
                  <a:lnTo>
                    <a:pt x="367954" y="93590"/>
                  </a:lnTo>
                  <a:lnTo>
                    <a:pt x="368090" y="91041"/>
                  </a:lnTo>
                  <a:lnTo>
                    <a:pt x="371584" y="83055"/>
                  </a:lnTo>
                  <a:lnTo>
                    <a:pt x="372877" y="81805"/>
                  </a:lnTo>
                  <a:lnTo>
                    <a:pt x="374338" y="79699"/>
                  </a:lnTo>
                  <a:lnTo>
                    <a:pt x="373753" y="77837"/>
                  </a:lnTo>
                  <a:lnTo>
                    <a:pt x="376226" y="72358"/>
                  </a:lnTo>
                  <a:lnTo>
                    <a:pt x="388626" y="56294"/>
                  </a:lnTo>
                  <a:lnTo>
                    <a:pt x="394353" y="51317"/>
                  </a:lnTo>
                  <a:lnTo>
                    <a:pt x="388704" y="43259"/>
                  </a:lnTo>
                  <a:lnTo>
                    <a:pt x="386059" y="38923"/>
                  </a:lnTo>
                  <a:lnTo>
                    <a:pt x="393770" y="29571"/>
                  </a:lnTo>
                  <a:lnTo>
                    <a:pt x="397649" y="33922"/>
                  </a:lnTo>
                  <a:lnTo>
                    <a:pt x="401142" y="28937"/>
                  </a:lnTo>
                  <a:lnTo>
                    <a:pt x="403228" y="26805"/>
                  </a:lnTo>
                  <a:lnTo>
                    <a:pt x="403908" y="25561"/>
                  </a:lnTo>
                  <a:lnTo>
                    <a:pt x="402938" y="24642"/>
                  </a:lnTo>
                  <a:lnTo>
                    <a:pt x="402376" y="23728"/>
                  </a:lnTo>
                  <a:lnTo>
                    <a:pt x="401831" y="23387"/>
                  </a:lnTo>
                  <a:lnTo>
                    <a:pt x="401240" y="23491"/>
                  </a:lnTo>
                  <a:lnTo>
                    <a:pt x="399723" y="23180"/>
                  </a:lnTo>
                  <a:lnTo>
                    <a:pt x="399135" y="22750"/>
                  </a:lnTo>
                  <a:lnTo>
                    <a:pt x="401210" y="21153"/>
                  </a:lnTo>
                  <a:lnTo>
                    <a:pt x="403239" y="19020"/>
                  </a:lnTo>
                  <a:lnTo>
                    <a:pt x="404016" y="18072"/>
                  </a:lnTo>
                  <a:lnTo>
                    <a:pt x="404695" y="16112"/>
                  </a:lnTo>
                  <a:lnTo>
                    <a:pt x="407783" y="15215"/>
                  </a:lnTo>
                  <a:lnTo>
                    <a:pt x="410101" y="13735"/>
                  </a:lnTo>
                  <a:lnTo>
                    <a:pt x="416722" y="12522"/>
                  </a:lnTo>
                  <a:lnTo>
                    <a:pt x="421383" y="9979"/>
                  </a:lnTo>
                  <a:lnTo>
                    <a:pt x="421986" y="9005"/>
                  </a:lnTo>
                  <a:lnTo>
                    <a:pt x="425959" y="7919"/>
                  </a:lnTo>
                  <a:lnTo>
                    <a:pt x="426404" y="7385"/>
                  </a:lnTo>
                  <a:lnTo>
                    <a:pt x="427292" y="7406"/>
                  </a:lnTo>
                  <a:lnTo>
                    <a:pt x="433234" y="3953"/>
                  </a:lnTo>
                  <a:lnTo>
                    <a:pt x="449218" y="16129"/>
                  </a:lnTo>
                  <a:lnTo>
                    <a:pt x="452001" y="19268"/>
                  </a:lnTo>
                  <a:lnTo>
                    <a:pt x="458613" y="18015"/>
                  </a:lnTo>
                  <a:lnTo>
                    <a:pt x="463356" y="19833"/>
                  </a:lnTo>
                  <a:lnTo>
                    <a:pt x="466235" y="21903"/>
                  </a:lnTo>
                  <a:lnTo>
                    <a:pt x="469810" y="22841"/>
                  </a:lnTo>
                  <a:lnTo>
                    <a:pt x="472521" y="22450"/>
                  </a:lnTo>
                  <a:lnTo>
                    <a:pt x="474769" y="21322"/>
                  </a:lnTo>
                  <a:lnTo>
                    <a:pt x="482984" y="19417"/>
                  </a:lnTo>
                  <a:lnTo>
                    <a:pt x="485075" y="18084"/>
                  </a:lnTo>
                  <a:lnTo>
                    <a:pt x="490164" y="16535"/>
                  </a:lnTo>
                  <a:lnTo>
                    <a:pt x="491476" y="17587"/>
                  </a:lnTo>
                  <a:lnTo>
                    <a:pt x="493377" y="17244"/>
                  </a:lnTo>
                  <a:lnTo>
                    <a:pt x="493738" y="19903"/>
                  </a:lnTo>
                  <a:lnTo>
                    <a:pt x="497108" y="22181"/>
                  </a:lnTo>
                  <a:lnTo>
                    <a:pt x="502814" y="24663"/>
                  </a:lnTo>
                  <a:lnTo>
                    <a:pt x="506181" y="22358"/>
                  </a:lnTo>
                  <a:lnTo>
                    <a:pt x="508104" y="22074"/>
                  </a:lnTo>
                  <a:lnTo>
                    <a:pt x="508344" y="19889"/>
                  </a:lnTo>
                  <a:lnTo>
                    <a:pt x="509594" y="16409"/>
                  </a:lnTo>
                  <a:lnTo>
                    <a:pt x="512392" y="13329"/>
                  </a:lnTo>
                  <a:lnTo>
                    <a:pt x="515589" y="376"/>
                  </a:lnTo>
                  <a:lnTo>
                    <a:pt x="521845" y="1101"/>
                  </a:lnTo>
                  <a:lnTo>
                    <a:pt x="523053" y="1403"/>
                  </a:lnTo>
                  <a:lnTo>
                    <a:pt x="526502" y="2943"/>
                  </a:lnTo>
                  <a:lnTo>
                    <a:pt x="527561" y="4587"/>
                  </a:lnTo>
                  <a:lnTo>
                    <a:pt x="529575" y="6559"/>
                  </a:lnTo>
                  <a:lnTo>
                    <a:pt x="533603" y="8405"/>
                  </a:lnTo>
                  <a:lnTo>
                    <a:pt x="535510" y="11900"/>
                  </a:lnTo>
                  <a:lnTo>
                    <a:pt x="537269" y="17194"/>
                  </a:lnTo>
                  <a:lnTo>
                    <a:pt x="542097" y="20711"/>
                  </a:lnTo>
                  <a:lnTo>
                    <a:pt x="547552" y="22087"/>
                  </a:lnTo>
                  <a:lnTo>
                    <a:pt x="552641" y="24195"/>
                  </a:lnTo>
                  <a:lnTo>
                    <a:pt x="560328" y="26375"/>
                  </a:lnTo>
                  <a:lnTo>
                    <a:pt x="565738" y="26702"/>
                  </a:lnTo>
                  <a:lnTo>
                    <a:pt x="567525" y="25694"/>
                  </a:lnTo>
                  <a:lnTo>
                    <a:pt x="569031" y="24416"/>
                  </a:lnTo>
                  <a:lnTo>
                    <a:pt x="571134" y="21253"/>
                  </a:lnTo>
                  <a:lnTo>
                    <a:pt x="570917" y="15916"/>
                  </a:lnTo>
                  <a:lnTo>
                    <a:pt x="571932" y="13873"/>
                  </a:lnTo>
                  <a:lnTo>
                    <a:pt x="572817" y="10669"/>
                  </a:lnTo>
                  <a:lnTo>
                    <a:pt x="573408" y="7391"/>
                  </a:lnTo>
                  <a:lnTo>
                    <a:pt x="577078" y="4568"/>
                  </a:lnTo>
                  <a:lnTo>
                    <a:pt x="578349" y="3941"/>
                  </a:lnTo>
                  <a:lnTo>
                    <a:pt x="581141" y="3158"/>
                  </a:lnTo>
                  <a:lnTo>
                    <a:pt x="585140" y="0"/>
                  </a:lnTo>
                  <a:lnTo>
                    <a:pt x="588068" y="786"/>
                  </a:lnTo>
                  <a:lnTo>
                    <a:pt x="589214" y="880"/>
                  </a:lnTo>
                  <a:lnTo>
                    <a:pt x="592341" y="1972"/>
                  </a:lnTo>
                  <a:lnTo>
                    <a:pt x="592759" y="3331"/>
                  </a:lnTo>
                  <a:lnTo>
                    <a:pt x="594009" y="4159"/>
                  </a:lnTo>
                  <a:lnTo>
                    <a:pt x="595017" y="4408"/>
                  </a:lnTo>
                  <a:lnTo>
                    <a:pt x="596517" y="6178"/>
                  </a:lnTo>
                  <a:lnTo>
                    <a:pt x="597918" y="6575"/>
                  </a:lnTo>
                  <a:lnTo>
                    <a:pt x="598467" y="7082"/>
                  </a:lnTo>
                  <a:lnTo>
                    <a:pt x="600141" y="9613"/>
                  </a:lnTo>
                  <a:lnTo>
                    <a:pt x="601121" y="12000"/>
                  </a:lnTo>
                  <a:lnTo>
                    <a:pt x="601195" y="13848"/>
                  </a:lnTo>
                  <a:lnTo>
                    <a:pt x="601881" y="15789"/>
                  </a:lnTo>
                  <a:lnTo>
                    <a:pt x="602297" y="16220"/>
                  </a:lnTo>
                  <a:lnTo>
                    <a:pt x="603074" y="19582"/>
                  </a:lnTo>
                  <a:lnTo>
                    <a:pt x="603222" y="21309"/>
                  </a:lnTo>
                  <a:lnTo>
                    <a:pt x="605001" y="24997"/>
                  </a:lnTo>
                  <a:lnTo>
                    <a:pt x="607017" y="28266"/>
                  </a:lnTo>
                  <a:lnTo>
                    <a:pt x="608431" y="29721"/>
                  </a:lnTo>
                  <a:lnTo>
                    <a:pt x="610552" y="30564"/>
                  </a:lnTo>
                  <a:lnTo>
                    <a:pt x="610868" y="31011"/>
                  </a:lnTo>
                  <a:lnTo>
                    <a:pt x="611561" y="31246"/>
                  </a:lnTo>
                  <a:lnTo>
                    <a:pt x="613472" y="31329"/>
                  </a:lnTo>
                  <a:lnTo>
                    <a:pt x="614417" y="31631"/>
                  </a:lnTo>
                  <a:lnTo>
                    <a:pt x="616020" y="31188"/>
                  </a:lnTo>
                  <a:lnTo>
                    <a:pt x="617919" y="31054"/>
                  </a:lnTo>
                  <a:lnTo>
                    <a:pt x="618942" y="32198"/>
                  </a:lnTo>
                  <a:lnTo>
                    <a:pt x="619986" y="32849"/>
                  </a:lnTo>
                  <a:lnTo>
                    <a:pt x="621201" y="33181"/>
                  </a:lnTo>
                  <a:lnTo>
                    <a:pt x="622421" y="32985"/>
                  </a:lnTo>
                  <a:lnTo>
                    <a:pt x="622944" y="33177"/>
                  </a:lnTo>
                  <a:lnTo>
                    <a:pt x="624467" y="35775"/>
                  </a:lnTo>
                  <a:lnTo>
                    <a:pt x="626055" y="37081"/>
                  </a:lnTo>
                  <a:lnTo>
                    <a:pt x="626332" y="37651"/>
                  </a:lnTo>
                  <a:lnTo>
                    <a:pt x="626788" y="37787"/>
                  </a:lnTo>
                  <a:lnTo>
                    <a:pt x="628652" y="37580"/>
                  </a:lnTo>
                  <a:lnTo>
                    <a:pt x="629174" y="38166"/>
                  </a:lnTo>
                  <a:lnTo>
                    <a:pt x="629931" y="38324"/>
                  </a:lnTo>
                  <a:lnTo>
                    <a:pt x="631927" y="39679"/>
                  </a:lnTo>
                  <a:lnTo>
                    <a:pt x="632869" y="40970"/>
                  </a:lnTo>
                  <a:lnTo>
                    <a:pt x="632820" y="41866"/>
                  </a:lnTo>
                  <a:lnTo>
                    <a:pt x="633128" y="42601"/>
                  </a:lnTo>
                  <a:lnTo>
                    <a:pt x="631662" y="46417"/>
                  </a:lnTo>
                  <a:lnTo>
                    <a:pt x="632002" y="48123"/>
                  </a:lnTo>
                  <a:lnTo>
                    <a:pt x="632961" y="50581"/>
                  </a:lnTo>
                  <a:lnTo>
                    <a:pt x="634241" y="52895"/>
                  </a:lnTo>
                  <a:lnTo>
                    <a:pt x="635040" y="53725"/>
                  </a:lnTo>
                  <a:lnTo>
                    <a:pt x="635824" y="55825"/>
                  </a:lnTo>
                  <a:lnTo>
                    <a:pt x="635323" y="56568"/>
                  </a:lnTo>
                  <a:lnTo>
                    <a:pt x="635199" y="57457"/>
                  </a:lnTo>
                  <a:lnTo>
                    <a:pt x="635458" y="58067"/>
                  </a:lnTo>
                  <a:lnTo>
                    <a:pt x="635118" y="59220"/>
                  </a:lnTo>
                  <a:lnTo>
                    <a:pt x="635391" y="59629"/>
                  </a:lnTo>
                  <a:lnTo>
                    <a:pt x="635280" y="59995"/>
                  </a:lnTo>
                  <a:lnTo>
                    <a:pt x="634607" y="60428"/>
                  </a:lnTo>
                  <a:lnTo>
                    <a:pt x="633958" y="61310"/>
                  </a:lnTo>
                  <a:lnTo>
                    <a:pt x="633890" y="63689"/>
                  </a:lnTo>
                  <a:lnTo>
                    <a:pt x="635890" y="65676"/>
                  </a:lnTo>
                  <a:lnTo>
                    <a:pt x="636639" y="67529"/>
                  </a:lnTo>
                  <a:lnTo>
                    <a:pt x="639510" y="70382"/>
                  </a:lnTo>
                  <a:lnTo>
                    <a:pt x="640301" y="72247"/>
                  </a:lnTo>
                  <a:lnTo>
                    <a:pt x="639683" y="74403"/>
                  </a:lnTo>
                  <a:lnTo>
                    <a:pt x="640077" y="77060"/>
                  </a:lnTo>
                  <a:lnTo>
                    <a:pt x="642170" y="77223"/>
                  </a:lnTo>
                  <a:lnTo>
                    <a:pt x="644383" y="78138"/>
                  </a:lnTo>
                  <a:lnTo>
                    <a:pt x="646892" y="78803"/>
                  </a:lnTo>
                  <a:lnTo>
                    <a:pt x="647229" y="78987"/>
                  </a:lnTo>
                  <a:lnTo>
                    <a:pt x="647211" y="79331"/>
                  </a:lnTo>
                  <a:lnTo>
                    <a:pt x="646749" y="81153"/>
                  </a:lnTo>
                  <a:lnTo>
                    <a:pt x="645927" y="82521"/>
                  </a:lnTo>
                  <a:lnTo>
                    <a:pt x="644725" y="83607"/>
                  </a:lnTo>
                  <a:lnTo>
                    <a:pt x="644463" y="84186"/>
                  </a:lnTo>
                  <a:lnTo>
                    <a:pt x="644792" y="85098"/>
                  </a:lnTo>
                  <a:lnTo>
                    <a:pt x="644800" y="87937"/>
                  </a:lnTo>
                  <a:lnTo>
                    <a:pt x="646082" y="91899"/>
                  </a:lnTo>
                  <a:lnTo>
                    <a:pt x="645504" y="92620"/>
                  </a:lnTo>
                  <a:lnTo>
                    <a:pt x="645687" y="93853"/>
                  </a:lnTo>
                  <a:lnTo>
                    <a:pt x="645468" y="94528"/>
                  </a:lnTo>
                  <a:lnTo>
                    <a:pt x="646019" y="95455"/>
                  </a:lnTo>
                  <a:lnTo>
                    <a:pt x="648332" y="96927"/>
                  </a:lnTo>
                  <a:lnTo>
                    <a:pt x="648778" y="98055"/>
                  </a:lnTo>
                  <a:lnTo>
                    <a:pt x="648623" y="102179"/>
                  </a:lnTo>
                  <a:lnTo>
                    <a:pt x="648962" y="103508"/>
                  </a:lnTo>
                  <a:lnTo>
                    <a:pt x="648135" y="106586"/>
                  </a:lnTo>
                  <a:lnTo>
                    <a:pt x="649183" y="110884"/>
                  </a:lnTo>
                  <a:lnTo>
                    <a:pt x="649166" y="114396"/>
                  </a:lnTo>
                  <a:lnTo>
                    <a:pt x="649980" y="118619"/>
                  </a:lnTo>
                  <a:lnTo>
                    <a:pt x="649920" y="123288"/>
                  </a:lnTo>
                  <a:lnTo>
                    <a:pt x="649499" y="125657"/>
                  </a:lnTo>
                  <a:lnTo>
                    <a:pt x="649326" y="128670"/>
                  </a:lnTo>
                  <a:lnTo>
                    <a:pt x="648765" y="130297"/>
                  </a:lnTo>
                  <a:lnTo>
                    <a:pt x="648419" y="131005"/>
                  </a:lnTo>
                  <a:lnTo>
                    <a:pt x="647184" y="132194"/>
                  </a:lnTo>
                  <a:lnTo>
                    <a:pt x="644612" y="135395"/>
                  </a:lnTo>
                  <a:lnTo>
                    <a:pt x="642674" y="140291"/>
                  </a:lnTo>
                  <a:lnTo>
                    <a:pt x="642304" y="142710"/>
                  </a:lnTo>
                  <a:lnTo>
                    <a:pt x="639835" y="146521"/>
                  </a:lnTo>
                  <a:lnTo>
                    <a:pt x="639237" y="149481"/>
                  </a:lnTo>
                  <a:lnTo>
                    <a:pt x="638015" y="152696"/>
                  </a:lnTo>
                  <a:lnTo>
                    <a:pt x="639843" y="153466"/>
                  </a:lnTo>
                  <a:lnTo>
                    <a:pt x="646261" y="160510"/>
                  </a:lnTo>
                  <a:lnTo>
                    <a:pt x="645913" y="161191"/>
                  </a:lnTo>
                  <a:lnTo>
                    <a:pt x="645962" y="161742"/>
                  </a:lnTo>
                  <a:lnTo>
                    <a:pt x="645496" y="163298"/>
                  </a:lnTo>
                  <a:lnTo>
                    <a:pt x="644931" y="164488"/>
                  </a:lnTo>
                  <a:lnTo>
                    <a:pt x="642308" y="166538"/>
                  </a:lnTo>
                  <a:lnTo>
                    <a:pt x="642794" y="166862"/>
                  </a:lnTo>
                  <a:lnTo>
                    <a:pt x="644080" y="167290"/>
                  </a:lnTo>
                  <a:lnTo>
                    <a:pt x="644337" y="167610"/>
                  </a:lnTo>
                  <a:lnTo>
                    <a:pt x="646505" y="165406"/>
                  </a:lnTo>
                  <a:lnTo>
                    <a:pt x="647998" y="164666"/>
                  </a:lnTo>
                  <a:lnTo>
                    <a:pt x="649629" y="167405"/>
                  </a:lnTo>
                  <a:lnTo>
                    <a:pt x="649246" y="168056"/>
                  </a:lnTo>
                  <a:lnTo>
                    <a:pt x="649312" y="168729"/>
                  </a:lnTo>
                  <a:lnTo>
                    <a:pt x="649110" y="169023"/>
                  </a:lnTo>
                  <a:lnTo>
                    <a:pt x="649478" y="169150"/>
                  </a:lnTo>
                  <a:lnTo>
                    <a:pt x="650119" y="168682"/>
                  </a:lnTo>
                  <a:lnTo>
                    <a:pt x="652997" y="171474"/>
                  </a:lnTo>
                  <a:lnTo>
                    <a:pt x="653307" y="170342"/>
                  </a:lnTo>
                  <a:lnTo>
                    <a:pt x="652110" y="169047"/>
                  </a:lnTo>
                  <a:lnTo>
                    <a:pt x="652721" y="168712"/>
                  </a:lnTo>
                  <a:lnTo>
                    <a:pt x="653643" y="169722"/>
                  </a:lnTo>
                  <a:lnTo>
                    <a:pt x="654197" y="170023"/>
                  </a:lnTo>
                  <a:lnTo>
                    <a:pt x="655469" y="170185"/>
                  </a:lnTo>
                  <a:lnTo>
                    <a:pt x="655880" y="170567"/>
                  </a:lnTo>
                  <a:lnTo>
                    <a:pt x="656782" y="170789"/>
                  </a:lnTo>
                  <a:lnTo>
                    <a:pt x="657907" y="170552"/>
                  </a:lnTo>
                  <a:lnTo>
                    <a:pt x="659703" y="170976"/>
                  </a:lnTo>
                  <a:lnTo>
                    <a:pt x="659604" y="171567"/>
                  </a:lnTo>
                  <a:lnTo>
                    <a:pt x="659056" y="172050"/>
                  </a:lnTo>
                  <a:lnTo>
                    <a:pt x="660195" y="172784"/>
                  </a:lnTo>
                  <a:lnTo>
                    <a:pt x="660611" y="173311"/>
                  </a:lnTo>
                  <a:lnTo>
                    <a:pt x="661458" y="173282"/>
                  </a:lnTo>
                  <a:lnTo>
                    <a:pt x="662236" y="173700"/>
                  </a:lnTo>
                  <a:lnTo>
                    <a:pt x="662402" y="174721"/>
                  </a:lnTo>
                  <a:lnTo>
                    <a:pt x="662092" y="175127"/>
                  </a:lnTo>
                  <a:lnTo>
                    <a:pt x="661515" y="175368"/>
                  </a:lnTo>
                  <a:lnTo>
                    <a:pt x="662108" y="176527"/>
                  </a:lnTo>
                  <a:lnTo>
                    <a:pt x="663163" y="176026"/>
                  </a:lnTo>
                  <a:lnTo>
                    <a:pt x="664359" y="176930"/>
                  </a:lnTo>
                  <a:lnTo>
                    <a:pt x="665458" y="176200"/>
                  </a:lnTo>
                  <a:lnTo>
                    <a:pt x="665911" y="176492"/>
                  </a:lnTo>
                  <a:lnTo>
                    <a:pt x="666715" y="176514"/>
                  </a:lnTo>
                  <a:lnTo>
                    <a:pt x="667758" y="175857"/>
                  </a:lnTo>
                  <a:lnTo>
                    <a:pt x="668031" y="175433"/>
                  </a:lnTo>
                  <a:lnTo>
                    <a:pt x="668567" y="175817"/>
                  </a:lnTo>
                  <a:lnTo>
                    <a:pt x="669133" y="175815"/>
                  </a:lnTo>
                  <a:lnTo>
                    <a:pt x="670365" y="176708"/>
                  </a:lnTo>
                  <a:lnTo>
                    <a:pt x="670497" y="177067"/>
                  </a:lnTo>
                  <a:lnTo>
                    <a:pt x="672314" y="176420"/>
                  </a:lnTo>
                  <a:lnTo>
                    <a:pt x="673552" y="175373"/>
                  </a:lnTo>
                  <a:lnTo>
                    <a:pt x="674473" y="175111"/>
                  </a:lnTo>
                  <a:lnTo>
                    <a:pt x="675875" y="175586"/>
                  </a:lnTo>
                  <a:lnTo>
                    <a:pt x="676243" y="175913"/>
                  </a:lnTo>
                  <a:lnTo>
                    <a:pt x="676646" y="175796"/>
                  </a:lnTo>
                  <a:lnTo>
                    <a:pt x="674405" y="176827"/>
                  </a:lnTo>
                  <a:lnTo>
                    <a:pt x="673828" y="178360"/>
                  </a:lnTo>
                  <a:lnTo>
                    <a:pt x="673191" y="179339"/>
                  </a:lnTo>
                  <a:lnTo>
                    <a:pt x="671414" y="180490"/>
                  </a:lnTo>
                  <a:lnTo>
                    <a:pt x="670984" y="180179"/>
                  </a:lnTo>
                  <a:lnTo>
                    <a:pt x="670384" y="180265"/>
                  </a:lnTo>
                  <a:lnTo>
                    <a:pt x="669545" y="181019"/>
                  </a:lnTo>
                  <a:lnTo>
                    <a:pt x="669534" y="181480"/>
                  </a:lnTo>
                  <a:lnTo>
                    <a:pt x="669078" y="181675"/>
                  </a:lnTo>
                  <a:lnTo>
                    <a:pt x="669210" y="182058"/>
                  </a:lnTo>
                  <a:lnTo>
                    <a:pt x="669008" y="182584"/>
                  </a:lnTo>
                  <a:lnTo>
                    <a:pt x="669175" y="182745"/>
                  </a:lnTo>
                  <a:lnTo>
                    <a:pt x="668938" y="183013"/>
                  </a:lnTo>
                  <a:lnTo>
                    <a:pt x="669007" y="186443"/>
                  </a:lnTo>
                  <a:lnTo>
                    <a:pt x="667050" y="187957"/>
                  </a:lnTo>
                  <a:lnTo>
                    <a:pt x="663167" y="188250"/>
                  </a:lnTo>
                  <a:lnTo>
                    <a:pt x="662588" y="188796"/>
                  </a:lnTo>
                  <a:lnTo>
                    <a:pt x="661810" y="188942"/>
                  </a:lnTo>
                  <a:lnTo>
                    <a:pt x="659866" y="190331"/>
                  </a:lnTo>
                  <a:lnTo>
                    <a:pt x="659464" y="191119"/>
                  </a:lnTo>
                  <a:lnTo>
                    <a:pt x="659042" y="191188"/>
                  </a:lnTo>
                  <a:lnTo>
                    <a:pt x="658252" y="192042"/>
                  </a:lnTo>
                  <a:lnTo>
                    <a:pt x="661400" y="194237"/>
                  </a:lnTo>
                  <a:lnTo>
                    <a:pt x="661612" y="195368"/>
                  </a:lnTo>
                  <a:lnTo>
                    <a:pt x="662196" y="195643"/>
                  </a:lnTo>
                  <a:lnTo>
                    <a:pt x="662629" y="197197"/>
                  </a:lnTo>
                  <a:lnTo>
                    <a:pt x="662360" y="197614"/>
                  </a:lnTo>
                  <a:lnTo>
                    <a:pt x="666244" y="204875"/>
                  </a:lnTo>
                  <a:lnTo>
                    <a:pt x="668523" y="206555"/>
                  </a:lnTo>
                  <a:lnTo>
                    <a:pt x="670827" y="206357"/>
                  </a:lnTo>
                  <a:lnTo>
                    <a:pt x="677197" y="204081"/>
                  </a:lnTo>
                  <a:lnTo>
                    <a:pt x="677870" y="206270"/>
                  </a:lnTo>
                  <a:lnTo>
                    <a:pt x="680165" y="211933"/>
                  </a:lnTo>
                  <a:lnTo>
                    <a:pt x="698318" y="236719"/>
                  </a:lnTo>
                  <a:lnTo>
                    <a:pt x="698615" y="237070"/>
                  </a:lnTo>
                  <a:lnTo>
                    <a:pt x="697432" y="240246"/>
                  </a:lnTo>
                  <a:lnTo>
                    <a:pt x="698676" y="242164"/>
                  </a:lnTo>
                  <a:lnTo>
                    <a:pt x="699928" y="245005"/>
                  </a:lnTo>
                  <a:lnTo>
                    <a:pt x="701704" y="246507"/>
                  </a:lnTo>
                  <a:lnTo>
                    <a:pt x="702712" y="248644"/>
                  </a:lnTo>
                  <a:lnTo>
                    <a:pt x="704448" y="250886"/>
                  </a:lnTo>
                  <a:lnTo>
                    <a:pt x="709118" y="252775"/>
                  </a:lnTo>
                  <a:lnTo>
                    <a:pt x="711393" y="253410"/>
                  </a:lnTo>
                  <a:lnTo>
                    <a:pt x="713990" y="254585"/>
                  </a:lnTo>
                  <a:lnTo>
                    <a:pt x="719390" y="255609"/>
                  </a:lnTo>
                  <a:lnTo>
                    <a:pt x="726509" y="255357"/>
                  </a:lnTo>
                  <a:lnTo>
                    <a:pt x="726788" y="257699"/>
                  </a:lnTo>
                  <a:lnTo>
                    <a:pt x="728135" y="259230"/>
                  </a:lnTo>
                  <a:lnTo>
                    <a:pt x="730988" y="261689"/>
                  </a:lnTo>
                  <a:lnTo>
                    <a:pt x="735062" y="262811"/>
                  </a:lnTo>
                  <a:lnTo>
                    <a:pt x="736430" y="264075"/>
                  </a:lnTo>
                  <a:lnTo>
                    <a:pt x="740390" y="266199"/>
                  </a:lnTo>
                  <a:lnTo>
                    <a:pt x="743542" y="265621"/>
                  </a:lnTo>
                  <a:lnTo>
                    <a:pt x="747651" y="273109"/>
                  </a:lnTo>
                  <a:lnTo>
                    <a:pt x="748046" y="273502"/>
                  </a:lnTo>
                  <a:lnTo>
                    <a:pt x="754036" y="273820"/>
                  </a:lnTo>
                  <a:lnTo>
                    <a:pt x="756313" y="275679"/>
                  </a:lnTo>
                  <a:lnTo>
                    <a:pt x="757481" y="281230"/>
                  </a:lnTo>
                  <a:lnTo>
                    <a:pt x="759194" y="283622"/>
                  </a:lnTo>
                  <a:lnTo>
                    <a:pt x="760401" y="285867"/>
                  </a:lnTo>
                  <a:lnTo>
                    <a:pt x="760359" y="288923"/>
                  </a:lnTo>
                  <a:lnTo>
                    <a:pt x="762669" y="291619"/>
                  </a:lnTo>
                  <a:lnTo>
                    <a:pt x="763434" y="294711"/>
                  </a:lnTo>
                  <a:lnTo>
                    <a:pt x="763167" y="296275"/>
                  </a:lnTo>
                  <a:lnTo>
                    <a:pt x="763558" y="297639"/>
                  </a:lnTo>
                  <a:lnTo>
                    <a:pt x="762554" y="299162"/>
                  </a:lnTo>
                  <a:lnTo>
                    <a:pt x="762168" y="301124"/>
                  </a:lnTo>
                  <a:lnTo>
                    <a:pt x="771118" y="311214"/>
                  </a:lnTo>
                  <a:lnTo>
                    <a:pt x="770767" y="313901"/>
                  </a:lnTo>
                  <a:lnTo>
                    <a:pt x="771294" y="318010"/>
                  </a:lnTo>
                  <a:lnTo>
                    <a:pt x="772025" y="320379"/>
                  </a:lnTo>
                  <a:lnTo>
                    <a:pt x="772053" y="321629"/>
                  </a:lnTo>
                  <a:lnTo>
                    <a:pt x="771363" y="325156"/>
                  </a:lnTo>
                  <a:lnTo>
                    <a:pt x="769594" y="328540"/>
                  </a:lnTo>
                  <a:lnTo>
                    <a:pt x="770260" y="335200"/>
                  </a:lnTo>
                  <a:lnTo>
                    <a:pt x="775204" y="343248"/>
                  </a:lnTo>
                  <a:lnTo>
                    <a:pt x="775150" y="344821"/>
                  </a:lnTo>
                  <a:lnTo>
                    <a:pt x="777624" y="346200"/>
                  </a:lnTo>
                  <a:lnTo>
                    <a:pt x="778315" y="348097"/>
                  </a:lnTo>
                  <a:lnTo>
                    <a:pt x="781000" y="348967"/>
                  </a:lnTo>
                  <a:lnTo>
                    <a:pt x="783550" y="351238"/>
                  </a:lnTo>
                  <a:lnTo>
                    <a:pt x="783813" y="352033"/>
                  </a:lnTo>
                  <a:lnTo>
                    <a:pt x="784931" y="353046"/>
                  </a:lnTo>
                  <a:lnTo>
                    <a:pt x="785406" y="354298"/>
                  </a:lnTo>
                  <a:lnTo>
                    <a:pt x="786694" y="353902"/>
                  </a:lnTo>
                  <a:lnTo>
                    <a:pt x="787412" y="354198"/>
                  </a:lnTo>
                  <a:lnTo>
                    <a:pt x="788111" y="353904"/>
                  </a:lnTo>
                  <a:lnTo>
                    <a:pt x="789079" y="354426"/>
                  </a:lnTo>
                  <a:lnTo>
                    <a:pt x="789191" y="359428"/>
                  </a:lnTo>
                  <a:lnTo>
                    <a:pt x="789775" y="359692"/>
                  </a:lnTo>
                  <a:lnTo>
                    <a:pt x="790897" y="359570"/>
                  </a:lnTo>
                  <a:lnTo>
                    <a:pt x="791136" y="360225"/>
                  </a:lnTo>
                  <a:lnTo>
                    <a:pt x="790761" y="361069"/>
                  </a:lnTo>
                  <a:lnTo>
                    <a:pt x="792095" y="365134"/>
                  </a:lnTo>
                  <a:lnTo>
                    <a:pt x="790844" y="368106"/>
                  </a:lnTo>
                  <a:lnTo>
                    <a:pt x="784056" y="368153"/>
                  </a:lnTo>
                  <a:lnTo>
                    <a:pt x="781731" y="377019"/>
                  </a:lnTo>
                  <a:lnTo>
                    <a:pt x="782026" y="378075"/>
                  </a:lnTo>
                  <a:lnTo>
                    <a:pt x="783234" y="379879"/>
                  </a:lnTo>
                  <a:lnTo>
                    <a:pt x="780820" y="382890"/>
                  </a:lnTo>
                  <a:lnTo>
                    <a:pt x="765413" y="386458"/>
                  </a:lnTo>
                  <a:lnTo>
                    <a:pt x="760796" y="394278"/>
                  </a:lnTo>
                  <a:lnTo>
                    <a:pt x="762715" y="399880"/>
                  </a:lnTo>
                  <a:lnTo>
                    <a:pt x="760611" y="403465"/>
                  </a:lnTo>
                  <a:lnTo>
                    <a:pt x="759454" y="408056"/>
                  </a:lnTo>
                  <a:lnTo>
                    <a:pt x="758022" y="411358"/>
                  </a:lnTo>
                  <a:lnTo>
                    <a:pt x="758326" y="414009"/>
                  </a:lnTo>
                  <a:lnTo>
                    <a:pt x="761168" y="416718"/>
                  </a:lnTo>
                  <a:lnTo>
                    <a:pt x="761701" y="421120"/>
                  </a:lnTo>
                  <a:lnTo>
                    <a:pt x="760288" y="425983"/>
                  </a:lnTo>
                  <a:lnTo>
                    <a:pt x="761720" y="427425"/>
                  </a:lnTo>
                  <a:lnTo>
                    <a:pt x="762252" y="428694"/>
                  </a:lnTo>
                  <a:lnTo>
                    <a:pt x="762574" y="432165"/>
                  </a:lnTo>
                  <a:lnTo>
                    <a:pt x="763223" y="433483"/>
                  </a:lnTo>
                  <a:lnTo>
                    <a:pt x="763702" y="435422"/>
                  </a:lnTo>
                  <a:lnTo>
                    <a:pt x="764637" y="437330"/>
                  </a:lnTo>
                  <a:lnTo>
                    <a:pt x="763982" y="438988"/>
                  </a:lnTo>
                  <a:lnTo>
                    <a:pt x="763206" y="442508"/>
                  </a:lnTo>
                  <a:lnTo>
                    <a:pt x="759882" y="449041"/>
                  </a:lnTo>
                  <a:lnTo>
                    <a:pt x="760720" y="453936"/>
                  </a:lnTo>
                  <a:lnTo>
                    <a:pt x="759515" y="455940"/>
                  </a:lnTo>
                  <a:lnTo>
                    <a:pt x="758886" y="458780"/>
                  </a:lnTo>
                  <a:lnTo>
                    <a:pt x="757231" y="463612"/>
                  </a:lnTo>
                  <a:lnTo>
                    <a:pt x="755530" y="467542"/>
                  </a:lnTo>
                  <a:lnTo>
                    <a:pt x="755550" y="469455"/>
                  </a:lnTo>
                  <a:lnTo>
                    <a:pt x="749113" y="472710"/>
                  </a:lnTo>
                  <a:lnTo>
                    <a:pt x="748406" y="474917"/>
                  </a:lnTo>
                  <a:lnTo>
                    <a:pt x="746974" y="476722"/>
                  </a:lnTo>
                  <a:lnTo>
                    <a:pt x="747572" y="484867"/>
                  </a:lnTo>
                  <a:lnTo>
                    <a:pt x="745480" y="491276"/>
                  </a:lnTo>
                  <a:lnTo>
                    <a:pt x="750403" y="495679"/>
                  </a:lnTo>
                  <a:lnTo>
                    <a:pt x="751605" y="500294"/>
                  </a:lnTo>
                  <a:lnTo>
                    <a:pt x="756610" y="503175"/>
                  </a:lnTo>
                  <a:lnTo>
                    <a:pt x="753654" y="507464"/>
                  </a:lnTo>
                  <a:lnTo>
                    <a:pt x="752303" y="511400"/>
                  </a:lnTo>
                  <a:lnTo>
                    <a:pt x="754678" y="515048"/>
                  </a:lnTo>
                  <a:lnTo>
                    <a:pt x="754766" y="517456"/>
                  </a:lnTo>
                  <a:lnTo>
                    <a:pt x="747313" y="530151"/>
                  </a:lnTo>
                  <a:lnTo>
                    <a:pt x="747605" y="531403"/>
                  </a:lnTo>
                  <a:lnTo>
                    <a:pt x="747478" y="532706"/>
                  </a:lnTo>
                  <a:lnTo>
                    <a:pt x="748205" y="534159"/>
                  </a:lnTo>
                  <a:lnTo>
                    <a:pt x="747757" y="537775"/>
                  </a:lnTo>
                  <a:lnTo>
                    <a:pt x="744133" y="540751"/>
                  </a:lnTo>
                  <a:lnTo>
                    <a:pt x="736569" y="544890"/>
                  </a:lnTo>
                  <a:lnTo>
                    <a:pt x="733738" y="548142"/>
                  </a:lnTo>
                  <a:lnTo>
                    <a:pt x="735833" y="553311"/>
                  </a:lnTo>
                  <a:lnTo>
                    <a:pt x="736401" y="556342"/>
                  </a:lnTo>
                  <a:lnTo>
                    <a:pt x="734390" y="561942"/>
                  </a:lnTo>
                  <a:lnTo>
                    <a:pt x="735940" y="566793"/>
                  </a:lnTo>
                  <a:lnTo>
                    <a:pt x="733820" y="572111"/>
                  </a:lnTo>
                  <a:lnTo>
                    <a:pt x="734371" y="577280"/>
                  </a:lnTo>
                  <a:lnTo>
                    <a:pt x="736277" y="578674"/>
                  </a:lnTo>
                  <a:lnTo>
                    <a:pt x="742658" y="580004"/>
                  </a:lnTo>
                  <a:lnTo>
                    <a:pt x="746015" y="581410"/>
                  </a:lnTo>
                  <a:lnTo>
                    <a:pt x="748724" y="581942"/>
                  </a:lnTo>
                  <a:lnTo>
                    <a:pt x="749972" y="583877"/>
                  </a:lnTo>
                  <a:lnTo>
                    <a:pt x="752853" y="586371"/>
                  </a:lnTo>
                  <a:lnTo>
                    <a:pt x="754699" y="588596"/>
                  </a:lnTo>
                  <a:lnTo>
                    <a:pt x="754977" y="593176"/>
                  </a:lnTo>
                  <a:lnTo>
                    <a:pt x="751390" y="601754"/>
                  </a:lnTo>
                  <a:lnTo>
                    <a:pt x="753175" y="604290"/>
                  </a:lnTo>
                  <a:lnTo>
                    <a:pt x="755593" y="606071"/>
                  </a:lnTo>
                  <a:lnTo>
                    <a:pt x="755343" y="608940"/>
                  </a:lnTo>
                  <a:lnTo>
                    <a:pt x="752652" y="611207"/>
                  </a:lnTo>
                  <a:lnTo>
                    <a:pt x="751980" y="617777"/>
                  </a:lnTo>
                  <a:lnTo>
                    <a:pt x="752266" y="625461"/>
                  </a:lnTo>
                  <a:lnTo>
                    <a:pt x="751329" y="627783"/>
                  </a:lnTo>
                  <a:lnTo>
                    <a:pt x="751488" y="630173"/>
                  </a:lnTo>
                  <a:lnTo>
                    <a:pt x="745756" y="638210"/>
                  </a:lnTo>
                  <a:lnTo>
                    <a:pt x="737687" y="638900"/>
                  </a:lnTo>
                  <a:lnTo>
                    <a:pt x="735083" y="642408"/>
                  </a:lnTo>
                  <a:lnTo>
                    <a:pt x="733886" y="642934"/>
                  </a:lnTo>
                  <a:lnTo>
                    <a:pt x="733580" y="646715"/>
                  </a:lnTo>
                  <a:lnTo>
                    <a:pt x="735070" y="650344"/>
                  </a:lnTo>
                  <a:lnTo>
                    <a:pt x="736203" y="652880"/>
                  </a:lnTo>
                  <a:lnTo>
                    <a:pt x="740145" y="658109"/>
                  </a:lnTo>
                  <a:lnTo>
                    <a:pt x="741199" y="660733"/>
                  </a:lnTo>
                  <a:lnTo>
                    <a:pt x="741313" y="662739"/>
                  </a:lnTo>
                  <a:lnTo>
                    <a:pt x="740058" y="667893"/>
                  </a:lnTo>
                  <a:lnTo>
                    <a:pt x="740079" y="670283"/>
                  </a:lnTo>
                  <a:lnTo>
                    <a:pt x="739771" y="671484"/>
                  </a:lnTo>
                  <a:lnTo>
                    <a:pt x="738710" y="672672"/>
                  </a:lnTo>
                  <a:lnTo>
                    <a:pt x="736990" y="673377"/>
                  </a:lnTo>
                  <a:lnTo>
                    <a:pt x="735807" y="674257"/>
                  </a:lnTo>
                  <a:lnTo>
                    <a:pt x="734267" y="676381"/>
                  </a:lnTo>
                  <a:lnTo>
                    <a:pt x="730641" y="679550"/>
                  </a:lnTo>
                  <a:lnTo>
                    <a:pt x="729820" y="681161"/>
                  </a:lnTo>
                  <a:lnTo>
                    <a:pt x="728145" y="682778"/>
                  </a:lnTo>
                  <a:lnTo>
                    <a:pt x="724787" y="684430"/>
                  </a:lnTo>
                  <a:lnTo>
                    <a:pt x="722890" y="685058"/>
                  </a:lnTo>
                  <a:lnTo>
                    <a:pt x="720730" y="685300"/>
                  </a:lnTo>
                  <a:lnTo>
                    <a:pt x="718746" y="685051"/>
                  </a:lnTo>
                  <a:lnTo>
                    <a:pt x="718037" y="682881"/>
                  </a:lnTo>
                  <a:lnTo>
                    <a:pt x="716661" y="680749"/>
                  </a:lnTo>
                  <a:lnTo>
                    <a:pt x="713740" y="678624"/>
                  </a:lnTo>
                  <a:lnTo>
                    <a:pt x="712050" y="676588"/>
                  </a:lnTo>
                  <a:lnTo>
                    <a:pt x="711787" y="675366"/>
                  </a:lnTo>
                  <a:lnTo>
                    <a:pt x="711612" y="671150"/>
                  </a:lnTo>
                  <a:lnTo>
                    <a:pt x="710901" y="669369"/>
                  </a:lnTo>
                  <a:lnTo>
                    <a:pt x="709894" y="668327"/>
                  </a:lnTo>
                  <a:lnTo>
                    <a:pt x="709128" y="668005"/>
                  </a:lnTo>
                  <a:lnTo>
                    <a:pt x="706767" y="667796"/>
                  </a:lnTo>
                  <a:lnTo>
                    <a:pt x="703362" y="666751"/>
                  </a:lnTo>
                  <a:lnTo>
                    <a:pt x="702411" y="666660"/>
                  </a:lnTo>
                  <a:lnTo>
                    <a:pt x="700645" y="667079"/>
                  </a:lnTo>
                  <a:lnTo>
                    <a:pt x="698278" y="666927"/>
                  </a:lnTo>
                  <a:lnTo>
                    <a:pt x="689924" y="665339"/>
                  </a:lnTo>
                  <a:lnTo>
                    <a:pt x="686923" y="663704"/>
                  </a:lnTo>
                  <a:lnTo>
                    <a:pt x="686113" y="662309"/>
                  </a:lnTo>
                  <a:lnTo>
                    <a:pt x="685497" y="659928"/>
                  </a:lnTo>
                  <a:lnTo>
                    <a:pt x="684691" y="659561"/>
                  </a:lnTo>
                  <a:lnTo>
                    <a:pt x="681911" y="659202"/>
                  </a:lnTo>
                  <a:lnTo>
                    <a:pt x="678402" y="659575"/>
                  </a:lnTo>
                  <a:lnTo>
                    <a:pt x="674081" y="659315"/>
                  </a:lnTo>
                  <a:lnTo>
                    <a:pt x="673600" y="657497"/>
                  </a:lnTo>
                  <a:lnTo>
                    <a:pt x="672033" y="655288"/>
                  </a:lnTo>
                  <a:lnTo>
                    <a:pt x="670504" y="652502"/>
                  </a:lnTo>
                  <a:lnTo>
                    <a:pt x="668008" y="651298"/>
                  </a:lnTo>
                  <a:lnTo>
                    <a:pt x="667543" y="650812"/>
                  </a:lnTo>
                  <a:lnTo>
                    <a:pt x="667545" y="650075"/>
                  </a:lnTo>
                  <a:lnTo>
                    <a:pt x="668240" y="649134"/>
                  </a:lnTo>
                  <a:lnTo>
                    <a:pt x="668427" y="646786"/>
                  </a:lnTo>
                  <a:lnTo>
                    <a:pt x="668890" y="646120"/>
                  </a:lnTo>
                  <a:lnTo>
                    <a:pt x="668926" y="645011"/>
                  </a:lnTo>
                  <a:lnTo>
                    <a:pt x="668704" y="644552"/>
                  </a:lnTo>
                  <a:lnTo>
                    <a:pt x="665505" y="644232"/>
                  </a:lnTo>
                  <a:lnTo>
                    <a:pt x="663951" y="644882"/>
                  </a:lnTo>
                  <a:lnTo>
                    <a:pt x="663288" y="644704"/>
                  </a:lnTo>
                  <a:lnTo>
                    <a:pt x="662257" y="644922"/>
                  </a:lnTo>
                  <a:lnTo>
                    <a:pt x="661854" y="644708"/>
                  </a:lnTo>
                  <a:lnTo>
                    <a:pt x="660318" y="644762"/>
                  </a:lnTo>
                  <a:lnTo>
                    <a:pt x="658365" y="644458"/>
                  </a:lnTo>
                  <a:lnTo>
                    <a:pt x="656762" y="644598"/>
                  </a:lnTo>
                  <a:lnTo>
                    <a:pt x="655339" y="643885"/>
                  </a:lnTo>
                  <a:lnTo>
                    <a:pt x="654409" y="643791"/>
                  </a:lnTo>
                  <a:lnTo>
                    <a:pt x="653830" y="642826"/>
                  </a:lnTo>
                  <a:lnTo>
                    <a:pt x="652846" y="642093"/>
                  </a:lnTo>
                  <a:lnTo>
                    <a:pt x="652565" y="641166"/>
                  </a:lnTo>
                  <a:lnTo>
                    <a:pt x="652839" y="640358"/>
                  </a:lnTo>
                  <a:lnTo>
                    <a:pt x="652680" y="639928"/>
                  </a:lnTo>
                  <a:lnTo>
                    <a:pt x="651846" y="639474"/>
                  </a:lnTo>
                  <a:lnTo>
                    <a:pt x="651228" y="638527"/>
                  </a:lnTo>
                  <a:lnTo>
                    <a:pt x="650228" y="638218"/>
                  </a:lnTo>
                  <a:lnTo>
                    <a:pt x="647405" y="636641"/>
                  </a:lnTo>
                  <a:lnTo>
                    <a:pt x="645734" y="636390"/>
                  </a:lnTo>
                  <a:lnTo>
                    <a:pt x="645506" y="636101"/>
                  </a:lnTo>
                  <a:lnTo>
                    <a:pt x="644367" y="635650"/>
                  </a:lnTo>
                  <a:lnTo>
                    <a:pt x="643240" y="634412"/>
                  </a:lnTo>
                  <a:lnTo>
                    <a:pt x="643391" y="633813"/>
                  </a:lnTo>
                  <a:lnTo>
                    <a:pt x="643118" y="633098"/>
                  </a:lnTo>
                  <a:lnTo>
                    <a:pt x="643867" y="631844"/>
                  </a:lnTo>
                  <a:lnTo>
                    <a:pt x="644299" y="630355"/>
                  </a:lnTo>
                  <a:lnTo>
                    <a:pt x="644250" y="629498"/>
                  </a:lnTo>
                  <a:lnTo>
                    <a:pt x="645147" y="628949"/>
                  </a:lnTo>
                  <a:lnTo>
                    <a:pt x="643948" y="627415"/>
                  </a:lnTo>
                  <a:lnTo>
                    <a:pt x="643735" y="626413"/>
                  </a:lnTo>
                  <a:lnTo>
                    <a:pt x="644036" y="625939"/>
                  </a:lnTo>
                  <a:lnTo>
                    <a:pt x="645121" y="625491"/>
                  </a:lnTo>
                  <a:lnTo>
                    <a:pt x="646502" y="624245"/>
                  </a:lnTo>
                  <a:lnTo>
                    <a:pt x="647882" y="619972"/>
                  </a:lnTo>
                  <a:lnTo>
                    <a:pt x="647812" y="619128"/>
                  </a:lnTo>
                  <a:lnTo>
                    <a:pt x="646858" y="618510"/>
                  </a:lnTo>
                  <a:lnTo>
                    <a:pt x="646557" y="617791"/>
                  </a:lnTo>
                  <a:lnTo>
                    <a:pt x="645399" y="617737"/>
                  </a:lnTo>
                  <a:lnTo>
                    <a:pt x="644503" y="616956"/>
                  </a:lnTo>
                  <a:lnTo>
                    <a:pt x="643265" y="614172"/>
                  </a:lnTo>
                  <a:lnTo>
                    <a:pt x="642739" y="613305"/>
                  </a:lnTo>
                  <a:lnTo>
                    <a:pt x="641757" y="612419"/>
                  </a:lnTo>
                  <a:lnTo>
                    <a:pt x="641185" y="610916"/>
                  </a:lnTo>
                  <a:lnTo>
                    <a:pt x="639528" y="610942"/>
                  </a:lnTo>
                  <a:lnTo>
                    <a:pt x="638752" y="611392"/>
                  </a:lnTo>
                  <a:lnTo>
                    <a:pt x="638474" y="610924"/>
                  </a:lnTo>
                  <a:lnTo>
                    <a:pt x="637484" y="610747"/>
                  </a:lnTo>
                  <a:lnTo>
                    <a:pt x="636844" y="610255"/>
                  </a:lnTo>
                  <a:lnTo>
                    <a:pt x="636005" y="609175"/>
                  </a:lnTo>
                  <a:lnTo>
                    <a:pt x="634448" y="609645"/>
                  </a:lnTo>
                  <a:lnTo>
                    <a:pt x="633242" y="609359"/>
                  </a:lnTo>
                  <a:lnTo>
                    <a:pt x="632235" y="609533"/>
                  </a:lnTo>
                  <a:lnTo>
                    <a:pt x="631048" y="608869"/>
                  </a:lnTo>
                  <a:lnTo>
                    <a:pt x="630320" y="606712"/>
                  </a:lnTo>
                  <a:lnTo>
                    <a:pt x="628450" y="605995"/>
                  </a:lnTo>
                  <a:lnTo>
                    <a:pt x="627956" y="605537"/>
                  </a:lnTo>
                  <a:lnTo>
                    <a:pt x="627274" y="605809"/>
                  </a:lnTo>
                  <a:lnTo>
                    <a:pt x="626533" y="605789"/>
                  </a:lnTo>
                  <a:lnTo>
                    <a:pt x="625560" y="606594"/>
                  </a:lnTo>
                  <a:lnTo>
                    <a:pt x="624869" y="606795"/>
                  </a:lnTo>
                  <a:lnTo>
                    <a:pt x="623841" y="606375"/>
                  </a:lnTo>
                  <a:lnTo>
                    <a:pt x="622013" y="606082"/>
                  </a:lnTo>
                  <a:lnTo>
                    <a:pt x="620867" y="605489"/>
                  </a:lnTo>
                  <a:lnTo>
                    <a:pt x="620470" y="604666"/>
                  </a:lnTo>
                  <a:lnTo>
                    <a:pt x="620113" y="604457"/>
                  </a:lnTo>
                  <a:lnTo>
                    <a:pt x="619777" y="602998"/>
                  </a:lnTo>
                  <a:lnTo>
                    <a:pt x="618894" y="601579"/>
                  </a:lnTo>
                  <a:lnTo>
                    <a:pt x="618233" y="600943"/>
                  </a:lnTo>
                  <a:lnTo>
                    <a:pt x="617556" y="599013"/>
                  </a:lnTo>
                  <a:lnTo>
                    <a:pt x="616526" y="597611"/>
                  </a:lnTo>
                  <a:lnTo>
                    <a:pt x="615641" y="597705"/>
                  </a:lnTo>
                  <a:lnTo>
                    <a:pt x="615321" y="598163"/>
                  </a:lnTo>
                  <a:lnTo>
                    <a:pt x="612861" y="598609"/>
                  </a:lnTo>
                  <a:lnTo>
                    <a:pt x="611270" y="599384"/>
                  </a:lnTo>
                  <a:lnTo>
                    <a:pt x="610072" y="600589"/>
                  </a:lnTo>
                  <a:lnTo>
                    <a:pt x="608690" y="602612"/>
                  </a:lnTo>
                  <a:lnTo>
                    <a:pt x="607609" y="603262"/>
                  </a:lnTo>
                  <a:lnTo>
                    <a:pt x="607446" y="604032"/>
                  </a:lnTo>
                  <a:lnTo>
                    <a:pt x="606418" y="604389"/>
                  </a:lnTo>
                  <a:lnTo>
                    <a:pt x="603826" y="606719"/>
                  </a:lnTo>
                  <a:lnTo>
                    <a:pt x="603439" y="607539"/>
                  </a:lnTo>
                  <a:lnTo>
                    <a:pt x="603752" y="608525"/>
                  </a:lnTo>
                  <a:lnTo>
                    <a:pt x="603653" y="608913"/>
                  </a:lnTo>
                  <a:lnTo>
                    <a:pt x="601322" y="610905"/>
                  </a:lnTo>
                  <a:lnTo>
                    <a:pt x="597396" y="611864"/>
                  </a:lnTo>
                  <a:lnTo>
                    <a:pt x="596177" y="612733"/>
                  </a:lnTo>
                  <a:lnTo>
                    <a:pt x="593695" y="613140"/>
                  </a:lnTo>
                  <a:lnTo>
                    <a:pt x="592580" y="613031"/>
                  </a:lnTo>
                  <a:lnTo>
                    <a:pt x="591828" y="612553"/>
                  </a:lnTo>
                  <a:lnTo>
                    <a:pt x="590730" y="612533"/>
                  </a:lnTo>
                  <a:lnTo>
                    <a:pt x="590173" y="612814"/>
                  </a:lnTo>
                  <a:lnTo>
                    <a:pt x="588392" y="612970"/>
                  </a:lnTo>
                  <a:lnTo>
                    <a:pt x="586390" y="612674"/>
                  </a:lnTo>
                  <a:lnTo>
                    <a:pt x="584310" y="613062"/>
                  </a:lnTo>
                  <a:lnTo>
                    <a:pt x="582447" y="612891"/>
                  </a:lnTo>
                  <a:lnTo>
                    <a:pt x="581200" y="613439"/>
                  </a:lnTo>
                  <a:lnTo>
                    <a:pt x="577977" y="613104"/>
                  </a:lnTo>
                  <a:lnTo>
                    <a:pt x="576704" y="613594"/>
                  </a:lnTo>
                  <a:lnTo>
                    <a:pt x="575868" y="613264"/>
                  </a:lnTo>
                  <a:lnTo>
                    <a:pt x="573419" y="613397"/>
                  </a:lnTo>
                  <a:lnTo>
                    <a:pt x="571559" y="613839"/>
                  </a:lnTo>
                  <a:lnTo>
                    <a:pt x="570509" y="613424"/>
                  </a:lnTo>
                  <a:lnTo>
                    <a:pt x="569022" y="613576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pg111">
              <a:extLst>
                <a:ext uri="{FF2B5EF4-FFF2-40B4-BE49-F238E27FC236}">
                  <a16:creationId xmlns:a16="http://schemas.microsoft.com/office/drawing/2014/main" id="{57BAAFBE-9771-5299-3124-41019D7EFF5F}"/>
                </a:ext>
              </a:extLst>
            </p:cNvPr>
            <p:cNvSpPr/>
            <p:nvPr/>
          </p:nvSpPr>
          <p:spPr>
            <a:xfrm>
              <a:off x="3216756" y="3163727"/>
              <a:ext cx="915928" cy="805207"/>
            </a:xfrm>
            <a:custGeom>
              <a:avLst/>
              <a:gdLst/>
              <a:ahLst/>
              <a:cxnLst/>
              <a:rect l="0" t="0" r="0" b="0"/>
              <a:pathLst>
                <a:path w="915928" h="805207">
                  <a:moveTo>
                    <a:pt x="459979" y="793303"/>
                  </a:moveTo>
                  <a:lnTo>
                    <a:pt x="458632" y="793172"/>
                  </a:lnTo>
                  <a:lnTo>
                    <a:pt x="457980" y="792888"/>
                  </a:lnTo>
                  <a:lnTo>
                    <a:pt x="457655" y="792461"/>
                  </a:lnTo>
                  <a:lnTo>
                    <a:pt x="457039" y="792434"/>
                  </a:lnTo>
                  <a:lnTo>
                    <a:pt x="456002" y="790515"/>
                  </a:lnTo>
                  <a:lnTo>
                    <a:pt x="453769" y="787929"/>
                  </a:lnTo>
                  <a:lnTo>
                    <a:pt x="453575" y="787231"/>
                  </a:lnTo>
                  <a:lnTo>
                    <a:pt x="452942" y="787371"/>
                  </a:lnTo>
                  <a:lnTo>
                    <a:pt x="452533" y="786594"/>
                  </a:lnTo>
                  <a:lnTo>
                    <a:pt x="451015" y="785496"/>
                  </a:lnTo>
                  <a:lnTo>
                    <a:pt x="450917" y="785164"/>
                  </a:lnTo>
                  <a:lnTo>
                    <a:pt x="449478" y="784541"/>
                  </a:lnTo>
                  <a:lnTo>
                    <a:pt x="449141" y="783767"/>
                  </a:lnTo>
                  <a:lnTo>
                    <a:pt x="448398" y="783158"/>
                  </a:lnTo>
                  <a:lnTo>
                    <a:pt x="448044" y="782258"/>
                  </a:lnTo>
                  <a:lnTo>
                    <a:pt x="445641" y="779338"/>
                  </a:lnTo>
                  <a:lnTo>
                    <a:pt x="444977" y="779328"/>
                  </a:lnTo>
                  <a:lnTo>
                    <a:pt x="443038" y="778685"/>
                  </a:lnTo>
                  <a:lnTo>
                    <a:pt x="441839" y="778686"/>
                  </a:lnTo>
                  <a:lnTo>
                    <a:pt x="439580" y="777010"/>
                  </a:lnTo>
                  <a:lnTo>
                    <a:pt x="437974" y="775298"/>
                  </a:lnTo>
                  <a:lnTo>
                    <a:pt x="436971" y="775037"/>
                  </a:lnTo>
                  <a:lnTo>
                    <a:pt x="436906" y="773941"/>
                  </a:lnTo>
                  <a:lnTo>
                    <a:pt x="436234" y="772794"/>
                  </a:lnTo>
                  <a:lnTo>
                    <a:pt x="436837" y="772109"/>
                  </a:lnTo>
                  <a:lnTo>
                    <a:pt x="437063" y="770235"/>
                  </a:lnTo>
                  <a:lnTo>
                    <a:pt x="437090" y="769274"/>
                  </a:lnTo>
                  <a:lnTo>
                    <a:pt x="436505" y="768643"/>
                  </a:lnTo>
                  <a:lnTo>
                    <a:pt x="433848" y="767184"/>
                  </a:lnTo>
                  <a:lnTo>
                    <a:pt x="433237" y="767230"/>
                  </a:lnTo>
                  <a:lnTo>
                    <a:pt x="432738" y="766804"/>
                  </a:lnTo>
                  <a:lnTo>
                    <a:pt x="432309" y="766763"/>
                  </a:lnTo>
                  <a:lnTo>
                    <a:pt x="432109" y="766343"/>
                  </a:lnTo>
                  <a:lnTo>
                    <a:pt x="431505" y="766553"/>
                  </a:lnTo>
                  <a:lnTo>
                    <a:pt x="430947" y="766383"/>
                  </a:lnTo>
                  <a:lnTo>
                    <a:pt x="429878" y="765296"/>
                  </a:lnTo>
                  <a:lnTo>
                    <a:pt x="427837" y="763936"/>
                  </a:lnTo>
                  <a:lnTo>
                    <a:pt x="427255" y="763925"/>
                  </a:lnTo>
                  <a:lnTo>
                    <a:pt x="426531" y="764321"/>
                  </a:lnTo>
                  <a:lnTo>
                    <a:pt x="425992" y="764058"/>
                  </a:lnTo>
                  <a:lnTo>
                    <a:pt x="424967" y="763348"/>
                  </a:lnTo>
                  <a:lnTo>
                    <a:pt x="424727" y="762610"/>
                  </a:lnTo>
                  <a:lnTo>
                    <a:pt x="424030" y="762296"/>
                  </a:lnTo>
                  <a:lnTo>
                    <a:pt x="423959" y="761808"/>
                  </a:lnTo>
                  <a:lnTo>
                    <a:pt x="423280" y="761365"/>
                  </a:lnTo>
                  <a:lnTo>
                    <a:pt x="422604" y="761306"/>
                  </a:lnTo>
                  <a:lnTo>
                    <a:pt x="422187" y="761869"/>
                  </a:lnTo>
                  <a:lnTo>
                    <a:pt x="419931" y="761811"/>
                  </a:lnTo>
                  <a:lnTo>
                    <a:pt x="417894" y="762366"/>
                  </a:lnTo>
                  <a:lnTo>
                    <a:pt x="416132" y="762349"/>
                  </a:lnTo>
                  <a:lnTo>
                    <a:pt x="415271" y="762628"/>
                  </a:lnTo>
                  <a:lnTo>
                    <a:pt x="412500" y="762523"/>
                  </a:lnTo>
                  <a:lnTo>
                    <a:pt x="411582" y="759502"/>
                  </a:lnTo>
                  <a:lnTo>
                    <a:pt x="409379" y="758167"/>
                  </a:lnTo>
                  <a:lnTo>
                    <a:pt x="407829" y="758029"/>
                  </a:lnTo>
                  <a:lnTo>
                    <a:pt x="406337" y="760363"/>
                  </a:lnTo>
                  <a:lnTo>
                    <a:pt x="406067" y="761359"/>
                  </a:lnTo>
                  <a:lnTo>
                    <a:pt x="405011" y="762494"/>
                  </a:lnTo>
                  <a:lnTo>
                    <a:pt x="402664" y="761602"/>
                  </a:lnTo>
                  <a:lnTo>
                    <a:pt x="402585" y="762111"/>
                  </a:lnTo>
                  <a:lnTo>
                    <a:pt x="402175" y="762166"/>
                  </a:lnTo>
                  <a:lnTo>
                    <a:pt x="402123" y="763069"/>
                  </a:lnTo>
                  <a:lnTo>
                    <a:pt x="401609" y="763250"/>
                  </a:lnTo>
                  <a:lnTo>
                    <a:pt x="401189" y="763780"/>
                  </a:lnTo>
                  <a:lnTo>
                    <a:pt x="399820" y="763040"/>
                  </a:lnTo>
                  <a:lnTo>
                    <a:pt x="398103" y="762972"/>
                  </a:lnTo>
                  <a:lnTo>
                    <a:pt x="397615" y="763748"/>
                  </a:lnTo>
                  <a:lnTo>
                    <a:pt x="396091" y="763569"/>
                  </a:lnTo>
                  <a:lnTo>
                    <a:pt x="395509" y="764154"/>
                  </a:lnTo>
                  <a:lnTo>
                    <a:pt x="392117" y="763106"/>
                  </a:lnTo>
                  <a:lnTo>
                    <a:pt x="391356" y="763246"/>
                  </a:lnTo>
                  <a:lnTo>
                    <a:pt x="390649" y="763053"/>
                  </a:lnTo>
                  <a:lnTo>
                    <a:pt x="388380" y="763564"/>
                  </a:lnTo>
                  <a:lnTo>
                    <a:pt x="386208" y="763336"/>
                  </a:lnTo>
                  <a:lnTo>
                    <a:pt x="385291" y="763487"/>
                  </a:lnTo>
                  <a:lnTo>
                    <a:pt x="383792" y="763081"/>
                  </a:lnTo>
                  <a:lnTo>
                    <a:pt x="383972" y="762448"/>
                  </a:lnTo>
                  <a:lnTo>
                    <a:pt x="383353" y="761982"/>
                  </a:lnTo>
                  <a:lnTo>
                    <a:pt x="381679" y="758953"/>
                  </a:lnTo>
                  <a:lnTo>
                    <a:pt x="381339" y="757557"/>
                  </a:lnTo>
                  <a:lnTo>
                    <a:pt x="381481" y="757400"/>
                  </a:lnTo>
                  <a:lnTo>
                    <a:pt x="381051" y="756199"/>
                  </a:lnTo>
                  <a:lnTo>
                    <a:pt x="381303" y="754205"/>
                  </a:lnTo>
                  <a:lnTo>
                    <a:pt x="380202" y="752413"/>
                  </a:lnTo>
                  <a:lnTo>
                    <a:pt x="380203" y="751093"/>
                  </a:lnTo>
                  <a:lnTo>
                    <a:pt x="379725" y="749799"/>
                  </a:lnTo>
                  <a:lnTo>
                    <a:pt x="377864" y="748192"/>
                  </a:lnTo>
                  <a:lnTo>
                    <a:pt x="377247" y="747897"/>
                  </a:lnTo>
                  <a:lnTo>
                    <a:pt x="375112" y="747815"/>
                  </a:lnTo>
                  <a:lnTo>
                    <a:pt x="374308" y="747994"/>
                  </a:lnTo>
                  <a:lnTo>
                    <a:pt x="372592" y="747306"/>
                  </a:lnTo>
                  <a:lnTo>
                    <a:pt x="372061" y="746845"/>
                  </a:lnTo>
                  <a:lnTo>
                    <a:pt x="371941" y="747020"/>
                  </a:lnTo>
                  <a:lnTo>
                    <a:pt x="370218" y="746973"/>
                  </a:lnTo>
                  <a:lnTo>
                    <a:pt x="369675" y="747373"/>
                  </a:lnTo>
                  <a:lnTo>
                    <a:pt x="368679" y="747553"/>
                  </a:lnTo>
                  <a:lnTo>
                    <a:pt x="368229" y="748181"/>
                  </a:lnTo>
                  <a:lnTo>
                    <a:pt x="367877" y="748215"/>
                  </a:lnTo>
                  <a:lnTo>
                    <a:pt x="367744" y="748010"/>
                  </a:lnTo>
                  <a:lnTo>
                    <a:pt x="366845" y="748186"/>
                  </a:lnTo>
                  <a:lnTo>
                    <a:pt x="365073" y="748102"/>
                  </a:lnTo>
                  <a:lnTo>
                    <a:pt x="362615" y="746665"/>
                  </a:lnTo>
                  <a:lnTo>
                    <a:pt x="361682" y="746613"/>
                  </a:lnTo>
                  <a:lnTo>
                    <a:pt x="358135" y="745571"/>
                  </a:lnTo>
                  <a:lnTo>
                    <a:pt x="356340" y="745706"/>
                  </a:lnTo>
                  <a:lnTo>
                    <a:pt x="355001" y="743198"/>
                  </a:lnTo>
                  <a:lnTo>
                    <a:pt x="353800" y="742858"/>
                  </a:lnTo>
                  <a:lnTo>
                    <a:pt x="352308" y="742771"/>
                  </a:lnTo>
                  <a:lnTo>
                    <a:pt x="349373" y="743101"/>
                  </a:lnTo>
                  <a:lnTo>
                    <a:pt x="347135" y="742120"/>
                  </a:lnTo>
                  <a:lnTo>
                    <a:pt x="346055" y="742859"/>
                  </a:lnTo>
                  <a:lnTo>
                    <a:pt x="345379" y="743049"/>
                  </a:lnTo>
                  <a:lnTo>
                    <a:pt x="343699" y="744915"/>
                  </a:lnTo>
                  <a:lnTo>
                    <a:pt x="343110" y="744777"/>
                  </a:lnTo>
                  <a:lnTo>
                    <a:pt x="341428" y="743162"/>
                  </a:lnTo>
                  <a:lnTo>
                    <a:pt x="339691" y="742520"/>
                  </a:lnTo>
                  <a:lnTo>
                    <a:pt x="336803" y="738920"/>
                  </a:lnTo>
                  <a:lnTo>
                    <a:pt x="334092" y="736783"/>
                  </a:lnTo>
                  <a:lnTo>
                    <a:pt x="332633" y="736329"/>
                  </a:lnTo>
                  <a:lnTo>
                    <a:pt x="330178" y="734972"/>
                  </a:lnTo>
                  <a:lnTo>
                    <a:pt x="327994" y="734865"/>
                  </a:lnTo>
                  <a:lnTo>
                    <a:pt x="327244" y="733971"/>
                  </a:lnTo>
                  <a:lnTo>
                    <a:pt x="327128" y="733284"/>
                  </a:lnTo>
                  <a:lnTo>
                    <a:pt x="327557" y="731864"/>
                  </a:lnTo>
                  <a:lnTo>
                    <a:pt x="327438" y="731156"/>
                  </a:lnTo>
                  <a:lnTo>
                    <a:pt x="327604" y="731100"/>
                  </a:lnTo>
                  <a:lnTo>
                    <a:pt x="327375" y="728632"/>
                  </a:lnTo>
                  <a:lnTo>
                    <a:pt x="326997" y="728056"/>
                  </a:lnTo>
                  <a:lnTo>
                    <a:pt x="326427" y="727752"/>
                  </a:lnTo>
                  <a:lnTo>
                    <a:pt x="325566" y="727093"/>
                  </a:lnTo>
                  <a:lnTo>
                    <a:pt x="323846" y="726683"/>
                  </a:lnTo>
                  <a:lnTo>
                    <a:pt x="323101" y="726881"/>
                  </a:lnTo>
                  <a:lnTo>
                    <a:pt x="321877" y="726656"/>
                  </a:lnTo>
                  <a:lnTo>
                    <a:pt x="317817" y="727308"/>
                  </a:lnTo>
                  <a:lnTo>
                    <a:pt x="317147" y="726733"/>
                  </a:lnTo>
                  <a:lnTo>
                    <a:pt x="315867" y="726535"/>
                  </a:lnTo>
                  <a:lnTo>
                    <a:pt x="315189" y="726025"/>
                  </a:lnTo>
                  <a:lnTo>
                    <a:pt x="312035" y="724824"/>
                  </a:lnTo>
                  <a:lnTo>
                    <a:pt x="311751" y="723508"/>
                  </a:lnTo>
                  <a:lnTo>
                    <a:pt x="310592" y="722541"/>
                  </a:lnTo>
                  <a:lnTo>
                    <a:pt x="309539" y="722127"/>
                  </a:lnTo>
                  <a:lnTo>
                    <a:pt x="308978" y="721470"/>
                  </a:lnTo>
                  <a:lnTo>
                    <a:pt x="308349" y="719838"/>
                  </a:lnTo>
                  <a:lnTo>
                    <a:pt x="308551" y="718981"/>
                  </a:lnTo>
                  <a:lnTo>
                    <a:pt x="307984" y="717304"/>
                  </a:lnTo>
                  <a:lnTo>
                    <a:pt x="307993" y="716293"/>
                  </a:lnTo>
                  <a:lnTo>
                    <a:pt x="307271" y="716690"/>
                  </a:lnTo>
                  <a:lnTo>
                    <a:pt x="305891" y="716820"/>
                  </a:lnTo>
                  <a:lnTo>
                    <a:pt x="305023" y="717355"/>
                  </a:lnTo>
                  <a:lnTo>
                    <a:pt x="303331" y="716342"/>
                  </a:lnTo>
                  <a:lnTo>
                    <a:pt x="301873" y="715999"/>
                  </a:lnTo>
                  <a:lnTo>
                    <a:pt x="300508" y="714775"/>
                  </a:lnTo>
                  <a:lnTo>
                    <a:pt x="300005" y="714979"/>
                  </a:lnTo>
                  <a:lnTo>
                    <a:pt x="299322" y="714687"/>
                  </a:lnTo>
                  <a:lnTo>
                    <a:pt x="297845" y="713066"/>
                  </a:lnTo>
                  <a:lnTo>
                    <a:pt x="298075" y="711616"/>
                  </a:lnTo>
                  <a:lnTo>
                    <a:pt x="297617" y="710956"/>
                  </a:lnTo>
                  <a:lnTo>
                    <a:pt x="296356" y="709784"/>
                  </a:lnTo>
                  <a:lnTo>
                    <a:pt x="295735" y="709409"/>
                  </a:lnTo>
                  <a:lnTo>
                    <a:pt x="295106" y="709430"/>
                  </a:lnTo>
                  <a:lnTo>
                    <a:pt x="293444" y="708638"/>
                  </a:lnTo>
                  <a:lnTo>
                    <a:pt x="291803" y="708197"/>
                  </a:lnTo>
                  <a:lnTo>
                    <a:pt x="291114" y="707665"/>
                  </a:lnTo>
                  <a:lnTo>
                    <a:pt x="291022" y="707046"/>
                  </a:lnTo>
                  <a:lnTo>
                    <a:pt x="290422" y="706040"/>
                  </a:lnTo>
                  <a:lnTo>
                    <a:pt x="287377" y="704619"/>
                  </a:lnTo>
                  <a:lnTo>
                    <a:pt x="285979" y="703134"/>
                  </a:lnTo>
                  <a:lnTo>
                    <a:pt x="284069" y="702049"/>
                  </a:lnTo>
                  <a:lnTo>
                    <a:pt x="283377" y="702019"/>
                  </a:lnTo>
                  <a:lnTo>
                    <a:pt x="283300" y="701814"/>
                  </a:lnTo>
                  <a:lnTo>
                    <a:pt x="284241" y="701081"/>
                  </a:lnTo>
                  <a:lnTo>
                    <a:pt x="282733" y="699441"/>
                  </a:lnTo>
                  <a:lnTo>
                    <a:pt x="281126" y="699664"/>
                  </a:lnTo>
                  <a:lnTo>
                    <a:pt x="280845" y="699882"/>
                  </a:lnTo>
                  <a:lnTo>
                    <a:pt x="279808" y="699807"/>
                  </a:lnTo>
                  <a:lnTo>
                    <a:pt x="275288" y="693841"/>
                  </a:lnTo>
                  <a:lnTo>
                    <a:pt x="274465" y="693212"/>
                  </a:lnTo>
                  <a:lnTo>
                    <a:pt x="273714" y="691276"/>
                  </a:lnTo>
                  <a:lnTo>
                    <a:pt x="272896" y="690246"/>
                  </a:lnTo>
                  <a:lnTo>
                    <a:pt x="273174" y="683504"/>
                  </a:lnTo>
                  <a:lnTo>
                    <a:pt x="271036" y="674123"/>
                  </a:lnTo>
                  <a:lnTo>
                    <a:pt x="270535" y="674781"/>
                  </a:lnTo>
                  <a:lnTo>
                    <a:pt x="269524" y="674815"/>
                  </a:lnTo>
                  <a:lnTo>
                    <a:pt x="268806" y="673607"/>
                  </a:lnTo>
                  <a:lnTo>
                    <a:pt x="268466" y="673408"/>
                  </a:lnTo>
                  <a:lnTo>
                    <a:pt x="268564" y="672719"/>
                  </a:lnTo>
                  <a:lnTo>
                    <a:pt x="268042" y="671544"/>
                  </a:lnTo>
                  <a:lnTo>
                    <a:pt x="267484" y="669146"/>
                  </a:lnTo>
                  <a:lnTo>
                    <a:pt x="266295" y="661523"/>
                  </a:lnTo>
                  <a:lnTo>
                    <a:pt x="265054" y="661482"/>
                  </a:lnTo>
                  <a:lnTo>
                    <a:pt x="264976" y="661117"/>
                  </a:lnTo>
                  <a:lnTo>
                    <a:pt x="264011" y="661410"/>
                  </a:lnTo>
                  <a:lnTo>
                    <a:pt x="263215" y="658004"/>
                  </a:lnTo>
                  <a:lnTo>
                    <a:pt x="263590" y="654940"/>
                  </a:lnTo>
                  <a:lnTo>
                    <a:pt x="263402" y="653674"/>
                  </a:lnTo>
                  <a:lnTo>
                    <a:pt x="261715" y="651346"/>
                  </a:lnTo>
                  <a:lnTo>
                    <a:pt x="262165" y="650265"/>
                  </a:lnTo>
                  <a:lnTo>
                    <a:pt x="261355" y="645927"/>
                  </a:lnTo>
                  <a:lnTo>
                    <a:pt x="261685" y="644305"/>
                  </a:lnTo>
                  <a:lnTo>
                    <a:pt x="261128" y="640753"/>
                  </a:lnTo>
                  <a:lnTo>
                    <a:pt x="260791" y="639655"/>
                  </a:lnTo>
                  <a:lnTo>
                    <a:pt x="259963" y="638743"/>
                  </a:lnTo>
                  <a:lnTo>
                    <a:pt x="259283" y="637208"/>
                  </a:lnTo>
                  <a:lnTo>
                    <a:pt x="259421" y="636780"/>
                  </a:lnTo>
                  <a:lnTo>
                    <a:pt x="258865" y="635073"/>
                  </a:lnTo>
                  <a:lnTo>
                    <a:pt x="258991" y="634292"/>
                  </a:lnTo>
                  <a:lnTo>
                    <a:pt x="258156" y="633177"/>
                  </a:lnTo>
                  <a:lnTo>
                    <a:pt x="256675" y="629672"/>
                  </a:lnTo>
                  <a:lnTo>
                    <a:pt x="256198" y="629056"/>
                  </a:lnTo>
                  <a:lnTo>
                    <a:pt x="256148" y="628036"/>
                  </a:lnTo>
                  <a:lnTo>
                    <a:pt x="255155" y="626437"/>
                  </a:lnTo>
                  <a:lnTo>
                    <a:pt x="253974" y="622291"/>
                  </a:lnTo>
                  <a:lnTo>
                    <a:pt x="253681" y="617930"/>
                  </a:lnTo>
                  <a:lnTo>
                    <a:pt x="252449" y="615154"/>
                  </a:lnTo>
                  <a:lnTo>
                    <a:pt x="253303" y="612910"/>
                  </a:lnTo>
                  <a:lnTo>
                    <a:pt x="253560" y="611026"/>
                  </a:lnTo>
                  <a:lnTo>
                    <a:pt x="253850" y="610472"/>
                  </a:lnTo>
                  <a:lnTo>
                    <a:pt x="253466" y="609242"/>
                  </a:lnTo>
                  <a:lnTo>
                    <a:pt x="253689" y="608968"/>
                  </a:lnTo>
                  <a:lnTo>
                    <a:pt x="253166" y="607778"/>
                  </a:lnTo>
                  <a:lnTo>
                    <a:pt x="252857" y="607814"/>
                  </a:lnTo>
                  <a:lnTo>
                    <a:pt x="252068" y="607031"/>
                  </a:lnTo>
                  <a:lnTo>
                    <a:pt x="251902" y="606344"/>
                  </a:lnTo>
                  <a:lnTo>
                    <a:pt x="248646" y="606181"/>
                  </a:lnTo>
                  <a:lnTo>
                    <a:pt x="247118" y="605444"/>
                  </a:lnTo>
                  <a:lnTo>
                    <a:pt x="246383" y="604840"/>
                  </a:lnTo>
                  <a:lnTo>
                    <a:pt x="245376" y="602974"/>
                  </a:lnTo>
                  <a:lnTo>
                    <a:pt x="243193" y="603621"/>
                  </a:lnTo>
                  <a:lnTo>
                    <a:pt x="242495" y="603322"/>
                  </a:lnTo>
                  <a:lnTo>
                    <a:pt x="240741" y="603178"/>
                  </a:lnTo>
                  <a:lnTo>
                    <a:pt x="239037" y="603744"/>
                  </a:lnTo>
                  <a:lnTo>
                    <a:pt x="237638" y="603768"/>
                  </a:lnTo>
                  <a:lnTo>
                    <a:pt x="237369" y="604166"/>
                  </a:lnTo>
                  <a:lnTo>
                    <a:pt x="235747" y="604277"/>
                  </a:lnTo>
                  <a:lnTo>
                    <a:pt x="235053" y="603925"/>
                  </a:lnTo>
                  <a:lnTo>
                    <a:pt x="234862" y="603382"/>
                  </a:lnTo>
                  <a:lnTo>
                    <a:pt x="234258" y="603089"/>
                  </a:lnTo>
                  <a:lnTo>
                    <a:pt x="234173" y="602619"/>
                  </a:lnTo>
                  <a:lnTo>
                    <a:pt x="233587" y="601895"/>
                  </a:lnTo>
                  <a:lnTo>
                    <a:pt x="230523" y="600579"/>
                  </a:lnTo>
                  <a:lnTo>
                    <a:pt x="230059" y="600230"/>
                  </a:lnTo>
                  <a:lnTo>
                    <a:pt x="230074" y="599883"/>
                  </a:lnTo>
                  <a:lnTo>
                    <a:pt x="228662" y="599416"/>
                  </a:lnTo>
                  <a:lnTo>
                    <a:pt x="227713" y="599560"/>
                  </a:lnTo>
                  <a:lnTo>
                    <a:pt x="225613" y="599299"/>
                  </a:lnTo>
                  <a:lnTo>
                    <a:pt x="224984" y="599463"/>
                  </a:lnTo>
                  <a:lnTo>
                    <a:pt x="223207" y="598982"/>
                  </a:lnTo>
                  <a:lnTo>
                    <a:pt x="222078" y="598131"/>
                  </a:lnTo>
                  <a:lnTo>
                    <a:pt x="221592" y="597459"/>
                  </a:lnTo>
                  <a:lnTo>
                    <a:pt x="220380" y="596862"/>
                  </a:lnTo>
                  <a:lnTo>
                    <a:pt x="219597" y="596774"/>
                  </a:lnTo>
                  <a:lnTo>
                    <a:pt x="218251" y="595295"/>
                  </a:lnTo>
                  <a:lnTo>
                    <a:pt x="217281" y="595252"/>
                  </a:lnTo>
                  <a:lnTo>
                    <a:pt x="216439" y="594780"/>
                  </a:lnTo>
                  <a:lnTo>
                    <a:pt x="214509" y="594828"/>
                  </a:lnTo>
                  <a:lnTo>
                    <a:pt x="213096" y="594367"/>
                  </a:lnTo>
                  <a:lnTo>
                    <a:pt x="212446" y="593712"/>
                  </a:lnTo>
                  <a:lnTo>
                    <a:pt x="211158" y="593380"/>
                  </a:lnTo>
                  <a:lnTo>
                    <a:pt x="210071" y="593528"/>
                  </a:lnTo>
                  <a:lnTo>
                    <a:pt x="207689" y="592387"/>
                  </a:lnTo>
                  <a:lnTo>
                    <a:pt x="206109" y="592158"/>
                  </a:lnTo>
                  <a:lnTo>
                    <a:pt x="204424" y="591503"/>
                  </a:lnTo>
                  <a:lnTo>
                    <a:pt x="203407" y="591585"/>
                  </a:lnTo>
                  <a:lnTo>
                    <a:pt x="202652" y="590975"/>
                  </a:lnTo>
                  <a:lnTo>
                    <a:pt x="199508" y="589795"/>
                  </a:lnTo>
                  <a:lnTo>
                    <a:pt x="196913" y="590851"/>
                  </a:lnTo>
                  <a:lnTo>
                    <a:pt x="196210" y="592525"/>
                  </a:lnTo>
                  <a:lnTo>
                    <a:pt x="193926" y="593020"/>
                  </a:lnTo>
                  <a:lnTo>
                    <a:pt x="190845" y="593329"/>
                  </a:lnTo>
                  <a:lnTo>
                    <a:pt x="191116" y="593209"/>
                  </a:lnTo>
                  <a:lnTo>
                    <a:pt x="190986" y="592491"/>
                  </a:lnTo>
                  <a:lnTo>
                    <a:pt x="190658" y="592085"/>
                  </a:lnTo>
                  <a:lnTo>
                    <a:pt x="190350" y="592063"/>
                  </a:lnTo>
                  <a:lnTo>
                    <a:pt x="190142" y="591615"/>
                  </a:lnTo>
                  <a:lnTo>
                    <a:pt x="189206" y="590976"/>
                  </a:lnTo>
                  <a:lnTo>
                    <a:pt x="186965" y="590507"/>
                  </a:lnTo>
                  <a:lnTo>
                    <a:pt x="184856" y="591001"/>
                  </a:lnTo>
                  <a:lnTo>
                    <a:pt x="182454" y="592144"/>
                  </a:lnTo>
                  <a:lnTo>
                    <a:pt x="182306" y="591764"/>
                  </a:lnTo>
                  <a:lnTo>
                    <a:pt x="181762" y="591563"/>
                  </a:lnTo>
                  <a:lnTo>
                    <a:pt x="181259" y="591890"/>
                  </a:lnTo>
                  <a:lnTo>
                    <a:pt x="178926" y="592217"/>
                  </a:lnTo>
                  <a:lnTo>
                    <a:pt x="177991" y="591794"/>
                  </a:lnTo>
                  <a:lnTo>
                    <a:pt x="175540" y="592666"/>
                  </a:lnTo>
                  <a:lnTo>
                    <a:pt x="172898" y="593034"/>
                  </a:lnTo>
                  <a:lnTo>
                    <a:pt x="171722" y="592417"/>
                  </a:lnTo>
                  <a:lnTo>
                    <a:pt x="171651" y="591803"/>
                  </a:lnTo>
                  <a:lnTo>
                    <a:pt x="171879" y="591637"/>
                  </a:lnTo>
                  <a:lnTo>
                    <a:pt x="171480" y="591121"/>
                  </a:lnTo>
                  <a:lnTo>
                    <a:pt x="171750" y="590414"/>
                  </a:lnTo>
                  <a:lnTo>
                    <a:pt x="170878" y="589265"/>
                  </a:lnTo>
                  <a:lnTo>
                    <a:pt x="170915" y="588539"/>
                  </a:lnTo>
                  <a:lnTo>
                    <a:pt x="170525" y="587405"/>
                  </a:lnTo>
                  <a:lnTo>
                    <a:pt x="170793" y="586704"/>
                  </a:lnTo>
                  <a:lnTo>
                    <a:pt x="170435" y="585960"/>
                  </a:lnTo>
                  <a:lnTo>
                    <a:pt x="169891" y="585674"/>
                  </a:lnTo>
                  <a:lnTo>
                    <a:pt x="169340" y="584805"/>
                  </a:lnTo>
                  <a:lnTo>
                    <a:pt x="168273" y="582056"/>
                  </a:lnTo>
                  <a:lnTo>
                    <a:pt x="168232" y="581716"/>
                  </a:lnTo>
                  <a:lnTo>
                    <a:pt x="168585" y="581188"/>
                  </a:lnTo>
                  <a:lnTo>
                    <a:pt x="168616" y="579083"/>
                  </a:lnTo>
                  <a:lnTo>
                    <a:pt x="168567" y="578572"/>
                  </a:lnTo>
                  <a:lnTo>
                    <a:pt x="168056" y="578293"/>
                  </a:lnTo>
                  <a:lnTo>
                    <a:pt x="169270" y="577648"/>
                  </a:lnTo>
                  <a:lnTo>
                    <a:pt x="169470" y="576281"/>
                  </a:lnTo>
                  <a:lnTo>
                    <a:pt x="170339" y="575627"/>
                  </a:lnTo>
                  <a:lnTo>
                    <a:pt x="171086" y="575345"/>
                  </a:lnTo>
                  <a:lnTo>
                    <a:pt x="172003" y="575603"/>
                  </a:lnTo>
                  <a:lnTo>
                    <a:pt x="173178" y="575152"/>
                  </a:lnTo>
                  <a:lnTo>
                    <a:pt x="173251" y="574946"/>
                  </a:lnTo>
                  <a:lnTo>
                    <a:pt x="175156" y="574511"/>
                  </a:lnTo>
                  <a:lnTo>
                    <a:pt x="176253" y="573600"/>
                  </a:lnTo>
                  <a:lnTo>
                    <a:pt x="176798" y="570530"/>
                  </a:lnTo>
                  <a:lnTo>
                    <a:pt x="175999" y="568316"/>
                  </a:lnTo>
                  <a:lnTo>
                    <a:pt x="176340" y="564617"/>
                  </a:lnTo>
                  <a:lnTo>
                    <a:pt x="177590" y="564447"/>
                  </a:lnTo>
                  <a:lnTo>
                    <a:pt x="178106" y="564704"/>
                  </a:lnTo>
                  <a:lnTo>
                    <a:pt x="179161" y="564204"/>
                  </a:lnTo>
                  <a:lnTo>
                    <a:pt x="179481" y="563734"/>
                  </a:lnTo>
                  <a:lnTo>
                    <a:pt x="180750" y="562914"/>
                  </a:lnTo>
                  <a:lnTo>
                    <a:pt x="181392" y="561488"/>
                  </a:lnTo>
                  <a:lnTo>
                    <a:pt x="180609" y="560531"/>
                  </a:lnTo>
                  <a:lnTo>
                    <a:pt x="180128" y="560279"/>
                  </a:lnTo>
                  <a:lnTo>
                    <a:pt x="180186" y="560032"/>
                  </a:lnTo>
                  <a:lnTo>
                    <a:pt x="179207" y="558747"/>
                  </a:lnTo>
                  <a:lnTo>
                    <a:pt x="178131" y="556364"/>
                  </a:lnTo>
                  <a:lnTo>
                    <a:pt x="178098" y="554932"/>
                  </a:lnTo>
                  <a:lnTo>
                    <a:pt x="177864" y="554401"/>
                  </a:lnTo>
                  <a:lnTo>
                    <a:pt x="178137" y="552252"/>
                  </a:lnTo>
                  <a:lnTo>
                    <a:pt x="177683" y="551233"/>
                  </a:lnTo>
                  <a:lnTo>
                    <a:pt x="177240" y="550983"/>
                  </a:lnTo>
                  <a:lnTo>
                    <a:pt x="176530" y="549995"/>
                  </a:lnTo>
                  <a:lnTo>
                    <a:pt x="175928" y="548291"/>
                  </a:lnTo>
                  <a:lnTo>
                    <a:pt x="175141" y="547643"/>
                  </a:lnTo>
                  <a:lnTo>
                    <a:pt x="174622" y="546682"/>
                  </a:lnTo>
                  <a:lnTo>
                    <a:pt x="173956" y="546083"/>
                  </a:lnTo>
                  <a:lnTo>
                    <a:pt x="173764" y="544943"/>
                  </a:lnTo>
                  <a:lnTo>
                    <a:pt x="172711" y="543150"/>
                  </a:lnTo>
                  <a:lnTo>
                    <a:pt x="171485" y="541815"/>
                  </a:lnTo>
                  <a:lnTo>
                    <a:pt x="172876" y="540060"/>
                  </a:lnTo>
                  <a:lnTo>
                    <a:pt x="172815" y="539356"/>
                  </a:lnTo>
                  <a:lnTo>
                    <a:pt x="173599" y="538299"/>
                  </a:lnTo>
                  <a:lnTo>
                    <a:pt x="175466" y="536433"/>
                  </a:lnTo>
                  <a:lnTo>
                    <a:pt x="176083" y="536100"/>
                  </a:lnTo>
                  <a:lnTo>
                    <a:pt x="176836" y="535145"/>
                  </a:lnTo>
                  <a:lnTo>
                    <a:pt x="177275" y="533780"/>
                  </a:lnTo>
                  <a:lnTo>
                    <a:pt x="177382" y="532207"/>
                  </a:lnTo>
                  <a:lnTo>
                    <a:pt x="178034" y="530914"/>
                  </a:lnTo>
                  <a:lnTo>
                    <a:pt x="178460" y="530570"/>
                  </a:lnTo>
                  <a:lnTo>
                    <a:pt x="179829" y="530317"/>
                  </a:lnTo>
                  <a:lnTo>
                    <a:pt x="180357" y="529985"/>
                  </a:lnTo>
                  <a:lnTo>
                    <a:pt x="182074" y="528443"/>
                  </a:lnTo>
                  <a:lnTo>
                    <a:pt x="182751" y="526811"/>
                  </a:lnTo>
                  <a:lnTo>
                    <a:pt x="185094" y="525209"/>
                  </a:lnTo>
                  <a:lnTo>
                    <a:pt x="185610" y="523876"/>
                  </a:lnTo>
                  <a:lnTo>
                    <a:pt x="187036" y="523163"/>
                  </a:lnTo>
                  <a:lnTo>
                    <a:pt x="187719" y="522564"/>
                  </a:lnTo>
                  <a:lnTo>
                    <a:pt x="188832" y="522183"/>
                  </a:lnTo>
                  <a:lnTo>
                    <a:pt x="189067" y="521303"/>
                  </a:lnTo>
                  <a:lnTo>
                    <a:pt x="190577" y="519848"/>
                  </a:lnTo>
                  <a:lnTo>
                    <a:pt x="192176" y="517171"/>
                  </a:lnTo>
                  <a:lnTo>
                    <a:pt x="193068" y="516124"/>
                  </a:lnTo>
                  <a:lnTo>
                    <a:pt x="193725" y="515388"/>
                  </a:lnTo>
                  <a:lnTo>
                    <a:pt x="196913" y="513094"/>
                  </a:lnTo>
                  <a:lnTo>
                    <a:pt x="196988" y="511798"/>
                  </a:lnTo>
                  <a:lnTo>
                    <a:pt x="196370" y="510247"/>
                  </a:lnTo>
                  <a:lnTo>
                    <a:pt x="196552" y="507564"/>
                  </a:lnTo>
                  <a:lnTo>
                    <a:pt x="195791" y="505386"/>
                  </a:lnTo>
                  <a:lnTo>
                    <a:pt x="197193" y="503032"/>
                  </a:lnTo>
                  <a:lnTo>
                    <a:pt x="198019" y="500559"/>
                  </a:lnTo>
                  <a:lnTo>
                    <a:pt x="197707" y="499386"/>
                  </a:lnTo>
                  <a:lnTo>
                    <a:pt x="196137" y="498333"/>
                  </a:lnTo>
                  <a:lnTo>
                    <a:pt x="194149" y="497463"/>
                  </a:lnTo>
                  <a:lnTo>
                    <a:pt x="191570" y="497532"/>
                  </a:lnTo>
                  <a:lnTo>
                    <a:pt x="190719" y="497199"/>
                  </a:lnTo>
                  <a:lnTo>
                    <a:pt x="186288" y="496684"/>
                  </a:lnTo>
                  <a:lnTo>
                    <a:pt x="185946" y="496238"/>
                  </a:lnTo>
                  <a:lnTo>
                    <a:pt x="186111" y="495082"/>
                  </a:lnTo>
                  <a:lnTo>
                    <a:pt x="185767" y="494091"/>
                  </a:lnTo>
                  <a:lnTo>
                    <a:pt x="185919" y="492425"/>
                  </a:lnTo>
                  <a:lnTo>
                    <a:pt x="186322" y="491378"/>
                  </a:lnTo>
                  <a:lnTo>
                    <a:pt x="187198" y="490534"/>
                  </a:lnTo>
                  <a:lnTo>
                    <a:pt x="187202" y="489961"/>
                  </a:lnTo>
                  <a:lnTo>
                    <a:pt x="185848" y="489099"/>
                  </a:lnTo>
                  <a:lnTo>
                    <a:pt x="185086" y="487988"/>
                  </a:lnTo>
                  <a:lnTo>
                    <a:pt x="185037" y="487481"/>
                  </a:lnTo>
                  <a:lnTo>
                    <a:pt x="184437" y="487029"/>
                  </a:lnTo>
                  <a:lnTo>
                    <a:pt x="182959" y="486570"/>
                  </a:lnTo>
                  <a:lnTo>
                    <a:pt x="182151" y="486612"/>
                  </a:lnTo>
                  <a:lnTo>
                    <a:pt x="181980" y="484495"/>
                  </a:lnTo>
                  <a:lnTo>
                    <a:pt x="181110" y="482841"/>
                  </a:lnTo>
                  <a:lnTo>
                    <a:pt x="181428" y="480660"/>
                  </a:lnTo>
                  <a:lnTo>
                    <a:pt x="181763" y="479774"/>
                  </a:lnTo>
                  <a:lnTo>
                    <a:pt x="181175" y="478827"/>
                  </a:lnTo>
                  <a:lnTo>
                    <a:pt x="180800" y="478661"/>
                  </a:lnTo>
                  <a:lnTo>
                    <a:pt x="179815" y="476287"/>
                  </a:lnTo>
                  <a:lnTo>
                    <a:pt x="179938" y="475935"/>
                  </a:lnTo>
                  <a:lnTo>
                    <a:pt x="179289" y="475137"/>
                  </a:lnTo>
                  <a:lnTo>
                    <a:pt x="179708" y="474981"/>
                  </a:lnTo>
                  <a:lnTo>
                    <a:pt x="179880" y="473074"/>
                  </a:lnTo>
                  <a:lnTo>
                    <a:pt x="180811" y="472233"/>
                  </a:lnTo>
                  <a:lnTo>
                    <a:pt x="180858" y="471561"/>
                  </a:lnTo>
                  <a:lnTo>
                    <a:pt x="180630" y="471303"/>
                  </a:lnTo>
                  <a:lnTo>
                    <a:pt x="181103" y="470833"/>
                  </a:lnTo>
                  <a:lnTo>
                    <a:pt x="181300" y="469759"/>
                  </a:lnTo>
                  <a:lnTo>
                    <a:pt x="181151" y="467912"/>
                  </a:lnTo>
                  <a:lnTo>
                    <a:pt x="180228" y="466481"/>
                  </a:lnTo>
                  <a:lnTo>
                    <a:pt x="180257" y="465958"/>
                  </a:lnTo>
                  <a:lnTo>
                    <a:pt x="180519" y="465724"/>
                  </a:lnTo>
                  <a:lnTo>
                    <a:pt x="180229" y="465267"/>
                  </a:lnTo>
                  <a:lnTo>
                    <a:pt x="180507" y="463701"/>
                  </a:lnTo>
                  <a:lnTo>
                    <a:pt x="181107" y="463936"/>
                  </a:lnTo>
                  <a:lnTo>
                    <a:pt x="181545" y="463349"/>
                  </a:lnTo>
                  <a:lnTo>
                    <a:pt x="182233" y="463259"/>
                  </a:lnTo>
                  <a:lnTo>
                    <a:pt x="182282" y="462149"/>
                  </a:lnTo>
                  <a:lnTo>
                    <a:pt x="180979" y="461827"/>
                  </a:lnTo>
                  <a:lnTo>
                    <a:pt x="179579" y="459824"/>
                  </a:lnTo>
                  <a:lnTo>
                    <a:pt x="176744" y="457559"/>
                  </a:lnTo>
                  <a:lnTo>
                    <a:pt x="174895" y="458004"/>
                  </a:lnTo>
                  <a:lnTo>
                    <a:pt x="173460" y="457407"/>
                  </a:lnTo>
                  <a:lnTo>
                    <a:pt x="172379" y="456469"/>
                  </a:lnTo>
                  <a:lnTo>
                    <a:pt x="171262" y="456233"/>
                  </a:lnTo>
                  <a:lnTo>
                    <a:pt x="170464" y="455717"/>
                  </a:lnTo>
                  <a:lnTo>
                    <a:pt x="169615" y="454638"/>
                  </a:lnTo>
                  <a:lnTo>
                    <a:pt x="169676" y="453138"/>
                  </a:lnTo>
                  <a:lnTo>
                    <a:pt x="169346" y="453128"/>
                  </a:lnTo>
                  <a:lnTo>
                    <a:pt x="168480" y="452148"/>
                  </a:lnTo>
                  <a:lnTo>
                    <a:pt x="167969" y="452124"/>
                  </a:lnTo>
                  <a:lnTo>
                    <a:pt x="167074" y="451181"/>
                  </a:lnTo>
                  <a:lnTo>
                    <a:pt x="166514" y="451194"/>
                  </a:lnTo>
                  <a:lnTo>
                    <a:pt x="165498" y="450660"/>
                  </a:lnTo>
                  <a:lnTo>
                    <a:pt x="165056" y="450032"/>
                  </a:lnTo>
                  <a:lnTo>
                    <a:pt x="164880" y="448849"/>
                  </a:lnTo>
                  <a:lnTo>
                    <a:pt x="164556" y="448265"/>
                  </a:lnTo>
                  <a:lnTo>
                    <a:pt x="164669" y="447030"/>
                  </a:lnTo>
                  <a:lnTo>
                    <a:pt x="165200" y="445412"/>
                  </a:lnTo>
                  <a:lnTo>
                    <a:pt x="165818" y="444279"/>
                  </a:lnTo>
                  <a:lnTo>
                    <a:pt x="166354" y="443867"/>
                  </a:lnTo>
                  <a:lnTo>
                    <a:pt x="166418" y="443245"/>
                  </a:lnTo>
                  <a:lnTo>
                    <a:pt x="167107" y="442343"/>
                  </a:lnTo>
                  <a:lnTo>
                    <a:pt x="167736" y="439908"/>
                  </a:lnTo>
                  <a:lnTo>
                    <a:pt x="167214" y="439223"/>
                  </a:lnTo>
                  <a:lnTo>
                    <a:pt x="166952" y="438282"/>
                  </a:lnTo>
                  <a:lnTo>
                    <a:pt x="165751" y="437049"/>
                  </a:lnTo>
                  <a:lnTo>
                    <a:pt x="164595" y="436386"/>
                  </a:lnTo>
                  <a:lnTo>
                    <a:pt x="164530" y="435811"/>
                  </a:lnTo>
                  <a:lnTo>
                    <a:pt x="163663" y="434045"/>
                  </a:lnTo>
                  <a:lnTo>
                    <a:pt x="163142" y="431671"/>
                  </a:lnTo>
                  <a:lnTo>
                    <a:pt x="162847" y="431316"/>
                  </a:lnTo>
                  <a:lnTo>
                    <a:pt x="160695" y="430070"/>
                  </a:lnTo>
                  <a:lnTo>
                    <a:pt x="159787" y="429918"/>
                  </a:lnTo>
                  <a:lnTo>
                    <a:pt x="159002" y="429440"/>
                  </a:lnTo>
                  <a:lnTo>
                    <a:pt x="158300" y="429390"/>
                  </a:lnTo>
                  <a:lnTo>
                    <a:pt x="157599" y="428719"/>
                  </a:lnTo>
                  <a:lnTo>
                    <a:pt x="157012" y="428506"/>
                  </a:lnTo>
                  <a:lnTo>
                    <a:pt x="155357" y="426789"/>
                  </a:lnTo>
                  <a:lnTo>
                    <a:pt x="154782" y="426458"/>
                  </a:lnTo>
                  <a:lnTo>
                    <a:pt x="154288" y="426776"/>
                  </a:lnTo>
                  <a:lnTo>
                    <a:pt x="153132" y="426673"/>
                  </a:lnTo>
                  <a:lnTo>
                    <a:pt x="152244" y="427490"/>
                  </a:lnTo>
                  <a:lnTo>
                    <a:pt x="151262" y="427363"/>
                  </a:lnTo>
                  <a:lnTo>
                    <a:pt x="150341" y="426530"/>
                  </a:lnTo>
                  <a:lnTo>
                    <a:pt x="149902" y="427079"/>
                  </a:lnTo>
                  <a:lnTo>
                    <a:pt x="148649" y="427631"/>
                  </a:lnTo>
                  <a:lnTo>
                    <a:pt x="148270" y="427582"/>
                  </a:lnTo>
                  <a:lnTo>
                    <a:pt x="147749" y="426827"/>
                  </a:lnTo>
                  <a:lnTo>
                    <a:pt x="147077" y="426716"/>
                  </a:lnTo>
                  <a:lnTo>
                    <a:pt x="144956" y="425563"/>
                  </a:lnTo>
                  <a:lnTo>
                    <a:pt x="144725" y="425157"/>
                  </a:lnTo>
                  <a:lnTo>
                    <a:pt x="142669" y="425341"/>
                  </a:lnTo>
                  <a:lnTo>
                    <a:pt x="142481" y="425047"/>
                  </a:lnTo>
                  <a:lnTo>
                    <a:pt x="141920" y="425016"/>
                  </a:lnTo>
                  <a:lnTo>
                    <a:pt x="140486" y="424365"/>
                  </a:lnTo>
                  <a:lnTo>
                    <a:pt x="139056" y="425086"/>
                  </a:lnTo>
                  <a:lnTo>
                    <a:pt x="138362" y="425196"/>
                  </a:lnTo>
                  <a:lnTo>
                    <a:pt x="135296" y="423632"/>
                  </a:lnTo>
                  <a:lnTo>
                    <a:pt x="133140" y="424037"/>
                  </a:lnTo>
                  <a:lnTo>
                    <a:pt x="131797" y="423955"/>
                  </a:lnTo>
                  <a:lnTo>
                    <a:pt x="131012" y="423030"/>
                  </a:lnTo>
                  <a:lnTo>
                    <a:pt x="130874" y="422492"/>
                  </a:lnTo>
                  <a:lnTo>
                    <a:pt x="130186" y="421950"/>
                  </a:lnTo>
                  <a:lnTo>
                    <a:pt x="129798" y="420979"/>
                  </a:lnTo>
                  <a:lnTo>
                    <a:pt x="128741" y="420627"/>
                  </a:lnTo>
                  <a:lnTo>
                    <a:pt x="128199" y="420754"/>
                  </a:lnTo>
                  <a:lnTo>
                    <a:pt x="125772" y="422933"/>
                  </a:lnTo>
                  <a:lnTo>
                    <a:pt x="124825" y="423156"/>
                  </a:lnTo>
                  <a:lnTo>
                    <a:pt x="123704" y="422971"/>
                  </a:lnTo>
                  <a:lnTo>
                    <a:pt x="121899" y="423970"/>
                  </a:lnTo>
                  <a:lnTo>
                    <a:pt x="121719" y="425692"/>
                  </a:lnTo>
                  <a:lnTo>
                    <a:pt x="122006" y="426063"/>
                  </a:lnTo>
                  <a:lnTo>
                    <a:pt x="121997" y="427602"/>
                  </a:lnTo>
                  <a:lnTo>
                    <a:pt x="122517" y="429252"/>
                  </a:lnTo>
                  <a:lnTo>
                    <a:pt x="121908" y="430886"/>
                  </a:lnTo>
                  <a:lnTo>
                    <a:pt x="120683" y="432469"/>
                  </a:lnTo>
                  <a:lnTo>
                    <a:pt x="119284" y="432887"/>
                  </a:lnTo>
                  <a:lnTo>
                    <a:pt x="118335" y="435942"/>
                  </a:lnTo>
                  <a:lnTo>
                    <a:pt x="117862" y="436662"/>
                  </a:lnTo>
                  <a:lnTo>
                    <a:pt x="114780" y="438375"/>
                  </a:lnTo>
                  <a:lnTo>
                    <a:pt x="112897" y="439853"/>
                  </a:lnTo>
                  <a:lnTo>
                    <a:pt x="112076" y="439483"/>
                  </a:lnTo>
                  <a:lnTo>
                    <a:pt x="110821" y="439657"/>
                  </a:lnTo>
                  <a:lnTo>
                    <a:pt x="109627" y="439515"/>
                  </a:lnTo>
                  <a:lnTo>
                    <a:pt x="107949" y="438584"/>
                  </a:lnTo>
                  <a:lnTo>
                    <a:pt x="107243" y="437822"/>
                  </a:lnTo>
                  <a:lnTo>
                    <a:pt x="106674" y="437820"/>
                  </a:lnTo>
                  <a:lnTo>
                    <a:pt x="106248" y="438435"/>
                  </a:lnTo>
                  <a:lnTo>
                    <a:pt x="105466" y="438892"/>
                  </a:lnTo>
                  <a:lnTo>
                    <a:pt x="105272" y="440037"/>
                  </a:lnTo>
                  <a:lnTo>
                    <a:pt x="104755" y="440329"/>
                  </a:lnTo>
                  <a:lnTo>
                    <a:pt x="104714" y="441064"/>
                  </a:lnTo>
                  <a:lnTo>
                    <a:pt x="103595" y="443828"/>
                  </a:lnTo>
                  <a:lnTo>
                    <a:pt x="103641" y="444476"/>
                  </a:lnTo>
                  <a:lnTo>
                    <a:pt x="102612" y="447132"/>
                  </a:lnTo>
                  <a:lnTo>
                    <a:pt x="102199" y="447445"/>
                  </a:lnTo>
                  <a:lnTo>
                    <a:pt x="100591" y="446873"/>
                  </a:lnTo>
                  <a:lnTo>
                    <a:pt x="99243" y="447003"/>
                  </a:lnTo>
                  <a:lnTo>
                    <a:pt x="99117" y="446058"/>
                  </a:lnTo>
                  <a:lnTo>
                    <a:pt x="98306" y="444247"/>
                  </a:lnTo>
                  <a:lnTo>
                    <a:pt x="97532" y="443689"/>
                  </a:lnTo>
                  <a:lnTo>
                    <a:pt x="96176" y="442154"/>
                  </a:lnTo>
                  <a:lnTo>
                    <a:pt x="95177" y="441726"/>
                  </a:lnTo>
                  <a:lnTo>
                    <a:pt x="94361" y="440941"/>
                  </a:lnTo>
                  <a:lnTo>
                    <a:pt x="92900" y="438721"/>
                  </a:lnTo>
                  <a:lnTo>
                    <a:pt x="91713" y="437400"/>
                  </a:lnTo>
                  <a:lnTo>
                    <a:pt x="90568" y="434510"/>
                  </a:lnTo>
                  <a:lnTo>
                    <a:pt x="89325" y="433613"/>
                  </a:lnTo>
                  <a:lnTo>
                    <a:pt x="87694" y="431114"/>
                  </a:lnTo>
                  <a:lnTo>
                    <a:pt x="86595" y="429360"/>
                  </a:lnTo>
                  <a:lnTo>
                    <a:pt x="85890" y="427478"/>
                  </a:lnTo>
                  <a:lnTo>
                    <a:pt x="86265" y="426817"/>
                  </a:lnTo>
                  <a:lnTo>
                    <a:pt x="86147" y="426302"/>
                  </a:lnTo>
                  <a:lnTo>
                    <a:pt x="83958" y="426072"/>
                  </a:lnTo>
                  <a:lnTo>
                    <a:pt x="83672" y="425641"/>
                  </a:lnTo>
                  <a:lnTo>
                    <a:pt x="82314" y="425523"/>
                  </a:lnTo>
                  <a:lnTo>
                    <a:pt x="82444" y="424967"/>
                  </a:lnTo>
                  <a:lnTo>
                    <a:pt x="82140" y="424666"/>
                  </a:lnTo>
                  <a:lnTo>
                    <a:pt x="82086" y="423591"/>
                  </a:lnTo>
                  <a:lnTo>
                    <a:pt x="83052" y="423134"/>
                  </a:lnTo>
                  <a:lnTo>
                    <a:pt x="83993" y="423246"/>
                  </a:lnTo>
                  <a:lnTo>
                    <a:pt x="84396" y="422234"/>
                  </a:lnTo>
                  <a:lnTo>
                    <a:pt x="83806" y="422041"/>
                  </a:lnTo>
                  <a:lnTo>
                    <a:pt x="84070" y="421373"/>
                  </a:lnTo>
                  <a:lnTo>
                    <a:pt x="83662" y="420793"/>
                  </a:lnTo>
                  <a:lnTo>
                    <a:pt x="83049" y="420804"/>
                  </a:lnTo>
                  <a:lnTo>
                    <a:pt x="83113" y="419906"/>
                  </a:lnTo>
                  <a:lnTo>
                    <a:pt x="82711" y="419429"/>
                  </a:lnTo>
                  <a:lnTo>
                    <a:pt x="81639" y="418898"/>
                  </a:lnTo>
                  <a:lnTo>
                    <a:pt x="79551" y="416665"/>
                  </a:lnTo>
                  <a:lnTo>
                    <a:pt x="80605" y="414600"/>
                  </a:lnTo>
                  <a:lnTo>
                    <a:pt x="82045" y="412684"/>
                  </a:lnTo>
                  <a:lnTo>
                    <a:pt x="82417" y="412483"/>
                  </a:lnTo>
                  <a:lnTo>
                    <a:pt x="82527" y="411677"/>
                  </a:lnTo>
                  <a:lnTo>
                    <a:pt x="81852" y="409927"/>
                  </a:lnTo>
                  <a:lnTo>
                    <a:pt x="80165" y="407074"/>
                  </a:lnTo>
                  <a:lnTo>
                    <a:pt x="79402" y="406619"/>
                  </a:lnTo>
                  <a:lnTo>
                    <a:pt x="79554" y="406534"/>
                  </a:lnTo>
                  <a:lnTo>
                    <a:pt x="79014" y="405982"/>
                  </a:lnTo>
                  <a:lnTo>
                    <a:pt x="77858" y="405833"/>
                  </a:lnTo>
                  <a:lnTo>
                    <a:pt x="77979" y="405142"/>
                  </a:lnTo>
                  <a:lnTo>
                    <a:pt x="76994" y="404694"/>
                  </a:lnTo>
                  <a:lnTo>
                    <a:pt x="76847" y="403826"/>
                  </a:lnTo>
                  <a:lnTo>
                    <a:pt x="77856" y="401722"/>
                  </a:lnTo>
                  <a:lnTo>
                    <a:pt x="77149" y="400138"/>
                  </a:lnTo>
                  <a:lnTo>
                    <a:pt x="76615" y="399560"/>
                  </a:lnTo>
                  <a:lnTo>
                    <a:pt x="76233" y="399934"/>
                  </a:lnTo>
                  <a:lnTo>
                    <a:pt x="73448" y="400932"/>
                  </a:lnTo>
                  <a:lnTo>
                    <a:pt x="73537" y="399106"/>
                  </a:lnTo>
                  <a:lnTo>
                    <a:pt x="72685" y="398041"/>
                  </a:lnTo>
                  <a:lnTo>
                    <a:pt x="72927" y="396914"/>
                  </a:lnTo>
                  <a:lnTo>
                    <a:pt x="72704" y="395616"/>
                  </a:lnTo>
                  <a:lnTo>
                    <a:pt x="70966" y="395246"/>
                  </a:lnTo>
                  <a:lnTo>
                    <a:pt x="70202" y="395300"/>
                  </a:lnTo>
                  <a:lnTo>
                    <a:pt x="69535" y="395020"/>
                  </a:lnTo>
                  <a:lnTo>
                    <a:pt x="68409" y="395213"/>
                  </a:lnTo>
                  <a:lnTo>
                    <a:pt x="66829" y="394717"/>
                  </a:lnTo>
                  <a:lnTo>
                    <a:pt x="65887" y="393871"/>
                  </a:lnTo>
                  <a:lnTo>
                    <a:pt x="64480" y="393663"/>
                  </a:lnTo>
                  <a:lnTo>
                    <a:pt x="63857" y="393138"/>
                  </a:lnTo>
                  <a:lnTo>
                    <a:pt x="62117" y="392469"/>
                  </a:lnTo>
                  <a:lnTo>
                    <a:pt x="59806" y="392977"/>
                  </a:lnTo>
                  <a:lnTo>
                    <a:pt x="59576" y="393326"/>
                  </a:lnTo>
                  <a:lnTo>
                    <a:pt x="57858" y="394383"/>
                  </a:lnTo>
                  <a:lnTo>
                    <a:pt x="56693" y="393368"/>
                  </a:lnTo>
                  <a:lnTo>
                    <a:pt x="55567" y="391793"/>
                  </a:lnTo>
                  <a:lnTo>
                    <a:pt x="54221" y="391594"/>
                  </a:lnTo>
                  <a:lnTo>
                    <a:pt x="52642" y="390798"/>
                  </a:lnTo>
                  <a:lnTo>
                    <a:pt x="52006" y="390796"/>
                  </a:lnTo>
                  <a:lnTo>
                    <a:pt x="51420" y="390382"/>
                  </a:lnTo>
                  <a:lnTo>
                    <a:pt x="50820" y="389139"/>
                  </a:lnTo>
                  <a:lnTo>
                    <a:pt x="50364" y="388898"/>
                  </a:lnTo>
                  <a:lnTo>
                    <a:pt x="48357" y="389857"/>
                  </a:lnTo>
                  <a:lnTo>
                    <a:pt x="48048" y="390297"/>
                  </a:lnTo>
                  <a:lnTo>
                    <a:pt x="47024" y="390484"/>
                  </a:lnTo>
                  <a:lnTo>
                    <a:pt x="46219" y="391603"/>
                  </a:lnTo>
                  <a:lnTo>
                    <a:pt x="42558" y="393879"/>
                  </a:lnTo>
                  <a:lnTo>
                    <a:pt x="41363" y="393866"/>
                  </a:lnTo>
                  <a:lnTo>
                    <a:pt x="40496" y="393304"/>
                  </a:lnTo>
                  <a:lnTo>
                    <a:pt x="39433" y="390394"/>
                  </a:lnTo>
                  <a:lnTo>
                    <a:pt x="22248" y="382682"/>
                  </a:lnTo>
                  <a:lnTo>
                    <a:pt x="23656" y="381685"/>
                  </a:lnTo>
                  <a:lnTo>
                    <a:pt x="24528" y="380318"/>
                  </a:lnTo>
                  <a:lnTo>
                    <a:pt x="25409" y="380091"/>
                  </a:lnTo>
                  <a:lnTo>
                    <a:pt x="25843" y="379709"/>
                  </a:lnTo>
                  <a:lnTo>
                    <a:pt x="27805" y="379323"/>
                  </a:lnTo>
                  <a:lnTo>
                    <a:pt x="28186" y="379960"/>
                  </a:lnTo>
                  <a:lnTo>
                    <a:pt x="28477" y="379981"/>
                  </a:lnTo>
                  <a:lnTo>
                    <a:pt x="30048" y="379286"/>
                  </a:lnTo>
                  <a:lnTo>
                    <a:pt x="30624" y="378553"/>
                  </a:lnTo>
                  <a:lnTo>
                    <a:pt x="32084" y="377580"/>
                  </a:lnTo>
                  <a:lnTo>
                    <a:pt x="32842" y="375506"/>
                  </a:lnTo>
                  <a:lnTo>
                    <a:pt x="33923" y="373607"/>
                  </a:lnTo>
                  <a:lnTo>
                    <a:pt x="34858" y="370712"/>
                  </a:lnTo>
                  <a:lnTo>
                    <a:pt x="35853" y="369160"/>
                  </a:lnTo>
                  <a:lnTo>
                    <a:pt x="36814" y="368159"/>
                  </a:lnTo>
                  <a:lnTo>
                    <a:pt x="37589" y="366740"/>
                  </a:lnTo>
                  <a:lnTo>
                    <a:pt x="38650" y="363079"/>
                  </a:lnTo>
                  <a:lnTo>
                    <a:pt x="41237" y="359278"/>
                  </a:lnTo>
                  <a:lnTo>
                    <a:pt x="41584" y="357854"/>
                  </a:lnTo>
                  <a:lnTo>
                    <a:pt x="43769" y="356302"/>
                  </a:lnTo>
                  <a:lnTo>
                    <a:pt x="45175" y="354649"/>
                  </a:lnTo>
                  <a:lnTo>
                    <a:pt x="46626" y="353906"/>
                  </a:lnTo>
                  <a:lnTo>
                    <a:pt x="47186" y="353275"/>
                  </a:lnTo>
                  <a:lnTo>
                    <a:pt x="47696" y="353382"/>
                  </a:lnTo>
                  <a:lnTo>
                    <a:pt x="48845" y="352161"/>
                  </a:lnTo>
                  <a:lnTo>
                    <a:pt x="48574" y="351473"/>
                  </a:lnTo>
                  <a:lnTo>
                    <a:pt x="49104" y="349940"/>
                  </a:lnTo>
                  <a:lnTo>
                    <a:pt x="49097" y="348384"/>
                  </a:lnTo>
                  <a:lnTo>
                    <a:pt x="48861" y="347735"/>
                  </a:lnTo>
                  <a:lnTo>
                    <a:pt x="49712" y="346529"/>
                  </a:lnTo>
                  <a:lnTo>
                    <a:pt x="49868" y="345752"/>
                  </a:lnTo>
                  <a:lnTo>
                    <a:pt x="49540" y="344181"/>
                  </a:lnTo>
                  <a:lnTo>
                    <a:pt x="47743" y="342246"/>
                  </a:lnTo>
                  <a:lnTo>
                    <a:pt x="47060" y="340601"/>
                  </a:lnTo>
                  <a:lnTo>
                    <a:pt x="47047" y="339402"/>
                  </a:lnTo>
                  <a:lnTo>
                    <a:pt x="46646" y="339170"/>
                  </a:lnTo>
                  <a:lnTo>
                    <a:pt x="46273" y="338512"/>
                  </a:lnTo>
                  <a:lnTo>
                    <a:pt x="46005" y="337058"/>
                  </a:lnTo>
                  <a:lnTo>
                    <a:pt x="43993" y="335463"/>
                  </a:lnTo>
                  <a:lnTo>
                    <a:pt x="43251" y="334558"/>
                  </a:lnTo>
                  <a:lnTo>
                    <a:pt x="42114" y="331560"/>
                  </a:lnTo>
                  <a:lnTo>
                    <a:pt x="41430" y="328529"/>
                  </a:lnTo>
                  <a:lnTo>
                    <a:pt x="40613" y="327690"/>
                  </a:lnTo>
                  <a:lnTo>
                    <a:pt x="40337" y="326831"/>
                  </a:lnTo>
                  <a:lnTo>
                    <a:pt x="39269" y="325670"/>
                  </a:lnTo>
                  <a:lnTo>
                    <a:pt x="38806" y="324571"/>
                  </a:lnTo>
                  <a:lnTo>
                    <a:pt x="38210" y="324084"/>
                  </a:lnTo>
                  <a:lnTo>
                    <a:pt x="34522" y="323678"/>
                  </a:lnTo>
                  <a:lnTo>
                    <a:pt x="32372" y="321174"/>
                  </a:lnTo>
                  <a:lnTo>
                    <a:pt x="31384" y="320610"/>
                  </a:lnTo>
                  <a:lnTo>
                    <a:pt x="30005" y="320074"/>
                  </a:lnTo>
                  <a:lnTo>
                    <a:pt x="27400" y="320196"/>
                  </a:lnTo>
                  <a:lnTo>
                    <a:pt x="25859" y="318943"/>
                  </a:lnTo>
                  <a:lnTo>
                    <a:pt x="25257" y="318728"/>
                  </a:lnTo>
                  <a:lnTo>
                    <a:pt x="24341" y="317770"/>
                  </a:lnTo>
                  <a:lnTo>
                    <a:pt x="23026" y="317062"/>
                  </a:lnTo>
                  <a:lnTo>
                    <a:pt x="22359" y="316248"/>
                  </a:lnTo>
                  <a:lnTo>
                    <a:pt x="22034" y="316323"/>
                  </a:lnTo>
                  <a:lnTo>
                    <a:pt x="20373" y="315611"/>
                  </a:lnTo>
                  <a:lnTo>
                    <a:pt x="19972" y="315160"/>
                  </a:lnTo>
                  <a:lnTo>
                    <a:pt x="19102" y="315456"/>
                  </a:lnTo>
                  <a:lnTo>
                    <a:pt x="18711" y="315344"/>
                  </a:lnTo>
                  <a:lnTo>
                    <a:pt x="18286" y="314698"/>
                  </a:lnTo>
                  <a:lnTo>
                    <a:pt x="16962" y="314753"/>
                  </a:lnTo>
                  <a:lnTo>
                    <a:pt x="16360" y="313845"/>
                  </a:lnTo>
                  <a:lnTo>
                    <a:pt x="15436" y="311363"/>
                  </a:lnTo>
                  <a:lnTo>
                    <a:pt x="15045" y="310942"/>
                  </a:lnTo>
                  <a:lnTo>
                    <a:pt x="14577" y="308895"/>
                  </a:lnTo>
                  <a:lnTo>
                    <a:pt x="13423" y="307352"/>
                  </a:lnTo>
                  <a:lnTo>
                    <a:pt x="11892" y="306642"/>
                  </a:lnTo>
                  <a:lnTo>
                    <a:pt x="10505" y="305413"/>
                  </a:lnTo>
                  <a:lnTo>
                    <a:pt x="9683" y="302557"/>
                  </a:lnTo>
                  <a:lnTo>
                    <a:pt x="10807" y="302087"/>
                  </a:lnTo>
                  <a:lnTo>
                    <a:pt x="12752" y="302134"/>
                  </a:lnTo>
                  <a:lnTo>
                    <a:pt x="14580" y="301823"/>
                  </a:lnTo>
                  <a:lnTo>
                    <a:pt x="15229" y="301339"/>
                  </a:lnTo>
                  <a:lnTo>
                    <a:pt x="15660" y="300454"/>
                  </a:lnTo>
                  <a:lnTo>
                    <a:pt x="15519" y="299602"/>
                  </a:lnTo>
                  <a:lnTo>
                    <a:pt x="15891" y="297942"/>
                  </a:lnTo>
                  <a:lnTo>
                    <a:pt x="15541" y="297335"/>
                  </a:lnTo>
                  <a:lnTo>
                    <a:pt x="15408" y="295832"/>
                  </a:lnTo>
                  <a:lnTo>
                    <a:pt x="14863" y="294781"/>
                  </a:lnTo>
                  <a:lnTo>
                    <a:pt x="14949" y="293399"/>
                  </a:lnTo>
                  <a:lnTo>
                    <a:pt x="14733" y="293073"/>
                  </a:lnTo>
                  <a:lnTo>
                    <a:pt x="15160" y="291720"/>
                  </a:lnTo>
                  <a:lnTo>
                    <a:pt x="14704" y="289101"/>
                  </a:lnTo>
                  <a:lnTo>
                    <a:pt x="15566" y="288260"/>
                  </a:lnTo>
                  <a:lnTo>
                    <a:pt x="15711" y="287823"/>
                  </a:lnTo>
                  <a:lnTo>
                    <a:pt x="16359" y="287614"/>
                  </a:lnTo>
                  <a:lnTo>
                    <a:pt x="16132" y="285849"/>
                  </a:lnTo>
                  <a:lnTo>
                    <a:pt x="15222" y="284910"/>
                  </a:lnTo>
                  <a:lnTo>
                    <a:pt x="16097" y="283874"/>
                  </a:lnTo>
                  <a:lnTo>
                    <a:pt x="16825" y="278161"/>
                  </a:lnTo>
                  <a:lnTo>
                    <a:pt x="17735" y="277628"/>
                  </a:lnTo>
                  <a:lnTo>
                    <a:pt x="17526" y="277286"/>
                  </a:lnTo>
                  <a:lnTo>
                    <a:pt x="17600" y="276259"/>
                  </a:lnTo>
                  <a:lnTo>
                    <a:pt x="17773" y="276271"/>
                  </a:lnTo>
                  <a:lnTo>
                    <a:pt x="17809" y="274294"/>
                  </a:lnTo>
                  <a:lnTo>
                    <a:pt x="17327" y="273916"/>
                  </a:lnTo>
                  <a:lnTo>
                    <a:pt x="17543" y="273393"/>
                  </a:lnTo>
                  <a:lnTo>
                    <a:pt x="17405" y="272778"/>
                  </a:lnTo>
                  <a:lnTo>
                    <a:pt x="15938" y="272581"/>
                  </a:lnTo>
                  <a:lnTo>
                    <a:pt x="15569" y="273047"/>
                  </a:lnTo>
                  <a:lnTo>
                    <a:pt x="14049" y="272626"/>
                  </a:lnTo>
                  <a:lnTo>
                    <a:pt x="12370" y="272661"/>
                  </a:lnTo>
                  <a:lnTo>
                    <a:pt x="12632" y="272102"/>
                  </a:lnTo>
                  <a:lnTo>
                    <a:pt x="11245" y="269945"/>
                  </a:lnTo>
                  <a:lnTo>
                    <a:pt x="6942" y="269286"/>
                  </a:lnTo>
                  <a:lnTo>
                    <a:pt x="6283" y="268512"/>
                  </a:lnTo>
                  <a:lnTo>
                    <a:pt x="6491" y="268076"/>
                  </a:lnTo>
                  <a:lnTo>
                    <a:pt x="7023" y="267836"/>
                  </a:lnTo>
                  <a:lnTo>
                    <a:pt x="6958" y="267385"/>
                  </a:lnTo>
                  <a:lnTo>
                    <a:pt x="7859" y="265529"/>
                  </a:lnTo>
                  <a:lnTo>
                    <a:pt x="8637" y="264521"/>
                  </a:lnTo>
                  <a:lnTo>
                    <a:pt x="9093" y="264401"/>
                  </a:lnTo>
                  <a:lnTo>
                    <a:pt x="7602" y="257682"/>
                  </a:lnTo>
                  <a:lnTo>
                    <a:pt x="8279" y="257538"/>
                  </a:lnTo>
                  <a:lnTo>
                    <a:pt x="8379" y="257307"/>
                  </a:lnTo>
                  <a:lnTo>
                    <a:pt x="9038" y="257500"/>
                  </a:lnTo>
                  <a:lnTo>
                    <a:pt x="9070" y="257037"/>
                  </a:lnTo>
                  <a:lnTo>
                    <a:pt x="9881" y="256313"/>
                  </a:lnTo>
                  <a:lnTo>
                    <a:pt x="9307" y="255790"/>
                  </a:lnTo>
                  <a:lnTo>
                    <a:pt x="7818" y="252916"/>
                  </a:lnTo>
                  <a:lnTo>
                    <a:pt x="5614" y="251009"/>
                  </a:lnTo>
                  <a:lnTo>
                    <a:pt x="4821" y="250017"/>
                  </a:lnTo>
                  <a:lnTo>
                    <a:pt x="5317" y="249211"/>
                  </a:lnTo>
                  <a:lnTo>
                    <a:pt x="5698" y="247233"/>
                  </a:lnTo>
                  <a:lnTo>
                    <a:pt x="5604" y="245497"/>
                  </a:lnTo>
                  <a:lnTo>
                    <a:pt x="4842" y="244235"/>
                  </a:lnTo>
                  <a:lnTo>
                    <a:pt x="4467" y="242600"/>
                  </a:lnTo>
                  <a:lnTo>
                    <a:pt x="4023" y="242206"/>
                  </a:lnTo>
                  <a:lnTo>
                    <a:pt x="4105" y="241460"/>
                  </a:lnTo>
                  <a:lnTo>
                    <a:pt x="3549" y="240879"/>
                  </a:lnTo>
                  <a:lnTo>
                    <a:pt x="3050" y="239829"/>
                  </a:lnTo>
                  <a:lnTo>
                    <a:pt x="2551" y="239529"/>
                  </a:lnTo>
                  <a:lnTo>
                    <a:pt x="2352" y="239093"/>
                  </a:lnTo>
                  <a:lnTo>
                    <a:pt x="1538" y="238714"/>
                  </a:lnTo>
                  <a:lnTo>
                    <a:pt x="956" y="237997"/>
                  </a:lnTo>
                  <a:lnTo>
                    <a:pt x="612" y="236822"/>
                  </a:lnTo>
                  <a:lnTo>
                    <a:pt x="0" y="236259"/>
                  </a:lnTo>
                  <a:lnTo>
                    <a:pt x="115" y="234285"/>
                  </a:lnTo>
                  <a:lnTo>
                    <a:pt x="1119" y="232767"/>
                  </a:lnTo>
                  <a:lnTo>
                    <a:pt x="2124" y="232049"/>
                  </a:lnTo>
                  <a:lnTo>
                    <a:pt x="2910" y="229741"/>
                  </a:lnTo>
                  <a:lnTo>
                    <a:pt x="3080" y="228782"/>
                  </a:lnTo>
                  <a:lnTo>
                    <a:pt x="2932" y="228147"/>
                  </a:lnTo>
                  <a:lnTo>
                    <a:pt x="3788" y="227801"/>
                  </a:lnTo>
                  <a:lnTo>
                    <a:pt x="3654" y="227258"/>
                  </a:lnTo>
                  <a:lnTo>
                    <a:pt x="3813" y="226701"/>
                  </a:lnTo>
                  <a:lnTo>
                    <a:pt x="4910" y="226172"/>
                  </a:lnTo>
                  <a:lnTo>
                    <a:pt x="4913" y="225484"/>
                  </a:lnTo>
                  <a:lnTo>
                    <a:pt x="5314" y="225110"/>
                  </a:lnTo>
                  <a:lnTo>
                    <a:pt x="5387" y="224683"/>
                  </a:lnTo>
                  <a:lnTo>
                    <a:pt x="6295" y="224478"/>
                  </a:lnTo>
                  <a:lnTo>
                    <a:pt x="7567" y="223007"/>
                  </a:lnTo>
                  <a:lnTo>
                    <a:pt x="9736" y="222375"/>
                  </a:lnTo>
                  <a:lnTo>
                    <a:pt x="10742" y="220959"/>
                  </a:lnTo>
                  <a:lnTo>
                    <a:pt x="10933" y="220133"/>
                  </a:lnTo>
                  <a:lnTo>
                    <a:pt x="11978" y="220082"/>
                  </a:lnTo>
                  <a:lnTo>
                    <a:pt x="14462" y="218380"/>
                  </a:lnTo>
                  <a:lnTo>
                    <a:pt x="17386" y="217268"/>
                  </a:lnTo>
                  <a:lnTo>
                    <a:pt x="20075" y="215854"/>
                  </a:lnTo>
                  <a:lnTo>
                    <a:pt x="20853" y="214722"/>
                  </a:lnTo>
                  <a:lnTo>
                    <a:pt x="20980" y="213872"/>
                  </a:lnTo>
                  <a:lnTo>
                    <a:pt x="22031" y="212364"/>
                  </a:lnTo>
                  <a:lnTo>
                    <a:pt x="22793" y="210608"/>
                  </a:lnTo>
                  <a:lnTo>
                    <a:pt x="23908" y="209802"/>
                  </a:lnTo>
                  <a:lnTo>
                    <a:pt x="25300" y="209296"/>
                  </a:lnTo>
                  <a:lnTo>
                    <a:pt x="26360" y="208297"/>
                  </a:lnTo>
                  <a:lnTo>
                    <a:pt x="28094" y="207233"/>
                  </a:lnTo>
                  <a:lnTo>
                    <a:pt x="28866" y="206308"/>
                  </a:lnTo>
                  <a:lnTo>
                    <a:pt x="30472" y="207075"/>
                  </a:lnTo>
                  <a:lnTo>
                    <a:pt x="30892" y="207573"/>
                  </a:lnTo>
                  <a:lnTo>
                    <a:pt x="32229" y="208029"/>
                  </a:lnTo>
                  <a:lnTo>
                    <a:pt x="35267" y="208073"/>
                  </a:lnTo>
                  <a:lnTo>
                    <a:pt x="36305" y="209198"/>
                  </a:lnTo>
                  <a:lnTo>
                    <a:pt x="37584" y="210003"/>
                  </a:lnTo>
                  <a:lnTo>
                    <a:pt x="38554" y="209953"/>
                  </a:lnTo>
                  <a:lnTo>
                    <a:pt x="40365" y="210830"/>
                  </a:lnTo>
                  <a:lnTo>
                    <a:pt x="41925" y="212110"/>
                  </a:lnTo>
                  <a:lnTo>
                    <a:pt x="43783" y="214398"/>
                  </a:lnTo>
                  <a:lnTo>
                    <a:pt x="44532" y="214577"/>
                  </a:lnTo>
                  <a:lnTo>
                    <a:pt x="45421" y="215246"/>
                  </a:lnTo>
                  <a:lnTo>
                    <a:pt x="46166" y="215403"/>
                  </a:lnTo>
                  <a:lnTo>
                    <a:pt x="47128" y="216122"/>
                  </a:lnTo>
                  <a:lnTo>
                    <a:pt x="47840" y="215946"/>
                  </a:lnTo>
                  <a:lnTo>
                    <a:pt x="49031" y="214936"/>
                  </a:lnTo>
                  <a:lnTo>
                    <a:pt x="49436" y="214301"/>
                  </a:lnTo>
                  <a:lnTo>
                    <a:pt x="49340" y="213774"/>
                  </a:lnTo>
                  <a:lnTo>
                    <a:pt x="50992" y="213009"/>
                  </a:lnTo>
                  <a:lnTo>
                    <a:pt x="52248" y="211687"/>
                  </a:lnTo>
                  <a:lnTo>
                    <a:pt x="52952" y="211343"/>
                  </a:lnTo>
                  <a:lnTo>
                    <a:pt x="54943" y="209677"/>
                  </a:lnTo>
                  <a:lnTo>
                    <a:pt x="57378" y="208638"/>
                  </a:lnTo>
                  <a:lnTo>
                    <a:pt x="60366" y="209208"/>
                  </a:lnTo>
                  <a:lnTo>
                    <a:pt x="61287" y="209037"/>
                  </a:lnTo>
                  <a:lnTo>
                    <a:pt x="62078" y="208613"/>
                  </a:lnTo>
                  <a:lnTo>
                    <a:pt x="63808" y="206281"/>
                  </a:lnTo>
                  <a:lnTo>
                    <a:pt x="64513" y="205898"/>
                  </a:lnTo>
                  <a:lnTo>
                    <a:pt x="64939" y="205958"/>
                  </a:lnTo>
                  <a:lnTo>
                    <a:pt x="66213" y="206827"/>
                  </a:lnTo>
                  <a:lnTo>
                    <a:pt x="67621" y="206300"/>
                  </a:lnTo>
                  <a:lnTo>
                    <a:pt x="70236" y="206310"/>
                  </a:lnTo>
                  <a:lnTo>
                    <a:pt x="74183" y="205891"/>
                  </a:lnTo>
                  <a:lnTo>
                    <a:pt x="75325" y="205086"/>
                  </a:lnTo>
                  <a:lnTo>
                    <a:pt x="75782" y="205109"/>
                  </a:lnTo>
                  <a:lnTo>
                    <a:pt x="79229" y="203978"/>
                  </a:lnTo>
                  <a:lnTo>
                    <a:pt x="81289" y="204020"/>
                  </a:lnTo>
                  <a:lnTo>
                    <a:pt x="82506" y="203690"/>
                  </a:lnTo>
                  <a:lnTo>
                    <a:pt x="83738" y="203988"/>
                  </a:lnTo>
                  <a:lnTo>
                    <a:pt x="85264" y="203974"/>
                  </a:lnTo>
                  <a:lnTo>
                    <a:pt x="86558" y="203478"/>
                  </a:lnTo>
                  <a:lnTo>
                    <a:pt x="87850" y="203346"/>
                  </a:lnTo>
                  <a:lnTo>
                    <a:pt x="88438" y="203751"/>
                  </a:lnTo>
                  <a:lnTo>
                    <a:pt x="90077" y="204122"/>
                  </a:lnTo>
                  <a:lnTo>
                    <a:pt x="90770" y="204221"/>
                  </a:lnTo>
                  <a:lnTo>
                    <a:pt x="91298" y="203943"/>
                  </a:lnTo>
                  <a:lnTo>
                    <a:pt x="91381" y="201837"/>
                  </a:lnTo>
                  <a:lnTo>
                    <a:pt x="93576" y="199892"/>
                  </a:lnTo>
                  <a:lnTo>
                    <a:pt x="93896" y="198876"/>
                  </a:lnTo>
                  <a:lnTo>
                    <a:pt x="93914" y="197821"/>
                  </a:lnTo>
                  <a:lnTo>
                    <a:pt x="94479" y="197108"/>
                  </a:lnTo>
                  <a:lnTo>
                    <a:pt x="94466" y="196662"/>
                  </a:lnTo>
                  <a:lnTo>
                    <a:pt x="95258" y="196675"/>
                  </a:lnTo>
                  <a:lnTo>
                    <a:pt x="96223" y="195284"/>
                  </a:lnTo>
                  <a:lnTo>
                    <a:pt x="96585" y="193976"/>
                  </a:lnTo>
                  <a:lnTo>
                    <a:pt x="96228" y="191825"/>
                  </a:lnTo>
                  <a:lnTo>
                    <a:pt x="97912" y="190577"/>
                  </a:lnTo>
                  <a:lnTo>
                    <a:pt x="97929" y="190172"/>
                  </a:lnTo>
                  <a:lnTo>
                    <a:pt x="98709" y="188953"/>
                  </a:lnTo>
                  <a:lnTo>
                    <a:pt x="99310" y="187357"/>
                  </a:lnTo>
                  <a:lnTo>
                    <a:pt x="98915" y="186516"/>
                  </a:lnTo>
                  <a:lnTo>
                    <a:pt x="99101" y="185425"/>
                  </a:lnTo>
                  <a:lnTo>
                    <a:pt x="99622" y="184997"/>
                  </a:lnTo>
                  <a:lnTo>
                    <a:pt x="100335" y="183854"/>
                  </a:lnTo>
                  <a:lnTo>
                    <a:pt x="99907" y="182561"/>
                  </a:lnTo>
                  <a:lnTo>
                    <a:pt x="100061" y="182191"/>
                  </a:lnTo>
                  <a:lnTo>
                    <a:pt x="99915" y="179933"/>
                  </a:lnTo>
                  <a:lnTo>
                    <a:pt x="101099" y="179166"/>
                  </a:lnTo>
                  <a:lnTo>
                    <a:pt x="102141" y="177314"/>
                  </a:lnTo>
                  <a:lnTo>
                    <a:pt x="103943" y="175592"/>
                  </a:lnTo>
                  <a:lnTo>
                    <a:pt x="104529" y="175372"/>
                  </a:lnTo>
                  <a:lnTo>
                    <a:pt x="104293" y="173616"/>
                  </a:lnTo>
                  <a:lnTo>
                    <a:pt x="103992" y="172987"/>
                  </a:lnTo>
                  <a:lnTo>
                    <a:pt x="104496" y="172245"/>
                  </a:lnTo>
                  <a:lnTo>
                    <a:pt x="104917" y="170995"/>
                  </a:lnTo>
                  <a:lnTo>
                    <a:pt x="104711" y="170285"/>
                  </a:lnTo>
                  <a:lnTo>
                    <a:pt x="104939" y="169786"/>
                  </a:lnTo>
                  <a:lnTo>
                    <a:pt x="104483" y="167594"/>
                  </a:lnTo>
                  <a:lnTo>
                    <a:pt x="105316" y="166232"/>
                  </a:lnTo>
                  <a:lnTo>
                    <a:pt x="104209" y="163800"/>
                  </a:lnTo>
                  <a:lnTo>
                    <a:pt x="103939" y="163814"/>
                  </a:lnTo>
                  <a:lnTo>
                    <a:pt x="103672" y="162903"/>
                  </a:lnTo>
                  <a:lnTo>
                    <a:pt x="103866" y="162305"/>
                  </a:lnTo>
                  <a:lnTo>
                    <a:pt x="103816" y="159659"/>
                  </a:lnTo>
                  <a:lnTo>
                    <a:pt x="103479" y="159251"/>
                  </a:lnTo>
                  <a:lnTo>
                    <a:pt x="103735" y="158575"/>
                  </a:lnTo>
                  <a:lnTo>
                    <a:pt x="104723" y="157480"/>
                  </a:lnTo>
                  <a:lnTo>
                    <a:pt x="104526" y="156438"/>
                  </a:lnTo>
                  <a:lnTo>
                    <a:pt x="104838" y="154540"/>
                  </a:lnTo>
                  <a:lnTo>
                    <a:pt x="104718" y="153780"/>
                  </a:lnTo>
                  <a:lnTo>
                    <a:pt x="107678" y="152673"/>
                  </a:lnTo>
                  <a:lnTo>
                    <a:pt x="109205" y="152519"/>
                  </a:lnTo>
                  <a:lnTo>
                    <a:pt x="111175" y="151260"/>
                  </a:lnTo>
                  <a:lnTo>
                    <a:pt x="112903" y="150701"/>
                  </a:lnTo>
                  <a:lnTo>
                    <a:pt x="115161" y="150525"/>
                  </a:lnTo>
                  <a:lnTo>
                    <a:pt x="116253" y="149491"/>
                  </a:lnTo>
                  <a:lnTo>
                    <a:pt x="117776" y="148586"/>
                  </a:lnTo>
                  <a:lnTo>
                    <a:pt x="118730" y="147182"/>
                  </a:lnTo>
                  <a:lnTo>
                    <a:pt x="121747" y="145577"/>
                  </a:lnTo>
                  <a:lnTo>
                    <a:pt x="122400" y="144818"/>
                  </a:lnTo>
                  <a:lnTo>
                    <a:pt x="125322" y="143774"/>
                  </a:lnTo>
                  <a:lnTo>
                    <a:pt x="126909" y="143675"/>
                  </a:lnTo>
                  <a:lnTo>
                    <a:pt x="129070" y="141807"/>
                  </a:lnTo>
                  <a:lnTo>
                    <a:pt x="129495" y="140208"/>
                  </a:lnTo>
                  <a:lnTo>
                    <a:pt x="130684" y="139152"/>
                  </a:lnTo>
                  <a:lnTo>
                    <a:pt x="131196" y="137507"/>
                  </a:lnTo>
                  <a:lnTo>
                    <a:pt x="153734" y="132180"/>
                  </a:lnTo>
                  <a:lnTo>
                    <a:pt x="167348" y="115462"/>
                  </a:lnTo>
                  <a:lnTo>
                    <a:pt x="178384" y="101027"/>
                  </a:lnTo>
                  <a:lnTo>
                    <a:pt x="205349" y="100449"/>
                  </a:lnTo>
                  <a:lnTo>
                    <a:pt x="207471" y="88794"/>
                  </a:lnTo>
                  <a:lnTo>
                    <a:pt x="210441" y="84983"/>
                  </a:lnTo>
                  <a:lnTo>
                    <a:pt x="219215" y="80567"/>
                  </a:lnTo>
                  <a:lnTo>
                    <a:pt x="223837" y="77988"/>
                  </a:lnTo>
                  <a:lnTo>
                    <a:pt x="230272" y="77058"/>
                  </a:lnTo>
                  <a:lnTo>
                    <a:pt x="238172" y="76815"/>
                  </a:lnTo>
                  <a:lnTo>
                    <a:pt x="245780" y="75359"/>
                  </a:lnTo>
                  <a:lnTo>
                    <a:pt x="260101" y="63589"/>
                  </a:lnTo>
                  <a:lnTo>
                    <a:pt x="265561" y="24608"/>
                  </a:lnTo>
                  <a:lnTo>
                    <a:pt x="305050" y="6961"/>
                  </a:lnTo>
                  <a:lnTo>
                    <a:pt x="312839" y="16228"/>
                  </a:lnTo>
                  <a:lnTo>
                    <a:pt x="318289" y="20699"/>
                  </a:lnTo>
                  <a:lnTo>
                    <a:pt x="319394" y="22019"/>
                  </a:lnTo>
                  <a:lnTo>
                    <a:pt x="324658" y="23822"/>
                  </a:lnTo>
                  <a:lnTo>
                    <a:pt x="329955" y="22370"/>
                  </a:lnTo>
                  <a:lnTo>
                    <a:pt x="330785" y="21800"/>
                  </a:lnTo>
                  <a:lnTo>
                    <a:pt x="331676" y="21617"/>
                  </a:lnTo>
                  <a:lnTo>
                    <a:pt x="336989" y="14527"/>
                  </a:lnTo>
                  <a:lnTo>
                    <a:pt x="343039" y="11081"/>
                  </a:lnTo>
                  <a:lnTo>
                    <a:pt x="360590" y="22074"/>
                  </a:lnTo>
                  <a:lnTo>
                    <a:pt x="376429" y="21206"/>
                  </a:lnTo>
                  <a:lnTo>
                    <a:pt x="394070" y="10228"/>
                  </a:lnTo>
                  <a:lnTo>
                    <a:pt x="396125" y="0"/>
                  </a:lnTo>
                  <a:lnTo>
                    <a:pt x="404706" y="2385"/>
                  </a:lnTo>
                  <a:lnTo>
                    <a:pt x="411963" y="2382"/>
                  </a:lnTo>
                  <a:lnTo>
                    <a:pt x="426935" y="10275"/>
                  </a:lnTo>
                  <a:lnTo>
                    <a:pt x="437207" y="11912"/>
                  </a:lnTo>
                  <a:lnTo>
                    <a:pt x="441636" y="19886"/>
                  </a:lnTo>
                  <a:lnTo>
                    <a:pt x="443895" y="32588"/>
                  </a:lnTo>
                  <a:lnTo>
                    <a:pt x="461284" y="45368"/>
                  </a:lnTo>
                  <a:lnTo>
                    <a:pt x="462410" y="46709"/>
                  </a:lnTo>
                  <a:lnTo>
                    <a:pt x="464649" y="46804"/>
                  </a:lnTo>
                  <a:lnTo>
                    <a:pt x="470682" y="48798"/>
                  </a:lnTo>
                  <a:lnTo>
                    <a:pt x="478527" y="39627"/>
                  </a:lnTo>
                  <a:lnTo>
                    <a:pt x="480905" y="37802"/>
                  </a:lnTo>
                  <a:lnTo>
                    <a:pt x="485523" y="35585"/>
                  </a:lnTo>
                  <a:lnTo>
                    <a:pt x="493974" y="39289"/>
                  </a:lnTo>
                  <a:lnTo>
                    <a:pt x="498978" y="42454"/>
                  </a:lnTo>
                  <a:lnTo>
                    <a:pt x="506784" y="42319"/>
                  </a:lnTo>
                  <a:lnTo>
                    <a:pt x="507885" y="41937"/>
                  </a:lnTo>
                  <a:lnTo>
                    <a:pt x="508400" y="42092"/>
                  </a:lnTo>
                  <a:lnTo>
                    <a:pt x="513375" y="53567"/>
                  </a:lnTo>
                  <a:lnTo>
                    <a:pt x="516370" y="52841"/>
                  </a:lnTo>
                  <a:lnTo>
                    <a:pt x="518971" y="53006"/>
                  </a:lnTo>
                  <a:lnTo>
                    <a:pt x="525869" y="55676"/>
                  </a:lnTo>
                  <a:lnTo>
                    <a:pt x="530291" y="56360"/>
                  </a:lnTo>
                  <a:lnTo>
                    <a:pt x="533546" y="57429"/>
                  </a:lnTo>
                  <a:lnTo>
                    <a:pt x="536709" y="59192"/>
                  </a:lnTo>
                  <a:lnTo>
                    <a:pt x="538040" y="59354"/>
                  </a:lnTo>
                  <a:lnTo>
                    <a:pt x="539720" y="59219"/>
                  </a:lnTo>
                  <a:lnTo>
                    <a:pt x="542352" y="61091"/>
                  </a:lnTo>
                  <a:lnTo>
                    <a:pt x="543584" y="62455"/>
                  </a:lnTo>
                  <a:lnTo>
                    <a:pt x="546063" y="62994"/>
                  </a:lnTo>
                  <a:lnTo>
                    <a:pt x="549381" y="66302"/>
                  </a:lnTo>
                  <a:lnTo>
                    <a:pt x="552974" y="68680"/>
                  </a:lnTo>
                  <a:lnTo>
                    <a:pt x="553333" y="70308"/>
                  </a:lnTo>
                  <a:lnTo>
                    <a:pt x="554857" y="72758"/>
                  </a:lnTo>
                  <a:lnTo>
                    <a:pt x="555591" y="74467"/>
                  </a:lnTo>
                  <a:lnTo>
                    <a:pt x="556861" y="75103"/>
                  </a:lnTo>
                  <a:lnTo>
                    <a:pt x="557981" y="76146"/>
                  </a:lnTo>
                  <a:lnTo>
                    <a:pt x="560180" y="78796"/>
                  </a:lnTo>
                  <a:lnTo>
                    <a:pt x="560913" y="80384"/>
                  </a:lnTo>
                  <a:lnTo>
                    <a:pt x="562966" y="82711"/>
                  </a:lnTo>
                  <a:lnTo>
                    <a:pt x="563285" y="84138"/>
                  </a:lnTo>
                  <a:lnTo>
                    <a:pt x="564304" y="85296"/>
                  </a:lnTo>
                  <a:lnTo>
                    <a:pt x="566419" y="86491"/>
                  </a:lnTo>
                  <a:lnTo>
                    <a:pt x="566867" y="87804"/>
                  </a:lnTo>
                  <a:lnTo>
                    <a:pt x="568798" y="88107"/>
                  </a:lnTo>
                  <a:lnTo>
                    <a:pt x="570297" y="89483"/>
                  </a:lnTo>
                  <a:lnTo>
                    <a:pt x="570554" y="89972"/>
                  </a:lnTo>
                  <a:lnTo>
                    <a:pt x="572588" y="90281"/>
                  </a:lnTo>
                  <a:lnTo>
                    <a:pt x="577177" y="93303"/>
                  </a:lnTo>
                  <a:lnTo>
                    <a:pt x="580353" y="93281"/>
                  </a:lnTo>
                  <a:lnTo>
                    <a:pt x="583035" y="94471"/>
                  </a:lnTo>
                  <a:lnTo>
                    <a:pt x="586068" y="97404"/>
                  </a:lnTo>
                  <a:lnTo>
                    <a:pt x="587905" y="99792"/>
                  </a:lnTo>
                  <a:lnTo>
                    <a:pt x="588630" y="101088"/>
                  </a:lnTo>
                  <a:lnTo>
                    <a:pt x="590896" y="102782"/>
                  </a:lnTo>
                  <a:lnTo>
                    <a:pt x="591770" y="104198"/>
                  </a:lnTo>
                  <a:lnTo>
                    <a:pt x="595641" y="107414"/>
                  </a:lnTo>
                  <a:lnTo>
                    <a:pt x="598156" y="108244"/>
                  </a:lnTo>
                  <a:lnTo>
                    <a:pt x="601922" y="108241"/>
                  </a:lnTo>
                  <a:lnTo>
                    <a:pt x="604122" y="110379"/>
                  </a:lnTo>
                  <a:lnTo>
                    <a:pt x="604226" y="110821"/>
                  </a:lnTo>
                  <a:lnTo>
                    <a:pt x="605084" y="111761"/>
                  </a:lnTo>
                  <a:lnTo>
                    <a:pt x="605121" y="112705"/>
                  </a:lnTo>
                  <a:lnTo>
                    <a:pt x="605624" y="113332"/>
                  </a:lnTo>
                  <a:lnTo>
                    <a:pt x="606616" y="114112"/>
                  </a:lnTo>
                  <a:lnTo>
                    <a:pt x="607830" y="114499"/>
                  </a:lnTo>
                  <a:lnTo>
                    <a:pt x="607216" y="115409"/>
                  </a:lnTo>
                  <a:lnTo>
                    <a:pt x="607132" y="116453"/>
                  </a:lnTo>
                  <a:lnTo>
                    <a:pt x="608874" y="119262"/>
                  </a:lnTo>
                  <a:lnTo>
                    <a:pt x="609707" y="120152"/>
                  </a:lnTo>
                  <a:lnTo>
                    <a:pt x="610789" y="120757"/>
                  </a:lnTo>
                  <a:lnTo>
                    <a:pt x="611969" y="120652"/>
                  </a:lnTo>
                  <a:lnTo>
                    <a:pt x="614093" y="122721"/>
                  </a:lnTo>
                  <a:lnTo>
                    <a:pt x="614388" y="123149"/>
                  </a:lnTo>
                  <a:lnTo>
                    <a:pt x="614420" y="125893"/>
                  </a:lnTo>
                  <a:lnTo>
                    <a:pt x="616097" y="128355"/>
                  </a:lnTo>
                  <a:lnTo>
                    <a:pt x="617940" y="130245"/>
                  </a:lnTo>
                  <a:lnTo>
                    <a:pt x="621004" y="132019"/>
                  </a:lnTo>
                  <a:lnTo>
                    <a:pt x="620999" y="132767"/>
                  </a:lnTo>
                  <a:lnTo>
                    <a:pt x="621391" y="133382"/>
                  </a:lnTo>
                  <a:lnTo>
                    <a:pt x="623526" y="135127"/>
                  </a:lnTo>
                  <a:lnTo>
                    <a:pt x="624046" y="135437"/>
                  </a:lnTo>
                  <a:lnTo>
                    <a:pt x="624830" y="135480"/>
                  </a:lnTo>
                  <a:lnTo>
                    <a:pt x="625173" y="135791"/>
                  </a:lnTo>
                  <a:lnTo>
                    <a:pt x="626704" y="135584"/>
                  </a:lnTo>
                  <a:lnTo>
                    <a:pt x="629050" y="136878"/>
                  </a:lnTo>
                  <a:lnTo>
                    <a:pt x="629409" y="137573"/>
                  </a:lnTo>
                  <a:lnTo>
                    <a:pt x="629503" y="139027"/>
                  </a:lnTo>
                  <a:lnTo>
                    <a:pt x="630211" y="140196"/>
                  </a:lnTo>
                  <a:lnTo>
                    <a:pt x="630823" y="140761"/>
                  </a:lnTo>
                  <a:lnTo>
                    <a:pt x="631245" y="142167"/>
                  </a:lnTo>
                  <a:lnTo>
                    <a:pt x="640191" y="174005"/>
                  </a:lnTo>
                  <a:lnTo>
                    <a:pt x="640590" y="176077"/>
                  </a:lnTo>
                  <a:lnTo>
                    <a:pt x="641233" y="176501"/>
                  </a:lnTo>
                  <a:lnTo>
                    <a:pt x="641615" y="177748"/>
                  </a:lnTo>
                  <a:lnTo>
                    <a:pt x="642404" y="178894"/>
                  </a:lnTo>
                  <a:lnTo>
                    <a:pt x="643023" y="179256"/>
                  </a:lnTo>
                  <a:lnTo>
                    <a:pt x="643781" y="180706"/>
                  </a:lnTo>
                  <a:lnTo>
                    <a:pt x="644953" y="182031"/>
                  </a:lnTo>
                  <a:lnTo>
                    <a:pt x="646878" y="182914"/>
                  </a:lnTo>
                  <a:lnTo>
                    <a:pt x="646925" y="183333"/>
                  </a:lnTo>
                  <a:lnTo>
                    <a:pt x="647344" y="183503"/>
                  </a:lnTo>
                  <a:lnTo>
                    <a:pt x="647627" y="183987"/>
                  </a:lnTo>
                  <a:lnTo>
                    <a:pt x="653560" y="184372"/>
                  </a:lnTo>
                  <a:lnTo>
                    <a:pt x="659523" y="185693"/>
                  </a:lnTo>
                  <a:lnTo>
                    <a:pt x="662523" y="185860"/>
                  </a:lnTo>
                  <a:lnTo>
                    <a:pt x="665555" y="187033"/>
                  </a:lnTo>
                  <a:lnTo>
                    <a:pt x="666901" y="187014"/>
                  </a:lnTo>
                  <a:lnTo>
                    <a:pt x="671033" y="186128"/>
                  </a:lnTo>
                  <a:lnTo>
                    <a:pt x="674062" y="186566"/>
                  </a:lnTo>
                  <a:lnTo>
                    <a:pt x="675138" y="186960"/>
                  </a:lnTo>
                  <a:lnTo>
                    <a:pt x="676011" y="186603"/>
                  </a:lnTo>
                  <a:lnTo>
                    <a:pt x="676730" y="186740"/>
                  </a:lnTo>
                  <a:lnTo>
                    <a:pt x="677836" y="185953"/>
                  </a:lnTo>
                  <a:lnTo>
                    <a:pt x="679157" y="186018"/>
                  </a:lnTo>
                  <a:lnTo>
                    <a:pt x="680536" y="185084"/>
                  </a:lnTo>
                  <a:lnTo>
                    <a:pt x="681379" y="185457"/>
                  </a:lnTo>
                  <a:lnTo>
                    <a:pt x="682403" y="184925"/>
                  </a:lnTo>
                  <a:lnTo>
                    <a:pt x="683415" y="185123"/>
                  </a:lnTo>
                  <a:lnTo>
                    <a:pt x="683669" y="184912"/>
                  </a:lnTo>
                  <a:lnTo>
                    <a:pt x="684825" y="184785"/>
                  </a:lnTo>
                  <a:lnTo>
                    <a:pt x="687113" y="183459"/>
                  </a:lnTo>
                  <a:lnTo>
                    <a:pt x="688440" y="181127"/>
                  </a:lnTo>
                  <a:lnTo>
                    <a:pt x="691899" y="180619"/>
                  </a:lnTo>
                  <a:lnTo>
                    <a:pt x="695000" y="182688"/>
                  </a:lnTo>
                  <a:lnTo>
                    <a:pt x="700684" y="182899"/>
                  </a:lnTo>
                  <a:lnTo>
                    <a:pt x="707527" y="189743"/>
                  </a:lnTo>
                  <a:lnTo>
                    <a:pt x="703601" y="191073"/>
                  </a:lnTo>
                  <a:lnTo>
                    <a:pt x="701180" y="194432"/>
                  </a:lnTo>
                  <a:lnTo>
                    <a:pt x="695010" y="197573"/>
                  </a:lnTo>
                  <a:lnTo>
                    <a:pt x="693767" y="197966"/>
                  </a:lnTo>
                  <a:lnTo>
                    <a:pt x="689918" y="200151"/>
                  </a:lnTo>
                  <a:lnTo>
                    <a:pt x="687960" y="210924"/>
                  </a:lnTo>
                  <a:lnTo>
                    <a:pt x="687671" y="211551"/>
                  </a:lnTo>
                  <a:lnTo>
                    <a:pt x="688465" y="213881"/>
                  </a:lnTo>
                  <a:lnTo>
                    <a:pt x="680753" y="219870"/>
                  </a:lnTo>
                  <a:lnTo>
                    <a:pt x="679314" y="221567"/>
                  </a:lnTo>
                  <a:lnTo>
                    <a:pt x="678325" y="223507"/>
                  </a:lnTo>
                  <a:lnTo>
                    <a:pt x="677160" y="224244"/>
                  </a:lnTo>
                  <a:lnTo>
                    <a:pt x="674647" y="230169"/>
                  </a:lnTo>
                  <a:lnTo>
                    <a:pt x="672572" y="230372"/>
                  </a:lnTo>
                  <a:lnTo>
                    <a:pt x="670770" y="230906"/>
                  </a:lnTo>
                  <a:lnTo>
                    <a:pt x="667567" y="232562"/>
                  </a:lnTo>
                  <a:lnTo>
                    <a:pt x="667974" y="236615"/>
                  </a:lnTo>
                  <a:lnTo>
                    <a:pt x="667594" y="241095"/>
                  </a:lnTo>
                  <a:lnTo>
                    <a:pt x="669431" y="244043"/>
                  </a:lnTo>
                  <a:lnTo>
                    <a:pt x="669280" y="247107"/>
                  </a:lnTo>
                  <a:lnTo>
                    <a:pt x="667942" y="248959"/>
                  </a:lnTo>
                  <a:lnTo>
                    <a:pt x="665013" y="251449"/>
                  </a:lnTo>
                  <a:lnTo>
                    <a:pt x="663050" y="254964"/>
                  </a:lnTo>
                  <a:lnTo>
                    <a:pt x="660432" y="257127"/>
                  </a:lnTo>
                  <a:lnTo>
                    <a:pt x="655259" y="259799"/>
                  </a:lnTo>
                  <a:lnTo>
                    <a:pt x="656592" y="265238"/>
                  </a:lnTo>
                  <a:lnTo>
                    <a:pt x="658201" y="266308"/>
                  </a:lnTo>
                  <a:lnTo>
                    <a:pt x="660382" y="270829"/>
                  </a:lnTo>
                  <a:lnTo>
                    <a:pt x="665096" y="277213"/>
                  </a:lnTo>
                  <a:lnTo>
                    <a:pt x="667809" y="280410"/>
                  </a:lnTo>
                  <a:lnTo>
                    <a:pt x="670623" y="286916"/>
                  </a:lnTo>
                  <a:lnTo>
                    <a:pt x="673621" y="296245"/>
                  </a:lnTo>
                  <a:lnTo>
                    <a:pt x="672802" y="302491"/>
                  </a:lnTo>
                  <a:lnTo>
                    <a:pt x="673967" y="303139"/>
                  </a:lnTo>
                  <a:lnTo>
                    <a:pt x="675921" y="304945"/>
                  </a:lnTo>
                  <a:lnTo>
                    <a:pt x="676494" y="315966"/>
                  </a:lnTo>
                  <a:lnTo>
                    <a:pt x="682930" y="322142"/>
                  </a:lnTo>
                  <a:lnTo>
                    <a:pt x="692752" y="322297"/>
                  </a:lnTo>
                  <a:lnTo>
                    <a:pt x="693953" y="327388"/>
                  </a:lnTo>
                  <a:lnTo>
                    <a:pt x="695845" y="331135"/>
                  </a:lnTo>
                  <a:lnTo>
                    <a:pt x="700321" y="336372"/>
                  </a:lnTo>
                  <a:lnTo>
                    <a:pt x="702700" y="338350"/>
                  </a:lnTo>
                  <a:lnTo>
                    <a:pt x="703566" y="341160"/>
                  </a:lnTo>
                  <a:lnTo>
                    <a:pt x="706817" y="342094"/>
                  </a:lnTo>
                  <a:lnTo>
                    <a:pt x="712197" y="345356"/>
                  </a:lnTo>
                  <a:lnTo>
                    <a:pt x="714961" y="348716"/>
                  </a:lnTo>
                  <a:lnTo>
                    <a:pt x="721739" y="349581"/>
                  </a:lnTo>
                  <a:lnTo>
                    <a:pt x="719273" y="353741"/>
                  </a:lnTo>
                  <a:lnTo>
                    <a:pt x="717884" y="361734"/>
                  </a:lnTo>
                  <a:lnTo>
                    <a:pt x="724774" y="366642"/>
                  </a:lnTo>
                  <a:lnTo>
                    <a:pt x="729496" y="370408"/>
                  </a:lnTo>
                  <a:lnTo>
                    <a:pt x="730825" y="371748"/>
                  </a:lnTo>
                  <a:lnTo>
                    <a:pt x="735063" y="375076"/>
                  </a:lnTo>
                  <a:lnTo>
                    <a:pt x="738498" y="376616"/>
                  </a:lnTo>
                  <a:lnTo>
                    <a:pt x="745531" y="376684"/>
                  </a:lnTo>
                  <a:lnTo>
                    <a:pt x="749340" y="376267"/>
                  </a:lnTo>
                  <a:lnTo>
                    <a:pt x="755099" y="380084"/>
                  </a:lnTo>
                  <a:lnTo>
                    <a:pt x="758092" y="379660"/>
                  </a:lnTo>
                  <a:lnTo>
                    <a:pt x="760022" y="385963"/>
                  </a:lnTo>
                  <a:lnTo>
                    <a:pt x="760764" y="385637"/>
                  </a:lnTo>
                  <a:lnTo>
                    <a:pt x="763745" y="385709"/>
                  </a:lnTo>
                  <a:lnTo>
                    <a:pt x="769934" y="388638"/>
                  </a:lnTo>
                  <a:lnTo>
                    <a:pt x="776548" y="392942"/>
                  </a:lnTo>
                  <a:lnTo>
                    <a:pt x="776479" y="393880"/>
                  </a:lnTo>
                  <a:lnTo>
                    <a:pt x="777300" y="394538"/>
                  </a:lnTo>
                  <a:lnTo>
                    <a:pt x="778012" y="396956"/>
                  </a:lnTo>
                  <a:lnTo>
                    <a:pt x="775459" y="400041"/>
                  </a:lnTo>
                  <a:lnTo>
                    <a:pt x="771373" y="407668"/>
                  </a:lnTo>
                  <a:lnTo>
                    <a:pt x="771016" y="408485"/>
                  </a:lnTo>
                  <a:lnTo>
                    <a:pt x="770660" y="411422"/>
                  </a:lnTo>
                  <a:lnTo>
                    <a:pt x="770899" y="413068"/>
                  </a:lnTo>
                  <a:lnTo>
                    <a:pt x="774784" y="417817"/>
                  </a:lnTo>
                  <a:lnTo>
                    <a:pt x="775434" y="418821"/>
                  </a:lnTo>
                  <a:lnTo>
                    <a:pt x="775934" y="420178"/>
                  </a:lnTo>
                  <a:lnTo>
                    <a:pt x="777285" y="421307"/>
                  </a:lnTo>
                  <a:lnTo>
                    <a:pt x="779411" y="424094"/>
                  </a:lnTo>
                  <a:lnTo>
                    <a:pt x="781637" y="423959"/>
                  </a:lnTo>
                  <a:lnTo>
                    <a:pt x="780888" y="428909"/>
                  </a:lnTo>
                  <a:lnTo>
                    <a:pt x="781129" y="432789"/>
                  </a:lnTo>
                  <a:lnTo>
                    <a:pt x="780964" y="433362"/>
                  </a:lnTo>
                  <a:lnTo>
                    <a:pt x="781646" y="437168"/>
                  </a:lnTo>
                  <a:lnTo>
                    <a:pt x="781751" y="443166"/>
                  </a:lnTo>
                  <a:lnTo>
                    <a:pt x="781538" y="444809"/>
                  </a:lnTo>
                  <a:lnTo>
                    <a:pt x="783127" y="451341"/>
                  </a:lnTo>
                  <a:lnTo>
                    <a:pt x="783002" y="452818"/>
                  </a:lnTo>
                  <a:lnTo>
                    <a:pt x="783306" y="455129"/>
                  </a:lnTo>
                  <a:lnTo>
                    <a:pt x="782328" y="460419"/>
                  </a:lnTo>
                  <a:lnTo>
                    <a:pt x="782259" y="465680"/>
                  </a:lnTo>
                  <a:lnTo>
                    <a:pt x="781681" y="469134"/>
                  </a:lnTo>
                  <a:lnTo>
                    <a:pt x="781060" y="471345"/>
                  </a:lnTo>
                  <a:lnTo>
                    <a:pt x="780560" y="471935"/>
                  </a:lnTo>
                  <a:lnTo>
                    <a:pt x="780456" y="472451"/>
                  </a:lnTo>
                  <a:lnTo>
                    <a:pt x="780491" y="474767"/>
                  </a:lnTo>
                  <a:lnTo>
                    <a:pt x="783381" y="476860"/>
                  </a:lnTo>
                  <a:lnTo>
                    <a:pt x="789784" y="478293"/>
                  </a:lnTo>
                  <a:lnTo>
                    <a:pt x="792602" y="481035"/>
                  </a:lnTo>
                  <a:lnTo>
                    <a:pt x="801404" y="486855"/>
                  </a:lnTo>
                  <a:lnTo>
                    <a:pt x="802279" y="487235"/>
                  </a:lnTo>
                  <a:lnTo>
                    <a:pt x="809659" y="492577"/>
                  </a:lnTo>
                  <a:lnTo>
                    <a:pt x="813178" y="494270"/>
                  </a:lnTo>
                  <a:lnTo>
                    <a:pt x="814370" y="495704"/>
                  </a:lnTo>
                  <a:lnTo>
                    <a:pt x="814525" y="496194"/>
                  </a:lnTo>
                  <a:lnTo>
                    <a:pt x="815488" y="498643"/>
                  </a:lnTo>
                  <a:lnTo>
                    <a:pt x="818951" y="501217"/>
                  </a:lnTo>
                  <a:lnTo>
                    <a:pt x="822532" y="501701"/>
                  </a:lnTo>
                  <a:lnTo>
                    <a:pt x="824306" y="502737"/>
                  </a:lnTo>
                  <a:lnTo>
                    <a:pt x="829682" y="504406"/>
                  </a:lnTo>
                  <a:lnTo>
                    <a:pt x="830155" y="506464"/>
                  </a:lnTo>
                  <a:lnTo>
                    <a:pt x="831118" y="508638"/>
                  </a:lnTo>
                  <a:lnTo>
                    <a:pt x="830663" y="510103"/>
                  </a:lnTo>
                  <a:lnTo>
                    <a:pt x="831005" y="510914"/>
                  </a:lnTo>
                  <a:lnTo>
                    <a:pt x="831335" y="510895"/>
                  </a:lnTo>
                  <a:lnTo>
                    <a:pt x="832735" y="512652"/>
                  </a:lnTo>
                  <a:lnTo>
                    <a:pt x="835765" y="517673"/>
                  </a:lnTo>
                  <a:lnTo>
                    <a:pt x="837716" y="519894"/>
                  </a:lnTo>
                  <a:lnTo>
                    <a:pt x="837623" y="520883"/>
                  </a:lnTo>
                  <a:lnTo>
                    <a:pt x="835598" y="524739"/>
                  </a:lnTo>
                  <a:lnTo>
                    <a:pt x="835954" y="525937"/>
                  </a:lnTo>
                  <a:lnTo>
                    <a:pt x="839472" y="530976"/>
                  </a:lnTo>
                  <a:lnTo>
                    <a:pt x="841940" y="533070"/>
                  </a:lnTo>
                  <a:lnTo>
                    <a:pt x="850197" y="536081"/>
                  </a:lnTo>
                  <a:lnTo>
                    <a:pt x="851997" y="536023"/>
                  </a:lnTo>
                  <a:lnTo>
                    <a:pt x="852728" y="536604"/>
                  </a:lnTo>
                  <a:lnTo>
                    <a:pt x="859575" y="538166"/>
                  </a:lnTo>
                  <a:lnTo>
                    <a:pt x="863029" y="541080"/>
                  </a:lnTo>
                  <a:lnTo>
                    <a:pt x="864741" y="542142"/>
                  </a:lnTo>
                  <a:lnTo>
                    <a:pt x="870801" y="549422"/>
                  </a:lnTo>
                  <a:lnTo>
                    <a:pt x="872850" y="549802"/>
                  </a:lnTo>
                  <a:lnTo>
                    <a:pt x="877068" y="552538"/>
                  </a:lnTo>
                  <a:lnTo>
                    <a:pt x="878721" y="552904"/>
                  </a:lnTo>
                  <a:lnTo>
                    <a:pt x="881442" y="554589"/>
                  </a:lnTo>
                  <a:lnTo>
                    <a:pt x="883693" y="557384"/>
                  </a:lnTo>
                  <a:lnTo>
                    <a:pt x="886491" y="558988"/>
                  </a:lnTo>
                  <a:lnTo>
                    <a:pt x="891288" y="563321"/>
                  </a:lnTo>
                  <a:lnTo>
                    <a:pt x="891833" y="563392"/>
                  </a:lnTo>
                  <a:lnTo>
                    <a:pt x="892672" y="564443"/>
                  </a:lnTo>
                  <a:lnTo>
                    <a:pt x="894513" y="564915"/>
                  </a:lnTo>
                  <a:lnTo>
                    <a:pt x="899810" y="568480"/>
                  </a:lnTo>
                  <a:lnTo>
                    <a:pt x="901795" y="570624"/>
                  </a:lnTo>
                  <a:lnTo>
                    <a:pt x="905538" y="572500"/>
                  </a:lnTo>
                  <a:lnTo>
                    <a:pt x="908110" y="572662"/>
                  </a:lnTo>
                  <a:lnTo>
                    <a:pt x="909856" y="573198"/>
                  </a:lnTo>
                  <a:lnTo>
                    <a:pt x="912115" y="573540"/>
                  </a:lnTo>
                  <a:lnTo>
                    <a:pt x="913260" y="574490"/>
                  </a:lnTo>
                  <a:lnTo>
                    <a:pt x="914636" y="577721"/>
                  </a:lnTo>
                  <a:lnTo>
                    <a:pt x="914975" y="582779"/>
                  </a:lnTo>
                  <a:lnTo>
                    <a:pt x="914507" y="585901"/>
                  </a:lnTo>
                  <a:lnTo>
                    <a:pt x="914949" y="586511"/>
                  </a:lnTo>
                  <a:lnTo>
                    <a:pt x="915928" y="588945"/>
                  </a:lnTo>
                  <a:lnTo>
                    <a:pt x="915680" y="591894"/>
                  </a:lnTo>
                  <a:lnTo>
                    <a:pt x="913588" y="595118"/>
                  </a:lnTo>
                  <a:lnTo>
                    <a:pt x="913745" y="595363"/>
                  </a:lnTo>
                  <a:lnTo>
                    <a:pt x="911938" y="596227"/>
                  </a:lnTo>
                  <a:lnTo>
                    <a:pt x="908870" y="598900"/>
                  </a:lnTo>
                  <a:lnTo>
                    <a:pt x="907337" y="599097"/>
                  </a:lnTo>
                  <a:lnTo>
                    <a:pt x="907255" y="599747"/>
                  </a:lnTo>
                  <a:lnTo>
                    <a:pt x="906476" y="600243"/>
                  </a:lnTo>
                  <a:lnTo>
                    <a:pt x="905165" y="599993"/>
                  </a:lnTo>
                  <a:lnTo>
                    <a:pt x="904396" y="600918"/>
                  </a:lnTo>
                  <a:lnTo>
                    <a:pt x="903930" y="600926"/>
                  </a:lnTo>
                  <a:lnTo>
                    <a:pt x="902750" y="600165"/>
                  </a:lnTo>
                  <a:lnTo>
                    <a:pt x="901791" y="600586"/>
                  </a:lnTo>
                  <a:lnTo>
                    <a:pt x="901632" y="601638"/>
                  </a:lnTo>
                  <a:lnTo>
                    <a:pt x="899969" y="603538"/>
                  </a:lnTo>
                  <a:lnTo>
                    <a:pt x="898781" y="605595"/>
                  </a:lnTo>
                  <a:lnTo>
                    <a:pt x="894914" y="609576"/>
                  </a:lnTo>
                  <a:lnTo>
                    <a:pt x="894438" y="610668"/>
                  </a:lnTo>
                  <a:lnTo>
                    <a:pt x="893996" y="613271"/>
                  </a:lnTo>
                  <a:lnTo>
                    <a:pt x="894267" y="614009"/>
                  </a:lnTo>
                  <a:lnTo>
                    <a:pt x="894323" y="615218"/>
                  </a:lnTo>
                  <a:lnTo>
                    <a:pt x="892442" y="617306"/>
                  </a:lnTo>
                  <a:lnTo>
                    <a:pt x="893772" y="618514"/>
                  </a:lnTo>
                  <a:lnTo>
                    <a:pt x="892630" y="620677"/>
                  </a:lnTo>
                  <a:lnTo>
                    <a:pt x="892020" y="620268"/>
                  </a:lnTo>
                  <a:lnTo>
                    <a:pt x="891644" y="621068"/>
                  </a:lnTo>
                  <a:lnTo>
                    <a:pt x="890987" y="621431"/>
                  </a:lnTo>
                  <a:lnTo>
                    <a:pt x="890143" y="621488"/>
                  </a:lnTo>
                  <a:lnTo>
                    <a:pt x="888166" y="622284"/>
                  </a:lnTo>
                  <a:lnTo>
                    <a:pt x="878012" y="629268"/>
                  </a:lnTo>
                  <a:lnTo>
                    <a:pt x="874892" y="628054"/>
                  </a:lnTo>
                  <a:lnTo>
                    <a:pt x="873076" y="627749"/>
                  </a:lnTo>
                  <a:lnTo>
                    <a:pt x="870550" y="627873"/>
                  </a:lnTo>
                  <a:lnTo>
                    <a:pt x="867709" y="627562"/>
                  </a:lnTo>
                  <a:lnTo>
                    <a:pt x="864916" y="626343"/>
                  </a:lnTo>
                  <a:lnTo>
                    <a:pt x="861576" y="624383"/>
                  </a:lnTo>
                  <a:lnTo>
                    <a:pt x="860861" y="623690"/>
                  </a:lnTo>
                  <a:lnTo>
                    <a:pt x="858866" y="621473"/>
                  </a:lnTo>
                  <a:lnTo>
                    <a:pt x="856611" y="617457"/>
                  </a:lnTo>
                  <a:lnTo>
                    <a:pt x="855193" y="616069"/>
                  </a:lnTo>
                  <a:lnTo>
                    <a:pt x="853863" y="615152"/>
                  </a:lnTo>
                  <a:lnTo>
                    <a:pt x="843162" y="608745"/>
                  </a:lnTo>
                  <a:lnTo>
                    <a:pt x="842242" y="610353"/>
                  </a:lnTo>
                  <a:lnTo>
                    <a:pt x="827723" y="622236"/>
                  </a:lnTo>
                  <a:lnTo>
                    <a:pt x="824967" y="624891"/>
                  </a:lnTo>
                  <a:lnTo>
                    <a:pt x="823381" y="627496"/>
                  </a:lnTo>
                  <a:lnTo>
                    <a:pt x="822438" y="628369"/>
                  </a:lnTo>
                  <a:lnTo>
                    <a:pt x="821720" y="628574"/>
                  </a:lnTo>
                  <a:lnTo>
                    <a:pt x="821748" y="628883"/>
                  </a:lnTo>
                  <a:lnTo>
                    <a:pt x="821111" y="629425"/>
                  </a:lnTo>
                  <a:lnTo>
                    <a:pt x="818601" y="631087"/>
                  </a:lnTo>
                  <a:lnTo>
                    <a:pt x="813889" y="632081"/>
                  </a:lnTo>
                  <a:lnTo>
                    <a:pt x="807451" y="634309"/>
                  </a:lnTo>
                  <a:lnTo>
                    <a:pt x="799977" y="634259"/>
                  </a:lnTo>
                  <a:lnTo>
                    <a:pt x="796585" y="634956"/>
                  </a:lnTo>
                  <a:lnTo>
                    <a:pt x="779436" y="652051"/>
                  </a:lnTo>
                  <a:lnTo>
                    <a:pt x="772311" y="652519"/>
                  </a:lnTo>
                  <a:lnTo>
                    <a:pt x="770630" y="653675"/>
                  </a:lnTo>
                  <a:lnTo>
                    <a:pt x="767827" y="652734"/>
                  </a:lnTo>
                  <a:lnTo>
                    <a:pt x="766368" y="651992"/>
                  </a:lnTo>
                  <a:lnTo>
                    <a:pt x="765607" y="650128"/>
                  </a:lnTo>
                  <a:lnTo>
                    <a:pt x="763137" y="647956"/>
                  </a:lnTo>
                  <a:lnTo>
                    <a:pt x="758834" y="650883"/>
                  </a:lnTo>
                  <a:lnTo>
                    <a:pt x="752749" y="650603"/>
                  </a:lnTo>
                  <a:lnTo>
                    <a:pt x="749439" y="652462"/>
                  </a:lnTo>
                  <a:lnTo>
                    <a:pt x="748280" y="642352"/>
                  </a:lnTo>
                  <a:lnTo>
                    <a:pt x="745336" y="640796"/>
                  </a:lnTo>
                  <a:lnTo>
                    <a:pt x="742747" y="640986"/>
                  </a:lnTo>
                  <a:lnTo>
                    <a:pt x="740862" y="640163"/>
                  </a:lnTo>
                  <a:lnTo>
                    <a:pt x="736289" y="640109"/>
                  </a:lnTo>
                  <a:lnTo>
                    <a:pt x="735077" y="640567"/>
                  </a:lnTo>
                  <a:lnTo>
                    <a:pt x="733174" y="642829"/>
                  </a:lnTo>
                  <a:lnTo>
                    <a:pt x="730275" y="641965"/>
                  </a:lnTo>
                  <a:lnTo>
                    <a:pt x="729942" y="642187"/>
                  </a:lnTo>
                  <a:lnTo>
                    <a:pt x="728099" y="643413"/>
                  </a:lnTo>
                  <a:lnTo>
                    <a:pt x="724717" y="640392"/>
                  </a:lnTo>
                  <a:lnTo>
                    <a:pt x="722171" y="644873"/>
                  </a:lnTo>
                  <a:lnTo>
                    <a:pt x="720412" y="647127"/>
                  </a:lnTo>
                  <a:lnTo>
                    <a:pt x="709393" y="647196"/>
                  </a:lnTo>
                  <a:lnTo>
                    <a:pt x="697848" y="651192"/>
                  </a:lnTo>
                  <a:lnTo>
                    <a:pt x="691558" y="649905"/>
                  </a:lnTo>
                  <a:lnTo>
                    <a:pt x="688667" y="650088"/>
                  </a:lnTo>
                  <a:lnTo>
                    <a:pt x="687670" y="649915"/>
                  </a:lnTo>
                  <a:lnTo>
                    <a:pt x="682810" y="654635"/>
                  </a:lnTo>
                  <a:lnTo>
                    <a:pt x="677877" y="654340"/>
                  </a:lnTo>
                  <a:lnTo>
                    <a:pt x="669062" y="662356"/>
                  </a:lnTo>
                  <a:lnTo>
                    <a:pt x="667124" y="664463"/>
                  </a:lnTo>
                  <a:lnTo>
                    <a:pt x="663335" y="663985"/>
                  </a:lnTo>
                  <a:lnTo>
                    <a:pt x="658943" y="660485"/>
                  </a:lnTo>
                  <a:lnTo>
                    <a:pt x="652456" y="660504"/>
                  </a:lnTo>
                  <a:lnTo>
                    <a:pt x="650702" y="661391"/>
                  </a:lnTo>
                  <a:lnTo>
                    <a:pt x="650497" y="661830"/>
                  </a:lnTo>
                  <a:lnTo>
                    <a:pt x="650669" y="662243"/>
                  </a:lnTo>
                  <a:lnTo>
                    <a:pt x="646807" y="663750"/>
                  </a:lnTo>
                  <a:lnTo>
                    <a:pt x="645178" y="664952"/>
                  </a:lnTo>
                  <a:lnTo>
                    <a:pt x="643476" y="667300"/>
                  </a:lnTo>
                  <a:lnTo>
                    <a:pt x="642760" y="667850"/>
                  </a:lnTo>
                  <a:lnTo>
                    <a:pt x="642047" y="669098"/>
                  </a:lnTo>
                  <a:lnTo>
                    <a:pt x="640588" y="670271"/>
                  </a:lnTo>
                  <a:lnTo>
                    <a:pt x="639130" y="671017"/>
                  </a:lnTo>
                  <a:lnTo>
                    <a:pt x="637913" y="672759"/>
                  </a:lnTo>
                  <a:lnTo>
                    <a:pt x="638822" y="674444"/>
                  </a:lnTo>
                  <a:lnTo>
                    <a:pt x="638893" y="675956"/>
                  </a:lnTo>
                  <a:lnTo>
                    <a:pt x="639655" y="677041"/>
                  </a:lnTo>
                  <a:lnTo>
                    <a:pt x="640729" y="680123"/>
                  </a:lnTo>
                  <a:lnTo>
                    <a:pt x="640058" y="683468"/>
                  </a:lnTo>
                  <a:lnTo>
                    <a:pt x="639339" y="684502"/>
                  </a:lnTo>
                  <a:lnTo>
                    <a:pt x="639486" y="685203"/>
                  </a:lnTo>
                  <a:lnTo>
                    <a:pt x="638937" y="686299"/>
                  </a:lnTo>
                  <a:lnTo>
                    <a:pt x="639000" y="686744"/>
                  </a:lnTo>
                  <a:lnTo>
                    <a:pt x="638474" y="688052"/>
                  </a:lnTo>
                  <a:lnTo>
                    <a:pt x="638221" y="690153"/>
                  </a:lnTo>
                  <a:lnTo>
                    <a:pt x="637661" y="690919"/>
                  </a:lnTo>
                  <a:lnTo>
                    <a:pt x="637896" y="692246"/>
                  </a:lnTo>
                  <a:lnTo>
                    <a:pt x="637323" y="693898"/>
                  </a:lnTo>
                  <a:lnTo>
                    <a:pt x="637388" y="694478"/>
                  </a:lnTo>
                  <a:lnTo>
                    <a:pt x="636719" y="695216"/>
                  </a:lnTo>
                  <a:lnTo>
                    <a:pt x="636624" y="696374"/>
                  </a:lnTo>
                  <a:lnTo>
                    <a:pt x="635918" y="697732"/>
                  </a:lnTo>
                  <a:lnTo>
                    <a:pt x="635837" y="699873"/>
                  </a:lnTo>
                  <a:lnTo>
                    <a:pt x="636076" y="702401"/>
                  </a:lnTo>
                  <a:lnTo>
                    <a:pt x="634800" y="705458"/>
                  </a:lnTo>
                  <a:lnTo>
                    <a:pt x="635276" y="706375"/>
                  </a:lnTo>
                  <a:lnTo>
                    <a:pt x="635058" y="707417"/>
                  </a:lnTo>
                  <a:lnTo>
                    <a:pt x="635462" y="708226"/>
                  </a:lnTo>
                  <a:lnTo>
                    <a:pt x="638952" y="709928"/>
                  </a:lnTo>
                  <a:lnTo>
                    <a:pt x="640175" y="711290"/>
                  </a:lnTo>
                  <a:lnTo>
                    <a:pt x="640343" y="712400"/>
                  </a:lnTo>
                  <a:lnTo>
                    <a:pt x="640796" y="713396"/>
                  </a:lnTo>
                  <a:lnTo>
                    <a:pt x="642100" y="714774"/>
                  </a:lnTo>
                  <a:lnTo>
                    <a:pt x="642458" y="715466"/>
                  </a:lnTo>
                  <a:lnTo>
                    <a:pt x="643576" y="716141"/>
                  </a:lnTo>
                  <a:lnTo>
                    <a:pt x="644941" y="718018"/>
                  </a:lnTo>
                  <a:lnTo>
                    <a:pt x="647989" y="723761"/>
                  </a:lnTo>
                  <a:lnTo>
                    <a:pt x="648196" y="724780"/>
                  </a:lnTo>
                  <a:lnTo>
                    <a:pt x="646935" y="725268"/>
                  </a:lnTo>
                  <a:lnTo>
                    <a:pt x="645571" y="725437"/>
                  </a:lnTo>
                  <a:lnTo>
                    <a:pt x="645079" y="725291"/>
                  </a:lnTo>
                  <a:lnTo>
                    <a:pt x="644140" y="724448"/>
                  </a:lnTo>
                  <a:lnTo>
                    <a:pt x="642522" y="724286"/>
                  </a:lnTo>
                  <a:lnTo>
                    <a:pt x="640769" y="723029"/>
                  </a:lnTo>
                  <a:lnTo>
                    <a:pt x="640336" y="723029"/>
                  </a:lnTo>
                  <a:lnTo>
                    <a:pt x="639598" y="723656"/>
                  </a:lnTo>
                  <a:lnTo>
                    <a:pt x="638616" y="723459"/>
                  </a:lnTo>
                  <a:lnTo>
                    <a:pt x="638214" y="723225"/>
                  </a:lnTo>
                  <a:lnTo>
                    <a:pt x="637715" y="722259"/>
                  </a:lnTo>
                  <a:lnTo>
                    <a:pt x="636819" y="721380"/>
                  </a:lnTo>
                  <a:lnTo>
                    <a:pt x="635466" y="722164"/>
                  </a:lnTo>
                  <a:lnTo>
                    <a:pt x="633856" y="721113"/>
                  </a:lnTo>
                  <a:lnTo>
                    <a:pt x="631911" y="721145"/>
                  </a:lnTo>
                  <a:lnTo>
                    <a:pt x="630595" y="720844"/>
                  </a:lnTo>
                  <a:lnTo>
                    <a:pt x="629202" y="722027"/>
                  </a:lnTo>
                  <a:lnTo>
                    <a:pt x="627792" y="722711"/>
                  </a:lnTo>
                  <a:lnTo>
                    <a:pt x="626434" y="722219"/>
                  </a:lnTo>
                  <a:lnTo>
                    <a:pt x="625716" y="722231"/>
                  </a:lnTo>
                  <a:lnTo>
                    <a:pt x="623190" y="723109"/>
                  </a:lnTo>
                  <a:lnTo>
                    <a:pt x="622198" y="722407"/>
                  </a:lnTo>
                  <a:lnTo>
                    <a:pt x="620685" y="722329"/>
                  </a:lnTo>
                  <a:lnTo>
                    <a:pt x="617997" y="724689"/>
                  </a:lnTo>
                  <a:lnTo>
                    <a:pt x="617513" y="724705"/>
                  </a:lnTo>
                  <a:lnTo>
                    <a:pt x="614732" y="723761"/>
                  </a:lnTo>
                  <a:lnTo>
                    <a:pt x="613846" y="724032"/>
                  </a:lnTo>
                  <a:lnTo>
                    <a:pt x="613157" y="724936"/>
                  </a:lnTo>
                  <a:lnTo>
                    <a:pt x="613123" y="725551"/>
                  </a:lnTo>
                  <a:lnTo>
                    <a:pt x="613993" y="725609"/>
                  </a:lnTo>
                  <a:lnTo>
                    <a:pt x="614876" y="726231"/>
                  </a:lnTo>
                  <a:lnTo>
                    <a:pt x="615688" y="726197"/>
                  </a:lnTo>
                  <a:lnTo>
                    <a:pt x="616468" y="726585"/>
                  </a:lnTo>
                  <a:lnTo>
                    <a:pt x="616657" y="727197"/>
                  </a:lnTo>
                  <a:lnTo>
                    <a:pt x="616458" y="728825"/>
                  </a:lnTo>
                  <a:lnTo>
                    <a:pt x="617287" y="731844"/>
                  </a:lnTo>
                  <a:lnTo>
                    <a:pt x="617551" y="733901"/>
                  </a:lnTo>
                  <a:lnTo>
                    <a:pt x="617647" y="735549"/>
                  </a:lnTo>
                  <a:lnTo>
                    <a:pt x="617378" y="736388"/>
                  </a:lnTo>
                  <a:lnTo>
                    <a:pt x="617525" y="740143"/>
                  </a:lnTo>
                  <a:lnTo>
                    <a:pt x="616868" y="740894"/>
                  </a:lnTo>
                  <a:lnTo>
                    <a:pt x="616656" y="742838"/>
                  </a:lnTo>
                  <a:lnTo>
                    <a:pt x="616414" y="743183"/>
                  </a:lnTo>
                  <a:lnTo>
                    <a:pt x="616146" y="746576"/>
                  </a:lnTo>
                  <a:lnTo>
                    <a:pt x="615910" y="747008"/>
                  </a:lnTo>
                  <a:lnTo>
                    <a:pt x="612243" y="750154"/>
                  </a:lnTo>
                  <a:lnTo>
                    <a:pt x="612252" y="749770"/>
                  </a:lnTo>
                  <a:lnTo>
                    <a:pt x="612015" y="749685"/>
                  </a:lnTo>
                  <a:lnTo>
                    <a:pt x="610874" y="749918"/>
                  </a:lnTo>
                  <a:lnTo>
                    <a:pt x="609925" y="751052"/>
                  </a:lnTo>
                  <a:lnTo>
                    <a:pt x="609159" y="753210"/>
                  </a:lnTo>
                  <a:lnTo>
                    <a:pt x="608846" y="755249"/>
                  </a:lnTo>
                  <a:lnTo>
                    <a:pt x="610146" y="757388"/>
                  </a:lnTo>
                  <a:lnTo>
                    <a:pt x="611001" y="760059"/>
                  </a:lnTo>
                  <a:lnTo>
                    <a:pt x="610322" y="759456"/>
                  </a:lnTo>
                  <a:lnTo>
                    <a:pt x="609176" y="759795"/>
                  </a:lnTo>
                  <a:lnTo>
                    <a:pt x="608241" y="760816"/>
                  </a:lnTo>
                  <a:lnTo>
                    <a:pt x="606607" y="760840"/>
                  </a:lnTo>
                  <a:lnTo>
                    <a:pt x="613492" y="769106"/>
                  </a:lnTo>
                  <a:lnTo>
                    <a:pt x="612311" y="771985"/>
                  </a:lnTo>
                  <a:lnTo>
                    <a:pt x="610981" y="772029"/>
                  </a:lnTo>
                  <a:lnTo>
                    <a:pt x="612529" y="774116"/>
                  </a:lnTo>
                  <a:lnTo>
                    <a:pt x="614886" y="785311"/>
                  </a:lnTo>
                  <a:lnTo>
                    <a:pt x="613849" y="797514"/>
                  </a:lnTo>
                  <a:lnTo>
                    <a:pt x="609263" y="797426"/>
                  </a:lnTo>
                  <a:lnTo>
                    <a:pt x="608350" y="797702"/>
                  </a:lnTo>
                  <a:lnTo>
                    <a:pt x="608118" y="798300"/>
                  </a:lnTo>
                  <a:lnTo>
                    <a:pt x="607147" y="798664"/>
                  </a:lnTo>
                  <a:lnTo>
                    <a:pt x="606576" y="798600"/>
                  </a:lnTo>
                  <a:lnTo>
                    <a:pt x="604438" y="799129"/>
                  </a:lnTo>
                  <a:lnTo>
                    <a:pt x="602184" y="797957"/>
                  </a:lnTo>
                  <a:lnTo>
                    <a:pt x="600541" y="798119"/>
                  </a:lnTo>
                  <a:lnTo>
                    <a:pt x="599489" y="797230"/>
                  </a:lnTo>
                  <a:lnTo>
                    <a:pt x="598462" y="797050"/>
                  </a:lnTo>
                  <a:lnTo>
                    <a:pt x="597575" y="796391"/>
                  </a:lnTo>
                  <a:lnTo>
                    <a:pt x="596652" y="796774"/>
                  </a:lnTo>
                  <a:lnTo>
                    <a:pt x="595013" y="796440"/>
                  </a:lnTo>
                  <a:lnTo>
                    <a:pt x="592874" y="796815"/>
                  </a:lnTo>
                  <a:lnTo>
                    <a:pt x="591988" y="796657"/>
                  </a:lnTo>
                  <a:lnTo>
                    <a:pt x="590730" y="796863"/>
                  </a:lnTo>
                  <a:lnTo>
                    <a:pt x="589854" y="796600"/>
                  </a:lnTo>
                  <a:lnTo>
                    <a:pt x="589638" y="796274"/>
                  </a:lnTo>
                  <a:lnTo>
                    <a:pt x="588787" y="796206"/>
                  </a:lnTo>
                  <a:lnTo>
                    <a:pt x="588282" y="796497"/>
                  </a:lnTo>
                  <a:lnTo>
                    <a:pt x="586360" y="795868"/>
                  </a:lnTo>
                  <a:lnTo>
                    <a:pt x="584696" y="796306"/>
                  </a:lnTo>
                  <a:lnTo>
                    <a:pt x="583540" y="796290"/>
                  </a:lnTo>
                  <a:lnTo>
                    <a:pt x="580786" y="797264"/>
                  </a:lnTo>
                  <a:lnTo>
                    <a:pt x="579890" y="796745"/>
                  </a:lnTo>
                  <a:lnTo>
                    <a:pt x="578047" y="796759"/>
                  </a:lnTo>
                  <a:lnTo>
                    <a:pt x="575616" y="799372"/>
                  </a:lnTo>
                  <a:lnTo>
                    <a:pt x="573673" y="799246"/>
                  </a:lnTo>
                  <a:lnTo>
                    <a:pt x="572005" y="800990"/>
                  </a:lnTo>
                  <a:lnTo>
                    <a:pt x="571618" y="800887"/>
                  </a:lnTo>
                  <a:lnTo>
                    <a:pt x="571370" y="801759"/>
                  </a:lnTo>
                  <a:lnTo>
                    <a:pt x="570677" y="802044"/>
                  </a:lnTo>
                  <a:lnTo>
                    <a:pt x="570445" y="802871"/>
                  </a:lnTo>
                  <a:lnTo>
                    <a:pt x="569960" y="803361"/>
                  </a:lnTo>
                  <a:lnTo>
                    <a:pt x="569333" y="803464"/>
                  </a:lnTo>
                  <a:lnTo>
                    <a:pt x="568447" y="803109"/>
                  </a:lnTo>
                  <a:lnTo>
                    <a:pt x="567773" y="803481"/>
                  </a:lnTo>
                  <a:lnTo>
                    <a:pt x="567083" y="803251"/>
                  </a:lnTo>
                  <a:lnTo>
                    <a:pt x="565147" y="803672"/>
                  </a:lnTo>
                  <a:lnTo>
                    <a:pt x="563349" y="803658"/>
                  </a:lnTo>
                  <a:lnTo>
                    <a:pt x="562259" y="804456"/>
                  </a:lnTo>
                  <a:lnTo>
                    <a:pt x="560745" y="804669"/>
                  </a:lnTo>
                  <a:lnTo>
                    <a:pt x="560291" y="804956"/>
                  </a:lnTo>
                  <a:lnTo>
                    <a:pt x="559152" y="803952"/>
                  </a:lnTo>
                  <a:lnTo>
                    <a:pt x="558296" y="802388"/>
                  </a:lnTo>
                  <a:lnTo>
                    <a:pt x="557379" y="802366"/>
                  </a:lnTo>
                  <a:lnTo>
                    <a:pt x="556932" y="802667"/>
                  </a:lnTo>
                  <a:lnTo>
                    <a:pt x="555021" y="802257"/>
                  </a:lnTo>
                  <a:lnTo>
                    <a:pt x="554697" y="801896"/>
                  </a:lnTo>
                  <a:lnTo>
                    <a:pt x="553582" y="801620"/>
                  </a:lnTo>
                  <a:lnTo>
                    <a:pt x="552915" y="800878"/>
                  </a:lnTo>
                  <a:lnTo>
                    <a:pt x="551489" y="800119"/>
                  </a:lnTo>
                  <a:lnTo>
                    <a:pt x="550126" y="797903"/>
                  </a:lnTo>
                  <a:lnTo>
                    <a:pt x="549796" y="796965"/>
                  </a:lnTo>
                  <a:lnTo>
                    <a:pt x="549872" y="795406"/>
                  </a:lnTo>
                  <a:lnTo>
                    <a:pt x="549649" y="793829"/>
                  </a:lnTo>
                  <a:lnTo>
                    <a:pt x="549810" y="793007"/>
                  </a:lnTo>
                  <a:lnTo>
                    <a:pt x="549547" y="791353"/>
                  </a:lnTo>
                  <a:lnTo>
                    <a:pt x="548750" y="789933"/>
                  </a:lnTo>
                  <a:lnTo>
                    <a:pt x="547843" y="790277"/>
                  </a:lnTo>
                  <a:lnTo>
                    <a:pt x="546624" y="790297"/>
                  </a:lnTo>
                  <a:lnTo>
                    <a:pt x="545383" y="790943"/>
                  </a:lnTo>
                  <a:lnTo>
                    <a:pt x="544435" y="790270"/>
                  </a:lnTo>
                  <a:lnTo>
                    <a:pt x="543649" y="790170"/>
                  </a:lnTo>
                  <a:lnTo>
                    <a:pt x="542249" y="789366"/>
                  </a:lnTo>
                  <a:lnTo>
                    <a:pt x="540972" y="789551"/>
                  </a:lnTo>
                  <a:lnTo>
                    <a:pt x="540426" y="789980"/>
                  </a:lnTo>
                  <a:lnTo>
                    <a:pt x="539069" y="790037"/>
                  </a:lnTo>
                  <a:lnTo>
                    <a:pt x="537361" y="789291"/>
                  </a:lnTo>
                  <a:lnTo>
                    <a:pt x="536408" y="789047"/>
                  </a:lnTo>
                  <a:lnTo>
                    <a:pt x="535479" y="789096"/>
                  </a:lnTo>
                  <a:lnTo>
                    <a:pt x="534653" y="789492"/>
                  </a:lnTo>
                  <a:lnTo>
                    <a:pt x="532819" y="791730"/>
                  </a:lnTo>
                  <a:lnTo>
                    <a:pt x="529821" y="793505"/>
                  </a:lnTo>
                  <a:lnTo>
                    <a:pt x="529569" y="794158"/>
                  </a:lnTo>
                  <a:lnTo>
                    <a:pt x="528825" y="794702"/>
                  </a:lnTo>
                  <a:lnTo>
                    <a:pt x="528186" y="795027"/>
                  </a:lnTo>
                  <a:lnTo>
                    <a:pt x="525645" y="795401"/>
                  </a:lnTo>
                  <a:lnTo>
                    <a:pt x="523844" y="795146"/>
                  </a:lnTo>
                  <a:lnTo>
                    <a:pt x="523573" y="795526"/>
                  </a:lnTo>
                  <a:lnTo>
                    <a:pt x="521965" y="796505"/>
                  </a:lnTo>
                  <a:lnTo>
                    <a:pt x="519941" y="797166"/>
                  </a:lnTo>
                  <a:lnTo>
                    <a:pt x="518702" y="797991"/>
                  </a:lnTo>
                  <a:lnTo>
                    <a:pt x="517719" y="798056"/>
                  </a:lnTo>
                  <a:lnTo>
                    <a:pt x="516387" y="797414"/>
                  </a:lnTo>
                  <a:lnTo>
                    <a:pt x="515180" y="797624"/>
                  </a:lnTo>
                  <a:lnTo>
                    <a:pt x="514852" y="797368"/>
                  </a:lnTo>
                  <a:lnTo>
                    <a:pt x="511112" y="797402"/>
                  </a:lnTo>
                  <a:lnTo>
                    <a:pt x="509151" y="796843"/>
                  </a:lnTo>
                  <a:lnTo>
                    <a:pt x="506574" y="797073"/>
                  </a:lnTo>
                  <a:lnTo>
                    <a:pt x="505107" y="796922"/>
                  </a:lnTo>
                  <a:lnTo>
                    <a:pt x="503557" y="797253"/>
                  </a:lnTo>
                  <a:lnTo>
                    <a:pt x="502131" y="796999"/>
                  </a:lnTo>
                  <a:lnTo>
                    <a:pt x="501335" y="797349"/>
                  </a:lnTo>
                  <a:lnTo>
                    <a:pt x="499443" y="797443"/>
                  </a:lnTo>
                  <a:lnTo>
                    <a:pt x="498866" y="797123"/>
                  </a:lnTo>
                  <a:lnTo>
                    <a:pt x="497732" y="797054"/>
                  </a:lnTo>
                  <a:lnTo>
                    <a:pt x="497476" y="797256"/>
                  </a:lnTo>
                  <a:lnTo>
                    <a:pt x="496252" y="796807"/>
                  </a:lnTo>
                  <a:lnTo>
                    <a:pt x="495876" y="797326"/>
                  </a:lnTo>
                  <a:lnTo>
                    <a:pt x="493766" y="797629"/>
                  </a:lnTo>
                  <a:lnTo>
                    <a:pt x="492787" y="797308"/>
                  </a:lnTo>
                  <a:lnTo>
                    <a:pt x="492500" y="797424"/>
                  </a:lnTo>
                  <a:lnTo>
                    <a:pt x="492362" y="797120"/>
                  </a:lnTo>
                  <a:lnTo>
                    <a:pt x="492001" y="797286"/>
                  </a:lnTo>
                  <a:lnTo>
                    <a:pt x="491083" y="796640"/>
                  </a:lnTo>
                  <a:lnTo>
                    <a:pt x="490915" y="797016"/>
                  </a:lnTo>
                  <a:lnTo>
                    <a:pt x="489565" y="797437"/>
                  </a:lnTo>
                  <a:lnTo>
                    <a:pt x="488940" y="797384"/>
                  </a:lnTo>
                  <a:lnTo>
                    <a:pt x="489026" y="798217"/>
                  </a:lnTo>
                  <a:lnTo>
                    <a:pt x="488208" y="798070"/>
                  </a:lnTo>
                  <a:lnTo>
                    <a:pt x="487601" y="798672"/>
                  </a:lnTo>
                  <a:lnTo>
                    <a:pt x="487286" y="799841"/>
                  </a:lnTo>
                  <a:lnTo>
                    <a:pt x="486709" y="800435"/>
                  </a:lnTo>
                  <a:lnTo>
                    <a:pt x="484150" y="801918"/>
                  </a:lnTo>
                  <a:lnTo>
                    <a:pt x="483122" y="802776"/>
                  </a:lnTo>
                  <a:lnTo>
                    <a:pt x="483147" y="803545"/>
                  </a:lnTo>
                  <a:lnTo>
                    <a:pt x="482723" y="803936"/>
                  </a:lnTo>
                  <a:lnTo>
                    <a:pt x="482544" y="804615"/>
                  </a:lnTo>
                  <a:lnTo>
                    <a:pt x="481940" y="805075"/>
                  </a:lnTo>
                  <a:lnTo>
                    <a:pt x="481384" y="804904"/>
                  </a:lnTo>
                  <a:lnTo>
                    <a:pt x="480804" y="805207"/>
                  </a:lnTo>
                  <a:lnTo>
                    <a:pt x="479728" y="804842"/>
                  </a:lnTo>
                  <a:lnTo>
                    <a:pt x="479005" y="804959"/>
                  </a:lnTo>
                  <a:lnTo>
                    <a:pt x="476401" y="804492"/>
                  </a:lnTo>
                  <a:lnTo>
                    <a:pt x="475225" y="803732"/>
                  </a:lnTo>
                  <a:lnTo>
                    <a:pt x="473107" y="803361"/>
                  </a:lnTo>
                  <a:lnTo>
                    <a:pt x="472980" y="803097"/>
                  </a:lnTo>
                  <a:lnTo>
                    <a:pt x="472322" y="803304"/>
                  </a:lnTo>
                  <a:lnTo>
                    <a:pt x="471503" y="802419"/>
                  </a:lnTo>
                  <a:lnTo>
                    <a:pt x="470740" y="802096"/>
                  </a:lnTo>
                  <a:lnTo>
                    <a:pt x="470748" y="801497"/>
                  </a:lnTo>
                  <a:lnTo>
                    <a:pt x="470439" y="800824"/>
                  </a:lnTo>
                  <a:lnTo>
                    <a:pt x="470539" y="799824"/>
                  </a:lnTo>
                  <a:lnTo>
                    <a:pt x="469659" y="797977"/>
                  </a:lnTo>
                  <a:lnTo>
                    <a:pt x="469522" y="795747"/>
                  </a:lnTo>
                  <a:lnTo>
                    <a:pt x="469846" y="795519"/>
                  </a:lnTo>
                  <a:lnTo>
                    <a:pt x="468068" y="795083"/>
                  </a:lnTo>
                  <a:lnTo>
                    <a:pt x="467347" y="795138"/>
                  </a:lnTo>
                  <a:lnTo>
                    <a:pt x="466686" y="794806"/>
                  </a:lnTo>
                  <a:lnTo>
                    <a:pt x="465579" y="794867"/>
                  </a:lnTo>
                  <a:lnTo>
                    <a:pt x="464025" y="794528"/>
                  </a:lnTo>
                  <a:lnTo>
                    <a:pt x="461473" y="793275"/>
                  </a:lnTo>
                  <a:lnTo>
                    <a:pt x="461091" y="793066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pg112">
              <a:extLst>
                <a:ext uri="{FF2B5EF4-FFF2-40B4-BE49-F238E27FC236}">
                  <a16:creationId xmlns:a16="http://schemas.microsoft.com/office/drawing/2014/main" id="{67EFEEE3-90D1-336C-213D-F03F57DC8401}"/>
                </a:ext>
              </a:extLst>
            </p:cNvPr>
            <p:cNvSpPr/>
            <p:nvPr/>
          </p:nvSpPr>
          <p:spPr>
            <a:xfrm>
              <a:off x="1119298" y="2462846"/>
              <a:ext cx="888937" cy="646628"/>
            </a:xfrm>
            <a:custGeom>
              <a:avLst/>
              <a:gdLst/>
              <a:ahLst/>
              <a:cxnLst/>
              <a:rect l="0" t="0" r="0" b="0"/>
              <a:pathLst>
                <a:path w="888937" h="646628">
                  <a:moveTo>
                    <a:pt x="297388" y="530536"/>
                  </a:moveTo>
                  <a:lnTo>
                    <a:pt x="297950" y="531451"/>
                  </a:lnTo>
                  <a:lnTo>
                    <a:pt x="298920" y="532370"/>
                  </a:lnTo>
                  <a:lnTo>
                    <a:pt x="298240" y="533613"/>
                  </a:lnTo>
                  <a:lnTo>
                    <a:pt x="296154" y="535745"/>
                  </a:lnTo>
                  <a:lnTo>
                    <a:pt x="292662" y="540731"/>
                  </a:lnTo>
                  <a:lnTo>
                    <a:pt x="288783" y="536380"/>
                  </a:lnTo>
                  <a:lnTo>
                    <a:pt x="281071" y="545731"/>
                  </a:lnTo>
                  <a:lnTo>
                    <a:pt x="283717" y="550068"/>
                  </a:lnTo>
                  <a:lnTo>
                    <a:pt x="289366" y="558126"/>
                  </a:lnTo>
                  <a:lnTo>
                    <a:pt x="283638" y="563103"/>
                  </a:lnTo>
                  <a:lnTo>
                    <a:pt x="271238" y="579167"/>
                  </a:lnTo>
                  <a:lnTo>
                    <a:pt x="268766" y="584646"/>
                  </a:lnTo>
                  <a:lnTo>
                    <a:pt x="269350" y="586507"/>
                  </a:lnTo>
                  <a:lnTo>
                    <a:pt x="267890" y="588613"/>
                  </a:lnTo>
                  <a:lnTo>
                    <a:pt x="266597" y="589864"/>
                  </a:lnTo>
                  <a:lnTo>
                    <a:pt x="263103" y="597850"/>
                  </a:lnTo>
                  <a:lnTo>
                    <a:pt x="262967" y="600398"/>
                  </a:lnTo>
                  <a:lnTo>
                    <a:pt x="261871" y="601689"/>
                  </a:lnTo>
                  <a:lnTo>
                    <a:pt x="260293" y="604431"/>
                  </a:lnTo>
                  <a:lnTo>
                    <a:pt x="258780" y="606380"/>
                  </a:lnTo>
                  <a:lnTo>
                    <a:pt x="256479" y="607951"/>
                  </a:lnTo>
                  <a:lnTo>
                    <a:pt x="256937" y="609891"/>
                  </a:lnTo>
                  <a:lnTo>
                    <a:pt x="256233" y="611872"/>
                  </a:lnTo>
                  <a:lnTo>
                    <a:pt x="253359" y="614969"/>
                  </a:lnTo>
                  <a:lnTo>
                    <a:pt x="252137" y="614799"/>
                  </a:lnTo>
                  <a:lnTo>
                    <a:pt x="249729" y="615597"/>
                  </a:lnTo>
                  <a:lnTo>
                    <a:pt x="247127" y="615418"/>
                  </a:lnTo>
                  <a:lnTo>
                    <a:pt x="245959" y="615858"/>
                  </a:lnTo>
                  <a:lnTo>
                    <a:pt x="244728" y="615801"/>
                  </a:lnTo>
                  <a:lnTo>
                    <a:pt x="243585" y="616901"/>
                  </a:lnTo>
                  <a:lnTo>
                    <a:pt x="242364" y="616779"/>
                  </a:lnTo>
                  <a:lnTo>
                    <a:pt x="240605" y="617665"/>
                  </a:lnTo>
                  <a:lnTo>
                    <a:pt x="233709" y="620370"/>
                  </a:lnTo>
                  <a:lnTo>
                    <a:pt x="231573" y="618756"/>
                  </a:lnTo>
                  <a:lnTo>
                    <a:pt x="228566" y="617739"/>
                  </a:lnTo>
                  <a:lnTo>
                    <a:pt x="224715" y="613526"/>
                  </a:lnTo>
                  <a:lnTo>
                    <a:pt x="222898" y="610840"/>
                  </a:lnTo>
                  <a:lnTo>
                    <a:pt x="219179" y="608613"/>
                  </a:lnTo>
                  <a:lnTo>
                    <a:pt x="218016" y="606636"/>
                  </a:lnTo>
                  <a:lnTo>
                    <a:pt x="216602" y="606825"/>
                  </a:lnTo>
                  <a:lnTo>
                    <a:pt x="206743" y="604395"/>
                  </a:lnTo>
                  <a:lnTo>
                    <a:pt x="205484" y="603274"/>
                  </a:lnTo>
                  <a:lnTo>
                    <a:pt x="204601" y="601768"/>
                  </a:lnTo>
                  <a:lnTo>
                    <a:pt x="201844" y="604401"/>
                  </a:lnTo>
                  <a:lnTo>
                    <a:pt x="199640" y="605600"/>
                  </a:lnTo>
                  <a:lnTo>
                    <a:pt x="198780" y="606657"/>
                  </a:lnTo>
                  <a:lnTo>
                    <a:pt x="197486" y="609233"/>
                  </a:lnTo>
                  <a:lnTo>
                    <a:pt x="195667" y="611496"/>
                  </a:lnTo>
                  <a:lnTo>
                    <a:pt x="195376" y="612586"/>
                  </a:lnTo>
                  <a:lnTo>
                    <a:pt x="194693" y="613239"/>
                  </a:lnTo>
                  <a:lnTo>
                    <a:pt x="194379" y="613891"/>
                  </a:lnTo>
                  <a:lnTo>
                    <a:pt x="193804" y="614304"/>
                  </a:lnTo>
                  <a:lnTo>
                    <a:pt x="193858" y="614860"/>
                  </a:lnTo>
                  <a:lnTo>
                    <a:pt x="191603" y="616184"/>
                  </a:lnTo>
                  <a:lnTo>
                    <a:pt x="191171" y="618188"/>
                  </a:lnTo>
                  <a:lnTo>
                    <a:pt x="190241" y="618370"/>
                  </a:lnTo>
                  <a:lnTo>
                    <a:pt x="185545" y="616880"/>
                  </a:lnTo>
                  <a:lnTo>
                    <a:pt x="183755" y="618368"/>
                  </a:lnTo>
                  <a:lnTo>
                    <a:pt x="182522" y="618767"/>
                  </a:lnTo>
                  <a:lnTo>
                    <a:pt x="181044" y="618554"/>
                  </a:lnTo>
                  <a:lnTo>
                    <a:pt x="179141" y="616754"/>
                  </a:lnTo>
                  <a:lnTo>
                    <a:pt x="177866" y="616328"/>
                  </a:lnTo>
                  <a:lnTo>
                    <a:pt x="174937" y="616889"/>
                  </a:lnTo>
                  <a:lnTo>
                    <a:pt x="171655" y="615352"/>
                  </a:lnTo>
                  <a:lnTo>
                    <a:pt x="170955" y="615266"/>
                  </a:lnTo>
                  <a:lnTo>
                    <a:pt x="165822" y="615832"/>
                  </a:lnTo>
                  <a:lnTo>
                    <a:pt x="163387" y="617349"/>
                  </a:lnTo>
                  <a:lnTo>
                    <a:pt x="158710" y="618029"/>
                  </a:lnTo>
                  <a:lnTo>
                    <a:pt x="156355" y="617872"/>
                  </a:lnTo>
                  <a:lnTo>
                    <a:pt x="154686" y="618748"/>
                  </a:lnTo>
                  <a:lnTo>
                    <a:pt x="152312" y="618716"/>
                  </a:lnTo>
                  <a:lnTo>
                    <a:pt x="146806" y="619352"/>
                  </a:lnTo>
                  <a:lnTo>
                    <a:pt x="145690" y="618281"/>
                  </a:lnTo>
                  <a:lnTo>
                    <a:pt x="145740" y="617175"/>
                  </a:lnTo>
                  <a:lnTo>
                    <a:pt x="144203" y="615971"/>
                  </a:lnTo>
                  <a:lnTo>
                    <a:pt x="143354" y="615786"/>
                  </a:lnTo>
                  <a:lnTo>
                    <a:pt x="140856" y="616099"/>
                  </a:lnTo>
                  <a:lnTo>
                    <a:pt x="138297" y="616773"/>
                  </a:lnTo>
                  <a:lnTo>
                    <a:pt x="137085" y="617739"/>
                  </a:lnTo>
                  <a:lnTo>
                    <a:pt x="136420" y="616947"/>
                  </a:lnTo>
                  <a:lnTo>
                    <a:pt x="130197" y="619120"/>
                  </a:lnTo>
                  <a:lnTo>
                    <a:pt x="128165" y="624192"/>
                  </a:lnTo>
                  <a:lnTo>
                    <a:pt x="127716" y="624415"/>
                  </a:lnTo>
                  <a:lnTo>
                    <a:pt x="127154" y="625185"/>
                  </a:lnTo>
                  <a:lnTo>
                    <a:pt x="125647" y="628107"/>
                  </a:lnTo>
                  <a:lnTo>
                    <a:pt x="124227" y="628403"/>
                  </a:lnTo>
                  <a:lnTo>
                    <a:pt x="122147" y="631658"/>
                  </a:lnTo>
                  <a:lnTo>
                    <a:pt x="117992" y="630140"/>
                  </a:lnTo>
                  <a:lnTo>
                    <a:pt x="116368" y="630106"/>
                  </a:lnTo>
                  <a:lnTo>
                    <a:pt x="115578" y="631996"/>
                  </a:lnTo>
                  <a:lnTo>
                    <a:pt x="114854" y="632498"/>
                  </a:lnTo>
                  <a:lnTo>
                    <a:pt x="114387" y="632452"/>
                  </a:lnTo>
                  <a:lnTo>
                    <a:pt x="110258" y="634634"/>
                  </a:lnTo>
                  <a:lnTo>
                    <a:pt x="108898" y="634642"/>
                  </a:lnTo>
                  <a:lnTo>
                    <a:pt x="106935" y="635262"/>
                  </a:lnTo>
                  <a:lnTo>
                    <a:pt x="105239" y="637947"/>
                  </a:lnTo>
                  <a:lnTo>
                    <a:pt x="104859" y="637590"/>
                  </a:lnTo>
                  <a:lnTo>
                    <a:pt x="94833" y="638511"/>
                  </a:lnTo>
                  <a:lnTo>
                    <a:pt x="93149" y="638968"/>
                  </a:lnTo>
                  <a:lnTo>
                    <a:pt x="91385" y="640183"/>
                  </a:lnTo>
                  <a:lnTo>
                    <a:pt x="89985" y="640466"/>
                  </a:lnTo>
                  <a:lnTo>
                    <a:pt x="88681" y="640503"/>
                  </a:lnTo>
                  <a:lnTo>
                    <a:pt x="88193" y="640247"/>
                  </a:lnTo>
                  <a:lnTo>
                    <a:pt x="87518" y="640448"/>
                  </a:lnTo>
                  <a:lnTo>
                    <a:pt x="87053" y="640233"/>
                  </a:lnTo>
                  <a:lnTo>
                    <a:pt x="83673" y="640006"/>
                  </a:lnTo>
                  <a:lnTo>
                    <a:pt x="82811" y="640407"/>
                  </a:lnTo>
                  <a:lnTo>
                    <a:pt x="81505" y="640379"/>
                  </a:lnTo>
                  <a:lnTo>
                    <a:pt x="81495" y="640848"/>
                  </a:lnTo>
                  <a:lnTo>
                    <a:pt x="77200" y="640066"/>
                  </a:lnTo>
                  <a:lnTo>
                    <a:pt x="76970" y="640685"/>
                  </a:lnTo>
                  <a:lnTo>
                    <a:pt x="76585" y="640937"/>
                  </a:lnTo>
                  <a:lnTo>
                    <a:pt x="74226" y="641777"/>
                  </a:lnTo>
                  <a:lnTo>
                    <a:pt x="72814" y="643483"/>
                  </a:lnTo>
                  <a:lnTo>
                    <a:pt x="67722" y="642062"/>
                  </a:lnTo>
                  <a:lnTo>
                    <a:pt x="66426" y="642551"/>
                  </a:lnTo>
                  <a:lnTo>
                    <a:pt x="65447" y="642222"/>
                  </a:lnTo>
                  <a:lnTo>
                    <a:pt x="64601" y="642387"/>
                  </a:lnTo>
                  <a:lnTo>
                    <a:pt x="63050" y="642116"/>
                  </a:lnTo>
                  <a:lnTo>
                    <a:pt x="59214" y="643241"/>
                  </a:lnTo>
                  <a:lnTo>
                    <a:pt x="57834" y="644090"/>
                  </a:lnTo>
                  <a:lnTo>
                    <a:pt x="55891" y="644583"/>
                  </a:lnTo>
                  <a:lnTo>
                    <a:pt x="53081" y="644213"/>
                  </a:lnTo>
                  <a:lnTo>
                    <a:pt x="51142" y="646247"/>
                  </a:lnTo>
                  <a:lnTo>
                    <a:pt x="48426" y="646628"/>
                  </a:lnTo>
                  <a:lnTo>
                    <a:pt x="47578" y="645131"/>
                  </a:lnTo>
                  <a:lnTo>
                    <a:pt x="43786" y="641943"/>
                  </a:lnTo>
                  <a:lnTo>
                    <a:pt x="40268" y="639897"/>
                  </a:lnTo>
                  <a:lnTo>
                    <a:pt x="35097" y="638385"/>
                  </a:lnTo>
                  <a:lnTo>
                    <a:pt x="34273" y="638107"/>
                  </a:lnTo>
                  <a:lnTo>
                    <a:pt x="32879" y="637015"/>
                  </a:lnTo>
                  <a:lnTo>
                    <a:pt x="31889" y="636665"/>
                  </a:lnTo>
                  <a:lnTo>
                    <a:pt x="31631" y="636806"/>
                  </a:lnTo>
                  <a:lnTo>
                    <a:pt x="29618" y="635667"/>
                  </a:lnTo>
                  <a:lnTo>
                    <a:pt x="29959" y="635286"/>
                  </a:lnTo>
                  <a:lnTo>
                    <a:pt x="29656" y="634642"/>
                  </a:lnTo>
                  <a:lnTo>
                    <a:pt x="29497" y="630363"/>
                  </a:lnTo>
                  <a:lnTo>
                    <a:pt x="29291" y="629579"/>
                  </a:lnTo>
                  <a:lnTo>
                    <a:pt x="29376" y="628398"/>
                  </a:lnTo>
                  <a:lnTo>
                    <a:pt x="29964" y="626993"/>
                  </a:lnTo>
                  <a:lnTo>
                    <a:pt x="30576" y="626030"/>
                  </a:lnTo>
                  <a:lnTo>
                    <a:pt x="31485" y="625874"/>
                  </a:lnTo>
                  <a:lnTo>
                    <a:pt x="31703" y="624899"/>
                  </a:lnTo>
                  <a:lnTo>
                    <a:pt x="32048" y="623155"/>
                  </a:lnTo>
                  <a:lnTo>
                    <a:pt x="31573" y="623067"/>
                  </a:lnTo>
                  <a:lnTo>
                    <a:pt x="31457" y="621796"/>
                  </a:lnTo>
                  <a:lnTo>
                    <a:pt x="31551" y="621250"/>
                  </a:lnTo>
                  <a:lnTo>
                    <a:pt x="31848" y="621010"/>
                  </a:lnTo>
                  <a:lnTo>
                    <a:pt x="31744" y="618558"/>
                  </a:lnTo>
                  <a:lnTo>
                    <a:pt x="33176" y="617604"/>
                  </a:lnTo>
                  <a:lnTo>
                    <a:pt x="33804" y="616716"/>
                  </a:lnTo>
                  <a:lnTo>
                    <a:pt x="34269" y="616505"/>
                  </a:lnTo>
                  <a:lnTo>
                    <a:pt x="30486" y="613337"/>
                  </a:lnTo>
                  <a:lnTo>
                    <a:pt x="29324" y="612931"/>
                  </a:lnTo>
                  <a:lnTo>
                    <a:pt x="28351" y="611686"/>
                  </a:lnTo>
                  <a:lnTo>
                    <a:pt x="27847" y="610409"/>
                  </a:lnTo>
                  <a:lnTo>
                    <a:pt x="26383" y="608210"/>
                  </a:lnTo>
                  <a:lnTo>
                    <a:pt x="26829" y="606100"/>
                  </a:lnTo>
                  <a:lnTo>
                    <a:pt x="26622" y="605870"/>
                  </a:lnTo>
                  <a:lnTo>
                    <a:pt x="27122" y="603712"/>
                  </a:lnTo>
                  <a:lnTo>
                    <a:pt x="25847" y="603010"/>
                  </a:lnTo>
                  <a:lnTo>
                    <a:pt x="24789" y="601365"/>
                  </a:lnTo>
                  <a:lnTo>
                    <a:pt x="23655" y="600700"/>
                  </a:lnTo>
                  <a:lnTo>
                    <a:pt x="23129" y="599907"/>
                  </a:lnTo>
                  <a:lnTo>
                    <a:pt x="22825" y="599984"/>
                  </a:lnTo>
                  <a:lnTo>
                    <a:pt x="22360" y="599382"/>
                  </a:lnTo>
                  <a:lnTo>
                    <a:pt x="21969" y="596102"/>
                  </a:lnTo>
                  <a:lnTo>
                    <a:pt x="22165" y="594988"/>
                  </a:lnTo>
                  <a:lnTo>
                    <a:pt x="21749" y="594194"/>
                  </a:lnTo>
                  <a:lnTo>
                    <a:pt x="22189" y="593236"/>
                  </a:lnTo>
                  <a:lnTo>
                    <a:pt x="21605" y="592492"/>
                  </a:lnTo>
                  <a:lnTo>
                    <a:pt x="21650" y="591325"/>
                  </a:lnTo>
                  <a:lnTo>
                    <a:pt x="21446" y="590903"/>
                  </a:lnTo>
                  <a:lnTo>
                    <a:pt x="21727" y="590196"/>
                  </a:lnTo>
                  <a:lnTo>
                    <a:pt x="21670" y="589395"/>
                  </a:lnTo>
                  <a:lnTo>
                    <a:pt x="21478" y="589120"/>
                  </a:lnTo>
                  <a:lnTo>
                    <a:pt x="20314" y="588806"/>
                  </a:lnTo>
                  <a:lnTo>
                    <a:pt x="20566" y="588065"/>
                  </a:lnTo>
                  <a:lnTo>
                    <a:pt x="20730" y="585893"/>
                  </a:lnTo>
                  <a:lnTo>
                    <a:pt x="20061" y="583988"/>
                  </a:lnTo>
                  <a:lnTo>
                    <a:pt x="19617" y="583443"/>
                  </a:lnTo>
                  <a:lnTo>
                    <a:pt x="19692" y="582591"/>
                  </a:lnTo>
                  <a:lnTo>
                    <a:pt x="20192" y="581963"/>
                  </a:lnTo>
                  <a:lnTo>
                    <a:pt x="20204" y="581257"/>
                  </a:lnTo>
                  <a:lnTo>
                    <a:pt x="19907" y="580756"/>
                  </a:lnTo>
                  <a:lnTo>
                    <a:pt x="19977" y="579320"/>
                  </a:lnTo>
                  <a:lnTo>
                    <a:pt x="20505" y="579133"/>
                  </a:lnTo>
                  <a:lnTo>
                    <a:pt x="20838" y="578663"/>
                  </a:lnTo>
                  <a:lnTo>
                    <a:pt x="22239" y="578738"/>
                  </a:lnTo>
                  <a:lnTo>
                    <a:pt x="23394" y="578422"/>
                  </a:lnTo>
                  <a:lnTo>
                    <a:pt x="24894" y="577508"/>
                  </a:lnTo>
                  <a:lnTo>
                    <a:pt x="24954" y="577216"/>
                  </a:lnTo>
                  <a:lnTo>
                    <a:pt x="32551" y="568608"/>
                  </a:lnTo>
                  <a:lnTo>
                    <a:pt x="34753" y="567062"/>
                  </a:lnTo>
                  <a:lnTo>
                    <a:pt x="35114" y="566556"/>
                  </a:lnTo>
                  <a:lnTo>
                    <a:pt x="36263" y="566128"/>
                  </a:lnTo>
                  <a:lnTo>
                    <a:pt x="36987" y="565131"/>
                  </a:lnTo>
                  <a:lnTo>
                    <a:pt x="37124" y="564577"/>
                  </a:lnTo>
                  <a:lnTo>
                    <a:pt x="37745" y="564287"/>
                  </a:lnTo>
                  <a:lnTo>
                    <a:pt x="37803" y="563468"/>
                  </a:lnTo>
                  <a:lnTo>
                    <a:pt x="38746" y="561103"/>
                  </a:lnTo>
                  <a:lnTo>
                    <a:pt x="38480" y="560439"/>
                  </a:lnTo>
                  <a:lnTo>
                    <a:pt x="38815" y="559873"/>
                  </a:lnTo>
                  <a:lnTo>
                    <a:pt x="38630" y="558896"/>
                  </a:lnTo>
                  <a:lnTo>
                    <a:pt x="38808" y="558510"/>
                  </a:lnTo>
                  <a:lnTo>
                    <a:pt x="38309" y="557231"/>
                  </a:lnTo>
                  <a:lnTo>
                    <a:pt x="38435" y="556916"/>
                  </a:lnTo>
                  <a:lnTo>
                    <a:pt x="37676" y="555347"/>
                  </a:lnTo>
                  <a:lnTo>
                    <a:pt x="37831" y="554854"/>
                  </a:lnTo>
                  <a:lnTo>
                    <a:pt x="37653" y="554373"/>
                  </a:lnTo>
                  <a:lnTo>
                    <a:pt x="37952" y="553991"/>
                  </a:lnTo>
                  <a:lnTo>
                    <a:pt x="38085" y="553084"/>
                  </a:lnTo>
                  <a:lnTo>
                    <a:pt x="37867" y="552503"/>
                  </a:lnTo>
                  <a:lnTo>
                    <a:pt x="38546" y="551542"/>
                  </a:lnTo>
                  <a:lnTo>
                    <a:pt x="39143" y="549727"/>
                  </a:lnTo>
                  <a:lnTo>
                    <a:pt x="39010" y="549321"/>
                  </a:lnTo>
                  <a:lnTo>
                    <a:pt x="39380" y="549176"/>
                  </a:lnTo>
                  <a:lnTo>
                    <a:pt x="39530" y="548639"/>
                  </a:lnTo>
                  <a:lnTo>
                    <a:pt x="39012" y="548804"/>
                  </a:lnTo>
                  <a:lnTo>
                    <a:pt x="38914" y="548628"/>
                  </a:lnTo>
                  <a:lnTo>
                    <a:pt x="39108" y="547909"/>
                  </a:lnTo>
                  <a:lnTo>
                    <a:pt x="38716" y="546790"/>
                  </a:lnTo>
                  <a:lnTo>
                    <a:pt x="38900" y="545048"/>
                  </a:lnTo>
                  <a:lnTo>
                    <a:pt x="39641" y="544119"/>
                  </a:lnTo>
                  <a:lnTo>
                    <a:pt x="39227" y="543204"/>
                  </a:lnTo>
                  <a:lnTo>
                    <a:pt x="38489" y="542831"/>
                  </a:lnTo>
                  <a:lnTo>
                    <a:pt x="38440" y="541720"/>
                  </a:lnTo>
                  <a:lnTo>
                    <a:pt x="37558" y="540379"/>
                  </a:lnTo>
                  <a:lnTo>
                    <a:pt x="37710" y="539942"/>
                  </a:lnTo>
                  <a:lnTo>
                    <a:pt x="37314" y="539719"/>
                  </a:lnTo>
                  <a:lnTo>
                    <a:pt x="37176" y="539332"/>
                  </a:lnTo>
                  <a:lnTo>
                    <a:pt x="37175" y="537745"/>
                  </a:lnTo>
                  <a:lnTo>
                    <a:pt x="39077" y="532509"/>
                  </a:lnTo>
                  <a:lnTo>
                    <a:pt x="36363" y="530915"/>
                  </a:lnTo>
                  <a:lnTo>
                    <a:pt x="35320" y="529801"/>
                  </a:lnTo>
                  <a:lnTo>
                    <a:pt x="35124" y="529665"/>
                  </a:lnTo>
                  <a:lnTo>
                    <a:pt x="36440" y="529698"/>
                  </a:lnTo>
                  <a:lnTo>
                    <a:pt x="37032" y="528426"/>
                  </a:lnTo>
                  <a:lnTo>
                    <a:pt x="37214" y="527467"/>
                  </a:lnTo>
                  <a:lnTo>
                    <a:pt x="36743" y="526022"/>
                  </a:lnTo>
                  <a:lnTo>
                    <a:pt x="36783" y="525148"/>
                  </a:lnTo>
                  <a:lnTo>
                    <a:pt x="35310" y="523379"/>
                  </a:lnTo>
                  <a:lnTo>
                    <a:pt x="35525" y="523084"/>
                  </a:lnTo>
                  <a:lnTo>
                    <a:pt x="33862" y="520395"/>
                  </a:lnTo>
                  <a:lnTo>
                    <a:pt x="33857" y="519453"/>
                  </a:lnTo>
                  <a:lnTo>
                    <a:pt x="32557" y="519732"/>
                  </a:lnTo>
                  <a:lnTo>
                    <a:pt x="32142" y="519354"/>
                  </a:lnTo>
                  <a:lnTo>
                    <a:pt x="32299" y="518797"/>
                  </a:lnTo>
                  <a:lnTo>
                    <a:pt x="32061" y="518612"/>
                  </a:lnTo>
                  <a:lnTo>
                    <a:pt x="30667" y="519202"/>
                  </a:lnTo>
                  <a:lnTo>
                    <a:pt x="29784" y="519230"/>
                  </a:lnTo>
                  <a:lnTo>
                    <a:pt x="26305" y="517655"/>
                  </a:lnTo>
                  <a:lnTo>
                    <a:pt x="25471" y="516637"/>
                  </a:lnTo>
                  <a:lnTo>
                    <a:pt x="25183" y="515750"/>
                  </a:lnTo>
                  <a:lnTo>
                    <a:pt x="23366" y="513985"/>
                  </a:lnTo>
                  <a:lnTo>
                    <a:pt x="23364" y="512792"/>
                  </a:lnTo>
                  <a:lnTo>
                    <a:pt x="23660" y="512374"/>
                  </a:lnTo>
                  <a:lnTo>
                    <a:pt x="23591" y="511540"/>
                  </a:lnTo>
                  <a:lnTo>
                    <a:pt x="24374" y="510617"/>
                  </a:lnTo>
                  <a:lnTo>
                    <a:pt x="25098" y="509200"/>
                  </a:lnTo>
                  <a:lnTo>
                    <a:pt x="25927" y="509358"/>
                  </a:lnTo>
                  <a:lnTo>
                    <a:pt x="26491" y="508792"/>
                  </a:lnTo>
                  <a:lnTo>
                    <a:pt x="28087" y="507930"/>
                  </a:lnTo>
                  <a:lnTo>
                    <a:pt x="28982" y="506531"/>
                  </a:lnTo>
                  <a:lnTo>
                    <a:pt x="28918" y="504569"/>
                  </a:lnTo>
                  <a:lnTo>
                    <a:pt x="30609" y="503662"/>
                  </a:lnTo>
                  <a:lnTo>
                    <a:pt x="31910" y="502091"/>
                  </a:lnTo>
                  <a:lnTo>
                    <a:pt x="33188" y="501601"/>
                  </a:lnTo>
                  <a:lnTo>
                    <a:pt x="37379" y="495718"/>
                  </a:lnTo>
                  <a:lnTo>
                    <a:pt x="38837" y="494706"/>
                  </a:lnTo>
                  <a:lnTo>
                    <a:pt x="46131" y="495959"/>
                  </a:lnTo>
                  <a:lnTo>
                    <a:pt x="48453" y="494652"/>
                  </a:lnTo>
                  <a:lnTo>
                    <a:pt x="49143" y="494530"/>
                  </a:lnTo>
                  <a:lnTo>
                    <a:pt x="49692" y="494112"/>
                  </a:lnTo>
                  <a:lnTo>
                    <a:pt x="50175" y="494112"/>
                  </a:lnTo>
                  <a:lnTo>
                    <a:pt x="50837" y="493152"/>
                  </a:lnTo>
                  <a:lnTo>
                    <a:pt x="51276" y="493064"/>
                  </a:lnTo>
                  <a:lnTo>
                    <a:pt x="51479" y="492688"/>
                  </a:lnTo>
                  <a:lnTo>
                    <a:pt x="52444" y="492219"/>
                  </a:lnTo>
                  <a:lnTo>
                    <a:pt x="51003" y="486463"/>
                  </a:lnTo>
                  <a:lnTo>
                    <a:pt x="48445" y="484653"/>
                  </a:lnTo>
                  <a:lnTo>
                    <a:pt x="45278" y="483364"/>
                  </a:lnTo>
                  <a:lnTo>
                    <a:pt x="41837" y="483487"/>
                  </a:lnTo>
                  <a:lnTo>
                    <a:pt x="39737" y="481695"/>
                  </a:lnTo>
                  <a:lnTo>
                    <a:pt x="36382" y="481363"/>
                  </a:lnTo>
                  <a:lnTo>
                    <a:pt x="33821" y="479832"/>
                  </a:lnTo>
                  <a:lnTo>
                    <a:pt x="32045" y="479581"/>
                  </a:lnTo>
                  <a:lnTo>
                    <a:pt x="29988" y="479902"/>
                  </a:lnTo>
                  <a:lnTo>
                    <a:pt x="28552" y="479781"/>
                  </a:lnTo>
                  <a:lnTo>
                    <a:pt x="25705" y="479388"/>
                  </a:lnTo>
                  <a:lnTo>
                    <a:pt x="23692" y="478786"/>
                  </a:lnTo>
                  <a:lnTo>
                    <a:pt x="22627" y="477271"/>
                  </a:lnTo>
                  <a:lnTo>
                    <a:pt x="22293" y="477174"/>
                  </a:lnTo>
                  <a:lnTo>
                    <a:pt x="21984" y="475940"/>
                  </a:lnTo>
                  <a:lnTo>
                    <a:pt x="20747" y="474602"/>
                  </a:lnTo>
                  <a:lnTo>
                    <a:pt x="19642" y="474432"/>
                  </a:lnTo>
                  <a:lnTo>
                    <a:pt x="18991" y="473121"/>
                  </a:lnTo>
                  <a:lnTo>
                    <a:pt x="17837" y="473463"/>
                  </a:lnTo>
                  <a:lnTo>
                    <a:pt x="16211" y="473482"/>
                  </a:lnTo>
                  <a:lnTo>
                    <a:pt x="14084" y="471472"/>
                  </a:lnTo>
                  <a:lnTo>
                    <a:pt x="12794" y="471726"/>
                  </a:lnTo>
                  <a:lnTo>
                    <a:pt x="11724" y="471301"/>
                  </a:lnTo>
                  <a:lnTo>
                    <a:pt x="10762" y="471335"/>
                  </a:lnTo>
                  <a:lnTo>
                    <a:pt x="9259" y="472571"/>
                  </a:lnTo>
                  <a:lnTo>
                    <a:pt x="8455" y="472140"/>
                  </a:lnTo>
                  <a:lnTo>
                    <a:pt x="8391" y="470862"/>
                  </a:lnTo>
                  <a:lnTo>
                    <a:pt x="6009" y="469750"/>
                  </a:lnTo>
                  <a:lnTo>
                    <a:pt x="5351" y="469696"/>
                  </a:lnTo>
                  <a:lnTo>
                    <a:pt x="4810" y="469309"/>
                  </a:lnTo>
                  <a:lnTo>
                    <a:pt x="3849" y="469280"/>
                  </a:lnTo>
                  <a:lnTo>
                    <a:pt x="987" y="467998"/>
                  </a:lnTo>
                  <a:lnTo>
                    <a:pt x="0" y="468033"/>
                  </a:lnTo>
                  <a:lnTo>
                    <a:pt x="1971" y="463673"/>
                  </a:lnTo>
                  <a:lnTo>
                    <a:pt x="3589" y="461267"/>
                  </a:lnTo>
                  <a:lnTo>
                    <a:pt x="3311" y="460194"/>
                  </a:lnTo>
                  <a:lnTo>
                    <a:pt x="4080" y="458893"/>
                  </a:lnTo>
                  <a:lnTo>
                    <a:pt x="4865" y="458320"/>
                  </a:lnTo>
                  <a:lnTo>
                    <a:pt x="6204" y="457168"/>
                  </a:lnTo>
                  <a:lnTo>
                    <a:pt x="14691" y="454784"/>
                  </a:lnTo>
                  <a:lnTo>
                    <a:pt x="20391" y="454980"/>
                  </a:lnTo>
                  <a:lnTo>
                    <a:pt x="23064" y="454269"/>
                  </a:lnTo>
                  <a:lnTo>
                    <a:pt x="23882" y="452250"/>
                  </a:lnTo>
                  <a:lnTo>
                    <a:pt x="26879" y="450978"/>
                  </a:lnTo>
                  <a:lnTo>
                    <a:pt x="29810" y="449320"/>
                  </a:lnTo>
                  <a:lnTo>
                    <a:pt x="30018" y="448552"/>
                  </a:lnTo>
                  <a:lnTo>
                    <a:pt x="36818" y="451363"/>
                  </a:lnTo>
                  <a:lnTo>
                    <a:pt x="45386" y="451449"/>
                  </a:lnTo>
                  <a:lnTo>
                    <a:pt x="52847" y="451161"/>
                  </a:lnTo>
                  <a:lnTo>
                    <a:pt x="63217" y="460024"/>
                  </a:lnTo>
                  <a:lnTo>
                    <a:pt x="63181" y="459650"/>
                  </a:lnTo>
                  <a:lnTo>
                    <a:pt x="63491" y="459435"/>
                  </a:lnTo>
                  <a:lnTo>
                    <a:pt x="65456" y="458793"/>
                  </a:lnTo>
                  <a:lnTo>
                    <a:pt x="65874" y="458408"/>
                  </a:lnTo>
                  <a:lnTo>
                    <a:pt x="66889" y="458234"/>
                  </a:lnTo>
                  <a:lnTo>
                    <a:pt x="67393" y="457837"/>
                  </a:lnTo>
                  <a:lnTo>
                    <a:pt x="68575" y="458101"/>
                  </a:lnTo>
                  <a:lnTo>
                    <a:pt x="69662" y="458039"/>
                  </a:lnTo>
                  <a:lnTo>
                    <a:pt x="69524" y="457149"/>
                  </a:lnTo>
                  <a:lnTo>
                    <a:pt x="69965" y="456921"/>
                  </a:lnTo>
                  <a:lnTo>
                    <a:pt x="70855" y="454464"/>
                  </a:lnTo>
                  <a:lnTo>
                    <a:pt x="71638" y="453802"/>
                  </a:lnTo>
                  <a:lnTo>
                    <a:pt x="72410" y="453517"/>
                  </a:lnTo>
                  <a:lnTo>
                    <a:pt x="72542" y="452649"/>
                  </a:lnTo>
                  <a:lnTo>
                    <a:pt x="73113" y="452199"/>
                  </a:lnTo>
                  <a:lnTo>
                    <a:pt x="73131" y="451280"/>
                  </a:lnTo>
                  <a:lnTo>
                    <a:pt x="73535" y="450880"/>
                  </a:lnTo>
                  <a:lnTo>
                    <a:pt x="73677" y="449796"/>
                  </a:lnTo>
                  <a:lnTo>
                    <a:pt x="74426" y="448345"/>
                  </a:lnTo>
                  <a:lnTo>
                    <a:pt x="76338" y="447835"/>
                  </a:lnTo>
                  <a:lnTo>
                    <a:pt x="76164" y="447596"/>
                  </a:lnTo>
                  <a:lnTo>
                    <a:pt x="77845" y="447094"/>
                  </a:lnTo>
                  <a:lnTo>
                    <a:pt x="77583" y="446440"/>
                  </a:lnTo>
                  <a:lnTo>
                    <a:pt x="77883" y="446041"/>
                  </a:lnTo>
                  <a:lnTo>
                    <a:pt x="77823" y="445393"/>
                  </a:lnTo>
                  <a:lnTo>
                    <a:pt x="78132" y="444947"/>
                  </a:lnTo>
                  <a:lnTo>
                    <a:pt x="78812" y="445172"/>
                  </a:lnTo>
                  <a:lnTo>
                    <a:pt x="79238" y="446227"/>
                  </a:lnTo>
                  <a:lnTo>
                    <a:pt x="80412" y="446928"/>
                  </a:lnTo>
                  <a:lnTo>
                    <a:pt x="81151" y="447091"/>
                  </a:lnTo>
                  <a:lnTo>
                    <a:pt x="82665" y="446831"/>
                  </a:lnTo>
                  <a:lnTo>
                    <a:pt x="83578" y="445647"/>
                  </a:lnTo>
                  <a:lnTo>
                    <a:pt x="84238" y="446001"/>
                  </a:lnTo>
                  <a:lnTo>
                    <a:pt x="85118" y="445482"/>
                  </a:lnTo>
                  <a:lnTo>
                    <a:pt x="87192" y="444934"/>
                  </a:lnTo>
                  <a:lnTo>
                    <a:pt x="87976" y="444433"/>
                  </a:lnTo>
                  <a:lnTo>
                    <a:pt x="88157" y="444632"/>
                  </a:lnTo>
                  <a:lnTo>
                    <a:pt x="88835" y="444646"/>
                  </a:lnTo>
                  <a:lnTo>
                    <a:pt x="88860" y="444381"/>
                  </a:lnTo>
                  <a:lnTo>
                    <a:pt x="90479" y="444678"/>
                  </a:lnTo>
                  <a:lnTo>
                    <a:pt x="90862" y="444033"/>
                  </a:lnTo>
                  <a:lnTo>
                    <a:pt x="93276" y="443867"/>
                  </a:lnTo>
                  <a:lnTo>
                    <a:pt x="94193" y="442947"/>
                  </a:lnTo>
                  <a:lnTo>
                    <a:pt x="94441" y="441972"/>
                  </a:lnTo>
                  <a:lnTo>
                    <a:pt x="94909" y="441284"/>
                  </a:lnTo>
                  <a:lnTo>
                    <a:pt x="94879" y="440566"/>
                  </a:lnTo>
                  <a:lnTo>
                    <a:pt x="95580" y="439468"/>
                  </a:lnTo>
                  <a:lnTo>
                    <a:pt x="96943" y="438909"/>
                  </a:lnTo>
                  <a:lnTo>
                    <a:pt x="97537" y="438408"/>
                  </a:lnTo>
                  <a:lnTo>
                    <a:pt x="100628" y="438201"/>
                  </a:lnTo>
                  <a:lnTo>
                    <a:pt x="101540" y="435689"/>
                  </a:lnTo>
                  <a:lnTo>
                    <a:pt x="100803" y="433878"/>
                  </a:lnTo>
                  <a:lnTo>
                    <a:pt x="100457" y="433551"/>
                  </a:lnTo>
                  <a:lnTo>
                    <a:pt x="100625" y="433612"/>
                  </a:lnTo>
                  <a:lnTo>
                    <a:pt x="102842" y="433750"/>
                  </a:lnTo>
                  <a:lnTo>
                    <a:pt x="103288" y="433386"/>
                  </a:lnTo>
                  <a:lnTo>
                    <a:pt x="103611" y="433407"/>
                  </a:lnTo>
                  <a:lnTo>
                    <a:pt x="105160" y="434230"/>
                  </a:lnTo>
                  <a:lnTo>
                    <a:pt x="105996" y="434173"/>
                  </a:lnTo>
                  <a:lnTo>
                    <a:pt x="107698" y="434596"/>
                  </a:lnTo>
                  <a:lnTo>
                    <a:pt x="108371" y="434218"/>
                  </a:lnTo>
                  <a:lnTo>
                    <a:pt x="108595" y="433658"/>
                  </a:lnTo>
                  <a:lnTo>
                    <a:pt x="109184" y="433624"/>
                  </a:lnTo>
                  <a:lnTo>
                    <a:pt x="110037" y="433908"/>
                  </a:lnTo>
                  <a:lnTo>
                    <a:pt x="110288" y="433732"/>
                  </a:lnTo>
                  <a:lnTo>
                    <a:pt x="112106" y="433979"/>
                  </a:lnTo>
                  <a:lnTo>
                    <a:pt x="114061" y="434712"/>
                  </a:lnTo>
                  <a:lnTo>
                    <a:pt x="114903" y="434287"/>
                  </a:lnTo>
                  <a:lnTo>
                    <a:pt x="116055" y="435184"/>
                  </a:lnTo>
                  <a:lnTo>
                    <a:pt x="117403" y="434901"/>
                  </a:lnTo>
                  <a:lnTo>
                    <a:pt x="118150" y="433689"/>
                  </a:lnTo>
                  <a:lnTo>
                    <a:pt x="119156" y="432857"/>
                  </a:lnTo>
                  <a:lnTo>
                    <a:pt x="119964" y="431127"/>
                  </a:lnTo>
                  <a:lnTo>
                    <a:pt x="120587" y="430632"/>
                  </a:lnTo>
                  <a:lnTo>
                    <a:pt x="121277" y="429429"/>
                  </a:lnTo>
                  <a:lnTo>
                    <a:pt x="122574" y="428430"/>
                  </a:lnTo>
                  <a:lnTo>
                    <a:pt x="124334" y="428045"/>
                  </a:lnTo>
                  <a:lnTo>
                    <a:pt x="125386" y="427174"/>
                  </a:lnTo>
                  <a:lnTo>
                    <a:pt x="126278" y="426846"/>
                  </a:lnTo>
                  <a:lnTo>
                    <a:pt x="126458" y="426432"/>
                  </a:lnTo>
                  <a:lnTo>
                    <a:pt x="127098" y="426289"/>
                  </a:lnTo>
                  <a:lnTo>
                    <a:pt x="129489" y="424579"/>
                  </a:lnTo>
                  <a:lnTo>
                    <a:pt x="129551" y="423388"/>
                  </a:lnTo>
                  <a:lnTo>
                    <a:pt x="130554" y="422099"/>
                  </a:lnTo>
                  <a:lnTo>
                    <a:pt x="130391" y="420795"/>
                  </a:lnTo>
                  <a:lnTo>
                    <a:pt x="130615" y="419714"/>
                  </a:lnTo>
                  <a:lnTo>
                    <a:pt x="131089" y="418669"/>
                  </a:lnTo>
                  <a:lnTo>
                    <a:pt x="131912" y="418109"/>
                  </a:lnTo>
                  <a:lnTo>
                    <a:pt x="132824" y="416497"/>
                  </a:lnTo>
                  <a:lnTo>
                    <a:pt x="133413" y="416102"/>
                  </a:lnTo>
                  <a:lnTo>
                    <a:pt x="134937" y="416558"/>
                  </a:lnTo>
                  <a:lnTo>
                    <a:pt x="135418" y="416471"/>
                  </a:lnTo>
                  <a:lnTo>
                    <a:pt x="135946" y="418137"/>
                  </a:lnTo>
                  <a:lnTo>
                    <a:pt x="136548" y="417893"/>
                  </a:lnTo>
                  <a:lnTo>
                    <a:pt x="138731" y="418381"/>
                  </a:lnTo>
                  <a:lnTo>
                    <a:pt x="139623" y="418248"/>
                  </a:lnTo>
                  <a:lnTo>
                    <a:pt x="140406" y="417187"/>
                  </a:lnTo>
                  <a:lnTo>
                    <a:pt x="141734" y="416571"/>
                  </a:lnTo>
                  <a:lnTo>
                    <a:pt x="143325" y="415377"/>
                  </a:lnTo>
                  <a:lnTo>
                    <a:pt x="145575" y="413133"/>
                  </a:lnTo>
                  <a:lnTo>
                    <a:pt x="147260" y="413112"/>
                  </a:lnTo>
                  <a:lnTo>
                    <a:pt x="147745" y="412785"/>
                  </a:lnTo>
                  <a:lnTo>
                    <a:pt x="148563" y="411680"/>
                  </a:lnTo>
                  <a:lnTo>
                    <a:pt x="150538" y="410386"/>
                  </a:lnTo>
                  <a:lnTo>
                    <a:pt x="151669" y="408925"/>
                  </a:lnTo>
                  <a:lnTo>
                    <a:pt x="152720" y="408433"/>
                  </a:lnTo>
                  <a:lnTo>
                    <a:pt x="153172" y="407649"/>
                  </a:lnTo>
                  <a:lnTo>
                    <a:pt x="154848" y="406404"/>
                  </a:lnTo>
                  <a:lnTo>
                    <a:pt x="155878" y="406367"/>
                  </a:lnTo>
                  <a:lnTo>
                    <a:pt x="156462" y="406106"/>
                  </a:lnTo>
                  <a:lnTo>
                    <a:pt x="158560" y="407572"/>
                  </a:lnTo>
                  <a:lnTo>
                    <a:pt x="161413" y="406873"/>
                  </a:lnTo>
                  <a:lnTo>
                    <a:pt x="163275" y="407794"/>
                  </a:lnTo>
                  <a:lnTo>
                    <a:pt x="163456" y="408081"/>
                  </a:lnTo>
                  <a:lnTo>
                    <a:pt x="164268" y="408288"/>
                  </a:lnTo>
                  <a:lnTo>
                    <a:pt x="164716" y="409621"/>
                  </a:lnTo>
                  <a:lnTo>
                    <a:pt x="164448" y="410656"/>
                  </a:lnTo>
                  <a:lnTo>
                    <a:pt x="164703" y="411035"/>
                  </a:lnTo>
                  <a:lnTo>
                    <a:pt x="171148" y="409766"/>
                  </a:lnTo>
                  <a:lnTo>
                    <a:pt x="177101" y="403695"/>
                  </a:lnTo>
                  <a:lnTo>
                    <a:pt x="181247" y="401066"/>
                  </a:lnTo>
                  <a:lnTo>
                    <a:pt x="182914" y="395183"/>
                  </a:lnTo>
                  <a:lnTo>
                    <a:pt x="183637" y="395000"/>
                  </a:lnTo>
                  <a:lnTo>
                    <a:pt x="184552" y="395111"/>
                  </a:lnTo>
                  <a:lnTo>
                    <a:pt x="186231" y="394727"/>
                  </a:lnTo>
                  <a:lnTo>
                    <a:pt x="187651" y="394019"/>
                  </a:lnTo>
                  <a:lnTo>
                    <a:pt x="188634" y="394162"/>
                  </a:lnTo>
                  <a:lnTo>
                    <a:pt x="189197" y="393970"/>
                  </a:lnTo>
                  <a:lnTo>
                    <a:pt x="189482" y="393467"/>
                  </a:lnTo>
                  <a:lnTo>
                    <a:pt x="190092" y="393171"/>
                  </a:lnTo>
                  <a:lnTo>
                    <a:pt x="190048" y="392869"/>
                  </a:lnTo>
                  <a:lnTo>
                    <a:pt x="191306" y="391124"/>
                  </a:lnTo>
                  <a:lnTo>
                    <a:pt x="191252" y="390886"/>
                  </a:lnTo>
                  <a:lnTo>
                    <a:pt x="191596" y="390872"/>
                  </a:lnTo>
                  <a:lnTo>
                    <a:pt x="191848" y="390395"/>
                  </a:lnTo>
                  <a:lnTo>
                    <a:pt x="190987" y="389586"/>
                  </a:lnTo>
                  <a:lnTo>
                    <a:pt x="190108" y="389203"/>
                  </a:lnTo>
                  <a:lnTo>
                    <a:pt x="189350" y="387657"/>
                  </a:lnTo>
                  <a:lnTo>
                    <a:pt x="188312" y="386498"/>
                  </a:lnTo>
                  <a:lnTo>
                    <a:pt x="188524" y="385240"/>
                  </a:lnTo>
                  <a:lnTo>
                    <a:pt x="188883" y="384877"/>
                  </a:lnTo>
                  <a:lnTo>
                    <a:pt x="188915" y="383123"/>
                  </a:lnTo>
                  <a:lnTo>
                    <a:pt x="189249" y="382682"/>
                  </a:lnTo>
                  <a:lnTo>
                    <a:pt x="189457" y="382819"/>
                  </a:lnTo>
                  <a:lnTo>
                    <a:pt x="189451" y="382306"/>
                  </a:lnTo>
                  <a:lnTo>
                    <a:pt x="190354" y="380752"/>
                  </a:lnTo>
                  <a:lnTo>
                    <a:pt x="192664" y="378983"/>
                  </a:lnTo>
                  <a:lnTo>
                    <a:pt x="196290" y="373693"/>
                  </a:lnTo>
                  <a:lnTo>
                    <a:pt x="198820" y="368642"/>
                  </a:lnTo>
                  <a:lnTo>
                    <a:pt x="200372" y="367046"/>
                  </a:lnTo>
                  <a:lnTo>
                    <a:pt x="200879" y="365905"/>
                  </a:lnTo>
                  <a:lnTo>
                    <a:pt x="201291" y="365516"/>
                  </a:lnTo>
                  <a:lnTo>
                    <a:pt x="201392" y="364396"/>
                  </a:lnTo>
                  <a:lnTo>
                    <a:pt x="200996" y="362952"/>
                  </a:lnTo>
                  <a:lnTo>
                    <a:pt x="201756" y="359761"/>
                  </a:lnTo>
                  <a:lnTo>
                    <a:pt x="203217" y="358874"/>
                  </a:lnTo>
                  <a:lnTo>
                    <a:pt x="206778" y="355500"/>
                  </a:lnTo>
                  <a:lnTo>
                    <a:pt x="210731" y="352991"/>
                  </a:lnTo>
                  <a:lnTo>
                    <a:pt x="213006" y="349960"/>
                  </a:lnTo>
                  <a:lnTo>
                    <a:pt x="213511" y="349629"/>
                  </a:lnTo>
                  <a:lnTo>
                    <a:pt x="214393" y="348036"/>
                  </a:lnTo>
                  <a:lnTo>
                    <a:pt x="215327" y="348045"/>
                  </a:lnTo>
                  <a:lnTo>
                    <a:pt x="216614" y="347267"/>
                  </a:lnTo>
                  <a:lnTo>
                    <a:pt x="217376" y="347173"/>
                  </a:lnTo>
                  <a:lnTo>
                    <a:pt x="224954" y="336033"/>
                  </a:lnTo>
                  <a:lnTo>
                    <a:pt x="226053" y="336558"/>
                  </a:lnTo>
                  <a:lnTo>
                    <a:pt x="227927" y="335985"/>
                  </a:lnTo>
                  <a:lnTo>
                    <a:pt x="229342" y="334648"/>
                  </a:lnTo>
                  <a:lnTo>
                    <a:pt x="229704" y="333584"/>
                  </a:lnTo>
                  <a:lnTo>
                    <a:pt x="231272" y="333599"/>
                  </a:lnTo>
                  <a:lnTo>
                    <a:pt x="231586" y="333390"/>
                  </a:lnTo>
                  <a:lnTo>
                    <a:pt x="231689" y="332915"/>
                  </a:lnTo>
                  <a:lnTo>
                    <a:pt x="232118" y="332866"/>
                  </a:lnTo>
                  <a:lnTo>
                    <a:pt x="232914" y="330789"/>
                  </a:lnTo>
                  <a:lnTo>
                    <a:pt x="233763" y="330815"/>
                  </a:lnTo>
                  <a:lnTo>
                    <a:pt x="234829" y="329983"/>
                  </a:lnTo>
                  <a:lnTo>
                    <a:pt x="235116" y="329174"/>
                  </a:lnTo>
                  <a:lnTo>
                    <a:pt x="234817" y="328522"/>
                  </a:lnTo>
                  <a:lnTo>
                    <a:pt x="235154" y="327174"/>
                  </a:lnTo>
                  <a:lnTo>
                    <a:pt x="235521" y="326766"/>
                  </a:lnTo>
                  <a:lnTo>
                    <a:pt x="235446" y="325709"/>
                  </a:lnTo>
                  <a:lnTo>
                    <a:pt x="235899" y="324862"/>
                  </a:lnTo>
                  <a:lnTo>
                    <a:pt x="235604" y="323240"/>
                  </a:lnTo>
                  <a:lnTo>
                    <a:pt x="235178" y="322891"/>
                  </a:lnTo>
                  <a:lnTo>
                    <a:pt x="235133" y="322581"/>
                  </a:lnTo>
                  <a:lnTo>
                    <a:pt x="234581" y="322310"/>
                  </a:lnTo>
                  <a:lnTo>
                    <a:pt x="234314" y="321647"/>
                  </a:lnTo>
                  <a:lnTo>
                    <a:pt x="234767" y="319726"/>
                  </a:lnTo>
                  <a:lnTo>
                    <a:pt x="235543" y="318443"/>
                  </a:lnTo>
                  <a:lnTo>
                    <a:pt x="236192" y="318034"/>
                  </a:lnTo>
                  <a:lnTo>
                    <a:pt x="236598" y="317427"/>
                  </a:lnTo>
                  <a:lnTo>
                    <a:pt x="236988" y="315251"/>
                  </a:lnTo>
                  <a:lnTo>
                    <a:pt x="237454" y="315058"/>
                  </a:lnTo>
                  <a:lnTo>
                    <a:pt x="237480" y="314652"/>
                  </a:lnTo>
                  <a:lnTo>
                    <a:pt x="238066" y="314057"/>
                  </a:lnTo>
                  <a:lnTo>
                    <a:pt x="238455" y="313130"/>
                  </a:lnTo>
                  <a:lnTo>
                    <a:pt x="238092" y="311165"/>
                  </a:lnTo>
                  <a:lnTo>
                    <a:pt x="238103" y="309322"/>
                  </a:lnTo>
                  <a:lnTo>
                    <a:pt x="238717" y="308619"/>
                  </a:lnTo>
                  <a:lnTo>
                    <a:pt x="238483" y="308391"/>
                  </a:lnTo>
                  <a:lnTo>
                    <a:pt x="238830" y="307860"/>
                  </a:lnTo>
                  <a:lnTo>
                    <a:pt x="239952" y="307626"/>
                  </a:lnTo>
                  <a:lnTo>
                    <a:pt x="241084" y="306510"/>
                  </a:lnTo>
                  <a:lnTo>
                    <a:pt x="242389" y="304611"/>
                  </a:lnTo>
                  <a:lnTo>
                    <a:pt x="242379" y="303868"/>
                  </a:lnTo>
                  <a:lnTo>
                    <a:pt x="243254" y="302673"/>
                  </a:lnTo>
                  <a:lnTo>
                    <a:pt x="243349" y="301656"/>
                  </a:lnTo>
                  <a:lnTo>
                    <a:pt x="244948" y="300067"/>
                  </a:lnTo>
                  <a:lnTo>
                    <a:pt x="248004" y="298187"/>
                  </a:lnTo>
                  <a:lnTo>
                    <a:pt x="251270" y="297175"/>
                  </a:lnTo>
                  <a:lnTo>
                    <a:pt x="252599" y="297319"/>
                  </a:lnTo>
                  <a:lnTo>
                    <a:pt x="254763" y="298059"/>
                  </a:lnTo>
                  <a:lnTo>
                    <a:pt x="257123" y="297899"/>
                  </a:lnTo>
                  <a:lnTo>
                    <a:pt x="257324" y="298142"/>
                  </a:lnTo>
                  <a:lnTo>
                    <a:pt x="261052" y="297069"/>
                  </a:lnTo>
                  <a:lnTo>
                    <a:pt x="262837" y="297200"/>
                  </a:lnTo>
                  <a:lnTo>
                    <a:pt x="263134" y="296637"/>
                  </a:lnTo>
                  <a:lnTo>
                    <a:pt x="264122" y="296544"/>
                  </a:lnTo>
                  <a:lnTo>
                    <a:pt x="264631" y="296176"/>
                  </a:lnTo>
                  <a:lnTo>
                    <a:pt x="265228" y="296111"/>
                  </a:lnTo>
                  <a:lnTo>
                    <a:pt x="266494" y="295391"/>
                  </a:lnTo>
                  <a:lnTo>
                    <a:pt x="266569" y="295038"/>
                  </a:lnTo>
                  <a:lnTo>
                    <a:pt x="266948" y="294763"/>
                  </a:lnTo>
                  <a:lnTo>
                    <a:pt x="267853" y="294744"/>
                  </a:lnTo>
                  <a:lnTo>
                    <a:pt x="268423" y="294001"/>
                  </a:lnTo>
                  <a:lnTo>
                    <a:pt x="268816" y="293920"/>
                  </a:lnTo>
                  <a:lnTo>
                    <a:pt x="269352" y="292504"/>
                  </a:lnTo>
                  <a:lnTo>
                    <a:pt x="270116" y="291961"/>
                  </a:lnTo>
                  <a:lnTo>
                    <a:pt x="270525" y="291151"/>
                  </a:lnTo>
                  <a:lnTo>
                    <a:pt x="271225" y="290734"/>
                  </a:lnTo>
                  <a:lnTo>
                    <a:pt x="271541" y="290249"/>
                  </a:lnTo>
                  <a:lnTo>
                    <a:pt x="271655" y="289685"/>
                  </a:lnTo>
                  <a:lnTo>
                    <a:pt x="271329" y="289011"/>
                  </a:lnTo>
                  <a:lnTo>
                    <a:pt x="272468" y="286756"/>
                  </a:lnTo>
                  <a:lnTo>
                    <a:pt x="274057" y="286877"/>
                  </a:lnTo>
                  <a:lnTo>
                    <a:pt x="275414" y="287493"/>
                  </a:lnTo>
                  <a:lnTo>
                    <a:pt x="275773" y="287310"/>
                  </a:lnTo>
                  <a:lnTo>
                    <a:pt x="277488" y="287508"/>
                  </a:lnTo>
                  <a:lnTo>
                    <a:pt x="278285" y="287174"/>
                  </a:lnTo>
                  <a:lnTo>
                    <a:pt x="278926" y="287794"/>
                  </a:lnTo>
                  <a:lnTo>
                    <a:pt x="279946" y="287912"/>
                  </a:lnTo>
                  <a:lnTo>
                    <a:pt x="280671" y="288724"/>
                  </a:lnTo>
                  <a:lnTo>
                    <a:pt x="281187" y="288958"/>
                  </a:lnTo>
                  <a:lnTo>
                    <a:pt x="281695" y="288781"/>
                  </a:lnTo>
                  <a:lnTo>
                    <a:pt x="283055" y="289109"/>
                  </a:lnTo>
                  <a:lnTo>
                    <a:pt x="284392" y="288327"/>
                  </a:lnTo>
                  <a:lnTo>
                    <a:pt x="290498" y="294248"/>
                  </a:lnTo>
                  <a:lnTo>
                    <a:pt x="283011" y="276952"/>
                  </a:lnTo>
                  <a:lnTo>
                    <a:pt x="283274" y="274387"/>
                  </a:lnTo>
                  <a:lnTo>
                    <a:pt x="283836" y="272580"/>
                  </a:lnTo>
                  <a:lnTo>
                    <a:pt x="283649" y="272231"/>
                  </a:lnTo>
                  <a:lnTo>
                    <a:pt x="284384" y="271432"/>
                  </a:lnTo>
                  <a:lnTo>
                    <a:pt x="284780" y="270311"/>
                  </a:lnTo>
                  <a:lnTo>
                    <a:pt x="284555" y="269548"/>
                  </a:lnTo>
                  <a:lnTo>
                    <a:pt x="284735" y="268334"/>
                  </a:lnTo>
                  <a:lnTo>
                    <a:pt x="284901" y="268051"/>
                  </a:lnTo>
                  <a:lnTo>
                    <a:pt x="286294" y="267342"/>
                  </a:lnTo>
                  <a:lnTo>
                    <a:pt x="286206" y="266816"/>
                  </a:lnTo>
                  <a:lnTo>
                    <a:pt x="286545" y="265919"/>
                  </a:lnTo>
                  <a:lnTo>
                    <a:pt x="288571" y="263295"/>
                  </a:lnTo>
                  <a:lnTo>
                    <a:pt x="289040" y="263009"/>
                  </a:lnTo>
                  <a:lnTo>
                    <a:pt x="288707" y="262899"/>
                  </a:lnTo>
                  <a:lnTo>
                    <a:pt x="288814" y="262743"/>
                  </a:lnTo>
                  <a:lnTo>
                    <a:pt x="288401" y="262299"/>
                  </a:lnTo>
                  <a:lnTo>
                    <a:pt x="287717" y="261969"/>
                  </a:lnTo>
                  <a:lnTo>
                    <a:pt x="287682" y="261593"/>
                  </a:lnTo>
                  <a:lnTo>
                    <a:pt x="286488" y="260890"/>
                  </a:lnTo>
                  <a:lnTo>
                    <a:pt x="285700" y="259569"/>
                  </a:lnTo>
                  <a:lnTo>
                    <a:pt x="285984" y="258461"/>
                  </a:lnTo>
                  <a:lnTo>
                    <a:pt x="287580" y="257635"/>
                  </a:lnTo>
                  <a:lnTo>
                    <a:pt x="288466" y="256854"/>
                  </a:lnTo>
                  <a:lnTo>
                    <a:pt x="289254" y="256579"/>
                  </a:lnTo>
                  <a:lnTo>
                    <a:pt x="290011" y="255627"/>
                  </a:lnTo>
                  <a:lnTo>
                    <a:pt x="290586" y="255419"/>
                  </a:lnTo>
                  <a:lnTo>
                    <a:pt x="291773" y="253504"/>
                  </a:lnTo>
                  <a:lnTo>
                    <a:pt x="292886" y="252248"/>
                  </a:lnTo>
                  <a:lnTo>
                    <a:pt x="292198" y="250737"/>
                  </a:lnTo>
                  <a:lnTo>
                    <a:pt x="291106" y="249640"/>
                  </a:lnTo>
                  <a:lnTo>
                    <a:pt x="291254" y="248855"/>
                  </a:lnTo>
                  <a:lnTo>
                    <a:pt x="291033" y="248522"/>
                  </a:lnTo>
                  <a:lnTo>
                    <a:pt x="290984" y="247599"/>
                  </a:lnTo>
                  <a:lnTo>
                    <a:pt x="291609" y="246604"/>
                  </a:lnTo>
                  <a:lnTo>
                    <a:pt x="291660" y="245596"/>
                  </a:lnTo>
                  <a:lnTo>
                    <a:pt x="292257" y="245153"/>
                  </a:lnTo>
                  <a:lnTo>
                    <a:pt x="293072" y="243915"/>
                  </a:lnTo>
                  <a:lnTo>
                    <a:pt x="293108" y="242997"/>
                  </a:lnTo>
                  <a:lnTo>
                    <a:pt x="294384" y="241666"/>
                  </a:lnTo>
                  <a:lnTo>
                    <a:pt x="303037" y="240128"/>
                  </a:lnTo>
                  <a:lnTo>
                    <a:pt x="309594" y="235477"/>
                  </a:lnTo>
                  <a:lnTo>
                    <a:pt x="310968" y="234775"/>
                  </a:lnTo>
                  <a:lnTo>
                    <a:pt x="312224" y="234578"/>
                  </a:lnTo>
                  <a:lnTo>
                    <a:pt x="312807" y="233899"/>
                  </a:lnTo>
                  <a:lnTo>
                    <a:pt x="313031" y="233952"/>
                  </a:lnTo>
                  <a:lnTo>
                    <a:pt x="313723" y="233366"/>
                  </a:lnTo>
                  <a:lnTo>
                    <a:pt x="313383" y="231625"/>
                  </a:lnTo>
                  <a:lnTo>
                    <a:pt x="313970" y="231011"/>
                  </a:lnTo>
                  <a:lnTo>
                    <a:pt x="313818" y="229598"/>
                  </a:lnTo>
                  <a:lnTo>
                    <a:pt x="314526" y="228953"/>
                  </a:lnTo>
                  <a:lnTo>
                    <a:pt x="314532" y="228216"/>
                  </a:lnTo>
                  <a:lnTo>
                    <a:pt x="313910" y="226559"/>
                  </a:lnTo>
                  <a:lnTo>
                    <a:pt x="315214" y="225333"/>
                  </a:lnTo>
                  <a:lnTo>
                    <a:pt x="315440" y="223986"/>
                  </a:lnTo>
                  <a:lnTo>
                    <a:pt x="316441" y="221917"/>
                  </a:lnTo>
                  <a:lnTo>
                    <a:pt x="316383" y="220956"/>
                  </a:lnTo>
                  <a:lnTo>
                    <a:pt x="316697" y="220186"/>
                  </a:lnTo>
                  <a:lnTo>
                    <a:pt x="317041" y="220025"/>
                  </a:lnTo>
                  <a:lnTo>
                    <a:pt x="317491" y="219326"/>
                  </a:lnTo>
                  <a:lnTo>
                    <a:pt x="318831" y="219005"/>
                  </a:lnTo>
                  <a:lnTo>
                    <a:pt x="321424" y="217896"/>
                  </a:lnTo>
                  <a:lnTo>
                    <a:pt x="321528" y="217614"/>
                  </a:lnTo>
                  <a:lnTo>
                    <a:pt x="322373" y="217591"/>
                  </a:lnTo>
                  <a:lnTo>
                    <a:pt x="322568" y="217264"/>
                  </a:lnTo>
                  <a:lnTo>
                    <a:pt x="323274" y="217185"/>
                  </a:lnTo>
                  <a:lnTo>
                    <a:pt x="325024" y="215602"/>
                  </a:lnTo>
                  <a:lnTo>
                    <a:pt x="328490" y="214754"/>
                  </a:lnTo>
                  <a:lnTo>
                    <a:pt x="330240" y="213933"/>
                  </a:lnTo>
                  <a:lnTo>
                    <a:pt x="331699" y="213876"/>
                  </a:lnTo>
                  <a:lnTo>
                    <a:pt x="332445" y="214111"/>
                  </a:lnTo>
                  <a:lnTo>
                    <a:pt x="332519" y="214593"/>
                  </a:lnTo>
                  <a:lnTo>
                    <a:pt x="334871" y="214673"/>
                  </a:lnTo>
                  <a:lnTo>
                    <a:pt x="335169" y="214496"/>
                  </a:lnTo>
                  <a:lnTo>
                    <a:pt x="335216" y="213960"/>
                  </a:lnTo>
                  <a:lnTo>
                    <a:pt x="335738" y="213513"/>
                  </a:lnTo>
                  <a:lnTo>
                    <a:pt x="335683" y="211888"/>
                  </a:lnTo>
                  <a:lnTo>
                    <a:pt x="335272" y="210877"/>
                  </a:lnTo>
                  <a:lnTo>
                    <a:pt x="334976" y="210680"/>
                  </a:lnTo>
                  <a:lnTo>
                    <a:pt x="335158" y="210478"/>
                  </a:lnTo>
                  <a:lnTo>
                    <a:pt x="334801" y="209463"/>
                  </a:lnTo>
                  <a:lnTo>
                    <a:pt x="334487" y="208962"/>
                  </a:lnTo>
                  <a:lnTo>
                    <a:pt x="334198" y="208889"/>
                  </a:lnTo>
                  <a:lnTo>
                    <a:pt x="334282" y="208724"/>
                  </a:lnTo>
                  <a:lnTo>
                    <a:pt x="333869" y="208712"/>
                  </a:lnTo>
                  <a:lnTo>
                    <a:pt x="334134" y="208065"/>
                  </a:lnTo>
                  <a:lnTo>
                    <a:pt x="333879" y="207263"/>
                  </a:lnTo>
                  <a:lnTo>
                    <a:pt x="333390" y="206941"/>
                  </a:lnTo>
                  <a:lnTo>
                    <a:pt x="333051" y="206279"/>
                  </a:lnTo>
                  <a:lnTo>
                    <a:pt x="333329" y="204666"/>
                  </a:lnTo>
                  <a:lnTo>
                    <a:pt x="332927" y="203887"/>
                  </a:lnTo>
                  <a:lnTo>
                    <a:pt x="332021" y="199770"/>
                  </a:lnTo>
                  <a:lnTo>
                    <a:pt x="332192" y="199189"/>
                  </a:lnTo>
                  <a:lnTo>
                    <a:pt x="332931" y="198309"/>
                  </a:lnTo>
                  <a:lnTo>
                    <a:pt x="332882" y="197731"/>
                  </a:lnTo>
                  <a:lnTo>
                    <a:pt x="333390" y="196168"/>
                  </a:lnTo>
                  <a:lnTo>
                    <a:pt x="331928" y="195126"/>
                  </a:lnTo>
                  <a:lnTo>
                    <a:pt x="331258" y="194045"/>
                  </a:lnTo>
                  <a:lnTo>
                    <a:pt x="330373" y="193391"/>
                  </a:lnTo>
                  <a:lnTo>
                    <a:pt x="329980" y="191359"/>
                  </a:lnTo>
                  <a:lnTo>
                    <a:pt x="330660" y="187645"/>
                  </a:lnTo>
                  <a:lnTo>
                    <a:pt x="330546" y="187407"/>
                  </a:lnTo>
                  <a:lnTo>
                    <a:pt x="329548" y="186833"/>
                  </a:lnTo>
                  <a:lnTo>
                    <a:pt x="328432" y="184997"/>
                  </a:lnTo>
                  <a:lnTo>
                    <a:pt x="327344" y="184095"/>
                  </a:lnTo>
                  <a:lnTo>
                    <a:pt x="326688" y="182249"/>
                  </a:lnTo>
                  <a:lnTo>
                    <a:pt x="326983" y="181384"/>
                  </a:lnTo>
                  <a:lnTo>
                    <a:pt x="326140" y="180226"/>
                  </a:lnTo>
                  <a:lnTo>
                    <a:pt x="326086" y="178922"/>
                  </a:lnTo>
                  <a:lnTo>
                    <a:pt x="327295" y="177745"/>
                  </a:lnTo>
                  <a:lnTo>
                    <a:pt x="327478" y="176060"/>
                  </a:lnTo>
                  <a:lnTo>
                    <a:pt x="327919" y="175353"/>
                  </a:lnTo>
                  <a:lnTo>
                    <a:pt x="328100" y="174514"/>
                  </a:lnTo>
                  <a:lnTo>
                    <a:pt x="328189" y="172877"/>
                  </a:lnTo>
                  <a:lnTo>
                    <a:pt x="328932" y="171700"/>
                  </a:lnTo>
                  <a:lnTo>
                    <a:pt x="329022" y="171017"/>
                  </a:lnTo>
                  <a:lnTo>
                    <a:pt x="328866" y="170455"/>
                  </a:lnTo>
                  <a:lnTo>
                    <a:pt x="328127" y="169533"/>
                  </a:lnTo>
                  <a:lnTo>
                    <a:pt x="328475" y="168673"/>
                  </a:lnTo>
                  <a:lnTo>
                    <a:pt x="328441" y="167644"/>
                  </a:lnTo>
                  <a:lnTo>
                    <a:pt x="327944" y="166892"/>
                  </a:lnTo>
                  <a:lnTo>
                    <a:pt x="327541" y="165122"/>
                  </a:lnTo>
                  <a:lnTo>
                    <a:pt x="326309" y="162986"/>
                  </a:lnTo>
                  <a:lnTo>
                    <a:pt x="326788" y="161887"/>
                  </a:lnTo>
                  <a:lnTo>
                    <a:pt x="327506" y="161366"/>
                  </a:lnTo>
                  <a:lnTo>
                    <a:pt x="327269" y="160548"/>
                  </a:lnTo>
                  <a:lnTo>
                    <a:pt x="328699" y="158757"/>
                  </a:lnTo>
                  <a:lnTo>
                    <a:pt x="329082" y="157659"/>
                  </a:lnTo>
                  <a:lnTo>
                    <a:pt x="330911" y="156082"/>
                  </a:lnTo>
                  <a:lnTo>
                    <a:pt x="331498" y="155257"/>
                  </a:lnTo>
                  <a:lnTo>
                    <a:pt x="330546" y="153613"/>
                  </a:lnTo>
                  <a:lnTo>
                    <a:pt x="330276" y="153527"/>
                  </a:lnTo>
                  <a:lnTo>
                    <a:pt x="330275" y="152699"/>
                  </a:lnTo>
                  <a:lnTo>
                    <a:pt x="329888" y="151986"/>
                  </a:lnTo>
                  <a:lnTo>
                    <a:pt x="329136" y="151406"/>
                  </a:lnTo>
                  <a:lnTo>
                    <a:pt x="329433" y="150987"/>
                  </a:lnTo>
                  <a:lnTo>
                    <a:pt x="329037" y="149119"/>
                  </a:lnTo>
                  <a:lnTo>
                    <a:pt x="328697" y="148855"/>
                  </a:lnTo>
                  <a:lnTo>
                    <a:pt x="328160" y="147627"/>
                  </a:lnTo>
                  <a:lnTo>
                    <a:pt x="328475" y="146396"/>
                  </a:lnTo>
                  <a:lnTo>
                    <a:pt x="328331" y="144875"/>
                  </a:lnTo>
                  <a:lnTo>
                    <a:pt x="328944" y="143910"/>
                  </a:lnTo>
                  <a:lnTo>
                    <a:pt x="329020" y="143380"/>
                  </a:lnTo>
                  <a:lnTo>
                    <a:pt x="329556" y="142904"/>
                  </a:lnTo>
                  <a:lnTo>
                    <a:pt x="329810" y="141963"/>
                  </a:lnTo>
                  <a:lnTo>
                    <a:pt x="328726" y="141343"/>
                  </a:lnTo>
                  <a:lnTo>
                    <a:pt x="328131" y="140430"/>
                  </a:lnTo>
                  <a:lnTo>
                    <a:pt x="328254" y="139659"/>
                  </a:lnTo>
                  <a:lnTo>
                    <a:pt x="327745" y="138872"/>
                  </a:lnTo>
                  <a:lnTo>
                    <a:pt x="327332" y="139128"/>
                  </a:lnTo>
                  <a:lnTo>
                    <a:pt x="326988" y="138318"/>
                  </a:lnTo>
                  <a:lnTo>
                    <a:pt x="326264" y="137946"/>
                  </a:lnTo>
                  <a:lnTo>
                    <a:pt x="325384" y="136597"/>
                  </a:lnTo>
                  <a:lnTo>
                    <a:pt x="325169" y="134675"/>
                  </a:lnTo>
                  <a:lnTo>
                    <a:pt x="325730" y="133166"/>
                  </a:lnTo>
                  <a:lnTo>
                    <a:pt x="325605" y="132861"/>
                  </a:lnTo>
                  <a:lnTo>
                    <a:pt x="324621" y="132785"/>
                  </a:lnTo>
                  <a:lnTo>
                    <a:pt x="323048" y="133261"/>
                  </a:lnTo>
                  <a:lnTo>
                    <a:pt x="320619" y="132801"/>
                  </a:lnTo>
                  <a:lnTo>
                    <a:pt x="318888" y="132881"/>
                  </a:lnTo>
                  <a:lnTo>
                    <a:pt x="317506" y="132024"/>
                  </a:lnTo>
                  <a:lnTo>
                    <a:pt x="316425" y="130584"/>
                  </a:lnTo>
                  <a:lnTo>
                    <a:pt x="315331" y="130004"/>
                  </a:lnTo>
                  <a:lnTo>
                    <a:pt x="314948" y="128961"/>
                  </a:lnTo>
                  <a:lnTo>
                    <a:pt x="314422" y="128639"/>
                  </a:lnTo>
                  <a:lnTo>
                    <a:pt x="313869" y="128660"/>
                  </a:lnTo>
                  <a:lnTo>
                    <a:pt x="313893" y="128390"/>
                  </a:lnTo>
                  <a:lnTo>
                    <a:pt x="312571" y="127554"/>
                  </a:lnTo>
                  <a:lnTo>
                    <a:pt x="311515" y="127824"/>
                  </a:lnTo>
                  <a:lnTo>
                    <a:pt x="310448" y="128646"/>
                  </a:lnTo>
                  <a:lnTo>
                    <a:pt x="309704" y="128750"/>
                  </a:lnTo>
                  <a:lnTo>
                    <a:pt x="308204" y="129580"/>
                  </a:lnTo>
                  <a:lnTo>
                    <a:pt x="306317" y="130030"/>
                  </a:lnTo>
                  <a:lnTo>
                    <a:pt x="305120" y="130152"/>
                  </a:lnTo>
                  <a:lnTo>
                    <a:pt x="304574" y="129584"/>
                  </a:lnTo>
                  <a:lnTo>
                    <a:pt x="302847" y="128904"/>
                  </a:lnTo>
                  <a:lnTo>
                    <a:pt x="302212" y="127157"/>
                  </a:lnTo>
                  <a:lnTo>
                    <a:pt x="301739" y="126552"/>
                  </a:lnTo>
                  <a:lnTo>
                    <a:pt x="300569" y="125900"/>
                  </a:lnTo>
                  <a:lnTo>
                    <a:pt x="300766" y="124119"/>
                  </a:lnTo>
                  <a:lnTo>
                    <a:pt x="300984" y="123876"/>
                  </a:lnTo>
                  <a:lnTo>
                    <a:pt x="300653" y="121311"/>
                  </a:lnTo>
                  <a:lnTo>
                    <a:pt x="300208" y="120465"/>
                  </a:lnTo>
                  <a:lnTo>
                    <a:pt x="298656" y="119867"/>
                  </a:lnTo>
                  <a:lnTo>
                    <a:pt x="298048" y="119122"/>
                  </a:lnTo>
                  <a:lnTo>
                    <a:pt x="297775" y="118385"/>
                  </a:lnTo>
                  <a:lnTo>
                    <a:pt x="298054" y="117597"/>
                  </a:lnTo>
                  <a:lnTo>
                    <a:pt x="296195" y="111703"/>
                  </a:lnTo>
                  <a:lnTo>
                    <a:pt x="291940" y="98199"/>
                  </a:lnTo>
                  <a:lnTo>
                    <a:pt x="293582" y="96786"/>
                  </a:lnTo>
                  <a:lnTo>
                    <a:pt x="294178" y="95785"/>
                  </a:lnTo>
                  <a:lnTo>
                    <a:pt x="295999" y="94339"/>
                  </a:lnTo>
                  <a:lnTo>
                    <a:pt x="296797" y="92622"/>
                  </a:lnTo>
                  <a:lnTo>
                    <a:pt x="296644" y="92305"/>
                  </a:lnTo>
                  <a:lnTo>
                    <a:pt x="296868" y="91593"/>
                  </a:lnTo>
                  <a:lnTo>
                    <a:pt x="297256" y="91201"/>
                  </a:lnTo>
                  <a:lnTo>
                    <a:pt x="296876" y="90326"/>
                  </a:lnTo>
                  <a:lnTo>
                    <a:pt x="297232" y="90143"/>
                  </a:lnTo>
                  <a:lnTo>
                    <a:pt x="297427" y="89219"/>
                  </a:lnTo>
                  <a:lnTo>
                    <a:pt x="297725" y="89022"/>
                  </a:lnTo>
                  <a:lnTo>
                    <a:pt x="298202" y="87930"/>
                  </a:lnTo>
                  <a:lnTo>
                    <a:pt x="299503" y="86908"/>
                  </a:lnTo>
                  <a:lnTo>
                    <a:pt x="300618" y="85147"/>
                  </a:lnTo>
                  <a:lnTo>
                    <a:pt x="302440" y="83120"/>
                  </a:lnTo>
                  <a:lnTo>
                    <a:pt x="304492" y="74790"/>
                  </a:lnTo>
                  <a:lnTo>
                    <a:pt x="301088" y="67139"/>
                  </a:lnTo>
                  <a:lnTo>
                    <a:pt x="305680" y="55608"/>
                  </a:lnTo>
                  <a:lnTo>
                    <a:pt x="319875" y="16551"/>
                  </a:lnTo>
                  <a:lnTo>
                    <a:pt x="326201" y="21830"/>
                  </a:lnTo>
                  <a:lnTo>
                    <a:pt x="338838" y="24701"/>
                  </a:lnTo>
                  <a:lnTo>
                    <a:pt x="356017" y="42345"/>
                  </a:lnTo>
                  <a:lnTo>
                    <a:pt x="365461" y="44758"/>
                  </a:lnTo>
                  <a:lnTo>
                    <a:pt x="393997" y="52052"/>
                  </a:lnTo>
                  <a:lnTo>
                    <a:pt x="406973" y="50230"/>
                  </a:lnTo>
                  <a:lnTo>
                    <a:pt x="429668" y="50051"/>
                  </a:lnTo>
                  <a:lnTo>
                    <a:pt x="429924" y="49887"/>
                  </a:lnTo>
                  <a:lnTo>
                    <a:pt x="430567" y="50067"/>
                  </a:lnTo>
                  <a:lnTo>
                    <a:pt x="431046" y="49945"/>
                  </a:lnTo>
                  <a:lnTo>
                    <a:pt x="431418" y="50956"/>
                  </a:lnTo>
                  <a:lnTo>
                    <a:pt x="432097" y="51229"/>
                  </a:lnTo>
                  <a:lnTo>
                    <a:pt x="432050" y="51705"/>
                  </a:lnTo>
                  <a:lnTo>
                    <a:pt x="433105" y="51530"/>
                  </a:lnTo>
                  <a:lnTo>
                    <a:pt x="434890" y="51625"/>
                  </a:lnTo>
                  <a:lnTo>
                    <a:pt x="435198" y="51706"/>
                  </a:lnTo>
                  <a:lnTo>
                    <a:pt x="435225" y="52117"/>
                  </a:lnTo>
                  <a:lnTo>
                    <a:pt x="435413" y="54435"/>
                  </a:lnTo>
                  <a:lnTo>
                    <a:pt x="436325" y="55234"/>
                  </a:lnTo>
                  <a:lnTo>
                    <a:pt x="437376" y="55665"/>
                  </a:lnTo>
                  <a:lnTo>
                    <a:pt x="439648" y="55652"/>
                  </a:lnTo>
                  <a:lnTo>
                    <a:pt x="440674" y="56100"/>
                  </a:lnTo>
                  <a:lnTo>
                    <a:pt x="442138" y="55846"/>
                  </a:lnTo>
                  <a:lnTo>
                    <a:pt x="442568" y="56366"/>
                  </a:lnTo>
                  <a:lnTo>
                    <a:pt x="443436" y="55916"/>
                  </a:lnTo>
                  <a:lnTo>
                    <a:pt x="443828" y="56151"/>
                  </a:lnTo>
                  <a:lnTo>
                    <a:pt x="443954" y="56540"/>
                  </a:lnTo>
                  <a:lnTo>
                    <a:pt x="444507" y="56226"/>
                  </a:lnTo>
                  <a:lnTo>
                    <a:pt x="446008" y="56166"/>
                  </a:lnTo>
                  <a:lnTo>
                    <a:pt x="446415" y="55762"/>
                  </a:lnTo>
                  <a:lnTo>
                    <a:pt x="449121" y="50669"/>
                  </a:lnTo>
                  <a:lnTo>
                    <a:pt x="450284" y="47572"/>
                  </a:lnTo>
                  <a:lnTo>
                    <a:pt x="451051" y="46330"/>
                  </a:lnTo>
                  <a:lnTo>
                    <a:pt x="452429" y="42543"/>
                  </a:lnTo>
                  <a:lnTo>
                    <a:pt x="453551" y="41026"/>
                  </a:lnTo>
                  <a:lnTo>
                    <a:pt x="456268" y="33945"/>
                  </a:lnTo>
                  <a:lnTo>
                    <a:pt x="456973" y="30431"/>
                  </a:lnTo>
                  <a:lnTo>
                    <a:pt x="456125" y="29870"/>
                  </a:lnTo>
                  <a:lnTo>
                    <a:pt x="456029" y="29473"/>
                  </a:lnTo>
                  <a:lnTo>
                    <a:pt x="455288" y="28875"/>
                  </a:lnTo>
                  <a:lnTo>
                    <a:pt x="455116" y="27961"/>
                  </a:lnTo>
                  <a:lnTo>
                    <a:pt x="454512" y="27358"/>
                  </a:lnTo>
                  <a:lnTo>
                    <a:pt x="453898" y="25463"/>
                  </a:lnTo>
                  <a:lnTo>
                    <a:pt x="454093" y="24766"/>
                  </a:lnTo>
                  <a:lnTo>
                    <a:pt x="454500" y="24366"/>
                  </a:lnTo>
                  <a:lnTo>
                    <a:pt x="454462" y="23169"/>
                  </a:lnTo>
                  <a:lnTo>
                    <a:pt x="455113" y="21684"/>
                  </a:lnTo>
                  <a:lnTo>
                    <a:pt x="455600" y="21392"/>
                  </a:lnTo>
                  <a:lnTo>
                    <a:pt x="456798" y="21494"/>
                  </a:lnTo>
                  <a:lnTo>
                    <a:pt x="457320" y="20819"/>
                  </a:lnTo>
                  <a:lnTo>
                    <a:pt x="457710" y="19576"/>
                  </a:lnTo>
                  <a:lnTo>
                    <a:pt x="459506" y="18837"/>
                  </a:lnTo>
                  <a:lnTo>
                    <a:pt x="460764" y="17656"/>
                  </a:lnTo>
                  <a:lnTo>
                    <a:pt x="462785" y="17098"/>
                  </a:lnTo>
                  <a:lnTo>
                    <a:pt x="463297" y="16621"/>
                  </a:lnTo>
                  <a:lnTo>
                    <a:pt x="464396" y="16252"/>
                  </a:lnTo>
                  <a:lnTo>
                    <a:pt x="465534" y="15463"/>
                  </a:lnTo>
                  <a:lnTo>
                    <a:pt x="469429" y="9542"/>
                  </a:lnTo>
                  <a:lnTo>
                    <a:pt x="472381" y="7590"/>
                  </a:lnTo>
                  <a:lnTo>
                    <a:pt x="472386" y="4096"/>
                  </a:lnTo>
                  <a:lnTo>
                    <a:pt x="473200" y="2397"/>
                  </a:lnTo>
                  <a:lnTo>
                    <a:pt x="474841" y="0"/>
                  </a:lnTo>
                  <a:lnTo>
                    <a:pt x="477158" y="2030"/>
                  </a:lnTo>
                  <a:lnTo>
                    <a:pt x="477475" y="2541"/>
                  </a:lnTo>
                  <a:lnTo>
                    <a:pt x="477734" y="2443"/>
                  </a:lnTo>
                  <a:lnTo>
                    <a:pt x="478115" y="2702"/>
                  </a:lnTo>
                  <a:lnTo>
                    <a:pt x="478587" y="2397"/>
                  </a:lnTo>
                  <a:lnTo>
                    <a:pt x="479655" y="2363"/>
                  </a:lnTo>
                  <a:lnTo>
                    <a:pt x="480395" y="2649"/>
                  </a:lnTo>
                  <a:lnTo>
                    <a:pt x="481996" y="4189"/>
                  </a:lnTo>
                  <a:lnTo>
                    <a:pt x="482526" y="5128"/>
                  </a:lnTo>
                  <a:lnTo>
                    <a:pt x="483010" y="5059"/>
                  </a:lnTo>
                  <a:lnTo>
                    <a:pt x="483772" y="5327"/>
                  </a:lnTo>
                  <a:lnTo>
                    <a:pt x="484303" y="5882"/>
                  </a:lnTo>
                  <a:lnTo>
                    <a:pt x="485645" y="6641"/>
                  </a:lnTo>
                  <a:lnTo>
                    <a:pt x="487882" y="6593"/>
                  </a:lnTo>
                  <a:lnTo>
                    <a:pt x="489429" y="7235"/>
                  </a:lnTo>
                  <a:lnTo>
                    <a:pt x="491105" y="7380"/>
                  </a:lnTo>
                  <a:lnTo>
                    <a:pt x="492173" y="6532"/>
                  </a:lnTo>
                  <a:lnTo>
                    <a:pt x="492562" y="5515"/>
                  </a:lnTo>
                  <a:lnTo>
                    <a:pt x="496388" y="5213"/>
                  </a:lnTo>
                  <a:lnTo>
                    <a:pt x="497355" y="5351"/>
                  </a:lnTo>
                  <a:lnTo>
                    <a:pt x="500769" y="7572"/>
                  </a:lnTo>
                  <a:lnTo>
                    <a:pt x="501671" y="9056"/>
                  </a:lnTo>
                  <a:lnTo>
                    <a:pt x="502795" y="9617"/>
                  </a:lnTo>
                  <a:lnTo>
                    <a:pt x="504692" y="11828"/>
                  </a:lnTo>
                  <a:lnTo>
                    <a:pt x="504415" y="14420"/>
                  </a:lnTo>
                  <a:lnTo>
                    <a:pt x="504590" y="14913"/>
                  </a:lnTo>
                  <a:lnTo>
                    <a:pt x="505170" y="15245"/>
                  </a:lnTo>
                  <a:lnTo>
                    <a:pt x="506211" y="15233"/>
                  </a:lnTo>
                  <a:lnTo>
                    <a:pt x="513783" y="18363"/>
                  </a:lnTo>
                  <a:lnTo>
                    <a:pt x="515433" y="18642"/>
                  </a:lnTo>
                  <a:lnTo>
                    <a:pt x="516421" y="18324"/>
                  </a:lnTo>
                  <a:lnTo>
                    <a:pt x="521464" y="18042"/>
                  </a:lnTo>
                  <a:lnTo>
                    <a:pt x="524962" y="18739"/>
                  </a:lnTo>
                  <a:lnTo>
                    <a:pt x="532203" y="19485"/>
                  </a:lnTo>
                  <a:lnTo>
                    <a:pt x="534382" y="18954"/>
                  </a:lnTo>
                  <a:lnTo>
                    <a:pt x="536975" y="18678"/>
                  </a:lnTo>
                  <a:lnTo>
                    <a:pt x="539160" y="19434"/>
                  </a:lnTo>
                  <a:lnTo>
                    <a:pt x="539845" y="19373"/>
                  </a:lnTo>
                  <a:lnTo>
                    <a:pt x="541336" y="18753"/>
                  </a:lnTo>
                  <a:lnTo>
                    <a:pt x="541955" y="19176"/>
                  </a:lnTo>
                  <a:lnTo>
                    <a:pt x="545469" y="20482"/>
                  </a:lnTo>
                  <a:lnTo>
                    <a:pt x="547328" y="19630"/>
                  </a:lnTo>
                  <a:lnTo>
                    <a:pt x="552538" y="20061"/>
                  </a:lnTo>
                  <a:lnTo>
                    <a:pt x="558699" y="19979"/>
                  </a:lnTo>
                  <a:lnTo>
                    <a:pt x="559173" y="20362"/>
                  </a:lnTo>
                  <a:lnTo>
                    <a:pt x="560093" y="24418"/>
                  </a:lnTo>
                  <a:lnTo>
                    <a:pt x="561164" y="24413"/>
                  </a:lnTo>
                  <a:lnTo>
                    <a:pt x="563786" y="23831"/>
                  </a:lnTo>
                  <a:lnTo>
                    <a:pt x="566063" y="23956"/>
                  </a:lnTo>
                  <a:lnTo>
                    <a:pt x="568491" y="22827"/>
                  </a:lnTo>
                  <a:lnTo>
                    <a:pt x="574187" y="20865"/>
                  </a:lnTo>
                  <a:lnTo>
                    <a:pt x="575143" y="23400"/>
                  </a:lnTo>
                  <a:lnTo>
                    <a:pt x="575555" y="25310"/>
                  </a:lnTo>
                  <a:lnTo>
                    <a:pt x="573182" y="26254"/>
                  </a:lnTo>
                  <a:lnTo>
                    <a:pt x="574435" y="32349"/>
                  </a:lnTo>
                  <a:lnTo>
                    <a:pt x="576700" y="39422"/>
                  </a:lnTo>
                  <a:lnTo>
                    <a:pt x="577304" y="43212"/>
                  </a:lnTo>
                  <a:lnTo>
                    <a:pt x="579700" y="43857"/>
                  </a:lnTo>
                  <a:lnTo>
                    <a:pt x="581761" y="45117"/>
                  </a:lnTo>
                  <a:lnTo>
                    <a:pt x="583233" y="45331"/>
                  </a:lnTo>
                  <a:lnTo>
                    <a:pt x="588402" y="44731"/>
                  </a:lnTo>
                  <a:lnTo>
                    <a:pt x="592698" y="45424"/>
                  </a:lnTo>
                  <a:lnTo>
                    <a:pt x="594735" y="46428"/>
                  </a:lnTo>
                  <a:lnTo>
                    <a:pt x="595250" y="46908"/>
                  </a:lnTo>
                  <a:lnTo>
                    <a:pt x="596869" y="49457"/>
                  </a:lnTo>
                  <a:lnTo>
                    <a:pt x="599632" y="50677"/>
                  </a:lnTo>
                  <a:lnTo>
                    <a:pt x="600100" y="51845"/>
                  </a:lnTo>
                  <a:lnTo>
                    <a:pt x="602330" y="54148"/>
                  </a:lnTo>
                  <a:lnTo>
                    <a:pt x="602508" y="54621"/>
                  </a:lnTo>
                  <a:lnTo>
                    <a:pt x="603362" y="54502"/>
                  </a:lnTo>
                  <a:lnTo>
                    <a:pt x="608837" y="55648"/>
                  </a:lnTo>
                  <a:lnTo>
                    <a:pt x="610648" y="55303"/>
                  </a:lnTo>
                  <a:lnTo>
                    <a:pt x="615357" y="53823"/>
                  </a:lnTo>
                  <a:lnTo>
                    <a:pt x="616644" y="55013"/>
                  </a:lnTo>
                  <a:lnTo>
                    <a:pt x="618573" y="54379"/>
                  </a:lnTo>
                  <a:lnTo>
                    <a:pt x="619663" y="55450"/>
                  </a:lnTo>
                  <a:lnTo>
                    <a:pt x="620298" y="55755"/>
                  </a:lnTo>
                  <a:lnTo>
                    <a:pt x="621872" y="54384"/>
                  </a:lnTo>
                  <a:lnTo>
                    <a:pt x="623404" y="54316"/>
                  </a:lnTo>
                  <a:lnTo>
                    <a:pt x="626167" y="54785"/>
                  </a:lnTo>
                  <a:lnTo>
                    <a:pt x="626779" y="54727"/>
                  </a:lnTo>
                  <a:lnTo>
                    <a:pt x="627019" y="55114"/>
                  </a:lnTo>
                  <a:lnTo>
                    <a:pt x="628381" y="55512"/>
                  </a:lnTo>
                  <a:lnTo>
                    <a:pt x="629540" y="56456"/>
                  </a:lnTo>
                  <a:lnTo>
                    <a:pt x="632261" y="56852"/>
                  </a:lnTo>
                  <a:lnTo>
                    <a:pt x="632467" y="57060"/>
                  </a:lnTo>
                  <a:lnTo>
                    <a:pt x="633200" y="56558"/>
                  </a:lnTo>
                  <a:lnTo>
                    <a:pt x="634089" y="57080"/>
                  </a:lnTo>
                  <a:lnTo>
                    <a:pt x="634985" y="57247"/>
                  </a:lnTo>
                  <a:lnTo>
                    <a:pt x="635796" y="57040"/>
                  </a:lnTo>
                  <a:lnTo>
                    <a:pt x="637531" y="57137"/>
                  </a:lnTo>
                  <a:lnTo>
                    <a:pt x="638700" y="58330"/>
                  </a:lnTo>
                  <a:lnTo>
                    <a:pt x="639401" y="58643"/>
                  </a:lnTo>
                  <a:lnTo>
                    <a:pt x="639627" y="59149"/>
                  </a:lnTo>
                  <a:lnTo>
                    <a:pt x="640572" y="59537"/>
                  </a:lnTo>
                  <a:lnTo>
                    <a:pt x="640433" y="60880"/>
                  </a:lnTo>
                  <a:lnTo>
                    <a:pt x="641463" y="60592"/>
                  </a:lnTo>
                  <a:lnTo>
                    <a:pt x="642012" y="60912"/>
                  </a:lnTo>
                  <a:lnTo>
                    <a:pt x="643297" y="60829"/>
                  </a:lnTo>
                  <a:lnTo>
                    <a:pt x="643916" y="61291"/>
                  </a:lnTo>
                  <a:lnTo>
                    <a:pt x="645462" y="61845"/>
                  </a:lnTo>
                  <a:lnTo>
                    <a:pt x="645381" y="62220"/>
                  </a:lnTo>
                  <a:lnTo>
                    <a:pt x="645599" y="62153"/>
                  </a:lnTo>
                  <a:lnTo>
                    <a:pt x="645728" y="62788"/>
                  </a:lnTo>
                  <a:lnTo>
                    <a:pt x="646247" y="63270"/>
                  </a:lnTo>
                  <a:lnTo>
                    <a:pt x="646861" y="64824"/>
                  </a:lnTo>
                  <a:lnTo>
                    <a:pt x="648095" y="65951"/>
                  </a:lnTo>
                  <a:lnTo>
                    <a:pt x="647502" y="66625"/>
                  </a:lnTo>
                  <a:lnTo>
                    <a:pt x="648273" y="66937"/>
                  </a:lnTo>
                  <a:lnTo>
                    <a:pt x="648414" y="68270"/>
                  </a:lnTo>
                  <a:lnTo>
                    <a:pt x="648906" y="68681"/>
                  </a:lnTo>
                  <a:lnTo>
                    <a:pt x="649739" y="70404"/>
                  </a:lnTo>
                  <a:lnTo>
                    <a:pt x="650976" y="71898"/>
                  </a:lnTo>
                  <a:lnTo>
                    <a:pt x="650470" y="74176"/>
                  </a:lnTo>
                  <a:lnTo>
                    <a:pt x="651498" y="77310"/>
                  </a:lnTo>
                  <a:lnTo>
                    <a:pt x="649522" y="79149"/>
                  </a:lnTo>
                  <a:lnTo>
                    <a:pt x="648788" y="80589"/>
                  </a:lnTo>
                  <a:lnTo>
                    <a:pt x="648987" y="81346"/>
                  </a:lnTo>
                  <a:lnTo>
                    <a:pt x="648860" y="82054"/>
                  </a:lnTo>
                  <a:lnTo>
                    <a:pt x="649325" y="83770"/>
                  </a:lnTo>
                  <a:lnTo>
                    <a:pt x="650303" y="85675"/>
                  </a:lnTo>
                  <a:lnTo>
                    <a:pt x="651117" y="85954"/>
                  </a:lnTo>
                  <a:lnTo>
                    <a:pt x="652155" y="86797"/>
                  </a:lnTo>
                  <a:lnTo>
                    <a:pt x="653579" y="87119"/>
                  </a:lnTo>
                  <a:lnTo>
                    <a:pt x="659649" y="92252"/>
                  </a:lnTo>
                  <a:lnTo>
                    <a:pt x="663008" y="91992"/>
                  </a:lnTo>
                  <a:lnTo>
                    <a:pt x="663704" y="92347"/>
                  </a:lnTo>
                  <a:lnTo>
                    <a:pt x="664790" y="95174"/>
                  </a:lnTo>
                  <a:lnTo>
                    <a:pt x="669991" y="91557"/>
                  </a:lnTo>
                  <a:lnTo>
                    <a:pt x="670559" y="90409"/>
                  </a:lnTo>
                  <a:lnTo>
                    <a:pt x="671095" y="90012"/>
                  </a:lnTo>
                  <a:lnTo>
                    <a:pt x="672507" y="89327"/>
                  </a:lnTo>
                  <a:lnTo>
                    <a:pt x="673428" y="89290"/>
                  </a:lnTo>
                  <a:lnTo>
                    <a:pt x="673695" y="89916"/>
                  </a:lnTo>
                  <a:lnTo>
                    <a:pt x="674311" y="90354"/>
                  </a:lnTo>
                  <a:lnTo>
                    <a:pt x="674462" y="90998"/>
                  </a:lnTo>
                  <a:lnTo>
                    <a:pt x="674811" y="91144"/>
                  </a:lnTo>
                  <a:lnTo>
                    <a:pt x="684423" y="84261"/>
                  </a:lnTo>
                  <a:lnTo>
                    <a:pt x="685839" y="85415"/>
                  </a:lnTo>
                  <a:lnTo>
                    <a:pt x="687868" y="86013"/>
                  </a:lnTo>
                  <a:lnTo>
                    <a:pt x="688412" y="85744"/>
                  </a:lnTo>
                  <a:lnTo>
                    <a:pt x="690772" y="85362"/>
                  </a:lnTo>
                  <a:lnTo>
                    <a:pt x="692466" y="86177"/>
                  </a:lnTo>
                  <a:lnTo>
                    <a:pt x="694219" y="86348"/>
                  </a:lnTo>
                  <a:lnTo>
                    <a:pt x="695211" y="86203"/>
                  </a:lnTo>
                  <a:lnTo>
                    <a:pt x="696551" y="85488"/>
                  </a:lnTo>
                  <a:lnTo>
                    <a:pt x="697725" y="86317"/>
                  </a:lnTo>
                  <a:lnTo>
                    <a:pt x="699717" y="87158"/>
                  </a:lnTo>
                  <a:lnTo>
                    <a:pt x="700831" y="87020"/>
                  </a:lnTo>
                  <a:lnTo>
                    <a:pt x="701195" y="86631"/>
                  </a:lnTo>
                  <a:lnTo>
                    <a:pt x="702878" y="86671"/>
                  </a:lnTo>
                  <a:lnTo>
                    <a:pt x="702802" y="86246"/>
                  </a:lnTo>
                  <a:lnTo>
                    <a:pt x="702349" y="85782"/>
                  </a:lnTo>
                  <a:lnTo>
                    <a:pt x="701435" y="79712"/>
                  </a:lnTo>
                  <a:lnTo>
                    <a:pt x="701758" y="78750"/>
                  </a:lnTo>
                  <a:lnTo>
                    <a:pt x="702256" y="78212"/>
                  </a:lnTo>
                  <a:lnTo>
                    <a:pt x="702301" y="77653"/>
                  </a:lnTo>
                  <a:lnTo>
                    <a:pt x="703753" y="76574"/>
                  </a:lnTo>
                  <a:lnTo>
                    <a:pt x="707170" y="77281"/>
                  </a:lnTo>
                  <a:lnTo>
                    <a:pt x="709991" y="77048"/>
                  </a:lnTo>
                  <a:lnTo>
                    <a:pt x="713259" y="75573"/>
                  </a:lnTo>
                  <a:lnTo>
                    <a:pt x="715950" y="75083"/>
                  </a:lnTo>
                  <a:lnTo>
                    <a:pt x="717065" y="74310"/>
                  </a:lnTo>
                  <a:lnTo>
                    <a:pt x="719037" y="74347"/>
                  </a:lnTo>
                  <a:lnTo>
                    <a:pt x="719905" y="73864"/>
                  </a:lnTo>
                  <a:lnTo>
                    <a:pt x="723753" y="74146"/>
                  </a:lnTo>
                  <a:lnTo>
                    <a:pt x="726698" y="74636"/>
                  </a:lnTo>
                  <a:lnTo>
                    <a:pt x="729236" y="76680"/>
                  </a:lnTo>
                  <a:lnTo>
                    <a:pt x="729584" y="77387"/>
                  </a:lnTo>
                  <a:lnTo>
                    <a:pt x="730351" y="77954"/>
                  </a:lnTo>
                  <a:lnTo>
                    <a:pt x="730991" y="79016"/>
                  </a:lnTo>
                  <a:lnTo>
                    <a:pt x="732676" y="75414"/>
                  </a:lnTo>
                  <a:lnTo>
                    <a:pt x="734164" y="74768"/>
                  </a:lnTo>
                  <a:lnTo>
                    <a:pt x="735844" y="75486"/>
                  </a:lnTo>
                  <a:lnTo>
                    <a:pt x="739974" y="72017"/>
                  </a:lnTo>
                  <a:lnTo>
                    <a:pt x="741935" y="71774"/>
                  </a:lnTo>
                  <a:lnTo>
                    <a:pt x="747033" y="66932"/>
                  </a:lnTo>
                  <a:lnTo>
                    <a:pt x="747625" y="64900"/>
                  </a:lnTo>
                  <a:lnTo>
                    <a:pt x="748632" y="64906"/>
                  </a:lnTo>
                  <a:lnTo>
                    <a:pt x="748850" y="65308"/>
                  </a:lnTo>
                  <a:lnTo>
                    <a:pt x="749800" y="65817"/>
                  </a:lnTo>
                  <a:lnTo>
                    <a:pt x="751662" y="65906"/>
                  </a:lnTo>
                  <a:lnTo>
                    <a:pt x="753275" y="65203"/>
                  </a:lnTo>
                  <a:lnTo>
                    <a:pt x="755545" y="65468"/>
                  </a:lnTo>
                  <a:lnTo>
                    <a:pt x="756788" y="66254"/>
                  </a:lnTo>
                  <a:lnTo>
                    <a:pt x="761439" y="65125"/>
                  </a:lnTo>
                  <a:lnTo>
                    <a:pt x="762036" y="63644"/>
                  </a:lnTo>
                  <a:lnTo>
                    <a:pt x="782662" y="62805"/>
                  </a:lnTo>
                  <a:lnTo>
                    <a:pt x="782754" y="62575"/>
                  </a:lnTo>
                  <a:lnTo>
                    <a:pt x="786267" y="62257"/>
                  </a:lnTo>
                  <a:lnTo>
                    <a:pt x="787235" y="61944"/>
                  </a:lnTo>
                  <a:lnTo>
                    <a:pt x="788142" y="67043"/>
                  </a:lnTo>
                  <a:lnTo>
                    <a:pt x="789514" y="71133"/>
                  </a:lnTo>
                  <a:lnTo>
                    <a:pt x="789496" y="73169"/>
                  </a:lnTo>
                  <a:lnTo>
                    <a:pt x="791118" y="75672"/>
                  </a:lnTo>
                  <a:lnTo>
                    <a:pt x="792506" y="76645"/>
                  </a:lnTo>
                  <a:lnTo>
                    <a:pt x="792626" y="77121"/>
                  </a:lnTo>
                  <a:lnTo>
                    <a:pt x="793103" y="77408"/>
                  </a:lnTo>
                  <a:lnTo>
                    <a:pt x="793178" y="78652"/>
                  </a:lnTo>
                  <a:lnTo>
                    <a:pt x="796066" y="84385"/>
                  </a:lnTo>
                  <a:lnTo>
                    <a:pt x="796162" y="85331"/>
                  </a:lnTo>
                  <a:lnTo>
                    <a:pt x="796668" y="86545"/>
                  </a:lnTo>
                  <a:lnTo>
                    <a:pt x="797237" y="86551"/>
                  </a:lnTo>
                  <a:lnTo>
                    <a:pt x="797833" y="88123"/>
                  </a:lnTo>
                  <a:lnTo>
                    <a:pt x="798267" y="88516"/>
                  </a:lnTo>
                  <a:lnTo>
                    <a:pt x="800081" y="89422"/>
                  </a:lnTo>
                  <a:lnTo>
                    <a:pt x="800562" y="89983"/>
                  </a:lnTo>
                  <a:lnTo>
                    <a:pt x="801414" y="92951"/>
                  </a:lnTo>
                  <a:lnTo>
                    <a:pt x="802460" y="93889"/>
                  </a:lnTo>
                  <a:lnTo>
                    <a:pt x="802971" y="93949"/>
                  </a:lnTo>
                  <a:lnTo>
                    <a:pt x="808090" y="92713"/>
                  </a:lnTo>
                  <a:lnTo>
                    <a:pt x="810824" y="91488"/>
                  </a:lnTo>
                  <a:lnTo>
                    <a:pt x="812330" y="91599"/>
                  </a:lnTo>
                  <a:lnTo>
                    <a:pt x="813810" y="91303"/>
                  </a:lnTo>
                  <a:lnTo>
                    <a:pt x="814187" y="91585"/>
                  </a:lnTo>
                  <a:lnTo>
                    <a:pt x="814252" y="92066"/>
                  </a:lnTo>
                  <a:lnTo>
                    <a:pt x="814822" y="92382"/>
                  </a:lnTo>
                  <a:lnTo>
                    <a:pt x="816154" y="93793"/>
                  </a:lnTo>
                  <a:lnTo>
                    <a:pt x="816286" y="94394"/>
                  </a:lnTo>
                  <a:lnTo>
                    <a:pt x="816648" y="94625"/>
                  </a:lnTo>
                  <a:lnTo>
                    <a:pt x="815148" y="97729"/>
                  </a:lnTo>
                  <a:lnTo>
                    <a:pt x="815210" y="98767"/>
                  </a:lnTo>
                  <a:lnTo>
                    <a:pt x="815829" y="100494"/>
                  </a:lnTo>
                  <a:lnTo>
                    <a:pt x="814283" y="101040"/>
                  </a:lnTo>
                  <a:lnTo>
                    <a:pt x="813277" y="101657"/>
                  </a:lnTo>
                  <a:lnTo>
                    <a:pt x="811452" y="101945"/>
                  </a:lnTo>
                  <a:lnTo>
                    <a:pt x="807170" y="103293"/>
                  </a:lnTo>
                  <a:lnTo>
                    <a:pt x="805550" y="103374"/>
                  </a:lnTo>
                  <a:lnTo>
                    <a:pt x="802141" y="104411"/>
                  </a:lnTo>
                  <a:lnTo>
                    <a:pt x="801604" y="104708"/>
                  </a:lnTo>
                  <a:lnTo>
                    <a:pt x="800496" y="106124"/>
                  </a:lnTo>
                  <a:lnTo>
                    <a:pt x="798545" y="106653"/>
                  </a:lnTo>
                  <a:lnTo>
                    <a:pt x="798144" y="106573"/>
                  </a:lnTo>
                  <a:lnTo>
                    <a:pt x="797803" y="106926"/>
                  </a:lnTo>
                  <a:lnTo>
                    <a:pt x="797416" y="106871"/>
                  </a:lnTo>
                  <a:lnTo>
                    <a:pt x="796375" y="107421"/>
                  </a:lnTo>
                  <a:lnTo>
                    <a:pt x="794888" y="107792"/>
                  </a:lnTo>
                  <a:lnTo>
                    <a:pt x="793778" y="108509"/>
                  </a:lnTo>
                  <a:lnTo>
                    <a:pt x="790042" y="108853"/>
                  </a:lnTo>
                  <a:lnTo>
                    <a:pt x="789254" y="109133"/>
                  </a:lnTo>
                  <a:lnTo>
                    <a:pt x="788357" y="108885"/>
                  </a:lnTo>
                  <a:lnTo>
                    <a:pt x="787962" y="109229"/>
                  </a:lnTo>
                  <a:lnTo>
                    <a:pt x="786318" y="109145"/>
                  </a:lnTo>
                  <a:lnTo>
                    <a:pt x="785963" y="109778"/>
                  </a:lnTo>
                  <a:lnTo>
                    <a:pt x="784609" y="110317"/>
                  </a:lnTo>
                  <a:lnTo>
                    <a:pt x="782915" y="111770"/>
                  </a:lnTo>
                  <a:lnTo>
                    <a:pt x="782367" y="112051"/>
                  </a:lnTo>
                  <a:lnTo>
                    <a:pt x="781931" y="111936"/>
                  </a:lnTo>
                  <a:lnTo>
                    <a:pt x="781035" y="112743"/>
                  </a:lnTo>
                  <a:lnTo>
                    <a:pt x="780320" y="112531"/>
                  </a:lnTo>
                  <a:lnTo>
                    <a:pt x="778642" y="113564"/>
                  </a:lnTo>
                  <a:lnTo>
                    <a:pt x="776857" y="114138"/>
                  </a:lnTo>
                  <a:lnTo>
                    <a:pt x="776663" y="114592"/>
                  </a:lnTo>
                  <a:lnTo>
                    <a:pt x="775520" y="114334"/>
                  </a:lnTo>
                  <a:lnTo>
                    <a:pt x="774837" y="114592"/>
                  </a:lnTo>
                  <a:lnTo>
                    <a:pt x="774512" y="114454"/>
                  </a:lnTo>
                  <a:lnTo>
                    <a:pt x="772377" y="115572"/>
                  </a:lnTo>
                  <a:lnTo>
                    <a:pt x="771168" y="115776"/>
                  </a:lnTo>
                  <a:lnTo>
                    <a:pt x="767229" y="119483"/>
                  </a:lnTo>
                  <a:lnTo>
                    <a:pt x="765723" y="119956"/>
                  </a:lnTo>
                  <a:lnTo>
                    <a:pt x="765651" y="120632"/>
                  </a:lnTo>
                  <a:lnTo>
                    <a:pt x="765183" y="121547"/>
                  </a:lnTo>
                  <a:lnTo>
                    <a:pt x="764781" y="121793"/>
                  </a:lnTo>
                  <a:lnTo>
                    <a:pt x="764183" y="121548"/>
                  </a:lnTo>
                  <a:lnTo>
                    <a:pt x="763818" y="121892"/>
                  </a:lnTo>
                  <a:lnTo>
                    <a:pt x="763573" y="124261"/>
                  </a:lnTo>
                  <a:lnTo>
                    <a:pt x="763836" y="125108"/>
                  </a:lnTo>
                  <a:lnTo>
                    <a:pt x="764255" y="125443"/>
                  </a:lnTo>
                  <a:lnTo>
                    <a:pt x="764296" y="126030"/>
                  </a:lnTo>
                  <a:lnTo>
                    <a:pt x="764937" y="126626"/>
                  </a:lnTo>
                  <a:lnTo>
                    <a:pt x="764916" y="128299"/>
                  </a:lnTo>
                  <a:lnTo>
                    <a:pt x="764315" y="129219"/>
                  </a:lnTo>
                  <a:lnTo>
                    <a:pt x="764594" y="129824"/>
                  </a:lnTo>
                  <a:lnTo>
                    <a:pt x="764918" y="129960"/>
                  </a:lnTo>
                  <a:lnTo>
                    <a:pt x="765116" y="131967"/>
                  </a:lnTo>
                  <a:lnTo>
                    <a:pt x="764694" y="132492"/>
                  </a:lnTo>
                  <a:lnTo>
                    <a:pt x="764679" y="133392"/>
                  </a:lnTo>
                  <a:lnTo>
                    <a:pt x="764104" y="134173"/>
                  </a:lnTo>
                  <a:lnTo>
                    <a:pt x="764288" y="134981"/>
                  </a:lnTo>
                  <a:lnTo>
                    <a:pt x="764026" y="135779"/>
                  </a:lnTo>
                  <a:lnTo>
                    <a:pt x="763210" y="137116"/>
                  </a:lnTo>
                  <a:lnTo>
                    <a:pt x="762439" y="139425"/>
                  </a:lnTo>
                  <a:lnTo>
                    <a:pt x="762596" y="140566"/>
                  </a:lnTo>
                  <a:lnTo>
                    <a:pt x="762219" y="141571"/>
                  </a:lnTo>
                  <a:lnTo>
                    <a:pt x="762446" y="142250"/>
                  </a:lnTo>
                  <a:lnTo>
                    <a:pt x="762198" y="143322"/>
                  </a:lnTo>
                  <a:lnTo>
                    <a:pt x="762378" y="143990"/>
                  </a:lnTo>
                  <a:lnTo>
                    <a:pt x="762261" y="145371"/>
                  </a:lnTo>
                  <a:lnTo>
                    <a:pt x="762769" y="145882"/>
                  </a:lnTo>
                  <a:lnTo>
                    <a:pt x="762672" y="146827"/>
                  </a:lnTo>
                  <a:lnTo>
                    <a:pt x="763546" y="148300"/>
                  </a:lnTo>
                  <a:lnTo>
                    <a:pt x="763916" y="149608"/>
                  </a:lnTo>
                  <a:lnTo>
                    <a:pt x="764200" y="149707"/>
                  </a:lnTo>
                  <a:lnTo>
                    <a:pt x="764826" y="149385"/>
                  </a:lnTo>
                  <a:lnTo>
                    <a:pt x="765588" y="149652"/>
                  </a:lnTo>
                  <a:lnTo>
                    <a:pt x="766355" y="150222"/>
                  </a:lnTo>
                  <a:lnTo>
                    <a:pt x="767041" y="151464"/>
                  </a:lnTo>
                  <a:lnTo>
                    <a:pt x="767643" y="151887"/>
                  </a:lnTo>
                  <a:lnTo>
                    <a:pt x="768298" y="152024"/>
                  </a:lnTo>
                  <a:lnTo>
                    <a:pt x="769181" y="151713"/>
                  </a:lnTo>
                  <a:lnTo>
                    <a:pt x="769848" y="151764"/>
                  </a:lnTo>
                  <a:lnTo>
                    <a:pt x="771633" y="153538"/>
                  </a:lnTo>
                  <a:lnTo>
                    <a:pt x="773515" y="153249"/>
                  </a:lnTo>
                  <a:lnTo>
                    <a:pt x="774931" y="153907"/>
                  </a:lnTo>
                  <a:lnTo>
                    <a:pt x="775968" y="153286"/>
                  </a:lnTo>
                  <a:lnTo>
                    <a:pt x="776532" y="153245"/>
                  </a:lnTo>
                  <a:lnTo>
                    <a:pt x="778278" y="153787"/>
                  </a:lnTo>
                  <a:lnTo>
                    <a:pt x="779781" y="153200"/>
                  </a:lnTo>
                  <a:lnTo>
                    <a:pt x="780335" y="152535"/>
                  </a:lnTo>
                  <a:lnTo>
                    <a:pt x="781009" y="151517"/>
                  </a:lnTo>
                  <a:lnTo>
                    <a:pt x="781915" y="151493"/>
                  </a:lnTo>
                  <a:lnTo>
                    <a:pt x="784095" y="150824"/>
                  </a:lnTo>
                  <a:lnTo>
                    <a:pt x="785469" y="151352"/>
                  </a:lnTo>
                  <a:lnTo>
                    <a:pt x="786450" y="151161"/>
                  </a:lnTo>
                  <a:lnTo>
                    <a:pt x="787848" y="149201"/>
                  </a:lnTo>
                  <a:lnTo>
                    <a:pt x="789766" y="148522"/>
                  </a:lnTo>
                  <a:lnTo>
                    <a:pt x="790493" y="147801"/>
                  </a:lnTo>
                  <a:lnTo>
                    <a:pt x="791589" y="148202"/>
                  </a:lnTo>
                  <a:lnTo>
                    <a:pt x="793546" y="148086"/>
                  </a:lnTo>
                  <a:lnTo>
                    <a:pt x="794036" y="147285"/>
                  </a:lnTo>
                  <a:lnTo>
                    <a:pt x="795111" y="147776"/>
                  </a:lnTo>
                  <a:lnTo>
                    <a:pt x="796889" y="147387"/>
                  </a:lnTo>
                  <a:lnTo>
                    <a:pt x="797897" y="146835"/>
                  </a:lnTo>
                  <a:lnTo>
                    <a:pt x="798881" y="146911"/>
                  </a:lnTo>
                  <a:lnTo>
                    <a:pt x="799981" y="145871"/>
                  </a:lnTo>
                  <a:lnTo>
                    <a:pt x="800891" y="145865"/>
                  </a:lnTo>
                  <a:lnTo>
                    <a:pt x="801728" y="145519"/>
                  </a:lnTo>
                  <a:lnTo>
                    <a:pt x="804611" y="145410"/>
                  </a:lnTo>
                  <a:lnTo>
                    <a:pt x="805790" y="144769"/>
                  </a:lnTo>
                  <a:lnTo>
                    <a:pt x="807175" y="145230"/>
                  </a:lnTo>
                  <a:lnTo>
                    <a:pt x="808241" y="145292"/>
                  </a:lnTo>
                  <a:lnTo>
                    <a:pt x="809224" y="146121"/>
                  </a:lnTo>
                  <a:lnTo>
                    <a:pt x="811197" y="146246"/>
                  </a:lnTo>
                  <a:lnTo>
                    <a:pt x="812373" y="147199"/>
                  </a:lnTo>
                  <a:lnTo>
                    <a:pt x="814701" y="147067"/>
                  </a:lnTo>
                  <a:lnTo>
                    <a:pt x="816951" y="148280"/>
                  </a:lnTo>
                  <a:lnTo>
                    <a:pt x="822242" y="150067"/>
                  </a:lnTo>
                  <a:lnTo>
                    <a:pt x="826112" y="150626"/>
                  </a:lnTo>
                  <a:lnTo>
                    <a:pt x="830146" y="149745"/>
                  </a:lnTo>
                  <a:lnTo>
                    <a:pt x="831930" y="150070"/>
                  </a:lnTo>
                  <a:lnTo>
                    <a:pt x="833706" y="151379"/>
                  </a:lnTo>
                  <a:lnTo>
                    <a:pt x="836221" y="154580"/>
                  </a:lnTo>
                  <a:lnTo>
                    <a:pt x="828647" y="162458"/>
                  </a:lnTo>
                  <a:lnTo>
                    <a:pt x="825483" y="165046"/>
                  </a:lnTo>
                  <a:lnTo>
                    <a:pt x="824667" y="167013"/>
                  </a:lnTo>
                  <a:lnTo>
                    <a:pt x="826362" y="170092"/>
                  </a:lnTo>
                  <a:lnTo>
                    <a:pt x="829180" y="173332"/>
                  </a:lnTo>
                  <a:lnTo>
                    <a:pt x="831521" y="175016"/>
                  </a:lnTo>
                  <a:lnTo>
                    <a:pt x="836548" y="182321"/>
                  </a:lnTo>
                  <a:lnTo>
                    <a:pt x="838345" y="184107"/>
                  </a:lnTo>
                  <a:lnTo>
                    <a:pt x="848697" y="192543"/>
                  </a:lnTo>
                  <a:lnTo>
                    <a:pt x="856032" y="200353"/>
                  </a:lnTo>
                  <a:lnTo>
                    <a:pt x="858570" y="205306"/>
                  </a:lnTo>
                  <a:lnTo>
                    <a:pt x="871258" y="222543"/>
                  </a:lnTo>
                  <a:lnTo>
                    <a:pt x="882387" y="235360"/>
                  </a:lnTo>
                  <a:lnTo>
                    <a:pt x="883079" y="249668"/>
                  </a:lnTo>
                  <a:lnTo>
                    <a:pt x="882567" y="250393"/>
                  </a:lnTo>
                  <a:lnTo>
                    <a:pt x="881182" y="251065"/>
                  </a:lnTo>
                  <a:lnTo>
                    <a:pt x="881225" y="251442"/>
                  </a:lnTo>
                  <a:lnTo>
                    <a:pt x="880934" y="251776"/>
                  </a:lnTo>
                  <a:lnTo>
                    <a:pt x="878436" y="253788"/>
                  </a:lnTo>
                  <a:lnTo>
                    <a:pt x="874574" y="254472"/>
                  </a:lnTo>
                  <a:lnTo>
                    <a:pt x="873461" y="254350"/>
                  </a:lnTo>
                  <a:lnTo>
                    <a:pt x="870801" y="254730"/>
                  </a:lnTo>
                  <a:lnTo>
                    <a:pt x="870274" y="254584"/>
                  </a:lnTo>
                  <a:lnTo>
                    <a:pt x="869661" y="254696"/>
                  </a:lnTo>
                  <a:lnTo>
                    <a:pt x="868937" y="255214"/>
                  </a:lnTo>
                  <a:lnTo>
                    <a:pt x="868022" y="256653"/>
                  </a:lnTo>
                  <a:lnTo>
                    <a:pt x="866746" y="261992"/>
                  </a:lnTo>
                  <a:lnTo>
                    <a:pt x="866085" y="262492"/>
                  </a:lnTo>
                  <a:lnTo>
                    <a:pt x="865549" y="263662"/>
                  </a:lnTo>
                  <a:lnTo>
                    <a:pt x="866278" y="265209"/>
                  </a:lnTo>
                  <a:lnTo>
                    <a:pt x="866950" y="268259"/>
                  </a:lnTo>
                  <a:lnTo>
                    <a:pt x="867890" y="269251"/>
                  </a:lnTo>
                  <a:lnTo>
                    <a:pt x="867093" y="272712"/>
                  </a:lnTo>
                  <a:lnTo>
                    <a:pt x="866174" y="274179"/>
                  </a:lnTo>
                  <a:lnTo>
                    <a:pt x="866451" y="275599"/>
                  </a:lnTo>
                  <a:lnTo>
                    <a:pt x="866128" y="276243"/>
                  </a:lnTo>
                  <a:lnTo>
                    <a:pt x="866532" y="276511"/>
                  </a:lnTo>
                  <a:lnTo>
                    <a:pt x="866580" y="277577"/>
                  </a:lnTo>
                  <a:lnTo>
                    <a:pt x="867245" y="278799"/>
                  </a:lnTo>
                  <a:lnTo>
                    <a:pt x="867054" y="280106"/>
                  </a:lnTo>
                  <a:lnTo>
                    <a:pt x="866589" y="280735"/>
                  </a:lnTo>
                  <a:lnTo>
                    <a:pt x="866716" y="282216"/>
                  </a:lnTo>
                  <a:lnTo>
                    <a:pt x="869853" y="284219"/>
                  </a:lnTo>
                  <a:lnTo>
                    <a:pt x="871083" y="284508"/>
                  </a:lnTo>
                  <a:lnTo>
                    <a:pt x="871938" y="285360"/>
                  </a:lnTo>
                  <a:lnTo>
                    <a:pt x="873929" y="285764"/>
                  </a:lnTo>
                  <a:lnTo>
                    <a:pt x="874220" y="286267"/>
                  </a:lnTo>
                  <a:lnTo>
                    <a:pt x="876440" y="287693"/>
                  </a:lnTo>
                  <a:lnTo>
                    <a:pt x="878341" y="287597"/>
                  </a:lnTo>
                  <a:lnTo>
                    <a:pt x="880181" y="287814"/>
                  </a:lnTo>
                  <a:lnTo>
                    <a:pt x="881123" y="288463"/>
                  </a:lnTo>
                  <a:lnTo>
                    <a:pt x="882687" y="288643"/>
                  </a:lnTo>
                  <a:lnTo>
                    <a:pt x="884456" y="289171"/>
                  </a:lnTo>
                  <a:lnTo>
                    <a:pt x="885768" y="290027"/>
                  </a:lnTo>
                  <a:lnTo>
                    <a:pt x="888039" y="289802"/>
                  </a:lnTo>
                  <a:lnTo>
                    <a:pt x="888937" y="289396"/>
                  </a:lnTo>
                  <a:lnTo>
                    <a:pt x="883445" y="297650"/>
                  </a:lnTo>
                  <a:lnTo>
                    <a:pt x="882618" y="301657"/>
                  </a:lnTo>
                  <a:lnTo>
                    <a:pt x="882901" y="302109"/>
                  </a:lnTo>
                  <a:lnTo>
                    <a:pt x="882613" y="302588"/>
                  </a:lnTo>
                  <a:lnTo>
                    <a:pt x="884679" y="303768"/>
                  </a:lnTo>
                  <a:lnTo>
                    <a:pt x="885420" y="304377"/>
                  </a:lnTo>
                  <a:lnTo>
                    <a:pt x="885516" y="304786"/>
                  </a:lnTo>
                  <a:lnTo>
                    <a:pt x="885066" y="305321"/>
                  </a:lnTo>
                  <a:lnTo>
                    <a:pt x="884630" y="306719"/>
                  </a:lnTo>
                  <a:lnTo>
                    <a:pt x="883232" y="313779"/>
                  </a:lnTo>
                  <a:lnTo>
                    <a:pt x="883558" y="316382"/>
                  </a:lnTo>
                  <a:lnTo>
                    <a:pt x="882950" y="322498"/>
                  </a:lnTo>
                  <a:lnTo>
                    <a:pt x="882782" y="327005"/>
                  </a:lnTo>
                  <a:lnTo>
                    <a:pt x="882231" y="331305"/>
                  </a:lnTo>
                  <a:lnTo>
                    <a:pt x="881672" y="332597"/>
                  </a:lnTo>
                  <a:lnTo>
                    <a:pt x="882758" y="344640"/>
                  </a:lnTo>
                  <a:lnTo>
                    <a:pt x="864841" y="336578"/>
                  </a:lnTo>
                  <a:lnTo>
                    <a:pt x="842696" y="335640"/>
                  </a:lnTo>
                  <a:lnTo>
                    <a:pt x="812887" y="331437"/>
                  </a:lnTo>
                  <a:lnTo>
                    <a:pt x="808753" y="340045"/>
                  </a:lnTo>
                  <a:lnTo>
                    <a:pt x="804160" y="351381"/>
                  </a:lnTo>
                  <a:lnTo>
                    <a:pt x="803873" y="354907"/>
                  </a:lnTo>
                  <a:lnTo>
                    <a:pt x="803225" y="356678"/>
                  </a:lnTo>
                  <a:lnTo>
                    <a:pt x="802168" y="357808"/>
                  </a:lnTo>
                  <a:lnTo>
                    <a:pt x="790533" y="356586"/>
                  </a:lnTo>
                  <a:lnTo>
                    <a:pt x="785513" y="361285"/>
                  </a:lnTo>
                  <a:lnTo>
                    <a:pt x="769058" y="374470"/>
                  </a:lnTo>
                  <a:lnTo>
                    <a:pt x="765749" y="374678"/>
                  </a:lnTo>
                  <a:lnTo>
                    <a:pt x="764702" y="375372"/>
                  </a:lnTo>
                  <a:lnTo>
                    <a:pt x="762866" y="375450"/>
                  </a:lnTo>
                  <a:lnTo>
                    <a:pt x="761181" y="377130"/>
                  </a:lnTo>
                  <a:lnTo>
                    <a:pt x="758028" y="378747"/>
                  </a:lnTo>
                  <a:lnTo>
                    <a:pt x="746955" y="379178"/>
                  </a:lnTo>
                  <a:lnTo>
                    <a:pt x="741991" y="371471"/>
                  </a:lnTo>
                  <a:lnTo>
                    <a:pt x="742380" y="364000"/>
                  </a:lnTo>
                  <a:lnTo>
                    <a:pt x="738430" y="358214"/>
                  </a:lnTo>
                  <a:lnTo>
                    <a:pt x="737877" y="357598"/>
                  </a:lnTo>
                  <a:lnTo>
                    <a:pt x="736056" y="357970"/>
                  </a:lnTo>
                  <a:lnTo>
                    <a:pt x="730974" y="354431"/>
                  </a:lnTo>
                  <a:lnTo>
                    <a:pt x="730639" y="353072"/>
                  </a:lnTo>
                  <a:lnTo>
                    <a:pt x="728794" y="351217"/>
                  </a:lnTo>
                  <a:lnTo>
                    <a:pt x="723725" y="346866"/>
                  </a:lnTo>
                  <a:lnTo>
                    <a:pt x="722721" y="345212"/>
                  </a:lnTo>
                  <a:lnTo>
                    <a:pt x="719001" y="340297"/>
                  </a:lnTo>
                  <a:lnTo>
                    <a:pt x="718373" y="339042"/>
                  </a:lnTo>
                  <a:lnTo>
                    <a:pt x="716044" y="336328"/>
                  </a:lnTo>
                  <a:lnTo>
                    <a:pt x="708285" y="329941"/>
                  </a:lnTo>
                  <a:lnTo>
                    <a:pt x="703763" y="325062"/>
                  </a:lnTo>
                  <a:lnTo>
                    <a:pt x="704045" y="323436"/>
                  </a:lnTo>
                  <a:lnTo>
                    <a:pt x="707838" y="320585"/>
                  </a:lnTo>
                  <a:lnTo>
                    <a:pt x="708594" y="319491"/>
                  </a:lnTo>
                  <a:lnTo>
                    <a:pt x="705912" y="311332"/>
                  </a:lnTo>
                  <a:lnTo>
                    <a:pt x="703638" y="300568"/>
                  </a:lnTo>
                  <a:lnTo>
                    <a:pt x="702893" y="299877"/>
                  </a:lnTo>
                  <a:lnTo>
                    <a:pt x="700241" y="300594"/>
                  </a:lnTo>
                  <a:lnTo>
                    <a:pt x="698130" y="301696"/>
                  </a:lnTo>
                  <a:lnTo>
                    <a:pt x="695170" y="302248"/>
                  </a:lnTo>
                  <a:lnTo>
                    <a:pt x="691223" y="301630"/>
                  </a:lnTo>
                  <a:lnTo>
                    <a:pt x="689670" y="300673"/>
                  </a:lnTo>
                  <a:lnTo>
                    <a:pt x="688531" y="300879"/>
                  </a:lnTo>
                  <a:lnTo>
                    <a:pt x="687711" y="300281"/>
                  </a:lnTo>
                  <a:lnTo>
                    <a:pt x="686724" y="300054"/>
                  </a:lnTo>
                  <a:lnTo>
                    <a:pt x="683313" y="301179"/>
                  </a:lnTo>
                  <a:lnTo>
                    <a:pt x="677371" y="301912"/>
                  </a:lnTo>
                  <a:lnTo>
                    <a:pt x="672538" y="303064"/>
                  </a:lnTo>
                  <a:lnTo>
                    <a:pt x="670297" y="305147"/>
                  </a:lnTo>
                  <a:lnTo>
                    <a:pt x="667571" y="306022"/>
                  </a:lnTo>
                  <a:lnTo>
                    <a:pt x="666824" y="305739"/>
                  </a:lnTo>
                  <a:lnTo>
                    <a:pt x="664282" y="305795"/>
                  </a:lnTo>
                  <a:lnTo>
                    <a:pt x="662811" y="304611"/>
                  </a:lnTo>
                  <a:lnTo>
                    <a:pt x="656179" y="306044"/>
                  </a:lnTo>
                  <a:lnTo>
                    <a:pt x="653876" y="305462"/>
                  </a:lnTo>
                  <a:lnTo>
                    <a:pt x="653386" y="304205"/>
                  </a:lnTo>
                  <a:lnTo>
                    <a:pt x="652942" y="304170"/>
                  </a:lnTo>
                  <a:lnTo>
                    <a:pt x="652762" y="304820"/>
                  </a:lnTo>
                  <a:lnTo>
                    <a:pt x="650582" y="308627"/>
                  </a:lnTo>
                  <a:lnTo>
                    <a:pt x="649884" y="310586"/>
                  </a:lnTo>
                  <a:lnTo>
                    <a:pt x="648044" y="311570"/>
                  </a:lnTo>
                  <a:lnTo>
                    <a:pt x="648548" y="315622"/>
                  </a:lnTo>
                  <a:lnTo>
                    <a:pt x="651634" y="320139"/>
                  </a:lnTo>
                  <a:lnTo>
                    <a:pt x="639103" y="326610"/>
                  </a:lnTo>
                  <a:lnTo>
                    <a:pt x="642356" y="336081"/>
                  </a:lnTo>
                  <a:lnTo>
                    <a:pt x="636157" y="339951"/>
                  </a:lnTo>
                  <a:lnTo>
                    <a:pt x="630156" y="340750"/>
                  </a:lnTo>
                  <a:lnTo>
                    <a:pt x="628725" y="340397"/>
                  </a:lnTo>
                  <a:lnTo>
                    <a:pt x="622565" y="340868"/>
                  </a:lnTo>
                  <a:lnTo>
                    <a:pt x="618842" y="338110"/>
                  </a:lnTo>
                  <a:lnTo>
                    <a:pt x="614692" y="344366"/>
                  </a:lnTo>
                  <a:lnTo>
                    <a:pt x="609511" y="342521"/>
                  </a:lnTo>
                  <a:lnTo>
                    <a:pt x="605342" y="342321"/>
                  </a:lnTo>
                  <a:lnTo>
                    <a:pt x="605584" y="340792"/>
                  </a:lnTo>
                  <a:lnTo>
                    <a:pt x="606432" y="339219"/>
                  </a:lnTo>
                  <a:lnTo>
                    <a:pt x="605994" y="338159"/>
                  </a:lnTo>
                  <a:lnTo>
                    <a:pt x="606408" y="337655"/>
                  </a:lnTo>
                  <a:lnTo>
                    <a:pt x="606035" y="337574"/>
                  </a:lnTo>
                  <a:lnTo>
                    <a:pt x="603533" y="337473"/>
                  </a:lnTo>
                  <a:lnTo>
                    <a:pt x="600821" y="338739"/>
                  </a:lnTo>
                  <a:lnTo>
                    <a:pt x="599433" y="339845"/>
                  </a:lnTo>
                  <a:lnTo>
                    <a:pt x="596717" y="341240"/>
                  </a:lnTo>
                  <a:lnTo>
                    <a:pt x="592021" y="341434"/>
                  </a:lnTo>
                  <a:lnTo>
                    <a:pt x="584336" y="339336"/>
                  </a:lnTo>
                  <a:lnTo>
                    <a:pt x="580247" y="334097"/>
                  </a:lnTo>
                  <a:lnTo>
                    <a:pt x="574453" y="337301"/>
                  </a:lnTo>
                  <a:lnTo>
                    <a:pt x="573919" y="338786"/>
                  </a:lnTo>
                  <a:lnTo>
                    <a:pt x="573427" y="341942"/>
                  </a:lnTo>
                  <a:lnTo>
                    <a:pt x="575026" y="344406"/>
                  </a:lnTo>
                  <a:lnTo>
                    <a:pt x="574425" y="346237"/>
                  </a:lnTo>
                  <a:lnTo>
                    <a:pt x="575297" y="348888"/>
                  </a:lnTo>
                  <a:lnTo>
                    <a:pt x="574923" y="349778"/>
                  </a:lnTo>
                  <a:lnTo>
                    <a:pt x="575228" y="350533"/>
                  </a:lnTo>
                  <a:lnTo>
                    <a:pt x="574671" y="351831"/>
                  </a:lnTo>
                  <a:lnTo>
                    <a:pt x="573840" y="352374"/>
                  </a:lnTo>
                  <a:lnTo>
                    <a:pt x="573416" y="353163"/>
                  </a:lnTo>
                  <a:lnTo>
                    <a:pt x="572799" y="353659"/>
                  </a:lnTo>
                  <a:lnTo>
                    <a:pt x="570191" y="355026"/>
                  </a:lnTo>
                  <a:lnTo>
                    <a:pt x="568338" y="355622"/>
                  </a:lnTo>
                  <a:lnTo>
                    <a:pt x="565882" y="356860"/>
                  </a:lnTo>
                  <a:lnTo>
                    <a:pt x="564552" y="356737"/>
                  </a:lnTo>
                  <a:lnTo>
                    <a:pt x="565669" y="358267"/>
                  </a:lnTo>
                  <a:lnTo>
                    <a:pt x="565408" y="359898"/>
                  </a:lnTo>
                  <a:lnTo>
                    <a:pt x="565706" y="362837"/>
                  </a:lnTo>
                  <a:lnTo>
                    <a:pt x="566271" y="363638"/>
                  </a:lnTo>
                  <a:lnTo>
                    <a:pt x="566487" y="364754"/>
                  </a:lnTo>
                  <a:lnTo>
                    <a:pt x="566116" y="367732"/>
                  </a:lnTo>
                  <a:lnTo>
                    <a:pt x="564059" y="370883"/>
                  </a:lnTo>
                  <a:lnTo>
                    <a:pt x="563507" y="373434"/>
                  </a:lnTo>
                  <a:lnTo>
                    <a:pt x="561806" y="373886"/>
                  </a:lnTo>
                  <a:lnTo>
                    <a:pt x="558207" y="373323"/>
                  </a:lnTo>
                  <a:lnTo>
                    <a:pt x="555344" y="371623"/>
                  </a:lnTo>
                  <a:lnTo>
                    <a:pt x="552500" y="370736"/>
                  </a:lnTo>
                  <a:lnTo>
                    <a:pt x="547840" y="368244"/>
                  </a:lnTo>
                  <a:lnTo>
                    <a:pt x="544703" y="365989"/>
                  </a:lnTo>
                  <a:lnTo>
                    <a:pt x="543631" y="367567"/>
                  </a:lnTo>
                  <a:lnTo>
                    <a:pt x="542417" y="368462"/>
                  </a:lnTo>
                  <a:lnTo>
                    <a:pt x="541835" y="369453"/>
                  </a:lnTo>
                  <a:lnTo>
                    <a:pt x="541956" y="369914"/>
                  </a:lnTo>
                  <a:lnTo>
                    <a:pt x="541620" y="370097"/>
                  </a:lnTo>
                  <a:lnTo>
                    <a:pt x="541394" y="370739"/>
                  </a:lnTo>
                  <a:lnTo>
                    <a:pt x="540291" y="370929"/>
                  </a:lnTo>
                  <a:lnTo>
                    <a:pt x="540096" y="370721"/>
                  </a:lnTo>
                  <a:lnTo>
                    <a:pt x="539728" y="370946"/>
                  </a:lnTo>
                  <a:lnTo>
                    <a:pt x="537308" y="373530"/>
                  </a:lnTo>
                  <a:lnTo>
                    <a:pt x="534891" y="375035"/>
                  </a:lnTo>
                  <a:lnTo>
                    <a:pt x="531852" y="376499"/>
                  </a:lnTo>
                  <a:lnTo>
                    <a:pt x="531397" y="376985"/>
                  </a:lnTo>
                  <a:lnTo>
                    <a:pt x="529070" y="377411"/>
                  </a:lnTo>
                  <a:lnTo>
                    <a:pt x="528417" y="378541"/>
                  </a:lnTo>
                  <a:lnTo>
                    <a:pt x="527315" y="381617"/>
                  </a:lnTo>
                  <a:lnTo>
                    <a:pt x="525751" y="384481"/>
                  </a:lnTo>
                  <a:lnTo>
                    <a:pt x="525458" y="386427"/>
                  </a:lnTo>
                  <a:lnTo>
                    <a:pt x="524223" y="387797"/>
                  </a:lnTo>
                  <a:lnTo>
                    <a:pt x="522831" y="388637"/>
                  </a:lnTo>
                  <a:lnTo>
                    <a:pt x="522149" y="389583"/>
                  </a:lnTo>
                  <a:lnTo>
                    <a:pt x="520380" y="390834"/>
                  </a:lnTo>
                  <a:lnTo>
                    <a:pt x="519204" y="392043"/>
                  </a:lnTo>
                  <a:lnTo>
                    <a:pt x="518393" y="392380"/>
                  </a:lnTo>
                  <a:lnTo>
                    <a:pt x="513455" y="393295"/>
                  </a:lnTo>
                  <a:lnTo>
                    <a:pt x="509847" y="393511"/>
                  </a:lnTo>
                  <a:lnTo>
                    <a:pt x="508479" y="393261"/>
                  </a:lnTo>
                  <a:lnTo>
                    <a:pt x="507959" y="392919"/>
                  </a:lnTo>
                  <a:lnTo>
                    <a:pt x="507101" y="391608"/>
                  </a:lnTo>
                  <a:lnTo>
                    <a:pt x="506432" y="389989"/>
                  </a:lnTo>
                  <a:lnTo>
                    <a:pt x="506787" y="387845"/>
                  </a:lnTo>
                  <a:lnTo>
                    <a:pt x="506618" y="387138"/>
                  </a:lnTo>
                  <a:lnTo>
                    <a:pt x="504715" y="383505"/>
                  </a:lnTo>
                  <a:lnTo>
                    <a:pt x="505193" y="381897"/>
                  </a:lnTo>
                  <a:lnTo>
                    <a:pt x="499528" y="380650"/>
                  </a:lnTo>
                  <a:lnTo>
                    <a:pt x="494210" y="382220"/>
                  </a:lnTo>
                  <a:lnTo>
                    <a:pt x="487429" y="381356"/>
                  </a:lnTo>
                  <a:lnTo>
                    <a:pt x="487277" y="380110"/>
                  </a:lnTo>
                  <a:lnTo>
                    <a:pt x="486471" y="379740"/>
                  </a:lnTo>
                  <a:lnTo>
                    <a:pt x="485644" y="380063"/>
                  </a:lnTo>
                  <a:lnTo>
                    <a:pt x="485215" y="380492"/>
                  </a:lnTo>
                  <a:lnTo>
                    <a:pt x="482183" y="380430"/>
                  </a:lnTo>
                  <a:lnTo>
                    <a:pt x="478758" y="382265"/>
                  </a:lnTo>
                  <a:lnTo>
                    <a:pt x="475414" y="382770"/>
                  </a:lnTo>
                  <a:lnTo>
                    <a:pt x="473862" y="383461"/>
                  </a:lnTo>
                  <a:lnTo>
                    <a:pt x="472421" y="386695"/>
                  </a:lnTo>
                  <a:lnTo>
                    <a:pt x="472132" y="389693"/>
                  </a:lnTo>
                  <a:lnTo>
                    <a:pt x="471389" y="391672"/>
                  </a:lnTo>
                  <a:lnTo>
                    <a:pt x="472496" y="392497"/>
                  </a:lnTo>
                  <a:lnTo>
                    <a:pt x="473587" y="394075"/>
                  </a:lnTo>
                  <a:lnTo>
                    <a:pt x="474134" y="396621"/>
                  </a:lnTo>
                  <a:lnTo>
                    <a:pt x="473606" y="397331"/>
                  </a:lnTo>
                  <a:lnTo>
                    <a:pt x="473528" y="398088"/>
                  </a:lnTo>
                  <a:lnTo>
                    <a:pt x="476007" y="400587"/>
                  </a:lnTo>
                  <a:lnTo>
                    <a:pt x="476543" y="400309"/>
                  </a:lnTo>
                  <a:lnTo>
                    <a:pt x="477539" y="401725"/>
                  </a:lnTo>
                  <a:lnTo>
                    <a:pt x="477880" y="402518"/>
                  </a:lnTo>
                  <a:lnTo>
                    <a:pt x="478107" y="404353"/>
                  </a:lnTo>
                  <a:lnTo>
                    <a:pt x="478906" y="406263"/>
                  </a:lnTo>
                  <a:lnTo>
                    <a:pt x="478760" y="406991"/>
                  </a:lnTo>
                  <a:lnTo>
                    <a:pt x="476493" y="408720"/>
                  </a:lnTo>
                  <a:lnTo>
                    <a:pt x="475533" y="413925"/>
                  </a:lnTo>
                  <a:lnTo>
                    <a:pt x="483057" y="413335"/>
                  </a:lnTo>
                  <a:lnTo>
                    <a:pt x="494023" y="411339"/>
                  </a:lnTo>
                  <a:lnTo>
                    <a:pt x="497448" y="418685"/>
                  </a:lnTo>
                  <a:lnTo>
                    <a:pt x="497225" y="419913"/>
                  </a:lnTo>
                  <a:lnTo>
                    <a:pt x="497590" y="422436"/>
                  </a:lnTo>
                  <a:lnTo>
                    <a:pt x="497890" y="422912"/>
                  </a:lnTo>
                  <a:lnTo>
                    <a:pt x="498299" y="439978"/>
                  </a:lnTo>
                  <a:lnTo>
                    <a:pt x="502479" y="439671"/>
                  </a:lnTo>
                  <a:lnTo>
                    <a:pt x="505147" y="437974"/>
                  </a:lnTo>
                  <a:lnTo>
                    <a:pt x="506894" y="437292"/>
                  </a:lnTo>
                  <a:lnTo>
                    <a:pt x="512060" y="436742"/>
                  </a:lnTo>
                  <a:lnTo>
                    <a:pt x="517239" y="438031"/>
                  </a:lnTo>
                  <a:lnTo>
                    <a:pt x="520551" y="441142"/>
                  </a:lnTo>
                  <a:lnTo>
                    <a:pt x="521101" y="443978"/>
                  </a:lnTo>
                  <a:lnTo>
                    <a:pt x="522189" y="445430"/>
                  </a:lnTo>
                  <a:lnTo>
                    <a:pt x="522156" y="446276"/>
                  </a:lnTo>
                  <a:lnTo>
                    <a:pt x="521784" y="446945"/>
                  </a:lnTo>
                  <a:lnTo>
                    <a:pt x="521534" y="448527"/>
                  </a:lnTo>
                  <a:lnTo>
                    <a:pt x="521066" y="448915"/>
                  </a:lnTo>
                  <a:lnTo>
                    <a:pt x="521029" y="449963"/>
                  </a:lnTo>
                  <a:lnTo>
                    <a:pt x="521377" y="450843"/>
                  </a:lnTo>
                  <a:lnTo>
                    <a:pt x="521311" y="452805"/>
                  </a:lnTo>
                  <a:lnTo>
                    <a:pt x="520770" y="454196"/>
                  </a:lnTo>
                  <a:lnTo>
                    <a:pt x="521071" y="454672"/>
                  </a:lnTo>
                  <a:lnTo>
                    <a:pt x="520864" y="456362"/>
                  </a:lnTo>
                  <a:lnTo>
                    <a:pt x="521375" y="457108"/>
                  </a:lnTo>
                  <a:lnTo>
                    <a:pt x="522360" y="460418"/>
                  </a:lnTo>
                  <a:lnTo>
                    <a:pt x="522217" y="463595"/>
                  </a:lnTo>
                  <a:lnTo>
                    <a:pt x="521010" y="469867"/>
                  </a:lnTo>
                  <a:lnTo>
                    <a:pt x="519821" y="472576"/>
                  </a:lnTo>
                  <a:lnTo>
                    <a:pt x="517463" y="475782"/>
                  </a:lnTo>
                  <a:lnTo>
                    <a:pt x="515833" y="478995"/>
                  </a:lnTo>
                  <a:lnTo>
                    <a:pt x="515967" y="481760"/>
                  </a:lnTo>
                  <a:lnTo>
                    <a:pt x="487743" y="471460"/>
                  </a:lnTo>
                  <a:lnTo>
                    <a:pt x="458127" y="470834"/>
                  </a:lnTo>
                  <a:lnTo>
                    <a:pt x="455571" y="470558"/>
                  </a:lnTo>
                  <a:lnTo>
                    <a:pt x="454439" y="469547"/>
                  </a:lnTo>
                  <a:lnTo>
                    <a:pt x="454473" y="469062"/>
                  </a:lnTo>
                  <a:lnTo>
                    <a:pt x="454801" y="468767"/>
                  </a:lnTo>
                  <a:lnTo>
                    <a:pt x="454634" y="468205"/>
                  </a:lnTo>
                  <a:lnTo>
                    <a:pt x="454950" y="467530"/>
                  </a:lnTo>
                  <a:lnTo>
                    <a:pt x="455364" y="466924"/>
                  </a:lnTo>
                  <a:lnTo>
                    <a:pt x="456066" y="466606"/>
                  </a:lnTo>
                  <a:lnTo>
                    <a:pt x="455997" y="465124"/>
                  </a:lnTo>
                  <a:lnTo>
                    <a:pt x="455588" y="463332"/>
                  </a:lnTo>
                  <a:lnTo>
                    <a:pt x="454910" y="462308"/>
                  </a:lnTo>
                  <a:lnTo>
                    <a:pt x="454064" y="461993"/>
                  </a:lnTo>
                  <a:lnTo>
                    <a:pt x="451710" y="459307"/>
                  </a:lnTo>
                  <a:lnTo>
                    <a:pt x="448007" y="454475"/>
                  </a:lnTo>
                  <a:lnTo>
                    <a:pt x="447506" y="453180"/>
                  </a:lnTo>
                  <a:lnTo>
                    <a:pt x="437645" y="448287"/>
                  </a:lnTo>
                  <a:lnTo>
                    <a:pt x="437581" y="447906"/>
                  </a:lnTo>
                  <a:lnTo>
                    <a:pt x="431086" y="440950"/>
                  </a:lnTo>
                  <a:lnTo>
                    <a:pt x="427776" y="436871"/>
                  </a:lnTo>
                  <a:lnTo>
                    <a:pt x="421791" y="433536"/>
                  </a:lnTo>
                  <a:lnTo>
                    <a:pt x="420015" y="433161"/>
                  </a:lnTo>
                  <a:lnTo>
                    <a:pt x="412805" y="426167"/>
                  </a:lnTo>
                  <a:lnTo>
                    <a:pt x="398317" y="431578"/>
                  </a:lnTo>
                  <a:lnTo>
                    <a:pt x="395074" y="435362"/>
                  </a:lnTo>
                  <a:lnTo>
                    <a:pt x="396722" y="437375"/>
                  </a:lnTo>
                  <a:lnTo>
                    <a:pt x="397296" y="437605"/>
                  </a:lnTo>
                  <a:lnTo>
                    <a:pt x="397571" y="438939"/>
                  </a:lnTo>
                  <a:lnTo>
                    <a:pt x="398692" y="441603"/>
                  </a:lnTo>
                  <a:lnTo>
                    <a:pt x="399759" y="442404"/>
                  </a:lnTo>
                  <a:lnTo>
                    <a:pt x="400414" y="442280"/>
                  </a:lnTo>
                  <a:lnTo>
                    <a:pt x="403238" y="443589"/>
                  </a:lnTo>
                  <a:lnTo>
                    <a:pt x="404663" y="443253"/>
                  </a:lnTo>
                  <a:lnTo>
                    <a:pt x="405123" y="443367"/>
                  </a:lnTo>
                  <a:lnTo>
                    <a:pt x="405788" y="445264"/>
                  </a:lnTo>
                  <a:lnTo>
                    <a:pt x="408105" y="448606"/>
                  </a:lnTo>
                  <a:lnTo>
                    <a:pt x="408437" y="451095"/>
                  </a:lnTo>
                  <a:lnTo>
                    <a:pt x="409927" y="454182"/>
                  </a:lnTo>
                  <a:lnTo>
                    <a:pt x="410686" y="454204"/>
                  </a:lnTo>
                  <a:lnTo>
                    <a:pt x="411267" y="454518"/>
                  </a:lnTo>
                  <a:lnTo>
                    <a:pt x="414330" y="454082"/>
                  </a:lnTo>
                  <a:lnTo>
                    <a:pt x="414924" y="454337"/>
                  </a:lnTo>
                  <a:lnTo>
                    <a:pt x="418177" y="454533"/>
                  </a:lnTo>
                  <a:lnTo>
                    <a:pt x="418862" y="456483"/>
                  </a:lnTo>
                  <a:lnTo>
                    <a:pt x="419934" y="458177"/>
                  </a:lnTo>
                  <a:lnTo>
                    <a:pt x="421507" y="458937"/>
                  </a:lnTo>
                  <a:lnTo>
                    <a:pt x="423984" y="460963"/>
                  </a:lnTo>
                  <a:lnTo>
                    <a:pt x="427036" y="462767"/>
                  </a:lnTo>
                  <a:lnTo>
                    <a:pt x="426721" y="467487"/>
                  </a:lnTo>
                  <a:lnTo>
                    <a:pt x="427514" y="469444"/>
                  </a:lnTo>
                  <a:lnTo>
                    <a:pt x="427467" y="478498"/>
                  </a:lnTo>
                  <a:lnTo>
                    <a:pt x="427108" y="486084"/>
                  </a:lnTo>
                  <a:lnTo>
                    <a:pt x="423537" y="489412"/>
                  </a:lnTo>
                  <a:lnTo>
                    <a:pt x="425020" y="496763"/>
                  </a:lnTo>
                  <a:lnTo>
                    <a:pt x="425071" y="507311"/>
                  </a:lnTo>
                  <a:lnTo>
                    <a:pt x="421515" y="509752"/>
                  </a:lnTo>
                  <a:lnTo>
                    <a:pt x="418066" y="508212"/>
                  </a:lnTo>
                  <a:lnTo>
                    <a:pt x="416857" y="507910"/>
                  </a:lnTo>
                  <a:lnTo>
                    <a:pt x="410601" y="507185"/>
                  </a:lnTo>
                  <a:lnTo>
                    <a:pt x="407404" y="520138"/>
                  </a:lnTo>
                  <a:lnTo>
                    <a:pt x="404606" y="523217"/>
                  </a:lnTo>
                  <a:lnTo>
                    <a:pt x="403357" y="526697"/>
                  </a:lnTo>
                  <a:lnTo>
                    <a:pt x="403116" y="528883"/>
                  </a:lnTo>
                  <a:lnTo>
                    <a:pt x="401193" y="529167"/>
                  </a:lnTo>
                  <a:lnTo>
                    <a:pt x="397826" y="531472"/>
                  </a:lnTo>
                  <a:lnTo>
                    <a:pt x="392120" y="528989"/>
                  </a:lnTo>
                  <a:lnTo>
                    <a:pt x="388750" y="526712"/>
                  </a:lnTo>
                  <a:lnTo>
                    <a:pt x="388389" y="524052"/>
                  </a:lnTo>
                  <a:lnTo>
                    <a:pt x="386488" y="524396"/>
                  </a:lnTo>
                  <a:lnTo>
                    <a:pt x="385176" y="523343"/>
                  </a:lnTo>
                  <a:lnTo>
                    <a:pt x="380087" y="524893"/>
                  </a:lnTo>
                  <a:lnTo>
                    <a:pt x="377996" y="526225"/>
                  </a:lnTo>
                  <a:lnTo>
                    <a:pt x="369781" y="528130"/>
                  </a:lnTo>
                  <a:lnTo>
                    <a:pt x="367533" y="529259"/>
                  </a:lnTo>
                  <a:lnTo>
                    <a:pt x="364822" y="529650"/>
                  </a:lnTo>
                  <a:lnTo>
                    <a:pt x="361247" y="528712"/>
                  </a:lnTo>
                  <a:lnTo>
                    <a:pt x="358369" y="526642"/>
                  </a:lnTo>
                  <a:lnTo>
                    <a:pt x="353626" y="524823"/>
                  </a:lnTo>
                  <a:lnTo>
                    <a:pt x="347013" y="526077"/>
                  </a:lnTo>
                  <a:lnTo>
                    <a:pt x="344230" y="522938"/>
                  </a:lnTo>
                  <a:lnTo>
                    <a:pt x="328247" y="510762"/>
                  </a:lnTo>
                  <a:lnTo>
                    <a:pt x="322304" y="514214"/>
                  </a:lnTo>
                  <a:lnTo>
                    <a:pt x="321416" y="514193"/>
                  </a:lnTo>
                  <a:lnTo>
                    <a:pt x="320971" y="514727"/>
                  </a:lnTo>
                  <a:lnTo>
                    <a:pt x="316998" y="515813"/>
                  </a:lnTo>
                  <a:lnTo>
                    <a:pt x="316395" y="516787"/>
                  </a:lnTo>
                  <a:lnTo>
                    <a:pt x="311735" y="519331"/>
                  </a:lnTo>
                  <a:lnTo>
                    <a:pt x="305114" y="520544"/>
                  </a:lnTo>
                  <a:lnTo>
                    <a:pt x="302795" y="522024"/>
                  </a:lnTo>
                  <a:lnTo>
                    <a:pt x="299707" y="522921"/>
                  </a:lnTo>
                  <a:lnTo>
                    <a:pt x="299029" y="524881"/>
                  </a:lnTo>
                  <a:lnTo>
                    <a:pt x="298252" y="525829"/>
                  </a:lnTo>
                  <a:lnTo>
                    <a:pt x="296223" y="527962"/>
                  </a:lnTo>
                  <a:lnTo>
                    <a:pt x="294147" y="529559"/>
                  </a:lnTo>
                  <a:lnTo>
                    <a:pt x="294736" y="529988"/>
                  </a:lnTo>
                  <a:lnTo>
                    <a:pt x="296252" y="530300"/>
                  </a:lnTo>
                  <a:lnTo>
                    <a:pt x="296843" y="530196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pg113">
              <a:extLst>
                <a:ext uri="{FF2B5EF4-FFF2-40B4-BE49-F238E27FC236}">
                  <a16:creationId xmlns:a16="http://schemas.microsoft.com/office/drawing/2014/main" id="{AFFA4E50-C17D-B3AA-E918-45CB7E634599}"/>
                </a:ext>
              </a:extLst>
            </p:cNvPr>
            <p:cNvSpPr/>
            <p:nvPr/>
          </p:nvSpPr>
          <p:spPr>
            <a:xfrm>
              <a:off x="1413161" y="2430278"/>
              <a:ext cx="57313" cy="50776"/>
            </a:xfrm>
            <a:custGeom>
              <a:avLst/>
              <a:gdLst/>
              <a:ahLst/>
              <a:cxnLst/>
              <a:rect l="0" t="0" r="0" b="0"/>
              <a:pathLst>
                <a:path w="57313" h="50776">
                  <a:moveTo>
                    <a:pt x="48998" y="3606"/>
                  </a:moveTo>
                  <a:lnTo>
                    <a:pt x="50179" y="4036"/>
                  </a:lnTo>
                  <a:lnTo>
                    <a:pt x="50751" y="3922"/>
                  </a:lnTo>
                  <a:lnTo>
                    <a:pt x="51986" y="4422"/>
                  </a:lnTo>
                  <a:lnTo>
                    <a:pt x="53750" y="4459"/>
                  </a:lnTo>
                  <a:lnTo>
                    <a:pt x="54195" y="4740"/>
                  </a:lnTo>
                  <a:lnTo>
                    <a:pt x="57313" y="4685"/>
                  </a:lnTo>
                  <a:lnTo>
                    <a:pt x="53900" y="10666"/>
                  </a:lnTo>
                  <a:lnTo>
                    <a:pt x="47492" y="12483"/>
                  </a:lnTo>
                  <a:lnTo>
                    <a:pt x="44908" y="11791"/>
                  </a:lnTo>
                  <a:lnTo>
                    <a:pt x="44483" y="14587"/>
                  </a:lnTo>
                  <a:lnTo>
                    <a:pt x="44572" y="15903"/>
                  </a:lnTo>
                  <a:lnTo>
                    <a:pt x="45316" y="18234"/>
                  </a:lnTo>
                  <a:lnTo>
                    <a:pt x="45221" y="18833"/>
                  </a:lnTo>
                  <a:lnTo>
                    <a:pt x="45922" y="20363"/>
                  </a:lnTo>
                  <a:lnTo>
                    <a:pt x="46034" y="21497"/>
                  </a:lnTo>
                  <a:lnTo>
                    <a:pt x="46515" y="21943"/>
                  </a:lnTo>
                  <a:lnTo>
                    <a:pt x="46605" y="22822"/>
                  </a:lnTo>
                  <a:lnTo>
                    <a:pt x="46388" y="23497"/>
                  </a:lnTo>
                  <a:lnTo>
                    <a:pt x="47240" y="25652"/>
                  </a:lnTo>
                  <a:lnTo>
                    <a:pt x="47130" y="26495"/>
                  </a:lnTo>
                  <a:lnTo>
                    <a:pt x="46821" y="26697"/>
                  </a:lnTo>
                  <a:lnTo>
                    <a:pt x="46970" y="27178"/>
                  </a:lnTo>
                  <a:lnTo>
                    <a:pt x="46191" y="27275"/>
                  </a:lnTo>
                  <a:lnTo>
                    <a:pt x="45400" y="26866"/>
                  </a:lnTo>
                  <a:lnTo>
                    <a:pt x="44390" y="27025"/>
                  </a:lnTo>
                  <a:lnTo>
                    <a:pt x="43366" y="27726"/>
                  </a:lnTo>
                  <a:lnTo>
                    <a:pt x="42215" y="29624"/>
                  </a:lnTo>
                  <a:lnTo>
                    <a:pt x="41703" y="29774"/>
                  </a:lnTo>
                  <a:lnTo>
                    <a:pt x="41351" y="30307"/>
                  </a:lnTo>
                  <a:lnTo>
                    <a:pt x="40458" y="30629"/>
                  </a:lnTo>
                  <a:lnTo>
                    <a:pt x="39827" y="31444"/>
                  </a:lnTo>
                  <a:lnTo>
                    <a:pt x="38707" y="33719"/>
                  </a:lnTo>
                  <a:lnTo>
                    <a:pt x="36233" y="36993"/>
                  </a:lnTo>
                  <a:lnTo>
                    <a:pt x="35368" y="37918"/>
                  </a:lnTo>
                  <a:lnTo>
                    <a:pt x="34537" y="38109"/>
                  </a:lnTo>
                  <a:lnTo>
                    <a:pt x="34111" y="38455"/>
                  </a:lnTo>
                  <a:lnTo>
                    <a:pt x="31802" y="41177"/>
                  </a:lnTo>
                  <a:lnTo>
                    <a:pt x="31472" y="42160"/>
                  </a:lnTo>
                  <a:lnTo>
                    <a:pt x="30306" y="42868"/>
                  </a:lnTo>
                  <a:lnTo>
                    <a:pt x="29632" y="43788"/>
                  </a:lnTo>
                  <a:lnTo>
                    <a:pt x="29277" y="43848"/>
                  </a:lnTo>
                  <a:lnTo>
                    <a:pt x="28503" y="45103"/>
                  </a:lnTo>
                  <a:lnTo>
                    <a:pt x="28432" y="46046"/>
                  </a:lnTo>
                  <a:lnTo>
                    <a:pt x="27198" y="48703"/>
                  </a:lnTo>
                  <a:lnTo>
                    <a:pt x="26768" y="49044"/>
                  </a:lnTo>
                  <a:lnTo>
                    <a:pt x="26011" y="49118"/>
                  </a:lnTo>
                  <a:lnTo>
                    <a:pt x="25336" y="49685"/>
                  </a:lnTo>
                  <a:lnTo>
                    <a:pt x="24581" y="49769"/>
                  </a:lnTo>
                  <a:lnTo>
                    <a:pt x="22578" y="50776"/>
                  </a:lnTo>
                  <a:lnTo>
                    <a:pt x="22109" y="50020"/>
                  </a:lnTo>
                  <a:lnTo>
                    <a:pt x="21738" y="49976"/>
                  </a:lnTo>
                  <a:lnTo>
                    <a:pt x="21468" y="49657"/>
                  </a:lnTo>
                  <a:lnTo>
                    <a:pt x="21481" y="48762"/>
                  </a:lnTo>
                  <a:lnTo>
                    <a:pt x="21077" y="48083"/>
                  </a:lnTo>
                  <a:lnTo>
                    <a:pt x="21320" y="47209"/>
                  </a:lnTo>
                  <a:lnTo>
                    <a:pt x="21148" y="47041"/>
                  </a:lnTo>
                  <a:lnTo>
                    <a:pt x="21221" y="46540"/>
                  </a:lnTo>
                  <a:lnTo>
                    <a:pt x="20579" y="44558"/>
                  </a:lnTo>
                  <a:lnTo>
                    <a:pt x="20522" y="43426"/>
                  </a:lnTo>
                  <a:lnTo>
                    <a:pt x="20086" y="42647"/>
                  </a:lnTo>
                  <a:lnTo>
                    <a:pt x="19496" y="40338"/>
                  </a:lnTo>
                  <a:lnTo>
                    <a:pt x="18896" y="39055"/>
                  </a:lnTo>
                  <a:lnTo>
                    <a:pt x="18545" y="37309"/>
                  </a:lnTo>
                  <a:lnTo>
                    <a:pt x="17504" y="34605"/>
                  </a:lnTo>
                  <a:lnTo>
                    <a:pt x="17379" y="32827"/>
                  </a:lnTo>
                  <a:lnTo>
                    <a:pt x="16781" y="30586"/>
                  </a:lnTo>
                  <a:lnTo>
                    <a:pt x="15543" y="30433"/>
                  </a:lnTo>
                  <a:lnTo>
                    <a:pt x="15123" y="30602"/>
                  </a:lnTo>
                  <a:lnTo>
                    <a:pt x="14223" y="30034"/>
                  </a:lnTo>
                  <a:lnTo>
                    <a:pt x="12954" y="30233"/>
                  </a:lnTo>
                  <a:lnTo>
                    <a:pt x="11529" y="29977"/>
                  </a:lnTo>
                  <a:lnTo>
                    <a:pt x="9772" y="30138"/>
                  </a:lnTo>
                  <a:lnTo>
                    <a:pt x="9492" y="29754"/>
                  </a:lnTo>
                  <a:lnTo>
                    <a:pt x="9184" y="29837"/>
                  </a:lnTo>
                  <a:lnTo>
                    <a:pt x="8340" y="29390"/>
                  </a:lnTo>
                  <a:lnTo>
                    <a:pt x="7224" y="29510"/>
                  </a:lnTo>
                  <a:lnTo>
                    <a:pt x="6208" y="28979"/>
                  </a:lnTo>
                  <a:lnTo>
                    <a:pt x="5842" y="27686"/>
                  </a:lnTo>
                  <a:lnTo>
                    <a:pt x="5845" y="26622"/>
                  </a:lnTo>
                  <a:lnTo>
                    <a:pt x="5352" y="26394"/>
                  </a:lnTo>
                  <a:lnTo>
                    <a:pt x="4518" y="26572"/>
                  </a:lnTo>
                  <a:lnTo>
                    <a:pt x="3944" y="26408"/>
                  </a:lnTo>
                  <a:lnTo>
                    <a:pt x="3766" y="24691"/>
                  </a:lnTo>
                  <a:lnTo>
                    <a:pt x="2973" y="23060"/>
                  </a:lnTo>
                  <a:lnTo>
                    <a:pt x="2804" y="21809"/>
                  </a:lnTo>
                  <a:lnTo>
                    <a:pt x="4342" y="21894"/>
                  </a:lnTo>
                  <a:lnTo>
                    <a:pt x="4610" y="21353"/>
                  </a:lnTo>
                  <a:lnTo>
                    <a:pt x="2649" y="18089"/>
                  </a:lnTo>
                  <a:lnTo>
                    <a:pt x="2673" y="16907"/>
                  </a:lnTo>
                  <a:lnTo>
                    <a:pt x="710" y="14863"/>
                  </a:lnTo>
                  <a:lnTo>
                    <a:pt x="610" y="14278"/>
                  </a:lnTo>
                  <a:lnTo>
                    <a:pt x="0" y="13498"/>
                  </a:lnTo>
                  <a:lnTo>
                    <a:pt x="1080" y="13015"/>
                  </a:lnTo>
                  <a:lnTo>
                    <a:pt x="1695" y="13355"/>
                  </a:lnTo>
                  <a:lnTo>
                    <a:pt x="2318" y="12748"/>
                  </a:lnTo>
                  <a:lnTo>
                    <a:pt x="3258" y="12495"/>
                  </a:lnTo>
                  <a:lnTo>
                    <a:pt x="4055" y="11558"/>
                  </a:lnTo>
                  <a:lnTo>
                    <a:pt x="5473" y="11132"/>
                  </a:lnTo>
                  <a:lnTo>
                    <a:pt x="6273" y="11345"/>
                  </a:lnTo>
                  <a:lnTo>
                    <a:pt x="6961" y="10893"/>
                  </a:lnTo>
                  <a:lnTo>
                    <a:pt x="6696" y="9938"/>
                  </a:lnTo>
                  <a:lnTo>
                    <a:pt x="5953" y="8717"/>
                  </a:lnTo>
                  <a:lnTo>
                    <a:pt x="5222" y="8514"/>
                  </a:lnTo>
                  <a:lnTo>
                    <a:pt x="4527" y="7936"/>
                  </a:lnTo>
                  <a:lnTo>
                    <a:pt x="4459" y="7350"/>
                  </a:lnTo>
                  <a:lnTo>
                    <a:pt x="5256" y="6377"/>
                  </a:lnTo>
                  <a:lnTo>
                    <a:pt x="5829" y="6158"/>
                  </a:lnTo>
                  <a:lnTo>
                    <a:pt x="5832" y="5693"/>
                  </a:lnTo>
                  <a:lnTo>
                    <a:pt x="6514" y="4973"/>
                  </a:lnTo>
                  <a:lnTo>
                    <a:pt x="6679" y="4212"/>
                  </a:lnTo>
                  <a:lnTo>
                    <a:pt x="7472" y="4244"/>
                  </a:lnTo>
                  <a:lnTo>
                    <a:pt x="7852" y="3836"/>
                  </a:lnTo>
                  <a:lnTo>
                    <a:pt x="8502" y="3770"/>
                  </a:lnTo>
                  <a:lnTo>
                    <a:pt x="8990" y="3352"/>
                  </a:lnTo>
                  <a:lnTo>
                    <a:pt x="9936" y="3591"/>
                  </a:lnTo>
                  <a:lnTo>
                    <a:pt x="10818" y="3368"/>
                  </a:lnTo>
                  <a:lnTo>
                    <a:pt x="11414" y="3773"/>
                  </a:lnTo>
                  <a:lnTo>
                    <a:pt x="12315" y="3797"/>
                  </a:lnTo>
                  <a:lnTo>
                    <a:pt x="12849" y="4168"/>
                  </a:lnTo>
                  <a:lnTo>
                    <a:pt x="13011" y="4627"/>
                  </a:lnTo>
                  <a:lnTo>
                    <a:pt x="13836" y="4081"/>
                  </a:lnTo>
                  <a:lnTo>
                    <a:pt x="15036" y="4661"/>
                  </a:lnTo>
                  <a:lnTo>
                    <a:pt x="17898" y="4064"/>
                  </a:lnTo>
                  <a:lnTo>
                    <a:pt x="22033" y="4041"/>
                  </a:lnTo>
                  <a:lnTo>
                    <a:pt x="22506" y="4306"/>
                  </a:lnTo>
                  <a:lnTo>
                    <a:pt x="22876" y="5047"/>
                  </a:lnTo>
                  <a:lnTo>
                    <a:pt x="23421" y="5349"/>
                  </a:lnTo>
                  <a:lnTo>
                    <a:pt x="29080" y="6549"/>
                  </a:lnTo>
                  <a:lnTo>
                    <a:pt x="31388" y="5868"/>
                  </a:lnTo>
                  <a:lnTo>
                    <a:pt x="32988" y="5093"/>
                  </a:lnTo>
                  <a:lnTo>
                    <a:pt x="34317" y="4149"/>
                  </a:lnTo>
                  <a:lnTo>
                    <a:pt x="35205" y="2681"/>
                  </a:lnTo>
                  <a:lnTo>
                    <a:pt x="36153" y="1959"/>
                  </a:lnTo>
                  <a:lnTo>
                    <a:pt x="38393" y="2017"/>
                  </a:lnTo>
                  <a:lnTo>
                    <a:pt x="41256" y="1077"/>
                  </a:lnTo>
                  <a:lnTo>
                    <a:pt x="42673" y="242"/>
                  </a:lnTo>
                  <a:lnTo>
                    <a:pt x="44217" y="0"/>
                  </a:lnTo>
                  <a:lnTo>
                    <a:pt x="44805" y="276"/>
                  </a:lnTo>
                  <a:lnTo>
                    <a:pt x="46030" y="202"/>
                  </a:lnTo>
                  <a:lnTo>
                    <a:pt x="46057" y="386"/>
                  </a:lnTo>
                  <a:lnTo>
                    <a:pt x="47124" y="421"/>
                  </a:lnTo>
                  <a:lnTo>
                    <a:pt x="46790" y="2873"/>
                  </a:lnTo>
                  <a:lnTo>
                    <a:pt x="47281" y="4056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pg114">
              <a:extLst>
                <a:ext uri="{FF2B5EF4-FFF2-40B4-BE49-F238E27FC236}">
                  <a16:creationId xmlns:a16="http://schemas.microsoft.com/office/drawing/2014/main" id="{F15C2C38-049B-B524-62D7-C07DEB39586F}"/>
                </a:ext>
              </a:extLst>
            </p:cNvPr>
            <p:cNvSpPr/>
            <p:nvPr/>
          </p:nvSpPr>
          <p:spPr>
            <a:xfrm>
              <a:off x="2434457" y="2455299"/>
              <a:ext cx="800159" cy="995921"/>
            </a:xfrm>
            <a:custGeom>
              <a:avLst/>
              <a:gdLst/>
              <a:ahLst/>
              <a:cxnLst/>
              <a:rect l="0" t="0" r="0" b="0"/>
              <a:pathLst>
                <a:path w="800159" h="995921">
                  <a:moveTo>
                    <a:pt x="507528" y="930615"/>
                  </a:moveTo>
                  <a:lnTo>
                    <a:pt x="507044" y="930914"/>
                  </a:lnTo>
                  <a:lnTo>
                    <a:pt x="504560" y="933104"/>
                  </a:lnTo>
                  <a:lnTo>
                    <a:pt x="503977" y="933959"/>
                  </a:lnTo>
                  <a:lnTo>
                    <a:pt x="503169" y="934459"/>
                  </a:lnTo>
                  <a:lnTo>
                    <a:pt x="501848" y="934784"/>
                  </a:lnTo>
                  <a:lnTo>
                    <a:pt x="500797" y="935492"/>
                  </a:lnTo>
                  <a:lnTo>
                    <a:pt x="498784" y="936355"/>
                  </a:lnTo>
                  <a:lnTo>
                    <a:pt x="496313" y="940824"/>
                  </a:lnTo>
                  <a:lnTo>
                    <a:pt x="495003" y="942126"/>
                  </a:lnTo>
                  <a:lnTo>
                    <a:pt x="494456" y="943209"/>
                  </a:lnTo>
                  <a:lnTo>
                    <a:pt x="493292" y="943650"/>
                  </a:lnTo>
                  <a:lnTo>
                    <a:pt x="492885" y="944597"/>
                  </a:lnTo>
                  <a:lnTo>
                    <a:pt x="491722" y="945870"/>
                  </a:lnTo>
                  <a:lnTo>
                    <a:pt x="491869" y="946494"/>
                  </a:lnTo>
                  <a:lnTo>
                    <a:pt x="491484" y="947229"/>
                  </a:lnTo>
                  <a:lnTo>
                    <a:pt x="490071" y="948581"/>
                  </a:lnTo>
                  <a:lnTo>
                    <a:pt x="489192" y="948183"/>
                  </a:lnTo>
                  <a:lnTo>
                    <a:pt x="488223" y="948176"/>
                  </a:lnTo>
                  <a:lnTo>
                    <a:pt x="486512" y="947476"/>
                  </a:lnTo>
                  <a:lnTo>
                    <a:pt x="484792" y="947378"/>
                  </a:lnTo>
                  <a:lnTo>
                    <a:pt x="482592" y="946002"/>
                  </a:lnTo>
                  <a:lnTo>
                    <a:pt x="482098" y="945955"/>
                  </a:lnTo>
                  <a:lnTo>
                    <a:pt x="481899" y="946746"/>
                  </a:lnTo>
                  <a:lnTo>
                    <a:pt x="480288" y="948377"/>
                  </a:lnTo>
                  <a:lnTo>
                    <a:pt x="478424" y="949307"/>
                  </a:lnTo>
                  <a:lnTo>
                    <a:pt x="477596" y="950257"/>
                  </a:lnTo>
                  <a:lnTo>
                    <a:pt x="476759" y="950707"/>
                  </a:lnTo>
                  <a:lnTo>
                    <a:pt x="476781" y="952549"/>
                  </a:lnTo>
                  <a:lnTo>
                    <a:pt x="476300" y="953890"/>
                  </a:lnTo>
                  <a:lnTo>
                    <a:pt x="474220" y="956066"/>
                  </a:lnTo>
                  <a:lnTo>
                    <a:pt x="473351" y="958423"/>
                  </a:lnTo>
                  <a:lnTo>
                    <a:pt x="472292" y="959529"/>
                  </a:lnTo>
                  <a:lnTo>
                    <a:pt x="471573" y="959359"/>
                  </a:lnTo>
                  <a:lnTo>
                    <a:pt x="469883" y="959567"/>
                  </a:lnTo>
                  <a:lnTo>
                    <a:pt x="467338" y="960441"/>
                  </a:lnTo>
                  <a:lnTo>
                    <a:pt x="465630" y="960128"/>
                  </a:lnTo>
                  <a:lnTo>
                    <a:pt x="463700" y="959122"/>
                  </a:lnTo>
                  <a:lnTo>
                    <a:pt x="462875" y="959070"/>
                  </a:lnTo>
                  <a:lnTo>
                    <a:pt x="460628" y="960394"/>
                  </a:lnTo>
                  <a:lnTo>
                    <a:pt x="458681" y="960885"/>
                  </a:lnTo>
                  <a:lnTo>
                    <a:pt x="458062" y="961280"/>
                  </a:lnTo>
                  <a:lnTo>
                    <a:pt x="457567" y="961205"/>
                  </a:lnTo>
                  <a:lnTo>
                    <a:pt x="456036" y="962267"/>
                  </a:lnTo>
                  <a:lnTo>
                    <a:pt x="455478" y="962230"/>
                  </a:lnTo>
                  <a:lnTo>
                    <a:pt x="452505" y="963361"/>
                  </a:lnTo>
                  <a:lnTo>
                    <a:pt x="450893" y="963556"/>
                  </a:lnTo>
                  <a:lnTo>
                    <a:pt x="449517" y="963998"/>
                  </a:lnTo>
                  <a:lnTo>
                    <a:pt x="447866" y="963837"/>
                  </a:lnTo>
                  <a:lnTo>
                    <a:pt x="445837" y="963214"/>
                  </a:lnTo>
                  <a:lnTo>
                    <a:pt x="443327" y="963424"/>
                  </a:lnTo>
                  <a:lnTo>
                    <a:pt x="442009" y="962754"/>
                  </a:lnTo>
                  <a:lnTo>
                    <a:pt x="438628" y="961868"/>
                  </a:lnTo>
                  <a:lnTo>
                    <a:pt x="437070" y="960830"/>
                  </a:lnTo>
                  <a:lnTo>
                    <a:pt x="436323" y="961336"/>
                  </a:lnTo>
                  <a:lnTo>
                    <a:pt x="434036" y="962199"/>
                  </a:lnTo>
                  <a:lnTo>
                    <a:pt x="431900" y="961925"/>
                  </a:lnTo>
                  <a:lnTo>
                    <a:pt x="430345" y="961430"/>
                  </a:lnTo>
                  <a:lnTo>
                    <a:pt x="428958" y="961804"/>
                  </a:lnTo>
                  <a:lnTo>
                    <a:pt x="427027" y="961952"/>
                  </a:lnTo>
                  <a:lnTo>
                    <a:pt x="426238" y="962504"/>
                  </a:lnTo>
                  <a:lnTo>
                    <a:pt x="423687" y="963336"/>
                  </a:lnTo>
                  <a:lnTo>
                    <a:pt x="422668" y="963060"/>
                  </a:lnTo>
                  <a:lnTo>
                    <a:pt x="421372" y="963098"/>
                  </a:lnTo>
                  <a:lnTo>
                    <a:pt x="420188" y="962591"/>
                  </a:lnTo>
                  <a:lnTo>
                    <a:pt x="418442" y="960892"/>
                  </a:lnTo>
                  <a:lnTo>
                    <a:pt x="415770" y="960100"/>
                  </a:lnTo>
                  <a:lnTo>
                    <a:pt x="414915" y="959564"/>
                  </a:lnTo>
                  <a:lnTo>
                    <a:pt x="414064" y="959725"/>
                  </a:lnTo>
                  <a:lnTo>
                    <a:pt x="413161" y="959231"/>
                  </a:lnTo>
                  <a:lnTo>
                    <a:pt x="412546" y="961155"/>
                  </a:lnTo>
                  <a:lnTo>
                    <a:pt x="412425" y="962109"/>
                  </a:lnTo>
                  <a:lnTo>
                    <a:pt x="412591" y="962954"/>
                  </a:lnTo>
                  <a:lnTo>
                    <a:pt x="412130" y="963943"/>
                  </a:lnTo>
                  <a:lnTo>
                    <a:pt x="412109" y="964663"/>
                  </a:lnTo>
                  <a:lnTo>
                    <a:pt x="411690" y="965109"/>
                  </a:lnTo>
                  <a:lnTo>
                    <a:pt x="410542" y="965035"/>
                  </a:lnTo>
                  <a:lnTo>
                    <a:pt x="409703" y="965264"/>
                  </a:lnTo>
                  <a:lnTo>
                    <a:pt x="408194" y="966167"/>
                  </a:lnTo>
                  <a:lnTo>
                    <a:pt x="408045" y="966694"/>
                  </a:lnTo>
                  <a:lnTo>
                    <a:pt x="405808" y="968985"/>
                  </a:lnTo>
                  <a:lnTo>
                    <a:pt x="403599" y="970300"/>
                  </a:lnTo>
                  <a:lnTo>
                    <a:pt x="402319" y="971831"/>
                  </a:lnTo>
                  <a:lnTo>
                    <a:pt x="401583" y="973348"/>
                  </a:lnTo>
                  <a:lnTo>
                    <a:pt x="401468" y="974110"/>
                  </a:lnTo>
                  <a:lnTo>
                    <a:pt x="400338" y="976159"/>
                  </a:lnTo>
                  <a:lnTo>
                    <a:pt x="399427" y="977038"/>
                  </a:lnTo>
                  <a:lnTo>
                    <a:pt x="398332" y="979254"/>
                  </a:lnTo>
                  <a:lnTo>
                    <a:pt x="397163" y="980631"/>
                  </a:lnTo>
                  <a:lnTo>
                    <a:pt x="395589" y="985676"/>
                  </a:lnTo>
                  <a:lnTo>
                    <a:pt x="394961" y="988938"/>
                  </a:lnTo>
                  <a:lnTo>
                    <a:pt x="393299" y="990251"/>
                  </a:lnTo>
                  <a:lnTo>
                    <a:pt x="390277" y="990015"/>
                  </a:lnTo>
                  <a:lnTo>
                    <a:pt x="389479" y="990242"/>
                  </a:lnTo>
                  <a:lnTo>
                    <a:pt x="387567" y="990226"/>
                  </a:lnTo>
                  <a:lnTo>
                    <a:pt x="386741" y="989911"/>
                  </a:lnTo>
                  <a:lnTo>
                    <a:pt x="383362" y="991103"/>
                  </a:lnTo>
                  <a:lnTo>
                    <a:pt x="380279" y="991615"/>
                  </a:lnTo>
                  <a:lnTo>
                    <a:pt x="379391" y="992594"/>
                  </a:lnTo>
                  <a:lnTo>
                    <a:pt x="378852" y="993958"/>
                  </a:lnTo>
                  <a:lnTo>
                    <a:pt x="377935" y="994313"/>
                  </a:lnTo>
                  <a:lnTo>
                    <a:pt x="377080" y="995115"/>
                  </a:lnTo>
                  <a:lnTo>
                    <a:pt x="375269" y="995496"/>
                  </a:lnTo>
                  <a:lnTo>
                    <a:pt x="374639" y="995921"/>
                  </a:lnTo>
                  <a:lnTo>
                    <a:pt x="373799" y="995399"/>
                  </a:lnTo>
                  <a:lnTo>
                    <a:pt x="370847" y="994608"/>
                  </a:lnTo>
                  <a:lnTo>
                    <a:pt x="370188" y="994118"/>
                  </a:lnTo>
                  <a:lnTo>
                    <a:pt x="365344" y="993379"/>
                  </a:lnTo>
                  <a:lnTo>
                    <a:pt x="364442" y="992501"/>
                  </a:lnTo>
                  <a:lnTo>
                    <a:pt x="363454" y="992128"/>
                  </a:lnTo>
                  <a:lnTo>
                    <a:pt x="362688" y="991096"/>
                  </a:lnTo>
                  <a:lnTo>
                    <a:pt x="356887" y="990571"/>
                  </a:lnTo>
                  <a:lnTo>
                    <a:pt x="355920" y="990756"/>
                  </a:lnTo>
                  <a:lnTo>
                    <a:pt x="353721" y="989928"/>
                  </a:lnTo>
                  <a:lnTo>
                    <a:pt x="352678" y="985394"/>
                  </a:lnTo>
                  <a:lnTo>
                    <a:pt x="352266" y="984455"/>
                  </a:lnTo>
                  <a:lnTo>
                    <a:pt x="352306" y="983837"/>
                  </a:lnTo>
                  <a:lnTo>
                    <a:pt x="351969" y="983583"/>
                  </a:lnTo>
                  <a:lnTo>
                    <a:pt x="351516" y="982511"/>
                  </a:lnTo>
                  <a:lnTo>
                    <a:pt x="350844" y="981841"/>
                  </a:lnTo>
                  <a:lnTo>
                    <a:pt x="350798" y="980199"/>
                  </a:lnTo>
                  <a:lnTo>
                    <a:pt x="350150" y="977687"/>
                  </a:lnTo>
                  <a:lnTo>
                    <a:pt x="347263" y="974963"/>
                  </a:lnTo>
                  <a:lnTo>
                    <a:pt x="345805" y="974168"/>
                  </a:lnTo>
                  <a:lnTo>
                    <a:pt x="344709" y="972253"/>
                  </a:lnTo>
                  <a:lnTo>
                    <a:pt x="343759" y="971486"/>
                  </a:lnTo>
                  <a:lnTo>
                    <a:pt x="342782" y="969515"/>
                  </a:lnTo>
                  <a:lnTo>
                    <a:pt x="342629" y="968550"/>
                  </a:lnTo>
                  <a:lnTo>
                    <a:pt x="342831" y="967506"/>
                  </a:lnTo>
                  <a:lnTo>
                    <a:pt x="342386" y="966148"/>
                  </a:lnTo>
                  <a:lnTo>
                    <a:pt x="342443" y="965318"/>
                  </a:lnTo>
                  <a:lnTo>
                    <a:pt x="341760" y="964879"/>
                  </a:lnTo>
                  <a:lnTo>
                    <a:pt x="341524" y="964324"/>
                  </a:lnTo>
                  <a:lnTo>
                    <a:pt x="340828" y="963937"/>
                  </a:lnTo>
                  <a:lnTo>
                    <a:pt x="339937" y="962885"/>
                  </a:lnTo>
                  <a:lnTo>
                    <a:pt x="339450" y="961808"/>
                  </a:lnTo>
                  <a:lnTo>
                    <a:pt x="339033" y="959920"/>
                  </a:lnTo>
                  <a:lnTo>
                    <a:pt x="338569" y="959567"/>
                  </a:lnTo>
                  <a:lnTo>
                    <a:pt x="338172" y="958509"/>
                  </a:lnTo>
                  <a:lnTo>
                    <a:pt x="336792" y="956443"/>
                  </a:lnTo>
                  <a:lnTo>
                    <a:pt x="333759" y="957032"/>
                  </a:lnTo>
                  <a:lnTo>
                    <a:pt x="333056" y="957468"/>
                  </a:lnTo>
                  <a:lnTo>
                    <a:pt x="332034" y="957437"/>
                  </a:lnTo>
                  <a:lnTo>
                    <a:pt x="331250" y="957708"/>
                  </a:lnTo>
                  <a:lnTo>
                    <a:pt x="328238" y="956734"/>
                  </a:lnTo>
                  <a:lnTo>
                    <a:pt x="327619" y="956876"/>
                  </a:lnTo>
                  <a:lnTo>
                    <a:pt x="325389" y="956621"/>
                  </a:lnTo>
                  <a:lnTo>
                    <a:pt x="325340" y="957086"/>
                  </a:lnTo>
                  <a:lnTo>
                    <a:pt x="324457" y="957230"/>
                  </a:lnTo>
                  <a:lnTo>
                    <a:pt x="321079" y="955815"/>
                  </a:lnTo>
                  <a:lnTo>
                    <a:pt x="320261" y="955961"/>
                  </a:lnTo>
                  <a:lnTo>
                    <a:pt x="318729" y="955522"/>
                  </a:lnTo>
                  <a:lnTo>
                    <a:pt x="317013" y="953939"/>
                  </a:lnTo>
                  <a:lnTo>
                    <a:pt x="315998" y="953894"/>
                  </a:lnTo>
                  <a:lnTo>
                    <a:pt x="315438" y="953214"/>
                  </a:lnTo>
                  <a:lnTo>
                    <a:pt x="313024" y="952998"/>
                  </a:lnTo>
                  <a:lnTo>
                    <a:pt x="312065" y="952313"/>
                  </a:lnTo>
                  <a:lnTo>
                    <a:pt x="310265" y="953176"/>
                  </a:lnTo>
                  <a:lnTo>
                    <a:pt x="306567" y="953943"/>
                  </a:lnTo>
                  <a:lnTo>
                    <a:pt x="305395" y="954910"/>
                  </a:lnTo>
                  <a:lnTo>
                    <a:pt x="303790" y="955648"/>
                  </a:lnTo>
                  <a:lnTo>
                    <a:pt x="299883" y="956804"/>
                  </a:lnTo>
                  <a:lnTo>
                    <a:pt x="298145" y="956830"/>
                  </a:lnTo>
                  <a:lnTo>
                    <a:pt x="298110" y="956605"/>
                  </a:lnTo>
                  <a:lnTo>
                    <a:pt x="297287" y="956165"/>
                  </a:lnTo>
                  <a:lnTo>
                    <a:pt x="296533" y="954846"/>
                  </a:lnTo>
                  <a:lnTo>
                    <a:pt x="293226" y="955740"/>
                  </a:lnTo>
                  <a:lnTo>
                    <a:pt x="292592" y="955798"/>
                  </a:lnTo>
                  <a:lnTo>
                    <a:pt x="291808" y="955409"/>
                  </a:lnTo>
                  <a:lnTo>
                    <a:pt x="290816" y="955584"/>
                  </a:lnTo>
                  <a:lnTo>
                    <a:pt x="287062" y="957463"/>
                  </a:lnTo>
                  <a:lnTo>
                    <a:pt x="285928" y="957728"/>
                  </a:lnTo>
                  <a:lnTo>
                    <a:pt x="285123" y="956145"/>
                  </a:lnTo>
                  <a:lnTo>
                    <a:pt x="284297" y="955707"/>
                  </a:lnTo>
                  <a:lnTo>
                    <a:pt x="282164" y="953075"/>
                  </a:lnTo>
                  <a:lnTo>
                    <a:pt x="280630" y="952769"/>
                  </a:lnTo>
                  <a:lnTo>
                    <a:pt x="280568" y="951894"/>
                  </a:lnTo>
                  <a:lnTo>
                    <a:pt x="279549" y="951585"/>
                  </a:lnTo>
                  <a:lnTo>
                    <a:pt x="279338" y="951749"/>
                  </a:lnTo>
                  <a:lnTo>
                    <a:pt x="279219" y="951353"/>
                  </a:lnTo>
                  <a:lnTo>
                    <a:pt x="278436" y="951384"/>
                  </a:lnTo>
                  <a:lnTo>
                    <a:pt x="277945" y="951002"/>
                  </a:lnTo>
                  <a:lnTo>
                    <a:pt x="276688" y="950663"/>
                  </a:lnTo>
                  <a:lnTo>
                    <a:pt x="276057" y="949807"/>
                  </a:lnTo>
                  <a:lnTo>
                    <a:pt x="274540" y="948976"/>
                  </a:lnTo>
                  <a:lnTo>
                    <a:pt x="272886" y="948628"/>
                  </a:lnTo>
                  <a:lnTo>
                    <a:pt x="272497" y="948173"/>
                  </a:lnTo>
                  <a:lnTo>
                    <a:pt x="272108" y="948126"/>
                  </a:lnTo>
                  <a:lnTo>
                    <a:pt x="269734" y="946532"/>
                  </a:lnTo>
                  <a:lnTo>
                    <a:pt x="268210" y="946260"/>
                  </a:lnTo>
                  <a:lnTo>
                    <a:pt x="267862" y="946585"/>
                  </a:lnTo>
                  <a:lnTo>
                    <a:pt x="267139" y="945552"/>
                  </a:lnTo>
                  <a:lnTo>
                    <a:pt x="266363" y="945142"/>
                  </a:lnTo>
                  <a:lnTo>
                    <a:pt x="265941" y="944354"/>
                  </a:lnTo>
                  <a:lnTo>
                    <a:pt x="264465" y="942946"/>
                  </a:lnTo>
                  <a:lnTo>
                    <a:pt x="263162" y="942182"/>
                  </a:lnTo>
                  <a:lnTo>
                    <a:pt x="260401" y="940912"/>
                  </a:lnTo>
                  <a:lnTo>
                    <a:pt x="258488" y="941209"/>
                  </a:lnTo>
                  <a:lnTo>
                    <a:pt x="257684" y="940551"/>
                  </a:lnTo>
                  <a:lnTo>
                    <a:pt x="255858" y="940008"/>
                  </a:lnTo>
                  <a:lnTo>
                    <a:pt x="254007" y="938995"/>
                  </a:lnTo>
                  <a:lnTo>
                    <a:pt x="253417" y="936126"/>
                  </a:lnTo>
                  <a:lnTo>
                    <a:pt x="252075" y="933244"/>
                  </a:lnTo>
                  <a:lnTo>
                    <a:pt x="251226" y="933088"/>
                  </a:lnTo>
                  <a:lnTo>
                    <a:pt x="248720" y="931112"/>
                  </a:lnTo>
                  <a:lnTo>
                    <a:pt x="248267" y="929270"/>
                  </a:lnTo>
                  <a:lnTo>
                    <a:pt x="246966" y="927258"/>
                  </a:lnTo>
                  <a:lnTo>
                    <a:pt x="246700" y="924299"/>
                  </a:lnTo>
                  <a:lnTo>
                    <a:pt x="245969" y="922621"/>
                  </a:lnTo>
                  <a:lnTo>
                    <a:pt x="247781" y="918514"/>
                  </a:lnTo>
                  <a:lnTo>
                    <a:pt x="247383" y="904423"/>
                  </a:lnTo>
                  <a:lnTo>
                    <a:pt x="252396" y="902930"/>
                  </a:lnTo>
                  <a:lnTo>
                    <a:pt x="256164" y="903326"/>
                  </a:lnTo>
                  <a:lnTo>
                    <a:pt x="263044" y="901246"/>
                  </a:lnTo>
                  <a:lnTo>
                    <a:pt x="268212" y="895903"/>
                  </a:lnTo>
                  <a:lnTo>
                    <a:pt x="269467" y="890156"/>
                  </a:lnTo>
                  <a:lnTo>
                    <a:pt x="270249" y="889217"/>
                  </a:lnTo>
                  <a:lnTo>
                    <a:pt x="270044" y="888938"/>
                  </a:lnTo>
                  <a:lnTo>
                    <a:pt x="270881" y="887357"/>
                  </a:lnTo>
                  <a:lnTo>
                    <a:pt x="272482" y="877538"/>
                  </a:lnTo>
                  <a:lnTo>
                    <a:pt x="271071" y="870201"/>
                  </a:lnTo>
                  <a:lnTo>
                    <a:pt x="279937" y="861619"/>
                  </a:lnTo>
                  <a:lnTo>
                    <a:pt x="281377" y="860510"/>
                  </a:lnTo>
                  <a:lnTo>
                    <a:pt x="280280" y="848733"/>
                  </a:lnTo>
                  <a:lnTo>
                    <a:pt x="272197" y="826240"/>
                  </a:lnTo>
                  <a:lnTo>
                    <a:pt x="267028" y="815093"/>
                  </a:lnTo>
                  <a:lnTo>
                    <a:pt x="266045" y="813781"/>
                  </a:lnTo>
                  <a:lnTo>
                    <a:pt x="265804" y="811514"/>
                  </a:lnTo>
                  <a:lnTo>
                    <a:pt x="266090" y="809680"/>
                  </a:lnTo>
                  <a:lnTo>
                    <a:pt x="269565" y="805649"/>
                  </a:lnTo>
                  <a:lnTo>
                    <a:pt x="272253" y="801893"/>
                  </a:lnTo>
                  <a:lnTo>
                    <a:pt x="268648" y="798958"/>
                  </a:lnTo>
                  <a:lnTo>
                    <a:pt x="266914" y="799397"/>
                  </a:lnTo>
                  <a:lnTo>
                    <a:pt x="265122" y="798978"/>
                  </a:lnTo>
                  <a:lnTo>
                    <a:pt x="264240" y="798381"/>
                  </a:lnTo>
                  <a:lnTo>
                    <a:pt x="264404" y="797291"/>
                  </a:lnTo>
                  <a:lnTo>
                    <a:pt x="264851" y="796465"/>
                  </a:lnTo>
                  <a:lnTo>
                    <a:pt x="265792" y="796488"/>
                  </a:lnTo>
                  <a:lnTo>
                    <a:pt x="267352" y="795997"/>
                  </a:lnTo>
                  <a:lnTo>
                    <a:pt x="267348" y="794814"/>
                  </a:lnTo>
                  <a:lnTo>
                    <a:pt x="266572" y="793407"/>
                  </a:lnTo>
                  <a:lnTo>
                    <a:pt x="264526" y="791337"/>
                  </a:lnTo>
                  <a:lnTo>
                    <a:pt x="263543" y="790901"/>
                  </a:lnTo>
                  <a:lnTo>
                    <a:pt x="262438" y="789685"/>
                  </a:lnTo>
                  <a:lnTo>
                    <a:pt x="260311" y="788260"/>
                  </a:lnTo>
                  <a:lnTo>
                    <a:pt x="259677" y="787156"/>
                  </a:lnTo>
                  <a:lnTo>
                    <a:pt x="259077" y="785124"/>
                  </a:lnTo>
                  <a:lnTo>
                    <a:pt x="258786" y="782307"/>
                  </a:lnTo>
                  <a:lnTo>
                    <a:pt x="256680" y="778752"/>
                  </a:lnTo>
                  <a:lnTo>
                    <a:pt x="256985" y="778078"/>
                  </a:lnTo>
                  <a:lnTo>
                    <a:pt x="256964" y="771449"/>
                  </a:lnTo>
                  <a:lnTo>
                    <a:pt x="257698" y="769206"/>
                  </a:lnTo>
                  <a:lnTo>
                    <a:pt x="256933" y="766322"/>
                  </a:lnTo>
                  <a:lnTo>
                    <a:pt x="259203" y="762700"/>
                  </a:lnTo>
                  <a:lnTo>
                    <a:pt x="259117" y="759016"/>
                  </a:lnTo>
                  <a:lnTo>
                    <a:pt x="258432" y="754329"/>
                  </a:lnTo>
                  <a:lnTo>
                    <a:pt x="259204" y="752853"/>
                  </a:lnTo>
                  <a:lnTo>
                    <a:pt x="261026" y="751326"/>
                  </a:lnTo>
                  <a:lnTo>
                    <a:pt x="261990" y="749077"/>
                  </a:lnTo>
                  <a:lnTo>
                    <a:pt x="261173" y="748489"/>
                  </a:lnTo>
                  <a:lnTo>
                    <a:pt x="259571" y="744974"/>
                  </a:lnTo>
                  <a:lnTo>
                    <a:pt x="258500" y="744058"/>
                  </a:lnTo>
                  <a:lnTo>
                    <a:pt x="257480" y="742431"/>
                  </a:lnTo>
                  <a:lnTo>
                    <a:pt x="257710" y="742006"/>
                  </a:lnTo>
                  <a:lnTo>
                    <a:pt x="257271" y="741662"/>
                  </a:lnTo>
                  <a:lnTo>
                    <a:pt x="258638" y="739840"/>
                  </a:lnTo>
                  <a:lnTo>
                    <a:pt x="258360" y="737588"/>
                  </a:lnTo>
                  <a:lnTo>
                    <a:pt x="258689" y="736875"/>
                  </a:lnTo>
                  <a:lnTo>
                    <a:pt x="257670" y="736086"/>
                  </a:lnTo>
                  <a:lnTo>
                    <a:pt x="256959" y="735008"/>
                  </a:lnTo>
                  <a:lnTo>
                    <a:pt x="256640" y="733824"/>
                  </a:lnTo>
                  <a:lnTo>
                    <a:pt x="256744" y="732627"/>
                  </a:lnTo>
                  <a:lnTo>
                    <a:pt x="257817" y="730658"/>
                  </a:lnTo>
                  <a:lnTo>
                    <a:pt x="257704" y="728363"/>
                  </a:lnTo>
                  <a:lnTo>
                    <a:pt x="257869" y="727679"/>
                  </a:lnTo>
                  <a:lnTo>
                    <a:pt x="258276" y="727188"/>
                  </a:lnTo>
                  <a:lnTo>
                    <a:pt x="256399" y="722864"/>
                  </a:lnTo>
                  <a:lnTo>
                    <a:pt x="256823" y="721961"/>
                  </a:lnTo>
                  <a:lnTo>
                    <a:pt x="256355" y="721412"/>
                  </a:lnTo>
                  <a:lnTo>
                    <a:pt x="266946" y="719822"/>
                  </a:lnTo>
                  <a:lnTo>
                    <a:pt x="267573" y="719998"/>
                  </a:lnTo>
                  <a:lnTo>
                    <a:pt x="269365" y="719537"/>
                  </a:lnTo>
                  <a:lnTo>
                    <a:pt x="269699" y="718559"/>
                  </a:lnTo>
                  <a:lnTo>
                    <a:pt x="271626" y="716044"/>
                  </a:lnTo>
                  <a:lnTo>
                    <a:pt x="272916" y="714862"/>
                  </a:lnTo>
                  <a:lnTo>
                    <a:pt x="273994" y="713247"/>
                  </a:lnTo>
                  <a:lnTo>
                    <a:pt x="274607" y="712102"/>
                  </a:lnTo>
                  <a:lnTo>
                    <a:pt x="275561" y="709316"/>
                  </a:lnTo>
                  <a:lnTo>
                    <a:pt x="277190" y="707157"/>
                  </a:lnTo>
                  <a:lnTo>
                    <a:pt x="280775" y="703609"/>
                  </a:lnTo>
                  <a:lnTo>
                    <a:pt x="284887" y="700137"/>
                  </a:lnTo>
                  <a:lnTo>
                    <a:pt x="299940" y="690530"/>
                  </a:lnTo>
                  <a:lnTo>
                    <a:pt x="300705" y="689267"/>
                  </a:lnTo>
                  <a:lnTo>
                    <a:pt x="301083" y="687689"/>
                  </a:lnTo>
                  <a:lnTo>
                    <a:pt x="301241" y="685349"/>
                  </a:lnTo>
                  <a:lnTo>
                    <a:pt x="300770" y="682716"/>
                  </a:lnTo>
                  <a:lnTo>
                    <a:pt x="299652" y="680336"/>
                  </a:lnTo>
                  <a:lnTo>
                    <a:pt x="297820" y="678198"/>
                  </a:lnTo>
                  <a:lnTo>
                    <a:pt x="295742" y="677472"/>
                  </a:lnTo>
                  <a:lnTo>
                    <a:pt x="289855" y="672832"/>
                  </a:lnTo>
                  <a:lnTo>
                    <a:pt x="293824" y="663823"/>
                  </a:lnTo>
                  <a:lnTo>
                    <a:pt x="299278" y="659067"/>
                  </a:lnTo>
                  <a:lnTo>
                    <a:pt x="298355" y="650465"/>
                  </a:lnTo>
                  <a:lnTo>
                    <a:pt x="296193" y="648244"/>
                  </a:lnTo>
                  <a:lnTo>
                    <a:pt x="293341" y="643368"/>
                  </a:lnTo>
                  <a:lnTo>
                    <a:pt x="292804" y="642087"/>
                  </a:lnTo>
                  <a:lnTo>
                    <a:pt x="293277" y="636080"/>
                  </a:lnTo>
                  <a:lnTo>
                    <a:pt x="295209" y="630728"/>
                  </a:lnTo>
                  <a:lnTo>
                    <a:pt x="296674" y="630539"/>
                  </a:lnTo>
                  <a:lnTo>
                    <a:pt x="297421" y="631001"/>
                  </a:lnTo>
                  <a:lnTo>
                    <a:pt x="297848" y="630779"/>
                  </a:lnTo>
                  <a:lnTo>
                    <a:pt x="298663" y="631016"/>
                  </a:lnTo>
                  <a:lnTo>
                    <a:pt x="298917" y="630744"/>
                  </a:lnTo>
                  <a:lnTo>
                    <a:pt x="301159" y="631907"/>
                  </a:lnTo>
                  <a:lnTo>
                    <a:pt x="302470" y="631850"/>
                  </a:lnTo>
                  <a:lnTo>
                    <a:pt x="304115" y="632113"/>
                  </a:lnTo>
                  <a:lnTo>
                    <a:pt x="304310" y="631878"/>
                  </a:lnTo>
                  <a:lnTo>
                    <a:pt x="305431" y="632078"/>
                  </a:lnTo>
                  <a:lnTo>
                    <a:pt x="307757" y="631441"/>
                  </a:lnTo>
                  <a:lnTo>
                    <a:pt x="314355" y="632069"/>
                  </a:lnTo>
                  <a:lnTo>
                    <a:pt x="316816" y="629996"/>
                  </a:lnTo>
                  <a:lnTo>
                    <a:pt x="320441" y="627717"/>
                  </a:lnTo>
                  <a:lnTo>
                    <a:pt x="324383" y="626738"/>
                  </a:lnTo>
                  <a:lnTo>
                    <a:pt x="326143" y="626956"/>
                  </a:lnTo>
                  <a:lnTo>
                    <a:pt x="327214" y="624234"/>
                  </a:lnTo>
                  <a:lnTo>
                    <a:pt x="329355" y="621837"/>
                  </a:lnTo>
                  <a:lnTo>
                    <a:pt x="335276" y="620015"/>
                  </a:lnTo>
                  <a:lnTo>
                    <a:pt x="336288" y="609524"/>
                  </a:lnTo>
                  <a:lnTo>
                    <a:pt x="337392" y="602532"/>
                  </a:lnTo>
                  <a:lnTo>
                    <a:pt x="333558" y="593779"/>
                  </a:lnTo>
                  <a:lnTo>
                    <a:pt x="333581" y="593192"/>
                  </a:lnTo>
                  <a:lnTo>
                    <a:pt x="332829" y="590482"/>
                  </a:lnTo>
                  <a:lnTo>
                    <a:pt x="332194" y="589813"/>
                  </a:lnTo>
                  <a:lnTo>
                    <a:pt x="330974" y="586692"/>
                  </a:lnTo>
                  <a:lnTo>
                    <a:pt x="331022" y="586121"/>
                  </a:lnTo>
                  <a:lnTo>
                    <a:pt x="331667" y="585666"/>
                  </a:lnTo>
                  <a:lnTo>
                    <a:pt x="331558" y="585290"/>
                  </a:lnTo>
                  <a:lnTo>
                    <a:pt x="330184" y="583461"/>
                  </a:lnTo>
                  <a:lnTo>
                    <a:pt x="329706" y="583437"/>
                  </a:lnTo>
                  <a:lnTo>
                    <a:pt x="329006" y="581421"/>
                  </a:lnTo>
                  <a:lnTo>
                    <a:pt x="329390" y="580550"/>
                  </a:lnTo>
                  <a:lnTo>
                    <a:pt x="329387" y="579900"/>
                  </a:lnTo>
                  <a:lnTo>
                    <a:pt x="329993" y="578917"/>
                  </a:lnTo>
                  <a:lnTo>
                    <a:pt x="330088" y="578028"/>
                  </a:lnTo>
                  <a:lnTo>
                    <a:pt x="329786" y="577523"/>
                  </a:lnTo>
                  <a:lnTo>
                    <a:pt x="329655" y="575533"/>
                  </a:lnTo>
                  <a:lnTo>
                    <a:pt x="329824" y="574733"/>
                  </a:lnTo>
                  <a:lnTo>
                    <a:pt x="329725" y="573340"/>
                  </a:lnTo>
                  <a:lnTo>
                    <a:pt x="330025" y="571845"/>
                  </a:lnTo>
                  <a:lnTo>
                    <a:pt x="330101" y="568240"/>
                  </a:lnTo>
                  <a:lnTo>
                    <a:pt x="330381" y="567320"/>
                  </a:lnTo>
                  <a:lnTo>
                    <a:pt x="330487" y="565367"/>
                  </a:lnTo>
                  <a:lnTo>
                    <a:pt x="329744" y="561275"/>
                  </a:lnTo>
                  <a:lnTo>
                    <a:pt x="329998" y="560766"/>
                  </a:lnTo>
                  <a:lnTo>
                    <a:pt x="329249" y="559224"/>
                  </a:lnTo>
                  <a:lnTo>
                    <a:pt x="329407" y="558747"/>
                  </a:lnTo>
                  <a:lnTo>
                    <a:pt x="329141" y="557619"/>
                  </a:lnTo>
                  <a:lnTo>
                    <a:pt x="329149" y="555116"/>
                  </a:lnTo>
                  <a:lnTo>
                    <a:pt x="328540" y="552770"/>
                  </a:lnTo>
                  <a:lnTo>
                    <a:pt x="328791" y="551678"/>
                  </a:lnTo>
                  <a:lnTo>
                    <a:pt x="328350" y="549805"/>
                  </a:lnTo>
                  <a:lnTo>
                    <a:pt x="327789" y="549093"/>
                  </a:lnTo>
                  <a:lnTo>
                    <a:pt x="327685" y="548423"/>
                  </a:lnTo>
                  <a:lnTo>
                    <a:pt x="325981" y="545520"/>
                  </a:lnTo>
                  <a:lnTo>
                    <a:pt x="327260" y="543020"/>
                  </a:lnTo>
                  <a:lnTo>
                    <a:pt x="327155" y="541824"/>
                  </a:lnTo>
                  <a:lnTo>
                    <a:pt x="327475" y="540852"/>
                  </a:lnTo>
                  <a:lnTo>
                    <a:pt x="327507" y="539645"/>
                  </a:lnTo>
                  <a:lnTo>
                    <a:pt x="327127" y="538438"/>
                  </a:lnTo>
                  <a:lnTo>
                    <a:pt x="326427" y="537257"/>
                  </a:lnTo>
                  <a:lnTo>
                    <a:pt x="326455" y="536768"/>
                  </a:lnTo>
                  <a:lnTo>
                    <a:pt x="325797" y="535041"/>
                  </a:lnTo>
                  <a:lnTo>
                    <a:pt x="325934" y="534256"/>
                  </a:lnTo>
                  <a:lnTo>
                    <a:pt x="325560" y="531719"/>
                  </a:lnTo>
                  <a:lnTo>
                    <a:pt x="323902" y="529836"/>
                  </a:lnTo>
                  <a:lnTo>
                    <a:pt x="315139" y="524761"/>
                  </a:lnTo>
                  <a:lnTo>
                    <a:pt x="313577" y="523205"/>
                  </a:lnTo>
                  <a:lnTo>
                    <a:pt x="312023" y="522567"/>
                  </a:lnTo>
                  <a:lnTo>
                    <a:pt x="311956" y="522272"/>
                  </a:lnTo>
                  <a:lnTo>
                    <a:pt x="310126" y="520593"/>
                  </a:lnTo>
                  <a:lnTo>
                    <a:pt x="308946" y="519024"/>
                  </a:lnTo>
                  <a:lnTo>
                    <a:pt x="309047" y="518065"/>
                  </a:lnTo>
                  <a:lnTo>
                    <a:pt x="308389" y="517568"/>
                  </a:lnTo>
                  <a:lnTo>
                    <a:pt x="308020" y="516836"/>
                  </a:lnTo>
                  <a:lnTo>
                    <a:pt x="308370" y="515971"/>
                  </a:lnTo>
                  <a:lnTo>
                    <a:pt x="308292" y="515669"/>
                  </a:lnTo>
                  <a:lnTo>
                    <a:pt x="307679" y="515276"/>
                  </a:lnTo>
                  <a:lnTo>
                    <a:pt x="306816" y="514072"/>
                  </a:lnTo>
                  <a:lnTo>
                    <a:pt x="306514" y="514053"/>
                  </a:lnTo>
                  <a:lnTo>
                    <a:pt x="306042" y="513577"/>
                  </a:lnTo>
                  <a:lnTo>
                    <a:pt x="305965" y="512993"/>
                  </a:lnTo>
                  <a:lnTo>
                    <a:pt x="305401" y="512210"/>
                  </a:lnTo>
                  <a:lnTo>
                    <a:pt x="304611" y="511705"/>
                  </a:lnTo>
                  <a:lnTo>
                    <a:pt x="304522" y="511127"/>
                  </a:lnTo>
                  <a:lnTo>
                    <a:pt x="303778" y="510204"/>
                  </a:lnTo>
                  <a:lnTo>
                    <a:pt x="303752" y="508826"/>
                  </a:lnTo>
                  <a:lnTo>
                    <a:pt x="302854" y="508707"/>
                  </a:lnTo>
                  <a:lnTo>
                    <a:pt x="300864" y="507835"/>
                  </a:lnTo>
                  <a:lnTo>
                    <a:pt x="300138" y="506277"/>
                  </a:lnTo>
                  <a:lnTo>
                    <a:pt x="299395" y="505793"/>
                  </a:lnTo>
                  <a:lnTo>
                    <a:pt x="299102" y="504313"/>
                  </a:lnTo>
                  <a:lnTo>
                    <a:pt x="298045" y="502817"/>
                  </a:lnTo>
                  <a:lnTo>
                    <a:pt x="297215" y="500794"/>
                  </a:lnTo>
                  <a:lnTo>
                    <a:pt x="297273" y="500323"/>
                  </a:lnTo>
                  <a:lnTo>
                    <a:pt x="296397" y="499192"/>
                  </a:lnTo>
                  <a:lnTo>
                    <a:pt x="296237" y="498480"/>
                  </a:lnTo>
                  <a:lnTo>
                    <a:pt x="295888" y="498370"/>
                  </a:lnTo>
                  <a:lnTo>
                    <a:pt x="294322" y="498694"/>
                  </a:lnTo>
                  <a:lnTo>
                    <a:pt x="293498" y="498418"/>
                  </a:lnTo>
                  <a:lnTo>
                    <a:pt x="293240" y="497613"/>
                  </a:lnTo>
                  <a:lnTo>
                    <a:pt x="292845" y="497775"/>
                  </a:lnTo>
                  <a:lnTo>
                    <a:pt x="290975" y="496359"/>
                  </a:lnTo>
                  <a:lnTo>
                    <a:pt x="290728" y="496473"/>
                  </a:lnTo>
                  <a:lnTo>
                    <a:pt x="289480" y="494112"/>
                  </a:lnTo>
                  <a:lnTo>
                    <a:pt x="288780" y="493762"/>
                  </a:lnTo>
                  <a:lnTo>
                    <a:pt x="288174" y="492961"/>
                  </a:lnTo>
                  <a:lnTo>
                    <a:pt x="287267" y="492540"/>
                  </a:lnTo>
                  <a:lnTo>
                    <a:pt x="286259" y="491487"/>
                  </a:lnTo>
                  <a:lnTo>
                    <a:pt x="286080" y="490839"/>
                  </a:lnTo>
                  <a:lnTo>
                    <a:pt x="284614" y="489725"/>
                  </a:lnTo>
                  <a:lnTo>
                    <a:pt x="284252" y="488454"/>
                  </a:lnTo>
                  <a:lnTo>
                    <a:pt x="284652" y="487891"/>
                  </a:lnTo>
                  <a:lnTo>
                    <a:pt x="284121" y="486898"/>
                  </a:lnTo>
                  <a:lnTo>
                    <a:pt x="284405" y="485163"/>
                  </a:lnTo>
                  <a:lnTo>
                    <a:pt x="283676" y="484183"/>
                  </a:lnTo>
                  <a:lnTo>
                    <a:pt x="283889" y="483419"/>
                  </a:lnTo>
                  <a:lnTo>
                    <a:pt x="282751" y="480664"/>
                  </a:lnTo>
                  <a:lnTo>
                    <a:pt x="282458" y="479468"/>
                  </a:lnTo>
                  <a:lnTo>
                    <a:pt x="282329" y="477606"/>
                  </a:lnTo>
                  <a:lnTo>
                    <a:pt x="282049" y="476718"/>
                  </a:lnTo>
                  <a:lnTo>
                    <a:pt x="280192" y="474230"/>
                  </a:lnTo>
                  <a:lnTo>
                    <a:pt x="278627" y="472961"/>
                  </a:lnTo>
                  <a:lnTo>
                    <a:pt x="276516" y="472294"/>
                  </a:lnTo>
                  <a:lnTo>
                    <a:pt x="275764" y="471682"/>
                  </a:lnTo>
                  <a:lnTo>
                    <a:pt x="276072" y="470508"/>
                  </a:lnTo>
                  <a:lnTo>
                    <a:pt x="275773" y="470191"/>
                  </a:lnTo>
                  <a:lnTo>
                    <a:pt x="274470" y="469850"/>
                  </a:lnTo>
                  <a:lnTo>
                    <a:pt x="273463" y="467728"/>
                  </a:lnTo>
                  <a:lnTo>
                    <a:pt x="272579" y="466886"/>
                  </a:lnTo>
                  <a:lnTo>
                    <a:pt x="272498" y="465576"/>
                  </a:lnTo>
                  <a:lnTo>
                    <a:pt x="272270" y="465106"/>
                  </a:lnTo>
                  <a:lnTo>
                    <a:pt x="271302" y="464136"/>
                  </a:lnTo>
                  <a:lnTo>
                    <a:pt x="269421" y="462906"/>
                  </a:lnTo>
                  <a:lnTo>
                    <a:pt x="269401" y="461947"/>
                  </a:lnTo>
                  <a:lnTo>
                    <a:pt x="268902" y="461084"/>
                  </a:lnTo>
                  <a:lnTo>
                    <a:pt x="269121" y="459041"/>
                  </a:lnTo>
                  <a:lnTo>
                    <a:pt x="268731" y="458826"/>
                  </a:lnTo>
                  <a:lnTo>
                    <a:pt x="267643" y="458823"/>
                  </a:lnTo>
                  <a:lnTo>
                    <a:pt x="266992" y="458451"/>
                  </a:lnTo>
                  <a:lnTo>
                    <a:pt x="263532" y="453530"/>
                  </a:lnTo>
                  <a:lnTo>
                    <a:pt x="261497" y="449674"/>
                  </a:lnTo>
                  <a:lnTo>
                    <a:pt x="258889" y="451397"/>
                  </a:lnTo>
                  <a:lnTo>
                    <a:pt x="256277" y="452408"/>
                  </a:lnTo>
                  <a:lnTo>
                    <a:pt x="249766" y="453504"/>
                  </a:lnTo>
                  <a:lnTo>
                    <a:pt x="249729" y="453315"/>
                  </a:lnTo>
                  <a:lnTo>
                    <a:pt x="249234" y="451749"/>
                  </a:lnTo>
                  <a:lnTo>
                    <a:pt x="248193" y="450456"/>
                  </a:lnTo>
                  <a:lnTo>
                    <a:pt x="244641" y="443802"/>
                  </a:lnTo>
                  <a:lnTo>
                    <a:pt x="243207" y="441877"/>
                  </a:lnTo>
                  <a:lnTo>
                    <a:pt x="241313" y="438109"/>
                  </a:lnTo>
                  <a:lnTo>
                    <a:pt x="242615" y="437536"/>
                  </a:lnTo>
                  <a:lnTo>
                    <a:pt x="242779" y="437832"/>
                  </a:lnTo>
                  <a:lnTo>
                    <a:pt x="244097" y="437408"/>
                  </a:lnTo>
                  <a:lnTo>
                    <a:pt x="248161" y="435773"/>
                  </a:lnTo>
                  <a:lnTo>
                    <a:pt x="247848" y="435137"/>
                  </a:lnTo>
                  <a:lnTo>
                    <a:pt x="248228" y="434794"/>
                  </a:lnTo>
                  <a:lnTo>
                    <a:pt x="248198" y="434040"/>
                  </a:lnTo>
                  <a:lnTo>
                    <a:pt x="247281" y="433956"/>
                  </a:lnTo>
                  <a:lnTo>
                    <a:pt x="246126" y="434525"/>
                  </a:lnTo>
                  <a:lnTo>
                    <a:pt x="244673" y="433670"/>
                  </a:lnTo>
                  <a:lnTo>
                    <a:pt x="243574" y="433973"/>
                  </a:lnTo>
                  <a:lnTo>
                    <a:pt x="240781" y="434000"/>
                  </a:lnTo>
                  <a:lnTo>
                    <a:pt x="239956" y="434250"/>
                  </a:lnTo>
                  <a:lnTo>
                    <a:pt x="239726" y="433479"/>
                  </a:lnTo>
                  <a:lnTo>
                    <a:pt x="239211" y="433478"/>
                  </a:lnTo>
                  <a:lnTo>
                    <a:pt x="239488" y="432785"/>
                  </a:lnTo>
                  <a:lnTo>
                    <a:pt x="238302" y="428394"/>
                  </a:lnTo>
                  <a:lnTo>
                    <a:pt x="236856" y="427764"/>
                  </a:lnTo>
                  <a:lnTo>
                    <a:pt x="235888" y="426991"/>
                  </a:lnTo>
                  <a:lnTo>
                    <a:pt x="234901" y="425742"/>
                  </a:lnTo>
                  <a:lnTo>
                    <a:pt x="234561" y="423599"/>
                  </a:lnTo>
                  <a:lnTo>
                    <a:pt x="229161" y="408819"/>
                  </a:lnTo>
                  <a:lnTo>
                    <a:pt x="227709" y="407849"/>
                  </a:lnTo>
                  <a:lnTo>
                    <a:pt x="225896" y="407059"/>
                  </a:lnTo>
                  <a:lnTo>
                    <a:pt x="225189" y="406109"/>
                  </a:lnTo>
                  <a:lnTo>
                    <a:pt x="224821" y="404522"/>
                  </a:lnTo>
                  <a:lnTo>
                    <a:pt x="222346" y="402644"/>
                  </a:lnTo>
                  <a:lnTo>
                    <a:pt x="226307" y="397488"/>
                  </a:lnTo>
                  <a:lnTo>
                    <a:pt x="226867" y="395434"/>
                  </a:lnTo>
                  <a:lnTo>
                    <a:pt x="227278" y="391558"/>
                  </a:lnTo>
                  <a:lnTo>
                    <a:pt x="226832" y="389890"/>
                  </a:lnTo>
                  <a:lnTo>
                    <a:pt x="226974" y="389725"/>
                  </a:lnTo>
                  <a:lnTo>
                    <a:pt x="223932" y="389302"/>
                  </a:lnTo>
                  <a:lnTo>
                    <a:pt x="222468" y="389904"/>
                  </a:lnTo>
                  <a:lnTo>
                    <a:pt x="221938" y="389432"/>
                  </a:lnTo>
                  <a:lnTo>
                    <a:pt x="220622" y="389285"/>
                  </a:lnTo>
                  <a:lnTo>
                    <a:pt x="219819" y="390198"/>
                  </a:lnTo>
                  <a:lnTo>
                    <a:pt x="215122" y="390416"/>
                  </a:lnTo>
                  <a:lnTo>
                    <a:pt x="213325" y="390785"/>
                  </a:lnTo>
                  <a:lnTo>
                    <a:pt x="208256" y="390907"/>
                  </a:lnTo>
                  <a:lnTo>
                    <a:pt x="207598" y="391455"/>
                  </a:lnTo>
                  <a:lnTo>
                    <a:pt x="206000" y="391765"/>
                  </a:lnTo>
                  <a:lnTo>
                    <a:pt x="205261" y="392288"/>
                  </a:lnTo>
                  <a:lnTo>
                    <a:pt x="204244" y="392612"/>
                  </a:lnTo>
                  <a:lnTo>
                    <a:pt x="197688" y="390777"/>
                  </a:lnTo>
                  <a:lnTo>
                    <a:pt x="195495" y="389943"/>
                  </a:lnTo>
                  <a:lnTo>
                    <a:pt x="193181" y="388494"/>
                  </a:lnTo>
                  <a:lnTo>
                    <a:pt x="189749" y="387716"/>
                  </a:lnTo>
                  <a:lnTo>
                    <a:pt x="187849" y="386860"/>
                  </a:lnTo>
                  <a:lnTo>
                    <a:pt x="187428" y="386776"/>
                  </a:lnTo>
                  <a:lnTo>
                    <a:pt x="186262" y="387097"/>
                  </a:lnTo>
                  <a:lnTo>
                    <a:pt x="185295" y="386772"/>
                  </a:lnTo>
                  <a:lnTo>
                    <a:pt x="184001" y="385708"/>
                  </a:lnTo>
                  <a:lnTo>
                    <a:pt x="182403" y="383492"/>
                  </a:lnTo>
                  <a:lnTo>
                    <a:pt x="170515" y="376864"/>
                  </a:lnTo>
                  <a:lnTo>
                    <a:pt x="167230" y="375968"/>
                  </a:lnTo>
                  <a:lnTo>
                    <a:pt x="166072" y="375247"/>
                  </a:lnTo>
                  <a:lnTo>
                    <a:pt x="163229" y="375753"/>
                  </a:lnTo>
                  <a:lnTo>
                    <a:pt x="161268" y="374221"/>
                  </a:lnTo>
                  <a:lnTo>
                    <a:pt x="160096" y="373959"/>
                  </a:lnTo>
                  <a:lnTo>
                    <a:pt x="158659" y="373982"/>
                  </a:lnTo>
                  <a:lnTo>
                    <a:pt x="155428" y="375420"/>
                  </a:lnTo>
                  <a:lnTo>
                    <a:pt x="155481" y="377141"/>
                  </a:lnTo>
                  <a:lnTo>
                    <a:pt x="153167" y="378909"/>
                  </a:lnTo>
                  <a:lnTo>
                    <a:pt x="152354" y="379155"/>
                  </a:lnTo>
                  <a:lnTo>
                    <a:pt x="151651" y="378743"/>
                  </a:lnTo>
                  <a:lnTo>
                    <a:pt x="151087" y="378777"/>
                  </a:lnTo>
                  <a:lnTo>
                    <a:pt x="148998" y="379720"/>
                  </a:lnTo>
                  <a:lnTo>
                    <a:pt x="145940" y="380097"/>
                  </a:lnTo>
                  <a:lnTo>
                    <a:pt x="144981" y="380574"/>
                  </a:lnTo>
                  <a:lnTo>
                    <a:pt x="144314" y="380403"/>
                  </a:lnTo>
                  <a:lnTo>
                    <a:pt x="143647" y="380932"/>
                  </a:lnTo>
                  <a:lnTo>
                    <a:pt x="140610" y="381777"/>
                  </a:lnTo>
                  <a:lnTo>
                    <a:pt x="139394" y="382333"/>
                  </a:lnTo>
                  <a:lnTo>
                    <a:pt x="137133" y="382295"/>
                  </a:lnTo>
                  <a:lnTo>
                    <a:pt x="135402" y="381909"/>
                  </a:lnTo>
                  <a:lnTo>
                    <a:pt x="134496" y="381333"/>
                  </a:lnTo>
                  <a:lnTo>
                    <a:pt x="131900" y="378933"/>
                  </a:lnTo>
                  <a:lnTo>
                    <a:pt x="130576" y="378671"/>
                  </a:lnTo>
                  <a:lnTo>
                    <a:pt x="128120" y="378835"/>
                  </a:lnTo>
                  <a:lnTo>
                    <a:pt x="126551" y="379508"/>
                  </a:lnTo>
                  <a:lnTo>
                    <a:pt x="116282" y="379726"/>
                  </a:lnTo>
                  <a:lnTo>
                    <a:pt x="116002" y="376246"/>
                  </a:lnTo>
                  <a:lnTo>
                    <a:pt x="116885" y="374507"/>
                  </a:lnTo>
                  <a:lnTo>
                    <a:pt x="120987" y="364061"/>
                  </a:lnTo>
                  <a:lnTo>
                    <a:pt x="127307" y="364041"/>
                  </a:lnTo>
                  <a:lnTo>
                    <a:pt x="137860" y="360338"/>
                  </a:lnTo>
                  <a:lnTo>
                    <a:pt x="141723" y="348866"/>
                  </a:lnTo>
                  <a:lnTo>
                    <a:pt x="145472" y="336661"/>
                  </a:lnTo>
                  <a:lnTo>
                    <a:pt x="142401" y="331492"/>
                  </a:lnTo>
                  <a:lnTo>
                    <a:pt x="137119" y="324543"/>
                  </a:lnTo>
                  <a:lnTo>
                    <a:pt x="134432" y="323935"/>
                  </a:lnTo>
                  <a:lnTo>
                    <a:pt x="129873" y="322383"/>
                  </a:lnTo>
                  <a:lnTo>
                    <a:pt x="127086" y="322101"/>
                  </a:lnTo>
                  <a:lnTo>
                    <a:pt x="124976" y="319696"/>
                  </a:lnTo>
                  <a:lnTo>
                    <a:pt x="122241" y="319366"/>
                  </a:lnTo>
                  <a:lnTo>
                    <a:pt x="120210" y="320252"/>
                  </a:lnTo>
                  <a:lnTo>
                    <a:pt x="118592" y="319933"/>
                  </a:lnTo>
                  <a:lnTo>
                    <a:pt x="117127" y="320336"/>
                  </a:lnTo>
                  <a:lnTo>
                    <a:pt x="113074" y="320831"/>
                  </a:lnTo>
                  <a:lnTo>
                    <a:pt x="111548" y="319674"/>
                  </a:lnTo>
                  <a:lnTo>
                    <a:pt x="107703" y="319453"/>
                  </a:lnTo>
                  <a:lnTo>
                    <a:pt x="102562" y="320390"/>
                  </a:lnTo>
                  <a:lnTo>
                    <a:pt x="98068" y="316436"/>
                  </a:lnTo>
                  <a:lnTo>
                    <a:pt x="95619" y="314894"/>
                  </a:lnTo>
                  <a:lnTo>
                    <a:pt x="94326" y="313762"/>
                  </a:lnTo>
                  <a:lnTo>
                    <a:pt x="92908" y="311078"/>
                  </a:lnTo>
                  <a:lnTo>
                    <a:pt x="89962" y="308576"/>
                  </a:lnTo>
                  <a:lnTo>
                    <a:pt x="89106" y="308179"/>
                  </a:lnTo>
                  <a:lnTo>
                    <a:pt x="87234" y="306443"/>
                  </a:lnTo>
                  <a:lnTo>
                    <a:pt x="86681" y="306531"/>
                  </a:lnTo>
                  <a:lnTo>
                    <a:pt x="86385" y="306115"/>
                  </a:lnTo>
                  <a:lnTo>
                    <a:pt x="84341" y="305519"/>
                  </a:lnTo>
                  <a:lnTo>
                    <a:pt x="82843" y="302333"/>
                  </a:lnTo>
                  <a:lnTo>
                    <a:pt x="82197" y="301456"/>
                  </a:lnTo>
                  <a:lnTo>
                    <a:pt x="80594" y="301540"/>
                  </a:lnTo>
                  <a:lnTo>
                    <a:pt x="79894" y="301290"/>
                  </a:lnTo>
                  <a:lnTo>
                    <a:pt x="79751" y="301590"/>
                  </a:lnTo>
                  <a:lnTo>
                    <a:pt x="79074" y="301619"/>
                  </a:lnTo>
                  <a:lnTo>
                    <a:pt x="78926" y="301887"/>
                  </a:lnTo>
                  <a:lnTo>
                    <a:pt x="78040" y="301345"/>
                  </a:lnTo>
                  <a:lnTo>
                    <a:pt x="76735" y="301477"/>
                  </a:lnTo>
                  <a:lnTo>
                    <a:pt x="75661" y="300968"/>
                  </a:lnTo>
                  <a:lnTo>
                    <a:pt x="75040" y="301047"/>
                  </a:lnTo>
                  <a:lnTo>
                    <a:pt x="73310" y="300206"/>
                  </a:lnTo>
                  <a:lnTo>
                    <a:pt x="71512" y="299648"/>
                  </a:lnTo>
                  <a:lnTo>
                    <a:pt x="69670" y="299752"/>
                  </a:lnTo>
                  <a:lnTo>
                    <a:pt x="69297" y="299463"/>
                  </a:lnTo>
                  <a:lnTo>
                    <a:pt x="68762" y="298242"/>
                  </a:lnTo>
                  <a:lnTo>
                    <a:pt x="67912" y="297475"/>
                  </a:lnTo>
                  <a:lnTo>
                    <a:pt x="66972" y="297044"/>
                  </a:lnTo>
                  <a:lnTo>
                    <a:pt x="66522" y="296396"/>
                  </a:lnTo>
                  <a:lnTo>
                    <a:pt x="65968" y="294668"/>
                  </a:lnTo>
                  <a:lnTo>
                    <a:pt x="65166" y="293822"/>
                  </a:lnTo>
                  <a:lnTo>
                    <a:pt x="64852" y="291849"/>
                  </a:lnTo>
                  <a:lnTo>
                    <a:pt x="64181" y="290949"/>
                  </a:lnTo>
                  <a:lnTo>
                    <a:pt x="63794" y="289886"/>
                  </a:lnTo>
                  <a:lnTo>
                    <a:pt x="62550" y="289062"/>
                  </a:lnTo>
                  <a:lnTo>
                    <a:pt x="61915" y="288292"/>
                  </a:lnTo>
                  <a:lnTo>
                    <a:pt x="60832" y="288370"/>
                  </a:lnTo>
                  <a:lnTo>
                    <a:pt x="59709" y="287936"/>
                  </a:lnTo>
                  <a:lnTo>
                    <a:pt x="59267" y="287585"/>
                  </a:lnTo>
                  <a:lnTo>
                    <a:pt x="58870" y="286521"/>
                  </a:lnTo>
                  <a:lnTo>
                    <a:pt x="55801" y="285905"/>
                  </a:lnTo>
                  <a:lnTo>
                    <a:pt x="56594" y="284638"/>
                  </a:lnTo>
                  <a:lnTo>
                    <a:pt x="57225" y="282992"/>
                  </a:lnTo>
                  <a:lnTo>
                    <a:pt x="57857" y="282559"/>
                  </a:lnTo>
                  <a:lnTo>
                    <a:pt x="58893" y="280176"/>
                  </a:lnTo>
                  <a:lnTo>
                    <a:pt x="58584" y="277446"/>
                  </a:lnTo>
                  <a:lnTo>
                    <a:pt x="57275" y="275904"/>
                  </a:lnTo>
                  <a:lnTo>
                    <a:pt x="56700" y="274256"/>
                  </a:lnTo>
                  <a:lnTo>
                    <a:pt x="55011" y="272222"/>
                  </a:lnTo>
                  <a:lnTo>
                    <a:pt x="54207" y="271883"/>
                  </a:lnTo>
                  <a:lnTo>
                    <a:pt x="53249" y="270998"/>
                  </a:lnTo>
                  <a:lnTo>
                    <a:pt x="51296" y="270008"/>
                  </a:lnTo>
                  <a:lnTo>
                    <a:pt x="50911" y="269485"/>
                  </a:lnTo>
                  <a:lnTo>
                    <a:pt x="50438" y="269366"/>
                  </a:lnTo>
                  <a:lnTo>
                    <a:pt x="49896" y="268850"/>
                  </a:lnTo>
                  <a:lnTo>
                    <a:pt x="49257" y="267810"/>
                  </a:lnTo>
                  <a:lnTo>
                    <a:pt x="48981" y="267918"/>
                  </a:lnTo>
                  <a:lnTo>
                    <a:pt x="48241" y="267407"/>
                  </a:lnTo>
                  <a:lnTo>
                    <a:pt x="47635" y="266510"/>
                  </a:lnTo>
                  <a:lnTo>
                    <a:pt x="46560" y="265832"/>
                  </a:lnTo>
                  <a:lnTo>
                    <a:pt x="46189" y="264767"/>
                  </a:lnTo>
                  <a:lnTo>
                    <a:pt x="45010" y="263661"/>
                  </a:lnTo>
                  <a:lnTo>
                    <a:pt x="49392" y="258735"/>
                  </a:lnTo>
                  <a:lnTo>
                    <a:pt x="54555" y="243751"/>
                  </a:lnTo>
                  <a:lnTo>
                    <a:pt x="48934" y="241923"/>
                  </a:lnTo>
                  <a:lnTo>
                    <a:pt x="44782" y="238587"/>
                  </a:lnTo>
                  <a:lnTo>
                    <a:pt x="41340" y="238206"/>
                  </a:lnTo>
                  <a:lnTo>
                    <a:pt x="38265" y="234492"/>
                  </a:lnTo>
                  <a:lnTo>
                    <a:pt x="39421" y="232310"/>
                  </a:lnTo>
                  <a:lnTo>
                    <a:pt x="31085" y="216538"/>
                  </a:lnTo>
                  <a:lnTo>
                    <a:pt x="29862" y="215075"/>
                  </a:lnTo>
                  <a:lnTo>
                    <a:pt x="29506" y="213986"/>
                  </a:lnTo>
                  <a:lnTo>
                    <a:pt x="29541" y="213058"/>
                  </a:lnTo>
                  <a:lnTo>
                    <a:pt x="29824" y="212428"/>
                  </a:lnTo>
                  <a:lnTo>
                    <a:pt x="30135" y="212267"/>
                  </a:lnTo>
                  <a:lnTo>
                    <a:pt x="30409" y="211463"/>
                  </a:lnTo>
                  <a:lnTo>
                    <a:pt x="29864" y="210369"/>
                  </a:lnTo>
                  <a:lnTo>
                    <a:pt x="29690" y="209283"/>
                  </a:lnTo>
                  <a:lnTo>
                    <a:pt x="28949" y="207855"/>
                  </a:lnTo>
                  <a:lnTo>
                    <a:pt x="28371" y="205430"/>
                  </a:lnTo>
                  <a:lnTo>
                    <a:pt x="28436" y="203767"/>
                  </a:lnTo>
                  <a:lnTo>
                    <a:pt x="27817" y="202659"/>
                  </a:lnTo>
                  <a:lnTo>
                    <a:pt x="26079" y="201061"/>
                  </a:lnTo>
                  <a:lnTo>
                    <a:pt x="25922" y="199690"/>
                  </a:lnTo>
                  <a:lnTo>
                    <a:pt x="27202" y="198227"/>
                  </a:lnTo>
                  <a:lnTo>
                    <a:pt x="27360" y="197258"/>
                  </a:lnTo>
                  <a:lnTo>
                    <a:pt x="24167" y="197239"/>
                  </a:lnTo>
                  <a:lnTo>
                    <a:pt x="23128" y="196640"/>
                  </a:lnTo>
                  <a:lnTo>
                    <a:pt x="21936" y="196289"/>
                  </a:lnTo>
                  <a:lnTo>
                    <a:pt x="21638" y="196453"/>
                  </a:lnTo>
                  <a:lnTo>
                    <a:pt x="18137" y="196159"/>
                  </a:lnTo>
                  <a:lnTo>
                    <a:pt x="17009" y="196325"/>
                  </a:lnTo>
                  <a:lnTo>
                    <a:pt x="16194" y="196028"/>
                  </a:lnTo>
                  <a:lnTo>
                    <a:pt x="14416" y="196639"/>
                  </a:lnTo>
                  <a:lnTo>
                    <a:pt x="13857" y="197009"/>
                  </a:lnTo>
                  <a:lnTo>
                    <a:pt x="13720" y="197365"/>
                  </a:lnTo>
                  <a:lnTo>
                    <a:pt x="13060" y="197690"/>
                  </a:lnTo>
                  <a:lnTo>
                    <a:pt x="11367" y="197534"/>
                  </a:lnTo>
                  <a:lnTo>
                    <a:pt x="10942" y="197772"/>
                  </a:lnTo>
                  <a:lnTo>
                    <a:pt x="9770" y="196999"/>
                  </a:lnTo>
                  <a:lnTo>
                    <a:pt x="8878" y="197129"/>
                  </a:lnTo>
                  <a:lnTo>
                    <a:pt x="6294" y="196331"/>
                  </a:lnTo>
                  <a:lnTo>
                    <a:pt x="5930" y="195551"/>
                  </a:lnTo>
                  <a:lnTo>
                    <a:pt x="5336" y="195220"/>
                  </a:lnTo>
                  <a:lnTo>
                    <a:pt x="5011" y="194742"/>
                  </a:lnTo>
                  <a:lnTo>
                    <a:pt x="4807" y="194117"/>
                  </a:lnTo>
                  <a:lnTo>
                    <a:pt x="5048" y="193755"/>
                  </a:lnTo>
                  <a:lnTo>
                    <a:pt x="4955" y="193514"/>
                  </a:lnTo>
                  <a:lnTo>
                    <a:pt x="4332" y="193005"/>
                  </a:lnTo>
                  <a:lnTo>
                    <a:pt x="3785" y="192895"/>
                  </a:lnTo>
                  <a:lnTo>
                    <a:pt x="3752" y="192559"/>
                  </a:lnTo>
                  <a:lnTo>
                    <a:pt x="2802" y="191927"/>
                  </a:lnTo>
                  <a:lnTo>
                    <a:pt x="1866" y="190290"/>
                  </a:lnTo>
                  <a:lnTo>
                    <a:pt x="1623" y="189415"/>
                  </a:lnTo>
                  <a:lnTo>
                    <a:pt x="1278" y="189195"/>
                  </a:lnTo>
                  <a:lnTo>
                    <a:pt x="1268" y="188943"/>
                  </a:lnTo>
                  <a:lnTo>
                    <a:pt x="569" y="188662"/>
                  </a:lnTo>
                  <a:lnTo>
                    <a:pt x="0" y="187918"/>
                  </a:lnTo>
                  <a:lnTo>
                    <a:pt x="330" y="186404"/>
                  </a:lnTo>
                  <a:lnTo>
                    <a:pt x="1429" y="184918"/>
                  </a:lnTo>
                  <a:lnTo>
                    <a:pt x="1236" y="184090"/>
                  </a:lnTo>
                  <a:lnTo>
                    <a:pt x="1679" y="183221"/>
                  </a:lnTo>
                  <a:lnTo>
                    <a:pt x="1401" y="182510"/>
                  </a:lnTo>
                  <a:lnTo>
                    <a:pt x="1454" y="181896"/>
                  </a:lnTo>
                  <a:lnTo>
                    <a:pt x="1991" y="181167"/>
                  </a:lnTo>
                  <a:lnTo>
                    <a:pt x="2713" y="180945"/>
                  </a:lnTo>
                  <a:lnTo>
                    <a:pt x="3102" y="180204"/>
                  </a:lnTo>
                  <a:lnTo>
                    <a:pt x="3502" y="179956"/>
                  </a:lnTo>
                  <a:lnTo>
                    <a:pt x="3393" y="178796"/>
                  </a:lnTo>
                  <a:lnTo>
                    <a:pt x="3815" y="178572"/>
                  </a:lnTo>
                  <a:lnTo>
                    <a:pt x="4577" y="177345"/>
                  </a:lnTo>
                  <a:lnTo>
                    <a:pt x="5740" y="176620"/>
                  </a:lnTo>
                  <a:lnTo>
                    <a:pt x="6268" y="174800"/>
                  </a:lnTo>
                  <a:lnTo>
                    <a:pt x="7103" y="174015"/>
                  </a:lnTo>
                  <a:lnTo>
                    <a:pt x="8283" y="173558"/>
                  </a:lnTo>
                  <a:lnTo>
                    <a:pt x="7800" y="172489"/>
                  </a:lnTo>
                  <a:lnTo>
                    <a:pt x="7987" y="172192"/>
                  </a:lnTo>
                  <a:lnTo>
                    <a:pt x="8728" y="171834"/>
                  </a:lnTo>
                  <a:lnTo>
                    <a:pt x="10261" y="171726"/>
                  </a:lnTo>
                  <a:lnTo>
                    <a:pt x="10674" y="171833"/>
                  </a:lnTo>
                  <a:lnTo>
                    <a:pt x="10737" y="172216"/>
                  </a:lnTo>
                  <a:lnTo>
                    <a:pt x="11273" y="172449"/>
                  </a:lnTo>
                  <a:lnTo>
                    <a:pt x="12419" y="172302"/>
                  </a:lnTo>
                  <a:lnTo>
                    <a:pt x="13775" y="170667"/>
                  </a:lnTo>
                  <a:lnTo>
                    <a:pt x="13087" y="169883"/>
                  </a:lnTo>
                  <a:lnTo>
                    <a:pt x="13167" y="169538"/>
                  </a:lnTo>
                  <a:lnTo>
                    <a:pt x="14671" y="169120"/>
                  </a:lnTo>
                  <a:lnTo>
                    <a:pt x="15646" y="169296"/>
                  </a:lnTo>
                  <a:lnTo>
                    <a:pt x="16568" y="168284"/>
                  </a:lnTo>
                  <a:lnTo>
                    <a:pt x="16662" y="167035"/>
                  </a:lnTo>
                  <a:lnTo>
                    <a:pt x="16317" y="166247"/>
                  </a:lnTo>
                  <a:lnTo>
                    <a:pt x="17205" y="165209"/>
                  </a:lnTo>
                  <a:lnTo>
                    <a:pt x="18019" y="164921"/>
                  </a:lnTo>
                  <a:lnTo>
                    <a:pt x="18549" y="164458"/>
                  </a:lnTo>
                  <a:lnTo>
                    <a:pt x="19015" y="164446"/>
                  </a:lnTo>
                  <a:lnTo>
                    <a:pt x="19458" y="163630"/>
                  </a:lnTo>
                  <a:lnTo>
                    <a:pt x="20913" y="163571"/>
                  </a:lnTo>
                  <a:lnTo>
                    <a:pt x="21144" y="162621"/>
                  </a:lnTo>
                  <a:lnTo>
                    <a:pt x="21876" y="162548"/>
                  </a:lnTo>
                  <a:lnTo>
                    <a:pt x="22536" y="161967"/>
                  </a:lnTo>
                  <a:lnTo>
                    <a:pt x="23281" y="161913"/>
                  </a:lnTo>
                  <a:lnTo>
                    <a:pt x="23906" y="160781"/>
                  </a:lnTo>
                  <a:lnTo>
                    <a:pt x="24534" y="160671"/>
                  </a:lnTo>
                  <a:lnTo>
                    <a:pt x="24860" y="159562"/>
                  </a:lnTo>
                  <a:lnTo>
                    <a:pt x="26266" y="159353"/>
                  </a:lnTo>
                  <a:lnTo>
                    <a:pt x="26283" y="158974"/>
                  </a:lnTo>
                  <a:lnTo>
                    <a:pt x="26728" y="158791"/>
                  </a:lnTo>
                  <a:lnTo>
                    <a:pt x="26639" y="158238"/>
                  </a:lnTo>
                  <a:lnTo>
                    <a:pt x="27360" y="157077"/>
                  </a:lnTo>
                  <a:lnTo>
                    <a:pt x="27465" y="154538"/>
                  </a:lnTo>
                  <a:lnTo>
                    <a:pt x="27986" y="154386"/>
                  </a:lnTo>
                  <a:lnTo>
                    <a:pt x="28076" y="153826"/>
                  </a:lnTo>
                  <a:lnTo>
                    <a:pt x="28866" y="152436"/>
                  </a:lnTo>
                  <a:lnTo>
                    <a:pt x="29945" y="152105"/>
                  </a:lnTo>
                  <a:lnTo>
                    <a:pt x="30358" y="152237"/>
                  </a:lnTo>
                  <a:lnTo>
                    <a:pt x="30772" y="151701"/>
                  </a:lnTo>
                  <a:lnTo>
                    <a:pt x="31734" y="148453"/>
                  </a:lnTo>
                  <a:lnTo>
                    <a:pt x="31679" y="148017"/>
                  </a:lnTo>
                  <a:lnTo>
                    <a:pt x="32430" y="147001"/>
                  </a:lnTo>
                  <a:lnTo>
                    <a:pt x="32523" y="146304"/>
                  </a:lnTo>
                  <a:lnTo>
                    <a:pt x="33404" y="145230"/>
                  </a:lnTo>
                  <a:lnTo>
                    <a:pt x="34215" y="144981"/>
                  </a:lnTo>
                  <a:lnTo>
                    <a:pt x="36019" y="143360"/>
                  </a:lnTo>
                  <a:lnTo>
                    <a:pt x="36037" y="142022"/>
                  </a:lnTo>
                  <a:lnTo>
                    <a:pt x="36489" y="141477"/>
                  </a:lnTo>
                  <a:lnTo>
                    <a:pt x="36495" y="141001"/>
                  </a:lnTo>
                  <a:lnTo>
                    <a:pt x="38131" y="140742"/>
                  </a:lnTo>
                  <a:lnTo>
                    <a:pt x="38167" y="140247"/>
                  </a:lnTo>
                  <a:lnTo>
                    <a:pt x="39097" y="139425"/>
                  </a:lnTo>
                  <a:lnTo>
                    <a:pt x="40736" y="139214"/>
                  </a:lnTo>
                  <a:lnTo>
                    <a:pt x="41235" y="137534"/>
                  </a:lnTo>
                  <a:lnTo>
                    <a:pt x="42330" y="136804"/>
                  </a:lnTo>
                  <a:lnTo>
                    <a:pt x="42075" y="135442"/>
                  </a:lnTo>
                  <a:lnTo>
                    <a:pt x="42286" y="134752"/>
                  </a:lnTo>
                  <a:lnTo>
                    <a:pt x="43373" y="134211"/>
                  </a:lnTo>
                  <a:lnTo>
                    <a:pt x="43739" y="133489"/>
                  </a:lnTo>
                  <a:lnTo>
                    <a:pt x="45887" y="132419"/>
                  </a:lnTo>
                  <a:lnTo>
                    <a:pt x="46313" y="130988"/>
                  </a:lnTo>
                  <a:lnTo>
                    <a:pt x="47320" y="130939"/>
                  </a:lnTo>
                  <a:lnTo>
                    <a:pt x="48249" y="130282"/>
                  </a:lnTo>
                  <a:lnTo>
                    <a:pt x="49870" y="128560"/>
                  </a:lnTo>
                  <a:lnTo>
                    <a:pt x="50567" y="128438"/>
                  </a:lnTo>
                  <a:lnTo>
                    <a:pt x="51679" y="127606"/>
                  </a:lnTo>
                  <a:lnTo>
                    <a:pt x="52018" y="126670"/>
                  </a:lnTo>
                  <a:lnTo>
                    <a:pt x="52906" y="126073"/>
                  </a:lnTo>
                  <a:lnTo>
                    <a:pt x="53368" y="125263"/>
                  </a:lnTo>
                  <a:lnTo>
                    <a:pt x="54136" y="124569"/>
                  </a:lnTo>
                  <a:lnTo>
                    <a:pt x="54277" y="123612"/>
                  </a:lnTo>
                  <a:lnTo>
                    <a:pt x="54717" y="123056"/>
                  </a:lnTo>
                  <a:lnTo>
                    <a:pt x="59153" y="119819"/>
                  </a:lnTo>
                  <a:lnTo>
                    <a:pt x="59754" y="120199"/>
                  </a:lnTo>
                  <a:lnTo>
                    <a:pt x="60365" y="120120"/>
                  </a:lnTo>
                  <a:lnTo>
                    <a:pt x="61304" y="119143"/>
                  </a:lnTo>
                  <a:lnTo>
                    <a:pt x="62541" y="118774"/>
                  </a:lnTo>
                  <a:lnTo>
                    <a:pt x="64565" y="116810"/>
                  </a:lnTo>
                  <a:lnTo>
                    <a:pt x="64467" y="117975"/>
                  </a:lnTo>
                  <a:lnTo>
                    <a:pt x="64775" y="118871"/>
                  </a:lnTo>
                  <a:lnTo>
                    <a:pt x="64522" y="120211"/>
                  </a:lnTo>
                  <a:lnTo>
                    <a:pt x="65152" y="120910"/>
                  </a:lnTo>
                  <a:lnTo>
                    <a:pt x="65520" y="122732"/>
                  </a:lnTo>
                  <a:lnTo>
                    <a:pt x="66453" y="123526"/>
                  </a:lnTo>
                  <a:lnTo>
                    <a:pt x="66642" y="124679"/>
                  </a:lnTo>
                  <a:lnTo>
                    <a:pt x="67214" y="125149"/>
                  </a:lnTo>
                  <a:lnTo>
                    <a:pt x="68384" y="127394"/>
                  </a:lnTo>
                  <a:lnTo>
                    <a:pt x="70375" y="128750"/>
                  </a:lnTo>
                  <a:lnTo>
                    <a:pt x="70634" y="130380"/>
                  </a:lnTo>
                  <a:lnTo>
                    <a:pt x="71035" y="130941"/>
                  </a:lnTo>
                  <a:lnTo>
                    <a:pt x="71870" y="134013"/>
                  </a:lnTo>
                  <a:lnTo>
                    <a:pt x="73851" y="133436"/>
                  </a:lnTo>
                  <a:lnTo>
                    <a:pt x="74867" y="132602"/>
                  </a:lnTo>
                  <a:lnTo>
                    <a:pt x="76456" y="132204"/>
                  </a:lnTo>
                  <a:lnTo>
                    <a:pt x="77101" y="131817"/>
                  </a:lnTo>
                  <a:lnTo>
                    <a:pt x="78537" y="131849"/>
                  </a:lnTo>
                  <a:lnTo>
                    <a:pt x="79050" y="131414"/>
                  </a:lnTo>
                  <a:lnTo>
                    <a:pt x="79818" y="131851"/>
                  </a:lnTo>
                  <a:lnTo>
                    <a:pt x="80025" y="132224"/>
                  </a:lnTo>
                  <a:lnTo>
                    <a:pt x="80662" y="132367"/>
                  </a:lnTo>
                  <a:lnTo>
                    <a:pt x="81529" y="132059"/>
                  </a:lnTo>
                  <a:lnTo>
                    <a:pt x="81988" y="131522"/>
                  </a:lnTo>
                  <a:lnTo>
                    <a:pt x="82733" y="131332"/>
                  </a:lnTo>
                  <a:lnTo>
                    <a:pt x="83168" y="131999"/>
                  </a:lnTo>
                  <a:lnTo>
                    <a:pt x="84019" y="132555"/>
                  </a:lnTo>
                  <a:lnTo>
                    <a:pt x="84800" y="132110"/>
                  </a:lnTo>
                  <a:lnTo>
                    <a:pt x="86513" y="131738"/>
                  </a:lnTo>
                  <a:lnTo>
                    <a:pt x="87663" y="131867"/>
                  </a:lnTo>
                  <a:lnTo>
                    <a:pt x="89279" y="132562"/>
                  </a:lnTo>
                  <a:lnTo>
                    <a:pt x="90307" y="132522"/>
                  </a:lnTo>
                  <a:lnTo>
                    <a:pt x="91767" y="131900"/>
                  </a:lnTo>
                  <a:lnTo>
                    <a:pt x="98990" y="132370"/>
                  </a:lnTo>
                  <a:lnTo>
                    <a:pt x="106201" y="131602"/>
                  </a:lnTo>
                  <a:lnTo>
                    <a:pt x="110865" y="132456"/>
                  </a:lnTo>
                  <a:lnTo>
                    <a:pt x="113107" y="132191"/>
                  </a:lnTo>
                  <a:lnTo>
                    <a:pt x="113693" y="134001"/>
                  </a:lnTo>
                  <a:lnTo>
                    <a:pt x="114987" y="135270"/>
                  </a:lnTo>
                  <a:lnTo>
                    <a:pt x="116992" y="135944"/>
                  </a:lnTo>
                  <a:lnTo>
                    <a:pt x="119161" y="135544"/>
                  </a:lnTo>
                  <a:lnTo>
                    <a:pt x="120355" y="134875"/>
                  </a:lnTo>
                  <a:lnTo>
                    <a:pt x="122385" y="135175"/>
                  </a:lnTo>
                  <a:lnTo>
                    <a:pt x="123790" y="134948"/>
                  </a:lnTo>
                  <a:lnTo>
                    <a:pt x="125368" y="135113"/>
                  </a:lnTo>
                  <a:lnTo>
                    <a:pt x="125911" y="135473"/>
                  </a:lnTo>
                  <a:lnTo>
                    <a:pt x="128781" y="136115"/>
                  </a:lnTo>
                  <a:lnTo>
                    <a:pt x="132376" y="139440"/>
                  </a:lnTo>
                  <a:lnTo>
                    <a:pt x="136217" y="137246"/>
                  </a:lnTo>
                  <a:lnTo>
                    <a:pt x="139828" y="137021"/>
                  </a:lnTo>
                  <a:lnTo>
                    <a:pt x="146538" y="129804"/>
                  </a:lnTo>
                  <a:lnTo>
                    <a:pt x="149999" y="131671"/>
                  </a:lnTo>
                  <a:lnTo>
                    <a:pt x="152656" y="131735"/>
                  </a:lnTo>
                  <a:lnTo>
                    <a:pt x="154240" y="132605"/>
                  </a:lnTo>
                  <a:lnTo>
                    <a:pt x="155224" y="132787"/>
                  </a:lnTo>
                  <a:lnTo>
                    <a:pt x="157252" y="132551"/>
                  </a:lnTo>
                  <a:lnTo>
                    <a:pt x="159015" y="133108"/>
                  </a:lnTo>
                  <a:lnTo>
                    <a:pt x="160523" y="132995"/>
                  </a:lnTo>
                  <a:lnTo>
                    <a:pt x="161125" y="133348"/>
                  </a:lnTo>
                  <a:lnTo>
                    <a:pt x="162691" y="133563"/>
                  </a:lnTo>
                  <a:lnTo>
                    <a:pt x="164006" y="133209"/>
                  </a:lnTo>
                  <a:lnTo>
                    <a:pt x="164359" y="133382"/>
                  </a:lnTo>
                  <a:lnTo>
                    <a:pt x="167240" y="132249"/>
                  </a:lnTo>
                  <a:lnTo>
                    <a:pt x="167963" y="132565"/>
                  </a:lnTo>
                  <a:lnTo>
                    <a:pt x="169187" y="132649"/>
                  </a:lnTo>
                  <a:lnTo>
                    <a:pt x="170947" y="131953"/>
                  </a:lnTo>
                  <a:lnTo>
                    <a:pt x="174940" y="129161"/>
                  </a:lnTo>
                  <a:lnTo>
                    <a:pt x="180727" y="127652"/>
                  </a:lnTo>
                  <a:lnTo>
                    <a:pt x="182305" y="126851"/>
                  </a:lnTo>
                  <a:lnTo>
                    <a:pt x="183456" y="128659"/>
                  </a:lnTo>
                  <a:lnTo>
                    <a:pt x="193411" y="126033"/>
                  </a:lnTo>
                  <a:lnTo>
                    <a:pt x="200592" y="126901"/>
                  </a:lnTo>
                  <a:lnTo>
                    <a:pt x="204537" y="125575"/>
                  </a:lnTo>
                  <a:lnTo>
                    <a:pt x="208078" y="121467"/>
                  </a:lnTo>
                  <a:lnTo>
                    <a:pt x="210016" y="116609"/>
                  </a:lnTo>
                  <a:lnTo>
                    <a:pt x="211242" y="116210"/>
                  </a:lnTo>
                  <a:lnTo>
                    <a:pt x="211465" y="115906"/>
                  </a:lnTo>
                  <a:lnTo>
                    <a:pt x="212701" y="115369"/>
                  </a:lnTo>
                  <a:lnTo>
                    <a:pt x="213204" y="115364"/>
                  </a:lnTo>
                  <a:lnTo>
                    <a:pt x="214881" y="114029"/>
                  </a:lnTo>
                  <a:lnTo>
                    <a:pt x="216276" y="113434"/>
                  </a:lnTo>
                  <a:lnTo>
                    <a:pt x="216716" y="112889"/>
                  </a:lnTo>
                  <a:lnTo>
                    <a:pt x="217151" y="112806"/>
                  </a:lnTo>
                  <a:lnTo>
                    <a:pt x="219655" y="110925"/>
                  </a:lnTo>
                  <a:lnTo>
                    <a:pt x="220584" y="109616"/>
                  </a:lnTo>
                  <a:lnTo>
                    <a:pt x="221809" y="108581"/>
                  </a:lnTo>
                  <a:lnTo>
                    <a:pt x="221772" y="100585"/>
                  </a:lnTo>
                  <a:lnTo>
                    <a:pt x="222607" y="99271"/>
                  </a:lnTo>
                  <a:lnTo>
                    <a:pt x="221761" y="99005"/>
                  </a:lnTo>
                  <a:lnTo>
                    <a:pt x="221700" y="86722"/>
                  </a:lnTo>
                  <a:lnTo>
                    <a:pt x="220936" y="85283"/>
                  </a:lnTo>
                  <a:lnTo>
                    <a:pt x="220034" y="82620"/>
                  </a:lnTo>
                  <a:lnTo>
                    <a:pt x="219986" y="76792"/>
                  </a:lnTo>
                  <a:lnTo>
                    <a:pt x="220223" y="76074"/>
                  </a:lnTo>
                  <a:lnTo>
                    <a:pt x="220962" y="75539"/>
                  </a:lnTo>
                  <a:lnTo>
                    <a:pt x="222033" y="73888"/>
                  </a:lnTo>
                  <a:lnTo>
                    <a:pt x="223152" y="71194"/>
                  </a:lnTo>
                  <a:lnTo>
                    <a:pt x="223742" y="70577"/>
                  </a:lnTo>
                  <a:lnTo>
                    <a:pt x="223769" y="69032"/>
                  </a:lnTo>
                  <a:lnTo>
                    <a:pt x="224283" y="68067"/>
                  </a:lnTo>
                  <a:lnTo>
                    <a:pt x="224410" y="66853"/>
                  </a:lnTo>
                  <a:lnTo>
                    <a:pt x="223626" y="66159"/>
                  </a:lnTo>
                  <a:lnTo>
                    <a:pt x="223168" y="64843"/>
                  </a:lnTo>
                  <a:lnTo>
                    <a:pt x="223178" y="64058"/>
                  </a:lnTo>
                  <a:lnTo>
                    <a:pt x="221540" y="62085"/>
                  </a:lnTo>
                  <a:lnTo>
                    <a:pt x="222639" y="59370"/>
                  </a:lnTo>
                  <a:lnTo>
                    <a:pt x="223095" y="58957"/>
                  </a:lnTo>
                  <a:lnTo>
                    <a:pt x="223472" y="57447"/>
                  </a:lnTo>
                  <a:lnTo>
                    <a:pt x="225059" y="55142"/>
                  </a:lnTo>
                  <a:lnTo>
                    <a:pt x="225400" y="54152"/>
                  </a:lnTo>
                  <a:lnTo>
                    <a:pt x="226000" y="53837"/>
                  </a:lnTo>
                  <a:lnTo>
                    <a:pt x="226779" y="52683"/>
                  </a:lnTo>
                  <a:lnTo>
                    <a:pt x="227673" y="52371"/>
                  </a:lnTo>
                  <a:lnTo>
                    <a:pt x="228460" y="51175"/>
                  </a:lnTo>
                  <a:lnTo>
                    <a:pt x="229515" y="50881"/>
                  </a:lnTo>
                  <a:lnTo>
                    <a:pt x="230448" y="49812"/>
                  </a:lnTo>
                  <a:lnTo>
                    <a:pt x="230700" y="49111"/>
                  </a:lnTo>
                  <a:lnTo>
                    <a:pt x="231399" y="48677"/>
                  </a:lnTo>
                  <a:lnTo>
                    <a:pt x="232943" y="48327"/>
                  </a:lnTo>
                  <a:lnTo>
                    <a:pt x="233335" y="46812"/>
                  </a:lnTo>
                  <a:lnTo>
                    <a:pt x="234281" y="45085"/>
                  </a:lnTo>
                  <a:lnTo>
                    <a:pt x="235935" y="43771"/>
                  </a:lnTo>
                  <a:lnTo>
                    <a:pt x="236809" y="41553"/>
                  </a:lnTo>
                  <a:lnTo>
                    <a:pt x="237658" y="39943"/>
                  </a:lnTo>
                  <a:lnTo>
                    <a:pt x="237492" y="38963"/>
                  </a:lnTo>
                  <a:lnTo>
                    <a:pt x="237856" y="37658"/>
                  </a:lnTo>
                  <a:lnTo>
                    <a:pt x="238228" y="37254"/>
                  </a:lnTo>
                  <a:lnTo>
                    <a:pt x="238302" y="36795"/>
                  </a:lnTo>
                  <a:lnTo>
                    <a:pt x="239049" y="36028"/>
                  </a:lnTo>
                  <a:lnTo>
                    <a:pt x="238319" y="33401"/>
                  </a:lnTo>
                  <a:lnTo>
                    <a:pt x="239266" y="32004"/>
                  </a:lnTo>
                  <a:lnTo>
                    <a:pt x="239651" y="30334"/>
                  </a:lnTo>
                  <a:lnTo>
                    <a:pt x="239663" y="29056"/>
                  </a:lnTo>
                  <a:lnTo>
                    <a:pt x="240280" y="27605"/>
                  </a:lnTo>
                  <a:lnTo>
                    <a:pt x="240714" y="27590"/>
                  </a:lnTo>
                  <a:lnTo>
                    <a:pt x="241443" y="26919"/>
                  </a:lnTo>
                  <a:lnTo>
                    <a:pt x="241369" y="25771"/>
                  </a:lnTo>
                  <a:lnTo>
                    <a:pt x="241838" y="24894"/>
                  </a:lnTo>
                  <a:lnTo>
                    <a:pt x="241762" y="22804"/>
                  </a:lnTo>
                  <a:lnTo>
                    <a:pt x="242619" y="21631"/>
                  </a:lnTo>
                  <a:lnTo>
                    <a:pt x="242720" y="20796"/>
                  </a:lnTo>
                  <a:lnTo>
                    <a:pt x="243461" y="19792"/>
                  </a:lnTo>
                  <a:lnTo>
                    <a:pt x="244146" y="19573"/>
                  </a:lnTo>
                  <a:lnTo>
                    <a:pt x="245575" y="21296"/>
                  </a:lnTo>
                  <a:lnTo>
                    <a:pt x="246088" y="21620"/>
                  </a:lnTo>
                  <a:lnTo>
                    <a:pt x="246722" y="21328"/>
                  </a:lnTo>
                  <a:lnTo>
                    <a:pt x="247290" y="21354"/>
                  </a:lnTo>
                  <a:lnTo>
                    <a:pt x="247890" y="22433"/>
                  </a:lnTo>
                  <a:lnTo>
                    <a:pt x="248800" y="22469"/>
                  </a:lnTo>
                  <a:lnTo>
                    <a:pt x="250203" y="22912"/>
                  </a:lnTo>
                  <a:lnTo>
                    <a:pt x="252173" y="21990"/>
                  </a:lnTo>
                  <a:lnTo>
                    <a:pt x="253016" y="21235"/>
                  </a:lnTo>
                  <a:lnTo>
                    <a:pt x="253157" y="20766"/>
                  </a:lnTo>
                  <a:lnTo>
                    <a:pt x="254393" y="20328"/>
                  </a:lnTo>
                  <a:lnTo>
                    <a:pt x="254662" y="19870"/>
                  </a:lnTo>
                  <a:lnTo>
                    <a:pt x="254669" y="18809"/>
                  </a:lnTo>
                  <a:lnTo>
                    <a:pt x="256331" y="16177"/>
                  </a:lnTo>
                  <a:lnTo>
                    <a:pt x="257655" y="15756"/>
                  </a:lnTo>
                  <a:lnTo>
                    <a:pt x="260323" y="16080"/>
                  </a:lnTo>
                  <a:lnTo>
                    <a:pt x="260738" y="15944"/>
                  </a:lnTo>
                  <a:lnTo>
                    <a:pt x="262420" y="16482"/>
                  </a:lnTo>
                  <a:lnTo>
                    <a:pt x="262981" y="17410"/>
                  </a:lnTo>
                  <a:lnTo>
                    <a:pt x="264103" y="18439"/>
                  </a:lnTo>
                  <a:lnTo>
                    <a:pt x="264936" y="18757"/>
                  </a:lnTo>
                  <a:lnTo>
                    <a:pt x="265190" y="19617"/>
                  </a:lnTo>
                  <a:lnTo>
                    <a:pt x="266504" y="20946"/>
                  </a:lnTo>
                  <a:lnTo>
                    <a:pt x="269268" y="22571"/>
                  </a:lnTo>
                  <a:lnTo>
                    <a:pt x="270163" y="22074"/>
                  </a:lnTo>
                  <a:lnTo>
                    <a:pt x="272591" y="22053"/>
                  </a:lnTo>
                  <a:lnTo>
                    <a:pt x="273088" y="21422"/>
                  </a:lnTo>
                  <a:lnTo>
                    <a:pt x="273048" y="21116"/>
                  </a:lnTo>
                  <a:lnTo>
                    <a:pt x="273395" y="20933"/>
                  </a:lnTo>
                  <a:lnTo>
                    <a:pt x="273603" y="19939"/>
                  </a:lnTo>
                  <a:lnTo>
                    <a:pt x="272191" y="18625"/>
                  </a:lnTo>
                  <a:lnTo>
                    <a:pt x="271920" y="17884"/>
                  </a:lnTo>
                  <a:lnTo>
                    <a:pt x="272008" y="17336"/>
                  </a:lnTo>
                  <a:lnTo>
                    <a:pt x="271493" y="16377"/>
                  </a:lnTo>
                  <a:lnTo>
                    <a:pt x="270418" y="16060"/>
                  </a:lnTo>
                  <a:lnTo>
                    <a:pt x="270029" y="15617"/>
                  </a:lnTo>
                  <a:lnTo>
                    <a:pt x="269792" y="14755"/>
                  </a:lnTo>
                  <a:lnTo>
                    <a:pt x="270237" y="13465"/>
                  </a:lnTo>
                  <a:lnTo>
                    <a:pt x="270099" y="12516"/>
                  </a:lnTo>
                  <a:lnTo>
                    <a:pt x="270554" y="11426"/>
                  </a:lnTo>
                  <a:lnTo>
                    <a:pt x="271058" y="10981"/>
                  </a:lnTo>
                  <a:lnTo>
                    <a:pt x="270973" y="10075"/>
                  </a:lnTo>
                  <a:lnTo>
                    <a:pt x="271976" y="7541"/>
                  </a:lnTo>
                  <a:lnTo>
                    <a:pt x="271736" y="4963"/>
                  </a:lnTo>
                  <a:lnTo>
                    <a:pt x="272423" y="2999"/>
                  </a:lnTo>
                  <a:lnTo>
                    <a:pt x="273255" y="2912"/>
                  </a:lnTo>
                  <a:lnTo>
                    <a:pt x="273802" y="2484"/>
                  </a:lnTo>
                  <a:lnTo>
                    <a:pt x="274312" y="1848"/>
                  </a:lnTo>
                  <a:lnTo>
                    <a:pt x="274729" y="616"/>
                  </a:lnTo>
                  <a:lnTo>
                    <a:pt x="275931" y="0"/>
                  </a:lnTo>
                  <a:lnTo>
                    <a:pt x="276532" y="591"/>
                  </a:lnTo>
                  <a:lnTo>
                    <a:pt x="277865" y="1215"/>
                  </a:lnTo>
                  <a:lnTo>
                    <a:pt x="278000" y="1711"/>
                  </a:lnTo>
                  <a:lnTo>
                    <a:pt x="279224" y="1888"/>
                  </a:lnTo>
                  <a:lnTo>
                    <a:pt x="279912" y="1742"/>
                  </a:lnTo>
                  <a:lnTo>
                    <a:pt x="280349" y="1928"/>
                  </a:lnTo>
                  <a:lnTo>
                    <a:pt x="281009" y="1760"/>
                  </a:lnTo>
                  <a:lnTo>
                    <a:pt x="281387" y="1959"/>
                  </a:lnTo>
                  <a:lnTo>
                    <a:pt x="281448" y="2393"/>
                  </a:lnTo>
                  <a:lnTo>
                    <a:pt x="282226" y="3086"/>
                  </a:lnTo>
                  <a:lnTo>
                    <a:pt x="282344" y="3460"/>
                  </a:lnTo>
                  <a:lnTo>
                    <a:pt x="282125" y="3799"/>
                  </a:lnTo>
                  <a:lnTo>
                    <a:pt x="282977" y="5055"/>
                  </a:lnTo>
                  <a:lnTo>
                    <a:pt x="282922" y="5503"/>
                  </a:lnTo>
                  <a:lnTo>
                    <a:pt x="283348" y="6153"/>
                  </a:lnTo>
                  <a:lnTo>
                    <a:pt x="283419" y="8520"/>
                  </a:lnTo>
                  <a:lnTo>
                    <a:pt x="286277" y="8118"/>
                  </a:lnTo>
                  <a:lnTo>
                    <a:pt x="289823" y="6997"/>
                  </a:lnTo>
                  <a:lnTo>
                    <a:pt x="290191" y="7675"/>
                  </a:lnTo>
                  <a:lnTo>
                    <a:pt x="290191" y="8371"/>
                  </a:lnTo>
                  <a:lnTo>
                    <a:pt x="292079" y="9291"/>
                  </a:lnTo>
                  <a:lnTo>
                    <a:pt x="293022" y="10600"/>
                  </a:lnTo>
                  <a:lnTo>
                    <a:pt x="293482" y="12136"/>
                  </a:lnTo>
                  <a:lnTo>
                    <a:pt x="296144" y="14009"/>
                  </a:lnTo>
                  <a:lnTo>
                    <a:pt x="298794" y="16444"/>
                  </a:lnTo>
                  <a:lnTo>
                    <a:pt x="299205" y="17084"/>
                  </a:lnTo>
                  <a:lnTo>
                    <a:pt x="301451" y="17643"/>
                  </a:lnTo>
                  <a:lnTo>
                    <a:pt x="302218" y="16931"/>
                  </a:lnTo>
                  <a:lnTo>
                    <a:pt x="305274" y="18040"/>
                  </a:lnTo>
                  <a:lnTo>
                    <a:pt x="310620" y="16891"/>
                  </a:lnTo>
                  <a:lnTo>
                    <a:pt x="312230" y="15481"/>
                  </a:lnTo>
                  <a:lnTo>
                    <a:pt x="314979" y="15296"/>
                  </a:lnTo>
                  <a:lnTo>
                    <a:pt x="316408" y="15975"/>
                  </a:lnTo>
                  <a:lnTo>
                    <a:pt x="320450" y="15928"/>
                  </a:lnTo>
                  <a:lnTo>
                    <a:pt x="320565" y="17273"/>
                  </a:lnTo>
                  <a:lnTo>
                    <a:pt x="323958" y="18085"/>
                  </a:lnTo>
                  <a:lnTo>
                    <a:pt x="325557" y="17148"/>
                  </a:lnTo>
                  <a:lnTo>
                    <a:pt x="329525" y="16232"/>
                  </a:lnTo>
                  <a:lnTo>
                    <a:pt x="329697" y="15796"/>
                  </a:lnTo>
                  <a:lnTo>
                    <a:pt x="330870" y="15371"/>
                  </a:lnTo>
                  <a:lnTo>
                    <a:pt x="332216" y="15224"/>
                  </a:lnTo>
                  <a:lnTo>
                    <a:pt x="332720" y="14993"/>
                  </a:lnTo>
                  <a:lnTo>
                    <a:pt x="333114" y="13751"/>
                  </a:lnTo>
                  <a:lnTo>
                    <a:pt x="335236" y="12933"/>
                  </a:lnTo>
                  <a:lnTo>
                    <a:pt x="340720" y="11527"/>
                  </a:lnTo>
                  <a:lnTo>
                    <a:pt x="341578" y="10778"/>
                  </a:lnTo>
                  <a:lnTo>
                    <a:pt x="342768" y="10955"/>
                  </a:lnTo>
                  <a:lnTo>
                    <a:pt x="344446" y="10360"/>
                  </a:lnTo>
                  <a:lnTo>
                    <a:pt x="369252" y="10633"/>
                  </a:lnTo>
                  <a:lnTo>
                    <a:pt x="392868" y="13332"/>
                  </a:lnTo>
                  <a:lnTo>
                    <a:pt x="394119" y="12949"/>
                  </a:lnTo>
                  <a:lnTo>
                    <a:pt x="395554" y="13038"/>
                  </a:lnTo>
                  <a:lnTo>
                    <a:pt x="398293" y="12014"/>
                  </a:lnTo>
                  <a:lnTo>
                    <a:pt x="400168" y="11699"/>
                  </a:lnTo>
                  <a:lnTo>
                    <a:pt x="401559" y="11197"/>
                  </a:lnTo>
                  <a:lnTo>
                    <a:pt x="403814" y="11343"/>
                  </a:lnTo>
                  <a:lnTo>
                    <a:pt x="405516" y="11930"/>
                  </a:lnTo>
                  <a:lnTo>
                    <a:pt x="408189" y="11836"/>
                  </a:lnTo>
                  <a:lnTo>
                    <a:pt x="410830" y="11430"/>
                  </a:lnTo>
                  <a:lnTo>
                    <a:pt x="411871" y="11494"/>
                  </a:lnTo>
                  <a:lnTo>
                    <a:pt x="416620" y="9946"/>
                  </a:lnTo>
                  <a:lnTo>
                    <a:pt x="418656" y="11028"/>
                  </a:lnTo>
                  <a:lnTo>
                    <a:pt x="420244" y="11194"/>
                  </a:lnTo>
                  <a:lnTo>
                    <a:pt x="423185" y="10683"/>
                  </a:lnTo>
                  <a:lnTo>
                    <a:pt x="424945" y="9730"/>
                  </a:lnTo>
                  <a:lnTo>
                    <a:pt x="426013" y="17495"/>
                  </a:lnTo>
                  <a:lnTo>
                    <a:pt x="427273" y="30406"/>
                  </a:lnTo>
                  <a:lnTo>
                    <a:pt x="425831" y="30435"/>
                  </a:lnTo>
                  <a:lnTo>
                    <a:pt x="425327" y="31200"/>
                  </a:lnTo>
                  <a:lnTo>
                    <a:pt x="424432" y="31235"/>
                  </a:lnTo>
                  <a:lnTo>
                    <a:pt x="423571" y="31639"/>
                  </a:lnTo>
                  <a:lnTo>
                    <a:pt x="422427" y="31562"/>
                  </a:lnTo>
                  <a:lnTo>
                    <a:pt x="421794" y="32065"/>
                  </a:lnTo>
                  <a:lnTo>
                    <a:pt x="421364" y="31626"/>
                  </a:lnTo>
                  <a:lnTo>
                    <a:pt x="420838" y="31477"/>
                  </a:lnTo>
                  <a:lnTo>
                    <a:pt x="417848" y="32978"/>
                  </a:lnTo>
                  <a:lnTo>
                    <a:pt x="417253" y="33948"/>
                  </a:lnTo>
                  <a:lnTo>
                    <a:pt x="415182" y="34962"/>
                  </a:lnTo>
                  <a:lnTo>
                    <a:pt x="414638" y="36753"/>
                  </a:lnTo>
                  <a:lnTo>
                    <a:pt x="414488" y="37739"/>
                  </a:lnTo>
                  <a:lnTo>
                    <a:pt x="414656" y="38422"/>
                  </a:lnTo>
                  <a:lnTo>
                    <a:pt x="414286" y="39370"/>
                  </a:lnTo>
                  <a:lnTo>
                    <a:pt x="413602" y="40128"/>
                  </a:lnTo>
                  <a:lnTo>
                    <a:pt x="413535" y="41407"/>
                  </a:lnTo>
                  <a:lnTo>
                    <a:pt x="413873" y="43746"/>
                  </a:lnTo>
                  <a:lnTo>
                    <a:pt x="413713" y="44329"/>
                  </a:lnTo>
                  <a:lnTo>
                    <a:pt x="412723" y="44776"/>
                  </a:lnTo>
                  <a:lnTo>
                    <a:pt x="411807" y="45925"/>
                  </a:lnTo>
                  <a:lnTo>
                    <a:pt x="411891" y="47149"/>
                  </a:lnTo>
                  <a:lnTo>
                    <a:pt x="411491" y="49015"/>
                  </a:lnTo>
                  <a:lnTo>
                    <a:pt x="411569" y="49679"/>
                  </a:lnTo>
                  <a:lnTo>
                    <a:pt x="410799" y="50054"/>
                  </a:lnTo>
                  <a:lnTo>
                    <a:pt x="410034" y="51532"/>
                  </a:lnTo>
                  <a:lnTo>
                    <a:pt x="410394" y="52214"/>
                  </a:lnTo>
                  <a:lnTo>
                    <a:pt x="409882" y="53204"/>
                  </a:lnTo>
                  <a:lnTo>
                    <a:pt x="409000" y="54093"/>
                  </a:lnTo>
                  <a:lnTo>
                    <a:pt x="407552" y="54241"/>
                  </a:lnTo>
                  <a:lnTo>
                    <a:pt x="405634" y="54829"/>
                  </a:lnTo>
                  <a:lnTo>
                    <a:pt x="404919" y="55287"/>
                  </a:lnTo>
                  <a:lnTo>
                    <a:pt x="404412" y="56228"/>
                  </a:lnTo>
                  <a:lnTo>
                    <a:pt x="403340" y="57051"/>
                  </a:lnTo>
                  <a:lnTo>
                    <a:pt x="403048" y="57580"/>
                  </a:lnTo>
                  <a:lnTo>
                    <a:pt x="402204" y="57825"/>
                  </a:lnTo>
                  <a:lnTo>
                    <a:pt x="401836" y="59046"/>
                  </a:lnTo>
                  <a:lnTo>
                    <a:pt x="401535" y="59258"/>
                  </a:lnTo>
                  <a:lnTo>
                    <a:pt x="402154" y="59836"/>
                  </a:lnTo>
                  <a:lnTo>
                    <a:pt x="402579" y="59934"/>
                  </a:lnTo>
                  <a:lnTo>
                    <a:pt x="403295" y="60765"/>
                  </a:lnTo>
                  <a:lnTo>
                    <a:pt x="404335" y="60852"/>
                  </a:lnTo>
                  <a:lnTo>
                    <a:pt x="405050" y="60204"/>
                  </a:lnTo>
                  <a:lnTo>
                    <a:pt x="406813" y="60102"/>
                  </a:lnTo>
                  <a:lnTo>
                    <a:pt x="408155" y="60715"/>
                  </a:lnTo>
                  <a:lnTo>
                    <a:pt x="410211" y="60924"/>
                  </a:lnTo>
                  <a:lnTo>
                    <a:pt x="410506" y="61252"/>
                  </a:lnTo>
                  <a:lnTo>
                    <a:pt x="411299" y="61206"/>
                  </a:lnTo>
                  <a:lnTo>
                    <a:pt x="413659" y="61738"/>
                  </a:lnTo>
                  <a:lnTo>
                    <a:pt x="414452" y="62142"/>
                  </a:lnTo>
                  <a:lnTo>
                    <a:pt x="415738" y="62100"/>
                  </a:lnTo>
                  <a:lnTo>
                    <a:pt x="416237" y="61655"/>
                  </a:lnTo>
                  <a:lnTo>
                    <a:pt x="417314" y="61505"/>
                  </a:lnTo>
                  <a:lnTo>
                    <a:pt x="418294" y="60357"/>
                  </a:lnTo>
                  <a:lnTo>
                    <a:pt x="420552" y="60089"/>
                  </a:lnTo>
                  <a:lnTo>
                    <a:pt x="421156" y="60322"/>
                  </a:lnTo>
                  <a:lnTo>
                    <a:pt x="423003" y="60297"/>
                  </a:lnTo>
                  <a:lnTo>
                    <a:pt x="424460" y="60923"/>
                  </a:lnTo>
                  <a:lnTo>
                    <a:pt x="424725" y="61442"/>
                  </a:lnTo>
                  <a:lnTo>
                    <a:pt x="425405" y="61880"/>
                  </a:lnTo>
                  <a:lnTo>
                    <a:pt x="426549" y="61772"/>
                  </a:lnTo>
                  <a:lnTo>
                    <a:pt x="427109" y="62917"/>
                  </a:lnTo>
                  <a:lnTo>
                    <a:pt x="428182" y="63427"/>
                  </a:lnTo>
                  <a:lnTo>
                    <a:pt x="428711" y="64122"/>
                  </a:lnTo>
                  <a:lnTo>
                    <a:pt x="429901" y="63869"/>
                  </a:lnTo>
                  <a:lnTo>
                    <a:pt x="430443" y="63381"/>
                  </a:lnTo>
                  <a:lnTo>
                    <a:pt x="433079" y="62867"/>
                  </a:lnTo>
                  <a:lnTo>
                    <a:pt x="434049" y="62944"/>
                  </a:lnTo>
                  <a:lnTo>
                    <a:pt x="434772" y="62391"/>
                  </a:lnTo>
                  <a:lnTo>
                    <a:pt x="436868" y="62377"/>
                  </a:lnTo>
                  <a:lnTo>
                    <a:pt x="442749" y="63473"/>
                  </a:lnTo>
                  <a:lnTo>
                    <a:pt x="444950" y="63606"/>
                  </a:lnTo>
                  <a:lnTo>
                    <a:pt x="446347" y="66013"/>
                  </a:lnTo>
                  <a:lnTo>
                    <a:pt x="447877" y="67374"/>
                  </a:lnTo>
                  <a:lnTo>
                    <a:pt x="448883" y="69137"/>
                  </a:lnTo>
                  <a:lnTo>
                    <a:pt x="438186" y="80157"/>
                  </a:lnTo>
                  <a:lnTo>
                    <a:pt x="441128" y="79624"/>
                  </a:lnTo>
                  <a:lnTo>
                    <a:pt x="452269" y="80852"/>
                  </a:lnTo>
                  <a:lnTo>
                    <a:pt x="454659" y="83101"/>
                  </a:lnTo>
                  <a:lnTo>
                    <a:pt x="456603" y="87130"/>
                  </a:lnTo>
                  <a:lnTo>
                    <a:pt x="458997" y="87971"/>
                  </a:lnTo>
                  <a:lnTo>
                    <a:pt x="456490" y="91127"/>
                  </a:lnTo>
                  <a:lnTo>
                    <a:pt x="457816" y="94479"/>
                  </a:lnTo>
                  <a:lnTo>
                    <a:pt x="460752" y="94535"/>
                  </a:lnTo>
                  <a:lnTo>
                    <a:pt x="462066" y="95242"/>
                  </a:lnTo>
                  <a:lnTo>
                    <a:pt x="463953" y="94984"/>
                  </a:lnTo>
                  <a:lnTo>
                    <a:pt x="473445" y="95910"/>
                  </a:lnTo>
                  <a:lnTo>
                    <a:pt x="478734" y="94300"/>
                  </a:lnTo>
                  <a:lnTo>
                    <a:pt x="485307" y="94215"/>
                  </a:lnTo>
                  <a:lnTo>
                    <a:pt x="493612" y="108799"/>
                  </a:lnTo>
                  <a:lnTo>
                    <a:pt x="495457" y="117638"/>
                  </a:lnTo>
                  <a:lnTo>
                    <a:pt x="496316" y="120118"/>
                  </a:lnTo>
                  <a:lnTo>
                    <a:pt x="495435" y="121641"/>
                  </a:lnTo>
                  <a:lnTo>
                    <a:pt x="494861" y="125116"/>
                  </a:lnTo>
                  <a:lnTo>
                    <a:pt x="492264" y="126218"/>
                  </a:lnTo>
                  <a:lnTo>
                    <a:pt x="490005" y="126807"/>
                  </a:lnTo>
                  <a:lnTo>
                    <a:pt x="488213" y="126134"/>
                  </a:lnTo>
                  <a:lnTo>
                    <a:pt x="487607" y="126111"/>
                  </a:lnTo>
                  <a:lnTo>
                    <a:pt x="485170" y="126676"/>
                  </a:lnTo>
                  <a:lnTo>
                    <a:pt x="484910" y="128332"/>
                  </a:lnTo>
                  <a:lnTo>
                    <a:pt x="483740" y="129634"/>
                  </a:lnTo>
                  <a:lnTo>
                    <a:pt x="483306" y="131281"/>
                  </a:lnTo>
                  <a:lnTo>
                    <a:pt x="483487" y="132975"/>
                  </a:lnTo>
                  <a:lnTo>
                    <a:pt x="483337" y="133901"/>
                  </a:lnTo>
                  <a:lnTo>
                    <a:pt x="484812" y="138054"/>
                  </a:lnTo>
                  <a:lnTo>
                    <a:pt x="486975" y="142453"/>
                  </a:lnTo>
                  <a:lnTo>
                    <a:pt x="486503" y="144628"/>
                  </a:lnTo>
                  <a:lnTo>
                    <a:pt x="486423" y="147325"/>
                  </a:lnTo>
                  <a:lnTo>
                    <a:pt x="485965" y="148706"/>
                  </a:lnTo>
                  <a:lnTo>
                    <a:pt x="485932" y="150531"/>
                  </a:lnTo>
                  <a:lnTo>
                    <a:pt x="485595" y="151649"/>
                  </a:lnTo>
                  <a:lnTo>
                    <a:pt x="486352" y="152448"/>
                  </a:lnTo>
                  <a:lnTo>
                    <a:pt x="486380" y="153801"/>
                  </a:lnTo>
                  <a:lnTo>
                    <a:pt x="485816" y="155756"/>
                  </a:lnTo>
                  <a:lnTo>
                    <a:pt x="485862" y="157181"/>
                  </a:lnTo>
                  <a:lnTo>
                    <a:pt x="487315" y="166154"/>
                  </a:lnTo>
                  <a:lnTo>
                    <a:pt x="483289" y="174694"/>
                  </a:lnTo>
                  <a:lnTo>
                    <a:pt x="481560" y="179310"/>
                  </a:lnTo>
                  <a:lnTo>
                    <a:pt x="478641" y="183548"/>
                  </a:lnTo>
                  <a:lnTo>
                    <a:pt x="479032" y="194196"/>
                  </a:lnTo>
                  <a:lnTo>
                    <a:pt x="477813" y="197422"/>
                  </a:lnTo>
                  <a:lnTo>
                    <a:pt x="477373" y="200447"/>
                  </a:lnTo>
                  <a:lnTo>
                    <a:pt x="474680" y="203274"/>
                  </a:lnTo>
                  <a:lnTo>
                    <a:pt x="472703" y="203149"/>
                  </a:lnTo>
                  <a:lnTo>
                    <a:pt x="470854" y="204749"/>
                  </a:lnTo>
                  <a:lnTo>
                    <a:pt x="469256" y="206809"/>
                  </a:lnTo>
                  <a:lnTo>
                    <a:pt x="467880" y="207861"/>
                  </a:lnTo>
                  <a:lnTo>
                    <a:pt x="462612" y="207411"/>
                  </a:lnTo>
                  <a:lnTo>
                    <a:pt x="461283" y="206517"/>
                  </a:lnTo>
                  <a:lnTo>
                    <a:pt x="457572" y="206707"/>
                  </a:lnTo>
                  <a:lnTo>
                    <a:pt x="455316" y="207803"/>
                  </a:lnTo>
                  <a:lnTo>
                    <a:pt x="452280" y="208118"/>
                  </a:lnTo>
                  <a:lnTo>
                    <a:pt x="451246" y="207756"/>
                  </a:lnTo>
                  <a:lnTo>
                    <a:pt x="450578" y="211521"/>
                  </a:lnTo>
                  <a:lnTo>
                    <a:pt x="445043" y="214588"/>
                  </a:lnTo>
                  <a:lnTo>
                    <a:pt x="442609" y="217389"/>
                  </a:lnTo>
                  <a:lnTo>
                    <a:pt x="440069" y="221071"/>
                  </a:lnTo>
                  <a:lnTo>
                    <a:pt x="437307" y="221087"/>
                  </a:lnTo>
                  <a:lnTo>
                    <a:pt x="434601" y="221600"/>
                  </a:lnTo>
                  <a:lnTo>
                    <a:pt x="429582" y="221632"/>
                  </a:lnTo>
                  <a:lnTo>
                    <a:pt x="428281" y="222087"/>
                  </a:lnTo>
                  <a:lnTo>
                    <a:pt x="426462" y="223528"/>
                  </a:lnTo>
                  <a:lnTo>
                    <a:pt x="426832" y="226048"/>
                  </a:lnTo>
                  <a:lnTo>
                    <a:pt x="427150" y="233309"/>
                  </a:lnTo>
                  <a:lnTo>
                    <a:pt x="427872" y="235111"/>
                  </a:lnTo>
                  <a:lnTo>
                    <a:pt x="427081" y="236780"/>
                  </a:lnTo>
                  <a:lnTo>
                    <a:pt x="425861" y="242575"/>
                  </a:lnTo>
                  <a:lnTo>
                    <a:pt x="420852" y="248372"/>
                  </a:lnTo>
                  <a:lnTo>
                    <a:pt x="417719" y="255985"/>
                  </a:lnTo>
                  <a:lnTo>
                    <a:pt x="430354" y="272769"/>
                  </a:lnTo>
                  <a:lnTo>
                    <a:pt x="434086" y="272542"/>
                  </a:lnTo>
                  <a:lnTo>
                    <a:pt x="437226" y="271458"/>
                  </a:lnTo>
                  <a:lnTo>
                    <a:pt x="438713" y="271272"/>
                  </a:lnTo>
                  <a:lnTo>
                    <a:pt x="440848" y="271578"/>
                  </a:lnTo>
                  <a:lnTo>
                    <a:pt x="442260" y="271206"/>
                  </a:lnTo>
                  <a:lnTo>
                    <a:pt x="443988" y="272384"/>
                  </a:lnTo>
                  <a:lnTo>
                    <a:pt x="445135" y="272532"/>
                  </a:lnTo>
                  <a:lnTo>
                    <a:pt x="446030" y="273249"/>
                  </a:lnTo>
                  <a:lnTo>
                    <a:pt x="446524" y="274271"/>
                  </a:lnTo>
                  <a:lnTo>
                    <a:pt x="446592" y="275805"/>
                  </a:lnTo>
                  <a:lnTo>
                    <a:pt x="447448" y="277334"/>
                  </a:lnTo>
                  <a:lnTo>
                    <a:pt x="448915" y="279068"/>
                  </a:lnTo>
                  <a:lnTo>
                    <a:pt x="450786" y="280729"/>
                  </a:lnTo>
                  <a:lnTo>
                    <a:pt x="451625" y="282184"/>
                  </a:lnTo>
                  <a:lnTo>
                    <a:pt x="454022" y="283325"/>
                  </a:lnTo>
                  <a:lnTo>
                    <a:pt x="456001" y="283629"/>
                  </a:lnTo>
                  <a:lnTo>
                    <a:pt x="458694" y="285326"/>
                  </a:lnTo>
                  <a:lnTo>
                    <a:pt x="460959" y="289335"/>
                  </a:lnTo>
                  <a:lnTo>
                    <a:pt x="462817" y="290231"/>
                  </a:lnTo>
                  <a:lnTo>
                    <a:pt x="463303" y="290860"/>
                  </a:lnTo>
                  <a:lnTo>
                    <a:pt x="467003" y="293954"/>
                  </a:lnTo>
                  <a:lnTo>
                    <a:pt x="466055" y="294802"/>
                  </a:lnTo>
                  <a:lnTo>
                    <a:pt x="465289" y="296476"/>
                  </a:lnTo>
                  <a:lnTo>
                    <a:pt x="465561" y="297474"/>
                  </a:lnTo>
                  <a:lnTo>
                    <a:pt x="466793" y="298915"/>
                  </a:lnTo>
                  <a:lnTo>
                    <a:pt x="468096" y="301229"/>
                  </a:lnTo>
                  <a:lnTo>
                    <a:pt x="467892" y="302408"/>
                  </a:lnTo>
                  <a:lnTo>
                    <a:pt x="468653" y="303265"/>
                  </a:lnTo>
                  <a:lnTo>
                    <a:pt x="467967" y="303751"/>
                  </a:lnTo>
                  <a:lnTo>
                    <a:pt x="468065" y="304974"/>
                  </a:lnTo>
                  <a:lnTo>
                    <a:pt x="468374" y="305795"/>
                  </a:lnTo>
                  <a:lnTo>
                    <a:pt x="468002" y="305912"/>
                  </a:lnTo>
                  <a:lnTo>
                    <a:pt x="467656" y="305626"/>
                  </a:lnTo>
                  <a:lnTo>
                    <a:pt x="467514" y="305091"/>
                  </a:lnTo>
                  <a:lnTo>
                    <a:pt x="466169" y="304471"/>
                  </a:lnTo>
                  <a:lnTo>
                    <a:pt x="464470" y="305441"/>
                  </a:lnTo>
                  <a:lnTo>
                    <a:pt x="465658" y="307640"/>
                  </a:lnTo>
                  <a:lnTo>
                    <a:pt x="467789" y="306110"/>
                  </a:lnTo>
                  <a:lnTo>
                    <a:pt x="468689" y="307261"/>
                  </a:lnTo>
                  <a:lnTo>
                    <a:pt x="467600" y="308037"/>
                  </a:lnTo>
                  <a:lnTo>
                    <a:pt x="466266" y="308265"/>
                  </a:lnTo>
                  <a:lnTo>
                    <a:pt x="466436" y="309712"/>
                  </a:lnTo>
                  <a:lnTo>
                    <a:pt x="470119" y="308945"/>
                  </a:lnTo>
                  <a:lnTo>
                    <a:pt x="478628" y="305496"/>
                  </a:lnTo>
                  <a:lnTo>
                    <a:pt x="480728" y="304080"/>
                  </a:lnTo>
                  <a:lnTo>
                    <a:pt x="484615" y="302513"/>
                  </a:lnTo>
                  <a:lnTo>
                    <a:pt x="485964" y="301508"/>
                  </a:lnTo>
                  <a:lnTo>
                    <a:pt x="486961" y="300785"/>
                  </a:lnTo>
                  <a:lnTo>
                    <a:pt x="485154" y="306015"/>
                  </a:lnTo>
                  <a:lnTo>
                    <a:pt x="485225" y="307494"/>
                  </a:lnTo>
                  <a:lnTo>
                    <a:pt x="486302" y="311103"/>
                  </a:lnTo>
                  <a:lnTo>
                    <a:pt x="487217" y="312934"/>
                  </a:lnTo>
                  <a:lnTo>
                    <a:pt x="487989" y="316993"/>
                  </a:lnTo>
                  <a:lnTo>
                    <a:pt x="487965" y="316148"/>
                  </a:lnTo>
                  <a:lnTo>
                    <a:pt x="490038" y="315747"/>
                  </a:lnTo>
                  <a:lnTo>
                    <a:pt x="499649" y="311120"/>
                  </a:lnTo>
                  <a:lnTo>
                    <a:pt x="499977" y="311938"/>
                  </a:lnTo>
                  <a:lnTo>
                    <a:pt x="500443" y="312225"/>
                  </a:lnTo>
                  <a:lnTo>
                    <a:pt x="499977" y="313941"/>
                  </a:lnTo>
                  <a:lnTo>
                    <a:pt x="500293" y="314669"/>
                  </a:lnTo>
                  <a:lnTo>
                    <a:pt x="501415" y="315045"/>
                  </a:lnTo>
                  <a:lnTo>
                    <a:pt x="501952" y="315578"/>
                  </a:lnTo>
                  <a:lnTo>
                    <a:pt x="502665" y="315201"/>
                  </a:lnTo>
                  <a:lnTo>
                    <a:pt x="504935" y="317495"/>
                  </a:lnTo>
                  <a:lnTo>
                    <a:pt x="507297" y="320824"/>
                  </a:lnTo>
                  <a:lnTo>
                    <a:pt x="508086" y="321410"/>
                  </a:lnTo>
                  <a:lnTo>
                    <a:pt x="508581" y="321133"/>
                  </a:lnTo>
                  <a:lnTo>
                    <a:pt x="509337" y="321751"/>
                  </a:lnTo>
                  <a:lnTo>
                    <a:pt x="509957" y="321900"/>
                  </a:lnTo>
                  <a:lnTo>
                    <a:pt x="510238" y="321701"/>
                  </a:lnTo>
                  <a:lnTo>
                    <a:pt x="512209" y="324109"/>
                  </a:lnTo>
                  <a:lnTo>
                    <a:pt x="513380" y="323647"/>
                  </a:lnTo>
                  <a:lnTo>
                    <a:pt x="514355" y="323730"/>
                  </a:lnTo>
                  <a:lnTo>
                    <a:pt x="514703" y="324153"/>
                  </a:lnTo>
                  <a:lnTo>
                    <a:pt x="514983" y="325194"/>
                  </a:lnTo>
                  <a:lnTo>
                    <a:pt x="515797" y="326077"/>
                  </a:lnTo>
                  <a:lnTo>
                    <a:pt x="516325" y="327248"/>
                  </a:lnTo>
                  <a:lnTo>
                    <a:pt x="517283" y="327243"/>
                  </a:lnTo>
                  <a:lnTo>
                    <a:pt x="516618" y="328192"/>
                  </a:lnTo>
                  <a:lnTo>
                    <a:pt x="516946" y="328745"/>
                  </a:lnTo>
                  <a:lnTo>
                    <a:pt x="518839" y="329954"/>
                  </a:lnTo>
                  <a:lnTo>
                    <a:pt x="520468" y="332040"/>
                  </a:lnTo>
                  <a:lnTo>
                    <a:pt x="523387" y="333301"/>
                  </a:lnTo>
                  <a:lnTo>
                    <a:pt x="524022" y="334125"/>
                  </a:lnTo>
                  <a:lnTo>
                    <a:pt x="524327" y="335047"/>
                  </a:lnTo>
                  <a:lnTo>
                    <a:pt x="524793" y="335365"/>
                  </a:lnTo>
                  <a:lnTo>
                    <a:pt x="525432" y="335142"/>
                  </a:lnTo>
                  <a:lnTo>
                    <a:pt x="525622" y="338449"/>
                  </a:lnTo>
                  <a:lnTo>
                    <a:pt x="526761" y="338793"/>
                  </a:lnTo>
                  <a:lnTo>
                    <a:pt x="528340" y="338777"/>
                  </a:lnTo>
                  <a:lnTo>
                    <a:pt x="528572" y="339487"/>
                  </a:lnTo>
                  <a:lnTo>
                    <a:pt x="530105" y="339726"/>
                  </a:lnTo>
                  <a:lnTo>
                    <a:pt x="531750" y="339070"/>
                  </a:lnTo>
                  <a:lnTo>
                    <a:pt x="533022" y="339011"/>
                  </a:lnTo>
                  <a:lnTo>
                    <a:pt x="534252" y="339431"/>
                  </a:lnTo>
                  <a:lnTo>
                    <a:pt x="534937" y="339276"/>
                  </a:lnTo>
                  <a:lnTo>
                    <a:pt x="536187" y="339566"/>
                  </a:lnTo>
                  <a:lnTo>
                    <a:pt x="536719" y="340103"/>
                  </a:lnTo>
                  <a:lnTo>
                    <a:pt x="537345" y="339998"/>
                  </a:lnTo>
                  <a:lnTo>
                    <a:pt x="537931" y="341634"/>
                  </a:lnTo>
                  <a:lnTo>
                    <a:pt x="539180" y="343667"/>
                  </a:lnTo>
                  <a:lnTo>
                    <a:pt x="539230" y="344683"/>
                  </a:lnTo>
                  <a:lnTo>
                    <a:pt x="541511" y="347369"/>
                  </a:lnTo>
                  <a:lnTo>
                    <a:pt x="542130" y="346983"/>
                  </a:lnTo>
                  <a:lnTo>
                    <a:pt x="542969" y="346876"/>
                  </a:lnTo>
                  <a:lnTo>
                    <a:pt x="543739" y="348090"/>
                  </a:lnTo>
                  <a:lnTo>
                    <a:pt x="544785" y="348932"/>
                  </a:lnTo>
                  <a:lnTo>
                    <a:pt x="544868" y="349372"/>
                  </a:lnTo>
                  <a:lnTo>
                    <a:pt x="545186" y="349658"/>
                  </a:lnTo>
                  <a:lnTo>
                    <a:pt x="545861" y="349686"/>
                  </a:lnTo>
                  <a:lnTo>
                    <a:pt x="546630" y="350703"/>
                  </a:lnTo>
                  <a:lnTo>
                    <a:pt x="549009" y="351321"/>
                  </a:lnTo>
                  <a:lnTo>
                    <a:pt x="550303" y="352496"/>
                  </a:lnTo>
                  <a:lnTo>
                    <a:pt x="551853" y="352710"/>
                  </a:lnTo>
                  <a:lnTo>
                    <a:pt x="552529" y="353414"/>
                  </a:lnTo>
                  <a:lnTo>
                    <a:pt x="552346" y="353590"/>
                  </a:lnTo>
                  <a:lnTo>
                    <a:pt x="553235" y="355295"/>
                  </a:lnTo>
                  <a:lnTo>
                    <a:pt x="554776" y="356738"/>
                  </a:lnTo>
                  <a:lnTo>
                    <a:pt x="556735" y="357085"/>
                  </a:lnTo>
                  <a:lnTo>
                    <a:pt x="558389" y="357936"/>
                  </a:lnTo>
                  <a:lnTo>
                    <a:pt x="560791" y="360481"/>
                  </a:lnTo>
                  <a:lnTo>
                    <a:pt x="561430" y="361250"/>
                  </a:lnTo>
                  <a:lnTo>
                    <a:pt x="561589" y="362867"/>
                  </a:lnTo>
                  <a:lnTo>
                    <a:pt x="562020" y="363879"/>
                  </a:lnTo>
                  <a:lnTo>
                    <a:pt x="561920" y="367763"/>
                  </a:lnTo>
                  <a:lnTo>
                    <a:pt x="563230" y="373072"/>
                  </a:lnTo>
                  <a:lnTo>
                    <a:pt x="564743" y="373692"/>
                  </a:lnTo>
                  <a:lnTo>
                    <a:pt x="566262" y="373978"/>
                  </a:lnTo>
                  <a:lnTo>
                    <a:pt x="567848" y="374760"/>
                  </a:lnTo>
                  <a:lnTo>
                    <a:pt x="569872" y="375165"/>
                  </a:lnTo>
                  <a:lnTo>
                    <a:pt x="571137" y="375896"/>
                  </a:lnTo>
                  <a:lnTo>
                    <a:pt x="571962" y="376027"/>
                  </a:lnTo>
                  <a:lnTo>
                    <a:pt x="573583" y="375762"/>
                  </a:lnTo>
                  <a:lnTo>
                    <a:pt x="575240" y="376489"/>
                  </a:lnTo>
                  <a:lnTo>
                    <a:pt x="577077" y="376635"/>
                  </a:lnTo>
                  <a:lnTo>
                    <a:pt x="577808" y="380425"/>
                  </a:lnTo>
                  <a:lnTo>
                    <a:pt x="577773" y="383447"/>
                  </a:lnTo>
                  <a:lnTo>
                    <a:pt x="578685" y="385132"/>
                  </a:lnTo>
                  <a:lnTo>
                    <a:pt x="578632" y="386470"/>
                  </a:lnTo>
                  <a:lnTo>
                    <a:pt x="579668" y="390451"/>
                  </a:lnTo>
                  <a:lnTo>
                    <a:pt x="579521" y="394683"/>
                  </a:lnTo>
                  <a:lnTo>
                    <a:pt x="579643" y="395746"/>
                  </a:lnTo>
                  <a:lnTo>
                    <a:pt x="580077" y="396287"/>
                  </a:lnTo>
                  <a:lnTo>
                    <a:pt x="580226" y="397620"/>
                  </a:lnTo>
                  <a:lnTo>
                    <a:pt x="578261" y="403619"/>
                  </a:lnTo>
                  <a:lnTo>
                    <a:pt x="578531" y="404593"/>
                  </a:lnTo>
                  <a:lnTo>
                    <a:pt x="578364" y="407183"/>
                  </a:lnTo>
                  <a:lnTo>
                    <a:pt x="579078" y="409081"/>
                  </a:lnTo>
                  <a:lnTo>
                    <a:pt x="579291" y="411958"/>
                  </a:lnTo>
                  <a:lnTo>
                    <a:pt x="582812" y="418130"/>
                  </a:lnTo>
                  <a:lnTo>
                    <a:pt x="587139" y="419728"/>
                  </a:lnTo>
                  <a:lnTo>
                    <a:pt x="590125" y="419234"/>
                  </a:lnTo>
                  <a:lnTo>
                    <a:pt x="591426" y="421164"/>
                  </a:lnTo>
                  <a:lnTo>
                    <a:pt x="595454" y="422689"/>
                  </a:lnTo>
                  <a:lnTo>
                    <a:pt x="597503" y="423122"/>
                  </a:lnTo>
                  <a:lnTo>
                    <a:pt x="598267" y="425208"/>
                  </a:lnTo>
                  <a:lnTo>
                    <a:pt x="601558" y="426327"/>
                  </a:lnTo>
                  <a:lnTo>
                    <a:pt x="605063" y="427837"/>
                  </a:lnTo>
                  <a:lnTo>
                    <a:pt x="610427" y="427025"/>
                  </a:lnTo>
                  <a:lnTo>
                    <a:pt x="613983" y="426227"/>
                  </a:lnTo>
                  <a:lnTo>
                    <a:pt x="618180" y="425929"/>
                  </a:lnTo>
                  <a:lnTo>
                    <a:pt x="622996" y="426055"/>
                  </a:lnTo>
                  <a:lnTo>
                    <a:pt x="627178" y="425183"/>
                  </a:lnTo>
                  <a:lnTo>
                    <a:pt x="630003" y="424925"/>
                  </a:lnTo>
                  <a:lnTo>
                    <a:pt x="632707" y="422928"/>
                  </a:lnTo>
                  <a:lnTo>
                    <a:pt x="633766" y="416509"/>
                  </a:lnTo>
                  <a:lnTo>
                    <a:pt x="635626" y="419949"/>
                  </a:lnTo>
                  <a:lnTo>
                    <a:pt x="637661" y="422696"/>
                  </a:lnTo>
                  <a:lnTo>
                    <a:pt x="641054" y="424376"/>
                  </a:lnTo>
                  <a:lnTo>
                    <a:pt x="645736" y="426008"/>
                  </a:lnTo>
                  <a:lnTo>
                    <a:pt x="650456" y="429289"/>
                  </a:lnTo>
                  <a:lnTo>
                    <a:pt x="653401" y="432342"/>
                  </a:lnTo>
                  <a:lnTo>
                    <a:pt x="656054" y="437102"/>
                  </a:lnTo>
                  <a:lnTo>
                    <a:pt x="661019" y="438664"/>
                  </a:lnTo>
                  <a:lnTo>
                    <a:pt x="664075" y="438818"/>
                  </a:lnTo>
                  <a:lnTo>
                    <a:pt x="674002" y="441609"/>
                  </a:lnTo>
                  <a:lnTo>
                    <a:pt x="683840" y="441442"/>
                  </a:lnTo>
                  <a:lnTo>
                    <a:pt x="683156" y="442257"/>
                  </a:lnTo>
                  <a:lnTo>
                    <a:pt x="684177" y="447479"/>
                  </a:lnTo>
                  <a:lnTo>
                    <a:pt x="682895" y="451175"/>
                  </a:lnTo>
                  <a:lnTo>
                    <a:pt x="682728" y="452336"/>
                  </a:lnTo>
                  <a:lnTo>
                    <a:pt x="682882" y="458664"/>
                  </a:lnTo>
                  <a:lnTo>
                    <a:pt x="681332" y="462041"/>
                  </a:lnTo>
                  <a:lnTo>
                    <a:pt x="680888" y="465309"/>
                  </a:lnTo>
                  <a:lnTo>
                    <a:pt x="678920" y="471315"/>
                  </a:lnTo>
                  <a:lnTo>
                    <a:pt x="676952" y="480907"/>
                  </a:lnTo>
                  <a:lnTo>
                    <a:pt x="676539" y="481812"/>
                  </a:lnTo>
                  <a:lnTo>
                    <a:pt x="674560" y="484207"/>
                  </a:lnTo>
                  <a:lnTo>
                    <a:pt x="673943" y="486836"/>
                  </a:lnTo>
                  <a:lnTo>
                    <a:pt x="672699" y="490211"/>
                  </a:lnTo>
                  <a:lnTo>
                    <a:pt x="671664" y="491276"/>
                  </a:lnTo>
                  <a:lnTo>
                    <a:pt x="671677" y="492755"/>
                  </a:lnTo>
                  <a:lnTo>
                    <a:pt x="673027" y="493981"/>
                  </a:lnTo>
                  <a:lnTo>
                    <a:pt x="673250" y="495013"/>
                  </a:lnTo>
                  <a:lnTo>
                    <a:pt x="672847" y="497379"/>
                  </a:lnTo>
                  <a:lnTo>
                    <a:pt x="672371" y="498829"/>
                  </a:lnTo>
                  <a:lnTo>
                    <a:pt x="668287" y="503817"/>
                  </a:lnTo>
                  <a:lnTo>
                    <a:pt x="667028" y="506436"/>
                  </a:lnTo>
                  <a:lnTo>
                    <a:pt x="662259" y="520751"/>
                  </a:lnTo>
                  <a:lnTo>
                    <a:pt x="669038" y="522289"/>
                  </a:lnTo>
                  <a:lnTo>
                    <a:pt x="675139" y="524335"/>
                  </a:lnTo>
                  <a:lnTo>
                    <a:pt x="677508" y="524989"/>
                  </a:lnTo>
                  <a:lnTo>
                    <a:pt x="679119" y="525181"/>
                  </a:lnTo>
                  <a:lnTo>
                    <a:pt x="686234" y="523946"/>
                  </a:lnTo>
                  <a:lnTo>
                    <a:pt x="692465" y="524091"/>
                  </a:lnTo>
                  <a:lnTo>
                    <a:pt x="701250" y="519948"/>
                  </a:lnTo>
                  <a:lnTo>
                    <a:pt x="705875" y="518918"/>
                  </a:lnTo>
                  <a:lnTo>
                    <a:pt x="707366" y="519273"/>
                  </a:lnTo>
                  <a:lnTo>
                    <a:pt x="709720" y="517665"/>
                  </a:lnTo>
                  <a:lnTo>
                    <a:pt x="715189" y="515881"/>
                  </a:lnTo>
                  <a:lnTo>
                    <a:pt x="716623" y="514857"/>
                  </a:lnTo>
                  <a:lnTo>
                    <a:pt x="719082" y="514783"/>
                  </a:lnTo>
                  <a:lnTo>
                    <a:pt x="724262" y="511413"/>
                  </a:lnTo>
                  <a:lnTo>
                    <a:pt x="727149" y="510242"/>
                  </a:lnTo>
                  <a:lnTo>
                    <a:pt x="730306" y="510139"/>
                  </a:lnTo>
                  <a:lnTo>
                    <a:pt x="731170" y="509113"/>
                  </a:lnTo>
                  <a:lnTo>
                    <a:pt x="732388" y="510221"/>
                  </a:lnTo>
                  <a:lnTo>
                    <a:pt x="733707" y="510862"/>
                  </a:lnTo>
                  <a:lnTo>
                    <a:pt x="737164" y="511566"/>
                  </a:lnTo>
                  <a:lnTo>
                    <a:pt x="740430" y="513315"/>
                  </a:lnTo>
                  <a:lnTo>
                    <a:pt x="741702" y="514564"/>
                  </a:lnTo>
                  <a:lnTo>
                    <a:pt x="742859" y="516169"/>
                  </a:lnTo>
                  <a:lnTo>
                    <a:pt x="743323" y="519282"/>
                  </a:lnTo>
                  <a:lnTo>
                    <a:pt x="742631" y="521590"/>
                  </a:lnTo>
                  <a:lnTo>
                    <a:pt x="740037" y="525013"/>
                  </a:lnTo>
                  <a:lnTo>
                    <a:pt x="740943" y="527613"/>
                  </a:lnTo>
                  <a:lnTo>
                    <a:pt x="742839" y="527985"/>
                  </a:lnTo>
                  <a:lnTo>
                    <a:pt x="745801" y="530251"/>
                  </a:lnTo>
                  <a:lnTo>
                    <a:pt x="748808" y="532099"/>
                  </a:lnTo>
                  <a:lnTo>
                    <a:pt x="754683" y="538176"/>
                  </a:lnTo>
                  <a:lnTo>
                    <a:pt x="755226" y="539502"/>
                  </a:lnTo>
                  <a:lnTo>
                    <a:pt x="756247" y="540923"/>
                  </a:lnTo>
                  <a:lnTo>
                    <a:pt x="757207" y="541476"/>
                  </a:lnTo>
                  <a:lnTo>
                    <a:pt x="758134" y="541438"/>
                  </a:lnTo>
                  <a:lnTo>
                    <a:pt x="759219" y="542029"/>
                  </a:lnTo>
                  <a:lnTo>
                    <a:pt x="763744" y="542686"/>
                  </a:lnTo>
                  <a:lnTo>
                    <a:pt x="766424" y="543568"/>
                  </a:lnTo>
                  <a:lnTo>
                    <a:pt x="767344" y="544371"/>
                  </a:lnTo>
                  <a:lnTo>
                    <a:pt x="768564" y="545938"/>
                  </a:lnTo>
                  <a:lnTo>
                    <a:pt x="768793" y="553370"/>
                  </a:lnTo>
                  <a:lnTo>
                    <a:pt x="771247" y="554679"/>
                  </a:lnTo>
                  <a:lnTo>
                    <a:pt x="772294" y="556764"/>
                  </a:lnTo>
                  <a:lnTo>
                    <a:pt x="772328" y="557419"/>
                  </a:lnTo>
                  <a:lnTo>
                    <a:pt x="772595" y="557683"/>
                  </a:lnTo>
                  <a:lnTo>
                    <a:pt x="773068" y="559507"/>
                  </a:lnTo>
                  <a:lnTo>
                    <a:pt x="773329" y="559710"/>
                  </a:lnTo>
                  <a:lnTo>
                    <a:pt x="773982" y="561392"/>
                  </a:lnTo>
                  <a:lnTo>
                    <a:pt x="774358" y="561724"/>
                  </a:lnTo>
                  <a:lnTo>
                    <a:pt x="775113" y="565044"/>
                  </a:lnTo>
                  <a:lnTo>
                    <a:pt x="776407" y="566887"/>
                  </a:lnTo>
                  <a:lnTo>
                    <a:pt x="777064" y="568553"/>
                  </a:lnTo>
                  <a:lnTo>
                    <a:pt x="777191" y="570576"/>
                  </a:lnTo>
                  <a:lnTo>
                    <a:pt x="776036" y="571954"/>
                  </a:lnTo>
                  <a:lnTo>
                    <a:pt x="774788" y="572460"/>
                  </a:lnTo>
                  <a:lnTo>
                    <a:pt x="774794" y="572677"/>
                  </a:lnTo>
                  <a:lnTo>
                    <a:pt x="772572" y="573295"/>
                  </a:lnTo>
                  <a:lnTo>
                    <a:pt x="772040" y="573994"/>
                  </a:lnTo>
                  <a:lnTo>
                    <a:pt x="772250" y="574300"/>
                  </a:lnTo>
                  <a:lnTo>
                    <a:pt x="772368" y="575814"/>
                  </a:lnTo>
                  <a:lnTo>
                    <a:pt x="772151" y="576139"/>
                  </a:lnTo>
                  <a:lnTo>
                    <a:pt x="772014" y="577522"/>
                  </a:lnTo>
                  <a:lnTo>
                    <a:pt x="770435" y="577251"/>
                  </a:lnTo>
                  <a:lnTo>
                    <a:pt x="769606" y="577332"/>
                  </a:lnTo>
                  <a:lnTo>
                    <a:pt x="768658" y="577961"/>
                  </a:lnTo>
                  <a:lnTo>
                    <a:pt x="767893" y="578022"/>
                  </a:lnTo>
                  <a:lnTo>
                    <a:pt x="767529" y="578539"/>
                  </a:lnTo>
                  <a:lnTo>
                    <a:pt x="766793" y="581817"/>
                  </a:lnTo>
                  <a:lnTo>
                    <a:pt x="766289" y="582565"/>
                  </a:lnTo>
                  <a:lnTo>
                    <a:pt x="765135" y="583417"/>
                  </a:lnTo>
                  <a:lnTo>
                    <a:pt x="763729" y="587443"/>
                  </a:lnTo>
                  <a:lnTo>
                    <a:pt x="763879" y="588307"/>
                  </a:lnTo>
                  <a:lnTo>
                    <a:pt x="763517" y="590069"/>
                  </a:lnTo>
                  <a:lnTo>
                    <a:pt x="762941" y="590967"/>
                  </a:lnTo>
                  <a:lnTo>
                    <a:pt x="762837" y="593528"/>
                  </a:lnTo>
                  <a:lnTo>
                    <a:pt x="762122" y="594228"/>
                  </a:lnTo>
                  <a:lnTo>
                    <a:pt x="761578" y="595322"/>
                  </a:lnTo>
                  <a:lnTo>
                    <a:pt x="760484" y="596099"/>
                  </a:lnTo>
                  <a:lnTo>
                    <a:pt x="760961" y="597096"/>
                  </a:lnTo>
                  <a:lnTo>
                    <a:pt x="760240" y="597486"/>
                  </a:lnTo>
                  <a:lnTo>
                    <a:pt x="760400" y="598053"/>
                  </a:lnTo>
                  <a:lnTo>
                    <a:pt x="757274" y="604229"/>
                  </a:lnTo>
                  <a:lnTo>
                    <a:pt x="755873" y="606386"/>
                  </a:lnTo>
                  <a:lnTo>
                    <a:pt x="753645" y="608862"/>
                  </a:lnTo>
                  <a:lnTo>
                    <a:pt x="749546" y="611235"/>
                  </a:lnTo>
                  <a:lnTo>
                    <a:pt x="750748" y="615195"/>
                  </a:lnTo>
                  <a:lnTo>
                    <a:pt x="750973" y="617479"/>
                  </a:lnTo>
                  <a:lnTo>
                    <a:pt x="751403" y="618371"/>
                  </a:lnTo>
                  <a:lnTo>
                    <a:pt x="750819" y="619168"/>
                  </a:lnTo>
                  <a:lnTo>
                    <a:pt x="750741" y="620241"/>
                  </a:lnTo>
                  <a:lnTo>
                    <a:pt x="752088" y="622846"/>
                  </a:lnTo>
                  <a:lnTo>
                    <a:pt x="753588" y="624412"/>
                  </a:lnTo>
                  <a:lnTo>
                    <a:pt x="752330" y="625684"/>
                  </a:lnTo>
                  <a:lnTo>
                    <a:pt x="750277" y="628541"/>
                  </a:lnTo>
                  <a:lnTo>
                    <a:pt x="749293" y="632401"/>
                  </a:lnTo>
                  <a:lnTo>
                    <a:pt x="750227" y="632895"/>
                  </a:lnTo>
                  <a:lnTo>
                    <a:pt x="750383" y="633654"/>
                  </a:lnTo>
                  <a:lnTo>
                    <a:pt x="750619" y="633844"/>
                  </a:lnTo>
                  <a:lnTo>
                    <a:pt x="750673" y="634889"/>
                  </a:lnTo>
                  <a:lnTo>
                    <a:pt x="750378" y="635597"/>
                  </a:lnTo>
                  <a:lnTo>
                    <a:pt x="750669" y="636114"/>
                  </a:lnTo>
                  <a:lnTo>
                    <a:pt x="750394" y="637220"/>
                  </a:lnTo>
                  <a:lnTo>
                    <a:pt x="749135" y="638027"/>
                  </a:lnTo>
                  <a:lnTo>
                    <a:pt x="748688" y="639448"/>
                  </a:lnTo>
                  <a:lnTo>
                    <a:pt x="746771" y="641159"/>
                  </a:lnTo>
                  <a:lnTo>
                    <a:pt x="746858" y="641403"/>
                  </a:lnTo>
                  <a:lnTo>
                    <a:pt x="745378" y="642411"/>
                  </a:lnTo>
                  <a:lnTo>
                    <a:pt x="745303" y="643188"/>
                  </a:lnTo>
                  <a:lnTo>
                    <a:pt x="744335" y="644534"/>
                  </a:lnTo>
                  <a:lnTo>
                    <a:pt x="744558" y="645869"/>
                  </a:lnTo>
                  <a:lnTo>
                    <a:pt x="744264" y="648525"/>
                  </a:lnTo>
                  <a:lnTo>
                    <a:pt x="744545" y="649639"/>
                  </a:lnTo>
                  <a:lnTo>
                    <a:pt x="745058" y="650597"/>
                  </a:lnTo>
                  <a:lnTo>
                    <a:pt x="746596" y="651711"/>
                  </a:lnTo>
                  <a:lnTo>
                    <a:pt x="746430" y="652723"/>
                  </a:lnTo>
                  <a:lnTo>
                    <a:pt x="746790" y="652983"/>
                  </a:lnTo>
                  <a:lnTo>
                    <a:pt x="745935" y="657891"/>
                  </a:lnTo>
                  <a:lnTo>
                    <a:pt x="746700" y="659332"/>
                  </a:lnTo>
                  <a:lnTo>
                    <a:pt x="747474" y="661611"/>
                  </a:lnTo>
                  <a:lnTo>
                    <a:pt x="749060" y="663203"/>
                  </a:lnTo>
                  <a:lnTo>
                    <a:pt x="750623" y="665384"/>
                  </a:lnTo>
                  <a:lnTo>
                    <a:pt x="750719" y="666736"/>
                  </a:lnTo>
                  <a:lnTo>
                    <a:pt x="750344" y="667736"/>
                  </a:lnTo>
                  <a:lnTo>
                    <a:pt x="750763" y="668454"/>
                  </a:lnTo>
                  <a:lnTo>
                    <a:pt x="750571" y="669221"/>
                  </a:lnTo>
                  <a:lnTo>
                    <a:pt x="750977" y="669897"/>
                  </a:lnTo>
                  <a:lnTo>
                    <a:pt x="750962" y="670514"/>
                  </a:lnTo>
                  <a:lnTo>
                    <a:pt x="751401" y="670775"/>
                  </a:lnTo>
                  <a:lnTo>
                    <a:pt x="751356" y="671199"/>
                  </a:lnTo>
                  <a:lnTo>
                    <a:pt x="751888" y="672341"/>
                  </a:lnTo>
                  <a:lnTo>
                    <a:pt x="751692" y="672779"/>
                  </a:lnTo>
                  <a:lnTo>
                    <a:pt x="751958" y="674459"/>
                  </a:lnTo>
                  <a:lnTo>
                    <a:pt x="749602" y="675888"/>
                  </a:lnTo>
                  <a:lnTo>
                    <a:pt x="749830" y="676143"/>
                  </a:lnTo>
                  <a:lnTo>
                    <a:pt x="749659" y="677423"/>
                  </a:lnTo>
                  <a:lnTo>
                    <a:pt x="748565" y="679176"/>
                  </a:lnTo>
                  <a:lnTo>
                    <a:pt x="748319" y="680110"/>
                  </a:lnTo>
                  <a:lnTo>
                    <a:pt x="748584" y="680485"/>
                  </a:lnTo>
                  <a:lnTo>
                    <a:pt x="748579" y="680994"/>
                  </a:lnTo>
                  <a:lnTo>
                    <a:pt x="748112" y="682216"/>
                  </a:lnTo>
                  <a:lnTo>
                    <a:pt x="748569" y="683324"/>
                  </a:lnTo>
                  <a:lnTo>
                    <a:pt x="749413" y="684480"/>
                  </a:lnTo>
                  <a:lnTo>
                    <a:pt x="749345" y="685453"/>
                  </a:lnTo>
                  <a:lnTo>
                    <a:pt x="751281" y="686437"/>
                  </a:lnTo>
                  <a:lnTo>
                    <a:pt x="751702" y="686516"/>
                  </a:lnTo>
                  <a:lnTo>
                    <a:pt x="752287" y="686248"/>
                  </a:lnTo>
                  <a:lnTo>
                    <a:pt x="754513" y="687673"/>
                  </a:lnTo>
                  <a:lnTo>
                    <a:pt x="754302" y="689400"/>
                  </a:lnTo>
                  <a:lnTo>
                    <a:pt x="755551" y="693554"/>
                  </a:lnTo>
                  <a:lnTo>
                    <a:pt x="756146" y="698897"/>
                  </a:lnTo>
                  <a:lnTo>
                    <a:pt x="755605" y="701687"/>
                  </a:lnTo>
                  <a:lnTo>
                    <a:pt x="756074" y="704618"/>
                  </a:lnTo>
                  <a:lnTo>
                    <a:pt x="755906" y="709327"/>
                  </a:lnTo>
                  <a:lnTo>
                    <a:pt x="756302" y="711633"/>
                  </a:lnTo>
                  <a:lnTo>
                    <a:pt x="756309" y="714172"/>
                  </a:lnTo>
                  <a:lnTo>
                    <a:pt x="756067" y="717043"/>
                  </a:lnTo>
                  <a:lnTo>
                    <a:pt x="755223" y="720685"/>
                  </a:lnTo>
                  <a:lnTo>
                    <a:pt x="755458" y="721453"/>
                  </a:lnTo>
                  <a:lnTo>
                    <a:pt x="756628" y="722860"/>
                  </a:lnTo>
                  <a:lnTo>
                    <a:pt x="759192" y="723802"/>
                  </a:lnTo>
                  <a:lnTo>
                    <a:pt x="760938" y="724743"/>
                  </a:lnTo>
                  <a:lnTo>
                    <a:pt x="761133" y="725321"/>
                  </a:lnTo>
                  <a:lnTo>
                    <a:pt x="762253" y="725411"/>
                  </a:lnTo>
                  <a:lnTo>
                    <a:pt x="763289" y="726086"/>
                  </a:lnTo>
                  <a:lnTo>
                    <a:pt x="764002" y="726231"/>
                  </a:lnTo>
                  <a:lnTo>
                    <a:pt x="764936" y="727044"/>
                  </a:lnTo>
                  <a:lnTo>
                    <a:pt x="766141" y="727365"/>
                  </a:lnTo>
                  <a:lnTo>
                    <a:pt x="767447" y="728293"/>
                  </a:lnTo>
                  <a:lnTo>
                    <a:pt x="770779" y="729799"/>
                  </a:lnTo>
                  <a:lnTo>
                    <a:pt x="773152" y="731561"/>
                  </a:lnTo>
                  <a:lnTo>
                    <a:pt x="774147" y="731920"/>
                  </a:lnTo>
                  <a:lnTo>
                    <a:pt x="775342" y="733740"/>
                  </a:lnTo>
                  <a:lnTo>
                    <a:pt x="775840" y="735959"/>
                  </a:lnTo>
                  <a:lnTo>
                    <a:pt x="776643" y="736872"/>
                  </a:lnTo>
                  <a:lnTo>
                    <a:pt x="776028" y="738386"/>
                  </a:lnTo>
                  <a:lnTo>
                    <a:pt x="776648" y="739941"/>
                  </a:lnTo>
                  <a:lnTo>
                    <a:pt x="776850" y="743553"/>
                  </a:lnTo>
                  <a:lnTo>
                    <a:pt x="777437" y="744057"/>
                  </a:lnTo>
                  <a:lnTo>
                    <a:pt x="778047" y="745361"/>
                  </a:lnTo>
                  <a:lnTo>
                    <a:pt x="777809" y="746580"/>
                  </a:lnTo>
                  <a:lnTo>
                    <a:pt x="778038" y="751632"/>
                  </a:lnTo>
                  <a:lnTo>
                    <a:pt x="777345" y="753661"/>
                  </a:lnTo>
                  <a:lnTo>
                    <a:pt x="776971" y="755755"/>
                  </a:lnTo>
                  <a:lnTo>
                    <a:pt x="777980" y="760498"/>
                  </a:lnTo>
                  <a:lnTo>
                    <a:pt x="780186" y="762376"/>
                  </a:lnTo>
                  <a:lnTo>
                    <a:pt x="780601" y="763824"/>
                  </a:lnTo>
                  <a:lnTo>
                    <a:pt x="781759" y="765559"/>
                  </a:lnTo>
                  <a:lnTo>
                    <a:pt x="783478" y="767451"/>
                  </a:lnTo>
                  <a:lnTo>
                    <a:pt x="784347" y="768013"/>
                  </a:lnTo>
                  <a:lnTo>
                    <a:pt x="785772" y="769983"/>
                  </a:lnTo>
                  <a:lnTo>
                    <a:pt x="786301" y="771742"/>
                  </a:lnTo>
                  <a:lnTo>
                    <a:pt x="786754" y="771913"/>
                  </a:lnTo>
                  <a:lnTo>
                    <a:pt x="787922" y="773224"/>
                  </a:lnTo>
                  <a:lnTo>
                    <a:pt x="788911" y="773671"/>
                  </a:lnTo>
                  <a:lnTo>
                    <a:pt x="789978" y="776467"/>
                  </a:lnTo>
                  <a:lnTo>
                    <a:pt x="791333" y="778798"/>
                  </a:lnTo>
                  <a:lnTo>
                    <a:pt x="791652" y="778875"/>
                  </a:lnTo>
                  <a:lnTo>
                    <a:pt x="792015" y="779800"/>
                  </a:lnTo>
                  <a:lnTo>
                    <a:pt x="792194" y="782905"/>
                  </a:lnTo>
                  <a:lnTo>
                    <a:pt x="793590" y="786745"/>
                  </a:lnTo>
                  <a:lnTo>
                    <a:pt x="793616" y="788446"/>
                  </a:lnTo>
                  <a:lnTo>
                    <a:pt x="792005" y="789649"/>
                  </a:lnTo>
                  <a:lnTo>
                    <a:pt x="789578" y="799524"/>
                  </a:lnTo>
                  <a:lnTo>
                    <a:pt x="789382" y="804157"/>
                  </a:lnTo>
                  <a:lnTo>
                    <a:pt x="788722" y="806934"/>
                  </a:lnTo>
                  <a:lnTo>
                    <a:pt x="791337" y="810834"/>
                  </a:lnTo>
                  <a:lnTo>
                    <a:pt x="792695" y="811154"/>
                  </a:lnTo>
                  <a:lnTo>
                    <a:pt x="795346" y="815877"/>
                  </a:lnTo>
                  <a:lnTo>
                    <a:pt x="799030" y="824511"/>
                  </a:lnTo>
                  <a:lnTo>
                    <a:pt x="800159" y="825998"/>
                  </a:lnTo>
                  <a:lnTo>
                    <a:pt x="799468" y="828301"/>
                  </a:lnTo>
                  <a:lnTo>
                    <a:pt x="797557" y="831123"/>
                  </a:lnTo>
                  <a:lnTo>
                    <a:pt x="797399" y="831218"/>
                  </a:lnTo>
                  <a:lnTo>
                    <a:pt x="795782" y="830428"/>
                  </a:lnTo>
                  <a:lnTo>
                    <a:pt x="793934" y="830291"/>
                  </a:lnTo>
                  <a:lnTo>
                    <a:pt x="791380" y="831810"/>
                  </a:lnTo>
                  <a:lnTo>
                    <a:pt x="789823" y="832450"/>
                  </a:lnTo>
                  <a:lnTo>
                    <a:pt x="789418" y="832411"/>
                  </a:lnTo>
                  <a:lnTo>
                    <a:pt x="787664" y="834023"/>
                  </a:lnTo>
                  <a:lnTo>
                    <a:pt x="786724" y="834533"/>
                  </a:lnTo>
                  <a:lnTo>
                    <a:pt x="784773" y="834963"/>
                  </a:lnTo>
                  <a:lnTo>
                    <a:pt x="781437" y="837528"/>
                  </a:lnTo>
                  <a:lnTo>
                    <a:pt x="778659" y="836302"/>
                  </a:lnTo>
                  <a:lnTo>
                    <a:pt x="777550" y="835399"/>
                  </a:lnTo>
                  <a:lnTo>
                    <a:pt x="775985" y="834783"/>
                  </a:lnTo>
                  <a:lnTo>
                    <a:pt x="773130" y="832604"/>
                  </a:lnTo>
                  <a:lnTo>
                    <a:pt x="770273" y="831806"/>
                  </a:lnTo>
                  <a:lnTo>
                    <a:pt x="768448" y="830430"/>
                  </a:lnTo>
                  <a:lnTo>
                    <a:pt x="766565" y="830506"/>
                  </a:lnTo>
                  <a:lnTo>
                    <a:pt x="764293" y="829278"/>
                  </a:lnTo>
                  <a:lnTo>
                    <a:pt x="760813" y="829162"/>
                  </a:lnTo>
                  <a:lnTo>
                    <a:pt x="758147" y="829772"/>
                  </a:lnTo>
                  <a:lnTo>
                    <a:pt x="755950" y="830959"/>
                  </a:lnTo>
                  <a:lnTo>
                    <a:pt x="754304" y="831177"/>
                  </a:lnTo>
                  <a:lnTo>
                    <a:pt x="753097" y="832252"/>
                  </a:lnTo>
                  <a:lnTo>
                    <a:pt x="752292" y="832537"/>
                  </a:lnTo>
                  <a:lnTo>
                    <a:pt x="752562" y="834909"/>
                  </a:lnTo>
                  <a:lnTo>
                    <a:pt x="752372" y="836130"/>
                  </a:lnTo>
                  <a:lnTo>
                    <a:pt x="749753" y="838695"/>
                  </a:lnTo>
                  <a:lnTo>
                    <a:pt x="749413" y="838955"/>
                  </a:lnTo>
                  <a:lnTo>
                    <a:pt x="748061" y="839116"/>
                  </a:lnTo>
                  <a:lnTo>
                    <a:pt x="747057" y="840987"/>
                  </a:lnTo>
                  <a:lnTo>
                    <a:pt x="744925" y="841371"/>
                  </a:lnTo>
                  <a:lnTo>
                    <a:pt x="742665" y="842117"/>
                  </a:lnTo>
                  <a:lnTo>
                    <a:pt x="740941" y="843666"/>
                  </a:lnTo>
                  <a:lnTo>
                    <a:pt x="739833" y="845753"/>
                  </a:lnTo>
                  <a:lnTo>
                    <a:pt x="738933" y="846752"/>
                  </a:lnTo>
                  <a:lnTo>
                    <a:pt x="737166" y="851425"/>
                  </a:lnTo>
                  <a:lnTo>
                    <a:pt x="736902" y="854210"/>
                  </a:lnTo>
                  <a:lnTo>
                    <a:pt x="736200" y="855494"/>
                  </a:lnTo>
                  <a:lnTo>
                    <a:pt x="736055" y="856467"/>
                  </a:lnTo>
                  <a:lnTo>
                    <a:pt x="735190" y="858540"/>
                  </a:lnTo>
                  <a:lnTo>
                    <a:pt x="735446" y="859387"/>
                  </a:lnTo>
                  <a:lnTo>
                    <a:pt x="735264" y="859543"/>
                  </a:lnTo>
                  <a:lnTo>
                    <a:pt x="733989" y="859392"/>
                  </a:lnTo>
                  <a:lnTo>
                    <a:pt x="733374" y="858624"/>
                  </a:lnTo>
                  <a:lnTo>
                    <a:pt x="732873" y="858564"/>
                  </a:lnTo>
                  <a:lnTo>
                    <a:pt x="731577" y="857771"/>
                  </a:lnTo>
                  <a:lnTo>
                    <a:pt x="730725" y="857696"/>
                  </a:lnTo>
                  <a:lnTo>
                    <a:pt x="727273" y="858232"/>
                  </a:lnTo>
                  <a:lnTo>
                    <a:pt x="725857" y="858094"/>
                  </a:lnTo>
                  <a:lnTo>
                    <a:pt x="723889" y="858591"/>
                  </a:lnTo>
                  <a:lnTo>
                    <a:pt x="721779" y="858468"/>
                  </a:lnTo>
                  <a:lnTo>
                    <a:pt x="720778" y="858746"/>
                  </a:lnTo>
                  <a:lnTo>
                    <a:pt x="719909" y="858444"/>
                  </a:lnTo>
                  <a:lnTo>
                    <a:pt x="718169" y="858955"/>
                  </a:lnTo>
                  <a:lnTo>
                    <a:pt x="716588" y="859843"/>
                  </a:lnTo>
                  <a:lnTo>
                    <a:pt x="714827" y="857376"/>
                  </a:lnTo>
                  <a:lnTo>
                    <a:pt x="712993" y="855677"/>
                  </a:lnTo>
                  <a:lnTo>
                    <a:pt x="709539" y="855933"/>
                  </a:lnTo>
                  <a:lnTo>
                    <a:pt x="707395" y="854298"/>
                  </a:lnTo>
                  <a:lnTo>
                    <a:pt x="705966" y="855348"/>
                  </a:lnTo>
                  <a:lnTo>
                    <a:pt x="704828" y="855705"/>
                  </a:lnTo>
                  <a:lnTo>
                    <a:pt x="701712" y="855299"/>
                  </a:lnTo>
                  <a:lnTo>
                    <a:pt x="700691" y="854856"/>
                  </a:lnTo>
                  <a:lnTo>
                    <a:pt x="699692" y="854999"/>
                  </a:lnTo>
                  <a:lnTo>
                    <a:pt x="699099" y="855187"/>
                  </a:lnTo>
                  <a:lnTo>
                    <a:pt x="698422" y="855814"/>
                  </a:lnTo>
                  <a:lnTo>
                    <a:pt x="696601" y="856427"/>
                  </a:lnTo>
                  <a:lnTo>
                    <a:pt x="695343" y="856567"/>
                  </a:lnTo>
                  <a:lnTo>
                    <a:pt x="693263" y="858310"/>
                  </a:lnTo>
                  <a:lnTo>
                    <a:pt x="690741" y="859755"/>
                  </a:lnTo>
                  <a:lnTo>
                    <a:pt x="689902" y="860616"/>
                  </a:lnTo>
                  <a:lnTo>
                    <a:pt x="688086" y="864190"/>
                  </a:lnTo>
                  <a:lnTo>
                    <a:pt x="687015" y="865383"/>
                  </a:lnTo>
                  <a:lnTo>
                    <a:pt x="686740" y="867521"/>
                  </a:lnTo>
                  <a:lnTo>
                    <a:pt x="685816" y="869570"/>
                  </a:lnTo>
                  <a:lnTo>
                    <a:pt x="685492" y="871855"/>
                  </a:lnTo>
                  <a:lnTo>
                    <a:pt x="684038" y="872772"/>
                  </a:lnTo>
                  <a:lnTo>
                    <a:pt x="683089" y="873001"/>
                  </a:lnTo>
                  <a:lnTo>
                    <a:pt x="681876" y="872891"/>
                  </a:lnTo>
                  <a:lnTo>
                    <a:pt x="680024" y="874038"/>
                  </a:lnTo>
                  <a:lnTo>
                    <a:pt x="675816" y="876083"/>
                  </a:lnTo>
                  <a:lnTo>
                    <a:pt x="674920" y="876979"/>
                  </a:lnTo>
                  <a:lnTo>
                    <a:pt x="674282" y="877170"/>
                  </a:lnTo>
                  <a:lnTo>
                    <a:pt x="668897" y="877203"/>
                  </a:lnTo>
                  <a:lnTo>
                    <a:pt x="664799" y="876298"/>
                  </a:lnTo>
                  <a:lnTo>
                    <a:pt x="662243" y="876223"/>
                  </a:lnTo>
                  <a:lnTo>
                    <a:pt x="658828" y="874883"/>
                  </a:lnTo>
                  <a:lnTo>
                    <a:pt x="656895" y="875024"/>
                  </a:lnTo>
                  <a:lnTo>
                    <a:pt x="654781" y="874395"/>
                  </a:lnTo>
                  <a:lnTo>
                    <a:pt x="653060" y="874445"/>
                  </a:lnTo>
                  <a:lnTo>
                    <a:pt x="651597" y="874139"/>
                  </a:lnTo>
                  <a:lnTo>
                    <a:pt x="651033" y="873673"/>
                  </a:lnTo>
                  <a:lnTo>
                    <a:pt x="650265" y="873604"/>
                  </a:lnTo>
                  <a:lnTo>
                    <a:pt x="649927" y="873334"/>
                  </a:lnTo>
                  <a:lnTo>
                    <a:pt x="646518" y="872891"/>
                  </a:lnTo>
                  <a:lnTo>
                    <a:pt x="645719" y="872919"/>
                  </a:lnTo>
                  <a:lnTo>
                    <a:pt x="645334" y="873524"/>
                  </a:lnTo>
                  <a:lnTo>
                    <a:pt x="644743" y="873246"/>
                  </a:lnTo>
                  <a:lnTo>
                    <a:pt x="643596" y="873182"/>
                  </a:lnTo>
                  <a:lnTo>
                    <a:pt x="642528" y="873502"/>
                  </a:lnTo>
                  <a:lnTo>
                    <a:pt x="641421" y="874072"/>
                  </a:lnTo>
                  <a:lnTo>
                    <a:pt x="640791" y="875001"/>
                  </a:lnTo>
                  <a:lnTo>
                    <a:pt x="640143" y="875488"/>
                  </a:lnTo>
                  <a:lnTo>
                    <a:pt x="638560" y="876023"/>
                  </a:lnTo>
                  <a:lnTo>
                    <a:pt x="637505" y="876644"/>
                  </a:lnTo>
                  <a:lnTo>
                    <a:pt x="636688" y="876745"/>
                  </a:lnTo>
                  <a:lnTo>
                    <a:pt x="635803" y="876595"/>
                  </a:lnTo>
                  <a:lnTo>
                    <a:pt x="633709" y="875018"/>
                  </a:lnTo>
                  <a:lnTo>
                    <a:pt x="632973" y="874338"/>
                  </a:lnTo>
                  <a:lnTo>
                    <a:pt x="632822" y="873608"/>
                  </a:lnTo>
                  <a:lnTo>
                    <a:pt x="631573" y="872550"/>
                  </a:lnTo>
                  <a:lnTo>
                    <a:pt x="630804" y="872372"/>
                  </a:lnTo>
                  <a:lnTo>
                    <a:pt x="630256" y="871886"/>
                  </a:lnTo>
                  <a:lnTo>
                    <a:pt x="629148" y="871889"/>
                  </a:lnTo>
                  <a:lnTo>
                    <a:pt x="628436" y="872222"/>
                  </a:lnTo>
                  <a:lnTo>
                    <a:pt x="627018" y="873784"/>
                  </a:lnTo>
                  <a:lnTo>
                    <a:pt x="626376" y="873776"/>
                  </a:lnTo>
                  <a:lnTo>
                    <a:pt x="625449" y="874207"/>
                  </a:lnTo>
                  <a:lnTo>
                    <a:pt x="624353" y="875269"/>
                  </a:lnTo>
                  <a:lnTo>
                    <a:pt x="623017" y="876095"/>
                  </a:lnTo>
                  <a:lnTo>
                    <a:pt x="621666" y="878933"/>
                  </a:lnTo>
                  <a:lnTo>
                    <a:pt x="620744" y="879924"/>
                  </a:lnTo>
                  <a:lnTo>
                    <a:pt x="619676" y="881629"/>
                  </a:lnTo>
                  <a:lnTo>
                    <a:pt x="618451" y="884569"/>
                  </a:lnTo>
                  <a:lnTo>
                    <a:pt x="618354" y="885391"/>
                  </a:lnTo>
                  <a:lnTo>
                    <a:pt x="617314" y="886723"/>
                  </a:lnTo>
                  <a:lnTo>
                    <a:pt x="613796" y="886597"/>
                  </a:lnTo>
                  <a:lnTo>
                    <a:pt x="612066" y="886998"/>
                  </a:lnTo>
                  <a:lnTo>
                    <a:pt x="610758" y="886830"/>
                  </a:lnTo>
                  <a:lnTo>
                    <a:pt x="609556" y="886304"/>
                  </a:lnTo>
                  <a:lnTo>
                    <a:pt x="608814" y="884847"/>
                  </a:lnTo>
                  <a:lnTo>
                    <a:pt x="606252" y="882552"/>
                  </a:lnTo>
                  <a:lnTo>
                    <a:pt x="604605" y="881876"/>
                  </a:lnTo>
                  <a:lnTo>
                    <a:pt x="603521" y="882596"/>
                  </a:lnTo>
                  <a:lnTo>
                    <a:pt x="603333" y="883365"/>
                  </a:lnTo>
                  <a:lnTo>
                    <a:pt x="602632" y="883752"/>
                  </a:lnTo>
                  <a:lnTo>
                    <a:pt x="602596" y="884313"/>
                  </a:lnTo>
                  <a:lnTo>
                    <a:pt x="601883" y="885364"/>
                  </a:lnTo>
                  <a:lnTo>
                    <a:pt x="601938" y="885860"/>
                  </a:lnTo>
                  <a:lnTo>
                    <a:pt x="601494" y="886120"/>
                  </a:lnTo>
                  <a:lnTo>
                    <a:pt x="600860" y="887444"/>
                  </a:lnTo>
                  <a:lnTo>
                    <a:pt x="598952" y="888936"/>
                  </a:lnTo>
                  <a:lnTo>
                    <a:pt x="598831" y="889551"/>
                  </a:lnTo>
                  <a:lnTo>
                    <a:pt x="597880" y="890666"/>
                  </a:lnTo>
                  <a:lnTo>
                    <a:pt x="597323" y="891910"/>
                  </a:lnTo>
                  <a:lnTo>
                    <a:pt x="597299" y="892542"/>
                  </a:lnTo>
                  <a:lnTo>
                    <a:pt x="596592" y="893932"/>
                  </a:lnTo>
                  <a:lnTo>
                    <a:pt x="596711" y="894828"/>
                  </a:lnTo>
                  <a:lnTo>
                    <a:pt x="595278" y="896710"/>
                  </a:lnTo>
                  <a:lnTo>
                    <a:pt x="594019" y="897534"/>
                  </a:lnTo>
                  <a:lnTo>
                    <a:pt x="593194" y="897481"/>
                  </a:lnTo>
                  <a:lnTo>
                    <a:pt x="592582" y="897129"/>
                  </a:lnTo>
                  <a:lnTo>
                    <a:pt x="589710" y="894020"/>
                  </a:lnTo>
                  <a:lnTo>
                    <a:pt x="587641" y="892784"/>
                  </a:lnTo>
                  <a:lnTo>
                    <a:pt x="587152" y="892747"/>
                  </a:lnTo>
                  <a:lnTo>
                    <a:pt x="584665" y="891560"/>
                  </a:lnTo>
                  <a:lnTo>
                    <a:pt x="582700" y="891585"/>
                  </a:lnTo>
                  <a:lnTo>
                    <a:pt x="581927" y="891038"/>
                  </a:lnTo>
                  <a:lnTo>
                    <a:pt x="580609" y="890770"/>
                  </a:lnTo>
                  <a:lnTo>
                    <a:pt x="578774" y="890747"/>
                  </a:lnTo>
                  <a:lnTo>
                    <a:pt x="576948" y="891281"/>
                  </a:lnTo>
                  <a:lnTo>
                    <a:pt x="575967" y="892198"/>
                  </a:lnTo>
                  <a:lnTo>
                    <a:pt x="573043" y="893738"/>
                  </a:lnTo>
                  <a:lnTo>
                    <a:pt x="571510" y="894851"/>
                  </a:lnTo>
                  <a:lnTo>
                    <a:pt x="565675" y="896233"/>
                  </a:lnTo>
                  <a:lnTo>
                    <a:pt x="563534" y="896891"/>
                  </a:lnTo>
                  <a:lnTo>
                    <a:pt x="562400" y="897578"/>
                  </a:lnTo>
                  <a:lnTo>
                    <a:pt x="560895" y="897394"/>
                  </a:lnTo>
                  <a:lnTo>
                    <a:pt x="560537" y="897949"/>
                  </a:lnTo>
                  <a:lnTo>
                    <a:pt x="559579" y="898626"/>
                  </a:lnTo>
                  <a:lnTo>
                    <a:pt x="559033" y="900541"/>
                  </a:lnTo>
                  <a:lnTo>
                    <a:pt x="559006" y="902746"/>
                  </a:lnTo>
                  <a:lnTo>
                    <a:pt x="558705" y="903899"/>
                  </a:lnTo>
                  <a:lnTo>
                    <a:pt x="558287" y="904498"/>
                  </a:lnTo>
                  <a:lnTo>
                    <a:pt x="555795" y="904944"/>
                  </a:lnTo>
                  <a:lnTo>
                    <a:pt x="552922" y="906173"/>
                  </a:lnTo>
                  <a:lnTo>
                    <a:pt x="551700" y="907120"/>
                  </a:lnTo>
                  <a:lnTo>
                    <a:pt x="551657" y="907876"/>
                  </a:lnTo>
                  <a:lnTo>
                    <a:pt x="549525" y="908796"/>
                  </a:lnTo>
                  <a:lnTo>
                    <a:pt x="548925" y="909500"/>
                  </a:lnTo>
                  <a:lnTo>
                    <a:pt x="546710" y="910048"/>
                  </a:lnTo>
                  <a:lnTo>
                    <a:pt x="545021" y="911351"/>
                  </a:lnTo>
                  <a:lnTo>
                    <a:pt x="544912" y="911768"/>
                  </a:lnTo>
                  <a:lnTo>
                    <a:pt x="543696" y="913126"/>
                  </a:lnTo>
                  <a:lnTo>
                    <a:pt x="541942" y="914437"/>
                  </a:lnTo>
                  <a:lnTo>
                    <a:pt x="539971" y="915020"/>
                  </a:lnTo>
                  <a:lnTo>
                    <a:pt x="539869" y="915483"/>
                  </a:lnTo>
                  <a:lnTo>
                    <a:pt x="539015" y="916431"/>
                  </a:lnTo>
                  <a:lnTo>
                    <a:pt x="537266" y="917124"/>
                  </a:lnTo>
                  <a:lnTo>
                    <a:pt x="536816" y="918428"/>
                  </a:lnTo>
                  <a:lnTo>
                    <a:pt x="535069" y="920860"/>
                  </a:lnTo>
                  <a:lnTo>
                    <a:pt x="534364" y="923604"/>
                  </a:lnTo>
                  <a:lnTo>
                    <a:pt x="532636" y="923932"/>
                  </a:lnTo>
                  <a:lnTo>
                    <a:pt x="520667" y="923666"/>
                  </a:lnTo>
                  <a:lnTo>
                    <a:pt x="519044" y="924790"/>
                  </a:lnTo>
                  <a:lnTo>
                    <a:pt x="518358" y="925778"/>
                  </a:lnTo>
                  <a:lnTo>
                    <a:pt x="516631" y="930860"/>
                  </a:lnTo>
                  <a:lnTo>
                    <a:pt x="513922" y="933205"/>
                  </a:lnTo>
                  <a:lnTo>
                    <a:pt x="509304" y="93026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pg115">
              <a:extLst>
                <a:ext uri="{FF2B5EF4-FFF2-40B4-BE49-F238E27FC236}">
                  <a16:creationId xmlns:a16="http://schemas.microsoft.com/office/drawing/2014/main" id="{8ECB0680-61D7-2CC1-95DC-E015A2FFD256}"/>
                </a:ext>
              </a:extLst>
            </p:cNvPr>
            <p:cNvSpPr/>
            <p:nvPr/>
          </p:nvSpPr>
          <p:spPr>
            <a:xfrm>
              <a:off x="491346" y="2871239"/>
              <a:ext cx="672535" cy="727759"/>
            </a:xfrm>
            <a:custGeom>
              <a:avLst/>
              <a:gdLst/>
              <a:ahLst/>
              <a:cxnLst/>
              <a:rect l="0" t="0" r="0" b="0"/>
              <a:pathLst>
                <a:path w="672535" h="727759">
                  <a:moveTo>
                    <a:pt x="299777" y="463944"/>
                  </a:moveTo>
                  <a:lnTo>
                    <a:pt x="299163" y="463236"/>
                  </a:lnTo>
                  <a:lnTo>
                    <a:pt x="298311" y="462869"/>
                  </a:lnTo>
                  <a:lnTo>
                    <a:pt x="297344" y="462034"/>
                  </a:lnTo>
                  <a:lnTo>
                    <a:pt x="296208" y="461903"/>
                  </a:lnTo>
                  <a:lnTo>
                    <a:pt x="295382" y="461539"/>
                  </a:lnTo>
                  <a:lnTo>
                    <a:pt x="294171" y="460306"/>
                  </a:lnTo>
                  <a:lnTo>
                    <a:pt x="292453" y="459110"/>
                  </a:lnTo>
                  <a:lnTo>
                    <a:pt x="291396" y="458409"/>
                  </a:lnTo>
                  <a:lnTo>
                    <a:pt x="290795" y="458777"/>
                  </a:lnTo>
                  <a:lnTo>
                    <a:pt x="284707" y="454314"/>
                  </a:lnTo>
                  <a:lnTo>
                    <a:pt x="284371" y="454023"/>
                  </a:lnTo>
                  <a:lnTo>
                    <a:pt x="284383" y="453734"/>
                  </a:lnTo>
                  <a:lnTo>
                    <a:pt x="284858" y="452534"/>
                  </a:lnTo>
                  <a:lnTo>
                    <a:pt x="284277" y="451984"/>
                  </a:lnTo>
                  <a:lnTo>
                    <a:pt x="284107" y="450781"/>
                  </a:lnTo>
                  <a:lnTo>
                    <a:pt x="283212" y="449787"/>
                  </a:lnTo>
                  <a:lnTo>
                    <a:pt x="282466" y="449370"/>
                  </a:lnTo>
                  <a:lnTo>
                    <a:pt x="282308" y="449078"/>
                  </a:lnTo>
                  <a:lnTo>
                    <a:pt x="282564" y="449013"/>
                  </a:lnTo>
                  <a:lnTo>
                    <a:pt x="282163" y="448950"/>
                  </a:lnTo>
                  <a:lnTo>
                    <a:pt x="283155" y="448616"/>
                  </a:lnTo>
                  <a:lnTo>
                    <a:pt x="283640" y="448138"/>
                  </a:lnTo>
                  <a:lnTo>
                    <a:pt x="283294" y="446129"/>
                  </a:lnTo>
                  <a:lnTo>
                    <a:pt x="282703" y="444520"/>
                  </a:lnTo>
                  <a:lnTo>
                    <a:pt x="282897" y="443569"/>
                  </a:lnTo>
                  <a:lnTo>
                    <a:pt x="284192" y="442567"/>
                  </a:lnTo>
                  <a:lnTo>
                    <a:pt x="285357" y="442080"/>
                  </a:lnTo>
                  <a:lnTo>
                    <a:pt x="286939" y="442210"/>
                  </a:lnTo>
                  <a:lnTo>
                    <a:pt x="287594" y="441910"/>
                  </a:lnTo>
                  <a:lnTo>
                    <a:pt x="288168" y="441245"/>
                  </a:lnTo>
                  <a:lnTo>
                    <a:pt x="288089" y="440727"/>
                  </a:lnTo>
                  <a:lnTo>
                    <a:pt x="288619" y="440580"/>
                  </a:lnTo>
                  <a:lnTo>
                    <a:pt x="288480" y="440271"/>
                  </a:lnTo>
                  <a:lnTo>
                    <a:pt x="288871" y="440345"/>
                  </a:lnTo>
                  <a:lnTo>
                    <a:pt x="289182" y="439527"/>
                  </a:lnTo>
                  <a:lnTo>
                    <a:pt x="289775" y="439550"/>
                  </a:lnTo>
                  <a:lnTo>
                    <a:pt x="289756" y="438800"/>
                  </a:lnTo>
                  <a:lnTo>
                    <a:pt x="290751" y="438716"/>
                  </a:lnTo>
                  <a:lnTo>
                    <a:pt x="290814" y="438420"/>
                  </a:lnTo>
                  <a:lnTo>
                    <a:pt x="291869" y="438465"/>
                  </a:lnTo>
                  <a:lnTo>
                    <a:pt x="291856" y="438159"/>
                  </a:lnTo>
                  <a:lnTo>
                    <a:pt x="292435" y="438020"/>
                  </a:lnTo>
                  <a:lnTo>
                    <a:pt x="293173" y="437404"/>
                  </a:lnTo>
                  <a:lnTo>
                    <a:pt x="293208" y="436144"/>
                  </a:lnTo>
                  <a:lnTo>
                    <a:pt x="292059" y="435727"/>
                  </a:lnTo>
                  <a:lnTo>
                    <a:pt x="292066" y="435520"/>
                  </a:lnTo>
                  <a:lnTo>
                    <a:pt x="292486" y="435527"/>
                  </a:lnTo>
                  <a:lnTo>
                    <a:pt x="292579" y="435178"/>
                  </a:lnTo>
                  <a:lnTo>
                    <a:pt x="291988" y="434414"/>
                  </a:lnTo>
                  <a:lnTo>
                    <a:pt x="292237" y="434302"/>
                  </a:lnTo>
                  <a:lnTo>
                    <a:pt x="292079" y="433936"/>
                  </a:lnTo>
                  <a:lnTo>
                    <a:pt x="292309" y="433658"/>
                  </a:lnTo>
                  <a:lnTo>
                    <a:pt x="290557" y="432329"/>
                  </a:lnTo>
                  <a:lnTo>
                    <a:pt x="290635" y="432000"/>
                  </a:lnTo>
                  <a:lnTo>
                    <a:pt x="289488" y="431414"/>
                  </a:lnTo>
                  <a:lnTo>
                    <a:pt x="289004" y="430856"/>
                  </a:lnTo>
                  <a:lnTo>
                    <a:pt x="287622" y="430869"/>
                  </a:lnTo>
                  <a:lnTo>
                    <a:pt x="285819" y="430167"/>
                  </a:lnTo>
                  <a:lnTo>
                    <a:pt x="284150" y="430451"/>
                  </a:lnTo>
                  <a:lnTo>
                    <a:pt x="283535" y="430040"/>
                  </a:lnTo>
                  <a:lnTo>
                    <a:pt x="281646" y="430626"/>
                  </a:lnTo>
                  <a:lnTo>
                    <a:pt x="280804" y="430171"/>
                  </a:lnTo>
                  <a:lnTo>
                    <a:pt x="279181" y="430263"/>
                  </a:lnTo>
                  <a:lnTo>
                    <a:pt x="278896" y="429807"/>
                  </a:lnTo>
                  <a:lnTo>
                    <a:pt x="277296" y="429785"/>
                  </a:lnTo>
                  <a:lnTo>
                    <a:pt x="276801" y="429235"/>
                  </a:lnTo>
                  <a:lnTo>
                    <a:pt x="275825" y="429264"/>
                  </a:lnTo>
                  <a:lnTo>
                    <a:pt x="274690" y="428703"/>
                  </a:lnTo>
                  <a:lnTo>
                    <a:pt x="273160" y="428402"/>
                  </a:lnTo>
                  <a:lnTo>
                    <a:pt x="272494" y="427756"/>
                  </a:lnTo>
                  <a:lnTo>
                    <a:pt x="272242" y="426798"/>
                  </a:lnTo>
                  <a:lnTo>
                    <a:pt x="271243" y="426910"/>
                  </a:lnTo>
                  <a:lnTo>
                    <a:pt x="267905" y="433767"/>
                  </a:lnTo>
                  <a:lnTo>
                    <a:pt x="267005" y="434022"/>
                  </a:lnTo>
                  <a:lnTo>
                    <a:pt x="266242" y="435099"/>
                  </a:lnTo>
                  <a:lnTo>
                    <a:pt x="265050" y="435730"/>
                  </a:lnTo>
                  <a:lnTo>
                    <a:pt x="264324" y="435784"/>
                  </a:lnTo>
                  <a:lnTo>
                    <a:pt x="264139" y="436289"/>
                  </a:lnTo>
                  <a:lnTo>
                    <a:pt x="263148" y="437352"/>
                  </a:lnTo>
                  <a:lnTo>
                    <a:pt x="261875" y="437153"/>
                  </a:lnTo>
                  <a:lnTo>
                    <a:pt x="261128" y="437452"/>
                  </a:lnTo>
                  <a:lnTo>
                    <a:pt x="260223" y="437490"/>
                  </a:lnTo>
                  <a:lnTo>
                    <a:pt x="256353" y="437272"/>
                  </a:lnTo>
                  <a:lnTo>
                    <a:pt x="256005" y="437338"/>
                  </a:lnTo>
                  <a:lnTo>
                    <a:pt x="255764" y="437820"/>
                  </a:lnTo>
                  <a:lnTo>
                    <a:pt x="254792" y="437913"/>
                  </a:lnTo>
                  <a:lnTo>
                    <a:pt x="252555" y="438865"/>
                  </a:lnTo>
                  <a:lnTo>
                    <a:pt x="250339" y="438833"/>
                  </a:lnTo>
                  <a:lnTo>
                    <a:pt x="247814" y="440910"/>
                  </a:lnTo>
                  <a:lnTo>
                    <a:pt x="247075" y="442135"/>
                  </a:lnTo>
                  <a:lnTo>
                    <a:pt x="248777" y="442680"/>
                  </a:lnTo>
                  <a:lnTo>
                    <a:pt x="247294" y="442887"/>
                  </a:lnTo>
                  <a:lnTo>
                    <a:pt x="246444" y="442297"/>
                  </a:lnTo>
                  <a:lnTo>
                    <a:pt x="245810" y="442226"/>
                  </a:lnTo>
                  <a:lnTo>
                    <a:pt x="245203" y="442255"/>
                  </a:lnTo>
                  <a:lnTo>
                    <a:pt x="244850" y="442700"/>
                  </a:lnTo>
                  <a:lnTo>
                    <a:pt x="244246" y="442109"/>
                  </a:lnTo>
                  <a:lnTo>
                    <a:pt x="244340" y="441417"/>
                  </a:lnTo>
                  <a:lnTo>
                    <a:pt x="243561" y="441592"/>
                  </a:lnTo>
                  <a:lnTo>
                    <a:pt x="242792" y="441013"/>
                  </a:lnTo>
                  <a:lnTo>
                    <a:pt x="242902" y="440884"/>
                  </a:lnTo>
                  <a:lnTo>
                    <a:pt x="242448" y="440498"/>
                  </a:lnTo>
                  <a:lnTo>
                    <a:pt x="243279" y="440395"/>
                  </a:lnTo>
                  <a:lnTo>
                    <a:pt x="242742" y="440187"/>
                  </a:lnTo>
                  <a:lnTo>
                    <a:pt x="242753" y="439947"/>
                  </a:lnTo>
                  <a:lnTo>
                    <a:pt x="242419" y="439956"/>
                  </a:lnTo>
                  <a:lnTo>
                    <a:pt x="242566" y="439751"/>
                  </a:lnTo>
                  <a:lnTo>
                    <a:pt x="242213" y="439734"/>
                  </a:lnTo>
                  <a:lnTo>
                    <a:pt x="242190" y="439421"/>
                  </a:lnTo>
                  <a:lnTo>
                    <a:pt x="241898" y="439508"/>
                  </a:lnTo>
                  <a:lnTo>
                    <a:pt x="241679" y="439278"/>
                  </a:lnTo>
                  <a:lnTo>
                    <a:pt x="240454" y="439616"/>
                  </a:lnTo>
                  <a:lnTo>
                    <a:pt x="239159" y="439601"/>
                  </a:lnTo>
                  <a:lnTo>
                    <a:pt x="238913" y="439156"/>
                  </a:lnTo>
                  <a:lnTo>
                    <a:pt x="238867" y="438027"/>
                  </a:lnTo>
                  <a:lnTo>
                    <a:pt x="237953" y="436997"/>
                  </a:lnTo>
                  <a:lnTo>
                    <a:pt x="237311" y="435661"/>
                  </a:lnTo>
                  <a:lnTo>
                    <a:pt x="236297" y="435735"/>
                  </a:lnTo>
                  <a:lnTo>
                    <a:pt x="236237" y="435216"/>
                  </a:lnTo>
                  <a:lnTo>
                    <a:pt x="235467" y="434811"/>
                  </a:lnTo>
                  <a:lnTo>
                    <a:pt x="235370" y="434465"/>
                  </a:lnTo>
                  <a:lnTo>
                    <a:pt x="233907" y="433949"/>
                  </a:lnTo>
                  <a:lnTo>
                    <a:pt x="232706" y="432441"/>
                  </a:lnTo>
                  <a:lnTo>
                    <a:pt x="232844" y="432119"/>
                  </a:lnTo>
                  <a:lnTo>
                    <a:pt x="232326" y="431680"/>
                  </a:lnTo>
                  <a:lnTo>
                    <a:pt x="232350" y="430871"/>
                  </a:lnTo>
                  <a:lnTo>
                    <a:pt x="230735" y="430183"/>
                  </a:lnTo>
                  <a:lnTo>
                    <a:pt x="230160" y="429555"/>
                  </a:lnTo>
                  <a:lnTo>
                    <a:pt x="229610" y="429599"/>
                  </a:lnTo>
                  <a:lnTo>
                    <a:pt x="229342" y="429175"/>
                  </a:lnTo>
                  <a:lnTo>
                    <a:pt x="228507" y="428900"/>
                  </a:lnTo>
                  <a:lnTo>
                    <a:pt x="228161" y="428302"/>
                  </a:lnTo>
                  <a:lnTo>
                    <a:pt x="226553" y="427396"/>
                  </a:lnTo>
                  <a:lnTo>
                    <a:pt x="226113" y="427371"/>
                  </a:lnTo>
                  <a:lnTo>
                    <a:pt x="226048" y="427099"/>
                  </a:lnTo>
                  <a:lnTo>
                    <a:pt x="225548" y="427099"/>
                  </a:lnTo>
                  <a:lnTo>
                    <a:pt x="225498" y="426852"/>
                  </a:lnTo>
                  <a:lnTo>
                    <a:pt x="223716" y="426126"/>
                  </a:lnTo>
                  <a:lnTo>
                    <a:pt x="223400" y="426207"/>
                  </a:lnTo>
                  <a:lnTo>
                    <a:pt x="223141" y="425803"/>
                  </a:lnTo>
                  <a:lnTo>
                    <a:pt x="222621" y="425929"/>
                  </a:lnTo>
                  <a:lnTo>
                    <a:pt x="222382" y="426329"/>
                  </a:lnTo>
                  <a:lnTo>
                    <a:pt x="222115" y="426215"/>
                  </a:lnTo>
                  <a:lnTo>
                    <a:pt x="221438" y="426547"/>
                  </a:lnTo>
                  <a:lnTo>
                    <a:pt x="221240" y="426845"/>
                  </a:lnTo>
                  <a:lnTo>
                    <a:pt x="220838" y="426724"/>
                  </a:lnTo>
                  <a:lnTo>
                    <a:pt x="220441" y="426773"/>
                  </a:lnTo>
                  <a:lnTo>
                    <a:pt x="220405" y="426975"/>
                  </a:lnTo>
                  <a:lnTo>
                    <a:pt x="219697" y="426936"/>
                  </a:lnTo>
                  <a:lnTo>
                    <a:pt x="219081" y="425621"/>
                  </a:lnTo>
                  <a:lnTo>
                    <a:pt x="218672" y="425785"/>
                  </a:lnTo>
                  <a:lnTo>
                    <a:pt x="217752" y="425368"/>
                  </a:lnTo>
                  <a:lnTo>
                    <a:pt x="217815" y="425234"/>
                  </a:lnTo>
                  <a:lnTo>
                    <a:pt x="217173" y="425281"/>
                  </a:lnTo>
                  <a:lnTo>
                    <a:pt x="216880" y="424850"/>
                  </a:lnTo>
                  <a:lnTo>
                    <a:pt x="216985" y="424286"/>
                  </a:lnTo>
                  <a:lnTo>
                    <a:pt x="216633" y="423954"/>
                  </a:lnTo>
                  <a:lnTo>
                    <a:pt x="216021" y="423604"/>
                  </a:lnTo>
                  <a:lnTo>
                    <a:pt x="215367" y="423720"/>
                  </a:lnTo>
                  <a:lnTo>
                    <a:pt x="215281" y="423532"/>
                  </a:lnTo>
                  <a:lnTo>
                    <a:pt x="215242" y="423710"/>
                  </a:lnTo>
                  <a:lnTo>
                    <a:pt x="214663" y="423798"/>
                  </a:lnTo>
                  <a:lnTo>
                    <a:pt x="214831" y="423233"/>
                  </a:lnTo>
                  <a:lnTo>
                    <a:pt x="213807" y="422669"/>
                  </a:lnTo>
                  <a:lnTo>
                    <a:pt x="213612" y="422779"/>
                  </a:lnTo>
                  <a:lnTo>
                    <a:pt x="213728" y="422292"/>
                  </a:lnTo>
                  <a:lnTo>
                    <a:pt x="213270" y="421475"/>
                  </a:lnTo>
                  <a:lnTo>
                    <a:pt x="212808" y="420714"/>
                  </a:lnTo>
                  <a:lnTo>
                    <a:pt x="211763" y="419788"/>
                  </a:lnTo>
                  <a:lnTo>
                    <a:pt x="211592" y="419233"/>
                  </a:lnTo>
                  <a:lnTo>
                    <a:pt x="210826" y="418591"/>
                  </a:lnTo>
                  <a:lnTo>
                    <a:pt x="210886" y="418439"/>
                  </a:lnTo>
                  <a:lnTo>
                    <a:pt x="210659" y="418495"/>
                  </a:lnTo>
                  <a:lnTo>
                    <a:pt x="210115" y="418030"/>
                  </a:lnTo>
                  <a:lnTo>
                    <a:pt x="209548" y="417293"/>
                  </a:lnTo>
                  <a:lnTo>
                    <a:pt x="209219" y="417249"/>
                  </a:lnTo>
                  <a:lnTo>
                    <a:pt x="209033" y="416911"/>
                  </a:lnTo>
                  <a:lnTo>
                    <a:pt x="207917" y="416200"/>
                  </a:lnTo>
                  <a:lnTo>
                    <a:pt x="208337" y="415621"/>
                  </a:lnTo>
                  <a:lnTo>
                    <a:pt x="208375" y="414730"/>
                  </a:lnTo>
                  <a:lnTo>
                    <a:pt x="207120" y="414352"/>
                  </a:lnTo>
                  <a:lnTo>
                    <a:pt x="206490" y="413716"/>
                  </a:lnTo>
                  <a:lnTo>
                    <a:pt x="205131" y="413762"/>
                  </a:lnTo>
                  <a:lnTo>
                    <a:pt x="204732" y="412992"/>
                  </a:lnTo>
                  <a:lnTo>
                    <a:pt x="204451" y="412895"/>
                  </a:lnTo>
                  <a:lnTo>
                    <a:pt x="202476" y="412785"/>
                  </a:lnTo>
                  <a:lnTo>
                    <a:pt x="201968" y="412403"/>
                  </a:lnTo>
                  <a:lnTo>
                    <a:pt x="201904" y="411520"/>
                  </a:lnTo>
                  <a:lnTo>
                    <a:pt x="200842" y="411412"/>
                  </a:lnTo>
                  <a:lnTo>
                    <a:pt x="199563" y="410896"/>
                  </a:lnTo>
                  <a:lnTo>
                    <a:pt x="199083" y="410318"/>
                  </a:lnTo>
                  <a:lnTo>
                    <a:pt x="198247" y="410137"/>
                  </a:lnTo>
                  <a:lnTo>
                    <a:pt x="198004" y="409328"/>
                  </a:lnTo>
                  <a:lnTo>
                    <a:pt x="197324" y="408318"/>
                  </a:lnTo>
                  <a:lnTo>
                    <a:pt x="197495" y="407961"/>
                  </a:lnTo>
                  <a:lnTo>
                    <a:pt x="197162" y="407384"/>
                  </a:lnTo>
                  <a:lnTo>
                    <a:pt x="197207" y="407006"/>
                  </a:lnTo>
                  <a:lnTo>
                    <a:pt x="196465" y="406299"/>
                  </a:lnTo>
                  <a:lnTo>
                    <a:pt x="196031" y="405153"/>
                  </a:lnTo>
                  <a:lnTo>
                    <a:pt x="195348" y="404563"/>
                  </a:lnTo>
                  <a:lnTo>
                    <a:pt x="193727" y="403834"/>
                  </a:lnTo>
                  <a:lnTo>
                    <a:pt x="193403" y="403427"/>
                  </a:lnTo>
                  <a:lnTo>
                    <a:pt x="193267" y="403568"/>
                  </a:lnTo>
                  <a:lnTo>
                    <a:pt x="192890" y="403361"/>
                  </a:lnTo>
                  <a:lnTo>
                    <a:pt x="191751" y="401823"/>
                  </a:lnTo>
                  <a:lnTo>
                    <a:pt x="191503" y="401793"/>
                  </a:lnTo>
                  <a:lnTo>
                    <a:pt x="191175" y="399006"/>
                  </a:lnTo>
                  <a:lnTo>
                    <a:pt x="190580" y="398884"/>
                  </a:lnTo>
                  <a:lnTo>
                    <a:pt x="189374" y="399125"/>
                  </a:lnTo>
                  <a:lnTo>
                    <a:pt x="188402" y="398961"/>
                  </a:lnTo>
                  <a:lnTo>
                    <a:pt x="187002" y="399628"/>
                  </a:lnTo>
                  <a:lnTo>
                    <a:pt x="186060" y="398931"/>
                  </a:lnTo>
                  <a:lnTo>
                    <a:pt x="185127" y="398730"/>
                  </a:lnTo>
                  <a:lnTo>
                    <a:pt x="184152" y="398153"/>
                  </a:lnTo>
                  <a:lnTo>
                    <a:pt x="183362" y="398603"/>
                  </a:lnTo>
                  <a:lnTo>
                    <a:pt x="182525" y="398667"/>
                  </a:lnTo>
                  <a:lnTo>
                    <a:pt x="180372" y="397538"/>
                  </a:lnTo>
                  <a:lnTo>
                    <a:pt x="178288" y="397954"/>
                  </a:lnTo>
                  <a:lnTo>
                    <a:pt x="176018" y="397599"/>
                  </a:lnTo>
                  <a:lnTo>
                    <a:pt x="174454" y="397707"/>
                  </a:lnTo>
                  <a:lnTo>
                    <a:pt x="174100" y="397388"/>
                  </a:lnTo>
                  <a:lnTo>
                    <a:pt x="173411" y="397824"/>
                  </a:lnTo>
                  <a:lnTo>
                    <a:pt x="172086" y="397649"/>
                  </a:lnTo>
                  <a:lnTo>
                    <a:pt x="171882" y="397872"/>
                  </a:lnTo>
                  <a:lnTo>
                    <a:pt x="171332" y="397916"/>
                  </a:lnTo>
                  <a:lnTo>
                    <a:pt x="170685" y="398530"/>
                  </a:lnTo>
                  <a:lnTo>
                    <a:pt x="168805" y="398765"/>
                  </a:lnTo>
                  <a:lnTo>
                    <a:pt x="167412" y="399687"/>
                  </a:lnTo>
                  <a:lnTo>
                    <a:pt x="166697" y="399641"/>
                  </a:lnTo>
                  <a:lnTo>
                    <a:pt x="165687" y="399121"/>
                  </a:lnTo>
                  <a:lnTo>
                    <a:pt x="164831" y="399559"/>
                  </a:lnTo>
                  <a:lnTo>
                    <a:pt x="163624" y="399702"/>
                  </a:lnTo>
                  <a:lnTo>
                    <a:pt x="163454" y="399465"/>
                  </a:lnTo>
                  <a:lnTo>
                    <a:pt x="162840" y="399470"/>
                  </a:lnTo>
                  <a:lnTo>
                    <a:pt x="162455" y="398763"/>
                  </a:lnTo>
                  <a:lnTo>
                    <a:pt x="161805" y="398881"/>
                  </a:lnTo>
                  <a:lnTo>
                    <a:pt x="160797" y="398637"/>
                  </a:lnTo>
                  <a:lnTo>
                    <a:pt x="160549" y="399048"/>
                  </a:lnTo>
                  <a:lnTo>
                    <a:pt x="160208" y="398967"/>
                  </a:lnTo>
                  <a:lnTo>
                    <a:pt x="159930" y="399571"/>
                  </a:lnTo>
                  <a:lnTo>
                    <a:pt x="158324" y="399461"/>
                  </a:lnTo>
                  <a:lnTo>
                    <a:pt x="157988" y="399869"/>
                  </a:lnTo>
                  <a:lnTo>
                    <a:pt x="157421" y="400077"/>
                  </a:lnTo>
                  <a:lnTo>
                    <a:pt x="156136" y="400211"/>
                  </a:lnTo>
                  <a:lnTo>
                    <a:pt x="155318" y="399930"/>
                  </a:lnTo>
                  <a:lnTo>
                    <a:pt x="154677" y="399973"/>
                  </a:lnTo>
                  <a:lnTo>
                    <a:pt x="154245" y="399706"/>
                  </a:lnTo>
                  <a:lnTo>
                    <a:pt x="151113" y="399649"/>
                  </a:lnTo>
                  <a:lnTo>
                    <a:pt x="150443" y="399403"/>
                  </a:lnTo>
                  <a:lnTo>
                    <a:pt x="149503" y="397720"/>
                  </a:lnTo>
                  <a:lnTo>
                    <a:pt x="149451" y="396997"/>
                  </a:lnTo>
                  <a:lnTo>
                    <a:pt x="149092" y="396619"/>
                  </a:lnTo>
                  <a:lnTo>
                    <a:pt x="149025" y="396072"/>
                  </a:lnTo>
                  <a:lnTo>
                    <a:pt x="148271" y="396002"/>
                  </a:lnTo>
                  <a:lnTo>
                    <a:pt x="148676" y="395179"/>
                  </a:lnTo>
                  <a:lnTo>
                    <a:pt x="148299" y="392874"/>
                  </a:lnTo>
                  <a:lnTo>
                    <a:pt x="147505" y="392201"/>
                  </a:lnTo>
                  <a:lnTo>
                    <a:pt x="145111" y="392105"/>
                  </a:lnTo>
                  <a:lnTo>
                    <a:pt x="144450" y="390802"/>
                  </a:lnTo>
                  <a:lnTo>
                    <a:pt x="144780" y="390212"/>
                  </a:lnTo>
                  <a:lnTo>
                    <a:pt x="143138" y="390544"/>
                  </a:lnTo>
                  <a:lnTo>
                    <a:pt x="142520" y="390959"/>
                  </a:lnTo>
                  <a:lnTo>
                    <a:pt x="140664" y="391268"/>
                  </a:lnTo>
                  <a:lnTo>
                    <a:pt x="138981" y="390707"/>
                  </a:lnTo>
                  <a:lnTo>
                    <a:pt x="138315" y="390795"/>
                  </a:lnTo>
                  <a:lnTo>
                    <a:pt x="138170" y="390415"/>
                  </a:lnTo>
                  <a:lnTo>
                    <a:pt x="137871" y="390321"/>
                  </a:lnTo>
                  <a:lnTo>
                    <a:pt x="136923" y="390443"/>
                  </a:lnTo>
                  <a:lnTo>
                    <a:pt x="136411" y="390274"/>
                  </a:lnTo>
                  <a:lnTo>
                    <a:pt x="135217" y="389337"/>
                  </a:lnTo>
                  <a:lnTo>
                    <a:pt x="134342" y="389006"/>
                  </a:lnTo>
                  <a:lnTo>
                    <a:pt x="134177" y="388564"/>
                  </a:lnTo>
                  <a:lnTo>
                    <a:pt x="133697" y="388456"/>
                  </a:lnTo>
                  <a:lnTo>
                    <a:pt x="132553" y="388714"/>
                  </a:lnTo>
                  <a:lnTo>
                    <a:pt x="132289" y="388414"/>
                  </a:lnTo>
                  <a:lnTo>
                    <a:pt x="130595" y="388547"/>
                  </a:lnTo>
                  <a:lnTo>
                    <a:pt x="129588" y="388029"/>
                  </a:lnTo>
                  <a:lnTo>
                    <a:pt x="128982" y="388055"/>
                  </a:lnTo>
                  <a:lnTo>
                    <a:pt x="128480" y="387730"/>
                  </a:lnTo>
                  <a:lnTo>
                    <a:pt x="127120" y="387524"/>
                  </a:lnTo>
                  <a:lnTo>
                    <a:pt x="126582" y="387232"/>
                  </a:lnTo>
                  <a:lnTo>
                    <a:pt x="124113" y="387350"/>
                  </a:lnTo>
                  <a:lnTo>
                    <a:pt x="123121" y="387614"/>
                  </a:lnTo>
                  <a:lnTo>
                    <a:pt x="121608" y="387158"/>
                  </a:lnTo>
                  <a:lnTo>
                    <a:pt x="120878" y="387832"/>
                  </a:lnTo>
                  <a:lnTo>
                    <a:pt x="120606" y="387672"/>
                  </a:lnTo>
                  <a:lnTo>
                    <a:pt x="120298" y="387944"/>
                  </a:lnTo>
                  <a:lnTo>
                    <a:pt x="119200" y="387913"/>
                  </a:lnTo>
                  <a:lnTo>
                    <a:pt x="118277" y="387186"/>
                  </a:lnTo>
                  <a:lnTo>
                    <a:pt x="117814" y="385486"/>
                  </a:lnTo>
                  <a:lnTo>
                    <a:pt x="117091" y="385113"/>
                  </a:lnTo>
                  <a:lnTo>
                    <a:pt x="115794" y="384936"/>
                  </a:lnTo>
                  <a:lnTo>
                    <a:pt x="115294" y="384539"/>
                  </a:lnTo>
                  <a:lnTo>
                    <a:pt x="115265" y="384127"/>
                  </a:lnTo>
                  <a:lnTo>
                    <a:pt x="114787" y="383849"/>
                  </a:lnTo>
                  <a:lnTo>
                    <a:pt x="113727" y="383915"/>
                  </a:lnTo>
                  <a:lnTo>
                    <a:pt x="113227" y="383314"/>
                  </a:lnTo>
                  <a:lnTo>
                    <a:pt x="112608" y="383118"/>
                  </a:lnTo>
                  <a:lnTo>
                    <a:pt x="111783" y="382449"/>
                  </a:lnTo>
                  <a:lnTo>
                    <a:pt x="109867" y="381541"/>
                  </a:lnTo>
                  <a:lnTo>
                    <a:pt x="109527" y="381638"/>
                  </a:lnTo>
                  <a:lnTo>
                    <a:pt x="108560" y="380672"/>
                  </a:lnTo>
                  <a:lnTo>
                    <a:pt x="107401" y="379937"/>
                  </a:lnTo>
                  <a:lnTo>
                    <a:pt x="106121" y="376213"/>
                  </a:lnTo>
                  <a:lnTo>
                    <a:pt x="109368" y="374276"/>
                  </a:lnTo>
                  <a:lnTo>
                    <a:pt x="108974" y="372417"/>
                  </a:lnTo>
                  <a:lnTo>
                    <a:pt x="108908" y="371439"/>
                  </a:lnTo>
                  <a:lnTo>
                    <a:pt x="108464" y="370827"/>
                  </a:lnTo>
                  <a:lnTo>
                    <a:pt x="108148" y="370769"/>
                  </a:lnTo>
                  <a:lnTo>
                    <a:pt x="104650" y="372553"/>
                  </a:lnTo>
                  <a:lnTo>
                    <a:pt x="101833" y="373065"/>
                  </a:lnTo>
                  <a:lnTo>
                    <a:pt x="100627" y="372563"/>
                  </a:lnTo>
                  <a:lnTo>
                    <a:pt x="97478" y="372569"/>
                  </a:lnTo>
                  <a:lnTo>
                    <a:pt x="96108" y="371337"/>
                  </a:lnTo>
                  <a:lnTo>
                    <a:pt x="92748" y="369905"/>
                  </a:lnTo>
                  <a:lnTo>
                    <a:pt x="92659" y="369389"/>
                  </a:lnTo>
                  <a:lnTo>
                    <a:pt x="92152" y="368818"/>
                  </a:lnTo>
                  <a:lnTo>
                    <a:pt x="89523" y="367883"/>
                  </a:lnTo>
                  <a:lnTo>
                    <a:pt x="87533" y="367592"/>
                  </a:lnTo>
                  <a:lnTo>
                    <a:pt x="87169" y="367062"/>
                  </a:lnTo>
                  <a:lnTo>
                    <a:pt x="87334" y="366706"/>
                  </a:lnTo>
                  <a:lnTo>
                    <a:pt x="86758" y="366306"/>
                  </a:lnTo>
                  <a:lnTo>
                    <a:pt x="86069" y="366176"/>
                  </a:lnTo>
                  <a:lnTo>
                    <a:pt x="86090" y="365840"/>
                  </a:lnTo>
                  <a:lnTo>
                    <a:pt x="85575" y="365702"/>
                  </a:lnTo>
                  <a:lnTo>
                    <a:pt x="85501" y="365314"/>
                  </a:lnTo>
                  <a:lnTo>
                    <a:pt x="85087" y="365197"/>
                  </a:lnTo>
                  <a:lnTo>
                    <a:pt x="84233" y="364398"/>
                  </a:lnTo>
                  <a:lnTo>
                    <a:pt x="84238" y="364158"/>
                  </a:lnTo>
                  <a:lnTo>
                    <a:pt x="83080" y="363534"/>
                  </a:lnTo>
                  <a:lnTo>
                    <a:pt x="82981" y="363035"/>
                  </a:lnTo>
                  <a:lnTo>
                    <a:pt x="81125" y="361368"/>
                  </a:lnTo>
                  <a:lnTo>
                    <a:pt x="81701" y="360479"/>
                  </a:lnTo>
                  <a:lnTo>
                    <a:pt x="81897" y="359204"/>
                  </a:lnTo>
                  <a:lnTo>
                    <a:pt x="81161" y="356368"/>
                  </a:lnTo>
                  <a:lnTo>
                    <a:pt x="78989" y="356083"/>
                  </a:lnTo>
                  <a:lnTo>
                    <a:pt x="76329" y="357245"/>
                  </a:lnTo>
                  <a:lnTo>
                    <a:pt x="75104" y="358348"/>
                  </a:lnTo>
                  <a:lnTo>
                    <a:pt x="73358" y="358408"/>
                  </a:lnTo>
                  <a:lnTo>
                    <a:pt x="72519" y="359204"/>
                  </a:lnTo>
                  <a:lnTo>
                    <a:pt x="71778" y="359093"/>
                  </a:lnTo>
                  <a:lnTo>
                    <a:pt x="71038" y="359684"/>
                  </a:lnTo>
                  <a:lnTo>
                    <a:pt x="70256" y="359692"/>
                  </a:lnTo>
                  <a:lnTo>
                    <a:pt x="69878" y="359473"/>
                  </a:lnTo>
                  <a:lnTo>
                    <a:pt x="67299" y="360240"/>
                  </a:lnTo>
                  <a:lnTo>
                    <a:pt x="64814" y="359058"/>
                  </a:lnTo>
                  <a:lnTo>
                    <a:pt x="62079" y="359068"/>
                  </a:lnTo>
                  <a:lnTo>
                    <a:pt x="61641" y="359377"/>
                  </a:lnTo>
                  <a:lnTo>
                    <a:pt x="60314" y="359506"/>
                  </a:lnTo>
                  <a:lnTo>
                    <a:pt x="58665" y="360625"/>
                  </a:lnTo>
                  <a:lnTo>
                    <a:pt x="57055" y="360868"/>
                  </a:lnTo>
                  <a:lnTo>
                    <a:pt x="56410" y="361274"/>
                  </a:lnTo>
                  <a:lnTo>
                    <a:pt x="55259" y="361370"/>
                  </a:lnTo>
                  <a:lnTo>
                    <a:pt x="53662" y="361160"/>
                  </a:lnTo>
                  <a:lnTo>
                    <a:pt x="53191" y="360777"/>
                  </a:lnTo>
                  <a:lnTo>
                    <a:pt x="50994" y="360928"/>
                  </a:lnTo>
                  <a:lnTo>
                    <a:pt x="49853" y="360165"/>
                  </a:lnTo>
                  <a:lnTo>
                    <a:pt x="45771" y="358914"/>
                  </a:lnTo>
                  <a:lnTo>
                    <a:pt x="44354" y="358664"/>
                  </a:lnTo>
                  <a:lnTo>
                    <a:pt x="43245" y="358819"/>
                  </a:lnTo>
                  <a:lnTo>
                    <a:pt x="41116" y="358168"/>
                  </a:lnTo>
                  <a:lnTo>
                    <a:pt x="39594" y="359202"/>
                  </a:lnTo>
                  <a:lnTo>
                    <a:pt x="39177" y="361561"/>
                  </a:lnTo>
                  <a:lnTo>
                    <a:pt x="38070" y="362344"/>
                  </a:lnTo>
                  <a:lnTo>
                    <a:pt x="38049" y="362661"/>
                  </a:lnTo>
                  <a:lnTo>
                    <a:pt x="37075" y="364009"/>
                  </a:lnTo>
                  <a:lnTo>
                    <a:pt x="36458" y="365617"/>
                  </a:lnTo>
                  <a:lnTo>
                    <a:pt x="36629" y="367259"/>
                  </a:lnTo>
                  <a:lnTo>
                    <a:pt x="34589" y="368484"/>
                  </a:lnTo>
                  <a:lnTo>
                    <a:pt x="33172" y="369052"/>
                  </a:lnTo>
                  <a:lnTo>
                    <a:pt x="31276" y="370533"/>
                  </a:lnTo>
                  <a:lnTo>
                    <a:pt x="29572" y="370527"/>
                  </a:lnTo>
                  <a:lnTo>
                    <a:pt x="27047" y="371047"/>
                  </a:lnTo>
                  <a:lnTo>
                    <a:pt x="23970" y="370693"/>
                  </a:lnTo>
                  <a:lnTo>
                    <a:pt x="21528" y="369973"/>
                  </a:lnTo>
                  <a:lnTo>
                    <a:pt x="20174" y="370600"/>
                  </a:lnTo>
                  <a:lnTo>
                    <a:pt x="19544" y="370177"/>
                  </a:lnTo>
                  <a:lnTo>
                    <a:pt x="19519" y="369669"/>
                  </a:lnTo>
                  <a:lnTo>
                    <a:pt x="19056" y="369449"/>
                  </a:lnTo>
                  <a:lnTo>
                    <a:pt x="18786" y="368852"/>
                  </a:lnTo>
                  <a:lnTo>
                    <a:pt x="17822" y="368609"/>
                  </a:lnTo>
                  <a:lnTo>
                    <a:pt x="15795" y="368580"/>
                  </a:lnTo>
                  <a:lnTo>
                    <a:pt x="15395" y="368119"/>
                  </a:lnTo>
                  <a:lnTo>
                    <a:pt x="13898" y="367569"/>
                  </a:lnTo>
                  <a:lnTo>
                    <a:pt x="13046" y="366944"/>
                  </a:lnTo>
                  <a:lnTo>
                    <a:pt x="12371" y="366992"/>
                  </a:lnTo>
                  <a:lnTo>
                    <a:pt x="10456" y="366481"/>
                  </a:lnTo>
                  <a:lnTo>
                    <a:pt x="9750" y="364836"/>
                  </a:lnTo>
                  <a:lnTo>
                    <a:pt x="8972" y="363726"/>
                  </a:lnTo>
                  <a:lnTo>
                    <a:pt x="7034" y="362732"/>
                  </a:lnTo>
                  <a:lnTo>
                    <a:pt x="6227" y="362085"/>
                  </a:lnTo>
                  <a:lnTo>
                    <a:pt x="6167" y="361552"/>
                  </a:lnTo>
                  <a:lnTo>
                    <a:pt x="5347" y="360557"/>
                  </a:lnTo>
                  <a:lnTo>
                    <a:pt x="3407" y="359523"/>
                  </a:lnTo>
                  <a:lnTo>
                    <a:pt x="2800" y="357790"/>
                  </a:lnTo>
                  <a:lnTo>
                    <a:pt x="2030" y="356904"/>
                  </a:lnTo>
                  <a:lnTo>
                    <a:pt x="1544" y="356809"/>
                  </a:lnTo>
                  <a:lnTo>
                    <a:pt x="0" y="354619"/>
                  </a:lnTo>
                  <a:lnTo>
                    <a:pt x="1945" y="352975"/>
                  </a:lnTo>
                  <a:lnTo>
                    <a:pt x="3230" y="351191"/>
                  </a:lnTo>
                  <a:lnTo>
                    <a:pt x="4127" y="350670"/>
                  </a:lnTo>
                  <a:lnTo>
                    <a:pt x="4419" y="349580"/>
                  </a:lnTo>
                  <a:lnTo>
                    <a:pt x="5297" y="348942"/>
                  </a:lnTo>
                  <a:lnTo>
                    <a:pt x="5442" y="348398"/>
                  </a:lnTo>
                  <a:lnTo>
                    <a:pt x="4834" y="347163"/>
                  </a:lnTo>
                  <a:lnTo>
                    <a:pt x="5047" y="346094"/>
                  </a:lnTo>
                  <a:lnTo>
                    <a:pt x="4871" y="345205"/>
                  </a:lnTo>
                  <a:lnTo>
                    <a:pt x="5899" y="344548"/>
                  </a:lnTo>
                  <a:lnTo>
                    <a:pt x="6640" y="343631"/>
                  </a:lnTo>
                  <a:lnTo>
                    <a:pt x="6683" y="342873"/>
                  </a:lnTo>
                  <a:lnTo>
                    <a:pt x="7565" y="341120"/>
                  </a:lnTo>
                  <a:lnTo>
                    <a:pt x="7606" y="338089"/>
                  </a:lnTo>
                  <a:lnTo>
                    <a:pt x="6760" y="336190"/>
                  </a:lnTo>
                  <a:lnTo>
                    <a:pt x="6386" y="334387"/>
                  </a:lnTo>
                  <a:lnTo>
                    <a:pt x="6132" y="334196"/>
                  </a:lnTo>
                  <a:lnTo>
                    <a:pt x="5625" y="332805"/>
                  </a:lnTo>
                  <a:lnTo>
                    <a:pt x="4812" y="331941"/>
                  </a:lnTo>
                  <a:lnTo>
                    <a:pt x="5242" y="331440"/>
                  </a:lnTo>
                  <a:lnTo>
                    <a:pt x="5872" y="329758"/>
                  </a:lnTo>
                  <a:lnTo>
                    <a:pt x="5671" y="328797"/>
                  </a:lnTo>
                  <a:lnTo>
                    <a:pt x="6144" y="327595"/>
                  </a:lnTo>
                  <a:lnTo>
                    <a:pt x="5972" y="326406"/>
                  </a:lnTo>
                  <a:lnTo>
                    <a:pt x="6300" y="325927"/>
                  </a:lnTo>
                  <a:lnTo>
                    <a:pt x="6230" y="325288"/>
                  </a:lnTo>
                  <a:lnTo>
                    <a:pt x="7633" y="325992"/>
                  </a:lnTo>
                  <a:lnTo>
                    <a:pt x="8179" y="326503"/>
                  </a:lnTo>
                  <a:lnTo>
                    <a:pt x="8858" y="326640"/>
                  </a:lnTo>
                  <a:lnTo>
                    <a:pt x="9550" y="326363"/>
                  </a:lnTo>
                  <a:lnTo>
                    <a:pt x="10528" y="326464"/>
                  </a:lnTo>
                  <a:lnTo>
                    <a:pt x="12486" y="326955"/>
                  </a:lnTo>
                  <a:lnTo>
                    <a:pt x="13903" y="327671"/>
                  </a:lnTo>
                  <a:lnTo>
                    <a:pt x="16058" y="325829"/>
                  </a:lnTo>
                  <a:lnTo>
                    <a:pt x="16504" y="324480"/>
                  </a:lnTo>
                  <a:lnTo>
                    <a:pt x="19490" y="320975"/>
                  </a:lnTo>
                  <a:lnTo>
                    <a:pt x="29807" y="320390"/>
                  </a:lnTo>
                  <a:lnTo>
                    <a:pt x="30402" y="320056"/>
                  </a:lnTo>
                  <a:lnTo>
                    <a:pt x="30254" y="315582"/>
                  </a:lnTo>
                  <a:lnTo>
                    <a:pt x="32914" y="308742"/>
                  </a:lnTo>
                  <a:lnTo>
                    <a:pt x="33714" y="299849"/>
                  </a:lnTo>
                  <a:lnTo>
                    <a:pt x="32639" y="291962"/>
                  </a:lnTo>
                  <a:lnTo>
                    <a:pt x="31924" y="291568"/>
                  </a:lnTo>
                  <a:lnTo>
                    <a:pt x="31429" y="290501"/>
                  </a:lnTo>
                  <a:lnTo>
                    <a:pt x="31451" y="290104"/>
                  </a:lnTo>
                  <a:lnTo>
                    <a:pt x="30362" y="289253"/>
                  </a:lnTo>
                  <a:lnTo>
                    <a:pt x="30350" y="288964"/>
                  </a:lnTo>
                  <a:lnTo>
                    <a:pt x="28352" y="286082"/>
                  </a:lnTo>
                  <a:lnTo>
                    <a:pt x="26315" y="284820"/>
                  </a:lnTo>
                  <a:lnTo>
                    <a:pt x="26759" y="281542"/>
                  </a:lnTo>
                  <a:lnTo>
                    <a:pt x="25454" y="281387"/>
                  </a:lnTo>
                  <a:lnTo>
                    <a:pt x="23926" y="281550"/>
                  </a:lnTo>
                  <a:lnTo>
                    <a:pt x="20835" y="280566"/>
                  </a:lnTo>
                  <a:lnTo>
                    <a:pt x="19732" y="279485"/>
                  </a:lnTo>
                  <a:lnTo>
                    <a:pt x="18687" y="276389"/>
                  </a:lnTo>
                  <a:lnTo>
                    <a:pt x="19114" y="276187"/>
                  </a:lnTo>
                  <a:lnTo>
                    <a:pt x="19641" y="275039"/>
                  </a:lnTo>
                  <a:lnTo>
                    <a:pt x="20611" y="274189"/>
                  </a:lnTo>
                  <a:lnTo>
                    <a:pt x="20772" y="273786"/>
                  </a:lnTo>
                  <a:lnTo>
                    <a:pt x="21844" y="272968"/>
                  </a:lnTo>
                  <a:lnTo>
                    <a:pt x="21968" y="272403"/>
                  </a:lnTo>
                  <a:lnTo>
                    <a:pt x="22332" y="272029"/>
                  </a:lnTo>
                  <a:lnTo>
                    <a:pt x="22452" y="271228"/>
                  </a:lnTo>
                  <a:lnTo>
                    <a:pt x="23125" y="270212"/>
                  </a:lnTo>
                  <a:lnTo>
                    <a:pt x="22983" y="269849"/>
                  </a:lnTo>
                  <a:lnTo>
                    <a:pt x="23236" y="268602"/>
                  </a:lnTo>
                  <a:lnTo>
                    <a:pt x="22979" y="268203"/>
                  </a:lnTo>
                  <a:lnTo>
                    <a:pt x="23278" y="267700"/>
                  </a:lnTo>
                  <a:lnTo>
                    <a:pt x="23480" y="264774"/>
                  </a:lnTo>
                  <a:lnTo>
                    <a:pt x="23957" y="263801"/>
                  </a:lnTo>
                  <a:lnTo>
                    <a:pt x="23770" y="263540"/>
                  </a:lnTo>
                  <a:lnTo>
                    <a:pt x="24065" y="262993"/>
                  </a:lnTo>
                  <a:lnTo>
                    <a:pt x="24448" y="262515"/>
                  </a:lnTo>
                  <a:lnTo>
                    <a:pt x="24898" y="262447"/>
                  </a:lnTo>
                  <a:lnTo>
                    <a:pt x="25158" y="262035"/>
                  </a:lnTo>
                  <a:lnTo>
                    <a:pt x="25533" y="261917"/>
                  </a:lnTo>
                  <a:lnTo>
                    <a:pt x="26033" y="261042"/>
                  </a:lnTo>
                  <a:lnTo>
                    <a:pt x="27488" y="259681"/>
                  </a:lnTo>
                  <a:lnTo>
                    <a:pt x="27628" y="259178"/>
                  </a:lnTo>
                  <a:lnTo>
                    <a:pt x="30060" y="257130"/>
                  </a:lnTo>
                  <a:lnTo>
                    <a:pt x="31469" y="255548"/>
                  </a:lnTo>
                  <a:lnTo>
                    <a:pt x="31763" y="254916"/>
                  </a:lnTo>
                  <a:lnTo>
                    <a:pt x="32718" y="254179"/>
                  </a:lnTo>
                  <a:lnTo>
                    <a:pt x="33452" y="252845"/>
                  </a:lnTo>
                  <a:lnTo>
                    <a:pt x="33909" y="250999"/>
                  </a:lnTo>
                  <a:lnTo>
                    <a:pt x="34517" y="250060"/>
                  </a:lnTo>
                  <a:lnTo>
                    <a:pt x="35358" y="249291"/>
                  </a:lnTo>
                  <a:lnTo>
                    <a:pt x="35024" y="249111"/>
                  </a:lnTo>
                  <a:lnTo>
                    <a:pt x="34291" y="249374"/>
                  </a:lnTo>
                  <a:lnTo>
                    <a:pt x="33383" y="248847"/>
                  </a:lnTo>
                  <a:lnTo>
                    <a:pt x="31591" y="247267"/>
                  </a:lnTo>
                  <a:lnTo>
                    <a:pt x="30166" y="245299"/>
                  </a:lnTo>
                  <a:lnTo>
                    <a:pt x="29232" y="244756"/>
                  </a:lnTo>
                  <a:lnTo>
                    <a:pt x="28471" y="244838"/>
                  </a:lnTo>
                  <a:lnTo>
                    <a:pt x="27106" y="243671"/>
                  </a:lnTo>
                  <a:lnTo>
                    <a:pt x="26308" y="243425"/>
                  </a:lnTo>
                  <a:lnTo>
                    <a:pt x="24575" y="241565"/>
                  </a:lnTo>
                  <a:lnTo>
                    <a:pt x="24886" y="240356"/>
                  </a:lnTo>
                  <a:lnTo>
                    <a:pt x="24539" y="239659"/>
                  </a:lnTo>
                  <a:lnTo>
                    <a:pt x="24772" y="239025"/>
                  </a:lnTo>
                  <a:lnTo>
                    <a:pt x="24261" y="237606"/>
                  </a:lnTo>
                  <a:lnTo>
                    <a:pt x="25023" y="235372"/>
                  </a:lnTo>
                  <a:lnTo>
                    <a:pt x="24888" y="235129"/>
                  </a:lnTo>
                  <a:lnTo>
                    <a:pt x="25245" y="234000"/>
                  </a:lnTo>
                  <a:lnTo>
                    <a:pt x="25140" y="232992"/>
                  </a:lnTo>
                  <a:lnTo>
                    <a:pt x="25335" y="232313"/>
                  </a:lnTo>
                  <a:lnTo>
                    <a:pt x="24089" y="230966"/>
                  </a:lnTo>
                  <a:lnTo>
                    <a:pt x="23722" y="229400"/>
                  </a:lnTo>
                  <a:lnTo>
                    <a:pt x="22931" y="227890"/>
                  </a:lnTo>
                  <a:lnTo>
                    <a:pt x="22966" y="227539"/>
                  </a:lnTo>
                  <a:lnTo>
                    <a:pt x="23856" y="226652"/>
                  </a:lnTo>
                  <a:lnTo>
                    <a:pt x="23965" y="225660"/>
                  </a:lnTo>
                  <a:lnTo>
                    <a:pt x="24961" y="224427"/>
                  </a:lnTo>
                  <a:lnTo>
                    <a:pt x="26806" y="220589"/>
                  </a:lnTo>
                  <a:lnTo>
                    <a:pt x="25425" y="220153"/>
                  </a:lnTo>
                  <a:lnTo>
                    <a:pt x="24845" y="219529"/>
                  </a:lnTo>
                  <a:lnTo>
                    <a:pt x="24922" y="218981"/>
                  </a:lnTo>
                  <a:lnTo>
                    <a:pt x="24138" y="218540"/>
                  </a:lnTo>
                  <a:lnTo>
                    <a:pt x="23897" y="217064"/>
                  </a:lnTo>
                  <a:lnTo>
                    <a:pt x="23439" y="216442"/>
                  </a:lnTo>
                  <a:lnTo>
                    <a:pt x="23622" y="215873"/>
                  </a:lnTo>
                  <a:lnTo>
                    <a:pt x="22862" y="214981"/>
                  </a:lnTo>
                  <a:lnTo>
                    <a:pt x="22934" y="214448"/>
                  </a:lnTo>
                  <a:lnTo>
                    <a:pt x="22334" y="213253"/>
                  </a:lnTo>
                  <a:lnTo>
                    <a:pt x="22815" y="211996"/>
                  </a:lnTo>
                  <a:lnTo>
                    <a:pt x="22118" y="211341"/>
                  </a:lnTo>
                  <a:lnTo>
                    <a:pt x="21532" y="211184"/>
                  </a:lnTo>
                  <a:lnTo>
                    <a:pt x="20748" y="207336"/>
                  </a:lnTo>
                  <a:lnTo>
                    <a:pt x="20799" y="205533"/>
                  </a:lnTo>
                  <a:lnTo>
                    <a:pt x="21860" y="204154"/>
                  </a:lnTo>
                  <a:lnTo>
                    <a:pt x="21948" y="203440"/>
                  </a:lnTo>
                  <a:lnTo>
                    <a:pt x="22563" y="202568"/>
                  </a:lnTo>
                  <a:lnTo>
                    <a:pt x="22703" y="201047"/>
                  </a:lnTo>
                  <a:lnTo>
                    <a:pt x="23541" y="198081"/>
                  </a:lnTo>
                  <a:lnTo>
                    <a:pt x="25891" y="195709"/>
                  </a:lnTo>
                  <a:lnTo>
                    <a:pt x="26699" y="194175"/>
                  </a:lnTo>
                  <a:lnTo>
                    <a:pt x="25096" y="187980"/>
                  </a:lnTo>
                  <a:lnTo>
                    <a:pt x="24443" y="186607"/>
                  </a:lnTo>
                  <a:lnTo>
                    <a:pt x="24851" y="185484"/>
                  </a:lnTo>
                  <a:lnTo>
                    <a:pt x="23113" y="181614"/>
                  </a:lnTo>
                  <a:lnTo>
                    <a:pt x="24668" y="179052"/>
                  </a:lnTo>
                  <a:lnTo>
                    <a:pt x="25184" y="178598"/>
                  </a:lnTo>
                  <a:lnTo>
                    <a:pt x="27163" y="178040"/>
                  </a:lnTo>
                  <a:lnTo>
                    <a:pt x="27737" y="177007"/>
                  </a:lnTo>
                  <a:lnTo>
                    <a:pt x="28128" y="175920"/>
                  </a:lnTo>
                  <a:lnTo>
                    <a:pt x="28160" y="172909"/>
                  </a:lnTo>
                  <a:lnTo>
                    <a:pt x="28740" y="170159"/>
                  </a:lnTo>
                  <a:lnTo>
                    <a:pt x="29554" y="168722"/>
                  </a:lnTo>
                  <a:lnTo>
                    <a:pt x="33104" y="166317"/>
                  </a:lnTo>
                  <a:lnTo>
                    <a:pt x="35383" y="165911"/>
                  </a:lnTo>
                  <a:lnTo>
                    <a:pt x="36568" y="163686"/>
                  </a:lnTo>
                  <a:lnTo>
                    <a:pt x="34789" y="161387"/>
                  </a:lnTo>
                  <a:lnTo>
                    <a:pt x="33370" y="158519"/>
                  </a:lnTo>
                  <a:lnTo>
                    <a:pt x="33138" y="157487"/>
                  </a:lnTo>
                  <a:lnTo>
                    <a:pt x="33742" y="155187"/>
                  </a:lnTo>
                  <a:lnTo>
                    <a:pt x="33447" y="154860"/>
                  </a:lnTo>
                  <a:lnTo>
                    <a:pt x="32722" y="152352"/>
                  </a:lnTo>
                  <a:lnTo>
                    <a:pt x="32775" y="150433"/>
                  </a:lnTo>
                  <a:lnTo>
                    <a:pt x="33149" y="149334"/>
                  </a:lnTo>
                  <a:lnTo>
                    <a:pt x="33003" y="149297"/>
                  </a:lnTo>
                  <a:lnTo>
                    <a:pt x="34287" y="147844"/>
                  </a:lnTo>
                  <a:lnTo>
                    <a:pt x="33803" y="147391"/>
                  </a:lnTo>
                  <a:lnTo>
                    <a:pt x="36363" y="143675"/>
                  </a:lnTo>
                  <a:lnTo>
                    <a:pt x="36182" y="143505"/>
                  </a:lnTo>
                  <a:lnTo>
                    <a:pt x="37558" y="141749"/>
                  </a:lnTo>
                  <a:lnTo>
                    <a:pt x="37360" y="141279"/>
                  </a:lnTo>
                  <a:lnTo>
                    <a:pt x="38131" y="140530"/>
                  </a:lnTo>
                  <a:lnTo>
                    <a:pt x="38509" y="139503"/>
                  </a:lnTo>
                  <a:lnTo>
                    <a:pt x="39159" y="139920"/>
                  </a:lnTo>
                  <a:lnTo>
                    <a:pt x="39409" y="138976"/>
                  </a:lnTo>
                  <a:lnTo>
                    <a:pt x="39160" y="137399"/>
                  </a:lnTo>
                  <a:lnTo>
                    <a:pt x="40100" y="134744"/>
                  </a:lnTo>
                  <a:lnTo>
                    <a:pt x="42060" y="130772"/>
                  </a:lnTo>
                  <a:lnTo>
                    <a:pt x="42596" y="130318"/>
                  </a:lnTo>
                  <a:lnTo>
                    <a:pt x="42624" y="129969"/>
                  </a:lnTo>
                  <a:lnTo>
                    <a:pt x="42087" y="129840"/>
                  </a:lnTo>
                  <a:lnTo>
                    <a:pt x="42142" y="129606"/>
                  </a:lnTo>
                  <a:lnTo>
                    <a:pt x="42524" y="128552"/>
                  </a:lnTo>
                  <a:lnTo>
                    <a:pt x="42815" y="128575"/>
                  </a:lnTo>
                  <a:lnTo>
                    <a:pt x="43033" y="128230"/>
                  </a:lnTo>
                  <a:lnTo>
                    <a:pt x="43204" y="127668"/>
                  </a:lnTo>
                  <a:lnTo>
                    <a:pt x="43023" y="127435"/>
                  </a:lnTo>
                  <a:lnTo>
                    <a:pt x="43128" y="127107"/>
                  </a:lnTo>
                  <a:lnTo>
                    <a:pt x="43419" y="127235"/>
                  </a:lnTo>
                  <a:lnTo>
                    <a:pt x="43326" y="126849"/>
                  </a:lnTo>
                  <a:lnTo>
                    <a:pt x="43993" y="125020"/>
                  </a:lnTo>
                  <a:lnTo>
                    <a:pt x="44376" y="125282"/>
                  </a:lnTo>
                  <a:lnTo>
                    <a:pt x="45191" y="123773"/>
                  </a:lnTo>
                  <a:lnTo>
                    <a:pt x="44195" y="122170"/>
                  </a:lnTo>
                  <a:lnTo>
                    <a:pt x="42884" y="121494"/>
                  </a:lnTo>
                  <a:lnTo>
                    <a:pt x="43708" y="120903"/>
                  </a:lnTo>
                  <a:lnTo>
                    <a:pt x="44622" y="118537"/>
                  </a:lnTo>
                  <a:lnTo>
                    <a:pt x="45099" y="118138"/>
                  </a:lnTo>
                  <a:lnTo>
                    <a:pt x="44827" y="117423"/>
                  </a:lnTo>
                  <a:lnTo>
                    <a:pt x="44926" y="116813"/>
                  </a:lnTo>
                  <a:lnTo>
                    <a:pt x="45092" y="117790"/>
                  </a:lnTo>
                  <a:lnTo>
                    <a:pt x="45649" y="118902"/>
                  </a:lnTo>
                  <a:lnTo>
                    <a:pt x="46560" y="119883"/>
                  </a:lnTo>
                  <a:lnTo>
                    <a:pt x="49012" y="121606"/>
                  </a:lnTo>
                  <a:lnTo>
                    <a:pt x="49257" y="122127"/>
                  </a:lnTo>
                  <a:lnTo>
                    <a:pt x="49487" y="124191"/>
                  </a:lnTo>
                  <a:lnTo>
                    <a:pt x="50881" y="125737"/>
                  </a:lnTo>
                  <a:lnTo>
                    <a:pt x="51677" y="126214"/>
                  </a:lnTo>
                  <a:lnTo>
                    <a:pt x="51559" y="126483"/>
                  </a:lnTo>
                  <a:lnTo>
                    <a:pt x="50826" y="126298"/>
                  </a:lnTo>
                  <a:lnTo>
                    <a:pt x="50553" y="126527"/>
                  </a:lnTo>
                  <a:lnTo>
                    <a:pt x="50705" y="127840"/>
                  </a:lnTo>
                  <a:lnTo>
                    <a:pt x="52175" y="128607"/>
                  </a:lnTo>
                  <a:lnTo>
                    <a:pt x="53015" y="129395"/>
                  </a:lnTo>
                  <a:lnTo>
                    <a:pt x="55144" y="132821"/>
                  </a:lnTo>
                  <a:lnTo>
                    <a:pt x="54597" y="133493"/>
                  </a:lnTo>
                  <a:lnTo>
                    <a:pt x="54187" y="133234"/>
                  </a:lnTo>
                  <a:lnTo>
                    <a:pt x="53710" y="133614"/>
                  </a:lnTo>
                  <a:lnTo>
                    <a:pt x="53556" y="134533"/>
                  </a:lnTo>
                  <a:lnTo>
                    <a:pt x="53759" y="134671"/>
                  </a:lnTo>
                  <a:lnTo>
                    <a:pt x="51096" y="139323"/>
                  </a:lnTo>
                  <a:lnTo>
                    <a:pt x="52301" y="140203"/>
                  </a:lnTo>
                  <a:lnTo>
                    <a:pt x="53478" y="141716"/>
                  </a:lnTo>
                  <a:lnTo>
                    <a:pt x="54819" y="142890"/>
                  </a:lnTo>
                  <a:lnTo>
                    <a:pt x="54652" y="143542"/>
                  </a:lnTo>
                  <a:lnTo>
                    <a:pt x="54961" y="143957"/>
                  </a:lnTo>
                  <a:lnTo>
                    <a:pt x="54336" y="144628"/>
                  </a:lnTo>
                  <a:lnTo>
                    <a:pt x="54731" y="145840"/>
                  </a:lnTo>
                  <a:lnTo>
                    <a:pt x="54115" y="145820"/>
                  </a:lnTo>
                  <a:lnTo>
                    <a:pt x="56976" y="147522"/>
                  </a:lnTo>
                  <a:lnTo>
                    <a:pt x="59217" y="147211"/>
                  </a:lnTo>
                  <a:lnTo>
                    <a:pt x="60585" y="148046"/>
                  </a:lnTo>
                  <a:lnTo>
                    <a:pt x="62257" y="147323"/>
                  </a:lnTo>
                  <a:lnTo>
                    <a:pt x="63059" y="147367"/>
                  </a:lnTo>
                  <a:lnTo>
                    <a:pt x="64743" y="148490"/>
                  </a:lnTo>
                  <a:lnTo>
                    <a:pt x="65534" y="148548"/>
                  </a:lnTo>
                  <a:lnTo>
                    <a:pt x="66019" y="148171"/>
                  </a:lnTo>
                  <a:lnTo>
                    <a:pt x="66563" y="148233"/>
                  </a:lnTo>
                  <a:lnTo>
                    <a:pt x="67687" y="146952"/>
                  </a:lnTo>
                  <a:lnTo>
                    <a:pt x="68858" y="146968"/>
                  </a:lnTo>
                  <a:lnTo>
                    <a:pt x="70420" y="146222"/>
                  </a:lnTo>
                  <a:lnTo>
                    <a:pt x="70074" y="144441"/>
                  </a:lnTo>
                  <a:lnTo>
                    <a:pt x="69531" y="143338"/>
                  </a:lnTo>
                  <a:lnTo>
                    <a:pt x="69497" y="141269"/>
                  </a:lnTo>
                  <a:lnTo>
                    <a:pt x="69971" y="140194"/>
                  </a:lnTo>
                  <a:lnTo>
                    <a:pt x="70105" y="138706"/>
                  </a:lnTo>
                  <a:lnTo>
                    <a:pt x="69227" y="134356"/>
                  </a:lnTo>
                  <a:lnTo>
                    <a:pt x="68911" y="130814"/>
                  </a:lnTo>
                  <a:lnTo>
                    <a:pt x="64404" y="127771"/>
                  </a:lnTo>
                  <a:lnTo>
                    <a:pt x="64428" y="129015"/>
                  </a:lnTo>
                  <a:lnTo>
                    <a:pt x="64013" y="129937"/>
                  </a:lnTo>
                  <a:lnTo>
                    <a:pt x="61798" y="127381"/>
                  </a:lnTo>
                  <a:lnTo>
                    <a:pt x="60924" y="126864"/>
                  </a:lnTo>
                  <a:lnTo>
                    <a:pt x="61065" y="126566"/>
                  </a:lnTo>
                  <a:lnTo>
                    <a:pt x="60603" y="125826"/>
                  </a:lnTo>
                  <a:lnTo>
                    <a:pt x="59471" y="126810"/>
                  </a:lnTo>
                  <a:lnTo>
                    <a:pt x="58810" y="125848"/>
                  </a:lnTo>
                  <a:lnTo>
                    <a:pt x="57968" y="125120"/>
                  </a:lnTo>
                  <a:lnTo>
                    <a:pt x="57884" y="124766"/>
                  </a:lnTo>
                  <a:lnTo>
                    <a:pt x="58243" y="124352"/>
                  </a:lnTo>
                  <a:lnTo>
                    <a:pt x="59115" y="124100"/>
                  </a:lnTo>
                  <a:lnTo>
                    <a:pt x="60377" y="124062"/>
                  </a:lnTo>
                  <a:lnTo>
                    <a:pt x="61225" y="124446"/>
                  </a:lnTo>
                  <a:lnTo>
                    <a:pt x="62541" y="120409"/>
                  </a:lnTo>
                  <a:lnTo>
                    <a:pt x="61986" y="119918"/>
                  </a:lnTo>
                  <a:lnTo>
                    <a:pt x="61443" y="119974"/>
                  </a:lnTo>
                  <a:lnTo>
                    <a:pt x="58069" y="121676"/>
                  </a:lnTo>
                  <a:lnTo>
                    <a:pt x="58836" y="123059"/>
                  </a:lnTo>
                  <a:lnTo>
                    <a:pt x="57543" y="123654"/>
                  </a:lnTo>
                  <a:lnTo>
                    <a:pt x="58226" y="124318"/>
                  </a:lnTo>
                  <a:lnTo>
                    <a:pt x="57806" y="124807"/>
                  </a:lnTo>
                  <a:lnTo>
                    <a:pt x="58005" y="125321"/>
                  </a:lnTo>
                  <a:lnTo>
                    <a:pt x="58777" y="125894"/>
                  </a:lnTo>
                  <a:lnTo>
                    <a:pt x="59442" y="126852"/>
                  </a:lnTo>
                  <a:lnTo>
                    <a:pt x="57725" y="129262"/>
                  </a:lnTo>
                  <a:lnTo>
                    <a:pt x="57284" y="129054"/>
                  </a:lnTo>
                  <a:lnTo>
                    <a:pt x="56717" y="130990"/>
                  </a:lnTo>
                  <a:lnTo>
                    <a:pt x="55590" y="132388"/>
                  </a:lnTo>
                  <a:lnTo>
                    <a:pt x="55123" y="132515"/>
                  </a:lnTo>
                  <a:lnTo>
                    <a:pt x="53269" y="129505"/>
                  </a:lnTo>
                  <a:lnTo>
                    <a:pt x="52437" y="128676"/>
                  </a:lnTo>
                  <a:lnTo>
                    <a:pt x="50737" y="127687"/>
                  </a:lnTo>
                  <a:lnTo>
                    <a:pt x="50640" y="126585"/>
                  </a:lnTo>
                  <a:lnTo>
                    <a:pt x="51470" y="126773"/>
                  </a:lnTo>
                  <a:lnTo>
                    <a:pt x="51850" y="126454"/>
                  </a:lnTo>
                  <a:lnTo>
                    <a:pt x="51832" y="126203"/>
                  </a:lnTo>
                  <a:lnTo>
                    <a:pt x="50478" y="125111"/>
                  </a:lnTo>
                  <a:lnTo>
                    <a:pt x="49701" y="124087"/>
                  </a:lnTo>
                  <a:lnTo>
                    <a:pt x="49306" y="121949"/>
                  </a:lnTo>
                  <a:lnTo>
                    <a:pt x="49031" y="121476"/>
                  </a:lnTo>
                  <a:lnTo>
                    <a:pt x="46622" y="119814"/>
                  </a:lnTo>
                  <a:lnTo>
                    <a:pt x="45801" y="118956"/>
                  </a:lnTo>
                  <a:lnTo>
                    <a:pt x="45158" y="117681"/>
                  </a:lnTo>
                  <a:lnTo>
                    <a:pt x="44998" y="116597"/>
                  </a:lnTo>
                  <a:lnTo>
                    <a:pt x="45582" y="116239"/>
                  </a:lnTo>
                  <a:lnTo>
                    <a:pt x="45620" y="115266"/>
                  </a:lnTo>
                  <a:lnTo>
                    <a:pt x="46480" y="114661"/>
                  </a:lnTo>
                  <a:lnTo>
                    <a:pt x="46734" y="113234"/>
                  </a:lnTo>
                  <a:lnTo>
                    <a:pt x="47726" y="111896"/>
                  </a:lnTo>
                  <a:lnTo>
                    <a:pt x="48226" y="112076"/>
                  </a:lnTo>
                  <a:lnTo>
                    <a:pt x="49268" y="112999"/>
                  </a:lnTo>
                  <a:lnTo>
                    <a:pt x="49117" y="113300"/>
                  </a:lnTo>
                  <a:lnTo>
                    <a:pt x="50200" y="113495"/>
                  </a:lnTo>
                  <a:lnTo>
                    <a:pt x="51679" y="114495"/>
                  </a:lnTo>
                  <a:lnTo>
                    <a:pt x="52254" y="113796"/>
                  </a:lnTo>
                  <a:lnTo>
                    <a:pt x="54324" y="114409"/>
                  </a:lnTo>
                  <a:lnTo>
                    <a:pt x="59615" y="110357"/>
                  </a:lnTo>
                  <a:lnTo>
                    <a:pt x="63017" y="113440"/>
                  </a:lnTo>
                  <a:lnTo>
                    <a:pt x="65617" y="110725"/>
                  </a:lnTo>
                  <a:lnTo>
                    <a:pt x="72446" y="119247"/>
                  </a:lnTo>
                  <a:lnTo>
                    <a:pt x="78647" y="127864"/>
                  </a:lnTo>
                  <a:lnTo>
                    <a:pt x="81162" y="130889"/>
                  </a:lnTo>
                  <a:lnTo>
                    <a:pt x="85162" y="134663"/>
                  </a:lnTo>
                  <a:lnTo>
                    <a:pt x="89047" y="137149"/>
                  </a:lnTo>
                  <a:lnTo>
                    <a:pt x="101024" y="142473"/>
                  </a:lnTo>
                  <a:lnTo>
                    <a:pt x="106419" y="144487"/>
                  </a:lnTo>
                  <a:lnTo>
                    <a:pt x="118028" y="146663"/>
                  </a:lnTo>
                  <a:lnTo>
                    <a:pt x="119430" y="147208"/>
                  </a:lnTo>
                  <a:lnTo>
                    <a:pt x="121178" y="143831"/>
                  </a:lnTo>
                  <a:lnTo>
                    <a:pt x="123864" y="140331"/>
                  </a:lnTo>
                  <a:lnTo>
                    <a:pt x="126093" y="137913"/>
                  </a:lnTo>
                  <a:lnTo>
                    <a:pt x="128601" y="136195"/>
                  </a:lnTo>
                  <a:lnTo>
                    <a:pt x="129849" y="134447"/>
                  </a:lnTo>
                  <a:lnTo>
                    <a:pt x="137608" y="130637"/>
                  </a:lnTo>
                  <a:lnTo>
                    <a:pt x="138158" y="128921"/>
                  </a:lnTo>
                  <a:lnTo>
                    <a:pt x="140141" y="129451"/>
                  </a:lnTo>
                  <a:lnTo>
                    <a:pt x="143307" y="130919"/>
                  </a:lnTo>
                  <a:lnTo>
                    <a:pt x="145453" y="131092"/>
                  </a:lnTo>
                  <a:lnTo>
                    <a:pt x="147933" y="132076"/>
                  </a:lnTo>
                  <a:lnTo>
                    <a:pt x="148816" y="131807"/>
                  </a:lnTo>
                  <a:lnTo>
                    <a:pt x="149595" y="132043"/>
                  </a:lnTo>
                  <a:lnTo>
                    <a:pt x="149579" y="131555"/>
                  </a:lnTo>
                  <a:lnTo>
                    <a:pt x="151297" y="130498"/>
                  </a:lnTo>
                  <a:lnTo>
                    <a:pt x="155304" y="130609"/>
                  </a:lnTo>
                  <a:lnTo>
                    <a:pt x="156612" y="130154"/>
                  </a:lnTo>
                  <a:lnTo>
                    <a:pt x="158784" y="129882"/>
                  </a:lnTo>
                  <a:lnTo>
                    <a:pt x="161160" y="128321"/>
                  </a:lnTo>
                  <a:lnTo>
                    <a:pt x="161319" y="126414"/>
                  </a:lnTo>
                  <a:lnTo>
                    <a:pt x="162132" y="122973"/>
                  </a:lnTo>
                  <a:lnTo>
                    <a:pt x="165126" y="122759"/>
                  </a:lnTo>
                  <a:lnTo>
                    <a:pt x="169936" y="120951"/>
                  </a:lnTo>
                  <a:lnTo>
                    <a:pt x="170799" y="118812"/>
                  </a:lnTo>
                  <a:lnTo>
                    <a:pt x="170908" y="117861"/>
                  </a:lnTo>
                  <a:lnTo>
                    <a:pt x="169650" y="117443"/>
                  </a:lnTo>
                  <a:lnTo>
                    <a:pt x="168292" y="117666"/>
                  </a:lnTo>
                  <a:lnTo>
                    <a:pt x="168154" y="115632"/>
                  </a:lnTo>
                  <a:lnTo>
                    <a:pt x="167861" y="114917"/>
                  </a:lnTo>
                  <a:lnTo>
                    <a:pt x="168189" y="114176"/>
                  </a:lnTo>
                  <a:lnTo>
                    <a:pt x="167775" y="112530"/>
                  </a:lnTo>
                  <a:lnTo>
                    <a:pt x="166580" y="111248"/>
                  </a:lnTo>
                  <a:lnTo>
                    <a:pt x="166859" y="110821"/>
                  </a:lnTo>
                  <a:lnTo>
                    <a:pt x="166750" y="110125"/>
                  </a:lnTo>
                  <a:lnTo>
                    <a:pt x="167529" y="107573"/>
                  </a:lnTo>
                  <a:lnTo>
                    <a:pt x="167760" y="104588"/>
                  </a:lnTo>
                  <a:lnTo>
                    <a:pt x="167419" y="102040"/>
                  </a:lnTo>
                  <a:lnTo>
                    <a:pt x="168663" y="98428"/>
                  </a:lnTo>
                  <a:lnTo>
                    <a:pt x="169522" y="94690"/>
                  </a:lnTo>
                  <a:lnTo>
                    <a:pt x="170356" y="93653"/>
                  </a:lnTo>
                  <a:lnTo>
                    <a:pt x="173734" y="87918"/>
                  </a:lnTo>
                  <a:lnTo>
                    <a:pt x="174950" y="82857"/>
                  </a:lnTo>
                  <a:lnTo>
                    <a:pt x="176026" y="83835"/>
                  </a:lnTo>
                  <a:lnTo>
                    <a:pt x="177555" y="84027"/>
                  </a:lnTo>
                  <a:lnTo>
                    <a:pt x="182218" y="87054"/>
                  </a:lnTo>
                  <a:lnTo>
                    <a:pt x="184052" y="87740"/>
                  </a:lnTo>
                  <a:lnTo>
                    <a:pt x="187671" y="85501"/>
                  </a:lnTo>
                  <a:lnTo>
                    <a:pt x="190709" y="84430"/>
                  </a:lnTo>
                  <a:lnTo>
                    <a:pt x="194695" y="80797"/>
                  </a:lnTo>
                  <a:lnTo>
                    <a:pt x="197778" y="79893"/>
                  </a:lnTo>
                  <a:lnTo>
                    <a:pt x="199554" y="77634"/>
                  </a:lnTo>
                  <a:lnTo>
                    <a:pt x="202651" y="77837"/>
                  </a:lnTo>
                  <a:lnTo>
                    <a:pt x="204662" y="78220"/>
                  </a:lnTo>
                  <a:lnTo>
                    <a:pt x="206907" y="78288"/>
                  </a:lnTo>
                  <a:lnTo>
                    <a:pt x="209321" y="79027"/>
                  </a:lnTo>
                  <a:lnTo>
                    <a:pt x="211248" y="78532"/>
                  </a:lnTo>
                  <a:lnTo>
                    <a:pt x="211492" y="77919"/>
                  </a:lnTo>
                  <a:lnTo>
                    <a:pt x="215245" y="75988"/>
                  </a:lnTo>
                  <a:lnTo>
                    <a:pt x="217844" y="72869"/>
                  </a:lnTo>
                  <a:lnTo>
                    <a:pt x="217895" y="72196"/>
                  </a:lnTo>
                  <a:lnTo>
                    <a:pt x="221197" y="70004"/>
                  </a:lnTo>
                  <a:lnTo>
                    <a:pt x="217974" y="67188"/>
                  </a:lnTo>
                  <a:lnTo>
                    <a:pt x="217212" y="65689"/>
                  </a:lnTo>
                  <a:lnTo>
                    <a:pt x="214586" y="64166"/>
                  </a:lnTo>
                  <a:lnTo>
                    <a:pt x="213685" y="64110"/>
                  </a:lnTo>
                  <a:lnTo>
                    <a:pt x="212793" y="62379"/>
                  </a:lnTo>
                  <a:lnTo>
                    <a:pt x="210233" y="61180"/>
                  </a:lnTo>
                  <a:lnTo>
                    <a:pt x="208104" y="60751"/>
                  </a:lnTo>
                  <a:lnTo>
                    <a:pt x="206361" y="58297"/>
                  </a:lnTo>
                  <a:lnTo>
                    <a:pt x="205565" y="56725"/>
                  </a:lnTo>
                  <a:lnTo>
                    <a:pt x="205450" y="55830"/>
                  </a:lnTo>
                  <a:lnTo>
                    <a:pt x="204676" y="55506"/>
                  </a:lnTo>
                  <a:lnTo>
                    <a:pt x="204047" y="54693"/>
                  </a:lnTo>
                  <a:lnTo>
                    <a:pt x="203235" y="51423"/>
                  </a:lnTo>
                  <a:lnTo>
                    <a:pt x="205662" y="50251"/>
                  </a:lnTo>
                  <a:lnTo>
                    <a:pt x="207228" y="50128"/>
                  </a:lnTo>
                  <a:lnTo>
                    <a:pt x="209804" y="50910"/>
                  </a:lnTo>
                  <a:lnTo>
                    <a:pt x="213417" y="49728"/>
                  </a:lnTo>
                  <a:lnTo>
                    <a:pt x="218091" y="46023"/>
                  </a:lnTo>
                  <a:lnTo>
                    <a:pt x="218488" y="45336"/>
                  </a:lnTo>
                  <a:lnTo>
                    <a:pt x="219729" y="44314"/>
                  </a:lnTo>
                  <a:lnTo>
                    <a:pt x="221119" y="43827"/>
                  </a:lnTo>
                  <a:lnTo>
                    <a:pt x="222860" y="43990"/>
                  </a:lnTo>
                  <a:lnTo>
                    <a:pt x="223311" y="43633"/>
                  </a:lnTo>
                  <a:lnTo>
                    <a:pt x="224818" y="43852"/>
                  </a:lnTo>
                  <a:lnTo>
                    <a:pt x="225980" y="43230"/>
                  </a:lnTo>
                  <a:lnTo>
                    <a:pt x="227393" y="43483"/>
                  </a:lnTo>
                  <a:lnTo>
                    <a:pt x="228465" y="44063"/>
                  </a:lnTo>
                  <a:lnTo>
                    <a:pt x="228786" y="43739"/>
                  </a:lnTo>
                  <a:lnTo>
                    <a:pt x="230930" y="44320"/>
                  </a:lnTo>
                  <a:lnTo>
                    <a:pt x="231439" y="43932"/>
                  </a:lnTo>
                  <a:lnTo>
                    <a:pt x="233184" y="44244"/>
                  </a:lnTo>
                  <a:lnTo>
                    <a:pt x="235707" y="44183"/>
                  </a:lnTo>
                  <a:lnTo>
                    <a:pt x="237303" y="44818"/>
                  </a:lnTo>
                  <a:lnTo>
                    <a:pt x="237764" y="45411"/>
                  </a:lnTo>
                  <a:lnTo>
                    <a:pt x="238144" y="45221"/>
                  </a:lnTo>
                  <a:lnTo>
                    <a:pt x="239680" y="45669"/>
                  </a:lnTo>
                  <a:lnTo>
                    <a:pt x="240554" y="46871"/>
                  </a:lnTo>
                  <a:lnTo>
                    <a:pt x="242942" y="49087"/>
                  </a:lnTo>
                  <a:lnTo>
                    <a:pt x="243224" y="50070"/>
                  </a:lnTo>
                  <a:lnTo>
                    <a:pt x="243693" y="50760"/>
                  </a:lnTo>
                  <a:lnTo>
                    <a:pt x="245138" y="51197"/>
                  </a:lnTo>
                  <a:lnTo>
                    <a:pt x="245459" y="51763"/>
                  </a:lnTo>
                  <a:lnTo>
                    <a:pt x="247592" y="53671"/>
                  </a:lnTo>
                  <a:lnTo>
                    <a:pt x="248182" y="55595"/>
                  </a:lnTo>
                  <a:lnTo>
                    <a:pt x="248639" y="56256"/>
                  </a:lnTo>
                  <a:lnTo>
                    <a:pt x="249650" y="57158"/>
                  </a:lnTo>
                  <a:lnTo>
                    <a:pt x="252470" y="60616"/>
                  </a:lnTo>
                  <a:lnTo>
                    <a:pt x="253199" y="58456"/>
                  </a:lnTo>
                  <a:lnTo>
                    <a:pt x="254364" y="57706"/>
                  </a:lnTo>
                  <a:lnTo>
                    <a:pt x="254797" y="57015"/>
                  </a:lnTo>
                  <a:lnTo>
                    <a:pt x="257015" y="52033"/>
                  </a:lnTo>
                  <a:lnTo>
                    <a:pt x="257063" y="50436"/>
                  </a:lnTo>
                  <a:lnTo>
                    <a:pt x="257694" y="48498"/>
                  </a:lnTo>
                  <a:lnTo>
                    <a:pt x="261137" y="46209"/>
                  </a:lnTo>
                  <a:lnTo>
                    <a:pt x="262505" y="44747"/>
                  </a:lnTo>
                  <a:lnTo>
                    <a:pt x="266345" y="46048"/>
                  </a:lnTo>
                  <a:lnTo>
                    <a:pt x="267456" y="45753"/>
                  </a:lnTo>
                  <a:lnTo>
                    <a:pt x="269480" y="46519"/>
                  </a:lnTo>
                  <a:lnTo>
                    <a:pt x="272352" y="42516"/>
                  </a:lnTo>
                  <a:lnTo>
                    <a:pt x="273348" y="42280"/>
                  </a:lnTo>
                  <a:lnTo>
                    <a:pt x="273977" y="41748"/>
                  </a:lnTo>
                  <a:lnTo>
                    <a:pt x="274629" y="41539"/>
                  </a:lnTo>
                  <a:lnTo>
                    <a:pt x="276218" y="39165"/>
                  </a:lnTo>
                  <a:lnTo>
                    <a:pt x="277979" y="37787"/>
                  </a:lnTo>
                  <a:lnTo>
                    <a:pt x="279080" y="38331"/>
                  </a:lnTo>
                  <a:lnTo>
                    <a:pt x="280717" y="38386"/>
                  </a:lnTo>
                  <a:lnTo>
                    <a:pt x="280984" y="37821"/>
                  </a:lnTo>
                  <a:lnTo>
                    <a:pt x="280365" y="34347"/>
                  </a:lnTo>
                  <a:lnTo>
                    <a:pt x="280474" y="31518"/>
                  </a:lnTo>
                  <a:lnTo>
                    <a:pt x="282157" y="29089"/>
                  </a:lnTo>
                  <a:lnTo>
                    <a:pt x="283713" y="27423"/>
                  </a:lnTo>
                  <a:lnTo>
                    <a:pt x="284280" y="26400"/>
                  </a:lnTo>
                  <a:lnTo>
                    <a:pt x="284969" y="26269"/>
                  </a:lnTo>
                  <a:lnTo>
                    <a:pt x="285037" y="25643"/>
                  </a:lnTo>
                  <a:lnTo>
                    <a:pt x="285849" y="26215"/>
                  </a:lnTo>
                  <a:lnTo>
                    <a:pt x="286300" y="26009"/>
                  </a:lnTo>
                  <a:lnTo>
                    <a:pt x="286531" y="25402"/>
                  </a:lnTo>
                  <a:lnTo>
                    <a:pt x="287509" y="25324"/>
                  </a:lnTo>
                  <a:lnTo>
                    <a:pt x="287263" y="25913"/>
                  </a:lnTo>
                  <a:lnTo>
                    <a:pt x="287761" y="26192"/>
                  </a:lnTo>
                  <a:lnTo>
                    <a:pt x="287797" y="26666"/>
                  </a:lnTo>
                  <a:lnTo>
                    <a:pt x="290182" y="27120"/>
                  </a:lnTo>
                  <a:lnTo>
                    <a:pt x="292187" y="26773"/>
                  </a:lnTo>
                  <a:lnTo>
                    <a:pt x="292510" y="27457"/>
                  </a:lnTo>
                  <a:lnTo>
                    <a:pt x="293528" y="27668"/>
                  </a:lnTo>
                  <a:lnTo>
                    <a:pt x="293769" y="27595"/>
                  </a:lnTo>
                  <a:lnTo>
                    <a:pt x="294289" y="26298"/>
                  </a:lnTo>
                  <a:lnTo>
                    <a:pt x="295572" y="26272"/>
                  </a:lnTo>
                  <a:lnTo>
                    <a:pt x="295995" y="26550"/>
                  </a:lnTo>
                  <a:lnTo>
                    <a:pt x="298243" y="25924"/>
                  </a:lnTo>
                  <a:lnTo>
                    <a:pt x="299133" y="25783"/>
                  </a:lnTo>
                  <a:lnTo>
                    <a:pt x="299272" y="26023"/>
                  </a:lnTo>
                  <a:lnTo>
                    <a:pt x="302573" y="25265"/>
                  </a:lnTo>
                  <a:lnTo>
                    <a:pt x="303792" y="24314"/>
                  </a:lnTo>
                  <a:lnTo>
                    <a:pt x="305017" y="24518"/>
                  </a:lnTo>
                  <a:lnTo>
                    <a:pt x="306760" y="24369"/>
                  </a:lnTo>
                  <a:lnTo>
                    <a:pt x="308661" y="23809"/>
                  </a:lnTo>
                  <a:lnTo>
                    <a:pt x="310942" y="24377"/>
                  </a:lnTo>
                  <a:lnTo>
                    <a:pt x="312877" y="24379"/>
                  </a:lnTo>
                  <a:lnTo>
                    <a:pt x="316114" y="23355"/>
                  </a:lnTo>
                  <a:lnTo>
                    <a:pt x="318427" y="23044"/>
                  </a:lnTo>
                  <a:lnTo>
                    <a:pt x="321601" y="24042"/>
                  </a:lnTo>
                  <a:lnTo>
                    <a:pt x="322473" y="23883"/>
                  </a:lnTo>
                  <a:lnTo>
                    <a:pt x="325466" y="24264"/>
                  </a:lnTo>
                  <a:lnTo>
                    <a:pt x="327358" y="24252"/>
                  </a:lnTo>
                  <a:lnTo>
                    <a:pt x="328569" y="23621"/>
                  </a:lnTo>
                  <a:lnTo>
                    <a:pt x="329334" y="22418"/>
                  </a:lnTo>
                  <a:lnTo>
                    <a:pt x="332491" y="22669"/>
                  </a:lnTo>
                  <a:lnTo>
                    <a:pt x="333697" y="22207"/>
                  </a:lnTo>
                  <a:lnTo>
                    <a:pt x="337548" y="20075"/>
                  </a:lnTo>
                  <a:lnTo>
                    <a:pt x="338027" y="19093"/>
                  </a:lnTo>
                  <a:lnTo>
                    <a:pt x="340109" y="18736"/>
                  </a:lnTo>
                  <a:lnTo>
                    <a:pt x="340224" y="18937"/>
                  </a:lnTo>
                  <a:lnTo>
                    <a:pt x="340896" y="18677"/>
                  </a:lnTo>
                  <a:lnTo>
                    <a:pt x="340839" y="17949"/>
                  </a:lnTo>
                  <a:lnTo>
                    <a:pt x="343033" y="18254"/>
                  </a:lnTo>
                  <a:lnTo>
                    <a:pt x="344512" y="17102"/>
                  </a:lnTo>
                  <a:lnTo>
                    <a:pt x="344566" y="16620"/>
                  </a:lnTo>
                  <a:lnTo>
                    <a:pt x="345903" y="16217"/>
                  </a:lnTo>
                  <a:lnTo>
                    <a:pt x="346994" y="15365"/>
                  </a:lnTo>
                  <a:lnTo>
                    <a:pt x="347381" y="15373"/>
                  </a:lnTo>
                  <a:lnTo>
                    <a:pt x="347683" y="16130"/>
                  </a:lnTo>
                  <a:lnTo>
                    <a:pt x="348775" y="16694"/>
                  </a:lnTo>
                  <a:lnTo>
                    <a:pt x="353200" y="16606"/>
                  </a:lnTo>
                  <a:lnTo>
                    <a:pt x="354362" y="15870"/>
                  </a:lnTo>
                  <a:lnTo>
                    <a:pt x="354644" y="14920"/>
                  </a:lnTo>
                  <a:lnTo>
                    <a:pt x="355034" y="14532"/>
                  </a:lnTo>
                  <a:lnTo>
                    <a:pt x="355797" y="14373"/>
                  </a:lnTo>
                  <a:lnTo>
                    <a:pt x="356650" y="13523"/>
                  </a:lnTo>
                  <a:lnTo>
                    <a:pt x="358934" y="13054"/>
                  </a:lnTo>
                  <a:lnTo>
                    <a:pt x="359655" y="11856"/>
                  </a:lnTo>
                  <a:lnTo>
                    <a:pt x="360543" y="11315"/>
                  </a:lnTo>
                  <a:lnTo>
                    <a:pt x="360873" y="10705"/>
                  </a:lnTo>
                  <a:lnTo>
                    <a:pt x="361158" y="10492"/>
                  </a:lnTo>
                  <a:lnTo>
                    <a:pt x="361959" y="10627"/>
                  </a:lnTo>
                  <a:lnTo>
                    <a:pt x="362379" y="10454"/>
                  </a:lnTo>
                  <a:lnTo>
                    <a:pt x="363120" y="9068"/>
                  </a:lnTo>
                  <a:lnTo>
                    <a:pt x="364555" y="8207"/>
                  </a:lnTo>
                  <a:lnTo>
                    <a:pt x="365550" y="8348"/>
                  </a:lnTo>
                  <a:lnTo>
                    <a:pt x="366312" y="8325"/>
                  </a:lnTo>
                  <a:lnTo>
                    <a:pt x="366781" y="7448"/>
                  </a:lnTo>
                  <a:lnTo>
                    <a:pt x="367767" y="6813"/>
                  </a:lnTo>
                  <a:lnTo>
                    <a:pt x="368306" y="5414"/>
                  </a:lnTo>
                  <a:lnTo>
                    <a:pt x="369989" y="4814"/>
                  </a:lnTo>
                  <a:lnTo>
                    <a:pt x="369719" y="3766"/>
                  </a:lnTo>
                  <a:lnTo>
                    <a:pt x="371283" y="4005"/>
                  </a:lnTo>
                  <a:lnTo>
                    <a:pt x="371092" y="3084"/>
                  </a:lnTo>
                  <a:lnTo>
                    <a:pt x="371768" y="2423"/>
                  </a:lnTo>
                  <a:lnTo>
                    <a:pt x="372549" y="2199"/>
                  </a:lnTo>
                  <a:lnTo>
                    <a:pt x="372916" y="1253"/>
                  </a:lnTo>
                  <a:lnTo>
                    <a:pt x="373886" y="826"/>
                  </a:lnTo>
                  <a:lnTo>
                    <a:pt x="374080" y="338"/>
                  </a:lnTo>
                  <a:lnTo>
                    <a:pt x="375930" y="0"/>
                  </a:lnTo>
                  <a:lnTo>
                    <a:pt x="376382" y="1739"/>
                  </a:lnTo>
                  <a:lnTo>
                    <a:pt x="377589" y="3291"/>
                  </a:lnTo>
                  <a:lnTo>
                    <a:pt x="377761" y="4094"/>
                  </a:lnTo>
                  <a:lnTo>
                    <a:pt x="379899" y="5237"/>
                  </a:lnTo>
                  <a:lnTo>
                    <a:pt x="380375" y="6229"/>
                  </a:lnTo>
                  <a:lnTo>
                    <a:pt x="380034" y="9456"/>
                  </a:lnTo>
                  <a:lnTo>
                    <a:pt x="380748" y="12541"/>
                  </a:lnTo>
                  <a:lnTo>
                    <a:pt x="380840" y="14088"/>
                  </a:lnTo>
                  <a:lnTo>
                    <a:pt x="382335" y="17764"/>
                  </a:lnTo>
                  <a:lnTo>
                    <a:pt x="382782" y="20960"/>
                  </a:lnTo>
                  <a:lnTo>
                    <a:pt x="382500" y="23626"/>
                  </a:lnTo>
                  <a:lnTo>
                    <a:pt x="382752" y="24145"/>
                  </a:lnTo>
                  <a:lnTo>
                    <a:pt x="385356" y="26569"/>
                  </a:lnTo>
                  <a:lnTo>
                    <a:pt x="386405" y="27074"/>
                  </a:lnTo>
                  <a:lnTo>
                    <a:pt x="387616" y="28235"/>
                  </a:lnTo>
                  <a:lnTo>
                    <a:pt x="391576" y="29260"/>
                  </a:lnTo>
                  <a:lnTo>
                    <a:pt x="392773" y="29933"/>
                  </a:lnTo>
                  <a:lnTo>
                    <a:pt x="394800" y="30508"/>
                  </a:lnTo>
                  <a:lnTo>
                    <a:pt x="396072" y="31581"/>
                  </a:lnTo>
                  <a:lnTo>
                    <a:pt x="397328" y="31785"/>
                  </a:lnTo>
                  <a:lnTo>
                    <a:pt x="398986" y="32577"/>
                  </a:lnTo>
                  <a:lnTo>
                    <a:pt x="401076" y="32142"/>
                  </a:lnTo>
                  <a:lnTo>
                    <a:pt x="402189" y="32537"/>
                  </a:lnTo>
                  <a:lnTo>
                    <a:pt x="404045" y="32711"/>
                  </a:lnTo>
                  <a:lnTo>
                    <a:pt x="404210" y="32106"/>
                  </a:lnTo>
                  <a:lnTo>
                    <a:pt x="404838" y="31360"/>
                  </a:lnTo>
                  <a:lnTo>
                    <a:pt x="406598" y="28045"/>
                  </a:lnTo>
                  <a:lnTo>
                    <a:pt x="408258" y="27434"/>
                  </a:lnTo>
                  <a:lnTo>
                    <a:pt x="407919" y="28688"/>
                  </a:lnTo>
                  <a:lnTo>
                    <a:pt x="407410" y="29326"/>
                  </a:lnTo>
                  <a:lnTo>
                    <a:pt x="407418" y="29848"/>
                  </a:lnTo>
                  <a:lnTo>
                    <a:pt x="408026" y="30154"/>
                  </a:lnTo>
                  <a:lnTo>
                    <a:pt x="408067" y="31543"/>
                  </a:lnTo>
                  <a:lnTo>
                    <a:pt x="409217" y="33008"/>
                  </a:lnTo>
                  <a:lnTo>
                    <a:pt x="409745" y="34384"/>
                  </a:lnTo>
                  <a:lnTo>
                    <a:pt x="408733" y="35944"/>
                  </a:lnTo>
                  <a:lnTo>
                    <a:pt x="405926" y="38627"/>
                  </a:lnTo>
                  <a:lnTo>
                    <a:pt x="406591" y="40556"/>
                  </a:lnTo>
                  <a:lnTo>
                    <a:pt x="409121" y="43815"/>
                  </a:lnTo>
                  <a:lnTo>
                    <a:pt x="412053" y="44105"/>
                  </a:lnTo>
                  <a:lnTo>
                    <a:pt x="413363" y="45024"/>
                  </a:lnTo>
                  <a:lnTo>
                    <a:pt x="414863" y="45568"/>
                  </a:lnTo>
                  <a:lnTo>
                    <a:pt x="416967" y="45958"/>
                  </a:lnTo>
                  <a:lnTo>
                    <a:pt x="419568" y="45227"/>
                  </a:lnTo>
                  <a:lnTo>
                    <a:pt x="420920" y="44382"/>
                  </a:lnTo>
                  <a:lnTo>
                    <a:pt x="422321" y="44105"/>
                  </a:lnTo>
                  <a:lnTo>
                    <a:pt x="424299" y="44695"/>
                  </a:lnTo>
                  <a:lnTo>
                    <a:pt x="425331" y="44638"/>
                  </a:lnTo>
                  <a:lnTo>
                    <a:pt x="427545" y="44138"/>
                  </a:lnTo>
                  <a:lnTo>
                    <a:pt x="430068" y="44242"/>
                  </a:lnTo>
                  <a:lnTo>
                    <a:pt x="432630" y="43133"/>
                  </a:lnTo>
                  <a:lnTo>
                    <a:pt x="434314" y="43406"/>
                  </a:lnTo>
                  <a:lnTo>
                    <a:pt x="437622" y="42115"/>
                  </a:lnTo>
                  <a:lnTo>
                    <a:pt x="439223" y="40784"/>
                  </a:lnTo>
                  <a:lnTo>
                    <a:pt x="442150" y="39601"/>
                  </a:lnTo>
                  <a:lnTo>
                    <a:pt x="443233" y="36919"/>
                  </a:lnTo>
                  <a:lnTo>
                    <a:pt x="444578" y="36238"/>
                  </a:lnTo>
                  <a:lnTo>
                    <a:pt x="445810" y="36081"/>
                  </a:lnTo>
                  <a:lnTo>
                    <a:pt x="448075" y="38204"/>
                  </a:lnTo>
                  <a:lnTo>
                    <a:pt x="449554" y="38874"/>
                  </a:lnTo>
                  <a:lnTo>
                    <a:pt x="450991" y="39083"/>
                  </a:lnTo>
                  <a:lnTo>
                    <a:pt x="451975" y="38922"/>
                  </a:lnTo>
                  <a:lnTo>
                    <a:pt x="453796" y="40793"/>
                  </a:lnTo>
                  <a:lnTo>
                    <a:pt x="453539" y="41994"/>
                  </a:lnTo>
                  <a:lnTo>
                    <a:pt x="453927" y="42876"/>
                  </a:lnTo>
                  <a:lnTo>
                    <a:pt x="455180" y="43632"/>
                  </a:lnTo>
                  <a:lnTo>
                    <a:pt x="455823" y="43649"/>
                  </a:lnTo>
                  <a:lnTo>
                    <a:pt x="455907" y="44314"/>
                  </a:lnTo>
                  <a:lnTo>
                    <a:pt x="456763" y="44705"/>
                  </a:lnTo>
                  <a:lnTo>
                    <a:pt x="458696" y="46173"/>
                  </a:lnTo>
                  <a:lnTo>
                    <a:pt x="459137" y="46012"/>
                  </a:lnTo>
                  <a:lnTo>
                    <a:pt x="461208" y="46275"/>
                  </a:lnTo>
                  <a:lnTo>
                    <a:pt x="469524" y="55417"/>
                  </a:lnTo>
                  <a:lnTo>
                    <a:pt x="476417" y="62580"/>
                  </a:lnTo>
                  <a:lnTo>
                    <a:pt x="477258" y="63567"/>
                  </a:lnTo>
                  <a:lnTo>
                    <a:pt x="477995" y="65165"/>
                  </a:lnTo>
                  <a:lnTo>
                    <a:pt x="479618" y="66292"/>
                  </a:lnTo>
                  <a:lnTo>
                    <a:pt x="480294" y="67037"/>
                  </a:lnTo>
                  <a:lnTo>
                    <a:pt x="481340" y="70483"/>
                  </a:lnTo>
                  <a:lnTo>
                    <a:pt x="482855" y="71688"/>
                  </a:lnTo>
                  <a:lnTo>
                    <a:pt x="484060" y="72136"/>
                  </a:lnTo>
                  <a:lnTo>
                    <a:pt x="484025" y="72500"/>
                  </a:lnTo>
                  <a:lnTo>
                    <a:pt x="484670" y="72790"/>
                  </a:lnTo>
                  <a:lnTo>
                    <a:pt x="485443" y="73968"/>
                  </a:lnTo>
                  <a:lnTo>
                    <a:pt x="485755" y="75284"/>
                  </a:lnTo>
                  <a:lnTo>
                    <a:pt x="485376" y="76115"/>
                  </a:lnTo>
                  <a:lnTo>
                    <a:pt x="485579" y="77199"/>
                  </a:lnTo>
                  <a:lnTo>
                    <a:pt x="486850" y="79188"/>
                  </a:lnTo>
                  <a:lnTo>
                    <a:pt x="487599" y="80123"/>
                  </a:lnTo>
                  <a:lnTo>
                    <a:pt x="489339" y="81233"/>
                  </a:lnTo>
                  <a:lnTo>
                    <a:pt x="489983" y="81190"/>
                  </a:lnTo>
                  <a:lnTo>
                    <a:pt x="492480" y="82739"/>
                  </a:lnTo>
                  <a:lnTo>
                    <a:pt x="493328" y="82544"/>
                  </a:lnTo>
                  <a:lnTo>
                    <a:pt x="495319" y="83013"/>
                  </a:lnTo>
                  <a:lnTo>
                    <a:pt x="501612" y="82761"/>
                  </a:lnTo>
                  <a:lnTo>
                    <a:pt x="503783" y="81974"/>
                  </a:lnTo>
                  <a:lnTo>
                    <a:pt x="505108" y="79965"/>
                  </a:lnTo>
                  <a:lnTo>
                    <a:pt x="508195" y="79690"/>
                  </a:lnTo>
                  <a:lnTo>
                    <a:pt x="512528" y="80732"/>
                  </a:lnTo>
                  <a:lnTo>
                    <a:pt x="512956" y="81126"/>
                  </a:lnTo>
                  <a:lnTo>
                    <a:pt x="513487" y="81180"/>
                  </a:lnTo>
                  <a:lnTo>
                    <a:pt x="514698" y="82668"/>
                  </a:lnTo>
                  <a:lnTo>
                    <a:pt x="515057" y="82823"/>
                  </a:lnTo>
                  <a:lnTo>
                    <a:pt x="514699" y="84571"/>
                  </a:lnTo>
                  <a:lnTo>
                    <a:pt x="514634" y="87956"/>
                  </a:lnTo>
                  <a:lnTo>
                    <a:pt x="514808" y="89237"/>
                  </a:lnTo>
                  <a:lnTo>
                    <a:pt x="514247" y="92116"/>
                  </a:lnTo>
                  <a:lnTo>
                    <a:pt x="514213" y="95559"/>
                  </a:lnTo>
                  <a:lnTo>
                    <a:pt x="511533" y="99456"/>
                  </a:lnTo>
                  <a:lnTo>
                    <a:pt x="509090" y="100666"/>
                  </a:lnTo>
                  <a:lnTo>
                    <a:pt x="506471" y="105285"/>
                  </a:lnTo>
                  <a:lnTo>
                    <a:pt x="506961" y="109306"/>
                  </a:lnTo>
                  <a:lnTo>
                    <a:pt x="509097" y="110408"/>
                  </a:lnTo>
                  <a:lnTo>
                    <a:pt x="510403" y="110058"/>
                  </a:lnTo>
                  <a:lnTo>
                    <a:pt x="511685" y="110620"/>
                  </a:lnTo>
                  <a:lnTo>
                    <a:pt x="513229" y="110818"/>
                  </a:lnTo>
                  <a:lnTo>
                    <a:pt x="514011" y="110352"/>
                  </a:lnTo>
                  <a:lnTo>
                    <a:pt x="514380" y="110489"/>
                  </a:lnTo>
                  <a:lnTo>
                    <a:pt x="515287" y="110167"/>
                  </a:lnTo>
                  <a:lnTo>
                    <a:pt x="515931" y="110260"/>
                  </a:lnTo>
                  <a:lnTo>
                    <a:pt x="516489" y="110747"/>
                  </a:lnTo>
                  <a:lnTo>
                    <a:pt x="517192" y="110982"/>
                  </a:lnTo>
                  <a:lnTo>
                    <a:pt x="517886" y="110879"/>
                  </a:lnTo>
                  <a:lnTo>
                    <a:pt x="518464" y="111084"/>
                  </a:lnTo>
                  <a:lnTo>
                    <a:pt x="520014" y="112394"/>
                  </a:lnTo>
                  <a:lnTo>
                    <a:pt x="523900" y="112952"/>
                  </a:lnTo>
                  <a:lnTo>
                    <a:pt x="525008" y="113354"/>
                  </a:lnTo>
                  <a:lnTo>
                    <a:pt x="527502" y="115235"/>
                  </a:lnTo>
                  <a:lnTo>
                    <a:pt x="528936" y="114867"/>
                  </a:lnTo>
                  <a:lnTo>
                    <a:pt x="529757" y="115205"/>
                  </a:lnTo>
                  <a:lnTo>
                    <a:pt x="531080" y="114524"/>
                  </a:lnTo>
                  <a:lnTo>
                    <a:pt x="533263" y="112310"/>
                  </a:lnTo>
                  <a:lnTo>
                    <a:pt x="534744" y="114182"/>
                  </a:lnTo>
                  <a:lnTo>
                    <a:pt x="536002" y="115258"/>
                  </a:lnTo>
                  <a:lnTo>
                    <a:pt x="537071" y="115781"/>
                  </a:lnTo>
                  <a:lnTo>
                    <a:pt x="543893" y="116204"/>
                  </a:lnTo>
                  <a:lnTo>
                    <a:pt x="546225" y="115580"/>
                  </a:lnTo>
                  <a:lnTo>
                    <a:pt x="547806" y="112651"/>
                  </a:lnTo>
                  <a:lnTo>
                    <a:pt x="548169" y="110753"/>
                  </a:lnTo>
                  <a:lnTo>
                    <a:pt x="548056" y="106325"/>
                  </a:lnTo>
                  <a:lnTo>
                    <a:pt x="549452" y="105164"/>
                  </a:lnTo>
                  <a:lnTo>
                    <a:pt x="550829" y="103366"/>
                  </a:lnTo>
                  <a:lnTo>
                    <a:pt x="551486" y="101812"/>
                  </a:lnTo>
                  <a:lnTo>
                    <a:pt x="552907" y="99985"/>
                  </a:lnTo>
                  <a:lnTo>
                    <a:pt x="553954" y="96481"/>
                  </a:lnTo>
                  <a:lnTo>
                    <a:pt x="557035" y="96034"/>
                  </a:lnTo>
                  <a:lnTo>
                    <a:pt x="559471" y="96783"/>
                  </a:lnTo>
                  <a:lnTo>
                    <a:pt x="561871" y="95931"/>
                  </a:lnTo>
                  <a:lnTo>
                    <a:pt x="562752" y="96009"/>
                  </a:lnTo>
                  <a:lnTo>
                    <a:pt x="563578" y="95459"/>
                  </a:lnTo>
                  <a:lnTo>
                    <a:pt x="563790" y="94983"/>
                  </a:lnTo>
                  <a:lnTo>
                    <a:pt x="564612" y="95006"/>
                  </a:lnTo>
                  <a:lnTo>
                    <a:pt x="566204" y="94586"/>
                  </a:lnTo>
                  <a:lnTo>
                    <a:pt x="566978" y="94831"/>
                  </a:lnTo>
                  <a:lnTo>
                    <a:pt x="567631" y="94735"/>
                  </a:lnTo>
                  <a:lnTo>
                    <a:pt x="567637" y="94464"/>
                  </a:lnTo>
                  <a:lnTo>
                    <a:pt x="568403" y="94529"/>
                  </a:lnTo>
                  <a:lnTo>
                    <a:pt x="568667" y="93789"/>
                  </a:lnTo>
                  <a:lnTo>
                    <a:pt x="569158" y="93850"/>
                  </a:lnTo>
                  <a:lnTo>
                    <a:pt x="569684" y="94625"/>
                  </a:lnTo>
                  <a:lnTo>
                    <a:pt x="569524" y="94915"/>
                  </a:lnTo>
                  <a:lnTo>
                    <a:pt x="570032" y="95309"/>
                  </a:lnTo>
                  <a:lnTo>
                    <a:pt x="571204" y="95192"/>
                  </a:lnTo>
                  <a:lnTo>
                    <a:pt x="571970" y="94459"/>
                  </a:lnTo>
                  <a:lnTo>
                    <a:pt x="572632" y="94703"/>
                  </a:lnTo>
                  <a:lnTo>
                    <a:pt x="573213" y="95326"/>
                  </a:lnTo>
                  <a:lnTo>
                    <a:pt x="574587" y="95567"/>
                  </a:lnTo>
                  <a:lnTo>
                    <a:pt x="575632" y="96752"/>
                  </a:lnTo>
                  <a:lnTo>
                    <a:pt x="577607" y="98226"/>
                  </a:lnTo>
                  <a:lnTo>
                    <a:pt x="577974" y="97806"/>
                  </a:lnTo>
                  <a:lnTo>
                    <a:pt x="577735" y="97204"/>
                  </a:lnTo>
                  <a:lnTo>
                    <a:pt x="578125" y="96384"/>
                  </a:lnTo>
                  <a:lnTo>
                    <a:pt x="577891" y="95113"/>
                  </a:lnTo>
                  <a:lnTo>
                    <a:pt x="576910" y="93791"/>
                  </a:lnTo>
                  <a:lnTo>
                    <a:pt x="576189" y="93625"/>
                  </a:lnTo>
                  <a:lnTo>
                    <a:pt x="575579" y="92937"/>
                  </a:lnTo>
                  <a:lnTo>
                    <a:pt x="575612" y="91800"/>
                  </a:lnTo>
                  <a:lnTo>
                    <a:pt x="575079" y="91365"/>
                  </a:lnTo>
                  <a:lnTo>
                    <a:pt x="574273" y="91280"/>
                  </a:lnTo>
                  <a:lnTo>
                    <a:pt x="574213" y="90816"/>
                  </a:lnTo>
                  <a:lnTo>
                    <a:pt x="573624" y="90643"/>
                  </a:lnTo>
                  <a:lnTo>
                    <a:pt x="574170" y="90004"/>
                  </a:lnTo>
                  <a:lnTo>
                    <a:pt x="574270" y="89454"/>
                  </a:lnTo>
                  <a:lnTo>
                    <a:pt x="575149" y="88655"/>
                  </a:lnTo>
                  <a:lnTo>
                    <a:pt x="576497" y="88333"/>
                  </a:lnTo>
                  <a:lnTo>
                    <a:pt x="577058" y="87914"/>
                  </a:lnTo>
                  <a:lnTo>
                    <a:pt x="577665" y="87890"/>
                  </a:lnTo>
                  <a:lnTo>
                    <a:pt x="578384" y="86623"/>
                  </a:lnTo>
                  <a:lnTo>
                    <a:pt x="578228" y="86150"/>
                  </a:lnTo>
                  <a:lnTo>
                    <a:pt x="578427" y="85314"/>
                  </a:lnTo>
                  <a:lnTo>
                    <a:pt x="577888" y="84564"/>
                  </a:lnTo>
                  <a:lnTo>
                    <a:pt x="577990" y="84115"/>
                  </a:lnTo>
                  <a:lnTo>
                    <a:pt x="577747" y="83187"/>
                  </a:lnTo>
                  <a:lnTo>
                    <a:pt x="578539" y="81835"/>
                  </a:lnTo>
                  <a:lnTo>
                    <a:pt x="579470" y="81406"/>
                  </a:lnTo>
                  <a:lnTo>
                    <a:pt x="580479" y="79964"/>
                  </a:lnTo>
                  <a:lnTo>
                    <a:pt x="583563" y="78105"/>
                  </a:lnTo>
                  <a:lnTo>
                    <a:pt x="587376" y="77389"/>
                  </a:lnTo>
                  <a:lnTo>
                    <a:pt x="590569" y="79511"/>
                  </a:lnTo>
                  <a:lnTo>
                    <a:pt x="591606" y="82757"/>
                  </a:lnTo>
                  <a:lnTo>
                    <a:pt x="592426" y="83561"/>
                  </a:lnTo>
                  <a:lnTo>
                    <a:pt x="594016" y="84377"/>
                  </a:lnTo>
                  <a:lnTo>
                    <a:pt x="597494" y="84760"/>
                  </a:lnTo>
                  <a:lnTo>
                    <a:pt x="599000" y="84116"/>
                  </a:lnTo>
                  <a:lnTo>
                    <a:pt x="602044" y="83519"/>
                  </a:lnTo>
                  <a:lnTo>
                    <a:pt x="605080" y="81173"/>
                  </a:lnTo>
                  <a:lnTo>
                    <a:pt x="606300" y="80736"/>
                  </a:lnTo>
                  <a:lnTo>
                    <a:pt x="607101" y="80158"/>
                  </a:lnTo>
                  <a:lnTo>
                    <a:pt x="608152" y="78359"/>
                  </a:lnTo>
                  <a:lnTo>
                    <a:pt x="609033" y="78649"/>
                  </a:lnTo>
                  <a:lnTo>
                    <a:pt x="612127" y="81796"/>
                  </a:lnTo>
                  <a:lnTo>
                    <a:pt x="613435" y="82816"/>
                  </a:lnTo>
                  <a:lnTo>
                    <a:pt x="614575" y="84829"/>
                  </a:lnTo>
                  <a:lnTo>
                    <a:pt x="614715" y="84584"/>
                  </a:lnTo>
                  <a:lnTo>
                    <a:pt x="614210" y="83774"/>
                  </a:lnTo>
                  <a:lnTo>
                    <a:pt x="614014" y="82751"/>
                  </a:lnTo>
                  <a:lnTo>
                    <a:pt x="614146" y="82502"/>
                  </a:lnTo>
                  <a:lnTo>
                    <a:pt x="614812" y="83095"/>
                  </a:lnTo>
                  <a:lnTo>
                    <a:pt x="615307" y="83076"/>
                  </a:lnTo>
                  <a:lnTo>
                    <a:pt x="615419" y="83685"/>
                  </a:lnTo>
                  <a:lnTo>
                    <a:pt x="616724" y="85773"/>
                  </a:lnTo>
                  <a:lnTo>
                    <a:pt x="617155" y="86042"/>
                  </a:lnTo>
                  <a:lnTo>
                    <a:pt x="619646" y="86296"/>
                  </a:lnTo>
                  <a:lnTo>
                    <a:pt x="620933" y="86178"/>
                  </a:lnTo>
                  <a:lnTo>
                    <a:pt x="621449" y="86419"/>
                  </a:lnTo>
                  <a:lnTo>
                    <a:pt x="622901" y="88245"/>
                  </a:lnTo>
                  <a:lnTo>
                    <a:pt x="625264" y="89696"/>
                  </a:lnTo>
                  <a:lnTo>
                    <a:pt x="626302" y="89816"/>
                  </a:lnTo>
                  <a:lnTo>
                    <a:pt x="629147" y="89211"/>
                  </a:lnTo>
                  <a:lnTo>
                    <a:pt x="632248" y="89713"/>
                  </a:lnTo>
                  <a:lnTo>
                    <a:pt x="633328" y="90447"/>
                  </a:lnTo>
                  <a:lnTo>
                    <a:pt x="635600" y="90594"/>
                  </a:lnTo>
                  <a:lnTo>
                    <a:pt x="636435" y="91408"/>
                  </a:lnTo>
                  <a:lnTo>
                    <a:pt x="637481" y="91148"/>
                  </a:lnTo>
                  <a:lnTo>
                    <a:pt x="639727" y="92552"/>
                  </a:lnTo>
                  <a:lnTo>
                    <a:pt x="642903" y="92262"/>
                  </a:lnTo>
                  <a:lnTo>
                    <a:pt x="645484" y="92930"/>
                  </a:lnTo>
                  <a:lnTo>
                    <a:pt x="648370" y="94395"/>
                  </a:lnTo>
                  <a:lnTo>
                    <a:pt x="650503" y="96594"/>
                  </a:lnTo>
                  <a:lnTo>
                    <a:pt x="651475" y="96957"/>
                  </a:lnTo>
                  <a:lnTo>
                    <a:pt x="652314" y="98356"/>
                  </a:lnTo>
                  <a:lnTo>
                    <a:pt x="651283" y="103027"/>
                  </a:lnTo>
                  <a:lnTo>
                    <a:pt x="651611" y="103981"/>
                  </a:lnTo>
                  <a:lnTo>
                    <a:pt x="651316" y="104398"/>
                  </a:lnTo>
                  <a:lnTo>
                    <a:pt x="651318" y="105591"/>
                  </a:lnTo>
                  <a:lnTo>
                    <a:pt x="653135" y="107357"/>
                  </a:lnTo>
                  <a:lnTo>
                    <a:pt x="653423" y="108244"/>
                  </a:lnTo>
                  <a:lnTo>
                    <a:pt x="654257" y="109262"/>
                  </a:lnTo>
                  <a:lnTo>
                    <a:pt x="657736" y="110837"/>
                  </a:lnTo>
                  <a:lnTo>
                    <a:pt x="658618" y="110809"/>
                  </a:lnTo>
                  <a:lnTo>
                    <a:pt x="660013" y="110219"/>
                  </a:lnTo>
                  <a:lnTo>
                    <a:pt x="660251" y="110404"/>
                  </a:lnTo>
                  <a:lnTo>
                    <a:pt x="660094" y="110960"/>
                  </a:lnTo>
                  <a:lnTo>
                    <a:pt x="660509" y="111339"/>
                  </a:lnTo>
                  <a:lnTo>
                    <a:pt x="661809" y="111060"/>
                  </a:lnTo>
                  <a:lnTo>
                    <a:pt x="661814" y="112001"/>
                  </a:lnTo>
                  <a:lnTo>
                    <a:pt x="663476" y="114690"/>
                  </a:lnTo>
                  <a:lnTo>
                    <a:pt x="663261" y="114985"/>
                  </a:lnTo>
                  <a:lnTo>
                    <a:pt x="664734" y="116755"/>
                  </a:lnTo>
                  <a:lnTo>
                    <a:pt x="664695" y="117628"/>
                  </a:lnTo>
                  <a:lnTo>
                    <a:pt x="665165" y="119073"/>
                  </a:lnTo>
                  <a:lnTo>
                    <a:pt x="664984" y="120033"/>
                  </a:lnTo>
                  <a:lnTo>
                    <a:pt x="664391" y="121304"/>
                  </a:lnTo>
                  <a:lnTo>
                    <a:pt x="663075" y="121272"/>
                  </a:lnTo>
                  <a:lnTo>
                    <a:pt x="663271" y="121408"/>
                  </a:lnTo>
                  <a:lnTo>
                    <a:pt x="664314" y="122522"/>
                  </a:lnTo>
                  <a:lnTo>
                    <a:pt x="667029" y="124116"/>
                  </a:lnTo>
                  <a:lnTo>
                    <a:pt x="665127" y="129352"/>
                  </a:lnTo>
                  <a:lnTo>
                    <a:pt x="665127" y="130938"/>
                  </a:lnTo>
                  <a:lnTo>
                    <a:pt x="665265" y="131326"/>
                  </a:lnTo>
                  <a:lnTo>
                    <a:pt x="665661" y="131549"/>
                  </a:lnTo>
                  <a:lnTo>
                    <a:pt x="665509" y="131985"/>
                  </a:lnTo>
                  <a:lnTo>
                    <a:pt x="666391" y="133327"/>
                  </a:lnTo>
                  <a:lnTo>
                    <a:pt x="666441" y="134438"/>
                  </a:lnTo>
                  <a:lnTo>
                    <a:pt x="667178" y="134811"/>
                  </a:lnTo>
                  <a:lnTo>
                    <a:pt x="667593" y="135726"/>
                  </a:lnTo>
                  <a:lnTo>
                    <a:pt x="666852" y="136654"/>
                  </a:lnTo>
                  <a:lnTo>
                    <a:pt x="666668" y="138396"/>
                  </a:lnTo>
                  <a:lnTo>
                    <a:pt x="667060" y="139515"/>
                  </a:lnTo>
                  <a:lnTo>
                    <a:pt x="666866" y="140235"/>
                  </a:lnTo>
                  <a:lnTo>
                    <a:pt x="666964" y="140411"/>
                  </a:lnTo>
                  <a:lnTo>
                    <a:pt x="667481" y="140246"/>
                  </a:lnTo>
                  <a:lnTo>
                    <a:pt x="667331" y="140782"/>
                  </a:lnTo>
                  <a:lnTo>
                    <a:pt x="666962" y="140928"/>
                  </a:lnTo>
                  <a:lnTo>
                    <a:pt x="667094" y="141333"/>
                  </a:lnTo>
                  <a:lnTo>
                    <a:pt x="666497" y="143148"/>
                  </a:lnTo>
                  <a:lnTo>
                    <a:pt x="665819" y="144110"/>
                  </a:lnTo>
                  <a:lnTo>
                    <a:pt x="666037" y="144691"/>
                  </a:lnTo>
                  <a:lnTo>
                    <a:pt x="665903" y="145597"/>
                  </a:lnTo>
                  <a:lnTo>
                    <a:pt x="665605" y="145980"/>
                  </a:lnTo>
                  <a:lnTo>
                    <a:pt x="665783" y="146460"/>
                  </a:lnTo>
                  <a:lnTo>
                    <a:pt x="665628" y="146953"/>
                  </a:lnTo>
                  <a:lnTo>
                    <a:pt x="666387" y="148523"/>
                  </a:lnTo>
                  <a:lnTo>
                    <a:pt x="666261" y="148838"/>
                  </a:lnTo>
                  <a:lnTo>
                    <a:pt x="666760" y="150116"/>
                  </a:lnTo>
                  <a:lnTo>
                    <a:pt x="666581" y="150503"/>
                  </a:lnTo>
                  <a:lnTo>
                    <a:pt x="666767" y="151480"/>
                  </a:lnTo>
                  <a:lnTo>
                    <a:pt x="666431" y="152046"/>
                  </a:lnTo>
                  <a:lnTo>
                    <a:pt x="666697" y="152710"/>
                  </a:lnTo>
                  <a:lnTo>
                    <a:pt x="665755" y="155074"/>
                  </a:lnTo>
                  <a:lnTo>
                    <a:pt x="665697" y="155894"/>
                  </a:lnTo>
                  <a:lnTo>
                    <a:pt x="665075" y="156184"/>
                  </a:lnTo>
                  <a:lnTo>
                    <a:pt x="664939" y="156737"/>
                  </a:lnTo>
                  <a:lnTo>
                    <a:pt x="664215" y="157735"/>
                  </a:lnTo>
                  <a:lnTo>
                    <a:pt x="663066" y="158163"/>
                  </a:lnTo>
                  <a:lnTo>
                    <a:pt x="662704" y="158668"/>
                  </a:lnTo>
                  <a:lnTo>
                    <a:pt x="660502" y="160214"/>
                  </a:lnTo>
                  <a:lnTo>
                    <a:pt x="652905" y="168823"/>
                  </a:lnTo>
                  <a:lnTo>
                    <a:pt x="652845" y="169114"/>
                  </a:lnTo>
                  <a:lnTo>
                    <a:pt x="651346" y="170029"/>
                  </a:lnTo>
                  <a:lnTo>
                    <a:pt x="650191" y="170344"/>
                  </a:lnTo>
                  <a:lnTo>
                    <a:pt x="648790" y="170269"/>
                  </a:lnTo>
                  <a:lnTo>
                    <a:pt x="648456" y="170740"/>
                  </a:lnTo>
                  <a:lnTo>
                    <a:pt x="647928" y="170926"/>
                  </a:lnTo>
                  <a:lnTo>
                    <a:pt x="647859" y="172363"/>
                  </a:lnTo>
                  <a:lnTo>
                    <a:pt x="648156" y="172863"/>
                  </a:lnTo>
                  <a:lnTo>
                    <a:pt x="648143" y="173569"/>
                  </a:lnTo>
                  <a:lnTo>
                    <a:pt x="647643" y="174198"/>
                  </a:lnTo>
                  <a:lnTo>
                    <a:pt x="647568" y="175050"/>
                  </a:lnTo>
                  <a:lnTo>
                    <a:pt x="648012" y="175595"/>
                  </a:lnTo>
                  <a:lnTo>
                    <a:pt x="648682" y="177499"/>
                  </a:lnTo>
                  <a:lnTo>
                    <a:pt x="648517" y="179672"/>
                  </a:lnTo>
                  <a:lnTo>
                    <a:pt x="648266" y="180412"/>
                  </a:lnTo>
                  <a:lnTo>
                    <a:pt x="649430" y="180727"/>
                  </a:lnTo>
                  <a:lnTo>
                    <a:pt x="649621" y="181002"/>
                  </a:lnTo>
                  <a:lnTo>
                    <a:pt x="649678" y="181802"/>
                  </a:lnTo>
                  <a:lnTo>
                    <a:pt x="649397" y="182509"/>
                  </a:lnTo>
                  <a:lnTo>
                    <a:pt x="649602" y="182931"/>
                  </a:lnTo>
                  <a:lnTo>
                    <a:pt x="649556" y="184099"/>
                  </a:lnTo>
                  <a:lnTo>
                    <a:pt x="650141" y="184842"/>
                  </a:lnTo>
                  <a:lnTo>
                    <a:pt x="649701" y="185801"/>
                  </a:lnTo>
                  <a:lnTo>
                    <a:pt x="650117" y="186594"/>
                  </a:lnTo>
                  <a:lnTo>
                    <a:pt x="649920" y="187709"/>
                  </a:lnTo>
                  <a:lnTo>
                    <a:pt x="650311" y="190989"/>
                  </a:lnTo>
                  <a:lnTo>
                    <a:pt x="650776" y="191590"/>
                  </a:lnTo>
                  <a:lnTo>
                    <a:pt x="651081" y="191514"/>
                  </a:lnTo>
                  <a:lnTo>
                    <a:pt x="651607" y="192307"/>
                  </a:lnTo>
                  <a:lnTo>
                    <a:pt x="652741" y="192971"/>
                  </a:lnTo>
                  <a:lnTo>
                    <a:pt x="653799" y="194617"/>
                  </a:lnTo>
                  <a:lnTo>
                    <a:pt x="655074" y="195318"/>
                  </a:lnTo>
                  <a:lnTo>
                    <a:pt x="654573" y="197476"/>
                  </a:lnTo>
                  <a:lnTo>
                    <a:pt x="654781" y="197707"/>
                  </a:lnTo>
                  <a:lnTo>
                    <a:pt x="654334" y="199817"/>
                  </a:lnTo>
                  <a:lnTo>
                    <a:pt x="655798" y="202015"/>
                  </a:lnTo>
                  <a:lnTo>
                    <a:pt x="656303" y="203293"/>
                  </a:lnTo>
                  <a:lnTo>
                    <a:pt x="657276" y="204538"/>
                  </a:lnTo>
                  <a:lnTo>
                    <a:pt x="658438" y="204944"/>
                  </a:lnTo>
                  <a:lnTo>
                    <a:pt x="662221" y="208111"/>
                  </a:lnTo>
                  <a:lnTo>
                    <a:pt x="661756" y="208323"/>
                  </a:lnTo>
                  <a:lnTo>
                    <a:pt x="661128" y="209211"/>
                  </a:lnTo>
                  <a:lnTo>
                    <a:pt x="659696" y="210165"/>
                  </a:lnTo>
                  <a:lnTo>
                    <a:pt x="659800" y="212617"/>
                  </a:lnTo>
                  <a:lnTo>
                    <a:pt x="659502" y="212857"/>
                  </a:lnTo>
                  <a:lnTo>
                    <a:pt x="659408" y="213403"/>
                  </a:lnTo>
                  <a:lnTo>
                    <a:pt x="659524" y="214674"/>
                  </a:lnTo>
                  <a:lnTo>
                    <a:pt x="660000" y="214761"/>
                  </a:lnTo>
                  <a:lnTo>
                    <a:pt x="659654" y="216506"/>
                  </a:lnTo>
                  <a:lnTo>
                    <a:pt x="659437" y="217481"/>
                  </a:lnTo>
                  <a:lnTo>
                    <a:pt x="658527" y="217637"/>
                  </a:lnTo>
                  <a:lnTo>
                    <a:pt x="657916" y="218600"/>
                  </a:lnTo>
                  <a:lnTo>
                    <a:pt x="657328" y="220004"/>
                  </a:lnTo>
                  <a:lnTo>
                    <a:pt x="657243" y="221186"/>
                  </a:lnTo>
                  <a:lnTo>
                    <a:pt x="657448" y="221969"/>
                  </a:lnTo>
                  <a:lnTo>
                    <a:pt x="657607" y="226248"/>
                  </a:lnTo>
                  <a:lnTo>
                    <a:pt x="657910" y="226892"/>
                  </a:lnTo>
                  <a:lnTo>
                    <a:pt x="657570" y="227273"/>
                  </a:lnTo>
                  <a:lnTo>
                    <a:pt x="659582" y="228413"/>
                  </a:lnTo>
                  <a:lnTo>
                    <a:pt x="659840" y="228271"/>
                  </a:lnTo>
                  <a:lnTo>
                    <a:pt x="660831" y="228621"/>
                  </a:lnTo>
                  <a:lnTo>
                    <a:pt x="662225" y="229713"/>
                  </a:lnTo>
                  <a:lnTo>
                    <a:pt x="663049" y="229992"/>
                  </a:lnTo>
                  <a:lnTo>
                    <a:pt x="666423" y="234934"/>
                  </a:lnTo>
                  <a:lnTo>
                    <a:pt x="666938" y="235238"/>
                  </a:lnTo>
                  <a:lnTo>
                    <a:pt x="669240" y="235280"/>
                  </a:lnTo>
                  <a:lnTo>
                    <a:pt x="669864" y="235698"/>
                  </a:lnTo>
                  <a:lnTo>
                    <a:pt x="670169" y="236494"/>
                  </a:lnTo>
                  <a:lnTo>
                    <a:pt x="670742" y="237121"/>
                  </a:lnTo>
                  <a:lnTo>
                    <a:pt x="672535" y="237898"/>
                  </a:lnTo>
                  <a:lnTo>
                    <a:pt x="671836" y="239340"/>
                  </a:lnTo>
                  <a:lnTo>
                    <a:pt x="671937" y="241988"/>
                  </a:lnTo>
                  <a:lnTo>
                    <a:pt x="672283" y="242133"/>
                  </a:lnTo>
                  <a:lnTo>
                    <a:pt x="672230" y="242580"/>
                  </a:lnTo>
                  <a:lnTo>
                    <a:pt x="672089" y="243276"/>
                  </a:lnTo>
                  <a:lnTo>
                    <a:pt x="671668" y="243604"/>
                  </a:lnTo>
                  <a:lnTo>
                    <a:pt x="671032" y="243586"/>
                  </a:lnTo>
                  <a:lnTo>
                    <a:pt x="670945" y="244150"/>
                  </a:lnTo>
                  <a:lnTo>
                    <a:pt x="669944" y="245861"/>
                  </a:lnTo>
                  <a:lnTo>
                    <a:pt x="668697" y="247001"/>
                  </a:lnTo>
                  <a:lnTo>
                    <a:pt x="667350" y="247293"/>
                  </a:lnTo>
                  <a:lnTo>
                    <a:pt x="666903" y="248924"/>
                  </a:lnTo>
                  <a:lnTo>
                    <a:pt x="666541" y="249354"/>
                  </a:lnTo>
                  <a:lnTo>
                    <a:pt x="666025" y="249466"/>
                  </a:lnTo>
                  <a:lnTo>
                    <a:pt x="664867" y="250268"/>
                  </a:lnTo>
                  <a:lnTo>
                    <a:pt x="663936" y="252064"/>
                  </a:lnTo>
                  <a:lnTo>
                    <a:pt x="662087" y="251368"/>
                  </a:lnTo>
                  <a:lnTo>
                    <a:pt x="661540" y="250953"/>
                  </a:lnTo>
                  <a:lnTo>
                    <a:pt x="660760" y="250959"/>
                  </a:lnTo>
                  <a:lnTo>
                    <a:pt x="660201" y="250586"/>
                  </a:lnTo>
                  <a:lnTo>
                    <a:pt x="658304" y="250804"/>
                  </a:lnTo>
                  <a:lnTo>
                    <a:pt x="656795" y="252450"/>
                  </a:lnTo>
                  <a:lnTo>
                    <a:pt x="654794" y="252176"/>
                  </a:lnTo>
                  <a:lnTo>
                    <a:pt x="652842" y="253084"/>
                  </a:lnTo>
                  <a:lnTo>
                    <a:pt x="652462" y="253520"/>
                  </a:lnTo>
                  <a:lnTo>
                    <a:pt x="651696" y="253566"/>
                  </a:lnTo>
                  <a:lnTo>
                    <a:pt x="651514" y="262268"/>
                  </a:lnTo>
                  <a:lnTo>
                    <a:pt x="658835" y="268469"/>
                  </a:lnTo>
                  <a:lnTo>
                    <a:pt x="657486" y="270911"/>
                  </a:lnTo>
                  <a:lnTo>
                    <a:pt x="656576" y="270981"/>
                  </a:lnTo>
                  <a:lnTo>
                    <a:pt x="654623" y="272069"/>
                  </a:lnTo>
                  <a:lnTo>
                    <a:pt x="653453" y="272044"/>
                  </a:lnTo>
                  <a:lnTo>
                    <a:pt x="650579" y="271004"/>
                  </a:lnTo>
                  <a:lnTo>
                    <a:pt x="642637" y="271191"/>
                  </a:lnTo>
                  <a:lnTo>
                    <a:pt x="642315" y="271507"/>
                  </a:lnTo>
                  <a:lnTo>
                    <a:pt x="632315" y="274238"/>
                  </a:lnTo>
                  <a:lnTo>
                    <a:pt x="632386" y="282033"/>
                  </a:lnTo>
                  <a:lnTo>
                    <a:pt x="631957" y="289128"/>
                  </a:lnTo>
                  <a:lnTo>
                    <a:pt x="629686" y="290390"/>
                  </a:lnTo>
                  <a:lnTo>
                    <a:pt x="627916" y="288813"/>
                  </a:lnTo>
                  <a:lnTo>
                    <a:pt x="627954" y="287809"/>
                  </a:lnTo>
                  <a:lnTo>
                    <a:pt x="622033" y="288498"/>
                  </a:lnTo>
                  <a:lnTo>
                    <a:pt x="619889" y="287678"/>
                  </a:lnTo>
                  <a:lnTo>
                    <a:pt x="617101" y="287415"/>
                  </a:lnTo>
                  <a:lnTo>
                    <a:pt x="615899" y="288146"/>
                  </a:lnTo>
                  <a:lnTo>
                    <a:pt x="612648" y="288981"/>
                  </a:lnTo>
                  <a:lnTo>
                    <a:pt x="611317" y="291580"/>
                  </a:lnTo>
                  <a:lnTo>
                    <a:pt x="606075" y="297615"/>
                  </a:lnTo>
                  <a:lnTo>
                    <a:pt x="605741" y="297076"/>
                  </a:lnTo>
                  <a:lnTo>
                    <a:pt x="604180" y="296361"/>
                  </a:lnTo>
                  <a:lnTo>
                    <a:pt x="602812" y="295971"/>
                  </a:lnTo>
                  <a:lnTo>
                    <a:pt x="602173" y="295535"/>
                  </a:lnTo>
                  <a:lnTo>
                    <a:pt x="601093" y="295541"/>
                  </a:lnTo>
                  <a:lnTo>
                    <a:pt x="600351" y="298130"/>
                  </a:lnTo>
                  <a:lnTo>
                    <a:pt x="600448" y="299525"/>
                  </a:lnTo>
                  <a:lnTo>
                    <a:pt x="600186" y="300508"/>
                  </a:lnTo>
                  <a:lnTo>
                    <a:pt x="599797" y="301173"/>
                  </a:lnTo>
                  <a:lnTo>
                    <a:pt x="598712" y="302165"/>
                  </a:lnTo>
                  <a:lnTo>
                    <a:pt x="598348" y="303546"/>
                  </a:lnTo>
                  <a:lnTo>
                    <a:pt x="597669" y="304795"/>
                  </a:lnTo>
                  <a:lnTo>
                    <a:pt x="597698" y="305281"/>
                  </a:lnTo>
                  <a:lnTo>
                    <a:pt x="596652" y="306884"/>
                  </a:lnTo>
                  <a:lnTo>
                    <a:pt x="596241" y="308505"/>
                  </a:lnTo>
                  <a:lnTo>
                    <a:pt x="596351" y="309381"/>
                  </a:lnTo>
                  <a:lnTo>
                    <a:pt x="595182" y="310429"/>
                  </a:lnTo>
                  <a:lnTo>
                    <a:pt x="595080" y="311605"/>
                  </a:lnTo>
                  <a:lnTo>
                    <a:pt x="594394" y="312554"/>
                  </a:lnTo>
                  <a:lnTo>
                    <a:pt x="592714" y="313672"/>
                  </a:lnTo>
                  <a:lnTo>
                    <a:pt x="592200" y="315676"/>
                  </a:lnTo>
                  <a:lnTo>
                    <a:pt x="592476" y="316093"/>
                  </a:lnTo>
                  <a:lnTo>
                    <a:pt x="587985" y="321104"/>
                  </a:lnTo>
                  <a:lnTo>
                    <a:pt x="585383" y="323219"/>
                  </a:lnTo>
                  <a:lnTo>
                    <a:pt x="581508" y="332857"/>
                  </a:lnTo>
                  <a:lnTo>
                    <a:pt x="581424" y="333675"/>
                  </a:lnTo>
                  <a:lnTo>
                    <a:pt x="580690" y="334594"/>
                  </a:lnTo>
                  <a:lnTo>
                    <a:pt x="580650" y="335279"/>
                  </a:lnTo>
                  <a:lnTo>
                    <a:pt x="580055" y="336175"/>
                  </a:lnTo>
                  <a:lnTo>
                    <a:pt x="580527" y="336425"/>
                  </a:lnTo>
                  <a:lnTo>
                    <a:pt x="580340" y="337071"/>
                  </a:lnTo>
                  <a:lnTo>
                    <a:pt x="578363" y="339456"/>
                  </a:lnTo>
                  <a:lnTo>
                    <a:pt x="577431" y="339502"/>
                  </a:lnTo>
                  <a:lnTo>
                    <a:pt x="576825" y="339961"/>
                  </a:lnTo>
                  <a:lnTo>
                    <a:pt x="576481" y="341174"/>
                  </a:lnTo>
                  <a:lnTo>
                    <a:pt x="575680" y="341796"/>
                  </a:lnTo>
                  <a:lnTo>
                    <a:pt x="573561" y="342640"/>
                  </a:lnTo>
                  <a:lnTo>
                    <a:pt x="572983" y="343487"/>
                  </a:lnTo>
                  <a:lnTo>
                    <a:pt x="572408" y="345197"/>
                  </a:lnTo>
                  <a:lnTo>
                    <a:pt x="571235" y="347161"/>
                  </a:lnTo>
                  <a:lnTo>
                    <a:pt x="571491" y="349376"/>
                  </a:lnTo>
                  <a:lnTo>
                    <a:pt x="570736" y="350550"/>
                  </a:lnTo>
                  <a:lnTo>
                    <a:pt x="570775" y="350842"/>
                  </a:lnTo>
                  <a:lnTo>
                    <a:pt x="571023" y="350899"/>
                  </a:lnTo>
                  <a:lnTo>
                    <a:pt x="570857" y="351490"/>
                  </a:lnTo>
                  <a:lnTo>
                    <a:pt x="571145" y="352114"/>
                  </a:lnTo>
                  <a:lnTo>
                    <a:pt x="571846" y="352938"/>
                  </a:lnTo>
                  <a:lnTo>
                    <a:pt x="571527" y="364559"/>
                  </a:lnTo>
                  <a:lnTo>
                    <a:pt x="573049" y="369988"/>
                  </a:lnTo>
                  <a:lnTo>
                    <a:pt x="572090" y="375197"/>
                  </a:lnTo>
                  <a:lnTo>
                    <a:pt x="573005" y="375824"/>
                  </a:lnTo>
                  <a:lnTo>
                    <a:pt x="574500" y="376306"/>
                  </a:lnTo>
                  <a:lnTo>
                    <a:pt x="576354" y="376362"/>
                  </a:lnTo>
                  <a:lnTo>
                    <a:pt x="578325" y="377005"/>
                  </a:lnTo>
                  <a:lnTo>
                    <a:pt x="578607" y="377140"/>
                  </a:lnTo>
                  <a:lnTo>
                    <a:pt x="578478" y="377482"/>
                  </a:lnTo>
                  <a:lnTo>
                    <a:pt x="578780" y="378023"/>
                  </a:lnTo>
                  <a:lnTo>
                    <a:pt x="579254" y="378075"/>
                  </a:lnTo>
                  <a:lnTo>
                    <a:pt x="580988" y="379646"/>
                  </a:lnTo>
                  <a:lnTo>
                    <a:pt x="583367" y="380507"/>
                  </a:lnTo>
                  <a:lnTo>
                    <a:pt x="586540" y="380137"/>
                  </a:lnTo>
                  <a:lnTo>
                    <a:pt x="587027" y="380531"/>
                  </a:lnTo>
                  <a:lnTo>
                    <a:pt x="587887" y="380310"/>
                  </a:lnTo>
                  <a:lnTo>
                    <a:pt x="588263" y="380449"/>
                  </a:lnTo>
                  <a:lnTo>
                    <a:pt x="588894" y="379482"/>
                  </a:lnTo>
                  <a:lnTo>
                    <a:pt x="589329" y="379096"/>
                  </a:lnTo>
                  <a:lnTo>
                    <a:pt x="589586" y="379192"/>
                  </a:lnTo>
                  <a:lnTo>
                    <a:pt x="592641" y="389737"/>
                  </a:lnTo>
                  <a:lnTo>
                    <a:pt x="595297" y="400013"/>
                  </a:lnTo>
                  <a:lnTo>
                    <a:pt x="593001" y="408540"/>
                  </a:lnTo>
                  <a:lnTo>
                    <a:pt x="589042" y="413619"/>
                  </a:lnTo>
                  <a:lnTo>
                    <a:pt x="584676" y="417750"/>
                  </a:lnTo>
                  <a:lnTo>
                    <a:pt x="583203" y="417895"/>
                  </a:lnTo>
                  <a:lnTo>
                    <a:pt x="580824" y="422379"/>
                  </a:lnTo>
                  <a:lnTo>
                    <a:pt x="580506" y="423704"/>
                  </a:lnTo>
                  <a:lnTo>
                    <a:pt x="576004" y="426868"/>
                  </a:lnTo>
                  <a:lnTo>
                    <a:pt x="569761" y="429991"/>
                  </a:lnTo>
                  <a:lnTo>
                    <a:pt x="566449" y="433864"/>
                  </a:lnTo>
                  <a:lnTo>
                    <a:pt x="564365" y="434272"/>
                  </a:lnTo>
                  <a:lnTo>
                    <a:pt x="563686" y="434063"/>
                  </a:lnTo>
                  <a:lnTo>
                    <a:pt x="564121" y="435189"/>
                  </a:lnTo>
                  <a:lnTo>
                    <a:pt x="563373" y="436133"/>
                  </a:lnTo>
                  <a:lnTo>
                    <a:pt x="559654" y="438143"/>
                  </a:lnTo>
                  <a:lnTo>
                    <a:pt x="557933" y="438358"/>
                  </a:lnTo>
                  <a:lnTo>
                    <a:pt x="557022" y="440945"/>
                  </a:lnTo>
                  <a:lnTo>
                    <a:pt x="559444" y="445341"/>
                  </a:lnTo>
                  <a:lnTo>
                    <a:pt x="559274" y="446888"/>
                  </a:lnTo>
                  <a:lnTo>
                    <a:pt x="562261" y="447365"/>
                  </a:lnTo>
                  <a:lnTo>
                    <a:pt x="563580" y="452654"/>
                  </a:lnTo>
                  <a:lnTo>
                    <a:pt x="563984" y="453473"/>
                  </a:lnTo>
                  <a:lnTo>
                    <a:pt x="564879" y="454026"/>
                  </a:lnTo>
                  <a:lnTo>
                    <a:pt x="564813" y="455121"/>
                  </a:lnTo>
                  <a:lnTo>
                    <a:pt x="565173" y="455221"/>
                  </a:lnTo>
                  <a:lnTo>
                    <a:pt x="564905" y="455735"/>
                  </a:lnTo>
                  <a:lnTo>
                    <a:pt x="566715" y="457416"/>
                  </a:lnTo>
                  <a:lnTo>
                    <a:pt x="574344" y="461861"/>
                  </a:lnTo>
                  <a:lnTo>
                    <a:pt x="575851" y="462349"/>
                  </a:lnTo>
                  <a:lnTo>
                    <a:pt x="577311" y="463502"/>
                  </a:lnTo>
                  <a:lnTo>
                    <a:pt x="579253" y="464353"/>
                  </a:lnTo>
                  <a:lnTo>
                    <a:pt x="581381" y="465860"/>
                  </a:lnTo>
                  <a:lnTo>
                    <a:pt x="587894" y="468911"/>
                  </a:lnTo>
                  <a:lnTo>
                    <a:pt x="589069" y="468658"/>
                  </a:lnTo>
                  <a:lnTo>
                    <a:pt x="589748" y="468898"/>
                  </a:lnTo>
                  <a:lnTo>
                    <a:pt x="591484" y="474305"/>
                  </a:lnTo>
                  <a:lnTo>
                    <a:pt x="592774" y="476304"/>
                  </a:lnTo>
                  <a:lnTo>
                    <a:pt x="593437" y="477966"/>
                  </a:lnTo>
                  <a:lnTo>
                    <a:pt x="594955" y="479399"/>
                  </a:lnTo>
                  <a:lnTo>
                    <a:pt x="594363" y="479562"/>
                  </a:lnTo>
                  <a:lnTo>
                    <a:pt x="594005" y="480206"/>
                  </a:lnTo>
                  <a:lnTo>
                    <a:pt x="593120" y="480550"/>
                  </a:lnTo>
                  <a:lnTo>
                    <a:pt x="592361" y="481276"/>
                  </a:lnTo>
                  <a:lnTo>
                    <a:pt x="591808" y="482252"/>
                  </a:lnTo>
                  <a:lnTo>
                    <a:pt x="592104" y="484437"/>
                  </a:lnTo>
                  <a:lnTo>
                    <a:pt x="591116" y="486994"/>
                  </a:lnTo>
                  <a:lnTo>
                    <a:pt x="589369" y="487840"/>
                  </a:lnTo>
                  <a:lnTo>
                    <a:pt x="588809" y="488687"/>
                  </a:lnTo>
                  <a:lnTo>
                    <a:pt x="588786" y="490053"/>
                  </a:lnTo>
                  <a:lnTo>
                    <a:pt x="589007" y="490903"/>
                  </a:lnTo>
                  <a:lnTo>
                    <a:pt x="589716" y="491888"/>
                  </a:lnTo>
                  <a:lnTo>
                    <a:pt x="589631" y="492493"/>
                  </a:lnTo>
                  <a:lnTo>
                    <a:pt x="590339" y="493979"/>
                  </a:lnTo>
                  <a:lnTo>
                    <a:pt x="590926" y="494746"/>
                  </a:lnTo>
                  <a:lnTo>
                    <a:pt x="591803" y="494984"/>
                  </a:lnTo>
                  <a:lnTo>
                    <a:pt x="592441" y="495993"/>
                  </a:lnTo>
                  <a:lnTo>
                    <a:pt x="592825" y="497271"/>
                  </a:lnTo>
                  <a:lnTo>
                    <a:pt x="592720" y="498656"/>
                  </a:lnTo>
                  <a:lnTo>
                    <a:pt x="592500" y="499024"/>
                  </a:lnTo>
                  <a:lnTo>
                    <a:pt x="593423" y="501001"/>
                  </a:lnTo>
                  <a:lnTo>
                    <a:pt x="594468" y="501650"/>
                  </a:lnTo>
                  <a:lnTo>
                    <a:pt x="594203" y="503472"/>
                  </a:lnTo>
                  <a:lnTo>
                    <a:pt x="591203" y="503270"/>
                  </a:lnTo>
                  <a:lnTo>
                    <a:pt x="589921" y="504518"/>
                  </a:lnTo>
                  <a:lnTo>
                    <a:pt x="587404" y="504045"/>
                  </a:lnTo>
                  <a:lnTo>
                    <a:pt x="586133" y="504200"/>
                  </a:lnTo>
                  <a:lnTo>
                    <a:pt x="583798" y="505855"/>
                  </a:lnTo>
                  <a:lnTo>
                    <a:pt x="578275" y="503330"/>
                  </a:lnTo>
                  <a:lnTo>
                    <a:pt x="577826" y="503379"/>
                  </a:lnTo>
                  <a:lnTo>
                    <a:pt x="576453" y="505697"/>
                  </a:lnTo>
                  <a:lnTo>
                    <a:pt x="575392" y="508289"/>
                  </a:lnTo>
                  <a:lnTo>
                    <a:pt x="574728" y="509006"/>
                  </a:lnTo>
                  <a:lnTo>
                    <a:pt x="574135" y="510178"/>
                  </a:lnTo>
                  <a:lnTo>
                    <a:pt x="573896" y="512352"/>
                  </a:lnTo>
                  <a:lnTo>
                    <a:pt x="574723" y="513710"/>
                  </a:lnTo>
                  <a:lnTo>
                    <a:pt x="574838" y="514319"/>
                  </a:lnTo>
                  <a:lnTo>
                    <a:pt x="575447" y="514988"/>
                  </a:lnTo>
                  <a:lnTo>
                    <a:pt x="574018" y="516601"/>
                  </a:lnTo>
                  <a:lnTo>
                    <a:pt x="573150" y="516985"/>
                  </a:lnTo>
                  <a:lnTo>
                    <a:pt x="570822" y="519625"/>
                  </a:lnTo>
                  <a:lnTo>
                    <a:pt x="568895" y="520489"/>
                  </a:lnTo>
                  <a:lnTo>
                    <a:pt x="567857" y="524885"/>
                  </a:lnTo>
                  <a:lnTo>
                    <a:pt x="565954" y="530635"/>
                  </a:lnTo>
                  <a:lnTo>
                    <a:pt x="567589" y="537235"/>
                  </a:lnTo>
                  <a:lnTo>
                    <a:pt x="566293" y="539790"/>
                  </a:lnTo>
                  <a:lnTo>
                    <a:pt x="565396" y="547553"/>
                  </a:lnTo>
                  <a:lnTo>
                    <a:pt x="564965" y="547961"/>
                  </a:lnTo>
                  <a:lnTo>
                    <a:pt x="565139" y="548609"/>
                  </a:lnTo>
                  <a:lnTo>
                    <a:pt x="564586" y="549704"/>
                  </a:lnTo>
                  <a:lnTo>
                    <a:pt x="563146" y="551052"/>
                  </a:lnTo>
                  <a:lnTo>
                    <a:pt x="563062" y="551667"/>
                  </a:lnTo>
                  <a:lnTo>
                    <a:pt x="556974" y="562139"/>
                  </a:lnTo>
                  <a:lnTo>
                    <a:pt x="555586" y="565882"/>
                  </a:lnTo>
                  <a:lnTo>
                    <a:pt x="553442" y="569078"/>
                  </a:lnTo>
                  <a:lnTo>
                    <a:pt x="549190" y="574068"/>
                  </a:lnTo>
                  <a:lnTo>
                    <a:pt x="548384" y="574688"/>
                  </a:lnTo>
                  <a:lnTo>
                    <a:pt x="547471" y="574848"/>
                  </a:lnTo>
                  <a:lnTo>
                    <a:pt x="546820" y="574665"/>
                  </a:lnTo>
                  <a:lnTo>
                    <a:pt x="546017" y="574977"/>
                  </a:lnTo>
                  <a:lnTo>
                    <a:pt x="544269" y="574921"/>
                  </a:lnTo>
                  <a:lnTo>
                    <a:pt x="543640" y="575044"/>
                  </a:lnTo>
                  <a:lnTo>
                    <a:pt x="542994" y="575544"/>
                  </a:lnTo>
                  <a:lnTo>
                    <a:pt x="542072" y="575310"/>
                  </a:lnTo>
                  <a:lnTo>
                    <a:pt x="541519" y="575476"/>
                  </a:lnTo>
                  <a:lnTo>
                    <a:pt x="540328" y="574996"/>
                  </a:lnTo>
                  <a:lnTo>
                    <a:pt x="539491" y="575833"/>
                  </a:lnTo>
                  <a:lnTo>
                    <a:pt x="539075" y="575908"/>
                  </a:lnTo>
                  <a:lnTo>
                    <a:pt x="538996" y="576349"/>
                  </a:lnTo>
                  <a:lnTo>
                    <a:pt x="539274" y="577106"/>
                  </a:lnTo>
                  <a:lnTo>
                    <a:pt x="539050" y="577599"/>
                  </a:lnTo>
                  <a:lnTo>
                    <a:pt x="539256" y="577811"/>
                  </a:lnTo>
                  <a:lnTo>
                    <a:pt x="539009" y="579513"/>
                  </a:lnTo>
                  <a:lnTo>
                    <a:pt x="538627" y="579933"/>
                  </a:lnTo>
                  <a:lnTo>
                    <a:pt x="538117" y="579737"/>
                  </a:lnTo>
                  <a:lnTo>
                    <a:pt x="537948" y="580151"/>
                  </a:lnTo>
                  <a:lnTo>
                    <a:pt x="536644" y="580487"/>
                  </a:lnTo>
                  <a:lnTo>
                    <a:pt x="535137" y="581659"/>
                  </a:lnTo>
                  <a:lnTo>
                    <a:pt x="534984" y="582307"/>
                  </a:lnTo>
                  <a:lnTo>
                    <a:pt x="534262" y="582444"/>
                  </a:lnTo>
                  <a:lnTo>
                    <a:pt x="534362" y="583360"/>
                  </a:lnTo>
                  <a:lnTo>
                    <a:pt x="533229" y="584512"/>
                  </a:lnTo>
                  <a:lnTo>
                    <a:pt x="532754" y="586534"/>
                  </a:lnTo>
                  <a:lnTo>
                    <a:pt x="532118" y="587519"/>
                  </a:lnTo>
                  <a:lnTo>
                    <a:pt x="530845" y="588212"/>
                  </a:lnTo>
                  <a:lnTo>
                    <a:pt x="527949" y="588791"/>
                  </a:lnTo>
                  <a:lnTo>
                    <a:pt x="527012" y="589357"/>
                  </a:lnTo>
                  <a:lnTo>
                    <a:pt x="526067" y="589318"/>
                  </a:lnTo>
                  <a:lnTo>
                    <a:pt x="523602" y="590183"/>
                  </a:lnTo>
                  <a:lnTo>
                    <a:pt x="523056" y="594433"/>
                  </a:lnTo>
                  <a:lnTo>
                    <a:pt x="522963" y="595234"/>
                  </a:lnTo>
                  <a:lnTo>
                    <a:pt x="524448" y="606799"/>
                  </a:lnTo>
                  <a:lnTo>
                    <a:pt x="533969" y="620714"/>
                  </a:lnTo>
                  <a:lnTo>
                    <a:pt x="531640" y="626874"/>
                  </a:lnTo>
                  <a:lnTo>
                    <a:pt x="532416" y="628321"/>
                  </a:lnTo>
                  <a:lnTo>
                    <a:pt x="532936" y="630126"/>
                  </a:lnTo>
                  <a:lnTo>
                    <a:pt x="533783" y="630974"/>
                  </a:lnTo>
                  <a:lnTo>
                    <a:pt x="534339" y="633047"/>
                  </a:lnTo>
                  <a:lnTo>
                    <a:pt x="533934" y="634427"/>
                  </a:lnTo>
                  <a:lnTo>
                    <a:pt x="534330" y="635213"/>
                  </a:lnTo>
                  <a:lnTo>
                    <a:pt x="534252" y="635743"/>
                  </a:lnTo>
                  <a:lnTo>
                    <a:pt x="533417" y="637283"/>
                  </a:lnTo>
                  <a:lnTo>
                    <a:pt x="533492" y="638640"/>
                  </a:lnTo>
                  <a:lnTo>
                    <a:pt x="533069" y="638650"/>
                  </a:lnTo>
                  <a:lnTo>
                    <a:pt x="532802" y="640790"/>
                  </a:lnTo>
                  <a:lnTo>
                    <a:pt x="533342" y="642619"/>
                  </a:lnTo>
                  <a:lnTo>
                    <a:pt x="533744" y="642806"/>
                  </a:lnTo>
                  <a:lnTo>
                    <a:pt x="534181" y="643612"/>
                  </a:lnTo>
                  <a:lnTo>
                    <a:pt x="536218" y="645967"/>
                  </a:lnTo>
                  <a:lnTo>
                    <a:pt x="537816" y="649554"/>
                  </a:lnTo>
                  <a:lnTo>
                    <a:pt x="538616" y="650832"/>
                  </a:lnTo>
                  <a:lnTo>
                    <a:pt x="540225" y="655105"/>
                  </a:lnTo>
                  <a:lnTo>
                    <a:pt x="541578" y="657718"/>
                  </a:lnTo>
                  <a:lnTo>
                    <a:pt x="545777" y="662982"/>
                  </a:lnTo>
                  <a:lnTo>
                    <a:pt x="549839" y="666953"/>
                  </a:lnTo>
                  <a:lnTo>
                    <a:pt x="553057" y="668324"/>
                  </a:lnTo>
                  <a:lnTo>
                    <a:pt x="555557" y="671129"/>
                  </a:lnTo>
                  <a:lnTo>
                    <a:pt x="563098" y="673867"/>
                  </a:lnTo>
                  <a:lnTo>
                    <a:pt x="563290" y="673648"/>
                  </a:lnTo>
                  <a:lnTo>
                    <a:pt x="564356" y="674293"/>
                  </a:lnTo>
                  <a:lnTo>
                    <a:pt x="566512" y="674806"/>
                  </a:lnTo>
                  <a:lnTo>
                    <a:pt x="566788" y="675526"/>
                  </a:lnTo>
                  <a:lnTo>
                    <a:pt x="567124" y="675767"/>
                  </a:lnTo>
                  <a:lnTo>
                    <a:pt x="566689" y="676815"/>
                  </a:lnTo>
                  <a:lnTo>
                    <a:pt x="566541" y="678203"/>
                  </a:lnTo>
                  <a:lnTo>
                    <a:pt x="567102" y="680304"/>
                  </a:lnTo>
                  <a:lnTo>
                    <a:pt x="567859" y="681220"/>
                  </a:lnTo>
                  <a:lnTo>
                    <a:pt x="567507" y="682053"/>
                  </a:lnTo>
                  <a:lnTo>
                    <a:pt x="567763" y="682476"/>
                  </a:lnTo>
                  <a:lnTo>
                    <a:pt x="567658" y="682849"/>
                  </a:lnTo>
                  <a:lnTo>
                    <a:pt x="567002" y="683502"/>
                  </a:lnTo>
                  <a:lnTo>
                    <a:pt x="565342" y="683798"/>
                  </a:lnTo>
                  <a:lnTo>
                    <a:pt x="564107" y="684769"/>
                  </a:lnTo>
                  <a:lnTo>
                    <a:pt x="564218" y="685162"/>
                  </a:lnTo>
                  <a:lnTo>
                    <a:pt x="563823" y="686624"/>
                  </a:lnTo>
                  <a:lnTo>
                    <a:pt x="564253" y="687168"/>
                  </a:lnTo>
                  <a:lnTo>
                    <a:pt x="564538" y="688143"/>
                  </a:lnTo>
                  <a:lnTo>
                    <a:pt x="565337" y="688687"/>
                  </a:lnTo>
                  <a:lnTo>
                    <a:pt x="565998" y="689692"/>
                  </a:lnTo>
                  <a:lnTo>
                    <a:pt x="566216" y="691482"/>
                  </a:lnTo>
                  <a:lnTo>
                    <a:pt x="565521" y="692641"/>
                  </a:lnTo>
                  <a:lnTo>
                    <a:pt x="565465" y="694781"/>
                  </a:lnTo>
                  <a:lnTo>
                    <a:pt x="564528" y="695554"/>
                  </a:lnTo>
                  <a:lnTo>
                    <a:pt x="565938" y="697388"/>
                  </a:lnTo>
                  <a:lnTo>
                    <a:pt x="566250" y="698378"/>
                  </a:lnTo>
                  <a:lnTo>
                    <a:pt x="567809" y="699427"/>
                  </a:lnTo>
                  <a:lnTo>
                    <a:pt x="568087" y="699850"/>
                  </a:lnTo>
                  <a:lnTo>
                    <a:pt x="568034" y="701223"/>
                  </a:lnTo>
                  <a:lnTo>
                    <a:pt x="567685" y="702351"/>
                  </a:lnTo>
                  <a:lnTo>
                    <a:pt x="568012" y="702996"/>
                  </a:lnTo>
                  <a:lnTo>
                    <a:pt x="568112" y="704558"/>
                  </a:lnTo>
                  <a:lnTo>
                    <a:pt x="568888" y="706380"/>
                  </a:lnTo>
                  <a:lnTo>
                    <a:pt x="568460" y="710099"/>
                  </a:lnTo>
                  <a:lnTo>
                    <a:pt x="568163" y="710551"/>
                  </a:lnTo>
                  <a:lnTo>
                    <a:pt x="568921" y="712853"/>
                  </a:lnTo>
                  <a:lnTo>
                    <a:pt x="569444" y="713424"/>
                  </a:lnTo>
                  <a:lnTo>
                    <a:pt x="569051" y="714624"/>
                  </a:lnTo>
                  <a:lnTo>
                    <a:pt x="569093" y="715255"/>
                  </a:lnTo>
                  <a:lnTo>
                    <a:pt x="568748" y="715733"/>
                  </a:lnTo>
                  <a:lnTo>
                    <a:pt x="568176" y="715965"/>
                  </a:lnTo>
                  <a:lnTo>
                    <a:pt x="567640" y="716913"/>
                  </a:lnTo>
                  <a:lnTo>
                    <a:pt x="566970" y="716834"/>
                  </a:lnTo>
                  <a:lnTo>
                    <a:pt x="566611" y="717308"/>
                  </a:lnTo>
                  <a:lnTo>
                    <a:pt x="565777" y="717396"/>
                  </a:lnTo>
                  <a:lnTo>
                    <a:pt x="564190" y="718708"/>
                  </a:lnTo>
                  <a:lnTo>
                    <a:pt x="563172" y="718927"/>
                  </a:lnTo>
                  <a:lnTo>
                    <a:pt x="560316" y="718731"/>
                  </a:lnTo>
                  <a:lnTo>
                    <a:pt x="559971" y="718492"/>
                  </a:lnTo>
                  <a:lnTo>
                    <a:pt x="559132" y="718717"/>
                  </a:lnTo>
                  <a:lnTo>
                    <a:pt x="556309" y="718223"/>
                  </a:lnTo>
                  <a:lnTo>
                    <a:pt x="554613" y="718623"/>
                  </a:lnTo>
                  <a:lnTo>
                    <a:pt x="553146" y="717807"/>
                  </a:lnTo>
                  <a:lnTo>
                    <a:pt x="551374" y="717930"/>
                  </a:lnTo>
                  <a:lnTo>
                    <a:pt x="550430" y="717445"/>
                  </a:lnTo>
                  <a:lnTo>
                    <a:pt x="549867" y="717700"/>
                  </a:lnTo>
                  <a:lnTo>
                    <a:pt x="548303" y="717227"/>
                  </a:lnTo>
                  <a:lnTo>
                    <a:pt x="547273" y="717203"/>
                  </a:lnTo>
                  <a:lnTo>
                    <a:pt x="546900" y="716910"/>
                  </a:lnTo>
                  <a:lnTo>
                    <a:pt x="546200" y="716910"/>
                  </a:lnTo>
                  <a:lnTo>
                    <a:pt x="546018" y="717095"/>
                  </a:lnTo>
                  <a:lnTo>
                    <a:pt x="545473" y="716439"/>
                  </a:lnTo>
                  <a:lnTo>
                    <a:pt x="544975" y="716793"/>
                  </a:lnTo>
                  <a:lnTo>
                    <a:pt x="544825" y="717223"/>
                  </a:lnTo>
                  <a:lnTo>
                    <a:pt x="544963" y="717545"/>
                  </a:lnTo>
                  <a:lnTo>
                    <a:pt x="544387" y="718240"/>
                  </a:lnTo>
                  <a:lnTo>
                    <a:pt x="543486" y="718414"/>
                  </a:lnTo>
                  <a:lnTo>
                    <a:pt x="541960" y="718052"/>
                  </a:lnTo>
                  <a:lnTo>
                    <a:pt x="541744" y="718840"/>
                  </a:lnTo>
                  <a:lnTo>
                    <a:pt x="542135" y="719647"/>
                  </a:lnTo>
                  <a:lnTo>
                    <a:pt x="541253" y="720962"/>
                  </a:lnTo>
                  <a:lnTo>
                    <a:pt x="540877" y="723105"/>
                  </a:lnTo>
                  <a:lnTo>
                    <a:pt x="539783" y="722890"/>
                  </a:lnTo>
                  <a:lnTo>
                    <a:pt x="538663" y="723683"/>
                  </a:lnTo>
                  <a:lnTo>
                    <a:pt x="537995" y="723333"/>
                  </a:lnTo>
                  <a:lnTo>
                    <a:pt x="537368" y="723599"/>
                  </a:lnTo>
                  <a:lnTo>
                    <a:pt x="537048" y="723426"/>
                  </a:lnTo>
                  <a:lnTo>
                    <a:pt x="536297" y="724128"/>
                  </a:lnTo>
                  <a:lnTo>
                    <a:pt x="535692" y="724179"/>
                  </a:lnTo>
                  <a:lnTo>
                    <a:pt x="535108" y="725252"/>
                  </a:lnTo>
                  <a:lnTo>
                    <a:pt x="534328" y="725539"/>
                  </a:lnTo>
                  <a:lnTo>
                    <a:pt x="534110" y="726004"/>
                  </a:lnTo>
                  <a:lnTo>
                    <a:pt x="533569" y="725886"/>
                  </a:lnTo>
                  <a:lnTo>
                    <a:pt x="532344" y="726156"/>
                  </a:lnTo>
                  <a:lnTo>
                    <a:pt x="531594" y="726739"/>
                  </a:lnTo>
                  <a:lnTo>
                    <a:pt x="530182" y="726436"/>
                  </a:lnTo>
                  <a:lnTo>
                    <a:pt x="529653" y="726981"/>
                  </a:lnTo>
                  <a:lnTo>
                    <a:pt x="528913" y="726898"/>
                  </a:lnTo>
                  <a:lnTo>
                    <a:pt x="528508" y="727180"/>
                  </a:lnTo>
                  <a:lnTo>
                    <a:pt x="527942" y="726897"/>
                  </a:lnTo>
                  <a:lnTo>
                    <a:pt x="526740" y="726881"/>
                  </a:lnTo>
                  <a:lnTo>
                    <a:pt x="526541" y="727538"/>
                  </a:lnTo>
                  <a:lnTo>
                    <a:pt x="526137" y="727759"/>
                  </a:lnTo>
                  <a:lnTo>
                    <a:pt x="525449" y="727657"/>
                  </a:lnTo>
                  <a:lnTo>
                    <a:pt x="524205" y="725138"/>
                  </a:lnTo>
                  <a:lnTo>
                    <a:pt x="523183" y="724148"/>
                  </a:lnTo>
                  <a:lnTo>
                    <a:pt x="522855" y="722274"/>
                  </a:lnTo>
                  <a:lnTo>
                    <a:pt x="522299" y="721092"/>
                  </a:lnTo>
                  <a:lnTo>
                    <a:pt x="521384" y="720340"/>
                  </a:lnTo>
                  <a:lnTo>
                    <a:pt x="520766" y="718996"/>
                  </a:lnTo>
                  <a:lnTo>
                    <a:pt x="519288" y="717516"/>
                  </a:lnTo>
                  <a:lnTo>
                    <a:pt x="518546" y="717345"/>
                  </a:lnTo>
                  <a:lnTo>
                    <a:pt x="518094" y="716825"/>
                  </a:lnTo>
                  <a:lnTo>
                    <a:pt x="517482" y="716010"/>
                  </a:lnTo>
                  <a:lnTo>
                    <a:pt x="516988" y="714725"/>
                  </a:lnTo>
                  <a:lnTo>
                    <a:pt x="516334" y="714170"/>
                  </a:lnTo>
                  <a:lnTo>
                    <a:pt x="516247" y="713439"/>
                  </a:lnTo>
                  <a:lnTo>
                    <a:pt x="515709" y="712875"/>
                  </a:lnTo>
                  <a:lnTo>
                    <a:pt x="513248" y="711851"/>
                  </a:lnTo>
                  <a:lnTo>
                    <a:pt x="512565" y="710841"/>
                  </a:lnTo>
                  <a:lnTo>
                    <a:pt x="511781" y="710362"/>
                  </a:lnTo>
                  <a:lnTo>
                    <a:pt x="512174" y="709944"/>
                  </a:lnTo>
                  <a:lnTo>
                    <a:pt x="512261" y="708845"/>
                  </a:lnTo>
                  <a:lnTo>
                    <a:pt x="512132" y="706893"/>
                  </a:lnTo>
                  <a:lnTo>
                    <a:pt x="511629" y="705769"/>
                  </a:lnTo>
                  <a:lnTo>
                    <a:pt x="511700" y="704837"/>
                  </a:lnTo>
                  <a:lnTo>
                    <a:pt x="513251" y="701408"/>
                  </a:lnTo>
                  <a:lnTo>
                    <a:pt x="512825" y="700319"/>
                  </a:lnTo>
                  <a:lnTo>
                    <a:pt x="512926" y="699685"/>
                  </a:lnTo>
                  <a:lnTo>
                    <a:pt x="512176" y="699235"/>
                  </a:lnTo>
                  <a:lnTo>
                    <a:pt x="511920" y="698632"/>
                  </a:lnTo>
                  <a:lnTo>
                    <a:pt x="508740" y="696863"/>
                  </a:lnTo>
                  <a:lnTo>
                    <a:pt x="507922" y="695728"/>
                  </a:lnTo>
                  <a:lnTo>
                    <a:pt x="507503" y="694659"/>
                  </a:lnTo>
                  <a:lnTo>
                    <a:pt x="506083" y="695138"/>
                  </a:lnTo>
                  <a:lnTo>
                    <a:pt x="505840" y="695473"/>
                  </a:lnTo>
                  <a:lnTo>
                    <a:pt x="503617" y="695879"/>
                  </a:lnTo>
                  <a:lnTo>
                    <a:pt x="503541" y="696069"/>
                  </a:lnTo>
                  <a:lnTo>
                    <a:pt x="502184" y="695637"/>
                  </a:lnTo>
                  <a:lnTo>
                    <a:pt x="501305" y="695712"/>
                  </a:lnTo>
                  <a:lnTo>
                    <a:pt x="500942" y="695417"/>
                  </a:lnTo>
                  <a:lnTo>
                    <a:pt x="500586" y="695659"/>
                  </a:lnTo>
                  <a:lnTo>
                    <a:pt x="500030" y="695169"/>
                  </a:lnTo>
                  <a:lnTo>
                    <a:pt x="498654" y="694464"/>
                  </a:lnTo>
                  <a:lnTo>
                    <a:pt x="497229" y="694070"/>
                  </a:lnTo>
                  <a:lnTo>
                    <a:pt x="496675" y="693642"/>
                  </a:lnTo>
                  <a:lnTo>
                    <a:pt x="495392" y="693497"/>
                  </a:lnTo>
                  <a:lnTo>
                    <a:pt x="493952" y="692902"/>
                  </a:lnTo>
                  <a:lnTo>
                    <a:pt x="487041" y="693743"/>
                  </a:lnTo>
                  <a:lnTo>
                    <a:pt x="486029" y="693324"/>
                  </a:lnTo>
                  <a:lnTo>
                    <a:pt x="483963" y="693442"/>
                  </a:lnTo>
                  <a:lnTo>
                    <a:pt x="481290" y="692980"/>
                  </a:lnTo>
                  <a:lnTo>
                    <a:pt x="478399" y="694172"/>
                  </a:lnTo>
                  <a:lnTo>
                    <a:pt x="477147" y="694049"/>
                  </a:lnTo>
                  <a:lnTo>
                    <a:pt x="475830" y="693132"/>
                  </a:lnTo>
                  <a:lnTo>
                    <a:pt x="474990" y="692132"/>
                  </a:lnTo>
                  <a:lnTo>
                    <a:pt x="474340" y="691891"/>
                  </a:lnTo>
                  <a:lnTo>
                    <a:pt x="472986" y="692554"/>
                  </a:lnTo>
                  <a:lnTo>
                    <a:pt x="472117" y="692358"/>
                  </a:lnTo>
                  <a:lnTo>
                    <a:pt x="471142" y="691293"/>
                  </a:lnTo>
                  <a:lnTo>
                    <a:pt x="470354" y="689903"/>
                  </a:lnTo>
                  <a:lnTo>
                    <a:pt x="468644" y="688993"/>
                  </a:lnTo>
                  <a:lnTo>
                    <a:pt x="468258" y="688639"/>
                  </a:lnTo>
                  <a:lnTo>
                    <a:pt x="467962" y="687867"/>
                  </a:lnTo>
                  <a:lnTo>
                    <a:pt x="468067" y="685017"/>
                  </a:lnTo>
                  <a:lnTo>
                    <a:pt x="468400" y="684020"/>
                  </a:lnTo>
                  <a:lnTo>
                    <a:pt x="468210" y="682723"/>
                  </a:lnTo>
                  <a:lnTo>
                    <a:pt x="468594" y="682296"/>
                  </a:lnTo>
                  <a:lnTo>
                    <a:pt x="468397" y="681638"/>
                  </a:lnTo>
                  <a:lnTo>
                    <a:pt x="467982" y="681217"/>
                  </a:lnTo>
                  <a:lnTo>
                    <a:pt x="468022" y="680634"/>
                  </a:lnTo>
                  <a:lnTo>
                    <a:pt x="468165" y="679855"/>
                  </a:lnTo>
                  <a:lnTo>
                    <a:pt x="468477" y="679466"/>
                  </a:lnTo>
                  <a:lnTo>
                    <a:pt x="468511" y="678725"/>
                  </a:lnTo>
                  <a:lnTo>
                    <a:pt x="468853" y="678464"/>
                  </a:lnTo>
                  <a:lnTo>
                    <a:pt x="468006" y="677546"/>
                  </a:lnTo>
                  <a:lnTo>
                    <a:pt x="469595" y="675637"/>
                  </a:lnTo>
                  <a:lnTo>
                    <a:pt x="469363" y="675313"/>
                  </a:lnTo>
                  <a:lnTo>
                    <a:pt x="469707" y="674622"/>
                  </a:lnTo>
                  <a:lnTo>
                    <a:pt x="469257" y="674067"/>
                  </a:lnTo>
                  <a:lnTo>
                    <a:pt x="469273" y="673071"/>
                  </a:lnTo>
                  <a:lnTo>
                    <a:pt x="470487" y="671644"/>
                  </a:lnTo>
                  <a:lnTo>
                    <a:pt x="470259" y="671272"/>
                  </a:lnTo>
                  <a:lnTo>
                    <a:pt x="470576" y="669975"/>
                  </a:lnTo>
                  <a:lnTo>
                    <a:pt x="469483" y="669278"/>
                  </a:lnTo>
                  <a:lnTo>
                    <a:pt x="469569" y="668702"/>
                  </a:lnTo>
                  <a:lnTo>
                    <a:pt x="469917" y="668363"/>
                  </a:lnTo>
                  <a:lnTo>
                    <a:pt x="469163" y="668538"/>
                  </a:lnTo>
                  <a:lnTo>
                    <a:pt x="468230" y="668048"/>
                  </a:lnTo>
                  <a:lnTo>
                    <a:pt x="465115" y="664620"/>
                  </a:lnTo>
                  <a:lnTo>
                    <a:pt x="464449" y="664407"/>
                  </a:lnTo>
                  <a:lnTo>
                    <a:pt x="463041" y="662929"/>
                  </a:lnTo>
                  <a:lnTo>
                    <a:pt x="462219" y="662852"/>
                  </a:lnTo>
                  <a:lnTo>
                    <a:pt x="461495" y="662313"/>
                  </a:lnTo>
                  <a:lnTo>
                    <a:pt x="460911" y="662401"/>
                  </a:lnTo>
                  <a:lnTo>
                    <a:pt x="459836" y="662061"/>
                  </a:lnTo>
                  <a:lnTo>
                    <a:pt x="459383" y="659007"/>
                  </a:lnTo>
                  <a:lnTo>
                    <a:pt x="458665" y="657857"/>
                  </a:lnTo>
                  <a:lnTo>
                    <a:pt x="458767" y="656474"/>
                  </a:lnTo>
                  <a:lnTo>
                    <a:pt x="457619" y="655215"/>
                  </a:lnTo>
                  <a:lnTo>
                    <a:pt x="456793" y="653402"/>
                  </a:lnTo>
                  <a:lnTo>
                    <a:pt x="455542" y="652106"/>
                  </a:lnTo>
                  <a:lnTo>
                    <a:pt x="454771" y="651768"/>
                  </a:lnTo>
                  <a:lnTo>
                    <a:pt x="453404" y="651943"/>
                  </a:lnTo>
                  <a:lnTo>
                    <a:pt x="452598" y="651509"/>
                  </a:lnTo>
                  <a:lnTo>
                    <a:pt x="452289" y="651958"/>
                  </a:lnTo>
                  <a:lnTo>
                    <a:pt x="451782" y="651959"/>
                  </a:lnTo>
                  <a:lnTo>
                    <a:pt x="451020" y="650809"/>
                  </a:lnTo>
                  <a:lnTo>
                    <a:pt x="449182" y="649599"/>
                  </a:lnTo>
                  <a:lnTo>
                    <a:pt x="449350" y="648710"/>
                  </a:lnTo>
                  <a:lnTo>
                    <a:pt x="449123" y="648028"/>
                  </a:lnTo>
                  <a:lnTo>
                    <a:pt x="448763" y="647731"/>
                  </a:lnTo>
                  <a:lnTo>
                    <a:pt x="448702" y="647289"/>
                  </a:lnTo>
                  <a:lnTo>
                    <a:pt x="447717" y="646710"/>
                  </a:lnTo>
                  <a:lnTo>
                    <a:pt x="447180" y="645165"/>
                  </a:lnTo>
                  <a:lnTo>
                    <a:pt x="446176" y="644436"/>
                  </a:lnTo>
                  <a:lnTo>
                    <a:pt x="445920" y="643374"/>
                  </a:lnTo>
                  <a:lnTo>
                    <a:pt x="445535" y="643136"/>
                  </a:lnTo>
                  <a:lnTo>
                    <a:pt x="445490" y="641752"/>
                  </a:lnTo>
                  <a:lnTo>
                    <a:pt x="444886" y="639883"/>
                  </a:lnTo>
                  <a:lnTo>
                    <a:pt x="443998" y="638659"/>
                  </a:lnTo>
                  <a:lnTo>
                    <a:pt x="443543" y="637604"/>
                  </a:lnTo>
                  <a:lnTo>
                    <a:pt x="443740" y="637377"/>
                  </a:lnTo>
                  <a:lnTo>
                    <a:pt x="443501" y="636944"/>
                  </a:lnTo>
                  <a:lnTo>
                    <a:pt x="443002" y="636760"/>
                  </a:lnTo>
                  <a:lnTo>
                    <a:pt x="442821" y="636889"/>
                  </a:lnTo>
                  <a:lnTo>
                    <a:pt x="441572" y="635936"/>
                  </a:lnTo>
                  <a:lnTo>
                    <a:pt x="440798" y="635831"/>
                  </a:lnTo>
                  <a:lnTo>
                    <a:pt x="440606" y="635611"/>
                  </a:lnTo>
                  <a:lnTo>
                    <a:pt x="440178" y="635718"/>
                  </a:lnTo>
                  <a:lnTo>
                    <a:pt x="438978" y="634254"/>
                  </a:lnTo>
                  <a:lnTo>
                    <a:pt x="439068" y="633589"/>
                  </a:lnTo>
                  <a:lnTo>
                    <a:pt x="438132" y="633076"/>
                  </a:lnTo>
                  <a:lnTo>
                    <a:pt x="437815" y="632452"/>
                  </a:lnTo>
                  <a:lnTo>
                    <a:pt x="436517" y="631920"/>
                  </a:lnTo>
                  <a:lnTo>
                    <a:pt x="435163" y="628896"/>
                  </a:lnTo>
                  <a:lnTo>
                    <a:pt x="435292" y="628151"/>
                  </a:lnTo>
                  <a:lnTo>
                    <a:pt x="434489" y="627326"/>
                  </a:lnTo>
                  <a:lnTo>
                    <a:pt x="432542" y="628869"/>
                  </a:lnTo>
                  <a:lnTo>
                    <a:pt x="431250" y="629466"/>
                  </a:lnTo>
                  <a:lnTo>
                    <a:pt x="429231" y="629239"/>
                  </a:lnTo>
                  <a:lnTo>
                    <a:pt x="429066" y="628883"/>
                  </a:lnTo>
                  <a:lnTo>
                    <a:pt x="427936" y="629125"/>
                  </a:lnTo>
                  <a:lnTo>
                    <a:pt x="426729" y="628723"/>
                  </a:lnTo>
                  <a:lnTo>
                    <a:pt x="426412" y="628891"/>
                  </a:lnTo>
                  <a:lnTo>
                    <a:pt x="425687" y="628697"/>
                  </a:lnTo>
                  <a:lnTo>
                    <a:pt x="424782" y="629533"/>
                  </a:lnTo>
                  <a:lnTo>
                    <a:pt x="423931" y="629639"/>
                  </a:lnTo>
                  <a:lnTo>
                    <a:pt x="423615" y="630471"/>
                  </a:lnTo>
                  <a:lnTo>
                    <a:pt x="423342" y="630203"/>
                  </a:lnTo>
                  <a:lnTo>
                    <a:pt x="422650" y="630558"/>
                  </a:lnTo>
                  <a:lnTo>
                    <a:pt x="421905" y="630479"/>
                  </a:lnTo>
                  <a:lnTo>
                    <a:pt x="421347" y="631237"/>
                  </a:lnTo>
                  <a:lnTo>
                    <a:pt x="420304" y="631045"/>
                  </a:lnTo>
                  <a:lnTo>
                    <a:pt x="419348" y="630547"/>
                  </a:lnTo>
                  <a:lnTo>
                    <a:pt x="418595" y="630567"/>
                  </a:lnTo>
                  <a:lnTo>
                    <a:pt x="415797" y="629231"/>
                  </a:lnTo>
                  <a:lnTo>
                    <a:pt x="415449" y="628772"/>
                  </a:lnTo>
                  <a:lnTo>
                    <a:pt x="414801" y="628521"/>
                  </a:lnTo>
                  <a:lnTo>
                    <a:pt x="413733" y="627181"/>
                  </a:lnTo>
                  <a:lnTo>
                    <a:pt x="412868" y="626706"/>
                  </a:lnTo>
                  <a:lnTo>
                    <a:pt x="412314" y="625708"/>
                  </a:lnTo>
                  <a:lnTo>
                    <a:pt x="411716" y="625902"/>
                  </a:lnTo>
                  <a:lnTo>
                    <a:pt x="410607" y="625276"/>
                  </a:lnTo>
                  <a:lnTo>
                    <a:pt x="409825" y="625375"/>
                  </a:lnTo>
                  <a:lnTo>
                    <a:pt x="409102" y="624983"/>
                  </a:lnTo>
                  <a:lnTo>
                    <a:pt x="407857" y="625161"/>
                  </a:lnTo>
                  <a:lnTo>
                    <a:pt x="407503" y="624985"/>
                  </a:lnTo>
                  <a:lnTo>
                    <a:pt x="407381" y="624633"/>
                  </a:lnTo>
                  <a:lnTo>
                    <a:pt x="406058" y="624954"/>
                  </a:lnTo>
                  <a:lnTo>
                    <a:pt x="405580" y="624646"/>
                  </a:lnTo>
                  <a:lnTo>
                    <a:pt x="405263" y="624946"/>
                  </a:lnTo>
                  <a:lnTo>
                    <a:pt x="404413" y="624774"/>
                  </a:lnTo>
                  <a:lnTo>
                    <a:pt x="403781" y="623591"/>
                  </a:lnTo>
                  <a:lnTo>
                    <a:pt x="402180" y="622299"/>
                  </a:lnTo>
                  <a:lnTo>
                    <a:pt x="401629" y="620677"/>
                  </a:lnTo>
                  <a:lnTo>
                    <a:pt x="401153" y="620254"/>
                  </a:lnTo>
                  <a:lnTo>
                    <a:pt x="401034" y="619671"/>
                  </a:lnTo>
                  <a:lnTo>
                    <a:pt x="400128" y="619804"/>
                  </a:lnTo>
                  <a:lnTo>
                    <a:pt x="399715" y="619500"/>
                  </a:lnTo>
                  <a:lnTo>
                    <a:pt x="398987" y="619459"/>
                  </a:lnTo>
                  <a:lnTo>
                    <a:pt x="398576" y="619070"/>
                  </a:lnTo>
                  <a:lnTo>
                    <a:pt x="396326" y="618401"/>
                  </a:lnTo>
                  <a:lnTo>
                    <a:pt x="395601" y="615490"/>
                  </a:lnTo>
                  <a:lnTo>
                    <a:pt x="395186" y="615252"/>
                  </a:lnTo>
                  <a:lnTo>
                    <a:pt x="395645" y="614873"/>
                  </a:lnTo>
                  <a:lnTo>
                    <a:pt x="395925" y="613802"/>
                  </a:lnTo>
                  <a:lnTo>
                    <a:pt x="396313" y="613505"/>
                  </a:lnTo>
                  <a:lnTo>
                    <a:pt x="396297" y="612355"/>
                  </a:lnTo>
                  <a:lnTo>
                    <a:pt x="395675" y="611296"/>
                  </a:lnTo>
                  <a:lnTo>
                    <a:pt x="395494" y="610209"/>
                  </a:lnTo>
                  <a:lnTo>
                    <a:pt x="396010" y="609295"/>
                  </a:lnTo>
                  <a:lnTo>
                    <a:pt x="395234" y="608755"/>
                  </a:lnTo>
                  <a:lnTo>
                    <a:pt x="394824" y="607915"/>
                  </a:lnTo>
                  <a:lnTo>
                    <a:pt x="395023" y="606945"/>
                  </a:lnTo>
                  <a:lnTo>
                    <a:pt x="394739" y="606170"/>
                  </a:lnTo>
                  <a:lnTo>
                    <a:pt x="392957" y="604721"/>
                  </a:lnTo>
                  <a:lnTo>
                    <a:pt x="392025" y="602822"/>
                  </a:lnTo>
                  <a:lnTo>
                    <a:pt x="389267" y="602843"/>
                  </a:lnTo>
                  <a:lnTo>
                    <a:pt x="386839" y="603652"/>
                  </a:lnTo>
                  <a:lnTo>
                    <a:pt x="386239" y="605201"/>
                  </a:lnTo>
                  <a:lnTo>
                    <a:pt x="385132" y="606392"/>
                  </a:lnTo>
                  <a:lnTo>
                    <a:pt x="382137" y="606789"/>
                  </a:lnTo>
                  <a:lnTo>
                    <a:pt x="380870" y="607668"/>
                  </a:lnTo>
                  <a:lnTo>
                    <a:pt x="379489" y="608097"/>
                  </a:lnTo>
                  <a:lnTo>
                    <a:pt x="378118" y="607817"/>
                  </a:lnTo>
                  <a:lnTo>
                    <a:pt x="377222" y="607106"/>
                  </a:lnTo>
                  <a:lnTo>
                    <a:pt x="377043" y="607441"/>
                  </a:lnTo>
                  <a:lnTo>
                    <a:pt x="375745" y="607656"/>
                  </a:lnTo>
                  <a:lnTo>
                    <a:pt x="375507" y="607396"/>
                  </a:lnTo>
                  <a:lnTo>
                    <a:pt x="375489" y="606446"/>
                  </a:lnTo>
                  <a:lnTo>
                    <a:pt x="374847" y="605946"/>
                  </a:lnTo>
                  <a:lnTo>
                    <a:pt x="374182" y="604669"/>
                  </a:lnTo>
                  <a:lnTo>
                    <a:pt x="374178" y="604347"/>
                  </a:lnTo>
                  <a:lnTo>
                    <a:pt x="374472" y="604166"/>
                  </a:lnTo>
                  <a:lnTo>
                    <a:pt x="372592" y="603152"/>
                  </a:lnTo>
                  <a:lnTo>
                    <a:pt x="371602" y="601712"/>
                  </a:lnTo>
                  <a:lnTo>
                    <a:pt x="366546" y="602607"/>
                  </a:lnTo>
                  <a:lnTo>
                    <a:pt x="364094" y="604022"/>
                  </a:lnTo>
                  <a:lnTo>
                    <a:pt x="362178" y="603892"/>
                  </a:lnTo>
                  <a:lnTo>
                    <a:pt x="361488" y="604057"/>
                  </a:lnTo>
                  <a:lnTo>
                    <a:pt x="360787" y="605084"/>
                  </a:lnTo>
                  <a:lnTo>
                    <a:pt x="359311" y="605601"/>
                  </a:lnTo>
                  <a:lnTo>
                    <a:pt x="358014" y="606444"/>
                  </a:lnTo>
                  <a:lnTo>
                    <a:pt x="357488" y="606467"/>
                  </a:lnTo>
                  <a:lnTo>
                    <a:pt x="357270" y="606929"/>
                  </a:lnTo>
                  <a:lnTo>
                    <a:pt x="354285" y="605520"/>
                  </a:lnTo>
                  <a:lnTo>
                    <a:pt x="353440" y="605538"/>
                  </a:lnTo>
                  <a:lnTo>
                    <a:pt x="352818" y="605230"/>
                  </a:lnTo>
                  <a:lnTo>
                    <a:pt x="351555" y="605586"/>
                  </a:lnTo>
                  <a:lnTo>
                    <a:pt x="348048" y="605106"/>
                  </a:lnTo>
                  <a:lnTo>
                    <a:pt x="347011" y="604598"/>
                  </a:lnTo>
                  <a:lnTo>
                    <a:pt x="345979" y="603711"/>
                  </a:lnTo>
                  <a:lnTo>
                    <a:pt x="344978" y="603301"/>
                  </a:lnTo>
                  <a:lnTo>
                    <a:pt x="344887" y="603031"/>
                  </a:lnTo>
                  <a:lnTo>
                    <a:pt x="343677" y="602558"/>
                  </a:lnTo>
                  <a:lnTo>
                    <a:pt x="343471" y="602142"/>
                  </a:lnTo>
                  <a:lnTo>
                    <a:pt x="342513" y="601754"/>
                  </a:lnTo>
                  <a:lnTo>
                    <a:pt x="342243" y="601907"/>
                  </a:lnTo>
                  <a:lnTo>
                    <a:pt x="340469" y="600736"/>
                  </a:lnTo>
                  <a:lnTo>
                    <a:pt x="339820" y="599874"/>
                  </a:lnTo>
                  <a:lnTo>
                    <a:pt x="338296" y="598901"/>
                  </a:lnTo>
                  <a:lnTo>
                    <a:pt x="335987" y="598310"/>
                  </a:lnTo>
                  <a:lnTo>
                    <a:pt x="335378" y="597731"/>
                  </a:lnTo>
                  <a:lnTo>
                    <a:pt x="332303" y="596467"/>
                  </a:lnTo>
                  <a:lnTo>
                    <a:pt x="332177" y="596082"/>
                  </a:lnTo>
                  <a:lnTo>
                    <a:pt x="331732" y="596024"/>
                  </a:lnTo>
                  <a:lnTo>
                    <a:pt x="330989" y="595486"/>
                  </a:lnTo>
                  <a:lnTo>
                    <a:pt x="330713" y="594751"/>
                  </a:lnTo>
                  <a:lnTo>
                    <a:pt x="329988" y="594044"/>
                  </a:lnTo>
                  <a:lnTo>
                    <a:pt x="328597" y="593048"/>
                  </a:lnTo>
                  <a:lnTo>
                    <a:pt x="327867" y="592793"/>
                  </a:lnTo>
                  <a:lnTo>
                    <a:pt x="326693" y="591313"/>
                  </a:lnTo>
                  <a:lnTo>
                    <a:pt x="325772" y="590732"/>
                  </a:lnTo>
                  <a:lnTo>
                    <a:pt x="325740" y="590211"/>
                  </a:lnTo>
                  <a:lnTo>
                    <a:pt x="325261" y="589847"/>
                  </a:lnTo>
                  <a:lnTo>
                    <a:pt x="325444" y="588201"/>
                  </a:lnTo>
                  <a:lnTo>
                    <a:pt x="325210" y="588082"/>
                  </a:lnTo>
                  <a:lnTo>
                    <a:pt x="324523" y="586450"/>
                  </a:lnTo>
                  <a:lnTo>
                    <a:pt x="321472" y="583572"/>
                  </a:lnTo>
                  <a:lnTo>
                    <a:pt x="321259" y="583510"/>
                  </a:lnTo>
                  <a:lnTo>
                    <a:pt x="320496" y="584399"/>
                  </a:lnTo>
                  <a:lnTo>
                    <a:pt x="319382" y="584508"/>
                  </a:lnTo>
                  <a:lnTo>
                    <a:pt x="318839" y="584305"/>
                  </a:lnTo>
                  <a:lnTo>
                    <a:pt x="316658" y="585159"/>
                  </a:lnTo>
                  <a:lnTo>
                    <a:pt x="314910" y="584482"/>
                  </a:lnTo>
                  <a:lnTo>
                    <a:pt x="314764" y="583635"/>
                  </a:lnTo>
                  <a:lnTo>
                    <a:pt x="312705" y="583224"/>
                  </a:lnTo>
                  <a:lnTo>
                    <a:pt x="311632" y="582593"/>
                  </a:lnTo>
                  <a:lnTo>
                    <a:pt x="310910" y="581843"/>
                  </a:lnTo>
                  <a:lnTo>
                    <a:pt x="309709" y="582072"/>
                  </a:lnTo>
                  <a:lnTo>
                    <a:pt x="308890" y="581247"/>
                  </a:lnTo>
                  <a:lnTo>
                    <a:pt x="308210" y="580949"/>
                  </a:lnTo>
                  <a:lnTo>
                    <a:pt x="307599" y="578899"/>
                  </a:lnTo>
                  <a:lnTo>
                    <a:pt x="306723" y="577693"/>
                  </a:lnTo>
                  <a:lnTo>
                    <a:pt x="305769" y="577172"/>
                  </a:lnTo>
                  <a:lnTo>
                    <a:pt x="305844" y="576273"/>
                  </a:lnTo>
                  <a:lnTo>
                    <a:pt x="304468" y="575551"/>
                  </a:lnTo>
                  <a:lnTo>
                    <a:pt x="304107" y="574996"/>
                  </a:lnTo>
                  <a:lnTo>
                    <a:pt x="302492" y="573849"/>
                  </a:lnTo>
                  <a:lnTo>
                    <a:pt x="301460" y="573679"/>
                  </a:lnTo>
                  <a:lnTo>
                    <a:pt x="300818" y="573919"/>
                  </a:lnTo>
                  <a:lnTo>
                    <a:pt x="300175" y="573497"/>
                  </a:lnTo>
                  <a:lnTo>
                    <a:pt x="299140" y="573489"/>
                  </a:lnTo>
                  <a:lnTo>
                    <a:pt x="296757" y="572595"/>
                  </a:lnTo>
                  <a:lnTo>
                    <a:pt x="296292" y="572799"/>
                  </a:lnTo>
                  <a:lnTo>
                    <a:pt x="292982" y="571491"/>
                  </a:lnTo>
                  <a:lnTo>
                    <a:pt x="291637" y="571184"/>
                  </a:lnTo>
                  <a:lnTo>
                    <a:pt x="291366" y="570787"/>
                  </a:lnTo>
                  <a:lnTo>
                    <a:pt x="290695" y="570456"/>
                  </a:lnTo>
                  <a:lnTo>
                    <a:pt x="290368" y="569267"/>
                  </a:lnTo>
                  <a:lnTo>
                    <a:pt x="289308" y="568665"/>
                  </a:lnTo>
                  <a:lnTo>
                    <a:pt x="288602" y="568731"/>
                  </a:lnTo>
                  <a:lnTo>
                    <a:pt x="288346" y="568544"/>
                  </a:lnTo>
                  <a:lnTo>
                    <a:pt x="288393" y="568139"/>
                  </a:lnTo>
                  <a:lnTo>
                    <a:pt x="287777" y="567835"/>
                  </a:lnTo>
                  <a:lnTo>
                    <a:pt x="286903" y="567717"/>
                  </a:lnTo>
                  <a:lnTo>
                    <a:pt x="286365" y="567990"/>
                  </a:lnTo>
                  <a:lnTo>
                    <a:pt x="285525" y="567700"/>
                  </a:lnTo>
                  <a:lnTo>
                    <a:pt x="285640" y="568322"/>
                  </a:lnTo>
                  <a:lnTo>
                    <a:pt x="285153" y="568696"/>
                  </a:lnTo>
                  <a:lnTo>
                    <a:pt x="284408" y="568831"/>
                  </a:lnTo>
                  <a:lnTo>
                    <a:pt x="283183" y="568195"/>
                  </a:lnTo>
                  <a:lnTo>
                    <a:pt x="282754" y="568229"/>
                  </a:lnTo>
                  <a:lnTo>
                    <a:pt x="283861" y="565580"/>
                  </a:lnTo>
                  <a:lnTo>
                    <a:pt x="284693" y="562743"/>
                  </a:lnTo>
                  <a:lnTo>
                    <a:pt x="285375" y="562159"/>
                  </a:lnTo>
                  <a:lnTo>
                    <a:pt x="286234" y="561844"/>
                  </a:lnTo>
                  <a:lnTo>
                    <a:pt x="286751" y="562086"/>
                  </a:lnTo>
                  <a:lnTo>
                    <a:pt x="287002" y="561349"/>
                  </a:lnTo>
                  <a:lnTo>
                    <a:pt x="287590" y="560999"/>
                  </a:lnTo>
                  <a:lnTo>
                    <a:pt x="287651" y="560439"/>
                  </a:lnTo>
                  <a:lnTo>
                    <a:pt x="288027" y="560390"/>
                  </a:lnTo>
                  <a:lnTo>
                    <a:pt x="287869" y="559976"/>
                  </a:lnTo>
                  <a:lnTo>
                    <a:pt x="288116" y="559752"/>
                  </a:lnTo>
                  <a:lnTo>
                    <a:pt x="287835" y="559498"/>
                  </a:lnTo>
                  <a:lnTo>
                    <a:pt x="287194" y="559447"/>
                  </a:lnTo>
                  <a:lnTo>
                    <a:pt x="286426" y="558730"/>
                  </a:lnTo>
                  <a:lnTo>
                    <a:pt x="286063" y="559128"/>
                  </a:lnTo>
                  <a:lnTo>
                    <a:pt x="285756" y="558881"/>
                  </a:lnTo>
                  <a:lnTo>
                    <a:pt x="284942" y="559153"/>
                  </a:lnTo>
                  <a:lnTo>
                    <a:pt x="283665" y="558609"/>
                  </a:lnTo>
                  <a:lnTo>
                    <a:pt x="283786" y="558015"/>
                  </a:lnTo>
                  <a:lnTo>
                    <a:pt x="284046" y="557846"/>
                  </a:lnTo>
                  <a:lnTo>
                    <a:pt x="284023" y="557254"/>
                  </a:lnTo>
                  <a:lnTo>
                    <a:pt x="284495" y="556825"/>
                  </a:lnTo>
                  <a:lnTo>
                    <a:pt x="283821" y="553082"/>
                  </a:lnTo>
                  <a:lnTo>
                    <a:pt x="284255" y="551390"/>
                  </a:lnTo>
                  <a:lnTo>
                    <a:pt x="283874" y="548659"/>
                  </a:lnTo>
                  <a:lnTo>
                    <a:pt x="284048" y="548193"/>
                  </a:lnTo>
                  <a:lnTo>
                    <a:pt x="284389" y="548006"/>
                  </a:lnTo>
                  <a:lnTo>
                    <a:pt x="284368" y="547647"/>
                  </a:lnTo>
                  <a:lnTo>
                    <a:pt x="283486" y="546431"/>
                  </a:lnTo>
                  <a:lnTo>
                    <a:pt x="283413" y="545642"/>
                  </a:lnTo>
                  <a:lnTo>
                    <a:pt x="282832" y="545083"/>
                  </a:lnTo>
                  <a:lnTo>
                    <a:pt x="282511" y="543164"/>
                  </a:lnTo>
                  <a:lnTo>
                    <a:pt x="283546" y="542322"/>
                  </a:lnTo>
                  <a:lnTo>
                    <a:pt x="284877" y="541692"/>
                  </a:lnTo>
                  <a:lnTo>
                    <a:pt x="285093" y="541346"/>
                  </a:lnTo>
                  <a:lnTo>
                    <a:pt x="285257" y="540939"/>
                  </a:lnTo>
                  <a:lnTo>
                    <a:pt x="285022" y="540520"/>
                  </a:lnTo>
                  <a:lnTo>
                    <a:pt x="285180" y="539667"/>
                  </a:lnTo>
                  <a:lnTo>
                    <a:pt x="285824" y="539302"/>
                  </a:lnTo>
                  <a:lnTo>
                    <a:pt x="285780" y="538303"/>
                  </a:lnTo>
                  <a:lnTo>
                    <a:pt x="285475" y="537932"/>
                  </a:lnTo>
                  <a:lnTo>
                    <a:pt x="285709" y="537502"/>
                  </a:lnTo>
                  <a:lnTo>
                    <a:pt x="285462" y="537058"/>
                  </a:lnTo>
                  <a:lnTo>
                    <a:pt x="285951" y="536153"/>
                  </a:lnTo>
                  <a:lnTo>
                    <a:pt x="286493" y="535692"/>
                  </a:lnTo>
                  <a:lnTo>
                    <a:pt x="287209" y="533516"/>
                  </a:lnTo>
                  <a:lnTo>
                    <a:pt x="287155" y="532759"/>
                  </a:lnTo>
                  <a:lnTo>
                    <a:pt x="285299" y="530068"/>
                  </a:lnTo>
                  <a:lnTo>
                    <a:pt x="284909" y="529973"/>
                  </a:lnTo>
                  <a:lnTo>
                    <a:pt x="284299" y="529375"/>
                  </a:lnTo>
                  <a:lnTo>
                    <a:pt x="283546" y="529160"/>
                  </a:lnTo>
                  <a:lnTo>
                    <a:pt x="282390" y="527738"/>
                  </a:lnTo>
                  <a:lnTo>
                    <a:pt x="281574" y="527185"/>
                  </a:lnTo>
                  <a:lnTo>
                    <a:pt x="280948" y="524893"/>
                  </a:lnTo>
                  <a:lnTo>
                    <a:pt x="279466" y="522835"/>
                  </a:lnTo>
                  <a:lnTo>
                    <a:pt x="278914" y="522627"/>
                  </a:lnTo>
                  <a:lnTo>
                    <a:pt x="279592" y="522410"/>
                  </a:lnTo>
                  <a:lnTo>
                    <a:pt x="279998" y="521876"/>
                  </a:lnTo>
                  <a:lnTo>
                    <a:pt x="280856" y="519614"/>
                  </a:lnTo>
                  <a:lnTo>
                    <a:pt x="282799" y="518493"/>
                  </a:lnTo>
                  <a:lnTo>
                    <a:pt x="284486" y="516063"/>
                  </a:lnTo>
                  <a:lnTo>
                    <a:pt x="284349" y="515339"/>
                  </a:lnTo>
                  <a:lnTo>
                    <a:pt x="285268" y="513145"/>
                  </a:lnTo>
                  <a:lnTo>
                    <a:pt x="285302" y="512031"/>
                  </a:lnTo>
                  <a:lnTo>
                    <a:pt x="284347" y="510741"/>
                  </a:lnTo>
                  <a:lnTo>
                    <a:pt x="283820" y="509318"/>
                  </a:lnTo>
                  <a:lnTo>
                    <a:pt x="283870" y="508779"/>
                  </a:lnTo>
                  <a:lnTo>
                    <a:pt x="284886" y="507246"/>
                  </a:lnTo>
                  <a:lnTo>
                    <a:pt x="285048" y="506300"/>
                  </a:lnTo>
                  <a:lnTo>
                    <a:pt x="287116" y="504402"/>
                  </a:lnTo>
                  <a:lnTo>
                    <a:pt x="288900" y="503947"/>
                  </a:lnTo>
                  <a:lnTo>
                    <a:pt x="289261" y="503415"/>
                  </a:lnTo>
                  <a:lnTo>
                    <a:pt x="289854" y="501045"/>
                  </a:lnTo>
                  <a:lnTo>
                    <a:pt x="290966" y="499710"/>
                  </a:lnTo>
                  <a:lnTo>
                    <a:pt x="291336" y="499703"/>
                  </a:lnTo>
                  <a:lnTo>
                    <a:pt x="291433" y="499367"/>
                  </a:lnTo>
                  <a:lnTo>
                    <a:pt x="292973" y="498233"/>
                  </a:lnTo>
                  <a:lnTo>
                    <a:pt x="293535" y="496960"/>
                  </a:lnTo>
                  <a:lnTo>
                    <a:pt x="294108" y="496819"/>
                  </a:lnTo>
                  <a:lnTo>
                    <a:pt x="294362" y="496127"/>
                  </a:lnTo>
                  <a:lnTo>
                    <a:pt x="295164" y="495314"/>
                  </a:lnTo>
                  <a:lnTo>
                    <a:pt x="294470" y="492931"/>
                  </a:lnTo>
                  <a:lnTo>
                    <a:pt x="293927" y="492134"/>
                  </a:lnTo>
                  <a:lnTo>
                    <a:pt x="293753" y="491405"/>
                  </a:lnTo>
                  <a:lnTo>
                    <a:pt x="294025" y="491521"/>
                  </a:lnTo>
                  <a:lnTo>
                    <a:pt x="294496" y="491284"/>
                  </a:lnTo>
                  <a:lnTo>
                    <a:pt x="294408" y="491067"/>
                  </a:lnTo>
                  <a:lnTo>
                    <a:pt x="295502" y="489745"/>
                  </a:lnTo>
                  <a:lnTo>
                    <a:pt x="295780" y="488002"/>
                  </a:lnTo>
                  <a:lnTo>
                    <a:pt x="296238" y="487917"/>
                  </a:lnTo>
                  <a:lnTo>
                    <a:pt x="296400" y="487556"/>
                  </a:lnTo>
                  <a:lnTo>
                    <a:pt x="297132" y="487270"/>
                  </a:lnTo>
                  <a:lnTo>
                    <a:pt x="297742" y="486543"/>
                  </a:lnTo>
                  <a:lnTo>
                    <a:pt x="298416" y="486383"/>
                  </a:lnTo>
                  <a:lnTo>
                    <a:pt x="299094" y="485508"/>
                  </a:lnTo>
                  <a:lnTo>
                    <a:pt x="300498" y="485206"/>
                  </a:lnTo>
                  <a:lnTo>
                    <a:pt x="301228" y="484472"/>
                  </a:lnTo>
                  <a:lnTo>
                    <a:pt x="302827" y="483729"/>
                  </a:lnTo>
                  <a:lnTo>
                    <a:pt x="303775" y="482856"/>
                  </a:lnTo>
                  <a:lnTo>
                    <a:pt x="303589" y="482080"/>
                  </a:lnTo>
                  <a:lnTo>
                    <a:pt x="303783" y="481276"/>
                  </a:lnTo>
                  <a:lnTo>
                    <a:pt x="304253" y="480599"/>
                  </a:lnTo>
                  <a:lnTo>
                    <a:pt x="302489" y="478149"/>
                  </a:lnTo>
                  <a:lnTo>
                    <a:pt x="302463" y="477216"/>
                  </a:lnTo>
                  <a:lnTo>
                    <a:pt x="302636" y="477155"/>
                  </a:lnTo>
                  <a:lnTo>
                    <a:pt x="302004" y="476210"/>
                  </a:lnTo>
                  <a:lnTo>
                    <a:pt x="302310" y="475872"/>
                  </a:lnTo>
                  <a:lnTo>
                    <a:pt x="302088" y="475634"/>
                  </a:lnTo>
                  <a:lnTo>
                    <a:pt x="302174" y="475072"/>
                  </a:lnTo>
                  <a:lnTo>
                    <a:pt x="301490" y="474437"/>
                  </a:lnTo>
                  <a:lnTo>
                    <a:pt x="301599" y="473270"/>
                  </a:lnTo>
                  <a:lnTo>
                    <a:pt x="301375" y="472672"/>
                  </a:lnTo>
                  <a:lnTo>
                    <a:pt x="301867" y="471032"/>
                  </a:lnTo>
                  <a:lnTo>
                    <a:pt x="301409" y="469814"/>
                  </a:lnTo>
                  <a:lnTo>
                    <a:pt x="301329" y="468113"/>
                  </a:lnTo>
                  <a:lnTo>
                    <a:pt x="301559" y="466154"/>
                  </a:lnTo>
                  <a:lnTo>
                    <a:pt x="301243" y="465804"/>
                  </a:lnTo>
                  <a:lnTo>
                    <a:pt x="301088" y="464995"/>
                  </a:lnTo>
                  <a:lnTo>
                    <a:pt x="301155" y="463982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pg116">
              <a:extLst>
                <a:ext uri="{FF2B5EF4-FFF2-40B4-BE49-F238E27FC236}">
                  <a16:creationId xmlns:a16="http://schemas.microsoft.com/office/drawing/2014/main" id="{E251677E-3422-E40E-D9A8-BA4359529243}"/>
                </a:ext>
              </a:extLst>
            </p:cNvPr>
            <p:cNvSpPr/>
            <p:nvPr/>
          </p:nvSpPr>
          <p:spPr>
            <a:xfrm>
              <a:off x="475509" y="2386369"/>
              <a:ext cx="718729" cy="601075"/>
            </a:xfrm>
            <a:custGeom>
              <a:avLst/>
              <a:gdLst/>
              <a:ahLst/>
              <a:cxnLst/>
              <a:rect l="0" t="0" r="0" b="0"/>
              <a:pathLst>
                <a:path w="718729" h="601075">
                  <a:moveTo>
                    <a:pt x="225888" y="241326"/>
                  </a:moveTo>
                  <a:lnTo>
                    <a:pt x="224411" y="242015"/>
                  </a:lnTo>
                  <a:lnTo>
                    <a:pt x="224477" y="242321"/>
                  </a:lnTo>
                  <a:lnTo>
                    <a:pt x="223203" y="242711"/>
                  </a:lnTo>
                  <a:lnTo>
                    <a:pt x="222232" y="241838"/>
                  </a:lnTo>
                  <a:lnTo>
                    <a:pt x="220611" y="242503"/>
                  </a:lnTo>
                  <a:lnTo>
                    <a:pt x="220502" y="242217"/>
                  </a:lnTo>
                  <a:lnTo>
                    <a:pt x="219988" y="242184"/>
                  </a:lnTo>
                  <a:lnTo>
                    <a:pt x="218404" y="243188"/>
                  </a:lnTo>
                  <a:lnTo>
                    <a:pt x="217610" y="242727"/>
                  </a:lnTo>
                  <a:lnTo>
                    <a:pt x="217663" y="243055"/>
                  </a:lnTo>
                  <a:lnTo>
                    <a:pt x="217288" y="243238"/>
                  </a:lnTo>
                  <a:lnTo>
                    <a:pt x="215251" y="246029"/>
                  </a:lnTo>
                  <a:lnTo>
                    <a:pt x="215536" y="246719"/>
                  </a:lnTo>
                  <a:lnTo>
                    <a:pt x="214365" y="248754"/>
                  </a:lnTo>
                  <a:lnTo>
                    <a:pt x="213552" y="248967"/>
                  </a:lnTo>
                  <a:lnTo>
                    <a:pt x="211453" y="250862"/>
                  </a:lnTo>
                  <a:lnTo>
                    <a:pt x="211086" y="250633"/>
                  </a:lnTo>
                  <a:lnTo>
                    <a:pt x="210708" y="251071"/>
                  </a:lnTo>
                  <a:lnTo>
                    <a:pt x="210498" y="250929"/>
                  </a:lnTo>
                  <a:lnTo>
                    <a:pt x="210304" y="251367"/>
                  </a:lnTo>
                  <a:lnTo>
                    <a:pt x="209582" y="251315"/>
                  </a:lnTo>
                  <a:lnTo>
                    <a:pt x="209562" y="250603"/>
                  </a:lnTo>
                  <a:lnTo>
                    <a:pt x="208479" y="249026"/>
                  </a:lnTo>
                  <a:lnTo>
                    <a:pt x="208246" y="249303"/>
                  </a:lnTo>
                  <a:lnTo>
                    <a:pt x="200580" y="248381"/>
                  </a:lnTo>
                  <a:lnTo>
                    <a:pt x="195442" y="245802"/>
                  </a:lnTo>
                  <a:lnTo>
                    <a:pt x="196308" y="244367"/>
                  </a:lnTo>
                  <a:lnTo>
                    <a:pt x="196255" y="243874"/>
                  </a:lnTo>
                  <a:lnTo>
                    <a:pt x="194988" y="243108"/>
                  </a:lnTo>
                  <a:lnTo>
                    <a:pt x="194669" y="243215"/>
                  </a:lnTo>
                  <a:lnTo>
                    <a:pt x="192400" y="242484"/>
                  </a:lnTo>
                  <a:lnTo>
                    <a:pt x="185238" y="239527"/>
                  </a:lnTo>
                  <a:lnTo>
                    <a:pt x="185954" y="237889"/>
                  </a:lnTo>
                  <a:lnTo>
                    <a:pt x="183521" y="236854"/>
                  </a:lnTo>
                  <a:lnTo>
                    <a:pt x="182656" y="238513"/>
                  </a:lnTo>
                  <a:lnTo>
                    <a:pt x="182148" y="238233"/>
                  </a:lnTo>
                  <a:lnTo>
                    <a:pt x="175121" y="232509"/>
                  </a:lnTo>
                  <a:lnTo>
                    <a:pt x="172803" y="230420"/>
                  </a:lnTo>
                  <a:lnTo>
                    <a:pt x="172577" y="229807"/>
                  </a:lnTo>
                  <a:lnTo>
                    <a:pt x="170414" y="229813"/>
                  </a:lnTo>
                  <a:lnTo>
                    <a:pt x="160857" y="228228"/>
                  </a:lnTo>
                  <a:lnTo>
                    <a:pt x="158615" y="228110"/>
                  </a:lnTo>
                  <a:lnTo>
                    <a:pt x="156805" y="228173"/>
                  </a:lnTo>
                  <a:lnTo>
                    <a:pt x="152370" y="230619"/>
                  </a:lnTo>
                  <a:lnTo>
                    <a:pt x="149304" y="231259"/>
                  </a:lnTo>
                  <a:lnTo>
                    <a:pt x="146370" y="231055"/>
                  </a:lnTo>
                  <a:lnTo>
                    <a:pt x="144851" y="230029"/>
                  </a:lnTo>
                  <a:lnTo>
                    <a:pt x="143552" y="228495"/>
                  </a:lnTo>
                  <a:lnTo>
                    <a:pt x="142761" y="227582"/>
                  </a:lnTo>
                  <a:lnTo>
                    <a:pt x="139396" y="225502"/>
                  </a:lnTo>
                  <a:lnTo>
                    <a:pt x="134038" y="221258"/>
                  </a:lnTo>
                  <a:lnTo>
                    <a:pt x="126990" y="213150"/>
                  </a:lnTo>
                  <a:lnTo>
                    <a:pt x="126132" y="211309"/>
                  </a:lnTo>
                  <a:lnTo>
                    <a:pt x="125837" y="209103"/>
                  </a:lnTo>
                  <a:lnTo>
                    <a:pt x="126641" y="205459"/>
                  </a:lnTo>
                  <a:lnTo>
                    <a:pt x="118887" y="210685"/>
                  </a:lnTo>
                  <a:lnTo>
                    <a:pt x="109784" y="216944"/>
                  </a:lnTo>
                  <a:lnTo>
                    <a:pt x="107475" y="220667"/>
                  </a:lnTo>
                  <a:lnTo>
                    <a:pt x="107003" y="220327"/>
                  </a:lnTo>
                  <a:lnTo>
                    <a:pt x="104095" y="222555"/>
                  </a:lnTo>
                  <a:lnTo>
                    <a:pt x="101942" y="222602"/>
                  </a:lnTo>
                  <a:lnTo>
                    <a:pt x="101514" y="221277"/>
                  </a:lnTo>
                  <a:lnTo>
                    <a:pt x="100602" y="220013"/>
                  </a:lnTo>
                  <a:lnTo>
                    <a:pt x="98703" y="218686"/>
                  </a:lnTo>
                  <a:lnTo>
                    <a:pt x="96763" y="217796"/>
                  </a:lnTo>
                  <a:lnTo>
                    <a:pt x="85344" y="214622"/>
                  </a:lnTo>
                  <a:lnTo>
                    <a:pt x="80336" y="213867"/>
                  </a:lnTo>
                  <a:lnTo>
                    <a:pt x="66629" y="212483"/>
                  </a:lnTo>
                  <a:lnTo>
                    <a:pt x="64649" y="211984"/>
                  </a:lnTo>
                  <a:lnTo>
                    <a:pt x="62466" y="211022"/>
                  </a:lnTo>
                  <a:lnTo>
                    <a:pt x="60767" y="209471"/>
                  </a:lnTo>
                  <a:lnTo>
                    <a:pt x="57037" y="203639"/>
                  </a:lnTo>
                  <a:lnTo>
                    <a:pt x="51830" y="191496"/>
                  </a:lnTo>
                  <a:lnTo>
                    <a:pt x="50770" y="190419"/>
                  </a:lnTo>
                  <a:lnTo>
                    <a:pt x="49445" y="189711"/>
                  </a:lnTo>
                  <a:lnTo>
                    <a:pt x="48271" y="189505"/>
                  </a:lnTo>
                  <a:lnTo>
                    <a:pt x="47220" y="189871"/>
                  </a:lnTo>
                  <a:lnTo>
                    <a:pt x="46366" y="191052"/>
                  </a:lnTo>
                  <a:lnTo>
                    <a:pt x="45552" y="195832"/>
                  </a:lnTo>
                  <a:lnTo>
                    <a:pt x="44386" y="199762"/>
                  </a:lnTo>
                  <a:lnTo>
                    <a:pt x="43688" y="201116"/>
                  </a:lnTo>
                  <a:lnTo>
                    <a:pt x="42663" y="202282"/>
                  </a:lnTo>
                  <a:lnTo>
                    <a:pt x="41176" y="203209"/>
                  </a:lnTo>
                  <a:lnTo>
                    <a:pt x="39695" y="203402"/>
                  </a:lnTo>
                  <a:lnTo>
                    <a:pt x="36045" y="202204"/>
                  </a:lnTo>
                  <a:lnTo>
                    <a:pt x="34428" y="201186"/>
                  </a:lnTo>
                  <a:lnTo>
                    <a:pt x="33336" y="199863"/>
                  </a:lnTo>
                  <a:lnTo>
                    <a:pt x="31695" y="196670"/>
                  </a:lnTo>
                  <a:lnTo>
                    <a:pt x="22407" y="171362"/>
                  </a:lnTo>
                  <a:lnTo>
                    <a:pt x="20857" y="168248"/>
                  </a:lnTo>
                  <a:lnTo>
                    <a:pt x="18081" y="164911"/>
                  </a:lnTo>
                  <a:lnTo>
                    <a:pt x="4344" y="152760"/>
                  </a:lnTo>
                  <a:lnTo>
                    <a:pt x="2651" y="150713"/>
                  </a:lnTo>
                  <a:lnTo>
                    <a:pt x="1337" y="148404"/>
                  </a:lnTo>
                  <a:lnTo>
                    <a:pt x="375" y="145546"/>
                  </a:lnTo>
                  <a:lnTo>
                    <a:pt x="0" y="142486"/>
                  </a:lnTo>
                  <a:lnTo>
                    <a:pt x="1023" y="133213"/>
                  </a:lnTo>
                  <a:lnTo>
                    <a:pt x="19404" y="129409"/>
                  </a:lnTo>
                  <a:lnTo>
                    <a:pt x="60631" y="120876"/>
                  </a:lnTo>
                  <a:lnTo>
                    <a:pt x="86674" y="115486"/>
                  </a:lnTo>
                  <a:lnTo>
                    <a:pt x="116342" y="109346"/>
                  </a:lnTo>
                  <a:lnTo>
                    <a:pt x="167996" y="98655"/>
                  </a:lnTo>
                  <a:lnTo>
                    <a:pt x="182096" y="95737"/>
                  </a:lnTo>
                  <a:lnTo>
                    <a:pt x="184262" y="95022"/>
                  </a:lnTo>
                  <a:lnTo>
                    <a:pt x="185019" y="95069"/>
                  </a:lnTo>
                  <a:lnTo>
                    <a:pt x="186190" y="95642"/>
                  </a:lnTo>
                  <a:lnTo>
                    <a:pt x="187541" y="95747"/>
                  </a:lnTo>
                  <a:lnTo>
                    <a:pt x="189895" y="95128"/>
                  </a:lnTo>
                  <a:lnTo>
                    <a:pt x="190863" y="94440"/>
                  </a:lnTo>
                  <a:lnTo>
                    <a:pt x="191287" y="93488"/>
                  </a:lnTo>
                  <a:lnTo>
                    <a:pt x="191442" y="91783"/>
                  </a:lnTo>
                  <a:lnTo>
                    <a:pt x="190739" y="89658"/>
                  </a:lnTo>
                  <a:lnTo>
                    <a:pt x="191187" y="85921"/>
                  </a:lnTo>
                  <a:lnTo>
                    <a:pt x="190709" y="82934"/>
                  </a:lnTo>
                  <a:lnTo>
                    <a:pt x="191041" y="80339"/>
                  </a:lnTo>
                  <a:lnTo>
                    <a:pt x="190243" y="76507"/>
                  </a:lnTo>
                  <a:lnTo>
                    <a:pt x="190621" y="74977"/>
                  </a:lnTo>
                  <a:lnTo>
                    <a:pt x="191125" y="74353"/>
                  </a:lnTo>
                  <a:lnTo>
                    <a:pt x="192636" y="73393"/>
                  </a:lnTo>
                  <a:lnTo>
                    <a:pt x="193179" y="72715"/>
                  </a:lnTo>
                  <a:lnTo>
                    <a:pt x="194373" y="68918"/>
                  </a:lnTo>
                  <a:lnTo>
                    <a:pt x="195687" y="68351"/>
                  </a:lnTo>
                  <a:lnTo>
                    <a:pt x="196679" y="67416"/>
                  </a:lnTo>
                  <a:lnTo>
                    <a:pt x="196844" y="64840"/>
                  </a:lnTo>
                  <a:lnTo>
                    <a:pt x="197306" y="63517"/>
                  </a:lnTo>
                  <a:lnTo>
                    <a:pt x="198064" y="62554"/>
                  </a:lnTo>
                  <a:lnTo>
                    <a:pt x="199509" y="62075"/>
                  </a:lnTo>
                  <a:lnTo>
                    <a:pt x="201590" y="63015"/>
                  </a:lnTo>
                  <a:lnTo>
                    <a:pt x="202022" y="62995"/>
                  </a:lnTo>
                  <a:lnTo>
                    <a:pt x="203539" y="62088"/>
                  </a:lnTo>
                  <a:lnTo>
                    <a:pt x="204075" y="61133"/>
                  </a:lnTo>
                  <a:lnTo>
                    <a:pt x="204090" y="60136"/>
                  </a:lnTo>
                  <a:lnTo>
                    <a:pt x="203285" y="58953"/>
                  </a:lnTo>
                  <a:lnTo>
                    <a:pt x="200247" y="57889"/>
                  </a:lnTo>
                  <a:lnTo>
                    <a:pt x="200172" y="56478"/>
                  </a:lnTo>
                  <a:lnTo>
                    <a:pt x="201861" y="55494"/>
                  </a:lnTo>
                  <a:lnTo>
                    <a:pt x="204100" y="53725"/>
                  </a:lnTo>
                  <a:lnTo>
                    <a:pt x="204458" y="52813"/>
                  </a:lnTo>
                  <a:lnTo>
                    <a:pt x="204349" y="50981"/>
                  </a:lnTo>
                  <a:lnTo>
                    <a:pt x="204903" y="47749"/>
                  </a:lnTo>
                  <a:lnTo>
                    <a:pt x="206634" y="45561"/>
                  </a:lnTo>
                  <a:lnTo>
                    <a:pt x="208902" y="44323"/>
                  </a:lnTo>
                  <a:lnTo>
                    <a:pt x="210124" y="42978"/>
                  </a:lnTo>
                  <a:lnTo>
                    <a:pt x="209951" y="41981"/>
                  </a:lnTo>
                  <a:lnTo>
                    <a:pt x="209645" y="41509"/>
                  </a:lnTo>
                  <a:lnTo>
                    <a:pt x="206951" y="40201"/>
                  </a:lnTo>
                  <a:lnTo>
                    <a:pt x="206485" y="39762"/>
                  </a:lnTo>
                  <a:lnTo>
                    <a:pt x="206057" y="38866"/>
                  </a:lnTo>
                  <a:lnTo>
                    <a:pt x="205999" y="38081"/>
                  </a:lnTo>
                  <a:lnTo>
                    <a:pt x="207148" y="37411"/>
                  </a:lnTo>
                  <a:lnTo>
                    <a:pt x="208966" y="37077"/>
                  </a:lnTo>
                  <a:lnTo>
                    <a:pt x="209679" y="35885"/>
                  </a:lnTo>
                  <a:lnTo>
                    <a:pt x="211674" y="35304"/>
                  </a:lnTo>
                  <a:lnTo>
                    <a:pt x="212522" y="35220"/>
                  </a:lnTo>
                  <a:lnTo>
                    <a:pt x="214321" y="35836"/>
                  </a:lnTo>
                  <a:lnTo>
                    <a:pt x="215225" y="34714"/>
                  </a:lnTo>
                  <a:lnTo>
                    <a:pt x="214298" y="29685"/>
                  </a:lnTo>
                  <a:lnTo>
                    <a:pt x="215614" y="23877"/>
                  </a:lnTo>
                  <a:lnTo>
                    <a:pt x="215925" y="23642"/>
                  </a:lnTo>
                  <a:lnTo>
                    <a:pt x="218383" y="23698"/>
                  </a:lnTo>
                  <a:lnTo>
                    <a:pt x="220142" y="22582"/>
                  </a:lnTo>
                  <a:lnTo>
                    <a:pt x="221775" y="22135"/>
                  </a:lnTo>
                  <a:lnTo>
                    <a:pt x="221820" y="21584"/>
                  </a:lnTo>
                  <a:lnTo>
                    <a:pt x="220947" y="20199"/>
                  </a:lnTo>
                  <a:lnTo>
                    <a:pt x="220538" y="18002"/>
                  </a:lnTo>
                  <a:lnTo>
                    <a:pt x="221526" y="17325"/>
                  </a:lnTo>
                  <a:lnTo>
                    <a:pt x="222387" y="16365"/>
                  </a:lnTo>
                  <a:lnTo>
                    <a:pt x="223063" y="14071"/>
                  </a:lnTo>
                  <a:lnTo>
                    <a:pt x="223675" y="13573"/>
                  </a:lnTo>
                  <a:lnTo>
                    <a:pt x="224406" y="13531"/>
                  </a:lnTo>
                  <a:lnTo>
                    <a:pt x="225298" y="15353"/>
                  </a:lnTo>
                  <a:lnTo>
                    <a:pt x="226388" y="15401"/>
                  </a:lnTo>
                  <a:lnTo>
                    <a:pt x="225605" y="12461"/>
                  </a:lnTo>
                  <a:lnTo>
                    <a:pt x="225739" y="10774"/>
                  </a:lnTo>
                  <a:lnTo>
                    <a:pt x="226239" y="9466"/>
                  </a:lnTo>
                  <a:lnTo>
                    <a:pt x="226817" y="9169"/>
                  </a:lnTo>
                  <a:lnTo>
                    <a:pt x="227320" y="9354"/>
                  </a:lnTo>
                  <a:lnTo>
                    <a:pt x="228695" y="10945"/>
                  </a:lnTo>
                  <a:lnTo>
                    <a:pt x="229250" y="12070"/>
                  </a:lnTo>
                  <a:lnTo>
                    <a:pt x="230124" y="12356"/>
                  </a:lnTo>
                  <a:lnTo>
                    <a:pt x="230393" y="10395"/>
                  </a:lnTo>
                  <a:lnTo>
                    <a:pt x="232228" y="10242"/>
                  </a:lnTo>
                  <a:lnTo>
                    <a:pt x="233120" y="9690"/>
                  </a:lnTo>
                  <a:lnTo>
                    <a:pt x="233954" y="7723"/>
                  </a:lnTo>
                  <a:lnTo>
                    <a:pt x="237296" y="3441"/>
                  </a:lnTo>
                  <a:lnTo>
                    <a:pt x="238010" y="2914"/>
                  </a:lnTo>
                  <a:lnTo>
                    <a:pt x="238163" y="2310"/>
                  </a:lnTo>
                  <a:lnTo>
                    <a:pt x="238010" y="1399"/>
                  </a:lnTo>
                  <a:lnTo>
                    <a:pt x="238433" y="920"/>
                  </a:lnTo>
                  <a:lnTo>
                    <a:pt x="238742" y="0"/>
                  </a:lnTo>
                  <a:lnTo>
                    <a:pt x="240823" y="60"/>
                  </a:lnTo>
                  <a:lnTo>
                    <a:pt x="241451" y="1661"/>
                  </a:lnTo>
                  <a:lnTo>
                    <a:pt x="242475" y="2386"/>
                  </a:lnTo>
                  <a:lnTo>
                    <a:pt x="243000" y="2401"/>
                  </a:lnTo>
                  <a:lnTo>
                    <a:pt x="243581" y="1623"/>
                  </a:lnTo>
                  <a:lnTo>
                    <a:pt x="244445" y="2260"/>
                  </a:lnTo>
                  <a:lnTo>
                    <a:pt x="245478" y="2193"/>
                  </a:lnTo>
                  <a:lnTo>
                    <a:pt x="246551" y="1388"/>
                  </a:lnTo>
                  <a:lnTo>
                    <a:pt x="246991" y="1654"/>
                  </a:lnTo>
                  <a:lnTo>
                    <a:pt x="247594" y="3210"/>
                  </a:lnTo>
                  <a:lnTo>
                    <a:pt x="249333" y="2271"/>
                  </a:lnTo>
                  <a:lnTo>
                    <a:pt x="250170" y="2705"/>
                  </a:lnTo>
                  <a:lnTo>
                    <a:pt x="251649" y="2812"/>
                  </a:lnTo>
                  <a:lnTo>
                    <a:pt x="252562" y="2627"/>
                  </a:lnTo>
                  <a:lnTo>
                    <a:pt x="252980" y="3632"/>
                  </a:lnTo>
                  <a:lnTo>
                    <a:pt x="253942" y="3278"/>
                  </a:lnTo>
                  <a:lnTo>
                    <a:pt x="254275" y="3721"/>
                  </a:lnTo>
                  <a:lnTo>
                    <a:pt x="255377" y="3098"/>
                  </a:lnTo>
                  <a:lnTo>
                    <a:pt x="256222" y="3169"/>
                  </a:lnTo>
                  <a:lnTo>
                    <a:pt x="256971" y="2554"/>
                  </a:lnTo>
                  <a:lnTo>
                    <a:pt x="257468" y="2459"/>
                  </a:lnTo>
                  <a:lnTo>
                    <a:pt x="258889" y="3707"/>
                  </a:lnTo>
                  <a:lnTo>
                    <a:pt x="259610" y="2855"/>
                  </a:lnTo>
                  <a:lnTo>
                    <a:pt x="261296" y="2509"/>
                  </a:lnTo>
                  <a:lnTo>
                    <a:pt x="262084" y="2059"/>
                  </a:lnTo>
                  <a:lnTo>
                    <a:pt x="263103" y="929"/>
                  </a:lnTo>
                  <a:lnTo>
                    <a:pt x="263555" y="44"/>
                  </a:lnTo>
                  <a:lnTo>
                    <a:pt x="263897" y="133"/>
                  </a:lnTo>
                  <a:lnTo>
                    <a:pt x="263864" y="550"/>
                  </a:lnTo>
                  <a:lnTo>
                    <a:pt x="264128" y="759"/>
                  </a:lnTo>
                  <a:lnTo>
                    <a:pt x="266135" y="428"/>
                  </a:lnTo>
                  <a:lnTo>
                    <a:pt x="267024" y="1403"/>
                  </a:lnTo>
                  <a:lnTo>
                    <a:pt x="268102" y="2060"/>
                  </a:lnTo>
                  <a:lnTo>
                    <a:pt x="268551" y="3288"/>
                  </a:lnTo>
                  <a:lnTo>
                    <a:pt x="269755" y="3349"/>
                  </a:lnTo>
                  <a:lnTo>
                    <a:pt x="270977" y="4809"/>
                  </a:lnTo>
                  <a:lnTo>
                    <a:pt x="271419" y="5030"/>
                  </a:lnTo>
                  <a:lnTo>
                    <a:pt x="271774" y="5715"/>
                  </a:lnTo>
                  <a:lnTo>
                    <a:pt x="272481" y="6226"/>
                  </a:lnTo>
                  <a:lnTo>
                    <a:pt x="273179" y="6403"/>
                  </a:lnTo>
                  <a:lnTo>
                    <a:pt x="273200" y="7257"/>
                  </a:lnTo>
                  <a:lnTo>
                    <a:pt x="273905" y="7457"/>
                  </a:lnTo>
                  <a:lnTo>
                    <a:pt x="274435" y="8195"/>
                  </a:lnTo>
                  <a:lnTo>
                    <a:pt x="274947" y="8502"/>
                  </a:lnTo>
                  <a:lnTo>
                    <a:pt x="274780" y="9485"/>
                  </a:lnTo>
                  <a:lnTo>
                    <a:pt x="275007" y="10196"/>
                  </a:lnTo>
                  <a:lnTo>
                    <a:pt x="276105" y="10805"/>
                  </a:lnTo>
                  <a:lnTo>
                    <a:pt x="276550" y="10815"/>
                  </a:lnTo>
                  <a:lnTo>
                    <a:pt x="277197" y="11355"/>
                  </a:lnTo>
                  <a:lnTo>
                    <a:pt x="278099" y="12630"/>
                  </a:lnTo>
                  <a:lnTo>
                    <a:pt x="278272" y="13446"/>
                  </a:lnTo>
                  <a:lnTo>
                    <a:pt x="279543" y="13449"/>
                  </a:lnTo>
                  <a:lnTo>
                    <a:pt x="280733" y="12479"/>
                  </a:lnTo>
                  <a:lnTo>
                    <a:pt x="281265" y="12694"/>
                  </a:lnTo>
                  <a:lnTo>
                    <a:pt x="282054" y="12333"/>
                  </a:lnTo>
                  <a:lnTo>
                    <a:pt x="282930" y="12583"/>
                  </a:lnTo>
                  <a:lnTo>
                    <a:pt x="284079" y="13306"/>
                  </a:lnTo>
                  <a:lnTo>
                    <a:pt x="284818" y="14454"/>
                  </a:lnTo>
                  <a:lnTo>
                    <a:pt x="287286" y="14871"/>
                  </a:lnTo>
                  <a:lnTo>
                    <a:pt x="288559" y="15452"/>
                  </a:lnTo>
                  <a:lnTo>
                    <a:pt x="289298" y="17237"/>
                  </a:lnTo>
                  <a:lnTo>
                    <a:pt x="289116" y="19894"/>
                  </a:lnTo>
                  <a:lnTo>
                    <a:pt x="288854" y="20277"/>
                  </a:lnTo>
                  <a:lnTo>
                    <a:pt x="289042" y="20510"/>
                  </a:lnTo>
                  <a:lnTo>
                    <a:pt x="288710" y="21143"/>
                  </a:lnTo>
                  <a:lnTo>
                    <a:pt x="289099" y="21484"/>
                  </a:lnTo>
                  <a:lnTo>
                    <a:pt x="289420" y="22331"/>
                  </a:lnTo>
                  <a:lnTo>
                    <a:pt x="289175" y="22517"/>
                  </a:lnTo>
                  <a:lnTo>
                    <a:pt x="289168" y="25147"/>
                  </a:lnTo>
                  <a:lnTo>
                    <a:pt x="288924" y="25285"/>
                  </a:lnTo>
                  <a:lnTo>
                    <a:pt x="289936" y="26163"/>
                  </a:lnTo>
                  <a:lnTo>
                    <a:pt x="290652" y="26182"/>
                  </a:lnTo>
                  <a:lnTo>
                    <a:pt x="291768" y="26957"/>
                  </a:lnTo>
                  <a:lnTo>
                    <a:pt x="291772" y="29078"/>
                  </a:lnTo>
                  <a:lnTo>
                    <a:pt x="291321" y="29285"/>
                  </a:lnTo>
                  <a:lnTo>
                    <a:pt x="291246" y="30121"/>
                  </a:lnTo>
                  <a:lnTo>
                    <a:pt x="291398" y="31087"/>
                  </a:lnTo>
                  <a:lnTo>
                    <a:pt x="290962" y="32007"/>
                  </a:lnTo>
                  <a:lnTo>
                    <a:pt x="290365" y="32597"/>
                  </a:lnTo>
                  <a:lnTo>
                    <a:pt x="289742" y="36690"/>
                  </a:lnTo>
                  <a:lnTo>
                    <a:pt x="288443" y="38330"/>
                  </a:lnTo>
                  <a:lnTo>
                    <a:pt x="286485" y="39185"/>
                  </a:lnTo>
                  <a:lnTo>
                    <a:pt x="286088" y="40116"/>
                  </a:lnTo>
                  <a:lnTo>
                    <a:pt x="285201" y="40153"/>
                  </a:lnTo>
                  <a:lnTo>
                    <a:pt x="284437" y="41029"/>
                  </a:lnTo>
                  <a:lnTo>
                    <a:pt x="284109" y="41107"/>
                  </a:lnTo>
                  <a:lnTo>
                    <a:pt x="284786" y="42557"/>
                  </a:lnTo>
                  <a:lnTo>
                    <a:pt x="285260" y="42695"/>
                  </a:lnTo>
                  <a:lnTo>
                    <a:pt x="285131" y="43024"/>
                  </a:lnTo>
                  <a:lnTo>
                    <a:pt x="285352" y="43553"/>
                  </a:lnTo>
                  <a:lnTo>
                    <a:pt x="285060" y="44916"/>
                  </a:lnTo>
                  <a:lnTo>
                    <a:pt x="286291" y="49813"/>
                  </a:lnTo>
                  <a:lnTo>
                    <a:pt x="286907" y="50694"/>
                  </a:lnTo>
                  <a:lnTo>
                    <a:pt x="287617" y="52467"/>
                  </a:lnTo>
                  <a:lnTo>
                    <a:pt x="288439" y="53192"/>
                  </a:lnTo>
                  <a:lnTo>
                    <a:pt x="288724" y="54201"/>
                  </a:lnTo>
                  <a:lnTo>
                    <a:pt x="288983" y="54417"/>
                  </a:lnTo>
                  <a:lnTo>
                    <a:pt x="289062" y="57231"/>
                  </a:lnTo>
                  <a:lnTo>
                    <a:pt x="288489" y="59825"/>
                  </a:lnTo>
                  <a:lnTo>
                    <a:pt x="287892" y="60157"/>
                  </a:lnTo>
                  <a:lnTo>
                    <a:pt x="287401" y="60901"/>
                  </a:lnTo>
                  <a:lnTo>
                    <a:pt x="286290" y="61399"/>
                  </a:lnTo>
                  <a:lnTo>
                    <a:pt x="286223" y="62892"/>
                  </a:lnTo>
                  <a:lnTo>
                    <a:pt x="285687" y="63536"/>
                  </a:lnTo>
                  <a:lnTo>
                    <a:pt x="284165" y="64438"/>
                  </a:lnTo>
                  <a:lnTo>
                    <a:pt x="283203" y="66123"/>
                  </a:lnTo>
                  <a:lnTo>
                    <a:pt x="283319" y="66270"/>
                  </a:lnTo>
                  <a:lnTo>
                    <a:pt x="282696" y="66629"/>
                  </a:lnTo>
                  <a:lnTo>
                    <a:pt x="280903" y="66993"/>
                  </a:lnTo>
                  <a:lnTo>
                    <a:pt x="278923" y="68733"/>
                  </a:lnTo>
                  <a:lnTo>
                    <a:pt x="278485" y="69675"/>
                  </a:lnTo>
                  <a:lnTo>
                    <a:pt x="278103" y="71755"/>
                  </a:lnTo>
                  <a:lnTo>
                    <a:pt x="278430" y="71960"/>
                  </a:lnTo>
                  <a:lnTo>
                    <a:pt x="277559" y="73042"/>
                  </a:lnTo>
                  <a:lnTo>
                    <a:pt x="277619" y="73569"/>
                  </a:lnTo>
                  <a:lnTo>
                    <a:pt x="277022" y="74269"/>
                  </a:lnTo>
                  <a:lnTo>
                    <a:pt x="276476" y="74481"/>
                  </a:lnTo>
                  <a:lnTo>
                    <a:pt x="276848" y="75991"/>
                  </a:lnTo>
                  <a:lnTo>
                    <a:pt x="277124" y="76232"/>
                  </a:lnTo>
                  <a:lnTo>
                    <a:pt x="276939" y="77221"/>
                  </a:lnTo>
                  <a:lnTo>
                    <a:pt x="277323" y="77870"/>
                  </a:lnTo>
                  <a:lnTo>
                    <a:pt x="277969" y="78076"/>
                  </a:lnTo>
                  <a:lnTo>
                    <a:pt x="278755" y="77898"/>
                  </a:lnTo>
                  <a:lnTo>
                    <a:pt x="280078" y="78197"/>
                  </a:lnTo>
                  <a:lnTo>
                    <a:pt x="282226" y="78187"/>
                  </a:lnTo>
                  <a:lnTo>
                    <a:pt x="283533" y="78471"/>
                  </a:lnTo>
                  <a:lnTo>
                    <a:pt x="284522" y="78237"/>
                  </a:lnTo>
                  <a:lnTo>
                    <a:pt x="286188" y="78390"/>
                  </a:lnTo>
                  <a:lnTo>
                    <a:pt x="286917" y="78629"/>
                  </a:lnTo>
                  <a:lnTo>
                    <a:pt x="287732" y="79600"/>
                  </a:lnTo>
                  <a:lnTo>
                    <a:pt x="290254" y="79858"/>
                  </a:lnTo>
                  <a:lnTo>
                    <a:pt x="291516" y="80668"/>
                  </a:lnTo>
                  <a:lnTo>
                    <a:pt x="291378" y="81188"/>
                  </a:lnTo>
                  <a:lnTo>
                    <a:pt x="292134" y="82983"/>
                  </a:lnTo>
                  <a:lnTo>
                    <a:pt x="291880" y="83302"/>
                  </a:lnTo>
                  <a:lnTo>
                    <a:pt x="292143" y="83634"/>
                  </a:lnTo>
                  <a:lnTo>
                    <a:pt x="293281" y="83539"/>
                  </a:lnTo>
                  <a:lnTo>
                    <a:pt x="296182" y="83997"/>
                  </a:lnTo>
                  <a:lnTo>
                    <a:pt x="297019" y="85315"/>
                  </a:lnTo>
                  <a:lnTo>
                    <a:pt x="298269" y="85376"/>
                  </a:lnTo>
                  <a:lnTo>
                    <a:pt x="299664" y="86379"/>
                  </a:lnTo>
                  <a:lnTo>
                    <a:pt x="300416" y="85871"/>
                  </a:lnTo>
                  <a:lnTo>
                    <a:pt x="300904" y="86146"/>
                  </a:lnTo>
                  <a:lnTo>
                    <a:pt x="301898" y="86118"/>
                  </a:lnTo>
                  <a:lnTo>
                    <a:pt x="302213" y="86784"/>
                  </a:lnTo>
                  <a:lnTo>
                    <a:pt x="303013" y="87236"/>
                  </a:lnTo>
                  <a:lnTo>
                    <a:pt x="303245" y="87873"/>
                  </a:lnTo>
                  <a:lnTo>
                    <a:pt x="304559" y="87836"/>
                  </a:lnTo>
                  <a:lnTo>
                    <a:pt x="305408" y="88459"/>
                  </a:lnTo>
                  <a:lnTo>
                    <a:pt x="306290" y="88236"/>
                  </a:lnTo>
                  <a:lnTo>
                    <a:pt x="307406" y="89136"/>
                  </a:lnTo>
                  <a:lnTo>
                    <a:pt x="308794" y="88815"/>
                  </a:lnTo>
                  <a:lnTo>
                    <a:pt x="308933" y="88478"/>
                  </a:lnTo>
                  <a:lnTo>
                    <a:pt x="310242" y="87981"/>
                  </a:lnTo>
                  <a:lnTo>
                    <a:pt x="311927" y="87986"/>
                  </a:lnTo>
                  <a:lnTo>
                    <a:pt x="313738" y="88922"/>
                  </a:lnTo>
                  <a:lnTo>
                    <a:pt x="313830" y="89178"/>
                  </a:lnTo>
                  <a:lnTo>
                    <a:pt x="313590" y="89572"/>
                  </a:lnTo>
                  <a:lnTo>
                    <a:pt x="314045" y="90189"/>
                  </a:lnTo>
                  <a:lnTo>
                    <a:pt x="314750" y="90198"/>
                  </a:lnTo>
                  <a:lnTo>
                    <a:pt x="315441" y="90944"/>
                  </a:lnTo>
                  <a:lnTo>
                    <a:pt x="315993" y="90940"/>
                  </a:lnTo>
                  <a:lnTo>
                    <a:pt x="316782" y="91400"/>
                  </a:lnTo>
                  <a:lnTo>
                    <a:pt x="317270" y="92015"/>
                  </a:lnTo>
                  <a:lnTo>
                    <a:pt x="317689" y="92777"/>
                  </a:lnTo>
                  <a:lnTo>
                    <a:pt x="317981" y="94233"/>
                  </a:lnTo>
                  <a:lnTo>
                    <a:pt x="318958" y="95262"/>
                  </a:lnTo>
                  <a:lnTo>
                    <a:pt x="319354" y="96820"/>
                  </a:lnTo>
                  <a:lnTo>
                    <a:pt x="319197" y="97891"/>
                  </a:lnTo>
                  <a:lnTo>
                    <a:pt x="319541" y="98095"/>
                  </a:lnTo>
                  <a:lnTo>
                    <a:pt x="320165" y="97933"/>
                  </a:lnTo>
                  <a:lnTo>
                    <a:pt x="320697" y="98826"/>
                  </a:lnTo>
                  <a:lnTo>
                    <a:pt x="321700" y="99763"/>
                  </a:lnTo>
                  <a:lnTo>
                    <a:pt x="321720" y="101256"/>
                  </a:lnTo>
                  <a:lnTo>
                    <a:pt x="321991" y="101659"/>
                  </a:lnTo>
                  <a:lnTo>
                    <a:pt x="323569" y="102194"/>
                  </a:lnTo>
                  <a:lnTo>
                    <a:pt x="324705" y="101888"/>
                  </a:lnTo>
                  <a:lnTo>
                    <a:pt x="325735" y="102642"/>
                  </a:lnTo>
                  <a:lnTo>
                    <a:pt x="327273" y="102320"/>
                  </a:lnTo>
                  <a:lnTo>
                    <a:pt x="329004" y="103474"/>
                  </a:lnTo>
                  <a:lnTo>
                    <a:pt x="329972" y="104578"/>
                  </a:lnTo>
                  <a:lnTo>
                    <a:pt x="331240" y="105500"/>
                  </a:lnTo>
                  <a:lnTo>
                    <a:pt x="331865" y="105535"/>
                  </a:lnTo>
                  <a:lnTo>
                    <a:pt x="332608" y="104980"/>
                  </a:lnTo>
                  <a:lnTo>
                    <a:pt x="333736" y="106416"/>
                  </a:lnTo>
                  <a:lnTo>
                    <a:pt x="334527" y="106495"/>
                  </a:lnTo>
                  <a:lnTo>
                    <a:pt x="335578" y="107604"/>
                  </a:lnTo>
                  <a:lnTo>
                    <a:pt x="337467" y="108382"/>
                  </a:lnTo>
                  <a:lnTo>
                    <a:pt x="337778" y="109062"/>
                  </a:lnTo>
                  <a:lnTo>
                    <a:pt x="337774" y="110063"/>
                  </a:lnTo>
                  <a:lnTo>
                    <a:pt x="338790" y="110831"/>
                  </a:lnTo>
                  <a:lnTo>
                    <a:pt x="339431" y="109669"/>
                  </a:lnTo>
                  <a:lnTo>
                    <a:pt x="340157" y="106973"/>
                  </a:lnTo>
                  <a:lnTo>
                    <a:pt x="340329" y="105453"/>
                  </a:lnTo>
                  <a:lnTo>
                    <a:pt x="340015" y="104551"/>
                  </a:lnTo>
                  <a:lnTo>
                    <a:pt x="338499" y="102800"/>
                  </a:lnTo>
                  <a:lnTo>
                    <a:pt x="341028" y="100738"/>
                  </a:lnTo>
                  <a:lnTo>
                    <a:pt x="341005" y="98928"/>
                  </a:lnTo>
                  <a:lnTo>
                    <a:pt x="342810" y="96433"/>
                  </a:lnTo>
                  <a:lnTo>
                    <a:pt x="343343" y="94814"/>
                  </a:lnTo>
                  <a:lnTo>
                    <a:pt x="343260" y="89969"/>
                  </a:lnTo>
                  <a:lnTo>
                    <a:pt x="342780" y="89443"/>
                  </a:lnTo>
                  <a:lnTo>
                    <a:pt x="340876" y="88517"/>
                  </a:lnTo>
                  <a:lnTo>
                    <a:pt x="340506" y="87977"/>
                  </a:lnTo>
                  <a:lnTo>
                    <a:pt x="340495" y="87532"/>
                  </a:lnTo>
                  <a:lnTo>
                    <a:pt x="341768" y="85088"/>
                  </a:lnTo>
                  <a:lnTo>
                    <a:pt x="344810" y="82180"/>
                  </a:lnTo>
                  <a:lnTo>
                    <a:pt x="346330" y="80366"/>
                  </a:lnTo>
                  <a:lnTo>
                    <a:pt x="346686" y="80435"/>
                  </a:lnTo>
                  <a:lnTo>
                    <a:pt x="347430" y="80060"/>
                  </a:lnTo>
                  <a:lnTo>
                    <a:pt x="348157" y="80507"/>
                  </a:lnTo>
                  <a:lnTo>
                    <a:pt x="348612" y="80458"/>
                  </a:lnTo>
                  <a:lnTo>
                    <a:pt x="348780" y="81273"/>
                  </a:lnTo>
                  <a:lnTo>
                    <a:pt x="349898" y="81428"/>
                  </a:lnTo>
                  <a:lnTo>
                    <a:pt x="350113" y="81984"/>
                  </a:lnTo>
                  <a:lnTo>
                    <a:pt x="351453" y="82301"/>
                  </a:lnTo>
                  <a:lnTo>
                    <a:pt x="351357" y="82795"/>
                  </a:lnTo>
                  <a:lnTo>
                    <a:pt x="351933" y="83404"/>
                  </a:lnTo>
                  <a:lnTo>
                    <a:pt x="353142" y="83785"/>
                  </a:lnTo>
                  <a:lnTo>
                    <a:pt x="352892" y="84959"/>
                  </a:lnTo>
                  <a:lnTo>
                    <a:pt x="354153" y="85648"/>
                  </a:lnTo>
                  <a:lnTo>
                    <a:pt x="354733" y="86303"/>
                  </a:lnTo>
                  <a:lnTo>
                    <a:pt x="355271" y="86199"/>
                  </a:lnTo>
                  <a:lnTo>
                    <a:pt x="355600" y="87026"/>
                  </a:lnTo>
                  <a:lnTo>
                    <a:pt x="355904" y="86741"/>
                  </a:lnTo>
                  <a:lnTo>
                    <a:pt x="356632" y="86700"/>
                  </a:lnTo>
                  <a:lnTo>
                    <a:pt x="357684" y="87148"/>
                  </a:lnTo>
                  <a:lnTo>
                    <a:pt x="358085" y="86680"/>
                  </a:lnTo>
                  <a:lnTo>
                    <a:pt x="358495" y="87050"/>
                  </a:lnTo>
                  <a:lnTo>
                    <a:pt x="359445" y="86795"/>
                  </a:lnTo>
                  <a:lnTo>
                    <a:pt x="360035" y="86237"/>
                  </a:lnTo>
                  <a:lnTo>
                    <a:pt x="360501" y="86506"/>
                  </a:lnTo>
                  <a:lnTo>
                    <a:pt x="361508" y="86146"/>
                  </a:lnTo>
                  <a:lnTo>
                    <a:pt x="361686" y="86332"/>
                  </a:lnTo>
                  <a:lnTo>
                    <a:pt x="362768" y="86249"/>
                  </a:lnTo>
                  <a:lnTo>
                    <a:pt x="364424" y="85876"/>
                  </a:lnTo>
                  <a:lnTo>
                    <a:pt x="365069" y="86531"/>
                  </a:lnTo>
                  <a:lnTo>
                    <a:pt x="365557" y="86198"/>
                  </a:lnTo>
                  <a:lnTo>
                    <a:pt x="366109" y="86693"/>
                  </a:lnTo>
                  <a:lnTo>
                    <a:pt x="366611" y="86280"/>
                  </a:lnTo>
                  <a:lnTo>
                    <a:pt x="367484" y="87155"/>
                  </a:lnTo>
                  <a:lnTo>
                    <a:pt x="368105" y="87391"/>
                  </a:lnTo>
                  <a:lnTo>
                    <a:pt x="369128" y="87489"/>
                  </a:lnTo>
                  <a:lnTo>
                    <a:pt x="369465" y="87300"/>
                  </a:lnTo>
                  <a:lnTo>
                    <a:pt x="370106" y="87991"/>
                  </a:lnTo>
                  <a:lnTo>
                    <a:pt x="371540" y="88916"/>
                  </a:lnTo>
                  <a:lnTo>
                    <a:pt x="371835" y="89391"/>
                  </a:lnTo>
                  <a:lnTo>
                    <a:pt x="372578" y="89737"/>
                  </a:lnTo>
                  <a:lnTo>
                    <a:pt x="373043" y="90321"/>
                  </a:lnTo>
                  <a:lnTo>
                    <a:pt x="374281" y="90708"/>
                  </a:lnTo>
                  <a:lnTo>
                    <a:pt x="374701" y="91708"/>
                  </a:lnTo>
                  <a:lnTo>
                    <a:pt x="375040" y="91731"/>
                  </a:lnTo>
                  <a:lnTo>
                    <a:pt x="376159" y="93213"/>
                  </a:lnTo>
                  <a:lnTo>
                    <a:pt x="376076" y="96856"/>
                  </a:lnTo>
                  <a:lnTo>
                    <a:pt x="376306" y="97198"/>
                  </a:lnTo>
                  <a:lnTo>
                    <a:pt x="376690" y="97254"/>
                  </a:lnTo>
                  <a:lnTo>
                    <a:pt x="376875" y="98151"/>
                  </a:lnTo>
                  <a:lnTo>
                    <a:pt x="378372" y="99426"/>
                  </a:lnTo>
                  <a:lnTo>
                    <a:pt x="378510" y="99868"/>
                  </a:lnTo>
                  <a:lnTo>
                    <a:pt x="379149" y="100401"/>
                  </a:lnTo>
                  <a:lnTo>
                    <a:pt x="380019" y="102887"/>
                  </a:lnTo>
                  <a:lnTo>
                    <a:pt x="380307" y="103028"/>
                  </a:lnTo>
                  <a:lnTo>
                    <a:pt x="380241" y="103887"/>
                  </a:lnTo>
                  <a:lnTo>
                    <a:pt x="380734" y="105800"/>
                  </a:lnTo>
                  <a:lnTo>
                    <a:pt x="381083" y="106319"/>
                  </a:lnTo>
                  <a:lnTo>
                    <a:pt x="381857" y="106997"/>
                  </a:lnTo>
                  <a:lnTo>
                    <a:pt x="383106" y="107437"/>
                  </a:lnTo>
                  <a:lnTo>
                    <a:pt x="383706" y="107957"/>
                  </a:lnTo>
                  <a:lnTo>
                    <a:pt x="384442" y="109133"/>
                  </a:lnTo>
                  <a:lnTo>
                    <a:pt x="384926" y="109357"/>
                  </a:lnTo>
                  <a:lnTo>
                    <a:pt x="385154" y="109750"/>
                  </a:lnTo>
                  <a:lnTo>
                    <a:pt x="385436" y="109755"/>
                  </a:lnTo>
                  <a:lnTo>
                    <a:pt x="385584" y="110049"/>
                  </a:lnTo>
                  <a:lnTo>
                    <a:pt x="385360" y="110133"/>
                  </a:lnTo>
                  <a:lnTo>
                    <a:pt x="385411" y="110365"/>
                  </a:lnTo>
                  <a:lnTo>
                    <a:pt x="386346" y="110262"/>
                  </a:lnTo>
                  <a:lnTo>
                    <a:pt x="386763" y="110568"/>
                  </a:lnTo>
                  <a:lnTo>
                    <a:pt x="387306" y="110471"/>
                  </a:lnTo>
                  <a:lnTo>
                    <a:pt x="388210" y="110747"/>
                  </a:lnTo>
                  <a:lnTo>
                    <a:pt x="388552" y="111207"/>
                  </a:lnTo>
                  <a:lnTo>
                    <a:pt x="389824" y="111333"/>
                  </a:lnTo>
                  <a:lnTo>
                    <a:pt x="390050" y="111162"/>
                  </a:lnTo>
                  <a:lnTo>
                    <a:pt x="390603" y="111242"/>
                  </a:lnTo>
                  <a:lnTo>
                    <a:pt x="390909" y="110633"/>
                  </a:lnTo>
                  <a:lnTo>
                    <a:pt x="391125" y="110931"/>
                  </a:lnTo>
                  <a:lnTo>
                    <a:pt x="391524" y="110866"/>
                  </a:lnTo>
                  <a:lnTo>
                    <a:pt x="392130" y="110298"/>
                  </a:lnTo>
                  <a:lnTo>
                    <a:pt x="392658" y="110471"/>
                  </a:lnTo>
                  <a:lnTo>
                    <a:pt x="392590" y="110186"/>
                  </a:lnTo>
                  <a:lnTo>
                    <a:pt x="392985" y="109763"/>
                  </a:lnTo>
                  <a:lnTo>
                    <a:pt x="393282" y="109697"/>
                  </a:lnTo>
                  <a:lnTo>
                    <a:pt x="393466" y="109932"/>
                  </a:lnTo>
                  <a:lnTo>
                    <a:pt x="393564" y="109686"/>
                  </a:lnTo>
                  <a:lnTo>
                    <a:pt x="393934" y="109724"/>
                  </a:lnTo>
                  <a:lnTo>
                    <a:pt x="394973" y="109003"/>
                  </a:lnTo>
                  <a:lnTo>
                    <a:pt x="395800" y="109410"/>
                  </a:lnTo>
                  <a:lnTo>
                    <a:pt x="396377" y="109217"/>
                  </a:lnTo>
                  <a:lnTo>
                    <a:pt x="397961" y="108299"/>
                  </a:lnTo>
                  <a:lnTo>
                    <a:pt x="398265" y="108340"/>
                  </a:lnTo>
                  <a:lnTo>
                    <a:pt x="399757" y="107081"/>
                  </a:lnTo>
                  <a:lnTo>
                    <a:pt x="402250" y="106645"/>
                  </a:lnTo>
                  <a:lnTo>
                    <a:pt x="402524" y="107113"/>
                  </a:lnTo>
                  <a:lnTo>
                    <a:pt x="403249" y="106324"/>
                  </a:lnTo>
                  <a:lnTo>
                    <a:pt x="405067" y="105003"/>
                  </a:lnTo>
                  <a:lnTo>
                    <a:pt x="405279" y="105261"/>
                  </a:lnTo>
                  <a:lnTo>
                    <a:pt x="405981" y="104723"/>
                  </a:lnTo>
                  <a:lnTo>
                    <a:pt x="411029" y="98627"/>
                  </a:lnTo>
                  <a:lnTo>
                    <a:pt x="414320" y="100842"/>
                  </a:lnTo>
                  <a:lnTo>
                    <a:pt x="419011" y="101810"/>
                  </a:lnTo>
                  <a:lnTo>
                    <a:pt x="420295" y="102217"/>
                  </a:lnTo>
                  <a:lnTo>
                    <a:pt x="421544" y="102953"/>
                  </a:lnTo>
                  <a:lnTo>
                    <a:pt x="425822" y="103581"/>
                  </a:lnTo>
                  <a:lnTo>
                    <a:pt x="428522" y="104496"/>
                  </a:lnTo>
                  <a:lnTo>
                    <a:pt x="429945" y="105323"/>
                  </a:lnTo>
                  <a:lnTo>
                    <a:pt x="432618" y="104588"/>
                  </a:lnTo>
                  <a:lnTo>
                    <a:pt x="433711" y="105587"/>
                  </a:lnTo>
                  <a:lnTo>
                    <a:pt x="435091" y="105243"/>
                  </a:lnTo>
                  <a:lnTo>
                    <a:pt x="435401" y="104663"/>
                  </a:lnTo>
                  <a:lnTo>
                    <a:pt x="435282" y="104333"/>
                  </a:lnTo>
                  <a:lnTo>
                    <a:pt x="434956" y="104396"/>
                  </a:lnTo>
                  <a:lnTo>
                    <a:pt x="434244" y="103752"/>
                  </a:lnTo>
                  <a:lnTo>
                    <a:pt x="433557" y="102994"/>
                  </a:lnTo>
                  <a:lnTo>
                    <a:pt x="433422" y="102277"/>
                  </a:lnTo>
                  <a:lnTo>
                    <a:pt x="432976" y="102392"/>
                  </a:lnTo>
                  <a:lnTo>
                    <a:pt x="432776" y="101940"/>
                  </a:lnTo>
                  <a:lnTo>
                    <a:pt x="431962" y="101225"/>
                  </a:lnTo>
                  <a:lnTo>
                    <a:pt x="432019" y="100994"/>
                  </a:lnTo>
                  <a:lnTo>
                    <a:pt x="431388" y="99950"/>
                  </a:lnTo>
                  <a:lnTo>
                    <a:pt x="430801" y="99543"/>
                  </a:lnTo>
                  <a:lnTo>
                    <a:pt x="430880" y="98693"/>
                  </a:lnTo>
                  <a:lnTo>
                    <a:pt x="431694" y="97320"/>
                  </a:lnTo>
                  <a:lnTo>
                    <a:pt x="432162" y="94388"/>
                  </a:lnTo>
                  <a:lnTo>
                    <a:pt x="431366" y="94072"/>
                  </a:lnTo>
                  <a:lnTo>
                    <a:pt x="430541" y="93338"/>
                  </a:lnTo>
                  <a:lnTo>
                    <a:pt x="430438" y="91675"/>
                  </a:lnTo>
                  <a:lnTo>
                    <a:pt x="430618" y="91401"/>
                  </a:lnTo>
                  <a:lnTo>
                    <a:pt x="430972" y="91371"/>
                  </a:lnTo>
                  <a:lnTo>
                    <a:pt x="431742" y="91670"/>
                  </a:lnTo>
                  <a:lnTo>
                    <a:pt x="432605" y="92454"/>
                  </a:lnTo>
                  <a:lnTo>
                    <a:pt x="435054" y="93208"/>
                  </a:lnTo>
                  <a:lnTo>
                    <a:pt x="436309" y="91467"/>
                  </a:lnTo>
                  <a:lnTo>
                    <a:pt x="436924" y="89988"/>
                  </a:lnTo>
                  <a:lnTo>
                    <a:pt x="438312" y="90104"/>
                  </a:lnTo>
                  <a:lnTo>
                    <a:pt x="440552" y="87007"/>
                  </a:lnTo>
                  <a:lnTo>
                    <a:pt x="441146" y="87153"/>
                  </a:lnTo>
                  <a:lnTo>
                    <a:pt x="441680" y="87664"/>
                  </a:lnTo>
                  <a:lnTo>
                    <a:pt x="443303" y="87965"/>
                  </a:lnTo>
                  <a:lnTo>
                    <a:pt x="443146" y="88897"/>
                  </a:lnTo>
                  <a:lnTo>
                    <a:pt x="443835" y="90453"/>
                  </a:lnTo>
                  <a:lnTo>
                    <a:pt x="443340" y="90850"/>
                  </a:lnTo>
                  <a:lnTo>
                    <a:pt x="443252" y="91661"/>
                  </a:lnTo>
                  <a:lnTo>
                    <a:pt x="441400" y="92775"/>
                  </a:lnTo>
                  <a:lnTo>
                    <a:pt x="440260" y="94138"/>
                  </a:lnTo>
                  <a:lnTo>
                    <a:pt x="439225" y="94908"/>
                  </a:lnTo>
                  <a:lnTo>
                    <a:pt x="439477" y="95900"/>
                  </a:lnTo>
                  <a:lnTo>
                    <a:pt x="439037" y="97496"/>
                  </a:lnTo>
                  <a:lnTo>
                    <a:pt x="439512" y="97986"/>
                  </a:lnTo>
                  <a:lnTo>
                    <a:pt x="438909" y="99408"/>
                  </a:lnTo>
                  <a:lnTo>
                    <a:pt x="437102" y="99601"/>
                  </a:lnTo>
                  <a:lnTo>
                    <a:pt x="436544" y="100030"/>
                  </a:lnTo>
                  <a:lnTo>
                    <a:pt x="436931" y="102121"/>
                  </a:lnTo>
                  <a:lnTo>
                    <a:pt x="437568" y="103482"/>
                  </a:lnTo>
                  <a:lnTo>
                    <a:pt x="437194" y="103885"/>
                  </a:lnTo>
                  <a:lnTo>
                    <a:pt x="436227" y="104173"/>
                  </a:lnTo>
                  <a:lnTo>
                    <a:pt x="437081" y="107106"/>
                  </a:lnTo>
                  <a:lnTo>
                    <a:pt x="436725" y="108509"/>
                  </a:lnTo>
                  <a:lnTo>
                    <a:pt x="436154" y="109396"/>
                  </a:lnTo>
                  <a:lnTo>
                    <a:pt x="436691" y="110782"/>
                  </a:lnTo>
                  <a:lnTo>
                    <a:pt x="436458" y="112611"/>
                  </a:lnTo>
                  <a:lnTo>
                    <a:pt x="436833" y="113220"/>
                  </a:lnTo>
                  <a:lnTo>
                    <a:pt x="438591" y="112350"/>
                  </a:lnTo>
                  <a:lnTo>
                    <a:pt x="438555" y="112949"/>
                  </a:lnTo>
                  <a:lnTo>
                    <a:pt x="439010" y="113235"/>
                  </a:lnTo>
                  <a:lnTo>
                    <a:pt x="438689" y="114131"/>
                  </a:lnTo>
                  <a:lnTo>
                    <a:pt x="439542" y="115436"/>
                  </a:lnTo>
                  <a:lnTo>
                    <a:pt x="439665" y="116121"/>
                  </a:lnTo>
                  <a:lnTo>
                    <a:pt x="438428" y="117781"/>
                  </a:lnTo>
                  <a:lnTo>
                    <a:pt x="438906" y="120668"/>
                  </a:lnTo>
                  <a:lnTo>
                    <a:pt x="438757" y="121408"/>
                  </a:lnTo>
                  <a:lnTo>
                    <a:pt x="437375" y="122413"/>
                  </a:lnTo>
                  <a:lnTo>
                    <a:pt x="436715" y="123491"/>
                  </a:lnTo>
                  <a:lnTo>
                    <a:pt x="435696" y="123898"/>
                  </a:lnTo>
                  <a:lnTo>
                    <a:pt x="435751" y="124275"/>
                  </a:lnTo>
                  <a:lnTo>
                    <a:pt x="436082" y="124481"/>
                  </a:lnTo>
                  <a:lnTo>
                    <a:pt x="435704" y="125212"/>
                  </a:lnTo>
                  <a:lnTo>
                    <a:pt x="435938" y="125842"/>
                  </a:lnTo>
                  <a:lnTo>
                    <a:pt x="435598" y="126304"/>
                  </a:lnTo>
                  <a:lnTo>
                    <a:pt x="435797" y="127237"/>
                  </a:lnTo>
                  <a:lnTo>
                    <a:pt x="436536" y="128284"/>
                  </a:lnTo>
                  <a:lnTo>
                    <a:pt x="436943" y="128364"/>
                  </a:lnTo>
                  <a:lnTo>
                    <a:pt x="437327" y="128777"/>
                  </a:lnTo>
                  <a:lnTo>
                    <a:pt x="437438" y="129258"/>
                  </a:lnTo>
                  <a:lnTo>
                    <a:pt x="437891" y="129718"/>
                  </a:lnTo>
                  <a:lnTo>
                    <a:pt x="439237" y="130721"/>
                  </a:lnTo>
                  <a:lnTo>
                    <a:pt x="439721" y="130832"/>
                  </a:lnTo>
                  <a:lnTo>
                    <a:pt x="440213" y="131464"/>
                  </a:lnTo>
                  <a:lnTo>
                    <a:pt x="440925" y="131841"/>
                  </a:lnTo>
                  <a:lnTo>
                    <a:pt x="441738" y="132868"/>
                  </a:lnTo>
                  <a:lnTo>
                    <a:pt x="441985" y="134187"/>
                  </a:lnTo>
                  <a:lnTo>
                    <a:pt x="442350" y="134598"/>
                  </a:lnTo>
                  <a:lnTo>
                    <a:pt x="442390" y="135208"/>
                  </a:lnTo>
                  <a:lnTo>
                    <a:pt x="442139" y="135589"/>
                  </a:lnTo>
                  <a:lnTo>
                    <a:pt x="442314" y="136067"/>
                  </a:lnTo>
                  <a:lnTo>
                    <a:pt x="444061" y="136216"/>
                  </a:lnTo>
                  <a:lnTo>
                    <a:pt x="445171" y="136970"/>
                  </a:lnTo>
                  <a:lnTo>
                    <a:pt x="445361" y="137452"/>
                  </a:lnTo>
                  <a:lnTo>
                    <a:pt x="446118" y="137572"/>
                  </a:lnTo>
                  <a:lnTo>
                    <a:pt x="448016" y="139118"/>
                  </a:lnTo>
                  <a:lnTo>
                    <a:pt x="448266" y="139047"/>
                  </a:lnTo>
                  <a:lnTo>
                    <a:pt x="449100" y="139525"/>
                  </a:lnTo>
                  <a:lnTo>
                    <a:pt x="449874" y="140595"/>
                  </a:lnTo>
                  <a:lnTo>
                    <a:pt x="450149" y="140476"/>
                  </a:lnTo>
                  <a:lnTo>
                    <a:pt x="450594" y="142367"/>
                  </a:lnTo>
                  <a:lnTo>
                    <a:pt x="451088" y="142535"/>
                  </a:lnTo>
                  <a:lnTo>
                    <a:pt x="451200" y="143258"/>
                  </a:lnTo>
                  <a:lnTo>
                    <a:pt x="451612" y="143342"/>
                  </a:lnTo>
                  <a:lnTo>
                    <a:pt x="451530" y="143809"/>
                  </a:lnTo>
                  <a:lnTo>
                    <a:pt x="452254" y="144530"/>
                  </a:lnTo>
                  <a:lnTo>
                    <a:pt x="453635" y="145016"/>
                  </a:lnTo>
                  <a:lnTo>
                    <a:pt x="455101" y="144287"/>
                  </a:lnTo>
                  <a:lnTo>
                    <a:pt x="455525" y="143855"/>
                  </a:lnTo>
                  <a:lnTo>
                    <a:pt x="455874" y="143889"/>
                  </a:lnTo>
                  <a:lnTo>
                    <a:pt x="458780" y="147692"/>
                  </a:lnTo>
                  <a:lnTo>
                    <a:pt x="459076" y="148654"/>
                  </a:lnTo>
                  <a:lnTo>
                    <a:pt x="460159" y="150377"/>
                  </a:lnTo>
                  <a:lnTo>
                    <a:pt x="460456" y="151543"/>
                  </a:lnTo>
                  <a:lnTo>
                    <a:pt x="461006" y="152198"/>
                  </a:lnTo>
                  <a:lnTo>
                    <a:pt x="460920" y="152422"/>
                  </a:lnTo>
                  <a:lnTo>
                    <a:pt x="464947" y="155236"/>
                  </a:lnTo>
                  <a:lnTo>
                    <a:pt x="467289" y="157407"/>
                  </a:lnTo>
                  <a:lnTo>
                    <a:pt x="464543" y="159610"/>
                  </a:lnTo>
                  <a:lnTo>
                    <a:pt x="463615" y="160075"/>
                  </a:lnTo>
                  <a:lnTo>
                    <a:pt x="461688" y="161823"/>
                  </a:lnTo>
                  <a:lnTo>
                    <a:pt x="458953" y="163070"/>
                  </a:lnTo>
                  <a:lnTo>
                    <a:pt x="458031" y="163865"/>
                  </a:lnTo>
                  <a:lnTo>
                    <a:pt x="459352" y="166163"/>
                  </a:lnTo>
                  <a:lnTo>
                    <a:pt x="465481" y="183592"/>
                  </a:lnTo>
                  <a:lnTo>
                    <a:pt x="470046" y="188937"/>
                  </a:lnTo>
                  <a:lnTo>
                    <a:pt x="471330" y="190441"/>
                  </a:lnTo>
                  <a:lnTo>
                    <a:pt x="471851" y="190332"/>
                  </a:lnTo>
                  <a:lnTo>
                    <a:pt x="472902" y="191045"/>
                  </a:lnTo>
                  <a:lnTo>
                    <a:pt x="473890" y="191054"/>
                  </a:lnTo>
                  <a:lnTo>
                    <a:pt x="475837" y="190367"/>
                  </a:lnTo>
                  <a:lnTo>
                    <a:pt x="476948" y="190277"/>
                  </a:lnTo>
                  <a:lnTo>
                    <a:pt x="477629" y="190585"/>
                  </a:lnTo>
                  <a:lnTo>
                    <a:pt x="480138" y="190579"/>
                  </a:lnTo>
                  <a:lnTo>
                    <a:pt x="480533" y="191043"/>
                  </a:lnTo>
                  <a:lnTo>
                    <a:pt x="481470" y="191363"/>
                  </a:lnTo>
                  <a:lnTo>
                    <a:pt x="483496" y="190742"/>
                  </a:lnTo>
                  <a:lnTo>
                    <a:pt x="485239" y="189600"/>
                  </a:lnTo>
                  <a:lnTo>
                    <a:pt x="486901" y="187696"/>
                  </a:lnTo>
                  <a:lnTo>
                    <a:pt x="488279" y="186844"/>
                  </a:lnTo>
                  <a:lnTo>
                    <a:pt x="488925" y="187567"/>
                  </a:lnTo>
                  <a:lnTo>
                    <a:pt x="490170" y="187527"/>
                  </a:lnTo>
                  <a:lnTo>
                    <a:pt x="490332" y="187786"/>
                  </a:lnTo>
                  <a:lnTo>
                    <a:pt x="491134" y="187808"/>
                  </a:lnTo>
                  <a:lnTo>
                    <a:pt x="491903" y="188682"/>
                  </a:lnTo>
                  <a:lnTo>
                    <a:pt x="495207" y="188339"/>
                  </a:lnTo>
                  <a:lnTo>
                    <a:pt x="498451" y="186907"/>
                  </a:lnTo>
                  <a:lnTo>
                    <a:pt x="501013" y="186477"/>
                  </a:lnTo>
                  <a:lnTo>
                    <a:pt x="501696" y="185871"/>
                  </a:lnTo>
                  <a:lnTo>
                    <a:pt x="504321" y="184561"/>
                  </a:lnTo>
                  <a:lnTo>
                    <a:pt x="508157" y="181914"/>
                  </a:lnTo>
                  <a:lnTo>
                    <a:pt x="511231" y="180904"/>
                  </a:lnTo>
                  <a:lnTo>
                    <a:pt x="511896" y="181293"/>
                  </a:lnTo>
                  <a:lnTo>
                    <a:pt x="512629" y="181337"/>
                  </a:lnTo>
                  <a:lnTo>
                    <a:pt x="513155" y="181633"/>
                  </a:lnTo>
                  <a:lnTo>
                    <a:pt x="513213" y="181977"/>
                  </a:lnTo>
                  <a:lnTo>
                    <a:pt x="513963" y="182221"/>
                  </a:lnTo>
                  <a:lnTo>
                    <a:pt x="514443" y="182848"/>
                  </a:lnTo>
                  <a:lnTo>
                    <a:pt x="515323" y="182902"/>
                  </a:lnTo>
                  <a:lnTo>
                    <a:pt x="516403" y="183602"/>
                  </a:lnTo>
                  <a:lnTo>
                    <a:pt x="518992" y="183685"/>
                  </a:lnTo>
                  <a:lnTo>
                    <a:pt x="519876" y="184420"/>
                  </a:lnTo>
                  <a:lnTo>
                    <a:pt x="520268" y="185187"/>
                  </a:lnTo>
                  <a:lnTo>
                    <a:pt x="521346" y="185635"/>
                  </a:lnTo>
                  <a:lnTo>
                    <a:pt x="521511" y="185983"/>
                  </a:lnTo>
                  <a:lnTo>
                    <a:pt x="521317" y="186859"/>
                  </a:lnTo>
                  <a:lnTo>
                    <a:pt x="519764" y="187106"/>
                  </a:lnTo>
                  <a:lnTo>
                    <a:pt x="519397" y="188114"/>
                  </a:lnTo>
                  <a:lnTo>
                    <a:pt x="525600" y="199134"/>
                  </a:lnTo>
                  <a:lnTo>
                    <a:pt x="526767" y="201958"/>
                  </a:lnTo>
                  <a:lnTo>
                    <a:pt x="527245" y="202109"/>
                  </a:lnTo>
                  <a:lnTo>
                    <a:pt x="527712" y="201911"/>
                  </a:lnTo>
                  <a:lnTo>
                    <a:pt x="528283" y="202688"/>
                  </a:lnTo>
                  <a:lnTo>
                    <a:pt x="528267" y="203754"/>
                  </a:lnTo>
                  <a:lnTo>
                    <a:pt x="528692" y="204470"/>
                  </a:lnTo>
                  <a:lnTo>
                    <a:pt x="528622" y="205474"/>
                  </a:lnTo>
                  <a:lnTo>
                    <a:pt x="527778" y="206019"/>
                  </a:lnTo>
                  <a:lnTo>
                    <a:pt x="527113" y="206809"/>
                  </a:lnTo>
                  <a:lnTo>
                    <a:pt x="527117" y="207412"/>
                  </a:lnTo>
                  <a:lnTo>
                    <a:pt x="526351" y="208718"/>
                  </a:lnTo>
                  <a:lnTo>
                    <a:pt x="526275" y="209243"/>
                  </a:lnTo>
                  <a:lnTo>
                    <a:pt x="525325" y="210365"/>
                  </a:lnTo>
                  <a:lnTo>
                    <a:pt x="525252" y="211619"/>
                  </a:lnTo>
                  <a:lnTo>
                    <a:pt x="526557" y="213300"/>
                  </a:lnTo>
                  <a:lnTo>
                    <a:pt x="526584" y="214909"/>
                  </a:lnTo>
                  <a:lnTo>
                    <a:pt x="527072" y="216184"/>
                  </a:lnTo>
                  <a:lnTo>
                    <a:pt x="526970" y="217030"/>
                  </a:lnTo>
                  <a:lnTo>
                    <a:pt x="527965" y="218139"/>
                  </a:lnTo>
                  <a:lnTo>
                    <a:pt x="530833" y="219346"/>
                  </a:lnTo>
                  <a:lnTo>
                    <a:pt x="538842" y="222670"/>
                  </a:lnTo>
                  <a:lnTo>
                    <a:pt x="539138" y="224000"/>
                  </a:lnTo>
                  <a:lnTo>
                    <a:pt x="540254" y="224378"/>
                  </a:lnTo>
                  <a:lnTo>
                    <a:pt x="540467" y="225675"/>
                  </a:lnTo>
                  <a:lnTo>
                    <a:pt x="541138" y="225776"/>
                  </a:lnTo>
                  <a:lnTo>
                    <a:pt x="542161" y="226399"/>
                  </a:lnTo>
                  <a:lnTo>
                    <a:pt x="542662" y="227338"/>
                  </a:lnTo>
                  <a:lnTo>
                    <a:pt x="543501" y="230540"/>
                  </a:lnTo>
                  <a:lnTo>
                    <a:pt x="544454" y="232685"/>
                  </a:lnTo>
                  <a:lnTo>
                    <a:pt x="544429" y="234336"/>
                  </a:lnTo>
                  <a:lnTo>
                    <a:pt x="544021" y="235105"/>
                  </a:lnTo>
                  <a:lnTo>
                    <a:pt x="544542" y="235407"/>
                  </a:lnTo>
                  <a:lnTo>
                    <a:pt x="544925" y="235451"/>
                  </a:lnTo>
                  <a:lnTo>
                    <a:pt x="546272" y="234666"/>
                  </a:lnTo>
                  <a:lnTo>
                    <a:pt x="547527" y="235737"/>
                  </a:lnTo>
                  <a:lnTo>
                    <a:pt x="547907" y="235819"/>
                  </a:lnTo>
                  <a:lnTo>
                    <a:pt x="548951" y="234855"/>
                  </a:lnTo>
                  <a:lnTo>
                    <a:pt x="549958" y="234708"/>
                  </a:lnTo>
                  <a:lnTo>
                    <a:pt x="551490" y="234930"/>
                  </a:lnTo>
                  <a:lnTo>
                    <a:pt x="553009" y="236231"/>
                  </a:lnTo>
                  <a:lnTo>
                    <a:pt x="553803" y="236157"/>
                  </a:lnTo>
                  <a:lnTo>
                    <a:pt x="555399" y="236515"/>
                  </a:lnTo>
                  <a:lnTo>
                    <a:pt x="555770" y="236409"/>
                  </a:lnTo>
                  <a:lnTo>
                    <a:pt x="557800" y="234505"/>
                  </a:lnTo>
                  <a:lnTo>
                    <a:pt x="558202" y="233156"/>
                  </a:lnTo>
                  <a:lnTo>
                    <a:pt x="559099" y="231676"/>
                  </a:lnTo>
                  <a:lnTo>
                    <a:pt x="560084" y="230850"/>
                  </a:lnTo>
                  <a:lnTo>
                    <a:pt x="561004" y="230734"/>
                  </a:lnTo>
                  <a:lnTo>
                    <a:pt x="562094" y="231583"/>
                  </a:lnTo>
                  <a:lnTo>
                    <a:pt x="563291" y="231440"/>
                  </a:lnTo>
                  <a:lnTo>
                    <a:pt x="563219" y="230061"/>
                  </a:lnTo>
                  <a:lnTo>
                    <a:pt x="563430" y="229586"/>
                  </a:lnTo>
                  <a:lnTo>
                    <a:pt x="564153" y="229096"/>
                  </a:lnTo>
                  <a:lnTo>
                    <a:pt x="565373" y="228908"/>
                  </a:lnTo>
                  <a:lnTo>
                    <a:pt x="565932" y="230432"/>
                  </a:lnTo>
                  <a:lnTo>
                    <a:pt x="566788" y="230491"/>
                  </a:lnTo>
                  <a:lnTo>
                    <a:pt x="567080" y="230719"/>
                  </a:lnTo>
                  <a:lnTo>
                    <a:pt x="567543" y="231413"/>
                  </a:lnTo>
                  <a:lnTo>
                    <a:pt x="567039" y="232443"/>
                  </a:lnTo>
                  <a:lnTo>
                    <a:pt x="567799" y="233560"/>
                  </a:lnTo>
                  <a:lnTo>
                    <a:pt x="567399" y="234713"/>
                  </a:lnTo>
                  <a:lnTo>
                    <a:pt x="568260" y="237623"/>
                  </a:lnTo>
                  <a:lnTo>
                    <a:pt x="569081" y="238657"/>
                  </a:lnTo>
                  <a:lnTo>
                    <a:pt x="568957" y="240707"/>
                  </a:lnTo>
                  <a:lnTo>
                    <a:pt x="569391" y="241975"/>
                  </a:lnTo>
                  <a:lnTo>
                    <a:pt x="570265" y="243218"/>
                  </a:lnTo>
                  <a:lnTo>
                    <a:pt x="569976" y="244833"/>
                  </a:lnTo>
                  <a:lnTo>
                    <a:pt x="570545" y="245847"/>
                  </a:lnTo>
                  <a:lnTo>
                    <a:pt x="569923" y="246290"/>
                  </a:lnTo>
                  <a:lnTo>
                    <a:pt x="570067" y="247208"/>
                  </a:lnTo>
                  <a:lnTo>
                    <a:pt x="569318" y="248094"/>
                  </a:lnTo>
                  <a:lnTo>
                    <a:pt x="568628" y="248407"/>
                  </a:lnTo>
                  <a:lnTo>
                    <a:pt x="568288" y="249748"/>
                  </a:lnTo>
                  <a:lnTo>
                    <a:pt x="568472" y="252033"/>
                  </a:lnTo>
                  <a:lnTo>
                    <a:pt x="567950" y="255425"/>
                  </a:lnTo>
                  <a:lnTo>
                    <a:pt x="568436" y="259085"/>
                  </a:lnTo>
                  <a:lnTo>
                    <a:pt x="568979" y="259874"/>
                  </a:lnTo>
                  <a:lnTo>
                    <a:pt x="568678" y="260689"/>
                  </a:lnTo>
                  <a:lnTo>
                    <a:pt x="570108" y="262193"/>
                  </a:lnTo>
                  <a:lnTo>
                    <a:pt x="578831" y="277004"/>
                  </a:lnTo>
                  <a:lnTo>
                    <a:pt x="580548" y="279917"/>
                  </a:lnTo>
                  <a:lnTo>
                    <a:pt x="575052" y="284005"/>
                  </a:lnTo>
                  <a:lnTo>
                    <a:pt x="574504" y="284890"/>
                  </a:lnTo>
                  <a:lnTo>
                    <a:pt x="572946" y="286084"/>
                  </a:lnTo>
                  <a:lnTo>
                    <a:pt x="572342" y="287079"/>
                  </a:lnTo>
                  <a:lnTo>
                    <a:pt x="571532" y="287434"/>
                  </a:lnTo>
                  <a:lnTo>
                    <a:pt x="570193" y="289460"/>
                  </a:lnTo>
                  <a:lnTo>
                    <a:pt x="569650" y="289820"/>
                  </a:lnTo>
                  <a:lnTo>
                    <a:pt x="569462" y="290288"/>
                  </a:lnTo>
                  <a:lnTo>
                    <a:pt x="569592" y="290766"/>
                  </a:lnTo>
                  <a:lnTo>
                    <a:pt x="569302" y="291302"/>
                  </a:lnTo>
                  <a:lnTo>
                    <a:pt x="569454" y="292432"/>
                  </a:lnTo>
                  <a:lnTo>
                    <a:pt x="568924" y="293051"/>
                  </a:lnTo>
                  <a:lnTo>
                    <a:pt x="569067" y="293834"/>
                  </a:lnTo>
                  <a:lnTo>
                    <a:pt x="568788" y="294155"/>
                  </a:lnTo>
                  <a:lnTo>
                    <a:pt x="568821" y="295712"/>
                  </a:lnTo>
                  <a:lnTo>
                    <a:pt x="569262" y="296150"/>
                  </a:lnTo>
                  <a:lnTo>
                    <a:pt x="569175" y="296657"/>
                  </a:lnTo>
                  <a:lnTo>
                    <a:pt x="568196" y="296925"/>
                  </a:lnTo>
                  <a:lnTo>
                    <a:pt x="567020" y="298141"/>
                  </a:lnTo>
                  <a:lnTo>
                    <a:pt x="565030" y="298441"/>
                  </a:lnTo>
                  <a:lnTo>
                    <a:pt x="563210" y="299360"/>
                  </a:lnTo>
                  <a:lnTo>
                    <a:pt x="562044" y="299325"/>
                  </a:lnTo>
                  <a:lnTo>
                    <a:pt x="560712" y="300638"/>
                  </a:lnTo>
                  <a:lnTo>
                    <a:pt x="559545" y="301130"/>
                  </a:lnTo>
                  <a:lnTo>
                    <a:pt x="558803" y="301018"/>
                  </a:lnTo>
                  <a:lnTo>
                    <a:pt x="557921" y="301542"/>
                  </a:lnTo>
                  <a:lnTo>
                    <a:pt x="557496" y="301275"/>
                  </a:lnTo>
                  <a:lnTo>
                    <a:pt x="555854" y="301213"/>
                  </a:lnTo>
                  <a:lnTo>
                    <a:pt x="555141" y="300562"/>
                  </a:lnTo>
                  <a:lnTo>
                    <a:pt x="553338" y="300645"/>
                  </a:lnTo>
                  <a:lnTo>
                    <a:pt x="551243" y="299982"/>
                  </a:lnTo>
                  <a:lnTo>
                    <a:pt x="550376" y="300619"/>
                  </a:lnTo>
                  <a:lnTo>
                    <a:pt x="549413" y="300379"/>
                  </a:lnTo>
                  <a:lnTo>
                    <a:pt x="548324" y="301303"/>
                  </a:lnTo>
                  <a:lnTo>
                    <a:pt x="546762" y="300563"/>
                  </a:lnTo>
                  <a:lnTo>
                    <a:pt x="545812" y="300684"/>
                  </a:lnTo>
                  <a:lnTo>
                    <a:pt x="545180" y="301145"/>
                  </a:lnTo>
                  <a:lnTo>
                    <a:pt x="544207" y="302711"/>
                  </a:lnTo>
                  <a:lnTo>
                    <a:pt x="543611" y="302980"/>
                  </a:lnTo>
                  <a:lnTo>
                    <a:pt x="543111" y="304164"/>
                  </a:lnTo>
                  <a:lnTo>
                    <a:pt x="543395" y="305014"/>
                  </a:lnTo>
                  <a:lnTo>
                    <a:pt x="543338" y="306102"/>
                  </a:lnTo>
                  <a:lnTo>
                    <a:pt x="541648" y="307853"/>
                  </a:lnTo>
                  <a:lnTo>
                    <a:pt x="540614" y="307395"/>
                  </a:lnTo>
                  <a:lnTo>
                    <a:pt x="540065" y="307726"/>
                  </a:lnTo>
                  <a:lnTo>
                    <a:pt x="540241" y="308063"/>
                  </a:lnTo>
                  <a:lnTo>
                    <a:pt x="540097" y="308302"/>
                  </a:lnTo>
                  <a:lnTo>
                    <a:pt x="541253" y="308599"/>
                  </a:lnTo>
                  <a:lnTo>
                    <a:pt x="541813" y="309349"/>
                  </a:lnTo>
                  <a:lnTo>
                    <a:pt x="541885" y="309986"/>
                  </a:lnTo>
                  <a:lnTo>
                    <a:pt x="541289" y="311219"/>
                  </a:lnTo>
                  <a:lnTo>
                    <a:pt x="541314" y="311672"/>
                  </a:lnTo>
                  <a:lnTo>
                    <a:pt x="543049" y="312722"/>
                  </a:lnTo>
                  <a:lnTo>
                    <a:pt x="543901" y="314299"/>
                  </a:lnTo>
                  <a:lnTo>
                    <a:pt x="544745" y="314610"/>
                  </a:lnTo>
                  <a:lnTo>
                    <a:pt x="545401" y="315379"/>
                  </a:lnTo>
                  <a:lnTo>
                    <a:pt x="546275" y="315541"/>
                  </a:lnTo>
                  <a:lnTo>
                    <a:pt x="546492" y="316303"/>
                  </a:lnTo>
                  <a:lnTo>
                    <a:pt x="546959" y="316841"/>
                  </a:lnTo>
                  <a:lnTo>
                    <a:pt x="548918" y="317853"/>
                  </a:lnTo>
                  <a:lnTo>
                    <a:pt x="549678" y="317862"/>
                  </a:lnTo>
                  <a:lnTo>
                    <a:pt x="550226" y="317218"/>
                  </a:lnTo>
                  <a:lnTo>
                    <a:pt x="551024" y="317432"/>
                  </a:lnTo>
                  <a:lnTo>
                    <a:pt x="552218" y="318847"/>
                  </a:lnTo>
                  <a:lnTo>
                    <a:pt x="552443" y="320220"/>
                  </a:lnTo>
                  <a:lnTo>
                    <a:pt x="552875" y="321088"/>
                  </a:lnTo>
                  <a:lnTo>
                    <a:pt x="552979" y="322206"/>
                  </a:lnTo>
                  <a:lnTo>
                    <a:pt x="554166" y="323266"/>
                  </a:lnTo>
                  <a:lnTo>
                    <a:pt x="555438" y="323537"/>
                  </a:lnTo>
                  <a:lnTo>
                    <a:pt x="556495" y="325002"/>
                  </a:lnTo>
                  <a:lnTo>
                    <a:pt x="557531" y="325010"/>
                  </a:lnTo>
                  <a:lnTo>
                    <a:pt x="557762" y="325329"/>
                  </a:lnTo>
                  <a:lnTo>
                    <a:pt x="557689" y="327321"/>
                  </a:lnTo>
                  <a:lnTo>
                    <a:pt x="557260" y="327465"/>
                  </a:lnTo>
                  <a:lnTo>
                    <a:pt x="557122" y="328190"/>
                  </a:lnTo>
                  <a:lnTo>
                    <a:pt x="556398" y="328458"/>
                  </a:lnTo>
                  <a:lnTo>
                    <a:pt x="556360" y="329154"/>
                  </a:lnTo>
                  <a:lnTo>
                    <a:pt x="555420" y="330172"/>
                  </a:lnTo>
                  <a:lnTo>
                    <a:pt x="554822" y="332093"/>
                  </a:lnTo>
                  <a:lnTo>
                    <a:pt x="553886" y="333454"/>
                  </a:lnTo>
                  <a:lnTo>
                    <a:pt x="553746" y="334266"/>
                  </a:lnTo>
                  <a:lnTo>
                    <a:pt x="567422" y="388815"/>
                  </a:lnTo>
                  <a:lnTo>
                    <a:pt x="569471" y="397002"/>
                  </a:lnTo>
                  <a:lnTo>
                    <a:pt x="591862" y="364789"/>
                  </a:lnTo>
                  <a:lnTo>
                    <a:pt x="611388" y="377876"/>
                  </a:lnTo>
                  <a:lnTo>
                    <a:pt x="615402" y="379165"/>
                  </a:lnTo>
                  <a:lnTo>
                    <a:pt x="624182" y="379649"/>
                  </a:lnTo>
                  <a:lnTo>
                    <a:pt x="639514" y="377952"/>
                  </a:lnTo>
                  <a:lnTo>
                    <a:pt x="641586" y="377543"/>
                  </a:lnTo>
                  <a:lnTo>
                    <a:pt x="645736" y="373858"/>
                  </a:lnTo>
                  <a:lnTo>
                    <a:pt x="645339" y="367825"/>
                  </a:lnTo>
                  <a:lnTo>
                    <a:pt x="645743" y="358750"/>
                  </a:lnTo>
                  <a:lnTo>
                    <a:pt x="646479" y="350795"/>
                  </a:lnTo>
                  <a:lnTo>
                    <a:pt x="649704" y="350971"/>
                  </a:lnTo>
                  <a:lnTo>
                    <a:pt x="654136" y="352004"/>
                  </a:lnTo>
                  <a:lnTo>
                    <a:pt x="659402" y="349061"/>
                  </a:lnTo>
                  <a:lnTo>
                    <a:pt x="660977" y="347823"/>
                  </a:lnTo>
                  <a:lnTo>
                    <a:pt x="660564" y="347367"/>
                  </a:lnTo>
                  <a:lnTo>
                    <a:pt x="659987" y="347314"/>
                  </a:lnTo>
                  <a:lnTo>
                    <a:pt x="659658" y="344927"/>
                  </a:lnTo>
                  <a:lnTo>
                    <a:pt x="659864" y="342428"/>
                  </a:lnTo>
                  <a:lnTo>
                    <a:pt x="660313" y="340888"/>
                  </a:lnTo>
                  <a:lnTo>
                    <a:pt x="661644" y="341614"/>
                  </a:lnTo>
                  <a:lnTo>
                    <a:pt x="663890" y="343764"/>
                  </a:lnTo>
                  <a:lnTo>
                    <a:pt x="665354" y="344447"/>
                  </a:lnTo>
                  <a:lnTo>
                    <a:pt x="665990" y="344986"/>
                  </a:lnTo>
                  <a:lnTo>
                    <a:pt x="666252" y="344914"/>
                  </a:lnTo>
                  <a:lnTo>
                    <a:pt x="668045" y="345741"/>
                  </a:lnTo>
                  <a:lnTo>
                    <a:pt x="668977" y="345928"/>
                  </a:lnTo>
                  <a:lnTo>
                    <a:pt x="669606" y="345836"/>
                  </a:lnTo>
                  <a:lnTo>
                    <a:pt x="670067" y="345479"/>
                  </a:lnTo>
                  <a:lnTo>
                    <a:pt x="671154" y="346194"/>
                  </a:lnTo>
                  <a:lnTo>
                    <a:pt x="671944" y="345963"/>
                  </a:lnTo>
                  <a:lnTo>
                    <a:pt x="674420" y="346353"/>
                  </a:lnTo>
                  <a:lnTo>
                    <a:pt x="674436" y="347702"/>
                  </a:lnTo>
                  <a:lnTo>
                    <a:pt x="675118" y="348718"/>
                  </a:lnTo>
                  <a:lnTo>
                    <a:pt x="675422" y="349943"/>
                  </a:lnTo>
                  <a:lnTo>
                    <a:pt x="676481" y="351352"/>
                  </a:lnTo>
                  <a:lnTo>
                    <a:pt x="676388" y="352095"/>
                  </a:lnTo>
                  <a:lnTo>
                    <a:pt x="677089" y="352616"/>
                  </a:lnTo>
                  <a:lnTo>
                    <a:pt x="677345" y="353106"/>
                  </a:lnTo>
                  <a:lnTo>
                    <a:pt x="678379" y="353459"/>
                  </a:lnTo>
                  <a:lnTo>
                    <a:pt x="678178" y="354463"/>
                  </a:lnTo>
                  <a:lnTo>
                    <a:pt x="678924" y="354915"/>
                  </a:lnTo>
                  <a:lnTo>
                    <a:pt x="678925" y="355742"/>
                  </a:lnTo>
                  <a:lnTo>
                    <a:pt x="679143" y="356045"/>
                  </a:lnTo>
                  <a:lnTo>
                    <a:pt x="679354" y="356180"/>
                  </a:lnTo>
                  <a:lnTo>
                    <a:pt x="680015" y="355535"/>
                  </a:lnTo>
                  <a:lnTo>
                    <a:pt x="680332" y="355528"/>
                  </a:lnTo>
                  <a:lnTo>
                    <a:pt x="680717" y="356635"/>
                  </a:lnTo>
                  <a:lnTo>
                    <a:pt x="681825" y="356606"/>
                  </a:lnTo>
                  <a:lnTo>
                    <a:pt x="682205" y="357187"/>
                  </a:lnTo>
                  <a:lnTo>
                    <a:pt x="682860" y="357381"/>
                  </a:lnTo>
                  <a:lnTo>
                    <a:pt x="683729" y="356802"/>
                  </a:lnTo>
                  <a:lnTo>
                    <a:pt x="684135" y="357144"/>
                  </a:lnTo>
                  <a:lnTo>
                    <a:pt x="684601" y="356859"/>
                  </a:lnTo>
                  <a:lnTo>
                    <a:pt x="686709" y="356517"/>
                  </a:lnTo>
                  <a:lnTo>
                    <a:pt x="688212" y="357046"/>
                  </a:lnTo>
                  <a:lnTo>
                    <a:pt x="688731" y="357602"/>
                  </a:lnTo>
                  <a:lnTo>
                    <a:pt x="689291" y="357691"/>
                  </a:lnTo>
                  <a:lnTo>
                    <a:pt x="689548" y="358518"/>
                  </a:lnTo>
                  <a:lnTo>
                    <a:pt x="689955" y="358993"/>
                  </a:lnTo>
                  <a:lnTo>
                    <a:pt x="690542" y="359000"/>
                  </a:lnTo>
                  <a:lnTo>
                    <a:pt x="692352" y="360282"/>
                  </a:lnTo>
                  <a:lnTo>
                    <a:pt x="692684" y="361309"/>
                  </a:lnTo>
                  <a:lnTo>
                    <a:pt x="695273" y="358827"/>
                  </a:lnTo>
                  <a:lnTo>
                    <a:pt x="696768" y="358493"/>
                  </a:lnTo>
                  <a:lnTo>
                    <a:pt x="697864" y="358746"/>
                  </a:lnTo>
                  <a:lnTo>
                    <a:pt x="699288" y="358217"/>
                  </a:lnTo>
                  <a:lnTo>
                    <a:pt x="700485" y="356149"/>
                  </a:lnTo>
                  <a:lnTo>
                    <a:pt x="702536" y="354872"/>
                  </a:lnTo>
                  <a:lnTo>
                    <a:pt x="704147" y="352596"/>
                  </a:lnTo>
                  <a:lnTo>
                    <a:pt x="705933" y="351143"/>
                  </a:lnTo>
                  <a:lnTo>
                    <a:pt x="707841" y="350505"/>
                  </a:lnTo>
                  <a:lnTo>
                    <a:pt x="708825" y="348402"/>
                  </a:lnTo>
                  <a:lnTo>
                    <a:pt x="709219" y="348991"/>
                  </a:lnTo>
                  <a:lnTo>
                    <a:pt x="710983" y="349374"/>
                  </a:lnTo>
                  <a:lnTo>
                    <a:pt x="711664" y="350069"/>
                  </a:lnTo>
                  <a:lnTo>
                    <a:pt x="711921" y="351461"/>
                  </a:lnTo>
                  <a:lnTo>
                    <a:pt x="712744" y="353100"/>
                  </a:lnTo>
                  <a:lnTo>
                    <a:pt x="714022" y="354646"/>
                  </a:lnTo>
                  <a:lnTo>
                    <a:pt x="715254" y="355389"/>
                  </a:lnTo>
                  <a:lnTo>
                    <a:pt x="715544" y="355989"/>
                  </a:lnTo>
                  <a:lnTo>
                    <a:pt x="715533" y="356658"/>
                  </a:lnTo>
                  <a:lnTo>
                    <a:pt x="716156" y="357624"/>
                  </a:lnTo>
                  <a:lnTo>
                    <a:pt x="718277" y="360011"/>
                  </a:lnTo>
                  <a:lnTo>
                    <a:pt x="716841" y="360541"/>
                  </a:lnTo>
                  <a:lnTo>
                    <a:pt x="715139" y="361722"/>
                  </a:lnTo>
                  <a:lnTo>
                    <a:pt x="714255" y="362585"/>
                  </a:lnTo>
                  <a:lnTo>
                    <a:pt x="713161" y="364391"/>
                  </a:lnTo>
                  <a:lnTo>
                    <a:pt x="714331" y="366027"/>
                  </a:lnTo>
                  <a:lnTo>
                    <a:pt x="717077" y="369024"/>
                  </a:lnTo>
                  <a:lnTo>
                    <a:pt x="718729" y="373203"/>
                  </a:lnTo>
                  <a:lnTo>
                    <a:pt x="717828" y="374952"/>
                  </a:lnTo>
                  <a:lnTo>
                    <a:pt x="716516" y="376567"/>
                  </a:lnTo>
                  <a:lnTo>
                    <a:pt x="715978" y="377729"/>
                  </a:lnTo>
                  <a:lnTo>
                    <a:pt x="713932" y="379450"/>
                  </a:lnTo>
                  <a:lnTo>
                    <a:pt x="713301" y="380351"/>
                  </a:lnTo>
                  <a:lnTo>
                    <a:pt x="712354" y="380743"/>
                  </a:lnTo>
                  <a:lnTo>
                    <a:pt x="711396" y="381649"/>
                  </a:lnTo>
                  <a:lnTo>
                    <a:pt x="710730" y="383544"/>
                  </a:lnTo>
                  <a:lnTo>
                    <a:pt x="710009" y="384097"/>
                  </a:lnTo>
                  <a:lnTo>
                    <a:pt x="709642" y="384738"/>
                  </a:lnTo>
                  <a:lnTo>
                    <a:pt x="709645" y="385683"/>
                  </a:lnTo>
                  <a:lnTo>
                    <a:pt x="709963" y="385863"/>
                  </a:lnTo>
                  <a:lnTo>
                    <a:pt x="709261" y="388983"/>
                  </a:lnTo>
                  <a:lnTo>
                    <a:pt x="706513" y="390228"/>
                  </a:lnTo>
                  <a:lnTo>
                    <a:pt x="705849" y="390730"/>
                  </a:lnTo>
                  <a:lnTo>
                    <a:pt x="704536" y="392777"/>
                  </a:lnTo>
                  <a:lnTo>
                    <a:pt x="703981" y="395105"/>
                  </a:lnTo>
                  <a:lnTo>
                    <a:pt x="704269" y="396053"/>
                  </a:lnTo>
                  <a:lnTo>
                    <a:pt x="702097" y="398223"/>
                  </a:lnTo>
                  <a:lnTo>
                    <a:pt x="698316" y="400142"/>
                  </a:lnTo>
                  <a:lnTo>
                    <a:pt x="696925" y="401341"/>
                  </a:lnTo>
                  <a:lnTo>
                    <a:pt x="695759" y="402813"/>
                  </a:lnTo>
                  <a:lnTo>
                    <a:pt x="695519" y="403244"/>
                  </a:lnTo>
                  <a:lnTo>
                    <a:pt x="695550" y="404794"/>
                  </a:lnTo>
                  <a:lnTo>
                    <a:pt x="695785" y="407996"/>
                  </a:lnTo>
                  <a:lnTo>
                    <a:pt x="696154" y="408786"/>
                  </a:lnTo>
                  <a:lnTo>
                    <a:pt x="695724" y="409662"/>
                  </a:lnTo>
                  <a:lnTo>
                    <a:pt x="694151" y="412259"/>
                  </a:lnTo>
                  <a:lnTo>
                    <a:pt x="693233" y="412699"/>
                  </a:lnTo>
                  <a:lnTo>
                    <a:pt x="692748" y="413591"/>
                  </a:lnTo>
                  <a:lnTo>
                    <a:pt x="691343" y="414688"/>
                  </a:lnTo>
                  <a:lnTo>
                    <a:pt x="690856" y="416368"/>
                  </a:lnTo>
                  <a:lnTo>
                    <a:pt x="689484" y="418671"/>
                  </a:lnTo>
                  <a:lnTo>
                    <a:pt x="687274" y="420595"/>
                  </a:lnTo>
                  <a:lnTo>
                    <a:pt x="686794" y="421820"/>
                  </a:lnTo>
                  <a:lnTo>
                    <a:pt x="682556" y="426852"/>
                  </a:lnTo>
                  <a:lnTo>
                    <a:pt x="680883" y="430189"/>
                  </a:lnTo>
                  <a:lnTo>
                    <a:pt x="683525" y="431726"/>
                  </a:lnTo>
                  <a:lnTo>
                    <a:pt x="684112" y="432987"/>
                  </a:lnTo>
                  <a:lnTo>
                    <a:pt x="684406" y="433188"/>
                  </a:lnTo>
                  <a:lnTo>
                    <a:pt x="684028" y="437373"/>
                  </a:lnTo>
                  <a:lnTo>
                    <a:pt x="682096" y="440271"/>
                  </a:lnTo>
                  <a:lnTo>
                    <a:pt x="679142" y="442428"/>
                  </a:lnTo>
                  <a:lnTo>
                    <a:pt x="677920" y="442840"/>
                  </a:lnTo>
                  <a:lnTo>
                    <a:pt x="676857" y="443606"/>
                  </a:lnTo>
                  <a:lnTo>
                    <a:pt x="676183" y="445012"/>
                  </a:lnTo>
                  <a:lnTo>
                    <a:pt x="675703" y="445335"/>
                  </a:lnTo>
                  <a:lnTo>
                    <a:pt x="675123" y="446315"/>
                  </a:lnTo>
                  <a:lnTo>
                    <a:pt x="676585" y="447454"/>
                  </a:lnTo>
                  <a:lnTo>
                    <a:pt x="677128" y="448892"/>
                  </a:lnTo>
                  <a:lnTo>
                    <a:pt x="677765" y="449695"/>
                  </a:lnTo>
                  <a:lnTo>
                    <a:pt x="680171" y="450713"/>
                  </a:lnTo>
                  <a:lnTo>
                    <a:pt x="680521" y="451286"/>
                  </a:lnTo>
                  <a:lnTo>
                    <a:pt x="682215" y="452706"/>
                  </a:lnTo>
                  <a:lnTo>
                    <a:pt x="682698" y="453528"/>
                  </a:lnTo>
                  <a:lnTo>
                    <a:pt x="682801" y="454752"/>
                  </a:lnTo>
                  <a:lnTo>
                    <a:pt x="683432" y="455719"/>
                  </a:lnTo>
                  <a:lnTo>
                    <a:pt x="684261" y="455857"/>
                  </a:lnTo>
                  <a:lnTo>
                    <a:pt x="684440" y="456133"/>
                  </a:lnTo>
                  <a:lnTo>
                    <a:pt x="684885" y="455992"/>
                  </a:lnTo>
                  <a:lnTo>
                    <a:pt x="685901" y="457498"/>
                  </a:lnTo>
                  <a:lnTo>
                    <a:pt x="687162" y="458640"/>
                  </a:lnTo>
                  <a:lnTo>
                    <a:pt x="687038" y="459603"/>
                  </a:lnTo>
                  <a:lnTo>
                    <a:pt x="686735" y="460004"/>
                  </a:lnTo>
                  <a:lnTo>
                    <a:pt x="686827" y="461089"/>
                  </a:lnTo>
                  <a:lnTo>
                    <a:pt x="691903" y="471460"/>
                  </a:lnTo>
                  <a:lnTo>
                    <a:pt x="690018" y="470742"/>
                  </a:lnTo>
                  <a:lnTo>
                    <a:pt x="688015" y="471054"/>
                  </a:lnTo>
                  <a:lnTo>
                    <a:pt x="687329" y="471798"/>
                  </a:lnTo>
                  <a:lnTo>
                    <a:pt x="686755" y="474716"/>
                  </a:lnTo>
                  <a:lnTo>
                    <a:pt x="686304" y="475290"/>
                  </a:lnTo>
                  <a:lnTo>
                    <a:pt x="685749" y="477080"/>
                  </a:lnTo>
                  <a:lnTo>
                    <a:pt x="685364" y="477420"/>
                  </a:lnTo>
                  <a:lnTo>
                    <a:pt x="685553" y="478217"/>
                  </a:lnTo>
                  <a:lnTo>
                    <a:pt x="685972" y="478809"/>
                  </a:lnTo>
                  <a:lnTo>
                    <a:pt x="685355" y="479344"/>
                  </a:lnTo>
                  <a:lnTo>
                    <a:pt x="684831" y="479335"/>
                  </a:lnTo>
                  <a:lnTo>
                    <a:pt x="684372" y="479968"/>
                  </a:lnTo>
                  <a:lnTo>
                    <a:pt x="683924" y="480155"/>
                  </a:lnTo>
                  <a:lnTo>
                    <a:pt x="683693" y="480546"/>
                  </a:lnTo>
                  <a:lnTo>
                    <a:pt x="683751" y="481072"/>
                  </a:lnTo>
                  <a:lnTo>
                    <a:pt x="683108" y="481855"/>
                  </a:lnTo>
                  <a:lnTo>
                    <a:pt x="681635" y="482852"/>
                  </a:lnTo>
                  <a:lnTo>
                    <a:pt x="680556" y="483930"/>
                  </a:lnTo>
                  <a:lnTo>
                    <a:pt x="678508" y="484629"/>
                  </a:lnTo>
                  <a:lnTo>
                    <a:pt x="678231" y="485235"/>
                  </a:lnTo>
                  <a:lnTo>
                    <a:pt x="677699" y="485670"/>
                  </a:lnTo>
                  <a:lnTo>
                    <a:pt x="676902" y="488032"/>
                  </a:lnTo>
                  <a:lnTo>
                    <a:pt x="675779" y="488753"/>
                  </a:lnTo>
                  <a:lnTo>
                    <a:pt x="675719" y="489331"/>
                  </a:lnTo>
                  <a:lnTo>
                    <a:pt x="675020" y="489555"/>
                  </a:lnTo>
                  <a:lnTo>
                    <a:pt x="674508" y="490343"/>
                  </a:lnTo>
                  <a:lnTo>
                    <a:pt x="673520" y="490809"/>
                  </a:lnTo>
                  <a:lnTo>
                    <a:pt x="672812" y="492216"/>
                  </a:lnTo>
                  <a:lnTo>
                    <a:pt x="671802" y="491941"/>
                  </a:lnTo>
                  <a:lnTo>
                    <a:pt x="670186" y="492683"/>
                  </a:lnTo>
                  <a:lnTo>
                    <a:pt x="668999" y="492528"/>
                  </a:lnTo>
                  <a:lnTo>
                    <a:pt x="668036" y="493390"/>
                  </a:lnTo>
                  <a:lnTo>
                    <a:pt x="667475" y="493506"/>
                  </a:lnTo>
                  <a:lnTo>
                    <a:pt x="666917" y="494347"/>
                  </a:lnTo>
                  <a:lnTo>
                    <a:pt x="666014" y="494585"/>
                  </a:lnTo>
                  <a:lnTo>
                    <a:pt x="665594" y="495471"/>
                  </a:lnTo>
                  <a:lnTo>
                    <a:pt x="663841" y="495891"/>
                  </a:lnTo>
                  <a:lnTo>
                    <a:pt x="663655" y="496237"/>
                  </a:lnTo>
                  <a:lnTo>
                    <a:pt x="663161" y="496368"/>
                  </a:lnTo>
                  <a:lnTo>
                    <a:pt x="662411" y="497469"/>
                  </a:lnTo>
                  <a:lnTo>
                    <a:pt x="661907" y="497268"/>
                  </a:lnTo>
                  <a:lnTo>
                    <a:pt x="661144" y="497464"/>
                  </a:lnTo>
                  <a:lnTo>
                    <a:pt x="660836" y="497035"/>
                  </a:lnTo>
                  <a:lnTo>
                    <a:pt x="659152" y="497067"/>
                  </a:lnTo>
                  <a:lnTo>
                    <a:pt x="659023" y="496818"/>
                  </a:lnTo>
                  <a:lnTo>
                    <a:pt x="657911" y="497343"/>
                  </a:lnTo>
                  <a:lnTo>
                    <a:pt x="657183" y="497284"/>
                  </a:lnTo>
                  <a:lnTo>
                    <a:pt x="656181" y="496813"/>
                  </a:lnTo>
                  <a:lnTo>
                    <a:pt x="653972" y="493723"/>
                  </a:lnTo>
                  <a:lnTo>
                    <a:pt x="652962" y="493480"/>
                  </a:lnTo>
                  <a:lnTo>
                    <a:pt x="651686" y="493736"/>
                  </a:lnTo>
                  <a:lnTo>
                    <a:pt x="651336" y="494579"/>
                  </a:lnTo>
                  <a:lnTo>
                    <a:pt x="650143" y="495859"/>
                  </a:lnTo>
                  <a:lnTo>
                    <a:pt x="649731" y="497947"/>
                  </a:lnTo>
                  <a:lnTo>
                    <a:pt x="649822" y="499009"/>
                  </a:lnTo>
                  <a:lnTo>
                    <a:pt x="648708" y="502438"/>
                  </a:lnTo>
                  <a:lnTo>
                    <a:pt x="648498" y="502645"/>
                  </a:lnTo>
                  <a:lnTo>
                    <a:pt x="647857" y="502584"/>
                  </a:lnTo>
                  <a:lnTo>
                    <a:pt x="646844" y="503806"/>
                  </a:lnTo>
                  <a:lnTo>
                    <a:pt x="646140" y="504273"/>
                  </a:lnTo>
                  <a:lnTo>
                    <a:pt x="646051" y="504895"/>
                  </a:lnTo>
                  <a:lnTo>
                    <a:pt x="646451" y="505440"/>
                  </a:lnTo>
                  <a:lnTo>
                    <a:pt x="646270" y="505989"/>
                  </a:lnTo>
                  <a:lnTo>
                    <a:pt x="646541" y="506511"/>
                  </a:lnTo>
                  <a:lnTo>
                    <a:pt x="646818" y="515749"/>
                  </a:lnTo>
                  <a:lnTo>
                    <a:pt x="644352" y="519026"/>
                  </a:lnTo>
                  <a:lnTo>
                    <a:pt x="642466" y="520297"/>
                  </a:lnTo>
                  <a:lnTo>
                    <a:pt x="643610" y="522685"/>
                  </a:lnTo>
                  <a:lnTo>
                    <a:pt x="645622" y="525687"/>
                  </a:lnTo>
                  <a:lnTo>
                    <a:pt x="643706" y="526691"/>
                  </a:lnTo>
                  <a:lnTo>
                    <a:pt x="642617" y="528175"/>
                  </a:lnTo>
                  <a:lnTo>
                    <a:pt x="643820" y="530160"/>
                  </a:lnTo>
                  <a:lnTo>
                    <a:pt x="644116" y="532120"/>
                  </a:lnTo>
                  <a:lnTo>
                    <a:pt x="644017" y="534391"/>
                  </a:lnTo>
                  <a:lnTo>
                    <a:pt x="648653" y="534797"/>
                  </a:lnTo>
                  <a:lnTo>
                    <a:pt x="647868" y="535370"/>
                  </a:lnTo>
                  <a:lnTo>
                    <a:pt x="647100" y="536671"/>
                  </a:lnTo>
                  <a:lnTo>
                    <a:pt x="647377" y="537744"/>
                  </a:lnTo>
                  <a:lnTo>
                    <a:pt x="645759" y="540150"/>
                  </a:lnTo>
                  <a:lnTo>
                    <a:pt x="643788" y="544510"/>
                  </a:lnTo>
                  <a:lnTo>
                    <a:pt x="644776" y="544476"/>
                  </a:lnTo>
                  <a:lnTo>
                    <a:pt x="647637" y="545757"/>
                  </a:lnTo>
                  <a:lnTo>
                    <a:pt x="648599" y="545786"/>
                  </a:lnTo>
                  <a:lnTo>
                    <a:pt x="649140" y="546173"/>
                  </a:lnTo>
                  <a:lnTo>
                    <a:pt x="649797" y="546227"/>
                  </a:lnTo>
                  <a:lnTo>
                    <a:pt x="652179" y="547340"/>
                  </a:lnTo>
                  <a:lnTo>
                    <a:pt x="652244" y="548617"/>
                  </a:lnTo>
                  <a:lnTo>
                    <a:pt x="653048" y="549048"/>
                  </a:lnTo>
                  <a:lnTo>
                    <a:pt x="654551" y="547813"/>
                  </a:lnTo>
                  <a:lnTo>
                    <a:pt x="655513" y="547778"/>
                  </a:lnTo>
                  <a:lnTo>
                    <a:pt x="656582" y="548203"/>
                  </a:lnTo>
                  <a:lnTo>
                    <a:pt x="657872" y="547949"/>
                  </a:lnTo>
                  <a:lnTo>
                    <a:pt x="660000" y="549959"/>
                  </a:lnTo>
                  <a:lnTo>
                    <a:pt x="661626" y="549940"/>
                  </a:lnTo>
                  <a:lnTo>
                    <a:pt x="662780" y="549598"/>
                  </a:lnTo>
                  <a:lnTo>
                    <a:pt x="663430" y="550909"/>
                  </a:lnTo>
                  <a:lnTo>
                    <a:pt x="664535" y="551079"/>
                  </a:lnTo>
                  <a:lnTo>
                    <a:pt x="665773" y="552417"/>
                  </a:lnTo>
                  <a:lnTo>
                    <a:pt x="666081" y="553651"/>
                  </a:lnTo>
                  <a:lnTo>
                    <a:pt x="666416" y="553748"/>
                  </a:lnTo>
                  <a:lnTo>
                    <a:pt x="667481" y="555263"/>
                  </a:lnTo>
                  <a:lnTo>
                    <a:pt x="669493" y="555865"/>
                  </a:lnTo>
                  <a:lnTo>
                    <a:pt x="672340" y="556259"/>
                  </a:lnTo>
                  <a:lnTo>
                    <a:pt x="673776" y="556379"/>
                  </a:lnTo>
                  <a:lnTo>
                    <a:pt x="675833" y="556058"/>
                  </a:lnTo>
                  <a:lnTo>
                    <a:pt x="677610" y="556309"/>
                  </a:lnTo>
                  <a:lnTo>
                    <a:pt x="680170" y="557840"/>
                  </a:lnTo>
                  <a:lnTo>
                    <a:pt x="683526" y="558172"/>
                  </a:lnTo>
                  <a:lnTo>
                    <a:pt x="685626" y="559964"/>
                  </a:lnTo>
                  <a:lnTo>
                    <a:pt x="689066" y="559841"/>
                  </a:lnTo>
                  <a:lnTo>
                    <a:pt x="692233" y="561130"/>
                  </a:lnTo>
                  <a:lnTo>
                    <a:pt x="694792" y="562941"/>
                  </a:lnTo>
                  <a:lnTo>
                    <a:pt x="696233" y="568696"/>
                  </a:lnTo>
                  <a:lnTo>
                    <a:pt x="695267" y="569165"/>
                  </a:lnTo>
                  <a:lnTo>
                    <a:pt x="695065" y="569541"/>
                  </a:lnTo>
                  <a:lnTo>
                    <a:pt x="694626" y="569629"/>
                  </a:lnTo>
                  <a:lnTo>
                    <a:pt x="693964" y="570589"/>
                  </a:lnTo>
                  <a:lnTo>
                    <a:pt x="693480" y="570589"/>
                  </a:lnTo>
                  <a:lnTo>
                    <a:pt x="692931" y="571007"/>
                  </a:lnTo>
                  <a:lnTo>
                    <a:pt x="692241" y="571129"/>
                  </a:lnTo>
                  <a:lnTo>
                    <a:pt x="689920" y="572436"/>
                  </a:lnTo>
                  <a:lnTo>
                    <a:pt x="682625" y="571183"/>
                  </a:lnTo>
                  <a:lnTo>
                    <a:pt x="681168" y="572196"/>
                  </a:lnTo>
                  <a:lnTo>
                    <a:pt x="676977" y="578078"/>
                  </a:lnTo>
                  <a:lnTo>
                    <a:pt x="675699" y="578569"/>
                  </a:lnTo>
                  <a:lnTo>
                    <a:pt x="674398" y="580139"/>
                  </a:lnTo>
                  <a:lnTo>
                    <a:pt x="672707" y="581046"/>
                  </a:lnTo>
                  <a:lnTo>
                    <a:pt x="672771" y="583008"/>
                  </a:lnTo>
                  <a:lnTo>
                    <a:pt x="671876" y="584407"/>
                  </a:lnTo>
                  <a:lnTo>
                    <a:pt x="670280" y="585269"/>
                  </a:lnTo>
                  <a:lnTo>
                    <a:pt x="669716" y="585835"/>
                  </a:lnTo>
                  <a:lnTo>
                    <a:pt x="668887" y="585677"/>
                  </a:lnTo>
                  <a:lnTo>
                    <a:pt x="668163" y="587094"/>
                  </a:lnTo>
                  <a:lnTo>
                    <a:pt x="667380" y="588018"/>
                  </a:lnTo>
                  <a:lnTo>
                    <a:pt x="667448" y="588851"/>
                  </a:lnTo>
                  <a:lnTo>
                    <a:pt x="667120" y="587897"/>
                  </a:lnTo>
                  <a:lnTo>
                    <a:pt x="668151" y="583227"/>
                  </a:lnTo>
                  <a:lnTo>
                    <a:pt x="667312" y="581827"/>
                  </a:lnTo>
                  <a:lnTo>
                    <a:pt x="666340" y="581465"/>
                  </a:lnTo>
                  <a:lnTo>
                    <a:pt x="664207" y="579266"/>
                  </a:lnTo>
                  <a:lnTo>
                    <a:pt x="661321" y="577800"/>
                  </a:lnTo>
                  <a:lnTo>
                    <a:pt x="658740" y="577132"/>
                  </a:lnTo>
                  <a:lnTo>
                    <a:pt x="655564" y="577422"/>
                  </a:lnTo>
                  <a:lnTo>
                    <a:pt x="653318" y="576019"/>
                  </a:lnTo>
                  <a:lnTo>
                    <a:pt x="652272" y="576279"/>
                  </a:lnTo>
                  <a:lnTo>
                    <a:pt x="651437" y="575465"/>
                  </a:lnTo>
                  <a:lnTo>
                    <a:pt x="649165" y="575317"/>
                  </a:lnTo>
                  <a:lnTo>
                    <a:pt x="648085" y="574583"/>
                  </a:lnTo>
                  <a:lnTo>
                    <a:pt x="644984" y="574081"/>
                  </a:lnTo>
                  <a:lnTo>
                    <a:pt x="642139" y="574686"/>
                  </a:lnTo>
                  <a:lnTo>
                    <a:pt x="641101" y="574567"/>
                  </a:lnTo>
                  <a:lnTo>
                    <a:pt x="638738" y="573116"/>
                  </a:lnTo>
                  <a:lnTo>
                    <a:pt x="637286" y="571289"/>
                  </a:lnTo>
                  <a:lnTo>
                    <a:pt x="636770" y="571049"/>
                  </a:lnTo>
                  <a:lnTo>
                    <a:pt x="635483" y="571166"/>
                  </a:lnTo>
                  <a:lnTo>
                    <a:pt x="632992" y="570913"/>
                  </a:lnTo>
                  <a:lnTo>
                    <a:pt x="632561" y="570644"/>
                  </a:lnTo>
                  <a:lnTo>
                    <a:pt x="631256" y="568555"/>
                  </a:lnTo>
                  <a:lnTo>
                    <a:pt x="631144" y="567947"/>
                  </a:lnTo>
                  <a:lnTo>
                    <a:pt x="630648" y="567965"/>
                  </a:lnTo>
                  <a:lnTo>
                    <a:pt x="629983" y="567373"/>
                  </a:lnTo>
                  <a:lnTo>
                    <a:pt x="629851" y="567622"/>
                  </a:lnTo>
                  <a:lnTo>
                    <a:pt x="630047" y="568644"/>
                  </a:lnTo>
                  <a:lnTo>
                    <a:pt x="630552" y="569455"/>
                  </a:lnTo>
                  <a:lnTo>
                    <a:pt x="630412" y="569700"/>
                  </a:lnTo>
                  <a:lnTo>
                    <a:pt x="629272" y="567686"/>
                  </a:lnTo>
                  <a:lnTo>
                    <a:pt x="627964" y="566666"/>
                  </a:lnTo>
                  <a:lnTo>
                    <a:pt x="624870" y="563520"/>
                  </a:lnTo>
                  <a:lnTo>
                    <a:pt x="623989" y="563230"/>
                  </a:lnTo>
                  <a:lnTo>
                    <a:pt x="622938" y="565028"/>
                  </a:lnTo>
                  <a:lnTo>
                    <a:pt x="622137" y="565606"/>
                  </a:lnTo>
                  <a:lnTo>
                    <a:pt x="620917" y="566043"/>
                  </a:lnTo>
                  <a:lnTo>
                    <a:pt x="617881" y="568389"/>
                  </a:lnTo>
                  <a:lnTo>
                    <a:pt x="614837" y="568987"/>
                  </a:lnTo>
                  <a:lnTo>
                    <a:pt x="613331" y="569630"/>
                  </a:lnTo>
                  <a:lnTo>
                    <a:pt x="609853" y="569247"/>
                  </a:lnTo>
                  <a:lnTo>
                    <a:pt x="608263" y="568432"/>
                  </a:lnTo>
                  <a:lnTo>
                    <a:pt x="607443" y="567627"/>
                  </a:lnTo>
                  <a:lnTo>
                    <a:pt x="606406" y="564381"/>
                  </a:lnTo>
                  <a:lnTo>
                    <a:pt x="603213" y="562260"/>
                  </a:lnTo>
                  <a:lnTo>
                    <a:pt x="599400" y="562976"/>
                  </a:lnTo>
                  <a:lnTo>
                    <a:pt x="596316" y="564834"/>
                  </a:lnTo>
                  <a:lnTo>
                    <a:pt x="595307" y="566277"/>
                  </a:lnTo>
                  <a:lnTo>
                    <a:pt x="594376" y="566705"/>
                  </a:lnTo>
                  <a:lnTo>
                    <a:pt x="593584" y="568058"/>
                  </a:lnTo>
                  <a:lnTo>
                    <a:pt x="593826" y="568985"/>
                  </a:lnTo>
                  <a:lnTo>
                    <a:pt x="593725" y="569435"/>
                  </a:lnTo>
                  <a:lnTo>
                    <a:pt x="594264" y="570184"/>
                  </a:lnTo>
                  <a:lnTo>
                    <a:pt x="594065" y="571021"/>
                  </a:lnTo>
                  <a:lnTo>
                    <a:pt x="594220" y="571493"/>
                  </a:lnTo>
                  <a:lnTo>
                    <a:pt x="593502" y="572760"/>
                  </a:lnTo>
                  <a:lnTo>
                    <a:pt x="592895" y="572784"/>
                  </a:lnTo>
                  <a:lnTo>
                    <a:pt x="592334" y="573204"/>
                  </a:lnTo>
                  <a:lnTo>
                    <a:pt x="590986" y="573525"/>
                  </a:lnTo>
                  <a:lnTo>
                    <a:pt x="590107" y="574324"/>
                  </a:lnTo>
                  <a:lnTo>
                    <a:pt x="590007" y="574874"/>
                  </a:lnTo>
                  <a:lnTo>
                    <a:pt x="589461" y="575514"/>
                  </a:lnTo>
                  <a:lnTo>
                    <a:pt x="590050" y="575687"/>
                  </a:lnTo>
                  <a:lnTo>
                    <a:pt x="590110" y="576151"/>
                  </a:lnTo>
                  <a:lnTo>
                    <a:pt x="590916" y="576236"/>
                  </a:lnTo>
                  <a:lnTo>
                    <a:pt x="591449" y="576670"/>
                  </a:lnTo>
                  <a:lnTo>
                    <a:pt x="591416" y="577807"/>
                  </a:lnTo>
                  <a:lnTo>
                    <a:pt x="592026" y="578495"/>
                  </a:lnTo>
                  <a:lnTo>
                    <a:pt x="592747" y="578661"/>
                  </a:lnTo>
                  <a:lnTo>
                    <a:pt x="593728" y="579984"/>
                  </a:lnTo>
                  <a:lnTo>
                    <a:pt x="593961" y="581255"/>
                  </a:lnTo>
                  <a:lnTo>
                    <a:pt x="593572" y="582074"/>
                  </a:lnTo>
                  <a:lnTo>
                    <a:pt x="593811" y="582677"/>
                  </a:lnTo>
                  <a:lnTo>
                    <a:pt x="593444" y="583097"/>
                  </a:lnTo>
                  <a:lnTo>
                    <a:pt x="591468" y="581622"/>
                  </a:lnTo>
                  <a:lnTo>
                    <a:pt x="590424" y="580438"/>
                  </a:lnTo>
                  <a:lnTo>
                    <a:pt x="589050" y="580197"/>
                  </a:lnTo>
                  <a:lnTo>
                    <a:pt x="588469" y="579574"/>
                  </a:lnTo>
                  <a:lnTo>
                    <a:pt x="587807" y="579329"/>
                  </a:lnTo>
                  <a:lnTo>
                    <a:pt x="587041" y="580063"/>
                  </a:lnTo>
                  <a:lnTo>
                    <a:pt x="585869" y="580179"/>
                  </a:lnTo>
                  <a:lnTo>
                    <a:pt x="585361" y="579785"/>
                  </a:lnTo>
                  <a:lnTo>
                    <a:pt x="585521" y="579496"/>
                  </a:lnTo>
                  <a:lnTo>
                    <a:pt x="584995" y="578721"/>
                  </a:lnTo>
                  <a:lnTo>
                    <a:pt x="584504" y="578660"/>
                  </a:lnTo>
                  <a:lnTo>
                    <a:pt x="584240" y="579400"/>
                  </a:lnTo>
                  <a:lnTo>
                    <a:pt x="583474" y="579334"/>
                  </a:lnTo>
                  <a:lnTo>
                    <a:pt x="583468" y="579605"/>
                  </a:lnTo>
                  <a:lnTo>
                    <a:pt x="582814" y="579702"/>
                  </a:lnTo>
                  <a:lnTo>
                    <a:pt x="582041" y="579457"/>
                  </a:lnTo>
                  <a:lnTo>
                    <a:pt x="580449" y="579877"/>
                  </a:lnTo>
                  <a:lnTo>
                    <a:pt x="579627" y="579853"/>
                  </a:lnTo>
                  <a:lnTo>
                    <a:pt x="579415" y="580330"/>
                  </a:lnTo>
                  <a:lnTo>
                    <a:pt x="578589" y="580880"/>
                  </a:lnTo>
                  <a:lnTo>
                    <a:pt x="577708" y="580801"/>
                  </a:lnTo>
                  <a:lnTo>
                    <a:pt x="575308" y="581654"/>
                  </a:lnTo>
                  <a:lnTo>
                    <a:pt x="572871" y="580905"/>
                  </a:lnTo>
                  <a:lnTo>
                    <a:pt x="569791" y="581351"/>
                  </a:lnTo>
                  <a:lnTo>
                    <a:pt x="568744" y="584855"/>
                  </a:lnTo>
                  <a:lnTo>
                    <a:pt x="567323" y="586682"/>
                  </a:lnTo>
                  <a:lnTo>
                    <a:pt x="566666" y="588237"/>
                  </a:lnTo>
                  <a:lnTo>
                    <a:pt x="565289" y="590035"/>
                  </a:lnTo>
                  <a:lnTo>
                    <a:pt x="563893" y="591195"/>
                  </a:lnTo>
                  <a:lnTo>
                    <a:pt x="564006" y="595623"/>
                  </a:lnTo>
                  <a:lnTo>
                    <a:pt x="563643" y="597522"/>
                  </a:lnTo>
                  <a:lnTo>
                    <a:pt x="562062" y="600451"/>
                  </a:lnTo>
                  <a:lnTo>
                    <a:pt x="559730" y="601075"/>
                  </a:lnTo>
                  <a:lnTo>
                    <a:pt x="552908" y="600652"/>
                  </a:lnTo>
                  <a:lnTo>
                    <a:pt x="551838" y="600128"/>
                  </a:lnTo>
                  <a:lnTo>
                    <a:pt x="550581" y="599052"/>
                  </a:lnTo>
                  <a:lnTo>
                    <a:pt x="549100" y="597180"/>
                  </a:lnTo>
                  <a:lnTo>
                    <a:pt x="546917" y="599394"/>
                  </a:lnTo>
                  <a:lnTo>
                    <a:pt x="545594" y="600075"/>
                  </a:lnTo>
                  <a:lnTo>
                    <a:pt x="544773" y="599738"/>
                  </a:lnTo>
                  <a:lnTo>
                    <a:pt x="543339" y="600105"/>
                  </a:lnTo>
                  <a:lnTo>
                    <a:pt x="540845" y="598224"/>
                  </a:lnTo>
                  <a:lnTo>
                    <a:pt x="539737" y="597822"/>
                  </a:lnTo>
                  <a:lnTo>
                    <a:pt x="535851" y="597265"/>
                  </a:lnTo>
                  <a:lnTo>
                    <a:pt x="534301" y="595954"/>
                  </a:lnTo>
                  <a:lnTo>
                    <a:pt x="533723" y="595750"/>
                  </a:lnTo>
                  <a:lnTo>
                    <a:pt x="533029" y="595853"/>
                  </a:lnTo>
                  <a:lnTo>
                    <a:pt x="532326" y="595618"/>
                  </a:lnTo>
                  <a:lnTo>
                    <a:pt x="531768" y="595130"/>
                  </a:lnTo>
                  <a:lnTo>
                    <a:pt x="531124" y="595037"/>
                  </a:lnTo>
                  <a:lnTo>
                    <a:pt x="530217" y="595360"/>
                  </a:lnTo>
                  <a:lnTo>
                    <a:pt x="529848" y="595223"/>
                  </a:lnTo>
                  <a:lnTo>
                    <a:pt x="529066" y="595689"/>
                  </a:lnTo>
                  <a:lnTo>
                    <a:pt x="527522" y="595490"/>
                  </a:lnTo>
                  <a:lnTo>
                    <a:pt x="526240" y="594928"/>
                  </a:lnTo>
                  <a:lnTo>
                    <a:pt x="524934" y="595278"/>
                  </a:lnTo>
                  <a:lnTo>
                    <a:pt x="522798" y="594176"/>
                  </a:lnTo>
                  <a:lnTo>
                    <a:pt x="522308" y="590156"/>
                  </a:lnTo>
                  <a:lnTo>
                    <a:pt x="524927" y="585537"/>
                  </a:lnTo>
                  <a:lnTo>
                    <a:pt x="527370" y="584326"/>
                  </a:lnTo>
                  <a:lnTo>
                    <a:pt x="530050" y="580430"/>
                  </a:lnTo>
                  <a:lnTo>
                    <a:pt x="530084" y="576986"/>
                  </a:lnTo>
                  <a:lnTo>
                    <a:pt x="530645" y="574108"/>
                  </a:lnTo>
                  <a:lnTo>
                    <a:pt x="530470" y="572826"/>
                  </a:lnTo>
                  <a:lnTo>
                    <a:pt x="530536" y="569441"/>
                  </a:lnTo>
                  <a:lnTo>
                    <a:pt x="530894" y="567693"/>
                  </a:lnTo>
                  <a:lnTo>
                    <a:pt x="530535" y="567538"/>
                  </a:lnTo>
                  <a:lnTo>
                    <a:pt x="529324" y="566051"/>
                  </a:lnTo>
                  <a:lnTo>
                    <a:pt x="528793" y="565997"/>
                  </a:lnTo>
                  <a:lnTo>
                    <a:pt x="528365" y="565602"/>
                  </a:lnTo>
                  <a:lnTo>
                    <a:pt x="524032" y="564561"/>
                  </a:lnTo>
                  <a:lnTo>
                    <a:pt x="520945" y="564836"/>
                  </a:lnTo>
                  <a:lnTo>
                    <a:pt x="519620" y="566844"/>
                  </a:lnTo>
                  <a:lnTo>
                    <a:pt x="517449" y="567631"/>
                  </a:lnTo>
                  <a:lnTo>
                    <a:pt x="511156" y="567883"/>
                  </a:lnTo>
                  <a:lnTo>
                    <a:pt x="509165" y="567414"/>
                  </a:lnTo>
                  <a:lnTo>
                    <a:pt x="508317" y="567609"/>
                  </a:lnTo>
                  <a:lnTo>
                    <a:pt x="505820" y="566060"/>
                  </a:lnTo>
                  <a:lnTo>
                    <a:pt x="505176" y="566103"/>
                  </a:lnTo>
                  <a:lnTo>
                    <a:pt x="503436" y="564993"/>
                  </a:lnTo>
                  <a:lnTo>
                    <a:pt x="502687" y="564058"/>
                  </a:lnTo>
                  <a:lnTo>
                    <a:pt x="501416" y="562070"/>
                  </a:lnTo>
                  <a:lnTo>
                    <a:pt x="501213" y="560986"/>
                  </a:lnTo>
                  <a:lnTo>
                    <a:pt x="501592" y="560155"/>
                  </a:lnTo>
                  <a:lnTo>
                    <a:pt x="501280" y="558839"/>
                  </a:lnTo>
                  <a:lnTo>
                    <a:pt x="500507" y="557661"/>
                  </a:lnTo>
                  <a:lnTo>
                    <a:pt x="499862" y="557370"/>
                  </a:lnTo>
                  <a:lnTo>
                    <a:pt x="499896" y="557006"/>
                  </a:lnTo>
                  <a:lnTo>
                    <a:pt x="498692" y="556558"/>
                  </a:lnTo>
                  <a:lnTo>
                    <a:pt x="497177" y="555354"/>
                  </a:lnTo>
                  <a:lnTo>
                    <a:pt x="496131" y="551907"/>
                  </a:lnTo>
                  <a:lnTo>
                    <a:pt x="495455" y="551162"/>
                  </a:lnTo>
                  <a:lnTo>
                    <a:pt x="493832" y="550035"/>
                  </a:lnTo>
                  <a:lnTo>
                    <a:pt x="493095" y="548438"/>
                  </a:lnTo>
                  <a:lnTo>
                    <a:pt x="492254" y="547450"/>
                  </a:lnTo>
                  <a:lnTo>
                    <a:pt x="485361" y="540288"/>
                  </a:lnTo>
                  <a:lnTo>
                    <a:pt x="477045" y="531146"/>
                  </a:lnTo>
                  <a:lnTo>
                    <a:pt x="474973" y="530882"/>
                  </a:lnTo>
                  <a:lnTo>
                    <a:pt x="474533" y="531044"/>
                  </a:lnTo>
                  <a:lnTo>
                    <a:pt x="472600" y="529576"/>
                  </a:lnTo>
                  <a:lnTo>
                    <a:pt x="471744" y="529184"/>
                  </a:lnTo>
                  <a:lnTo>
                    <a:pt x="471660" y="528519"/>
                  </a:lnTo>
                  <a:lnTo>
                    <a:pt x="471017" y="528502"/>
                  </a:lnTo>
                  <a:lnTo>
                    <a:pt x="469764" y="527746"/>
                  </a:lnTo>
                  <a:lnTo>
                    <a:pt x="469376" y="526864"/>
                  </a:lnTo>
                  <a:lnTo>
                    <a:pt x="469633" y="525664"/>
                  </a:lnTo>
                  <a:lnTo>
                    <a:pt x="467812" y="523792"/>
                  </a:lnTo>
                  <a:lnTo>
                    <a:pt x="466828" y="523953"/>
                  </a:lnTo>
                  <a:lnTo>
                    <a:pt x="465391" y="523745"/>
                  </a:lnTo>
                  <a:lnTo>
                    <a:pt x="463912" y="523074"/>
                  </a:lnTo>
                  <a:lnTo>
                    <a:pt x="461647" y="520951"/>
                  </a:lnTo>
                  <a:lnTo>
                    <a:pt x="460415" y="521108"/>
                  </a:lnTo>
                  <a:lnTo>
                    <a:pt x="459070" y="521789"/>
                  </a:lnTo>
                  <a:lnTo>
                    <a:pt x="457987" y="524471"/>
                  </a:lnTo>
                  <a:lnTo>
                    <a:pt x="455060" y="525655"/>
                  </a:lnTo>
                  <a:lnTo>
                    <a:pt x="453459" y="526985"/>
                  </a:lnTo>
                  <a:lnTo>
                    <a:pt x="450151" y="528276"/>
                  </a:lnTo>
                  <a:lnTo>
                    <a:pt x="448467" y="528003"/>
                  </a:lnTo>
                  <a:lnTo>
                    <a:pt x="445905" y="529112"/>
                  </a:lnTo>
                  <a:lnTo>
                    <a:pt x="443382" y="529008"/>
                  </a:lnTo>
                  <a:lnTo>
                    <a:pt x="441168" y="529508"/>
                  </a:lnTo>
                  <a:lnTo>
                    <a:pt x="440136" y="529565"/>
                  </a:lnTo>
                  <a:lnTo>
                    <a:pt x="438157" y="528975"/>
                  </a:lnTo>
                  <a:lnTo>
                    <a:pt x="436757" y="529253"/>
                  </a:lnTo>
                  <a:lnTo>
                    <a:pt x="435405" y="530097"/>
                  </a:lnTo>
                  <a:lnTo>
                    <a:pt x="432803" y="530828"/>
                  </a:lnTo>
                  <a:lnTo>
                    <a:pt x="430700" y="530438"/>
                  </a:lnTo>
                  <a:lnTo>
                    <a:pt x="429200" y="529895"/>
                  </a:lnTo>
                  <a:lnTo>
                    <a:pt x="427890" y="528975"/>
                  </a:lnTo>
                  <a:lnTo>
                    <a:pt x="424958" y="528685"/>
                  </a:lnTo>
                  <a:lnTo>
                    <a:pt x="422428" y="525426"/>
                  </a:lnTo>
                  <a:lnTo>
                    <a:pt x="421763" y="523498"/>
                  </a:lnTo>
                  <a:lnTo>
                    <a:pt x="424570" y="520815"/>
                  </a:lnTo>
                  <a:lnTo>
                    <a:pt x="425582" y="519254"/>
                  </a:lnTo>
                  <a:lnTo>
                    <a:pt x="425054" y="517879"/>
                  </a:lnTo>
                  <a:lnTo>
                    <a:pt x="423904" y="516413"/>
                  </a:lnTo>
                  <a:lnTo>
                    <a:pt x="423863" y="515025"/>
                  </a:lnTo>
                  <a:lnTo>
                    <a:pt x="423255" y="514718"/>
                  </a:lnTo>
                  <a:lnTo>
                    <a:pt x="423247" y="514196"/>
                  </a:lnTo>
                  <a:lnTo>
                    <a:pt x="423756" y="513559"/>
                  </a:lnTo>
                  <a:lnTo>
                    <a:pt x="424095" y="512304"/>
                  </a:lnTo>
                  <a:lnTo>
                    <a:pt x="422435" y="512915"/>
                  </a:lnTo>
                  <a:lnTo>
                    <a:pt x="420675" y="516231"/>
                  </a:lnTo>
                  <a:lnTo>
                    <a:pt x="420047" y="516977"/>
                  </a:lnTo>
                  <a:lnTo>
                    <a:pt x="419882" y="517581"/>
                  </a:lnTo>
                  <a:lnTo>
                    <a:pt x="418026" y="517407"/>
                  </a:lnTo>
                  <a:lnTo>
                    <a:pt x="416913" y="517012"/>
                  </a:lnTo>
                  <a:lnTo>
                    <a:pt x="414823" y="517447"/>
                  </a:lnTo>
                  <a:lnTo>
                    <a:pt x="413165" y="516655"/>
                  </a:lnTo>
                  <a:lnTo>
                    <a:pt x="411909" y="516451"/>
                  </a:lnTo>
                  <a:lnTo>
                    <a:pt x="410637" y="515379"/>
                  </a:lnTo>
                  <a:lnTo>
                    <a:pt x="408610" y="514803"/>
                  </a:lnTo>
                  <a:lnTo>
                    <a:pt x="407413" y="514131"/>
                  </a:lnTo>
                  <a:lnTo>
                    <a:pt x="403453" y="513106"/>
                  </a:lnTo>
                  <a:lnTo>
                    <a:pt x="402242" y="511944"/>
                  </a:lnTo>
                  <a:lnTo>
                    <a:pt x="401193" y="511439"/>
                  </a:lnTo>
                  <a:lnTo>
                    <a:pt x="398589" y="509015"/>
                  </a:lnTo>
                  <a:lnTo>
                    <a:pt x="398337" y="508497"/>
                  </a:lnTo>
                  <a:lnTo>
                    <a:pt x="398619" y="505831"/>
                  </a:lnTo>
                  <a:lnTo>
                    <a:pt x="398172" y="502635"/>
                  </a:lnTo>
                  <a:lnTo>
                    <a:pt x="396677" y="498959"/>
                  </a:lnTo>
                  <a:lnTo>
                    <a:pt x="396585" y="497411"/>
                  </a:lnTo>
                  <a:lnTo>
                    <a:pt x="395871" y="494327"/>
                  </a:lnTo>
                  <a:lnTo>
                    <a:pt x="396212" y="491100"/>
                  </a:lnTo>
                  <a:lnTo>
                    <a:pt x="395736" y="490108"/>
                  </a:lnTo>
                  <a:lnTo>
                    <a:pt x="393598" y="488965"/>
                  </a:lnTo>
                  <a:lnTo>
                    <a:pt x="393426" y="488161"/>
                  </a:lnTo>
                  <a:lnTo>
                    <a:pt x="392219" y="486610"/>
                  </a:lnTo>
                  <a:lnTo>
                    <a:pt x="391767" y="484870"/>
                  </a:lnTo>
                  <a:lnTo>
                    <a:pt x="389917" y="485209"/>
                  </a:lnTo>
                  <a:lnTo>
                    <a:pt x="389723" y="485697"/>
                  </a:lnTo>
                  <a:lnTo>
                    <a:pt x="388752" y="486124"/>
                  </a:lnTo>
                  <a:lnTo>
                    <a:pt x="388386" y="487070"/>
                  </a:lnTo>
                  <a:lnTo>
                    <a:pt x="387605" y="487294"/>
                  </a:lnTo>
                  <a:lnTo>
                    <a:pt x="386929" y="487955"/>
                  </a:lnTo>
                  <a:lnTo>
                    <a:pt x="387120" y="488876"/>
                  </a:lnTo>
                  <a:lnTo>
                    <a:pt x="385556" y="488636"/>
                  </a:lnTo>
                  <a:lnTo>
                    <a:pt x="385826" y="489684"/>
                  </a:lnTo>
                  <a:lnTo>
                    <a:pt x="384143" y="490284"/>
                  </a:lnTo>
                  <a:lnTo>
                    <a:pt x="383604" y="491684"/>
                  </a:lnTo>
                  <a:lnTo>
                    <a:pt x="382618" y="492319"/>
                  </a:lnTo>
                  <a:lnTo>
                    <a:pt x="382149" y="493196"/>
                  </a:lnTo>
                  <a:lnTo>
                    <a:pt x="381386" y="493219"/>
                  </a:lnTo>
                  <a:lnTo>
                    <a:pt x="380392" y="493077"/>
                  </a:lnTo>
                  <a:lnTo>
                    <a:pt x="378957" y="493939"/>
                  </a:lnTo>
                  <a:lnTo>
                    <a:pt x="378216" y="495324"/>
                  </a:lnTo>
                  <a:lnTo>
                    <a:pt x="377795" y="495498"/>
                  </a:lnTo>
                  <a:lnTo>
                    <a:pt x="376995" y="495363"/>
                  </a:lnTo>
                  <a:lnTo>
                    <a:pt x="376710" y="495575"/>
                  </a:lnTo>
                  <a:lnTo>
                    <a:pt x="376380" y="496185"/>
                  </a:lnTo>
                  <a:lnTo>
                    <a:pt x="375492" y="496727"/>
                  </a:lnTo>
                  <a:lnTo>
                    <a:pt x="374771" y="497925"/>
                  </a:lnTo>
                  <a:lnTo>
                    <a:pt x="372487" y="498393"/>
                  </a:lnTo>
                  <a:lnTo>
                    <a:pt x="371634" y="499243"/>
                  </a:lnTo>
                  <a:lnTo>
                    <a:pt x="370871" y="499403"/>
                  </a:lnTo>
                  <a:lnTo>
                    <a:pt x="370481" y="499791"/>
                  </a:lnTo>
                  <a:lnTo>
                    <a:pt x="370199" y="500740"/>
                  </a:lnTo>
                  <a:lnTo>
                    <a:pt x="369037" y="501476"/>
                  </a:lnTo>
                  <a:lnTo>
                    <a:pt x="364612" y="501565"/>
                  </a:lnTo>
                  <a:lnTo>
                    <a:pt x="363520" y="501001"/>
                  </a:lnTo>
                  <a:lnTo>
                    <a:pt x="363218" y="500244"/>
                  </a:lnTo>
                  <a:lnTo>
                    <a:pt x="362831" y="500236"/>
                  </a:lnTo>
                  <a:lnTo>
                    <a:pt x="361740" y="501087"/>
                  </a:lnTo>
                  <a:lnTo>
                    <a:pt x="360403" y="501490"/>
                  </a:lnTo>
                  <a:lnTo>
                    <a:pt x="360349" y="501973"/>
                  </a:lnTo>
                  <a:lnTo>
                    <a:pt x="358870" y="503125"/>
                  </a:lnTo>
                  <a:lnTo>
                    <a:pt x="356676" y="502819"/>
                  </a:lnTo>
                  <a:lnTo>
                    <a:pt x="356733" y="503547"/>
                  </a:lnTo>
                  <a:lnTo>
                    <a:pt x="356061" y="503807"/>
                  </a:lnTo>
                  <a:lnTo>
                    <a:pt x="355946" y="503607"/>
                  </a:lnTo>
                  <a:lnTo>
                    <a:pt x="353864" y="503963"/>
                  </a:lnTo>
                  <a:lnTo>
                    <a:pt x="353385" y="504945"/>
                  </a:lnTo>
                  <a:lnTo>
                    <a:pt x="349534" y="507077"/>
                  </a:lnTo>
                  <a:lnTo>
                    <a:pt x="348328" y="507540"/>
                  </a:lnTo>
                  <a:lnTo>
                    <a:pt x="345171" y="507289"/>
                  </a:lnTo>
                  <a:lnTo>
                    <a:pt x="344406" y="508491"/>
                  </a:lnTo>
                  <a:lnTo>
                    <a:pt x="343195" y="509122"/>
                  </a:lnTo>
                  <a:lnTo>
                    <a:pt x="341303" y="509135"/>
                  </a:lnTo>
                  <a:lnTo>
                    <a:pt x="338310" y="508754"/>
                  </a:lnTo>
                  <a:lnTo>
                    <a:pt x="337438" y="508913"/>
                  </a:lnTo>
                  <a:lnTo>
                    <a:pt x="334264" y="507914"/>
                  </a:lnTo>
                  <a:lnTo>
                    <a:pt x="331951" y="508225"/>
                  </a:lnTo>
                  <a:lnTo>
                    <a:pt x="328714" y="509249"/>
                  </a:lnTo>
                  <a:lnTo>
                    <a:pt x="326779" y="509248"/>
                  </a:lnTo>
                  <a:lnTo>
                    <a:pt x="324498" y="508679"/>
                  </a:lnTo>
                  <a:lnTo>
                    <a:pt x="322597" y="509239"/>
                  </a:lnTo>
                  <a:lnTo>
                    <a:pt x="320854" y="509388"/>
                  </a:lnTo>
                  <a:lnTo>
                    <a:pt x="319629" y="509184"/>
                  </a:lnTo>
                  <a:lnTo>
                    <a:pt x="318410" y="510135"/>
                  </a:lnTo>
                  <a:lnTo>
                    <a:pt x="315109" y="510893"/>
                  </a:lnTo>
                  <a:lnTo>
                    <a:pt x="314969" y="510654"/>
                  </a:lnTo>
                  <a:lnTo>
                    <a:pt x="314080" y="510795"/>
                  </a:lnTo>
                  <a:lnTo>
                    <a:pt x="311832" y="511421"/>
                  </a:lnTo>
                  <a:lnTo>
                    <a:pt x="311409" y="511143"/>
                  </a:lnTo>
                  <a:lnTo>
                    <a:pt x="310126" y="511169"/>
                  </a:lnTo>
                  <a:lnTo>
                    <a:pt x="309606" y="512465"/>
                  </a:lnTo>
                  <a:lnTo>
                    <a:pt x="309365" y="512538"/>
                  </a:lnTo>
                  <a:lnTo>
                    <a:pt x="308347" y="512328"/>
                  </a:lnTo>
                  <a:lnTo>
                    <a:pt x="308024" y="511643"/>
                  </a:lnTo>
                  <a:lnTo>
                    <a:pt x="306019" y="511990"/>
                  </a:lnTo>
                  <a:lnTo>
                    <a:pt x="303634" y="511536"/>
                  </a:lnTo>
                  <a:lnTo>
                    <a:pt x="303598" y="511063"/>
                  </a:lnTo>
                  <a:lnTo>
                    <a:pt x="303100" y="510784"/>
                  </a:lnTo>
                  <a:lnTo>
                    <a:pt x="303346" y="510195"/>
                  </a:lnTo>
                  <a:lnTo>
                    <a:pt x="302367" y="510273"/>
                  </a:lnTo>
                  <a:lnTo>
                    <a:pt x="302137" y="510880"/>
                  </a:lnTo>
                  <a:lnTo>
                    <a:pt x="301686" y="511086"/>
                  </a:lnTo>
                  <a:lnTo>
                    <a:pt x="300874" y="510514"/>
                  </a:lnTo>
                  <a:lnTo>
                    <a:pt x="300806" y="511139"/>
                  </a:lnTo>
                  <a:lnTo>
                    <a:pt x="300117" y="511271"/>
                  </a:lnTo>
                  <a:lnTo>
                    <a:pt x="299550" y="512293"/>
                  </a:lnTo>
                  <a:lnTo>
                    <a:pt x="297994" y="513960"/>
                  </a:lnTo>
                  <a:lnTo>
                    <a:pt x="296311" y="516388"/>
                  </a:lnTo>
                  <a:lnTo>
                    <a:pt x="296202" y="519217"/>
                  </a:lnTo>
                  <a:lnTo>
                    <a:pt x="296821" y="522692"/>
                  </a:lnTo>
                  <a:lnTo>
                    <a:pt x="296554" y="523256"/>
                  </a:lnTo>
                  <a:lnTo>
                    <a:pt x="294917" y="523202"/>
                  </a:lnTo>
                  <a:lnTo>
                    <a:pt x="293816" y="522658"/>
                  </a:lnTo>
                  <a:lnTo>
                    <a:pt x="293140" y="522204"/>
                  </a:lnTo>
                  <a:lnTo>
                    <a:pt x="292329" y="522536"/>
                  </a:lnTo>
                  <a:lnTo>
                    <a:pt x="290913" y="522373"/>
                  </a:lnTo>
                  <a:lnTo>
                    <a:pt x="290215" y="521899"/>
                  </a:lnTo>
                  <a:lnTo>
                    <a:pt x="287861" y="521574"/>
                  </a:lnTo>
                  <a:lnTo>
                    <a:pt x="286408" y="520876"/>
                  </a:lnTo>
                  <a:lnTo>
                    <a:pt x="285802" y="521743"/>
                  </a:lnTo>
                  <a:lnTo>
                    <a:pt x="284784" y="521908"/>
                  </a:lnTo>
                  <a:lnTo>
                    <a:pt x="282927" y="520279"/>
                  </a:lnTo>
                  <a:lnTo>
                    <a:pt x="282047" y="520127"/>
                  </a:lnTo>
                  <a:lnTo>
                    <a:pt x="281818" y="519453"/>
                  </a:lnTo>
                  <a:lnTo>
                    <a:pt x="278363" y="518201"/>
                  </a:lnTo>
                  <a:lnTo>
                    <a:pt x="275742" y="516316"/>
                  </a:lnTo>
                  <a:lnTo>
                    <a:pt x="273411" y="515934"/>
                  </a:lnTo>
                  <a:lnTo>
                    <a:pt x="273545" y="514191"/>
                  </a:lnTo>
                  <a:lnTo>
                    <a:pt x="272995" y="512583"/>
                  </a:lnTo>
                  <a:lnTo>
                    <a:pt x="273126" y="510805"/>
                  </a:lnTo>
                  <a:lnTo>
                    <a:pt x="272713" y="510295"/>
                  </a:lnTo>
                  <a:lnTo>
                    <a:pt x="271754" y="505697"/>
                  </a:lnTo>
                  <a:lnTo>
                    <a:pt x="270941" y="504920"/>
                  </a:lnTo>
                  <a:lnTo>
                    <a:pt x="269194" y="504849"/>
                  </a:lnTo>
                  <a:lnTo>
                    <a:pt x="266402" y="502860"/>
                  </a:lnTo>
                  <a:lnTo>
                    <a:pt x="267062" y="500653"/>
                  </a:lnTo>
                  <a:lnTo>
                    <a:pt x="268182" y="499059"/>
                  </a:lnTo>
                  <a:lnTo>
                    <a:pt x="269051" y="498512"/>
                  </a:lnTo>
                  <a:lnTo>
                    <a:pt x="274871" y="496123"/>
                  </a:lnTo>
                  <a:lnTo>
                    <a:pt x="285064" y="491459"/>
                  </a:lnTo>
                  <a:lnTo>
                    <a:pt x="289140" y="487933"/>
                  </a:lnTo>
                  <a:lnTo>
                    <a:pt x="294166" y="484071"/>
                  </a:lnTo>
                  <a:lnTo>
                    <a:pt x="292299" y="476664"/>
                  </a:lnTo>
                  <a:lnTo>
                    <a:pt x="292339" y="475184"/>
                  </a:lnTo>
                  <a:lnTo>
                    <a:pt x="291507" y="468110"/>
                  </a:lnTo>
                  <a:lnTo>
                    <a:pt x="286173" y="467174"/>
                  </a:lnTo>
                  <a:lnTo>
                    <a:pt x="284161" y="466374"/>
                  </a:lnTo>
                  <a:lnTo>
                    <a:pt x="280116" y="466377"/>
                  </a:lnTo>
                  <a:lnTo>
                    <a:pt x="271731" y="464124"/>
                  </a:lnTo>
                  <a:lnTo>
                    <a:pt x="271264" y="460904"/>
                  </a:lnTo>
                  <a:lnTo>
                    <a:pt x="269396" y="460289"/>
                  </a:lnTo>
                  <a:lnTo>
                    <a:pt x="267066" y="457098"/>
                  </a:lnTo>
                  <a:lnTo>
                    <a:pt x="266378" y="455669"/>
                  </a:lnTo>
                  <a:lnTo>
                    <a:pt x="261633" y="454063"/>
                  </a:lnTo>
                  <a:lnTo>
                    <a:pt x="261194" y="453205"/>
                  </a:lnTo>
                  <a:lnTo>
                    <a:pt x="260735" y="451274"/>
                  </a:lnTo>
                  <a:lnTo>
                    <a:pt x="261286" y="449314"/>
                  </a:lnTo>
                  <a:lnTo>
                    <a:pt x="261338" y="447925"/>
                  </a:lnTo>
                  <a:lnTo>
                    <a:pt x="261788" y="447494"/>
                  </a:lnTo>
                  <a:lnTo>
                    <a:pt x="261818" y="446259"/>
                  </a:lnTo>
                  <a:lnTo>
                    <a:pt x="262242" y="445498"/>
                  </a:lnTo>
                  <a:lnTo>
                    <a:pt x="262319" y="444708"/>
                  </a:lnTo>
                  <a:lnTo>
                    <a:pt x="262400" y="443977"/>
                  </a:lnTo>
                  <a:lnTo>
                    <a:pt x="263607" y="442812"/>
                  </a:lnTo>
                  <a:lnTo>
                    <a:pt x="263729" y="442154"/>
                  </a:lnTo>
                  <a:lnTo>
                    <a:pt x="264336" y="441136"/>
                  </a:lnTo>
                  <a:lnTo>
                    <a:pt x="265509" y="439997"/>
                  </a:lnTo>
                  <a:lnTo>
                    <a:pt x="267115" y="439550"/>
                  </a:lnTo>
                  <a:lnTo>
                    <a:pt x="267420" y="438533"/>
                  </a:lnTo>
                  <a:lnTo>
                    <a:pt x="268538" y="438237"/>
                  </a:lnTo>
                  <a:lnTo>
                    <a:pt x="268900" y="436812"/>
                  </a:lnTo>
                  <a:lnTo>
                    <a:pt x="270702" y="436696"/>
                  </a:lnTo>
                  <a:lnTo>
                    <a:pt x="271104" y="436392"/>
                  </a:lnTo>
                  <a:lnTo>
                    <a:pt x="271458" y="435484"/>
                  </a:lnTo>
                  <a:lnTo>
                    <a:pt x="272941" y="433640"/>
                  </a:lnTo>
                  <a:lnTo>
                    <a:pt x="271334" y="433045"/>
                  </a:lnTo>
                  <a:lnTo>
                    <a:pt x="269376" y="431431"/>
                  </a:lnTo>
                  <a:lnTo>
                    <a:pt x="268904" y="431844"/>
                  </a:lnTo>
                  <a:lnTo>
                    <a:pt x="268158" y="430723"/>
                  </a:lnTo>
                  <a:lnTo>
                    <a:pt x="266361" y="431482"/>
                  </a:lnTo>
                  <a:lnTo>
                    <a:pt x="264584" y="430868"/>
                  </a:lnTo>
                  <a:lnTo>
                    <a:pt x="264199" y="428168"/>
                  </a:lnTo>
                  <a:lnTo>
                    <a:pt x="264348" y="425808"/>
                  </a:lnTo>
                  <a:lnTo>
                    <a:pt x="264487" y="424964"/>
                  </a:lnTo>
                  <a:lnTo>
                    <a:pt x="265136" y="424771"/>
                  </a:lnTo>
                  <a:lnTo>
                    <a:pt x="263729" y="422857"/>
                  </a:lnTo>
                  <a:lnTo>
                    <a:pt x="264426" y="421479"/>
                  </a:lnTo>
                  <a:lnTo>
                    <a:pt x="263586" y="418868"/>
                  </a:lnTo>
                  <a:lnTo>
                    <a:pt x="265343" y="417922"/>
                  </a:lnTo>
                  <a:lnTo>
                    <a:pt x="266748" y="419189"/>
                  </a:lnTo>
                  <a:lnTo>
                    <a:pt x="270026" y="418619"/>
                  </a:lnTo>
                  <a:lnTo>
                    <a:pt x="270660" y="418412"/>
                  </a:lnTo>
                  <a:lnTo>
                    <a:pt x="271334" y="417273"/>
                  </a:lnTo>
                  <a:lnTo>
                    <a:pt x="271986" y="416875"/>
                  </a:lnTo>
                  <a:lnTo>
                    <a:pt x="271574" y="416541"/>
                  </a:lnTo>
                  <a:lnTo>
                    <a:pt x="270811" y="416381"/>
                  </a:lnTo>
                  <a:lnTo>
                    <a:pt x="270430" y="415693"/>
                  </a:lnTo>
                  <a:lnTo>
                    <a:pt x="270195" y="415528"/>
                  </a:lnTo>
                  <a:lnTo>
                    <a:pt x="269904" y="415664"/>
                  </a:lnTo>
                  <a:lnTo>
                    <a:pt x="269786" y="415357"/>
                  </a:lnTo>
                  <a:lnTo>
                    <a:pt x="268503" y="414532"/>
                  </a:lnTo>
                  <a:lnTo>
                    <a:pt x="267539" y="412747"/>
                  </a:lnTo>
                  <a:lnTo>
                    <a:pt x="265622" y="411320"/>
                  </a:lnTo>
                  <a:lnTo>
                    <a:pt x="263411" y="409268"/>
                  </a:lnTo>
                  <a:lnTo>
                    <a:pt x="263024" y="407599"/>
                  </a:lnTo>
                  <a:lnTo>
                    <a:pt x="261858" y="406134"/>
                  </a:lnTo>
                  <a:lnTo>
                    <a:pt x="260087" y="402690"/>
                  </a:lnTo>
                  <a:lnTo>
                    <a:pt x="258784" y="401776"/>
                  </a:lnTo>
                  <a:lnTo>
                    <a:pt x="258824" y="401542"/>
                  </a:lnTo>
                  <a:lnTo>
                    <a:pt x="257896" y="400422"/>
                  </a:lnTo>
                  <a:lnTo>
                    <a:pt x="257210" y="398078"/>
                  </a:lnTo>
                  <a:lnTo>
                    <a:pt x="260020" y="393595"/>
                  </a:lnTo>
                  <a:lnTo>
                    <a:pt x="262490" y="390999"/>
                  </a:lnTo>
                  <a:lnTo>
                    <a:pt x="263542" y="391174"/>
                  </a:lnTo>
                  <a:lnTo>
                    <a:pt x="269485" y="389811"/>
                  </a:lnTo>
                  <a:lnTo>
                    <a:pt x="271849" y="387244"/>
                  </a:lnTo>
                  <a:lnTo>
                    <a:pt x="273126" y="384644"/>
                  </a:lnTo>
                  <a:lnTo>
                    <a:pt x="278209" y="382724"/>
                  </a:lnTo>
                  <a:lnTo>
                    <a:pt x="280386" y="382910"/>
                  </a:lnTo>
                  <a:lnTo>
                    <a:pt x="281941" y="382720"/>
                  </a:lnTo>
                  <a:lnTo>
                    <a:pt x="283538" y="380801"/>
                  </a:lnTo>
                  <a:lnTo>
                    <a:pt x="288372" y="379783"/>
                  </a:lnTo>
                  <a:lnTo>
                    <a:pt x="290421" y="377887"/>
                  </a:lnTo>
                  <a:lnTo>
                    <a:pt x="294366" y="376278"/>
                  </a:lnTo>
                  <a:lnTo>
                    <a:pt x="294313" y="374214"/>
                  </a:lnTo>
                  <a:lnTo>
                    <a:pt x="290973" y="369862"/>
                  </a:lnTo>
                  <a:lnTo>
                    <a:pt x="290120" y="368443"/>
                  </a:lnTo>
                  <a:lnTo>
                    <a:pt x="288348" y="366559"/>
                  </a:lnTo>
                  <a:lnTo>
                    <a:pt x="287157" y="365695"/>
                  </a:lnTo>
                  <a:lnTo>
                    <a:pt x="284555" y="364744"/>
                  </a:lnTo>
                  <a:lnTo>
                    <a:pt x="284525" y="363999"/>
                  </a:lnTo>
                  <a:lnTo>
                    <a:pt x="284119" y="363567"/>
                  </a:lnTo>
                  <a:lnTo>
                    <a:pt x="283706" y="363503"/>
                  </a:lnTo>
                  <a:lnTo>
                    <a:pt x="283567" y="363130"/>
                  </a:lnTo>
                  <a:lnTo>
                    <a:pt x="283417" y="361198"/>
                  </a:lnTo>
                  <a:lnTo>
                    <a:pt x="283622" y="360754"/>
                  </a:lnTo>
                  <a:lnTo>
                    <a:pt x="285355" y="359956"/>
                  </a:lnTo>
                  <a:lnTo>
                    <a:pt x="286389" y="358710"/>
                  </a:lnTo>
                  <a:lnTo>
                    <a:pt x="287325" y="358402"/>
                  </a:lnTo>
                  <a:lnTo>
                    <a:pt x="287824" y="357374"/>
                  </a:lnTo>
                  <a:lnTo>
                    <a:pt x="288564" y="356974"/>
                  </a:lnTo>
                  <a:lnTo>
                    <a:pt x="289154" y="355967"/>
                  </a:lnTo>
                  <a:lnTo>
                    <a:pt x="290667" y="354423"/>
                  </a:lnTo>
                  <a:lnTo>
                    <a:pt x="290991" y="351746"/>
                  </a:lnTo>
                  <a:lnTo>
                    <a:pt x="290446" y="349922"/>
                  </a:lnTo>
                  <a:lnTo>
                    <a:pt x="290498" y="348732"/>
                  </a:lnTo>
                  <a:lnTo>
                    <a:pt x="289370" y="347222"/>
                  </a:lnTo>
                  <a:lnTo>
                    <a:pt x="287927" y="348385"/>
                  </a:lnTo>
                  <a:lnTo>
                    <a:pt x="286454" y="348443"/>
                  </a:lnTo>
                  <a:lnTo>
                    <a:pt x="285221" y="348821"/>
                  </a:lnTo>
                  <a:lnTo>
                    <a:pt x="283502" y="348527"/>
                  </a:lnTo>
                  <a:lnTo>
                    <a:pt x="284172" y="346894"/>
                  </a:lnTo>
                  <a:lnTo>
                    <a:pt x="284321" y="344449"/>
                  </a:lnTo>
                  <a:lnTo>
                    <a:pt x="284849" y="343159"/>
                  </a:lnTo>
                  <a:lnTo>
                    <a:pt x="283923" y="342911"/>
                  </a:lnTo>
                  <a:lnTo>
                    <a:pt x="282318" y="341809"/>
                  </a:lnTo>
                  <a:lnTo>
                    <a:pt x="280619" y="341296"/>
                  </a:lnTo>
                  <a:lnTo>
                    <a:pt x="279763" y="340782"/>
                  </a:lnTo>
                  <a:lnTo>
                    <a:pt x="279345" y="340188"/>
                  </a:lnTo>
                  <a:lnTo>
                    <a:pt x="278399" y="337974"/>
                  </a:lnTo>
                  <a:lnTo>
                    <a:pt x="278396" y="337385"/>
                  </a:lnTo>
                  <a:lnTo>
                    <a:pt x="277288" y="335025"/>
                  </a:lnTo>
                  <a:lnTo>
                    <a:pt x="276226" y="331002"/>
                  </a:lnTo>
                  <a:lnTo>
                    <a:pt x="274275" y="329187"/>
                  </a:lnTo>
                  <a:lnTo>
                    <a:pt x="272351" y="329240"/>
                  </a:lnTo>
                  <a:lnTo>
                    <a:pt x="270318" y="326982"/>
                  </a:lnTo>
                  <a:lnTo>
                    <a:pt x="268830" y="326915"/>
                  </a:lnTo>
                  <a:lnTo>
                    <a:pt x="266980" y="325612"/>
                  </a:lnTo>
                  <a:lnTo>
                    <a:pt x="266411" y="324833"/>
                  </a:lnTo>
                  <a:lnTo>
                    <a:pt x="266257" y="323865"/>
                  </a:lnTo>
                  <a:lnTo>
                    <a:pt x="265147" y="322796"/>
                  </a:lnTo>
                  <a:lnTo>
                    <a:pt x="264075" y="320448"/>
                  </a:lnTo>
                  <a:lnTo>
                    <a:pt x="264072" y="319483"/>
                  </a:lnTo>
                  <a:lnTo>
                    <a:pt x="263546" y="317681"/>
                  </a:lnTo>
                  <a:lnTo>
                    <a:pt x="263446" y="316942"/>
                  </a:lnTo>
                  <a:lnTo>
                    <a:pt x="263959" y="315794"/>
                  </a:lnTo>
                  <a:lnTo>
                    <a:pt x="264009" y="313966"/>
                  </a:lnTo>
                  <a:lnTo>
                    <a:pt x="263523" y="313359"/>
                  </a:lnTo>
                  <a:lnTo>
                    <a:pt x="263387" y="312521"/>
                  </a:lnTo>
                  <a:lnTo>
                    <a:pt x="263201" y="309919"/>
                  </a:lnTo>
                  <a:lnTo>
                    <a:pt x="263435" y="308076"/>
                  </a:lnTo>
                  <a:lnTo>
                    <a:pt x="262115" y="302191"/>
                  </a:lnTo>
                  <a:lnTo>
                    <a:pt x="259113" y="299917"/>
                  </a:lnTo>
                  <a:lnTo>
                    <a:pt x="257802" y="299425"/>
                  </a:lnTo>
                  <a:lnTo>
                    <a:pt x="257179" y="298898"/>
                  </a:lnTo>
                  <a:lnTo>
                    <a:pt x="256325" y="297167"/>
                  </a:lnTo>
                  <a:lnTo>
                    <a:pt x="255389" y="296143"/>
                  </a:lnTo>
                  <a:lnTo>
                    <a:pt x="253728" y="293073"/>
                  </a:lnTo>
                  <a:lnTo>
                    <a:pt x="252205" y="287356"/>
                  </a:lnTo>
                  <a:lnTo>
                    <a:pt x="252033" y="285495"/>
                  </a:lnTo>
                  <a:lnTo>
                    <a:pt x="252327" y="284123"/>
                  </a:lnTo>
                  <a:lnTo>
                    <a:pt x="252801" y="283445"/>
                  </a:lnTo>
                  <a:lnTo>
                    <a:pt x="252812" y="282036"/>
                  </a:lnTo>
                  <a:lnTo>
                    <a:pt x="253467" y="280727"/>
                  </a:lnTo>
                  <a:lnTo>
                    <a:pt x="253371" y="280391"/>
                  </a:lnTo>
                  <a:lnTo>
                    <a:pt x="253687" y="279600"/>
                  </a:lnTo>
                  <a:lnTo>
                    <a:pt x="252978" y="278815"/>
                  </a:lnTo>
                  <a:lnTo>
                    <a:pt x="252980" y="277840"/>
                  </a:lnTo>
                  <a:lnTo>
                    <a:pt x="252295" y="276688"/>
                  </a:lnTo>
                  <a:lnTo>
                    <a:pt x="252757" y="276091"/>
                  </a:lnTo>
                  <a:lnTo>
                    <a:pt x="252989" y="274763"/>
                  </a:lnTo>
                  <a:lnTo>
                    <a:pt x="253263" y="274374"/>
                  </a:lnTo>
                  <a:lnTo>
                    <a:pt x="253423" y="273585"/>
                  </a:lnTo>
                  <a:lnTo>
                    <a:pt x="253178" y="272716"/>
                  </a:lnTo>
                  <a:lnTo>
                    <a:pt x="254287" y="272453"/>
                  </a:lnTo>
                  <a:lnTo>
                    <a:pt x="254163" y="271504"/>
                  </a:lnTo>
                  <a:lnTo>
                    <a:pt x="253762" y="271431"/>
                  </a:lnTo>
                  <a:lnTo>
                    <a:pt x="253761" y="271224"/>
                  </a:lnTo>
                  <a:lnTo>
                    <a:pt x="255147" y="270036"/>
                  </a:lnTo>
                  <a:lnTo>
                    <a:pt x="255629" y="269356"/>
                  </a:lnTo>
                  <a:lnTo>
                    <a:pt x="255569" y="269074"/>
                  </a:lnTo>
                  <a:lnTo>
                    <a:pt x="256452" y="268794"/>
                  </a:lnTo>
                  <a:lnTo>
                    <a:pt x="260888" y="268312"/>
                  </a:lnTo>
                  <a:lnTo>
                    <a:pt x="261802" y="269123"/>
                  </a:lnTo>
                  <a:lnTo>
                    <a:pt x="262085" y="267434"/>
                  </a:lnTo>
                  <a:lnTo>
                    <a:pt x="260692" y="267262"/>
                  </a:lnTo>
                  <a:lnTo>
                    <a:pt x="259977" y="266497"/>
                  </a:lnTo>
                  <a:lnTo>
                    <a:pt x="259904" y="265440"/>
                  </a:lnTo>
                  <a:lnTo>
                    <a:pt x="258987" y="263952"/>
                  </a:lnTo>
                  <a:lnTo>
                    <a:pt x="258863" y="261884"/>
                  </a:lnTo>
                  <a:lnTo>
                    <a:pt x="259265" y="261112"/>
                  </a:lnTo>
                  <a:lnTo>
                    <a:pt x="260311" y="260074"/>
                  </a:lnTo>
                  <a:lnTo>
                    <a:pt x="261538" y="259402"/>
                  </a:lnTo>
                  <a:lnTo>
                    <a:pt x="262906" y="257990"/>
                  </a:lnTo>
                  <a:lnTo>
                    <a:pt x="263810" y="257448"/>
                  </a:lnTo>
                  <a:lnTo>
                    <a:pt x="263798" y="256922"/>
                  </a:lnTo>
                  <a:lnTo>
                    <a:pt x="264443" y="255025"/>
                  </a:lnTo>
                  <a:lnTo>
                    <a:pt x="265029" y="254563"/>
                  </a:lnTo>
                  <a:lnTo>
                    <a:pt x="265277" y="253724"/>
                  </a:lnTo>
                  <a:lnTo>
                    <a:pt x="266279" y="252604"/>
                  </a:lnTo>
                  <a:lnTo>
                    <a:pt x="266500" y="251484"/>
                  </a:lnTo>
                  <a:lnTo>
                    <a:pt x="266175" y="250912"/>
                  </a:lnTo>
                  <a:lnTo>
                    <a:pt x="267152" y="248135"/>
                  </a:lnTo>
                  <a:lnTo>
                    <a:pt x="267135" y="247906"/>
                  </a:lnTo>
                  <a:lnTo>
                    <a:pt x="266442" y="247706"/>
                  </a:lnTo>
                  <a:lnTo>
                    <a:pt x="266486" y="247344"/>
                  </a:lnTo>
                  <a:lnTo>
                    <a:pt x="267107" y="247041"/>
                  </a:lnTo>
                  <a:lnTo>
                    <a:pt x="266583" y="246192"/>
                  </a:lnTo>
                  <a:lnTo>
                    <a:pt x="267030" y="245628"/>
                  </a:lnTo>
                  <a:lnTo>
                    <a:pt x="266430" y="245646"/>
                  </a:lnTo>
                  <a:lnTo>
                    <a:pt x="265050" y="243557"/>
                  </a:lnTo>
                  <a:lnTo>
                    <a:pt x="264185" y="243752"/>
                  </a:lnTo>
                  <a:lnTo>
                    <a:pt x="263829" y="242714"/>
                  </a:lnTo>
                  <a:lnTo>
                    <a:pt x="264087" y="241983"/>
                  </a:lnTo>
                  <a:lnTo>
                    <a:pt x="263233" y="241420"/>
                  </a:lnTo>
                  <a:lnTo>
                    <a:pt x="263439" y="240764"/>
                  </a:lnTo>
                  <a:lnTo>
                    <a:pt x="262429" y="241014"/>
                  </a:lnTo>
                  <a:lnTo>
                    <a:pt x="262466" y="240213"/>
                  </a:lnTo>
                  <a:lnTo>
                    <a:pt x="261974" y="240150"/>
                  </a:lnTo>
                  <a:lnTo>
                    <a:pt x="261855" y="239854"/>
                  </a:lnTo>
                  <a:lnTo>
                    <a:pt x="260962" y="239653"/>
                  </a:lnTo>
                  <a:lnTo>
                    <a:pt x="260219" y="239952"/>
                  </a:lnTo>
                  <a:lnTo>
                    <a:pt x="258953" y="238754"/>
                  </a:lnTo>
                  <a:lnTo>
                    <a:pt x="258161" y="238447"/>
                  </a:lnTo>
                  <a:lnTo>
                    <a:pt x="257292" y="238536"/>
                  </a:lnTo>
                  <a:lnTo>
                    <a:pt x="257101" y="237994"/>
                  </a:lnTo>
                  <a:lnTo>
                    <a:pt x="256551" y="237739"/>
                  </a:lnTo>
                  <a:lnTo>
                    <a:pt x="255817" y="236746"/>
                  </a:lnTo>
                  <a:lnTo>
                    <a:pt x="254713" y="237179"/>
                  </a:lnTo>
                  <a:lnTo>
                    <a:pt x="253515" y="237730"/>
                  </a:lnTo>
                  <a:lnTo>
                    <a:pt x="252902" y="238677"/>
                  </a:lnTo>
                  <a:lnTo>
                    <a:pt x="248133" y="240898"/>
                  </a:lnTo>
                  <a:lnTo>
                    <a:pt x="247425" y="241585"/>
                  </a:lnTo>
                  <a:lnTo>
                    <a:pt x="246301" y="241522"/>
                  </a:lnTo>
                  <a:lnTo>
                    <a:pt x="245398" y="241928"/>
                  </a:lnTo>
                  <a:lnTo>
                    <a:pt x="244141" y="242997"/>
                  </a:lnTo>
                  <a:lnTo>
                    <a:pt x="243431" y="242987"/>
                  </a:lnTo>
                  <a:lnTo>
                    <a:pt x="242258" y="242340"/>
                  </a:lnTo>
                  <a:lnTo>
                    <a:pt x="241570" y="243127"/>
                  </a:lnTo>
                  <a:lnTo>
                    <a:pt x="241130" y="243170"/>
                  </a:lnTo>
                  <a:lnTo>
                    <a:pt x="239827" y="242242"/>
                  </a:lnTo>
                  <a:lnTo>
                    <a:pt x="238847" y="242840"/>
                  </a:lnTo>
                  <a:lnTo>
                    <a:pt x="237746" y="242495"/>
                  </a:lnTo>
                  <a:lnTo>
                    <a:pt x="237229" y="242730"/>
                  </a:lnTo>
                  <a:lnTo>
                    <a:pt x="236420" y="242160"/>
                  </a:lnTo>
                  <a:lnTo>
                    <a:pt x="235799" y="242035"/>
                  </a:lnTo>
                  <a:lnTo>
                    <a:pt x="234098" y="240183"/>
                  </a:lnTo>
                  <a:lnTo>
                    <a:pt x="232868" y="240748"/>
                  </a:lnTo>
                  <a:lnTo>
                    <a:pt x="231593" y="240038"/>
                  </a:lnTo>
                  <a:lnTo>
                    <a:pt x="231062" y="239983"/>
                  </a:lnTo>
                  <a:lnTo>
                    <a:pt x="230480" y="240804"/>
                  </a:lnTo>
                  <a:lnTo>
                    <a:pt x="229992" y="240860"/>
                  </a:lnTo>
                  <a:lnTo>
                    <a:pt x="229745" y="240464"/>
                  </a:lnTo>
                  <a:lnTo>
                    <a:pt x="229868" y="240270"/>
                  </a:lnTo>
                  <a:lnTo>
                    <a:pt x="229595" y="239760"/>
                  </a:lnTo>
                  <a:lnTo>
                    <a:pt x="228319" y="238918"/>
                  </a:lnTo>
                  <a:lnTo>
                    <a:pt x="227439" y="241597"/>
                  </a:lnTo>
                  <a:lnTo>
                    <a:pt x="226751" y="241188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pg117">
              <a:extLst>
                <a:ext uri="{FF2B5EF4-FFF2-40B4-BE49-F238E27FC236}">
                  <a16:creationId xmlns:a16="http://schemas.microsoft.com/office/drawing/2014/main" id="{5C17C8E6-0784-1896-8611-7787BE67E5C7}"/>
                </a:ext>
              </a:extLst>
            </p:cNvPr>
            <p:cNvSpPr/>
            <p:nvPr/>
          </p:nvSpPr>
          <p:spPr>
            <a:xfrm>
              <a:off x="559951" y="2591828"/>
              <a:ext cx="209925" cy="290664"/>
            </a:xfrm>
            <a:custGeom>
              <a:avLst/>
              <a:gdLst/>
              <a:ahLst/>
              <a:cxnLst/>
              <a:rect l="0" t="0" r="0" b="0"/>
              <a:pathLst>
                <a:path w="209925" h="290664">
                  <a:moveTo>
                    <a:pt x="177800" y="240038"/>
                  </a:moveTo>
                  <a:lnTo>
                    <a:pt x="177376" y="240800"/>
                  </a:lnTo>
                  <a:lnTo>
                    <a:pt x="177347" y="242034"/>
                  </a:lnTo>
                  <a:lnTo>
                    <a:pt x="176896" y="242465"/>
                  </a:lnTo>
                  <a:lnTo>
                    <a:pt x="176845" y="243854"/>
                  </a:lnTo>
                  <a:lnTo>
                    <a:pt x="176293" y="245814"/>
                  </a:lnTo>
                  <a:lnTo>
                    <a:pt x="176753" y="247745"/>
                  </a:lnTo>
                  <a:lnTo>
                    <a:pt x="177192" y="248604"/>
                  </a:lnTo>
                  <a:lnTo>
                    <a:pt x="181936" y="250210"/>
                  </a:lnTo>
                  <a:lnTo>
                    <a:pt x="182624" y="251639"/>
                  </a:lnTo>
                  <a:lnTo>
                    <a:pt x="184954" y="254830"/>
                  </a:lnTo>
                  <a:lnTo>
                    <a:pt x="186822" y="255445"/>
                  </a:lnTo>
                  <a:lnTo>
                    <a:pt x="187290" y="258665"/>
                  </a:lnTo>
                  <a:lnTo>
                    <a:pt x="195675" y="260918"/>
                  </a:lnTo>
                  <a:lnTo>
                    <a:pt x="199719" y="260915"/>
                  </a:lnTo>
                  <a:lnTo>
                    <a:pt x="201731" y="261715"/>
                  </a:lnTo>
                  <a:lnTo>
                    <a:pt x="207066" y="262651"/>
                  </a:lnTo>
                  <a:lnTo>
                    <a:pt x="207897" y="269725"/>
                  </a:lnTo>
                  <a:lnTo>
                    <a:pt x="207857" y="271204"/>
                  </a:lnTo>
                  <a:lnTo>
                    <a:pt x="209724" y="278611"/>
                  </a:lnTo>
                  <a:lnTo>
                    <a:pt x="204698" y="282474"/>
                  </a:lnTo>
                  <a:lnTo>
                    <a:pt x="200622" y="286000"/>
                  </a:lnTo>
                  <a:lnTo>
                    <a:pt x="190430" y="290664"/>
                  </a:lnTo>
                  <a:lnTo>
                    <a:pt x="188526" y="289703"/>
                  </a:lnTo>
                  <a:lnTo>
                    <a:pt x="187585" y="288762"/>
                  </a:lnTo>
                  <a:lnTo>
                    <a:pt x="185048" y="285037"/>
                  </a:lnTo>
                  <a:lnTo>
                    <a:pt x="183662" y="283584"/>
                  </a:lnTo>
                  <a:lnTo>
                    <a:pt x="181170" y="283363"/>
                  </a:lnTo>
                  <a:lnTo>
                    <a:pt x="180468" y="282863"/>
                  </a:lnTo>
                  <a:lnTo>
                    <a:pt x="179847" y="281493"/>
                  </a:lnTo>
                  <a:lnTo>
                    <a:pt x="177770" y="280678"/>
                  </a:lnTo>
                  <a:lnTo>
                    <a:pt x="176505" y="279915"/>
                  </a:lnTo>
                  <a:lnTo>
                    <a:pt x="174968" y="280412"/>
                  </a:lnTo>
                  <a:lnTo>
                    <a:pt x="174274" y="279950"/>
                  </a:lnTo>
                  <a:lnTo>
                    <a:pt x="171646" y="279579"/>
                  </a:lnTo>
                  <a:lnTo>
                    <a:pt x="171153" y="279900"/>
                  </a:lnTo>
                  <a:lnTo>
                    <a:pt x="167646" y="279287"/>
                  </a:lnTo>
                  <a:lnTo>
                    <a:pt x="165794" y="279337"/>
                  </a:lnTo>
                  <a:lnTo>
                    <a:pt x="163706" y="278740"/>
                  </a:lnTo>
                  <a:lnTo>
                    <a:pt x="163709" y="278444"/>
                  </a:lnTo>
                  <a:lnTo>
                    <a:pt x="163501" y="278542"/>
                  </a:lnTo>
                  <a:lnTo>
                    <a:pt x="162775" y="277819"/>
                  </a:lnTo>
                  <a:lnTo>
                    <a:pt x="159895" y="278261"/>
                  </a:lnTo>
                  <a:lnTo>
                    <a:pt x="159970" y="277314"/>
                  </a:lnTo>
                  <a:lnTo>
                    <a:pt x="157712" y="276936"/>
                  </a:lnTo>
                  <a:lnTo>
                    <a:pt x="157474" y="277214"/>
                  </a:lnTo>
                  <a:lnTo>
                    <a:pt x="155222" y="277835"/>
                  </a:lnTo>
                  <a:lnTo>
                    <a:pt x="154766" y="276893"/>
                  </a:lnTo>
                  <a:lnTo>
                    <a:pt x="152168" y="277367"/>
                  </a:lnTo>
                  <a:lnTo>
                    <a:pt x="151711" y="276174"/>
                  </a:lnTo>
                  <a:lnTo>
                    <a:pt x="150240" y="275945"/>
                  </a:lnTo>
                  <a:lnTo>
                    <a:pt x="150359" y="274916"/>
                  </a:lnTo>
                  <a:lnTo>
                    <a:pt x="144682" y="269142"/>
                  </a:lnTo>
                  <a:lnTo>
                    <a:pt x="144089" y="267711"/>
                  </a:lnTo>
                  <a:lnTo>
                    <a:pt x="144596" y="266379"/>
                  </a:lnTo>
                  <a:lnTo>
                    <a:pt x="143338" y="262894"/>
                  </a:lnTo>
                  <a:lnTo>
                    <a:pt x="143831" y="257561"/>
                  </a:lnTo>
                  <a:lnTo>
                    <a:pt x="142944" y="256620"/>
                  </a:lnTo>
                  <a:lnTo>
                    <a:pt x="141446" y="255802"/>
                  </a:lnTo>
                  <a:lnTo>
                    <a:pt x="141028" y="255762"/>
                  </a:lnTo>
                  <a:lnTo>
                    <a:pt x="141032" y="254853"/>
                  </a:lnTo>
                  <a:lnTo>
                    <a:pt x="139965" y="254692"/>
                  </a:lnTo>
                  <a:lnTo>
                    <a:pt x="138255" y="253721"/>
                  </a:lnTo>
                  <a:lnTo>
                    <a:pt x="137429" y="253700"/>
                  </a:lnTo>
                  <a:lnTo>
                    <a:pt x="137127" y="253218"/>
                  </a:lnTo>
                  <a:lnTo>
                    <a:pt x="136187" y="253281"/>
                  </a:lnTo>
                  <a:lnTo>
                    <a:pt x="135794" y="252820"/>
                  </a:lnTo>
                  <a:lnTo>
                    <a:pt x="134185" y="252267"/>
                  </a:lnTo>
                  <a:lnTo>
                    <a:pt x="128488" y="251410"/>
                  </a:lnTo>
                  <a:lnTo>
                    <a:pt x="123823" y="251237"/>
                  </a:lnTo>
                  <a:lnTo>
                    <a:pt x="120224" y="253408"/>
                  </a:lnTo>
                  <a:lnTo>
                    <a:pt x="119254" y="253542"/>
                  </a:lnTo>
                  <a:lnTo>
                    <a:pt x="117702" y="253186"/>
                  </a:lnTo>
                  <a:lnTo>
                    <a:pt x="115476" y="253527"/>
                  </a:lnTo>
                  <a:lnTo>
                    <a:pt x="110675" y="251416"/>
                  </a:lnTo>
                  <a:lnTo>
                    <a:pt x="108678" y="251094"/>
                  </a:lnTo>
                  <a:lnTo>
                    <a:pt x="107519" y="250035"/>
                  </a:lnTo>
                  <a:lnTo>
                    <a:pt x="107174" y="248729"/>
                  </a:lnTo>
                  <a:lnTo>
                    <a:pt x="106558" y="248371"/>
                  </a:lnTo>
                  <a:lnTo>
                    <a:pt x="105763" y="248327"/>
                  </a:lnTo>
                  <a:lnTo>
                    <a:pt x="103446" y="246152"/>
                  </a:lnTo>
                  <a:lnTo>
                    <a:pt x="103140" y="244217"/>
                  </a:lnTo>
                  <a:lnTo>
                    <a:pt x="100991" y="240758"/>
                  </a:lnTo>
                  <a:lnTo>
                    <a:pt x="100698" y="238852"/>
                  </a:lnTo>
                  <a:lnTo>
                    <a:pt x="99600" y="237203"/>
                  </a:lnTo>
                  <a:lnTo>
                    <a:pt x="96801" y="234145"/>
                  </a:lnTo>
                  <a:lnTo>
                    <a:pt x="96190" y="232840"/>
                  </a:lnTo>
                  <a:lnTo>
                    <a:pt x="95185" y="231635"/>
                  </a:lnTo>
                  <a:lnTo>
                    <a:pt x="95092" y="231053"/>
                  </a:lnTo>
                  <a:lnTo>
                    <a:pt x="95529" y="229510"/>
                  </a:lnTo>
                  <a:lnTo>
                    <a:pt x="94973" y="228966"/>
                  </a:lnTo>
                  <a:lnTo>
                    <a:pt x="93506" y="224505"/>
                  </a:lnTo>
                  <a:lnTo>
                    <a:pt x="91460" y="222950"/>
                  </a:lnTo>
                  <a:lnTo>
                    <a:pt x="91404" y="222388"/>
                  </a:lnTo>
                  <a:lnTo>
                    <a:pt x="90062" y="220857"/>
                  </a:lnTo>
                  <a:lnTo>
                    <a:pt x="88409" y="218410"/>
                  </a:lnTo>
                  <a:lnTo>
                    <a:pt x="84730" y="217959"/>
                  </a:lnTo>
                  <a:lnTo>
                    <a:pt x="83960" y="208494"/>
                  </a:lnTo>
                  <a:lnTo>
                    <a:pt x="80860" y="204467"/>
                  </a:lnTo>
                  <a:lnTo>
                    <a:pt x="80247" y="204274"/>
                  </a:lnTo>
                  <a:lnTo>
                    <a:pt x="79562" y="204374"/>
                  </a:lnTo>
                  <a:lnTo>
                    <a:pt x="78806" y="203792"/>
                  </a:lnTo>
                  <a:lnTo>
                    <a:pt x="78284" y="203900"/>
                  </a:lnTo>
                  <a:lnTo>
                    <a:pt x="76925" y="203398"/>
                  </a:lnTo>
                  <a:lnTo>
                    <a:pt x="77892" y="198566"/>
                  </a:lnTo>
                  <a:lnTo>
                    <a:pt x="78899" y="198416"/>
                  </a:lnTo>
                  <a:lnTo>
                    <a:pt x="80597" y="194295"/>
                  </a:lnTo>
                  <a:lnTo>
                    <a:pt x="81044" y="193992"/>
                  </a:lnTo>
                  <a:lnTo>
                    <a:pt x="81391" y="193352"/>
                  </a:lnTo>
                  <a:lnTo>
                    <a:pt x="81812" y="193355"/>
                  </a:lnTo>
                  <a:lnTo>
                    <a:pt x="82350" y="192831"/>
                  </a:lnTo>
                  <a:lnTo>
                    <a:pt x="82115" y="192699"/>
                  </a:lnTo>
                  <a:lnTo>
                    <a:pt x="79061" y="193137"/>
                  </a:lnTo>
                  <a:lnTo>
                    <a:pt x="77970" y="190463"/>
                  </a:lnTo>
                  <a:lnTo>
                    <a:pt x="77902" y="188616"/>
                  </a:lnTo>
                  <a:lnTo>
                    <a:pt x="76290" y="191528"/>
                  </a:lnTo>
                  <a:lnTo>
                    <a:pt x="77277" y="191893"/>
                  </a:lnTo>
                  <a:lnTo>
                    <a:pt x="73883" y="195741"/>
                  </a:lnTo>
                  <a:lnTo>
                    <a:pt x="72223" y="196062"/>
                  </a:lnTo>
                  <a:lnTo>
                    <a:pt x="68244" y="200455"/>
                  </a:lnTo>
                  <a:lnTo>
                    <a:pt x="65599" y="196047"/>
                  </a:lnTo>
                  <a:lnTo>
                    <a:pt x="64639" y="194942"/>
                  </a:lnTo>
                  <a:lnTo>
                    <a:pt x="64563" y="194240"/>
                  </a:lnTo>
                  <a:lnTo>
                    <a:pt x="63903" y="193310"/>
                  </a:lnTo>
                  <a:lnTo>
                    <a:pt x="60380" y="191855"/>
                  </a:lnTo>
                  <a:lnTo>
                    <a:pt x="58675" y="189229"/>
                  </a:lnTo>
                  <a:lnTo>
                    <a:pt x="58930" y="188337"/>
                  </a:lnTo>
                  <a:lnTo>
                    <a:pt x="58678" y="187998"/>
                  </a:lnTo>
                  <a:lnTo>
                    <a:pt x="57159" y="188136"/>
                  </a:lnTo>
                  <a:lnTo>
                    <a:pt x="54894" y="186685"/>
                  </a:lnTo>
                  <a:lnTo>
                    <a:pt x="52048" y="185610"/>
                  </a:lnTo>
                  <a:lnTo>
                    <a:pt x="48364" y="188865"/>
                  </a:lnTo>
                  <a:lnTo>
                    <a:pt x="44970" y="186504"/>
                  </a:lnTo>
                  <a:lnTo>
                    <a:pt x="43584" y="185253"/>
                  </a:lnTo>
                  <a:lnTo>
                    <a:pt x="41440" y="185388"/>
                  </a:lnTo>
                  <a:lnTo>
                    <a:pt x="38897" y="185197"/>
                  </a:lnTo>
                  <a:lnTo>
                    <a:pt x="38284" y="185277"/>
                  </a:lnTo>
                  <a:lnTo>
                    <a:pt x="37924" y="185647"/>
                  </a:lnTo>
                  <a:lnTo>
                    <a:pt x="36679" y="185506"/>
                  </a:lnTo>
                  <a:lnTo>
                    <a:pt x="34597" y="186047"/>
                  </a:lnTo>
                  <a:lnTo>
                    <a:pt x="34235" y="186074"/>
                  </a:lnTo>
                  <a:lnTo>
                    <a:pt x="34267" y="185693"/>
                  </a:lnTo>
                  <a:lnTo>
                    <a:pt x="31616" y="186541"/>
                  </a:lnTo>
                  <a:lnTo>
                    <a:pt x="31372" y="185698"/>
                  </a:lnTo>
                  <a:lnTo>
                    <a:pt x="29792" y="185909"/>
                  </a:lnTo>
                  <a:lnTo>
                    <a:pt x="28050" y="186706"/>
                  </a:lnTo>
                  <a:lnTo>
                    <a:pt x="27201" y="186779"/>
                  </a:lnTo>
                  <a:lnTo>
                    <a:pt x="24053" y="187772"/>
                  </a:lnTo>
                  <a:lnTo>
                    <a:pt x="22197" y="188683"/>
                  </a:lnTo>
                  <a:lnTo>
                    <a:pt x="21008" y="186118"/>
                  </a:lnTo>
                  <a:lnTo>
                    <a:pt x="18442" y="178327"/>
                  </a:lnTo>
                  <a:lnTo>
                    <a:pt x="18450" y="176739"/>
                  </a:lnTo>
                  <a:lnTo>
                    <a:pt x="19163" y="174804"/>
                  </a:lnTo>
                  <a:lnTo>
                    <a:pt x="16650" y="172651"/>
                  </a:lnTo>
                  <a:lnTo>
                    <a:pt x="16183" y="171620"/>
                  </a:lnTo>
                  <a:lnTo>
                    <a:pt x="15580" y="170942"/>
                  </a:lnTo>
                  <a:lnTo>
                    <a:pt x="13731" y="170079"/>
                  </a:lnTo>
                  <a:lnTo>
                    <a:pt x="14612" y="167582"/>
                  </a:lnTo>
                  <a:lnTo>
                    <a:pt x="16936" y="163241"/>
                  </a:lnTo>
                  <a:lnTo>
                    <a:pt x="16429" y="161786"/>
                  </a:lnTo>
                  <a:lnTo>
                    <a:pt x="14467" y="160724"/>
                  </a:lnTo>
                  <a:lnTo>
                    <a:pt x="12207" y="158765"/>
                  </a:lnTo>
                  <a:lnTo>
                    <a:pt x="10432" y="158261"/>
                  </a:lnTo>
                  <a:lnTo>
                    <a:pt x="10018" y="158502"/>
                  </a:lnTo>
                  <a:lnTo>
                    <a:pt x="6956" y="155785"/>
                  </a:lnTo>
                  <a:lnTo>
                    <a:pt x="5997" y="154151"/>
                  </a:lnTo>
                  <a:lnTo>
                    <a:pt x="5641" y="154165"/>
                  </a:lnTo>
                  <a:lnTo>
                    <a:pt x="1303" y="151043"/>
                  </a:lnTo>
                  <a:lnTo>
                    <a:pt x="523" y="149782"/>
                  </a:lnTo>
                  <a:lnTo>
                    <a:pt x="5247" y="148997"/>
                  </a:lnTo>
                  <a:lnTo>
                    <a:pt x="8401" y="147961"/>
                  </a:lnTo>
                  <a:lnTo>
                    <a:pt x="10622" y="147056"/>
                  </a:lnTo>
                  <a:lnTo>
                    <a:pt x="14678" y="144673"/>
                  </a:lnTo>
                  <a:lnTo>
                    <a:pt x="18614" y="140787"/>
                  </a:lnTo>
                  <a:lnTo>
                    <a:pt x="23606" y="134990"/>
                  </a:lnTo>
                  <a:lnTo>
                    <a:pt x="26286" y="130715"/>
                  </a:lnTo>
                  <a:lnTo>
                    <a:pt x="27251" y="128687"/>
                  </a:lnTo>
                  <a:lnTo>
                    <a:pt x="27959" y="124961"/>
                  </a:lnTo>
                  <a:lnTo>
                    <a:pt x="28679" y="116363"/>
                  </a:lnTo>
                  <a:lnTo>
                    <a:pt x="28684" y="115020"/>
                  </a:lnTo>
                  <a:lnTo>
                    <a:pt x="28206" y="113183"/>
                  </a:lnTo>
                  <a:lnTo>
                    <a:pt x="27116" y="111015"/>
                  </a:lnTo>
                  <a:lnTo>
                    <a:pt x="25206" y="109240"/>
                  </a:lnTo>
                  <a:lnTo>
                    <a:pt x="16613" y="104521"/>
                  </a:lnTo>
                  <a:lnTo>
                    <a:pt x="14164" y="102575"/>
                  </a:lnTo>
                  <a:lnTo>
                    <a:pt x="12786" y="100855"/>
                  </a:lnTo>
                  <a:lnTo>
                    <a:pt x="11393" y="98292"/>
                  </a:lnTo>
                  <a:lnTo>
                    <a:pt x="8525" y="91411"/>
                  </a:lnTo>
                  <a:lnTo>
                    <a:pt x="5574" y="90911"/>
                  </a:lnTo>
                  <a:lnTo>
                    <a:pt x="6158" y="84670"/>
                  </a:lnTo>
                  <a:lnTo>
                    <a:pt x="5842" y="71761"/>
                  </a:lnTo>
                  <a:lnTo>
                    <a:pt x="5378" y="64694"/>
                  </a:lnTo>
                  <a:lnTo>
                    <a:pt x="4285" y="58909"/>
                  </a:lnTo>
                  <a:lnTo>
                    <a:pt x="699" y="47473"/>
                  </a:lnTo>
                  <a:lnTo>
                    <a:pt x="44" y="44221"/>
                  </a:lnTo>
                  <a:lnTo>
                    <a:pt x="0" y="42022"/>
                  </a:lnTo>
                  <a:lnTo>
                    <a:pt x="345" y="39979"/>
                  </a:lnTo>
                  <a:lnTo>
                    <a:pt x="1073" y="37980"/>
                  </a:lnTo>
                  <a:lnTo>
                    <a:pt x="2286" y="35824"/>
                  </a:lnTo>
                  <a:lnTo>
                    <a:pt x="3937" y="33793"/>
                  </a:lnTo>
                  <a:lnTo>
                    <a:pt x="15676" y="22768"/>
                  </a:lnTo>
                  <a:lnTo>
                    <a:pt x="16907" y="20710"/>
                  </a:lnTo>
                  <a:lnTo>
                    <a:pt x="17500" y="17143"/>
                  </a:lnTo>
                  <a:lnTo>
                    <a:pt x="19653" y="17095"/>
                  </a:lnTo>
                  <a:lnTo>
                    <a:pt x="22561" y="14867"/>
                  </a:lnTo>
                  <a:lnTo>
                    <a:pt x="23033" y="15207"/>
                  </a:lnTo>
                  <a:lnTo>
                    <a:pt x="25342" y="11485"/>
                  </a:lnTo>
                  <a:lnTo>
                    <a:pt x="34445" y="5225"/>
                  </a:lnTo>
                  <a:lnTo>
                    <a:pt x="42199" y="0"/>
                  </a:lnTo>
                  <a:lnTo>
                    <a:pt x="41395" y="3644"/>
                  </a:lnTo>
                  <a:lnTo>
                    <a:pt x="41690" y="5849"/>
                  </a:lnTo>
                  <a:lnTo>
                    <a:pt x="42549" y="7691"/>
                  </a:lnTo>
                  <a:lnTo>
                    <a:pt x="49596" y="15799"/>
                  </a:lnTo>
                  <a:lnTo>
                    <a:pt x="54954" y="20043"/>
                  </a:lnTo>
                  <a:lnTo>
                    <a:pt x="58319" y="22123"/>
                  </a:lnTo>
                  <a:lnTo>
                    <a:pt x="59110" y="23035"/>
                  </a:lnTo>
                  <a:lnTo>
                    <a:pt x="60409" y="24570"/>
                  </a:lnTo>
                  <a:lnTo>
                    <a:pt x="61928" y="25596"/>
                  </a:lnTo>
                  <a:lnTo>
                    <a:pt x="64863" y="25800"/>
                  </a:lnTo>
                  <a:lnTo>
                    <a:pt x="67928" y="25159"/>
                  </a:lnTo>
                  <a:lnTo>
                    <a:pt x="72363" y="22714"/>
                  </a:lnTo>
                  <a:lnTo>
                    <a:pt x="74173" y="22650"/>
                  </a:lnTo>
                  <a:lnTo>
                    <a:pt x="76416" y="22769"/>
                  </a:lnTo>
                  <a:lnTo>
                    <a:pt x="85972" y="24353"/>
                  </a:lnTo>
                  <a:lnTo>
                    <a:pt x="88135" y="24347"/>
                  </a:lnTo>
                  <a:lnTo>
                    <a:pt x="88361" y="24961"/>
                  </a:lnTo>
                  <a:lnTo>
                    <a:pt x="90679" y="27050"/>
                  </a:lnTo>
                  <a:lnTo>
                    <a:pt x="97706" y="32774"/>
                  </a:lnTo>
                  <a:lnTo>
                    <a:pt x="98214" y="33053"/>
                  </a:lnTo>
                  <a:lnTo>
                    <a:pt x="99079" y="31395"/>
                  </a:lnTo>
                  <a:lnTo>
                    <a:pt x="101512" y="32429"/>
                  </a:lnTo>
                  <a:lnTo>
                    <a:pt x="100796" y="34068"/>
                  </a:lnTo>
                  <a:lnTo>
                    <a:pt x="107958" y="37024"/>
                  </a:lnTo>
                  <a:lnTo>
                    <a:pt x="110227" y="37755"/>
                  </a:lnTo>
                  <a:lnTo>
                    <a:pt x="110547" y="37649"/>
                  </a:lnTo>
                  <a:lnTo>
                    <a:pt x="111813" y="38414"/>
                  </a:lnTo>
                  <a:lnTo>
                    <a:pt x="111867" y="38907"/>
                  </a:lnTo>
                  <a:lnTo>
                    <a:pt x="111000" y="40342"/>
                  </a:lnTo>
                  <a:lnTo>
                    <a:pt x="116138" y="42922"/>
                  </a:lnTo>
                  <a:lnTo>
                    <a:pt x="123804" y="43844"/>
                  </a:lnTo>
                  <a:lnTo>
                    <a:pt x="124037" y="43567"/>
                  </a:lnTo>
                  <a:lnTo>
                    <a:pt x="125121" y="45144"/>
                  </a:lnTo>
                  <a:lnTo>
                    <a:pt x="125140" y="45856"/>
                  </a:lnTo>
                  <a:lnTo>
                    <a:pt x="125862" y="45907"/>
                  </a:lnTo>
                  <a:lnTo>
                    <a:pt x="126056" y="45470"/>
                  </a:lnTo>
                  <a:lnTo>
                    <a:pt x="126267" y="45612"/>
                  </a:lnTo>
                  <a:lnTo>
                    <a:pt x="126645" y="45174"/>
                  </a:lnTo>
                  <a:lnTo>
                    <a:pt x="127011" y="45403"/>
                  </a:lnTo>
                  <a:lnTo>
                    <a:pt x="129110" y="43508"/>
                  </a:lnTo>
                  <a:lnTo>
                    <a:pt x="129923" y="43295"/>
                  </a:lnTo>
                  <a:lnTo>
                    <a:pt x="131094" y="41259"/>
                  </a:lnTo>
                  <a:lnTo>
                    <a:pt x="130809" y="40570"/>
                  </a:lnTo>
                  <a:lnTo>
                    <a:pt x="132939" y="37894"/>
                  </a:lnTo>
                  <a:lnTo>
                    <a:pt x="133221" y="37595"/>
                  </a:lnTo>
                  <a:lnTo>
                    <a:pt x="133168" y="37267"/>
                  </a:lnTo>
                  <a:lnTo>
                    <a:pt x="133962" y="37729"/>
                  </a:lnTo>
                  <a:lnTo>
                    <a:pt x="135547" y="36724"/>
                  </a:lnTo>
                  <a:lnTo>
                    <a:pt x="136061" y="36758"/>
                  </a:lnTo>
                  <a:lnTo>
                    <a:pt x="136169" y="37043"/>
                  </a:lnTo>
                  <a:lnTo>
                    <a:pt x="137790" y="36378"/>
                  </a:lnTo>
                  <a:lnTo>
                    <a:pt x="138761" y="37251"/>
                  </a:lnTo>
                  <a:lnTo>
                    <a:pt x="140035" y="36861"/>
                  </a:lnTo>
                  <a:lnTo>
                    <a:pt x="139970" y="36555"/>
                  </a:lnTo>
                  <a:lnTo>
                    <a:pt x="141446" y="35866"/>
                  </a:lnTo>
                  <a:lnTo>
                    <a:pt x="142309" y="35728"/>
                  </a:lnTo>
                  <a:lnTo>
                    <a:pt x="142997" y="36137"/>
                  </a:lnTo>
                  <a:lnTo>
                    <a:pt x="143877" y="33458"/>
                  </a:lnTo>
                  <a:lnTo>
                    <a:pt x="145153" y="34301"/>
                  </a:lnTo>
                  <a:lnTo>
                    <a:pt x="145426" y="34810"/>
                  </a:lnTo>
                  <a:lnTo>
                    <a:pt x="145303" y="35005"/>
                  </a:lnTo>
                  <a:lnTo>
                    <a:pt x="145550" y="35401"/>
                  </a:lnTo>
                  <a:lnTo>
                    <a:pt x="146038" y="35345"/>
                  </a:lnTo>
                  <a:lnTo>
                    <a:pt x="146620" y="34524"/>
                  </a:lnTo>
                  <a:lnTo>
                    <a:pt x="147151" y="34579"/>
                  </a:lnTo>
                  <a:lnTo>
                    <a:pt x="148426" y="35288"/>
                  </a:lnTo>
                  <a:lnTo>
                    <a:pt x="149656" y="34724"/>
                  </a:lnTo>
                  <a:lnTo>
                    <a:pt x="151357" y="36576"/>
                  </a:lnTo>
                  <a:lnTo>
                    <a:pt x="151979" y="36701"/>
                  </a:lnTo>
                  <a:lnTo>
                    <a:pt x="152787" y="37271"/>
                  </a:lnTo>
                  <a:lnTo>
                    <a:pt x="153305" y="37035"/>
                  </a:lnTo>
                  <a:lnTo>
                    <a:pt x="154405" y="37380"/>
                  </a:lnTo>
                  <a:lnTo>
                    <a:pt x="155385" y="36783"/>
                  </a:lnTo>
                  <a:lnTo>
                    <a:pt x="156688" y="37711"/>
                  </a:lnTo>
                  <a:lnTo>
                    <a:pt x="157128" y="37668"/>
                  </a:lnTo>
                  <a:lnTo>
                    <a:pt x="157816" y="36881"/>
                  </a:lnTo>
                  <a:lnTo>
                    <a:pt x="158989" y="37527"/>
                  </a:lnTo>
                  <a:lnTo>
                    <a:pt x="159699" y="37538"/>
                  </a:lnTo>
                  <a:lnTo>
                    <a:pt x="160957" y="36469"/>
                  </a:lnTo>
                  <a:lnTo>
                    <a:pt x="161859" y="36063"/>
                  </a:lnTo>
                  <a:lnTo>
                    <a:pt x="162983" y="36126"/>
                  </a:lnTo>
                  <a:lnTo>
                    <a:pt x="163691" y="35438"/>
                  </a:lnTo>
                  <a:lnTo>
                    <a:pt x="168460" y="33217"/>
                  </a:lnTo>
                  <a:lnTo>
                    <a:pt x="169073" y="32271"/>
                  </a:lnTo>
                  <a:lnTo>
                    <a:pt x="170272" y="31720"/>
                  </a:lnTo>
                  <a:lnTo>
                    <a:pt x="171375" y="31287"/>
                  </a:lnTo>
                  <a:lnTo>
                    <a:pt x="172109" y="32280"/>
                  </a:lnTo>
                  <a:lnTo>
                    <a:pt x="172659" y="32535"/>
                  </a:lnTo>
                  <a:lnTo>
                    <a:pt x="172850" y="33077"/>
                  </a:lnTo>
                  <a:lnTo>
                    <a:pt x="173719" y="32988"/>
                  </a:lnTo>
                  <a:lnTo>
                    <a:pt x="174511" y="33295"/>
                  </a:lnTo>
                  <a:lnTo>
                    <a:pt x="175777" y="34493"/>
                  </a:lnTo>
                  <a:lnTo>
                    <a:pt x="176520" y="34194"/>
                  </a:lnTo>
                  <a:lnTo>
                    <a:pt x="177413" y="34395"/>
                  </a:lnTo>
                  <a:lnTo>
                    <a:pt x="177532" y="34691"/>
                  </a:lnTo>
                  <a:lnTo>
                    <a:pt x="178024" y="34754"/>
                  </a:lnTo>
                  <a:lnTo>
                    <a:pt x="177987" y="35554"/>
                  </a:lnTo>
                  <a:lnTo>
                    <a:pt x="178997" y="35304"/>
                  </a:lnTo>
                  <a:lnTo>
                    <a:pt x="178791" y="35961"/>
                  </a:lnTo>
                  <a:lnTo>
                    <a:pt x="179645" y="36524"/>
                  </a:lnTo>
                  <a:lnTo>
                    <a:pt x="179387" y="37255"/>
                  </a:lnTo>
                  <a:lnTo>
                    <a:pt x="179744" y="38293"/>
                  </a:lnTo>
                  <a:lnTo>
                    <a:pt x="180608" y="38097"/>
                  </a:lnTo>
                  <a:lnTo>
                    <a:pt x="181988" y="40187"/>
                  </a:lnTo>
                  <a:lnTo>
                    <a:pt x="182588" y="40168"/>
                  </a:lnTo>
                  <a:lnTo>
                    <a:pt x="182142" y="40733"/>
                  </a:lnTo>
                  <a:lnTo>
                    <a:pt x="182665" y="41582"/>
                  </a:lnTo>
                  <a:lnTo>
                    <a:pt x="182044" y="41885"/>
                  </a:lnTo>
                  <a:lnTo>
                    <a:pt x="182000" y="42247"/>
                  </a:lnTo>
                  <a:lnTo>
                    <a:pt x="182693" y="42447"/>
                  </a:lnTo>
                  <a:lnTo>
                    <a:pt x="182710" y="42676"/>
                  </a:lnTo>
                  <a:lnTo>
                    <a:pt x="181733" y="45453"/>
                  </a:lnTo>
                  <a:lnTo>
                    <a:pt x="182058" y="46025"/>
                  </a:lnTo>
                  <a:lnTo>
                    <a:pt x="181837" y="47145"/>
                  </a:lnTo>
                  <a:lnTo>
                    <a:pt x="180835" y="48265"/>
                  </a:lnTo>
                  <a:lnTo>
                    <a:pt x="180587" y="49104"/>
                  </a:lnTo>
                  <a:lnTo>
                    <a:pt x="180001" y="49565"/>
                  </a:lnTo>
                  <a:lnTo>
                    <a:pt x="179356" y="51463"/>
                  </a:lnTo>
                  <a:lnTo>
                    <a:pt x="179368" y="51989"/>
                  </a:lnTo>
                  <a:lnTo>
                    <a:pt x="178464" y="52531"/>
                  </a:lnTo>
                  <a:lnTo>
                    <a:pt x="177096" y="53943"/>
                  </a:lnTo>
                  <a:lnTo>
                    <a:pt x="175869" y="54615"/>
                  </a:lnTo>
                  <a:lnTo>
                    <a:pt x="174823" y="55653"/>
                  </a:lnTo>
                  <a:lnTo>
                    <a:pt x="174422" y="56424"/>
                  </a:lnTo>
                  <a:lnTo>
                    <a:pt x="174545" y="58493"/>
                  </a:lnTo>
                  <a:lnTo>
                    <a:pt x="175462" y="59981"/>
                  </a:lnTo>
                  <a:lnTo>
                    <a:pt x="175536" y="61038"/>
                  </a:lnTo>
                  <a:lnTo>
                    <a:pt x="176250" y="61803"/>
                  </a:lnTo>
                  <a:lnTo>
                    <a:pt x="177643" y="61975"/>
                  </a:lnTo>
                  <a:lnTo>
                    <a:pt x="177360" y="63663"/>
                  </a:lnTo>
                  <a:lnTo>
                    <a:pt x="176447" y="62853"/>
                  </a:lnTo>
                  <a:lnTo>
                    <a:pt x="172011" y="63335"/>
                  </a:lnTo>
                  <a:lnTo>
                    <a:pt x="171127" y="63615"/>
                  </a:lnTo>
                  <a:lnTo>
                    <a:pt x="171188" y="63897"/>
                  </a:lnTo>
                  <a:lnTo>
                    <a:pt x="170705" y="64577"/>
                  </a:lnTo>
                  <a:lnTo>
                    <a:pt x="169319" y="65764"/>
                  </a:lnTo>
                  <a:lnTo>
                    <a:pt x="169321" y="65972"/>
                  </a:lnTo>
                  <a:lnTo>
                    <a:pt x="169721" y="66045"/>
                  </a:lnTo>
                  <a:lnTo>
                    <a:pt x="169845" y="66994"/>
                  </a:lnTo>
                  <a:lnTo>
                    <a:pt x="168737" y="67257"/>
                  </a:lnTo>
                  <a:lnTo>
                    <a:pt x="168981" y="68125"/>
                  </a:lnTo>
                  <a:lnTo>
                    <a:pt x="168821" y="68915"/>
                  </a:lnTo>
                  <a:lnTo>
                    <a:pt x="168547" y="69304"/>
                  </a:lnTo>
                  <a:lnTo>
                    <a:pt x="168315" y="70632"/>
                  </a:lnTo>
                  <a:lnTo>
                    <a:pt x="167853" y="71229"/>
                  </a:lnTo>
                  <a:lnTo>
                    <a:pt x="168538" y="72381"/>
                  </a:lnTo>
                  <a:lnTo>
                    <a:pt x="168536" y="73356"/>
                  </a:lnTo>
                  <a:lnTo>
                    <a:pt x="169246" y="74141"/>
                  </a:lnTo>
                  <a:lnTo>
                    <a:pt x="168929" y="74931"/>
                  </a:lnTo>
                  <a:lnTo>
                    <a:pt x="169026" y="75268"/>
                  </a:lnTo>
                  <a:lnTo>
                    <a:pt x="168370" y="76577"/>
                  </a:lnTo>
                  <a:lnTo>
                    <a:pt x="168359" y="77986"/>
                  </a:lnTo>
                  <a:lnTo>
                    <a:pt x="167885" y="78664"/>
                  </a:lnTo>
                  <a:lnTo>
                    <a:pt x="167591" y="80036"/>
                  </a:lnTo>
                  <a:lnTo>
                    <a:pt x="167763" y="81896"/>
                  </a:lnTo>
                  <a:lnTo>
                    <a:pt x="169286" y="87614"/>
                  </a:lnTo>
                  <a:lnTo>
                    <a:pt x="170947" y="90683"/>
                  </a:lnTo>
                  <a:lnTo>
                    <a:pt x="171883" y="91708"/>
                  </a:lnTo>
                  <a:lnTo>
                    <a:pt x="172738" y="93438"/>
                  </a:lnTo>
                  <a:lnTo>
                    <a:pt x="173361" y="93966"/>
                  </a:lnTo>
                  <a:lnTo>
                    <a:pt x="174671" y="94458"/>
                  </a:lnTo>
                  <a:lnTo>
                    <a:pt x="177673" y="96732"/>
                  </a:lnTo>
                  <a:lnTo>
                    <a:pt x="178993" y="102616"/>
                  </a:lnTo>
                  <a:lnTo>
                    <a:pt x="178759" y="104459"/>
                  </a:lnTo>
                  <a:lnTo>
                    <a:pt x="178945" y="107062"/>
                  </a:lnTo>
                  <a:lnTo>
                    <a:pt x="179081" y="107900"/>
                  </a:lnTo>
                  <a:lnTo>
                    <a:pt x="179568" y="108507"/>
                  </a:lnTo>
                  <a:lnTo>
                    <a:pt x="179517" y="110335"/>
                  </a:lnTo>
                  <a:lnTo>
                    <a:pt x="179004" y="111483"/>
                  </a:lnTo>
                  <a:lnTo>
                    <a:pt x="179105" y="112222"/>
                  </a:lnTo>
                  <a:lnTo>
                    <a:pt x="179630" y="114024"/>
                  </a:lnTo>
                  <a:lnTo>
                    <a:pt x="179633" y="114988"/>
                  </a:lnTo>
                  <a:lnTo>
                    <a:pt x="180705" y="117336"/>
                  </a:lnTo>
                  <a:lnTo>
                    <a:pt x="181815" y="118406"/>
                  </a:lnTo>
                  <a:lnTo>
                    <a:pt x="181969" y="119374"/>
                  </a:lnTo>
                  <a:lnTo>
                    <a:pt x="182538" y="120153"/>
                  </a:lnTo>
                  <a:lnTo>
                    <a:pt x="184388" y="121456"/>
                  </a:lnTo>
                  <a:lnTo>
                    <a:pt x="185876" y="121523"/>
                  </a:lnTo>
                  <a:lnTo>
                    <a:pt x="187909" y="123781"/>
                  </a:lnTo>
                  <a:lnTo>
                    <a:pt x="189834" y="123728"/>
                  </a:lnTo>
                  <a:lnTo>
                    <a:pt x="191785" y="125543"/>
                  </a:lnTo>
                  <a:lnTo>
                    <a:pt x="192846" y="129566"/>
                  </a:lnTo>
                  <a:lnTo>
                    <a:pt x="193954" y="131926"/>
                  </a:lnTo>
                  <a:lnTo>
                    <a:pt x="193957" y="132515"/>
                  </a:lnTo>
                  <a:lnTo>
                    <a:pt x="194903" y="134729"/>
                  </a:lnTo>
                  <a:lnTo>
                    <a:pt x="195321" y="135323"/>
                  </a:lnTo>
                  <a:lnTo>
                    <a:pt x="196177" y="135836"/>
                  </a:lnTo>
                  <a:lnTo>
                    <a:pt x="197876" y="136350"/>
                  </a:lnTo>
                  <a:lnTo>
                    <a:pt x="199481" y="137452"/>
                  </a:lnTo>
                  <a:lnTo>
                    <a:pt x="200408" y="137700"/>
                  </a:lnTo>
                  <a:lnTo>
                    <a:pt x="199879" y="138990"/>
                  </a:lnTo>
                  <a:lnTo>
                    <a:pt x="199730" y="141435"/>
                  </a:lnTo>
                  <a:lnTo>
                    <a:pt x="199060" y="143067"/>
                  </a:lnTo>
                  <a:lnTo>
                    <a:pt x="200779" y="143361"/>
                  </a:lnTo>
                  <a:lnTo>
                    <a:pt x="202012" y="142984"/>
                  </a:lnTo>
                  <a:lnTo>
                    <a:pt x="203485" y="142925"/>
                  </a:lnTo>
                  <a:lnTo>
                    <a:pt x="204929" y="141763"/>
                  </a:lnTo>
                  <a:lnTo>
                    <a:pt x="206056" y="143272"/>
                  </a:lnTo>
                  <a:lnTo>
                    <a:pt x="206004" y="144463"/>
                  </a:lnTo>
                  <a:lnTo>
                    <a:pt x="206550" y="146287"/>
                  </a:lnTo>
                  <a:lnTo>
                    <a:pt x="206225" y="148964"/>
                  </a:lnTo>
                  <a:lnTo>
                    <a:pt x="204712" y="150508"/>
                  </a:lnTo>
                  <a:lnTo>
                    <a:pt x="204122" y="151515"/>
                  </a:lnTo>
                  <a:lnTo>
                    <a:pt x="203383" y="151915"/>
                  </a:lnTo>
                  <a:lnTo>
                    <a:pt x="202883" y="152943"/>
                  </a:lnTo>
                  <a:lnTo>
                    <a:pt x="201947" y="153251"/>
                  </a:lnTo>
                  <a:lnTo>
                    <a:pt x="200914" y="154497"/>
                  </a:lnTo>
                  <a:lnTo>
                    <a:pt x="199180" y="155295"/>
                  </a:lnTo>
                  <a:lnTo>
                    <a:pt x="198975" y="155738"/>
                  </a:lnTo>
                  <a:lnTo>
                    <a:pt x="199125" y="157671"/>
                  </a:lnTo>
                  <a:lnTo>
                    <a:pt x="199264" y="158043"/>
                  </a:lnTo>
                  <a:lnTo>
                    <a:pt x="199677" y="158108"/>
                  </a:lnTo>
                  <a:lnTo>
                    <a:pt x="200083" y="158539"/>
                  </a:lnTo>
                  <a:lnTo>
                    <a:pt x="200113" y="159285"/>
                  </a:lnTo>
                  <a:lnTo>
                    <a:pt x="202715" y="160236"/>
                  </a:lnTo>
                  <a:lnTo>
                    <a:pt x="203906" y="161100"/>
                  </a:lnTo>
                  <a:lnTo>
                    <a:pt x="205678" y="162983"/>
                  </a:lnTo>
                  <a:lnTo>
                    <a:pt x="206531" y="164403"/>
                  </a:lnTo>
                  <a:lnTo>
                    <a:pt x="209871" y="168755"/>
                  </a:lnTo>
                  <a:lnTo>
                    <a:pt x="209925" y="170819"/>
                  </a:lnTo>
                  <a:lnTo>
                    <a:pt x="205979" y="172427"/>
                  </a:lnTo>
                  <a:lnTo>
                    <a:pt x="203930" y="174324"/>
                  </a:lnTo>
                  <a:lnTo>
                    <a:pt x="199097" y="175341"/>
                  </a:lnTo>
                  <a:lnTo>
                    <a:pt x="197499" y="177261"/>
                  </a:lnTo>
                  <a:lnTo>
                    <a:pt x="195944" y="177451"/>
                  </a:lnTo>
                  <a:lnTo>
                    <a:pt x="193767" y="177265"/>
                  </a:lnTo>
                  <a:lnTo>
                    <a:pt x="188684" y="179184"/>
                  </a:lnTo>
                  <a:lnTo>
                    <a:pt x="187407" y="181785"/>
                  </a:lnTo>
                  <a:lnTo>
                    <a:pt x="185043" y="184351"/>
                  </a:lnTo>
                  <a:lnTo>
                    <a:pt x="179100" y="185715"/>
                  </a:lnTo>
                  <a:lnTo>
                    <a:pt x="178049" y="185540"/>
                  </a:lnTo>
                  <a:lnTo>
                    <a:pt x="175578" y="188136"/>
                  </a:lnTo>
                  <a:lnTo>
                    <a:pt x="172768" y="192618"/>
                  </a:lnTo>
                  <a:lnTo>
                    <a:pt x="173454" y="194963"/>
                  </a:lnTo>
                  <a:lnTo>
                    <a:pt x="174383" y="196083"/>
                  </a:lnTo>
                  <a:lnTo>
                    <a:pt x="174343" y="196317"/>
                  </a:lnTo>
                  <a:lnTo>
                    <a:pt x="175645" y="197231"/>
                  </a:lnTo>
                  <a:lnTo>
                    <a:pt x="177416" y="200675"/>
                  </a:lnTo>
                  <a:lnTo>
                    <a:pt x="178582" y="202140"/>
                  </a:lnTo>
                  <a:lnTo>
                    <a:pt x="178969" y="203808"/>
                  </a:lnTo>
                  <a:lnTo>
                    <a:pt x="181180" y="205860"/>
                  </a:lnTo>
                  <a:lnTo>
                    <a:pt x="183098" y="207288"/>
                  </a:lnTo>
                  <a:lnTo>
                    <a:pt x="184061" y="209073"/>
                  </a:lnTo>
                  <a:lnTo>
                    <a:pt x="185344" y="209897"/>
                  </a:lnTo>
                  <a:lnTo>
                    <a:pt x="185462" y="210205"/>
                  </a:lnTo>
                  <a:lnTo>
                    <a:pt x="185753" y="210069"/>
                  </a:lnTo>
                  <a:lnTo>
                    <a:pt x="185989" y="210234"/>
                  </a:lnTo>
                  <a:lnTo>
                    <a:pt x="186369" y="210922"/>
                  </a:lnTo>
                  <a:lnTo>
                    <a:pt x="187132" y="211082"/>
                  </a:lnTo>
                  <a:lnTo>
                    <a:pt x="187544" y="211416"/>
                  </a:lnTo>
                  <a:lnTo>
                    <a:pt x="186892" y="211814"/>
                  </a:lnTo>
                  <a:lnTo>
                    <a:pt x="186219" y="212953"/>
                  </a:lnTo>
                  <a:lnTo>
                    <a:pt x="185584" y="213159"/>
                  </a:lnTo>
                  <a:lnTo>
                    <a:pt x="182306" y="213729"/>
                  </a:lnTo>
                  <a:lnTo>
                    <a:pt x="180901" y="212463"/>
                  </a:lnTo>
                  <a:lnTo>
                    <a:pt x="179144" y="213409"/>
                  </a:lnTo>
                  <a:lnTo>
                    <a:pt x="179984" y="216020"/>
                  </a:lnTo>
                  <a:lnTo>
                    <a:pt x="179287" y="217398"/>
                  </a:lnTo>
                  <a:lnTo>
                    <a:pt x="180694" y="219312"/>
                  </a:lnTo>
                  <a:lnTo>
                    <a:pt x="180046" y="219505"/>
                  </a:lnTo>
                  <a:lnTo>
                    <a:pt x="179907" y="220348"/>
                  </a:lnTo>
                  <a:lnTo>
                    <a:pt x="179758" y="222709"/>
                  </a:lnTo>
                  <a:lnTo>
                    <a:pt x="180142" y="225408"/>
                  </a:lnTo>
                  <a:lnTo>
                    <a:pt x="181919" y="226023"/>
                  </a:lnTo>
                  <a:lnTo>
                    <a:pt x="183717" y="225263"/>
                  </a:lnTo>
                  <a:lnTo>
                    <a:pt x="184462" y="226384"/>
                  </a:lnTo>
                  <a:lnTo>
                    <a:pt x="184934" y="225971"/>
                  </a:lnTo>
                  <a:lnTo>
                    <a:pt x="186893" y="227585"/>
                  </a:lnTo>
                  <a:lnTo>
                    <a:pt x="188499" y="228181"/>
                  </a:lnTo>
                  <a:lnTo>
                    <a:pt x="187016" y="230024"/>
                  </a:lnTo>
                  <a:lnTo>
                    <a:pt x="186662" y="230932"/>
                  </a:lnTo>
                  <a:lnTo>
                    <a:pt x="186260" y="231237"/>
                  </a:lnTo>
                  <a:lnTo>
                    <a:pt x="184458" y="231352"/>
                  </a:lnTo>
                  <a:lnTo>
                    <a:pt x="184097" y="232777"/>
                  </a:lnTo>
                  <a:lnTo>
                    <a:pt x="182978" y="233074"/>
                  </a:lnTo>
                  <a:lnTo>
                    <a:pt x="182673" y="234091"/>
                  </a:lnTo>
                  <a:lnTo>
                    <a:pt x="181067" y="234538"/>
                  </a:lnTo>
                  <a:lnTo>
                    <a:pt x="179894" y="235676"/>
                  </a:lnTo>
                  <a:lnTo>
                    <a:pt x="179287" y="236695"/>
                  </a:lnTo>
                  <a:lnTo>
                    <a:pt x="179166" y="237353"/>
                  </a:lnTo>
                  <a:lnTo>
                    <a:pt x="177959" y="238518"/>
                  </a:lnTo>
                  <a:lnTo>
                    <a:pt x="177877" y="239249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pg118">
              <a:extLst>
                <a:ext uri="{FF2B5EF4-FFF2-40B4-BE49-F238E27FC236}">
                  <a16:creationId xmlns:a16="http://schemas.microsoft.com/office/drawing/2014/main" id="{D1FF0376-D780-5834-7AFE-2C64C27DC4E2}"/>
                </a:ext>
              </a:extLst>
            </p:cNvPr>
            <p:cNvSpPr/>
            <p:nvPr/>
          </p:nvSpPr>
          <p:spPr>
            <a:xfrm>
              <a:off x="424925" y="2741005"/>
              <a:ext cx="344401" cy="347736"/>
            </a:xfrm>
            <a:custGeom>
              <a:avLst/>
              <a:gdLst/>
              <a:ahLst/>
              <a:cxnLst/>
              <a:rect l="0" t="0" r="0" b="0"/>
              <a:pathLst>
                <a:path w="344401" h="347736">
                  <a:moveTo>
                    <a:pt x="129439" y="243674"/>
                  </a:moveTo>
                  <a:lnTo>
                    <a:pt x="126036" y="240591"/>
                  </a:lnTo>
                  <a:lnTo>
                    <a:pt x="120745" y="244643"/>
                  </a:lnTo>
                  <a:lnTo>
                    <a:pt x="118676" y="244030"/>
                  </a:lnTo>
                  <a:lnTo>
                    <a:pt x="118100" y="244729"/>
                  </a:lnTo>
                  <a:lnTo>
                    <a:pt x="116622" y="243729"/>
                  </a:lnTo>
                  <a:lnTo>
                    <a:pt x="115539" y="243534"/>
                  </a:lnTo>
                  <a:lnTo>
                    <a:pt x="115689" y="243233"/>
                  </a:lnTo>
                  <a:lnTo>
                    <a:pt x="114648" y="242310"/>
                  </a:lnTo>
                  <a:lnTo>
                    <a:pt x="114147" y="242130"/>
                  </a:lnTo>
                  <a:lnTo>
                    <a:pt x="113156" y="243468"/>
                  </a:lnTo>
                  <a:lnTo>
                    <a:pt x="112901" y="244895"/>
                  </a:lnTo>
                  <a:lnTo>
                    <a:pt x="112041" y="245500"/>
                  </a:lnTo>
                  <a:lnTo>
                    <a:pt x="112003" y="246473"/>
                  </a:lnTo>
                  <a:lnTo>
                    <a:pt x="111420" y="246831"/>
                  </a:lnTo>
                  <a:lnTo>
                    <a:pt x="111580" y="247915"/>
                  </a:lnTo>
                  <a:lnTo>
                    <a:pt x="112222" y="249190"/>
                  </a:lnTo>
                  <a:lnTo>
                    <a:pt x="113043" y="250048"/>
                  </a:lnTo>
                  <a:lnTo>
                    <a:pt x="115453" y="251710"/>
                  </a:lnTo>
                  <a:lnTo>
                    <a:pt x="115727" y="252183"/>
                  </a:lnTo>
                  <a:lnTo>
                    <a:pt x="116122" y="254321"/>
                  </a:lnTo>
                  <a:lnTo>
                    <a:pt x="116899" y="255345"/>
                  </a:lnTo>
                  <a:lnTo>
                    <a:pt x="118253" y="256437"/>
                  </a:lnTo>
                  <a:lnTo>
                    <a:pt x="118271" y="256688"/>
                  </a:lnTo>
                  <a:lnTo>
                    <a:pt x="117892" y="257007"/>
                  </a:lnTo>
                  <a:lnTo>
                    <a:pt x="117062" y="256818"/>
                  </a:lnTo>
                  <a:lnTo>
                    <a:pt x="117159" y="257921"/>
                  </a:lnTo>
                  <a:lnTo>
                    <a:pt x="118859" y="258910"/>
                  </a:lnTo>
                  <a:lnTo>
                    <a:pt x="119691" y="259739"/>
                  </a:lnTo>
                  <a:lnTo>
                    <a:pt x="121544" y="262749"/>
                  </a:lnTo>
                  <a:lnTo>
                    <a:pt x="122012" y="262622"/>
                  </a:lnTo>
                  <a:lnTo>
                    <a:pt x="123138" y="261224"/>
                  </a:lnTo>
                  <a:lnTo>
                    <a:pt x="123705" y="259288"/>
                  </a:lnTo>
                  <a:lnTo>
                    <a:pt x="124147" y="259496"/>
                  </a:lnTo>
                  <a:lnTo>
                    <a:pt x="125863" y="257086"/>
                  </a:lnTo>
                  <a:lnTo>
                    <a:pt x="125199" y="256128"/>
                  </a:lnTo>
                  <a:lnTo>
                    <a:pt x="124426" y="255555"/>
                  </a:lnTo>
                  <a:lnTo>
                    <a:pt x="124227" y="255041"/>
                  </a:lnTo>
                  <a:lnTo>
                    <a:pt x="124648" y="254552"/>
                  </a:lnTo>
                  <a:lnTo>
                    <a:pt x="123965" y="253888"/>
                  </a:lnTo>
                  <a:lnTo>
                    <a:pt x="125257" y="253293"/>
                  </a:lnTo>
                  <a:lnTo>
                    <a:pt x="124491" y="251910"/>
                  </a:lnTo>
                  <a:lnTo>
                    <a:pt x="127865" y="250207"/>
                  </a:lnTo>
                  <a:lnTo>
                    <a:pt x="128407" y="250152"/>
                  </a:lnTo>
                  <a:lnTo>
                    <a:pt x="128963" y="250643"/>
                  </a:lnTo>
                  <a:lnTo>
                    <a:pt x="127646" y="254680"/>
                  </a:lnTo>
                  <a:lnTo>
                    <a:pt x="126798" y="254296"/>
                  </a:lnTo>
                  <a:lnTo>
                    <a:pt x="125537" y="254334"/>
                  </a:lnTo>
                  <a:lnTo>
                    <a:pt x="124665" y="254586"/>
                  </a:lnTo>
                  <a:lnTo>
                    <a:pt x="124305" y="255000"/>
                  </a:lnTo>
                  <a:lnTo>
                    <a:pt x="124389" y="255354"/>
                  </a:lnTo>
                  <a:lnTo>
                    <a:pt x="125232" y="256082"/>
                  </a:lnTo>
                  <a:lnTo>
                    <a:pt x="125893" y="257044"/>
                  </a:lnTo>
                  <a:lnTo>
                    <a:pt x="127025" y="256060"/>
                  </a:lnTo>
                  <a:lnTo>
                    <a:pt x="127486" y="256800"/>
                  </a:lnTo>
                  <a:lnTo>
                    <a:pt x="127346" y="257098"/>
                  </a:lnTo>
                  <a:lnTo>
                    <a:pt x="128220" y="257615"/>
                  </a:lnTo>
                  <a:lnTo>
                    <a:pt x="130434" y="260171"/>
                  </a:lnTo>
                  <a:lnTo>
                    <a:pt x="130849" y="259249"/>
                  </a:lnTo>
                  <a:lnTo>
                    <a:pt x="130826" y="258005"/>
                  </a:lnTo>
                  <a:lnTo>
                    <a:pt x="135332" y="261048"/>
                  </a:lnTo>
                  <a:lnTo>
                    <a:pt x="135648" y="264590"/>
                  </a:lnTo>
                  <a:lnTo>
                    <a:pt x="136527" y="268940"/>
                  </a:lnTo>
                  <a:lnTo>
                    <a:pt x="136393" y="270428"/>
                  </a:lnTo>
                  <a:lnTo>
                    <a:pt x="135919" y="271503"/>
                  </a:lnTo>
                  <a:lnTo>
                    <a:pt x="135952" y="273572"/>
                  </a:lnTo>
                  <a:lnTo>
                    <a:pt x="136495" y="274675"/>
                  </a:lnTo>
                  <a:lnTo>
                    <a:pt x="136841" y="276456"/>
                  </a:lnTo>
                  <a:lnTo>
                    <a:pt x="135280" y="277202"/>
                  </a:lnTo>
                  <a:lnTo>
                    <a:pt x="134109" y="277186"/>
                  </a:lnTo>
                  <a:lnTo>
                    <a:pt x="132984" y="278467"/>
                  </a:lnTo>
                  <a:lnTo>
                    <a:pt x="132441" y="278405"/>
                  </a:lnTo>
                  <a:lnTo>
                    <a:pt x="131955" y="278782"/>
                  </a:lnTo>
                  <a:lnTo>
                    <a:pt x="131165" y="278724"/>
                  </a:lnTo>
                  <a:lnTo>
                    <a:pt x="129480" y="277601"/>
                  </a:lnTo>
                  <a:lnTo>
                    <a:pt x="128679" y="277557"/>
                  </a:lnTo>
                  <a:lnTo>
                    <a:pt x="127006" y="278280"/>
                  </a:lnTo>
                  <a:lnTo>
                    <a:pt x="125638" y="277445"/>
                  </a:lnTo>
                  <a:lnTo>
                    <a:pt x="123397" y="277756"/>
                  </a:lnTo>
                  <a:lnTo>
                    <a:pt x="120536" y="276054"/>
                  </a:lnTo>
                  <a:lnTo>
                    <a:pt x="121152" y="276074"/>
                  </a:lnTo>
                  <a:lnTo>
                    <a:pt x="120758" y="274862"/>
                  </a:lnTo>
                  <a:lnTo>
                    <a:pt x="121383" y="274191"/>
                  </a:lnTo>
                  <a:lnTo>
                    <a:pt x="121073" y="273776"/>
                  </a:lnTo>
                  <a:lnTo>
                    <a:pt x="121241" y="273124"/>
                  </a:lnTo>
                  <a:lnTo>
                    <a:pt x="119899" y="271950"/>
                  </a:lnTo>
                  <a:lnTo>
                    <a:pt x="118722" y="270437"/>
                  </a:lnTo>
                  <a:lnTo>
                    <a:pt x="117518" y="269557"/>
                  </a:lnTo>
                  <a:lnTo>
                    <a:pt x="120180" y="264905"/>
                  </a:lnTo>
                  <a:lnTo>
                    <a:pt x="119977" y="264767"/>
                  </a:lnTo>
                  <a:lnTo>
                    <a:pt x="120132" y="263848"/>
                  </a:lnTo>
                  <a:lnTo>
                    <a:pt x="120609" y="263468"/>
                  </a:lnTo>
                  <a:lnTo>
                    <a:pt x="121018" y="263727"/>
                  </a:lnTo>
                  <a:lnTo>
                    <a:pt x="121566" y="263055"/>
                  </a:lnTo>
                  <a:lnTo>
                    <a:pt x="119437" y="259629"/>
                  </a:lnTo>
                  <a:lnTo>
                    <a:pt x="118597" y="258841"/>
                  </a:lnTo>
                  <a:lnTo>
                    <a:pt x="117127" y="258074"/>
                  </a:lnTo>
                  <a:lnTo>
                    <a:pt x="116975" y="256761"/>
                  </a:lnTo>
                  <a:lnTo>
                    <a:pt x="117248" y="256532"/>
                  </a:lnTo>
                  <a:lnTo>
                    <a:pt x="117981" y="256717"/>
                  </a:lnTo>
                  <a:lnTo>
                    <a:pt x="118099" y="256448"/>
                  </a:lnTo>
                  <a:lnTo>
                    <a:pt x="117302" y="255971"/>
                  </a:lnTo>
                  <a:lnTo>
                    <a:pt x="115909" y="254425"/>
                  </a:lnTo>
                  <a:lnTo>
                    <a:pt x="115679" y="252361"/>
                  </a:lnTo>
                  <a:lnTo>
                    <a:pt x="115433" y="251840"/>
                  </a:lnTo>
                  <a:lnTo>
                    <a:pt x="112982" y="250117"/>
                  </a:lnTo>
                  <a:lnTo>
                    <a:pt x="112071" y="249136"/>
                  </a:lnTo>
                  <a:lnTo>
                    <a:pt x="111514" y="248024"/>
                  </a:lnTo>
                  <a:lnTo>
                    <a:pt x="111348" y="247047"/>
                  </a:lnTo>
                  <a:lnTo>
                    <a:pt x="111249" y="247657"/>
                  </a:lnTo>
                  <a:lnTo>
                    <a:pt x="111520" y="248372"/>
                  </a:lnTo>
                  <a:lnTo>
                    <a:pt x="111043" y="248771"/>
                  </a:lnTo>
                  <a:lnTo>
                    <a:pt x="110130" y="251137"/>
                  </a:lnTo>
                  <a:lnTo>
                    <a:pt x="109306" y="251728"/>
                  </a:lnTo>
                  <a:lnTo>
                    <a:pt x="110617" y="252404"/>
                  </a:lnTo>
                  <a:lnTo>
                    <a:pt x="111613" y="254007"/>
                  </a:lnTo>
                  <a:lnTo>
                    <a:pt x="110798" y="255516"/>
                  </a:lnTo>
                  <a:lnTo>
                    <a:pt x="110415" y="255254"/>
                  </a:lnTo>
                  <a:lnTo>
                    <a:pt x="109748" y="257083"/>
                  </a:lnTo>
                  <a:lnTo>
                    <a:pt x="109840" y="257469"/>
                  </a:lnTo>
                  <a:lnTo>
                    <a:pt x="109549" y="257341"/>
                  </a:lnTo>
                  <a:lnTo>
                    <a:pt x="109444" y="257669"/>
                  </a:lnTo>
                  <a:lnTo>
                    <a:pt x="109626" y="257902"/>
                  </a:lnTo>
                  <a:lnTo>
                    <a:pt x="109454" y="258464"/>
                  </a:lnTo>
                  <a:lnTo>
                    <a:pt x="109236" y="258809"/>
                  </a:lnTo>
                  <a:lnTo>
                    <a:pt x="108945" y="258786"/>
                  </a:lnTo>
                  <a:lnTo>
                    <a:pt x="108564" y="259840"/>
                  </a:lnTo>
                  <a:lnTo>
                    <a:pt x="108508" y="260074"/>
                  </a:lnTo>
                  <a:lnTo>
                    <a:pt x="109046" y="260203"/>
                  </a:lnTo>
                  <a:lnTo>
                    <a:pt x="109018" y="260552"/>
                  </a:lnTo>
                  <a:lnTo>
                    <a:pt x="108482" y="261006"/>
                  </a:lnTo>
                  <a:lnTo>
                    <a:pt x="106522" y="264978"/>
                  </a:lnTo>
                  <a:lnTo>
                    <a:pt x="105582" y="267633"/>
                  </a:lnTo>
                  <a:lnTo>
                    <a:pt x="105831" y="269210"/>
                  </a:lnTo>
                  <a:lnTo>
                    <a:pt x="105581" y="270154"/>
                  </a:lnTo>
                  <a:lnTo>
                    <a:pt x="104931" y="269737"/>
                  </a:lnTo>
                  <a:lnTo>
                    <a:pt x="104552" y="270764"/>
                  </a:lnTo>
                  <a:lnTo>
                    <a:pt x="103782" y="271513"/>
                  </a:lnTo>
                  <a:lnTo>
                    <a:pt x="103979" y="271983"/>
                  </a:lnTo>
                  <a:lnTo>
                    <a:pt x="102604" y="273739"/>
                  </a:lnTo>
                  <a:lnTo>
                    <a:pt x="102785" y="273909"/>
                  </a:lnTo>
                  <a:lnTo>
                    <a:pt x="100225" y="277625"/>
                  </a:lnTo>
                  <a:lnTo>
                    <a:pt x="100709" y="278078"/>
                  </a:lnTo>
                  <a:lnTo>
                    <a:pt x="99425" y="279531"/>
                  </a:lnTo>
                  <a:lnTo>
                    <a:pt x="99571" y="279568"/>
                  </a:lnTo>
                  <a:lnTo>
                    <a:pt x="99197" y="280667"/>
                  </a:lnTo>
                  <a:lnTo>
                    <a:pt x="99143" y="282586"/>
                  </a:lnTo>
                  <a:lnTo>
                    <a:pt x="99869" y="285094"/>
                  </a:lnTo>
                  <a:lnTo>
                    <a:pt x="100164" y="285421"/>
                  </a:lnTo>
                  <a:lnTo>
                    <a:pt x="99559" y="287721"/>
                  </a:lnTo>
                  <a:lnTo>
                    <a:pt x="99792" y="288753"/>
                  </a:lnTo>
                  <a:lnTo>
                    <a:pt x="101211" y="291621"/>
                  </a:lnTo>
                  <a:lnTo>
                    <a:pt x="102990" y="293920"/>
                  </a:lnTo>
                  <a:lnTo>
                    <a:pt x="101804" y="296145"/>
                  </a:lnTo>
                  <a:lnTo>
                    <a:pt x="99526" y="296551"/>
                  </a:lnTo>
                  <a:lnTo>
                    <a:pt x="95975" y="298956"/>
                  </a:lnTo>
                  <a:lnTo>
                    <a:pt x="95162" y="300393"/>
                  </a:lnTo>
                  <a:lnTo>
                    <a:pt x="94582" y="303143"/>
                  </a:lnTo>
                  <a:lnTo>
                    <a:pt x="94549" y="306154"/>
                  </a:lnTo>
                  <a:lnTo>
                    <a:pt x="94159" y="307241"/>
                  </a:lnTo>
                  <a:lnTo>
                    <a:pt x="93584" y="308273"/>
                  </a:lnTo>
                  <a:lnTo>
                    <a:pt x="91605" y="308832"/>
                  </a:lnTo>
                  <a:lnTo>
                    <a:pt x="91089" y="309286"/>
                  </a:lnTo>
                  <a:lnTo>
                    <a:pt x="89535" y="311848"/>
                  </a:lnTo>
                  <a:lnTo>
                    <a:pt x="91273" y="315718"/>
                  </a:lnTo>
                  <a:lnTo>
                    <a:pt x="90865" y="316841"/>
                  </a:lnTo>
                  <a:lnTo>
                    <a:pt x="91518" y="318214"/>
                  </a:lnTo>
                  <a:lnTo>
                    <a:pt x="93121" y="324409"/>
                  </a:lnTo>
                  <a:lnTo>
                    <a:pt x="92312" y="325943"/>
                  </a:lnTo>
                  <a:lnTo>
                    <a:pt x="89963" y="328315"/>
                  </a:lnTo>
                  <a:lnTo>
                    <a:pt x="89124" y="331281"/>
                  </a:lnTo>
                  <a:lnTo>
                    <a:pt x="88984" y="332802"/>
                  </a:lnTo>
                  <a:lnTo>
                    <a:pt x="88369" y="333674"/>
                  </a:lnTo>
                  <a:lnTo>
                    <a:pt x="88281" y="334388"/>
                  </a:lnTo>
                  <a:lnTo>
                    <a:pt x="87221" y="335767"/>
                  </a:lnTo>
                  <a:lnTo>
                    <a:pt x="87169" y="337570"/>
                  </a:lnTo>
                  <a:lnTo>
                    <a:pt x="87954" y="341418"/>
                  </a:lnTo>
                  <a:lnTo>
                    <a:pt x="85942" y="343372"/>
                  </a:lnTo>
                  <a:lnTo>
                    <a:pt x="85798" y="344314"/>
                  </a:lnTo>
                  <a:lnTo>
                    <a:pt x="84327" y="345030"/>
                  </a:lnTo>
                  <a:lnTo>
                    <a:pt x="82648" y="346493"/>
                  </a:lnTo>
                  <a:lnTo>
                    <a:pt x="81348" y="347280"/>
                  </a:lnTo>
                  <a:lnTo>
                    <a:pt x="79608" y="347736"/>
                  </a:lnTo>
                  <a:lnTo>
                    <a:pt x="79162" y="347491"/>
                  </a:lnTo>
                  <a:lnTo>
                    <a:pt x="77735" y="347712"/>
                  </a:lnTo>
                  <a:lnTo>
                    <a:pt x="76844" y="347274"/>
                  </a:lnTo>
                  <a:lnTo>
                    <a:pt x="76317" y="347447"/>
                  </a:lnTo>
                  <a:lnTo>
                    <a:pt x="75306" y="346951"/>
                  </a:lnTo>
                  <a:lnTo>
                    <a:pt x="74820" y="346957"/>
                  </a:lnTo>
                  <a:lnTo>
                    <a:pt x="74109" y="346129"/>
                  </a:lnTo>
                  <a:lnTo>
                    <a:pt x="73020" y="345830"/>
                  </a:lnTo>
                  <a:lnTo>
                    <a:pt x="72720" y="345410"/>
                  </a:lnTo>
                  <a:lnTo>
                    <a:pt x="71225" y="344501"/>
                  </a:lnTo>
                  <a:lnTo>
                    <a:pt x="70784" y="342935"/>
                  </a:lnTo>
                  <a:lnTo>
                    <a:pt x="69756" y="342153"/>
                  </a:lnTo>
                  <a:lnTo>
                    <a:pt x="69840" y="341888"/>
                  </a:lnTo>
                  <a:lnTo>
                    <a:pt x="68782" y="340600"/>
                  </a:lnTo>
                  <a:lnTo>
                    <a:pt x="68773" y="340185"/>
                  </a:lnTo>
                  <a:lnTo>
                    <a:pt x="69218" y="339822"/>
                  </a:lnTo>
                  <a:lnTo>
                    <a:pt x="69407" y="339005"/>
                  </a:lnTo>
                  <a:lnTo>
                    <a:pt x="69152" y="338704"/>
                  </a:lnTo>
                  <a:lnTo>
                    <a:pt x="69040" y="336758"/>
                  </a:lnTo>
                  <a:lnTo>
                    <a:pt x="68315" y="335347"/>
                  </a:lnTo>
                  <a:lnTo>
                    <a:pt x="68109" y="334219"/>
                  </a:lnTo>
                  <a:lnTo>
                    <a:pt x="67370" y="333782"/>
                  </a:lnTo>
                  <a:lnTo>
                    <a:pt x="67402" y="333459"/>
                  </a:lnTo>
                  <a:lnTo>
                    <a:pt x="66284" y="332224"/>
                  </a:lnTo>
                  <a:lnTo>
                    <a:pt x="66992" y="331331"/>
                  </a:lnTo>
                  <a:lnTo>
                    <a:pt x="66936" y="330277"/>
                  </a:lnTo>
                  <a:lnTo>
                    <a:pt x="67226" y="329014"/>
                  </a:lnTo>
                  <a:lnTo>
                    <a:pt x="64011" y="324554"/>
                  </a:lnTo>
                  <a:lnTo>
                    <a:pt x="63036" y="322344"/>
                  </a:lnTo>
                  <a:lnTo>
                    <a:pt x="56866" y="319193"/>
                  </a:lnTo>
                  <a:lnTo>
                    <a:pt x="44953" y="308367"/>
                  </a:lnTo>
                  <a:lnTo>
                    <a:pt x="42714" y="308964"/>
                  </a:lnTo>
                  <a:lnTo>
                    <a:pt x="40111" y="310240"/>
                  </a:lnTo>
                  <a:lnTo>
                    <a:pt x="37586" y="310540"/>
                  </a:lnTo>
                  <a:lnTo>
                    <a:pt x="36675" y="310306"/>
                  </a:lnTo>
                  <a:lnTo>
                    <a:pt x="36045" y="310543"/>
                  </a:lnTo>
                  <a:lnTo>
                    <a:pt x="35621" y="310023"/>
                  </a:lnTo>
                  <a:lnTo>
                    <a:pt x="35047" y="310125"/>
                  </a:lnTo>
                  <a:lnTo>
                    <a:pt x="34469" y="309679"/>
                  </a:lnTo>
                  <a:lnTo>
                    <a:pt x="33686" y="309934"/>
                  </a:lnTo>
                  <a:lnTo>
                    <a:pt x="33353" y="310283"/>
                  </a:lnTo>
                  <a:lnTo>
                    <a:pt x="32291" y="309720"/>
                  </a:lnTo>
                  <a:lnTo>
                    <a:pt x="31830" y="309897"/>
                  </a:lnTo>
                  <a:lnTo>
                    <a:pt x="30638" y="309739"/>
                  </a:lnTo>
                  <a:lnTo>
                    <a:pt x="29550" y="308876"/>
                  </a:lnTo>
                  <a:lnTo>
                    <a:pt x="28859" y="308971"/>
                  </a:lnTo>
                  <a:lnTo>
                    <a:pt x="29810" y="308155"/>
                  </a:lnTo>
                  <a:lnTo>
                    <a:pt x="29802" y="307700"/>
                  </a:lnTo>
                  <a:lnTo>
                    <a:pt x="30115" y="307585"/>
                  </a:lnTo>
                  <a:lnTo>
                    <a:pt x="30534" y="306925"/>
                  </a:lnTo>
                  <a:lnTo>
                    <a:pt x="31323" y="305009"/>
                  </a:lnTo>
                  <a:lnTo>
                    <a:pt x="31935" y="304447"/>
                  </a:lnTo>
                  <a:lnTo>
                    <a:pt x="34467" y="302820"/>
                  </a:lnTo>
                  <a:lnTo>
                    <a:pt x="36588" y="302097"/>
                  </a:lnTo>
                  <a:lnTo>
                    <a:pt x="36952" y="301593"/>
                  </a:lnTo>
                  <a:lnTo>
                    <a:pt x="38457" y="300968"/>
                  </a:lnTo>
                  <a:lnTo>
                    <a:pt x="38468" y="299972"/>
                  </a:lnTo>
                  <a:lnTo>
                    <a:pt x="38943" y="299598"/>
                  </a:lnTo>
                  <a:lnTo>
                    <a:pt x="38740" y="299279"/>
                  </a:lnTo>
                  <a:lnTo>
                    <a:pt x="38819" y="298357"/>
                  </a:lnTo>
                  <a:lnTo>
                    <a:pt x="39482" y="297240"/>
                  </a:lnTo>
                  <a:lnTo>
                    <a:pt x="39898" y="297032"/>
                  </a:lnTo>
                  <a:lnTo>
                    <a:pt x="39130" y="295921"/>
                  </a:lnTo>
                  <a:lnTo>
                    <a:pt x="39419" y="293152"/>
                  </a:lnTo>
                  <a:lnTo>
                    <a:pt x="39536" y="288615"/>
                  </a:lnTo>
                  <a:lnTo>
                    <a:pt x="39348" y="288078"/>
                  </a:lnTo>
                  <a:lnTo>
                    <a:pt x="39672" y="284544"/>
                  </a:lnTo>
                  <a:lnTo>
                    <a:pt x="39050" y="276820"/>
                  </a:lnTo>
                  <a:lnTo>
                    <a:pt x="39755" y="276594"/>
                  </a:lnTo>
                  <a:lnTo>
                    <a:pt x="41103" y="275673"/>
                  </a:lnTo>
                  <a:lnTo>
                    <a:pt x="43410" y="273724"/>
                  </a:lnTo>
                  <a:lnTo>
                    <a:pt x="44460" y="272261"/>
                  </a:lnTo>
                  <a:lnTo>
                    <a:pt x="45800" y="271408"/>
                  </a:lnTo>
                  <a:lnTo>
                    <a:pt x="46304" y="270468"/>
                  </a:lnTo>
                  <a:lnTo>
                    <a:pt x="46495" y="269378"/>
                  </a:lnTo>
                  <a:lnTo>
                    <a:pt x="47754" y="269327"/>
                  </a:lnTo>
                  <a:lnTo>
                    <a:pt x="48206" y="265075"/>
                  </a:lnTo>
                  <a:lnTo>
                    <a:pt x="49005" y="262664"/>
                  </a:lnTo>
                  <a:lnTo>
                    <a:pt x="49784" y="261081"/>
                  </a:lnTo>
                  <a:lnTo>
                    <a:pt x="50553" y="260144"/>
                  </a:lnTo>
                  <a:lnTo>
                    <a:pt x="51562" y="257346"/>
                  </a:lnTo>
                  <a:lnTo>
                    <a:pt x="53304" y="255609"/>
                  </a:lnTo>
                  <a:lnTo>
                    <a:pt x="53456" y="254383"/>
                  </a:lnTo>
                  <a:lnTo>
                    <a:pt x="51021" y="252719"/>
                  </a:lnTo>
                  <a:lnTo>
                    <a:pt x="48137" y="249439"/>
                  </a:lnTo>
                  <a:lnTo>
                    <a:pt x="46639" y="248172"/>
                  </a:lnTo>
                  <a:lnTo>
                    <a:pt x="45914" y="245548"/>
                  </a:lnTo>
                  <a:lnTo>
                    <a:pt x="45973" y="244617"/>
                  </a:lnTo>
                  <a:lnTo>
                    <a:pt x="44118" y="240638"/>
                  </a:lnTo>
                  <a:lnTo>
                    <a:pt x="40712" y="236416"/>
                  </a:lnTo>
                  <a:lnTo>
                    <a:pt x="37638" y="231317"/>
                  </a:lnTo>
                  <a:lnTo>
                    <a:pt x="37429" y="231352"/>
                  </a:lnTo>
                  <a:lnTo>
                    <a:pt x="36688" y="230448"/>
                  </a:lnTo>
                  <a:lnTo>
                    <a:pt x="36239" y="230208"/>
                  </a:lnTo>
                  <a:lnTo>
                    <a:pt x="35620" y="230278"/>
                  </a:lnTo>
                  <a:lnTo>
                    <a:pt x="35031" y="229643"/>
                  </a:lnTo>
                  <a:lnTo>
                    <a:pt x="32828" y="228853"/>
                  </a:lnTo>
                  <a:lnTo>
                    <a:pt x="32258" y="229040"/>
                  </a:lnTo>
                  <a:lnTo>
                    <a:pt x="31498" y="227825"/>
                  </a:lnTo>
                  <a:lnTo>
                    <a:pt x="31329" y="226901"/>
                  </a:lnTo>
                  <a:lnTo>
                    <a:pt x="29897" y="225169"/>
                  </a:lnTo>
                  <a:lnTo>
                    <a:pt x="28246" y="224028"/>
                  </a:lnTo>
                  <a:lnTo>
                    <a:pt x="27014" y="223828"/>
                  </a:lnTo>
                  <a:lnTo>
                    <a:pt x="26416" y="223223"/>
                  </a:lnTo>
                  <a:lnTo>
                    <a:pt x="25298" y="224576"/>
                  </a:lnTo>
                  <a:lnTo>
                    <a:pt x="22914" y="225611"/>
                  </a:lnTo>
                  <a:lnTo>
                    <a:pt x="23041" y="223582"/>
                  </a:lnTo>
                  <a:lnTo>
                    <a:pt x="22151" y="223368"/>
                  </a:lnTo>
                  <a:lnTo>
                    <a:pt x="21868" y="223021"/>
                  </a:lnTo>
                  <a:lnTo>
                    <a:pt x="21158" y="223450"/>
                  </a:lnTo>
                  <a:lnTo>
                    <a:pt x="19402" y="223599"/>
                  </a:lnTo>
                  <a:lnTo>
                    <a:pt x="19072" y="223451"/>
                  </a:lnTo>
                  <a:lnTo>
                    <a:pt x="19551" y="223094"/>
                  </a:lnTo>
                  <a:lnTo>
                    <a:pt x="20204" y="221924"/>
                  </a:lnTo>
                  <a:lnTo>
                    <a:pt x="19929" y="221524"/>
                  </a:lnTo>
                  <a:lnTo>
                    <a:pt x="20545" y="221351"/>
                  </a:lnTo>
                  <a:lnTo>
                    <a:pt x="20988" y="220473"/>
                  </a:lnTo>
                  <a:lnTo>
                    <a:pt x="22321" y="219250"/>
                  </a:lnTo>
                  <a:lnTo>
                    <a:pt x="22452" y="218985"/>
                  </a:lnTo>
                  <a:lnTo>
                    <a:pt x="21949" y="218541"/>
                  </a:lnTo>
                  <a:lnTo>
                    <a:pt x="22219" y="217707"/>
                  </a:lnTo>
                  <a:lnTo>
                    <a:pt x="23124" y="216614"/>
                  </a:lnTo>
                  <a:lnTo>
                    <a:pt x="23507" y="215383"/>
                  </a:lnTo>
                  <a:lnTo>
                    <a:pt x="23989" y="215005"/>
                  </a:lnTo>
                  <a:lnTo>
                    <a:pt x="24131" y="214378"/>
                  </a:lnTo>
                  <a:lnTo>
                    <a:pt x="24695" y="213737"/>
                  </a:lnTo>
                  <a:lnTo>
                    <a:pt x="24539" y="213517"/>
                  </a:lnTo>
                  <a:lnTo>
                    <a:pt x="25849" y="211810"/>
                  </a:lnTo>
                  <a:lnTo>
                    <a:pt x="26085" y="210779"/>
                  </a:lnTo>
                  <a:lnTo>
                    <a:pt x="26720" y="209834"/>
                  </a:lnTo>
                  <a:lnTo>
                    <a:pt x="26560" y="209668"/>
                  </a:lnTo>
                  <a:lnTo>
                    <a:pt x="27659" y="208605"/>
                  </a:lnTo>
                  <a:lnTo>
                    <a:pt x="27582" y="208385"/>
                  </a:lnTo>
                  <a:lnTo>
                    <a:pt x="28423" y="207352"/>
                  </a:lnTo>
                  <a:lnTo>
                    <a:pt x="30335" y="205584"/>
                  </a:lnTo>
                  <a:lnTo>
                    <a:pt x="32211" y="203156"/>
                  </a:lnTo>
                  <a:lnTo>
                    <a:pt x="32435" y="203146"/>
                  </a:lnTo>
                  <a:lnTo>
                    <a:pt x="33586" y="201870"/>
                  </a:lnTo>
                  <a:lnTo>
                    <a:pt x="37295" y="197047"/>
                  </a:lnTo>
                  <a:lnTo>
                    <a:pt x="37172" y="195518"/>
                  </a:lnTo>
                  <a:lnTo>
                    <a:pt x="36708" y="193843"/>
                  </a:lnTo>
                  <a:lnTo>
                    <a:pt x="32367" y="186927"/>
                  </a:lnTo>
                  <a:lnTo>
                    <a:pt x="31504" y="185165"/>
                  </a:lnTo>
                  <a:lnTo>
                    <a:pt x="31220" y="185030"/>
                  </a:lnTo>
                  <a:lnTo>
                    <a:pt x="31385" y="184242"/>
                  </a:lnTo>
                  <a:lnTo>
                    <a:pt x="30519" y="183474"/>
                  </a:lnTo>
                  <a:lnTo>
                    <a:pt x="29486" y="181485"/>
                  </a:lnTo>
                  <a:lnTo>
                    <a:pt x="28849" y="181004"/>
                  </a:lnTo>
                  <a:lnTo>
                    <a:pt x="27152" y="180372"/>
                  </a:lnTo>
                  <a:lnTo>
                    <a:pt x="25447" y="177571"/>
                  </a:lnTo>
                  <a:lnTo>
                    <a:pt x="23953" y="176870"/>
                  </a:lnTo>
                  <a:lnTo>
                    <a:pt x="22615" y="175423"/>
                  </a:lnTo>
                  <a:lnTo>
                    <a:pt x="21269" y="173359"/>
                  </a:lnTo>
                  <a:lnTo>
                    <a:pt x="19557" y="171974"/>
                  </a:lnTo>
                  <a:lnTo>
                    <a:pt x="18122" y="170371"/>
                  </a:lnTo>
                  <a:lnTo>
                    <a:pt x="14910" y="168878"/>
                  </a:lnTo>
                  <a:lnTo>
                    <a:pt x="13385" y="167896"/>
                  </a:lnTo>
                  <a:lnTo>
                    <a:pt x="12447" y="166337"/>
                  </a:lnTo>
                  <a:lnTo>
                    <a:pt x="8755" y="163169"/>
                  </a:lnTo>
                  <a:lnTo>
                    <a:pt x="9013" y="162641"/>
                  </a:lnTo>
                  <a:lnTo>
                    <a:pt x="8637" y="162305"/>
                  </a:lnTo>
                  <a:lnTo>
                    <a:pt x="8965" y="161685"/>
                  </a:lnTo>
                  <a:lnTo>
                    <a:pt x="9807" y="160968"/>
                  </a:lnTo>
                  <a:lnTo>
                    <a:pt x="9696" y="159050"/>
                  </a:lnTo>
                  <a:lnTo>
                    <a:pt x="9269" y="157922"/>
                  </a:lnTo>
                  <a:lnTo>
                    <a:pt x="9355" y="157230"/>
                  </a:lnTo>
                  <a:lnTo>
                    <a:pt x="8927" y="156926"/>
                  </a:lnTo>
                  <a:lnTo>
                    <a:pt x="8511" y="156161"/>
                  </a:lnTo>
                  <a:lnTo>
                    <a:pt x="7738" y="155695"/>
                  </a:lnTo>
                  <a:lnTo>
                    <a:pt x="7284" y="155538"/>
                  </a:lnTo>
                  <a:lnTo>
                    <a:pt x="6700" y="156064"/>
                  </a:lnTo>
                  <a:lnTo>
                    <a:pt x="5762" y="155690"/>
                  </a:lnTo>
                  <a:lnTo>
                    <a:pt x="4886" y="154389"/>
                  </a:lnTo>
                  <a:lnTo>
                    <a:pt x="3169" y="152597"/>
                  </a:lnTo>
                  <a:lnTo>
                    <a:pt x="0" y="148067"/>
                  </a:lnTo>
                  <a:lnTo>
                    <a:pt x="1239" y="145841"/>
                  </a:lnTo>
                  <a:lnTo>
                    <a:pt x="2526" y="144398"/>
                  </a:lnTo>
                  <a:lnTo>
                    <a:pt x="10480" y="139298"/>
                  </a:lnTo>
                  <a:lnTo>
                    <a:pt x="16615" y="134709"/>
                  </a:lnTo>
                  <a:lnTo>
                    <a:pt x="17355" y="133943"/>
                  </a:lnTo>
                  <a:lnTo>
                    <a:pt x="21326" y="127445"/>
                  </a:lnTo>
                  <a:lnTo>
                    <a:pt x="23635" y="123062"/>
                  </a:lnTo>
                  <a:lnTo>
                    <a:pt x="27642" y="109370"/>
                  </a:lnTo>
                  <a:lnTo>
                    <a:pt x="28310" y="107696"/>
                  </a:lnTo>
                  <a:lnTo>
                    <a:pt x="30035" y="105204"/>
                  </a:lnTo>
                  <a:lnTo>
                    <a:pt x="33027" y="102602"/>
                  </a:lnTo>
                  <a:lnTo>
                    <a:pt x="40353" y="96612"/>
                  </a:lnTo>
                  <a:lnTo>
                    <a:pt x="55104" y="88283"/>
                  </a:lnTo>
                  <a:lnTo>
                    <a:pt x="57965" y="86431"/>
                  </a:lnTo>
                  <a:lnTo>
                    <a:pt x="60284" y="84101"/>
                  </a:lnTo>
                  <a:lnTo>
                    <a:pt x="65715" y="76597"/>
                  </a:lnTo>
                  <a:lnTo>
                    <a:pt x="66906" y="74105"/>
                  </a:lnTo>
                  <a:lnTo>
                    <a:pt x="75939" y="45331"/>
                  </a:lnTo>
                  <a:lnTo>
                    <a:pt x="79818" y="33627"/>
                  </a:lnTo>
                  <a:lnTo>
                    <a:pt x="81368" y="30683"/>
                  </a:lnTo>
                  <a:lnTo>
                    <a:pt x="86399" y="23940"/>
                  </a:lnTo>
                  <a:lnTo>
                    <a:pt x="102977" y="7018"/>
                  </a:lnTo>
                  <a:lnTo>
                    <a:pt x="108437" y="1381"/>
                  </a:lnTo>
                  <a:lnTo>
                    <a:pt x="110310" y="3163"/>
                  </a:lnTo>
                  <a:lnTo>
                    <a:pt x="112669" y="1992"/>
                  </a:lnTo>
                  <a:lnTo>
                    <a:pt x="114857" y="1253"/>
                  </a:lnTo>
                  <a:lnTo>
                    <a:pt x="118364" y="286"/>
                  </a:lnTo>
                  <a:lnTo>
                    <a:pt x="120290" y="0"/>
                  </a:lnTo>
                  <a:lnTo>
                    <a:pt x="124705" y="6"/>
                  </a:lnTo>
                  <a:lnTo>
                    <a:pt x="132055" y="588"/>
                  </a:lnTo>
                  <a:lnTo>
                    <a:pt x="135549" y="604"/>
                  </a:lnTo>
                  <a:lnTo>
                    <a:pt x="136329" y="1866"/>
                  </a:lnTo>
                  <a:lnTo>
                    <a:pt x="140668" y="4988"/>
                  </a:lnTo>
                  <a:lnTo>
                    <a:pt x="141023" y="4974"/>
                  </a:lnTo>
                  <a:lnTo>
                    <a:pt x="141982" y="6608"/>
                  </a:lnTo>
                  <a:lnTo>
                    <a:pt x="145044" y="9324"/>
                  </a:lnTo>
                  <a:lnTo>
                    <a:pt x="145459" y="9084"/>
                  </a:lnTo>
                  <a:lnTo>
                    <a:pt x="147234" y="9587"/>
                  </a:lnTo>
                  <a:lnTo>
                    <a:pt x="149494" y="11546"/>
                  </a:lnTo>
                  <a:lnTo>
                    <a:pt x="151455" y="12609"/>
                  </a:lnTo>
                  <a:lnTo>
                    <a:pt x="151962" y="14064"/>
                  </a:lnTo>
                  <a:lnTo>
                    <a:pt x="149639" y="18405"/>
                  </a:lnTo>
                  <a:lnTo>
                    <a:pt x="148757" y="20902"/>
                  </a:lnTo>
                  <a:lnTo>
                    <a:pt x="150607" y="21765"/>
                  </a:lnTo>
                  <a:lnTo>
                    <a:pt x="151209" y="22443"/>
                  </a:lnTo>
                  <a:lnTo>
                    <a:pt x="151676" y="23474"/>
                  </a:lnTo>
                  <a:lnTo>
                    <a:pt x="154189" y="25627"/>
                  </a:lnTo>
                  <a:lnTo>
                    <a:pt x="153476" y="27561"/>
                  </a:lnTo>
                  <a:lnTo>
                    <a:pt x="153468" y="29150"/>
                  </a:lnTo>
                  <a:lnTo>
                    <a:pt x="156034" y="36941"/>
                  </a:lnTo>
                  <a:lnTo>
                    <a:pt x="157223" y="39505"/>
                  </a:lnTo>
                  <a:lnTo>
                    <a:pt x="159079" y="38595"/>
                  </a:lnTo>
                  <a:lnTo>
                    <a:pt x="162227" y="37601"/>
                  </a:lnTo>
                  <a:lnTo>
                    <a:pt x="163077" y="37529"/>
                  </a:lnTo>
                  <a:lnTo>
                    <a:pt x="164818" y="36731"/>
                  </a:lnTo>
                  <a:lnTo>
                    <a:pt x="166398" y="36521"/>
                  </a:lnTo>
                  <a:lnTo>
                    <a:pt x="166642" y="37364"/>
                  </a:lnTo>
                  <a:lnTo>
                    <a:pt x="169294" y="36515"/>
                  </a:lnTo>
                  <a:lnTo>
                    <a:pt x="169261" y="36897"/>
                  </a:lnTo>
                  <a:lnTo>
                    <a:pt x="169623" y="36869"/>
                  </a:lnTo>
                  <a:lnTo>
                    <a:pt x="171705" y="36329"/>
                  </a:lnTo>
                  <a:lnTo>
                    <a:pt x="172950" y="36469"/>
                  </a:lnTo>
                  <a:lnTo>
                    <a:pt x="173310" y="36100"/>
                  </a:lnTo>
                  <a:lnTo>
                    <a:pt x="173923" y="36020"/>
                  </a:lnTo>
                  <a:lnTo>
                    <a:pt x="176466" y="36210"/>
                  </a:lnTo>
                  <a:lnTo>
                    <a:pt x="178611" y="36075"/>
                  </a:lnTo>
                  <a:lnTo>
                    <a:pt x="179996" y="37327"/>
                  </a:lnTo>
                  <a:lnTo>
                    <a:pt x="183391" y="39688"/>
                  </a:lnTo>
                  <a:lnTo>
                    <a:pt x="187075" y="36433"/>
                  </a:lnTo>
                  <a:lnTo>
                    <a:pt x="189921" y="37508"/>
                  </a:lnTo>
                  <a:lnTo>
                    <a:pt x="192185" y="38959"/>
                  </a:lnTo>
                  <a:lnTo>
                    <a:pt x="193705" y="38821"/>
                  </a:lnTo>
                  <a:lnTo>
                    <a:pt x="193956" y="39159"/>
                  </a:lnTo>
                  <a:lnTo>
                    <a:pt x="193702" y="40052"/>
                  </a:lnTo>
                  <a:lnTo>
                    <a:pt x="195406" y="42678"/>
                  </a:lnTo>
                  <a:lnTo>
                    <a:pt x="198930" y="44133"/>
                  </a:lnTo>
                  <a:lnTo>
                    <a:pt x="199590" y="45063"/>
                  </a:lnTo>
                  <a:lnTo>
                    <a:pt x="199665" y="45764"/>
                  </a:lnTo>
                  <a:lnTo>
                    <a:pt x="200625" y="46870"/>
                  </a:lnTo>
                  <a:lnTo>
                    <a:pt x="203270" y="51278"/>
                  </a:lnTo>
                  <a:lnTo>
                    <a:pt x="207249" y="46885"/>
                  </a:lnTo>
                  <a:lnTo>
                    <a:pt x="208910" y="46564"/>
                  </a:lnTo>
                  <a:lnTo>
                    <a:pt x="212303" y="42716"/>
                  </a:lnTo>
                  <a:lnTo>
                    <a:pt x="211316" y="42350"/>
                  </a:lnTo>
                  <a:lnTo>
                    <a:pt x="212928" y="39439"/>
                  </a:lnTo>
                  <a:lnTo>
                    <a:pt x="212996" y="41286"/>
                  </a:lnTo>
                  <a:lnTo>
                    <a:pt x="214087" y="43960"/>
                  </a:lnTo>
                  <a:lnTo>
                    <a:pt x="217141" y="43522"/>
                  </a:lnTo>
                  <a:lnTo>
                    <a:pt x="217376" y="43654"/>
                  </a:lnTo>
                  <a:lnTo>
                    <a:pt x="216838" y="44177"/>
                  </a:lnTo>
                  <a:lnTo>
                    <a:pt x="216417" y="44175"/>
                  </a:lnTo>
                  <a:lnTo>
                    <a:pt x="216071" y="44815"/>
                  </a:lnTo>
                  <a:lnTo>
                    <a:pt x="215624" y="45118"/>
                  </a:lnTo>
                  <a:lnTo>
                    <a:pt x="213925" y="49239"/>
                  </a:lnTo>
                  <a:lnTo>
                    <a:pt x="212919" y="49389"/>
                  </a:lnTo>
                  <a:lnTo>
                    <a:pt x="211951" y="54220"/>
                  </a:lnTo>
                  <a:lnTo>
                    <a:pt x="213310" y="54722"/>
                  </a:lnTo>
                  <a:lnTo>
                    <a:pt x="213832" y="54615"/>
                  </a:lnTo>
                  <a:lnTo>
                    <a:pt x="214588" y="55197"/>
                  </a:lnTo>
                  <a:lnTo>
                    <a:pt x="215273" y="55097"/>
                  </a:lnTo>
                  <a:lnTo>
                    <a:pt x="215887" y="55290"/>
                  </a:lnTo>
                  <a:lnTo>
                    <a:pt x="218987" y="59317"/>
                  </a:lnTo>
                  <a:lnTo>
                    <a:pt x="219756" y="68782"/>
                  </a:lnTo>
                  <a:lnTo>
                    <a:pt x="223435" y="69232"/>
                  </a:lnTo>
                  <a:lnTo>
                    <a:pt x="225088" y="71680"/>
                  </a:lnTo>
                  <a:lnTo>
                    <a:pt x="226431" y="73211"/>
                  </a:lnTo>
                  <a:lnTo>
                    <a:pt x="226486" y="73773"/>
                  </a:lnTo>
                  <a:lnTo>
                    <a:pt x="228533" y="75328"/>
                  </a:lnTo>
                  <a:lnTo>
                    <a:pt x="229999" y="79788"/>
                  </a:lnTo>
                  <a:lnTo>
                    <a:pt x="230555" y="80333"/>
                  </a:lnTo>
                  <a:lnTo>
                    <a:pt x="230118" y="81876"/>
                  </a:lnTo>
                  <a:lnTo>
                    <a:pt x="230211" y="82458"/>
                  </a:lnTo>
                  <a:lnTo>
                    <a:pt x="231216" y="83663"/>
                  </a:lnTo>
                  <a:lnTo>
                    <a:pt x="231827" y="84968"/>
                  </a:lnTo>
                  <a:lnTo>
                    <a:pt x="234626" y="88026"/>
                  </a:lnTo>
                  <a:lnTo>
                    <a:pt x="235724" y="89675"/>
                  </a:lnTo>
                  <a:lnTo>
                    <a:pt x="236018" y="91581"/>
                  </a:lnTo>
                  <a:lnTo>
                    <a:pt x="238166" y="95040"/>
                  </a:lnTo>
                  <a:lnTo>
                    <a:pt x="238472" y="96974"/>
                  </a:lnTo>
                  <a:lnTo>
                    <a:pt x="240789" y="99150"/>
                  </a:lnTo>
                  <a:lnTo>
                    <a:pt x="241584" y="99194"/>
                  </a:lnTo>
                  <a:lnTo>
                    <a:pt x="242200" y="99552"/>
                  </a:lnTo>
                  <a:lnTo>
                    <a:pt x="242546" y="100858"/>
                  </a:lnTo>
                  <a:lnTo>
                    <a:pt x="243705" y="101917"/>
                  </a:lnTo>
                  <a:lnTo>
                    <a:pt x="245701" y="102239"/>
                  </a:lnTo>
                  <a:lnTo>
                    <a:pt x="250502" y="104349"/>
                  </a:lnTo>
                  <a:lnTo>
                    <a:pt x="252728" y="104009"/>
                  </a:lnTo>
                  <a:lnTo>
                    <a:pt x="254280" y="104365"/>
                  </a:lnTo>
                  <a:lnTo>
                    <a:pt x="255251" y="104231"/>
                  </a:lnTo>
                  <a:lnTo>
                    <a:pt x="258850" y="102060"/>
                  </a:lnTo>
                  <a:lnTo>
                    <a:pt x="263514" y="102232"/>
                  </a:lnTo>
                  <a:lnTo>
                    <a:pt x="269212" y="103090"/>
                  </a:lnTo>
                  <a:lnTo>
                    <a:pt x="270821" y="103643"/>
                  </a:lnTo>
                  <a:lnTo>
                    <a:pt x="271213" y="104103"/>
                  </a:lnTo>
                  <a:lnTo>
                    <a:pt x="272153" y="104041"/>
                  </a:lnTo>
                  <a:lnTo>
                    <a:pt x="272456" y="104522"/>
                  </a:lnTo>
                  <a:lnTo>
                    <a:pt x="273281" y="104543"/>
                  </a:lnTo>
                  <a:lnTo>
                    <a:pt x="274991" y="105514"/>
                  </a:lnTo>
                  <a:lnTo>
                    <a:pt x="276058" y="105676"/>
                  </a:lnTo>
                  <a:lnTo>
                    <a:pt x="276054" y="106584"/>
                  </a:lnTo>
                  <a:lnTo>
                    <a:pt x="276473" y="106625"/>
                  </a:lnTo>
                  <a:lnTo>
                    <a:pt x="277970" y="107443"/>
                  </a:lnTo>
                  <a:lnTo>
                    <a:pt x="278857" y="108384"/>
                  </a:lnTo>
                  <a:lnTo>
                    <a:pt x="278364" y="113717"/>
                  </a:lnTo>
                  <a:lnTo>
                    <a:pt x="279623" y="117202"/>
                  </a:lnTo>
                  <a:lnTo>
                    <a:pt x="279116" y="118534"/>
                  </a:lnTo>
                  <a:lnTo>
                    <a:pt x="279709" y="119964"/>
                  </a:lnTo>
                  <a:lnTo>
                    <a:pt x="285385" y="125739"/>
                  </a:lnTo>
                  <a:lnTo>
                    <a:pt x="285266" y="126768"/>
                  </a:lnTo>
                  <a:lnTo>
                    <a:pt x="286737" y="126997"/>
                  </a:lnTo>
                  <a:lnTo>
                    <a:pt x="287195" y="128190"/>
                  </a:lnTo>
                  <a:lnTo>
                    <a:pt x="289792" y="127716"/>
                  </a:lnTo>
                  <a:lnTo>
                    <a:pt x="290248" y="128658"/>
                  </a:lnTo>
                  <a:lnTo>
                    <a:pt x="292500" y="128037"/>
                  </a:lnTo>
                  <a:lnTo>
                    <a:pt x="292738" y="127759"/>
                  </a:lnTo>
                  <a:lnTo>
                    <a:pt x="294997" y="128137"/>
                  </a:lnTo>
                  <a:lnTo>
                    <a:pt x="294921" y="129084"/>
                  </a:lnTo>
                  <a:lnTo>
                    <a:pt x="297801" y="128641"/>
                  </a:lnTo>
                  <a:lnTo>
                    <a:pt x="298527" y="129364"/>
                  </a:lnTo>
                  <a:lnTo>
                    <a:pt x="298735" y="129267"/>
                  </a:lnTo>
                  <a:lnTo>
                    <a:pt x="298732" y="129563"/>
                  </a:lnTo>
                  <a:lnTo>
                    <a:pt x="300820" y="130159"/>
                  </a:lnTo>
                  <a:lnTo>
                    <a:pt x="302672" y="130110"/>
                  </a:lnTo>
                  <a:lnTo>
                    <a:pt x="306179" y="130723"/>
                  </a:lnTo>
                  <a:lnTo>
                    <a:pt x="306672" y="130402"/>
                  </a:lnTo>
                  <a:lnTo>
                    <a:pt x="309300" y="130773"/>
                  </a:lnTo>
                  <a:lnTo>
                    <a:pt x="309995" y="131235"/>
                  </a:lnTo>
                  <a:lnTo>
                    <a:pt x="311532" y="130738"/>
                  </a:lnTo>
                  <a:lnTo>
                    <a:pt x="312796" y="131501"/>
                  </a:lnTo>
                  <a:lnTo>
                    <a:pt x="314873" y="132315"/>
                  </a:lnTo>
                  <a:lnTo>
                    <a:pt x="315494" y="133685"/>
                  </a:lnTo>
                  <a:lnTo>
                    <a:pt x="316196" y="134186"/>
                  </a:lnTo>
                  <a:lnTo>
                    <a:pt x="318688" y="134407"/>
                  </a:lnTo>
                  <a:lnTo>
                    <a:pt x="320075" y="135860"/>
                  </a:lnTo>
                  <a:lnTo>
                    <a:pt x="322611" y="139585"/>
                  </a:lnTo>
                  <a:lnTo>
                    <a:pt x="323552" y="140525"/>
                  </a:lnTo>
                  <a:lnTo>
                    <a:pt x="325456" y="141487"/>
                  </a:lnTo>
                  <a:lnTo>
                    <a:pt x="319635" y="143875"/>
                  </a:lnTo>
                  <a:lnTo>
                    <a:pt x="318767" y="144422"/>
                  </a:lnTo>
                  <a:lnTo>
                    <a:pt x="317646" y="146016"/>
                  </a:lnTo>
                  <a:lnTo>
                    <a:pt x="316987" y="148224"/>
                  </a:lnTo>
                  <a:lnTo>
                    <a:pt x="319778" y="150213"/>
                  </a:lnTo>
                  <a:lnTo>
                    <a:pt x="321526" y="150284"/>
                  </a:lnTo>
                  <a:lnTo>
                    <a:pt x="322338" y="151060"/>
                  </a:lnTo>
                  <a:lnTo>
                    <a:pt x="323298" y="155659"/>
                  </a:lnTo>
                  <a:lnTo>
                    <a:pt x="323710" y="156169"/>
                  </a:lnTo>
                  <a:lnTo>
                    <a:pt x="323579" y="157946"/>
                  </a:lnTo>
                  <a:lnTo>
                    <a:pt x="324130" y="159554"/>
                  </a:lnTo>
                  <a:lnTo>
                    <a:pt x="323995" y="161298"/>
                  </a:lnTo>
                  <a:lnTo>
                    <a:pt x="326327" y="161680"/>
                  </a:lnTo>
                  <a:lnTo>
                    <a:pt x="328947" y="163564"/>
                  </a:lnTo>
                  <a:lnTo>
                    <a:pt x="332403" y="164817"/>
                  </a:lnTo>
                  <a:lnTo>
                    <a:pt x="332632" y="165491"/>
                  </a:lnTo>
                  <a:lnTo>
                    <a:pt x="333511" y="165643"/>
                  </a:lnTo>
                  <a:lnTo>
                    <a:pt x="335368" y="167271"/>
                  </a:lnTo>
                  <a:lnTo>
                    <a:pt x="336386" y="167107"/>
                  </a:lnTo>
                  <a:lnTo>
                    <a:pt x="336992" y="166240"/>
                  </a:lnTo>
                  <a:lnTo>
                    <a:pt x="338445" y="166937"/>
                  </a:lnTo>
                  <a:lnTo>
                    <a:pt x="340799" y="167263"/>
                  </a:lnTo>
                  <a:lnTo>
                    <a:pt x="341497" y="167737"/>
                  </a:lnTo>
                  <a:lnTo>
                    <a:pt x="342913" y="167900"/>
                  </a:lnTo>
                  <a:lnTo>
                    <a:pt x="343725" y="167568"/>
                  </a:lnTo>
                  <a:lnTo>
                    <a:pt x="344401" y="168021"/>
                  </a:lnTo>
                  <a:lnTo>
                    <a:pt x="342640" y="169399"/>
                  </a:lnTo>
                  <a:lnTo>
                    <a:pt x="341051" y="171773"/>
                  </a:lnTo>
                  <a:lnTo>
                    <a:pt x="340398" y="171982"/>
                  </a:lnTo>
                  <a:lnTo>
                    <a:pt x="339769" y="172514"/>
                  </a:lnTo>
                  <a:lnTo>
                    <a:pt x="338774" y="172750"/>
                  </a:lnTo>
                  <a:lnTo>
                    <a:pt x="335901" y="176753"/>
                  </a:lnTo>
                  <a:lnTo>
                    <a:pt x="333877" y="175987"/>
                  </a:lnTo>
                  <a:lnTo>
                    <a:pt x="332766" y="176282"/>
                  </a:lnTo>
                  <a:lnTo>
                    <a:pt x="328926" y="174981"/>
                  </a:lnTo>
                  <a:lnTo>
                    <a:pt x="327558" y="176443"/>
                  </a:lnTo>
                  <a:lnTo>
                    <a:pt x="324116" y="178732"/>
                  </a:lnTo>
                  <a:lnTo>
                    <a:pt x="323484" y="180670"/>
                  </a:lnTo>
                  <a:lnTo>
                    <a:pt x="323436" y="182267"/>
                  </a:lnTo>
                  <a:lnTo>
                    <a:pt x="321218" y="187249"/>
                  </a:lnTo>
                  <a:lnTo>
                    <a:pt x="320786" y="187940"/>
                  </a:lnTo>
                  <a:lnTo>
                    <a:pt x="319621" y="188690"/>
                  </a:lnTo>
                  <a:lnTo>
                    <a:pt x="318891" y="190850"/>
                  </a:lnTo>
                  <a:lnTo>
                    <a:pt x="316071" y="187392"/>
                  </a:lnTo>
                  <a:lnTo>
                    <a:pt x="315061" y="186490"/>
                  </a:lnTo>
                  <a:lnTo>
                    <a:pt x="314603" y="185829"/>
                  </a:lnTo>
                  <a:lnTo>
                    <a:pt x="314013" y="183905"/>
                  </a:lnTo>
                  <a:lnTo>
                    <a:pt x="311881" y="181997"/>
                  </a:lnTo>
                  <a:lnTo>
                    <a:pt x="311560" y="181431"/>
                  </a:lnTo>
                  <a:lnTo>
                    <a:pt x="310115" y="180994"/>
                  </a:lnTo>
                  <a:lnTo>
                    <a:pt x="309645" y="180304"/>
                  </a:lnTo>
                  <a:lnTo>
                    <a:pt x="309364" y="179321"/>
                  </a:lnTo>
                  <a:lnTo>
                    <a:pt x="306975" y="177105"/>
                  </a:lnTo>
                  <a:lnTo>
                    <a:pt x="306101" y="175903"/>
                  </a:lnTo>
                  <a:lnTo>
                    <a:pt x="304565" y="175455"/>
                  </a:lnTo>
                  <a:lnTo>
                    <a:pt x="304185" y="175645"/>
                  </a:lnTo>
                  <a:lnTo>
                    <a:pt x="303724" y="175052"/>
                  </a:lnTo>
                  <a:lnTo>
                    <a:pt x="302129" y="174417"/>
                  </a:lnTo>
                  <a:lnTo>
                    <a:pt x="299606" y="174478"/>
                  </a:lnTo>
                  <a:lnTo>
                    <a:pt x="297861" y="174166"/>
                  </a:lnTo>
                  <a:lnTo>
                    <a:pt x="297352" y="174554"/>
                  </a:lnTo>
                  <a:lnTo>
                    <a:pt x="295208" y="173973"/>
                  </a:lnTo>
                  <a:lnTo>
                    <a:pt x="294887" y="174297"/>
                  </a:lnTo>
                  <a:lnTo>
                    <a:pt x="293815" y="173717"/>
                  </a:lnTo>
                  <a:lnTo>
                    <a:pt x="292401" y="173464"/>
                  </a:lnTo>
                  <a:lnTo>
                    <a:pt x="291240" y="174086"/>
                  </a:lnTo>
                  <a:lnTo>
                    <a:pt x="289732" y="173867"/>
                  </a:lnTo>
                  <a:lnTo>
                    <a:pt x="289282" y="174224"/>
                  </a:lnTo>
                  <a:lnTo>
                    <a:pt x="287540" y="174061"/>
                  </a:lnTo>
                  <a:lnTo>
                    <a:pt x="286150" y="174548"/>
                  </a:lnTo>
                  <a:lnTo>
                    <a:pt x="284910" y="175570"/>
                  </a:lnTo>
                  <a:lnTo>
                    <a:pt x="284512" y="176257"/>
                  </a:lnTo>
                  <a:lnTo>
                    <a:pt x="279839" y="179962"/>
                  </a:lnTo>
                  <a:lnTo>
                    <a:pt x="276226" y="181144"/>
                  </a:lnTo>
                  <a:lnTo>
                    <a:pt x="273650" y="180362"/>
                  </a:lnTo>
                  <a:lnTo>
                    <a:pt x="272084" y="180485"/>
                  </a:lnTo>
                  <a:lnTo>
                    <a:pt x="269657" y="181657"/>
                  </a:lnTo>
                  <a:lnTo>
                    <a:pt x="270468" y="184927"/>
                  </a:lnTo>
                  <a:lnTo>
                    <a:pt x="271098" y="185740"/>
                  </a:lnTo>
                  <a:lnTo>
                    <a:pt x="271871" y="186064"/>
                  </a:lnTo>
                  <a:lnTo>
                    <a:pt x="271986" y="186959"/>
                  </a:lnTo>
                  <a:lnTo>
                    <a:pt x="272783" y="188531"/>
                  </a:lnTo>
                  <a:lnTo>
                    <a:pt x="274525" y="190985"/>
                  </a:lnTo>
                  <a:lnTo>
                    <a:pt x="276655" y="191414"/>
                  </a:lnTo>
                  <a:lnTo>
                    <a:pt x="279214" y="192613"/>
                  </a:lnTo>
                  <a:lnTo>
                    <a:pt x="280107" y="194344"/>
                  </a:lnTo>
                  <a:lnTo>
                    <a:pt x="281008" y="194400"/>
                  </a:lnTo>
                  <a:lnTo>
                    <a:pt x="283634" y="195923"/>
                  </a:lnTo>
                  <a:lnTo>
                    <a:pt x="284396" y="197422"/>
                  </a:lnTo>
                  <a:lnTo>
                    <a:pt x="287619" y="200238"/>
                  </a:lnTo>
                  <a:lnTo>
                    <a:pt x="284316" y="202430"/>
                  </a:lnTo>
                  <a:lnTo>
                    <a:pt x="284266" y="203103"/>
                  </a:lnTo>
                  <a:lnTo>
                    <a:pt x="281667" y="206222"/>
                  </a:lnTo>
                  <a:lnTo>
                    <a:pt x="277914" y="208153"/>
                  </a:lnTo>
                  <a:lnTo>
                    <a:pt x="277670" y="208766"/>
                  </a:lnTo>
                  <a:lnTo>
                    <a:pt x="275743" y="209261"/>
                  </a:lnTo>
                  <a:lnTo>
                    <a:pt x="273329" y="208522"/>
                  </a:lnTo>
                  <a:lnTo>
                    <a:pt x="271084" y="208454"/>
                  </a:lnTo>
                  <a:lnTo>
                    <a:pt x="269073" y="208071"/>
                  </a:lnTo>
                  <a:lnTo>
                    <a:pt x="265975" y="207868"/>
                  </a:lnTo>
                  <a:lnTo>
                    <a:pt x="264200" y="210127"/>
                  </a:lnTo>
                  <a:lnTo>
                    <a:pt x="261116" y="211031"/>
                  </a:lnTo>
                  <a:lnTo>
                    <a:pt x="257130" y="214664"/>
                  </a:lnTo>
                  <a:lnTo>
                    <a:pt x="254092" y="215735"/>
                  </a:lnTo>
                  <a:lnTo>
                    <a:pt x="250474" y="217974"/>
                  </a:lnTo>
                  <a:lnTo>
                    <a:pt x="248639" y="217288"/>
                  </a:lnTo>
                  <a:lnTo>
                    <a:pt x="243976" y="214261"/>
                  </a:lnTo>
                  <a:lnTo>
                    <a:pt x="242447" y="214069"/>
                  </a:lnTo>
                  <a:lnTo>
                    <a:pt x="241371" y="213091"/>
                  </a:lnTo>
                  <a:lnTo>
                    <a:pt x="240155" y="218152"/>
                  </a:lnTo>
                  <a:lnTo>
                    <a:pt x="236777" y="223887"/>
                  </a:lnTo>
                  <a:lnTo>
                    <a:pt x="235943" y="224924"/>
                  </a:lnTo>
                  <a:lnTo>
                    <a:pt x="235085" y="228662"/>
                  </a:lnTo>
                  <a:lnTo>
                    <a:pt x="233840" y="232274"/>
                  </a:lnTo>
                  <a:lnTo>
                    <a:pt x="234182" y="234822"/>
                  </a:lnTo>
                  <a:lnTo>
                    <a:pt x="233951" y="237807"/>
                  </a:lnTo>
                  <a:lnTo>
                    <a:pt x="233172" y="240359"/>
                  </a:lnTo>
                  <a:lnTo>
                    <a:pt x="233280" y="241055"/>
                  </a:lnTo>
                  <a:lnTo>
                    <a:pt x="233002" y="241482"/>
                  </a:lnTo>
                  <a:lnTo>
                    <a:pt x="234197" y="242764"/>
                  </a:lnTo>
                  <a:lnTo>
                    <a:pt x="234611" y="244410"/>
                  </a:lnTo>
                  <a:lnTo>
                    <a:pt x="234282" y="245151"/>
                  </a:lnTo>
                  <a:lnTo>
                    <a:pt x="234575" y="245866"/>
                  </a:lnTo>
                  <a:lnTo>
                    <a:pt x="234714" y="247900"/>
                  </a:lnTo>
                  <a:lnTo>
                    <a:pt x="236071" y="247677"/>
                  </a:lnTo>
                  <a:lnTo>
                    <a:pt x="237329" y="248095"/>
                  </a:lnTo>
                  <a:lnTo>
                    <a:pt x="237221" y="249046"/>
                  </a:lnTo>
                  <a:lnTo>
                    <a:pt x="236358" y="251185"/>
                  </a:lnTo>
                  <a:lnTo>
                    <a:pt x="231547" y="252993"/>
                  </a:lnTo>
                  <a:lnTo>
                    <a:pt x="228554" y="253207"/>
                  </a:lnTo>
                  <a:lnTo>
                    <a:pt x="227740" y="256648"/>
                  </a:lnTo>
                  <a:lnTo>
                    <a:pt x="227581" y="258555"/>
                  </a:lnTo>
                  <a:lnTo>
                    <a:pt x="225206" y="260116"/>
                  </a:lnTo>
                  <a:lnTo>
                    <a:pt x="223034" y="260388"/>
                  </a:lnTo>
                  <a:lnTo>
                    <a:pt x="221725" y="260843"/>
                  </a:lnTo>
                  <a:lnTo>
                    <a:pt x="217718" y="260732"/>
                  </a:lnTo>
                  <a:lnTo>
                    <a:pt x="216001" y="261789"/>
                  </a:lnTo>
                  <a:lnTo>
                    <a:pt x="216016" y="262277"/>
                  </a:lnTo>
                  <a:lnTo>
                    <a:pt x="215237" y="262040"/>
                  </a:lnTo>
                  <a:lnTo>
                    <a:pt x="214354" y="262310"/>
                  </a:lnTo>
                  <a:lnTo>
                    <a:pt x="211874" y="261326"/>
                  </a:lnTo>
                  <a:lnTo>
                    <a:pt x="209728" y="261153"/>
                  </a:lnTo>
                  <a:lnTo>
                    <a:pt x="206563" y="259685"/>
                  </a:lnTo>
                  <a:lnTo>
                    <a:pt x="204580" y="259155"/>
                  </a:lnTo>
                  <a:lnTo>
                    <a:pt x="204030" y="260871"/>
                  </a:lnTo>
                  <a:lnTo>
                    <a:pt x="196270" y="264681"/>
                  </a:lnTo>
                  <a:lnTo>
                    <a:pt x="195023" y="266429"/>
                  </a:lnTo>
                  <a:lnTo>
                    <a:pt x="192514" y="268147"/>
                  </a:lnTo>
                  <a:lnTo>
                    <a:pt x="190285" y="270565"/>
                  </a:lnTo>
                  <a:lnTo>
                    <a:pt x="187600" y="274065"/>
                  </a:lnTo>
                  <a:lnTo>
                    <a:pt x="185852" y="277442"/>
                  </a:lnTo>
                  <a:lnTo>
                    <a:pt x="184450" y="276897"/>
                  </a:lnTo>
                  <a:lnTo>
                    <a:pt x="172840" y="274721"/>
                  </a:lnTo>
                  <a:lnTo>
                    <a:pt x="167445" y="272707"/>
                  </a:lnTo>
                  <a:lnTo>
                    <a:pt x="155468" y="267383"/>
                  </a:lnTo>
                  <a:lnTo>
                    <a:pt x="151583" y="264897"/>
                  </a:lnTo>
                  <a:lnTo>
                    <a:pt x="147584" y="261123"/>
                  </a:lnTo>
                  <a:lnTo>
                    <a:pt x="145068" y="258098"/>
                  </a:lnTo>
                  <a:lnTo>
                    <a:pt x="138867" y="249481"/>
                  </a:lnTo>
                  <a:lnTo>
                    <a:pt x="132038" y="240959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pg120">
              <a:extLst>
                <a:ext uri="{FF2B5EF4-FFF2-40B4-BE49-F238E27FC236}">
                  <a16:creationId xmlns:a16="http://schemas.microsoft.com/office/drawing/2014/main" id="{7077B513-961F-1D45-F698-679658AEE5DA}"/>
                </a:ext>
              </a:extLst>
            </p:cNvPr>
            <p:cNvSpPr/>
            <p:nvPr/>
          </p:nvSpPr>
          <p:spPr>
            <a:xfrm>
              <a:off x="7426196" y="1547647"/>
              <a:ext cx="1184930" cy="2090707"/>
            </a:xfrm>
            <a:custGeom>
              <a:avLst/>
              <a:gdLst/>
              <a:ahLst/>
              <a:cxnLst/>
              <a:rect l="0" t="0" r="0" b="0"/>
              <a:pathLst>
                <a:path w="1184930" h="2090707">
                  <a:moveTo>
                    <a:pt x="80909" y="2067850"/>
                  </a:moveTo>
                  <a:lnTo>
                    <a:pt x="79051" y="2069763"/>
                  </a:lnTo>
                  <a:lnTo>
                    <a:pt x="77848" y="2072167"/>
                  </a:lnTo>
                  <a:lnTo>
                    <a:pt x="77576" y="2073976"/>
                  </a:lnTo>
                  <a:lnTo>
                    <a:pt x="76733" y="2075376"/>
                  </a:lnTo>
                  <a:lnTo>
                    <a:pt x="76014" y="2076058"/>
                  </a:lnTo>
                  <a:lnTo>
                    <a:pt x="75175" y="2075700"/>
                  </a:lnTo>
                  <a:lnTo>
                    <a:pt x="71826" y="2073212"/>
                  </a:lnTo>
                  <a:lnTo>
                    <a:pt x="71763" y="2073507"/>
                  </a:lnTo>
                  <a:lnTo>
                    <a:pt x="71448" y="2073544"/>
                  </a:lnTo>
                  <a:lnTo>
                    <a:pt x="70227" y="2074863"/>
                  </a:lnTo>
                  <a:lnTo>
                    <a:pt x="69773" y="2075926"/>
                  </a:lnTo>
                  <a:lnTo>
                    <a:pt x="69144" y="2076326"/>
                  </a:lnTo>
                  <a:lnTo>
                    <a:pt x="69047" y="2076960"/>
                  </a:lnTo>
                  <a:lnTo>
                    <a:pt x="68468" y="2077657"/>
                  </a:lnTo>
                  <a:lnTo>
                    <a:pt x="68276" y="2078569"/>
                  </a:lnTo>
                  <a:lnTo>
                    <a:pt x="67902" y="2077960"/>
                  </a:lnTo>
                  <a:lnTo>
                    <a:pt x="67056" y="2077868"/>
                  </a:lnTo>
                  <a:lnTo>
                    <a:pt x="66248" y="2077320"/>
                  </a:lnTo>
                  <a:lnTo>
                    <a:pt x="64958" y="2075892"/>
                  </a:lnTo>
                  <a:lnTo>
                    <a:pt x="64594" y="2075797"/>
                  </a:lnTo>
                  <a:lnTo>
                    <a:pt x="63861" y="2076088"/>
                  </a:lnTo>
                  <a:lnTo>
                    <a:pt x="63356" y="2076047"/>
                  </a:lnTo>
                  <a:lnTo>
                    <a:pt x="62675" y="2075608"/>
                  </a:lnTo>
                  <a:lnTo>
                    <a:pt x="62472" y="2075895"/>
                  </a:lnTo>
                  <a:lnTo>
                    <a:pt x="61443" y="2075791"/>
                  </a:lnTo>
                  <a:lnTo>
                    <a:pt x="60791" y="2073871"/>
                  </a:lnTo>
                  <a:lnTo>
                    <a:pt x="59860" y="2073206"/>
                  </a:lnTo>
                  <a:lnTo>
                    <a:pt x="59102" y="2073297"/>
                  </a:lnTo>
                  <a:lnTo>
                    <a:pt x="57433" y="2074514"/>
                  </a:lnTo>
                  <a:lnTo>
                    <a:pt x="57007" y="2074574"/>
                  </a:lnTo>
                  <a:lnTo>
                    <a:pt x="57112" y="2074818"/>
                  </a:lnTo>
                  <a:lnTo>
                    <a:pt x="56773" y="2075176"/>
                  </a:lnTo>
                  <a:lnTo>
                    <a:pt x="57009" y="2076265"/>
                  </a:lnTo>
                  <a:lnTo>
                    <a:pt x="56671" y="2076399"/>
                  </a:lnTo>
                  <a:lnTo>
                    <a:pt x="56700" y="2076907"/>
                  </a:lnTo>
                  <a:lnTo>
                    <a:pt x="56351" y="2077136"/>
                  </a:lnTo>
                  <a:lnTo>
                    <a:pt x="56517" y="2077403"/>
                  </a:lnTo>
                  <a:lnTo>
                    <a:pt x="56203" y="2077620"/>
                  </a:lnTo>
                  <a:lnTo>
                    <a:pt x="56306" y="2078058"/>
                  </a:lnTo>
                  <a:lnTo>
                    <a:pt x="56070" y="2078290"/>
                  </a:lnTo>
                  <a:lnTo>
                    <a:pt x="56053" y="2080787"/>
                  </a:lnTo>
                  <a:lnTo>
                    <a:pt x="55280" y="2081173"/>
                  </a:lnTo>
                  <a:lnTo>
                    <a:pt x="54402" y="2081084"/>
                  </a:lnTo>
                  <a:lnTo>
                    <a:pt x="52395" y="2082918"/>
                  </a:lnTo>
                  <a:lnTo>
                    <a:pt x="50908" y="2082880"/>
                  </a:lnTo>
                  <a:lnTo>
                    <a:pt x="50783" y="2083597"/>
                  </a:lnTo>
                  <a:lnTo>
                    <a:pt x="51164" y="2084206"/>
                  </a:lnTo>
                  <a:lnTo>
                    <a:pt x="48023" y="2086500"/>
                  </a:lnTo>
                  <a:lnTo>
                    <a:pt x="47743" y="2083069"/>
                  </a:lnTo>
                  <a:lnTo>
                    <a:pt x="49063" y="2082548"/>
                  </a:lnTo>
                  <a:lnTo>
                    <a:pt x="49476" y="2082058"/>
                  </a:lnTo>
                  <a:lnTo>
                    <a:pt x="48128" y="2080774"/>
                  </a:lnTo>
                  <a:lnTo>
                    <a:pt x="47345" y="2079434"/>
                  </a:lnTo>
                  <a:lnTo>
                    <a:pt x="47651" y="2079150"/>
                  </a:lnTo>
                  <a:lnTo>
                    <a:pt x="47299" y="2078788"/>
                  </a:lnTo>
                  <a:lnTo>
                    <a:pt x="46959" y="2077710"/>
                  </a:lnTo>
                  <a:lnTo>
                    <a:pt x="44896" y="2075104"/>
                  </a:lnTo>
                  <a:lnTo>
                    <a:pt x="44412" y="2074542"/>
                  </a:lnTo>
                  <a:lnTo>
                    <a:pt x="42064" y="2073315"/>
                  </a:lnTo>
                  <a:lnTo>
                    <a:pt x="42196" y="2074209"/>
                  </a:lnTo>
                  <a:lnTo>
                    <a:pt x="41734" y="2074934"/>
                  </a:lnTo>
                  <a:lnTo>
                    <a:pt x="40470" y="2075314"/>
                  </a:lnTo>
                  <a:lnTo>
                    <a:pt x="38773" y="2075225"/>
                  </a:lnTo>
                  <a:lnTo>
                    <a:pt x="38558" y="2075877"/>
                  </a:lnTo>
                  <a:lnTo>
                    <a:pt x="38074" y="2075928"/>
                  </a:lnTo>
                  <a:lnTo>
                    <a:pt x="38226" y="2076325"/>
                  </a:lnTo>
                  <a:lnTo>
                    <a:pt x="37787" y="2077424"/>
                  </a:lnTo>
                  <a:lnTo>
                    <a:pt x="37223" y="2077719"/>
                  </a:lnTo>
                  <a:lnTo>
                    <a:pt x="36989" y="2077488"/>
                  </a:lnTo>
                  <a:lnTo>
                    <a:pt x="36338" y="2077801"/>
                  </a:lnTo>
                  <a:lnTo>
                    <a:pt x="36030" y="2077591"/>
                  </a:lnTo>
                  <a:lnTo>
                    <a:pt x="35928" y="2078037"/>
                  </a:lnTo>
                  <a:lnTo>
                    <a:pt x="35586" y="2078252"/>
                  </a:lnTo>
                  <a:lnTo>
                    <a:pt x="34931" y="2078121"/>
                  </a:lnTo>
                  <a:lnTo>
                    <a:pt x="34435" y="2079182"/>
                  </a:lnTo>
                  <a:lnTo>
                    <a:pt x="34600" y="2079469"/>
                  </a:lnTo>
                  <a:lnTo>
                    <a:pt x="34277" y="2079547"/>
                  </a:lnTo>
                  <a:lnTo>
                    <a:pt x="33603" y="2080403"/>
                  </a:lnTo>
                  <a:lnTo>
                    <a:pt x="32553" y="2080593"/>
                  </a:lnTo>
                  <a:lnTo>
                    <a:pt x="32816" y="2080914"/>
                  </a:lnTo>
                  <a:lnTo>
                    <a:pt x="32510" y="2081265"/>
                  </a:lnTo>
                  <a:lnTo>
                    <a:pt x="31147" y="2081292"/>
                  </a:lnTo>
                  <a:lnTo>
                    <a:pt x="30164" y="2081786"/>
                  </a:lnTo>
                  <a:lnTo>
                    <a:pt x="29133" y="2081481"/>
                  </a:lnTo>
                  <a:lnTo>
                    <a:pt x="27310" y="2082153"/>
                  </a:lnTo>
                  <a:lnTo>
                    <a:pt x="26213" y="2083577"/>
                  </a:lnTo>
                  <a:lnTo>
                    <a:pt x="24872" y="2084306"/>
                  </a:lnTo>
                  <a:lnTo>
                    <a:pt x="24422" y="2084816"/>
                  </a:lnTo>
                  <a:lnTo>
                    <a:pt x="23562" y="2087044"/>
                  </a:lnTo>
                  <a:lnTo>
                    <a:pt x="22197" y="2088962"/>
                  </a:lnTo>
                  <a:lnTo>
                    <a:pt x="21883" y="2088894"/>
                  </a:lnTo>
                  <a:lnTo>
                    <a:pt x="21474" y="2089167"/>
                  </a:lnTo>
                  <a:lnTo>
                    <a:pt x="21701" y="2089393"/>
                  </a:lnTo>
                  <a:lnTo>
                    <a:pt x="21555" y="2090536"/>
                  </a:lnTo>
                  <a:lnTo>
                    <a:pt x="21214" y="2090707"/>
                  </a:lnTo>
                  <a:lnTo>
                    <a:pt x="17842" y="2089709"/>
                  </a:lnTo>
                  <a:lnTo>
                    <a:pt x="15484" y="2089868"/>
                  </a:lnTo>
                  <a:lnTo>
                    <a:pt x="14441" y="2089523"/>
                  </a:lnTo>
                  <a:lnTo>
                    <a:pt x="12135" y="2087630"/>
                  </a:lnTo>
                  <a:lnTo>
                    <a:pt x="9818" y="2084445"/>
                  </a:lnTo>
                  <a:lnTo>
                    <a:pt x="9092" y="2084166"/>
                  </a:lnTo>
                  <a:lnTo>
                    <a:pt x="8497" y="2083572"/>
                  </a:lnTo>
                  <a:lnTo>
                    <a:pt x="9557" y="2083804"/>
                  </a:lnTo>
                  <a:lnTo>
                    <a:pt x="10691" y="2082329"/>
                  </a:lnTo>
                  <a:lnTo>
                    <a:pt x="12468" y="2081974"/>
                  </a:lnTo>
                  <a:lnTo>
                    <a:pt x="13362" y="2081569"/>
                  </a:lnTo>
                  <a:lnTo>
                    <a:pt x="12839" y="2081247"/>
                  </a:lnTo>
                  <a:lnTo>
                    <a:pt x="12552" y="2080409"/>
                  </a:lnTo>
                  <a:lnTo>
                    <a:pt x="11828" y="2079744"/>
                  </a:lnTo>
                  <a:lnTo>
                    <a:pt x="12320" y="2079190"/>
                  </a:lnTo>
                  <a:lnTo>
                    <a:pt x="12716" y="2079271"/>
                  </a:lnTo>
                  <a:lnTo>
                    <a:pt x="13307" y="2078867"/>
                  </a:lnTo>
                  <a:lnTo>
                    <a:pt x="14208" y="2078665"/>
                  </a:lnTo>
                  <a:lnTo>
                    <a:pt x="14628" y="2077385"/>
                  </a:lnTo>
                  <a:lnTo>
                    <a:pt x="14355" y="2075657"/>
                  </a:lnTo>
                  <a:lnTo>
                    <a:pt x="16044" y="2073190"/>
                  </a:lnTo>
                  <a:lnTo>
                    <a:pt x="16774" y="2070455"/>
                  </a:lnTo>
                  <a:lnTo>
                    <a:pt x="18676" y="2067570"/>
                  </a:lnTo>
                  <a:lnTo>
                    <a:pt x="18216" y="2067321"/>
                  </a:lnTo>
                  <a:lnTo>
                    <a:pt x="17915" y="2067513"/>
                  </a:lnTo>
                  <a:lnTo>
                    <a:pt x="17765" y="2067128"/>
                  </a:lnTo>
                  <a:lnTo>
                    <a:pt x="16920" y="2066834"/>
                  </a:lnTo>
                  <a:lnTo>
                    <a:pt x="16183" y="2065786"/>
                  </a:lnTo>
                  <a:lnTo>
                    <a:pt x="15628" y="2065970"/>
                  </a:lnTo>
                  <a:lnTo>
                    <a:pt x="15744" y="2065458"/>
                  </a:lnTo>
                  <a:lnTo>
                    <a:pt x="14890" y="2065088"/>
                  </a:lnTo>
                  <a:lnTo>
                    <a:pt x="14650" y="2064577"/>
                  </a:lnTo>
                  <a:lnTo>
                    <a:pt x="13688" y="2063837"/>
                  </a:lnTo>
                  <a:lnTo>
                    <a:pt x="13271" y="2063054"/>
                  </a:lnTo>
                  <a:lnTo>
                    <a:pt x="13185" y="2061343"/>
                  </a:lnTo>
                  <a:lnTo>
                    <a:pt x="14570" y="2059943"/>
                  </a:lnTo>
                  <a:lnTo>
                    <a:pt x="14773" y="2059327"/>
                  </a:lnTo>
                  <a:lnTo>
                    <a:pt x="14655" y="2059041"/>
                  </a:lnTo>
                  <a:lnTo>
                    <a:pt x="15285" y="2057905"/>
                  </a:lnTo>
                  <a:lnTo>
                    <a:pt x="15124" y="2057758"/>
                  </a:lnTo>
                  <a:lnTo>
                    <a:pt x="16568" y="2055864"/>
                  </a:lnTo>
                  <a:lnTo>
                    <a:pt x="16409" y="2055801"/>
                  </a:lnTo>
                  <a:lnTo>
                    <a:pt x="16462" y="2054855"/>
                  </a:lnTo>
                  <a:lnTo>
                    <a:pt x="16756" y="2053537"/>
                  </a:lnTo>
                  <a:lnTo>
                    <a:pt x="17433" y="2052927"/>
                  </a:lnTo>
                  <a:lnTo>
                    <a:pt x="17336" y="2052491"/>
                  </a:lnTo>
                  <a:lnTo>
                    <a:pt x="17573" y="2051982"/>
                  </a:lnTo>
                  <a:lnTo>
                    <a:pt x="18102" y="2051908"/>
                  </a:lnTo>
                  <a:lnTo>
                    <a:pt x="18444" y="2051360"/>
                  </a:lnTo>
                  <a:lnTo>
                    <a:pt x="18739" y="2050141"/>
                  </a:lnTo>
                  <a:lnTo>
                    <a:pt x="19118" y="2049512"/>
                  </a:lnTo>
                  <a:lnTo>
                    <a:pt x="19499" y="2049384"/>
                  </a:lnTo>
                  <a:lnTo>
                    <a:pt x="19365" y="2049224"/>
                  </a:lnTo>
                  <a:lnTo>
                    <a:pt x="19941" y="2048576"/>
                  </a:lnTo>
                  <a:lnTo>
                    <a:pt x="19793" y="2048344"/>
                  </a:lnTo>
                  <a:lnTo>
                    <a:pt x="20506" y="2047141"/>
                  </a:lnTo>
                  <a:lnTo>
                    <a:pt x="20678" y="2044246"/>
                  </a:lnTo>
                  <a:lnTo>
                    <a:pt x="21069" y="2042251"/>
                  </a:lnTo>
                  <a:lnTo>
                    <a:pt x="21404" y="2036537"/>
                  </a:lnTo>
                  <a:lnTo>
                    <a:pt x="21185" y="2034341"/>
                  </a:lnTo>
                  <a:lnTo>
                    <a:pt x="21292" y="2031253"/>
                  </a:lnTo>
                  <a:lnTo>
                    <a:pt x="20395" y="2028618"/>
                  </a:lnTo>
                  <a:lnTo>
                    <a:pt x="20657" y="2028434"/>
                  </a:lnTo>
                  <a:lnTo>
                    <a:pt x="19878" y="2026905"/>
                  </a:lnTo>
                  <a:lnTo>
                    <a:pt x="19919" y="2025000"/>
                  </a:lnTo>
                  <a:lnTo>
                    <a:pt x="20199" y="2023794"/>
                  </a:lnTo>
                  <a:lnTo>
                    <a:pt x="20183" y="2021989"/>
                  </a:lnTo>
                  <a:lnTo>
                    <a:pt x="21035" y="2019699"/>
                  </a:lnTo>
                  <a:lnTo>
                    <a:pt x="20788" y="2016708"/>
                  </a:lnTo>
                  <a:lnTo>
                    <a:pt x="21425" y="2015246"/>
                  </a:lnTo>
                  <a:lnTo>
                    <a:pt x="22207" y="2012339"/>
                  </a:lnTo>
                  <a:lnTo>
                    <a:pt x="23752" y="2008961"/>
                  </a:lnTo>
                  <a:lnTo>
                    <a:pt x="23912" y="2006640"/>
                  </a:lnTo>
                  <a:lnTo>
                    <a:pt x="24960" y="2004928"/>
                  </a:lnTo>
                  <a:lnTo>
                    <a:pt x="27642" y="2004890"/>
                  </a:lnTo>
                  <a:lnTo>
                    <a:pt x="29996" y="2003786"/>
                  </a:lnTo>
                  <a:lnTo>
                    <a:pt x="31367" y="2002839"/>
                  </a:lnTo>
                  <a:lnTo>
                    <a:pt x="32232" y="2001538"/>
                  </a:lnTo>
                  <a:lnTo>
                    <a:pt x="33804" y="2001080"/>
                  </a:lnTo>
                  <a:lnTo>
                    <a:pt x="35226" y="1999185"/>
                  </a:lnTo>
                  <a:lnTo>
                    <a:pt x="35743" y="1997892"/>
                  </a:lnTo>
                  <a:lnTo>
                    <a:pt x="38810" y="1995009"/>
                  </a:lnTo>
                  <a:lnTo>
                    <a:pt x="40432" y="1993635"/>
                  </a:lnTo>
                  <a:lnTo>
                    <a:pt x="42131" y="1992575"/>
                  </a:lnTo>
                  <a:lnTo>
                    <a:pt x="43433" y="1991247"/>
                  </a:lnTo>
                  <a:lnTo>
                    <a:pt x="44484" y="1990829"/>
                  </a:lnTo>
                  <a:lnTo>
                    <a:pt x="46836" y="1991027"/>
                  </a:lnTo>
                  <a:lnTo>
                    <a:pt x="47980" y="1990901"/>
                  </a:lnTo>
                  <a:lnTo>
                    <a:pt x="48308" y="1990945"/>
                  </a:lnTo>
                  <a:lnTo>
                    <a:pt x="48477" y="1990524"/>
                  </a:lnTo>
                  <a:lnTo>
                    <a:pt x="48916" y="1988150"/>
                  </a:lnTo>
                  <a:lnTo>
                    <a:pt x="48524" y="1982953"/>
                  </a:lnTo>
                  <a:lnTo>
                    <a:pt x="49182" y="1981207"/>
                  </a:lnTo>
                  <a:lnTo>
                    <a:pt x="48896" y="1978257"/>
                  </a:lnTo>
                  <a:lnTo>
                    <a:pt x="48293" y="1976358"/>
                  </a:lnTo>
                  <a:lnTo>
                    <a:pt x="48645" y="1974770"/>
                  </a:lnTo>
                  <a:lnTo>
                    <a:pt x="49431" y="1973725"/>
                  </a:lnTo>
                  <a:lnTo>
                    <a:pt x="50055" y="1972177"/>
                  </a:lnTo>
                  <a:lnTo>
                    <a:pt x="52114" y="1971052"/>
                  </a:lnTo>
                  <a:lnTo>
                    <a:pt x="52983" y="1970142"/>
                  </a:lnTo>
                  <a:lnTo>
                    <a:pt x="54110" y="1969791"/>
                  </a:lnTo>
                  <a:lnTo>
                    <a:pt x="55556" y="1969205"/>
                  </a:lnTo>
                  <a:lnTo>
                    <a:pt x="57171" y="1967600"/>
                  </a:lnTo>
                  <a:lnTo>
                    <a:pt x="58177" y="1966170"/>
                  </a:lnTo>
                  <a:lnTo>
                    <a:pt x="58844" y="1963606"/>
                  </a:lnTo>
                  <a:lnTo>
                    <a:pt x="59737" y="1962782"/>
                  </a:lnTo>
                  <a:lnTo>
                    <a:pt x="60317" y="1962703"/>
                  </a:lnTo>
                  <a:lnTo>
                    <a:pt x="60982" y="1963110"/>
                  </a:lnTo>
                  <a:lnTo>
                    <a:pt x="62578" y="1964937"/>
                  </a:lnTo>
                  <a:lnTo>
                    <a:pt x="64229" y="1965248"/>
                  </a:lnTo>
                  <a:lnTo>
                    <a:pt x="64754" y="1965062"/>
                  </a:lnTo>
                  <a:lnTo>
                    <a:pt x="67298" y="1962403"/>
                  </a:lnTo>
                  <a:lnTo>
                    <a:pt x="68009" y="1961916"/>
                  </a:lnTo>
                  <a:lnTo>
                    <a:pt x="69446" y="1961784"/>
                  </a:lnTo>
                  <a:lnTo>
                    <a:pt x="72404" y="1960602"/>
                  </a:lnTo>
                  <a:lnTo>
                    <a:pt x="74740" y="1958200"/>
                  </a:lnTo>
                  <a:lnTo>
                    <a:pt x="75659" y="1956788"/>
                  </a:lnTo>
                  <a:lnTo>
                    <a:pt x="75602" y="1955976"/>
                  </a:lnTo>
                  <a:lnTo>
                    <a:pt x="75966" y="1953950"/>
                  </a:lnTo>
                  <a:lnTo>
                    <a:pt x="74939" y="1949911"/>
                  </a:lnTo>
                  <a:lnTo>
                    <a:pt x="74735" y="1947342"/>
                  </a:lnTo>
                  <a:lnTo>
                    <a:pt x="75348" y="1945245"/>
                  </a:lnTo>
                  <a:lnTo>
                    <a:pt x="75790" y="1941605"/>
                  </a:lnTo>
                  <a:lnTo>
                    <a:pt x="76315" y="1940095"/>
                  </a:lnTo>
                  <a:lnTo>
                    <a:pt x="76163" y="1939164"/>
                  </a:lnTo>
                  <a:lnTo>
                    <a:pt x="76806" y="1937893"/>
                  </a:lnTo>
                  <a:lnTo>
                    <a:pt x="76756" y="1937594"/>
                  </a:lnTo>
                  <a:lnTo>
                    <a:pt x="77944" y="1936410"/>
                  </a:lnTo>
                  <a:lnTo>
                    <a:pt x="78301" y="1935398"/>
                  </a:lnTo>
                  <a:lnTo>
                    <a:pt x="78747" y="1934955"/>
                  </a:lnTo>
                  <a:lnTo>
                    <a:pt x="78632" y="1934776"/>
                  </a:lnTo>
                  <a:lnTo>
                    <a:pt x="78885" y="1934771"/>
                  </a:lnTo>
                  <a:lnTo>
                    <a:pt x="78790" y="1934555"/>
                  </a:lnTo>
                  <a:lnTo>
                    <a:pt x="79773" y="1932648"/>
                  </a:lnTo>
                  <a:lnTo>
                    <a:pt x="80434" y="1930376"/>
                  </a:lnTo>
                  <a:lnTo>
                    <a:pt x="81241" y="1929809"/>
                  </a:lnTo>
                  <a:lnTo>
                    <a:pt x="81315" y="1929005"/>
                  </a:lnTo>
                  <a:lnTo>
                    <a:pt x="81870" y="1928565"/>
                  </a:lnTo>
                  <a:lnTo>
                    <a:pt x="81460" y="1924989"/>
                  </a:lnTo>
                  <a:lnTo>
                    <a:pt x="81999" y="1924181"/>
                  </a:lnTo>
                  <a:lnTo>
                    <a:pt x="82043" y="1923524"/>
                  </a:lnTo>
                  <a:lnTo>
                    <a:pt x="83034" y="1923411"/>
                  </a:lnTo>
                  <a:lnTo>
                    <a:pt x="83459" y="1922489"/>
                  </a:lnTo>
                  <a:lnTo>
                    <a:pt x="83491" y="1921877"/>
                  </a:lnTo>
                  <a:lnTo>
                    <a:pt x="84203" y="1921871"/>
                  </a:lnTo>
                  <a:lnTo>
                    <a:pt x="84758" y="1922243"/>
                  </a:lnTo>
                  <a:lnTo>
                    <a:pt x="86554" y="1921450"/>
                  </a:lnTo>
                  <a:lnTo>
                    <a:pt x="89576" y="1923406"/>
                  </a:lnTo>
                  <a:lnTo>
                    <a:pt x="91358" y="1923995"/>
                  </a:lnTo>
                  <a:lnTo>
                    <a:pt x="92350" y="1923904"/>
                  </a:lnTo>
                  <a:lnTo>
                    <a:pt x="96685" y="1922456"/>
                  </a:lnTo>
                  <a:lnTo>
                    <a:pt x="99745" y="1922756"/>
                  </a:lnTo>
                  <a:lnTo>
                    <a:pt x="106577" y="1921708"/>
                  </a:lnTo>
                  <a:lnTo>
                    <a:pt x="108780" y="1921829"/>
                  </a:lnTo>
                  <a:lnTo>
                    <a:pt x="109481" y="1922115"/>
                  </a:lnTo>
                  <a:lnTo>
                    <a:pt x="110257" y="1922802"/>
                  </a:lnTo>
                  <a:lnTo>
                    <a:pt x="110677" y="1922588"/>
                  </a:lnTo>
                  <a:lnTo>
                    <a:pt x="110649" y="1919697"/>
                  </a:lnTo>
                  <a:lnTo>
                    <a:pt x="109764" y="1916685"/>
                  </a:lnTo>
                  <a:lnTo>
                    <a:pt x="108991" y="1914971"/>
                  </a:lnTo>
                  <a:lnTo>
                    <a:pt x="108853" y="1914028"/>
                  </a:lnTo>
                  <a:lnTo>
                    <a:pt x="109297" y="1913105"/>
                  </a:lnTo>
                  <a:lnTo>
                    <a:pt x="110955" y="1912540"/>
                  </a:lnTo>
                  <a:lnTo>
                    <a:pt x="111286" y="1911376"/>
                  </a:lnTo>
                  <a:lnTo>
                    <a:pt x="111065" y="1910617"/>
                  </a:lnTo>
                  <a:lnTo>
                    <a:pt x="111492" y="1910380"/>
                  </a:lnTo>
                  <a:lnTo>
                    <a:pt x="111434" y="1910094"/>
                  </a:lnTo>
                  <a:lnTo>
                    <a:pt x="110991" y="1909886"/>
                  </a:lnTo>
                  <a:lnTo>
                    <a:pt x="111260" y="1909697"/>
                  </a:lnTo>
                  <a:lnTo>
                    <a:pt x="110743" y="1909003"/>
                  </a:lnTo>
                  <a:lnTo>
                    <a:pt x="111144" y="1908334"/>
                  </a:lnTo>
                  <a:lnTo>
                    <a:pt x="110962" y="1907806"/>
                  </a:lnTo>
                  <a:lnTo>
                    <a:pt x="110749" y="1907849"/>
                  </a:lnTo>
                  <a:lnTo>
                    <a:pt x="110605" y="1906574"/>
                  </a:lnTo>
                  <a:lnTo>
                    <a:pt x="110371" y="1906282"/>
                  </a:lnTo>
                  <a:lnTo>
                    <a:pt x="110478" y="1905761"/>
                  </a:lnTo>
                  <a:lnTo>
                    <a:pt x="109769" y="1905030"/>
                  </a:lnTo>
                  <a:lnTo>
                    <a:pt x="109711" y="1904561"/>
                  </a:lnTo>
                  <a:lnTo>
                    <a:pt x="109886" y="1904141"/>
                  </a:lnTo>
                  <a:lnTo>
                    <a:pt x="109740" y="1903508"/>
                  </a:lnTo>
                  <a:lnTo>
                    <a:pt x="110120" y="1902640"/>
                  </a:lnTo>
                  <a:lnTo>
                    <a:pt x="109859" y="1902304"/>
                  </a:lnTo>
                  <a:lnTo>
                    <a:pt x="110108" y="1901876"/>
                  </a:lnTo>
                  <a:lnTo>
                    <a:pt x="110013" y="1901533"/>
                  </a:lnTo>
                  <a:lnTo>
                    <a:pt x="110226" y="1901468"/>
                  </a:lnTo>
                  <a:lnTo>
                    <a:pt x="110158" y="1901295"/>
                  </a:lnTo>
                  <a:lnTo>
                    <a:pt x="109994" y="1901396"/>
                  </a:lnTo>
                  <a:lnTo>
                    <a:pt x="109931" y="1900941"/>
                  </a:lnTo>
                  <a:lnTo>
                    <a:pt x="110209" y="1900916"/>
                  </a:lnTo>
                  <a:lnTo>
                    <a:pt x="110119" y="1900070"/>
                  </a:lnTo>
                  <a:lnTo>
                    <a:pt x="110514" y="1899760"/>
                  </a:lnTo>
                  <a:lnTo>
                    <a:pt x="110329" y="1899400"/>
                  </a:lnTo>
                  <a:lnTo>
                    <a:pt x="110536" y="1899254"/>
                  </a:lnTo>
                  <a:lnTo>
                    <a:pt x="110466" y="1898449"/>
                  </a:lnTo>
                  <a:lnTo>
                    <a:pt x="110174" y="1898466"/>
                  </a:lnTo>
                  <a:lnTo>
                    <a:pt x="110499" y="1897505"/>
                  </a:lnTo>
                  <a:lnTo>
                    <a:pt x="109903" y="1897090"/>
                  </a:lnTo>
                  <a:lnTo>
                    <a:pt x="109826" y="1896033"/>
                  </a:lnTo>
                  <a:lnTo>
                    <a:pt x="109214" y="1895268"/>
                  </a:lnTo>
                  <a:lnTo>
                    <a:pt x="109455" y="1894634"/>
                  </a:lnTo>
                  <a:lnTo>
                    <a:pt x="109461" y="1892633"/>
                  </a:lnTo>
                  <a:lnTo>
                    <a:pt x="109810" y="1891528"/>
                  </a:lnTo>
                  <a:lnTo>
                    <a:pt x="110438" y="1890070"/>
                  </a:lnTo>
                  <a:lnTo>
                    <a:pt x="110750" y="1888380"/>
                  </a:lnTo>
                  <a:lnTo>
                    <a:pt x="111761" y="1887830"/>
                  </a:lnTo>
                  <a:lnTo>
                    <a:pt x="112749" y="1887642"/>
                  </a:lnTo>
                  <a:lnTo>
                    <a:pt x="114080" y="1886633"/>
                  </a:lnTo>
                  <a:lnTo>
                    <a:pt x="114772" y="1883686"/>
                  </a:lnTo>
                  <a:lnTo>
                    <a:pt x="115126" y="1880312"/>
                  </a:lnTo>
                  <a:lnTo>
                    <a:pt x="115737" y="1879930"/>
                  </a:lnTo>
                  <a:lnTo>
                    <a:pt x="116301" y="1880216"/>
                  </a:lnTo>
                  <a:lnTo>
                    <a:pt x="118404" y="1879635"/>
                  </a:lnTo>
                  <a:lnTo>
                    <a:pt x="118807" y="1879778"/>
                  </a:lnTo>
                  <a:lnTo>
                    <a:pt x="118479" y="1877589"/>
                  </a:lnTo>
                  <a:lnTo>
                    <a:pt x="119406" y="1875568"/>
                  </a:lnTo>
                  <a:lnTo>
                    <a:pt x="121639" y="1873675"/>
                  </a:lnTo>
                  <a:lnTo>
                    <a:pt x="122598" y="1873127"/>
                  </a:lnTo>
                  <a:lnTo>
                    <a:pt x="124237" y="1871922"/>
                  </a:lnTo>
                  <a:lnTo>
                    <a:pt x="124487" y="1870253"/>
                  </a:lnTo>
                  <a:lnTo>
                    <a:pt x="124458" y="1867381"/>
                  </a:lnTo>
                  <a:lnTo>
                    <a:pt x="124029" y="1866370"/>
                  </a:lnTo>
                  <a:lnTo>
                    <a:pt x="123500" y="1866269"/>
                  </a:lnTo>
                  <a:lnTo>
                    <a:pt x="122752" y="1865400"/>
                  </a:lnTo>
                  <a:lnTo>
                    <a:pt x="122309" y="1863511"/>
                  </a:lnTo>
                  <a:lnTo>
                    <a:pt x="121334" y="1862589"/>
                  </a:lnTo>
                  <a:lnTo>
                    <a:pt x="122594" y="1861329"/>
                  </a:lnTo>
                  <a:lnTo>
                    <a:pt x="123501" y="1861371"/>
                  </a:lnTo>
                  <a:lnTo>
                    <a:pt x="124486" y="1860897"/>
                  </a:lnTo>
                  <a:lnTo>
                    <a:pt x="124057" y="1858161"/>
                  </a:lnTo>
                  <a:lnTo>
                    <a:pt x="124731" y="1858056"/>
                  </a:lnTo>
                  <a:lnTo>
                    <a:pt x="125205" y="1855946"/>
                  </a:lnTo>
                  <a:lnTo>
                    <a:pt x="126145" y="1855635"/>
                  </a:lnTo>
                  <a:lnTo>
                    <a:pt x="126204" y="1854162"/>
                  </a:lnTo>
                  <a:lnTo>
                    <a:pt x="126587" y="1853434"/>
                  </a:lnTo>
                  <a:lnTo>
                    <a:pt x="127328" y="1850461"/>
                  </a:lnTo>
                  <a:lnTo>
                    <a:pt x="127996" y="1849742"/>
                  </a:lnTo>
                  <a:lnTo>
                    <a:pt x="129406" y="1851183"/>
                  </a:lnTo>
                  <a:lnTo>
                    <a:pt x="132733" y="1849913"/>
                  </a:lnTo>
                  <a:lnTo>
                    <a:pt x="133565" y="1849287"/>
                  </a:lnTo>
                  <a:lnTo>
                    <a:pt x="133276" y="1848576"/>
                  </a:lnTo>
                  <a:lnTo>
                    <a:pt x="133288" y="1847902"/>
                  </a:lnTo>
                  <a:lnTo>
                    <a:pt x="133642" y="1846609"/>
                  </a:lnTo>
                  <a:lnTo>
                    <a:pt x="134514" y="1843402"/>
                  </a:lnTo>
                  <a:lnTo>
                    <a:pt x="135475" y="1841635"/>
                  </a:lnTo>
                  <a:lnTo>
                    <a:pt x="136357" y="1838729"/>
                  </a:lnTo>
                  <a:lnTo>
                    <a:pt x="136354" y="1838456"/>
                  </a:lnTo>
                  <a:lnTo>
                    <a:pt x="135670" y="1837781"/>
                  </a:lnTo>
                  <a:lnTo>
                    <a:pt x="135611" y="1834916"/>
                  </a:lnTo>
                  <a:lnTo>
                    <a:pt x="136322" y="1832377"/>
                  </a:lnTo>
                  <a:lnTo>
                    <a:pt x="139643" y="1831553"/>
                  </a:lnTo>
                  <a:lnTo>
                    <a:pt x="140492" y="1831134"/>
                  </a:lnTo>
                  <a:lnTo>
                    <a:pt x="141141" y="1830479"/>
                  </a:lnTo>
                  <a:lnTo>
                    <a:pt x="142197" y="1830470"/>
                  </a:lnTo>
                  <a:lnTo>
                    <a:pt x="143046" y="1830186"/>
                  </a:lnTo>
                  <a:lnTo>
                    <a:pt x="143635" y="1829722"/>
                  </a:lnTo>
                  <a:lnTo>
                    <a:pt x="144129" y="1828064"/>
                  </a:lnTo>
                  <a:lnTo>
                    <a:pt x="144586" y="1827758"/>
                  </a:lnTo>
                  <a:lnTo>
                    <a:pt x="145790" y="1827747"/>
                  </a:lnTo>
                  <a:lnTo>
                    <a:pt x="145943" y="1827621"/>
                  </a:lnTo>
                  <a:lnTo>
                    <a:pt x="145820" y="1827101"/>
                  </a:lnTo>
                  <a:lnTo>
                    <a:pt x="149340" y="1825485"/>
                  </a:lnTo>
                  <a:lnTo>
                    <a:pt x="150431" y="1825230"/>
                  </a:lnTo>
                  <a:lnTo>
                    <a:pt x="152042" y="1825485"/>
                  </a:lnTo>
                  <a:lnTo>
                    <a:pt x="154420" y="1826540"/>
                  </a:lnTo>
                  <a:lnTo>
                    <a:pt x="155792" y="1828080"/>
                  </a:lnTo>
                  <a:lnTo>
                    <a:pt x="157006" y="1826818"/>
                  </a:lnTo>
                  <a:lnTo>
                    <a:pt x="158523" y="1827336"/>
                  </a:lnTo>
                  <a:lnTo>
                    <a:pt x="159072" y="1827736"/>
                  </a:lnTo>
                  <a:lnTo>
                    <a:pt x="159831" y="1829279"/>
                  </a:lnTo>
                  <a:lnTo>
                    <a:pt x="160336" y="1829606"/>
                  </a:lnTo>
                  <a:lnTo>
                    <a:pt x="161134" y="1829374"/>
                  </a:lnTo>
                  <a:lnTo>
                    <a:pt x="162128" y="1828598"/>
                  </a:lnTo>
                  <a:lnTo>
                    <a:pt x="163740" y="1828427"/>
                  </a:lnTo>
                  <a:lnTo>
                    <a:pt x="165304" y="1828908"/>
                  </a:lnTo>
                  <a:lnTo>
                    <a:pt x="167148" y="1830211"/>
                  </a:lnTo>
                  <a:lnTo>
                    <a:pt x="168798" y="1830214"/>
                  </a:lnTo>
                  <a:lnTo>
                    <a:pt x="170175" y="1830690"/>
                  </a:lnTo>
                  <a:lnTo>
                    <a:pt x="171942" y="1830857"/>
                  </a:lnTo>
                  <a:lnTo>
                    <a:pt x="171701" y="1830434"/>
                  </a:lnTo>
                  <a:lnTo>
                    <a:pt x="172092" y="1829005"/>
                  </a:lnTo>
                  <a:lnTo>
                    <a:pt x="172956" y="1828421"/>
                  </a:lnTo>
                  <a:lnTo>
                    <a:pt x="172839" y="1827309"/>
                  </a:lnTo>
                  <a:lnTo>
                    <a:pt x="171365" y="1826575"/>
                  </a:lnTo>
                  <a:lnTo>
                    <a:pt x="170935" y="1827498"/>
                  </a:lnTo>
                  <a:lnTo>
                    <a:pt x="170894" y="1828808"/>
                  </a:lnTo>
                  <a:lnTo>
                    <a:pt x="170337" y="1828942"/>
                  </a:lnTo>
                  <a:lnTo>
                    <a:pt x="169789" y="1829691"/>
                  </a:lnTo>
                  <a:lnTo>
                    <a:pt x="169041" y="1829696"/>
                  </a:lnTo>
                  <a:lnTo>
                    <a:pt x="168969" y="1829472"/>
                  </a:lnTo>
                  <a:lnTo>
                    <a:pt x="170088" y="1828750"/>
                  </a:lnTo>
                  <a:lnTo>
                    <a:pt x="169889" y="1828298"/>
                  </a:lnTo>
                  <a:lnTo>
                    <a:pt x="170463" y="1827310"/>
                  </a:lnTo>
                  <a:lnTo>
                    <a:pt x="169940" y="1826451"/>
                  </a:lnTo>
                  <a:lnTo>
                    <a:pt x="169064" y="1826226"/>
                  </a:lnTo>
                  <a:lnTo>
                    <a:pt x="167850" y="1826888"/>
                  </a:lnTo>
                  <a:lnTo>
                    <a:pt x="167607" y="1827967"/>
                  </a:lnTo>
                  <a:lnTo>
                    <a:pt x="166499" y="1828281"/>
                  </a:lnTo>
                  <a:lnTo>
                    <a:pt x="166134" y="1827922"/>
                  </a:lnTo>
                  <a:lnTo>
                    <a:pt x="166213" y="1827646"/>
                  </a:lnTo>
                  <a:lnTo>
                    <a:pt x="166924" y="1827232"/>
                  </a:lnTo>
                  <a:lnTo>
                    <a:pt x="166837" y="1826166"/>
                  </a:lnTo>
                  <a:lnTo>
                    <a:pt x="166485" y="1825800"/>
                  </a:lnTo>
                  <a:lnTo>
                    <a:pt x="165696" y="1826389"/>
                  </a:lnTo>
                  <a:lnTo>
                    <a:pt x="165325" y="1826321"/>
                  </a:lnTo>
                  <a:lnTo>
                    <a:pt x="164485" y="1825255"/>
                  </a:lnTo>
                  <a:lnTo>
                    <a:pt x="164458" y="1825061"/>
                  </a:lnTo>
                  <a:lnTo>
                    <a:pt x="165289" y="1824273"/>
                  </a:lnTo>
                  <a:lnTo>
                    <a:pt x="166870" y="1824614"/>
                  </a:lnTo>
                  <a:lnTo>
                    <a:pt x="167575" y="1824281"/>
                  </a:lnTo>
                  <a:lnTo>
                    <a:pt x="167486" y="1823774"/>
                  </a:lnTo>
                  <a:lnTo>
                    <a:pt x="166194" y="1822128"/>
                  </a:lnTo>
                  <a:lnTo>
                    <a:pt x="165531" y="1822324"/>
                  </a:lnTo>
                  <a:lnTo>
                    <a:pt x="165107" y="1823264"/>
                  </a:lnTo>
                  <a:lnTo>
                    <a:pt x="164697" y="1823352"/>
                  </a:lnTo>
                  <a:lnTo>
                    <a:pt x="164417" y="1822275"/>
                  </a:lnTo>
                  <a:lnTo>
                    <a:pt x="166009" y="1821315"/>
                  </a:lnTo>
                  <a:lnTo>
                    <a:pt x="166516" y="1820367"/>
                  </a:lnTo>
                  <a:lnTo>
                    <a:pt x="166472" y="1819908"/>
                  </a:lnTo>
                  <a:lnTo>
                    <a:pt x="166083" y="1819532"/>
                  </a:lnTo>
                  <a:lnTo>
                    <a:pt x="164889" y="1819743"/>
                  </a:lnTo>
                  <a:lnTo>
                    <a:pt x="162883" y="1819148"/>
                  </a:lnTo>
                  <a:lnTo>
                    <a:pt x="162790" y="1818441"/>
                  </a:lnTo>
                  <a:lnTo>
                    <a:pt x="163753" y="1818067"/>
                  </a:lnTo>
                  <a:lnTo>
                    <a:pt x="164072" y="1818266"/>
                  </a:lnTo>
                  <a:lnTo>
                    <a:pt x="165000" y="1818104"/>
                  </a:lnTo>
                  <a:lnTo>
                    <a:pt x="165340" y="1817637"/>
                  </a:lnTo>
                  <a:lnTo>
                    <a:pt x="165529" y="1815869"/>
                  </a:lnTo>
                  <a:lnTo>
                    <a:pt x="165108" y="1815516"/>
                  </a:lnTo>
                  <a:lnTo>
                    <a:pt x="163818" y="1815708"/>
                  </a:lnTo>
                  <a:lnTo>
                    <a:pt x="162933" y="1815425"/>
                  </a:lnTo>
                  <a:lnTo>
                    <a:pt x="162824" y="1816407"/>
                  </a:lnTo>
                  <a:lnTo>
                    <a:pt x="161730" y="1816948"/>
                  </a:lnTo>
                  <a:lnTo>
                    <a:pt x="161172" y="1817575"/>
                  </a:lnTo>
                  <a:lnTo>
                    <a:pt x="161281" y="1818275"/>
                  </a:lnTo>
                  <a:lnTo>
                    <a:pt x="160785" y="1819485"/>
                  </a:lnTo>
                  <a:lnTo>
                    <a:pt x="160996" y="1820384"/>
                  </a:lnTo>
                  <a:lnTo>
                    <a:pt x="160721" y="1820522"/>
                  </a:lnTo>
                  <a:lnTo>
                    <a:pt x="160284" y="1820272"/>
                  </a:lnTo>
                  <a:lnTo>
                    <a:pt x="159227" y="1820264"/>
                  </a:lnTo>
                  <a:lnTo>
                    <a:pt x="160173" y="1819491"/>
                  </a:lnTo>
                  <a:lnTo>
                    <a:pt x="160161" y="1818622"/>
                  </a:lnTo>
                  <a:lnTo>
                    <a:pt x="159597" y="1817566"/>
                  </a:lnTo>
                  <a:lnTo>
                    <a:pt x="159158" y="1817364"/>
                  </a:lnTo>
                  <a:lnTo>
                    <a:pt x="158020" y="1818221"/>
                  </a:lnTo>
                  <a:lnTo>
                    <a:pt x="157583" y="1818202"/>
                  </a:lnTo>
                  <a:lnTo>
                    <a:pt x="157308" y="1817866"/>
                  </a:lnTo>
                  <a:lnTo>
                    <a:pt x="158832" y="1816664"/>
                  </a:lnTo>
                  <a:lnTo>
                    <a:pt x="158597" y="1815938"/>
                  </a:lnTo>
                  <a:lnTo>
                    <a:pt x="158107" y="1815485"/>
                  </a:lnTo>
                  <a:lnTo>
                    <a:pt x="158603" y="1814774"/>
                  </a:lnTo>
                  <a:lnTo>
                    <a:pt x="158481" y="1814099"/>
                  </a:lnTo>
                  <a:lnTo>
                    <a:pt x="157572" y="1813699"/>
                  </a:lnTo>
                  <a:lnTo>
                    <a:pt x="157820" y="1812380"/>
                  </a:lnTo>
                  <a:lnTo>
                    <a:pt x="157557" y="1812094"/>
                  </a:lnTo>
                  <a:lnTo>
                    <a:pt x="156778" y="1812145"/>
                  </a:lnTo>
                  <a:lnTo>
                    <a:pt x="155826" y="1811856"/>
                  </a:lnTo>
                  <a:lnTo>
                    <a:pt x="154549" y="1813152"/>
                  </a:lnTo>
                  <a:lnTo>
                    <a:pt x="153478" y="1812935"/>
                  </a:lnTo>
                  <a:lnTo>
                    <a:pt x="153409" y="1812665"/>
                  </a:lnTo>
                  <a:lnTo>
                    <a:pt x="154426" y="1812194"/>
                  </a:lnTo>
                  <a:lnTo>
                    <a:pt x="154906" y="1811697"/>
                  </a:lnTo>
                  <a:lnTo>
                    <a:pt x="154608" y="1810997"/>
                  </a:lnTo>
                  <a:lnTo>
                    <a:pt x="154580" y="1809643"/>
                  </a:lnTo>
                  <a:lnTo>
                    <a:pt x="153494" y="1808209"/>
                  </a:lnTo>
                  <a:lnTo>
                    <a:pt x="152841" y="1808141"/>
                  </a:lnTo>
                  <a:lnTo>
                    <a:pt x="151440" y="1807416"/>
                  </a:lnTo>
                  <a:lnTo>
                    <a:pt x="150053" y="1806099"/>
                  </a:lnTo>
                  <a:lnTo>
                    <a:pt x="150196" y="1805783"/>
                  </a:lnTo>
                  <a:lnTo>
                    <a:pt x="151083" y="1806024"/>
                  </a:lnTo>
                  <a:lnTo>
                    <a:pt x="152009" y="1805956"/>
                  </a:lnTo>
                  <a:lnTo>
                    <a:pt x="152847" y="1804740"/>
                  </a:lnTo>
                  <a:lnTo>
                    <a:pt x="154034" y="1804591"/>
                  </a:lnTo>
                  <a:lnTo>
                    <a:pt x="155281" y="1803121"/>
                  </a:lnTo>
                  <a:lnTo>
                    <a:pt x="155240" y="1802435"/>
                  </a:lnTo>
                  <a:lnTo>
                    <a:pt x="153788" y="1801058"/>
                  </a:lnTo>
                  <a:lnTo>
                    <a:pt x="152960" y="1801030"/>
                  </a:lnTo>
                  <a:lnTo>
                    <a:pt x="152411" y="1801751"/>
                  </a:lnTo>
                  <a:lnTo>
                    <a:pt x="151988" y="1801059"/>
                  </a:lnTo>
                  <a:lnTo>
                    <a:pt x="151911" y="1800122"/>
                  </a:lnTo>
                  <a:lnTo>
                    <a:pt x="151384" y="1799649"/>
                  </a:lnTo>
                  <a:lnTo>
                    <a:pt x="148696" y="1799467"/>
                  </a:lnTo>
                  <a:lnTo>
                    <a:pt x="148345" y="1799764"/>
                  </a:lnTo>
                  <a:lnTo>
                    <a:pt x="147580" y="1799469"/>
                  </a:lnTo>
                  <a:lnTo>
                    <a:pt x="146965" y="1799685"/>
                  </a:lnTo>
                  <a:lnTo>
                    <a:pt x="145894" y="1799053"/>
                  </a:lnTo>
                  <a:lnTo>
                    <a:pt x="145038" y="1798373"/>
                  </a:lnTo>
                  <a:lnTo>
                    <a:pt x="144879" y="1797970"/>
                  </a:lnTo>
                  <a:lnTo>
                    <a:pt x="144255" y="1796757"/>
                  </a:lnTo>
                  <a:lnTo>
                    <a:pt x="145005" y="1796341"/>
                  </a:lnTo>
                  <a:lnTo>
                    <a:pt x="144668" y="1796024"/>
                  </a:lnTo>
                  <a:lnTo>
                    <a:pt x="144741" y="1795829"/>
                  </a:lnTo>
                  <a:lnTo>
                    <a:pt x="145751" y="1795415"/>
                  </a:lnTo>
                  <a:lnTo>
                    <a:pt x="145550" y="1794354"/>
                  </a:lnTo>
                  <a:lnTo>
                    <a:pt x="146770" y="1792997"/>
                  </a:lnTo>
                  <a:lnTo>
                    <a:pt x="146701" y="1792534"/>
                  </a:lnTo>
                  <a:lnTo>
                    <a:pt x="146336" y="1792359"/>
                  </a:lnTo>
                  <a:lnTo>
                    <a:pt x="145563" y="1792997"/>
                  </a:lnTo>
                  <a:lnTo>
                    <a:pt x="145270" y="1792977"/>
                  </a:lnTo>
                  <a:lnTo>
                    <a:pt x="144139" y="1791637"/>
                  </a:lnTo>
                  <a:lnTo>
                    <a:pt x="144059" y="1790746"/>
                  </a:lnTo>
                  <a:lnTo>
                    <a:pt x="143799" y="1790550"/>
                  </a:lnTo>
                  <a:lnTo>
                    <a:pt x="142012" y="1790843"/>
                  </a:lnTo>
                  <a:lnTo>
                    <a:pt x="141734" y="1790706"/>
                  </a:lnTo>
                  <a:lnTo>
                    <a:pt x="141023" y="1789465"/>
                  </a:lnTo>
                  <a:lnTo>
                    <a:pt x="138273" y="1787744"/>
                  </a:lnTo>
                  <a:lnTo>
                    <a:pt x="138018" y="1787459"/>
                  </a:lnTo>
                  <a:lnTo>
                    <a:pt x="138104" y="1787010"/>
                  </a:lnTo>
                  <a:lnTo>
                    <a:pt x="139271" y="1786275"/>
                  </a:lnTo>
                  <a:lnTo>
                    <a:pt x="139430" y="1785852"/>
                  </a:lnTo>
                  <a:lnTo>
                    <a:pt x="139231" y="1785651"/>
                  </a:lnTo>
                  <a:lnTo>
                    <a:pt x="138377" y="1786070"/>
                  </a:lnTo>
                  <a:lnTo>
                    <a:pt x="138062" y="1785815"/>
                  </a:lnTo>
                  <a:lnTo>
                    <a:pt x="137699" y="1783962"/>
                  </a:lnTo>
                  <a:lnTo>
                    <a:pt x="138584" y="1783379"/>
                  </a:lnTo>
                  <a:lnTo>
                    <a:pt x="138498" y="1782204"/>
                  </a:lnTo>
                  <a:lnTo>
                    <a:pt x="138291" y="1782104"/>
                  </a:lnTo>
                  <a:lnTo>
                    <a:pt x="137024" y="1782999"/>
                  </a:lnTo>
                  <a:lnTo>
                    <a:pt x="136361" y="1782336"/>
                  </a:lnTo>
                  <a:lnTo>
                    <a:pt x="136448" y="1781386"/>
                  </a:lnTo>
                  <a:lnTo>
                    <a:pt x="136266" y="1781229"/>
                  </a:lnTo>
                  <a:lnTo>
                    <a:pt x="135405" y="1780993"/>
                  </a:lnTo>
                  <a:lnTo>
                    <a:pt x="134740" y="1781677"/>
                  </a:lnTo>
                  <a:lnTo>
                    <a:pt x="134236" y="1781614"/>
                  </a:lnTo>
                  <a:lnTo>
                    <a:pt x="132571" y="1778983"/>
                  </a:lnTo>
                  <a:lnTo>
                    <a:pt x="133008" y="1778250"/>
                  </a:lnTo>
                  <a:lnTo>
                    <a:pt x="133595" y="1777965"/>
                  </a:lnTo>
                  <a:lnTo>
                    <a:pt x="134073" y="1778607"/>
                  </a:lnTo>
                  <a:lnTo>
                    <a:pt x="135312" y="1779151"/>
                  </a:lnTo>
                  <a:lnTo>
                    <a:pt x="135926" y="1779669"/>
                  </a:lnTo>
                  <a:lnTo>
                    <a:pt x="136877" y="1779617"/>
                  </a:lnTo>
                  <a:lnTo>
                    <a:pt x="136757" y="1779066"/>
                  </a:lnTo>
                  <a:lnTo>
                    <a:pt x="135896" y="1778699"/>
                  </a:lnTo>
                  <a:lnTo>
                    <a:pt x="135681" y="1778258"/>
                  </a:lnTo>
                  <a:lnTo>
                    <a:pt x="135109" y="1778169"/>
                  </a:lnTo>
                  <a:lnTo>
                    <a:pt x="135469" y="1777570"/>
                  </a:lnTo>
                  <a:lnTo>
                    <a:pt x="136869" y="1777049"/>
                  </a:lnTo>
                  <a:lnTo>
                    <a:pt x="137377" y="1775644"/>
                  </a:lnTo>
                  <a:lnTo>
                    <a:pt x="137302" y="1774976"/>
                  </a:lnTo>
                  <a:lnTo>
                    <a:pt x="136911" y="1774446"/>
                  </a:lnTo>
                  <a:lnTo>
                    <a:pt x="136235" y="1774709"/>
                  </a:lnTo>
                  <a:lnTo>
                    <a:pt x="135953" y="1775170"/>
                  </a:lnTo>
                  <a:lnTo>
                    <a:pt x="134598" y="1775824"/>
                  </a:lnTo>
                  <a:lnTo>
                    <a:pt x="133834" y="1775497"/>
                  </a:lnTo>
                  <a:lnTo>
                    <a:pt x="133843" y="1775129"/>
                  </a:lnTo>
                  <a:lnTo>
                    <a:pt x="133290" y="1774492"/>
                  </a:lnTo>
                  <a:lnTo>
                    <a:pt x="133306" y="1772732"/>
                  </a:lnTo>
                  <a:lnTo>
                    <a:pt x="132628" y="1771798"/>
                  </a:lnTo>
                  <a:lnTo>
                    <a:pt x="131649" y="1771915"/>
                  </a:lnTo>
                  <a:lnTo>
                    <a:pt x="130526" y="1772938"/>
                  </a:lnTo>
                  <a:lnTo>
                    <a:pt x="129170" y="1772258"/>
                  </a:lnTo>
                  <a:lnTo>
                    <a:pt x="128161" y="1772463"/>
                  </a:lnTo>
                  <a:lnTo>
                    <a:pt x="127604" y="1772243"/>
                  </a:lnTo>
                  <a:lnTo>
                    <a:pt x="127075" y="1771973"/>
                  </a:lnTo>
                  <a:lnTo>
                    <a:pt x="126065" y="1770863"/>
                  </a:lnTo>
                  <a:lnTo>
                    <a:pt x="126638" y="1770764"/>
                  </a:lnTo>
                  <a:lnTo>
                    <a:pt x="126998" y="1770256"/>
                  </a:lnTo>
                  <a:lnTo>
                    <a:pt x="126829" y="1769193"/>
                  </a:lnTo>
                  <a:lnTo>
                    <a:pt x="126982" y="1768861"/>
                  </a:lnTo>
                  <a:lnTo>
                    <a:pt x="127256" y="1768859"/>
                  </a:lnTo>
                  <a:lnTo>
                    <a:pt x="127500" y="1769735"/>
                  </a:lnTo>
                  <a:lnTo>
                    <a:pt x="127806" y="1770021"/>
                  </a:lnTo>
                  <a:lnTo>
                    <a:pt x="128149" y="1769812"/>
                  </a:lnTo>
                  <a:lnTo>
                    <a:pt x="128888" y="1770025"/>
                  </a:lnTo>
                  <a:lnTo>
                    <a:pt x="130352" y="1769630"/>
                  </a:lnTo>
                  <a:lnTo>
                    <a:pt x="130999" y="1770723"/>
                  </a:lnTo>
                  <a:lnTo>
                    <a:pt x="132070" y="1771235"/>
                  </a:lnTo>
                  <a:lnTo>
                    <a:pt x="132488" y="1770395"/>
                  </a:lnTo>
                  <a:lnTo>
                    <a:pt x="132315" y="1769564"/>
                  </a:lnTo>
                  <a:lnTo>
                    <a:pt x="133187" y="1769226"/>
                  </a:lnTo>
                  <a:lnTo>
                    <a:pt x="133648" y="1768630"/>
                  </a:lnTo>
                  <a:lnTo>
                    <a:pt x="133574" y="1767980"/>
                  </a:lnTo>
                  <a:lnTo>
                    <a:pt x="132669" y="1767634"/>
                  </a:lnTo>
                  <a:lnTo>
                    <a:pt x="131591" y="1766229"/>
                  </a:lnTo>
                  <a:lnTo>
                    <a:pt x="130948" y="1765912"/>
                  </a:lnTo>
                  <a:lnTo>
                    <a:pt x="129994" y="1766499"/>
                  </a:lnTo>
                  <a:lnTo>
                    <a:pt x="129126" y="1766140"/>
                  </a:lnTo>
                  <a:lnTo>
                    <a:pt x="128204" y="1766966"/>
                  </a:lnTo>
                  <a:lnTo>
                    <a:pt x="127769" y="1766691"/>
                  </a:lnTo>
                  <a:lnTo>
                    <a:pt x="127185" y="1767128"/>
                  </a:lnTo>
                  <a:lnTo>
                    <a:pt x="126539" y="1766984"/>
                  </a:lnTo>
                  <a:lnTo>
                    <a:pt x="126256" y="1765716"/>
                  </a:lnTo>
                  <a:lnTo>
                    <a:pt x="127322" y="1765885"/>
                  </a:lnTo>
                  <a:lnTo>
                    <a:pt x="127468" y="1765345"/>
                  </a:lnTo>
                  <a:lnTo>
                    <a:pt x="126355" y="1763436"/>
                  </a:lnTo>
                  <a:lnTo>
                    <a:pt x="125820" y="1761861"/>
                  </a:lnTo>
                  <a:lnTo>
                    <a:pt x="127221" y="1760968"/>
                  </a:lnTo>
                  <a:lnTo>
                    <a:pt x="128108" y="1760719"/>
                  </a:lnTo>
                  <a:lnTo>
                    <a:pt x="128545" y="1760271"/>
                  </a:lnTo>
                  <a:lnTo>
                    <a:pt x="129319" y="1760241"/>
                  </a:lnTo>
                  <a:lnTo>
                    <a:pt x="130292" y="1759639"/>
                  </a:lnTo>
                  <a:lnTo>
                    <a:pt x="130345" y="1759295"/>
                  </a:lnTo>
                  <a:lnTo>
                    <a:pt x="129986" y="1758610"/>
                  </a:lnTo>
                  <a:lnTo>
                    <a:pt x="128916" y="1758158"/>
                  </a:lnTo>
                  <a:lnTo>
                    <a:pt x="128581" y="1757439"/>
                  </a:lnTo>
                  <a:lnTo>
                    <a:pt x="127721" y="1756826"/>
                  </a:lnTo>
                  <a:lnTo>
                    <a:pt x="128159" y="1756109"/>
                  </a:lnTo>
                  <a:lnTo>
                    <a:pt x="128411" y="1756024"/>
                  </a:lnTo>
                  <a:lnTo>
                    <a:pt x="129260" y="1756454"/>
                  </a:lnTo>
                  <a:lnTo>
                    <a:pt x="129328" y="1755902"/>
                  </a:lnTo>
                  <a:lnTo>
                    <a:pt x="129887" y="1755766"/>
                  </a:lnTo>
                  <a:lnTo>
                    <a:pt x="130477" y="1754622"/>
                  </a:lnTo>
                  <a:lnTo>
                    <a:pt x="131541" y="1754381"/>
                  </a:lnTo>
                  <a:lnTo>
                    <a:pt x="132439" y="1754627"/>
                  </a:lnTo>
                  <a:lnTo>
                    <a:pt x="132618" y="1754891"/>
                  </a:lnTo>
                  <a:lnTo>
                    <a:pt x="133255" y="1754691"/>
                  </a:lnTo>
                  <a:lnTo>
                    <a:pt x="133508" y="1754277"/>
                  </a:lnTo>
                  <a:lnTo>
                    <a:pt x="133024" y="1753554"/>
                  </a:lnTo>
                  <a:lnTo>
                    <a:pt x="132108" y="1753624"/>
                  </a:lnTo>
                  <a:lnTo>
                    <a:pt x="131579" y="1753323"/>
                  </a:lnTo>
                  <a:lnTo>
                    <a:pt x="131062" y="1753817"/>
                  </a:lnTo>
                  <a:lnTo>
                    <a:pt x="129656" y="1753534"/>
                  </a:lnTo>
                  <a:lnTo>
                    <a:pt x="129891" y="1752942"/>
                  </a:lnTo>
                  <a:lnTo>
                    <a:pt x="129446" y="1752324"/>
                  </a:lnTo>
                  <a:lnTo>
                    <a:pt x="129543" y="1752156"/>
                  </a:lnTo>
                  <a:lnTo>
                    <a:pt x="129909" y="1752547"/>
                  </a:lnTo>
                  <a:lnTo>
                    <a:pt x="130133" y="1752467"/>
                  </a:lnTo>
                  <a:lnTo>
                    <a:pt x="130168" y="1751663"/>
                  </a:lnTo>
                  <a:lnTo>
                    <a:pt x="130693" y="1751886"/>
                  </a:lnTo>
                  <a:lnTo>
                    <a:pt x="131530" y="1751834"/>
                  </a:lnTo>
                  <a:lnTo>
                    <a:pt x="131640" y="1751429"/>
                  </a:lnTo>
                  <a:lnTo>
                    <a:pt x="131335" y="1750864"/>
                  </a:lnTo>
                  <a:lnTo>
                    <a:pt x="130530" y="1750661"/>
                  </a:lnTo>
                  <a:lnTo>
                    <a:pt x="130794" y="1750164"/>
                  </a:lnTo>
                  <a:lnTo>
                    <a:pt x="132081" y="1751179"/>
                  </a:lnTo>
                  <a:lnTo>
                    <a:pt x="132205" y="1750860"/>
                  </a:lnTo>
                  <a:lnTo>
                    <a:pt x="132722" y="1751166"/>
                  </a:lnTo>
                  <a:lnTo>
                    <a:pt x="132238" y="1750183"/>
                  </a:lnTo>
                  <a:lnTo>
                    <a:pt x="132575" y="1749110"/>
                  </a:lnTo>
                  <a:lnTo>
                    <a:pt x="132550" y="1746611"/>
                  </a:lnTo>
                  <a:lnTo>
                    <a:pt x="132047" y="1746117"/>
                  </a:lnTo>
                  <a:lnTo>
                    <a:pt x="130494" y="1745870"/>
                  </a:lnTo>
                  <a:lnTo>
                    <a:pt x="130279" y="1745605"/>
                  </a:lnTo>
                  <a:lnTo>
                    <a:pt x="130387" y="1745186"/>
                  </a:lnTo>
                  <a:lnTo>
                    <a:pt x="129689" y="1743047"/>
                  </a:lnTo>
                  <a:lnTo>
                    <a:pt x="128582" y="1743073"/>
                  </a:lnTo>
                  <a:lnTo>
                    <a:pt x="127953" y="1742633"/>
                  </a:lnTo>
                  <a:lnTo>
                    <a:pt x="127855" y="1742171"/>
                  </a:lnTo>
                  <a:lnTo>
                    <a:pt x="128327" y="1740865"/>
                  </a:lnTo>
                  <a:lnTo>
                    <a:pt x="128027" y="1740262"/>
                  </a:lnTo>
                  <a:lnTo>
                    <a:pt x="127666" y="1740443"/>
                  </a:lnTo>
                  <a:lnTo>
                    <a:pt x="127514" y="1741291"/>
                  </a:lnTo>
                  <a:lnTo>
                    <a:pt x="126853" y="1742031"/>
                  </a:lnTo>
                  <a:lnTo>
                    <a:pt x="126301" y="1741950"/>
                  </a:lnTo>
                  <a:lnTo>
                    <a:pt x="125280" y="1741024"/>
                  </a:lnTo>
                  <a:lnTo>
                    <a:pt x="125052" y="1741086"/>
                  </a:lnTo>
                  <a:lnTo>
                    <a:pt x="124621" y="1741916"/>
                  </a:lnTo>
                  <a:lnTo>
                    <a:pt x="123856" y="1742081"/>
                  </a:lnTo>
                  <a:lnTo>
                    <a:pt x="123350" y="1741383"/>
                  </a:lnTo>
                  <a:lnTo>
                    <a:pt x="123265" y="1740374"/>
                  </a:lnTo>
                  <a:lnTo>
                    <a:pt x="123705" y="1740228"/>
                  </a:lnTo>
                  <a:lnTo>
                    <a:pt x="124815" y="1740795"/>
                  </a:lnTo>
                  <a:lnTo>
                    <a:pt x="125506" y="1740570"/>
                  </a:lnTo>
                  <a:lnTo>
                    <a:pt x="125604" y="1740248"/>
                  </a:lnTo>
                  <a:lnTo>
                    <a:pt x="125213" y="1738881"/>
                  </a:lnTo>
                  <a:lnTo>
                    <a:pt x="124841" y="1738551"/>
                  </a:lnTo>
                  <a:lnTo>
                    <a:pt x="124454" y="1738634"/>
                  </a:lnTo>
                  <a:lnTo>
                    <a:pt x="123885" y="1739530"/>
                  </a:lnTo>
                  <a:lnTo>
                    <a:pt x="123090" y="1740015"/>
                  </a:lnTo>
                  <a:lnTo>
                    <a:pt x="122978" y="1739540"/>
                  </a:lnTo>
                  <a:lnTo>
                    <a:pt x="122727" y="1739578"/>
                  </a:lnTo>
                  <a:lnTo>
                    <a:pt x="121966" y="1740502"/>
                  </a:lnTo>
                  <a:lnTo>
                    <a:pt x="121650" y="1740522"/>
                  </a:lnTo>
                  <a:lnTo>
                    <a:pt x="121382" y="1738409"/>
                  </a:lnTo>
                  <a:lnTo>
                    <a:pt x="120878" y="1737694"/>
                  </a:lnTo>
                  <a:lnTo>
                    <a:pt x="120938" y="1737378"/>
                  </a:lnTo>
                  <a:lnTo>
                    <a:pt x="120130" y="1736654"/>
                  </a:lnTo>
                  <a:lnTo>
                    <a:pt x="119869" y="1736732"/>
                  </a:lnTo>
                  <a:lnTo>
                    <a:pt x="119102" y="1734991"/>
                  </a:lnTo>
                  <a:lnTo>
                    <a:pt x="118327" y="1731839"/>
                  </a:lnTo>
                  <a:lnTo>
                    <a:pt x="116380" y="1726559"/>
                  </a:lnTo>
                  <a:lnTo>
                    <a:pt x="113852" y="1721807"/>
                  </a:lnTo>
                  <a:lnTo>
                    <a:pt x="106996" y="1726065"/>
                  </a:lnTo>
                  <a:lnTo>
                    <a:pt x="105917" y="1725445"/>
                  </a:lnTo>
                  <a:lnTo>
                    <a:pt x="105474" y="1724916"/>
                  </a:lnTo>
                  <a:lnTo>
                    <a:pt x="106001" y="1724206"/>
                  </a:lnTo>
                  <a:lnTo>
                    <a:pt x="105815" y="1722954"/>
                  </a:lnTo>
                  <a:lnTo>
                    <a:pt x="106941" y="1723213"/>
                  </a:lnTo>
                  <a:lnTo>
                    <a:pt x="107711" y="1722551"/>
                  </a:lnTo>
                  <a:lnTo>
                    <a:pt x="106987" y="1721559"/>
                  </a:lnTo>
                  <a:lnTo>
                    <a:pt x="105100" y="1720935"/>
                  </a:lnTo>
                  <a:lnTo>
                    <a:pt x="105180" y="1719935"/>
                  </a:lnTo>
                  <a:lnTo>
                    <a:pt x="104851" y="1719476"/>
                  </a:lnTo>
                  <a:lnTo>
                    <a:pt x="103986" y="1719355"/>
                  </a:lnTo>
                  <a:lnTo>
                    <a:pt x="103268" y="1719607"/>
                  </a:lnTo>
                  <a:lnTo>
                    <a:pt x="103285" y="1718188"/>
                  </a:lnTo>
                  <a:lnTo>
                    <a:pt x="102806" y="1717706"/>
                  </a:lnTo>
                  <a:lnTo>
                    <a:pt x="103376" y="1716933"/>
                  </a:lnTo>
                  <a:lnTo>
                    <a:pt x="103351" y="1716149"/>
                  </a:lnTo>
                  <a:lnTo>
                    <a:pt x="102193" y="1715072"/>
                  </a:lnTo>
                  <a:lnTo>
                    <a:pt x="101387" y="1713910"/>
                  </a:lnTo>
                  <a:lnTo>
                    <a:pt x="100702" y="1712329"/>
                  </a:lnTo>
                  <a:lnTo>
                    <a:pt x="100624" y="1711562"/>
                  </a:lnTo>
                  <a:lnTo>
                    <a:pt x="101397" y="1711069"/>
                  </a:lnTo>
                  <a:lnTo>
                    <a:pt x="101010" y="1710065"/>
                  </a:lnTo>
                  <a:lnTo>
                    <a:pt x="99955" y="1709806"/>
                  </a:lnTo>
                  <a:lnTo>
                    <a:pt x="100150" y="1709409"/>
                  </a:lnTo>
                  <a:lnTo>
                    <a:pt x="100649" y="1709189"/>
                  </a:lnTo>
                  <a:lnTo>
                    <a:pt x="100601" y="1708885"/>
                  </a:lnTo>
                  <a:lnTo>
                    <a:pt x="99883" y="1708315"/>
                  </a:lnTo>
                  <a:lnTo>
                    <a:pt x="97768" y="1708342"/>
                  </a:lnTo>
                  <a:lnTo>
                    <a:pt x="97368" y="1708099"/>
                  </a:lnTo>
                  <a:lnTo>
                    <a:pt x="97202" y="1707792"/>
                  </a:lnTo>
                  <a:lnTo>
                    <a:pt x="97625" y="1707401"/>
                  </a:lnTo>
                  <a:lnTo>
                    <a:pt x="98688" y="1708152"/>
                  </a:lnTo>
                  <a:lnTo>
                    <a:pt x="98995" y="1706965"/>
                  </a:lnTo>
                  <a:lnTo>
                    <a:pt x="98546" y="1705482"/>
                  </a:lnTo>
                  <a:lnTo>
                    <a:pt x="98252" y="1704899"/>
                  </a:lnTo>
                  <a:lnTo>
                    <a:pt x="97899" y="1704895"/>
                  </a:lnTo>
                  <a:lnTo>
                    <a:pt x="97580" y="1705428"/>
                  </a:lnTo>
                  <a:lnTo>
                    <a:pt x="97123" y="1705058"/>
                  </a:lnTo>
                  <a:lnTo>
                    <a:pt x="96703" y="1705034"/>
                  </a:lnTo>
                  <a:lnTo>
                    <a:pt x="96614" y="1704370"/>
                  </a:lnTo>
                  <a:lnTo>
                    <a:pt x="96071" y="1704644"/>
                  </a:lnTo>
                  <a:lnTo>
                    <a:pt x="95811" y="1704458"/>
                  </a:lnTo>
                  <a:lnTo>
                    <a:pt x="95604" y="1703596"/>
                  </a:lnTo>
                  <a:lnTo>
                    <a:pt x="94419" y="1703136"/>
                  </a:lnTo>
                  <a:lnTo>
                    <a:pt x="94279" y="1702664"/>
                  </a:lnTo>
                  <a:lnTo>
                    <a:pt x="94517" y="1702427"/>
                  </a:lnTo>
                  <a:lnTo>
                    <a:pt x="94446" y="1702072"/>
                  </a:lnTo>
                  <a:lnTo>
                    <a:pt x="93391" y="1701159"/>
                  </a:lnTo>
                  <a:lnTo>
                    <a:pt x="94494" y="1699457"/>
                  </a:lnTo>
                  <a:lnTo>
                    <a:pt x="96515" y="1699014"/>
                  </a:lnTo>
                  <a:lnTo>
                    <a:pt x="96691" y="1697951"/>
                  </a:lnTo>
                  <a:lnTo>
                    <a:pt x="96519" y="1697462"/>
                  </a:lnTo>
                  <a:lnTo>
                    <a:pt x="96236" y="1697409"/>
                  </a:lnTo>
                  <a:lnTo>
                    <a:pt x="95759" y="1698307"/>
                  </a:lnTo>
                  <a:lnTo>
                    <a:pt x="95105" y="1698643"/>
                  </a:lnTo>
                  <a:lnTo>
                    <a:pt x="94508" y="1698382"/>
                  </a:lnTo>
                  <a:lnTo>
                    <a:pt x="94050" y="1697128"/>
                  </a:lnTo>
                  <a:lnTo>
                    <a:pt x="95065" y="1695698"/>
                  </a:lnTo>
                  <a:lnTo>
                    <a:pt x="94435" y="1695204"/>
                  </a:lnTo>
                  <a:lnTo>
                    <a:pt x="94368" y="1694724"/>
                  </a:lnTo>
                  <a:lnTo>
                    <a:pt x="95113" y="1694327"/>
                  </a:lnTo>
                  <a:lnTo>
                    <a:pt x="95691" y="1692801"/>
                  </a:lnTo>
                  <a:lnTo>
                    <a:pt x="95430" y="1692668"/>
                  </a:lnTo>
                  <a:lnTo>
                    <a:pt x="94895" y="1692949"/>
                  </a:lnTo>
                  <a:lnTo>
                    <a:pt x="94624" y="1692806"/>
                  </a:lnTo>
                  <a:lnTo>
                    <a:pt x="94654" y="1692052"/>
                  </a:lnTo>
                  <a:lnTo>
                    <a:pt x="94193" y="1691493"/>
                  </a:lnTo>
                  <a:lnTo>
                    <a:pt x="95924" y="1691130"/>
                  </a:lnTo>
                  <a:lnTo>
                    <a:pt x="96066" y="1690479"/>
                  </a:lnTo>
                  <a:lnTo>
                    <a:pt x="96892" y="1689671"/>
                  </a:lnTo>
                  <a:lnTo>
                    <a:pt x="97035" y="1688154"/>
                  </a:lnTo>
                  <a:lnTo>
                    <a:pt x="96722" y="1686922"/>
                  </a:lnTo>
                  <a:lnTo>
                    <a:pt x="96110" y="1685794"/>
                  </a:lnTo>
                  <a:lnTo>
                    <a:pt x="93655" y="1683467"/>
                  </a:lnTo>
                  <a:lnTo>
                    <a:pt x="92957" y="1682472"/>
                  </a:lnTo>
                  <a:lnTo>
                    <a:pt x="92535" y="1680976"/>
                  </a:lnTo>
                  <a:lnTo>
                    <a:pt x="92704" y="1679525"/>
                  </a:lnTo>
                  <a:lnTo>
                    <a:pt x="93524" y="1678390"/>
                  </a:lnTo>
                  <a:lnTo>
                    <a:pt x="95814" y="1677237"/>
                  </a:lnTo>
                  <a:lnTo>
                    <a:pt x="96973" y="1675799"/>
                  </a:lnTo>
                  <a:lnTo>
                    <a:pt x="98030" y="1675317"/>
                  </a:lnTo>
                  <a:lnTo>
                    <a:pt x="98426" y="1674863"/>
                  </a:lnTo>
                  <a:lnTo>
                    <a:pt x="98683" y="1672259"/>
                  </a:lnTo>
                  <a:lnTo>
                    <a:pt x="99778" y="1670824"/>
                  </a:lnTo>
                  <a:lnTo>
                    <a:pt x="100457" y="1670829"/>
                  </a:lnTo>
                  <a:lnTo>
                    <a:pt x="100625" y="1670015"/>
                  </a:lnTo>
                  <a:lnTo>
                    <a:pt x="100339" y="1669463"/>
                  </a:lnTo>
                  <a:lnTo>
                    <a:pt x="99347" y="1669208"/>
                  </a:lnTo>
                  <a:lnTo>
                    <a:pt x="99348" y="1667980"/>
                  </a:lnTo>
                  <a:lnTo>
                    <a:pt x="100406" y="1667048"/>
                  </a:lnTo>
                  <a:lnTo>
                    <a:pt x="98989" y="1666097"/>
                  </a:lnTo>
                  <a:lnTo>
                    <a:pt x="98246" y="1665883"/>
                  </a:lnTo>
                  <a:lnTo>
                    <a:pt x="98272" y="1665212"/>
                  </a:lnTo>
                  <a:lnTo>
                    <a:pt x="96864" y="1663515"/>
                  </a:lnTo>
                  <a:lnTo>
                    <a:pt x="96613" y="1662767"/>
                  </a:lnTo>
                  <a:lnTo>
                    <a:pt x="97385" y="1662420"/>
                  </a:lnTo>
                  <a:lnTo>
                    <a:pt x="97743" y="1662855"/>
                  </a:lnTo>
                  <a:lnTo>
                    <a:pt x="98167" y="1662921"/>
                  </a:lnTo>
                  <a:lnTo>
                    <a:pt x="98656" y="1661830"/>
                  </a:lnTo>
                  <a:lnTo>
                    <a:pt x="98616" y="1660238"/>
                  </a:lnTo>
                  <a:lnTo>
                    <a:pt x="97741" y="1659933"/>
                  </a:lnTo>
                  <a:lnTo>
                    <a:pt x="97156" y="1658773"/>
                  </a:lnTo>
                  <a:lnTo>
                    <a:pt x="97547" y="1657932"/>
                  </a:lnTo>
                  <a:lnTo>
                    <a:pt x="97192" y="1657376"/>
                  </a:lnTo>
                  <a:lnTo>
                    <a:pt x="97644" y="1656811"/>
                  </a:lnTo>
                  <a:lnTo>
                    <a:pt x="98326" y="1656811"/>
                  </a:lnTo>
                  <a:lnTo>
                    <a:pt x="98593" y="1656465"/>
                  </a:lnTo>
                  <a:lnTo>
                    <a:pt x="98483" y="1656030"/>
                  </a:lnTo>
                  <a:lnTo>
                    <a:pt x="97872" y="1655385"/>
                  </a:lnTo>
                  <a:lnTo>
                    <a:pt x="97730" y="1654359"/>
                  </a:lnTo>
                  <a:lnTo>
                    <a:pt x="98429" y="1654186"/>
                  </a:lnTo>
                  <a:lnTo>
                    <a:pt x="99090" y="1653338"/>
                  </a:lnTo>
                  <a:lnTo>
                    <a:pt x="98623" y="1652981"/>
                  </a:lnTo>
                  <a:lnTo>
                    <a:pt x="98014" y="1653295"/>
                  </a:lnTo>
                  <a:lnTo>
                    <a:pt x="97646" y="1652889"/>
                  </a:lnTo>
                  <a:lnTo>
                    <a:pt x="97451" y="1652549"/>
                  </a:lnTo>
                  <a:lnTo>
                    <a:pt x="97556" y="1650716"/>
                  </a:lnTo>
                  <a:lnTo>
                    <a:pt x="97941" y="1650109"/>
                  </a:lnTo>
                  <a:lnTo>
                    <a:pt x="98218" y="1650038"/>
                  </a:lnTo>
                  <a:lnTo>
                    <a:pt x="98817" y="1650562"/>
                  </a:lnTo>
                  <a:lnTo>
                    <a:pt x="99207" y="1650557"/>
                  </a:lnTo>
                  <a:lnTo>
                    <a:pt x="99507" y="1650275"/>
                  </a:lnTo>
                  <a:lnTo>
                    <a:pt x="99192" y="1649584"/>
                  </a:lnTo>
                  <a:lnTo>
                    <a:pt x="99223" y="1648114"/>
                  </a:lnTo>
                  <a:lnTo>
                    <a:pt x="98001" y="1646675"/>
                  </a:lnTo>
                  <a:lnTo>
                    <a:pt x="98106" y="1645709"/>
                  </a:lnTo>
                  <a:lnTo>
                    <a:pt x="98873" y="1644970"/>
                  </a:lnTo>
                  <a:lnTo>
                    <a:pt x="99101" y="1645807"/>
                  </a:lnTo>
                  <a:lnTo>
                    <a:pt x="100465" y="1645954"/>
                  </a:lnTo>
                  <a:lnTo>
                    <a:pt x="100810" y="1645813"/>
                  </a:lnTo>
                  <a:lnTo>
                    <a:pt x="101573" y="1644830"/>
                  </a:lnTo>
                  <a:lnTo>
                    <a:pt x="101462" y="1644077"/>
                  </a:lnTo>
                  <a:lnTo>
                    <a:pt x="100929" y="1644173"/>
                  </a:lnTo>
                  <a:lnTo>
                    <a:pt x="100600" y="1644679"/>
                  </a:lnTo>
                  <a:lnTo>
                    <a:pt x="99816" y="1643764"/>
                  </a:lnTo>
                  <a:lnTo>
                    <a:pt x="101162" y="1642893"/>
                  </a:lnTo>
                  <a:lnTo>
                    <a:pt x="100233" y="1641450"/>
                  </a:lnTo>
                  <a:lnTo>
                    <a:pt x="100234" y="1640548"/>
                  </a:lnTo>
                  <a:lnTo>
                    <a:pt x="100104" y="1639728"/>
                  </a:lnTo>
                  <a:lnTo>
                    <a:pt x="100754" y="1639098"/>
                  </a:lnTo>
                  <a:lnTo>
                    <a:pt x="104334" y="1639398"/>
                  </a:lnTo>
                  <a:lnTo>
                    <a:pt x="104809" y="1639275"/>
                  </a:lnTo>
                  <a:lnTo>
                    <a:pt x="105337" y="1639848"/>
                  </a:lnTo>
                  <a:lnTo>
                    <a:pt x="105800" y="1639508"/>
                  </a:lnTo>
                  <a:lnTo>
                    <a:pt x="106695" y="1639660"/>
                  </a:lnTo>
                  <a:lnTo>
                    <a:pt x="107062" y="1640155"/>
                  </a:lnTo>
                  <a:lnTo>
                    <a:pt x="108215" y="1640220"/>
                  </a:lnTo>
                  <a:lnTo>
                    <a:pt x="108298" y="1639811"/>
                  </a:lnTo>
                  <a:lnTo>
                    <a:pt x="107648" y="1640053"/>
                  </a:lnTo>
                  <a:lnTo>
                    <a:pt x="109036" y="1638079"/>
                  </a:lnTo>
                  <a:lnTo>
                    <a:pt x="108446" y="1637194"/>
                  </a:lnTo>
                  <a:lnTo>
                    <a:pt x="108891" y="1637272"/>
                  </a:lnTo>
                  <a:lnTo>
                    <a:pt x="109842" y="1636516"/>
                  </a:lnTo>
                  <a:lnTo>
                    <a:pt x="109922" y="1636228"/>
                  </a:lnTo>
                  <a:lnTo>
                    <a:pt x="110451" y="1636367"/>
                  </a:lnTo>
                  <a:lnTo>
                    <a:pt x="110056" y="1637246"/>
                  </a:lnTo>
                  <a:lnTo>
                    <a:pt x="110474" y="1637727"/>
                  </a:lnTo>
                  <a:lnTo>
                    <a:pt x="110896" y="1637705"/>
                  </a:lnTo>
                  <a:lnTo>
                    <a:pt x="110913" y="1637124"/>
                  </a:lnTo>
                  <a:lnTo>
                    <a:pt x="111419" y="1636956"/>
                  </a:lnTo>
                  <a:lnTo>
                    <a:pt x="111253" y="1636471"/>
                  </a:lnTo>
                  <a:lnTo>
                    <a:pt x="109850" y="1635980"/>
                  </a:lnTo>
                  <a:lnTo>
                    <a:pt x="109899" y="1635464"/>
                  </a:lnTo>
                  <a:lnTo>
                    <a:pt x="110294" y="1635269"/>
                  </a:lnTo>
                  <a:lnTo>
                    <a:pt x="110722" y="1635548"/>
                  </a:lnTo>
                  <a:lnTo>
                    <a:pt x="110928" y="1635165"/>
                  </a:lnTo>
                  <a:lnTo>
                    <a:pt x="110983" y="1634847"/>
                  </a:lnTo>
                  <a:lnTo>
                    <a:pt x="110503" y="1634586"/>
                  </a:lnTo>
                  <a:lnTo>
                    <a:pt x="110455" y="1634130"/>
                  </a:lnTo>
                  <a:lnTo>
                    <a:pt x="110899" y="1633475"/>
                  </a:lnTo>
                  <a:lnTo>
                    <a:pt x="110741" y="1632988"/>
                  </a:lnTo>
                  <a:lnTo>
                    <a:pt x="111533" y="1632762"/>
                  </a:lnTo>
                  <a:lnTo>
                    <a:pt x="111967" y="1633333"/>
                  </a:lnTo>
                  <a:lnTo>
                    <a:pt x="112365" y="1632982"/>
                  </a:lnTo>
                  <a:lnTo>
                    <a:pt x="112546" y="1632364"/>
                  </a:lnTo>
                  <a:lnTo>
                    <a:pt x="111879" y="1631973"/>
                  </a:lnTo>
                  <a:lnTo>
                    <a:pt x="112546" y="1631366"/>
                  </a:lnTo>
                  <a:lnTo>
                    <a:pt x="112896" y="1631577"/>
                  </a:lnTo>
                  <a:lnTo>
                    <a:pt x="112694" y="1632059"/>
                  </a:lnTo>
                  <a:lnTo>
                    <a:pt x="113022" y="1632590"/>
                  </a:lnTo>
                  <a:lnTo>
                    <a:pt x="113658" y="1632558"/>
                  </a:lnTo>
                  <a:lnTo>
                    <a:pt x="113365" y="1631995"/>
                  </a:lnTo>
                  <a:lnTo>
                    <a:pt x="113650" y="1631453"/>
                  </a:lnTo>
                  <a:lnTo>
                    <a:pt x="112610" y="1631240"/>
                  </a:lnTo>
                  <a:lnTo>
                    <a:pt x="112940" y="1630769"/>
                  </a:lnTo>
                  <a:lnTo>
                    <a:pt x="113764" y="1630795"/>
                  </a:lnTo>
                  <a:lnTo>
                    <a:pt x="113423" y="1630454"/>
                  </a:lnTo>
                  <a:lnTo>
                    <a:pt x="113178" y="1630508"/>
                  </a:lnTo>
                  <a:lnTo>
                    <a:pt x="112903" y="1630012"/>
                  </a:lnTo>
                  <a:lnTo>
                    <a:pt x="113370" y="1629377"/>
                  </a:lnTo>
                  <a:lnTo>
                    <a:pt x="114034" y="1630197"/>
                  </a:lnTo>
                  <a:lnTo>
                    <a:pt x="114715" y="1630096"/>
                  </a:lnTo>
                  <a:lnTo>
                    <a:pt x="114850" y="1629842"/>
                  </a:lnTo>
                  <a:lnTo>
                    <a:pt x="114273" y="1629541"/>
                  </a:lnTo>
                  <a:lnTo>
                    <a:pt x="114253" y="1629233"/>
                  </a:lnTo>
                  <a:lnTo>
                    <a:pt x="113626" y="1629199"/>
                  </a:lnTo>
                  <a:lnTo>
                    <a:pt x="113536" y="1629013"/>
                  </a:lnTo>
                  <a:lnTo>
                    <a:pt x="114002" y="1628734"/>
                  </a:lnTo>
                  <a:lnTo>
                    <a:pt x="113944" y="1628531"/>
                  </a:lnTo>
                  <a:lnTo>
                    <a:pt x="113453" y="1628475"/>
                  </a:lnTo>
                  <a:lnTo>
                    <a:pt x="113750" y="1627263"/>
                  </a:lnTo>
                  <a:lnTo>
                    <a:pt x="113144" y="1627216"/>
                  </a:lnTo>
                  <a:lnTo>
                    <a:pt x="112853" y="1627869"/>
                  </a:lnTo>
                  <a:lnTo>
                    <a:pt x="112656" y="1627851"/>
                  </a:lnTo>
                  <a:lnTo>
                    <a:pt x="112911" y="1627256"/>
                  </a:lnTo>
                  <a:lnTo>
                    <a:pt x="112511" y="1626820"/>
                  </a:lnTo>
                  <a:lnTo>
                    <a:pt x="112618" y="1626210"/>
                  </a:lnTo>
                  <a:lnTo>
                    <a:pt x="112978" y="1626198"/>
                  </a:lnTo>
                  <a:lnTo>
                    <a:pt x="113095" y="1626607"/>
                  </a:lnTo>
                  <a:lnTo>
                    <a:pt x="113627" y="1626521"/>
                  </a:lnTo>
                  <a:lnTo>
                    <a:pt x="113562" y="1626037"/>
                  </a:lnTo>
                  <a:lnTo>
                    <a:pt x="113824" y="1625566"/>
                  </a:lnTo>
                  <a:lnTo>
                    <a:pt x="113686" y="1624935"/>
                  </a:lnTo>
                  <a:lnTo>
                    <a:pt x="114112" y="1623979"/>
                  </a:lnTo>
                  <a:lnTo>
                    <a:pt x="114007" y="1623418"/>
                  </a:lnTo>
                  <a:lnTo>
                    <a:pt x="114323" y="1622966"/>
                  </a:lnTo>
                  <a:lnTo>
                    <a:pt x="113974" y="1622465"/>
                  </a:lnTo>
                  <a:lnTo>
                    <a:pt x="114314" y="1621898"/>
                  </a:lnTo>
                  <a:lnTo>
                    <a:pt x="114735" y="1617616"/>
                  </a:lnTo>
                  <a:lnTo>
                    <a:pt x="114981" y="1617277"/>
                  </a:lnTo>
                  <a:lnTo>
                    <a:pt x="114897" y="1616691"/>
                  </a:lnTo>
                  <a:lnTo>
                    <a:pt x="115392" y="1616148"/>
                  </a:lnTo>
                  <a:lnTo>
                    <a:pt x="115285" y="1615484"/>
                  </a:lnTo>
                  <a:lnTo>
                    <a:pt x="115840" y="1615186"/>
                  </a:lnTo>
                  <a:lnTo>
                    <a:pt x="116452" y="1612885"/>
                  </a:lnTo>
                  <a:lnTo>
                    <a:pt x="117226" y="1612303"/>
                  </a:lnTo>
                  <a:lnTo>
                    <a:pt x="118336" y="1610838"/>
                  </a:lnTo>
                  <a:lnTo>
                    <a:pt x="120179" y="1609079"/>
                  </a:lnTo>
                  <a:lnTo>
                    <a:pt x="120676" y="1606790"/>
                  </a:lnTo>
                  <a:lnTo>
                    <a:pt x="120961" y="1606455"/>
                  </a:lnTo>
                  <a:lnTo>
                    <a:pt x="120599" y="1604376"/>
                  </a:lnTo>
                  <a:lnTo>
                    <a:pt x="119828" y="1603672"/>
                  </a:lnTo>
                  <a:lnTo>
                    <a:pt x="119243" y="1603690"/>
                  </a:lnTo>
                  <a:lnTo>
                    <a:pt x="119173" y="1603494"/>
                  </a:lnTo>
                  <a:lnTo>
                    <a:pt x="119404" y="1602455"/>
                  </a:lnTo>
                  <a:lnTo>
                    <a:pt x="119857" y="1601751"/>
                  </a:lnTo>
                  <a:lnTo>
                    <a:pt x="119588" y="1600928"/>
                  </a:lnTo>
                  <a:lnTo>
                    <a:pt x="119034" y="1600710"/>
                  </a:lnTo>
                  <a:lnTo>
                    <a:pt x="119408" y="1600238"/>
                  </a:lnTo>
                  <a:lnTo>
                    <a:pt x="119236" y="1599556"/>
                  </a:lnTo>
                  <a:lnTo>
                    <a:pt x="120181" y="1599459"/>
                  </a:lnTo>
                  <a:lnTo>
                    <a:pt x="120381" y="1598943"/>
                  </a:lnTo>
                  <a:lnTo>
                    <a:pt x="120747" y="1598723"/>
                  </a:lnTo>
                  <a:lnTo>
                    <a:pt x="120762" y="1598488"/>
                  </a:lnTo>
                  <a:lnTo>
                    <a:pt x="120139" y="1597980"/>
                  </a:lnTo>
                  <a:lnTo>
                    <a:pt x="120784" y="1597716"/>
                  </a:lnTo>
                  <a:lnTo>
                    <a:pt x="120870" y="1597427"/>
                  </a:lnTo>
                  <a:lnTo>
                    <a:pt x="120562" y="1596338"/>
                  </a:lnTo>
                  <a:lnTo>
                    <a:pt x="119672" y="1596327"/>
                  </a:lnTo>
                  <a:lnTo>
                    <a:pt x="119031" y="1595763"/>
                  </a:lnTo>
                  <a:lnTo>
                    <a:pt x="119562" y="1595819"/>
                  </a:lnTo>
                  <a:lnTo>
                    <a:pt x="120287" y="1594747"/>
                  </a:lnTo>
                  <a:lnTo>
                    <a:pt x="120164" y="1594504"/>
                  </a:lnTo>
                  <a:lnTo>
                    <a:pt x="119137" y="1594219"/>
                  </a:lnTo>
                  <a:lnTo>
                    <a:pt x="119054" y="1594724"/>
                  </a:lnTo>
                  <a:lnTo>
                    <a:pt x="118309" y="1594795"/>
                  </a:lnTo>
                  <a:lnTo>
                    <a:pt x="117736" y="1594093"/>
                  </a:lnTo>
                  <a:lnTo>
                    <a:pt x="118048" y="1593462"/>
                  </a:lnTo>
                  <a:lnTo>
                    <a:pt x="118652" y="1593603"/>
                  </a:lnTo>
                  <a:lnTo>
                    <a:pt x="118179" y="1592801"/>
                  </a:lnTo>
                  <a:lnTo>
                    <a:pt x="118383" y="1592207"/>
                  </a:lnTo>
                  <a:lnTo>
                    <a:pt x="119848" y="1592480"/>
                  </a:lnTo>
                  <a:lnTo>
                    <a:pt x="120104" y="1591648"/>
                  </a:lnTo>
                  <a:lnTo>
                    <a:pt x="119647" y="1591419"/>
                  </a:lnTo>
                  <a:lnTo>
                    <a:pt x="119215" y="1591683"/>
                  </a:lnTo>
                  <a:lnTo>
                    <a:pt x="119008" y="1591063"/>
                  </a:lnTo>
                  <a:lnTo>
                    <a:pt x="119222" y="1590880"/>
                  </a:lnTo>
                  <a:lnTo>
                    <a:pt x="120027" y="1590914"/>
                  </a:lnTo>
                  <a:lnTo>
                    <a:pt x="120842" y="1590254"/>
                  </a:lnTo>
                  <a:lnTo>
                    <a:pt x="120809" y="1589605"/>
                  </a:lnTo>
                  <a:lnTo>
                    <a:pt x="121587" y="1589991"/>
                  </a:lnTo>
                  <a:lnTo>
                    <a:pt x="122365" y="1589337"/>
                  </a:lnTo>
                  <a:lnTo>
                    <a:pt x="121702" y="1588408"/>
                  </a:lnTo>
                  <a:lnTo>
                    <a:pt x="120888" y="1588489"/>
                  </a:lnTo>
                  <a:lnTo>
                    <a:pt x="120545" y="1588893"/>
                  </a:lnTo>
                  <a:lnTo>
                    <a:pt x="119950" y="1588641"/>
                  </a:lnTo>
                  <a:lnTo>
                    <a:pt x="120772" y="1586322"/>
                  </a:lnTo>
                  <a:lnTo>
                    <a:pt x="120511" y="1585853"/>
                  </a:lnTo>
                  <a:lnTo>
                    <a:pt x="119133" y="1584916"/>
                  </a:lnTo>
                  <a:lnTo>
                    <a:pt x="119562" y="1584224"/>
                  </a:lnTo>
                  <a:lnTo>
                    <a:pt x="119530" y="1583846"/>
                  </a:lnTo>
                  <a:lnTo>
                    <a:pt x="120124" y="1583922"/>
                  </a:lnTo>
                  <a:lnTo>
                    <a:pt x="120176" y="1583481"/>
                  </a:lnTo>
                  <a:lnTo>
                    <a:pt x="119470" y="1583112"/>
                  </a:lnTo>
                  <a:lnTo>
                    <a:pt x="119028" y="1583203"/>
                  </a:lnTo>
                  <a:lnTo>
                    <a:pt x="118309" y="1581797"/>
                  </a:lnTo>
                  <a:lnTo>
                    <a:pt x="117774" y="1581515"/>
                  </a:lnTo>
                  <a:lnTo>
                    <a:pt x="117737" y="1581079"/>
                  </a:lnTo>
                  <a:lnTo>
                    <a:pt x="117976" y="1580903"/>
                  </a:lnTo>
                  <a:lnTo>
                    <a:pt x="119467" y="1580898"/>
                  </a:lnTo>
                  <a:lnTo>
                    <a:pt x="119567" y="1579010"/>
                  </a:lnTo>
                  <a:lnTo>
                    <a:pt x="119313" y="1577648"/>
                  </a:lnTo>
                  <a:lnTo>
                    <a:pt x="118829" y="1576932"/>
                  </a:lnTo>
                  <a:lnTo>
                    <a:pt x="116350" y="1575186"/>
                  </a:lnTo>
                  <a:lnTo>
                    <a:pt x="116414" y="1574719"/>
                  </a:lnTo>
                  <a:lnTo>
                    <a:pt x="117066" y="1574744"/>
                  </a:lnTo>
                  <a:lnTo>
                    <a:pt x="117143" y="1573825"/>
                  </a:lnTo>
                  <a:lnTo>
                    <a:pt x="117950" y="1573544"/>
                  </a:lnTo>
                  <a:lnTo>
                    <a:pt x="118074" y="1573075"/>
                  </a:lnTo>
                  <a:lnTo>
                    <a:pt x="117417" y="1571635"/>
                  </a:lnTo>
                  <a:lnTo>
                    <a:pt x="116177" y="1572090"/>
                  </a:lnTo>
                  <a:lnTo>
                    <a:pt x="116405" y="1571643"/>
                  </a:lnTo>
                  <a:lnTo>
                    <a:pt x="116171" y="1570825"/>
                  </a:lnTo>
                  <a:lnTo>
                    <a:pt x="116953" y="1570624"/>
                  </a:lnTo>
                  <a:lnTo>
                    <a:pt x="117207" y="1571137"/>
                  </a:lnTo>
                  <a:lnTo>
                    <a:pt x="117670" y="1570336"/>
                  </a:lnTo>
                  <a:lnTo>
                    <a:pt x="117109" y="1569696"/>
                  </a:lnTo>
                  <a:lnTo>
                    <a:pt x="116795" y="1569653"/>
                  </a:lnTo>
                  <a:lnTo>
                    <a:pt x="116350" y="1569982"/>
                  </a:lnTo>
                  <a:lnTo>
                    <a:pt x="115333" y="1569474"/>
                  </a:lnTo>
                  <a:lnTo>
                    <a:pt x="115593" y="1569088"/>
                  </a:lnTo>
                  <a:lnTo>
                    <a:pt x="116277" y="1568919"/>
                  </a:lnTo>
                  <a:lnTo>
                    <a:pt x="115464" y="1567861"/>
                  </a:lnTo>
                  <a:lnTo>
                    <a:pt x="115701" y="1567659"/>
                  </a:lnTo>
                  <a:lnTo>
                    <a:pt x="116176" y="1567724"/>
                  </a:lnTo>
                  <a:lnTo>
                    <a:pt x="116589" y="1566943"/>
                  </a:lnTo>
                  <a:lnTo>
                    <a:pt x="116735" y="1566402"/>
                  </a:lnTo>
                  <a:lnTo>
                    <a:pt x="116314" y="1566050"/>
                  </a:lnTo>
                  <a:lnTo>
                    <a:pt x="116700" y="1565138"/>
                  </a:lnTo>
                  <a:lnTo>
                    <a:pt x="117557" y="1564183"/>
                  </a:lnTo>
                  <a:lnTo>
                    <a:pt x="117644" y="1563690"/>
                  </a:lnTo>
                  <a:lnTo>
                    <a:pt x="117086" y="1563145"/>
                  </a:lnTo>
                  <a:lnTo>
                    <a:pt x="117040" y="1562653"/>
                  </a:lnTo>
                  <a:lnTo>
                    <a:pt x="117830" y="1562077"/>
                  </a:lnTo>
                  <a:lnTo>
                    <a:pt x="117782" y="1561629"/>
                  </a:lnTo>
                  <a:lnTo>
                    <a:pt x="117550" y="1561470"/>
                  </a:lnTo>
                  <a:lnTo>
                    <a:pt x="117644" y="1561053"/>
                  </a:lnTo>
                  <a:lnTo>
                    <a:pt x="117417" y="1560989"/>
                  </a:lnTo>
                  <a:lnTo>
                    <a:pt x="117156" y="1561021"/>
                  </a:lnTo>
                  <a:lnTo>
                    <a:pt x="116688" y="1561616"/>
                  </a:lnTo>
                  <a:lnTo>
                    <a:pt x="116226" y="1561378"/>
                  </a:lnTo>
                  <a:lnTo>
                    <a:pt x="115947" y="1560287"/>
                  </a:lnTo>
                  <a:lnTo>
                    <a:pt x="116577" y="1559633"/>
                  </a:lnTo>
                  <a:lnTo>
                    <a:pt x="116443" y="1559138"/>
                  </a:lnTo>
                  <a:lnTo>
                    <a:pt x="114818" y="1559077"/>
                  </a:lnTo>
                  <a:lnTo>
                    <a:pt x="114576" y="1558884"/>
                  </a:lnTo>
                  <a:lnTo>
                    <a:pt x="114629" y="1558439"/>
                  </a:lnTo>
                  <a:lnTo>
                    <a:pt x="115527" y="1557611"/>
                  </a:lnTo>
                  <a:lnTo>
                    <a:pt x="115483" y="1556830"/>
                  </a:lnTo>
                  <a:lnTo>
                    <a:pt x="114781" y="1556813"/>
                  </a:lnTo>
                  <a:lnTo>
                    <a:pt x="113887" y="1555951"/>
                  </a:lnTo>
                  <a:lnTo>
                    <a:pt x="114484" y="1555181"/>
                  </a:lnTo>
                  <a:lnTo>
                    <a:pt x="115308" y="1554937"/>
                  </a:lnTo>
                  <a:lnTo>
                    <a:pt x="115353" y="1554462"/>
                  </a:lnTo>
                  <a:lnTo>
                    <a:pt x="114936" y="1554502"/>
                  </a:lnTo>
                  <a:lnTo>
                    <a:pt x="114631" y="1554113"/>
                  </a:lnTo>
                  <a:lnTo>
                    <a:pt x="114152" y="1554328"/>
                  </a:lnTo>
                  <a:lnTo>
                    <a:pt x="113805" y="1553936"/>
                  </a:lnTo>
                  <a:lnTo>
                    <a:pt x="113061" y="1554541"/>
                  </a:lnTo>
                  <a:lnTo>
                    <a:pt x="112719" y="1554014"/>
                  </a:lnTo>
                  <a:lnTo>
                    <a:pt x="112843" y="1553363"/>
                  </a:lnTo>
                  <a:lnTo>
                    <a:pt x="112824" y="1552996"/>
                  </a:lnTo>
                  <a:lnTo>
                    <a:pt x="113466" y="1552854"/>
                  </a:lnTo>
                  <a:lnTo>
                    <a:pt x="113086" y="1552611"/>
                  </a:lnTo>
                  <a:lnTo>
                    <a:pt x="112707" y="1552737"/>
                  </a:lnTo>
                  <a:lnTo>
                    <a:pt x="112426" y="1551447"/>
                  </a:lnTo>
                  <a:lnTo>
                    <a:pt x="112760" y="1551319"/>
                  </a:lnTo>
                  <a:lnTo>
                    <a:pt x="113276" y="1551616"/>
                  </a:lnTo>
                  <a:lnTo>
                    <a:pt x="114028" y="1551203"/>
                  </a:lnTo>
                  <a:lnTo>
                    <a:pt x="114060" y="1550933"/>
                  </a:lnTo>
                  <a:lnTo>
                    <a:pt x="113093" y="1550238"/>
                  </a:lnTo>
                  <a:lnTo>
                    <a:pt x="112847" y="1549811"/>
                  </a:lnTo>
                  <a:lnTo>
                    <a:pt x="111788" y="1549906"/>
                  </a:lnTo>
                  <a:lnTo>
                    <a:pt x="111707" y="1549670"/>
                  </a:lnTo>
                  <a:lnTo>
                    <a:pt x="112031" y="1549347"/>
                  </a:lnTo>
                  <a:lnTo>
                    <a:pt x="112420" y="1549372"/>
                  </a:lnTo>
                  <a:lnTo>
                    <a:pt x="112056" y="1548983"/>
                  </a:lnTo>
                  <a:lnTo>
                    <a:pt x="110613" y="1549148"/>
                  </a:lnTo>
                  <a:lnTo>
                    <a:pt x="110008" y="1548617"/>
                  </a:lnTo>
                  <a:lnTo>
                    <a:pt x="110216" y="1548198"/>
                  </a:lnTo>
                  <a:lnTo>
                    <a:pt x="111812" y="1548157"/>
                  </a:lnTo>
                  <a:lnTo>
                    <a:pt x="111880" y="1548644"/>
                  </a:lnTo>
                  <a:lnTo>
                    <a:pt x="112285" y="1548655"/>
                  </a:lnTo>
                  <a:lnTo>
                    <a:pt x="112453" y="1547919"/>
                  </a:lnTo>
                  <a:lnTo>
                    <a:pt x="112253" y="1547591"/>
                  </a:lnTo>
                  <a:lnTo>
                    <a:pt x="111653" y="1547859"/>
                  </a:lnTo>
                  <a:lnTo>
                    <a:pt x="110915" y="1547406"/>
                  </a:lnTo>
                  <a:lnTo>
                    <a:pt x="110411" y="1547662"/>
                  </a:lnTo>
                  <a:lnTo>
                    <a:pt x="109703" y="1547546"/>
                  </a:lnTo>
                  <a:lnTo>
                    <a:pt x="109361" y="1546758"/>
                  </a:lnTo>
                  <a:lnTo>
                    <a:pt x="109735" y="1546203"/>
                  </a:lnTo>
                  <a:lnTo>
                    <a:pt x="109903" y="1546051"/>
                  </a:lnTo>
                  <a:lnTo>
                    <a:pt x="110714" y="1546347"/>
                  </a:lnTo>
                  <a:lnTo>
                    <a:pt x="110877" y="1546216"/>
                  </a:lnTo>
                  <a:lnTo>
                    <a:pt x="110823" y="1545990"/>
                  </a:lnTo>
                  <a:lnTo>
                    <a:pt x="110431" y="1545892"/>
                  </a:lnTo>
                  <a:lnTo>
                    <a:pt x="109822" y="1544904"/>
                  </a:lnTo>
                  <a:lnTo>
                    <a:pt x="110466" y="1543232"/>
                  </a:lnTo>
                  <a:lnTo>
                    <a:pt x="110045" y="1542445"/>
                  </a:lnTo>
                  <a:lnTo>
                    <a:pt x="109600" y="1542253"/>
                  </a:lnTo>
                  <a:lnTo>
                    <a:pt x="109257" y="1541700"/>
                  </a:lnTo>
                  <a:lnTo>
                    <a:pt x="109240" y="1541401"/>
                  </a:lnTo>
                  <a:lnTo>
                    <a:pt x="109751" y="1540939"/>
                  </a:lnTo>
                  <a:lnTo>
                    <a:pt x="109704" y="1540679"/>
                  </a:lnTo>
                  <a:lnTo>
                    <a:pt x="108549" y="1539982"/>
                  </a:lnTo>
                  <a:lnTo>
                    <a:pt x="108587" y="1539490"/>
                  </a:lnTo>
                  <a:lnTo>
                    <a:pt x="108279" y="1539122"/>
                  </a:lnTo>
                  <a:lnTo>
                    <a:pt x="108512" y="1538350"/>
                  </a:lnTo>
                  <a:lnTo>
                    <a:pt x="109778" y="1539061"/>
                  </a:lnTo>
                  <a:lnTo>
                    <a:pt x="110183" y="1538992"/>
                  </a:lnTo>
                  <a:lnTo>
                    <a:pt x="110024" y="1538567"/>
                  </a:lnTo>
                  <a:lnTo>
                    <a:pt x="110250" y="1538313"/>
                  </a:lnTo>
                  <a:lnTo>
                    <a:pt x="110559" y="1538720"/>
                  </a:lnTo>
                  <a:lnTo>
                    <a:pt x="111095" y="1538729"/>
                  </a:lnTo>
                  <a:lnTo>
                    <a:pt x="111436" y="1538232"/>
                  </a:lnTo>
                  <a:lnTo>
                    <a:pt x="111204" y="1537290"/>
                  </a:lnTo>
                  <a:lnTo>
                    <a:pt x="110678" y="1537047"/>
                  </a:lnTo>
                  <a:lnTo>
                    <a:pt x="110344" y="1537655"/>
                  </a:lnTo>
                  <a:lnTo>
                    <a:pt x="109634" y="1537886"/>
                  </a:lnTo>
                  <a:lnTo>
                    <a:pt x="108953" y="1537553"/>
                  </a:lnTo>
                  <a:lnTo>
                    <a:pt x="109025" y="1537336"/>
                  </a:lnTo>
                  <a:lnTo>
                    <a:pt x="109373" y="1537326"/>
                  </a:lnTo>
                  <a:lnTo>
                    <a:pt x="109020" y="1536932"/>
                  </a:lnTo>
                  <a:lnTo>
                    <a:pt x="109577" y="1535916"/>
                  </a:lnTo>
                  <a:lnTo>
                    <a:pt x="109329" y="1535154"/>
                  </a:lnTo>
                  <a:lnTo>
                    <a:pt x="109800" y="1534761"/>
                  </a:lnTo>
                  <a:lnTo>
                    <a:pt x="108421" y="1533753"/>
                  </a:lnTo>
                  <a:lnTo>
                    <a:pt x="107972" y="1533016"/>
                  </a:lnTo>
                  <a:lnTo>
                    <a:pt x="107268" y="1532554"/>
                  </a:lnTo>
                  <a:lnTo>
                    <a:pt x="107871" y="1531958"/>
                  </a:lnTo>
                  <a:lnTo>
                    <a:pt x="108040" y="1531007"/>
                  </a:lnTo>
                  <a:lnTo>
                    <a:pt x="107785" y="1529184"/>
                  </a:lnTo>
                  <a:lnTo>
                    <a:pt x="106333" y="1529314"/>
                  </a:lnTo>
                  <a:lnTo>
                    <a:pt x="104834" y="1528804"/>
                  </a:lnTo>
                  <a:lnTo>
                    <a:pt x="104221" y="1527644"/>
                  </a:lnTo>
                  <a:lnTo>
                    <a:pt x="104632" y="1526857"/>
                  </a:lnTo>
                  <a:lnTo>
                    <a:pt x="104622" y="1525776"/>
                  </a:lnTo>
                  <a:lnTo>
                    <a:pt x="104017" y="1525117"/>
                  </a:lnTo>
                  <a:lnTo>
                    <a:pt x="104594" y="1524474"/>
                  </a:lnTo>
                  <a:lnTo>
                    <a:pt x="105458" y="1522748"/>
                  </a:lnTo>
                  <a:lnTo>
                    <a:pt x="105024" y="1522254"/>
                  </a:lnTo>
                  <a:lnTo>
                    <a:pt x="104524" y="1522175"/>
                  </a:lnTo>
                  <a:lnTo>
                    <a:pt x="104590" y="1521371"/>
                  </a:lnTo>
                  <a:lnTo>
                    <a:pt x="103768" y="1521200"/>
                  </a:lnTo>
                  <a:lnTo>
                    <a:pt x="103408" y="1520312"/>
                  </a:lnTo>
                  <a:lnTo>
                    <a:pt x="102413" y="1520554"/>
                  </a:lnTo>
                  <a:lnTo>
                    <a:pt x="102030" y="1519431"/>
                  </a:lnTo>
                  <a:lnTo>
                    <a:pt x="101602" y="1519408"/>
                  </a:lnTo>
                  <a:lnTo>
                    <a:pt x="101517" y="1519714"/>
                  </a:lnTo>
                  <a:lnTo>
                    <a:pt x="101131" y="1519891"/>
                  </a:lnTo>
                  <a:lnTo>
                    <a:pt x="101035" y="1520484"/>
                  </a:lnTo>
                  <a:lnTo>
                    <a:pt x="100508" y="1520539"/>
                  </a:lnTo>
                  <a:lnTo>
                    <a:pt x="100300" y="1520305"/>
                  </a:lnTo>
                  <a:lnTo>
                    <a:pt x="100099" y="1519287"/>
                  </a:lnTo>
                  <a:lnTo>
                    <a:pt x="100319" y="1518137"/>
                  </a:lnTo>
                  <a:lnTo>
                    <a:pt x="100624" y="1518952"/>
                  </a:lnTo>
                  <a:lnTo>
                    <a:pt x="100964" y="1519196"/>
                  </a:lnTo>
                  <a:lnTo>
                    <a:pt x="101119" y="1519008"/>
                  </a:lnTo>
                  <a:lnTo>
                    <a:pt x="100900" y="1518746"/>
                  </a:lnTo>
                  <a:lnTo>
                    <a:pt x="101184" y="1518472"/>
                  </a:lnTo>
                  <a:lnTo>
                    <a:pt x="101445" y="1518573"/>
                  </a:lnTo>
                  <a:lnTo>
                    <a:pt x="101498" y="1518928"/>
                  </a:lnTo>
                  <a:lnTo>
                    <a:pt x="102287" y="1519094"/>
                  </a:lnTo>
                  <a:lnTo>
                    <a:pt x="102637" y="1518216"/>
                  </a:lnTo>
                  <a:lnTo>
                    <a:pt x="101483" y="1517571"/>
                  </a:lnTo>
                  <a:lnTo>
                    <a:pt x="100840" y="1517598"/>
                  </a:lnTo>
                  <a:lnTo>
                    <a:pt x="100745" y="1517377"/>
                  </a:lnTo>
                  <a:lnTo>
                    <a:pt x="101091" y="1516968"/>
                  </a:lnTo>
                  <a:lnTo>
                    <a:pt x="100658" y="1516479"/>
                  </a:lnTo>
                  <a:lnTo>
                    <a:pt x="100920" y="1516057"/>
                  </a:lnTo>
                  <a:lnTo>
                    <a:pt x="100446" y="1515402"/>
                  </a:lnTo>
                  <a:lnTo>
                    <a:pt x="99411" y="1515128"/>
                  </a:lnTo>
                  <a:lnTo>
                    <a:pt x="98831" y="1515545"/>
                  </a:lnTo>
                  <a:lnTo>
                    <a:pt x="98505" y="1515293"/>
                  </a:lnTo>
                  <a:lnTo>
                    <a:pt x="98181" y="1514629"/>
                  </a:lnTo>
                  <a:lnTo>
                    <a:pt x="98320" y="1514042"/>
                  </a:lnTo>
                  <a:lnTo>
                    <a:pt x="98145" y="1513629"/>
                  </a:lnTo>
                  <a:lnTo>
                    <a:pt x="98548" y="1513471"/>
                  </a:lnTo>
                  <a:lnTo>
                    <a:pt x="99352" y="1514119"/>
                  </a:lnTo>
                  <a:lnTo>
                    <a:pt x="99440" y="1513736"/>
                  </a:lnTo>
                  <a:lnTo>
                    <a:pt x="98867" y="1512919"/>
                  </a:lnTo>
                  <a:lnTo>
                    <a:pt x="99234" y="1511930"/>
                  </a:lnTo>
                  <a:lnTo>
                    <a:pt x="99007" y="1511751"/>
                  </a:lnTo>
                  <a:lnTo>
                    <a:pt x="98383" y="1511854"/>
                  </a:lnTo>
                  <a:lnTo>
                    <a:pt x="98057" y="1511447"/>
                  </a:lnTo>
                  <a:lnTo>
                    <a:pt x="97190" y="1511437"/>
                  </a:lnTo>
                  <a:lnTo>
                    <a:pt x="96858" y="1511166"/>
                  </a:lnTo>
                  <a:lnTo>
                    <a:pt x="96391" y="1510059"/>
                  </a:lnTo>
                  <a:lnTo>
                    <a:pt x="96507" y="1508534"/>
                  </a:lnTo>
                  <a:lnTo>
                    <a:pt x="96801" y="1508463"/>
                  </a:lnTo>
                  <a:lnTo>
                    <a:pt x="96791" y="1508993"/>
                  </a:lnTo>
                  <a:lnTo>
                    <a:pt x="97184" y="1509332"/>
                  </a:lnTo>
                  <a:lnTo>
                    <a:pt x="98221" y="1508817"/>
                  </a:lnTo>
                  <a:lnTo>
                    <a:pt x="98215" y="1508167"/>
                  </a:lnTo>
                  <a:lnTo>
                    <a:pt x="97575" y="1507235"/>
                  </a:lnTo>
                  <a:lnTo>
                    <a:pt x="97224" y="1507101"/>
                  </a:lnTo>
                  <a:lnTo>
                    <a:pt x="96328" y="1507817"/>
                  </a:lnTo>
                  <a:lnTo>
                    <a:pt x="95521" y="1507963"/>
                  </a:lnTo>
                  <a:lnTo>
                    <a:pt x="94989" y="1507335"/>
                  </a:lnTo>
                  <a:lnTo>
                    <a:pt x="93947" y="1507524"/>
                  </a:lnTo>
                  <a:lnTo>
                    <a:pt x="93621" y="1507321"/>
                  </a:lnTo>
                  <a:lnTo>
                    <a:pt x="93423" y="1506849"/>
                  </a:lnTo>
                  <a:lnTo>
                    <a:pt x="93678" y="1506182"/>
                  </a:lnTo>
                  <a:lnTo>
                    <a:pt x="93786" y="1506914"/>
                  </a:lnTo>
                  <a:lnTo>
                    <a:pt x="94576" y="1506493"/>
                  </a:lnTo>
                  <a:lnTo>
                    <a:pt x="95940" y="1506986"/>
                  </a:lnTo>
                  <a:lnTo>
                    <a:pt x="97041" y="1506273"/>
                  </a:lnTo>
                  <a:lnTo>
                    <a:pt x="96551" y="1505576"/>
                  </a:lnTo>
                  <a:lnTo>
                    <a:pt x="96271" y="1506093"/>
                  </a:lnTo>
                  <a:lnTo>
                    <a:pt x="95781" y="1506076"/>
                  </a:lnTo>
                  <a:lnTo>
                    <a:pt x="95274" y="1505698"/>
                  </a:lnTo>
                  <a:lnTo>
                    <a:pt x="94779" y="1502892"/>
                  </a:lnTo>
                  <a:lnTo>
                    <a:pt x="94362" y="1503242"/>
                  </a:lnTo>
                  <a:lnTo>
                    <a:pt x="93008" y="1503095"/>
                  </a:lnTo>
                  <a:lnTo>
                    <a:pt x="92735" y="1503866"/>
                  </a:lnTo>
                  <a:lnTo>
                    <a:pt x="91806" y="1503776"/>
                  </a:lnTo>
                  <a:lnTo>
                    <a:pt x="91697" y="1503561"/>
                  </a:lnTo>
                  <a:lnTo>
                    <a:pt x="92101" y="1503167"/>
                  </a:lnTo>
                  <a:lnTo>
                    <a:pt x="91192" y="1502404"/>
                  </a:lnTo>
                  <a:lnTo>
                    <a:pt x="90952" y="1501409"/>
                  </a:lnTo>
                  <a:lnTo>
                    <a:pt x="91188" y="1501335"/>
                  </a:lnTo>
                  <a:lnTo>
                    <a:pt x="91845" y="1501946"/>
                  </a:lnTo>
                  <a:lnTo>
                    <a:pt x="92441" y="1501378"/>
                  </a:lnTo>
                  <a:lnTo>
                    <a:pt x="93044" y="1501748"/>
                  </a:lnTo>
                  <a:lnTo>
                    <a:pt x="93136" y="1501429"/>
                  </a:lnTo>
                  <a:lnTo>
                    <a:pt x="93086" y="1500586"/>
                  </a:lnTo>
                  <a:lnTo>
                    <a:pt x="91566" y="1500024"/>
                  </a:lnTo>
                  <a:lnTo>
                    <a:pt x="92360" y="1499076"/>
                  </a:lnTo>
                  <a:lnTo>
                    <a:pt x="91607" y="1498235"/>
                  </a:lnTo>
                  <a:lnTo>
                    <a:pt x="91715" y="1497451"/>
                  </a:lnTo>
                  <a:lnTo>
                    <a:pt x="91169" y="1497034"/>
                  </a:lnTo>
                  <a:lnTo>
                    <a:pt x="90474" y="1497059"/>
                  </a:lnTo>
                  <a:lnTo>
                    <a:pt x="90334" y="1496699"/>
                  </a:lnTo>
                  <a:lnTo>
                    <a:pt x="90883" y="1495790"/>
                  </a:lnTo>
                  <a:lnTo>
                    <a:pt x="91206" y="1495717"/>
                  </a:lnTo>
                  <a:lnTo>
                    <a:pt x="92457" y="1496396"/>
                  </a:lnTo>
                  <a:lnTo>
                    <a:pt x="93705" y="1495334"/>
                  </a:lnTo>
                  <a:lnTo>
                    <a:pt x="93558" y="1495150"/>
                  </a:lnTo>
                  <a:lnTo>
                    <a:pt x="92792" y="1495263"/>
                  </a:lnTo>
                  <a:lnTo>
                    <a:pt x="92091" y="1493349"/>
                  </a:lnTo>
                  <a:lnTo>
                    <a:pt x="91836" y="1493484"/>
                  </a:lnTo>
                  <a:lnTo>
                    <a:pt x="91850" y="1494001"/>
                  </a:lnTo>
                  <a:lnTo>
                    <a:pt x="91497" y="1494159"/>
                  </a:lnTo>
                  <a:lnTo>
                    <a:pt x="90738" y="1492998"/>
                  </a:lnTo>
                  <a:lnTo>
                    <a:pt x="90305" y="1493499"/>
                  </a:lnTo>
                  <a:lnTo>
                    <a:pt x="89966" y="1493500"/>
                  </a:lnTo>
                  <a:lnTo>
                    <a:pt x="90013" y="1492898"/>
                  </a:lnTo>
                  <a:lnTo>
                    <a:pt x="89124" y="1491397"/>
                  </a:lnTo>
                  <a:lnTo>
                    <a:pt x="89183" y="1490809"/>
                  </a:lnTo>
                  <a:lnTo>
                    <a:pt x="89691" y="1490301"/>
                  </a:lnTo>
                  <a:lnTo>
                    <a:pt x="90181" y="1490324"/>
                  </a:lnTo>
                  <a:lnTo>
                    <a:pt x="90774" y="1490963"/>
                  </a:lnTo>
                  <a:lnTo>
                    <a:pt x="91207" y="1490877"/>
                  </a:lnTo>
                  <a:lnTo>
                    <a:pt x="90817" y="1489897"/>
                  </a:lnTo>
                  <a:lnTo>
                    <a:pt x="90841" y="1489020"/>
                  </a:lnTo>
                  <a:lnTo>
                    <a:pt x="90025" y="1488282"/>
                  </a:lnTo>
                  <a:lnTo>
                    <a:pt x="90684" y="1487123"/>
                  </a:lnTo>
                  <a:lnTo>
                    <a:pt x="90653" y="1486780"/>
                  </a:lnTo>
                  <a:lnTo>
                    <a:pt x="90100" y="1486580"/>
                  </a:lnTo>
                  <a:lnTo>
                    <a:pt x="89420" y="1487001"/>
                  </a:lnTo>
                  <a:lnTo>
                    <a:pt x="89088" y="1486967"/>
                  </a:lnTo>
                  <a:lnTo>
                    <a:pt x="88818" y="1485765"/>
                  </a:lnTo>
                  <a:lnTo>
                    <a:pt x="88185" y="1484701"/>
                  </a:lnTo>
                  <a:lnTo>
                    <a:pt x="87950" y="1484887"/>
                  </a:lnTo>
                  <a:lnTo>
                    <a:pt x="87571" y="1486403"/>
                  </a:lnTo>
                  <a:lnTo>
                    <a:pt x="87712" y="1486841"/>
                  </a:lnTo>
                  <a:lnTo>
                    <a:pt x="87508" y="1486902"/>
                  </a:lnTo>
                  <a:lnTo>
                    <a:pt x="86757" y="1485480"/>
                  </a:lnTo>
                  <a:lnTo>
                    <a:pt x="85983" y="1485723"/>
                  </a:lnTo>
                  <a:lnTo>
                    <a:pt x="85520" y="1485506"/>
                  </a:lnTo>
                  <a:lnTo>
                    <a:pt x="84695" y="1483753"/>
                  </a:lnTo>
                  <a:lnTo>
                    <a:pt x="84958" y="1483094"/>
                  </a:lnTo>
                  <a:lnTo>
                    <a:pt x="85509" y="1482939"/>
                  </a:lnTo>
                  <a:lnTo>
                    <a:pt x="85794" y="1482529"/>
                  </a:lnTo>
                  <a:lnTo>
                    <a:pt x="85693" y="1480767"/>
                  </a:lnTo>
                  <a:lnTo>
                    <a:pt x="86256" y="1480182"/>
                  </a:lnTo>
                  <a:lnTo>
                    <a:pt x="86405" y="1479650"/>
                  </a:lnTo>
                  <a:lnTo>
                    <a:pt x="85797" y="1478939"/>
                  </a:lnTo>
                  <a:lnTo>
                    <a:pt x="85669" y="1477707"/>
                  </a:lnTo>
                  <a:lnTo>
                    <a:pt x="85115" y="1477197"/>
                  </a:lnTo>
                  <a:lnTo>
                    <a:pt x="84819" y="1476296"/>
                  </a:lnTo>
                  <a:lnTo>
                    <a:pt x="84366" y="1475814"/>
                  </a:lnTo>
                  <a:lnTo>
                    <a:pt x="84812" y="1475380"/>
                  </a:lnTo>
                  <a:lnTo>
                    <a:pt x="85697" y="1475290"/>
                  </a:lnTo>
                  <a:lnTo>
                    <a:pt x="87438" y="1473353"/>
                  </a:lnTo>
                  <a:lnTo>
                    <a:pt x="87518" y="1472870"/>
                  </a:lnTo>
                  <a:lnTo>
                    <a:pt x="86849" y="1472441"/>
                  </a:lnTo>
                  <a:lnTo>
                    <a:pt x="86060" y="1473279"/>
                  </a:lnTo>
                  <a:lnTo>
                    <a:pt x="85428" y="1473015"/>
                  </a:lnTo>
                  <a:lnTo>
                    <a:pt x="84219" y="1473579"/>
                  </a:lnTo>
                  <a:lnTo>
                    <a:pt x="83892" y="1473307"/>
                  </a:lnTo>
                  <a:lnTo>
                    <a:pt x="83712" y="1472576"/>
                  </a:lnTo>
                  <a:lnTo>
                    <a:pt x="84468" y="1472428"/>
                  </a:lnTo>
                  <a:lnTo>
                    <a:pt x="84620" y="1471585"/>
                  </a:lnTo>
                  <a:lnTo>
                    <a:pt x="84411" y="1471167"/>
                  </a:lnTo>
                  <a:lnTo>
                    <a:pt x="83463" y="1470923"/>
                  </a:lnTo>
                  <a:lnTo>
                    <a:pt x="82570" y="1470002"/>
                  </a:lnTo>
                  <a:lnTo>
                    <a:pt x="82553" y="1469041"/>
                  </a:lnTo>
                  <a:lnTo>
                    <a:pt x="82760" y="1468899"/>
                  </a:lnTo>
                  <a:lnTo>
                    <a:pt x="83221" y="1469113"/>
                  </a:lnTo>
                  <a:lnTo>
                    <a:pt x="83545" y="1469624"/>
                  </a:lnTo>
                  <a:lnTo>
                    <a:pt x="84405" y="1468893"/>
                  </a:lnTo>
                  <a:lnTo>
                    <a:pt x="84557" y="1468388"/>
                  </a:lnTo>
                  <a:lnTo>
                    <a:pt x="84272" y="1468282"/>
                  </a:lnTo>
                  <a:lnTo>
                    <a:pt x="83852" y="1468716"/>
                  </a:lnTo>
                  <a:lnTo>
                    <a:pt x="82791" y="1468157"/>
                  </a:lnTo>
                  <a:lnTo>
                    <a:pt x="82107" y="1468189"/>
                  </a:lnTo>
                  <a:lnTo>
                    <a:pt x="82082" y="1467976"/>
                  </a:lnTo>
                  <a:lnTo>
                    <a:pt x="82377" y="1467465"/>
                  </a:lnTo>
                  <a:lnTo>
                    <a:pt x="82984" y="1467876"/>
                  </a:lnTo>
                  <a:lnTo>
                    <a:pt x="83311" y="1467834"/>
                  </a:lnTo>
                  <a:lnTo>
                    <a:pt x="84120" y="1466897"/>
                  </a:lnTo>
                  <a:lnTo>
                    <a:pt x="84053" y="1466216"/>
                  </a:lnTo>
                  <a:lnTo>
                    <a:pt x="83846" y="1466100"/>
                  </a:lnTo>
                  <a:lnTo>
                    <a:pt x="83497" y="1466388"/>
                  </a:lnTo>
                  <a:lnTo>
                    <a:pt x="83123" y="1466265"/>
                  </a:lnTo>
                  <a:lnTo>
                    <a:pt x="82632" y="1466537"/>
                  </a:lnTo>
                  <a:lnTo>
                    <a:pt x="82293" y="1466073"/>
                  </a:lnTo>
                  <a:lnTo>
                    <a:pt x="81700" y="1466152"/>
                  </a:lnTo>
                  <a:lnTo>
                    <a:pt x="81449" y="1465861"/>
                  </a:lnTo>
                  <a:lnTo>
                    <a:pt x="81699" y="1464884"/>
                  </a:lnTo>
                  <a:lnTo>
                    <a:pt x="81224" y="1464275"/>
                  </a:lnTo>
                  <a:lnTo>
                    <a:pt x="81382" y="1464036"/>
                  </a:lnTo>
                  <a:lnTo>
                    <a:pt x="81885" y="1464104"/>
                  </a:lnTo>
                  <a:lnTo>
                    <a:pt x="82107" y="1464822"/>
                  </a:lnTo>
                  <a:lnTo>
                    <a:pt x="83365" y="1462756"/>
                  </a:lnTo>
                  <a:lnTo>
                    <a:pt x="82646" y="1462206"/>
                  </a:lnTo>
                  <a:lnTo>
                    <a:pt x="82953" y="1462733"/>
                  </a:lnTo>
                  <a:lnTo>
                    <a:pt x="81624" y="1462711"/>
                  </a:lnTo>
                  <a:lnTo>
                    <a:pt x="81513" y="1462402"/>
                  </a:lnTo>
                  <a:lnTo>
                    <a:pt x="81989" y="1461589"/>
                  </a:lnTo>
                  <a:lnTo>
                    <a:pt x="81819" y="1461428"/>
                  </a:lnTo>
                  <a:lnTo>
                    <a:pt x="80862" y="1461491"/>
                  </a:lnTo>
                  <a:lnTo>
                    <a:pt x="80375" y="1461293"/>
                  </a:lnTo>
                  <a:lnTo>
                    <a:pt x="79981" y="1461703"/>
                  </a:lnTo>
                  <a:lnTo>
                    <a:pt x="79737" y="1461492"/>
                  </a:lnTo>
                  <a:lnTo>
                    <a:pt x="79424" y="1460443"/>
                  </a:lnTo>
                  <a:lnTo>
                    <a:pt x="80320" y="1460304"/>
                  </a:lnTo>
                  <a:lnTo>
                    <a:pt x="80391" y="1459219"/>
                  </a:lnTo>
                  <a:lnTo>
                    <a:pt x="79769" y="1459438"/>
                  </a:lnTo>
                  <a:lnTo>
                    <a:pt x="79429" y="1458857"/>
                  </a:lnTo>
                  <a:lnTo>
                    <a:pt x="79187" y="1458819"/>
                  </a:lnTo>
                  <a:lnTo>
                    <a:pt x="78925" y="1459148"/>
                  </a:lnTo>
                  <a:lnTo>
                    <a:pt x="78701" y="1458904"/>
                  </a:lnTo>
                  <a:lnTo>
                    <a:pt x="78393" y="1459152"/>
                  </a:lnTo>
                  <a:lnTo>
                    <a:pt x="78261" y="1459673"/>
                  </a:lnTo>
                  <a:lnTo>
                    <a:pt x="78336" y="1460758"/>
                  </a:lnTo>
                  <a:lnTo>
                    <a:pt x="77769" y="1460962"/>
                  </a:lnTo>
                  <a:lnTo>
                    <a:pt x="77070" y="1460662"/>
                  </a:lnTo>
                  <a:lnTo>
                    <a:pt x="77050" y="1459898"/>
                  </a:lnTo>
                  <a:lnTo>
                    <a:pt x="77712" y="1460216"/>
                  </a:lnTo>
                  <a:lnTo>
                    <a:pt x="77602" y="1459319"/>
                  </a:lnTo>
                  <a:lnTo>
                    <a:pt x="78320" y="1458913"/>
                  </a:lnTo>
                  <a:lnTo>
                    <a:pt x="77937" y="1458548"/>
                  </a:lnTo>
                  <a:lnTo>
                    <a:pt x="78094" y="1458161"/>
                  </a:lnTo>
                  <a:lnTo>
                    <a:pt x="78954" y="1457974"/>
                  </a:lnTo>
                  <a:lnTo>
                    <a:pt x="79358" y="1457460"/>
                  </a:lnTo>
                  <a:lnTo>
                    <a:pt x="80078" y="1457209"/>
                  </a:lnTo>
                  <a:lnTo>
                    <a:pt x="80078" y="1456941"/>
                  </a:lnTo>
                  <a:lnTo>
                    <a:pt x="79679" y="1456589"/>
                  </a:lnTo>
                  <a:lnTo>
                    <a:pt x="79297" y="1456527"/>
                  </a:lnTo>
                  <a:lnTo>
                    <a:pt x="79664" y="1456004"/>
                  </a:lnTo>
                  <a:lnTo>
                    <a:pt x="78687" y="1455027"/>
                  </a:lnTo>
                  <a:lnTo>
                    <a:pt x="78829" y="1454515"/>
                  </a:lnTo>
                  <a:lnTo>
                    <a:pt x="79274" y="1454239"/>
                  </a:lnTo>
                  <a:lnTo>
                    <a:pt x="80438" y="1454321"/>
                  </a:lnTo>
                  <a:lnTo>
                    <a:pt x="80669" y="1455291"/>
                  </a:lnTo>
                  <a:lnTo>
                    <a:pt x="81054" y="1455538"/>
                  </a:lnTo>
                  <a:lnTo>
                    <a:pt x="81705" y="1454777"/>
                  </a:lnTo>
                  <a:lnTo>
                    <a:pt x="81210" y="1454333"/>
                  </a:lnTo>
                  <a:lnTo>
                    <a:pt x="81515" y="1454026"/>
                  </a:lnTo>
                  <a:lnTo>
                    <a:pt x="81813" y="1454093"/>
                  </a:lnTo>
                  <a:lnTo>
                    <a:pt x="82120" y="1454886"/>
                  </a:lnTo>
                  <a:lnTo>
                    <a:pt x="83399" y="1454681"/>
                  </a:lnTo>
                  <a:lnTo>
                    <a:pt x="83652" y="1452561"/>
                  </a:lnTo>
                  <a:lnTo>
                    <a:pt x="83383" y="1451639"/>
                  </a:lnTo>
                  <a:lnTo>
                    <a:pt x="82651" y="1451594"/>
                  </a:lnTo>
                  <a:lnTo>
                    <a:pt x="82133" y="1451256"/>
                  </a:lnTo>
                  <a:lnTo>
                    <a:pt x="82637" y="1450885"/>
                  </a:lnTo>
                  <a:lnTo>
                    <a:pt x="83415" y="1450393"/>
                  </a:lnTo>
                  <a:lnTo>
                    <a:pt x="82601" y="1449469"/>
                  </a:lnTo>
                  <a:lnTo>
                    <a:pt x="82612" y="1448784"/>
                  </a:lnTo>
                  <a:lnTo>
                    <a:pt x="83827" y="1448538"/>
                  </a:lnTo>
                  <a:lnTo>
                    <a:pt x="84125" y="1448670"/>
                  </a:lnTo>
                  <a:lnTo>
                    <a:pt x="84453" y="1448298"/>
                  </a:lnTo>
                  <a:lnTo>
                    <a:pt x="83991" y="1447561"/>
                  </a:lnTo>
                  <a:lnTo>
                    <a:pt x="83107" y="1447653"/>
                  </a:lnTo>
                  <a:lnTo>
                    <a:pt x="82925" y="1447498"/>
                  </a:lnTo>
                  <a:lnTo>
                    <a:pt x="83121" y="1446810"/>
                  </a:lnTo>
                  <a:lnTo>
                    <a:pt x="82797" y="1446626"/>
                  </a:lnTo>
                  <a:lnTo>
                    <a:pt x="82806" y="1446356"/>
                  </a:lnTo>
                  <a:lnTo>
                    <a:pt x="82493" y="1446715"/>
                  </a:lnTo>
                  <a:lnTo>
                    <a:pt x="82719" y="1447490"/>
                  </a:lnTo>
                  <a:lnTo>
                    <a:pt x="81894" y="1446916"/>
                  </a:lnTo>
                  <a:lnTo>
                    <a:pt x="81204" y="1447228"/>
                  </a:lnTo>
                  <a:lnTo>
                    <a:pt x="80855" y="1446932"/>
                  </a:lnTo>
                  <a:lnTo>
                    <a:pt x="81286" y="1446723"/>
                  </a:lnTo>
                  <a:lnTo>
                    <a:pt x="81927" y="1445678"/>
                  </a:lnTo>
                  <a:lnTo>
                    <a:pt x="82208" y="1446068"/>
                  </a:lnTo>
                  <a:lnTo>
                    <a:pt x="83206" y="1446087"/>
                  </a:lnTo>
                  <a:lnTo>
                    <a:pt x="82933" y="1445160"/>
                  </a:lnTo>
                  <a:lnTo>
                    <a:pt x="82114" y="1445406"/>
                  </a:lnTo>
                  <a:lnTo>
                    <a:pt x="81324" y="1444681"/>
                  </a:lnTo>
                  <a:lnTo>
                    <a:pt x="81713" y="1444387"/>
                  </a:lnTo>
                  <a:lnTo>
                    <a:pt x="82055" y="1444525"/>
                  </a:lnTo>
                  <a:lnTo>
                    <a:pt x="82188" y="1444155"/>
                  </a:lnTo>
                  <a:lnTo>
                    <a:pt x="82859" y="1443661"/>
                  </a:lnTo>
                  <a:lnTo>
                    <a:pt x="81849" y="1442956"/>
                  </a:lnTo>
                  <a:lnTo>
                    <a:pt x="81828" y="1442099"/>
                  </a:lnTo>
                  <a:lnTo>
                    <a:pt x="81509" y="1441584"/>
                  </a:lnTo>
                  <a:lnTo>
                    <a:pt x="81728" y="1441468"/>
                  </a:lnTo>
                  <a:lnTo>
                    <a:pt x="82172" y="1441722"/>
                  </a:lnTo>
                  <a:lnTo>
                    <a:pt x="82369" y="1441430"/>
                  </a:lnTo>
                  <a:lnTo>
                    <a:pt x="81883" y="1440568"/>
                  </a:lnTo>
                  <a:lnTo>
                    <a:pt x="82889" y="1440585"/>
                  </a:lnTo>
                  <a:lnTo>
                    <a:pt x="83233" y="1440999"/>
                  </a:lnTo>
                  <a:lnTo>
                    <a:pt x="83499" y="1440827"/>
                  </a:lnTo>
                  <a:lnTo>
                    <a:pt x="83427" y="1440322"/>
                  </a:lnTo>
                  <a:lnTo>
                    <a:pt x="82688" y="1439625"/>
                  </a:lnTo>
                  <a:lnTo>
                    <a:pt x="83261" y="1439192"/>
                  </a:lnTo>
                  <a:lnTo>
                    <a:pt x="83252" y="1438866"/>
                  </a:lnTo>
                  <a:lnTo>
                    <a:pt x="82724" y="1439032"/>
                  </a:lnTo>
                  <a:lnTo>
                    <a:pt x="82487" y="1438787"/>
                  </a:lnTo>
                  <a:lnTo>
                    <a:pt x="82611" y="1438431"/>
                  </a:lnTo>
                  <a:lnTo>
                    <a:pt x="83549" y="1438423"/>
                  </a:lnTo>
                  <a:lnTo>
                    <a:pt x="83538" y="1437966"/>
                  </a:lnTo>
                  <a:lnTo>
                    <a:pt x="83218" y="1438015"/>
                  </a:lnTo>
                  <a:lnTo>
                    <a:pt x="82818" y="1437629"/>
                  </a:lnTo>
                  <a:lnTo>
                    <a:pt x="83054" y="1437276"/>
                  </a:lnTo>
                  <a:lnTo>
                    <a:pt x="82791" y="1436960"/>
                  </a:lnTo>
                  <a:lnTo>
                    <a:pt x="83001" y="1436860"/>
                  </a:lnTo>
                  <a:lnTo>
                    <a:pt x="83543" y="1437214"/>
                  </a:lnTo>
                  <a:lnTo>
                    <a:pt x="84438" y="1437023"/>
                  </a:lnTo>
                  <a:lnTo>
                    <a:pt x="84062" y="1436472"/>
                  </a:lnTo>
                  <a:lnTo>
                    <a:pt x="82991" y="1436343"/>
                  </a:lnTo>
                  <a:lnTo>
                    <a:pt x="83001" y="1436125"/>
                  </a:lnTo>
                  <a:lnTo>
                    <a:pt x="84225" y="1436276"/>
                  </a:lnTo>
                  <a:lnTo>
                    <a:pt x="83951" y="1435773"/>
                  </a:lnTo>
                  <a:lnTo>
                    <a:pt x="84407" y="1435259"/>
                  </a:lnTo>
                  <a:lnTo>
                    <a:pt x="84239" y="1434758"/>
                  </a:lnTo>
                  <a:lnTo>
                    <a:pt x="84435" y="1434384"/>
                  </a:lnTo>
                  <a:lnTo>
                    <a:pt x="84740" y="1435332"/>
                  </a:lnTo>
                  <a:lnTo>
                    <a:pt x="85311" y="1434767"/>
                  </a:lnTo>
                  <a:lnTo>
                    <a:pt x="85763" y="1434845"/>
                  </a:lnTo>
                  <a:lnTo>
                    <a:pt x="85897" y="1434487"/>
                  </a:lnTo>
                  <a:lnTo>
                    <a:pt x="85763" y="1434081"/>
                  </a:lnTo>
                  <a:lnTo>
                    <a:pt x="85283" y="1434078"/>
                  </a:lnTo>
                  <a:lnTo>
                    <a:pt x="85188" y="1433078"/>
                  </a:lnTo>
                  <a:lnTo>
                    <a:pt x="84391" y="1433287"/>
                  </a:lnTo>
                  <a:lnTo>
                    <a:pt x="84587" y="1433704"/>
                  </a:lnTo>
                  <a:lnTo>
                    <a:pt x="84316" y="1433981"/>
                  </a:lnTo>
                  <a:lnTo>
                    <a:pt x="84067" y="1433897"/>
                  </a:lnTo>
                  <a:lnTo>
                    <a:pt x="83949" y="1433512"/>
                  </a:lnTo>
                  <a:lnTo>
                    <a:pt x="83577" y="1433436"/>
                  </a:lnTo>
                  <a:lnTo>
                    <a:pt x="84065" y="1432601"/>
                  </a:lnTo>
                  <a:lnTo>
                    <a:pt x="83962" y="1432248"/>
                  </a:lnTo>
                  <a:lnTo>
                    <a:pt x="84704" y="1431778"/>
                  </a:lnTo>
                  <a:lnTo>
                    <a:pt x="84818" y="1431258"/>
                  </a:lnTo>
                  <a:lnTo>
                    <a:pt x="83968" y="1430635"/>
                  </a:lnTo>
                  <a:lnTo>
                    <a:pt x="82889" y="1430758"/>
                  </a:lnTo>
                  <a:lnTo>
                    <a:pt x="83148" y="1430453"/>
                  </a:lnTo>
                  <a:lnTo>
                    <a:pt x="83200" y="1429597"/>
                  </a:lnTo>
                  <a:lnTo>
                    <a:pt x="83768" y="1429483"/>
                  </a:lnTo>
                  <a:lnTo>
                    <a:pt x="83389" y="1428625"/>
                  </a:lnTo>
                  <a:lnTo>
                    <a:pt x="83157" y="1428524"/>
                  </a:lnTo>
                  <a:lnTo>
                    <a:pt x="82793" y="1428840"/>
                  </a:lnTo>
                  <a:lnTo>
                    <a:pt x="82740" y="1429301"/>
                  </a:lnTo>
                  <a:lnTo>
                    <a:pt x="81985" y="1428905"/>
                  </a:lnTo>
                  <a:lnTo>
                    <a:pt x="82169" y="1428592"/>
                  </a:lnTo>
                  <a:lnTo>
                    <a:pt x="82569" y="1428610"/>
                  </a:lnTo>
                  <a:lnTo>
                    <a:pt x="82817" y="1428352"/>
                  </a:lnTo>
                  <a:lnTo>
                    <a:pt x="82333" y="1427922"/>
                  </a:lnTo>
                  <a:lnTo>
                    <a:pt x="81923" y="1428160"/>
                  </a:lnTo>
                  <a:lnTo>
                    <a:pt x="81924" y="1427708"/>
                  </a:lnTo>
                  <a:lnTo>
                    <a:pt x="82235" y="1427465"/>
                  </a:lnTo>
                  <a:lnTo>
                    <a:pt x="82756" y="1427571"/>
                  </a:lnTo>
                  <a:lnTo>
                    <a:pt x="83070" y="1426865"/>
                  </a:lnTo>
                  <a:lnTo>
                    <a:pt x="82845" y="1426606"/>
                  </a:lnTo>
                  <a:lnTo>
                    <a:pt x="82393" y="1426965"/>
                  </a:lnTo>
                  <a:lnTo>
                    <a:pt x="81857" y="1426681"/>
                  </a:lnTo>
                  <a:lnTo>
                    <a:pt x="82661" y="1425832"/>
                  </a:lnTo>
                  <a:lnTo>
                    <a:pt x="83102" y="1426001"/>
                  </a:lnTo>
                  <a:lnTo>
                    <a:pt x="83337" y="1425802"/>
                  </a:lnTo>
                  <a:lnTo>
                    <a:pt x="83236" y="1424522"/>
                  </a:lnTo>
                  <a:lnTo>
                    <a:pt x="82919" y="1424733"/>
                  </a:lnTo>
                  <a:lnTo>
                    <a:pt x="82800" y="1424461"/>
                  </a:lnTo>
                  <a:lnTo>
                    <a:pt x="82397" y="1424415"/>
                  </a:lnTo>
                  <a:lnTo>
                    <a:pt x="81865" y="1424627"/>
                  </a:lnTo>
                  <a:lnTo>
                    <a:pt x="81691" y="1425102"/>
                  </a:lnTo>
                  <a:lnTo>
                    <a:pt x="80890" y="1424532"/>
                  </a:lnTo>
                  <a:lnTo>
                    <a:pt x="80715" y="1425612"/>
                  </a:lnTo>
                  <a:lnTo>
                    <a:pt x="79869" y="1425816"/>
                  </a:lnTo>
                  <a:lnTo>
                    <a:pt x="79719" y="1425617"/>
                  </a:lnTo>
                  <a:lnTo>
                    <a:pt x="79551" y="1424430"/>
                  </a:lnTo>
                  <a:lnTo>
                    <a:pt x="80768" y="1424300"/>
                  </a:lnTo>
                  <a:lnTo>
                    <a:pt x="80602" y="1423783"/>
                  </a:lnTo>
                  <a:lnTo>
                    <a:pt x="80025" y="1423772"/>
                  </a:lnTo>
                  <a:lnTo>
                    <a:pt x="79988" y="1423374"/>
                  </a:lnTo>
                  <a:lnTo>
                    <a:pt x="80579" y="1423328"/>
                  </a:lnTo>
                  <a:lnTo>
                    <a:pt x="80842" y="1422882"/>
                  </a:lnTo>
                  <a:lnTo>
                    <a:pt x="81811" y="1422479"/>
                  </a:lnTo>
                  <a:lnTo>
                    <a:pt x="81667" y="1421911"/>
                  </a:lnTo>
                  <a:lnTo>
                    <a:pt x="82549" y="1421528"/>
                  </a:lnTo>
                  <a:lnTo>
                    <a:pt x="82589" y="1421180"/>
                  </a:lnTo>
                  <a:lnTo>
                    <a:pt x="81974" y="1420996"/>
                  </a:lnTo>
                  <a:lnTo>
                    <a:pt x="80383" y="1421525"/>
                  </a:lnTo>
                  <a:lnTo>
                    <a:pt x="79869" y="1421411"/>
                  </a:lnTo>
                  <a:lnTo>
                    <a:pt x="79543" y="1420611"/>
                  </a:lnTo>
                  <a:lnTo>
                    <a:pt x="80720" y="1420692"/>
                  </a:lnTo>
                  <a:lnTo>
                    <a:pt x="80829" y="1419852"/>
                  </a:lnTo>
                  <a:lnTo>
                    <a:pt x="80557" y="1419388"/>
                  </a:lnTo>
                  <a:lnTo>
                    <a:pt x="80403" y="1420157"/>
                  </a:lnTo>
                  <a:lnTo>
                    <a:pt x="80137" y="1420226"/>
                  </a:lnTo>
                  <a:lnTo>
                    <a:pt x="79660" y="1418958"/>
                  </a:lnTo>
                  <a:lnTo>
                    <a:pt x="79354" y="1419451"/>
                  </a:lnTo>
                  <a:lnTo>
                    <a:pt x="79426" y="1420116"/>
                  </a:lnTo>
                  <a:lnTo>
                    <a:pt x="78810" y="1419583"/>
                  </a:lnTo>
                  <a:lnTo>
                    <a:pt x="78020" y="1419844"/>
                  </a:lnTo>
                  <a:lnTo>
                    <a:pt x="77493" y="1419679"/>
                  </a:lnTo>
                  <a:lnTo>
                    <a:pt x="77515" y="1419272"/>
                  </a:lnTo>
                  <a:lnTo>
                    <a:pt x="77880" y="1419200"/>
                  </a:lnTo>
                  <a:lnTo>
                    <a:pt x="78348" y="1418709"/>
                  </a:lnTo>
                  <a:lnTo>
                    <a:pt x="78741" y="1418641"/>
                  </a:lnTo>
                  <a:lnTo>
                    <a:pt x="78820" y="1418888"/>
                  </a:lnTo>
                  <a:lnTo>
                    <a:pt x="79077" y="1418906"/>
                  </a:lnTo>
                  <a:lnTo>
                    <a:pt x="79497" y="1418520"/>
                  </a:lnTo>
                  <a:lnTo>
                    <a:pt x="79183" y="1417910"/>
                  </a:lnTo>
                  <a:lnTo>
                    <a:pt x="78724" y="1418242"/>
                  </a:lnTo>
                  <a:lnTo>
                    <a:pt x="78438" y="1417930"/>
                  </a:lnTo>
                  <a:lnTo>
                    <a:pt x="77757" y="1417916"/>
                  </a:lnTo>
                  <a:lnTo>
                    <a:pt x="77905" y="1417325"/>
                  </a:lnTo>
                  <a:lnTo>
                    <a:pt x="78498" y="1417523"/>
                  </a:lnTo>
                  <a:lnTo>
                    <a:pt x="78561" y="1417040"/>
                  </a:lnTo>
                  <a:lnTo>
                    <a:pt x="79194" y="1416824"/>
                  </a:lnTo>
                  <a:lnTo>
                    <a:pt x="79803" y="1417077"/>
                  </a:lnTo>
                  <a:lnTo>
                    <a:pt x="80164" y="1416670"/>
                  </a:lnTo>
                  <a:lnTo>
                    <a:pt x="79639" y="1416603"/>
                  </a:lnTo>
                  <a:lnTo>
                    <a:pt x="79791" y="1416223"/>
                  </a:lnTo>
                  <a:lnTo>
                    <a:pt x="79594" y="1415514"/>
                  </a:lnTo>
                  <a:lnTo>
                    <a:pt x="79446" y="1416010"/>
                  </a:lnTo>
                  <a:lnTo>
                    <a:pt x="78936" y="1415695"/>
                  </a:lnTo>
                  <a:lnTo>
                    <a:pt x="79062" y="1416231"/>
                  </a:lnTo>
                  <a:lnTo>
                    <a:pt x="78829" y="1416508"/>
                  </a:lnTo>
                  <a:lnTo>
                    <a:pt x="77602" y="1415688"/>
                  </a:lnTo>
                  <a:lnTo>
                    <a:pt x="78943" y="1415413"/>
                  </a:lnTo>
                  <a:lnTo>
                    <a:pt x="78330" y="1414413"/>
                  </a:lnTo>
                  <a:lnTo>
                    <a:pt x="78374" y="1413775"/>
                  </a:lnTo>
                  <a:lnTo>
                    <a:pt x="77832" y="1414057"/>
                  </a:lnTo>
                  <a:lnTo>
                    <a:pt x="77974" y="1413667"/>
                  </a:lnTo>
                  <a:lnTo>
                    <a:pt x="77788" y="1413447"/>
                  </a:lnTo>
                  <a:lnTo>
                    <a:pt x="77204" y="1413669"/>
                  </a:lnTo>
                  <a:lnTo>
                    <a:pt x="76613" y="1413603"/>
                  </a:lnTo>
                  <a:lnTo>
                    <a:pt x="76661" y="1413299"/>
                  </a:lnTo>
                  <a:lnTo>
                    <a:pt x="77122" y="1413144"/>
                  </a:lnTo>
                  <a:lnTo>
                    <a:pt x="76790" y="1412751"/>
                  </a:lnTo>
                  <a:lnTo>
                    <a:pt x="76399" y="1413003"/>
                  </a:lnTo>
                  <a:lnTo>
                    <a:pt x="76084" y="1412567"/>
                  </a:lnTo>
                  <a:lnTo>
                    <a:pt x="76077" y="1412078"/>
                  </a:lnTo>
                  <a:lnTo>
                    <a:pt x="76522" y="1412418"/>
                  </a:lnTo>
                  <a:lnTo>
                    <a:pt x="76964" y="1412191"/>
                  </a:lnTo>
                  <a:lnTo>
                    <a:pt x="76943" y="1411291"/>
                  </a:lnTo>
                  <a:lnTo>
                    <a:pt x="76285" y="1410579"/>
                  </a:lnTo>
                  <a:lnTo>
                    <a:pt x="76159" y="1410097"/>
                  </a:lnTo>
                  <a:lnTo>
                    <a:pt x="75573" y="1409866"/>
                  </a:lnTo>
                  <a:lnTo>
                    <a:pt x="75522" y="1409528"/>
                  </a:lnTo>
                  <a:lnTo>
                    <a:pt x="75869" y="1409491"/>
                  </a:lnTo>
                  <a:lnTo>
                    <a:pt x="75829" y="1409290"/>
                  </a:lnTo>
                  <a:lnTo>
                    <a:pt x="75405" y="1408824"/>
                  </a:lnTo>
                  <a:lnTo>
                    <a:pt x="75016" y="1408880"/>
                  </a:lnTo>
                  <a:lnTo>
                    <a:pt x="74800" y="1408607"/>
                  </a:lnTo>
                  <a:lnTo>
                    <a:pt x="74892" y="1408236"/>
                  </a:lnTo>
                  <a:lnTo>
                    <a:pt x="75987" y="1408006"/>
                  </a:lnTo>
                  <a:lnTo>
                    <a:pt x="75997" y="1407332"/>
                  </a:lnTo>
                  <a:lnTo>
                    <a:pt x="75465" y="1407611"/>
                  </a:lnTo>
                  <a:lnTo>
                    <a:pt x="74943" y="1407235"/>
                  </a:lnTo>
                  <a:lnTo>
                    <a:pt x="74265" y="1407336"/>
                  </a:lnTo>
                  <a:lnTo>
                    <a:pt x="73901" y="1407183"/>
                  </a:lnTo>
                  <a:lnTo>
                    <a:pt x="73716" y="1406802"/>
                  </a:lnTo>
                  <a:lnTo>
                    <a:pt x="73800" y="1406549"/>
                  </a:lnTo>
                  <a:lnTo>
                    <a:pt x="74480" y="1406807"/>
                  </a:lnTo>
                  <a:lnTo>
                    <a:pt x="74565" y="1406098"/>
                  </a:lnTo>
                  <a:lnTo>
                    <a:pt x="75342" y="1405874"/>
                  </a:lnTo>
                  <a:lnTo>
                    <a:pt x="76156" y="1407065"/>
                  </a:lnTo>
                  <a:lnTo>
                    <a:pt x="77228" y="1406847"/>
                  </a:lnTo>
                  <a:lnTo>
                    <a:pt x="77319" y="1406510"/>
                  </a:lnTo>
                  <a:lnTo>
                    <a:pt x="77025" y="1406107"/>
                  </a:lnTo>
                  <a:lnTo>
                    <a:pt x="76640" y="1406161"/>
                  </a:lnTo>
                  <a:lnTo>
                    <a:pt x="76481" y="1406421"/>
                  </a:lnTo>
                  <a:lnTo>
                    <a:pt x="76094" y="1406124"/>
                  </a:lnTo>
                  <a:lnTo>
                    <a:pt x="76259" y="1405674"/>
                  </a:lnTo>
                  <a:lnTo>
                    <a:pt x="76705" y="1405594"/>
                  </a:lnTo>
                  <a:lnTo>
                    <a:pt x="76454" y="1405188"/>
                  </a:lnTo>
                  <a:lnTo>
                    <a:pt x="77406" y="1404907"/>
                  </a:lnTo>
                  <a:lnTo>
                    <a:pt x="77114" y="1404446"/>
                  </a:lnTo>
                  <a:lnTo>
                    <a:pt x="77275" y="1404199"/>
                  </a:lnTo>
                  <a:lnTo>
                    <a:pt x="76745" y="1403820"/>
                  </a:lnTo>
                  <a:lnTo>
                    <a:pt x="76619" y="1403384"/>
                  </a:lnTo>
                  <a:lnTo>
                    <a:pt x="76835" y="1403334"/>
                  </a:lnTo>
                  <a:lnTo>
                    <a:pt x="77408" y="1404118"/>
                  </a:lnTo>
                  <a:lnTo>
                    <a:pt x="78504" y="1403807"/>
                  </a:lnTo>
                  <a:lnTo>
                    <a:pt x="78049" y="1403685"/>
                  </a:lnTo>
                  <a:lnTo>
                    <a:pt x="78310" y="1402771"/>
                  </a:lnTo>
                  <a:lnTo>
                    <a:pt x="77857" y="1402466"/>
                  </a:lnTo>
                  <a:lnTo>
                    <a:pt x="76755" y="1402245"/>
                  </a:lnTo>
                  <a:lnTo>
                    <a:pt x="75405" y="1401004"/>
                  </a:lnTo>
                  <a:lnTo>
                    <a:pt x="75110" y="1400391"/>
                  </a:lnTo>
                  <a:lnTo>
                    <a:pt x="75261" y="1399626"/>
                  </a:lnTo>
                  <a:lnTo>
                    <a:pt x="76018" y="1399680"/>
                  </a:lnTo>
                  <a:lnTo>
                    <a:pt x="76248" y="1401013"/>
                  </a:lnTo>
                  <a:lnTo>
                    <a:pt x="76508" y="1401012"/>
                  </a:lnTo>
                  <a:lnTo>
                    <a:pt x="76662" y="1400555"/>
                  </a:lnTo>
                  <a:lnTo>
                    <a:pt x="77504" y="1400106"/>
                  </a:lnTo>
                  <a:lnTo>
                    <a:pt x="76845" y="1398485"/>
                  </a:lnTo>
                  <a:lnTo>
                    <a:pt x="76047" y="1397875"/>
                  </a:lnTo>
                  <a:lnTo>
                    <a:pt x="75660" y="1398157"/>
                  </a:lnTo>
                  <a:lnTo>
                    <a:pt x="75114" y="1398142"/>
                  </a:lnTo>
                  <a:lnTo>
                    <a:pt x="74904" y="1396525"/>
                  </a:lnTo>
                  <a:lnTo>
                    <a:pt x="72203" y="1395824"/>
                  </a:lnTo>
                  <a:lnTo>
                    <a:pt x="72352" y="1395062"/>
                  </a:lnTo>
                  <a:lnTo>
                    <a:pt x="72942" y="1394500"/>
                  </a:lnTo>
                  <a:lnTo>
                    <a:pt x="73198" y="1394425"/>
                  </a:lnTo>
                  <a:lnTo>
                    <a:pt x="73596" y="1394736"/>
                  </a:lnTo>
                  <a:lnTo>
                    <a:pt x="73690" y="1393786"/>
                  </a:lnTo>
                  <a:lnTo>
                    <a:pt x="73549" y="1393422"/>
                  </a:lnTo>
                  <a:lnTo>
                    <a:pt x="73219" y="1393381"/>
                  </a:lnTo>
                  <a:lnTo>
                    <a:pt x="73051" y="1393704"/>
                  </a:lnTo>
                  <a:lnTo>
                    <a:pt x="71999" y="1394264"/>
                  </a:lnTo>
                  <a:lnTo>
                    <a:pt x="71959" y="1393675"/>
                  </a:lnTo>
                  <a:lnTo>
                    <a:pt x="72518" y="1393266"/>
                  </a:lnTo>
                  <a:lnTo>
                    <a:pt x="72413" y="1392335"/>
                  </a:lnTo>
                  <a:lnTo>
                    <a:pt x="73609" y="1392701"/>
                  </a:lnTo>
                  <a:lnTo>
                    <a:pt x="73765" y="1392469"/>
                  </a:lnTo>
                  <a:lnTo>
                    <a:pt x="73474" y="1392016"/>
                  </a:lnTo>
                  <a:lnTo>
                    <a:pt x="72770" y="1391770"/>
                  </a:lnTo>
                  <a:lnTo>
                    <a:pt x="72963" y="1391435"/>
                  </a:lnTo>
                  <a:lnTo>
                    <a:pt x="73550" y="1391266"/>
                  </a:lnTo>
                  <a:lnTo>
                    <a:pt x="72618" y="1390880"/>
                  </a:lnTo>
                  <a:lnTo>
                    <a:pt x="73064" y="1390367"/>
                  </a:lnTo>
                  <a:lnTo>
                    <a:pt x="72732" y="1389651"/>
                  </a:lnTo>
                  <a:lnTo>
                    <a:pt x="72293" y="1389339"/>
                  </a:lnTo>
                  <a:lnTo>
                    <a:pt x="72833" y="1388156"/>
                  </a:lnTo>
                  <a:lnTo>
                    <a:pt x="72631" y="1387402"/>
                  </a:lnTo>
                  <a:lnTo>
                    <a:pt x="71573" y="1387198"/>
                  </a:lnTo>
                  <a:lnTo>
                    <a:pt x="71865" y="1387952"/>
                  </a:lnTo>
                  <a:lnTo>
                    <a:pt x="71668" y="1388136"/>
                  </a:lnTo>
                  <a:lnTo>
                    <a:pt x="71201" y="1387441"/>
                  </a:lnTo>
                  <a:lnTo>
                    <a:pt x="71032" y="1387992"/>
                  </a:lnTo>
                  <a:lnTo>
                    <a:pt x="71236" y="1388246"/>
                  </a:lnTo>
                  <a:lnTo>
                    <a:pt x="70884" y="1388535"/>
                  </a:lnTo>
                  <a:lnTo>
                    <a:pt x="70742" y="1388267"/>
                  </a:lnTo>
                  <a:lnTo>
                    <a:pt x="70127" y="1388325"/>
                  </a:lnTo>
                  <a:lnTo>
                    <a:pt x="70034" y="1387965"/>
                  </a:lnTo>
                  <a:lnTo>
                    <a:pt x="70680" y="1387826"/>
                  </a:lnTo>
                  <a:lnTo>
                    <a:pt x="70673" y="1387657"/>
                  </a:lnTo>
                  <a:lnTo>
                    <a:pt x="70398" y="1387534"/>
                  </a:lnTo>
                  <a:lnTo>
                    <a:pt x="69946" y="1387805"/>
                  </a:lnTo>
                  <a:lnTo>
                    <a:pt x="69490" y="1387360"/>
                  </a:lnTo>
                  <a:lnTo>
                    <a:pt x="69776" y="1387161"/>
                  </a:lnTo>
                  <a:lnTo>
                    <a:pt x="69710" y="1386911"/>
                  </a:lnTo>
                  <a:lnTo>
                    <a:pt x="69012" y="1387025"/>
                  </a:lnTo>
                  <a:lnTo>
                    <a:pt x="71296" y="1386376"/>
                  </a:lnTo>
                  <a:lnTo>
                    <a:pt x="69837" y="1385992"/>
                  </a:lnTo>
                  <a:lnTo>
                    <a:pt x="69645" y="1385545"/>
                  </a:lnTo>
                  <a:lnTo>
                    <a:pt x="68868" y="1385306"/>
                  </a:lnTo>
                  <a:lnTo>
                    <a:pt x="68770" y="1384948"/>
                  </a:lnTo>
                  <a:lnTo>
                    <a:pt x="69769" y="1384884"/>
                  </a:lnTo>
                  <a:lnTo>
                    <a:pt x="69775" y="1384666"/>
                  </a:lnTo>
                  <a:lnTo>
                    <a:pt x="69159" y="1384196"/>
                  </a:lnTo>
                  <a:lnTo>
                    <a:pt x="69085" y="1383676"/>
                  </a:lnTo>
                  <a:lnTo>
                    <a:pt x="69406" y="1383449"/>
                  </a:lnTo>
                  <a:lnTo>
                    <a:pt x="69013" y="1382413"/>
                  </a:lnTo>
                  <a:lnTo>
                    <a:pt x="69748" y="1381684"/>
                  </a:lnTo>
                  <a:lnTo>
                    <a:pt x="69629" y="1381346"/>
                  </a:lnTo>
                  <a:lnTo>
                    <a:pt x="69189" y="1381294"/>
                  </a:lnTo>
                  <a:lnTo>
                    <a:pt x="69008" y="1380689"/>
                  </a:lnTo>
                  <a:lnTo>
                    <a:pt x="68275" y="1380799"/>
                  </a:lnTo>
                  <a:lnTo>
                    <a:pt x="68359" y="1380049"/>
                  </a:lnTo>
                  <a:lnTo>
                    <a:pt x="67301" y="1379815"/>
                  </a:lnTo>
                  <a:lnTo>
                    <a:pt x="66828" y="1379239"/>
                  </a:lnTo>
                  <a:lnTo>
                    <a:pt x="66785" y="1378707"/>
                  </a:lnTo>
                  <a:lnTo>
                    <a:pt x="66336" y="1378631"/>
                  </a:lnTo>
                  <a:lnTo>
                    <a:pt x="66720" y="1377812"/>
                  </a:lnTo>
                  <a:lnTo>
                    <a:pt x="65800" y="1377528"/>
                  </a:lnTo>
                  <a:lnTo>
                    <a:pt x="65234" y="1376899"/>
                  </a:lnTo>
                  <a:lnTo>
                    <a:pt x="65117" y="1374496"/>
                  </a:lnTo>
                  <a:lnTo>
                    <a:pt x="63682" y="1374973"/>
                  </a:lnTo>
                  <a:lnTo>
                    <a:pt x="63072" y="1374675"/>
                  </a:lnTo>
                  <a:lnTo>
                    <a:pt x="62468" y="1373388"/>
                  </a:lnTo>
                  <a:lnTo>
                    <a:pt x="61896" y="1373351"/>
                  </a:lnTo>
                  <a:lnTo>
                    <a:pt x="61563" y="1373073"/>
                  </a:lnTo>
                  <a:lnTo>
                    <a:pt x="60964" y="1371610"/>
                  </a:lnTo>
                  <a:lnTo>
                    <a:pt x="61304" y="1371066"/>
                  </a:lnTo>
                  <a:lnTo>
                    <a:pt x="60928" y="1371089"/>
                  </a:lnTo>
                  <a:lnTo>
                    <a:pt x="60691" y="1370003"/>
                  </a:lnTo>
                  <a:lnTo>
                    <a:pt x="60413" y="1369691"/>
                  </a:lnTo>
                  <a:lnTo>
                    <a:pt x="60102" y="1369782"/>
                  </a:lnTo>
                  <a:lnTo>
                    <a:pt x="60182" y="1370365"/>
                  </a:lnTo>
                  <a:lnTo>
                    <a:pt x="59074" y="1370436"/>
                  </a:lnTo>
                  <a:lnTo>
                    <a:pt x="59037" y="1370174"/>
                  </a:lnTo>
                  <a:lnTo>
                    <a:pt x="59688" y="1369476"/>
                  </a:lnTo>
                  <a:lnTo>
                    <a:pt x="60542" y="1369273"/>
                  </a:lnTo>
                  <a:lnTo>
                    <a:pt x="59698" y="1368991"/>
                  </a:lnTo>
                  <a:lnTo>
                    <a:pt x="58878" y="1368192"/>
                  </a:lnTo>
                  <a:lnTo>
                    <a:pt x="58900" y="1367357"/>
                  </a:lnTo>
                  <a:lnTo>
                    <a:pt x="59926" y="1367202"/>
                  </a:lnTo>
                  <a:lnTo>
                    <a:pt x="60239" y="1366318"/>
                  </a:lnTo>
                  <a:lnTo>
                    <a:pt x="60146" y="1365840"/>
                  </a:lnTo>
                  <a:lnTo>
                    <a:pt x="59189" y="1365262"/>
                  </a:lnTo>
                  <a:lnTo>
                    <a:pt x="58136" y="1365246"/>
                  </a:lnTo>
                  <a:lnTo>
                    <a:pt x="57935" y="1365589"/>
                  </a:lnTo>
                  <a:lnTo>
                    <a:pt x="58367" y="1365742"/>
                  </a:lnTo>
                  <a:lnTo>
                    <a:pt x="58411" y="1366005"/>
                  </a:lnTo>
                  <a:lnTo>
                    <a:pt x="58148" y="1366432"/>
                  </a:lnTo>
                  <a:lnTo>
                    <a:pt x="57830" y="1366506"/>
                  </a:lnTo>
                  <a:lnTo>
                    <a:pt x="57148" y="1365644"/>
                  </a:lnTo>
                  <a:lnTo>
                    <a:pt x="56422" y="1365155"/>
                  </a:lnTo>
                  <a:lnTo>
                    <a:pt x="56566" y="1364870"/>
                  </a:lnTo>
                  <a:lnTo>
                    <a:pt x="58234" y="1364534"/>
                  </a:lnTo>
                  <a:lnTo>
                    <a:pt x="58466" y="1363242"/>
                  </a:lnTo>
                  <a:lnTo>
                    <a:pt x="58202" y="1362395"/>
                  </a:lnTo>
                  <a:lnTo>
                    <a:pt x="58250" y="1361890"/>
                  </a:lnTo>
                  <a:lnTo>
                    <a:pt x="57152" y="1360602"/>
                  </a:lnTo>
                  <a:lnTo>
                    <a:pt x="58024" y="1360817"/>
                  </a:lnTo>
                  <a:lnTo>
                    <a:pt x="58465" y="1360495"/>
                  </a:lnTo>
                  <a:lnTo>
                    <a:pt x="58463" y="1360044"/>
                  </a:lnTo>
                  <a:lnTo>
                    <a:pt x="59171" y="1359942"/>
                  </a:lnTo>
                  <a:lnTo>
                    <a:pt x="59407" y="1359493"/>
                  </a:lnTo>
                  <a:lnTo>
                    <a:pt x="58947" y="1359405"/>
                  </a:lnTo>
                  <a:lnTo>
                    <a:pt x="58315" y="1358398"/>
                  </a:lnTo>
                  <a:lnTo>
                    <a:pt x="59701" y="1358079"/>
                  </a:lnTo>
                  <a:lnTo>
                    <a:pt x="59135" y="1357517"/>
                  </a:lnTo>
                  <a:lnTo>
                    <a:pt x="58990" y="1356842"/>
                  </a:lnTo>
                  <a:lnTo>
                    <a:pt x="58590" y="1356637"/>
                  </a:lnTo>
                  <a:lnTo>
                    <a:pt x="58390" y="1355438"/>
                  </a:lnTo>
                  <a:lnTo>
                    <a:pt x="57278" y="1355337"/>
                  </a:lnTo>
                  <a:lnTo>
                    <a:pt x="57026" y="1355633"/>
                  </a:lnTo>
                  <a:lnTo>
                    <a:pt x="56433" y="1355713"/>
                  </a:lnTo>
                  <a:lnTo>
                    <a:pt x="56770" y="1354514"/>
                  </a:lnTo>
                  <a:lnTo>
                    <a:pt x="57105" y="1354415"/>
                  </a:lnTo>
                  <a:lnTo>
                    <a:pt x="57556" y="1354623"/>
                  </a:lnTo>
                  <a:lnTo>
                    <a:pt x="58002" y="1354378"/>
                  </a:lnTo>
                  <a:lnTo>
                    <a:pt x="57932" y="1354036"/>
                  </a:lnTo>
                  <a:lnTo>
                    <a:pt x="57380" y="1353890"/>
                  </a:lnTo>
                  <a:lnTo>
                    <a:pt x="57028" y="1353432"/>
                  </a:lnTo>
                  <a:lnTo>
                    <a:pt x="57619" y="1353115"/>
                  </a:lnTo>
                  <a:lnTo>
                    <a:pt x="57493" y="1352140"/>
                  </a:lnTo>
                  <a:lnTo>
                    <a:pt x="57066" y="1351734"/>
                  </a:lnTo>
                  <a:lnTo>
                    <a:pt x="56127" y="1352362"/>
                  </a:lnTo>
                  <a:lnTo>
                    <a:pt x="56173" y="1352944"/>
                  </a:lnTo>
                  <a:lnTo>
                    <a:pt x="56469" y="1353324"/>
                  </a:lnTo>
                  <a:lnTo>
                    <a:pt x="56363" y="1353741"/>
                  </a:lnTo>
                  <a:lnTo>
                    <a:pt x="56098" y="1353802"/>
                  </a:lnTo>
                  <a:lnTo>
                    <a:pt x="55425" y="1353190"/>
                  </a:lnTo>
                  <a:lnTo>
                    <a:pt x="54823" y="1353212"/>
                  </a:lnTo>
                  <a:lnTo>
                    <a:pt x="54019" y="1352634"/>
                  </a:lnTo>
                  <a:lnTo>
                    <a:pt x="53655" y="1352728"/>
                  </a:lnTo>
                  <a:lnTo>
                    <a:pt x="54705" y="1351831"/>
                  </a:lnTo>
                  <a:lnTo>
                    <a:pt x="55236" y="1351865"/>
                  </a:lnTo>
                  <a:lnTo>
                    <a:pt x="55388" y="1351683"/>
                  </a:lnTo>
                  <a:lnTo>
                    <a:pt x="54667" y="1351119"/>
                  </a:lnTo>
                  <a:lnTo>
                    <a:pt x="54467" y="1351227"/>
                  </a:lnTo>
                  <a:lnTo>
                    <a:pt x="53906" y="1350596"/>
                  </a:lnTo>
                  <a:lnTo>
                    <a:pt x="53453" y="1350555"/>
                  </a:lnTo>
                  <a:lnTo>
                    <a:pt x="52295" y="1351287"/>
                  </a:lnTo>
                  <a:lnTo>
                    <a:pt x="51704" y="1351081"/>
                  </a:lnTo>
                  <a:lnTo>
                    <a:pt x="51693" y="1350880"/>
                  </a:lnTo>
                  <a:lnTo>
                    <a:pt x="51232" y="1350866"/>
                  </a:lnTo>
                  <a:lnTo>
                    <a:pt x="51135" y="1350652"/>
                  </a:lnTo>
                  <a:lnTo>
                    <a:pt x="51195" y="1349415"/>
                  </a:lnTo>
                  <a:lnTo>
                    <a:pt x="51668" y="1349634"/>
                  </a:lnTo>
                  <a:lnTo>
                    <a:pt x="51801" y="1350565"/>
                  </a:lnTo>
                  <a:lnTo>
                    <a:pt x="52312" y="1349583"/>
                  </a:lnTo>
                  <a:lnTo>
                    <a:pt x="52077" y="1348545"/>
                  </a:lnTo>
                  <a:lnTo>
                    <a:pt x="53066" y="1348520"/>
                  </a:lnTo>
                  <a:lnTo>
                    <a:pt x="53790" y="1347540"/>
                  </a:lnTo>
                  <a:lnTo>
                    <a:pt x="54771" y="1347369"/>
                  </a:lnTo>
                  <a:lnTo>
                    <a:pt x="53708" y="1345994"/>
                  </a:lnTo>
                  <a:lnTo>
                    <a:pt x="54035" y="1345569"/>
                  </a:lnTo>
                  <a:lnTo>
                    <a:pt x="55077" y="1345216"/>
                  </a:lnTo>
                  <a:lnTo>
                    <a:pt x="55150" y="1344982"/>
                  </a:lnTo>
                  <a:lnTo>
                    <a:pt x="54489" y="1344668"/>
                  </a:lnTo>
                  <a:lnTo>
                    <a:pt x="53331" y="1344791"/>
                  </a:lnTo>
                  <a:lnTo>
                    <a:pt x="52332" y="1345471"/>
                  </a:lnTo>
                  <a:lnTo>
                    <a:pt x="52985" y="1344019"/>
                  </a:lnTo>
                  <a:lnTo>
                    <a:pt x="52517" y="1343703"/>
                  </a:lnTo>
                  <a:lnTo>
                    <a:pt x="52803" y="1343514"/>
                  </a:lnTo>
                  <a:lnTo>
                    <a:pt x="52664" y="1343115"/>
                  </a:lnTo>
                  <a:lnTo>
                    <a:pt x="53252" y="1342645"/>
                  </a:lnTo>
                  <a:lnTo>
                    <a:pt x="53191" y="1341868"/>
                  </a:lnTo>
                  <a:lnTo>
                    <a:pt x="52374" y="1342035"/>
                  </a:lnTo>
                  <a:lnTo>
                    <a:pt x="52040" y="1341242"/>
                  </a:lnTo>
                  <a:lnTo>
                    <a:pt x="52265" y="1341082"/>
                  </a:lnTo>
                  <a:lnTo>
                    <a:pt x="53561" y="1341584"/>
                  </a:lnTo>
                  <a:lnTo>
                    <a:pt x="52997" y="1340790"/>
                  </a:lnTo>
                  <a:lnTo>
                    <a:pt x="52362" y="1340762"/>
                  </a:lnTo>
                  <a:lnTo>
                    <a:pt x="52232" y="1340531"/>
                  </a:lnTo>
                  <a:lnTo>
                    <a:pt x="52754" y="1339999"/>
                  </a:lnTo>
                  <a:lnTo>
                    <a:pt x="53734" y="1339815"/>
                  </a:lnTo>
                  <a:lnTo>
                    <a:pt x="54242" y="1340036"/>
                  </a:lnTo>
                  <a:lnTo>
                    <a:pt x="55018" y="1339492"/>
                  </a:lnTo>
                  <a:lnTo>
                    <a:pt x="54574" y="1339151"/>
                  </a:lnTo>
                  <a:lnTo>
                    <a:pt x="53882" y="1339272"/>
                  </a:lnTo>
                  <a:lnTo>
                    <a:pt x="52558" y="1337887"/>
                  </a:lnTo>
                  <a:lnTo>
                    <a:pt x="52971" y="1337652"/>
                  </a:lnTo>
                  <a:lnTo>
                    <a:pt x="52838" y="1337257"/>
                  </a:lnTo>
                  <a:lnTo>
                    <a:pt x="52992" y="1336977"/>
                  </a:lnTo>
                  <a:lnTo>
                    <a:pt x="54647" y="1336581"/>
                  </a:lnTo>
                  <a:lnTo>
                    <a:pt x="54515" y="1336220"/>
                  </a:lnTo>
                  <a:lnTo>
                    <a:pt x="53140" y="1336689"/>
                  </a:lnTo>
                  <a:lnTo>
                    <a:pt x="53903" y="1335908"/>
                  </a:lnTo>
                  <a:lnTo>
                    <a:pt x="52841" y="1335480"/>
                  </a:lnTo>
                  <a:lnTo>
                    <a:pt x="52567" y="1335622"/>
                  </a:lnTo>
                  <a:lnTo>
                    <a:pt x="52281" y="1335274"/>
                  </a:lnTo>
                  <a:lnTo>
                    <a:pt x="52585" y="1334865"/>
                  </a:lnTo>
                  <a:lnTo>
                    <a:pt x="52503" y="1334588"/>
                  </a:lnTo>
                  <a:lnTo>
                    <a:pt x="51637" y="1334925"/>
                  </a:lnTo>
                  <a:lnTo>
                    <a:pt x="51182" y="1334488"/>
                  </a:lnTo>
                  <a:lnTo>
                    <a:pt x="50678" y="1334401"/>
                  </a:lnTo>
                  <a:lnTo>
                    <a:pt x="49629" y="1333342"/>
                  </a:lnTo>
                  <a:lnTo>
                    <a:pt x="50137" y="1331863"/>
                  </a:lnTo>
                  <a:lnTo>
                    <a:pt x="50808" y="1331390"/>
                  </a:lnTo>
                  <a:lnTo>
                    <a:pt x="49865" y="1329768"/>
                  </a:lnTo>
                  <a:lnTo>
                    <a:pt x="49812" y="1329035"/>
                  </a:lnTo>
                  <a:lnTo>
                    <a:pt x="50649" y="1328395"/>
                  </a:lnTo>
                  <a:lnTo>
                    <a:pt x="51391" y="1328380"/>
                  </a:lnTo>
                  <a:lnTo>
                    <a:pt x="51339" y="1328063"/>
                  </a:lnTo>
                  <a:lnTo>
                    <a:pt x="49851" y="1327829"/>
                  </a:lnTo>
                  <a:lnTo>
                    <a:pt x="49502" y="1323466"/>
                  </a:lnTo>
                  <a:lnTo>
                    <a:pt x="50290" y="1323743"/>
                  </a:lnTo>
                  <a:lnTo>
                    <a:pt x="50717" y="1323498"/>
                  </a:lnTo>
                  <a:lnTo>
                    <a:pt x="50911" y="1323800"/>
                  </a:lnTo>
                  <a:lnTo>
                    <a:pt x="51291" y="1323776"/>
                  </a:lnTo>
                  <a:lnTo>
                    <a:pt x="51620" y="1323389"/>
                  </a:lnTo>
                  <a:lnTo>
                    <a:pt x="51495" y="1322081"/>
                  </a:lnTo>
                  <a:lnTo>
                    <a:pt x="50786" y="1321716"/>
                  </a:lnTo>
                  <a:lnTo>
                    <a:pt x="50598" y="1321349"/>
                  </a:lnTo>
                  <a:lnTo>
                    <a:pt x="50749" y="1320538"/>
                  </a:lnTo>
                  <a:lnTo>
                    <a:pt x="50848" y="1319934"/>
                  </a:lnTo>
                  <a:lnTo>
                    <a:pt x="50561" y="1319283"/>
                  </a:lnTo>
                  <a:lnTo>
                    <a:pt x="49695" y="1319218"/>
                  </a:lnTo>
                  <a:lnTo>
                    <a:pt x="48924" y="1318351"/>
                  </a:lnTo>
                  <a:lnTo>
                    <a:pt x="48079" y="1318219"/>
                  </a:lnTo>
                  <a:lnTo>
                    <a:pt x="47793" y="1316901"/>
                  </a:lnTo>
                  <a:lnTo>
                    <a:pt x="46980" y="1316305"/>
                  </a:lnTo>
                  <a:lnTo>
                    <a:pt x="45804" y="1317048"/>
                  </a:lnTo>
                  <a:lnTo>
                    <a:pt x="45931" y="1317629"/>
                  </a:lnTo>
                  <a:lnTo>
                    <a:pt x="46816" y="1318294"/>
                  </a:lnTo>
                  <a:lnTo>
                    <a:pt x="46686" y="1318716"/>
                  </a:lnTo>
                  <a:lnTo>
                    <a:pt x="46027" y="1319304"/>
                  </a:lnTo>
                  <a:lnTo>
                    <a:pt x="44816" y="1318987"/>
                  </a:lnTo>
                  <a:lnTo>
                    <a:pt x="44532" y="1318299"/>
                  </a:lnTo>
                  <a:lnTo>
                    <a:pt x="43912" y="1317906"/>
                  </a:lnTo>
                  <a:lnTo>
                    <a:pt x="43691" y="1317435"/>
                  </a:lnTo>
                  <a:lnTo>
                    <a:pt x="44102" y="1316450"/>
                  </a:lnTo>
                  <a:lnTo>
                    <a:pt x="43713" y="1315515"/>
                  </a:lnTo>
                  <a:lnTo>
                    <a:pt x="43305" y="1315809"/>
                  </a:lnTo>
                  <a:lnTo>
                    <a:pt x="43240" y="1316516"/>
                  </a:lnTo>
                  <a:lnTo>
                    <a:pt x="42528" y="1316553"/>
                  </a:lnTo>
                  <a:lnTo>
                    <a:pt x="42038" y="1317238"/>
                  </a:lnTo>
                  <a:lnTo>
                    <a:pt x="41082" y="1317426"/>
                  </a:lnTo>
                  <a:lnTo>
                    <a:pt x="40879" y="1317259"/>
                  </a:lnTo>
                  <a:lnTo>
                    <a:pt x="41024" y="1316901"/>
                  </a:lnTo>
                  <a:lnTo>
                    <a:pt x="41431" y="1316862"/>
                  </a:lnTo>
                  <a:lnTo>
                    <a:pt x="41973" y="1316349"/>
                  </a:lnTo>
                  <a:lnTo>
                    <a:pt x="41637" y="1315747"/>
                  </a:lnTo>
                  <a:lnTo>
                    <a:pt x="41856" y="1315649"/>
                  </a:lnTo>
                  <a:lnTo>
                    <a:pt x="41860" y="1315107"/>
                  </a:lnTo>
                  <a:lnTo>
                    <a:pt x="41269" y="1314711"/>
                  </a:lnTo>
                  <a:lnTo>
                    <a:pt x="40836" y="1314869"/>
                  </a:lnTo>
                  <a:lnTo>
                    <a:pt x="39980" y="1314454"/>
                  </a:lnTo>
                  <a:lnTo>
                    <a:pt x="40009" y="1313942"/>
                  </a:lnTo>
                  <a:lnTo>
                    <a:pt x="41026" y="1313783"/>
                  </a:lnTo>
                  <a:lnTo>
                    <a:pt x="41550" y="1314495"/>
                  </a:lnTo>
                  <a:lnTo>
                    <a:pt x="42334" y="1313917"/>
                  </a:lnTo>
                  <a:lnTo>
                    <a:pt x="43020" y="1314386"/>
                  </a:lnTo>
                  <a:lnTo>
                    <a:pt x="44348" y="1313473"/>
                  </a:lnTo>
                  <a:lnTo>
                    <a:pt x="43144" y="1313587"/>
                  </a:lnTo>
                  <a:lnTo>
                    <a:pt x="42543" y="1313166"/>
                  </a:lnTo>
                  <a:lnTo>
                    <a:pt x="42637" y="1312083"/>
                  </a:lnTo>
                  <a:lnTo>
                    <a:pt x="42394" y="1311848"/>
                  </a:lnTo>
                  <a:lnTo>
                    <a:pt x="42164" y="1312045"/>
                  </a:lnTo>
                  <a:lnTo>
                    <a:pt x="42142" y="1312925"/>
                  </a:lnTo>
                  <a:lnTo>
                    <a:pt x="40881" y="1312730"/>
                  </a:lnTo>
                  <a:lnTo>
                    <a:pt x="41027" y="1311936"/>
                  </a:lnTo>
                  <a:lnTo>
                    <a:pt x="40646" y="1311540"/>
                  </a:lnTo>
                  <a:lnTo>
                    <a:pt x="41314" y="1311096"/>
                  </a:lnTo>
                  <a:lnTo>
                    <a:pt x="40928" y="1310867"/>
                  </a:lnTo>
                  <a:lnTo>
                    <a:pt x="40690" y="1310032"/>
                  </a:lnTo>
                  <a:lnTo>
                    <a:pt x="41112" y="1310012"/>
                  </a:lnTo>
                  <a:lnTo>
                    <a:pt x="42002" y="1309201"/>
                  </a:lnTo>
                  <a:lnTo>
                    <a:pt x="42183" y="1309865"/>
                  </a:lnTo>
                  <a:lnTo>
                    <a:pt x="43398" y="1308962"/>
                  </a:lnTo>
                  <a:lnTo>
                    <a:pt x="43318" y="1308379"/>
                  </a:lnTo>
                  <a:lnTo>
                    <a:pt x="42918" y="1307864"/>
                  </a:lnTo>
                  <a:lnTo>
                    <a:pt x="42910" y="1307141"/>
                  </a:lnTo>
                  <a:lnTo>
                    <a:pt x="41222" y="1306889"/>
                  </a:lnTo>
                  <a:lnTo>
                    <a:pt x="40798" y="1306170"/>
                  </a:lnTo>
                  <a:lnTo>
                    <a:pt x="41425" y="1305483"/>
                  </a:lnTo>
                  <a:lnTo>
                    <a:pt x="40616" y="1304943"/>
                  </a:lnTo>
                  <a:lnTo>
                    <a:pt x="39970" y="1303981"/>
                  </a:lnTo>
                  <a:lnTo>
                    <a:pt x="39409" y="1304236"/>
                  </a:lnTo>
                  <a:lnTo>
                    <a:pt x="39014" y="1305468"/>
                  </a:lnTo>
                  <a:lnTo>
                    <a:pt x="38520" y="1305328"/>
                  </a:lnTo>
                  <a:lnTo>
                    <a:pt x="38670" y="1303959"/>
                  </a:lnTo>
                  <a:lnTo>
                    <a:pt x="39564" y="1303744"/>
                  </a:lnTo>
                  <a:lnTo>
                    <a:pt x="39498" y="1303392"/>
                  </a:lnTo>
                  <a:lnTo>
                    <a:pt x="39120" y="1303251"/>
                  </a:lnTo>
                  <a:lnTo>
                    <a:pt x="38584" y="1303577"/>
                  </a:lnTo>
                  <a:lnTo>
                    <a:pt x="38397" y="1303422"/>
                  </a:lnTo>
                  <a:lnTo>
                    <a:pt x="38545" y="1302709"/>
                  </a:lnTo>
                  <a:lnTo>
                    <a:pt x="38212" y="1302214"/>
                  </a:lnTo>
                  <a:lnTo>
                    <a:pt x="38905" y="1301653"/>
                  </a:lnTo>
                  <a:lnTo>
                    <a:pt x="38640" y="1301352"/>
                  </a:lnTo>
                  <a:lnTo>
                    <a:pt x="37410" y="1301422"/>
                  </a:lnTo>
                  <a:lnTo>
                    <a:pt x="36956" y="1300905"/>
                  </a:lnTo>
                  <a:lnTo>
                    <a:pt x="37412" y="1300665"/>
                  </a:lnTo>
                  <a:lnTo>
                    <a:pt x="37833" y="1299751"/>
                  </a:lnTo>
                  <a:lnTo>
                    <a:pt x="38586" y="1297816"/>
                  </a:lnTo>
                  <a:lnTo>
                    <a:pt x="38474" y="1297133"/>
                  </a:lnTo>
                  <a:lnTo>
                    <a:pt x="39285" y="1295619"/>
                  </a:lnTo>
                  <a:lnTo>
                    <a:pt x="39270" y="1295062"/>
                  </a:lnTo>
                  <a:lnTo>
                    <a:pt x="39232" y="1294886"/>
                  </a:lnTo>
                  <a:lnTo>
                    <a:pt x="37389" y="1295346"/>
                  </a:lnTo>
                  <a:lnTo>
                    <a:pt x="36824" y="1294901"/>
                  </a:lnTo>
                  <a:lnTo>
                    <a:pt x="37449" y="1294330"/>
                  </a:lnTo>
                  <a:lnTo>
                    <a:pt x="37914" y="1294577"/>
                  </a:lnTo>
                  <a:lnTo>
                    <a:pt x="37965" y="1294826"/>
                  </a:lnTo>
                  <a:lnTo>
                    <a:pt x="38631" y="1294605"/>
                  </a:lnTo>
                  <a:lnTo>
                    <a:pt x="38477" y="1294028"/>
                  </a:lnTo>
                  <a:lnTo>
                    <a:pt x="39028" y="1293620"/>
                  </a:lnTo>
                  <a:lnTo>
                    <a:pt x="38590" y="1293369"/>
                  </a:lnTo>
                  <a:lnTo>
                    <a:pt x="38371" y="1292136"/>
                  </a:lnTo>
                  <a:lnTo>
                    <a:pt x="39264" y="1291330"/>
                  </a:lnTo>
                  <a:lnTo>
                    <a:pt x="39151" y="1292393"/>
                  </a:lnTo>
                  <a:lnTo>
                    <a:pt x="39841" y="1293064"/>
                  </a:lnTo>
                  <a:lnTo>
                    <a:pt x="40644" y="1293346"/>
                  </a:lnTo>
                  <a:lnTo>
                    <a:pt x="40550" y="1291063"/>
                  </a:lnTo>
                  <a:lnTo>
                    <a:pt x="39240" y="1289031"/>
                  </a:lnTo>
                  <a:lnTo>
                    <a:pt x="38321" y="1289581"/>
                  </a:lnTo>
                  <a:lnTo>
                    <a:pt x="37667" y="1289159"/>
                  </a:lnTo>
                  <a:lnTo>
                    <a:pt x="37562" y="1287913"/>
                  </a:lnTo>
                  <a:lnTo>
                    <a:pt x="37161" y="1287338"/>
                  </a:lnTo>
                  <a:lnTo>
                    <a:pt x="35086" y="1288037"/>
                  </a:lnTo>
                  <a:lnTo>
                    <a:pt x="34023" y="1286986"/>
                  </a:lnTo>
                  <a:lnTo>
                    <a:pt x="34066" y="1285329"/>
                  </a:lnTo>
                  <a:lnTo>
                    <a:pt x="32516" y="1284137"/>
                  </a:lnTo>
                  <a:lnTo>
                    <a:pt x="31629" y="1282407"/>
                  </a:lnTo>
                  <a:lnTo>
                    <a:pt x="30637" y="1282035"/>
                  </a:lnTo>
                  <a:lnTo>
                    <a:pt x="31031" y="1280985"/>
                  </a:lnTo>
                  <a:lnTo>
                    <a:pt x="31724" y="1280401"/>
                  </a:lnTo>
                  <a:lnTo>
                    <a:pt x="32199" y="1280473"/>
                  </a:lnTo>
                  <a:lnTo>
                    <a:pt x="32507" y="1278754"/>
                  </a:lnTo>
                  <a:lnTo>
                    <a:pt x="31774" y="1277536"/>
                  </a:lnTo>
                  <a:lnTo>
                    <a:pt x="31903" y="1275877"/>
                  </a:lnTo>
                  <a:lnTo>
                    <a:pt x="30697" y="1274904"/>
                  </a:lnTo>
                  <a:lnTo>
                    <a:pt x="30336" y="1275081"/>
                  </a:lnTo>
                  <a:lnTo>
                    <a:pt x="30241" y="1276257"/>
                  </a:lnTo>
                  <a:lnTo>
                    <a:pt x="29725" y="1276442"/>
                  </a:lnTo>
                  <a:lnTo>
                    <a:pt x="29033" y="1275385"/>
                  </a:lnTo>
                  <a:lnTo>
                    <a:pt x="27755" y="1276369"/>
                  </a:lnTo>
                  <a:lnTo>
                    <a:pt x="27181" y="1275585"/>
                  </a:lnTo>
                  <a:lnTo>
                    <a:pt x="24903" y="1276574"/>
                  </a:lnTo>
                  <a:lnTo>
                    <a:pt x="24698" y="1276555"/>
                  </a:lnTo>
                  <a:lnTo>
                    <a:pt x="23882" y="1275351"/>
                  </a:lnTo>
                  <a:lnTo>
                    <a:pt x="22846" y="1274622"/>
                  </a:lnTo>
                  <a:lnTo>
                    <a:pt x="23262" y="1274076"/>
                  </a:lnTo>
                  <a:lnTo>
                    <a:pt x="24386" y="1274624"/>
                  </a:lnTo>
                  <a:lnTo>
                    <a:pt x="24913" y="1273403"/>
                  </a:lnTo>
                  <a:lnTo>
                    <a:pt x="24660" y="1272660"/>
                  </a:lnTo>
                  <a:lnTo>
                    <a:pt x="23768" y="1271907"/>
                  </a:lnTo>
                  <a:lnTo>
                    <a:pt x="22126" y="1271233"/>
                  </a:lnTo>
                  <a:lnTo>
                    <a:pt x="21684" y="1270545"/>
                  </a:lnTo>
                  <a:lnTo>
                    <a:pt x="21738" y="1270068"/>
                  </a:lnTo>
                  <a:lnTo>
                    <a:pt x="22076" y="1269870"/>
                  </a:lnTo>
                  <a:lnTo>
                    <a:pt x="22606" y="1270015"/>
                  </a:lnTo>
                  <a:lnTo>
                    <a:pt x="23420" y="1269425"/>
                  </a:lnTo>
                  <a:lnTo>
                    <a:pt x="24929" y="1268859"/>
                  </a:lnTo>
                  <a:lnTo>
                    <a:pt x="25296" y="1268549"/>
                  </a:lnTo>
                  <a:lnTo>
                    <a:pt x="25304" y="1267877"/>
                  </a:lnTo>
                  <a:lnTo>
                    <a:pt x="23371" y="1267905"/>
                  </a:lnTo>
                  <a:lnTo>
                    <a:pt x="22637" y="1266762"/>
                  </a:lnTo>
                  <a:lnTo>
                    <a:pt x="21628" y="1267853"/>
                  </a:lnTo>
                  <a:lnTo>
                    <a:pt x="20760" y="1267714"/>
                  </a:lnTo>
                  <a:lnTo>
                    <a:pt x="20546" y="1267393"/>
                  </a:lnTo>
                  <a:lnTo>
                    <a:pt x="20692" y="1265324"/>
                  </a:lnTo>
                  <a:lnTo>
                    <a:pt x="21131" y="1264949"/>
                  </a:lnTo>
                  <a:lnTo>
                    <a:pt x="22097" y="1264941"/>
                  </a:lnTo>
                  <a:lnTo>
                    <a:pt x="22406" y="1265737"/>
                  </a:lnTo>
                  <a:lnTo>
                    <a:pt x="23025" y="1265688"/>
                  </a:lnTo>
                  <a:lnTo>
                    <a:pt x="23668" y="1264675"/>
                  </a:lnTo>
                  <a:lnTo>
                    <a:pt x="23904" y="1263722"/>
                  </a:lnTo>
                  <a:lnTo>
                    <a:pt x="22974" y="1262420"/>
                  </a:lnTo>
                  <a:lnTo>
                    <a:pt x="22581" y="1262559"/>
                  </a:lnTo>
                  <a:lnTo>
                    <a:pt x="22751" y="1263545"/>
                  </a:lnTo>
                  <a:lnTo>
                    <a:pt x="21148" y="1264363"/>
                  </a:lnTo>
                  <a:lnTo>
                    <a:pt x="19988" y="1262097"/>
                  </a:lnTo>
                  <a:lnTo>
                    <a:pt x="19772" y="1261286"/>
                  </a:lnTo>
                  <a:lnTo>
                    <a:pt x="20637" y="1260631"/>
                  </a:lnTo>
                  <a:lnTo>
                    <a:pt x="20945" y="1259954"/>
                  </a:lnTo>
                  <a:lnTo>
                    <a:pt x="20911" y="1257733"/>
                  </a:lnTo>
                  <a:lnTo>
                    <a:pt x="20499" y="1257263"/>
                  </a:lnTo>
                  <a:lnTo>
                    <a:pt x="21495" y="1256544"/>
                  </a:lnTo>
                  <a:lnTo>
                    <a:pt x="21103" y="1255257"/>
                  </a:lnTo>
                  <a:lnTo>
                    <a:pt x="20675" y="1255075"/>
                  </a:lnTo>
                  <a:lnTo>
                    <a:pt x="19249" y="1255769"/>
                  </a:lnTo>
                  <a:lnTo>
                    <a:pt x="18222" y="1257899"/>
                  </a:lnTo>
                  <a:lnTo>
                    <a:pt x="17638" y="1258343"/>
                  </a:lnTo>
                  <a:lnTo>
                    <a:pt x="17431" y="1257985"/>
                  </a:lnTo>
                  <a:lnTo>
                    <a:pt x="17701" y="1256731"/>
                  </a:lnTo>
                  <a:lnTo>
                    <a:pt x="17284" y="1256173"/>
                  </a:lnTo>
                  <a:lnTo>
                    <a:pt x="16297" y="1255591"/>
                  </a:lnTo>
                  <a:lnTo>
                    <a:pt x="15541" y="1254018"/>
                  </a:lnTo>
                  <a:lnTo>
                    <a:pt x="15050" y="1254291"/>
                  </a:lnTo>
                  <a:lnTo>
                    <a:pt x="14948" y="1255455"/>
                  </a:lnTo>
                  <a:lnTo>
                    <a:pt x="14611" y="1255496"/>
                  </a:lnTo>
                  <a:lnTo>
                    <a:pt x="14050" y="1255007"/>
                  </a:lnTo>
                  <a:lnTo>
                    <a:pt x="14071" y="1254303"/>
                  </a:lnTo>
                  <a:lnTo>
                    <a:pt x="13547" y="1253991"/>
                  </a:lnTo>
                  <a:lnTo>
                    <a:pt x="13100" y="1253112"/>
                  </a:lnTo>
                  <a:lnTo>
                    <a:pt x="13492" y="1252305"/>
                  </a:lnTo>
                  <a:lnTo>
                    <a:pt x="13476" y="1251617"/>
                  </a:lnTo>
                  <a:lnTo>
                    <a:pt x="13836" y="1251498"/>
                  </a:lnTo>
                  <a:lnTo>
                    <a:pt x="14473" y="1252167"/>
                  </a:lnTo>
                  <a:lnTo>
                    <a:pt x="14948" y="1252235"/>
                  </a:lnTo>
                  <a:lnTo>
                    <a:pt x="15153" y="1250868"/>
                  </a:lnTo>
                  <a:lnTo>
                    <a:pt x="15028" y="1249885"/>
                  </a:lnTo>
                  <a:lnTo>
                    <a:pt x="13213" y="1250939"/>
                  </a:lnTo>
                  <a:lnTo>
                    <a:pt x="12518" y="1250288"/>
                  </a:lnTo>
                  <a:lnTo>
                    <a:pt x="12314" y="1249928"/>
                  </a:lnTo>
                  <a:lnTo>
                    <a:pt x="13391" y="1248661"/>
                  </a:lnTo>
                  <a:lnTo>
                    <a:pt x="12168" y="1247817"/>
                  </a:lnTo>
                  <a:lnTo>
                    <a:pt x="11977" y="1247877"/>
                  </a:lnTo>
                  <a:lnTo>
                    <a:pt x="11617" y="1246420"/>
                  </a:lnTo>
                  <a:lnTo>
                    <a:pt x="10118" y="1244743"/>
                  </a:lnTo>
                  <a:lnTo>
                    <a:pt x="9031" y="1245235"/>
                  </a:lnTo>
                  <a:lnTo>
                    <a:pt x="8498" y="1246813"/>
                  </a:lnTo>
                  <a:lnTo>
                    <a:pt x="8013" y="1247398"/>
                  </a:lnTo>
                  <a:lnTo>
                    <a:pt x="6430" y="1247139"/>
                  </a:lnTo>
                  <a:lnTo>
                    <a:pt x="6345" y="1246301"/>
                  </a:lnTo>
                  <a:lnTo>
                    <a:pt x="7074" y="1245404"/>
                  </a:lnTo>
                  <a:lnTo>
                    <a:pt x="6569" y="1243811"/>
                  </a:lnTo>
                  <a:lnTo>
                    <a:pt x="5394" y="1243641"/>
                  </a:lnTo>
                  <a:lnTo>
                    <a:pt x="4627" y="1243194"/>
                  </a:lnTo>
                  <a:lnTo>
                    <a:pt x="2170" y="1240687"/>
                  </a:lnTo>
                  <a:lnTo>
                    <a:pt x="709" y="1239929"/>
                  </a:lnTo>
                  <a:lnTo>
                    <a:pt x="0" y="1238984"/>
                  </a:lnTo>
                  <a:lnTo>
                    <a:pt x="850" y="1237245"/>
                  </a:lnTo>
                  <a:lnTo>
                    <a:pt x="6033" y="1235351"/>
                  </a:lnTo>
                  <a:lnTo>
                    <a:pt x="8669" y="1234752"/>
                  </a:lnTo>
                  <a:lnTo>
                    <a:pt x="10977" y="1233861"/>
                  </a:lnTo>
                  <a:lnTo>
                    <a:pt x="13043" y="1232711"/>
                  </a:lnTo>
                  <a:lnTo>
                    <a:pt x="15870" y="1232090"/>
                  </a:lnTo>
                  <a:lnTo>
                    <a:pt x="16001" y="1231637"/>
                  </a:lnTo>
                  <a:lnTo>
                    <a:pt x="18110" y="1231172"/>
                  </a:lnTo>
                  <a:lnTo>
                    <a:pt x="20082" y="1230237"/>
                  </a:lnTo>
                  <a:lnTo>
                    <a:pt x="19900" y="1228429"/>
                  </a:lnTo>
                  <a:lnTo>
                    <a:pt x="19387" y="1227229"/>
                  </a:lnTo>
                  <a:lnTo>
                    <a:pt x="19154" y="1225903"/>
                  </a:lnTo>
                  <a:lnTo>
                    <a:pt x="16903" y="1222657"/>
                  </a:lnTo>
                  <a:lnTo>
                    <a:pt x="15455" y="1219123"/>
                  </a:lnTo>
                  <a:lnTo>
                    <a:pt x="16301" y="1218850"/>
                  </a:lnTo>
                  <a:lnTo>
                    <a:pt x="19514" y="1217034"/>
                  </a:lnTo>
                  <a:lnTo>
                    <a:pt x="21415" y="1216345"/>
                  </a:lnTo>
                  <a:lnTo>
                    <a:pt x="24650" y="1215680"/>
                  </a:lnTo>
                  <a:lnTo>
                    <a:pt x="26382" y="1214874"/>
                  </a:lnTo>
                  <a:lnTo>
                    <a:pt x="27079" y="1214208"/>
                  </a:lnTo>
                  <a:lnTo>
                    <a:pt x="28687" y="1213677"/>
                  </a:lnTo>
                  <a:lnTo>
                    <a:pt x="29578" y="1213459"/>
                  </a:lnTo>
                  <a:lnTo>
                    <a:pt x="30823" y="1213623"/>
                  </a:lnTo>
                  <a:lnTo>
                    <a:pt x="34033" y="1212833"/>
                  </a:lnTo>
                  <a:lnTo>
                    <a:pt x="36878" y="1213039"/>
                  </a:lnTo>
                  <a:lnTo>
                    <a:pt x="37983" y="1212897"/>
                  </a:lnTo>
                  <a:lnTo>
                    <a:pt x="39510" y="1212198"/>
                  </a:lnTo>
                  <a:lnTo>
                    <a:pt x="40978" y="1210797"/>
                  </a:lnTo>
                  <a:lnTo>
                    <a:pt x="41943" y="1210952"/>
                  </a:lnTo>
                  <a:lnTo>
                    <a:pt x="45236" y="1209938"/>
                  </a:lnTo>
                  <a:lnTo>
                    <a:pt x="46079" y="1210877"/>
                  </a:lnTo>
                  <a:lnTo>
                    <a:pt x="47849" y="1210129"/>
                  </a:lnTo>
                  <a:lnTo>
                    <a:pt x="49106" y="1209677"/>
                  </a:lnTo>
                  <a:lnTo>
                    <a:pt x="50592" y="1209569"/>
                  </a:lnTo>
                  <a:lnTo>
                    <a:pt x="51559" y="1208856"/>
                  </a:lnTo>
                  <a:lnTo>
                    <a:pt x="51763" y="1208087"/>
                  </a:lnTo>
                  <a:lnTo>
                    <a:pt x="53580" y="1204989"/>
                  </a:lnTo>
                  <a:lnTo>
                    <a:pt x="53267" y="1204569"/>
                  </a:lnTo>
                  <a:lnTo>
                    <a:pt x="53399" y="1203519"/>
                  </a:lnTo>
                  <a:lnTo>
                    <a:pt x="52989" y="1202492"/>
                  </a:lnTo>
                  <a:lnTo>
                    <a:pt x="52891" y="1200616"/>
                  </a:lnTo>
                  <a:lnTo>
                    <a:pt x="51769" y="1200830"/>
                  </a:lnTo>
                  <a:lnTo>
                    <a:pt x="51024" y="1198897"/>
                  </a:lnTo>
                  <a:lnTo>
                    <a:pt x="51529" y="1197627"/>
                  </a:lnTo>
                  <a:lnTo>
                    <a:pt x="52127" y="1193899"/>
                  </a:lnTo>
                  <a:lnTo>
                    <a:pt x="52573" y="1193363"/>
                  </a:lnTo>
                  <a:lnTo>
                    <a:pt x="53416" y="1192917"/>
                  </a:lnTo>
                  <a:lnTo>
                    <a:pt x="53507" y="1192600"/>
                  </a:lnTo>
                  <a:lnTo>
                    <a:pt x="53646" y="1191622"/>
                  </a:lnTo>
                  <a:lnTo>
                    <a:pt x="53422" y="1189539"/>
                  </a:lnTo>
                  <a:lnTo>
                    <a:pt x="53657" y="1188549"/>
                  </a:lnTo>
                  <a:lnTo>
                    <a:pt x="55956" y="1187285"/>
                  </a:lnTo>
                  <a:lnTo>
                    <a:pt x="56753" y="1186232"/>
                  </a:lnTo>
                  <a:lnTo>
                    <a:pt x="56933" y="1185033"/>
                  </a:lnTo>
                  <a:lnTo>
                    <a:pt x="57226" y="1184815"/>
                  </a:lnTo>
                  <a:lnTo>
                    <a:pt x="57494" y="1184969"/>
                  </a:lnTo>
                  <a:lnTo>
                    <a:pt x="57836" y="1184368"/>
                  </a:lnTo>
                  <a:lnTo>
                    <a:pt x="57651" y="1183809"/>
                  </a:lnTo>
                  <a:lnTo>
                    <a:pt x="57901" y="1183207"/>
                  </a:lnTo>
                  <a:lnTo>
                    <a:pt x="57671" y="1182417"/>
                  </a:lnTo>
                  <a:lnTo>
                    <a:pt x="58363" y="1182281"/>
                  </a:lnTo>
                  <a:lnTo>
                    <a:pt x="58172" y="1181887"/>
                  </a:lnTo>
                  <a:lnTo>
                    <a:pt x="58406" y="1181721"/>
                  </a:lnTo>
                  <a:lnTo>
                    <a:pt x="58296" y="1181209"/>
                  </a:lnTo>
                  <a:lnTo>
                    <a:pt x="58088" y="1181136"/>
                  </a:lnTo>
                  <a:lnTo>
                    <a:pt x="58239" y="1180553"/>
                  </a:lnTo>
                  <a:lnTo>
                    <a:pt x="58493" y="1180032"/>
                  </a:lnTo>
                  <a:lnTo>
                    <a:pt x="59187" y="1179618"/>
                  </a:lnTo>
                  <a:lnTo>
                    <a:pt x="58848" y="1179091"/>
                  </a:lnTo>
                  <a:lnTo>
                    <a:pt x="59264" y="1178883"/>
                  </a:lnTo>
                  <a:lnTo>
                    <a:pt x="58927" y="1178128"/>
                  </a:lnTo>
                  <a:lnTo>
                    <a:pt x="60322" y="1178220"/>
                  </a:lnTo>
                  <a:lnTo>
                    <a:pt x="60838" y="1177679"/>
                  </a:lnTo>
                  <a:lnTo>
                    <a:pt x="63947" y="1177267"/>
                  </a:lnTo>
                  <a:lnTo>
                    <a:pt x="65024" y="1176512"/>
                  </a:lnTo>
                  <a:lnTo>
                    <a:pt x="66111" y="1176128"/>
                  </a:lnTo>
                  <a:lnTo>
                    <a:pt x="67939" y="1174605"/>
                  </a:lnTo>
                  <a:lnTo>
                    <a:pt x="71988" y="1169686"/>
                  </a:lnTo>
                  <a:lnTo>
                    <a:pt x="72150" y="1169937"/>
                  </a:lnTo>
                  <a:lnTo>
                    <a:pt x="73168" y="1170225"/>
                  </a:lnTo>
                  <a:lnTo>
                    <a:pt x="72937" y="1170845"/>
                  </a:lnTo>
                  <a:lnTo>
                    <a:pt x="73149" y="1170786"/>
                  </a:lnTo>
                  <a:lnTo>
                    <a:pt x="73350" y="1171138"/>
                  </a:lnTo>
                  <a:lnTo>
                    <a:pt x="73157" y="1171212"/>
                  </a:lnTo>
                  <a:lnTo>
                    <a:pt x="73494" y="1171295"/>
                  </a:lnTo>
                  <a:lnTo>
                    <a:pt x="73684" y="1171826"/>
                  </a:lnTo>
                  <a:lnTo>
                    <a:pt x="74375" y="1172016"/>
                  </a:lnTo>
                  <a:lnTo>
                    <a:pt x="74180" y="1172184"/>
                  </a:lnTo>
                  <a:lnTo>
                    <a:pt x="74644" y="1172318"/>
                  </a:lnTo>
                  <a:lnTo>
                    <a:pt x="75322" y="1172110"/>
                  </a:lnTo>
                  <a:lnTo>
                    <a:pt x="76337" y="1172897"/>
                  </a:lnTo>
                  <a:lnTo>
                    <a:pt x="77129" y="1172733"/>
                  </a:lnTo>
                  <a:lnTo>
                    <a:pt x="78024" y="1171755"/>
                  </a:lnTo>
                  <a:lnTo>
                    <a:pt x="79281" y="1171425"/>
                  </a:lnTo>
                  <a:lnTo>
                    <a:pt x="79738" y="1170917"/>
                  </a:lnTo>
                  <a:lnTo>
                    <a:pt x="79601" y="1170568"/>
                  </a:lnTo>
                  <a:lnTo>
                    <a:pt x="80423" y="1170805"/>
                  </a:lnTo>
                  <a:lnTo>
                    <a:pt x="84075" y="1169925"/>
                  </a:lnTo>
                  <a:lnTo>
                    <a:pt x="84699" y="1170621"/>
                  </a:lnTo>
                  <a:lnTo>
                    <a:pt x="84867" y="1171577"/>
                  </a:lnTo>
                  <a:lnTo>
                    <a:pt x="85715" y="1173410"/>
                  </a:lnTo>
                  <a:lnTo>
                    <a:pt x="85429" y="1173585"/>
                  </a:lnTo>
                  <a:lnTo>
                    <a:pt x="84348" y="1173026"/>
                  </a:lnTo>
                  <a:lnTo>
                    <a:pt x="83581" y="1174170"/>
                  </a:lnTo>
                  <a:lnTo>
                    <a:pt x="81312" y="1173638"/>
                  </a:lnTo>
                  <a:lnTo>
                    <a:pt x="79525" y="1174473"/>
                  </a:lnTo>
                  <a:lnTo>
                    <a:pt x="78272" y="1174639"/>
                  </a:lnTo>
                  <a:lnTo>
                    <a:pt x="76479" y="1175599"/>
                  </a:lnTo>
                  <a:lnTo>
                    <a:pt x="75962" y="1176397"/>
                  </a:lnTo>
                  <a:lnTo>
                    <a:pt x="76010" y="1178528"/>
                  </a:lnTo>
                  <a:lnTo>
                    <a:pt x="78117" y="1182925"/>
                  </a:lnTo>
                  <a:lnTo>
                    <a:pt x="76637" y="1185701"/>
                  </a:lnTo>
                  <a:lnTo>
                    <a:pt x="75267" y="1185739"/>
                  </a:lnTo>
                  <a:lnTo>
                    <a:pt x="72809" y="1187159"/>
                  </a:lnTo>
                  <a:lnTo>
                    <a:pt x="71106" y="1187686"/>
                  </a:lnTo>
                  <a:lnTo>
                    <a:pt x="70563" y="1188501"/>
                  </a:lnTo>
                  <a:lnTo>
                    <a:pt x="70968" y="1189424"/>
                  </a:lnTo>
                  <a:lnTo>
                    <a:pt x="72185" y="1190654"/>
                  </a:lnTo>
                  <a:lnTo>
                    <a:pt x="77543" y="1193747"/>
                  </a:lnTo>
                  <a:lnTo>
                    <a:pt x="78030" y="1194308"/>
                  </a:lnTo>
                  <a:lnTo>
                    <a:pt x="78601" y="1195646"/>
                  </a:lnTo>
                  <a:lnTo>
                    <a:pt x="80973" y="1197008"/>
                  </a:lnTo>
                  <a:lnTo>
                    <a:pt x="82327" y="1199323"/>
                  </a:lnTo>
                  <a:lnTo>
                    <a:pt x="82607" y="1199529"/>
                  </a:lnTo>
                  <a:lnTo>
                    <a:pt x="84303" y="1198836"/>
                  </a:lnTo>
                  <a:lnTo>
                    <a:pt x="86301" y="1196662"/>
                  </a:lnTo>
                  <a:lnTo>
                    <a:pt x="86992" y="1196404"/>
                  </a:lnTo>
                  <a:lnTo>
                    <a:pt x="87865" y="1195648"/>
                  </a:lnTo>
                  <a:lnTo>
                    <a:pt x="88404" y="1195722"/>
                  </a:lnTo>
                  <a:lnTo>
                    <a:pt x="88688" y="1195494"/>
                  </a:lnTo>
                  <a:lnTo>
                    <a:pt x="89318" y="1194500"/>
                  </a:lnTo>
                  <a:lnTo>
                    <a:pt x="90219" y="1193815"/>
                  </a:lnTo>
                  <a:lnTo>
                    <a:pt x="90775" y="1192586"/>
                  </a:lnTo>
                  <a:lnTo>
                    <a:pt x="91680" y="1192313"/>
                  </a:lnTo>
                  <a:lnTo>
                    <a:pt x="91847" y="1191733"/>
                  </a:lnTo>
                  <a:lnTo>
                    <a:pt x="92846" y="1190741"/>
                  </a:lnTo>
                  <a:lnTo>
                    <a:pt x="93115" y="1190992"/>
                  </a:lnTo>
                  <a:lnTo>
                    <a:pt x="93920" y="1190795"/>
                  </a:lnTo>
                  <a:lnTo>
                    <a:pt x="94486" y="1191096"/>
                  </a:lnTo>
                  <a:lnTo>
                    <a:pt x="94967" y="1191997"/>
                  </a:lnTo>
                  <a:lnTo>
                    <a:pt x="95478" y="1192439"/>
                  </a:lnTo>
                  <a:lnTo>
                    <a:pt x="97136" y="1191559"/>
                  </a:lnTo>
                  <a:lnTo>
                    <a:pt x="97263" y="1191175"/>
                  </a:lnTo>
                  <a:lnTo>
                    <a:pt x="97062" y="1189493"/>
                  </a:lnTo>
                  <a:lnTo>
                    <a:pt x="97260" y="1188940"/>
                  </a:lnTo>
                  <a:lnTo>
                    <a:pt x="97723" y="1188564"/>
                  </a:lnTo>
                  <a:lnTo>
                    <a:pt x="95969" y="1185550"/>
                  </a:lnTo>
                  <a:lnTo>
                    <a:pt x="95209" y="1184886"/>
                  </a:lnTo>
                  <a:lnTo>
                    <a:pt x="95949" y="1184730"/>
                  </a:lnTo>
                  <a:lnTo>
                    <a:pt x="95597" y="1183389"/>
                  </a:lnTo>
                  <a:lnTo>
                    <a:pt x="96319" y="1181497"/>
                  </a:lnTo>
                  <a:lnTo>
                    <a:pt x="97017" y="1180742"/>
                  </a:lnTo>
                  <a:lnTo>
                    <a:pt x="97711" y="1180366"/>
                  </a:lnTo>
                  <a:lnTo>
                    <a:pt x="97366" y="1179778"/>
                  </a:lnTo>
                  <a:lnTo>
                    <a:pt x="96787" y="1179872"/>
                  </a:lnTo>
                  <a:lnTo>
                    <a:pt x="95419" y="1180576"/>
                  </a:lnTo>
                  <a:lnTo>
                    <a:pt x="94922" y="1181153"/>
                  </a:lnTo>
                  <a:lnTo>
                    <a:pt x="94744" y="1180992"/>
                  </a:lnTo>
                  <a:lnTo>
                    <a:pt x="94007" y="1178708"/>
                  </a:lnTo>
                  <a:lnTo>
                    <a:pt x="93195" y="1178154"/>
                  </a:lnTo>
                  <a:lnTo>
                    <a:pt x="91811" y="1176663"/>
                  </a:lnTo>
                  <a:lnTo>
                    <a:pt x="89345" y="1172327"/>
                  </a:lnTo>
                  <a:lnTo>
                    <a:pt x="89496" y="1171821"/>
                  </a:lnTo>
                  <a:lnTo>
                    <a:pt x="88727" y="1168456"/>
                  </a:lnTo>
                  <a:lnTo>
                    <a:pt x="88637" y="1165265"/>
                  </a:lnTo>
                  <a:lnTo>
                    <a:pt x="88865" y="1163932"/>
                  </a:lnTo>
                  <a:lnTo>
                    <a:pt x="89671" y="1162109"/>
                  </a:lnTo>
                  <a:lnTo>
                    <a:pt x="89309" y="1161880"/>
                  </a:lnTo>
                  <a:lnTo>
                    <a:pt x="90225" y="1160148"/>
                  </a:lnTo>
                  <a:lnTo>
                    <a:pt x="94166" y="1161055"/>
                  </a:lnTo>
                  <a:lnTo>
                    <a:pt x="95612" y="1160978"/>
                  </a:lnTo>
                  <a:lnTo>
                    <a:pt x="98829" y="1160037"/>
                  </a:lnTo>
                  <a:lnTo>
                    <a:pt x="98619" y="1160667"/>
                  </a:lnTo>
                  <a:lnTo>
                    <a:pt x="99317" y="1160846"/>
                  </a:lnTo>
                  <a:lnTo>
                    <a:pt x="100728" y="1160480"/>
                  </a:lnTo>
                  <a:lnTo>
                    <a:pt x="101088" y="1161168"/>
                  </a:lnTo>
                  <a:lnTo>
                    <a:pt x="101516" y="1161456"/>
                  </a:lnTo>
                  <a:lnTo>
                    <a:pt x="102814" y="1161551"/>
                  </a:lnTo>
                  <a:lnTo>
                    <a:pt x="103997" y="1161128"/>
                  </a:lnTo>
                  <a:lnTo>
                    <a:pt x="105130" y="1159702"/>
                  </a:lnTo>
                  <a:lnTo>
                    <a:pt x="105454" y="1159609"/>
                  </a:lnTo>
                  <a:lnTo>
                    <a:pt x="106228" y="1160975"/>
                  </a:lnTo>
                  <a:lnTo>
                    <a:pt x="106936" y="1160835"/>
                  </a:lnTo>
                  <a:lnTo>
                    <a:pt x="107588" y="1161423"/>
                  </a:lnTo>
                  <a:lnTo>
                    <a:pt x="108315" y="1161690"/>
                  </a:lnTo>
                  <a:lnTo>
                    <a:pt x="109679" y="1161800"/>
                  </a:lnTo>
                  <a:lnTo>
                    <a:pt x="112142" y="1162421"/>
                  </a:lnTo>
                  <a:lnTo>
                    <a:pt x="115286" y="1162546"/>
                  </a:lnTo>
                  <a:lnTo>
                    <a:pt x="116815" y="1162367"/>
                  </a:lnTo>
                  <a:lnTo>
                    <a:pt x="117896" y="1162122"/>
                  </a:lnTo>
                  <a:lnTo>
                    <a:pt x="118504" y="1161401"/>
                  </a:lnTo>
                  <a:lnTo>
                    <a:pt x="119499" y="1161494"/>
                  </a:lnTo>
                  <a:lnTo>
                    <a:pt x="120668" y="1161235"/>
                  </a:lnTo>
                  <a:lnTo>
                    <a:pt x="121117" y="1161467"/>
                  </a:lnTo>
                  <a:lnTo>
                    <a:pt x="121159" y="1160895"/>
                  </a:lnTo>
                  <a:lnTo>
                    <a:pt x="121595" y="1160849"/>
                  </a:lnTo>
                  <a:lnTo>
                    <a:pt x="123319" y="1159075"/>
                  </a:lnTo>
                  <a:lnTo>
                    <a:pt x="123922" y="1158087"/>
                  </a:lnTo>
                  <a:lnTo>
                    <a:pt x="124801" y="1157526"/>
                  </a:lnTo>
                  <a:lnTo>
                    <a:pt x="127146" y="1157596"/>
                  </a:lnTo>
                  <a:lnTo>
                    <a:pt x="129150" y="1157358"/>
                  </a:lnTo>
                  <a:lnTo>
                    <a:pt x="130832" y="1156505"/>
                  </a:lnTo>
                  <a:lnTo>
                    <a:pt x="133536" y="1154212"/>
                  </a:lnTo>
                  <a:lnTo>
                    <a:pt x="133750" y="1154064"/>
                  </a:lnTo>
                  <a:lnTo>
                    <a:pt x="134413" y="1154416"/>
                  </a:lnTo>
                  <a:lnTo>
                    <a:pt x="134951" y="1155083"/>
                  </a:lnTo>
                  <a:lnTo>
                    <a:pt x="135147" y="1155741"/>
                  </a:lnTo>
                  <a:lnTo>
                    <a:pt x="138378" y="1153583"/>
                  </a:lnTo>
                  <a:lnTo>
                    <a:pt x="140272" y="1151638"/>
                  </a:lnTo>
                  <a:lnTo>
                    <a:pt x="142112" y="1150644"/>
                  </a:lnTo>
                  <a:lnTo>
                    <a:pt x="142797" y="1150643"/>
                  </a:lnTo>
                  <a:lnTo>
                    <a:pt x="145828" y="1149587"/>
                  </a:lnTo>
                  <a:lnTo>
                    <a:pt x="149215" y="1149986"/>
                  </a:lnTo>
                  <a:lnTo>
                    <a:pt x="149592" y="1149374"/>
                  </a:lnTo>
                  <a:lnTo>
                    <a:pt x="151197" y="1149298"/>
                  </a:lnTo>
                  <a:lnTo>
                    <a:pt x="152812" y="1148795"/>
                  </a:lnTo>
                  <a:lnTo>
                    <a:pt x="155892" y="1148694"/>
                  </a:lnTo>
                  <a:lnTo>
                    <a:pt x="158505" y="1148160"/>
                  </a:lnTo>
                  <a:lnTo>
                    <a:pt x="159995" y="1148486"/>
                  </a:lnTo>
                  <a:lnTo>
                    <a:pt x="162092" y="1146929"/>
                  </a:lnTo>
                  <a:lnTo>
                    <a:pt x="163423" y="1146568"/>
                  </a:lnTo>
                  <a:lnTo>
                    <a:pt x="165657" y="1145274"/>
                  </a:lnTo>
                  <a:lnTo>
                    <a:pt x="165993" y="1145601"/>
                  </a:lnTo>
                  <a:lnTo>
                    <a:pt x="167445" y="1145280"/>
                  </a:lnTo>
                  <a:lnTo>
                    <a:pt x="167976" y="1144653"/>
                  </a:lnTo>
                  <a:lnTo>
                    <a:pt x="169163" y="1144417"/>
                  </a:lnTo>
                  <a:lnTo>
                    <a:pt x="169782" y="1144563"/>
                  </a:lnTo>
                  <a:lnTo>
                    <a:pt x="170129" y="1144221"/>
                  </a:lnTo>
                  <a:lnTo>
                    <a:pt x="170597" y="1144201"/>
                  </a:lnTo>
                  <a:lnTo>
                    <a:pt x="171933" y="1143449"/>
                  </a:lnTo>
                  <a:lnTo>
                    <a:pt x="172393" y="1142675"/>
                  </a:lnTo>
                  <a:lnTo>
                    <a:pt x="173066" y="1142667"/>
                  </a:lnTo>
                  <a:lnTo>
                    <a:pt x="175061" y="1143373"/>
                  </a:lnTo>
                  <a:lnTo>
                    <a:pt x="175910" y="1143432"/>
                  </a:lnTo>
                  <a:lnTo>
                    <a:pt x="178661" y="1143372"/>
                  </a:lnTo>
                  <a:lnTo>
                    <a:pt x="180358" y="1143026"/>
                  </a:lnTo>
                  <a:lnTo>
                    <a:pt x="180937" y="1143182"/>
                  </a:lnTo>
                  <a:lnTo>
                    <a:pt x="183550" y="1144245"/>
                  </a:lnTo>
                  <a:lnTo>
                    <a:pt x="186300" y="1144615"/>
                  </a:lnTo>
                  <a:lnTo>
                    <a:pt x="190306" y="1144319"/>
                  </a:lnTo>
                  <a:lnTo>
                    <a:pt x="192179" y="1144553"/>
                  </a:lnTo>
                  <a:lnTo>
                    <a:pt x="195653" y="1144260"/>
                  </a:lnTo>
                  <a:lnTo>
                    <a:pt x="196905" y="1143569"/>
                  </a:lnTo>
                  <a:lnTo>
                    <a:pt x="197957" y="1142618"/>
                  </a:lnTo>
                  <a:lnTo>
                    <a:pt x="203488" y="1140313"/>
                  </a:lnTo>
                  <a:lnTo>
                    <a:pt x="206065" y="1140374"/>
                  </a:lnTo>
                  <a:lnTo>
                    <a:pt x="206412" y="1140003"/>
                  </a:lnTo>
                  <a:lnTo>
                    <a:pt x="208699" y="1139606"/>
                  </a:lnTo>
                  <a:lnTo>
                    <a:pt x="209691" y="1139082"/>
                  </a:lnTo>
                  <a:lnTo>
                    <a:pt x="210738" y="1139181"/>
                  </a:lnTo>
                  <a:lnTo>
                    <a:pt x="212646" y="1137904"/>
                  </a:lnTo>
                  <a:lnTo>
                    <a:pt x="216837" y="1136104"/>
                  </a:lnTo>
                  <a:lnTo>
                    <a:pt x="220691" y="1135727"/>
                  </a:lnTo>
                  <a:lnTo>
                    <a:pt x="221617" y="1135341"/>
                  </a:lnTo>
                  <a:lnTo>
                    <a:pt x="222126" y="1134435"/>
                  </a:lnTo>
                  <a:lnTo>
                    <a:pt x="223880" y="1132532"/>
                  </a:lnTo>
                  <a:lnTo>
                    <a:pt x="224235" y="1132568"/>
                  </a:lnTo>
                  <a:lnTo>
                    <a:pt x="225037" y="1132131"/>
                  </a:lnTo>
                  <a:lnTo>
                    <a:pt x="226550" y="1130953"/>
                  </a:lnTo>
                  <a:lnTo>
                    <a:pt x="227121" y="1128726"/>
                  </a:lnTo>
                  <a:lnTo>
                    <a:pt x="227997" y="1128284"/>
                  </a:lnTo>
                  <a:lnTo>
                    <a:pt x="228807" y="1127629"/>
                  </a:lnTo>
                  <a:lnTo>
                    <a:pt x="229365" y="1126058"/>
                  </a:lnTo>
                  <a:lnTo>
                    <a:pt x="230314" y="1126125"/>
                  </a:lnTo>
                  <a:lnTo>
                    <a:pt x="231341" y="1125411"/>
                  </a:lnTo>
                  <a:lnTo>
                    <a:pt x="231628" y="1124886"/>
                  </a:lnTo>
                  <a:lnTo>
                    <a:pt x="232037" y="1125064"/>
                  </a:lnTo>
                  <a:lnTo>
                    <a:pt x="232852" y="1124879"/>
                  </a:lnTo>
                  <a:lnTo>
                    <a:pt x="233887" y="1123853"/>
                  </a:lnTo>
                  <a:lnTo>
                    <a:pt x="234575" y="1122522"/>
                  </a:lnTo>
                  <a:lnTo>
                    <a:pt x="235141" y="1122261"/>
                  </a:lnTo>
                  <a:lnTo>
                    <a:pt x="235453" y="1121834"/>
                  </a:lnTo>
                  <a:lnTo>
                    <a:pt x="237372" y="1120633"/>
                  </a:lnTo>
                  <a:lnTo>
                    <a:pt x="237896" y="1119951"/>
                  </a:lnTo>
                  <a:lnTo>
                    <a:pt x="240259" y="1119079"/>
                  </a:lnTo>
                  <a:lnTo>
                    <a:pt x="240603" y="1118321"/>
                  </a:lnTo>
                  <a:lnTo>
                    <a:pt x="240317" y="1115387"/>
                  </a:lnTo>
                  <a:lnTo>
                    <a:pt x="240809" y="1115167"/>
                  </a:lnTo>
                  <a:lnTo>
                    <a:pt x="240845" y="1112399"/>
                  </a:lnTo>
                  <a:lnTo>
                    <a:pt x="241434" y="1110829"/>
                  </a:lnTo>
                  <a:lnTo>
                    <a:pt x="242657" y="1110640"/>
                  </a:lnTo>
                  <a:lnTo>
                    <a:pt x="243821" y="1109928"/>
                  </a:lnTo>
                  <a:lnTo>
                    <a:pt x="245657" y="1109323"/>
                  </a:lnTo>
                  <a:lnTo>
                    <a:pt x="245693" y="1108829"/>
                  </a:lnTo>
                  <a:lnTo>
                    <a:pt x="246549" y="1108882"/>
                  </a:lnTo>
                  <a:lnTo>
                    <a:pt x="247163" y="1108478"/>
                  </a:lnTo>
                  <a:lnTo>
                    <a:pt x="248483" y="1107090"/>
                  </a:lnTo>
                  <a:lnTo>
                    <a:pt x="250083" y="1104625"/>
                  </a:lnTo>
                  <a:lnTo>
                    <a:pt x="250796" y="1104197"/>
                  </a:lnTo>
                  <a:lnTo>
                    <a:pt x="251529" y="1101326"/>
                  </a:lnTo>
                  <a:lnTo>
                    <a:pt x="251789" y="1101253"/>
                  </a:lnTo>
                  <a:lnTo>
                    <a:pt x="252751" y="1100677"/>
                  </a:lnTo>
                  <a:lnTo>
                    <a:pt x="252955" y="1099689"/>
                  </a:lnTo>
                  <a:lnTo>
                    <a:pt x="252667" y="1099215"/>
                  </a:lnTo>
                  <a:lnTo>
                    <a:pt x="253273" y="1098115"/>
                  </a:lnTo>
                  <a:lnTo>
                    <a:pt x="254046" y="1097617"/>
                  </a:lnTo>
                  <a:lnTo>
                    <a:pt x="255303" y="1095932"/>
                  </a:lnTo>
                  <a:lnTo>
                    <a:pt x="257447" y="1095347"/>
                  </a:lnTo>
                  <a:lnTo>
                    <a:pt x="258774" y="1095420"/>
                  </a:lnTo>
                  <a:lnTo>
                    <a:pt x="259516" y="1094936"/>
                  </a:lnTo>
                  <a:lnTo>
                    <a:pt x="260195" y="1093827"/>
                  </a:lnTo>
                  <a:lnTo>
                    <a:pt x="260970" y="1093846"/>
                  </a:lnTo>
                  <a:lnTo>
                    <a:pt x="261587" y="1093529"/>
                  </a:lnTo>
                  <a:lnTo>
                    <a:pt x="262589" y="1093811"/>
                  </a:lnTo>
                  <a:lnTo>
                    <a:pt x="263539" y="1093731"/>
                  </a:lnTo>
                  <a:lnTo>
                    <a:pt x="265248" y="1092290"/>
                  </a:lnTo>
                  <a:lnTo>
                    <a:pt x="265727" y="1092327"/>
                  </a:lnTo>
                  <a:lnTo>
                    <a:pt x="265780" y="1091692"/>
                  </a:lnTo>
                  <a:lnTo>
                    <a:pt x="266033" y="1090646"/>
                  </a:lnTo>
                  <a:lnTo>
                    <a:pt x="269342" y="1087807"/>
                  </a:lnTo>
                  <a:lnTo>
                    <a:pt x="272121" y="1086618"/>
                  </a:lnTo>
                  <a:lnTo>
                    <a:pt x="273240" y="1087462"/>
                  </a:lnTo>
                  <a:lnTo>
                    <a:pt x="274022" y="1087685"/>
                  </a:lnTo>
                  <a:lnTo>
                    <a:pt x="274931" y="1089157"/>
                  </a:lnTo>
                  <a:lnTo>
                    <a:pt x="275601" y="1089199"/>
                  </a:lnTo>
                  <a:lnTo>
                    <a:pt x="275803" y="1088437"/>
                  </a:lnTo>
                  <a:lnTo>
                    <a:pt x="277143" y="1088013"/>
                  </a:lnTo>
                  <a:lnTo>
                    <a:pt x="277656" y="1088346"/>
                  </a:lnTo>
                  <a:lnTo>
                    <a:pt x="280093" y="1088388"/>
                  </a:lnTo>
                  <a:lnTo>
                    <a:pt x="281418" y="1088949"/>
                  </a:lnTo>
                  <a:lnTo>
                    <a:pt x="281943" y="1086389"/>
                  </a:lnTo>
                  <a:lnTo>
                    <a:pt x="283063" y="1085176"/>
                  </a:lnTo>
                  <a:lnTo>
                    <a:pt x="284504" y="1082877"/>
                  </a:lnTo>
                  <a:lnTo>
                    <a:pt x="285290" y="1082325"/>
                  </a:lnTo>
                  <a:lnTo>
                    <a:pt x="285520" y="1081432"/>
                  </a:lnTo>
                  <a:lnTo>
                    <a:pt x="286309" y="1080305"/>
                  </a:lnTo>
                  <a:lnTo>
                    <a:pt x="288743" y="1077654"/>
                  </a:lnTo>
                  <a:lnTo>
                    <a:pt x="289222" y="1076573"/>
                  </a:lnTo>
                  <a:lnTo>
                    <a:pt x="290698" y="1074510"/>
                  </a:lnTo>
                  <a:lnTo>
                    <a:pt x="292011" y="1073330"/>
                  </a:lnTo>
                  <a:lnTo>
                    <a:pt x="294603" y="1071865"/>
                  </a:lnTo>
                  <a:lnTo>
                    <a:pt x="299031" y="1071083"/>
                  </a:lnTo>
                  <a:lnTo>
                    <a:pt x="300318" y="1071218"/>
                  </a:lnTo>
                  <a:lnTo>
                    <a:pt x="300969" y="1070951"/>
                  </a:lnTo>
                  <a:lnTo>
                    <a:pt x="301582" y="1069994"/>
                  </a:lnTo>
                  <a:lnTo>
                    <a:pt x="303175" y="1069556"/>
                  </a:lnTo>
                  <a:lnTo>
                    <a:pt x="303742" y="1069166"/>
                  </a:lnTo>
                  <a:lnTo>
                    <a:pt x="304087" y="1068736"/>
                  </a:lnTo>
                  <a:lnTo>
                    <a:pt x="304607" y="1066682"/>
                  </a:lnTo>
                  <a:lnTo>
                    <a:pt x="305626" y="1066297"/>
                  </a:lnTo>
                  <a:lnTo>
                    <a:pt x="305687" y="1066068"/>
                  </a:lnTo>
                  <a:lnTo>
                    <a:pt x="304948" y="1065373"/>
                  </a:lnTo>
                  <a:lnTo>
                    <a:pt x="305031" y="1062497"/>
                  </a:lnTo>
                  <a:lnTo>
                    <a:pt x="306033" y="1060569"/>
                  </a:lnTo>
                  <a:lnTo>
                    <a:pt x="306379" y="1057060"/>
                  </a:lnTo>
                  <a:lnTo>
                    <a:pt x="304236" y="1055476"/>
                  </a:lnTo>
                  <a:lnTo>
                    <a:pt x="302320" y="1054585"/>
                  </a:lnTo>
                  <a:lnTo>
                    <a:pt x="301153" y="1053304"/>
                  </a:lnTo>
                  <a:lnTo>
                    <a:pt x="299354" y="1052393"/>
                  </a:lnTo>
                  <a:lnTo>
                    <a:pt x="297332" y="1052635"/>
                  </a:lnTo>
                  <a:lnTo>
                    <a:pt x="297100" y="1052256"/>
                  </a:lnTo>
                  <a:lnTo>
                    <a:pt x="298447" y="1050977"/>
                  </a:lnTo>
                  <a:lnTo>
                    <a:pt x="299483" y="1050606"/>
                  </a:lnTo>
                  <a:lnTo>
                    <a:pt x="301287" y="1051261"/>
                  </a:lnTo>
                  <a:lnTo>
                    <a:pt x="301835" y="1051245"/>
                  </a:lnTo>
                  <a:lnTo>
                    <a:pt x="303483" y="1050273"/>
                  </a:lnTo>
                  <a:lnTo>
                    <a:pt x="305516" y="1048385"/>
                  </a:lnTo>
                  <a:lnTo>
                    <a:pt x="306671" y="1047909"/>
                  </a:lnTo>
                  <a:lnTo>
                    <a:pt x="310699" y="1048312"/>
                  </a:lnTo>
                  <a:lnTo>
                    <a:pt x="312837" y="1046462"/>
                  </a:lnTo>
                  <a:lnTo>
                    <a:pt x="313545" y="1044706"/>
                  </a:lnTo>
                  <a:lnTo>
                    <a:pt x="315485" y="1043490"/>
                  </a:lnTo>
                  <a:lnTo>
                    <a:pt x="315710" y="1041834"/>
                  </a:lnTo>
                  <a:lnTo>
                    <a:pt x="316583" y="1040662"/>
                  </a:lnTo>
                  <a:lnTo>
                    <a:pt x="316926" y="1038588"/>
                  </a:lnTo>
                  <a:lnTo>
                    <a:pt x="315207" y="1037064"/>
                  </a:lnTo>
                  <a:lnTo>
                    <a:pt x="314638" y="1035951"/>
                  </a:lnTo>
                  <a:lnTo>
                    <a:pt x="312626" y="1033997"/>
                  </a:lnTo>
                  <a:lnTo>
                    <a:pt x="315263" y="1032134"/>
                  </a:lnTo>
                  <a:lnTo>
                    <a:pt x="317004" y="1029902"/>
                  </a:lnTo>
                  <a:lnTo>
                    <a:pt x="318700" y="1028208"/>
                  </a:lnTo>
                  <a:lnTo>
                    <a:pt x="320391" y="1026858"/>
                  </a:lnTo>
                  <a:lnTo>
                    <a:pt x="321837" y="1026097"/>
                  </a:lnTo>
                  <a:lnTo>
                    <a:pt x="320654" y="1024555"/>
                  </a:lnTo>
                  <a:lnTo>
                    <a:pt x="321681" y="1023589"/>
                  </a:lnTo>
                  <a:lnTo>
                    <a:pt x="322768" y="1022989"/>
                  </a:lnTo>
                  <a:lnTo>
                    <a:pt x="322949" y="1023489"/>
                  </a:lnTo>
                  <a:lnTo>
                    <a:pt x="324462" y="1022198"/>
                  </a:lnTo>
                  <a:lnTo>
                    <a:pt x="324645" y="1021673"/>
                  </a:lnTo>
                  <a:lnTo>
                    <a:pt x="325764" y="1021149"/>
                  </a:lnTo>
                  <a:lnTo>
                    <a:pt x="326741" y="1021242"/>
                  </a:lnTo>
                  <a:lnTo>
                    <a:pt x="327271" y="1020897"/>
                  </a:lnTo>
                  <a:lnTo>
                    <a:pt x="327847" y="1019927"/>
                  </a:lnTo>
                  <a:lnTo>
                    <a:pt x="328693" y="1019285"/>
                  </a:lnTo>
                  <a:lnTo>
                    <a:pt x="329134" y="1019204"/>
                  </a:lnTo>
                  <a:lnTo>
                    <a:pt x="329063" y="1018049"/>
                  </a:lnTo>
                  <a:lnTo>
                    <a:pt x="328698" y="1017072"/>
                  </a:lnTo>
                  <a:lnTo>
                    <a:pt x="327987" y="1016618"/>
                  </a:lnTo>
                  <a:lnTo>
                    <a:pt x="327825" y="1015476"/>
                  </a:lnTo>
                  <a:lnTo>
                    <a:pt x="327013" y="1015002"/>
                  </a:lnTo>
                  <a:lnTo>
                    <a:pt x="329050" y="1012825"/>
                  </a:lnTo>
                  <a:lnTo>
                    <a:pt x="333679" y="1008951"/>
                  </a:lnTo>
                  <a:lnTo>
                    <a:pt x="334584" y="1007057"/>
                  </a:lnTo>
                  <a:lnTo>
                    <a:pt x="335428" y="1006034"/>
                  </a:lnTo>
                  <a:lnTo>
                    <a:pt x="334814" y="1004521"/>
                  </a:lnTo>
                  <a:lnTo>
                    <a:pt x="335152" y="1003427"/>
                  </a:lnTo>
                  <a:lnTo>
                    <a:pt x="334854" y="1002460"/>
                  </a:lnTo>
                  <a:lnTo>
                    <a:pt x="335468" y="1001616"/>
                  </a:lnTo>
                  <a:lnTo>
                    <a:pt x="338358" y="993601"/>
                  </a:lnTo>
                  <a:lnTo>
                    <a:pt x="340743" y="989673"/>
                  </a:lnTo>
                  <a:lnTo>
                    <a:pt x="339722" y="987609"/>
                  </a:lnTo>
                  <a:lnTo>
                    <a:pt x="340713" y="985320"/>
                  </a:lnTo>
                  <a:lnTo>
                    <a:pt x="340419" y="983031"/>
                  </a:lnTo>
                  <a:lnTo>
                    <a:pt x="340000" y="981852"/>
                  </a:lnTo>
                  <a:lnTo>
                    <a:pt x="339899" y="979055"/>
                  </a:lnTo>
                  <a:lnTo>
                    <a:pt x="339539" y="977138"/>
                  </a:lnTo>
                  <a:lnTo>
                    <a:pt x="337921" y="975861"/>
                  </a:lnTo>
                  <a:lnTo>
                    <a:pt x="338037" y="974955"/>
                  </a:lnTo>
                  <a:lnTo>
                    <a:pt x="337712" y="974535"/>
                  </a:lnTo>
                  <a:lnTo>
                    <a:pt x="338133" y="974631"/>
                  </a:lnTo>
                  <a:lnTo>
                    <a:pt x="338045" y="974124"/>
                  </a:lnTo>
                  <a:lnTo>
                    <a:pt x="337251" y="973341"/>
                  </a:lnTo>
                  <a:lnTo>
                    <a:pt x="336753" y="973497"/>
                  </a:lnTo>
                  <a:lnTo>
                    <a:pt x="336277" y="972679"/>
                  </a:lnTo>
                  <a:lnTo>
                    <a:pt x="334540" y="972059"/>
                  </a:lnTo>
                  <a:lnTo>
                    <a:pt x="334052" y="971633"/>
                  </a:lnTo>
                  <a:lnTo>
                    <a:pt x="333604" y="971827"/>
                  </a:lnTo>
                  <a:lnTo>
                    <a:pt x="331650" y="970909"/>
                  </a:lnTo>
                  <a:lnTo>
                    <a:pt x="330156" y="970827"/>
                  </a:lnTo>
                  <a:lnTo>
                    <a:pt x="330163" y="970310"/>
                  </a:lnTo>
                  <a:lnTo>
                    <a:pt x="329984" y="970623"/>
                  </a:lnTo>
                  <a:lnTo>
                    <a:pt x="329718" y="970024"/>
                  </a:lnTo>
                  <a:lnTo>
                    <a:pt x="328377" y="968695"/>
                  </a:lnTo>
                  <a:lnTo>
                    <a:pt x="327855" y="967289"/>
                  </a:lnTo>
                  <a:lnTo>
                    <a:pt x="326969" y="966184"/>
                  </a:lnTo>
                  <a:lnTo>
                    <a:pt x="327301" y="963956"/>
                  </a:lnTo>
                  <a:lnTo>
                    <a:pt x="326426" y="962550"/>
                  </a:lnTo>
                  <a:lnTo>
                    <a:pt x="326408" y="962136"/>
                  </a:lnTo>
                  <a:lnTo>
                    <a:pt x="325906" y="961799"/>
                  </a:lnTo>
                  <a:lnTo>
                    <a:pt x="324978" y="959581"/>
                  </a:lnTo>
                  <a:lnTo>
                    <a:pt x="323829" y="958824"/>
                  </a:lnTo>
                  <a:lnTo>
                    <a:pt x="323223" y="957965"/>
                  </a:lnTo>
                  <a:lnTo>
                    <a:pt x="322481" y="957454"/>
                  </a:lnTo>
                  <a:lnTo>
                    <a:pt x="321634" y="956004"/>
                  </a:lnTo>
                  <a:lnTo>
                    <a:pt x="321000" y="955744"/>
                  </a:lnTo>
                  <a:lnTo>
                    <a:pt x="320886" y="955188"/>
                  </a:lnTo>
                  <a:lnTo>
                    <a:pt x="321160" y="954703"/>
                  </a:lnTo>
                  <a:lnTo>
                    <a:pt x="321003" y="954335"/>
                  </a:lnTo>
                  <a:lnTo>
                    <a:pt x="320223" y="954171"/>
                  </a:lnTo>
                  <a:lnTo>
                    <a:pt x="318956" y="954658"/>
                  </a:lnTo>
                  <a:lnTo>
                    <a:pt x="318645" y="954369"/>
                  </a:lnTo>
                  <a:lnTo>
                    <a:pt x="319014" y="953793"/>
                  </a:lnTo>
                  <a:lnTo>
                    <a:pt x="319306" y="953707"/>
                  </a:lnTo>
                  <a:lnTo>
                    <a:pt x="319297" y="953349"/>
                  </a:lnTo>
                  <a:lnTo>
                    <a:pt x="318790" y="953488"/>
                  </a:lnTo>
                  <a:lnTo>
                    <a:pt x="318533" y="952867"/>
                  </a:lnTo>
                  <a:lnTo>
                    <a:pt x="317735" y="952601"/>
                  </a:lnTo>
                  <a:lnTo>
                    <a:pt x="317311" y="952176"/>
                  </a:lnTo>
                  <a:lnTo>
                    <a:pt x="317266" y="951294"/>
                  </a:lnTo>
                  <a:lnTo>
                    <a:pt x="317094" y="951094"/>
                  </a:lnTo>
                  <a:lnTo>
                    <a:pt x="316627" y="951315"/>
                  </a:lnTo>
                  <a:lnTo>
                    <a:pt x="316008" y="950647"/>
                  </a:lnTo>
                  <a:lnTo>
                    <a:pt x="315934" y="950269"/>
                  </a:lnTo>
                  <a:lnTo>
                    <a:pt x="315631" y="950245"/>
                  </a:lnTo>
                  <a:lnTo>
                    <a:pt x="315162" y="950719"/>
                  </a:lnTo>
                  <a:lnTo>
                    <a:pt x="314596" y="950665"/>
                  </a:lnTo>
                  <a:lnTo>
                    <a:pt x="313924" y="949131"/>
                  </a:lnTo>
                  <a:lnTo>
                    <a:pt x="313181" y="949907"/>
                  </a:lnTo>
                  <a:lnTo>
                    <a:pt x="311177" y="948594"/>
                  </a:lnTo>
                  <a:lnTo>
                    <a:pt x="310235" y="947801"/>
                  </a:lnTo>
                  <a:lnTo>
                    <a:pt x="308909" y="947525"/>
                  </a:lnTo>
                  <a:lnTo>
                    <a:pt x="308187" y="946222"/>
                  </a:lnTo>
                  <a:lnTo>
                    <a:pt x="308547" y="945817"/>
                  </a:lnTo>
                  <a:lnTo>
                    <a:pt x="308586" y="945159"/>
                  </a:lnTo>
                  <a:lnTo>
                    <a:pt x="308051" y="945066"/>
                  </a:lnTo>
                  <a:lnTo>
                    <a:pt x="307672" y="945332"/>
                  </a:lnTo>
                  <a:lnTo>
                    <a:pt x="306917" y="944888"/>
                  </a:lnTo>
                  <a:lnTo>
                    <a:pt x="306134" y="942816"/>
                  </a:lnTo>
                  <a:lnTo>
                    <a:pt x="306433" y="941039"/>
                  </a:lnTo>
                  <a:lnTo>
                    <a:pt x="307133" y="939906"/>
                  </a:lnTo>
                  <a:lnTo>
                    <a:pt x="307046" y="938059"/>
                  </a:lnTo>
                  <a:lnTo>
                    <a:pt x="307904" y="937109"/>
                  </a:lnTo>
                  <a:lnTo>
                    <a:pt x="307704" y="936526"/>
                  </a:lnTo>
                  <a:lnTo>
                    <a:pt x="308181" y="935477"/>
                  </a:lnTo>
                  <a:lnTo>
                    <a:pt x="308091" y="933868"/>
                  </a:lnTo>
                  <a:lnTo>
                    <a:pt x="308425" y="932795"/>
                  </a:lnTo>
                  <a:lnTo>
                    <a:pt x="308253" y="932544"/>
                  </a:lnTo>
                  <a:lnTo>
                    <a:pt x="308372" y="930717"/>
                  </a:lnTo>
                  <a:lnTo>
                    <a:pt x="309781" y="928541"/>
                  </a:lnTo>
                  <a:lnTo>
                    <a:pt x="309842" y="927639"/>
                  </a:lnTo>
                  <a:lnTo>
                    <a:pt x="309543" y="926596"/>
                  </a:lnTo>
                  <a:lnTo>
                    <a:pt x="309959" y="926125"/>
                  </a:lnTo>
                  <a:lnTo>
                    <a:pt x="309982" y="925067"/>
                  </a:lnTo>
                  <a:lnTo>
                    <a:pt x="310291" y="924599"/>
                  </a:lnTo>
                  <a:lnTo>
                    <a:pt x="310930" y="924809"/>
                  </a:lnTo>
                  <a:lnTo>
                    <a:pt x="310969" y="924315"/>
                  </a:lnTo>
                  <a:lnTo>
                    <a:pt x="311729" y="923836"/>
                  </a:lnTo>
                  <a:lnTo>
                    <a:pt x="311823" y="922850"/>
                  </a:lnTo>
                  <a:lnTo>
                    <a:pt x="312261" y="922273"/>
                  </a:lnTo>
                  <a:lnTo>
                    <a:pt x="312070" y="921717"/>
                  </a:lnTo>
                  <a:lnTo>
                    <a:pt x="312362" y="921773"/>
                  </a:lnTo>
                  <a:lnTo>
                    <a:pt x="312462" y="921576"/>
                  </a:lnTo>
                  <a:lnTo>
                    <a:pt x="312263" y="920715"/>
                  </a:lnTo>
                  <a:lnTo>
                    <a:pt x="311768" y="920392"/>
                  </a:lnTo>
                  <a:lnTo>
                    <a:pt x="312142" y="919645"/>
                  </a:lnTo>
                  <a:lnTo>
                    <a:pt x="311808" y="918192"/>
                  </a:lnTo>
                  <a:lnTo>
                    <a:pt x="310762" y="917861"/>
                  </a:lnTo>
                  <a:lnTo>
                    <a:pt x="310397" y="917503"/>
                  </a:lnTo>
                  <a:lnTo>
                    <a:pt x="310320" y="916907"/>
                  </a:lnTo>
                  <a:lnTo>
                    <a:pt x="309555" y="915770"/>
                  </a:lnTo>
                  <a:lnTo>
                    <a:pt x="309243" y="912736"/>
                  </a:lnTo>
                  <a:lnTo>
                    <a:pt x="310546" y="911757"/>
                  </a:lnTo>
                  <a:lnTo>
                    <a:pt x="313451" y="908850"/>
                  </a:lnTo>
                  <a:lnTo>
                    <a:pt x="313965" y="908280"/>
                  </a:lnTo>
                  <a:lnTo>
                    <a:pt x="314682" y="906799"/>
                  </a:lnTo>
                  <a:lnTo>
                    <a:pt x="315787" y="905954"/>
                  </a:lnTo>
                  <a:lnTo>
                    <a:pt x="315919" y="905158"/>
                  </a:lnTo>
                  <a:lnTo>
                    <a:pt x="317040" y="902551"/>
                  </a:lnTo>
                  <a:lnTo>
                    <a:pt x="316926" y="902179"/>
                  </a:lnTo>
                  <a:lnTo>
                    <a:pt x="317228" y="901769"/>
                  </a:lnTo>
                  <a:lnTo>
                    <a:pt x="316908" y="901474"/>
                  </a:lnTo>
                  <a:lnTo>
                    <a:pt x="317083" y="901135"/>
                  </a:lnTo>
                  <a:lnTo>
                    <a:pt x="316813" y="900714"/>
                  </a:lnTo>
                  <a:lnTo>
                    <a:pt x="316801" y="900028"/>
                  </a:lnTo>
                  <a:lnTo>
                    <a:pt x="317074" y="899837"/>
                  </a:lnTo>
                  <a:lnTo>
                    <a:pt x="317150" y="899408"/>
                  </a:lnTo>
                  <a:lnTo>
                    <a:pt x="317502" y="899357"/>
                  </a:lnTo>
                  <a:lnTo>
                    <a:pt x="318399" y="897669"/>
                  </a:lnTo>
                  <a:lnTo>
                    <a:pt x="318507" y="896918"/>
                  </a:lnTo>
                  <a:lnTo>
                    <a:pt x="319290" y="896314"/>
                  </a:lnTo>
                  <a:lnTo>
                    <a:pt x="319722" y="894989"/>
                  </a:lnTo>
                  <a:lnTo>
                    <a:pt x="320191" y="894753"/>
                  </a:lnTo>
                  <a:lnTo>
                    <a:pt x="320239" y="894324"/>
                  </a:lnTo>
                  <a:lnTo>
                    <a:pt x="321685" y="893516"/>
                  </a:lnTo>
                  <a:lnTo>
                    <a:pt x="322132" y="893011"/>
                  </a:lnTo>
                  <a:lnTo>
                    <a:pt x="322504" y="892987"/>
                  </a:lnTo>
                  <a:lnTo>
                    <a:pt x="323316" y="892019"/>
                  </a:lnTo>
                  <a:lnTo>
                    <a:pt x="323721" y="891283"/>
                  </a:lnTo>
                  <a:lnTo>
                    <a:pt x="323552" y="890629"/>
                  </a:lnTo>
                  <a:lnTo>
                    <a:pt x="323749" y="890080"/>
                  </a:lnTo>
                  <a:lnTo>
                    <a:pt x="323701" y="888784"/>
                  </a:lnTo>
                  <a:lnTo>
                    <a:pt x="326224" y="885522"/>
                  </a:lnTo>
                  <a:lnTo>
                    <a:pt x="326450" y="884924"/>
                  </a:lnTo>
                  <a:lnTo>
                    <a:pt x="326211" y="881341"/>
                  </a:lnTo>
                  <a:lnTo>
                    <a:pt x="325479" y="877275"/>
                  </a:lnTo>
                  <a:lnTo>
                    <a:pt x="326249" y="876461"/>
                  </a:lnTo>
                  <a:lnTo>
                    <a:pt x="326784" y="875150"/>
                  </a:lnTo>
                  <a:lnTo>
                    <a:pt x="326885" y="873664"/>
                  </a:lnTo>
                  <a:lnTo>
                    <a:pt x="326661" y="873259"/>
                  </a:lnTo>
                  <a:lnTo>
                    <a:pt x="326745" y="872593"/>
                  </a:lnTo>
                  <a:lnTo>
                    <a:pt x="326402" y="871920"/>
                  </a:lnTo>
                  <a:lnTo>
                    <a:pt x="326568" y="871256"/>
                  </a:lnTo>
                  <a:lnTo>
                    <a:pt x="326297" y="870801"/>
                  </a:lnTo>
                  <a:lnTo>
                    <a:pt x="326505" y="870637"/>
                  </a:lnTo>
                  <a:lnTo>
                    <a:pt x="326486" y="870104"/>
                  </a:lnTo>
                  <a:lnTo>
                    <a:pt x="326076" y="869315"/>
                  </a:lnTo>
                  <a:lnTo>
                    <a:pt x="326158" y="868750"/>
                  </a:lnTo>
                  <a:lnTo>
                    <a:pt x="325363" y="867538"/>
                  </a:lnTo>
                  <a:lnTo>
                    <a:pt x="325353" y="867133"/>
                  </a:lnTo>
                  <a:lnTo>
                    <a:pt x="324847" y="866697"/>
                  </a:lnTo>
                  <a:lnTo>
                    <a:pt x="324086" y="864844"/>
                  </a:lnTo>
                  <a:lnTo>
                    <a:pt x="324068" y="863498"/>
                  </a:lnTo>
                  <a:lnTo>
                    <a:pt x="323805" y="863283"/>
                  </a:lnTo>
                  <a:lnTo>
                    <a:pt x="323887" y="862439"/>
                  </a:lnTo>
                  <a:lnTo>
                    <a:pt x="324153" y="862253"/>
                  </a:lnTo>
                  <a:lnTo>
                    <a:pt x="324035" y="862092"/>
                  </a:lnTo>
                  <a:lnTo>
                    <a:pt x="324266" y="861607"/>
                  </a:lnTo>
                  <a:lnTo>
                    <a:pt x="324192" y="860517"/>
                  </a:lnTo>
                  <a:lnTo>
                    <a:pt x="325153" y="859041"/>
                  </a:lnTo>
                  <a:lnTo>
                    <a:pt x="325570" y="858830"/>
                  </a:lnTo>
                  <a:lnTo>
                    <a:pt x="325608" y="858122"/>
                  </a:lnTo>
                  <a:lnTo>
                    <a:pt x="328210" y="856391"/>
                  </a:lnTo>
                  <a:lnTo>
                    <a:pt x="329619" y="854450"/>
                  </a:lnTo>
                  <a:lnTo>
                    <a:pt x="330281" y="854477"/>
                  </a:lnTo>
                  <a:lnTo>
                    <a:pt x="330642" y="854071"/>
                  </a:lnTo>
                  <a:lnTo>
                    <a:pt x="331927" y="853520"/>
                  </a:lnTo>
                  <a:lnTo>
                    <a:pt x="332759" y="853585"/>
                  </a:lnTo>
                  <a:lnTo>
                    <a:pt x="333890" y="853194"/>
                  </a:lnTo>
                  <a:lnTo>
                    <a:pt x="335544" y="851716"/>
                  </a:lnTo>
                  <a:lnTo>
                    <a:pt x="336052" y="851917"/>
                  </a:lnTo>
                  <a:lnTo>
                    <a:pt x="336741" y="851691"/>
                  </a:lnTo>
                  <a:lnTo>
                    <a:pt x="339024" y="852555"/>
                  </a:lnTo>
                  <a:lnTo>
                    <a:pt x="339984" y="852369"/>
                  </a:lnTo>
                  <a:lnTo>
                    <a:pt x="340449" y="852009"/>
                  </a:lnTo>
                  <a:lnTo>
                    <a:pt x="343290" y="849642"/>
                  </a:lnTo>
                  <a:lnTo>
                    <a:pt x="343755" y="848774"/>
                  </a:lnTo>
                  <a:lnTo>
                    <a:pt x="344539" y="848089"/>
                  </a:lnTo>
                  <a:lnTo>
                    <a:pt x="345001" y="847156"/>
                  </a:lnTo>
                  <a:lnTo>
                    <a:pt x="344565" y="845717"/>
                  </a:lnTo>
                  <a:lnTo>
                    <a:pt x="344866" y="844394"/>
                  </a:lnTo>
                  <a:lnTo>
                    <a:pt x="345967" y="843156"/>
                  </a:lnTo>
                  <a:lnTo>
                    <a:pt x="346968" y="842627"/>
                  </a:lnTo>
                  <a:lnTo>
                    <a:pt x="348238" y="842500"/>
                  </a:lnTo>
                  <a:lnTo>
                    <a:pt x="349609" y="841593"/>
                  </a:lnTo>
                  <a:lnTo>
                    <a:pt x="349954" y="840439"/>
                  </a:lnTo>
                  <a:lnTo>
                    <a:pt x="349831" y="838344"/>
                  </a:lnTo>
                  <a:lnTo>
                    <a:pt x="348949" y="837772"/>
                  </a:lnTo>
                  <a:lnTo>
                    <a:pt x="348088" y="837635"/>
                  </a:lnTo>
                  <a:lnTo>
                    <a:pt x="348045" y="837281"/>
                  </a:lnTo>
                  <a:lnTo>
                    <a:pt x="348286" y="837074"/>
                  </a:lnTo>
                  <a:lnTo>
                    <a:pt x="348164" y="836725"/>
                  </a:lnTo>
                  <a:lnTo>
                    <a:pt x="347859" y="836692"/>
                  </a:lnTo>
                  <a:lnTo>
                    <a:pt x="347783" y="836200"/>
                  </a:lnTo>
                  <a:lnTo>
                    <a:pt x="347469" y="835974"/>
                  </a:lnTo>
                  <a:lnTo>
                    <a:pt x="347014" y="836058"/>
                  </a:lnTo>
                  <a:lnTo>
                    <a:pt x="346847" y="835852"/>
                  </a:lnTo>
                  <a:lnTo>
                    <a:pt x="347027" y="835489"/>
                  </a:lnTo>
                  <a:lnTo>
                    <a:pt x="346671" y="834984"/>
                  </a:lnTo>
                  <a:lnTo>
                    <a:pt x="346504" y="833813"/>
                  </a:lnTo>
                  <a:lnTo>
                    <a:pt x="344682" y="832222"/>
                  </a:lnTo>
                  <a:lnTo>
                    <a:pt x="343501" y="830629"/>
                  </a:lnTo>
                  <a:lnTo>
                    <a:pt x="344971" y="829554"/>
                  </a:lnTo>
                  <a:lnTo>
                    <a:pt x="345315" y="829519"/>
                  </a:lnTo>
                  <a:lnTo>
                    <a:pt x="347632" y="827632"/>
                  </a:lnTo>
                  <a:lnTo>
                    <a:pt x="349260" y="825428"/>
                  </a:lnTo>
                  <a:lnTo>
                    <a:pt x="349182" y="825161"/>
                  </a:lnTo>
                  <a:lnTo>
                    <a:pt x="351564" y="823075"/>
                  </a:lnTo>
                  <a:lnTo>
                    <a:pt x="353399" y="823315"/>
                  </a:lnTo>
                  <a:lnTo>
                    <a:pt x="356041" y="822395"/>
                  </a:lnTo>
                  <a:lnTo>
                    <a:pt x="357999" y="822211"/>
                  </a:lnTo>
                  <a:lnTo>
                    <a:pt x="358251" y="821941"/>
                  </a:lnTo>
                  <a:lnTo>
                    <a:pt x="358944" y="821796"/>
                  </a:lnTo>
                  <a:lnTo>
                    <a:pt x="361032" y="821899"/>
                  </a:lnTo>
                  <a:lnTo>
                    <a:pt x="363977" y="821522"/>
                  </a:lnTo>
                  <a:lnTo>
                    <a:pt x="365133" y="822153"/>
                  </a:lnTo>
                  <a:lnTo>
                    <a:pt x="365992" y="821208"/>
                  </a:lnTo>
                  <a:lnTo>
                    <a:pt x="366836" y="819442"/>
                  </a:lnTo>
                  <a:lnTo>
                    <a:pt x="368225" y="818182"/>
                  </a:lnTo>
                  <a:lnTo>
                    <a:pt x="368209" y="816200"/>
                  </a:lnTo>
                  <a:lnTo>
                    <a:pt x="368741" y="815683"/>
                  </a:lnTo>
                  <a:lnTo>
                    <a:pt x="368849" y="814999"/>
                  </a:lnTo>
                  <a:lnTo>
                    <a:pt x="368610" y="814214"/>
                  </a:lnTo>
                  <a:lnTo>
                    <a:pt x="368758" y="813591"/>
                  </a:lnTo>
                  <a:lnTo>
                    <a:pt x="368412" y="812458"/>
                  </a:lnTo>
                  <a:lnTo>
                    <a:pt x="368901" y="811976"/>
                  </a:lnTo>
                  <a:lnTo>
                    <a:pt x="368873" y="811618"/>
                  </a:lnTo>
                  <a:lnTo>
                    <a:pt x="368318" y="810915"/>
                  </a:lnTo>
                  <a:lnTo>
                    <a:pt x="368384" y="810443"/>
                  </a:lnTo>
                  <a:lnTo>
                    <a:pt x="368034" y="809693"/>
                  </a:lnTo>
                  <a:lnTo>
                    <a:pt x="367223" y="808936"/>
                  </a:lnTo>
                  <a:lnTo>
                    <a:pt x="367214" y="808540"/>
                  </a:lnTo>
                  <a:lnTo>
                    <a:pt x="366633" y="808455"/>
                  </a:lnTo>
                  <a:lnTo>
                    <a:pt x="366762" y="807882"/>
                  </a:lnTo>
                  <a:lnTo>
                    <a:pt x="366184" y="807181"/>
                  </a:lnTo>
                  <a:lnTo>
                    <a:pt x="366259" y="806439"/>
                  </a:lnTo>
                  <a:lnTo>
                    <a:pt x="365740" y="805936"/>
                  </a:lnTo>
                  <a:lnTo>
                    <a:pt x="366026" y="805777"/>
                  </a:lnTo>
                  <a:lnTo>
                    <a:pt x="365619" y="804849"/>
                  </a:lnTo>
                  <a:lnTo>
                    <a:pt x="365302" y="804609"/>
                  </a:lnTo>
                  <a:lnTo>
                    <a:pt x="365275" y="803757"/>
                  </a:lnTo>
                  <a:lnTo>
                    <a:pt x="364921" y="803491"/>
                  </a:lnTo>
                  <a:lnTo>
                    <a:pt x="364894" y="802870"/>
                  </a:lnTo>
                  <a:lnTo>
                    <a:pt x="364442" y="802229"/>
                  </a:lnTo>
                  <a:lnTo>
                    <a:pt x="364488" y="801565"/>
                  </a:lnTo>
                  <a:lnTo>
                    <a:pt x="363911" y="800429"/>
                  </a:lnTo>
                  <a:lnTo>
                    <a:pt x="363429" y="798636"/>
                  </a:lnTo>
                  <a:lnTo>
                    <a:pt x="365090" y="797065"/>
                  </a:lnTo>
                  <a:lnTo>
                    <a:pt x="365803" y="796749"/>
                  </a:lnTo>
                  <a:lnTo>
                    <a:pt x="367140" y="795142"/>
                  </a:lnTo>
                  <a:lnTo>
                    <a:pt x="368049" y="792215"/>
                  </a:lnTo>
                  <a:lnTo>
                    <a:pt x="367794" y="790528"/>
                  </a:lnTo>
                  <a:lnTo>
                    <a:pt x="368191" y="787857"/>
                  </a:lnTo>
                  <a:lnTo>
                    <a:pt x="367499" y="784933"/>
                  </a:lnTo>
                  <a:lnTo>
                    <a:pt x="364871" y="779999"/>
                  </a:lnTo>
                  <a:lnTo>
                    <a:pt x="362886" y="777675"/>
                  </a:lnTo>
                  <a:lnTo>
                    <a:pt x="360361" y="775298"/>
                  </a:lnTo>
                  <a:lnTo>
                    <a:pt x="358120" y="772094"/>
                  </a:lnTo>
                  <a:lnTo>
                    <a:pt x="356916" y="770771"/>
                  </a:lnTo>
                  <a:lnTo>
                    <a:pt x="356723" y="769825"/>
                  </a:lnTo>
                  <a:lnTo>
                    <a:pt x="355546" y="767045"/>
                  </a:lnTo>
                  <a:lnTo>
                    <a:pt x="354089" y="764625"/>
                  </a:lnTo>
                  <a:lnTo>
                    <a:pt x="353634" y="763268"/>
                  </a:lnTo>
                  <a:lnTo>
                    <a:pt x="353715" y="761649"/>
                  </a:lnTo>
                  <a:lnTo>
                    <a:pt x="354387" y="759699"/>
                  </a:lnTo>
                  <a:lnTo>
                    <a:pt x="353761" y="757396"/>
                  </a:lnTo>
                  <a:lnTo>
                    <a:pt x="352771" y="756108"/>
                  </a:lnTo>
                  <a:lnTo>
                    <a:pt x="352446" y="754060"/>
                  </a:lnTo>
                  <a:lnTo>
                    <a:pt x="351159" y="752748"/>
                  </a:lnTo>
                  <a:lnTo>
                    <a:pt x="349492" y="748988"/>
                  </a:lnTo>
                  <a:lnTo>
                    <a:pt x="348566" y="748024"/>
                  </a:lnTo>
                  <a:lnTo>
                    <a:pt x="347679" y="746240"/>
                  </a:lnTo>
                  <a:lnTo>
                    <a:pt x="345132" y="744056"/>
                  </a:lnTo>
                  <a:lnTo>
                    <a:pt x="344336" y="743063"/>
                  </a:lnTo>
                  <a:lnTo>
                    <a:pt x="344120" y="742193"/>
                  </a:lnTo>
                  <a:lnTo>
                    <a:pt x="344757" y="741160"/>
                  </a:lnTo>
                  <a:lnTo>
                    <a:pt x="345756" y="738366"/>
                  </a:lnTo>
                  <a:lnTo>
                    <a:pt x="346285" y="734616"/>
                  </a:lnTo>
                  <a:lnTo>
                    <a:pt x="346655" y="733382"/>
                  </a:lnTo>
                  <a:lnTo>
                    <a:pt x="348948" y="729737"/>
                  </a:lnTo>
                  <a:lnTo>
                    <a:pt x="347191" y="729762"/>
                  </a:lnTo>
                  <a:lnTo>
                    <a:pt x="344173" y="728524"/>
                  </a:lnTo>
                  <a:lnTo>
                    <a:pt x="341849" y="728187"/>
                  </a:lnTo>
                  <a:lnTo>
                    <a:pt x="336739" y="729177"/>
                  </a:lnTo>
                  <a:lnTo>
                    <a:pt x="336454" y="729434"/>
                  </a:lnTo>
                  <a:lnTo>
                    <a:pt x="336159" y="731056"/>
                  </a:lnTo>
                  <a:lnTo>
                    <a:pt x="335887" y="731288"/>
                  </a:lnTo>
                  <a:lnTo>
                    <a:pt x="332866" y="730809"/>
                  </a:lnTo>
                  <a:lnTo>
                    <a:pt x="331216" y="730091"/>
                  </a:lnTo>
                  <a:lnTo>
                    <a:pt x="329297" y="730043"/>
                  </a:lnTo>
                  <a:lnTo>
                    <a:pt x="328184" y="730297"/>
                  </a:lnTo>
                  <a:lnTo>
                    <a:pt x="327275" y="731504"/>
                  </a:lnTo>
                  <a:lnTo>
                    <a:pt x="326370" y="732080"/>
                  </a:lnTo>
                  <a:lnTo>
                    <a:pt x="324307" y="732244"/>
                  </a:lnTo>
                  <a:lnTo>
                    <a:pt x="323252" y="731698"/>
                  </a:lnTo>
                  <a:lnTo>
                    <a:pt x="321112" y="730060"/>
                  </a:lnTo>
                  <a:lnTo>
                    <a:pt x="319916" y="729873"/>
                  </a:lnTo>
                  <a:lnTo>
                    <a:pt x="318239" y="727929"/>
                  </a:lnTo>
                  <a:lnTo>
                    <a:pt x="315123" y="726381"/>
                  </a:lnTo>
                  <a:lnTo>
                    <a:pt x="313427" y="725076"/>
                  </a:lnTo>
                  <a:lnTo>
                    <a:pt x="311312" y="724186"/>
                  </a:lnTo>
                  <a:lnTo>
                    <a:pt x="310185" y="723235"/>
                  </a:lnTo>
                  <a:lnTo>
                    <a:pt x="305537" y="720982"/>
                  </a:lnTo>
                  <a:lnTo>
                    <a:pt x="301817" y="719977"/>
                  </a:lnTo>
                  <a:lnTo>
                    <a:pt x="300495" y="719311"/>
                  </a:lnTo>
                  <a:lnTo>
                    <a:pt x="298545" y="719247"/>
                  </a:lnTo>
                  <a:lnTo>
                    <a:pt x="297417" y="719574"/>
                  </a:lnTo>
                  <a:lnTo>
                    <a:pt x="297019" y="719564"/>
                  </a:lnTo>
                  <a:lnTo>
                    <a:pt x="297244" y="718740"/>
                  </a:lnTo>
                  <a:lnTo>
                    <a:pt x="297112" y="716354"/>
                  </a:lnTo>
                  <a:lnTo>
                    <a:pt x="298940" y="710758"/>
                  </a:lnTo>
                  <a:lnTo>
                    <a:pt x="298908" y="709256"/>
                  </a:lnTo>
                  <a:lnTo>
                    <a:pt x="298242" y="707586"/>
                  </a:lnTo>
                  <a:lnTo>
                    <a:pt x="296995" y="706496"/>
                  </a:lnTo>
                  <a:lnTo>
                    <a:pt x="294408" y="705568"/>
                  </a:lnTo>
                  <a:lnTo>
                    <a:pt x="292749" y="704530"/>
                  </a:lnTo>
                  <a:lnTo>
                    <a:pt x="292174" y="703821"/>
                  </a:lnTo>
                  <a:lnTo>
                    <a:pt x="291792" y="701907"/>
                  </a:lnTo>
                  <a:lnTo>
                    <a:pt x="291818" y="700703"/>
                  </a:lnTo>
                  <a:lnTo>
                    <a:pt x="290214" y="698193"/>
                  </a:lnTo>
                  <a:lnTo>
                    <a:pt x="290111" y="695299"/>
                  </a:lnTo>
                  <a:lnTo>
                    <a:pt x="290417" y="693992"/>
                  </a:lnTo>
                  <a:lnTo>
                    <a:pt x="289486" y="692051"/>
                  </a:lnTo>
                  <a:lnTo>
                    <a:pt x="289233" y="688443"/>
                  </a:lnTo>
                  <a:lnTo>
                    <a:pt x="287542" y="685389"/>
                  </a:lnTo>
                  <a:lnTo>
                    <a:pt x="287274" y="684229"/>
                  </a:lnTo>
                  <a:lnTo>
                    <a:pt x="285610" y="682764"/>
                  </a:lnTo>
                  <a:lnTo>
                    <a:pt x="285033" y="680875"/>
                  </a:lnTo>
                  <a:lnTo>
                    <a:pt x="282952" y="678639"/>
                  </a:lnTo>
                  <a:lnTo>
                    <a:pt x="280724" y="675490"/>
                  </a:lnTo>
                  <a:lnTo>
                    <a:pt x="279544" y="673602"/>
                  </a:lnTo>
                  <a:lnTo>
                    <a:pt x="279654" y="672676"/>
                  </a:lnTo>
                  <a:lnTo>
                    <a:pt x="278589" y="671752"/>
                  </a:lnTo>
                  <a:lnTo>
                    <a:pt x="277759" y="670471"/>
                  </a:lnTo>
                  <a:lnTo>
                    <a:pt x="277747" y="669367"/>
                  </a:lnTo>
                  <a:lnTo>
                    <a:pt x="278701" y="667393"/>
                  </a:lnTo>
                  <a:lnTo>
                    <a:pt x="278674" y="666650"/>
                  </a:lnTo>
                  <a:lnTo>
                    <a:pt x="277925" y="663537"/>
                  </a:lnTo>
                  <a:lnTo>
                    <a:pt x="277397" y="662822"/>
                  </a:lnTo>
                  <a:lnTo>
                    <a:pt x="276816" y="660620"/>
                  </a:lnTo>
                  <a:lnTo>
                    <a:pt x="276179" y="657700"/>
                  </a:lnTo>
                  <a:lnTo>
                    <a:pt x="276226" y="656932"/>
                  </a:lnTo>
                  <a:lnTo>
                    <a:pt x="275656" y="653468"/>
                  </a:lnTo>
                  <a:lnTo>
                    <a:pt x="276332" y="650697"/>
                  </a:lnTo>
                  <a:lnTo>
                    <a:pt x="276247" y="648168"/>
                  </a:lnTo>
                  <a:lnTo>
                    <a:pt x="276588" y="644031"/>
                  </a:lnTo>
                  <a:lnTo>
                    <a:pt x="277214" y="641657"/>
                  </a:lnTo>
                  <a:lnTo>
                    <a:pt x="278049" y="640519"/>
                  </a:lnTo>
                  <a:lnTo>
                    <a:pt x="279717" y="638941"/>
                  </a:lnTo>
                  <a:lnTo>
                    <a:pt x="280929" y="636426"/>
                  </a:lnTo>
                  <a:lnTo>
                    <a:pt x="280573" y="633884"/>
                  </a:lnTo>
                  <a:lnTo>
                    <a:pt x="279718" y="632658"/>
                  </a:lnTo>
                  <a:lnTo>
                    <a:pt x="278815" y="631006"/>
                  </a:lnTo>
                  <a:lnTo>
                    <a:pt x="278231" y="629201"/>
                  </a:lnTo>
                  <a:lnTo>
                    <a:pt x="278826" y="627976"/>
                  </a:lnTo>
                  <a:lnTo>
                    <a:pt x="280926" y="626584"/>
                  </a:lnTo>
                  <a:lnTo>
                    <a:pt x="282113" y="625404"/>
                  </a:lnTo>
                  <a:lnTo>
                    <a:pt x="282523" y="624309"/>
                  </a:lnTo>
                  <a:lnTo>
                    <a:pt x="283188" y="623347"/>
                  </a:lnTo>
                  <a:lnTo>
                    <a:pt x="283369" y="622128"/>
                  </a:lnTo>
                  <a:lnTo>
                    <a:pt x="282571" y="617316"/>
                  </a:lnTo>
                  <a:lnTo>
                    <a:pt x="282917" y="614300"/>
                  </a:lnTo>
                  <a:lnTo>
                    <a:pt x="282137" y="612737"/>
                  </a:lnTo>
                  <a:lnTo>
                    <a:pt x="282030" y="611273"/>
                  </a:lnTo>
                  <a:lnTo>
                    <a:pt x="283212" y="606502"/>
                  </a:lnTo>
                  <a:lnTo>
                    <a:pt x="283169" y="604703"/>
                  </a:lnTo>
                  <a:lnTo>
                    <a:pt x="282542" y="602516"/>
                  </a:lnTo>
                  <a:lnTo>
                    <a:pt x="282036" y="601904"/>
                  </a:lnTo>
                  <a:lnTo>
                    <a:pt x="281488" y="601690"/>
                  </a:lnTo>
                  <a:lnTo>
                    <a:pt x="280053" y="600692"/>
                  </a:lnTo>
                  <a:lnTo>
                    <a:pt x="279706" y="599302"/>
                  </a:lnTo>
                  <a:lnTo>
                    <a:pt x="279716" y="598358"/>
                  </a:lnTo>
                  <a:lnTo>
                    <a:pt x="279156" y="597302"/>
                  </a:lnTo>
                  <a:lnTo>
                    <a:pt x="278883" y="594405"/>
                  </a:lnTo>
                  <a:lnTo>
                    <a:pt x="278232" y="593027"/>
                  </a:lnTo>
                  <a:lnTo>
                    <a:pt x="276933" y="592374"/>
                  </a:lnTo>
                  <a:lnTo>
                    <a:pt x="276207" y="591393"/>
                  </a:lnTo>
                  <a:lnTo>
                    <a:pt x="278349" y="588625"/>
                  </a:lnTo>
                  <a:lnTo>
                    <a:pt x="279550" y="584248"/>
                  </a:lnTo>
                  <a:lnTo>
                    <a:pt x="282434" y="579061"/>
                  </a:lnTo>
                  <a:lnTo>
                    <a:pt x="282326" y="577652"/>
                  </a:lnTo>
                  <a:lnTo>
                    <a:pt x="282851" y="574643"/>
                  </a:lnTo>
                  <a:lnTo>
                    <a:pt x="283295" y="574059"/>
                  </a:lnTo>
                  <a:lnTo>
                    <a:pt x="284096" y="573888"/>
                  </a:lnTo>
                  <a:lnTo>
                    <a:pt x="283660" y="572812"/>
                  </a:lnTo>
                  <a:lnTo>
                    <a:pt x="285019" y="571100"/>
                  </a:lnTo>
                  <a:lnTo>
                    <a:pt x="285886" y="565659"/>
                  </a:lnTo>
                  <a:lnTo>
                    <a:pt x="285534" y="564247"/>
                  </a:lnTo>
                  <a:lnTo>
                    <a:pt x="284886" y="563671"/>
                  </a:lnTo>
                  <a:lnTo>
                    <a:pt x="281714" y="561967"/>
                  </a:lnTo>
                  <a:lnTo>
                    <a:pt x="277764" y="560666"/>
                  </a:lnTo>
                  <a:lnTo>
                    <a:pt x="272516" y="559105"/>
                  </a:lnTo>
                  <a:lnTo>
                    <a:pt x="271609" y="559381"/>
                  </a:lnTo>
                  <a:lnTo>
                    <a:pt x="270653" y="559328"/>
                  </a:lnTo>
                  <a:lnTo>
                    <a:pt x="264450" y="557420"/>
                  </a:lnTo>
                  <a:lnTo>
                    <a:pt x="264422" y="557164"/>
                  </a:lnTo>
                  <a:lnTo>
                    <a:pt x="262784" y="556111"/>
                  </a:lnTo>
                  <a:lnTo>
                    <a:pt x="261865" y="554964"/>
                  </a:lnTo>
                  <a:lnTo>
                    <a:pt x="261912" y="554765"/>
                  </a:lnTo>
                  <a:lnTo>
                    <a:pt x="258371" y="553349"/>
                  </a:lnTo>
                  <a:lnTo>
                    <a:pt x="254945" y="553055"/>
                  </a:lnTo>
                  <a:lnTo>
                    <a:pt x="254987" y="554048"/>
                  </a:lnTo>
                  <a:lnTo>
                    <a:pt x="254012" y="555055"/>
                  </a:lnTo>
                  <a:lnTo>
                    <a:pt x="253710" y="557287"/>
                  </a:lnTo>
                  <a:lnTo>
                    <a:pt x="251630" y="556631"/>
                  </a:lnTo>
                  <a:lnTo>
                    <a:pt x="248013" y="556320"/>
                  </a:lnTo>
                  <a:lnTo>
                    <a:pt x="247781" y="554822"/>
                  </a:lnTo>
                  <a:lnTo>
                    <a:pt x="247670" y="550206"/>
                  </a:lnTo>
                  <a:lnTo>
                    <a:pt x="248017" y="547850"/>
                  </a:lnTo>
                  <a:lnTo>
                    <a:pt x="249599" y="543487"/>
                  </a:lnTo>
                  <a:lnTo>
                    <a:pt x="249961" y="541616"/>
                  </a:lnTo>
                  <a:lnTo>
                    <a:pt x="250599" y="540095"/>
                  </a:lnTo>
                  <a:lnTo>
                    <a:pt x="252199" y="537570"/>
                  </a:lnTo>
                  <a:lnTo>
                    <a:pt x="255129" y="528165"/>
                  </a:lnTo>
                  <a:lnTo>
                    <a:pt x="256023" y="526279"/>
                  </a:lnTo>
                  <a:lnTo>
                    <a:pt x="256964" y="525430"/>
                  </a:lnTo>
                  <a:lnTo>
                    <a:pt x="258130" y="524904"/>
                  </a:lnTo>
                  <a:lnTo>
                    <a:pt x="262567" y="524270"/>
                  </a:lnTo>
                  <a:lnTo>
                    <a:pt x="264348" y="523794"/>
                  </a:lnTo>
                  <a:lnTo>
                    <a:pt x="265120" y="523280"/>
                  </a:lnTo>
                  <a:lnTo>
                    <a:pt x="268545" y="524773"/>
                  </a:lnTo>
                  <a:lnTo>
                    <a:pt x="276178" y="526699"/>
                  </a:lnTo>
                  <a:lnTo>
                    <a:pt x="290062" y="528922"/>
                  </a:lnTo>
                  <a:lnTo>
                    <a:pt x="292997" y="530483"/>
                  </a:lnTo>
                  <a:lnTo>
                    <a:pt x="296364" y="532714"/>
                  </a:lnTo>
                  <a:lnTo>
                    <a:pt x="293944" y="533698"/>
                  </a:lnTo>
                  <a:lnTo>
                    <a:pt x="291685" y="535080"/>
                  </a:lnTo>
                  <a:lnTo>
                    <a:pt x="289075" y="535162"/>
                  </a:lnTo>
                  <a:lnTo>
                    <a:pt x="290540" y="537882"/>
                  </a:lnTo>
                  <a:lnTo>
                    <a:pt x="292717" y="545396"/>
                  </a:lnTo>
                  <a:lnTo>
                    <a:pt x="292176" y="546024"/>
                  </a:lnTo>
                  <a:lnTo>
                    <a:pt x="291014" y="548344"/>
                  </a:lnTo>
                  <a:lnTo>
                    <a:pt x="289912" y="552350"/>
                  </a:lnTo>
                  <a:lnTo>
                    <a:pt x="289456" y="555170"/>
                  </a:lnTo>
                  <a:lnTo>
                    <a:pt x="298536" y="564702"/>
                  </a:lnTo>
                  <a:lnTo>
                    <a:pt x="299041" y="563600"/>
                  </a:lnTo>
                  <a:lnTo>
                    <a:pt x="300192" y="563511"/>
                  </a:lnTo>
                  <a:lnTo>
                    <a:pt x="301992" y="562528"/>
                  </a:lnTo>
                  <a:lnTo>
                    <a:pt x="304150" y="560688"/>
                  </a:lnTo>
                  <a:lnTo>
                    <a:pt x="304410" y="560193"/>
                  </a:lnTo>
                  <a:lnTo>
                    <a:pt x="305506" y="559584"/>
                  </a:lnTo>
                  <a:lnTo>
                    <a:pt x="306500" y="558640"/>
                  </a:lnTo>
                  <a:lnTo>
                    <a:pt x="307375" y="557227"/>
                  </a:lnTo>
                  <a:lnTo>
                    <a:pt x="308256" y="554732"/>
                  </a:lnTo>
                  <a:lnTo>
                    <a:pt x="309044" y="551153"/>
                  </a:lnTo>
                  <a:lnTo>
                    <a:pt x="308981" y="550105"/>
                  </a:lnTo>
                  <a:lnTo>
                    <a:pt x="309244" y="549154"/>
                  </a:lnTo>
                  <a:lnTo>
                    <a:pt x="313975" y="540912"/>
                  </a:lnTo>
                  <a:lnTo>
                    <a:pt x="314771" y="538589"/>
                  </a:lnTo>
                  <a:lnTo>
                    <a:pt x="317955" y="536330"/>
                  </a:lnTo>
                  <a:lnTo>
                    <a:pt x="318743" y="536329"/>
                  </a:lnTo>
                  <a:lnTo>
                    <a:pt x="320131" y="535569"/>
                  </a:lnTo>
                  <a:lnTo>
                    <a:pt x="323796" y="534371"/>
                  </a:lnTo>
                  <a:lnTo>
                    <a:pt x="325288" y="534857"/>
                  </a:lnTo>
                  <a:lnTo>
                    <a:pt x="327246" y="536915"/>
                  </a:lnTo>
                  <a:lnTo>
                    <a:pt x="328682" y="534351"/>
                  </a:lnTo>
                  <a:lnTo>
                    <a:pt x="330865" y="531799"/>
                  </a:lnTo>
                  <a:lnTo>
                    <a:pt x="331446" y="531550"/>
                  </a:lnTo>
                  <a:lnTo>
                    <a:pt x="332620" y="529709"/>
                  </a:lnTo>
                  <a:lnTo>
                    <a:pt x="332846" y="527455"/>
                  </a:lnTo>
                  <a:lnTo>
                    <a:pt x="332716" y="525986"/>
                  </a:lnTo>
                  <a:lnTo>
                    <a:pt x="333407" y="524374"/>
                  </a:lnTo>
                  <a:lnTo>
                    <a:pt x="333653" y="522647"/>
                  </a:lnTo>
                  <a:lnTo>
                    <a:pt x="332931" y="522540"/>
                  </a:lnTo>
                  <a:lnTo>
                    <a:pt x="332696" y="522082"/>
                  </a:lnTo>
                  <a:lnTo>
                    <a:pt x="332864" y="519581"/>
                  </a:lnTo>
                  <a:lnTo>
                    <a:pt x="332335" y="517168"/>
                  </a:lnTo>
                  <a:lnTo>
                    <a:pt x="331402" y="514989"/>
                  </a:lnTo>
                  <a:lnTo>
                    <a:pt x="331336" y="514108"/>
                  </a:lnTo>
                  <a:lnTo>
                    <a:pt x="332054" y="512176"/>
                  </a:lnTo>
                  <a:lnTo>
                    <a:pt x="333079" y="510761"/>
                  </a:lnTo>
                  <a:lnTo>
                    <a:pt x="335295" y="508681"/>
                  </a:lnTo>
                  <a:lnTo>
                    <a:pt x="335645" y="508947"/>
                  </a:lnTo>
                  <a:lnTo>
                    <a:pt x="338166" y="505765"/>
                  </a:lnTo>
                  <a:lnTo>
                    <a:pt x="342633" y="502204"/>
                  </a:lnTo>
                  <a:lnTo>
                    <a:pt x="343931" y="501583"/>
                  </a:lnTo>
                  <a:lnTo>
                    <a:pt x="346131" y="501413"/>
                  </a:lnTo>
                  <a:lnTo>
                    <a:pt x="361731" y="494342"/>
                  </a:lnTo>
                  <a:lnTo>
                    <a:pt x="358112" y="490316"/>
                  </a:lnTo>
                  <a:lnTo>
                    <a:pt x="355887" y="488592"/>
                  </a:lnTo>
                  <a:lnTo>
                    <a:pt x="364516" y="479382"/>
                  </a:lnTo>
                  <a:lnTo>
                    <a:pt x="362960" y="478394"/>
                  </a:lnTo>
                  <a:lnTo>
                    <a:pt x="367138" y="475187"/>
                  </a:lnTo>
                  <a:lnTo>
                    <a:pt x="372357" y="469700"/>
                  </a:lnTo>
                  <a:lnTo>
                    <a:pt x="369928" y="465060"/>
                  </a:lnTo>
                  <a:lnTo>
                    <a:pt x="368769" y="463334"/>
                  </a:lnTo>
                  <a:lnTo>
                    <a:pt x="367499" y="461996"/>
                  </a:lnTo>
                  <a:lnTo>
                    <a:pt x="363520" y="459396"/>
                  </a:lnTo>
                  <a:lnTo>
                    <a:pt x="362660" y="458576"/>
                  </a:lnTo>
                  <a:lnTo>
                    <a:pt x="362047" y="458465"/>
                  </a:lnTo>
                  <a:lnTo>
                    <a:pt x="360990" y="457214"/>
                  </a:lnTo>
                  <a:lnTo>
                    <a:pt x="357302" y="454516"/>
                  </a:lnTo>
                  <a:lnTo>
                    <a:pt x="354412" y="453002"/>
                  </a:lnTo>
                  <a:lnTo>
                    <a:pt x="351599" y="451156"/>
                  </a:lnTo>
                  <a:lnTo>
                    <a:pt x="345021" y="445978"/>
                  </a:lnTo>
                  <a:lnTo>
                    <a:pt x="338693" y="440530"/>
                  </a:lnTo>
                  <a:lnTo>
                    <a:pt x="329348" y="433289"/>
                  </a:lnTo>
                  <a:lnTo>
                    <a:pt x="328378" y="432285"/>
                  </a:lnTo>
                  <a:lnTo>
                    <a:pt x="328010" y="430768"/>
                  </a:lnTo>
                  <a:lnTo>
                    <a:pt x="331198" y="432083"/>
                  </a:lnTo>
                  <a:lnTo>
                    <a:pt x="333404" y="432260"/>
                  </a:lnTo>
                  <a:lnTo>
                    <a:pt x="335490" y="433784"/>
                  </a:lnTo>
                  <a:lnTo>
                    <a:pt x="336395" y="433653"/>
                  </a:lnTo>
                  <a:lnTo>
                    <a:pt x="337262" y="433189"/>
                  </a:lnTo>
                  <a:lnTo>
                    <a:pt x="338512" y="433040"/>
                  </a:lnTo>
                  <a:lnTo>
                    <a:pt x="339700" y="432089"/>
                  </a:lnTo>
                  <a:lnTo>
                    <a:pt x="340016" y="431535"/>
                  </a:lnTo>
                  <a:lnTo>
                    <a:pt x="340147" y="430239"/>
                  </a:lnTo>
                  <a:lnTo>
                    <a:pt x="341998" y="428331"/>
                  </a:lnTo>
                  <a:lnTo>
                    <a:pt x="344336" y="427119"/>
                  </a:lnTo>
                  <a:lnTo>
                    <a:pt x="349716" y="426773"/>
                  </a:lnTo>
                  <a:lnTo>
                    <a:pt x="350832" y="426510"/>
                  </a:lnTo>
                  <a:lnTo>
                    <a:pt x="351502" y="426011"/>
                  </a:lnTo>
                  <a:lnTo>
                    <a:pt x="352316" y="424735"/>
                  </a:lnTo>
                  <a:lnTo>
                    <a:pt x="357280" y="422740"/>
                  </a:lnTo>
                  <a:lnTo>
                    <a:pt x="359489" y="421596"/>
                  </a:lnTo>
                  <a:lnTo>
                    <a:pt x="360765" y="420604"/>
                  </a:lnTo>
                  <a:lnTo>
                    <a:pt x="361909" y="419145"/>
                  </a:lnTo>
                  <a:lnTo>
                    <a:pt x="364071" y="418162"/>
                  </a:lnTo>
                  <a:lnTo>
                    <a:pt x="364451" y="417449"/>
                  </a:lnTo>
                  <a:lnTo>
                    <a:pt x="364514" y="416420"/>
                  </a:lnTo>
                  <a:lnTo>
                    <a:pt x="364939" y="412582"/>
                  </a:lnTo>
                  <a:lnTo>
                    <a:pt x="366615" y="413154"/>
                  </a:lnTo>
                  <a:lnTo>
                    <a:pt x="370853" y="407711"/>
                  </a:lnTo>
                  <a:lnTo>
                    <a:pt x="383382" y="416163"/>
                  </a:lnTo>
                  <a:lnTo>
                    <a:pt x="385763" y="414927"/>
                  </a:lnTo>
                  <a:lnTo>
                    <a:pt x="387954" y="413271"/>
                  </a:lnTo>
                  <a:lnTo>
                    <a:pt x="392174" y="407981"/>
                  </a:lnTo>
                  <a:lnTo>
                    <a:pt x="394995" y="407406"/>
                  </a:lnTo>
                  <a:lnTo>
                    <a:pt x="396048" y="406987"/>
                  </a:lnTo>
                  <a:lnTo>
                    <a:pt x="391246" y="402511"/>
                  </a:lnTo>
                  <a:lnTo>
                    <a:pt x="398002" y="395164"/>
                  </a:lnTo>
                  <a:lnTo>
                    <a:pt x="399467" y="392536"/>
                  </a:lnTo>
                  <a:lnTo>
                    <a:pt x="392262" y="389666"/>
                  </a:lnTo>
                  <a:lnTo>
                    <a:pt x="392215" y="389192"/>
                  </a:lnTo>
                  <a:lnTo>
                    <a:pt x="392492" y="388598"/>
                  </a:lnTo>
                  <a:lnTo>
                    <a:pt x="395771" y="385972"/>
                  </a:lnTo>
                  <a:lnTo>
                    <a:pt x="395771" y="385465"/>
                  </a:lnTo>
                  <a:lnTo>
                    <a:pt x="397916" y="384258"/>
                  </a:lnTo>
                  <a:lnTo>
                    <a:pt x="399640" y="384324"/>
                  </a:lnTo>
                  <a:lnTo>
                    <a:pt x="400901" y="386744"/>
                  </a:lnTo>
                  <a:lnTo>
                    <a:pt x="401712" y="387046"/>
                  </a:lnTo>
                  <a:lnTo>
                    <a:pt x="402892" y="386195"/>
                  </a:lnTo>
                  <a:lnTo>
                    <a:pt x="403384" y="384927"/>
                  </a:lnTo>
                  <a:lnTo>
                    <a:pt x="403309" y="384487"/>
                  </a:lnTo>
                  <a:lnTo>
                    <a:pt x="402052" y="382373"/>
                  </a:lnTo>
                  <a:lnTo>
                    <a:pt x="404159" y="379839"/>
                  </a:lnTo>
                  <a:lnTo>
                    <a:pt x="404354" y="378647"/>
                  </a:lnTo>
                  <a:lnTo>
                    <a:pt x="404116" y="376758"/>
                  </a:lnTo>
                  <a:lnTo>
                    <a:pt x="405774" y="374023"/>
                  </a:lnTo>
                  <a:lnTo>
                    <a:pt x="405735" y="372339"/>
                  </a:lnTo>
                  <a:lnTo>
                    <a:pt x="405239" y="371594"/>
                  </a:lnTo>
                  <a:lnTo>
                    <a:pt x="405103" y="370916"/>
                  </a:lnTo>
                  <a:lnTo>
                    <a:pt x="405375" y="368675"/>
                  </a:lnTo>
                  <a:lnTo>
                    <a:pt x="404738" y="368496"/>
                  </a:lnTo>
                  <a:lnTo>
                    <a:pt x="403653" y="368891"/>
                  </a:lnTo>
                  <a:lnTo>
                    <a:pt x="402208" y="367538"/>
                  </a:lnTo>
                  <a:lnTo>
                    <a:pt x="403787" y="364289"/>
                  </a:lnTo>
                  <a:lnTo>
                    <a:pt x="404500" y="363504"/>
                  </a:lnTo>
                  <a:lnTo>
                    <a:pt x="405015" y="361666"/>
                  </a:lnTo>
                  <a:lnTo>
                    <a:pt x="406649" y="359718"/>
                  </a:lnTo>
                  <a:lnTo>
                    <a:pt x="406926" y="358447"/>
                  </a:lnTo>
                  <a:lnTo>
                    <a:pt x="405988" y="358189"/>
                  </a:lnTo>
                  <a:lnTo>
                    <a:pt x="404281" y="358600"/>
                  </a:lnTo>
                  <a:lnTo>
                    <a:pt x="403569" y="359538"/>
                  </a:lnTo>
                  <a:lnTo>
                    <a:pt x="402973" y="359559"/>
                  </a:lnTo>
                  <a:lnTo>
                    <a:pt x="402006" y="358241"/>
                  </a:lnTo>
                  <a:lnTo>
                    <a:pt x="401208" y="356361"/>
                  </a:lnTo>
                  <a:lnTo>
                    <a:pt x="401481" y="355968"/>
                  </a:lnTo>
                  <a:lnTo>
                    <a:pt x="402229" y="355596"/>
                  </a:lnTo>
                  <a:lnTo>
                    <a:pt x="403328" y="356108"/>
                  </a:lnTo>
                  <a:lnTo>
                    <a:pt x="403553" y="355843"/>
                  </a:lnTo>
                  <a:lnTo>
                    <a:pt x="403963" y="356042"/>
                  </a:lnTo>
                  <a:lnTo>
                    <a:pt x="404319" y="355678"/>
                  </a:lnTo>
                  <a:lnTo>
                    <a:pt x="404514" y="355823"/>
                  </a:lnTo>
                  <a:lnTo>
                    <a:pt x="406285" y="354750"/>
                  </a:lnTo>
                  <a:lnTo>
                    <a:pt x="406531" y="354085"/>
                  </a:lnTo>
                  <a:lnTo>
                    <a:pt x="407931" y="352747"/>
                  </a:lnTo>
                  <a:lnTo>
                    <a:pt x="409473" y="352096"/>
                  </a:lnTo>
                  <a:lnTo>
                    <a:pt x="409687" y="351189"/>
                  </a:lnTo>
                  <a:lnTo>
                    <a:pt x="408914" y="349371"/>
                  </a:lnTo>
                  <a:lnTo>
                    <a:pt x="408580" y="347090"/>
                  </a:lnTo>
                  <a:lnTo>
                    <a:pt x="409125" y="345674"/>
                  </a:lnTo>
                  <a:lnTo>
                    <a:pt x="410608" y="344712"/>
                  </a:lnTo>
                  <a:lnTo>
                    <a:pt x="412459" y="343926"/>
                  </a:lnTo>
                  <a:lnTo>
                    <a:pt x="413737" y="342435"/>
                  </a:lnTo>
                  <a:lnTo>
                    <a:pt x="416599" y="337694"/>
                  </a:lnTo>
                  <a:lnTo>
                    <a:pt x="417417" y="335384"/>
                  </a:lnTo>
                  <a:lnTo>
                    <a:pt x="419388" y="332767"/>
                  </a:lnTo>
                  <a:lnTo>
                    <a:pt x="422017" y="331926"/>
                  </a:lnTo>
                  <a:lnTo>
                    <a:pt x="422691" y="330852"/>
                  </a:lnTo>
                  <a:lnTo>
                    <a:pt x="423430" y="330517"/>
                  </a:lnTo>
                  <a:lnTo>
                    <a:pt x="424275" y="330297"/>
                  </a:lnTo>
                  <a:lnTo>
                    <a:pt x="425883" y="330315"/>
                  </a:lnTo>
                  <a:lnTo>
                    <a:pt x="426753" y="330109"/>
                  </a:lnTo>
                  <a:lnTo>
                    <a:pt x="427762" y="329527"/>
                  </a:lnTo>
                  <a:lnTo>
                    <a:pt x="429230" y="327755"/>
                  </a:lnTo>
                  <a:lnTo>
                    <a:pt x="429594" y="324674"/>
                  </a:lnTo>
                  <a:lnTo>
                    <a:pt x="430729" y="322627"/>
                  </a:lnTo>
                  <a:lnTo>
                    <a:pt x="433173" y="321668"/>
                  </a:lnTo>
                  <a:lnTo>
                    <a:pt x="435251" y="321448"/>
                  </a:lnTo>
                  <a:lnTo>
                    <a:pt x="436991" y="321392"/>
                  </a:lnTo>
                  <a:lnTo>
                    <a:pt x="437907" y="320988"/>
                  </a:lnTo>
                  <a:lnTo>
                    <a:pt x="439871" y="319031"/>
                  </a:lnTo>
                  <a:lnTo>
                    <a:pt x="446756" y="314527"/>
                  </a:lnTo>
                  <a:lnTo>
                    <a:pt x="449236" y="312279"/>
                  </a:lnTo>
                  <a:lnTo>
                    <a:pt x="450188" y="311954"/>
                  </a:lnTo>
                  <a:lnTo>
                    <a:pt x="451700" y="312931"/>
                  </a:lnTo>
                  <a:lnTo>
                    <a:pt x="452786" y="314788"/>
                  </a:lnTo>
                  <a:lnTo>
                    <a:pt x="453598" y="315697"/>
                  </a:lnTo>
                  <a:lnTo>
                    <a:pt x="454316" y="316087"/>
                  </a:lnTo>
                  <a:lnTo>
                    <a:pt x="456306" y="315556"/>
                  </a:lnTo>
                  <a:lnTo>
                    <a:pt x="457490" y="315606"/>
                  </a:lnTo>
                  <a:lnTo>
                    <a:pt x="459211" y="314413"/>
                  </a:lnTo>
                  <a:lnTo>
                    <a:pt x="460773" y="313899"/>
                  </a:lnTo>
                  <a:lnTo>
                    <a:pt x="463729" y="315391"/>
                  </a:lnTo>
                  <a:lnTo>
                    <a:pt x="467584" y="313415"/>
                  </a:lnTo>
                  <a:lnTo>
                    <a:pt x="469123" y="311807"/>
                  </a:lnTo>
                  <a:lnTo>
                    <a:pt x="469722" y="310618"/>
                  </a:lnTo>
                  <a:lnTo>
                    <a:pt x="469652" y="308700"/>
                  </a:lnTo>
                  <a:lnTo>
                    <a:pt x="470364" y="307399"/>
                  </a:lnTo>
                  <a:lnTo>
                    <a:pt x="471567" y="306699"/>
                  </a:lnTo>
                  <a:lnTo>
                    <a:pt x="474185" y="306024"/>
                  </a:lnTo>
                  <a:lnTo>
                    <a:pt x="475335" y="306632"/>
                  </a:lnTo>
                  <a:lnTo>
                    <a:pt x="475688" y="307384"/>
                  </a:lnTo>
                  <a:lnTo>
                    <a:pt x="476352" y="307991"/>
                  </a:lnTo>
                  <a:lnTo>
                    <a:pt x="477132" y="308146"/>
                  </a:lnTo>
                  <a:lnTo>
                    <a:pt x="480528" y="307802"/>
                  </a:lnTo>
                  <a:lnTo>
                    <a:pt x="482645" y="308834"/>
                  </a:lnTo>
                  <a:lnTo>
                    <a:pt x="483384" y="308120"/>
                  </a:lnTo>
                  <a:lnTo>
                    <a:pt x="484341" y="308297"/>
                  </a:lnTo>
                  <a:lnTo>
                    <a:pt x="485320" y="307925"/>
                  </a:lnTo>
                  <a:lnTo>
                    <a:pt x="485396" y="309891"/>
                  </a:lnTo>
                  <a:lnTo>
                    <a:pt x="485692" y="309921"/>
                  </a:lnTo>
                  <a:lnTo>
                    <a:pt x="486318" y="309426"/>
                  </a:lnTo>
                  <a:lnTo>
                    <a:pt x="486619" y="309421"/>
                  </a:lnTo>
                  <a:lnTo>
                    <a:pt x="486985" y="310212"/>
                  </a:lnTo>
                  <a:lnTo>
                    <a:pt x="488308" y="309822"/>
                  </a:lnTo>
                  <a:lnTo>
                    <a:pt x="488402" y="310616"/>
                  </a:lnTo>
                  <a:lnTo>
                    <a:pt x="488660" y="310801"/>
                  </a:lnTo>
                  <a:lnTo>
                    <a:pt x="488619" y="309307"/>
                  </a:lnTo>
                  <a:lnTo>
                    <a:pt x="489001" y="309187"/>
                  </a:lnTo>
                  <a:lnTo>
                    <a:pt x="489676" y="310195"/>
                  </a:lnTo>
                  <a:lnTo>
                    <a:pt x="489409" y="311145"/>
                  </a:lnTo>
                  <a:lnTo>
                    <a:pt x="489608" y="312061"/>
                  </a:lnTo>
                  <a:lnTo>
                    <a:pt x="490582" y="312229"/>
                  </a:lnTo>
                  <a:lnTo>
                    <a:pt x="491268" y="312622"/>
                  </a:lnTo>
                  <a:lnTo>
                    <a:pt x="491483" y="312283"/>
                  </a:lnTo>
                  <a:lnTo>
                    <a:pt x="490021" y="310591"/>
                  </a:lnTo>
                  <a:lnTo>
                    <a:pt x="490858" y="310266"/>
                  </a:lnTo>
                  <a:lnTo>
                    <a:pt x="491782" y="309352"/>
                  </a:lnTo>
                  <a:lnTo>
                    <a:pt x="491942" y="309613"/>
                  </a:lnTo>
                  <a:lnTo>
                    <a:pt x="493521" y="309079"/>
                  </a:lnTo>
                  <a:lnTo>
                    <a:pt x="493944" y="309332"/>
                  </a:lnTo>
                  <a:lnTo>
                    <a:pt x="494795" y="308748"/>
                  </a:lnTo>
                  <a:lnTo>
                    <a:pt x="495428" y="309957"/>
                  </a:lnTo>
                  <a:lnTo>
                    <a:pt x="496080" y="310086"/>
                  </a:lnTo>
                  <a:lnTo>
                    <a:pt x="497010" y="309834"/>
                  </a:lnTo>
                  <a:lnTo>
                    <a:pt x="497511" y="308989"/>
                  </a:lnTo>
                  <a:lnTo>
                    <a:pt x="497238" y="308747"/>
                  </a:lnTo>
                  <a:lnTo>
                    <a:pt x="496292" y="308728"/>
                  </a:lnTo>
                  <a:lnTo>
                    <a:pt x="495978" y="308107"/>
                  </a:lnTo>
                  <a:lnTo>
                    <a:pt x="496621" y="307588"/>
                  </a:lnTo>
                  <a:lnTo>
                    <a:pt x="497089" y="308038"/>
                  </a:lnTo>
                  <a:lnTo>
                    <a:pt x="498429" y="308191"/>
                  </a:lnTo>
                  <a:lnTo>
                    <a:pt x="497154" y="307158"/>
                  </a:lnTo>
                  <a:lnTo>
                    <a:pt x="498941" y="306701"/>
                  </a:lnTo>
                  <a:lnTo>
                    <a:pt x="499759" y="307417"/>
                  </a:lnTo>
                  <a:lnTo>
                    <a:pt x="500167" y="305879"/>
                  </a:lnTo>
                  <a:lnTo>
                    <a:pt x="500060" y="305338"/>
                  </a:lnTo>
                  <a:lnTo>
                    <a:pt x="498880" y="304565"/>
                  </a:lnTo>
                  <a:lnTo>
                    <a:pt x="498882" y="304276"/>
                  </a:lnTo>
                  <a:lnTo>
                    <a:pt x="499147" y="303880"/>
                  </a:lnTo>
                  <a:lnTo>
                    <a:pt x="499491" y="303910"/>
                  </a:lnTo>
                  <a:lnTo>
                    <a:pt x="499810" y="303573"/>
                  </a:lnTo>
                  <a:lnTo>
                    <a:pt x="499681" y="304520"/>
                  </a:lnTo>
                  <a:lnTo>
                    <a:pt x="501611" y="304743"/>
                  </a:lnTo>
                  <a:lnTo>
                    <a:pt x="502543" y="305172"/>
                  </a:lnTo>
                  <a:lnTo>
                    <a:pt x="503161" y="305207"/>
                  </a:lnTo>
                  <a:lnTo>
                    <a:pt x="505370" y="303811"/>
                  </a:lnTo>
                  <a:lnTo>
                    <a:pt x="508102" y="308074"/>
                  </a:lnTo>
                  <a:lnTo>
                    <a:pt x="508520" y="310738"/>
                  </a:lnTo>
                  <a:lnTo>
                    <a:pt x="509556" y="312055"/>
                  </a:lnTo>
                  <a:lnTo>
                    <a:pt x="509608" y="314232"/>
                  </a:lnTo>
                  <a:lnTo>
                    <a:pt x="511065" y="317743"/>
                  </a:lnTo>
                  <a:lnTo>
                    <a:pt x="511558" y="318135"/>
                  </a:lnTo>
                  <a:lnTo>
                    <a:pt x="512820" y="318527"/>
                  </a:lnTo>
                  <a:lnTo>
                    <a:pt x="514489" y="321708"/>
                  </a:lnTo>
                  <a:lnTo>
                    <a:pt x="515787" y="322298"/>
                  </a:lnTo>
                  <a:lnTo>
                    <a:pt x="516906" y="324336"/>
                  </a:lnTo>
                  <a:lnTo>
                    <a:pt x="518932" y="325595"/>
                  </a:lnTo>
                  <a:lnTo>
                    <a:pt x="519729" y="326337"/>
                  </a:lnTo>
                  <a:lnTo>
                    <a:pt x="521551" y="329017"/>
                  </a:lnTo>
                  <a:lnTo>
                    <a:pt x="522310" y="331669"/>
                  </a:lnTo>
                  <a:lnTo>
                    <a:pt x="524007" y="332548"/>
                  </a:lnTo>
                  <a:lnTo>
                    <a:pt x="524598" y="333594"/>
                  </a:lnTo>
                  <a:lnTo>
                    <a:pt x="529474" y="337914"/>
                  </a:lnTo>
                  <a:lnTo>
                    <a:pt x="530395" y="339332"/>
                  </a:lnTo>
                  <a:lnTo>
                    <a:pt x="530781" y="340750"/>
                  </a:lnTo>
                  <a:lnTo>
                    <a:pt x="531695" y="341726"/>
                  </a:lnTo>
                  <a:lnTo>
                    <a:pt x="532319" y="342926"/>
                  </a:lnTo>
                  <a:lnTo>
                    <a:pt x="533482" y="344045"/>
                  </a:lnTo>
                  <a:lnTo>
                    <a:pt x="534024" y="345147"/>
                  </a:lnTo>
                  <a:lnTo>
                    <a:pt x="536390" y="346783"/>
                  </a:lnTo>
                  <a:lnTo>
                    <a:pt x="536739" y="348673"/>
                  </a:lnTo>
                  <a:lnTo>
                    <a:pt x="542710" y="353609"/>
                  </a:lnTo>
                  <a:lnTo>
                    <a:pt x="543682" y="352724"/>
                  </a:lnTo>
                  <a:lnTo>
                    <a:pt x="543891" y="352897"/>
                  </a:lnTo>
                  <a:lnTo>
                    <a:pt x="544073" y="353293"/>
                  </a:lnTo>
                  <a:lnTo>
                    <a:pt x="543805" y="355355"/>
                  </a:lnTo>
                  <a:lnTo>
                    <a:pt x="545372" y="360651"/>
                  </a:lnTo>
                  <a:lnTo>
                    <a:pt x="547885" y="367073"/>
                  </a:lnTo>
                  <a:lnTo>
                    <a:pt x="548347" y="367777"/>
                  </a:lnTo>
                  <a:lnTo>
                    <a:pt x="553300" y="371307"/>
                  </a:lnTo>
                  <a:lnTo>
                    <a:pt x="554516" y="371648"/>
                  </a:lnTo>
                  <a:lnTo>
                    <a:pt x="558030" y="371643"/>
                  </a:lnTo>
                  <a:lnTo>
                    <a:pt x="558347" y="371803"/>
                  </a:lnTo>
                  <a:lnTo>
                    <a:pt x="560209" y="373574"/>
                  </a:lnTo>
                  <a:lnTo>
                    <a:pt x="560765" y="374525"/>
                  </a:lnTo>
                  <a:lnTo>
                    <a:pt x="564087" y="378020"/>
                  </a:lnTo>
                  <a:lnTo>
                    <a:pt x="564476" y="379015"/>
                  </a:lnTo>
                  <a:lnTo>
                    <a:pt x="565213" y="380013"/>
                  </a:lnTo>
                  <a:lnTo>
                    <a:pt x="566288" y="380800"/>
                  </a:lnTo>
                  <a:lnTo>
                    <a:pt x="566330" y="381362"/>
                  </a:lnTo>
                  <a:lnTo>
                    <a:pt x="567550" y="383963"/>
                  </a:lnTo>
                  <a:lnTo>
                    <a:pt x="567114" y="384843"/>
                  </a:lnTo>
                  <a:lnTo>
                    <a:pt x="567153" y="386808"/>
                  </a:lnTo>
                  <a:lnTo>
                    <a:pt x="566788" y="388762"/>
                  </a:lnTo>
                  <a:lnTo>
                    <a:pt x="568157" y="392292"/>
                  </a:lnTo>
                  <a:lnTo>
                    <a:pt x="569801" y="391343"/>
                  </a:lnTo>
                  <a:lnTo>
                    <a:pt x="572025" y="390778"/>
                  </a:lnTo>
                  <a:lnTo>
                    <a:pt x="573826" y="389386"/>
                  </a:lnTo>
                  <a:lnTo>
                    <a:pt x="574695" y="388309"/>
                  </a:lnTo>
                  <a:lnTo>
                    <a:pt x="575498" y="387383"/>
                  </a:lnTo>
                  <a:lnTo>
                    <a:pt x="577790" y="383412"/>
                  </a:lnTo>
                  <a:lnTo>
                    <a:pt x="579050" y="379332"/>
                  </a:lnTo>
                  <a:lnTo>
                    <a:pt x="581301" y="376391"/>
                  </a:lnTo>
                  <a:lnTo>
                    <a:pt x="582634" y="373060"/>
                  </a:lnTo>
                  <a:lnTo>
                    <a:pt x="583324" y="369521"/>
                  </a:lnTo>
                  <a:lnTo>
                    <a:pt x="584000" y="367993"/>
                  </a:lnTo>
                  <a:lnTo>
                    <a:pt x="585042" y="366858"/>
                  </a:lnTo>
                  <a:lnTo>
                    <a:pt x="587532" y="366087"/>
                  </a:lnTo>
                  <a:lnTo>
                    <a:pt x="588964" y="365334"/>
                  </a:lnTo>
                  <a:lnTo>
                    <a:pt x="591855" y="363294"/>
                  </a:lnTo>
                  <a:lnTo>
                    <a:pt x="592844" y="362095"/>
                  </a:lnTo>
                  <a:lnTo>
                    <a:pt x="595763" y="360467"/>
                  </a:lnTo>
                  <a:lnTo>
                    <a:pt x="597073" y="357540"/>
                  </a:lnTo>
                  <a:lnTo>
                    <a:pt x="599891" y="354250"/>
                  </a:lnTo>
                  <a:lnTo>
                    <a:pt x="602495" y="350555"/>
                  </a:lnTo>
                  <a:lnTo>
                    <a:pt x="603021" y="349378"/>
                  </a:lnTo>
                  <a:lnTo>
                    <a:pt x="603914" y="348392"/>
                  </a:lnTo>
                  <a:lnTo>
                    <a:pt x="605448" y="345211"/>
                  </a:lnTo>
                  <a:lnTo>
                    <a:pt x="606980" y="343922"/>
                  </a:lnTo>
                  <a:lnTo>
                    <a:pt x="607769" y="342855"/>
                  </a:lnTo>
                  <a:lnTo>
                    <a:pt x="609158" y="340124"/>
                  </a:lnTo>
                  <a:lnTo>
                    <a:pt x="611291" y="337341"/>
                  </a:lnTo>
                  <a:lnTo>
                    <a:pt x="613863" y="335203"/>
                  </a:lnTo>
                  <a:lnTo>
                    <a:pt x="614609" y="333662"/>
                  </a:lnTo>
                  <a:lnTo>
                    <a:pt x="619656" y="326336"/>
                  </a:lnTo>
                  <a:lnTo>
                    <a:pt x="621349" y="325917"/>
                  </a:lnTo>
                  <a:lnTo>
                    <a:pt x="623602" y="324605"/>
                  </a:lnTo>
                  <a:lnTo>
                    <a:pt x="627519" y="321135"/>
                  </a:lnTo>
                  <a:lnTo>
                    <a:pt x="627901" y="318716"/>
                  </a:lnTo>
                  <a:lnTo>
                    <a:pt x="627143" y="316336"/>
                  </a:lnTo>
                  <a:lnTo>
                    <a:pt x="626963" y="314894"/>
                  </a:lnTo>
                  <a:lnTo>
                    <a:pt x="626735" y="314290"/>
                  </a:lnTo>
                  <a:lnTo>
                    <a:pt x="625328" y="310364"/>
                  </a:lnTo>
                  <a:lnTo>
                    <a:pt x="625716" y="308113"/>
                  </a:lnTo>
                  <a:lnTo>
                    <a:pt x="624921" y="304983"/>
                  </a:lnTo>
                  <a:lnTo>
                    <a:pt x="625257" y="302850"/>
                  </a:lnTo>
                  <a:lnTo>
                    <a:pt x="627112" y="295873"/>
                  </a:lnTo>
                  <a:lnTo>
                    <a:pt x="627953" y="295037"/>
                  </a:lnTo>
                  <a:lnTo>
                    <a:pt x="628949" y="294672"/>
                  </a:lnTo>
                  <a:lnTo>
                    <a:pt x="634338" y="294655"/>
                  </a:lnTo>
                  <a:lnTo>
                    <a:pt x="637413" y="293423"/>
                  </a:lnTo>
                  <a:lnTo>
                    <a:pt x="639588" y="291486"/>
                  </a:lnTo>
                  <a:lnTo>
                    <a:pt x="642135" y="291154"/>
                  </a:lnTo>
                  <a:lnTo>
                    <a:pt x="643805" y="290653"/>
                  </a:lnTo>
                  <a:lnTo>
                    <a:pt x="647467" y="288898"/>
                  </a:lnTo>
                  <a:lnTo>
                    <a:pt x="647633" y="288247"/>
                  </a:lnTo>
                  <a:lnTo>
                    <a:pt x="647403" y="286655"/>
                  </a:lnTo>
                  <a:lnTo>
                    <a:pt x="646730" y="284224"/>
                  </a:lnTo>
                  <a:lnTo>
                    <a:pt x="646801" y="282222"/>
                  </a:lnTo>
                  <a:lnTo>
                    <a:pt x="646216" y="280199"/>
                  </a:lnTo>
                  <a:lnTo>
                    <a:pt x="646304" y="278583"/>
                  </a:lnTo>
                  <a:lnTo>
                    <a:pt x="647044" y="277605"/>
                  </a:lnTo>
                  <a:lnTo>
                    <a:pt x="647974" y="275146"/>
                  </a:lnTo>
                  <a:lnTo>
                    <a:pt x="650544" y="273582"/>
                  </a:lnTo>
                  <a:lnTo>
                    <a:pt x="652197" y="271471"/>
                  </a:lnTo>
                  <a:lnTo>
                    <a:pt x="654078" y="269616"/>
                  </a:lnTo>
                  <a:lnTo>
                    <a:pt x="656525" y="271637"/>
                  </a:lnTo>
                  <a:lnTo>
                    <a:pt x="660149" y="276190"/>
                  </a:lnTo>
                  <a:lnTo>
                    <a:pt x="660665" y="275841"/>
                  </a:lnTo>
                  <a:lnTo>
                    <a:pt x="662534" y="274451"/>
                  </a:lnTo>
                  <a:lnTo>
                    <a:pt x="664081" y="272253"/>
                  </a:lnTo>
                  <a:lnTo>
                    <a:pt x="668698" y="270221"/>
                  </a:lnTo>
                  <a:lnTo>
                    <a:pt x="677001" y="270956"/>
                  </a:lnTo>
                  <a:lnTo>
                    <a:pt x="677990" y="270739"/>
                  </a:lnTo>
                  <a:lnTo>
                    <a:pt x="678925" y="270163"/>
                  </a:lnTo>
                  <a:lnTo>
                    <a:pt x="679441" y="269556"/>
                  </a:lnTo>
                  <a:lnTo>
                    <a:pt x="680526" y="269317"/>
                  </a:lnTo>
                  <a:lnTo>
                    <a:pt x="681064" y="268816"/>
                  </a:lnTo>
                  <a:lnTo>
                    <a:pt x="682649" y="268535"/>
                  </a:lnTo>
                  <a:lnTo>
                    <a:pt x="684045" y="267817"/>
                  </a:lnTo>
                  <a:lnTo>
                    <a:pt x="684273" y="267501"/>
                  </a:lnTo>
                  <a:lnTo>
                    <a:pt x="684140" y="266799"/>
                  </a:lnTo>
                  <a:lnTo>
                    <a:pt x="684343" y="266278"/>
                  </a:lnTo>
                  <a:lnTo>
                    <a:pt x="684764" y="265954"/>
                  </a:lnTo>
                  <a:lnTo>
                    <a:pt x="684830" y="265419"/>
                  </a:lnTo>
                  <a:lnTo>
                    <a:pt x="685289" y="265169"/>
                  </a:lnTo>
                  <a:lnTo>
                    <a:pt x="685183" y="264560"/>
                  </a:lnTo>
                  <a:lnTo>
                    <a:pt x="685480" y="264464"/>
                  </a:lnTo>
                  <a:lnTo>
                    <a:pt x="685627" y="264078"/>
                  </a:lnTo>
                  <a:lnTo>
                    <a:pt x="686756" y="264081"/>
                  </a:lnTo>
                  <a:lnTo>
                    <a:pt x="686831" y="263818"/>
                  </a:lnTo>
                  <a:lnTo>
                    <a:pt x="687533" y="263682"/>
                  </a:lnTo>
                  <a:lnTo>
                    <a:pt x="687837" y="262989"/>
                  </a:lnTo>
                  <a:lnTo>
                    <a:pt x="688827" y="263138"/>
                  </a:lnTo>
                  <a:lnTo>
                    <a:pt x="689173" y="262924"/>
                  </a:lnTo>
                  <a:lnTo>
                    <a:pt x="689667" y="263077"/>
                  </a:lnTo>
                  <a:lnTo>
                    <a:pt x="689736" y="263309"/>
                  </a:lnTo>
                  <a:lnTo>
                    <a:pt x="690947" y="263306"/>
                  </a:lnTo>
                  <a:lnTo>
                    <a:pt x="691438" y="262975"/>
                  </a:lnTo>
                  <a:lnTo>
                    <a:pt x="691510" y="263163"/>
                  </a:lnTo>
                  <a:lnTo>
                    <a:pt x="691800" y="263119"/>
                  </a:lnTo>
                  <a:lnTo>
                    <a:pt x="692443" y="261645"/>
                  </a:lnTo>
                  <a:lnTo>
                    <a:pt x="693112" y="261367"/>
                  </a:lnTo>
                  <a:lnTo>
                    <a:pt x="693409" y="261642"/>
                  </a:lnTo>
                  <a:lnTo>
                    <a:pt x="693927" y="261070"/>
                  </a:lnTo>
                  <a:lnTo>
                    <a:pt x="694828" y="260875"/>
                  </a:lnTo>
                  <a:lnTo>
                    <a:pt x="695153" y="260017"/>
                  </a:lnTo>
                  <a:lnTo>
                    <a:pt x="695644" y="260079"/>
                  </a:lnTo>
                  <a:lnTo>
                    <a:pt x="696381" y="259630"/>
                  </a:lnTo>
                  <a:lnTo>
                    <a:pt x="696396" y="258910"/>
                  </a:lnTo>
                  <a:lnTo>
                    <a:pt x="696783" y="258626"/>
                  </a:lnTo>
                  <a:lnTo>
                    <a:pt x="696389" y="257486"/>
                  </a:lnTo>
                  <a:lnTo>
                    <a:pt x="696088" y="257410"/>
                  </a:lnTo>
                  <a:lnTo>
                    <a:pt x="696265" y="256930"/>
                  </a:lnTo>
                  <a:lnTo>
                    <a:pt x="695999" y="256482"/>
                  </a:lnTo>
                  <a:lnTo>
                    <a:pt x="696156" y="256172"/>
                  </a:lnTo>
                  <a:lnTo>
                    <a:pt x="695826" y="256019"/>
                  </a:lnTo>
                  <a:lnTo>
                    <a:pt x="695946" y="255794"/>
                  </a:lnTo>
                  <a:lnTo>
                    <a:pt x="695745" y="255664"/>
                  </a:lnTo>
                  <a:lnTo>
                    <a:pt x="696121" y="255339"/>
                  </a:lnTo>
                  <a:lnTo>
                    <a:pt x="696067" y="254466"/>
                  </a:lnTo>
                  <a:lnTo>
                    <a:pt x="696292" y="254175"/>
                  </a:lnTo>
                  <a:lnTo>
                    <a:pt x="696231" y="253077"/>
                  </a:lnTo>
                  <a:lnTo>
                    <a:pt x="695990" y="252824"/>
                  </a:lnTo>
                  <a:lnTo>
                    <a:pt x="696135" y="252239"/>
                  </a:lnTo>
                  <a:lnTo>
                    <a:pt x="697155" y="251459"/>
                  </a:lnTo>
                  <a:lnTo>
                    <a:pt x="697843" y="251520"/>
                  </a:lnTo>
                  <a:lnTo>
                    <a:pt x="698604" y="251192"/>
                  </a:lnTo>
                  <a:lnTo>
                    <a:pt x="698547" y="250875"/>
                  </a:lnTo>
                  <a:lnTo>
                    <a:pt x="699057" y="250263"/>
                  </a:lnTo>
                  <a:lnTo>
                    <a:pt x="698888" y="250025"/>
                  </a:lnTo>
                  <a:lnTo>
                    <a:pt x="699341" y="249738"/>
                  </a:lnTo>
                  <a:lnTo>
                    <a:pt x="698994" y="249512"/>
                  </a:lnTo>
                  <a:lnTo>
                    <a:pt x="698574" y="249682"/>
                  </a:lnTo>
                  <a:lnTo>
                    <a:pt x="698504" y="249346"/>
                  </a:lnTo>
                  <a:lnTo>
                    <a:pt x="698724" y="249168"/>
                  </a:lnTo>
                  <a:lnTo>
                    <a:pt x="698376" y="248847"/>
                  </a:lnTo>
                  <a:lnTo>
                    <a:pt x="698288" y="248134"/>
                  </a:lnTo>
                  <a:lnTo>
                    <a:pt x="697797" y="247774"/>
                  </a:lnTo>
                  <a:lnTo>
                    <a:pt x="697875" y="247631"/>
                  </a:lnTo>
                  <a:lnTo>
                    <a:pt x="697699" y="247198"/>
                  </a:lnTo>
                  <a:lnTo>
                    <a:pt x="697892" y="247180"/>
                  </a:lnTo>
                  <a:lnTo>
                    <a:pt x="697946" y="246766"/>
                  </a:lnTo>
                  <a:lnTo>
                    <a:pt x="697277" y="246327"/>
                  </a:lnTo>
                  <a:lnTo>
                    <a:pt x="697374" y="245055"/>
                  </a:lnTo>
                  <a:lnTo>
                    <a:pt x="697032" y="244405"/>
                  </a:lnTo>
                  <a:lnTo>
                    <a:pt x="697037" y="243809"/>
                  </a:lnTo>
                  <a:lnTo>
                    <a:pt x="696641" y="243499"/>
                  </a:lnTo>
                  <a:lnTo>
                    <a:pt x="696927" y="243137"/>
                  </a:lnTo>
                  <a:lnTo>
                    <a:pt x="696798" y="242547"/>
                  </a:lnTo>
                  <a:lnTo>
                    <a:pt x="696328" y="242448"/>
                  </a:lnTo>
                  <a:lnTo>
                    <a:pt x="695988" y="241539"/>
                  </a:lnTo>
                  <a:lnTo>
                    <a:pt x="696252" y="241404"/>
                  </a:lnTo>
                  <a:lnTo>
                    <a:pt x="695883" y="241159"/>
                  </a:lnTo>
                  <a:lnTo>
                    <a:pt x="695896" y="240589"/>
                  </a:lnTo>
                  <a:lnTo>
                    <a:pt x="695775" y="240742"/>
                  </a:lnTo>
                  <a:lnTo>
                    <a:pt x="695447" y="240499"/>
                  </a:lnTo>
                  <a:lnTo>
                    <a:pt x="695653" y="240434"/>
                  </a:lnTo>
                  <a:lnTo>
                    <a:pt x="695501" y="240186"/>
                  </a:lnTo>
                  <a:lnTo>
                    <a:pt x="695676" y="239950"/>
                  </a:lnTo>
                  <a:lnTo>
                    <a:pt x="694984" y="239619"/>
                  </a:lnTo>
                  <a:lnTo>
                    <a:pt x="694770" y="239160"/>
                  </a:lnTo>
                  <a:lnTo>
                    <a:pt x="694538" y="239234"/>
                  </a:lnTo>
                  <a:lnTo>
                    <a:pt x="694411" y="238581"/>
                  </a:lnTo>
                  <a:lnTo>
                    <a:pt x="694035" y="238924"/>
                  </a:lnTo>
                  <a:lnTo>
                    <a:pt x="693583" y="238071"/>
                  </a:lnTo>
                  <a:lnTo>
                    <a:pt x="693174" y="238098"/>
                  </a:lnTo>
                  <a:lnTo>
                    <a:pt x="693252" y="237300"/>
                  </a:lnTo>
                  <a:lnTo>
                    <a:pt x="692843" y="237435"/>
                  </a:lnTo>
                  <a:lnTo>
                    <a:pt x="692856" y="236992"/>
                  </a:lnTo>
                  <a:lnTo>
                    <a:pt x="692530" y="237044"/>
                  </a:lnTo>
                  <a:lnTo>
                    <a:pt x="691715" y="235641"/>
                  </a:lnTo>
                  <a:lnTo>
                    <a:pt x="691399" y="234284"/>
                  </a:lnTo>
                  <a:lnTo>
                    <a:pt x="691439" y="230438"/>
                  </a:lnTo>
                  <a:lnTo>
                    <a:pt x="691036" y="228631"/>
                  </a:lnTo>
                  <a:lnTo>
                    <a:pt x="691564" y="225174"/>
                  </a:lnTo>
                  <a:lnTo>
                    <a:pt x="694833" y="225572"/>
                  </a:lnTo>
                  <a:lnTo>
                    <a:pt x="696563" y="225351"/>
                  </a:lnTo>
                  <a:lnTo>
                    <a:pt x="697183" y="225578"/>
                  </a:lnTo>
                  <a:lnTo>
                    <a:pt x="696358" y="213259"/>
                  </a:lnTo>
                  <a:lnTo>
                    <a:pt x="695800" y="208202"/>
                  </a:lnTo>
                  <a:lnTo>
                    <a:pt x="695337" y="198484"/>
                  </a:lnTo>
                  <a:lnTo>
                    <a:pt x="695769" y="196422"/>
                  </a:lnTo>
                  <a:lnTo>
                    <a:pt x="695791" y="194514"/>
                  </a:lnTo>
                  <a:lnTo>
                    <a:pt x="695695" y="191238"/>
                  </a:lnTo>
                  <a:lnTo>
                    <a:pt x="695392" y="190084"/>
                  </a:lnTo>
                  <a:lnTo>
                    <a:pt x="696499" y="190112"/>
                  </a:lnTo>
                  <a:lnTo>
                    <a:pt x="696886" y="188927"/>
                  </a:lnTo>
                  <a:lnTo>
                    <a:pt x="696809" y="188553"/>
                  </a:lnTo>
                  <a:lnTo>
                    <a:pt x="696004" y="188599"/>
                  </a:lnTo>
                  <a:lnTo>
                    <a:pt x="696247" y="187537"/>
                  </a:lnTo>
                  <a:lnTo>
                    <a:pt x="696853" y="187050"/>
                  </a:lnTo>
                  <a:lnTo>
                    <a:pt x="696832" y="186417"/>
                  </a:lnTo>
                  <a:lnTo>
                    <a:pt x="698205" y="186805"/>
                  </a:lnTo>
                  <a:lnTo>
                    <a:pt x="699009" y="188643"/>
                  </a:lnTo>
                  <a:lnTo>
                    <a:pt x="698905" y="189681"/>
                  </a:lnTo>
                  <a:lnTo>
                    <a:pt x="699682" y="190520"/>
                  </a:lnTo>
                  <a:lnTo>
                    <a:pt x="700479" y="190096"/>
                  </a:lnTo>
                  <a:lnTo>
                    <a:pt x="700376" y="189495"/>
                  </a:lnTo>
                  <a:lnTo>
                    <a:pt x="701423" y="188534"/>
                  </a:lnTo>
                  <a:lnTo>
                    <a:pt x="701895" y="189069"/>
                  </a:lnTo>
                  <a:lnTo>
                    <a:pt x="702364" y="189106"/>
                  </a:lnTo>
                  <a:lnTo>
                    <a:pt x="703561" y="188611"/>
                  </a:lnTo>
                  <a:lnTo>
                    <a:pt x="703159" y="188356"/>
                  </a:lnTo>
                  <a:lnTo>
                    <a:pt x="703001" y="187810"/>
                  </a:lnTo>
                  <a:lnTo>
                    <a:pt x="702344" y="188238"/>
                  </a:lnTo>
                  <a:lnTo>
                    <a:pt x="702060" y="188052"/>
                  </a:lnTo>
                  <a:lnTo>
                    <a:pt x="702343" y="187125"/>
                  </a:lnTo>
                  <a:lnTo>
                    <a:pt x="703540" y="186925"/>
                  </a:lnTo>
                  <a:lnTo>
                    <a:pt x="702939" y="186458"/>
                  </a:lnTo>
                  <a:lnTo>
                    <a:pt x="703161" y="186258"/>
                  </a:lnTo>
                  <a:lnTo>
                    <a:pt x="706083" y="185555"/>
                  </a:lnTo>
                  <a:lnTo>
                    <a:pt x="706278" y="186111"/>
                  </a:lnTo>
                  <a:lnTo>
                    <a:pt x="706774" y="186304"/>
                  </a:lnTo>
                  <a:lnTo>
                    <a:pt x="706965" y="185930"/>
                  </a:lnTo>
                  <a:lnTo>
                    <a:pt x="706615" y="185445"/>
                  </a:lnTo>
                  <a:lnTo>
                    <a:pt x="707179" y="185328"/>
                  </a:lnTo>
                  <a:lnTo>
                    <a:pt x="707815" y="186546"/>
                  </a:lnTo>
                  <a:lnTo>
                    <a:pt x="708327" y="187033"/>
                  </a:lnTo>
                  <a:lnTo>
                    <a:pt x="708504" y="186933"/>
                  </a:lnTo>
                  <a:lnTo>
                    <a:pt x="708269" y="185432"/>
                  </a:lnTo>
                  <a:lnTo>
                    <a:pt x="709141" y="185609"/>
                  </a:lnTo>
                  <a:lnTo>
                    <a:pt x="709842" y="186277"/>
                  </a:lnTo>
                  <a:lnTo>
                    <a:pt x="712283" y="186286"/>
                  </a:lnTo>
                  <a:lnTo>
                    <a:pt x="712889" y="186783"/>
                  </a:lnTo>
                  <a:lnTo>
                    <a:pt x="718460" y="188912"/>
                  </a:lnTo>
                  <a:lnTo>
                    <a:pt x="719004" y="189052"/>
                  </a:lnTo>
                  <a:lnTo>
                    <a:pt x="719558" y="188850"/>
                  </a:lnTo>
                  <a:lnTo>
                    <a:pt x="720235" y="189232"/>
                  </a:lnTo>
                  <a:lnTo>
                    <a:pt x="721561" y="189327"/>
                  </a:lnTo>
                  <a:lnTo>
                    <a:pt x="721721" y="189435"/>
                  </a:lnTo>
                  <a:lnTo>
                    <a:pt x="721576" y="190093"/>
                  </a:lnTo>
                  <a:lnTo>
                    <a:pt x="721960" y="190315"/>
                  </a:lnTo>
                  <a:lnTo>
                    <a:pt x="723657" y="190055"/>
                  </a:lnTo>
                  <a:lnTo>
                    <a:pt x="724160" y="189556"/>
                  </a:lnTo>
                  <a:lnTo>
                    <a:pt x="724454" y="188092"/>
                  </a:lnTo>
                  <a:lnTo>
                    <a:pt x="726167" y="188016"/>
                  </a:lnTo>
                  <a:lnTo>
                    <a:pt x="726280" y="187560"/>
                  </a:lnTo>
                  <a:lnTo>
                    <a:pt x="727287" y="186757"/>
                  </a:lnTo>
                  <a:lnTo>
                    <a:pt x="728300" y="186927"/>
                  </a:lnTo>
                  <a:lnTo>
                    <a:pt x="730475" y="189279"/>
                  </a:lnTo>
                  <a:lnTo>
                    <a:pt x="731447" y="189219"/>
                  </a:lnTo>
                  <a:lnTo>
                    <a:pt x="732002" y="189122"/>
                  </a:lnTo>
                  <a:lnTo>
                    <a:pt x="732162" y="188625"/>
                  </a:lnTo>
                  <a:lnTo>
                    <a:pt x="733476" y="187944"/>
                  </a:lnTo>
                  <a:lnTo>
                    <a:pt x="733292" y="187555"/>
                  </a:lnTo>
                  <a:lnTo>
                    <a:pt x="732369" y="187509"/>
                  </a:lnTo>
                  <a:lnTo>
                    <a:pt x="732296" y="187243"/>
                  </a:lnTo>
                  <a:lnTo>
                    <a:pt x="732557" y="186972"/>
                  </a:lnTo>
                  <a:lnTo>
                    <a:pt x="734869" y="187674"/>
                  </a:lnTo>
                  <a:lnTo>
                    <a:pt x="735919" y="187013"/>
                  </a:lnTo>
                  <a:lnTo>
                    <a:pt x="735784" y="186455"/>
                  </a:lnTo>
                  <a:lnTo>
                    <a:pt x="734257" y="186257"/>
                  </a:lnTo>
                  <a:lnTo>
                    <a:pt x="734173" y="185811"/>
                  </a:lnTo>
                  <a:lnTo>
                    <a:pt x="734447" y="184943"/>
                  </a:lnTo>
                  <a:lnTo>
                    <a:pt x="733993" y="184723"/>
                  </a:lnTo>
                  <a:lnTo>
                    <a:pt x="734159" y="184395"/>
                  </a:lnTo>
                  <a:lnTo>
                    <a:pt x="735946" y="183582"/>
                  </a:lnTo>
                  <a:lnTo>
                    <a:pt x="736371" y="182631"/>
                  </a:lnTo>
                  <a:lnTo>
                    <a:pt x="735926" y="182305"/>
                  </a:lnTo>
                  <a:lnTo>
                    <a:pt x="735433" y="182364"/>
                  </a:lnTo>
                  <a:lnTo>
                    <a:pt x="734247" y="183194"/>
                  </a:lnTo>
                  <a:lnTo>
                    <a:pt x="733623" y="182700"/>
                  </a:lnTo>
                  <a:lnTo>
                    <a:pt x="733670" y="181857"/>
                  </a:lnTo>
                  <a:lnTo>
                    <a:pt x="735886" y="181968"/>
                  </a:lnTo>
                  <a:lnTo>
                    <a:pt x="738111" y="183225"/>
                  </a:lnTo>
                  <a:lnTo>
                    <a:pt x="738921" y="183321"/>
                  </a:lnTo>
                  <a:lnTo>
                    <a:pt x="741032" y="181092"/>
                  </a:lnTo>
                  <a:lnTo>
                    <a:pt x="742112" y="180138"/>
                  </a:lnTo>
                  <a:lnTo>
                    <a:pt x="741183" y="180962"/>
                  </a:lnTo>
                  <a:lnTo>
                    <a:pt x="741571" y="181191"/>
                  </a:lnTo>
                  <a:lnTo>
                    <a:pt x="742058" y="182122"/>
                  </a:lnTo>
                  <a:lnTo>
                    <a:pt x="742868" y="182613"/>
                  </a:lnTo>
                  <a:lnTo>
                    <a:pt x="743032" y="182224"/>
                  </a:lnTo>
                  <a:lnTo>
                    <a:pt x="742903" y="181914"/>
                  </a:lnTo>
                  <a:lnTo>
                    <a:pt x="741809" y="180431"/>
                  </a:lnTo>
                  <a:lnTo>
                    <a:pt x="742418" y="180163"/>
                  </a:lnTo>
                  <a:lnTo>
                    <a:pt x="744654" y="180745"/>
                  </a:lnTo>
                  <a:lnTo>
                    <a:pt x="744513" y="181273"/>
                  </a:lnTo>
                  <a:lnTo>
                    <a:pt x="743601" y="182317"/>
                  </a:lnTo>
                  <a:lnTo>
                    <a:pt x="743964" y="182822"/>
                  </a:lnTo>
                  <a:lnTo>
                    <a:pt x="745210" y="183256"/>
                  </a:lnTo>
                  <a:lnTo>
                    <a:pt x="745482" y="183082"/>
                  </a:lnTo>
                  <a:lnTo>
                    <a:pt x="745379" y="182378"/>
                  </a:lnTo>
                  <a:lnTo>
                    <a:pt x="745802" y="182332"/>
                  </a:lnTo>
                  <a:lnTo>
                    <a:pt x="745964" y="181979"/>
                  </a:lnTo>
                  <a:lnTo>
                    <a:pt x="745145" y="181922"/>
                  </a:lnTo>
                  <a:lnTo>
                    <a:pt x="745272" y="181610"/>
                  </a:lnTo>
                  <a:lnTo>
                    <a:pt x="746652" y="181278"/>
                  </a:lnTo>
                  <a:lnTo>
                    <a:pt x="748059" y="181422"/>
                  </a:lnTo>
                  <a:lnTo>
                    <a:pt x="747602" y="183303"/>
                  </a:lnTo>
                  <a:lnTo>
                    <a:pt x="748828" y="184112"/>
                  </a:lnTo>
                  <a:lnTo>
                    <a:pt x="750021" y="183723"/>
                  </a:lnTo>
                  <a:lnTo>
                    <a:pt x="751138" y="182989"/>
                  </a:lnTo>
                  <a:lnTo>
                    <a:pt x="750959" y="183972"/>
                  </a:lnTo>
                  <a:lnTo>
                    <a:pt x="750518" y="184487"/>
                  </a:lnTo>
                  <a:lnTo>
                    <a:pt x="750758" y="184794"/>
                  </a:lnTo>
                  <a:lnTo>
                    <a:pt x="751516" y="184507"/>
                  </a:lnTo>
                  <a:lnTo>
                    <a:pt x="751771" y="183699"/>
                  </a:lnTo>
                  <a:lnTo>
                    <a:pt x="752535" y="182858"/>
                  </a:lnTo>
                  <a:lnTo>
                    <a:pt x="752389" y="182461"/>
                  </a:lnTo>
                  <a:lnTo>
                    <a:pt x="751569" y="182382"/>
                  </a:lnTo>
                  <a:lnTo>
                    <a:pt x="751591" y="182024"/>
                  </a:lnTo>
                  <a:lnTo>
                    <a:pt x="752234" y="181453"/>
                  </a:lnTo>
                  <a:lnTo>
                    <a:pt x="751895" y="181193"/>
                  </a:lnTo>
                  <a:lnTo>
                    <a:pt x="751999" y="180843"/>
                  </a:lnTo>
                  <a:lnTo>
                    <a:pt x="752411" y="181042"/>
                  </a:lnTo>
                  <a:lnTo>
                    <a:pt x="753126" y="182113"/>
                  </a:lnTo>
                  <a:lnTo>
                    <a:pt x="754241" y="182334"/>
                  </a:lnTo>
                  <a:lnTo>
                    <a:pt x="755139" y="181916"/>
                  </a:lnTo>
                  <a:lnTo>
                    <a:pt x="755451" y="182121"/>
                  </a:lnTo>
                  <a:lnTo>
                    <a:pt x="756066" y="181928"/>
                  </a:lnTo>
                  <a:lnTo>
                    <a:pt x="755974" y="180806"/>
                  </a:lnTo>
                  <a:lnTo>
                    <a:pt x="756175" y="180616"/>
                  </a:lnTo>
                  <a:lnTo>
                    <a:pt x="756739" y="180924"/>
                  </a:lnTo>
                  <a:lnTo>
                    <a:pt x="757183" y="180577"/>
                  </a:lnTo>
                  <a:lnTo>
                    <a:pt x="757325" y="180970"/>
                  </a:lnTo>
                  <a:lnTo>
                    <a:pt x="757165" y="181389"/>
                  </a:lnTo>
                  <a:lnTo>
                    <a:pt x="757629" y="181646"/>
                  </a:lnTo>
                  <a:lnTo>
                    <a:pt x="758166" y="181241"/>
                  </a:lnTo>
                  <a:lnTo>
                    <a:pt x="758925" y="180073"/>
                  </a:lnTo>
                  <a:lnTo>
                    <a:pt x="758258" y="178820"/>
                  </a:lnTo>
                  <a:lnTo>
                    <a:pt x="758756" y="178289"/>
                  </a:lnTo>
                  <a:lnTo>
                    <a:pt x="759893" y="179113"/>
                  </a:lnTo>
                  <a:lnTo>
                    <a:pt x="759438" y="180110"/>
                  </a:lnTo>
                  <a:lnTo>
                    <a:pt x="759824" y="180504"/>
                  </a:lnTo>
                  <a:lnTo>
                    <a:pt x="760532" y="180246"/>
                  </a:lnTo>
                  <a:lnTo>
                    <a:pt x="761240" y="179768"/>
                  </a:lnTo>
                  <a:lnTo>
                    <a:pt x="761285" y="179303"/>
                  </a:lnTo>
                  <a:lnTo>
                    <a:pt x="760936" y="178464"/>
                  </a:lnTo>
                  <a:lnTo>
                    <a:pt x="761514" y="178097"/>
                  </a:lnTo>
                  <a:lnTo>
                    <a:pt x="762255" y="178534"/>
                  </a:lnTo>
                  <a:lnTo>
                    <a:pt x="762907" y="178579"/>
                  </a:lnTo>
                  <a:lnTo>
                    <a:pt x="763339" y="178151"/>
                  </a:lnTo>
                  <a:lnTo>
                    <a:pt x="762576" y="177636"/>
                  </a:lnTo>
                  <a:lnTo>
                    <a:pt x="763808" y="177404"/>
                  </a:lnTo>
                  <a:lnTo>
                    <a:pt x="764882" y="175867"/>
                  </a:lnTo>
                  <a:lnTo>
                    <a:pt x="765788" y="175111"/>
                  </a:lnTo>
                  <a:lnTo>
                    <a:pt x="766732" y="174663"/>
                  </a:lnTo>
                  <a:lnTo>
                    <a:pt x="769080" y="174103"/>
                  </a:lnTo>
                  <a:lnTo>
                    <a:pt x="769474" y="174522"/>
                  </a:lnTo>
                  <a:lnTo>
                    <a:pt x="769721" y="174479"/>
                  </a:lnTo>
                  <a:lnTo>
                    <a:pt x="771179" y="171530"/>
                  </a:lnTo>
                  <a:lnTo>
                    <a:pt x="772031" y="170826"/>
                  </a:lnTo>
                  <a:lnTo>
                    <a:pt x="772654" y="170642"/>
                  </a:lnTo>
                  <a:lnTo>
                    <a:pt x="772776" y="170928"/>
                  </a:lnTo>
                  <a:lnTo>
                    <a:pt x="774532" y="171230"/>
                  </a:lnTo>
                  <a:lnTo>
                    <a:pt x="776049" y="170331"/>
                  </a:lnTo>
                  <a:lnTo>
                    <a:pt x="777361" y="169198"/>
                  </a:lnTo>
                  <a:lnTo>
                    <a:pt x="779819" y="168112"/>
                  </a:lnTo>
                  <a:lnTo>
                    <a:pt x="780631" y="166947"/>
                  </a:lnTo>
                  <a:lnTo>
                    <a:pt x="780654" y="165625"/>
                  </a:lnTo>
                  <a:lnTo>
                    <a:pt x="783328" y="166598"/>
                  </a:lnTo>
                  <a:lnTo>
                    <a:pt x="784008" y="167614"/>
                  </a:lnTo>
                  <a:lnTo>
                    <a:pt x="784141" y="168855"/>
                  </a:lnTo>
                  <a:lnTo>
                    <a:pt x="785401" y="169304"/>
                  </a:lnTo>
                  <a:lnTo>
                    <a:pt x="785891" y="168966"/>
                  </a:lnTo>
                  <a:lnTo>
                    <a:pt x="786431" y="167885"/>
                  </a:lnTo>
                  <a:lnTo>
                    <a:pt x="791083" y="166536"/>
                  </a:lnTo>
                  <a:lnTo>
                    <a:pt x="792463" y="165581"/>
                  </a:lnTo>
                  <a:lnTo>
                    <a:pt x="793637" y="165301"/>
                  </a:lnTo>
                  <a:lnTo>
                    <a:pt x="794300" y="164526"/>
                  </a:lnTo>
                  <a:lnTo>
                    <a:pt x="795010" y="164207"/>
                  </a:lnTo>
                  <a:lnTo>
                    <a:pt x="794909" y="163697"/>
                  </a:lnTo>
                  <a:lnTo>
                    <a:pt x="795165" y="162926"/>
                  </a:lnTo>
                  <a:lnTo>
                    <a:pt x="797006" y="161786"/>
                  </a:lnTo>
                  <a:lnTo>
                    <a:pt x="797362" y="161207"/>
                  </a:lnTo>
                  <a:lnTo>
                    <a:pt x="797267" y="157051"/>
                  </a:lnTo>
                  <a:lnTo>
                    <a:pt x="797666" y="156318"/>
                  </a:lnTo>
                  <a:lnTo>
                    <a:pt x="799048" y="155565"/>
                  </a:lnTo>
                  <a:lnTo>
                    <a:pt x="799476" y="156617"/>
                  </a:lnTo>
                  <a:lnTo>
                    <a:pt x="799372" y="157056"/>
                  </a:lnTo>
                  <a:lnTo>
                    <a:pt x="800123" y="157774"/>
                  </a:lnTo>
                  <a:lnTo>
                    <a:pt x="801190" y="158157"/>
                  </a:lnTo>
                  <a:lnTo>
                    <a:pt x="801471" y="157751"/>
                  </a:lnTo>
                  <a:lnTo>
                    <a:pt x="800894" y="156044"/>
                  </a:lnTo>
                  <a:lnTo>
                    <a:pt x="801471" y="155615"/>
                  </a:lnTo>
                  <a:lnTo>
                    <a:pt x="802023" y="155467"/>
                  </a:lnTo>
                  <a:lnTo>
                    <a:pt x="802931" y="155916"/>
                  </a:lnTo>
                  <a:lnTo>
                    <a:pt x="804034" y="155776"/>
                  </a:lnTo>
                  <a:lnTo>
                    <a:pt x="804243" y="155930"/>
                  </a:lnTo>
                  <a:lnTo>
                    <a:pt x="803916" y="157211"/>
                  </a:lnTo>
                  <a:lnTo>
                    <a:pt x="804297" y="157365"/>
                  </a:lnTo>
                  <a:lnTo>
                    <a:pt x="804636" y="157069"/>
                  </a:lnTo>
                  <a:lnTo>
                    <a:pt x="805038" y="155903"/>
                  </a:lnTo>
                  <a:lnTo>
                    <a:pt x="805568" y="155665"/>
                  </a:lnTo>
                  <a:lnTo>
                    <a:pt x="806394" y="156253"/>
                  </a:lnTo>
                  <a:lnTo>
                    <a:pt x="806495" y="155526"/>
                  </a:lnTo>
                  <a:lnTo>
                    <a:pt x="806989" y="155131"/>
                  </a:lnTo>
                  <a:lnTo>
                    <a:pt x="807658" y="154988"/>
                  </a:lnTo>
                  <a:lnTo>
                    <a:pt x="809547" y="156605"/>
                  </a:lnTo>
                  <a:lnTo>
                    <a:pt x="809839" y="156298"/>
                  </a:lnTo>
                  <a:lnTo>
                    <a:pt x="809797" y="156000"/>
                  </a:lnTo>
                  <a:lnTo>
                    <a:pt x="808560" y="154263"/>
                  </a:lnTo>
                  <a:lnTo>
                    <a:pt x="809039" y="153899"/>
                  </a:lnTo>
                  <a:lnTo>
                    <a:pt x="810617" y="154634"/>
                  </a:lnTo>
                  <a:lnTo>
                    <a:pt x="812266" y="156088"/>
                  </a:lnTo>
                  <a:lnTo>
                    <a:pt x="813885" y="155975"/>
                  </a:lnTo>
                  <a:lnTo>
                    <a:pt x="814101" y="155827"/>
                  </a:lnTo>
                  <a:lnTo>
                    <a:pt x="814145" y="154777"/>
                  </a:lnTo>
                  <a:lnTo>
                    <a:pt x="814771" y="153256"/>
                  </a:lnTo>
                  <a:lnTo>
                    <a:pt x="815376" y="152316"/>
                  </a:lnTo>
                  <a:lnTo>
                    <a:pt x="816120" y="152227"/>
                  </a:lnTo>
                  <a:lnTo>
                    <a:pt x="816572" y="152480"/>
                  </a:lnTo>
                  <a:lnTo>
                    <a:pt x="816962" y="153387"/>
                  </a:lnTo>
                  <a:lnTo>
                    <a:pt x="817393" y="153431"/>
                  </a:lnTo>
                  <a:lnTo>
                    <a:pt x="818388" y="152724"/>
                  </a:lnTo>
                  <a:lnTo>
                    <a:pt x="818800" y="152786"/>
                  </a:lnTo>
                  <a:lnTo>
                    <a:pt x="818986" y="153976"/>
                  </a:lnTo>
                  <a:lnTo>
                    <a:pt x="819391" y="153801"/>
                  </a:lnTo>
                  <a:lnTo>
                    <a:pt x="819458" y="152981"/>
                  </a:lnTo>
                  <a:lnTo>
                    <a:pt x="819707" y="152653"/>
                  </a:lnTo>
                  <a:lnTo>
                    <a:pt x="820650" y="152861"/>
                  </a:lnTo>
                  <a:lnTo>
                    <a:pt x="821163" y="154051"/>
                  </a:lnTo>
                  <a:lnTo>
                    <a:pt x="821900" y="152936"/>
                  </a:lnTo>
                  <a:lnTo>
                    <a:pt x="822186" y="152868"/>
                  </a:lnTo>
                  <a:lnTo>
                    <a:pt x="822471" y="153229"/>
                  </a:lnTo>
                  <a:lnTo>
                    <a:pt x="821889" y="154836"/>
                  </a:lnTo>
                  <a:lnTo>
                    <a:pt x="822062" y="155029"/>
                  </a:lnTo>
                  <a:lnTo>
                    <a:pt x="823520" y="155074"/>
                  </a:lnTo>
                  <a:lnTo>
                    <a:pt x="824167" y="154829"/>
                  </a:lnTo>
                  <a:lnTo>
                    <a:pt x="825247" y="155505"/>
                  </a:lnTo>
                  <a:lnTo>
                    <a:pt x="825890" y="155544"/>
                  </a:lnTo>
                  <a:lnTo>
                    <a:pt x="825427" y="154660"/>
                  </a:lnTo>
                  <a:lnTo>
                    <a:pt x="824854" y="154247"/>
                  </a:lnTo>
                  <a:lnTo>
                    <a:pt x="824811" y="153759"/>
                  </a:lnTo>
                  <a:lnTo>
                    <a:pt x="825399" y="153596"/>
                  </a:lnTo>
                  <a:lnTo>
                    <a:pt x="826085" y="153988"/>
                  </a:lnTo>
                  <a:lnTo>
                    <a:pt x="826973" y="154474"/>
                  </a:lnTo>
                  <a:lnTo>
                    <a:pt x="828004" y="154259"/>
                  </a:lnTo>
                  <a:lnTo>
                    <a:pt x="828421" y="155038"/>
                  </a:lnTo>
                  <a:lnTo>
                    <a:pt x="828812" y="155173"/>
                  </a:lnTo>
                  <a:lnTo>
                    <a:pt x="829326" y="154662"/>
                  </a:lnTo>
                  <a:lnTo>
                    <a:pt x="829214" y="153833"/>
                  </a:lnTo>
                  <a:lnTo>
                    <a:pt x="829552" y="153208"/>
                  </a:lnTo>
                  <a:lnTo>
                    <a:pt x="829866" y="153107"/>
                  </a:lnTo>
                  <a:lnTo>
                    <a:pt x="830415" y="153954"/>
                  </a:lnTo>
                  <a:lnTo>
                    <a:pt x="830847" y="153985"/>
                  </a:lnTo>
                  <a:lnTo>
                    <a:pt x="832146" y="152609"/>
                  </a:lnTo>
                  <a:lnTo>
                    <a:pt x="833839" y="151999"/>
                  </a:lnTo>
                  <a:lnTo>
                    <a:pt x="834490" y="151105"/>
                  </a:lnTo>
                  <a:lnTo>
                    <a:pt x="835088" y="150950"/>
                  </a:lnTo>
                  <a:lnTo>
                    <a:pt x="835779" y="150363"/>
                  </a:lnTo>
                  <a:lnTo>
                    <a:pt x="838128" y="149161"/>
                  </a:lnTo>
                  <a:lnTo>
                    <a:pt x="838913" y="148398"/>
                  </a:lnTo>
                  <a:lnTo>
                    <a:pt x="839406" y="147526"/>
                  </a:lnTo>
                  <a:lnTo>
                    <a:pt x="839261" y="147267"/>
                  </a:lnTo>
                  <a:lnTo>
                    <a:pt x="838364" y="146910"/>
                  </a:lnTo>
                  <a:lnTo>
                    <a:pt x="837959" y="144757"/>
                  </a:lnTo>
                  <a:lnTo>
                    <a:pt x="837193" y="144642"/>
                  </a:lnTo>
                  <a:lnTo>
                    <a:pt x="837034" y="144357"/>
                  </a:lnTo>
                  <a:lnTo>
                    <a:pt x="837988" y="143285"/>
                  </a:lnTo>
                  <a:lnTo>
                    <a:pt x="837860" y="142178"/>
                  </a:lnTo>
                  <a:lnTo>
                    <a:pt x="837148" y="141459"/>
                  </a:lnTo>
                  <a:lnTo>
                    <a:pt x="837315" y="140502"/>
                  </a:lnTo>
                  <a:lnTo>
                    <a:pt x="838070" y="140402"/>
                  </a:lnTo>
                  <a:lnTo>
                    <a:pt x="838014" y="139960"/>
                  </a:lnTo>
                  <a:lnTo>
                    <a:pt x="835597" y="139228"/>
                  </a:lnTo>
                  <a:lnTo>
                    <a:pt x="834652" y="138082"/>
                  </a:lnTo>
                  <a:lnTo>
                    <a:pt x="833558" y="138452"/>
                  </a:lnTo>
                  <a:lnTo>
                    <a:pt x="833819" y="139495"/>
                  </a:lnTo>
                  <a:lnTo>
                    <a:pt x="833483" y="139729"/>
                  </a:lnTo>
                  <a:lnTo>
                    <a:pt x="833092" y="139040"/>
                  </a:lnTo>
                  <a:lnTo>
                    <a:pt x="833306" y="137736"/>
                  </a:lnTo>
                  <a:lnTo>
                    <a:pt x="832856" y="137349"/>
                  </a:lnTo>
                  <a:lnTo>
                    <a:pt x="832476" y="137583"/>
                  </a:lnTo>
                  <a:lnTo>
                    <a:pt x="831748" y="139224"/>
                  </a:lnTo>
                  <a:lnTo>
                    <a:pt x="831198" y="138788"/>
                  </a:lnTo>
                  <a:lnTo>
                    <a:pt x="830734" y="138006"/>
                  </a:lnTo>
                  <a:lnTo>
                    <a:pt x="830349" y="138032"/>
                  </a:lnTo>
                  <a:lnTo>
                    <a:pt x="830175" y="138702"/>
                  </a:lnTo>
                  <a:lnTo>
                    <a:pt x="829594" y="139371"/>
                  </a:lnTo>
                  <a:lnTo>
                    <a:pt x="829189" y="139173"/>
                  </a:lnTo>
                  <a:lnTo>
                    <a:pt x="829147" y="138374"/>
                  </a:lnTo>
                  <a:lnTo>
                    <a:pt x="829405" y="137812"/>
                  </a:lnTo>
                  <a:lnTo>
                    <a:pt x="830904" y="137337"/>
                  </a:lnTo>
                  <a:lnTo>
                    <a:pt x="831099" y="137083"/>
                  </a:lnTo>
                  <a:lnTo>
                    <a:pt x="831042" y="136768"/>
                  </a:lnTo>
                  <a:lnTo>
                    <a:pt x="829993" y="136425"/>
                  </a:lnTo>
                  <a:lnTo>
                    <a:pt x="829862" y="136191"/>
                  </a:lnTo>
                  <a:lnTo>
                    <a:pt x="830155" y="135571"/>
                  </a:lnTo>
                  <a:lnTo>
                    <a:pt x="832203" y="134596"/>
                  </a:lnTo>
                  <a:lnTo>
                    <a:pt x="832150" y="133804"/>
                  </a:lnTo>
                  <a:lnTo>
                    <a:pt x="831559" y="133220"/>
                  </a:lnTo>
                  <a:lnTo>
                    <a:pt x="831565" y="132939"/>
                  </a:lnTo>
                  <a:lnTo>
                    <a:pt x="832507" y="132751"/>
                  </a:lnTo>
                  <a:lnTo>
                    <a:pt x="833234" y="133427"/>
                  </a:lnTo>
                  <a:lnTo>
                    <a:pt x="833548" y="133393"/>
                  </a:lnTo>
                  <a:lnTo>
                    <a:pt x="833780" y="133112"/>
                  </a:lnTo>
                  <a:lnTo>
                    <a:pt x="833892" y="131199"/>
                  </a:lnTo>
                  <a:lnTo>
                    <a:pt x="834254" y="130300"/>
                  </a:lnTo>
                  <a:lnTo>
                    <a:pt x="835157" y="129274"/>
                  </a:lnTo>
                  <a:lnTo>
                    <a:pt x="835562" y="129284"/>
                  </a:lnTo>
                  <a:lnTo>
                    <a:pt x="836006" y="129640"/>
                  </a:lnTo>
                  <a:lnTo>
                    <a:pt x="836170" y="129533"/>
                  </a:lnTo>
                  <a:lnTo>
                    <a:pt x="835944" y="128572"/>
                  </a:lnTo>
                  <a:lnTo>
                    <a:pt x="840703" y="126782"/>
                  </a:lnTo>
                  <a:lnTo>
                    <a:pt x="841112" y="126813"/>
                  </a:lnTo>
                  <a:lnTo>
                    <a:pt x="841148" y="127656"/>
                  </a:lnTo>
                  <a:lnTo>
                    <a:pt x="840549" y="128666"/>
                  </a:lnTo>
                  <a:lnTo>
                    <a:pt x="840557" y="129093"/>
                  </a:lnTo>
                  <a:lnTo>
                    <a:pt x="840902" y="129356"/>
                  </a:lnTo>
                  <a:lnTo>
                    <a:pt x="841696" y="128962"/>
                  </a:lnTo>
                  <a:lnTo>
                    <a:pt x="842301" y="127700"/>
                  </a:lnTo>
                  <a:lnTo>
                    <a:pt x="842374" y="126644"/>
                  </a:lnTo>
                  <a:lnTo>
                    <a:pt x="843262" y="126372"/>
                  </a:lnTo>
                  <a:lnTo>
                    <a:pt x="843595" y="125920"/>
                  </a:lnTo>
                  <a:lnTo>
                    <a:pt x="843288" y="124685"/>
                  </a:lnTo>
                  <a:lnTo>
                    <a:pt x="842808" y="124637"/>
                  </a:lnTo>
                  <a:lnTo>
                    <a:pt x="842099" y="124984"/>
                  </a:lnTo>
                  <a:lnTo>
                    <a:pt x="841991" y="124453"/>
                  </a:lnTo>
                  <a:lnTo>
                    <a:pt x="842556" y="124023"/>
                  </a:lnTo>
                  <a:lnTo>
                    <a:pt x="844235" y="123723"/>
                  </a:lnTo>
                  <a:lnTo>
                    <a:pt x="844422" y="123410"/>
                  </a:lnTo>
                  <a:lnTo>
                    <a:pt x="843802" y="122954"/>
                  </a:lnTo>
                  <a:lnTo>
                    <a:pt x="842355" y="122679"/>
                  </a:lnTo>
                  <a:lnTo>
                    <a:pt x="842453" y="122026"/>
                  </a:lnTo>
                  <a:lnTo>
                    <a:pt x="843445" y="121956"/>
                  </a:lnTo>
                  <a:lnTo>
                    <a:pt x="844950" y="122644"/>
                  </a:lnTo>
                  <a:lnTo>
                    <a:pt x="846144" y="121604"/>
                  </a:lnTo>
                  <a:lnTo>
                    <a:pt x="845998" y="121192"/>
                  </a:lnTo>
                  <a:lnTo>
                    <a:pt x="844644" y="120685"/>
                  </a:lnTo>
                  <a:lnTo>
                    <a:pt x="844013" y="120660"/>
                  </a:lnTo>
                  <a:lnTo>
                    <a:pt x="843679" y="121112"/>
                  </a:lnTo>
                  <a:lnTo>
                    <a:pt x="843351" y="120402"/>
                  </a:lnTo>
                  <a:lnTo>
                    <a:pt x="843468" y="119913"/>
                  </a:lnTo>
                  <a:lnTo>
                    <a:pt x="845704" y="119265"/>
                  </a:lnTo>
                  <a:lnTo>
                    <a:pt x="845552" y="118407"/>
                  </a:lnTo>
                  <a:lnTo>
                    <a:pt x="845160" y="118179"/>
                  </a:lnTo>
                  <a:lnTo>
                    <a:pt x="844399" y="118441"/>
                  </a:lnTo>
                  <a:lnTo>
                    <a:pt x="844134" y="118336"/>
                  </a:lnTo>
                  <a:lnTo>
                    <a:pt x="844159" y="117999"/>
                  </a:lnTo>
                  <a:lnTo>
                    <a:pt x="844921" y="116479"/>
                  </a:lnTo>
                  <a:lnTo>
                    <a:pt x="845742" y="115996"/>
                  </a:lnTo>
                  <a:lnTo>
                    <a:pt x="845850" y="114972"/>
                  </a:lnTo>
                  <a:lnTo>
                    <a:pt x="846698" y="114413"/>
                  </a:lnTo>
                  <a:lnTo>
                    <a:pt x="847357" y="113154"/>
                  </a:lnTo>
                  <a:lnTo>
                    <a:pt x="847208" y="112795"/>
                  </a:lnTo>
                  <a:lnTo>
                    <a:pt x="846586" y="112487"/>
                  </a:lnTo>
                  <a:lnTo>
                    <a:pt x="845014" y="113051"/>
                  </a:lnTo>
                  <a:lnTo>
                    <a:pt x="845200" y="112103"/>
                  </a:lnTo>
                  <a:lnTo>
                    <a:pt x="846431" y="111175"/>
                  </a:lnTo>
                  <a:lnTo>
                    <a:pt x="847119" y="110111"/>
                  </a:lnTo>
                  <a:lnTo>
                    <a:pt x="848198" y="109026"/>
                  </a:lnTo>
                  <a:lnTo>
                    <a:pt x="849583" y="108317"/>
                  </a:lnTo>
                  <a:lnTo>
                    <a:pt x="851102" y="108202"/>
                  </a:lnTo>
                  <a:lnTo>
                    <a:pt x="852717" y="110160"/>
                  </a:lnTo>
                  <a:lnTo>
                    <a:pt x="854196" y="109395"/>
                  </a:lnTo>
                  <a:lnTo>
                    <a:pt x="854757" y="109502"/>
                  </a:lnTo>
                  <a:lnTo>
                    <a:pt x="855408" y="110262"/>
                  </a:lnTo>
                  <a:lnTo>
                    <a:pt x="855818" y="111797"/>
                  </a:lnTo>
                  <a:lnTo>
                    <a:pt x="856580" y="112098"/>
                  </a:lnTo>
                  <a:lnTo>
                    <a:pt x="857550" y="111827"/>
                  </a:lnTo>
                  <a:lnTo>
                    <a:pt x="857515" y="111095"/>
                  </a:lnTo>
                  <a:lnTo>
                    <a:pt x="856414" y="109154"/>
                  </a:lnTo>
                  <a:lnTo>
                    <a:pt x="856850" y="108683"/>
                  </a:lnTo>
                  <a:lnTo>
                    <a:pt x="858053" y="108851"/>
                  </a:lnTo>
                  <a:lnTo>
                    <a:pt x="858930" y="109241"/>
                  </a:lnTo>
                  <a:lnTo>
                    <a:pt x="859606" y="108677"/>
                  </a:lnTo>
                  <a:lnTo>
                    <a:pt x="859706" y="107446"/>
                  </a:lnTo>
                  <a:lnTo>
                    <a:pt x="860139" y="106612"/>
                  </a:lnTo>
                  <a:lnTo>
                    <a:pt x="860169" y="105099"/>
                  </a:lnTo>
                  <a:lnTo>
                    <a:pt x="859858" y="104819"/>
                  </a:lnTo>
                  <a:lnTo>
                    <a:pt x="858388" y="104895"/>
                  </a:lnTo>
                  <a:lnTo>
                    <a:pt x="858160" y="104681"/>
                  </a:lnTo>
                  <a:lnTo>
                    <a:pt x="858353" y="102138"/>
                  </a:lnTo>
                  <a:lnTo>
                    <a:pt x="859447" y="101550"/>
                  </a:lnTo>
                  <a:lnTo>
                    <a:pt x="860494" y="101399"/>
                  </a:lnTo>
                  <a:lnTo>
                    <a:pt x="862367" y="103072"/>
                  </a:lnTo>
                  <a:lnTo>
                    <a:pt x="862518" y="101484"/>
                  </a:lnTo>
                  <a:lnTo>
                    <a:pt x="861672" y="101106"/>
                  </a:lnTo>
                  <a:lnTo>
                    <a:pt x="860682" y="101167"/>
                  </a:lnTo>
                  <a:lnTo>
                    <a:pt x="860335" y="100702"/>
                  </a:lnTo>
                  <a:lnTo>
                    <a:pt x="860357" y="100082"/>
                  </a:lnTo>
                  <a:lnTo>
                    <a:pt x="860717" y="99812"/>
                  </a:lnTo>
                  <a:lnTo>
                    <a:pt x="861843" y="100280"/>
                  </a:lnTo>
                  <a:lnTo>
                    <a:pt x="862348" y="100261"/>
                  </a:lnTo>
                  <a:lnTo>
                    <a:pt x="862011" y="99080"/>
                  </a:lnTo>
                  <a:lnTo>
                    <a:pt x="861087" y="98626"/>
                  </a:lnTo>
                  <a:lnTo>
                    <a:pt x="860858" y="98110"/>
                  </a:lnTo>
                  <a:lnTo>
                    <a:pt x="862127" y="97576"/>
                  </a:lnTo>
                  <a:lnTo>
                    <a:pt x="862839" y="98004"/>
                  </a:lnTo>
                  <a:lnTo>
                    <a:pt x="862969" y="97353"/>
                  </a:lnTo>
                  <a:lnTo>
                    <a:pt x="862307" y="96531"/>
                  </a:lnTo>
                  <a:lnTo>
                    <a:pt x="862600" y="96339"/>
                  </a:lnTo>
                  <a:lnTo>
                    <a:pt x="863045" y="96270"/>
                  </a:lnTo>
                  <a:lnTo>
                    <a:pt x="864958" y="97431"/>
                  </a:lnTo>
                  <a:lnTo>
                    <a:pt x="865156" y="97035"/>
                  </a:lnTo>
                  <a:lnTo>
                    <a:pt x="864739" y="95378"/>
                  </a:lnTo>
                  <a:lnTo>
                    <a:pt x="865763" y="94074"/>
                  </a:lnTo>
                  <a:lnTo>
                    <a:pt x="867182" y="93924"/>
                  </a:lnTo>
                  <a:lnTo>
                    <a:pt x="867666" y="94169"/>
                  </a:lnTo>
                  <a:lnTo>
                    <a:pt x="868125" y="93842"/>
                  </a:lnTo>
                  <a:lnTo>
                    <a:pt x="868422" y="92064"/>
                  </a:lnTo>
                  <a:lnTo>
                    <a:pt x="869986" y="90865"/>
                  </a:lnTo>
                  <a:lnTo>
                    <a:pt x="870691" y="89709"/>
                  </a:lnTo>
                  <a:lnTo>
                    <a:pt x="870617" y="88320"/>
                  </a:lnTo>
                  <a:lnTo>
                    <a:pt x="871093" y="87264"/>
                  </a:lnTo>
                  <a:lnTo>
                    <a:pt x="870392" y="86427"/>
                  </a:lnTo>
                  <a:lnTo>
                    <a:pt x="870762" y="85553"/>
                  </a:lnTo>
                  <a:lnTo>
                    <a:pt x="871768" y="85118"/>
                  </a:lnTo>
                  <a:lnTo>
                    <a:pt x="872628" y="85374"/>
                  </a:lnTo>
                  <a:lnTo>
                    <a:pt x="872744" y="86061"/>
                  </a:lnTo>
                  <a:lnTo>
                    <a:pt x="872110" y="87628"/>
                  </a:lnTo>
                  <a:lnTo>
                    <a:pt x="872482" y="88047"/>
                  </a:lnTo>
                  <a:lnTo>
                    <a:pt x="873083" y="87832"/>
                  </a:lnTo>
                  <a:lnTo>
                    <a:pt x="873333" y="87443"/>
                  </a:lnTo>
                  <a:lnTo>
                    <a:pt x="873471" y="86662"/>
                  </a:lnTo>
                  <a:lnTo>
                    <a:pt x="873163" y="85465"/>
                  </a:lnTo>
                  <a:lnTo>
                    <a:pt x="873527" y="85069"/>
                  </a:lnTo>
                  <a:lnTo>
                    <a:pt x="873836" y="83797"/>
                  </a:lnTo>
                  <a:lnTo>
                    <a:pt x="874645" y="83143"/>
                  </a:lnTo>
                  <a:lnTo>
                    <a:pt x="875116" y="83236"/>
                  </a:lnTo>
                  <a:lnTo>
                    <a:pt x="876499" y="85049"/>
                  </a:lnTo>
                  <a:lnTo>
                    <a:pt x="877446" y="85870"/>
                  </a:lnTo>
                  <a:lnTo>
                    <a:pt x="879845" y="85571"/>
                  </a:lnTo>
                  <a:lnTo>
                    <a:pt x="880225" y="85698"/>
                  </a:lnTo>
                  <a:lnTo>
                    <a:pt x="880528" y="86186"/>
                  </a:lnTo>
                  <a:lnTo>
                    <a:pt x="879947" y="87612"/>
                  </a:lnTo>
                  <a:lnTo>
                    <a:pt x="880377" y="88015"/>
                  </a:lnTo>
                  <a:lnTo>
                    <a:pt x="881771" y="87359"/>
                  </a:lnTo>
                  <a:lnTo>
                    <a:pt x="881225" y="88798"/>
                  </a:lnTo>
                  <a:lnTo>
                    <a:pt x="881925" y="89164"/>
                  </a:lnTo>
                  <a:lnTo>
                    <a:pt x="883767" y="89278"/>
                  </a:lnTo>
                  <a:lnTo>
                    <a:pt x="884585" y="88925"/>
                  </a:lnTo>
                  <a:lnTo>
                    <a:pt x="884925" y="87812"/>
                  </a:lnTo>
                  <a:lnTo>
                    <a:pt x="885829" y="87148"/>
                  </a:lnTo>
                  <a:lnTo>
                    <a:pt x="886400" y="86011"/>
                  </a:lnTo>
                  <a:lnTo>
                    <a:pt x="887160" y="85724"/>
                  </a:lnTo>
                  <a:lnTo>
                    <a:pt x="887580" y="85665"/>
                  </a:lnTo>
                  <a:lnTo>
                    <a:pt x="888018" y="86842"/>
                  </a:lnTo>
                  <a:lnTo>
                    <a:pt x="888267" y="86982"/>
                  </a:lnTo>
                  <a:lnTo>
                    <a:pt x="889016" y="85314"/>
                  </a:lnTo>
                  <a:lnTo>
                    <a:pt x="888898" y="85085"/>
                  </a:lnTo>
                  <a:lnTo>
                    <a:pt x="889529" y="84681"/>
                  </a:lnTo>
                  <a:lnTo>
                    <a:pt x="890254" y="83282"/>
                  </a:lnTo>
                  <a:lnTo>
                    <a:pt x="889808" y="81548"/>
                  </a:lnTo>
                  <a:lnTo>
                    <a:pt x="890106" y="80509"/>
                  </a:lnTo>
                  <a:lnTo>
                    <a:pt x="891721" y="78687"/>
                  </a:lnTo>
                  <a:lnTo>
                    <a:pt x="893253" y="79315"/>
                  </a:lnTo>
                  <a:lnTo>
                    <a:pt x="891938" y="78666"/>
                  </a:lnTo>
                  <a:lnTo>
                    <a:pt x="896119" y="79761"/>
                  </a:lnTo>
                  <a:lnTo>
                    <a:pt x="897000" y="81212"/>
                  </a:lnTo>
                  <a:lnTo>
                    <a:pt x="898256" y="81737"/>
                  </a:lnTo>
                  <a:lnTo>
                    <a:pt x="899081" y="81016"/>
                  </a:lnTo>
                  <a:lnTo>
                    <a:pt x="898422" y="79059"/>
                  </a:lnTo>
                  <a:lnTo>
                    <a:pt x="898674" y="78848"/>
                  </a:lnTo>
                  <a:lnTo>
                    <a:pt x="899299" y="78958"/>
                  </a:lnTo>
                  <a:lnTo>
                    <a:pt x="900489" y="79532"/>
                  </a:lnTo>
                  <a:lnTo>
                    <a:pt x="901447" y="81184"/>
                  </a:lnTo>
                  <a:lnTo>
                    <a:pt x="900985" y="82817"/>
                  </a:lnTo>
                  <a:lnTo>
                    <a:pt x="902492" y="83335"/>
                  </a:lnTo>
                  <a:lnTo>
                    <a:pt x="904353" y="83294"/>
                  </a:lnTo>
                  <a:lnTo>
                    <a:pt x="907170" y="83740"/>
                  </a:lnTo>
                  <a:lnTo>
                    <a:pt x="908982" y="84127"/>
                  </a:lnTo>
                  <a:lnTo>
                    <a:pt x="911242" y="85429"/>
                  </a:lnTo>
                  <a:lnTo>
                    <a:pt x="915615" y="86348"/>
                  </a:lnTo>
                  <a:lnTo>
                    <a:pt x="917444" y="87758"/>
                  </a:lnTo>
                  <a:lnTo>
                    <a:pt x="918718" y="87877"/>
                  </a:lnTo>
                  <a:lnTo>
                    <a:pt x="920641" y="88517"/>
                  </a:lnTo>
                  <a:lnTo>
                    <a:pt x="921668" y="89483"/>
                  </a:lnTo>
                  <a:lnTo>
                    <a:pt x="922825" y="91058"/>
                  </a:lnTo>
                  <a:lnTo>
                    <a:pt x="922962" y="91859"/>
                  </a:lnTo>
                  <a:lnTo>
                    <a:pt x="922323" y="92258"/>
                  </a:lnTo>
                  <a:lnTo>
                    <a:pt x="922571" y="92841"/>
                  </a:lnTo>
                  <a:lnTo>
                    <a:pt x="923167" y="93369"/>
                  </a:lnTo>
                  <a:lnTo>
                    <a:pt x="924402" y="93748"/>
                  </a:lnTo>
                  <a:lnTo>
                    <a:pt x="924543" y="94944"/>
                  </a:lnTo>
                  <a:lnTo>
                    <a:pt x="924102" y="97064"/>
                  </a:lnTo>
                  <a:lnTo>
                    <a:pt x="922191" y="101310"/>
                  </a:lnTo>
                  <a:lnTo>
                    <a:pt x="920125" y="104739"/>
                  </a:lnTo>
                  <a:lnTo>
                    <a:pt x="919844" y="105909"/>
                  </a:lnTo>
                  <a:lnTo>
                    <a:pt x="920021" y="106618"/>
                  </a:lnTo>
                  <a:lnTo>
                    <a:pt x="923540" y="112353"/>
                  </a:lnTo>
                  <a:lnTo>
                    <a:pt x="924542" y="113411"/>
                  </a:lnTo>
                  <a:lnTo>
                    <a:pt x="924680" y="114484"/>
                  </a:lnTo>
                  <a:lnTo>
                    <a:pt x="925796" y="115139"/>
                  </a:lnTo>
                  <a:lnTo>
                    <a:pt x="927081" y="115083"/>
                  </a:lnTo>
                  <a:lnTo>
                    <a:pt x="927874" y="114271"/>
                  </a:lnTo>
                  <a:lnTo>
                    <a:pt x="928255" y="115242"/>
                  </a:lnTo>
                  <a:lnTo>
                    <a:pt x="928711" y="115463"/>
                  </a:lnTo>
                  <a:lnTo>
                    <a:pt x="933284" y="114871"/>
                  </a:lnTo>
                  <a:lnTo>
                    <a:pt x="934391" y="115336"/>
                  </a:lnTo>
                  <a:lnTo>
                    <a:pt x="935187" y="116419"/>
                  </a:lnTo>
                  <a:lnTo>
                    <a:pt x="936476" y="117506"/>
                  </a:lnTo>
                  <a:lnTo>
                    <a:pt x="938370" y="117519"/>
                  </a:lnTo>
                  <a:lnTo>
                    <a:pt x="938878" y="118004"/>
                  </a:lnTo>
                  <a:lnTo>
                    <a:pt x="940170" y="118315"/>
                  </a:lnTo>
                  <a:lnTo>
                    <a:pt x="942243" y="117743"/>
                  </a:lnTo>
                  <a:lnTo>
                    <a:pt x="943330" y="117703"/>
                  </a:lnTo>
                  <a:lnTo>
                    <a:pt x="944557" y="118413"/>
                  </a:lnTo>
                  <a:lnTo>
                    <a:pt x="948269" y="119068"/>
                  </a:lnTo>
                  <a:lnTo>
                    <a:pt x="949641" y="118749"/>
                  </a:lnTo>
                  <a:lnTo>
                    <a:pt x="951161" y="118860"/>
                  </a:lnTo>
                  <a:lnTo>
                    <a:pt x="951926" y="119210"/>
                  </a:lnTo>
                  <a:lnTo>
                    <a:pt x="952589" y="119957"/>
                  </a:lnTo>
                  <a:lnTo>
                    <a:pt x="954625" y="119553"/>
                  </a:lnTo>
                  <a:lnTo>
                    <a:pt x="955446" y="119086"/>
                  </a:lnTo>
                  <a:lnTo>
                    <a:pt x="956712" y="119081"/>
                  </a:lnTo>
                  <a:lnTo>
                    <a:pt x="958407" y="119980"/>
                  </a:lnTo>
                  <a:lnTo>
                    <a:pt x="960360" y="120513"/>
                  </a:lnTo>
                  <a:lnTo>
                    <a:pt x="962239" y="121552"/>
                  </a:lnTo>
                  <a:lnTo>
                    <a:pt x="963622" y="122012"/>
                  </a:lnTo>
                  <a:lnTo>
                    <a:pt x="966853" y="124167"/>
                  </a:lnTo>
                  <a:lnTo>
                    <a:pt x="969888" y="124952"/>
                  </a:lnTo>
                  <a:lnTo>
                    <a:pt x="970192" y="125579"/>
                  </a:lnTo>
                  <a:lnTo>
                    <a:pt x="970086" y="126396"/>
                  </a:lnTo>
                  <a:lnTo>
                    <a:pt x="972535" y="127523"/>
                  </a:lnTo>
                  <a:lnTo>
                    <a:pt x="975523" y="128408"/>
                  </a:lnTo>
                  <a:lnTo>
                    <a:pt x="976060" y="128385"/>
                  </a:lnTo>
                  <a:lnTo>
                    <a:pt x="977080" y="127844"/>
                  </a:lnTo>
                  <a:lnTo>
                    <a:pt x="978423" y="128229"/>
                  </a:lnTo>
                  <a:lnTo>
                    <a:pt x="980954" y="129970"/>
                  </a:lnTo>
                  <a:lnTo>
                    <a:pt x="981682" y="130745"/>
                  </a:lnTo>
                  <a:lnTo>
                    <a:pt x="981812" y="131988"/>
                  </a:lnTo>
                  <a:lnTo>
                    <a:pt x="983772" y="134566"/>
                  </a:lnTo>
                  <a:lnTo>
                    <a:pt x="985073" y="136965"/>
                  </a:lnTo>
                  <a:lnTo>
                    <a:pt x="984891" y="137666"/>
                  </a:lnTo>
                  <a:lnTo>
                    <a:pt x="984201" y="138473"/>
                  </a:lnTo>
                  <a:lnTo>
                    <a:pt x="983930" y="138473"/>
                  </a:lnTo>
                  <a:lnTo>
                    <a:pt x="982432" y="137353"/>
                  </a:lnTo>
                  <a:lnTo>
                    <a:pt x="982427" y="135555"/>
                  </a:lnTo>
                  <a:lnTo>
                    <a:pt x="981807" y="135476"/>
                  </a:lnTo>
                  <a:lnTo>
                    <a:pt x="981626" y="135769"/>
                  </a:lnTo>
                  <a:lnTo>
                    <a:pt x="981285" y="138823"/>
                  </a:lnTo>
                  <a:lnTo>
                    <a:pt x="980271" y="140585"/>
                  </a:lnTo>
                  <a:lnTo>
                    <a:pt x="980205" y="141960"/>
                  </a:lnTo>
                  <a:lnTo>
                    <a:pt x="979138" y="143156"/>
                  </a:lnTo>
                  <a:lnTo>
                    <a:pt x="978887" y="143813"/>
                  </a:lnTo>
                  <a:lnTo>
                    <a:pt x="978696" y="147331"/>
                  </a:lnTo>
                  <a:lnTo>
                    <a:pt x="979167" y="148743"/>
                  </a:lnTo>
                  <a:lnTo>
                    <a:pt x="980444" y="149815"/>
                  </a:lnTo>
                  <a:lnTo>
                    <a:pt x="980572" y="150274"/>
                  </a:lnTo>
                  <a:lnTo>
                    <a:pt x="979281" y="151666"/>
                  </a:lnTo>
                  <a:lnTo>
                    <a:pt x="982777" y="150570"/>
                  </a:lnTo>
                  <a:lnTo>
                    <a:pt x="983309" y="153311"/>
                  </a:lnTo>
                  <a:lnTo>
                    <a:pt x="984025" y="155596"/>
                  </a:lnTo>
                  <a:lnTo>
                    <a:pt x="985786" y="155379"/>
                  </a:lnTo>
                  <a:lnTo>
                    <a:pt x="985321" y="153746"/>
                  </a:lnTo>
                  <a:lnTo>
                    <a:pt x="990416" y="155496"/>
                  </a:lnTo>
                  <a:lnTo>
                    <a:pt x="993442" y="152532"/>
                  </a:lnTo>
                  <a:lnTo>
                    <a:pt x="993879" y="150966"/>
                  </a:lnTo>
                  <a:lnTo>
                    <a:pt x="994681" y="151322"/>
                  </a:lnTo>
                  <a:lnTo>
                    <a:pt x="996002" y="149357"/>
                  </a:lnTo>
                  <a:lnTo>
                    <a:pt x="997593" y="146367"/>
                  </a:lnTo>
                  <a:lnTo>
                    <a:pt x="997775" y="146410"/>
                  </a:lnTo>
                  <a:lnTo>
                    <a:pt x="999267" y="141356"/>
                  </a:lnTo>
                  <a:lnTo>
                    <a:pt x="1001634" y="129908"/>
                  </a:lnTo>
                  <a:lnTo>
                    <a:pt x="1003494" y="123225"/>
                  </a:lnTo>
                  <a:lnTo>
                    <a:pt x="1004207" y="119851"/>
                  </a:lnTo>
                  <a:lnTo>
                    <a:pt x="1005123" y="114853"/>
                  </a:lnTo>
                  <a:lnTo>
                    <a:pt x="1006606" y="111421"/>
                  </a:lnTo>
                  <a:lnTo>
                    <a:pt x="1006989" y="108763"/>
                  </a:lnTo>
                  <a:lnTo>
                    <a:pt x="1010211" y="101749"/>
                  </a:lnTo>
                  <a:lnTo>
                    <a:pt x="1019410" y="88807"/>
                  </a:lnTo>
                  <a:lnTo>
                    <a:pt x="1020562" y="86521"/>
                  </a:lnTo>
                  <a:lnTo>
                    <a:pt x="1023291" y="79351"/>
                  </a:lnTo>
                  <a:lnTo>
                    <a:pt x="1025396" y="75120"/>
                  </a:lnTo>
                  <a:lnTo>
                    <a:pt x="1026094" y="74206"/>
                  </a:lnTo>
                  <a:lnTo>
                    <a:pt x="1026810" y="73328"/>
                  </a:lnTo>
                  <a:lnTo>
                    <a:pt x="1018336" y="65335"/>
                  </a:lnTo>
                  <a:lnTo>
                    <a:pt x="1017145" y="65156"/>
                  </a:lnTo>
                  <a:lnTo>
                    <a:pt x="1013438" y="62039"/>
                  </a:lnTo>
                  <a:lnTo>
                    <a:pt x="1009960" y="60304"/>
                  </a:lnTo>
                  <a:lnTo>
                    <a:pt x="1006659" y="58256"/>
                  </a:lnTo>
                  <a:lnTo>
                    <a:pt x="1005609" y="57747"/>
                  </a:lnTo>
                  <a:lnTo>
                    <a:pt x="999738" y="53177"/>
                  </a:lnTo>
                  <a:lnTo>
                    <a:pt x="998001" y="52199"/>
                  </a:lnTo>
                  <a:lnTo>
                    <a:pt x="994488" y="50771"/>
                  </a:lnTo>
                  <a:lnTo>
                    <a:pt x="994357" y="50476"/>
                  </a:lnTo>
                  <a:lnTo>
                    <a:pt x="993223" y="49815"/>
                  </a:lnTo>
                  <a:lnTo>
                    <a:pt x="989474" y="46652"/>
                  </a:lnTo>
                  <a:lnTo>
                    <a:pt x="987863" y="44773"/>
                  </a:lnTo>
                  <a:lnTo>
                    <a:pt x="983568" y="41942"/>
                  </a:lnTo>
                  <a:lnTo>
                    <a:pt x="982090" y="42024"/>
                  </a:lnTo>
                  <a:lnTo>
                    <a:pt x="981751" y="41783"/>
                  </a:lnTo>
                  <a:lnTo>
                    <a:pt x="980680" y="41682"/>
                  </a:lnTo>
                  <a:lnTo>
                    <a:pt x="977194" y="42024"/>
                  </a:lnTo>
                  <a:lnTo>
                    <a:pt x="977225" y="41880"/>
                  </a:lnTo>
                  <a:lnTo>
                    <a:pt x="973755" y="40583"/>
                  </a:lnTo>
                  <a:lnTo>
                    <a:pt x="974514" y="39076"/>
                  </a:lnTo>
                  <a:lnTo>
                    <a:pt x="976013" y="33552"/>
                  </a:lnTo>
                  <a:lnTo>
                    <a:pt x="978581" y="29253"/>
                  </a:lnTo>
                  <a:lnTo>
                    <a:pt x="980351" y="25364"/>
                  </a:lnTo>
                  <a:lnTo>
                    <a:pt x="980963" y="24779"/>
                  </a:lnTo>
                  <a:lnTo>
                    <a:pt x="983741" y="28176"/>
                  </a:lnTo>
                  <a:lnTo>
                    <a:pt x="986518" y="26580"/>
                  </a:lnTo>
                  <a:lnTo>
                    <a:pt x="986979" y="26916"/>
                  </a:lnTo>
                  <a:lnTo>
                    <a:pt x="987202" y="26774"/>
                  </a:lnTo>
                  <a:lnTo>
                    <a:pt x="990249" y="23551"/>
                  </a:lnTo>
                  <a:lnTo>
                    <a:pt x="990806" y="22264"/>
                  </a:lnTo>
                  <a:lnTo>
                    <a:pt x="990487" y="21277"/>
                  </a:lnTo>
                  <a:lnTo>
                    <a:pt x="990511" y="18683"/>
                  </a:lnTo>
                  <a:lnTo>
                    <a:pt x="990002" y="16937"/>
                  </a:lnTo>
                  <a:lnTo>
                    <a:pt x="989949" y="15877"/>
                  </a:lnTo>
                  <a:lnTo>
                    <a:pt x="990565" y="14644"/>
                  </a:lnTo>
                  <a:lnTo>
                    <a:pt x="991637" y="15587"/>
                  </a:lnTo>
                  <a:lnTo>
                    <a:pt x="992537" y="16100"/>
                  </a:lnTo>
                  <a:lnTo>
                    <a:pt x="1000540" y="19083"/>
                  </a:lnTo>
                  <a:lnTo>
                    <a:pt x="1001982" y="19198"/>
                  </a:lnTo>
                  <a:lnTo>
                    <a:pt x="1003603" y="18561"/>
                  </a:lnTo>
                  <a:lnTo>
                    <a:pt x="1003830" y="18706"/>
                  </a:lnTo>
                  <a:lnTo>
                    <a:pt x="1004707" y="19919"/>
                  </a:lnTo>
                  <a:lnTo>
                    <a:pt x="1005004" y="21907"/>
                  </a:lnTo>
                  <a:lnTo>
                    <a:pt x="1006118" y="24191"/>
                  </a:lnTo>
                  <a:lnTo>
                    <a:pt x="1007215" y="27736"/>
                  </a:lnTo>
                  <a:lnTo>
                    <a:pt x="1008133" y="29524"/>
                  </a:lnTo>
                  <a:lnTo>
                    <a:pt x="1009768" y="31750"/>
                  </a:lnTo>
                  <a:lnTo>
                    <a:pt x="1011568" y="34794"/>
                  </a:lnTo>
                  <a:lnTo>
                    <a:pt x="1012122" y="34232"/>
                  </a:lnTo>
                  <a:lnTo>
                    <a:pt x="1013709" y="31643"/>
                  </a:lnTo>
                  <a:lnTo>
                    <a:pt x="1015408" y="30477"/>
                  </a:lnTo>
                  <a:lnTo>
                    <a:pt x="1016694" y="28327"/>
                  </a:lnTo>
                  <a:lnTo>
                    <a:pt x="1019312" y="26052"/>
                  </a:lnTo>
                  <a:lnTo>
                    <a:pt x="1019831" y="25722"/>
                  </a:lnTo>
                  <a:lnTo>
                    <a:pt x="1021945" y="25746"/>
                  </a:lnTo>
                  <a:lnTo>
                    <a:pt x="1022893" y="25532"/>
                  </a:lnTo>
                  <a:lnTo>
                    <a:pt x="1024888" y="24694"/>
                  </a:lnTo>
                  <a:lnTo>
                    <a:pt x="1027788" y="23082"/>
                  </a:lnTo>
                  <a:lnTo>
                    <a:pt x="1028173" y="23628"/>
                  </a:lnTo>
                  <a:lnTo>
                    <a:pt x="1030958" y="25855"/>
                  </a:lnTo>
                  <a:lnTo>
                    <a:pt x="1031716" y="26871"/>
                  </a:lnTo>
                  <a:lnTo>
                    <a:pt x="1031131" y="27545"/>
                  </a:lnTo>
                  <a:lnTo>
                    <a:pt x="1032464" y="28781"/>
                  </a:lnTo>
                  <a:lnTo>
                    <a:pt x="1033686" y="29666"/>
                  </a:lnTo>
                  <a:lnTo>
                    <a:pt x="1037352" y="31447"/>
                  </a:lnTo>
                  <a:lnTo>
                    <a:pt x="1036565" y="32534"/>
                  </a:lnTo>
                  <a:lnTo>
                    <a:pt x="1033985" y="34293"/>
                  </a:lnTo>
                  <a:lnTo>
                    <a:pt x="1027177" y="37136"/>
                  </a:lnTo>
                  <a:lnTo>
                    <a:pt x="1022074" y="39810"/>
                  </a:lnTo>
                  <a:lnTo>
                    <a:pt x="1015538" y="41257"/>
                  </a:lnTo>
                  <a:lnTo>
                    <a:pt x="1010042" y="44479"/>
                  </a:lnTo>
                  <a:lnTo>
                    <a:pt x="1015017" y="46196"/>
                  </a:lnTo>
                  <a:lnTo>
                    <a:pt x="1023081" y="49055"/>
                  </a:lnTo>
                  <a:lnTo>
                    <a:pt x="1033528" y="52140"/>
                  </a:lnTo>
                  <a:lnTo>
                    <a:pt x="1036209" y="53207"/>
                  </a:lnTo>
                  <a:lnTo>
                    <a:pt x="1046226" y="56105"/>
                  </a:lnTo>
                  <a:lnTo>
                    <a:pt x="1047315" y="47209"/>
                  </a:lnTo>
                  <a:lnTo>
                    <a:pt x="1048734" y="43749"/>
                  </a:lnTo>
                  <a:lnTo>
                    <a:pt x="1049522" y="40656"/>
                  </a:lnTo>
                  <a:lnTo>
                    <a:pt x="1049832" y="35851"/>
                  </a:lnTo>
                  <a:lnTo>
                    <a:pt x="1050336" y="32950"/>
                  </a:lnTo>
                  <a:lnTo>
                    <a:pt x="1050158" y="31711"/>
                  </a:lnTo>
                  <a:lnTo>
                    <a:pt x="1050594" y="30075"/>
                  </a:lnTo>
                  <a:lnTo>
                    <a:pt x="1050667" y="28281"/>
                  </a:lnTo>
                  <a:lnTo>
                    <a:pt x="1051930" y="26691"/>
                  </a:lnTo>
                  <a:lnTo>
                    <a:pt x="1052257" y="25834"/>
                  </a:lnTo>
                  <a:lnTo>
                    <a:pt x="1053075" y="25043"/>
                  </a:lnTo>
                  <a:lnTo>
                    <a:pt x="1055593" y="24063"/>
                  </a:lnTo>
                  <a:lnTo>
                    <a:pt x="1056509" y="23946"/>
                  </a:lnTo>
                  <a:lnTo>
                    <a:pt x="1060167" y="22170"/>
                  </a:lnTo>
                  <a:lnTo>
                    <a:pt x="1064498" y="18356"/>
                  </a:lnTo>
                  <a:lnTo>
                    <a:pt x="1073967" y="14195"/>
                  </a:lnTo>
                  <a:lnTo>
                    <a:pt x="1073490" y="11750"/>
                  </a:lnTo>
                  <a:lnTo>
                    <a:pt x="1071686" y="8869"/>
                  </a:lnTo>
                  <a:lnTo>
                    <a:pt x="1072458" y="6835"/>
                  </a:lnTo>
                  <a:lnTo>
                    <a:pt x="1076288" y="0"/>
                  </a:lnTo>
                  <a:lnTo>
                    <a:pt x="1077759" y="959"/>
                  </a:lnTo>
                  <a:lnTo>
                    <a:pt x="1077952" y="2463"/>
                  </a:lnTo>
                  <a:lnTo>
                    <a:pt x="1077783" y="3157"/>
                  </a:lnTo>
                  <a:lnTo>
                    <a:pt x="1078410" y="3887"/>
                  </a:lnTo>
                  <a:lnTo>
                    <a:pt x="1080740" y="5128"/>
                  </a:lnTo>
                  <a:lnTo>
                    <a:pt x="1082322" y="5706"/>
                  </a:lnTo>
                  <a:lnTo>
                    <a:pt x="1083013" y="6268"/>
                  </a:lnTo>
                  <a:lnTo>
                    <a:pt x="1084614" y="6264"/>
                  </a:lnTo>
                  <a:lnTo>
                    <a:pt x="1086950" y="5200"/>
                  </a:lnTo>
                  <a:lnTo>
                    <a:pt x="1087529" y="5145"/>
                  </a:lnTo>
                  <a:lnTo>
                    <a:pt x="1083438" y="12988"/>
                  </a:lnTo>
                  <a:lnTo>
                    <a:pt x="1090215" y="16472"/>
                  </a:lnTo>
                  <a:lnTo>
                    <a:pt x="1088596" y="19642"/>
                  </a:lnTo>
                  <a:lnTo>
                    <a:pt x="1095151" y="24778"/>
                  </a:lnTo>
                  <a:lnTo>
                    <a:pt x="1095530" y="23998"/>
                  </a:lnTo>
                  <a:lnTo>
                    <a:pt x="1105333" y="28869"/>
                  </a:lnTo>
                  <a:lnTo>
                    <a:pt x="1100317" y="34013"/>
                  </a:lnTo>
                  <a:lnTo>
                    <a:pt x="1106423" y="41879"/>
                  </a:lnTo>
                  <a:lnTo>
                    <a:pt x="1104554" y="43338"/>
                  </a:lnTo>
                  <a:lnTo>
                    <a:pt x="1102634" y="40780"/>
                  </a:lnTo>
                  <a:lnTo>
                    <a:pt x="1089063" y="51024"/>
                  </a:lnTo>
                  <a:lnTo>
                    <a:pt x="1087094" y="51573"/>
                  </a:lnTo>
                  <a:lnTo>
                    <a:pt x="1086411" y="53626"/>
                  </a:lnTo>
                  <a:lnTo>
                    <a:pt x="1086551" y="53731"/>
                  </a:lnTo>
                  <a:lnTo>
                    <a:pt x="1086264" y="54035"/>
                  </a:lnTo>
                  <a:lnTo>
                    <a:pt x="1085774" y="55676"/>
                  </a:lnTo>
                  <a:lnTo>
                    <a:pt x="1087655" y="56753"/>
                  </a:lnTo>
                  <a:lnTo>
                    <a:pt x="1084454" y="59243"/>
                  </a:lnTo>
                  <a:lnTo>
                    <a:pt x="1084280" y="59644"/>
                  </a:lnTo>
                  <a:lnTo>
                    <a:pt x="1092306" y="63530"/>
                  </a:lnTo>
                  <a:lnTo>
                    <a:pt x="1085800" y="76227"/>
                  </a:lnTo>
                  <a:lnTo>
                    <a:pt x="1101670" y="83557"/>
                  </a:lnTo>
                  <a:lnTo>
                    <a:pt x="1090136" y="94119"/>
                  </a:lnTo>
                  <a:lnTo>
                    <a:pt x="1086326" y="98796"/>
                  </a:lnTo>
                  <a:lnTo>
                    <a:pt x="1084628" y="97662"/>
                  </a:lnTo>
                  <a:lnTo>
                    <a:pt x="1082708" y="100313"/>
                  </a:lnTo>
                  <a:lnTo>
                    <a:pt x="1086056" y="102517"/>
                  </a:lnTo>
                  <a:lnTo>
                    <a:pt x="1088977" y="104026"/>
                  </a:lnTo>
                  <a:lnTo>
                    <a:pt x="1092747" y="105122"/>
                  </a:lnTo>
                  <a:lnTo>
                    <a:pt x="1095020" y="106182"/>
                  </a:lnTo>
                  <a:lnTo>
                    <a:pt x="1098213" y="107139"/>
                  </a:lnTo>
                  <a:lnTo>
                    <a:pt x="1100135" y="107442"/>
                  </a:lnTo>
                  <a:lnTo>
                    <a:pt x="1101733" y="109123"/>
                  </a:lnTo>
                  <a:lnTo>
                    <a:pt x="1104240" y="114729"/>
                  </a:lnTo>
                  <a:lnTo>
                    <a:pt x="1098391" y="122048"/>
                  </a:lnTo>
                  <a:lnTo>
                    <a:pt x="1090539" y="130236"/>
                  </a:lnTo>
                  <a:lnTo>
                    <a:pt x="1091471" y="131089"/>
                  </a:lnTo>
                  <a:lnTo>
                    <a:pt x="1083655" y="138375"/>
                  </a:lnTo>
                  <a:lnTo>
                    <a:pt x="1086136" y="139676"/>
                  </a:lnTo>
                  <a:lnTo>
                    <a:pt x="1092690" y="144121"/>
                  </a:lnTo>
                  <a:lnTo>
                    <a:pt x="1095191" y="145724"/>
                  </a:lnTo>
                  <a:lnTo>
                    <a:pt x="1097836" y="146513"/>
                  </a:lnTo>
                  <a:lnTo>
                    <a:pt x="1102764" y="149526"/>
                  </a:lnTo>
                  <a:lnTo>
                    <a:pt x="1105264" y="151433"/>
                  </a:lnTo>
                  <a:lnTo>
                    <a:pt x="1106470" y="152653"/>
                  </a:lnTo>
                  <a:lnTo>
                    <a:pt x="1108026" y="154539"/>
                  </a:lnTo>
                  <a:lnTo>
                    <a:pt x="1108429" y="155696"/>
                  </a:lnTo>
                  <a:lnTo>
                    <a:pt x="1129042" y="136507"/>
                  </a:lnTo>
                  <a:lnTo>
                    <a:pt x="1132321" y="138103"/>
                  </a:lnTo>
                  <a:lnTo>
                    <a:pt x="1134438" y="138803"/>
                  </a:lnTo>
                  <a:lnTo>
                    <a:pt x="1137078" y="140856"/>
                  </a:lnTo>
                  <a:lnTo>
                    <a:pt x="1140342" y="144314"/>
                  </a:lnTo>
                  <a:lnTo>
                    <a:pt x="1142333" y="147097"/>
                  </a:lnTo>
                  <a:lnTo>
                    <a:pt x="1143721" y="148164"/>
                  </a:lnTo>
                  <a:lnTo>
                    <a:pt x="1145156" y="149803"/>
                  </a:lnTo>
                  <a:lnTo>
                    <a:pt x="1147577" y="151978"/>
                  </a:lnTo>
                  <a:lnTo>
                    <a:pt x="1151792" y="148517"/>
                  </a:lnTo>
                  <a:lnTo>
                    <a:pt x="1152465" y="148569"/>
                  </a:lnTo>
                  <a:lnTo>
                    <a:pt x="1154151" y="149341"/>
                  </a:lnTo>
                  <a:lnTo>
                    <a:pt x="1157693" y="148328"/>
                  </a:lnTo>
                  <a:lnTo>
                    <a:pt x="1158851" y="148817"/>
                  </a:lnTo>
                  <a:lnTo>
                    <a:pt x="1161764" y="151620"/>
                  </a:lnTo>
                  <a:lnTo>
                    <a:pt x="1164270" y="153380"/>
                  </a:lnTo>
                  <a:lnTo>
                    <a:pt x="1165855" y="152242"/>
                  </a:lnTo>
                  <a:lnTo>
                    <a:pt x="1170965" y="160159"/>
                  </a:lnTo>
                  <a:lnTo>
                    <a:pt x="1172992" y="162442"/>
                  </a:lnTo>
                  <a:lnTo>
                    <a:pt x="1177369" y="165971"/>
                  </a:lnTo>
                  <a:lnTo>
                    <a:pt x="1184930" y="172842"/>
                  </a:lnTo>
                  <a:lnTo>
                    <a:pt x="1181069" y="177189"/>
                  </a:lnTo>
                  <a:lnTo>
                    <a:pt x="1171353" y="183365"/>
                  </a:lnTo>
                  <a:lnTo>
                    <a:pt x="1168137" y="185846"/>
                  </a:lnTo>
                  <a:lnTo>
                    <a:pt x="1163156" y="190213"/>
                  </a:lnTo>
                  <a:lnTo>
                    <a:pt x="1157615" y="194325"/>
                  </a:lnTo>
                  <a:lnTo>
                    <a:pt x="1158571" y="195323"/>
                  </a:lnTo>
                  <a:lnTo>
                    <a:pt x="1154853" y="199498"/>
                  </a:lnTo>
                  <a:lnTo>
                    <a:pt x="1147955" y="205488"/>
                  </a:lnTo>
                  <a:lnTo>
                    <a:pt x="1141924" y="209726"/>
                  </a:lnTo>
                  <a:lnTo>
                    <a:pt x="1139753" y="212033"/>
                  </a:lnTo>
                  <a:lnTo>
                    <a:pt x="1137351" y="215937"/>
                  </a:lnTo>
                  <a:lnTo>
                    <a:pt x="1135012" y="218505"/>
                  </a:lnTo>
                  <a:lnTo>
                    <a:pt x="1128044" y="224534"/>
                  </a:lnTo>
                  <a:lnTo>
                    <a:pt x="1117299" y="233058"/>
                  </a:lnTo>
                  <a:lnTo>
                    <a:pt x="1119535" y="236466"/>
                  </a:lnTo>
                  <a:lnTo>
                    <a:pt x="1122902" y="238644"/>
                  </a:lnTo>
                  <a:lnTo>
                    <a:pt x="1128091" y="240407"/>
                  </a:lnTo>
                  <a:lnTo>
                    <a:pt x="1130479" y="242175"/>
                  </a:lnTo>
                  <a:lnTo>
                    <a:pt x="1132298" y="244099"/>
                  </a:lnTo>
                  <a:lnTo>
                    <a:pt x="1134688" y="243120"/>
                  </a:lnTo>
                  <a:lnTo>
                    <a:pt x="1136311" y="243780"/>
                  </a:lnTo>
                  <a:lnTo>
                    <a:pt x="1138344" y="245131"/>
                  </a:lnTo>
                  <a:lnTo>
                    <a:pt x="1138987" y="245865"/>
                  </a:lnTo>
                  <a:lnTo>
                    <a:pt x="1141850" y="247716"/>
                  </a:lnTo>
                  <a:lnTo>
                    <a:pt x="1140930" y="249562"/>
                  </a:lnTo>
                  <a:lnTo>
                    <a:pt x="1138972" y="251223"/>
                  </a:lnTo>
                  <a:lnTo>
                    <a:pt x="1137890" y="253342"/>
                  </a:lnTo>
                  <a:lnTo>
                    <a:pt x="1137368" y="254959"/>
                  </a:lnTo>
                  <a:lnTo>
                    <a:pt x="1134856" y="258448"/>
                  </a:lnTo>
                  <a:lnTo>
                    <a:pt x="1133984" y="260787"/>
                  </a:lnTo>
                  <a:lnTo>
                    <a:pt x="1132952" y="266236"/>
                  </a:lnTo>
                  <a:lnTo>
                    <a:pt x="1131568" y="268652"/>
                  </a:lnTo>
                  <a:lnTo>
                    <a:pt x="1127940" y="273351"/>
                  </a:lnTo>
                  <a:lnTo>
                    <a:pt x="1125815" y="278534"/>
                  </a:lnTo>
                  <a:lnTo>
                    <a:pt x="1122784" y="282177"/>
                  </a:lnTo>
                  <a:lnTo>
                    <a:pt x="1121657" y="282885"/>
                  </a:lnTo>
                  <a:lnTo>
                    <a:pt x="1116092" y="291113"/>
                  </a:lnTo>
                  <a:lnTo>
                    <a:pt x="1128513" y="295774"/>
                  </a:lnTo>
                  <a:lnTo>
                    <a:pt x="1139859" y="301151"/>
                  </a:lnTo>
                  <a:lnTo>
                    <a:pt x="1130165" y="328087"/>
                  </a:lnTo>
                  <a:lnTo>
                    <a:pt x="1130555" y="328470"/>
                  </a:lnTo>
                  <a:lnTo>
                    <a:pt x="1124008" y="335681"/>
                  </a:lnTo>
                  <a:lnTo>
                    <a:pt x="1125158" y="336927"/>
                  </a:lnTo>
                  <a:lnTo>
                    <a:pt x="1123413" y="338621"/>
                  </a:lnTo>
                  <a:lnTo>
                    <a:pt x="1125471" y="339796"/>
                  </a:lnTo>
                  <a:lnTo>
                    <a:pt x="1129182" y="343559"/>
                  </a:lnTo>
                  <a:lnTo>
                    <a:pt x="1132941" y="346168"/>
                  </a:lnTo>
                  <a:lnTo>
                    <a:pt x="1114588" y="386515"/>
                  </a:lnTo>
                  <a:lnTo>
                    <a:pt x="1109520" y="386730"/>
                  </a:lnTo>
                  <a:lnTo>
                    <a:pt x="1106470" y="381973"/>
                  </a:lnTo>
                  <a:lnTo>
                    <a:pt x="1090644" y="388817"/>
                  </a:lnTo>
                  <a:lnTo>
                    <a:pt x="1075848" y="392406"/>
                  </a:lnTo>
                  <a:lnTo>
                    <a:pt x="1076939" y="395279"/>
                  </a:lnTo>
                  <a:lnTo>
                    <a:pt x="1066986" y="400923"/>
                  </a:lnTo>
                  <a:lnTo>
                    <a:pt x="1064318" y="399286"/>
                  </a:lnTo>
                  <a:lnTo>
                    <a:pt x="1054990" y="400079"/>
                  </a:lnTo>
                  <a:lnTo>
                    <a:pt x="1044851" y="399504"/>
                  </a:lnTo>
                  <a:lnTo>
                    <a:pt x="1044436" y="399754"/>
                  </a:lnTo>
                  <a:lnTo>
                    <a:pt x="1043076" y="399534"/>
                  </a:lnTo>
                  <a:lnTo>
                    <a:pt x="1041811" y="401154"/>
                  </a:lnTo>
                  <a:lnTo>
                    <a:pt x="1041505" y="401085"/>
                  </a:lnTo>
                  <a:lnTo>
                    <a:pt x="1039771" y="405909"/>
                  </a:lnTo>
                  <a:lnTo>
                    <a:pt x="1040112" y="405998"/>
                  </a:lnTo>
                  <a:lnTo>
                    <a:pt x="1037097" y="412961"/>
                  </a:lnTo>
                  <a:lnTo>
                    <a:pt x="1035499" y="415880"/>
                  </a:lnTo>
                  <a:lnTo>
                    <a:pt x="1036901" y="417333"/>
                  </a:lnTo>
                  <a:lnTo>
                    <a:pt x="1081460" y="446198"/>
                  </a:lnTo>
                  <a:lnTo>
                    <a:pt x="1076561" y="454406"/>
                  </a:lnTo>
                  <a:lnTo>
                    <a:pt x="1080020" y="456884"/>
                  </a:lnTo>
                  <a:lnTo>
                    <a:pt x="1077237" y="461597"/>
                  </a:lnTo>
                  <a:lnTo>
                    <a:pt x="1092537" y="469773"/>
                  </a:lnTo>
                  <a:lnTo>
                    <a:pt x="1091520" y="474067"/>
                  </a:lnTo>
                  <a:lnTo>
                    <a:pt x="1095693" y="478986"/>
                  </a:lnTo>
                  <a:lnTo>
                    <a:pt x="1101293" y="484558"/>
                  </a:lnTo>
                  <a:lnTo>
                    <a:pt x="1108192" y="492044"/>
                  </a:lnTo>
                  <a:lnTo>
                    <a:pt x="1105361" y="492268"/>
                  </a:lnTo>
                  <a:lnTo>
                    <a:pt x="1094675" y="502740"/>
                  </a:lnTo>
                  <a:lnTo>
                    <a:pt x="1086683" y="510098"/>
                  </a:lnTo>
                  <a:lnTo>
                    <a:pt x="1084170" y="515904"/>
                  </a:lnTo>
                  <a:lnTo>
                    <a:pt x="1088043" y="520999"/>
                  </a:lnTo>
                  <a:lnTo>
                    <a:pt x="1092500" y="527942"/>
                  </a:lnTo>
                  <a:lnTo>
                    <a:pt x="1095976" y="541318"/>
                  </a:lnTo>
                  <a:lnTo>
                    <a:pt x="1099121" y="540890"/>
                  </a:lnTo>
                  <a:lnTo>
                    <a:pt x="1103324" y="557087"/>
                  </a:lnTo>
                  <a:lnTo>
                    <a:pt x="1103561" y="558055"/>
                  </a:lnTo>
                  <a:lnTo>
                    <a:pt x="1101903" y="558148"/>
                  </a:lnTo>
                  <a:lnTo>
                    <a:pt x="1101963" y="559075"/>
                  </a:lnTo>
                  <a:lnTo>
                    <a:pt x="1102235" y="559059"/>
                  </a:lnTo>
                  <a:lnTo>
                    <a:pt x="1105629" y="573488"/>
                  </a:lnTo>
                  <a:lnTo>
                    <a:pt x="1107008" y="573159"/>
                  </a:lnTo>
                  <a:lnTo>
                    <a:pt x="1107964" y="578331"/>
                  </a:lnTo>
                  <a:lnTo>
                    <a:pt x="1108696" y="584738"/>
                  </a:lnTo>
                  <a:lnTo>
                    <a:pt x="1109782" y="602205"/>
                  </a:lnTo>
                  <a:lnTo>
                    <a:pt x="1109528" y="609732"/>
                  </a:lnTo>
                  <a:lnTo>
                    <a:pt x="1110025" y="613560"/>
                  </a:lnTo>
                  <a:lnTo>
                    <a:pt x="1109829" y="619259"/>
                  </a:lnTo>
                  <a:lnTo>
                    <a:pt x="1114463" y="627112"/>
                  </a:lnTo>
                  <a:lnTo>
                    <a:pt x="1118407" y="631070"/>
                  </a:lnTo>
                  <a:lnTo>
                    <a:pt x="1135769" y="649744"/>
                  </a:lnTo>
                  <a:lnTo>
                    <a:pt x="1112539" y="653404"/>
                  </a:lnTo>
                  <a:lnTo>
                    <a:pt x="1079389" y="658695"/>
                  </a:lnTo>
                  <a:lnTo>
                    <a:pt x="1011910" y="677523"/>
                  </a:lnTo>
                  <a:lnTo>
                    <a:pt x="993715" y="681201"/>
                  </a:lnTo>
                  <a:lnTo>
                    <a:pt x="943966" y="691492"/>
                  </a:lnTo>
                  <a:lnTo>
                    <a:pt x="903866" y="692279"/>
                  </a:lnTo>
                  <a:lnTo>
                    <a:pt x="899970" y="689663"/>
                  </a:lnTo>
                  <a:lnTo>
                    <a:pt x="894705" y="640240"/>
                  </a:lnTo>
                  <a:lnTo>
                    <a:pt x="892630" y="639859"/>
                  </a:lnTo>
                  <a:lnTo>
                    <a:pt x="890169" y="644461"/>
                  </a:lnTo>
                  <a:lnTo>
                    <a:pt x="886283" y="649954"/>
                  </a:lnTo>
                  <a:lnTo>
                    <a:pt x="882263" y="654831"/>
                  </a:lnTo>
                  <a:lnTo>
                    <a:pt x="881204" y="657180"/>
                  </a:lnTo>
                  <a:lnTo>
                    <a:pt x="866101" y="666246"/>
                  </a:lnTo>
                  <a:lnTo>
                    <a:pt x="864047" y="668279"/>
                  </a:lnTo>
                  <a:lnTo>
                    <a:pt x="858260" y="689184"/>
                  </a:lnTo>
                  <a:lnTo>
                    <a:pt x="857813" y="691427"/>
                  </a:lnTo>
                  <a:lnTo>
                    <a:pt x="857761" y="694684"/>
                  </a:lnTo>
                  <a:lnTo>
                    <a:pt x="854108" y="703455"/>
                  </a:lnTo>
                  <a:lnTo>
                    <a:pt x="769238" y="709304"/>
                  </a:lnTo>
                  <a:lnTo>
                    <a:pt x="758388" y="687809"/>
                  </a:lnTo>
                  <a:lnTo>
                    <a:pt x="736908" y="645254"/>
                  </a:lnTo>
                  <a:lnTo>
                    <a:pt x="735419" y="625094"/>
                  </a:lnTo>
                  <a:lnTo>
                    <a:pt x="692326" y="620202"/>
                  </a:lnTo>
                  <a:lnTo>
                    <a:pt x="682205" y="619290"/>
                  </a:lnTo>
                  <a:lnTo>
                    <a:pt x="667674" y="615399"/>
                  </a:lnTo>
                  <a:lnTo>
                    <a:pt x="666742" y="618170"/>
                  </a:lnTo>
                  <a:lnTo>
                    <a:pt x="665495" y="618054"/>
                  </a:lnTo>
                  <a:lnTo>
                    <a:pt x="663998" y="617237"/>
                  </a:lnTo>
                  <a:lnTo>
                    <a:pt x="661902" y="615460"/>
                  </a:lnTo>
                  <a:lnTo>
                    <a:pt x="659401" y="614216"/>
                  </a:lnTo>
                  <a:lnTo>
                    <a:pt x="653657" y="612263"/>
                  </a:lnTo>
                  <a:lnTo>
                    <a:pt x="647600" y="608301"/>
                  </a:lnTo>
                  <a:lnTo>
                    <a:pt x="646270" y="606248"/>
                  </a:lnTo>
                  <a:lnTo>
                    <a:pt x="646092" y="605213"/>
                  </a:lnTo>
                  <a:lnTo>
                    <a:pt x="646575" y="602780"/>
                  </a:lnTo>
                  <a:lnTo>
                    <a:pt x="646535" y="601188"/>
                  </a:lnTo>
                  <a:lnTo>
                    <a:pt x="645734" y="598400"/>
                  </a:lnTo>
                  <a:lnTo>
                    <a:pt x="644561" y="596106"/>
                  </a:lnTo>
                  <a:lnTo>
                    <a:pt x="641420" y="593490"/>
                  </a:lnTo>
                  <a:lnTo>
                    <a:pt x="641042" y="591452"/>
                  </a:lnTo>
                  <a:lnTo>
                    <a:pt x="639088" y="591730"/>
                  </a:lnTo>
                  <a:lnTo>
                    <a:pt x="637094" y="592559"/>
                  </a:lnTo>
                  <a:lnTo>
                    <a:pt x="634413" y="594885"/>
                  </a:lnTo>
                  <a:lnTo>
                    <a:pt x="631783" y="595213"/>
                  </a:lnTo>
                  <a:lnTo>
                    <a:pt x="628183" y="594877"/>
                  </a:lnTo>
                  <a:lnTo>
                    <a:pt x="626039" y="594289"/>
                  </a:lnTo>
                  <a:lnTo>
                    <a:pt x="622971" y="592249"/>
                  </a:lnTo>
                  <a:lnTo>
                    <a:pt x="620825" y="591364"/>
                  </a:lnTo>
                  <a:lnTo>
                    <a:pt x="617451" y="590571"/>
                  </a:lnTo>
                  <a:lnTo>
                    <a:pt x="614576" y="590462"/>
                  </a:lnTo>
                  <a:lnTo>
                    <a:pt x="613712" y="590634"/>
                  </a:lnTo>
                  <a:lnTo>
                    <a:pt x="612409" y="591303"/>
                  </a:lnTo>
                  <a:lnTo>
                    <a:pt x="609172" y="593591"/>
                  </a:lnTo>
                  <a:lnTo>
                    <a:pt x="606798" y="594427"/>
                  </a:lnTo>
                  <a:lnTo>
                    <a:pt x="603264" y="597697"/>
                  </a:lnTo>
                  <a:lnTo>
                    <a:pt x="600296" y="595226"/>
                  </a:lnTo>
                  <a:lnTo>
                    <a:pt x="596388" y="593268"/>
                  </a:lnTo>
                  <a:lnTo>
                    <a:pt x="594771" y="595139"/>
                  </a:lnTo>
                  <a:lnTo>
                    <a:pt x="592693" y="596826"/>
                  </a:lnTo>
                  <a:lnTo>
                    <a:pt x="591810" y="599257"/>
                  </a:lnTo>
                  <a:lnTo>
                    <a:pt x="586519" y="600165"/>
                  </a:lnTo>
                  <a:lnTo>
                    <a:pt x="568988" y="606350"/>
                  </a:lnTo>
                  <a:lnTo>
                    <a:pt x="549212" y="607232"/>
                  </a:lnTo>
                  <a:lnTo>
                    <a:pt x="548607" y="608158"/>
                  </a:lnTo>
                  <a:lnTo>
                    <a:pt x="548239" y="608149"/>
                  </a:lnTo>
                  <a:lnTo>
                    <a:pt x="548986" y="610802"/>
                  </a:lnTo>
                  <a:lnTo>
                    <a:pt x="547200" y="610844"/>
                  </a:lnTo>
                  <a:lnTo>
                    <a:pt x="548136" y="613704"/>
                  </a:lnTo>
                  <a:lnTo>
                    <a:pt x="549894" y="616099"/>
                  </a:lnTo>
                  <a:lnTo>
                    <a:pt x="548153" y="617225"/>
                  </a:lnTo>
                  <a:lnTo>
                    <a:pt x="550622" y="620472"/>
                  </a:lnTo>
                  <a:lnTo>
                    <a:pt x="546623" y="623553"/>
                  </a:lnTo>
                  <a:lnTo>
                    <a:pt x="545648" y="621609"/>
                  </a:lnTo>
                  <a:lnTo>
                    <a:pt x="544193" y="622064"/>
                  </a:lnTo>
                  <a:lnTo>
                    <a:pt x="538829" y="626021"/>
                  </a:lnTo>
                  <a:lnTo>
                    <a:pt x="539401" y="627340"/>
                  </a:lnTo>
                  <a:lnTo>
                    <a:pt x="540297" y="628643"/>
                  </a:lnTo>
                  <a:lnTo>
                    <a:pt x="537868" y="631392"/>
                  </a:lnTo>
                  <a:lnTo>
                    <a:pt x="551733" y="647686"/>
                  </a:lnTo>
                  <a:lnTo>
                    <a:pt x="553932" y="651048"/>
                  </a:lnTo>
                  <a:lnTo>
                    <a:pt x="555670" y="653102"/>
                  </a:lnTo>
                  <a:lnTo>
                    <a:pt x="551070" y="657783"/>
                  </a:lnTo>
                  <a:lnTo>
                    <a:pt x="547859" y="662113"/>
                  </a:lnTo>
                  <a:lnTo>
                    <a:pt x="544563" y="667663"/>
                  </a:lnTo>
                  <a:lnTo>
                    <a:pt x="545562" y="668735"/>
                  </a:lnTo>
                  <a:lnTo>
                    <a:pt x="543756" y="670571"/>
                  </a:lnTo>
                  <a:lnTo>
                    <a:pt x="540769" y="670740"/>
                  </a:lnTo>
                  <a:lnTo>
                    <a:pt x="538448" y="671460"/>
                  </a:lnTo>
                  <a:lnTo>
                    <a:pt x="537664" y="671873"/>
                  </a:lnTo>
                  <a:lnTo>
                    <a:pt x="537244" y="672812"/>
                  </a:lnTo>
                  <a:lnTo>
                    <a:pt x="536518" y="672620"/>
                  </a:lnTo>
                  <a:lnTo>
                    <a:pt x="533333" y="672673"/>
                  </a:lnTo>
                  <a:lnTo>
                    <a:pt x="530046" y="673494"/>
                  </a:lnTo>
                  <a:lnTo>
                    <a:pt x="527794" y="673313"/>
                  </a:lnTo>
                  <a:lnTo>
                    <a:pt x="525713" y="672832"/>
                  </a:lnTo>
                  <a:lnTo>
                    <a:pt x="524423" y="672290"/>
                  </a:lnTo>
                  <a:lnTo>
                    <a:pt x="522489" y="670769"/>
                  </a:lnTo>
                  <a:lnTo>
                    <a:pt x="518875" y="679416"/>
                  </a:lnTo>
                  <a:lnTo>
                    <a:pt x="515896" y="678374"/>
                  </a:lnTo>
                  <a:lnTo>
                    <a:pt x="514372" y="679979"/>
                  </a:lnTo>
                  <a:lnTo>
                    <a:pt x="512498" y="679529"/>
                  </a:lnTo>
                  <a:lnTo>
                    <a:pt x="512449" y="680368"/>
                  </a:lnTo>
                  <a:lnTo>
                    <a:pt x="511048" y="682118"/>
                  </a:lnTo>
                  <a:lnTo>
                    <a:pt x="510405" y="682218"/>
                  </a:lnTo>
                  <a:lnTo>
                    <a:pt x="509714" y="682738"/>
                  </a:lnTo>
                  <a:lnTo>
                    <a:pt x="509528" y="683155"/>
                  </a:lnTo>
                  <a:lnTo>
                    <a:pt x="508818" y="683143"/>
                  </a:lnTo>
                  <a:lnTo>
                    <a:pt x="508159" y="683925"/>
                  </a:lnTo>
                  <a:lnTo>
                    <a:pt x="507885" y="684026"/>
                  </a:lnTo>
                  <a:lnTo>
                    <a:pt x="507241" y="683742"/>
                  </a:lnTo>
                  <a:lnTo>
                    <a:pt x="506520" y="683891"/>
                  </a:lnTo>
                  <a:lnTo>
                    <a:pt x="506374" y="684031"/>
                  </a:lnTo>
                  <a:lnTo>
                    <a:pt x="506804" y="684711"/>
                  </a:lnTo>
                  <a:lnTo>
                    <a:pt x="505904" y="685250"/>
                  </a:lnTo>
                  <a:lnTo>
                    <a:pt x="504761" y="685399"/>
                  </a:lnTo>
                  <a:lnTo>
                    <a:pt x="503725" y="684905"/>
                  </a:lnTo>
                  <a:lnTo>
                    <a:pt x="502883" y="684839"/>
                  </a:lnTo>
                  <a:lnTo>
                    <a:pt x="501793" y="684132"/>
                  </a:lnTo>
                  <a:lnTo>
                    <a:pt x="501626" y="683658"/>
                  </a:lnTo>
                  <a:lnTo>
                    <a:pt x="500894" y="683592"/>
                  </a:lnTo>
                  <a:lnTo>
                    <a:pt x="500299" y="684540"/>
                  </a:lnTo>
                  <a:lnTo>
                    <a:pt x="498590" y="685815"/>
                  </a:lnTo>
                  <a:lnTo>
                    <a:pt x="498108" y="686920"/>
                  </a:lnTo>
                  <a:lnTo>
                    <a:pt x="498200" y="688680"/>
                  </a:lnTo>
                  <a:lnTo>
                    <a:pt x="497536" y="688470"/>
                  </a:lnTo>
                  <a:lnTo>
                    <a:pt x="497214" y="688839"/>
                  </a:lnTo>
                  <a:lnTo>
                    <a:pt x="496518" y="690636"/>
                  </a:lnTo>
                  <a:lnTo>
                    <a:pt x="495852" y="691549"/>
                  </a:lnTo>
                  <a:lnTo>
                    <a:pt x="495720" y="692315"/>
                  </a:lnTo>
                  <a:lnTo>
                    <a:pt x="494545" y="693452"/>
                  </a:lnTo>
                  <a:lnTo>
                    <a:pt x="493929" y="693816"/>
                  </a:lnTo>
                  <a:lnTo>
                    <a:pt x="493375" y="693602"/>
                  </a:lnTo>
                  <a:lnTo>
                    <a:pt x="492970" y="693714"/>
                  </a:lnTo>
                  <a:lnTo>
                    <a:pt x="492037" y="694222"/>
                  </a:lnTo>
                  <a:lnTo>
                    <a:pt x="491440" y="694124"/>
                  </a:lnTo>
                  <a:lnTo>
                    <a:pt x="491189" y="694340"/>
                  </a:lnTo>
                  <a:lnTo>
                    <a:pt x="490964" y="694166"/>
                  </a:lnTo>
                  <a:lnTo>
                    <a:pt x="491043" y="694395"/>
                  </a:lnTo>
                  <a:lnTo>
                    <a:pt x="490736" y="694571"/>
                  </a:lnTo>
                  <a:lnTo>
                    <a:pt x="488913" y="694664"/>
                  </a:lnTo>
                  <a:lnTo>
                    <a:pt x="488447" y="694885"/>
                  </a:lnTo>
                  <a:lnTo>
                    <a:pt x="487635" y="694794"/>
                  </a:lnTo>
                  <a:lnTo>
                    <a:pt x="486801" y="695770"/>
                  </a:lnTo>
                  <a:lnTo>
                    <a:pt x="486311" y="697259"/>
                  </a:lnTo>
                  <a:lnTo>
                    <a:pt x="485086" y="698340"/>
                  </a:lnTo>
                  <a:lnTo>
                    <a:pt x="484774" y="699633"/>
                  </a:lnTo>
                  <a:lnTo>
                    <a:pt x="485325" y="701154"/>
                  </a:lnTo>
                  <a:lnTo>
                    <a:pt x="485663" y="701275"/>
                  </a:lnTo>
                  <a:lnTo>
                    <a:pt x="485750" y="701694"/>
                  </a:lnTo>
                  <a:lnTo>
                    <a:pt x="485989" y="701673"/>
                  </a:lnTo>
                  <a:lnTo>
                    <a:pt x="486031" y="702160"/>
                  </a:lnTo>
                  <a:lnTo>
                    <a:pt x="486735" y="703202"/>
                  </a:lnTo>
                  <a:lnTo>
                    <a:pt x="485417" y="704786"/>
                  </a:lnTo>
                  <a:lnTo>
                    <a:pt x="485434" y="705022"/>
                  </a:lnTo>
                  <a:lnTo>
                    <a:pt x="485173" y="705053"/>
                  </a:lnTo>
                  <a:lnTo>
                    <a:pt x="485240" y="705401"/>
                  </a:lnTo>
                  <a:lnTo>
                    <a:pt x="485018" y="705304"/>
                  </a:lnTo>
                  <a:lnTo>
                    <a:pt x="484196" y="706032"/>
                  </a:lnTo>
                  <a:lnTo>
                    <a:pt x="483491" y="706320"/>
                  </a:lnTo>
                  <a:lnTo>
                    <a:pt x="482489" y="706388"/>
                  </a:lnTo>
                  <a:lnTo>
                    <a:pt x="482146" y="706988"/>
                  </a:lnTo>
                  <a:lnTo>
                    <a:pt x="481350" y="707135"/>
                  </a:lnTo>
                  <a:lnTo>
                    <a:pt x="481433" y="707387"/>
                  </a:lnTo>
                  <a:lnTo>
                    <a:pt x="481217" y="707446"/>
                  </a:lnTo>
                  <a:lnTo>
                    <a:pt x="480727" y="707306"/>
                  </a:lnTo>
                  <a:lnTo>
                    <a:pt x="479740" y="707556"/>
                  </a:lnTo>
                  <a:lnTo>
                    <a:pt x="479129" y="707238"/>
                  </a:lnTo>
                  <a:lnTo>
                    <a:pt x="478715" y="707429"/>
                  </a:lnTo>
                  <a:lnTo>
                    <a:pt x="477364" y="706794"/>
                  </a:lnTo>
                  <a:lnTo>
                    <a:pt x="476341" y="707535"/>
                  </a:lnTo>
                  <a:lnTo>
                    <a:pt x="475692" y="709376"/>
                  </a:lnTo>
                  <a:lnTo>
                    <a:pt x="475918" y="711137"/>
                  </a:lnTo>
                  <a:lnTo>
                    <a:pt x="476469" y="712452"/>
                  </a:lnTo>
                  <a:lnTo>
                    <a:pt x="475778" y="715363"/>
                  </a:lnTo>
                  <a:lnTo>
                    <a:pt x="475810" y="716471"/>
                  </a:lnTo>
                  <a:lnTo>
                    <a:pt x="475417" y="717273"/>
                  </a:lnTo>
                  <a:lnTo>
                    <a:pt x="476049" y="718881"/>
                  </a:lnTo>
                  <a:lnTo>
                    <a:pt x="475668" y="720327"/>
                  </a:lnTo>
                  <a:lnTo>
                    <a:pt x="475389" y="720312"/>
                  </a:lnTo>
                  <a:lnTo>
                    <a:pt x="475502" y="721358"/>
                  </a:lnTo>
                  <a:lnTo>
                    <a:pt x="475317" y="721972"/>
                  </a:lnTo>
                  <a:lnTo>
                    <a:pt x="473400" y="721923"/>
                  </a:lnTo>
                  <a:lnTo>
                    <a:pt x="472419" y="720436"/>
                  </a:lnTo>
                  <a:lnTo>
                    <a:pt x="472068" y="720651"/>
                  </a:lnTo>
                  <a:lnTo>
                    <a:pt x="471894" y="720294"/>
                  </a:lnTo>
                  <a:lnTo>
                    <a:pt x="471172" y="720309"/>
                  </a:lnTo>
                  <a:lnTo>
                    <a:pt x="470577" y="720400"/>
                  </a:lnTo>
                  <a:lnTo>
                    <a:pt x="470495" y="720849"/>
                  </a:lnTo>
                  <a:lnTo>
                    <a:pt x="470064" y="721067"/>
                  </a:lnTo>
                  <a:lnTo>
                    <a:pt x="469902" y="722318"/>
                  </a:lnTo>
                  <a:lnTo>
                    <a:pt x="468169" y="722378"/>
                  </a:lnTo>
                  <a:lnTo>
                    <a:pt x="467277" y="722158"/>
                  </a:lnTo>
                  <a:lnTo>
                    <a:pt x="466312" y="723000"/>
                  </a:lnTo>
                  <a:lnTo>
                    <a:pt x="466048" y="722594"/>
                  </a:lnTo>
                  <a:lnTo>
                    <a:pt x="466045" y="721698"/>
                  </a:lnTo>
                  <a:lnTo>
                    <a:pt x="464843" y="721002"/>
                  </a:lnTo>
                  <a:lnTo>
                    <a:pt x="464754" y="720722"/>
                  </a:lnTo>
                  <a:lnTo>
                    <a:pt x="463989" y="720909"/>
                  </a:lnTo>
                  <a:lnTo>
                    <a:pt x="461532" y="720243"/>
                  </a:lnTo>
                  <a:lnTo>
                    <a:pt x="460725" y="719373"/>
                  </a:lnTo>
                  <a:lnTo>
                    <a:pt x="459928" y="718924"/>
                  </a:lnTo>
                  <a:lnTo>
                    <a:pt x="459337" y="718061"/>
                  </a:lnTo>
                  <a:lnTo>
                    <a:pt x="452115" y="698147"/>
                  </a:lnTo>
                  <a:lnTo>
                    <a:pt x="449697" y="698348"/>
                  </a:lnTo>
                  <a:lnTo>
                    <a:pt x="449332" y="698822"/>
                  </a:lnTo>
                  <a:lnTo>
                    <a:pt x="448646" y="699167"/>
                  </a:lnTo>
                  <a:lnTo>
                    <a:pt x="445975" y="698854"/>
                  </a:lnTo>
                  <a:lnTo>
                    <a:pt x="445014" y="699272"/>
                  </a:lnTo>
                  <a:lnTo>
                    <a:pt x="445244" y="699914"/>
                  </a:lnTo>
                  <a:lnTo>
                    <a:pt x="445117" y="700897"/>
                  </a:lnTo>
                  <a:lnTo>
                    <a:pt x="445443" y="703719"/>
                  </a:lnTo>
                  <a:lnTo>
                    <a:pt x="445804" y="704682"/>
                  </a:lnTo>
                  <a:lnTo>
                    <a:pt x="445599" y="706615"/>
                  </a:lnTo>
                  <a:lnTo>
                    <a:pt x="444988" y="708276"/>
                  </a:lnTo>
                  <a:lnTo>
                    <a:pt x="443987" y="709925"/>
                  </a:lnTo>
                  <a:lnTo>
                    <a:pt x="444242" y="715739"/>
                  </a:lnTo>
                  <a:lnTo>
                    <a:pt x="443758" y="717346"/>
                  </a:lnTo>
                  <a:lnTo>
                    <a:pt x="443616" y="719195"/>
                  </a:lnTo>
                  <a:lnTo>
                    <a:pt x="442241" y="722557"/>
                  </a:lnTo>
                  <a:lnTo>
                    <a:pt x="442275" y="724290"/>
                  </a:lnTo>
                  <a:lnTo>
                    <a:pt x="441317" y="727035"/>
                  </a:lnTo>
                  <a:lnTo>
                    <a:pt x="441052" y="729554"/>
                  </a:lnTo>
                  <a:lnTo>
                    <a:pt x="441427" y="731639"/>
                  </a:lnTo>
                  <a:lnTo>
                    <a:pt x="442113" y="733216"/>
                  </a:lnTo>
                  <a:lnTo>
                    <a:pt x="442119" y="734691"/>
                  </a:lnTo>
                  <a:lnTo>
                    <a:pt x="440578" y="736207"/>
                  </a:lnTo>
                  <a:lnTo>
                    <a:pt x="438259" y="737602"/>
                  </a:lnTo>
                  <a:lnTo>
                    <a:pt x="436741" y="738989"/>
                  </a:lnTo>
                  <a:lnTo>
                    <a:pt x="433587" y="741056"/>
                  </a:lnTo>
                  <a:lnTo>
                    <a:pt x="432617" y="741388"/>
                  </a:lnTo>
                  <a:lnTo>
                    <a:pt x="430994" y="742432"/>
                  </a:lnTo>
                  <a:lnTo>
                    <a:pt x="429166" y="742992"/>
                  </a:lnTo>
                  <a:lnTo>
                    <a:pt x="427677" y="743951"/>
                  </a:lnTo>
                  <a:lnTo>
                    <a:pt x="426321" y="743909"/>
                  </a:lnTo>
                  <a:lnTo>
                    <a:pt x="423490" y="745308"/>
                  </a:lnTo>
                  <a:lnTo>
                    <a:pt x="421507" y="747029"/>
                  </a:lnTo>
                  <a:lnTo>
                    <a:pt x="419346" y="749584"/>
                  </a:lnTo>
                  <a:lnTo>
                    <a:pt x="419708" y="750513"/>
                  </a:lnTo>
                  <a:lnTo>
                    <a:pt x="420225" y="751464"/>
                  </a:lnTo>
                  <a:lnTo>
                    <a:pt x="421807" y="753120"/>
                  </a:lnTo>
                  <a:lnTo>
                    <a:pt x="426522" y="756467"/>
                  </a:lnTo>
                  <a:lnTo>
                    <a:pt x="427980" y="756898"/>
                  </a:lnTo>
                  <a:lnTo>
                    <a:pt x="428761" y="756902"/>
                  </a:lnTo>
                  <a:lnTo>
                    <a:pt x="430519" y="757779"/>
                  </a:lnTo>
                  <a:lnTo>
                    <a:pt x="431382" y="757564"/>
                  </a:lnTo>
                  <a:lnTo>
                    <a:pt x="432055" y="757655"/>
                  </a:lnTo>
                  <a:lnTo>
                    <a:pt x="433672" y="758608"/>
                  </a:lnTo>
                  <a:lnTo>
                    <a:pt x="434141" y="759154"/>
                  </a:lnTo>
                  <a:lnTo>
                    <a:pt x="437614" y="761603"/>
                  </a:lnTo>
                  <a:lnTo>
                    <a:pt x="438797" y="762152"/>
                  </a:lnTo>
                  <a:lnTo>
                    <a:pt x="439519" y="762452"/>
                  </a:lnTo>
                  <a:lnTo>
                    <a:pt x="443176" y="762353"/>
                  </a:lnTo>
                  <a:lnTo>
                    <a:pt x="445414" y="762698"/>
                  </a:lnTo>
                  <a:lnTo>
                    <a:pt x="447500" y="762530"/>
                  </a:lnTo>
                  <a:lnTo>
                    <a:pt x="448793" y="762738"/>
                  </a:lnTo>
                  <a:lnTo>
                    <a:pt x="450691" y="763431"/>
                  </a:lnTo>
                  <a:lnTo>
                    <a:pt x="452007" y="763496"/>
                  </a:lnTo>
                  <a:lnTo>
                    <a:pt x="455881" y="766633"/>
                  </a:lnTo>
                  <a:lnTo>
                    <a:pt x="456758" y="766707"/>
                  </a:lnTo>
                  <a:lnTo>
                    <a:pt x="458194" y="766332"/>
                  </a:lnTo>
                  <a:lnTo>
                    <a:pt x="460308" y="766630"/>
                  </a:lnTo>
                  <a:lnTo>
                    <a:pt x="462013" y="767726"/>
                  </a:lnTo>
                  <a:lnTo>
                    <a:pt x="463527" y="769608"/>
                  </a:lnTo>
                  <a:lnTo>
                    <a:pt x="464306" y="770035"/>
                  </a:lnTo>
                  <a:lnTo>
                    <a:pt x="470460" y="769114"/>
                  </a:lnTo>
                  <a:lnTo>
                    <a:pt x="473936" y="769401"/>
                  </a:lnTo>
                  <a:lnTo>
                    <a:pt x="475248" y="770292"/>
                  </a:lnTo>
                  <a:lnTo>
                    <a:pt x="477648" y="771245"/>
                  </a:lnTo>
                  <a:lnTo>
                    <a:pt x="478802" y="771037"/>
                  </a:lnTo>
                  <a:lnTo>
                    <a:pt x="480431" y="771477"/>
                  </a:lnTo>
                  <a:lnTo>
                    <a:pt x="482081" y="771205"/>
                  </a:lnTo>
                  <a:lnTo>
                    <a:pt x="482991" y="771528"/>
                  </a:lnTo>
                  <a:lnTo>
                    <a:pt x="483591" y="771853"/>
                  </a:lnTo>
                  <a:lnTo>
                    <a:pt x="484413" y="773334"/>
                  </a:lnTo>
                  <a:lnTo>
                    <a:pt x="485947" y="774521"/>
                  </a:lnTo>
                  <a:lnTo>
                    <a:pt x="486342" y="777180"/>
                  </a:lnTo>
                  <a:lnTo>
                    <a:pt x="486692" y="778122"/>
                  </a:lnTo>
                  <a:lnTo>
                    <a:pt x="488829" y="779741"/>
                  </a:lnTo>
                  <a:lnTo>
                    <a:pt x="491370" y="784118"/>
                  </a:lnTo>
                  <a:lnTo>
                    <a:pt x="494076" y="784551"/>
                  </a:lnTo>
                  <a:lnTo>
                    <a:pt x="495522" y="784140"/>
                  </a:lnTo>
                  <a:lnTo>
                    <a:pt x="496608" y="783110"/>
                  </a:lnTo>
                  <a:lnTo>
                    <a:pt x="497033" y="783086"/>
                  </a:lnTo>
                  <a:lnTo>
                    <a:pt x="498308" y="783887"/>
                  </a:lnTo>
                  <a:lnTo>
                    <a:pt x="499082" y="785172"/>
                  </a:lnTo>
                  <a:lnTo>
                    <a:pt x="500590" y="785941"/>
                  </a:lnTo>
                  <a:lnTo>
                    <a:pt x="501387" y="787305"/>
                  </a:lnTo>
                  <a:lnTo>
                    <a:pt x="501837" y="787520"/>
                  </a:lnTo>
                  <a:lnTo>
                    <a:pt x="502793" y="787467"/>
                  </a:lnTo>
                  <a:lnTo>
                    <a:pt x="505284" y="787351"/>
                  </a:lnTo>
                  <a:lnTo>
                    <a:pt x="506791" y="786350"/>
                  </a:lnTo>
                  <a:lnTo>
                    <a:pt x="507697" y="786149"/>
                  </a:lnTo>
                  <a:lnTo>
                    <a:pt x="510694" y="787601"/>
                  </a:lnTo>
                  <a:lnTo>
                    <a:pt x="511732" y="788524"/>
                  </a:lnTo>
                  <a:lnTo>
                    <a:pt x="512406" y="788432"/>
                  </a:lnTo>
                  <a:lnTo>
                    <a:pt x="513133" y="785892"/>
                  </a:lnTo>
                  <a:lnTo>
                    <a:pt x="514417" y="784254"/>
                  </a:lnTo>
                  <a:lnTo>
                    <a:pt x="516458" y="783089"/>
                  </a:lnTo>
                  <a:lnTo>
                    <a:pt x="517810" y="781627"/>
                  </a:lnTo>
                  <a:lnTo>
                    <a:pt x="519456" y="778858"/>
                  </a:lnTo>
                  <a:lnTo>
                    <a:pt x="519522" y="778202"/>
                  </a:lnTo>
                  <a:lnTo>
                    <a:pt x="518937" y="776164"/>
                  </a:lnTo>
                  <a:lnTo>
                    <a:pt x="520171" y="775970"/>
                  </a:lnTo>
                  <a:lnTo>
                    <a:pt x="522872" y="777444"/>
                  </a:lnTo>
                  <a:lnTo>
                    <a:pt x="522882" y="777720"/>
                  </a:lnTo>
                  <a:lnTo>
                    <a:pt x="523583" y="778433"/>
                  </a:lnTo>
                  <a:lnTo>
                    <a:pt x="525204" y="779424"/>
                  </a:lnTo>
                  <a:lnTo>
                    <a:pt x="525800" y="780069"/>
                  </a:lnTo>
                  <a:lnTo>
                    <a:pt x="528629" y="781250"/>
                  </a:lnTo>
                  <a:lnTo>
                    <a:pt x="529289" y="781914"/>
                  </a:lnTo>
                  <a:lnTo>
                    <a:pt x="529416" y="782778"/>
                  </a:lnTo>
                  <a:lnTo>
                    <a:pt x="529826" y="783409"/>
                  </a:lnTo>
                  <a:lnTo>
                    <a:pt x="530072" y="783285"/>
                  </a:lnTo>
                  <a:lnTo>
                    <a:pt x="530501" y="782267"/>
                  </a:lnTo>
                  <a:lnTo>
                    <a:pt x="531663" y="782314"/>
                  </a:lnTo>
                  <a:lnTo>
                    <a:pt x="533039" y="782046"/>
                  </a:lnTo>
                  <a:lnTo>
                    <a:pt x="535897" y="782748"/>
                  </a:lnTo>
                  <a:lnTo>
                    <a:pt x="538101" y="784105"/>
                  </a:lnTo>
                  <a:lnTo>
                    <a:pt x="540520" y="785249"/>
                  </a:lnTo>
                  <a:lnTo>
                    <a:pt x="541765" y="786572"/>
                  </a:lnTo>
                  <a:lnTo>
                    <a:pt x="542376" y="786788"/>
                  </a:lnTo>
                  <a:lnTo>
                    <a:pt x="543258" y="787590"/>
                  </a:lnTo>
                  <a:lnTo>
                    <a:pt x="543993" y="787896"/>
                  </a:lnTo>
                  <a:lnTo>
                    <a:pt x="546262" y="788092"/>
                  </a:lnTo>
                  <a:lnTo>
                    <a:pt x="547546" y="789841"/>
                  </a:lnTo>
                  <a:lnTo>
                    <a:pt x="549540" y="790419"/>
                  </a:lnTo>
                  <a:lnTo>
                    <a:pt x="550599" y="791122"/>
                  </a:lnTo>
                  <a:lnTo>
                    <a:pt x="551923" y="791424"/>
                  </a:lnTo>
                  <a:lnTo>
                    <a:pt x="553877" y="792757"/>
                  </a:lnTo>
                  <a:lnTo>
                    <a:pt x="557845" y="794369"/>
                  </a:lnTo>
                  <a:lnTo>
                    <a:pt x="560894" y="796374"/>
                  </a:lnTo>
                  <a:lnTo>
                    <a:pt x="562665" y="799452"/>
                  </a:lnTo>
                  <a:lnTo>
                    <a:pt x="563362" y="800077"/>
                  </a:lnTo>
                  <a:lnTo>
                    <a:pt x="565964" y="801031"/>
                  </a:lnTo>
                  <a:lnTo>
                    <a:pt x="568486" y="803398"/>
                  </a:lnTo>
                  <a:lnTo>
                    <a:pt x="570389" y="804276"/>
                  </a:lnTo>
                  <a:lnTo>
                    <a:pt x="572835" y="807586"/>
                  </a:lnTo>
                  <a:lnTo>
                    <a:pt x="573950" y="807965"/>
                  </a:lnTo>
                  <a:lnTo>
                    <a:pt x="575704" y="808139"/>
                  </a:lnTo>
                  <a:lnTo>
                    <a:pt x="578735" y="809639"/>
                  </a:lnTo>
                  <a:lnTo>
                    <a:pt x="579302" y="810057"/>
                  </a:lnTo>
                  <a:lnTo>
                    <a:pt x="582512" y="813854"/>
                  </a:lnTo>
                  <a:lnTo>
                    <a:pt x="584192" y="815104"/>
                  </a:lnTo>
                  <a:lnTo>
                    <a:pt x="584707" y="815208"/>
                  </a:lnTo>
                  <a:lnTo>
                    <a:pt x="585066" y="815029"/>
                  </a:lnTo>
                  <a:lnTo>
                    <a:pt x="586202" y="815522"/>
                  </a:lnTo>
                  <a:lnTo>
                    <a:pt x="589163" y="816026"/>
                  </a:lnTo>
                  <a:lnTo>
                    <a:pt x="592017" y="816058"/>
                  </a:lnTo>
                  <a:lnTo>
                    <a:pt x="594480" y="816458"/>
                  </a:lnTo>
                  <a:lnTo>
                    <a:pt x="596477" y="817331"/>
                  </a:lnTo>
                  <a:lnTo>
                    <a:pt x="599559" y="817895"/>
                  </a:lnTo>
                  <a:lnTo>
                    <a:pt x="602458" y="818212"/>
                  </a:lnTo>
                  <a:lnTo>
                    <a:pt x="603361" y="818103"/>
                  </a:lnTo>
                  <a:lnTo>
                    <a:pt x="606891" y="817268"/>
                  </a:lnTo>
                  <a:lnTo>
                    <a:pt x="610754" y="816034"/>
                  </a:lnTo>
                  <a:lnTo>
                    <a:pt x="613518" y="814050"/>
                  </a:lnTo>
                  <a:lnTo>
                    <a:pt x="614910" y="814079"/>
                  </a:lnTo>
                  <a:lnTo>
                    <a:pt x="618086" y="811751"/>
                  </a:lnTo>
                  <a:lnTo>
                    <a:pt x="622699" y="810672"/>
                  </a:lnTo>
                  <a:lnTo>
                    <a:pt x="627733" y="808992"/>
                  </a:lnTo>
                  <a:lnTo>
                    <a:pt x="633472" y="803616"/>
                  </a:lnTo>
                  <a:lnTo>
                    <a:pt x="636228" y="802975"/>
                  </a:lnTo>
                  <a:lnTo>
                    <a:pt x="640317" y="801644"/>
                  </a:lnTo>
                  <a:lnTo>
                    <a:pt x="640896" y="801080"/>
                  </a:lnTo>
                  <a:lnTo>
                    <a:pt x="641873" y="800771"/>
                  </a:lnTo>
                  <a:lnTo>
                    <a:pt x="642884" y="799995"/>
                  </a:lnTo>
                  <a:lnTo>
                    <a:pt x="645078" y="799416"/>
                  </a:lnTo>
                  <a:lnTo>
                    <a:pt x="646965" y="799237"/>
                  </a:lnTo>
                  <a:lnTo>
                    <a:pt x="651009" y="799707"/>
                  </a:lnTo>
                  <a:lnTo>
                    <a:pt x="653777" y="801311"/>
                  </a:lnTo>
                  <a:lnTo>
                    <a:pt x="657762" y="802331"/>
                  </a:lnTo>
                  <a:lnTo>
                    <a:pt x="662789" y="804231"/>
                  </a:lnTo>
                  <a:lnTo>
                    <a:pt x="667996" y="806529"/>
                  </a:lnTo>
                  <a:lnTo>
                    <a:pt x="669323" y="806652"/>
                  </a:lnTo>
                  <a:lnTo>
                    <a:pt x="669778" y="807095"/>
                  </a:lnTo>
                  <a:lnTo>
                    <a:pt x="670284" y="807683"/>
                  </a:lnTo>
                  <a:lnTo>
                    <a:pt x="670935" y="810894"/>
                  </a:lnTo>
                  <a:lnTo>
                    <a:pt x="674508" y="818676"/>
                  </a:lnTo>
                  <a:lnTo>
                    <a:pt x="678471" y="832973"/>
                  </a:lnTo>
                  <a:lnTo>
                    <a:pt x="680850" y="833849"/>
                  </a:lnTo>
                  <a:lnTo>
                    <a:pt x="682984" y="833888"/>
                  </a:lnTo>
                  <a:lnTo>
                    <a:pt x="688770" y="833343"/>
                  </a:lnTo>
                  <a:lnTo>
                    <a:pt x="689878" y="833047"/>
                  </a:lnTo>
                  <a:lnTo>
                    <a:pt x="691338" y="832205"/>
                  </a:lnTo>
                  <a:lnTo>
                    <a:pt x="693146" y="834176"/>
                  </a:lnTo>
                  <a:lnTo>
                    <a:pt x="690489" y="838368"/>
                  </a:lnTo>
                  <a:lnTo>
                    <a:pt x="691273" y="839267"/>
                  </a:lnTo>
                  <a:lnTo>
                    <a:pt x="690638" y="840946"/>
                  </a:lnTo>
                  <a:lnTo>
                    <a:pt x="688143" y="843239"/>
                  </a:lnTo>
                  <a:lnTo>
                    <a:pt x="686962" y="844853"/>
                  </a:lnTo>
                  <a:lnTo>
                    <a:pt x="686694" y="845660"/>
                  </a:lnTo>
                  <a:lnTo>
                    <a:pt x="686392" y="845732"/>
                  </a:lnTo>
                  <a:lnTo>
                    <a:pt x="686711" y="847026"/>
                  </a:lnTo>
                  <a:lnTo>
                    <a:pt x="686489" y="848188"/>
                  </a:lnTo>
                  <a:lnTo>
                    <a:pt x="686901" y="848827"/>
                  </a:lnTo>
                  <a:lnTo>
                    <a:pt x="687418" y="849150"/>
                  </a:lnTo>
                  <a:lnTo>
                    <a:pt x="689352" y="852741"/>
                  </a:lnTo>
                  <a:lnTo>
                    <a:pt x="690133" y="853654"/>
                  </a:lnTo>
                  <a:lnTo>
                    <a:pt x="692076" y="859250"/>
                  </a:lnTo>
                  <a:lnTo>
                    <a:pt x="695073" y="865432"/>
                  </a:lnTo>
                  <a:lnTo>
                    <a:pt x="696775" y="869692"/>
                  </a:lnTo>
                  <a:lnTo>
                    <a:pt x="696966" y="870396"/>
                  </a:lnTo>
                  <a:lnTo>
                    <a:pt x="697058" y="875584"/>
                  </a:lnTo>
                  <a:lnTo>
                    <a:pt x="695852" y="879017"/>
                  </a:lnTo>
                  <a:lnTo>
                    <a:pt x="695088" y="880129"/>
                  </a:lnTo>
                  <a:lnTo>
                    <a:pt x="693171" y="881522"/>
                  </a:lnTo>
                  <a:lnTo>
                    <a:pt x="693061" y="883337"/>
                  </a:lnTo>
                  <a:lnTo>
                    <a:pt x="693535" y="885958"/>
                  </a:lnTo>
                  <a:lnTo>
                    <a:pt x="693214" y="887618"/>
                  </a:lnTo>
                  <a:lnTo>
                    <a:pt x="690336" y="889562"/>
                  </a:lnTo>
                  <a:lnTo>
                    <a:pt x="689674" y="890443"/>
                  </a:lnTo>
                  <a:lnTo>
                    <a:pt x="688151" y="891028"/>
                  </a:lnTo>
                  <a:lnTo>
                    <a:pt x="685884" y="891053"/>
                  </a:lnTo>
                  <a:lnTo>
                    <a:pt x="684884" y="892154"/>
                  </a:lnTo>
                  <a:lnTo>
                    <a:pt x="684899" y="892731"/>
                  </a:lnTo>
                  <a:lnTo>
                    <a:pt x="685267" y="893509"/>
                  </a:lnTo>
                  <a:lnTo>
                    <a:pt x="686254" y="894477"/>
                  </a:lnTo>
                  <a:lnTo>
                    <a:pt x="686681" y="896110"/>
                  </a:lnTo>
                  <a:lnTo>
                    <a:pt x="689305" y="898027"/>
                  </a:lnTo>
                  <a:lnTo>
                    <a:pt x="690578" y="898487"/>
                  </a:lnTo>
                  <a:lnTo>
                    <a:pt x="691228" y="899893"/>
                  </a:lnTo>
                  <a:lnTo>
                    <a:pt x="691241" y="901521"/>
                  </a:lnTo>
                  <a:lnTo>
                    <a:pt x="692426" y="902800"/>
                  </a:lnTo>
                  <a:lnTo>
                    <a:pt x="693156" y="904679"/>
                  </a:lnTo>
                  <a:lnTo>
                    <a:pt x="694772" y="905776"/>
                  </a:lnTo>
                  <a:lnTo>
                    <a:pt x="696396" y="906139"/>
                  </a:lnTo>
                  <a:lnTo>
                    <a:pt x="696901" y="906007"/>
                  </a:lnTo>
                  <a:lnTo>
                    <a:pt x="699417" y="904861"/>
                  </a:lnTo>
                  <a:lnTo>
                    <a:pt x="700227" y="904123"/>
                  </a:lnTo>
                  <a:lnTo>
                    <a:pt x="701247" y="903594"/>
                  </a:lnTo>
                  <a:lnTo>
                    <a:pt x="703285" y="903784"/>
                  </a:lnTo>
                  <a:lnTo>
                    <a:pt x="707784" y="902917"/>
                  </a:lnTo>
                  <a:lnTo>
                    <a:pt x="707516" y="903816"/>
                  </a:lnTo>
                  <a:lnTo>
                    <a:pt x="710320" y="903817"/>
                  </a:lnTo>
                  <a:lnTo>
                    <a:pt x="713161" y="905584"/>
                  </a:lnTo>
                  <a:lnTo>
                    <a:pt x="715517" y="907997"/>
                  </a:lnTo>
                  <a:lnTo>
                    <a:pt x="715288" y="908250"/>
                  </a:lnTo>
                  <a:lnTo>
                    <a:pt x="715176" y="910115"/>
                  </a:lnTo>
                  <a:lnTo>
                    <a:pt x="714665" y="911775"/>
                  </a:lnTo>
                  <a:lnTo>
                    <a:pt x="716173" y="913950"/>
                  </a:lnTo>
                  <a:lnTo>
                    <a:pt x="716581" y="915182"/>
                  </a:lnTo>
                  <a:lnTo>
                    <a:pt x="718298" y="916591"/>
                  </a:lnTo>
                  <a:lnTo>
                    <a:pt x="719082" y="917861"/>
                  </a:lnTo>
                  <a:lnTo>
                    <a:pt x="720050" y="920780"/>
                  </a:lnTo>
                  <a:lnTo>
                    <a:pt x="724072" y="927123"/>
                  </a:lnTo>
                  <a:lnTo>
                    <a:pt x="727071" y="925929"/>
                  </a:lnTo>
                  <a:lnTo>
                    <a:pt x="728847" y="927035"/>
                  </a:lnTo>
                  <a:lnTo>
                    <a:pt x="730476" y="926683"/>
                  </a:lnTo>
                  <a:lnTo>
                    <a:pt x="730968" y="928636"/>
                  </a:lnTo>
                  <a:lnTo>
                    <a:pt x="732570" y="931929"/>
                  </a:lnTo>
                  <a:lnTo>
                    <a:pt x="734707" y="931342"/>
                  </a:lnTo>
                  <a:lnTo>
                    <a:pt x="736213" y="930417"/>
                  </a:lnTo>
                  <a:lnTo>
                    <a:pt x="736408" y="930744"/>
                  </a:lnTo>
                  <a:lnTo>
                    <a:pt x="737153" y="930359"/>
                  </a:lnTo>
                  <a:lnTo>
                    <a:pt x="738286" y="930566"/>
                  </a:lnTo>
                  <a:lnTo>
                    <a:pt x="739534" y="932542"/>
                  </a:lnTo>
                  <a:lnTo>
                    <a:pt x="742041" y="935425"/>
                  </a:lnTo>
                  <a:lnTo>
                    <a:pt x="741910" y="936306"/>
                  </a:lnTo>
                  <a:lnTo>
                    <a:pt x="739774" y="938645"/>
                  </a:lnTo>
                  <a:lnTo>
                    <a:pt x="738147" y="939331"/>
                  </a:lnTo>
                  <a:lnTo>
                    <a:pt x="737053" y="939463"/>
                  </a:lnTo>
                  <a:lnTo>
                    <a:pt x="736950" y="940704"/>
                  </a:lnTo>
                  <a:lnTo>
                    <a:pt x="736365" y="940993"/>
                  </a:lnTo>
                  <a:lnTo>
                    <a:pt x="735565" y="941942"/>
                  </a:lnTo>
                  <a:lnTo>
                    <a:pt x="730304" y="946583"/>
                  </a:lnTo>
                  <a:lnTo>
                    <a:pt x="731581" y="950408"/>
                  </a:lnTo>
                  <a:lnTo>
                    <a:pt x="731687" y="954370"/>
                  </a:lnTo>
                  <a:lnTo>
                    <a:pt x="733065" y="957494"/>
                  </a:lnTo>
                  <a:lnTo>
                    <a:pt x="733129" y="960583"/>
                  </a:lnTo>
                  <a:lnTo>
                    <a:pt x="733602" y="962397"/>
                  </a:lnTo>
                  <a:lnTo>
                    <a:pt x="733512" y="962837"/>
                  </a:lnTo>
                  <a:lnTo>
                    <a:pt x="730400" y="965287"/>
                  </a:lnTo>
                  <a:lnTo>
                    <a:pt x="728632" y="966039"/>
                  </a:lnTo>
                  <a:lnTo>
                    <a:pt x="723201" y="970811"/>
                  </a:lnTo>
                  <a:lnTo>
                    <a:pt x="722445" y="971856"/>
                  </a:lnTo>
                  <a:lnTo>
                    <a:pt x="722673" y="974474"/>
                  </a:lnTo>
                  <a:lnTo>
                    <a:pt x="722490" y="975358"/>
                  </a:lnTo>
                  <a:lnTo>
                    <a:pt x="718956" y="980335"/>
                  </a:lnTo>
                  <a:lnTo>
                    <a:pt x="718298" y="982427"/>
                  </a:lnTo>
                  <a:lnTo>
                    <a:pt x="717506" y="983394"/>
                  </a:lnTo>
                  <a:lnTo>
                    <a:pt x="714180" y="985597"/>
                  </a:lnTo>
                  <a:lnTo>
                    <a:pt x="712535" y="985743"/>
                  </a:lnTo>
                  <a:lnTo>
                    <a:pt x="709302" y="987566"/>
                  </a:lnTo>
                  <a:lnTo>
                    <a:pt x="707276" y="988991"/>
                  </a:lnTo>
                  <a:lnTo>
                    <a:pt x="704937" y="989976"/>
                  </a:lnTo>
                  <a:lnTo>
                    <a:pt x="703175" y="990078"/>
                  </a:lnTo>
                  <a:lnTo>
                    <a:pt x="696973" y="993819"/>
                  </a:lnTo>
                  <a:lnTo>
                    <a:pt x="695543" y="995270"/>
                  </a:lnTo>
                  <a:lnTo>
                    <a:pt x="692035" y="990831"/>
                  </a:lnTo>
                  <a:lnTo>
                    <a:pt x="691718" y="990952"/>
                  </a:lnTo>
                  <a:lnTo>
                    <a:pt x="691532" y="990131"/>
                  </a:lnTo>
                  <a:lnTo>
                    <a:pt x="689481" y="988104"/>
                  </a:lnTo>
                  <a:lnTo>
                    <a:pt x="689238" y="987552"/>
                  </a:lnTo>
                  <a:lnTo>
                    <a:pt x="688208" y="986861"/>
                  </a:lnTo>
                  <a:lnTo>
                    <a:pt x="683502" y="991143"/>
                  </a:lnTo>
                  <a:lnTo>
                    <a:pt x="681123" y="995191"/>
                  </a:lnTo>
                  <a:lnTo>
                    <a:pt x="679872" y="999393"/>
                  </a:lnTo>
                  <a:lnTo>
                    <a:pt x="679326" y="1000147"/>
                  </a:lnTo>
                  <a:lnTo>
                    <a:pt x="677911" y="1001122"/>
                  </a:lnTo>
                  <a:lnTo>
                    <a:pt x="678791" y="1003980"/>
                  </a:lnTo>
                  <a:lnTo>
                    <a:pt x="683499" y="1014394"/>
                  </a:lnTo>
                  <a:lnTo>
                    <a:pt x="684856" y="1016969"/>
                  </a:lnTo>
                  <a:lnTo>
                    <a:pt x="686218" y="1018945"/>
                  </a:lnTo>
                  <a:lnTo>
                    <a:pt x="688800" y="1023839"/>
                  </a:lnTo>
                  <a:lnTo>
                    <a:pt x="689010" y="1025265"/>
                  </a:lnTo>
                  <a:lnTo>
                    <a:pt x="689775" y="1027698"/>
                  </a:lnTo>
                  <a:lnTo>
                    <a:pt x="691424" y="1030175"/>
                  </a:lnTo>
                  <a:lnTo>
                    <a:pt x="694007" y="1030426"/>
                  </a:lnTo>
                  <a:lnTo>
                    <a:pt x="696375" y="1033800"/>
                  </a:lnTo>
                  <a:lnTo>
                    <a:pt x="697955" y="1037273"/>
                  </a:lnTo>
                  <a:lnTo>
                    <a:pt x="699198" y="1041666"/>
                  </a:lnTo>
                  <a:lnTo>
                    <a:pt x="698511" y="1043417"/>
                  </a:lnTo>
                  <a:lnTo>
                    <a:pt x="696128" y="1045474"/>
                  </a:lnTo>
                  <a:lnTo>
                    <a:pt x="692691" y="1052841"/>
                  </a:lnTo>
                  <a:lnTo>
                    <a:pt x="691085" y="1054604"/>
                  </a:lnTo>
                  <a:lnTo>
                    <a:pt x="691073" y="1055462"/>
                  </a:lnTo>
                  <a:lnTo>
                    <a:pt x="690635" y="1057008"/>
                  </a:lnTo>
                  <a:lnTo>
                    <a:pt x="689728" y="1058682"/>
                  </a:lnTo>
                  <a:lnTo>
                    <a:pt x="690062" y="1059745"/>
                  </a:lnTo>
                  <a:lnTo>
                    <a:pt x="690612" y="1060298"/>
                  </a:lnTo>
                  <a:lnTo>
                    <a:pt x="689026" y="1060769"/>
                  </a:lnTo>
                  <a:lnTo>
                    <a:pt x="688685" y="1061892"/>
                  </a:lnTo>
                  <a:lnTo>
                    <a:pt x="688573" y="1063704"/>
                  </a:lnTo>
                  <a:lnTo>
                    <a:pt x="689497" y="1065219"/>
                  </a:lnTo>
                  <a:lnTo>
                    <a:pt x="690039" y="1069268"/>
                  </a:lnTo>
                  <a:lnTo>
                    <a:pt x="690651" y="1069666"/>
                  </a:lnTo>
                  <a:lnTo>
                    <a:pt x="691357" y="1071495"/>
                  </a:lnTo>
                  <a:lnTo>
                    <a:pt x="689004" y="1073491"/>
                  </a:lnTo>
                  <a:lnTo>
                    <a:pt x="686527" y="1075059"/>
                  </a:lnTo>
                  <a:lnTo>
                    <a:pt x="682568" y="1076512"/>
                  </a:lnTo>
                  <a:lnTo>
                    <a:pt x="677751" y="1079055"/>
                  </a:lnTo>
                  <a:lnTo>
                    <a:pt x="679295" y="1080709"/>
                  </a:lnTo>
                  <a:lnTo>
                    <a:pt x="679260" y="1080952"/>
                  </a:lnTo>
                  <a:lnTo>
                    <a:pt x="680598" y="1082696"/>
                  </a:lnTo>
                  <a:lnTo>
                    <a:pt x="674824" y="1086397"/>
                  </a:lnTo>
                  <a:lnTo>
                    <a:pt x="674963" y="1086651"/>
                  </a:lnTo>
                  <a:lnTo>
                    <a:pt x="672493" y="1087725"/>
                  </a:lnTo>
                  <a:lnTo>
                    <a:pt x="668961" y="1088581"/>
                  </a:lnTo>
                  <a:lnTo>
                    <a:pt x="665962" y="1088179"/>
                  </a:lnTo>
                  <a:lnTo>
                    <a:pt x="664357" y="1088327"/>
                  </a:lnTo>
                  <a:lnTo>
                    <a:pt x="662356" y="1089559"/>
                  </a:lnTo>
                  <a:lnTo>
                    <a:pt x="659833" y="1091926"/>
                  </a:lnTo>
                  <a:lnTo>
                    <a:pt x="656467" y="1093675"/>
                  </a:lnTo>
                  <a:lnTo>
                    <a:pt x="655161" y="1094646"/>
                  </a:lnTo>
                  <a:lnTo>
                    <a:pt x="654439" y="1095406"/>
                  </a:lnTo>
                  <a:lnTo>
                    <a:pt x="653605" y="1098675"/>
                  </a:lnTo>
                  <a:lnTo>
                    <a:pt x="652737" y="1100200"/>
                  </a:lnTo>
                  <a:lnTo>
                    <a:pt x="652114" y="1102059"/>
                  </a:lnTo>
                  <a:lnTo>
                    <a:pt x="650665" y="1103299"/>
                  </a:lnTo>
                  <a:lnTo>
                    <a:pt x="650088" y="1104111"/>
                  </a:lnTo>
                  <a:lnTo>
                    <a:pt x="649788" y="1105868"/>
                  </a:lnTo>
                  <a:lnTo>
                    <a:pt x="649864" y="1106673"/>
                  </a:lnTo>
                  <a:lnTo>
                    <a:pt x="648602" y="1111538"/>
                  </a:lnTo>
                  <a:lnTo>
                    <a:pt x="648606" y="1112181"/>
                  </a:lnTo>
                  <a:lnTo>
                    <a:pt x="648209" y="1112985"/>
                  </a:lnTo>
                  <a:lnTo>
                    <a:pt x="647409" y="1112819"/>
                  </a:lnTo>
                  <a:lnTo>
                    <a:pt x="645392" y="1112948"/>
                  </a:lnTo>
                  <a:lnTo>
                    <a:pt x="644470" y="1112200"/>
                  </a:lnTo>
                  <a:lnTo>
                    <a:pt x="644839" y="1111567"/>
                  </a:lnTo>
                  <a:lnTo>
                    <a:pt x="644523" y="1111195"/>
                  </a:lnTo>
                  <a:lnTo>
                    <a:pt x="644520" y="1110728"/>
                  </a:lnTo>
                  <a:lnTo>
                    <a:pt x="643282" y="1110836"/>
                  </a:lnTo>
                  <a:lnTo>
                    <a:pt x="642708" y="1110568"/>
                  </a:lnTo>
                  <a:lnTo>
                    <a:pt x="642477" y="1112103"/>
                  </a:lnTo>
                  <a:lnTo>
                    <a:pt x="641796" y="1112423"/>
                  </a:lnTo>
                  <a:lnTo>
                    <a:pt x="642152" y="1113391"/>
                  </a:lnTo>
                  <a:lnTo>
                    <a:pt x="641413" y="1113364"/>
                  </a:lnTo>
                  <a:lnTo>
                    <a:pt x="641109" y="1113753"/>
                  </a:lnTo>
                  <a:lnTo>
                    <a:pt x="641028" y="1114379"/>
                  </a:lnTo>
                  <a:lnTo>
                    <a:pt x="640367" y="1113984"/>
                  </a:lnTo>
                  <a:lnTo>
                    <a:pt x="639747" y="1114389"/>
                  </a:lnTo>
                  <a:lnTo>
                    <a:pt x="639279" y="1114043"/>
                  </a:lnTo>
                  <a:lnTo>
                    <a:pt x="638927" y="1111983"/>
                  </a:lnTo>
                  <a:lnTo>
                    <a:pt x="637631" y="1112803"/>
                  </a:lnTo>
                  <a:lnTo>
                    <a:pt x="636649" y="1114363"/>
                  </a:lnTo>
                  <a:lnTo>
                    <a:pt x="636796" y="1114682"/>
                  </a:lnTo>
                  <a:lnTo>
                    <a:pt x="636553" y="1115104"/>
                  </a:lnTo>
                  <a:lnTo>
                    <a:pt x="636215" y="1115121"/>
                  </a:lnTo>
                  <a:lnTo>
                    <a:pt x="636159" y="1115499"/>
                  </a:lnTo>
                  <a:lnTo>
                    <a:pt x="634914" y="1116061"/>
                  </a:lnTo>
                  <a:lnTo>
                    <a:pt x="634245" y="1115215"/>
                  </a:lnTo>
                  <a:lnTo>
                    <a:pt x="633916" y="1115206"/>
                  </a:lnTo>
                  <a:lnTo>
                    <a:pt x="633958" y="1115380"/>
                  </a:lnTo>
                  <a:lnTo>
                    <a:pt x="633467" y="1115677"/>
                  </a:lnTo>
                  <a:lnTo>
                    <a:pt x="633582" y="1116342"/>
                  </a:lnTo>
                  <a:lnTo>
                    <a:pt x="632858" y="1116814"/>
                  </a:lnTo>
                  <a:lnTo>
                    <a:pt x="633007" y="1117894"/>
                  </a:lnTo>
                  <a:lnTo>
                    <a:pt x="632094" y="1118552"/>
                  </a:lnTo>
                  <a:lnTo>
                    <a:pt x="632634" y="1118700"/>
                  </a:lnTo>
                  <a:lnTo>
                    <a:pt x="632662" y="1119001"/>
                  </a:lnTo>
                  <a:lnTo>
                    <a:pt x="633184" y="1119082"/>
                  </a:lnTo>
                  <a:lnTo>
                    <a:pt x="633116" y="1119432"/>
                  </a:lnTo>
                  <a:lnTo>
                    <a:pt x="633320" y="1119622"/>
                  </a:lnTo>
                  <a:lnTo>
                    <a:pt x="632486" y="1119512"/>
                  </a:lnTo>
                  <a:lnTo>
                    <a:pt x="632403" y="1120305"/>
                  </a:lnTo>
                  <a:lnTo>
                    <a:pt x="631264" y="1121381"/>
                  </a:lnTo>
                  <a:lnTo>
                    <a:pt x="630832" y="1121386"/>
                  </a:lnTo>
                  <a:lnTo>
                    <a:pt x="630921" y="1121727"/>
                  </a:lnTo>
                  <a:lnTo>
                    <a:pt x="630565" y="1122094"/>
                  </a:lnTo>
                  <a:lnTo>
                    <a:pt x="630368" y="1121960"/>
                  </a:lnTo>
                  <a:lnTo>
                    <a:pt x="629493" y="1122311"/>
                  </a:lnTo>
                  <a:lnTo>
                    <a:pt x="629377" y="1122085"/>
                  </a:lnTo>
                  <a:lnTo>
                    <a:pt x="629051" y="1122395"/>
                  </a:lnTo>
                  <a:lnTo>
                    <a:pt x="628249" y="1122304"/>
                  </a:lnTo>
                  <a:lnTo>
                    <a:pt x="627808" y="1121708"/>
                  </a:lnTo>
                  <a:lnTo>
                    <a:pt x="627767" y="1122398"/>
                  </a:lnTo>
                  <a:lnTo>
                    <a:pt x="627347" y="1122713"/>
                  </a:lnTo>
                  <a:lnTo>
                    <a:pt x="626960" y="1122175"/>
                  </a:lnTo>
                  <a:lnTo>
                    <a:pt x="626534" y="1122290"/>
                  </a:lnTo>
                  <a:lnTo>
                    <a:pt x="626824" y="1122648"/>
                  </a:lnTo>
                  <a:lnTo>
                    <a:pt x="626443" y="1123028"/>
                  </a:lnTo>
                  <a:lnTo>
                    <a:pt x="626766" y="1123552"/>
                  </a:lnTo>
                  <a:lnTo>
                    <a:pt x="626285" y="1124327"/>
                  </a:lnTo>
                  <a:lnTo>
                    <a:pt x="625196" y="1124642"/>
                  </a:lnTo>
                  <a:lnTo>
                    <a:pt x="625066" y="1124503"/>
                  </a:lnTo>
                  <a:lnTo>
                    <a:pt x="624155" y="1125176"/>
                  </a:lnTo>
                  <a:lnTo>
                    <a:pt x="623975" y="1124991"/>
                  </a:lnTo>
                  <a:lnTo>
                    <a:pt x="623686" y="1125122"/>
                  </a:lnTo>
                  <a:lnTo>
                    <a:pt x="623326" y="1124709"/>
                  </a:lnTo>
                  <a:lnTo>
                    <a:pt x="623042" y="1125088"/>
                  </a:lnTo>
                  <a:lnTo>
                    <a:pt x="623576" y="1126498"/>
                  </a:lnTo>
                  <a:lnTo>
                    <a:pt x="623385" y="1126890"/>
                  </a:lnTo>
                  <a:lnTo>
                    <a:pt x="622628" y="1126904"/>
                  </a:lnTo>
                  <a:lnTo>
                    <a:pt x="622378" y="1126094"/>
                  </a:lnTo>
                  <a:lnTo>
                    <a:pt x="622162" y="1126032"/>
                  </a:lnTo>
                  <a:lnTo>
                    <a:pt x="621594" y="1126268"/>
                  </a:lnTo>
                  <a:lnTo>
                    <a:pt x="622021" y="1126583"/>
                  </a:lnTo>
                  <a:lnTo>
                    <a:pt x="621529" y="1127175"/>
                  </a:lnTo>
                  <a:lnTo>
                    <a:pt x="621343" y="1126508"/>
                  </a:lnTo>
                  <a:lnTo>
                    <a:pt x="620843" y="1126312"/>
                  </a:lnTo>
                  <a:lnTo>
                    <a:pt x="620634" y="1126588"/>
                  </a:lnTo>
                  <a:lnTo>
                    <a:pt x="621132" y="1127285"/>
                  </a:lnTo>
                  <a:lnTo>
                    <a:pt x="620556" y="1127336"/>
                  </a:lnTo>
                  <a:lnTo>
                    <a:pt x="620153" y="1127872"/>
                  </a:lnTo>
                  <a:lnTo>
                    <a:pt x="619817" y="1127581"/>
                  </a:lnTo>
                  <a:lnTo>
                    <a:pt x="618555" y="1127323"/>
                  </a:lnTo>
                  <a:lnTo>
                    <a:pt x="618192" y="1127008"/>
                  </a:lnTo>
                  <a:lnTo>
                    <a:pt x="617844" y="1127188"/>
                  </a:lnTo>
                  <a:lnTo>
                    <a:pt x="616978" y="1126737"/>
                  </a:lnTo>
                  <a:lnTo>
                    <a:pt x="616097" y="1126960"/>
                  </a:lnTo>
                  <a:lnTo>
                    <a:pt x="615840" y="1127255"/>
                  </a:lnTo>
                  <a:lnTo>
                    <a:pt x="614832" y="1127379"/>
                  </a:lnTo>
                  <a:lnTo>
                    <a:pt x="613773" y="1127105"/>
                  </a:lnTo>
                  <a:lnTo>
                    <a:pt x="613292" y="1128850"/>
                  </a:lnTo>
                  <a:lnTo>
                    <a:pt x="613542" y="1128718"/>
                  </a:lnTo>
                  <a:lnTo>
                    <a:pt x="613593" y="1129386"/>
                  </a:lnTo>
                  <a:lnTo>
                    <a:pt x="615798" y="1129581"/>
                  </a:lnTo>
                  <a:lnTo>
                    <a:pt x="617566" y="1129075"/>
                  </a:lnTo>
                  <a:lnTo>
                    <a:pt x="617674" y="1130105"/>
                  </a:lnTo>
                  <a:lnTo>
                    <a:pt x="616622" y="1130375"/>
                  </a:lnTo>
                  <a:lnTo>
                    <a:pt x="614534" y="1130216"/>
                  </a:lnTo>
                  <a:lnTo>
                    <a:pt x="615073" y="1132454"/>
                  </a:lnTo>
                  <a:lnTo>
                    <a:pt x="613122" y="1133272"/>
                  </a:lnTo>
                  <a:lnTo>
                    <a:pt x="612606" y="1133116"/>
                  </a:lnTo>
                  <a:lnTo>
                    <a:pt x="612424" y="1132136"/>
                  </a:lnTo>
                  <a:lnTo>
                    <a:pt x="611062" y="1132292"/>
                  </a:lnTo>
                  <a:lnTo>
                    <a:pt x="609624" y="1131700"/>
                  </a:lnTo>
                  <a:lnTo>
                    <a:pt x="608700" y="1132420"/>
                  </a:lnTo>
                  <a:lnTo>
                    <a:pt x="608186" y="1131998"/>
                  </a:lnTo>
                  <a:lnTo>
                    <a:pt x="606611" y="1132954"/>
                  </a:lnTo>
                  <a:lnTo>
                    <a:pt x="605378" y="1134184"/>
                  </a:lnTo>
                  <a:lnTo>
                    <a:pt x="604816" y="1135284"/>
                  </a:lnTo>
                  <a:lnTo>
                    <a:pt x="607161" y="1137111"/>
                  </a:lnTo>
                  <a:lnTo>
                    <a:pt x="608612" y="1136858"/>
                  </a:lnTo>
                  <a:lnTo>
                    <a:pt x="608162" y="1139616"/>
                  </a:lnTo>
                  <a:lnTo>
                    <a:pt x="606500" y="1141080"/>
                  </a:lnTo>
                  <a:lnTo>
                    <a:pt x="604589" y="1141779"/>
                  </a:lnTo>
                  <a:lnTo>
                    <a:pt x="600696" y="1144228"/>
                  </a:lnTo>
                  <a:lnTo>
                    <a:pt x="600637" y="1145782"/>
                  </a:lnTo>
                  <a:lnTo>
                    <a:pt x="601089" y="1146578"/>
                  </a:lnTo>
                  <a:lnTo>
                    <a:pt x="602178" y="1148031"/>
                  </a:lnTo>
                  <a:lnTo>
                    <a:pt x="603017" y="1148289"/>
                  </a:lnTo>
                  <a:lnTo>
                    <a:pt x="603367" y="1148640"/>
                  </a:lnTo>
                  <a:lnTo>
                    <a:pt x="602528" y="1150030"/>
                  </a:lnTo>
                  <a:lnTo>
                    <a:pt x="601764" y="1152542"/>
                  </a:lnTo>
                  <a:lnTo>
                    <a:pt x="601779" y="1153704"/>
                  </a:lnTo>
                  <a:lnTo>
                    <a:pt x="599915" y="1154636"/>
                  </a:lnTo>
                  <a:lnTo>
                    <a:pt x="597228" y="1154755"/>
                  </a:lnTo>
                  <a:lnTo>
                    <a:pt x="595094" y="1154022"/>
                  </a:lnTo>
                  <a:lnTo>
                    <a:pt x="591677" y="1154787"/>
                  </a:lnTo>
                  <a:lnTo>
                    <a:pt x="590532" y="1154530"/>
                  </a:lnTo>
                  <a:lnTo>
                    <a:pt x="589533" y="1154602"/>
                  </a:lnTo>
                  <a:lnTo>
                    <a:pt x="584941" y="1153406"/>
                  </a:lnTo>
                  <a:lnTo>
                    <a:pt x="584302" y="1153442"/>
                  </a:lnTo>
                  <a:lnTo>
                    <a:pt x="581433" y="1154306"/>
                  </a:lnTo>
                  <a:lnTo>
                    <a:pt x="579346" y="1154276"/>
                  </a:lnTo>
                  <a:lnTo>
                    <a:pt x="578238" y="1154518"/>
                  </a:lnTo>
                  <a:lnTo>
                    <a:pt x="575931" y="1155632"/>
                  </a:lnTo>
                  <a:lnTo>
                    <a:pt x="575209" y="1156230"/>
                  </a:lnTo>
                  <a:lnTo>
                    <a:pt x="571731" y="1156020"/>
                  </a:lnTo>
                  <a:lnTo>
                    <a:pt x="569699" y="1156153"/>
                  </a:lnTo>
                  <a:lnTo>
                    <a:pt x="568692" y="1155704"/>
                  </a:lnTo>
                  <a:lnTo>
                    <a:pt x="566766" y="1153821"/>
                  </a:lnTo>
                  <a:lnTo>
                    <a:pt x="566223" y="1153251"/>
                  </a:lnTo>
                  <a:lnTo>
                    <a:pt x="565466" y="1151561"/>
                  </a:lnTo>
                  <a:lnTo>
                    <a:pt x="562985" y="1149439"/>
                  </a:lnTo>
                  <a:lnTo>
                    <a:pt x="560637" y="1149844"/>
                  </a:lnTo>
                  <a:lnTo>
                    <a:pt x="559498" y="1150670"/>
                  </a:lnTo>
                  <a:lnTo>
                    <a:pt x="558318" y="1151136"/>
                  </a:lnTo>
                  <a:lnTo>
                    <a:pt x="556513" y="1150014"/>
                  </a:lnTo>
                  <a:lnTo>
                    <a:pt x="554262" y="1149309"/>
                  </a:lnTo>
                  <a:lnTo>
                    <a:pt x="552552" y="1149643"/>
                  </a:lnTo>
                  <a:lnTo>
                    <a:pt x="552221" y="1150215"/>
                  </a:lnTo>
                  <a:lnTo>
                    <a:pt x="550455" y="1150935"/>
                  </a:lnTo>
                  <a:lnTo>
                    <a:pt x="549494" y="1152043"/>
                  </a:lnTo>
                  <a:lnTo>
                    <a:pt x="549000" y="1152283"/>
                  </a:lnTo>
                  <a:lnTo>
                    <a:pt x="547489" y="1150103"/>
                  </a:lnTo>
                  <a:lnTo>
                    <a:pt x="546877" y="1149590"/>
                  </a:lnTo>
                  <a:lnTo>
                    <a:pt x="545511" y="1149600"/>
                  </a:lnTo>
                  <a:lnTo>
                    <a:pt x="543772" y="1150084"/>
                  </a:lnTo>
                  <a:lnTo>
                    <a:pt x="540182" y="1150577"/>
                  </a:lnTo>
                  <a:lnTo>
                    <a:pt x="539221" y="1150375"/>
                  </a:lnTo>
                  <a:lnTo>
                    <a:pt x="538124" y="1149608"/>
                  </a:lnTo>
                  <a:lnTo>
                    <a:pt x="537849" y="1151448"/>
                  </a:lnTo>
                  <a:lnTo>
                    <a:pt x="536939" y="1152272"/>
                  </a:lnTo>
                  <a:lnTo>
                    <a:pt x="536289" y="1153298"/>
                  </a:lnTo>
                  <a:lnTo>
                    <a:pt x="535582" y="1157404"/>
                  </a:lnTo>
                  <a:lnTo>
                    <a:pt x="535108" y="1157824"/>
                  </a:lnTo>
                  <a:lnTo>
                    <a:pt x="535007" y="1158261"/>
                  </a:lnTo>
                  <a:lnTo>
                    <a:pt x="531797" y="1157329"/>
                  </a:lnTo>
                  <a:lnTo>
                    <a:pt x="530669" y="1157303"/>
                  </a:lnTo>
                  <a:lnTo>
                    <a:pt x="529102" y="1158044"/>
                  </a:lnTo>
                  <a:lnTo>
                    <a:pt x="528742" y="1158845"/>
                  </a:lnTo>
                  <a:lnTo>
                    <a:pt x="528783" y="1160497"/>
                  </a:lnTo>
                  <a:lnTo>
                    <a:pt x="529195" y="1162334"/>
                  </a:lnTo>
                  <a:lnTo>
                    <a:pt x="529791" y="1163328"/>
                  </a:lnTo>
                  <a:lnTo>
                    <a:pt x="531277" y="1164703"/>
                  </a:lnTo>
                  <a:lnTo>
                    <a:pt x="531840" y="1166135"/>
                  </a:lnTo>
                  <a:lnTo>
                    <a:pt x="531562" y="1172230"/>
                  </a:lnTo>
                  <a:lnTo>
                    <a:pt x="528377" y="1174312"/>
                  </a:lnTo>
                  <a:lnTo>
                    <a:pt x="524917" y="1177752"/>
                  </a:lnTo>
                  <a:lnTo>
                    <a:pt x="523916" y="1177745"/>
                  </a:lnTo>
                  <a:lnTo>
                    <a:pt x="521656" y="1181246"/>
                  </a:lnTo>
                  <a:lnTo>
                    <a:pt x="519848" y="1182161"/>
                  </a:lnTo>
                  <a:lnTo>
                    <a:pt x="517614" y="1184703"/>
                  </a:lnTo>
                  <a:lnTo>
                    <a:pt x="517132" y="1173185"/>
                  </a:lnTo>
                  <a:lnTo>
                    <a:pt x="516575" y="1172940"/>
                  </a:lnTo>
                  <a:lnTo>
                    <a:pt x="514358" y="1173927"/>
                  </a:lnTo>
                  <a:lnTo>
                    <a:pt x="514443" y="1175141"/>
                  </a:lnTo>
                  <a:lnTo>
                    <a:pt x="514268" y="1175750"/>
                  </a:lnTo>
                  <a:lnTo>
                    <a:pt x="513863" y="1175939"/>
                  </a:lnTo>
                  <a:lnTo>
                    <a:pt x="513527" y="1176753"/>
                  </a:lnTo>
                  <a:lnTo>
                    <a:pt x="512565" y="1176512"/>
                  </a:lnTo>
                  <a:lnTo>
                    <a:pt x="510830" y="1175607"/>
                  </a:lnTo>
                  <a:lnTo>
                    <a:pt x="509939" y="1176168"/>
                  </a:lnTo>
                  <a:lnTo>
                    <a:pt x="508910" y="1176395"/>
                  </a:lnTo>
                  <a:lnTo>
                    <a:pt x="508059" y="1176193"/>
                  </a:lnTo>
                  <a:lnTo>
                    <a:pt x="508577" y="1174892"/>
                  </a:lnTo>
                  <a:lnTo>
                    <a:pt x="508448" y="1172728"/>
                  </a:lnTo>
                  <a:lnTo>
                    <a:pt x="507944" y="1172531"/>
                  </a:lnTo>
                  <a:lnTo>
                    <a:pt x="507478" y="1171457"/>
                  </a:lnTo>
                  <a:lnTo>
                    <a:pt x="507668" y="1170345"/>
                  </a:lnTo>
                  <a:lnTo>
                    <a:pt x="508481" y="1168981"/>
                  </a:lnTo>
                  <a:lnTo>
                    <a:pt x="509489" y="1168015"/>
                  </a:lnTo>
                  <a:lnTo>
                    <a:pt x="508328" y="1168925"/>
                  </a:lnTo>
                  <a:lnTo>
                    <a:pt x="508098" y="1168821"/>
                  </a:lnTo>
                  <a:lnTo>
                    <a:pt x="505741" y="1171081"/>
                  </a:lnTo>
                  <a:lnTo>
                    <a:pt x="505224" y="1171193"/>
                  </a:lnTo>
                  <a:lnTo>
                    <a:pt x="503953" y="1172246"/>
                  </a:lnTo>
                  <a:lnTo>
                    <a:pt x="503324" y="1171135"/>
                  </a:lnTo>
                  <a:lnTo>
                    <a:pt x="504572" y="1169792"/>
                  </a:lnTo>
                  <a:lnTo>
                    <a:pt x="503061" y="1168835"/>
                  </a:lnTo>
                  <a:lnTo>
                    <a:pt x="503346" y="1167902"/>
                  </a:lnTo>
                  <a:lnTo>
                    <a:pt x="503128" y="1167835"/>
                  </a:lnTo>
                  <a:lnTo>
                    <a:pt x="503270" y="1166717"/>
                  </a:lnTo>
                  <a:lnTo>
                    <a:pt x="504359" y="1164225"/>
                  </a:lnTo>
                  <a:lnTo>
                    <a:pt x="504913" y="1163257"/>
                  </a:lnTo>
                  <a:lnTo>
                    <a:pt x="505687" y="1162743"/>
                  </a:lnTo>
                  <a:lnTo>
                    <a:pt x="505924" y="1162268"/>
                  </a:lnTo>
                  <a:lnTo>
                    <a:pt x="506526" y="1162588"/>
                  </a:lnTo>
                  <a:lnTo>
                    <a:pt x="506711" y="1162080"/>
                  </a:lnTo>
                  <a:lnTo>
                    <a:pt x="506600" y="1161569"/>
                  </a:lnTo>
                  <a:lnTo>
                    <a:pt x="507449" y="1160335"/>
                  </a:lnTo>
                  <a:lnTo>
                    <a:pt x="509103" y="1159470"/>
                  </a:lnTo>
                  <a:lnTo>
                    <a:pt x="510158" y="1158510"/>
                  </a:lnTo>
                  <a:lnTo>
                    <a:pt x="509364" y="1158245"/>
                  </a:lnTo>
                  <a:lnTo>
                    <a:pt x="508742" y="1157575"/>
                  </a:lnTo>
                  <a:lnTo>
                    <a:pt x="507537" y="1157656"/>
                  </a:lnTo>
                  <a:lnTo>
                    <a:pt x="507004" y="1158086"/>
                  </a:lnTo>
                  <a:lnTo>
                    <a:pt x="506365" y="1157965"/>
                  </a:lnTo>
                  <a:lnTo>
                    <a:pt x="506197" y="1157686"/>
                  </a:lnTo>
                  <a:lnTo>
                    <a:pt x="506380" y="1157020"/>
                  </a:lnTo>
                  <a:lnTo>
                    <a:pt x="506935" y="1156298"/>
                  </a:lnTo>
                  <a:lnTo>
                    <a:pt x="503988" y="1154268"/>
                  </a:lnTo>
                  <a:lnTo>
                    <a:pt x="504231" y="1153680"/>
                  </a:lnTo>
                  <a:lnTo>
                    <a:pt x="498442" y="1153071"/>
                  </a:lnTo>
                  <a:lnTo>
                    <a:pt x="494140" y="1154138"/>
                  </a:lnTo>
                  <a:lnTo>
                    <a:pt x="492590" y="1153989"/>
                  </a:lnTo>
                  <a:lnTo>
                    <a:pt x="490857" y="1153239"/>
                  </a:lnTo>
                  <a:lnTo>
                    <a:pt x="490817" y="1152706"/>
                  </a:lnTo>
                  <a:lnTo>
                    <a:pt x="490090" y="1152832"/>
                  </a:lnTo>
                  <a:lnTo>
                    <a:pt x="488911" y="1152299"/>
                  </a:lnTo>
                  <a:lnTo>
                    <a:pt x="488734" y="1151856"/>
                  </a:lnTo>
                  <a:lnTo>
                    <a:pt x="486025" y="1151727"/>
                  </a:lnTo>
                  <a:lnTo>
                    <a:pt x="485981" y="1151367"/>
                  </a:lnTo>
                  <a:lnTo>
                    <a:pt x="483271" y="1150561"/>
                  </a:lnTo>
                  <a:lnTo>
                    <a:pt x="483281" y="1150140"/>
                  </a:lnTo>
                  <a:lnTo>
                    <a:pt x="481720" y="1149308"/>
                  </a:lnTo>
                  <a:lnTo>
                    <a:pt x="481430" y="1148469"/>
                  </a:lnTo>
                  <a:lnTo>
                    <a:pt x="480661" y="1148666"/>
                  </a:lnTo>
                  <a:lnTo>
                    <a:pt x="479949" y="1148391"/>
                  </a:lnTo>
                  <a:lnTo>
                    <a:pt x="479431" y="1148815"/>
                  </a:lnTo>
                  <a:lnTo>
                    <a:pt x="477836" y="1149226"/>
                  </a:lnTo>
                  <a:lnTo>
                    <a:pt x="475265" y="1148355"/>
                  </a:lnTo>
                  <a:lnTo>
                    <a:pt x="473554" y="1148474"/>
                  </a:lnTo>
                  <a:lnTo>
                    <a:pt x="472690" y="1148855"/>
                  </a:lnTo>
                  <a:lnTo>
                    <a:pt x="472085" y="1149266"/>
                  </a:lnTo>
                  <a:lnTo>
                    <a:pt x="471443" y="1150180"/>
                  </a:lnTo>
                  <a:lnTo>
                    <a:pt x="470598" y="1150733"/>
                  </a:lnTo>
                  <a:lnTo>
                    <a:pt x="469833" y="1151939"/>
                  </a:lnTo>
                  <a:lnTo>
                    <a:pt x="467272" y="1152533"/>
                  </a:lnTo>
                  <a:lnTo>
                    <a:pt x="465519" y="1153363"/>
                  </a:lnTo>
                  <a:lnTo>
                    <a:pt x="464743" y="1154447"/>
                  </a:lnTo>
                  <a:lnTo>
                    <a:pt x="462806" y="1155868"/>
                  </a:lnTo>
                  <a:lnTo>
                    <a:pt x="462823" y="1156279"/>
                  </a:lnTo>
                  <a:lnTo>
                    <a:pt x="462172" y="1156480"/>
                  </a:lnTo>
                  <a:lnTo>
                    <a:pt x="462383" y="1156656"/>
                  </a:lnTo>
                  <a:lnTo>
                    <a:pt x="462059" y="1157012"/>
                  </a:lnTo>
                  <a:lnTo>
                    <a:pt x="461739" y="1158166"/>
                  </a:lnTo>
                  <a:lnTo>
                    <a:pt x="461358" y="1158222"/>
                  </a:lnTo>
                  <a:lnTo>
                    <a:pt x="462632" y="1163863"/>
                  </a:lnTo>
                  <a:lnTo>
                    <a:pt x="462297" y="1165097"/>
                  </a:lnTo>
                  <a:lnTo>
                    <a:pt x="462436" y="1167636"/>
                  </a:lnTo>
                  <a:lnTo>
                    <a:pt x="463275" y="1169411"/>
                  </a:lnTo>
                  <a:lnTo>
                    <a:pt x="464214" y="1170592"/>
                  </a:lnTo>
                  <a:lnTo>
                    <a:pt x="464114" y="1172262"/>
                  </a:lnTo>
                  <a:lnTo>
                    <a:pt x="464348" y="1172577"/>
                  </a:lnTo>
                  <a:lnTo>
                    <a:pt x="464169" y="1172856"/>
                  </a:lnTo>
                  <a:lnTo>
                    <a:pt x="467888" y="1180499"/>
                  </a:lnTo>
                  <a:lnTo>
                    <a:pt x="468991" y="1181957"/>
                  </a:lnTo>
                  <a:lnTo>
                    <a:pt x="469519" y="1182002"/>
                  </a:lnTo>
                  <a:lnTo>
                    <a:pt x="469557" y="1182454"/>
                  </a:lnTo>
                  <a:lnTo>
                    <a:pt x="470268" y="1183524"/>
                  </a:lnTo>
                  <a:lnTo>
                    <a:pt x="472005" y="1185413"/>
                  </a:lnTo>
                  <a:lnTo>
                    <a:pt x="471814" y="1185961"/>
                  </a:lnTo>
                  <a:lnTo>
                    <a:pt x="472733" y="1186889"/>
                  </a:lnTo>
                  <a:lnTo>
                    <a:pt x="473334" y="1186991"/>
                  </a:lnTo>
                  <a:lnTo>
                    <a:pt x="473367" y="1187902"/>
                  </a:lnTo>
                  <a:lnTo>
                    <a:pt x="473008" y="1188680"/>
                  </a:lnTo>
                  <a:lnTo>
                    <a:pt x="473181" y="1189655"/>
                  </a:lnTo>
                  <a:lnTo>
                    <a:pt x="474172" y="1190344"/>
                  </a:lnTo>
                  <a:lnTo>
                    <a:pt x="474280" y="1190841"/>
                  </a:lnTo>
                  <a:lnTo>
                    <a:pt x="475390" y="1191490"/>
                  </a:lnTo>
                  <a:lnTo>
                    <a:pt x="475348" y="1191870"/>
                  </a:lnTo>
                  <a:lnTo>
                    <a:pt x="475842" y="1192597"/>
                  </a:lnTo>
                  <a:lnTo>
                    <a:pt x="475822" y="1192974"/>
                  </a:lnTo>
                  <a:lnTo>
                    <a:pt x="476392" y="1192908"/>
                  </a:lnTo>
                  <a:lnTo>
                    <a:pt x="476617" y="1193273"/>
                  </a:lnTo>
                  <a:lnTo>
                    <a:pt x="478470" y="1193623"/>
                  </a:lnTo>
                  <a:lnTo>
                    <a:pt x="479089" y="1194106"/>
                  </a:lnTo>
                  <a:lnTo>
                    <a:pt x="479993" y="1194376"/>
                  </a:lnTo>
                  <a:lnTo>
                    <a:pt x="479981" y="1195417"/>
                  </a:lnTo>
                  <a:lnTo>
                    <a:pt x="479015" y="1195539"/>
                  </a:lnTo>
                  <a:lnTo>
                    <a:pt x="475638" y="1195349"/>
                  </a:lnTo>
                  <a:lnTo>
                    <a:pt x="473896" y="1194658"/>
                  </a:lnTo>
                  <a:lnTo>
                    <a:pt x="473261" y="1194992"/>
                  </a:lnTo>
                  <a:lnTo>
                    <a:pt x="472852" y="1195397"/>
                  </a:lnTo>
                  <a:lnTo>
                    <a:pt x="472626" y="1196099"/>
                  </a:lnTo>
                  <a:lnTo>
                    <a:pt x="471351" y="1197038"/>
                  </a:lnTo>
                  <a:lnTo>
                    <a:pt x="471213" y="1197886"/>
                  </a:lnTo>
                  <a:lnTo>
                    <a:pt x="470136" y="1199193"/>
                  </a:lnTo>
                  <a:lnTo>
                    <a:pt x="470108" y="1200192"/>
                  </a:lnTo>
                  <a:lnTo>
                    <a:pt x="469833" y="1200330"/>
                  </a:lnTo>
                  <a:lnTo>
                    <a:pt x="469878" y="1200814"/>
                  </a:lnTo>
                  <a:lnTo>
                    <a:pt x="469543" y="1201455"/>
                  </a:lnTo>
                  <a:lnTo>
                    <a:pt x="469413" y="1204618"/>
                  </a:lnTo>
                  <a:lnTo>
                    <a:pt x="470125" y="1205561"/>
                  </a:lnTo>
                  <a:lnTo>
                    <a:pt x="470312" y="1206189"/>
                  </a:lnTo>
                  <a:lnTo>
                    <a:pt x="470596" y="1206261"/>
                  </a:lnTo>
                  <a:lnTo>
                    <a:pt x="471270" y="1207792"/>
                  </a:lnTo>
                  <a:lnTo>
                    <a:pt x="471848" y="1208430"/>
                  </a:lnTo>
                  <a:lnTo>
                    <a:pt x="472417" y="1208663"/>
                  </a:lnTo>
                  <a:lnTo>
                    <a:pt x="472625" y="1209133"/>
                  </a:lnTo>
                  <a:lnTo>
                    <a:pt x="473132" y="1209200"/>
                  </a:lnTo>
                  <a:lnTo>
                    <a:pt x="473985" y="1210008"/>
                  </a:lnTo>
                  <a:lnTo>
                    <a:pt x="474370" y="1211080"/>
                  </a:lnTo>
                  <a:lnTo>
                    <a:pt x="474876" y="1211251"/>
                  </a:lnTo>
                  <a:lnTo>
                    <a:pt x="474890" y="1211720"/>
                  </a:lnTo>
                  <a:lnTo>
                    <a:pt x="475744" y="1213111"/>
                  </a:lnTo>
                  <a:lnTo>
                    <a:pt x="475568" y="1213551"/>
                  </a:lnTo>
                  <a:lnTo>
                    <a:pt x="475972" y="1215027"/>
                  </a:lnTo>
                  <a:lnTo>
                    <a:pt x="475831" y="1216662"/>
                  </a:lnTo>
                  <a:lnTo>
                    <a:pt x="476103" y="1217959"/>
                  </a:lnTo>
                  <a:lnTo>
                    <a:pt x="475923" y="1218863"/>
                  </a:lnTo>
                  <a:lnTo>
                    <a:pt x="476356" y="1221030"/>
                  </a:lnTo>
                  <a:lnTo>
                    <a:pt x="476206" y="1221865"/>
                  </a:lnTo>
                  <a:lnTo>
                    <a:pt x="474988" y="1225230"/>
                  </a:lnTo>
                  <a:lnTo>
                    <a:pt x="474422" y="1225992"/>
                  </a:lnTo>
                  <a:lnTo>
                    <a:pt x="474218" y="1226697"/>
                  </a:lnTo>
                  <a:lnTo>
                    <a:pt x="473654" y="1227296"/>
                  </a:lnTo>
                  <a:lnTo>
                    <a:pt x="473647" y="1227627"/>
                  </a:lnTo>
                  <a:lnTo>
                    <a:pt x="471903" y="1229915"/>
                  </a:lnTo>
                  <a:lnTo>
                    <a:pt x="470463" y="1231049"/>
                  </a:lnTo>
                  <a:lnTo>
                    <a:pt x="471001" y="1234164"/>
                  </a:lnTo>
                  <a:lnTo>
                    <a:pt x="471342" y="1235393"/>
                  </a:lnTo>
                  <a:lnTo>
                    <a:pt x="471822" y="1236167"/>
                  </a:lnTo>
                  <a:lnTo>
                    <a:pt x="471977" y="1237311"/>
                  </a:lnTo>
                  <a:lnTo>
                    <a:pt x="467018" y="1236696"/>
                  </a:lnTo>
                  <a:lnTo>
                    <a:pt x="465585" y="1236929"/>
                  </a:lnTo>
                  <a:lnTo>
                    <a:pt x="462505" y="1239157"/>
                  </a:lnTo>
                  <a:lnTo>
                    <a:pt x="458042" y="1240026"/>
                  </a:lnTo>
                  <a:lnTo>
                    <a:pt x="455939" y="1240709"/>
                  </a:lnTo>
                  <a:lnTo>
                    <a:pt x="453003" y="1242643"/>
                  </a:lnTo>
                  <a:lnTo>
                    <a:pt x="452214" y="1244747"/>
                  </a:lnTo>
                  <a:lnTo>
                    <a:pt x="455823" y="1247900"/>
                  </a:lnTo>
                  <a:lnTo>
                    <a:pt x="458066" y="1250410"/>
                  </a:lnTo>
                  <a:lnTo>
                    <a:pt x="464302" y="1254598"/>
                  </a:lnTo>
                  <a:lnTo>
                    <a:pt x="465622" y="1257410"/>
                  </a:lnTo>
                  <a:lnTo>
                    <a:pt x="465720" y="1259569"/>
                  </a:lnTo>
                  <a:lnTo>
                    <a:pt x="466014" y="1260714"/>
                  </a:lnTo>
                  <a:lnTo>
                    <a:pt x="467350" y="1262912"/>
                  </a:lnTo>
                  <a:lnTo>
                    <a:pt x="468055" y="1264637"/>
                  </a:lnTo>
                  <a:lnTo>
                    <a:pt x="468741" y="1265316"/>
                  </a:lnTo>
                  <a:lnTo>
                    <a:pt x="470157" y="1266256"/>
                  </a:lnTo>
                  <a:lnTo>
                    <a:pt x="471167" y="1266588"/>
                  </a:lnTo>
                  <a:lnTo>
                    <a:pt x="477708" y="1265401"/>
                  </a:lnTo>
                  <a:lnTo>
                    <a:pt x="479526" y="1265971"/>
                  </a:lnTo>
                  <a:lnTo>
                    <a:pt x="481137" y="1267136"/>
                  </a:lnTo>
                  <a:lnTo>
                    <a:pt x="481504" y="1267803"/>
                  </a:lnTo>
                  <a:lnTo>
                    <a:pt x="483076" y="1269442"/>
                  </a:lnTo>
                  <a:lnTo>
                    <a:pt x="484701" y="1270353"/>
                  </a:lnTo>
                  <a:lnTo>
                    <a:pt x="485173" y="1271822"/>
                  </a:lnTo>
                  <a:lnTo>
                    <a:pt x="486687" y="1273803"/>
                  </a:lnTo>
                  <a:lnTo>
                    <a:pt x="486884" y="1274928"/>
                  </a:lnTo>
                  <a:lnTo>
                    <a:pt x="486137" y="1276262"/>
                  </a:lnTo>
                  <a:lnTo>
                    <a:pt x="485343" y="1276824"/>
                  </a:lnTo>
                  <a:lnTo>
                    <a:pt x="485351" y="1278206"/>
                  </a:lnTo>
                  <a:lnTo>
                    <a:pt x="486116" y="1278631"/>
                  </a:lnTo>
                  <a:lnTo>
                    <a:pt x="486424" y="1280670"/>
                  </a:lnTo>
                  <a:lnTo>
                    <a:pt x="486789" y="1281444"/>
                  </a:lnTo>
                  <a:lnTo>
                    <a:pt x="487907" y="1282354"/>
                  </a:lnTo>
                  <a:lnTo>
                    <a:pt x="488061" y="1282987"/>
                  </a:lnTo>
                  <a:lnTo>
                    <a:pt x="489598" y="1284508"/>
                  </a:lnTo>
                  <a:lnTo>
                    <a:pt x="490454" y="1286323"/>
                  </a:lnTo>
                  <a:lnTo>
                    <a:pt x="490653" y="1286236"/>
                  </a:lnTo>
                  <a:lnTo>
                    <a:pt x="491461" y="1287174"/>
                  </a:lnTo>
                  <a:lnTo>
                    <a:pt x="492580" y="1291773"/>
                  </a:lnTo>
                  <a:lnTo>
                    <a:pt x="492237" y="1293230"/>
                  </a:lnTo>
                  <a:lnTo>
                    <a:pt x="492711" y="1294832"/>
                  </a:lnTo>
                  <a:lnTo>
                    <a:pt x="492634" y="1297526"/>
                  </a:lnTo>
                  <a:lnTo>
                    <a:pt x="493854" y="1300340"/>
                  </a:lnTo>
                  <a:lnTo>
                    <a:pt x="499077" y="1307662"/>
                  </a:lnTo>
                  <a:lnTo>
                    <a:pt x="499277" y="1309830"/>
                  </a:lnTo>
                  <a:lnTo>
                    <a:pt x="499945" y="1312201"/>
                  </a:lnTo>
                  <a:lnTo>
                    <a:pt x="504145" y="1324390"/>
                  </a:lnTo>
                  <a:lnTo>
                    <a:pt x="507534" y="1330224"/>
                  </a:lnTo>
                  <a:lnTo>
                    <a:pt x="508043" y="1335653"/>
                  </a:lnTo>
                  <a:lnTo>
                    <a:pt x="508881" y="1338097"/>
                  </a:lnTo>
                  <a:lnTo>
                    <a:pt x="508725" y="1339240"/>
                  </a:lnTo>
                  <a:lnTo>
                    <a:pt x="508234" y="1339768"/>
                  </a:lnTo>
                  <a:lnTo>
                    <a:pt x="508171" y="1340214"/>
                  </a:lnTo>
                  <a:lnTo>
                    <a:pt x="510199" y="1343812"/>
                  </a:lnTo>
                  <a:lnTo>
                    <a:pt x="510190" y="1345150"/>
                  </a:lnTo>
                  <a:lnTo>
                    <a:pt x="510604" y="1346730"/>
                  </a:lnTo>
                  <a:lnTo>
                    <a:pt x="514546" y="1352027"/>
                  </a:lnTo>
                  <a:lnTo>
                    <a:pt x="514506" y="1353167"/>
                  </a:lnTo>
                  <a:lnTo>
                    <a:pt x="514757" y="1354192"/>
                  </a:lnTo>
                  <a:lnTo>
                    <a:pt x="515240" y="1355206"/>
                  </a:lnTo>
                  <a:lnTo>
                    <a:pt x="516909" y="1357533"/>
                  </a:lnTo>
                  <a:lnTo>
                    <a:pt x="514542" y="1359037"/>
                  </a:lnTo>
                  <a:lnTo>
                    <a:pt x="514610" y="1359513"/>
                  </a:lnTo>
                  <a:lnTo>
                    <a:pt x="513075" y="1360401"/>
                  </a:lnTo>
                  <a:lnTo>
                    <a:pt x="512798" y="1360000"/>
                  </a:lnTo>
                  <a:lnTo>
                    <a:pt x="511635" y="1360822"/>
                  </a:lnTo>
                  <a:lnTo>
                    <a:pt x="510887" y="1361664"/>
                  </a:lnTo>
                  <a:lnTo>
                    <a:pt x="509725" y="1361794"/>
                  </a:lnTo>
                  <a:lnTo>
                    <a:pt x="508814" y="1360745"/>
                  </a:lnTo>
                  <a:lnTo>
                    <a:pt x="507933" y="1361607"/>
                  </a:lnTo>
                  <a:lnTo>
                    <a:pt x="507613" y="1361206"/>
                  </a:lnTo>
                  <a:lnTo>
                    <a:pt x="507252" y="1361490"/>
                  </a:lnTo>
                  <a:lnTo>
                    <a:pt x="506741" y="1361214"/>
                  </a:lnTo>
                  <a:lnTo>
                    <a:pt x="506482" y="1361340"/>
                  </a:lnTo>
                  <a:lnTo>
                    <a:pt x="504994" y="1364995"/>
                  </a:lnTo>
                  <a:lnTo>
                    <a:pt x="505195" y="1365605"/>
                  </a:lnTo>
                  <a:lnTo>
                    <a:pt x="505074" y="1366294"/>
                  </a:lnTo>
                  <a:lnTo>
                    <a:pt x="504645" y="1367746"/>
                  </a:lnTo>
                  <a:lnTo>
                    <a:pt x="504367" y="1370786"/>
                  </a:lnTo>
                  <a:lnTo>
                    <a:pt x="505996" y="1385290"/>
                  </a:lnTo>
                  <a:lnTo>
                    <a:pt x="506920" y="1385967"/>
                  </a:lnTo>
                  <a:lnTo>
                    <a:pt x="507820" y="1386098"/>
                  </a:lnTo>
                  <a:lnTo>
                    <a:pt x="505699" y="1389363"/>
                  </a:lnTo>
                  <a:lnTo>
                    <a:pt x="503554" y="1391763"/>
                  </a:lnTo>
                  <a:lnTo>
                    <a:pt x="500910" y="1393501"/>
                  </a:lnTo>
                  <a:lnTo>
                    <a:pt x="499223" y="1395142"/>
                  </a:lnTo>
                  <a:lnTo>
                    <a:pt x="496835" y="1398372"/>
                  </a:lnTo>
                  <a:lnTo>
                    <a:pt x="496470" y="1398289"/>
                  </a:lnTo>
                  <a:lnTo>
                    <a:pt x="494598" y="1402017"/>
                  </a:lnTo>
                  <a:lnTo>
                    <a:pt x="493006" y="1400133"/>
                  </a:lnTo>
                  <a:lnTo>
                    <a:pt x="489355" y="1398518"/>
                  </a:lnTo>
                  <a:lnTo>
                    <a:pt x="487856" y="1397313"/>
                  </a:lnTo>
                  <a:lnTo>
                    <a:pt x="481274" y="1401294"/>
                  </a:lnTo>
                  <a:lnTo>
                    <a:pt x="472361" y="1402154"/>
                  </a:lnTo>
                  <a:lnTo>
                    <a:pt x="474817" y="1406663"/>
                  </a:lnTo>
                  <a:lnTo>
                    <a:pt x="467993" y="1406336"/>
                  </a:lnTo>
                  <a:lnTo>
                    <a:pt x="456407" y="1403464"/>
                  </a:lnTo>
                  <a:lnTo>
                    <a:pt x="455158" y="1407632"/>
                  </a:lnTo>
                  <a:lnTo>
                    <a:pt x="467473" y="1409930"/>
                  </a:lnTo>
                  <a:lnTo>
                    <a:pt x="467079" y="1411496"/>
                  </a:lnTo>
                  <a:lnTo>
                    <a:pt x="467043" y="1413636"/>
                  </a:lnTo>
                  <a:lnTo>
                    <a:pt x="468161" y="1419879"/>
                  </a:lnTo>
                  <a:lnTo>
                    <a:pt x="468805" y="1422277"/>
                  </a:lnTo>
                  <a:lnTo>
                    <a:pt x="468719" y="1425611"/>
                  </a:lnTo>
                  <a:lnTo>
                    <a:pt x="469475" y="1433460"/>
                  </a:lnTo>
                  <a:lnTo>
                    <a:pt x="468015" y="1433622"/>
                  </a:lnTo>
                  <a:lnTo>
                    <a:pt x="467679" y="1434618"/>
                  </a:lnTo>
                  <a:lnTo>
                    <a:pt x="467961" y="1436169"/>
                  </a:lnTo>
                  <a:lnTo>
                    <a:pt x="467431" y="1436337"/>
                  </a:lnTo>
                  <a:lnTo>
                    <a:pt x="467385" y="1436697"/>
                  </a:lnTo>
                  <a:lnTo>
                    <a:pt x="468027" y="1438814"/>
                  </a:lnTo>
                  <a:lnTo>
                    <a:pt x="464784" y="1439630"/>
                  </a:lnTo>
                  <a:lnTo>
                    <a:pt x="465145" y="1446292"/>
                  </a:lnTo>
                  <a:lnTo>
                    <a:pt x="464688" y="1447465"/>
                  </a:lnTo>
                  <a:lnTo>
                    <a:pt x="464807" y="1449776"/>
                  </a:lnTo>
                  <a:lnTo>
                    <a:pt x="464549" y="1450652"/>
                  </a:lnTo>
                  <a:lnTo>
                    <a:pt x="463595" y="1450653"/>
                  </a:lnTo>
                  <a:lnTo>
                    <a:pt x="463689" y="1451596"/>
                  </a:lnTo>
                  <a:lnTo>
                    <a:pt x="464474" y="1452690"/>
                  </a:lnTo>
                  <a:lnTo>
                    <a:pt x="464938" y="1454285"/>
                  </a:lnTo>
                  <a:lnTo>
                    <a:pt x="466655" y="1458017"/>
                  </a:lnTo>
                  <a:lnTo>
                    <a:pt x="466766" y="1458768"/>
                  </a:lnTo>
                  <a:lnTo>
                    <a:pt x="466143" y="1459894"/>
                  </a:lnTo>
                  <a:lnTo>
                    <a:pt x="465854" y="1459878"/>
                  </a:lnTo>
                  <a:lnTo>
                    <a:pt x="464978" y="1460852"/>
                  </a:lnTo>
                  <a:lnTo>
                    <a:pt x="462762" y="1461273"/>
                  </a:lnTo>
                  <a:lnTo>
                    <a:pt x="462308" y="1462552"/>
                  </a:lnTo>
                  <a:lnTo>
                    <a:pt x="462779" y="1467969"/>
                  </a:lnTo>
                  <a:lnTo>
                    <a:pt x="463676" y="1468520"/>
                  </a:lnTo>
                  <a:lnTo>
                    <a:pt x="463811" y="1469738"/>
                  </a:lnTo>
                  <a:lnTo>
                    <a:pt x="464347" y="1470333"/>
                  </a:lnTo>
                  <a:lnTo>
                    <a:pt x="464329" y="1471486"/>
                  </a:lnTo>
                  <a:lnTo>
                    <a:pt x="462532" y="1471724"/>
                  </a:lnTo>
                  <a:lnTo>
                    <a:pt x="461889" y="1471455"/>
                  </a:lnTo>
                  <a:lnTo>
                    <a:pt x="460172" y="1471453"/>
                  </a:lnTo>
                  <a:lnTo>
                    <a:pt x="459972" y="1471620"/>
                  </a:lnTo>
                  <a:lnTo>
                    <a:pt x="458919" y="1471195"/>
                  </a:lnTo>
                  <a:lnTo>
                    <a:pt x="455519" y="1471535"/>
                  </a:lnTo>
                  <a:lnTo>
                    <a:pt x="453146" y="1473300"/>
                  </a:lnTo>
                  <a:lnTo>
                    <a:pt x="452928" y="1473266"/>
                  </a:lnTo>
                  <a:lnTo>
                    <a:pt x="451217" y="1475385"/>
                  </a:lnTo>
                  <a:lnTo>
                    <a:pt x="450162" y="1475575"/>
                  </a:lnTo>
                  <a:lnTo>
                    <a:pt x="448961" y="1475173"/>
                  </a:lnTo>
                  <a:lnTo>
                    <a:pt x="448721" y="1475515"/>
                  </a:lnTo>
                  <a:lnTo>
                    <a:pt x="448403" y="1474801"/>
                  </a:lnTo>
                  <a:lnTo>
                    <a:pt x="448598" y="1474735"/>
                  </a:lnTo>
                  <a:lnTo>
                    <a:pt x="448628" y="1473638"/>
                  </a:lnTo>
                  <a:lnTo>
                    <a:pt x="448112" y="1472821"/>
                  </a:lnTo>
                  <a:lnTo>
                    <a:pt x="447777" y="1471624"/>
                  </a:lnTo>
                  <a:lnTo>
                    <a:pt x="447336" y="1471106"/>
                  </a:lnTo>
                  <a:lnTo>
                    <a:pt x="447444" y="1470943"/>
                  </a:lnTo>
                  <a:lnTo>
                    <a:pt x="446296" y="1470368"/>
                  </a:lnTo>
                  <a:lnTo>
                    <a:pt x="445682" y="1470486"/>
                  </a:lnTo>
                  <a:lnTo>
                    <a:pt x="445166" y="1471299"/>
                  </a:lnTo>
                  <a:lnTo>
                    <a:pt x="444960" y="1473916"/>
                  </a:lnTo>
                  <a:lnTo>
                    <a:pt x="444135" y="1476342"/>
                  </a:lnTo>
                  <a:lnTo>
                    <a:pt x="444123" y="1477049"/>
                  </a:lnTo>
                  <a:lnTo>
                    <a:pt x="443482" y="1478245"/>
                  </a:lnTo>
                  <a:lnTo>
                    <a:pt x="443319" y="1479643"/>
                  </a:lnTo>
                  <a:lnTo>
                    <a:pt x="443831" y="1479923"/>
                  </a:lnTo>
                  <a:lnTo>
                    <a:pt x="443975" y="1480437"/>
                  </a:lnTo>
                  <a:lnTo>
                    <a:pt x="444493" y="1480603"/>
                  </a:lnTo>
                  <a:lnTo>
                    <a:pt x="444755" y="1481070"/>
                  </a:lnTo>
                  <a:lnTo>
                    <a:pt x="445043" y="1484368"/>
                  </a:lnTo>
                  <a:lnTo>
                    <a:pt x="445597" y="1485883"/>
                  </a:lnTo>
                  <a:lnTo>
                    <a:pt x="446271" y="1486558"/>
                  </a:lnTo>
                  <a:lnTo>
                    <a:pt x="447244" y="1488749"/>
                  </a:lnTo>
                  <a:lnTo>
                    <a:pt x="448533" y="1492249"/>
                  </a:lnTo>
                  <a:lnTo>
                    <a:pt x="448379" y="1492496"/>
                  </a:lnTo>
                  <a:lnTo>
                    <a:pt x="447660" y="1494356"/>
                  </a:lnTo>
                  <a:lnTo>
                    <a:pt x="446942" y="1495352"/>
                  </a:lnTo>
                  <a:lnTo>
                    <a:pt x="446782" y="1496057"/>
                  </a:lnTo>
                  <a:lnTo>
                    <a:pt x="447786" y="1496931"/>
                  </a:lnTo>
                  <a:lnTo>
                    <a:pt x="449700" y="1500207"/>
                  </a:lnTo>
                  <a:lnTo>
                    <a:pt x="450692" y="1501315"/>
                  </a:lnTo>
                  <a:lnTo>
                    <a:pt x="451617" y="1503309"/>
                  </a:lnTo>
                  <a:lnTo>
                    <a:pt x="453108" y="1505401"/>
                  </a:lnTo>
                  <a:lnTo>
                    <a:pt x="453313" y="1506267"/>
                  </a:lnTo>
                  <a:lnTo>
                    <a:pt x="454382" y="1508125"/>
                  </a:lnTo>
                  <a:lnTo>
                    <a:pt x="455656" y="1509818"/>
                  </a:lnTo>
                  <a:lnTo>
                    <a:pt x="455935" y="1510539"/>
                  </a:lnTo>
                  <a:lnTo>
                    <a:pt x="456824" y="1511369"/>
                  </a:lnTo>
                  <a:lnTo>
                    <a:pt x="458478" y="1511985"/>
                  </a:lnTo>
                  <a:lnTo>
                    <a:pt x="459320" y="1511819"/>
                  </a:lnTo>
                  <a:lnTo>
                    <a:pt x="459734" y="1511464"/>
                  </a:lnTo>
                  <a:lnTo>
                    <a:pt x="462108" y="1511969"/>
                  </a:lnTo>
                  <a:lnTo>
                    <a:pt x="469478" y="1510802"/>
                  </a:lnTo>
                  <a:lnTo>
                    <a:pt x="471409" y="1510414"/>
                  </a:lnTo>
                  <a:lnTo>
                    <a:pt x="472891" y="1509046"/>
                  </a:lnTo>
                  <a:lnTo>
                    <a:pt x="475267" y="1507595"/>
                  </a:lnTo>
                  <a:lnTo>
                    <a:pt x="481001" y="1505232"/>
                  </a:lnTo>
                  <a:lnTo>
                    <a:pt x="481338" y="1506656"/>
                  </a:lnTo>
                  <a:lnTo>
                    <a:pt x="481794" y="1506547"/>
                  </a:lnTo>
                  <a:lnTo>
                    <a:pt x="482669" y="1505754"/>
                  </a:lnTo>
                  <a:lnTo>
                    <a:pt x="482843" y="1505897"/>
                  </a:lnTo>
                  <a:lnTo>
                    <a:pt x="483663" y="1505412"/>
                  </a:lnTo>
                  <a:lnTo>
                    <a:pt x="484886" y="1505554"/>
                  </a:lnTo>
                  <a:lnTo>
                    <a:pt x="485540" y="1506602"/>
                  </a:lnTo>
                  <a:lnTo>
                    <a:pt x="483677" y="1508347"/>
                  </a:lnTo>
                  <a:lnTo>
                    <a:pt x="484270" y="1508859"/>
                  </a:lnTo>
                  <a:lnTo>
                    <a:pt x="484491" y="1511275"/>
                  </a:lnTo>
                  <a:lnTo>
                    <a:pt x="484852" y="1512475"/>
                  </a:lnTo>
                  <a:lnTo>
                    <a:pt x="485693" y="1513929"/>
                  </a:lnTo>
                  <a:lnTo>
                    <a:pt x="486499" y="1516164"/>
                  </a:lnTo>
                  <a:lnTo>
                    <a:pt x="487354" y="1517548"/>
                  </a:lnTo>
                  <a:lnTo>
                    <a:pt x="488895" y="1523220"/>
                  </a:lnTo>
                  <a:lnTo>
                    <a:pt x="489436" y="1523048"/>
                  </a:lnTo>
                  <a:lnTo>
                    <a:pt x="490619" y="1523636"/>
                  </a:lnTo>
                  <a:lnTo>
                    <a:pt x="491028" y="1523505"/>
                  </a:lnTo>
                  <a:lnTo>
                    <a:pt x="491807" y="1526065"/>
                  </a:lnTo>
                  <a:lnTo>
                    <a:pt x="494599" y="1532773"/>
                  </a:lnTo>
                  <a:lnTo>
                    <a:pt x="495735" y="1532217"/>
                  </a:lnTo>
                  <a:lnTo>
                    <a:pt x="496947" y="1536193"/>
                  </a:lnTo>
                  <a:lnTo>
                    <a:pt x="496996" y="1536529"/>
                  </a:lnTo>
                  <a:lnTo>
                    <a:pt x="493396" y="1537792"/>
                  </a:lnTo>
                  <a:lnTo>
                    <a:pt x="493061" y="1538806"/>
                  </a:lnTo>
                  <a:lnTo>
                    <a:pt x="493076" y="1539354"/>
                  </a:lnTo>
                  <a:lnTo>
                    <a:pt x="493726" y="1540865"/>
                  </a:lnTo>
                  <a:lnTo>
                    <a:pt x="493400" y="1543624"/>
                  </a:lnTo>
                  <a:lnTo>
                    <a:pt x="493606" y="1544394"/>
                  </a:lnTo>
                  <a:lnTo>
                    <a:pt x="494821" y="1545390"/>
                  </a:lnTo>
                  <a:lnTo>
                    <a:pt x="495287" y="1547284"/>
                  </a:lnTo>
                  <a:lnTo>
                    <a:pt x="493026" y="1548101"/>
                  </a:lnTo>
                  <a:lnTo>
                    <a:pt x="492967" y="1548962"/>
                  </a:lnTo>
                  <a:lnTo>
                    <a:pt x="493546" y="1551150"/>
                  </a:lnTo>
                  <a:lnTo>
                    <a:pt x="490990" y="1552524"/>
                  </a:lnTo>
                  <a:lnTo>
                    <a:pt x="491091" y="1554162"/>
                  </a:lnTo>
                  <a:lnTo>
                    <a:pt x="485516" y="1553655"/>
                  </a:lnTo>
                  <a:lnTo>
                    <a:pt x="484401" y="1558670"/>
                  </a:lnTo>
                  <a:lnTo>
                    <a:pt x="484496" y="1560522"/>
                  </a:lnTo>
                  <a:lnTo>
                    <a:pt x="483329" y="1562107"/>
                  </a:lnTo>
                  <a:lnTo>
                    <a:pt x="481502" y="1563079"/>
                  </a:lnTo>
                  <a:lnTo>
                    <a:pt x="483088" y="1571314"/>
                  </a:lnTo>
                  <a:lnTo>
                    <a:pt x="483188" y="1571806"/>
                  </a:lnTo>
                  <a:lnTo>
                    <a:pt x="482788" y="1573209"/>
                  </a:lnTo>
                  <a:lnTo>
                    <a:pt x="483852" y="1573690"/>
                  </a:lnTo>
                  <a:lnTo>
                    <a:pt x="484328" y="1574210"/>
                  </a:lnTo>
                  <a:lnTo>
                    <a:pt x="485760" y="1573460"/>
                  </a:lnTo>
                  <a:lnTo>
                    <a:pt x="487778" y="1578039"/>
                  </a:lnTo>
                  <a:lnTo>
                    <a:pt x="489999" y="1577734"/>
                  </a:lnTo>
                  <a:lnTo>
                    <a:pt x="492846" y="1576655"/>
                  </a:lnTo>
                  <a:lnTo>
                    <a:pt x="493059" y="1578405"/>
                  </a:lnTo>
                  <a:lnTo>
                    <a:pt x="494920" y="1578220"/>
                  </a:lnTo>
                  <a:lnTo>
                    <a:pt x="502084" y="1576509"/>
                  </a:lnTo>
                  <a:lnTo>
                    <a:pt x="502933" y="1576777"/>
                  </a:lnTo>
                  <a:lnTo>
                    <a:pt x="503879" y="1576568"/>
                  </a:lnTo>
                  <a:lnTo>
                    <a:pt x="511902" y="1573515"/>
                  </a:lnTo>
                  <a:lnTo>
                    <a:pt x="513594" y="1572539"/>
                  </a:lnTo>
                  <a:lnTo>
                    <a:pt x="515179" y="1571255"/>
                  </a:lnTo>
                  <a:lnTo>
                    <a:pt x="521030" y="1567996"/>
                  </a:lnTo>
                  <a:lnTo>
                    <a:pt x="523918" y="1566700"/>
                  </a:lnTo>
                  <a:lnTo>
                    <a:pt x="526512" y="1566057"/>
                  </a:lnTo>
                  <a:lnTo>
                    <a:pt x="532203" y="1565237"/>
                  </a:lnTo>
                  <a:lnTo>
                    <a:pt x="540360" y="1564911"/>
                  </a:lnTo>
                  <a:lnTo>
                    <a:pt x="546546" y="1564133"/>
                  </a:lnTo>
                  <a:lnTo>
                    <a:pt x="554957" y="1564151"/>
                  </a:lnTo>
                  <a:lnTo>
                    <a:pt x="558242" y="1569512"/>
                  </a:lnTo>
                  <a:lnTo>
                    <a:pt x="558923" y="1571484"/>
                  </a:lnTo>
                  <a:lnTo>
                    <a:pt x="561221" y="1576355"/>
                  </a:lnTo>
                  <a:lnTo>
                    <a:pt x="561921" y="1578698"/>
                  </a:lnTo>
                  <a:lnTo>
                    <a:pt x="566367" y="1583471"/>
                  </a:lnTo>
                  <a:lnTo>
                    <a:pt x="568738" y="1582681"/>
                  </a:lnTo>
                  <a:lnTo>
                    <a:pt x="569989" y="1598644"/>
                  </a:lnTo>
                  <a:lnTo>
                    <a:pt x="566083" y="1599778"/>
                  </a:lnTo>
                  <a:lnTo>
                    <a:pt x="562167" y="1600458"/>
                  </a:lnTo>
                  <a:lnTo>
                    <a:pt x="555171" y="1603296"/>
                  </a:lnTo>
                  <a:lnTo>
                    <a:pt x="548727" y="1604789"/>
                  </a:lnTo>
                  <a:lnTo>
                    <a:pt x="546246" y="1604854"/>
                  </a:lnTo>
                  <a:lnTo>
                    <a:pt x="544528" y="1605244"/>
                  </a:lnTo>
                  <a:lnTo>
                    <a:pt x="539510" y="1605617"/>
                  </a:lnTo>
                  <a:lnTo>
                    <a:pt x="538338" y="1606023"/>
                  </a:lnTo>
                  <a:lnTo>
                    <a:pt x="540106" y="1626939"/>
                  </a:lnTo>
                  <a:lnTo>
                    <a:pt x="520877" y="1630020"/>
                  </a:lnTo>
                  <a:lnTo>
                    <a:pt x="523315" y="1639694"/>
                  </a:lnTo>
                  <a:lnTo>
                    <a:pt x="515715" y="1641902"/>
                  </a:lnTo>
                  <a:lnTo>
                    <a:pt x="513023" y="1636734"/>
                  </a:lnTo>
                  <a:lnTo>
                    <a:pt x="512315" y="1636009"/>
                  </a:lnTo>
                  <a:lnTo>
                    <a:pt x="509225" y="1641141"/>
                  </a:lnTo>
                  <a:lnTo>
                    <a:pt x="510298" y="1643485"/>
                  </a:lnTo>
                  <a:lnTo>
                    <a:pt x="501714" y="1646386"/>
                  </a:lnTo>
                  <a:lnTo>
                    <a:pt x="503815" y="1651391"/>
                  </a:lnTo>
                  <a:lnTo>
                    <a:pt x="502048" y="1652139"/>
                  </a:lnTo>
                  <a:lnTo>
                    <a:pt x="500583" y="1652766"/>
                  </a:lnTo>
                  <a:lnTo>
                    <a:pt x="501012" y="1653220"/>
                  </a:lnTo>
                  <a:lnTo>
                    <a:pt x="501345" y="1654306"/>
                  </a:lnTo>
                  <a:lnTo>
                    <a:pt x="502782" y="1657043"/>
                  </a:lnTo>
                  <a:lnTo>
                    <a:pt x="503692" y="1657747"/>
                  </a:lnTo>
                  <a:lnTo>
                    <a:pt x="504205" y="1658742"/>
                  </a:lnTo>
                  <a:lnTo>
                    <a:pt x="504281" y="1659781"/>
                  </a:lnTo>
                  <a:lnTo>
                    <a:pt x="503816" y="1661631"/>
                  </a:lnTo>
                  <a:lnTo>
                    <a:pt x="505512" y="1661454"/>
                  </a:lnTo>
                  <a:lnTo>
                    <a:pt x="506029" y="1661096"/>
                  </a:lnTo>
                  <a:lnTo>
                    <a:pt x="506009" y="1660879"/>
                  </a:lnTo>
                  <a:lnTo>
                    <a:pt x="506444" y="1660894"/>
                  </a:lnTo>
                  <a:lnTo>
                    <a:pt x="506456" y="1663166"/>
                  </a:lnTo>
                  <a:lnTo>
                    <a:pt x="507170" y="1663745"/>
                  </a:lnTo>
                  <a:lnTo>
                    <a:pt x="507226" y="1664050"/>
                  </a:lnTo>
                  <a:lnTo>
                    <a:pt x="508851" y="1664722"/>
                  </a:lnTo>
                  <a:lnTo>
                    <a:pt x="509155" y="1665397"/>
                  </a:lnTo>
                  <a:lnTo>
                    <a:pt x="510758" y="1664664"/>
                  </a:lnTo>
                  <a:lnTo>
                    <a:pt x="511257" y="1664774"/>
                  </a:lnTo>
                  <a:lnTo>
                    <a:pt x="512649" y="1666816"/>
                  </a:lnTo>
                  <a:lnTo>
                    <a:pt x="513553" y="1667572"/>
                  </a:lnTo>
                  <a:lnTo>
                    <a:pt x="512499" y="1672993"/>
                  </a:lnTo>
                  <a:lnTo>
                    <a:pt x="512990" y="1672932"/>
                  </a:lnTo>
                  <a:lnTo>
                    <a:pt x="512927" y="1673314"/>
                  </a:lnTo>
                  <a:lnTo>
                    <a:pt x="512521" y="1674268"/>
                  </a:lnTo>
                  <a:lnTo>
                    <a:pt x="511600" y="1674253"/>
                  </a:lnTo>
                  <a:lnTo>
                    <a:pt x="511450" y="1673546"/>
                  </a:lnTo>
                  <a:lnTo>
                    <a:pt x="510882" y="1673809"/>
                  </a:lnTo>
                  <a:lnTo>
                    <a:pt x="511196" y="1674291"/>
                  </a:lnTo>
                  <a:lnTo>
                    <a:pt x="511071" y="1674501"/>
                  </a:lnTo>
                  <a:lnTo>
                    <a:pt x="510678" y="1674510"/>
                  </a:lnTo>
                  <a:lnTo>
                    <a:pt x="510854" y="1674991"/>
                  </a:lnTo>
                  <a:lnTo>
                    <a:pt x="510654" y="1675097"/>
                  </a:lnTo>
                  <a:lnTo>
                    <a:pt x="510668" y="1676097"/>
                  </a:lnTo>
                  <a:lnTo>
                    <a:pt x="510319" y="1676761"/>
                  </a:lnTo>
                  <a:lnTo>
                    <a:pt x="509795" y="1679033"/>
                  </a:lnTo>
                  <a:lnTo>
                    <a:pt x="510045" y="1681085"/>
                  </a:lnTo>
                  <a:lnTo>
                    <a:pt x="510513" y="1681148"/>
                  </a:lnTo>
                  <a:lnTo>
                    <a:pt x="511396" y="1682410"/>
                  </a:lnTo>
                  <a:lnTo>
                    <a:pt x="512330" y="1686274"/>
                  </a:lnTo>
                  <a:lnTo>
                    <a:pt x="514330" y="1685361"/>
                  </a:lnTo>
                  <a:lnTo>
                    <a:pt x="516273" y="1685268"/>
                  </a:lnTo>
                  <a:lnTo>
                    <a:pt x="521113" y="1683813"/>
                  </a:lnTo>
                  <a:lnTo>
                    <a:pt x="522595" y="1683566"/>
                  </a:lnTo>
                  <a:lnTo>
                    <a:pt x="523628" y="1684765"/>
                  </a:lnTo>
                  <a:lnTo>
                    <a:pt x="522860" y="1685037"/>
                  </a:lnTo>
                  <a:lnTo>
                    <a:pt x="523258" y="1687437"/>
                  </a:lnTo>
                  <a:lnTo>
                    <a:pt x="522881" y="1687549"/>
                  </a:lnTo>
                  <a:lnTo>
                    <a:pt x="523089" y="1688259"/>
                  </a:lnTo>
                  <a:lnTo>
                    <a:pt x="524310" y="1687728"/>
                  </a:lnTo>
                  <a:lnTo>
                    <a:pt x="524815" y="1688622"/>
                  </a:lnTo>
                  <a:lnTo>
                    <a:pt x="524171" y="1688929"/>
                  </a:lnTo>
                  <a:lnTo>
                    <a:pt x="525315" y="1691414"/>
                  </a:lnTo>
                  <a:lnTo>
                    <a:pt x="527019" y="1690795"/>
                  </a:lnTo>
                  <a:lnTo>
                    <a:pt x="527948" y="1693107"/>
                  </a:lnTo>
                  <a:lnTo>
                    <a:pt x="528220" y="1693169"/>
                  </a:lnTo>
                  <a:lnTo>
                    <a:pt x="532247" y="1690333"/>
                  </a:lnTo>
                  <a:lnTo>
                    <a:pt x="532785" y="1690168"/>
                  </a:lnTo>
                  <a:lnTo>
                    <a:pt x="533315" y="1690896"/>
                  </a:lnTo>
                  <a:lnTo>
                    <a:pt x="535436" y="1690110"/>
                  </a:lnTo>
                  <a:lnTo>
                    <a:pt x="535814" y="1690776"/>
                  </a:lnTo>
                  <a:lnTo>
                    <a:pt x="537340" y="1690134"/>
                  </a:lnTo>
                  <a:lnTo>
                    <a:pt x="537523" y="1690556"/>
                  </a:lnTo>
                  <a:lnTo>
                    <a:pt x="538165" y="1690261"/>
                  </a:lnTo>
                  <a:lnTo>
                    <a:pt x="538821" y="1690843"/>
                  </a:lnTo>
                  <a:lnTo>
                    <a:pt x="540112" y="1690529"/>
                  </a:lnTo>
                  <a:lnTo>
                    <a:pt x="541024" y="1691014"/>
                  </a:lnTo>
                  <a:lnTo>
                    <a:pt x="542137" y="1691242"/>
                  </a:lnTo>
                  <a:lnTo>
                    <a:pt x="545377" y="1693407"/>
                  </a:lnTo>
                  <a:lnTo>
                    <a:pt x="548956" y="1694508"/>
                  </a:lnTo>
                  <a:lnTo>
                    <a:pt x="553078" y="1696233"/>
                  </a:lnTo>
                  <a:lnTo>
                    <a:pt x="557734" y="1699531"/>
                  </a:lnTo>
                  <a:lnTo>
                    <a:pt x="564676" y="1703279"/>
                  </a:lnTo>
                  <a:lnTo>
                    <a:pt x="565047" y="1709308"/>
                  </a:lnTo>
                  <a:lnTo>
                    <a:pt x="565454" y="1710530"/>
                  </a:lnTo>
                  <a:lnTo>
                    <a:pt x="564720" y="1711275"/>
                  </a:lnTo>
                  <a:lnTo>
                    <a:pt x="565130" y="1711766"/>
                  </a:lnTo>
                  <a:lnTo>
                    <a:pt x="559912" y="1714844"/>
                  </a:lnTo>
                  <a:lnTo>
                    <a:pt x="558432" y="1716086"/>
                  </a:lnTo>
                  <a:lnTo>
                    <a:pt x="556276" y="1719121"/>
                  </a:lnTo>
                  <a:lnTo>
                    <a:pt x="553685" y="1721101"/>
                  </a:lnTo>
                  <a:lnTo>
                    <a:pt x="550482" y="1722916"/>
                  </a:lnTo>
                  <a:lnTo>
                    <a:pt x="548773" y="1722256"/>
                  </a:lnTo>
                  <a:lnTo>
                    <a:pt x="547221" y="1722030"/>
                  </a:lnTo>
                  <a:lnTo>
                    <a:pt x="546787" y="1721470"/>
                  </a:lnTo>
                  <a:lnTo>
                    <a:pt x="544182" y="1721324"/>
                  </a:lnTo>
                  <a:lnTo>
                    <a:pt x="543734" y="1721837"/>
                  </a:lnTo>
                  <a:lnTo>
                    <a:pt x="543803" y="1722520"/>
                  </a:lnTo>
                  <a:lnTo>
                    <a:pt x="542073" y="1724217"/>
                  </a:lnTo>
                  <a:lnTo>
                    <a:pt x="540912" y="1725010"/>
                  </a:lnTo>
                  <a:lnTo>
                    <a:pt x="537702" y="1724047"/>
                  </a:lnTo>
                  <a:lnTo>
                    <a:pt x="536310" y="1724218"/>
                  </a:lnTo>
                  <a:lnTo>
                    <a:pt x="536397" y="1725196"/>
                  </a:lnTo>
                  <a:lnTo>
                    <a:pt x="532667" y="1726417"/>
                  </a:lnTo>
                  <a:lnTo>
                    <a:pt x="530951" y="1726734"/>
                  </a:lnTo>
                  <a:lnTo>
                    <a:pt x="530907" y="1726481"/>
                  </a:lnTo>
                  <a:lnTo>
                    <a:pt x="528304" y="1727745"/>
                  </a:lnTo>
                  <a:lnTo>
                    <a:pt x="528262" y="1727480"/>
                  </a:lnTo>
                  <a:lnTo>
                    <a:pt x="526486" y="1727990"/>
                  </a:lnTo>
                  <a:lnTo>
                    <a:pt x="526135" y="1726530"/>
                  </a:lnTo>
                  <a:lnTo>
                    <a:pt x="517235" y="1728583"/>
                  </a:lnTo>
                  <a:lnTo>
                    <a:pt x="515477" y="1729741"/>
                  </a:lnTo>
                  <a:lnTo>
                    <a:pt x="514902" y="1729528"/>
                  </a:lnTo>
                  <a:lnTo>
                    <a:pt x="514291" y="1729925"/>
                  </a:lnTo>
                  <a:lnTo>
                    <a:pt x="514141" y="1731009"/>
                  </a:lnTo>
                  <a:lnTo>
                    <a:pt x="513460" y="1731454"/>
                  </a:lnTo>
                  <a:lnTo>
                    <a:pt x="512423" y="1731657"/>
                  </a:lnTo>
                  <a:lnTo>
                    <a:pt x="512090" y="1732235"/>
                  </a:lnTo>
                  <a:lnTo>
                    <a:pt x="512084" y="1733030"/>
                  </a:lnTo>
                  <a:lnTo>
                    <a:pt x="510939" y="1733375"/>
                  </a:lnTo>
                  <a:lnTo>
                    <a:pt x="509683" y="1734588"/>
                  </a:lnTo>
                  <a:lnTo>
                    <a:pt x="508324" y="1735078"/>
                  </a:lnTo>
                  <a:lnTo>
                    <a:pt x="507647" y="1734186"/>
                  </a:lnTo>
                  <a:lnTo>
                    <a:pt x="507048" y="1734348"/>
                  </a:lnTo>
                  <a:lnTo>
                    <a:pt x="506543" y="1733675"/>
                  </a:lnTo>
                  <a:lnTo>
                    <a:pt x="505967" y="1734693"/>
                  </a:lnTo>
                  <a:lnTo>
                    <a:pt x="501667" y="1734813"/>
                  </a:lnTo>
                  <a:lnTo>
                    <a:pt x="501788" y="1735177"/>
                  </a:lnTo>
                  <a:lnTo>
                    <a:pt x="501392" y="1735406"/>
                  </a:lnTo>
                  <a:lnTo>
                    <a:pt x="498726" y="1735962"/>
                  </a:lnTo>
                  <a:lnTo>
                    <a:pt x="496729" y="1738826"/>
                  </a:lnTo>
                  <a:lnTo>
                    <a:pt x="496403" y="1739865"/>
                  </a:lnTo>
                  <a:lnTo>
                    <a:pt x="490978" y="1740369"/>
                  </a:lnTo>
                  <a:lnTo>
                    <a:pt x="487504" y="1741355"/>
                  </a:lnTo>
                  <a:lnTo>
                    <a:pt x="482878" y="1743646"/>
                  </a:lnTo>
                  <a:lnTo>
                    <a:pt x="482086" y="1744513"/>
                  </a:lnTo>
                  <a:lnTo>
                    <a:pt x="480211" y="1745921"/>
                  </a:lnTo>
                  <a:lnTo>
                    <a:pt x="479245" y="1747490"/>
                  </a:lnTo>
                  <a:lnTo>
                    <a:pt x="483553" y="1749620"/>
                  </a:lnTo>
                  <a:lnTo>
                    <a:pt x="480471" y="1753676"/>
                  </a:lnTo>
                  <a:lnTo>
                    <a:pt x="478233" y="1757365"/>
                  </a:lnTo>
                  <a:lnTo>
                    <a:pt x="485304" y="1763987"/>
                  </a:lnTo>
                  <a:lnTo>
                    <a:pt x="488330" y="1768156"/>
                  </a:lnTo>
                  <a:lnTo>
                    <a:pt x="491258" y="1764503"/>
                  </a:lnTo>
                  <a:lnTo>
                    <a:pt x="494050" y="1761994"/>
                  </a:lnTo>
                  <a:lnTo>
                    <a:pt x="500305" y="1755070"/>
                  </a:lnTo>
                  <a:lnTo>
                    <a:pt x="504653" y="1752305"/>
                  </a:lnTo>
                  <a:lnTo>
                    <a:pt x="505024" y="1752401"/>
                  </a:lnTo>
                  <a:lnTo>
                    <a:pt x="506552" y="1755013"/>
                  </a:lnTo>
                  <a:lnTo>
                    <a:pt x="507767" y="1753875"/>
                  </a:lnTo>
                  <a:lnTo>
                    <a:pt x="508339" y="1754945"/>
                  </a:lnTo>
                  <a:lnTo>
                    <a:pt x="509292" y="1756037"/>
                  </a:lnTo>
                  <a:lnTo>
                    <a:pt x="509889" y="1756243"/>
                  </a:lnTo>
                  <a:lnTo>
                    <a:pt x="510826" y="1757132"/>
                  </a:lnTo>
                  <a:lnTo>
                    <a:pt x="511368" y="1757175"/>
                  </a:lnTo>
                  <a:lnTo>
                    <a:pt x="512646" y="1758637"/>
                  </a:lnTo>
                  <a:lnTo>
                    <a:pt x="513628" y="1758199"/>
                  </a:lnTo>
                  <a:lnTo>
                    <a:pt x="514483" y="1758138"/>
                  </a:lnTo>
                  <a:lnTo>
                    <a:pt x="517668" y="1759639"/>
                  </a:lnTo>
                  <a:lnTo>
                    <a:pt x="520874" y="1768966"/>
                  </a:lnTo>
                  <a:lnTo>
                    <a:pt x="525658" y="1766646"/>
                  </a:lnTo>
                  <a:lnTo>
                    <a:pt x="525428" y="1767169"/>
                  </a:lnTo>
                  <a:lnTo>
                    <a:pt x="526097" y="1769333"/>
                  </a:lnTo>
                  <a:lnTo>
                    <a:pt x="527583" y="1770913"/>
                  </a:lnTo>
                  <a:lnTo>
                    <a:pt x="527312" y="1772462"/>
                  </a:lnTo>
                  <a:lnTo>
                    <a:pt x="527547" y="1773949"/>
                  </a:lnTo>
                  <a:lnTo>
                    <a:pt x="528346" y="1774719"/>
                  </a:lnTo>
                  <a:lnTo>
                    <a:pt x="528949" y="1774795"/>
                  </a:lnTo>
                  <a:lnTo>
                    <a:pt x="530638" y="1776139"/>
                  </a:lnTo>
                  <a:lnTo>
                    <a:pt x="530583" y="1776455"/>
                  </a:lnTo>
                  <a:lnTo>
                    <a:pt x="531010" y="1777223"/>
                  </a:lnTo>
                  <a:lnTo>
                    <a:pt x="531060" y="1778272"/>
                  </a:lnTo>
                  <a:lnTo>
                    <a:pt x="531813" y="1778983"/>
                  </a:lnTo>
                  <a:lnTo>
                    <a:pt x="533002" y="1779127"/>
                  </a:lnTo>
                  <a:lnTo>
                    <a:pt x="533487" y="1781160"/>
                  </a:lnTo>
                  <a:lnTo>
                    <a:pt x="534364" y="1782147"/>
                  </a:lnTo>
                  <a:lnTo>
                    <a:pt x="535033" y="1782607"/>
                  </a:lnTo>
                  <a:lnTo>
                    <a:pt x="536148" y="1782656"/>
                  </a:lnTo>
                  <a:lnTo>
                    <a:pt x="537738" y="1786080"/>
                  </a:lnTo>
                  <a:lnTo>
                    <a:pt x="541841" y="1785888"/>
                  </a:lnTo>
                  <a:lnTo>
                    <a:pt x="543021" y="1786715"/>
                  </a:lnTo>
                  <a:lnTo>
                    <a:pt x="546687" y="1788465"/>
                  </a:lnTo>
                  <a:lnTo>
                    <a:pt x="549936" y="1790130"/>
                  </a:lnTo>
                  <a:lnTo>
                    <a:pt x="551584" y="1791274"/>
                  </a:lnTo>
                  <a:lnTo>
                    <a:pt x="554632" y="1794854"/>
                  </a:lnTo>
                  <a:lnTo>
                    <a:pt x="555638" y="1795721"/>
                  </a:lnTo>
                  <a:lnTo>
                    <a:pt x="557906" y="1795515"/>
                  </a:lnTo>
                  <a:lnTo>
                    <a:pt x="558625" y="1795639"/>
                  </a:lnTo>
                  <a:lnTo>
                    <a:pt x="559118" y="1795993"/>
                  </a:lnTo>
                  <a:lnTo>
                    <a:pt x="559641" y="1795734"/>
                  </a:lnTo>
                  <a:lnTo>
                    <a:pt x="559735" y="1798801"/>
                  </a:lnTo>
                  <a:lnTo>
                    <a:pt x="558887" y="1798734"/>
                  </a:lnTo>
                  <a:lnTo>
                    <a:pt x="558931" y="1799898"/>
                  </a:lnTo>
                  <a:lnTo>
                    <a:pt x="556969" y="1800751"/>
                  </a:lnTo>
                  <a:lnTo>
                    <a:pt x="555778" y="1800111"/>
                  </a:lnTo>
                  <a:lnTo>
                    <a:pt x="555803" y="1799839"/>
                  </a:lnTo>
                  <a:lnTo>
                    <a:pt x="555360" y="1799460"/>
                  </a:lnTo>
                  <a:lnTo>
                    <a:pt x="554958" y="1799399"/>
                  </a:lnTo>
                  <a:lnTo>
                    <a:pt x="554589" y="1800116"/>
                  </a:lnTo>
                  <a:lnTo>
                    <a:pt x="554052" y="1799912"/>
                  </a:lnTo>
                  <a:lnTo>
                    <a:pt x="553636" y="1800485"/>
                  </a:lnTo>
                  <a:lnTo>
                    <a:pt x="553717" y="1799411"/>
                  </a:lnTo>
                  <a:lnTo>
                    <a:pt x="552883" y="1799059"/>
                  </a:lnTo>
                  <a:lnTo>
                    <a:pt x="552675" y="1799342"/>
                  </a:lnTo>
                  <a:lnTo>
                    <a:pt x="552781" y="1800894"/>
                  </a:lnTo>
                  <a:lnTo>
                    <a:pt x="552568" y="1801073"/>
                  </a:lnTo>
                  <a:lnTo>
                    <a:pt x="551885" y="1800622"/>
                  </a:lnTo>
                  <a:lnTo>
                    <a:pt x="551914" y="1799935"/>
                  </a:lnTo>
                  <a:lnTo>
                    <a:pt x="551596" y="1799266"/>
                  </a:lnTo>
                  <a:lnTo>
                    <a:pt x="550789" y="1798827"/>
                  </a:lnTo>
                  <a:lnTo>
                    <a:pt x="550613" y="1798938"/>
                  </a:lnTo>
                  <a:lnTo>
                    <a:pt x="550681" y="1799993"/>
                  </a:lnTo>
                  <a:lnTo>
                    <a:pt x="550460" y="1800305"/>
                  </a:lnTo>
                  <a:lnTo>
                    <a:pt x="549644" y="1799511"/>
                  </a:lnTo>
                  <a:lnTo>
                    <a:pt x="549213" y="1799561"/>
                  </a:lnTo>
                  <a:lnTo>
                    <a:pt x="548875" y="1800491"/>
                  </a:lnTo>
                  <a:lnTo>
                    <a:pt x="549056" y="1801585"/>
                  </a:lnTo>
                  <a:lnTo>
                    <a:pt x="548143" y="1802842"/>
                  </a:lnTo>
                  <a:lnTo>
                    <a:pt x="547162" y="1803002"/>
                  </a:lnTo>
                  <a:lnTo>
                    <a:pt x="545997" y="1803945"/>
                  </a:lnTo>
                  <a:lnTo>
                    <a:pt x="545113" y="1803892"/>
                  </a:lnTo>
                  <a:lnTo>
                    <a:pt x="543327" y="1804823"/>
                  </a:lnTo>
                  <a:lnTo>
                    <a:pt x="541819" y="1804271"/>
                  </a:lnTo>
                  <a:lnTo>
                    <a:pt x="540568" y="1804180"/>
                  </a:lnTo>
                  <a:lnTo>
                    <a:pt x="539679" y="1803708"/>
                  </a:lnTo>
                  <a:lnTo>
                    <a:pt x="539739" y="1802558"/>
                  </a:lnTo>
                  <a:lnTo>
                    <a:pt x="539420" y="1802251"/>
                  </a:lnTo>
                  <a:lnTo>
                    <a:pt x="538768" y="1802235"/>
                  </a:lnTo>
                  <a:lnTo>
                    <a:pt x="537483" y="1802928"/>
                  </a:lnTo>
                  <a:lnTo>
                    <a:pt x="536449" y="1802258"/>
                  </a:lnTo>
                  <a:lnTo>
                    <a:pt x="534680" y="1801703"/>
                  </a:lnTo>
                  <a:lnTo>
                    <a:pt x="534558" y="1802073"/>
                  </a:lnTo>
                  <a:lnTo>
                    <a:pt x="535467" y="1803051"/>
                  </a:lnTo>
                  <a:lnTo>
                    <a:pt x="535260" y="1803512"/>
                  </a:lnTo>
                  <a:lnTo>
                    <a:pt x="534097" y="1804241"/>
                  </a:lnTo>
                  <a:lnTo>
                    <a:pt x="534027" y="1805224"/>
                  </a:lnTo>
                  <a:lnTo>
                    <a:pt x="534489" y="1806501"/>
                  </a:lnTo>
                  <a:lnTo>
                    <a:pt x="532977" y="1806600"/>
                  </a:lnTo>
                  <a:lnTo>
                    <a:pt x="532702" y="1806955"/>
                  </a:lnTo>
                  <a:lnTo>
                    <a:pt x="532736" y="1807806"/>
                  </a:lnTo>
                  <a:lnTo>
                    <a:pt x="532388" y="1809216"/>
                  </a:lnTo>
                  <a:lnTo>
                    <a:pt x="528863" y="1811735"/>
                  </a:lnTo>
                  <a:lnTo>
                    <a:pt x="527397" y="1811950"/>
                  </a:lnTo>
                  <a:lnTo>
                    <a:pt x="526932" y="1811016"/>
                  </a:lnTo>
                  <a:lnTo>
                    <a:pt x="526084" y="1810580"/>
                  </a:lnTo>
                  <a:lnTo>
                    <a:pt x="525620" y="1811010"/>
                  </a:lnTo>
                  <a:lnTo>
                    <a:pt x="525199" y="1812026"/>
                  </a:lnTo>
                  <a:lnTo>
                    <a:pt x="524452" y="1812530"/>
                  </a:lnTo>
                  <a:lnTo>
                    <a:pt x="523885" y="1812462"/>
                  </a:lnTo>
                  <a:lnTo>
                    <a:pt x="524087" y="1811723"/>
                  </a:lnTo>
                  <a:lnTo>
                    <a:pt x="523241" y="1811831"/>
                  </a:lnTo>
                  <a:lnTo>
                    <a:pt x="522863" y="1811576"/>
                  </a:lnTo>
                  <a:lnTo>
                    <a:pt x="523675" y="1810603"/>
                  </a:lnTo>
                  <a:lnTo>
                    <a:pt x="523567" y="1810244"/>
                  </a:lnTo>
                  <a:lnTo>
                    <a:pt x="522750" y="1810632"/>
                  </a:lnTo>
                  <a:lnTo>
                    <a:pt x="520692" y="1810003"/>
                  </a:lnTo>
                  <a:lnTo>
                    <a:pt x="519749" y="1809360"/>
                  </a:lnTo>
                  <a:lnTo>
                    <a:pt x="518741" y="1809154"/>
                  </a:lnTo>
                  <a:lnTo>
                    <a:pt x="518296" y="1808176"/>
                  </a:lnTo>
                  <a:lnTo>
                    <a:pt x="518599" y="1807489"/>
                  </a:lnTo>
                  <a:lnTo>
                    <a:pt x="518364" y="1807197"/>
                  </a:lnTo>
                  <a:lnTo>
                    <a:pt x="516180" y="1807813"/>
                  </a:lnTo>
                  <a:lnTo>
                    <a:pt x="515584" y="1806765"/>
                  </a:lnTo>
                  <a:lnTo>
                    <a:pt x="514989" y="1806543"/>
                  </a:lnTo>
                  <a:lnTo>
                    <a:pt x="514749" y="1806564"/>
                  </a:lnTo>
                  <a:lnTo>
                    <a:pt x="514572" y="1807204"/>
                  </a:lnTo>
                  <a:lnTo>
                    <a:pt x="514160" y="1807599"/>
                  </a:lnTo>
                  <a:lnTo>
                    <a:pt x="513695" y="1806857"/>
                  </a:lnTo>
                  <a:lnTo>
                    <a:pt x="513045" y="1806388"/>
                  </a:lnTo>
                  <a:lnTo>
                    <a:pt x="511814" y="1806966"/>
                  </a:lnTo>
                  <a:lnTo>
                    <a:pt x="510486" y="1806061"/>
                  </a:lnTo>
                  <a:lnTo>
                    <a:pt x="509769" y="1805977"/>
                  </a:lnTo>
                  <a:lnTo>
                    <a:pt x="509473" y="1806278"/>
                  </a:lnTo>
                  <a:lnTo>
                    <a:pt x="509709" y="1807785"/>
                  </a:lnTo>
                  <a:lnTo>
                    <a:pt x="509395" y="1807732"/>
                  </a:lnTo>
                  <a:lnTo>
                    <a:pt x="508998" y="1807181"/>
                  </a:lnTo>
                  <a:lnTo>
                    <a:pt x="508081" y="1806986"/>
                  </a:lnTo>
                  <a:lnTo>
                    <a:pt x="507244" y="1808071"/>
                  </a:lnTo>
                  <a:lnTo>
                    <a:pt x="506885" y="1807592"/>
                  </a:lnTo>
                  <a:lnTo>
                    <a:pt x="506652" y="1807766"/>
                  </a:lnTo>
                  <a:lnTo>
                    <a:pt x="506375" y="1807552"/>
                  </a:lnTo>
                  <a:lnTo>
                    <a:pt x="505936" y="1806070"/>
                  </a:lnTo>
                  <a:lnTo>
                    <a:pt x="504892" y="1805710"/>
                  </a:lnTo>
                  <a:lnTo>
                    <a:pt x="504990" y="1803780"/>
                  </a:lnTo>
                  <a:lnTo>
                    <a:pt x="504591" y="1803346"/>
                  </a:lnTo>
                  <a:lnTo>
                    <a:pt x="503142" y="1803117"/>
                  </a:lnTo>
                  <a:lnTo>
                    <a:pt x="503282" y="1802593"/>
                  </a:lnTo>
                  <a:lnTo>
                    <a:pt x="503056" y="1801734"/>
                  </a:lnTo>
                  <a:lnTo>
                    <a:pt x="503411" y="1801309"/>
                  </a:lnTo>
                  <a:lnTo>
                    <a:pt x="502962" y="1801156"/>
                  </a:lnTo>
                  <a:lnTo>
                    <a:pt x="502939" y="1800834"/>
                  </a:lnTo>
                  <a:lnTo>
                    <a:pt x="502290" y="1800645"/>
                  </a:lnTo>
                  <a:lnTo>
                    <a:pt x="502480" y="1801804"/>
                  </a:lnTo>
                  <a:lnTo>
                    <a:pt x="502112" y="1802694"/>
                  </a:lnTo>
                  <a:lnTo>
                    <a:pt x="501458" y="1802528"/>
                  </a:lnTo>
                  <a:lnTo>
                    <a:pt x="501419" y="1801847"/>
                  </a:lnTo>
                  <a:lnTo>
                    <a:pt x="500966" y="1801451"/>
                  </a:lnTo>
                  <a:lnTo>
                    <a:pt x="499036" y="1802018"/>
                  </a:lnTo>
                  <a:lnTo>
                    <a:pt x="498754" y="1800667"/>
                  </a:lnTo>
                  <a:lnTo>
                    <a:pt x="496599" y="1799845"/>
                  </a:lnTo>
                  <a:lnTo>
                    <a:pt x="496873" y="1798465"/>
                  </a:lnTo>
                  <a:lnTo>
                    <a:pt x="494854" y="1798900"/>
                  </a:lnTo>
                  <a:lnTo>
                    <a:pt x="494519" y="1798573"/>
                  </a:lnTo>
                  <a:lnTo>
                    <a:pt x="494610" y="1797615"/>
                  </a:lnTo>
                  <a:lnTo>
                    <a:pt x="493534" y="1797157"/>
                  </a:lnTo>
                  <a:lnTo>
                    <a:pt x="493321" y="1797356"/>
                  </a:lnTo>
                  <a:lnTo>
                    <a:pt x="493355" y="1798580"/>
                  </a:lnTo>
                  <a:lnTo>
                    <a:pt x="492051" y="1797881"/>
                  </a:lnTo>
                  <a:lnTo>
                    <a:pt x="491557" y="1798172"/>
                  </a:lnTo>
                  <a:lnTo>
                    <a:pt x="491192" y="1798127"/>
                  </a:lnTo>
                  <a:lnTo>
                    <a:pt x="490588" y="1798950"/>
                  </a:lnTo>
                  <a:lnTo>
                    <a:pt x="489544" y="1798361"/>
                  </a:lnTo>
                  <a:lnTo>
                    <a:pt x="488242" y="1799169"/>
                  </a:lnTo>
                  <a:lnTo>
                    <a:pt x="487763" y="1800494"/>
                  </a:lnTo>
                  <a:lnTo>
                    <a:pt x="487984" y="1802054"/>
                  </a:lnTo>
                  <a:lnTo>
                    <a:pt x="488956" y="1805232"/>
                  </a:lnTo>
                  <a:lnTo>
                    <a:pt x="488648" y="1810241"/>
                  </a:lnTo>
                  <a:lnTo>
                    <a:pt x="487702" y="1815003"/>
                  </a:lnTo>
                  <a:lnTo>
                    <a:pt x="485624" y="1815137"/>
                  </a:lnTo>
                  <a:lnTo>
                    <a:pt x="485096" y="1814869"/>
                  </a:lnTo>
                  <a:lnTo>
                    <a:pt x="484013" y="1814853"/>
                  </a:lnTo>
                  <a:lnTo>
                    <a:pt x="480839" y="1815530"/>
                  </a:lnTo>
                  <a:lnTo>
                    <a:pt x="478552" y="1815132"/>
                  </a:lnTo>
                  <a:lnTo>
                    <a:pt x="476385" y="1815156"/>
                  </a:lnTo>
                  <a:lnTo>
                    <a:pt x="473482" y="1816427"/>
                  </a:lnTo>
                  <a:lnTo>
                    <a:pt x="467517" y="1815781"/>
                  </a:lnTo>
                  <a:lnTo>
                    <a:pt x="466413" y="1815111"/>
                  </a:lnTo>
                  <a:lnTo>
                    <a:pt x="464905" y="1813681"/>
                  </a:lnTo>
                  <a:lnTo>
                    <a:pt x="462678" y="1813488"/>
                  </a:lnTo>
                  <a:lnTo>
                    <a:pt x="460970" y="1811959"/>
                  </a:lnTo>
                  <a:lnTo>
                    <a:pt x="459698" y="1811267"/>
                  </a:lnTo>
                  <a:lnTo>
                    <a:pt x="458661" y="1809924"/>
                  </a:lnTo>
                  <a:lnTo>
                    <a:pt x="458336" y="1808457"/>
                  </a:lnTo>
                  <a:lnTo>
                    <a:pt x="457144" y="1806063"/>
                  </a:lnTo>
                  <a:lnTo>
                    <a:pt x="457032" y="1804631"/>
                  </a:lnTo>
                  <a:lnTo>
                    <a:pt x="456314" y="1803251"/>
                  </a:lnTo>
                  <a:lnTo>
                    <a:pt x="453982" y="1801062"/>
                  </a:lnTo>
                  <a:lnTo>
                    <a:pt x="452968" y="1799490"/>
                  </a:lnTo>
                  <a:lnTo>
                    <a:pt x="451305" y="1798124"/>
                  </a:lnTo>
                  <a:lnTo>
                    <a:pt x="449361" y="1799393"/>
                  </a:lnTo>
                  <a:lnTo>
                    <a:pt x="447119" y="1799303"/>
                  </a:lnTo>
                  <a:lnTo>
                    <a:pt x="445930" y="1799578"/>
                  </a:lnTo>
                  <a:lnTo>
                    <a:pt x="444293" y="1799188"/>
                  </a:lnTo>
                  <a:lnTo>
                    <a:pt x="442269" y="1799319"/>
                  </a:lnTo>
                  <a:lnTo>
                    <a:pt x="440148" y="1800115"/>
                  </a:lnTo>
                  <a:lnTo>
                    <a:pt x="439732" y="1799917"/>
                  </a:lnTo>
                  <a:lnTo>
                    <a:pt x="437742" y="1800898"/>
                  </a:lnTo>
                  <a:lnTo>
                    <a:pt x="437564" y="1799941"/>
                  </a:lnTo>
                  <a:lnTo>
                    <a:pt x="437276" y="1799908"/>
                  </a:lnTo>
                  <a:lnTo>
                    <a:pt x="434802" y="1800895"/>
                  </a:lnTo>
                  <a:lnTo>
                    <a:pt x="432479" y="1800729"/>
                  </a:lnTo>
                  <a:lnTo>
                    <a:pt x="430596" y="1801191"/>
                  </a:lnTo>
                  <a:lnTo>
                    <a:pt x="428770" y="1801858"/>
                  </a:lnTo>
                  <a:lnTo>
                    <a:pt x="426478" y="1804094"/>
                  </a:lnTo>
                  <a:lnTo>
                    <a:pt x="424539" y="1804824"/>
                  </a:lnTo>
                  <a:lnTo>
                    <a:pt x="423246" y="1806091"/>
                  </a:lnTo>
                  <a:lnTo>
                    <a:pt x="421848" y="1806848"/>
                  </a:lnTo>
                  <a:lnTo>
                    <a:pt x="419620" y="1808836"/>
                  </a:lnTo>
                  <a:lnTo>
                    <a:pt x="418048" y="1808107"/>
                  </a:lnTo>
                  <a:lnTo>
                    <a:pt x="417375" y="1808192"/>
                  </a:lnTo>
                  <a:lnTo>
                    <a:pt x="416134" y="1809035"/>
                  </a:lnTo>
                  <a:lnTo>
                    <a:pt x="415894" y="1808341"/>
                  </a:lnTo>
                  <a:lnTo>
                    <a:pt x="415593" y="1808148"/>
                  </a:lnTo>
                  <a:lnTo>
                    <a:pt x="414977" y="1808070"/>
                  </a:lnTo>
                  <a:lnTo>
                    <a:pt x="414209" y="1807661"/>
                  </a:lnTo>
                  <a:lnTo>
                    <a:pt x="414061" y="1807360"/>
                  </a:lnTo>
                  <a:lnTo>
                    <a:pt x="412303" y="1807003"/>
                  </a:lnTo>
                  <a:lnTo>
                    <a:pt x="410374" y="1808518"/>
                  </a:lnTo>
                  <a:lnTo>
                    <a:pt x="409834" y="1809475"/>
                  </a:lnTo>
                  <a:lnTo>
                    <a:pt x="408960" y="1809821"/>
                  </a:lnTo>
                  <a:lnTo>
                    <a:pt x="408152" y="1809767"/>
                  </a:lnTo>
                  <a:lnTo>
                    <a:pt x="408234" y="1809436"/>
                  </a:lnTo>
                  <a:lnTo>
                    <a:pt x="407914" y="1809559"/>
                  </a:lnTo>
                  <a:lnTo>
                    <a:pt x="408059" y="1809261"/>
                  </a:lnTo>
                  <a:lnTo>
                    <a:pt x="407536" y="1809107"/>
                  </a:lnTo>
                  <a:lnTo>
                    <a:pt x="407882" y="1808720"/>
                  </a:lnTo>
                  <a:lnTo>
                    <a:pt x="407704" y="1808815"/>
                  </a:lnTo>
                  <a:lnTo>
                    <a:pt x="407107" y="1808120"/>
                  </a:lnTo>
                  <a:lnTo>
                    <a:pt x="406580" y="1806908"/>
                  </a:lnTo>
                  <a:lnTo>
                    <a:pt x="405635" y="1805956"/>
                  </a:lnTo>
                  <a:lnTo>
                    <a:pt x="405447" y="1804820"/>
                  </a:lnTo>
                  <a:lnTo>
                    <a:pt x="404990" y="1804394"/>
                  </a:lnTo>
                  <a:lnTo>
                    <a:pt x="405149" y="1804382"/>
                  </a:lnTo>
                  <a:lnTo>
                    <a:pt x="405076" y="1804121"/>
                  </a:lnTo>
                  <a:lnTo>
                    <a:pt x="404610" y="1803774"/>
                  </a:lnTo>
                  <a:lnTo>
                    <a:pt x="404383" y="1803075"/>
                  </a:lnTo>
                  <a:lnTo>
                    <a:pt x="403249" y="1801673"/>
                  </a:lnTo>
                  <a:lnTo>
                    <a:pt x="403009" y="1801009"/>
                  </a:lnTo>
                  <a:lnTo>
                    <a:pt x="402628" y="1800841"/>
                  </a:lnTo>
                  <a:lnTo>
                    <a:pt x="403022" y="1799831"/>
                  </a:lnTo>
                  <a:lnTo>
                    <a:pt x="401987" y="1797637"/>
                  </a:lnTo>
                  <a:lnTo>
                    <a:pt x="400083" y="1796974"/>
                  </a:lnTo>
                  <a:lnTo>
                    <a:pt x="399519" y="1796396"/>
                  </a:lnTo>
                  <a:lnTo>
                    <a:pt x="399168" y="1796391"/>
                  </a:lnTo>
                  <a:lnTo>
                    <a:pt x="399031" y="1795985"/>
                  </a:lnTo>
                  <a:lnTo>
                    <a:pt x="398485" y="1795991"/>
                  </a:lnTo>
                  <a:lnTo>
                    <a:pt x="397430" y="1796649"/>
                  </a:lnTo>
                  <a:lnTo>
                    <a:pt x="396747" y="1796425"/>
                  </a:lnTo>
                  <a:lnTo>
                    <a:pt x="395240" y="1797326"/>
                  </a:lnTo>
                  <a:lnTo>
                    <a:pt x="395070" y="1798616"/>
                  </a:lnTo>
                  <a:lnTo>
                    <a:pt x="394480" y="1799035"/>
                  </a:lnTo>
                  <a:lnTo>
                    <a:pt x="393733" y="1799085"/>
                  </a:lnTo>
                  <a:lnTo>
                    <a:pt x="390367" y="1797032"/>
                  </a:lnTo>
                  <a:lnTo>
                    <a:pt x="389283" y="1796099"/>
                  </a:lnTo>
                  <a:lnTo>
                    <a:pt x="387136" y="1795439"/>
                  </a:lnTo>
                  <a:lnTo>
                    <a:pt x="383898" y="1792642"/>
                  </a:lnTo>
                  <a:lnTo>
                    <a:pt x="383458" y="1791956"/>
                  </a:lnTo>
                  <a:lnTo>
                    <a:pt x="382807" y="1791814"/>
                  </a:lnTo>
                  <a:lnTo>
                    <a:pt x="381135" y="1793181"/>
                  </a:lnTo>
                  <a:lnTo>
                    <a:pt x="381325" y="1794349"/>
                  </a:lnTo>
                  <a:lnTo>
                    <a:pt x="380750" y="1796555"/>
                  </a:lnTo>
                  <a:lnTo>
                    <a:pt x="378919" y="1798487"/>
                  </a:lnTo>
                  <a:lnTo>
                    <a:pt x="376706" y="1802316"/>
                  </a:lnTo>
                  <a:lnTo>
                    <a:pt x="377136" y="1803674"/>
                  </a:lnTo>
                  <a:lnTo>
                    <a:pt x="378477" y="1805046"/>
                  </a:lnTo>
                  <a:lnTo>
                    <a:pt x="377650" y="1805999"/>
                  </a:lnTo>
                  <a:lnTo>
                    <a:pt x="378138" y="1806539"/>
                  </a:lnTo>
                  <a:lnTo>
                    <a:pt x="375904" y="1810140"/>
                  </a:lnTo>
                  <a:lnTo>
                    <a:pt x="377354" y="1811598"/>
                  </a:lnTo>
                  <a:lnTo>
                    <a:pt x="376723" y="1812936"/>
                  </a:lnTo>
                  <a:lnTo>
                    <a:pt x="376619" y="1813849"/>
                  </a:lnTo>
                  <a:lnTo>
                    <a:pt x="375757" y="1814074"/>
                  </a:lnTo>
                  <a:lnTo>
                    <a:pt x="374900" y="1814746"/>
                  </a:lnTo>
                  <a:lnTo>
                    <a:pt x="374658" y="1814365"/>
                  </a:lnTo>
                  <a:lnTo>
                    <a:pt x="372372" y="1814007"/>
                  </a:lnTo>
                  <a:lnTo>
                    <a:pt x="368190" y="1812232"/>
                  </a:lnTo>
                  <a:lnTo>
                    <a:pt x="366727" y="1811454"/>
                  </a:lnTo>
                  <a:lnTo>
                    <a:pt x="365012" y="1810070"/>
                  </a:lnTo>
                  <a:lnTo>
                    <a:pt x="359295" y="1808391"/>
                  </a:lnTo>
                  <a:lnTo>
                    <a:pt x="358140" y="1807635"/>
                  </a:lnTo>
                  <a:lnTo>
                    <a:pt x="356990" y="1806502"/>
                  </a:lnTo>
                  <a:lnTo>
                    <a:pt x="355461" y="1805589"/>
                  </a:lnTo>
                  <a:lnTo>
                    <a:pt x="353578" y="1805397"/>
                  </a:lnTo>
                  <a:lnTo>
                    <a:pt x="351752" y="1806357"/>
                  </a:lnTo>
                  <a:lnTo>
                    <a:pt x="349438" y="1808057"/>
                  </a:lnTo>
                  <a:lnTo>
                    <a:pt x="346557" y="1809217"/>
                  </a:lnTo>
                  <a:lnTo>
                    <a:pt x="344855" y="1809294"/>
                  </a:lnTo>
                  <a:lnTo>
                    <a:pt x="343480" y="1809633"/>
                  </a:lnTo>
                  <a:lnTo>
                    <a:pt x="342061" y="1810284"/>
                  </a:lnTo>
                  <a:lnTo>
                    <a:pt x="340874" y="1811264"/>
                  </a:lnTo>
                  <a:lnTo>
                    <a:pt x="336012" y="1811883"/>
                  </a:lnTo>
                  <a:lnTo>
                    <a:pt x="333862" y="1812976"/>
                  </a:lnTo>
                  <a:lnTo>
                    <a:pt x="331904" y="1812791"/>
                  </a:lnTo>
                  <a:lnTo>
                    <a:pt x="331223" y="1811905"/>
                  </a:lnTo>
                  <a:lnTo>
                    <a:pt x="329182" y="1810338"/>
                  </a:lnTo>
                  <a:lnTo>
                    <a:pt x="327702" y="1808260"/>
                  </a:lnTo>
                  <a:lnTo>
                    <a:pt x="327439" y="1806776"/>
                  </a:lnTo>
                  <a:lnTo>
                    <a:pt x="327383" y="1803217"/>
                  </a:lnTo>
                  <a:lnTo>
                    <a:pt x="327780" y="1802723"/>
                  </a:lnTo>
                  <a:lnTo>
                    <a:pt x="328362" y="1802472"/>
                  </a:lnTo>
                  <a:lnTo>
                    <a:pt x="327694" y="1801503"/>
                  </a:lnTo>
                  <a:lnTo>
                    <a:pt x="327610" y="1800814"/>
                  </a:lnTo>
                  <a:lnTo>
                    <a:pt x="328227" y="1797102"/>
                  </a:lnTo>
                  <a:lnTo>
                    <a:pt x="327259" y="1795379"/>
                  </a:lnTo>
                  <a:lnTo>
                    <a:pt x="325173" y="1794072"/>
                  </a:lnTo>
                  <a:lnTo>
                    <a:pt x="323061" y="1790855"/>
                  </a:lnTo>
                  <a:lnTo>
                    <a:pt x="321558" y="1790352"/>
                  </a:lnTo>
                  <a:lnTo>
                    <a:pt x="321091" y="1790435"/>
                  </a:lnTo>
                  <a:lnTo>
                    <a:pt x="320675" y="1789871"/>
                  </a:lnTo>
                  <a:lnTo>
                    <a:pt x="320454" y="1788565"/>
                  </a:lnTo>
                  <a:lnTo>
                    <a:pt x="317743" y="1788663"/>
                  </a:lnTo>
                  <a:lnTo>
                    <a:pt x="316915" y="1789545"/>
                  </a:lnTo>
                  <a:lnTo>
                    <a:pt x="316517" y="1790076"/>
                  </a:lnTo>
                  <a:lnTo>
                    <a:pt x="316148" y="1791240"/>
                  </a:lnTo>
                  <a:lnTo>
                    <a:pt x="314346" y="1793768"/>
                  </a:lnTo>
                  <a:lnTo>
                    <a:pt x="313096" y="1798337"/>
                  </a:lnTo>
                  <a:lnTo>
                    <a:pt x="310306" y="1804417"/>
                  </a:lnTo>
                  <a:lnTo>
                    <a:pt x="310267" y="1808241"/>
                  </a:lnTo>
                  <a:lnTo>
                    <a:pt x="309666" y="1810723"/>
                  </a:lnTo>
                  <a:lnTo>
                    <a:pt x="309718" y="1812224"/>
                  </a:lnTo>
                  <a:lnTo>
                    <a:pt x="309813" y="1812831"/>
                  </a:lnTo>
                  <a:lnTo>
                    <a:pt x="311541" y="1815035"/>
                  </a:lnTo>
                  <a:lnTo>
                    <a:pt x="308332" y="1827145"/>
                  </a:lnTo>
                  <a:lnTo>
                    <a:pt x="307786" y="1828428"/>
                  </a:lnTo>
                  <a:lnTo>
                    <a:pt x="306648" y="1829993"/>
                  </a:lnTo>
                  <a:lnTo>
                    <a:pt x="305183" y="1830762"/>
                  </a:lnTo>
                  <a:lnTo>
                    <a:pt x="304742" y="1834168"/>
                  </a:lnTo>
                  <a:lnTo>
                    <a:pt x="304029" y="1836599"/>
                  </a:lnTo>
                  <a:lnTo>
                    <a:pt x="304195" y="1841216"/>
                  </a:lnTo>
                  <a:lnTo>
                    <a:pt x="305223" y="1845923"/>
                  </a:lnTo>
                  <a:lnTo>
                    <a:pt x="305310" y="1849167"/>
                  </a:lnTo>
                  <a:lnTo>
                    <a:pt x="305988" y="1850696"/>
                  </a:lnTo>
                  <a:lnTo>
                    <a:pt x="305696" y="1852761"/>
                  </a:lnTo>
                  <a:lnTo>
                    <a:pt x="305890" y="1855149"/>
                  </a:lnTo>
                  <a:lnTo>
                    <a:pt x="306625" y="1857988"/>
                  </a:lnTo>
                  <a:lnTo>
                    <a:pt x="306816" y="1860826"/>
                  </a:lnTo>
                  <a:lnTo>
                    <a:pt x="306799" y="1863243"/>
                  </a:lnTo>
                  <a:lnTo>
                    <a:pt x="306005" y="1870662"/>
                  </a:lnTo>
                  <a:lnTo>
                    <a:pt x="303805" y="1871935"/>
                  </a:lnTo>
                  <a:lnTo>
                    <a:pt x="301615" y="1871950"/>
                  </a:lnTo>
                  <a:lnTo>
                    <a:pt x="301214" y="1871278"/>
                  </a:lnTo>
                  <a:lnTo>
                    <a:pt x="298365" y="1873245"/>
                  </a:lnTo>
                  <a:lnTo>
                    <a:pt x="295091" y="1871083"/>
                  </a:lnTo>
                  <a:lnTo>
                    <a:pt x="291492" y="1869665"/>
                  </a:lnTo>
                  <a:lnTo>
                    <a:pt x="287348" y="1868857"/>
                  </a:lnTo>
                  <a:lnTo>
                    <a:pt x="287203" y="1869316"/>
                  </a:lnTo>
                  <a:lnTo>
                    <a:pt x="284382" y="1869664"/>
                  </a:lnTo>
                  <a:lnTo>
                    <a:pt x="282975" y="1869033"/>
                  </a:lnTo>
                  <a:lnTo>
                    <a:pt x="276768" y="1873872"/>
                  </a:lnTo>
                  <a:lnTo>
                    <a:pt x="274735" y="1876443"/>
                  </a:lnTo>
                  <a:lnTo>
                    <a:pt x="269831" y="1882579"/>
                  </a:lnTo>
                  <a:lnTo>
                    <a:pt x="274894" y="1893377"/>
                  </a:lnTo>
                  <a:lnTo>
                    <a:pt x="274310" y="1892668"/>
                  </a:lnTo>
                  <a:lnTo>
                    <a:pt x="273970" y="1892629"/>
                  </a:lnTo>
                  <a:lnTo>
                    <a:pt x="273245" y="1892838"/>
                  </a:lnTo>
                  <a:lnTo>
                    <a:pt x="272663" y="1893492"/>
                  </a:lnTo>
                  <a:lnTo>
                    <a:pt x="272637" y="1894160"/>
                  </a:lnTo>
                  <a:lnTo>
                    <a:pt x="273179" y="1894993"/>
                  </a:lnTo>
                  <a:lnTo>
                    <a:pt x="273513" y="1897165"/>
                  </a:lnTo>
                  <a:lnTo>
                    <a:pt x="272578" y="1897966"/>
                  </a:lnTo>
                  <a:lnTo>
                    <a:pt x="271985" y="1898189"/>
                  </a:lnTo>
                  <a:lnTo>
                    <a:pt x="270877" y="1897741"/>
                  </a:lnTo>
                  <a:lnTo>
                    <a:pt x="268973" y="1897546"/>
                  </a:lnTo>
                  <a:lnTo>
                    <a:pt x="266901" y="1896601"/>
                  </a:lnTo>
                  <a:lnTo>
                    <a:pt x="266202" y="1896624"/>
                  </a:lnTo>
                  <a:lnTo>
                    <a:pt x="264778" y="1897163"/>
                  </a:lnTo>
                  <a:lnTo>
                    <a:pt x="264476" y="1898527"/>
                  </a:lnTo>
                  <a:lnTo>
                    <a:pt x="264062" y="1899140"/>
                  </a:lnTo>
                  <a:lnTo>
                    <a:pt x="263451" y="1899423"/>
                  </a:lnTo>
                  <a:lnTo>
                    <a:pt x="262039" y="1899586"/>
                  </a:lnTo>
                  <a:lnTo>
                    <a:pt x="260863" y="1900453"/>
                  </a:lnTo>
                  <a:lnTo>
                    <a:pt x="260281" y="1902481"/>
                  </a:lnTo>
                  <a:lnTo>
                    <a:pt x="260460" y="1904328"/>
                  </a:lnTo>
                  <a:lnTo>
                    <a:pt x="260248" y="1904866"/>
                  </a:lnTo>
                  <a:lnTo>
                    <a:pt x="259714" y="1905291"/>
                  </a:lnTo>
                  <a:lnTo>
                    <a:pt x="259221" y="1905243"/>
                  </a:lnTo>
                  <a:lnTo>
                    <a:pt x="258891" y="1904028"/>
                  </a:lnTo>
                  <a:lnTo>
                    <a:pt x="257675" y="1903732"/>
                  </a:lnTo>
                  <a:lnTo>
                    <a:pt x="256985" y="1903970"/>
                  </a:lnTo>
                  <a:lnTo>
                    <a:pt x="254950" y="1903522"/>
                  </a:lnTo>
                  <a:lnTo>
                    <a:pt x="254984" y="1904708"/>
                  </a:lnTo>
                  <a:lnTo>
                    <a:pt x="255837" y="1906402"/>
                  </a:lnTo>
                  <a:lnTo>
                    <a:pt x="253653" y="1906274"/>
                  </a:lnTo>
                  <a:lnTo>
                    <a:pt x="253428" y="1906692"/>
                  </a:lnTo>
                  <a:lnTo>
                    <a:pt x="253779" y="1907253"/>
                  </a:lnTo>
                  <a:lnTo>
                    <a:pt x="253573" y="1907616"/>
                  </a:lnTo>
                  <a:lnTo>
                    <a:pt x="252832" y="1908386"/>
                  </a:lnTo>
                  <a:lnTo>
                    <a:pt x="251569" y="1908954"/>
                  </a:lnTo>
                  <a:lnTo>
                    <a:pt x="251343" y="1908548"/>
                  </a:lnTo>
                  <a:lnTo>
                    <a:pt x="250462" y="1908355"/>
                  </a:lnTo>
                  <a:lnTo>
                    <a:pt x="250085" y="1909414"/>
                  </a:lnTo>
                  <a:lnTo>
                    <a:pt x="249563" y="1909770"/>
                  </a:lnTo>
                  <a:lnTo>
                    <a:pt x="249082" y="1910943"/>
                  </a:lnTo>
                  <a:lnTo>
                    <a:pt x="249553" y="1912090"/>
                  </a:lnTo>
                  <a:lnTo>
                    <a:pt x="249546" y="1912709"/>
                  </a:lnTo>
                  <a:lnTo>
                    <a:pt x="248571" y="1914618"/>
                  </a:lnTo>
                  <a:lnTo>
                    <a:pt x="248788" y="1915304"/>
                  </a:lnTo>
                  <a:lnTo>
                    <a:pt x="248518" y="1915790"/>
                  </a:lnTo>
                  <a:lnTo>
                    <a:pt x="243494" y="1915150"/>
                  </a:lnTo>
                  <a:lnTo>
                    <a:pt x="243889" y="1914558"/>
                  </a:lnTo>
                  <a:lnTo>
                    <a:pt x="243523" y="1914052"/>
                  </a:lnTo>
                  <a:lnTo>
                    <a:pt x="243595" y="1913261"/>
                  </a:lnTo>
                  <a:lnTo>
                    <a:pt x="244212" y="1912899"/>
                  </a:lnTo>
                  <a:lnTo>
                    <a:pt x="244247" y="1911935"/>
                  </a:lnTo>
                  <a:lnTo>
                    <a:pt x="243881" y="1910772"/>
                  </a:lnTo>
                  <a:lnTo>
                    <a:pt x="244102" y="1908981"/>
                  </a:lnTo>
                  <a:lnTo>
                    <a:pt x="243432" y="1907620"/>
                  </a:lnTo>
                  <a:lnTo>
                    <a:pt x="242944" y="1907649"/>
                  </a:lnTo>
                  <a:lnTo>
                    <a:pt x="242772" y="1908350"/>
                  </a:lnTo>
                  <a:lnTo>
                    <a:pt x="242872" y="1909444"/>
                  </a:lnTo>
                  <a:lnTo>
                    <a:pt x="242397" y="1910350"/>
                  </a:lnTo>
                  <a:lnTo>
                    <a:pt x="241633" y="1910445"/>
                  </a:lnTo>
                  <a:lnTo>
                    <a:pt x="240810" y="1909583"/>
                  </a:lnTo>
                  <a:lnTo>
                    <a:pt x="240275" y="1908498"/>
                  </a:lnTo>
                  <a:lnTo>
                    <a:pt x="239589" y="1909430"/>
                  </a:lnTo>
                  <a:lnTo>
                    <a:pt x="239275" y="1909533"/>
                  </a:lnTo>
                  <a:lnTo>
                    <a:pt x="239313" y="1908069"/>
                  </a:lnTo>
                  <a:lnTo>
                    <a:pt x="237578" y="1908900"/>
                  </a:lnTo>
                  <a:lnTo>
                    <a:pt x="237062" y="1908800"/>
                  </a:lnTo>
                  <a:lnTo>
                    <a:pt x="236756" y="1908359"/>
                  </a:lnTo>
                  <a:lnTo>
                    <a:pt x="236839" y="1907424"/>
                  </a:lnTo>
                  <a:lnTo>
                    <a:pt x="235840" y="1907072"/>
                  </a:lnTo>
                  <a:lnTo>
                    <a:pt x="236165" y="1906375"/>
                  </a:lnTo>
                  <a:lnTo>
                    <a:pt x="235047" y="1905319"/>
                  </a:lnTo>
                  <a:lnTo>
                    <a:pt x="234282" y="1905878"/>
                  </a:lnTo>
                  <a:lnTo>
                    <a:pt x="234348" y="1906267"/>
                  </a:lnTo>
                  <a:lnTo>
                    <a:pt x="234648" y="1907075"/>
                  </a:lnTo>
                  <a:lnTo>
                    <a:pt x="235688" y="1907662"/>
                  </a:lnTo>
                  <a:lnTo>
                    <a:pt x="235781" y="1908441"/>
                  </a:lnTo>
                  <a:lnTo>
                    <a:pt x="235480" y="1908891"/>
                  </a:lnTo>
                  <a:lnTo>
                    <a:pt x="235197" y="1908522"/>
                  </a:lnTo>
                  <a:lnTo>
                    <a:pt x="234475" y="1908982"/>
                  </a:lnTo>
                  <a:lnTo>
                    <a:pt x="234577" y="1909195"/>
                  </a:lnTo>
                  <a:lnTo>
                    <a:pt x="233593" y="1910211"/>
                  </a:lnTo>
                  <a:lnTo>
                    <a:pt x="233231" y="1911064"/>
                  </a:lnTo>
                  <a:lnTo>
                    <a:pt x="232699" y="1911170"/>
                  </a:lnTo>
                  <a:lnTo>
                    <a:pt x="232226" y="1910951"/>
                  </a:lnTo>
                  <a:lnTo>
                    <a:pt x="231121" y="1909420"/>
                  </a:lnTo>
                  <a:lnTo>
                    <a:pt x="231725" y="1908819"/>
                  </a:lnTo>
                  <a:lnTo>
                    <a:pt x="231657" y="1907790"/>
                  </a:lnTo>
                  <a:lnTo>
                    <a:pt x="231366" y="1907047"/>
                  </a:lnTo>
                  <a:lnTo>
                    <a:pt x="230693" y="1907391"/>
                  </a:lnTo>
                  <a:lnTo>
                    <a:pt x="230333" y="1907106"/>
                  </a:lnTo>
                  <a:lnTo>
                    <a:pt x="231013" y="1906176"/>
                  </a:lnTo>
                  <a:lnTo>
                    <a:pt x="230583" y="1905408"/>
                  </a:lnTo>
                  <a:lnTo>
                    <a:pt x="228007" y="1905977"/>
                  </a:lnTo>
                  <a:lnTo>
                    <a:pt x="228112" y="1906441"/>
                  </a:lnTo>
                  <a:lnTo>
                    <a:pt x="227631" y="1906077"/>
                  </a:lnTo>
                  <a:lnTo>
                    <a:pt x="224080" y="1906843"/>
                  </a:lnTo>
                  <a:lnTo>
                    <a:pt x="223135" y="1909389"/>
                  </a:lnTo>
                  <a:lnTo>
                    <a:pt x="221899" y="1909136"/>
                  </a:lnTo>
                  <a:lnTo>
                    <a:pt x="221623" y="1909854"/>
                  </a:lnTo>
                  <a:lnTo>
                    <a:pt x="221910" y="1910603"/>
                  </a:lnTo>
                  <a:lnTo>
                    <a:pt x="221641" y="1911272"/>
                  </a:lnTo>
                  <a:lnTo>
                    <a:pt x="219943" y="1911280"/>
                  </a:lnTo>
                  <a:lnTo>
                    <a:pt x="218657" y="1913313"/>
                  </a:lnTo>
                  <a:lnTo>
                    <a:pt x="219330" y="1913574"/>
                  </a:lnTo>
                  <a:lnTo>
                    <a:pt x="217331" y="1916863"/>
                  </a:lnTo>
                  <a:lnTo>
                    <a:pt x="217681" y="1917209"/>
                  </a:lnTo>
                  <a:lnTo>
                    <a:pt x="217482" y="1918456"/>
                  </a:lnTo>
                  <a:lnTo>
                    <a:pt x="217646" y="1919308"/>
                  </a:lnTo>
                  <a:lnTo>
                    <a:pt x="217334" y="1920942"/>
                  </a:lnTo>
                  <a:lnTo>
                    <a:pt x="216698" y="1922018"/>
                  </a:lnTo>
                  <a:lnTo>
                    <a:pt x="216741" y="1923557"/>
                  </a:lnTo>
                  <a:lnTo>
                    <a:pt x="215886" y="1925479"/>
                  </a:lnTo>
                  <a:lnTo>
                    <a:pt x="214581" y="1925900"/>
                  </a:lnTo>
                  <a:lnTo>
                    <a:pt x="214179" y="1928968"/>
                  </a:lnTo>
                  <a:lnTo>
                    <a:pt x="214481" y="1929540"/>
                  </a:lnTo>
                  <a:lnTo>
                    <a:pt x="213859" y="1929733"/>
                  </a:lnTo>
                  <a:lnTo>
                    <a:pt x="213762" y="1931347"/>
                  </a:lnTo>
                  <a:lnTo>
                    <a:pt x="213239" y="1932107"/>
                  </a:lnTo>
                  <a:lnTo>
                    <a:pt x="213279" y="1932411"/>
                  </a:lnTo>
                  <a:lnTo>
                    <a:pt x="212751" y="1932936"/>
                  </a:lnTo>
                  <a:lnTo>
                    <a:pt x="212418" y="1935986"/>
                  </a:lnTo>
                  <a:lnTo>
                    <a:pt x="211892" y="1937052"/>
                  </a:lnTo>
                  <a:lnTo>
                    <a:pt x="211941" y="1938266"/>
                  </a:lnTo>
                  <a:lnTo>
                    <a:pt x="210890" y="1939217"/>
                  </a:lnTo>
                  <a:lnTo>
                    <a:pt x="211181" y="1939747"/>
                  </a:lnTo>
                  <a:lnTo>
                    <a:pt x="210917" y="1940774"/>
                  </a:lnTo>
                  <a:lnTo>
                    <a:pt x="209467" y="1942276"/>
                  </a:lnTo>
                  <a:lnTo>
                    <a:pt x="208081" y="1944450"/>
                  </a:lnTo>
                  <a:lnTo>
                    <a:pt x="207706" y="1946301"/>
                  </a:lnTo>
                  <a:lnTo>
                    <a:pt x="205806" y="1950460"/>
                  </a:lnTo>
                  <a:lnTo>
                    <a:pt x="205721" y="1951887"/>
                  </a:lnTo>
                  <a:lnTo>
                    <a:pt x="204657" y="1954175"/>
                  </a:lnTo>
                  <a:lnTo>
                    <a:pt x="204503" y="1958566"/>
                  </a:lnTo>
                  <a:lnTo>
                    <a:pt x="203429" y="1962244"/>
                  </a:lnTo>
                  <a:lnTo>
                    <a:pt x="203647" y="1963453"/>
                  </a:lnTo>
                  <a:lnTo>
                    <a:pt x="203103" y="1963668"/>
                  </a:lnTo>
                  <a:lnTo>
                    <a:pt x="202165" y="1964541"/>
                  </a:lnTo>
                  <a:lnTo>
                    <a:pt x="199890" y="1965498"/>
                  </a:lnTo>
                  <a:lnTo>
                    <a:pt x="199510" y="1964972"/>
                  </a:lnTo>
                  <a:lnTo>
                    <a:pt x="198770" y="1964692"/>
                  </a:lnTo>
                  <a:lnTo>
                    <a:pt x="197977" y="1964818"/>
                  </a:lnTo>
                  <a:lnTo>
                    <a:pt x="197204" y="1965698"/>
                  </a:lnTo>
                  <a:lnTo>
                    <a:pt x="196824" y="1965760"/>
                  </a:lnTo>
                  <a:lnTo>
                    <a:pt x="195883" y="1966898"/>
                  </a:lnTo>
                  <a:lnTo>
                    <a:pt x="195097" y="1968814"/>
                  </a:lnTo>
                  <a:lnTo>
                    <a:pt x="193844" y="1968916"/>
                  </a:lnTo>
                  <a:lnTo>
                    <a:pt x="192385" y="1967623"/>
                  </a:lnTo>
                  <a:lnTo>
                    <a:pt x="191337" y="1969395"/>
                  </a:lnTo>
                  <a:lnTo>
                    <a:pt x="190200" y="1968935"/>
                  </a:lnTo>
                  <a:lnTo>
                    <a:pt x="188744" y="1967635"/>
                  </a:lnTo>
                  <a:lnTo>
                    <a:pt x="187403" y="1967062"/>
                  </a:lnTo>
                  <a:lnTo>
                    <a:pt x="186100" y="1966893"/>
                  </a:lnTo>
                  <a:lnTo>
                    <a:pt x="186104" y="1967350"/>
                  </a:lnTo>
                  <a:lnTo>
                    <a:pt x="185746" y="1967330"/>
                  </a:lnTo>
                  <a:lnTo>
                    <a:pt x="185561" y="1967634"/>
                  </a:lnTo>
                  <a:lnTo>
                    <a:pt x="185723" y="1968036"/>
                  </a:lnTo>
                  <a:lnTo>
                    <a:pt x="185603" y="1968911"/>
                  </a:lnTo>
                  <a:lnTo>
                    <a:pt x="185138" y="1969432"/>
                  </a:lnTo>
                  <a:lnTo>
                    <a:pt x="185358" y="1970067"/>
                  </a:lnTo>
                  <a:lnTo>
                    <a:pt x="185254" y="1971065"/>
                  </a:lnTo>
                  <a:lnTo>
                    <a:pt x="184698" y="1971239"/>
                  </a:lnTo>
                  <a:lnTo>
                    <a:pt x="184341" y="1971657"/>
                  </a:lnTo>
                  <a:lnTo>
                    <a:pt x="183271" y="1971744"/>
                  </a:lnTo>
                  <a:lnTo>
                    <a:pt x="183165" y="1972294"/>
                  </a:lnTo>
                  <a:lnTo>
                    <a:pt x="181990" y="1974052"/>
                  </a:lnTo>
                  <a:lnTo>
                    <a:pt x="181793" y="1974758"/>
                  </a:lnTo>
                  <a:lnTo>
                    <a:pt x="181842" y="1976352"/>
                  </a:lnTo>
                  <a:lnTo>
                    <a:pt x="181363" y="1976941"/>
                  </a:lnTo>
                  <a:lnTo>
                    <a:pt x="181369" y="1978151"/>
                  </a:lnTo>
                  <a:lnTo>
                    <a:pt x="181193" y="1978192"/>
                  </a:lnTo>
                  <a:lnTo>
                    <a:pt x="181422" y="1978683"/>
                  </a:lnTo>
                  <a:lnTo>
                    <a:pt x="181308" y="1978920"/>
                  </a:lnTo>
                  <a:lnTo>
                    <a:pt x="181630" y="1979125"/>
                  </a:lnTo>
                  <a:lnTo>
                    <a:pt x="180878" y="1979895"/>
                  </a:lnTo>
                  <a:lnTo>
                    <a:pt x="178807" y="1980639"/>
                  </a:lnTo>
                  <a:lnTo>
                    <a:pt x="176482" y="1980580"/>
                  </a:lnTo>
                  <a:lnTo>
                    <a:pt x="176109" y="1980739"/>
                  </a:lnTo>
                  <a:lnTo>
                    <a:pt x="176940" y="1985057"/>
                  </a:lnTo>
                  <a:lnTo>
                    <a:pt x="174154" y="1985426"/>
                  </a:lnTo>
                  <a:lnTo>
                    <a:pt x="173115" y="1985882"/>
                  </a:lnTo>
                  <a:lnTo>
                    <a:pt x="171244" y="1986216"/>
                  </a:lnTo>
                  <a:lnTo>
                    <a:pt x="171043" y="1987576"/>
                  </a:lnTo>
                  <a:lnTo>
                    <a:pt x="171109" y="1990873"/>
                  </a:lnTo>
                  <a:lnTo>
                    <a:pt x="170135" y="1993283"/>
                  </a:lnTo>
                  <a:lnTo>
                    <a:pt x="169106" y="1994602"/>
                  </a:lnTo>
                  <a:lnTo>
                    <a:pt x="167947" y="1996731"/>
                  </a:lnTo>
                  <a:lnTo>
                    <a:pt x="167818" y="1997422"/>
                  </a:lnTo>
                  <a:lnTo>
                    <a:pt x="164717" y="1999187"/>
                  </a:lnTo>
                  <a:lnTo>
                    <a:pt x="163688" y="1998634"/>
                  </a:lnTo>
                  <a:lnTo>
                    <a:pt x="162150" y="1998321"/>
                  </a:lnTo>
                  <a:lnTo>
                    <a:pt x="161105" y="1998851"/>
                  </a:lnTo>
                  <a:lnTo>
                    <a:pt x="160064" y="2001644"/>
                  </a:lnTo>
                  <a:lnTo>
                    <a:pt x="159846" y="2004155"/>
                  </a:lnTo>
                  <a:lnTo>
                    <a:pt x="158887" y="2005605"/>
                  </a:lnTo>
                  <a:lnTo>
                    <a:pt x="158669" y="2006317"/>
                  </a:lnTo>
                  <a:lnTo>
                    <a:pt x="158777" y="2007439"/>
                  </a:lnTo>
                  <a:lnTo>
                    <a:pt x="156203" y="2010629"/>
                  </a:lnTo>
                  <a:lnTo>
                    <a:pt x="155993" y="2011423"/>
                  </a:lnTo>
                  <a:lnTo>
                    <a:pt x="156024" y="2013262"/>
                  </a:lnTo>
                  <a:lnTo>
                    <a:pt x="155102" y="2014533"/>
                  </a:lnTo>
                  <a:lnTo>
                    <a:pt x="153882" y="2015175"/>
                  </a:lnTo>
                  <a:lnTo>
                    <a:pt x="152132" y="2015360"/>
                  </a:lnTo>
                  <a:lnTo>
                    <a:pt x="151637" y="2015643"/>
                  </a:lnTo>
                  <a:lnTo>
                    <a:pt x="148273" y="2018485"/>
                  </a:lnTo>
                  <a:lnTo>
                    <a:pt x="146483" y="2018514"/>
                  </a:lnTo>
                  <a:lnTo>
                    <a:pt x="145975" y="2020154"/>
                  </a:lnTo>
                  <a:lnTo>
                    <a:pt x="145540" y="2020838"/>
                  </a:lnTo>
                  <a:lnTo>
                    <a:pt x="143154" y="2019778"/>
                  </a:lnTo>
                  <a:lnTo>
                    <a:pt x="142143" y="2020141"/>
                  </a:lnTo>
                  <a:lnTo>
                    <a:pt x="141176" y="2020843"/>
                  </a:lnTo>
                  <a:lnTo>
                    <a:pt x="139821" y="2020951"/>
                  </a:lnTo>
                  <a:lnTo>
                    <a:pt x="138491" y="2022816"/>
                  </a:lnTo>
                  <a:lnTo>
                    <a:pt x="136400" y="2023623"/>
                  </a:lnTo>
                  <a:lnTo>
                    <a:pt x="134697" y="2025667"/>
                  </a:lnTo>
                  <a:lnTo>
                    <a:pt x="132877" y="2025356"/>
                  </a:lnTo>
                  <a:lnTo>
                    <a:pt x="132011" y="2025521"/>
                  </a:lnTo>
                  <a:lnTo>
                    <a:pt x="130820" y="2026196"/>
                  </a:lnTo>
                  <a:lnTo>
                    <a:pt x="129118" y="2028811"/>
                  </a:lnTo>
                  <a:lnTo>
                    <a:pt x="128120" y="2029552"/>
                  </a:lnTo>
                  <a:lnTo>
                    <a:pt x="127581" y="2030523"/>
                  </a:lnTo>
                  <a:lnTo>
                    <a:pt x="127173" y="2032057"/>
                  </a:lnTo>
                  <a:lnTo>
                    <a:pt x="124859" y="2033690"/>
                  </a:lnTo>
                  <a:lnTo>
                    <a:pt x="123618" y="2034154"/>
                  </a:lnTo>
                  <a:lnTo>
                    <a:pt x="121287" y="2036086"/>
                  </a:lnTo>
                  <a:lnTo>
                    <a:pt x="120818" y="2036819"/>
                  </a:lnTo>
                  <a:lnTo>
                    <a:pt x="120202" y="2039234"/>
                  </a:lnTo>
                  <a:lnTo>
                    <a:pt x="119234" y="2040000"/>
                  </a:lnTo>
                  <a:lnTo>
                    <a:pt x="118483" y="2040069"/>
                  </a:lnTo>
                  <a:lnTo>
                    <a:pt x="117698" y="2039366"/>
                  </a:lnTo>
                  <a:lnTo>
                    <a:pt x="115871" y="2034597"/>
                  </a:lnTo>
                  <a:lnTo>
                    <a:pt x="115570" y="2034262"/>
                  </a:lnTo>
                  <a:lnTo>
                    <a:pt x="113616" y="2033489"/>
                  </a:lnTo>
                  <a:lnTo>
                    <a:pt x="111076" y="2033627"/>
                  </a:lnTo>
                  <a:lnTo>
                    <a:pt x="109190" y="2035122"/>
                  </a:lnTo>
                  <a:lnTo>
                    <a:pt x="108561" y="2036063"/>
                  </a:lnTo>
                  <a:lnTo>
                    <a:pt x="108346" y="2037422"/>
                  </a:lnTo>
                  <a:lnTo>
                    <a:pt x="107201" y="2040256"/>
                  </a:lnTo>
                  <a:lnTo>
                    <a:pt x="107154" y="2041421"/>
                  </a:lnTo>
                  <a:lnTo>
                    <a:pt x="106904" y="2042044"/>
                  </a:lnTo>
                  <a:lnTo>
                    <a:pt x="106019" y="2042846"/>
                  </a:lnTo>
                  <a:lnTo>
                    <a:pt x="104748" y="2045073"/>
                  </a:lnTo>
                  <a:lnTo>
                    <a:pt x="102808" y="2047266"/>
                  </a:lnTo>
                  <a:lnTo>
                    <a:pt x="102232" y="2047593"/>
                  </a:lnTo>
                  <a:lnTo>
                    <a:pt x="101096" y="2047604"/>
                  </a:lnTo>
                  <a:lnTo>
                    <a:pt x="100619" y="2047886"/>
                  </a:lnTo>
                  <a:lnTo>
                    <a:pt x="100056" y="2048771"/>
                  </a:lnTo>
                  <a:lnTo>
                    <a:pt x="99619" y="2050588"/>
                  </a:lnTo>
                  <a:lnTo>
                    <a:pt x="98520" y="2051898"/>
                  </a:lnTo>
                  <a:lnTo>
                    <a:pt x="98009" y="2052894"/>
                  </a:lnTo>
                  <a:lnTo>
                    <a:pt x="97654" y="2053132"/>
                  </a:lnTo>
                  <a:lnTo>
                    <a:pt x="96560" y="2052666"/>
                  </a:lnTo>
                  <a:lnTo>
                    <a:pt x="96100" y="2052728"/>
                  </a:lnTo>
                  <a:lnTo>
                    <a:pt x="94580" y="2052257"/>
                  </a:lnTo>
                  <a:lnTo>
                    <a:pt x="93072" y="2053063"/>
                  </a:lnTo>
                  <a:lnTo>
                    <a:pt x="91700" y="2052718"/>
                  </a:lnTo>
                  <a:lnTo>
                    <a:pt x="89448" y="2052676"/>
                  </a:lnTo>
                  <a:lnTo>
                    <a:pt x="88930" y="2053119"/>
                  </a:lnTo>
                  <a:lnTo>
                    <a:pt x="87893" y="2055754"/>
                  </a:lnTo>
                  <a:lnTo>
                    <a:pt x="87448" y="2056237"/>
                  </a:lnTo>
                  <a:lnTo>
                    <a:pt x="85635" y="2057513"/>
                  </a:lnTo>
                  <a:lnTo>
                    <a:pt x="83364" y="2057941"/>
                  </a:lnTo>
                  <a:lnTo>
                    <a:pt x="84004" y="2060923"/>
                  </a:lnTo>
                  <a:lnTo>
                    <a:pt x="83686" y="2062822"/>
                  </a:lnTo>
                  <a:lnTo>
                    <a:pt x="83851" y="2064029"/>
                  </a:lnTo>
                  <a:lnTo>
                    <a:pt x="82410" y="2065833"/>
                  </a:lnTo>
                  <a:lnTo>
                    <a:pt x="82352" y="2066276"/>
                  </a:lnTo>
                  <a:lnTo>
                    <a:pt x="81561" y="2066423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pg121">
              <a:extLst>
                <a:ext uri="{FF2B5EF4-FFF2-40B4-BE49-F238E27FC236}">
                  <a16:creationId xmlns:a16="http://schemas.microsoft.com/office/drawing/2014/main" id="{E8BC909F-BB43-789F-2A91-1FA51C0C12DF}"/>
                </a:ext>
              </a:extLst>
            </p:cNvPr>
            <p:cNvSpPr/>
            <p:nvPr/>
          </p:nvSpPr>
          <p:spPr>
            <a:xfrm>
              <a:off x="3799792" y="3208374"/>
              <a:ext cx="2627087" cy="1197183"/>
            </a:xfrm>
            <a:custGeom>
              <a:avLst/>
              <a:gdLst/>
              <a:ahLst/>
              <a:cxnLst/>
              <a:rect l="0" t="0" r="0" b="0"/>
              <a:pathLst>
                <a:path w="2627087" h="1197183">
                  <a:moveTo>
                    <a:pt x="1675364" y="1091747"/>
                  </a:moveTo>
                  <a:lnTo>
                    <a:pt x="1674677" y="1092162"/>
                  </a:lnTo>
                  <a:lnTo>
                    <a:pt x="1674420" y="1092738"/>
                  </a:lnTo>
                  <a:lnTo>
                    <a:pt x="1673908" y="1092660"/>
                  </a:lnTo>
                  <a:lnTo>
                    <a:pt x="1673397" y="1092916"/>
                  </a:lnTo>
                  <a:lnTo>
                    <a:pt x="1673163" y="1093351"/>
                  </a:lnTo>
                  <a:lnTo>
                    <a:pt x="1673239" y="1094177"/>
                  </a:lnTo>
                  <a:lnTo>
                    <a:pt x="1672386" y="1094877"/>
                  </a:lnTo>
                  <a:lnTo>
                    <a:pt x="1671908" y="1094640"/>
                  </a:lnTo>
                  <a:lnTo>
                    <a:pt x="1670910" y="1095477"/>
                  </a:lnTo>
                  <a:lnTo>
                    <a:pt x="1670873" y="1095775"/>
                  </a:lnTo>
                  <a:lnTo>
                    <a:pt x="1670613" y="1095662"/>
                  </a:lnTo>
                  <a:lnTo>
                    <a:pt x="1669901" y="1095928"/>
                  </a:lnTo>
                  <a:lnTo>
                    <a:pt x="1668401" y="1096713"/>
                  </a:lnTo>
                  <a:lnTo>
                    <a:pt x="1666411" y="1098111"/>
                  </a:lnTo>
                  <a:lnTo>
                    <a:pt x="1665855" y="1098190"/>
                  </a:lnTo>
                  <a:lnTo>
                    <a:pt x="1665177" y="1097660"/>
                  </a:lnTo>
                  <a:lnTo>
                    <a:pt x="1664678" y="1097579"/>
                  </a:lnTo>
                  <a:lnTo>
                    <a:pt x="1663716" y="1097939"/>
                  </a:lnTo>
                  <a:lnTo>
                    <a:pt x="1663517" y="1098467"/>
                  </a:lnTo>
                  <a:lnTo>
                    <a:pt x="1663299" y="1098422"/>
                  </a:lnTo>
                  <a:lnTo>
                    <a:pt x="1663243" y="1098699"/>
                  </a:lnTo>
                  <a:lnTo>
                    <a:pt x="1662457" y="1099229"/>
                  </a:lnTo>
                  <a:lnTo>
                    <a:pt x="1662413" y="1099672"/>
                  </a:lnTo>
                  <a:lnTo>
                    <a:pt x="1661984" y="1099718"/>
                  </a:lnTo>
                  <a:lnTo>
                    <a:pt x="1661921" y="1100116"/>
                  </a:lnTo>
                  <a:lnTo>
                    <a:pt x="1661518" y="1100237"/>
                  </a:lnTo>
                  <a:lnTo>
                    <a:pt x="1661341" y="1101532"/>
                  </a:lnTo>
                  <a:lnTo>
                    <a:pt x="1661076" y="1101817"/>
                  </a:lnTo>
                  <a:lnTo>
                    <a:pt x="1660952" y="1102759"/>
                  </a:lnTo>
                  <a:lnTo>
                    <a:pt x="1660529" y="1103670"/>
                  </a:lnTo>
                  <a:lnTo>
                    <a:pt x="1659251" y="1104959"/>
                  </a:lnTo>
                  <a:lnTo>
                    <a:pt x="1658789" y="1104812"/>
                  </a:lnTo>
                  <a:lnTo>
                    <a:pt x="1657176" y="1105130"/>
                  </a:lnTo>
                  <a:lnTo>
                    <a:pt x="1656518" y="1104928"/>
                  </a:lnTo>
                  <a:lnTo>
                    <a:pt x="1655161" y="1104982"/>
                  </a:lnTo>
                  <a:lnTo>
                    <a:pt x="1653707" y="1105306"/>
                  </a:lnTo>
                  <a:lnTo>
                    <a:pt x="1652588" y="1106142"/>
                  </a:lnTo>
                  <a:lnTo>
                    <a:pt x="1651645" y="1106359"/>
                  </a:lnTo>
                  <a:lnTo>
                    <a:pt x="1650927" y="1106345"/>
                  </a:lnTo>
                  <a:lnTo>
                    <a:pt x="1650729" y="1106051"/>
                  </a:lnTo>
                  <a:lnTo>
                    <a:pt x="1650294" y="1106157"/>
                  </a:lnTo>
                  <a:lnTo>
                    <a:pt x="1649450" y="1105605"/>
                  </a:lnTo>
                  <a:lnTo>
                    <a:pt x="1648289" y="1106027"/>
                  </a:lnTo>
                  <a:lnTo>
                    <a:pt x="1646370" y="1105910"/>
                  </a:lnTo>
                  <a:lnTo>
                    <a:pt x="1645924" y="1105691"/>
                  </a:lnTo>
                  <a:lnTo>
                    <a:pt x="1644688" y="1105673"/>
                  </a:lnTo>
                  <a:lnTo>
                    <a:pt x="1643971" y="1105122"/>
                  </a:lnTo>
                  <a:lnTo>
                    <a:pt x="1643237" y="1105271"/>
                  </a:lnTo>
                  <a:lnTo>
                    <a:pt x="1642372" y="1104883"/>
                  </a:lnTo>
                  <a:lnTo>
                    <a:pt x="1641521" y="1104980"/>
                  </a:lnTo>
                  <a:lnTo>
                    <a:pt x="1641315" y="1104785"/>
                  </a:lnTo>
                  <a:lnTo>
                    <a:pt x="1640244" y="1104706"/>
                  </a:lnTo>
                  <a:lnTo>
                    <a:pt x="1638594" y="1104045"/>
                  </a:lnTo>
                  <a:lnTo>
                    <a:pt x="1638045" y="1103328"/>
                  </a:lnTo>
                  <a:lnTo>
                    <a:pt x="1637199" y="1103364"/>
                  </a:lnTo>
                  <a:lnTo>
                    <a:pt x="1636009" y="1102658"/>
                  </a:lnTo>
                  <a:lnTo>
                    <a:pt x="1635245" y="1102489"/>
                  </a:lnTo>
                  <a:lnTo>
                    <a:pt x="1634843" y="1101184"/>
                  </a:lnTo>
                  <a:lnTo>
                    <a:pt x="1633858" y="1100750"/>
                  </a:lnTo>
                  <a:lnTo>
                    <a:pt x="1632904" y="1099927"/>
                  </a:lnTo>
                  <a:lnTo>
                    <a:pt x="1632514" y="1098560"/>
                  </a:lnTo>
                  <a:lnTo>
                    <a:pt x="1632859" y="1097900"/>
                  </a:lnTo>
                  <a:lnTo>
                    <a:pt x="1632471" y="1097506"/>
                  </a:lnTo>
                  <a:lnTo>
                    <a:pt x="1632639" y="1097143"/>
                  </a:lnTo>
                  <a:lnTo>
                    <a:pt x="1632374" y="1095375"/>
                  </a:lnTo>
                  <a:lnTo>
                    <a:pt x="1632015" y="1095076"/>
                  </a:lnTo>
                  <a:lnTo>
                    <a:pt x="1631997" y="1094399"/>
                  </a:lnTo>
                  <a:lnTo>
                    <a:pt x="1632508" y="1094259"/>
                  </a:lnTo>
                  <a:lnTo>
                    <a:pt x="1631447" y="1090877"/>
                  </a:lnTo>
                  <a:lnTo>
                    <a:pt x="1630873" y="1090757"/>
                  </a:lnTo>
                  <a:lnTo>
                    <a:pt x="1629100" y="1091003"/>
                  </a:lnTo>
                  <a:lnTo>
                    <a:pt x="1628103" y="1090761"/>
                  </a:lnTo>
                  <a:lnTo>
                    <a:pt x="1627749" y="1090152"/>
                  </a:lnTo>
                  <a:lnTo>
                    <a:pt x="1626984" y="1089943"/>
                  </a:lnTo>
                  <a:lnTo>
                    <a:pt x="1626603" y="1089417"/>
                  </a:lnTo>
                  <a:lnTo>
                    <a:pt x="1625841" y="1089117"/>
                  </a:lnTo>
                  <a:lnTo>
                    <a:pt x="1624923" y="1088071"/>
                  </a:lnTo>
                  <a:lnTo>
                    <a:pt x="1624050" y="1087706"/>
                  </a:lnTo>
                  <a:lnTo>
                    <a:pt x="1623803" y="1086599"/>
                  </a:lnTo>
                  <a:lnTo>
                    <a:pt x="1622695" y="1086208"/>
                  </a:lnTo>
                  <a:lnTo>
                    <a:pt x="1621944" y="1086454"/>
                  </a:lnTo>
                  <a:lnTo>
                    <a:pt x="1621321" y="1086137"/>
                  </a:lnTo>
                  <a:lnTo>
                    <a:pt x="1620391" y="1085257"/>
                  </a:lnTo>
                  <a:lnTo>
                    <a:pt x="1619886" y="1084166"/>
                  </a:lnTo>
                  <a:lnTo>
                    <a:pt x="1619944" y="1083526"/>
                  </a:lnTo>
                  <a:lnTo>
                    <a:pt x="1619336" y="1082668"/>
                  </a:lnTo>
                  <a:lnTo>
                    <a:pt x="1618470" y="1082743"/>
                  </a:lnTo>
                  <a:lnTo>
                    <a:pt x="1617943" y="1082220"/>
                  </a:lnTo>
                  <a:lnTo>
                    <a:pt x="1617665" y="1082483"/>
                  </a:lnTo>
                  <a:lnTo>
                    <a:pt x="1616908" y="1082221"/>
                  </a:lnTo>
                  <a:lnTo>
                    <a:pt x="1615876" y="1080976"/>
                  </a:lnTo>
                  <a:lnTo>
                    <a:pt x="1615340" y="1080848"/>
                  </a:lnTo>
                  <a:lnTo>
                    <a:pt x="1614977" y="1080144"/>
                  </a:lnTo>
                  <a:lnTo>
                    <a:pt x="1613446" y="1078406"/>
                  </a:lnTo>
                  <a:lnTo>
                    <a:pt x="1613491" y="1076175"/>
                  </a:lnTo>
                  <a:lnTo>
                    <a:pt x="1614415" y="1074689"/>
                  </a:lnTo>
                  <a:lnTo>
                    <a:pt x="1614439" y="1073565"/>
                  </a:lnTo>
                  <a:lnTo>
                    <a:pt x="1614083" y="1072610"/>
                  </a:lnTo>
                  <a:lnTo>
                    <a:pt x="1614440" y="1071793"/>
                  </a:lnTo>
                  <a:lnTo>
                    <a:pt x="1614235" y="1070877"/>
                  </a:lnTo>
                  <a:lnTo>
                    <a:pt x="1613894" y="1070607"/>
                  </a:lnTo>
                  <a:lnTo>
                    <a:pt x="1614056" y="1070182"/>
                  </a:lnTo>
                  <a:lnTo>
                    <a:pt x="1613714" y="1069902"/>
                  </a:lnTo>
                  <a:lnTo>
                    <a:pt x="1613634" y="1068596"/>
                  </a:lnTo>
                  <a:lnTo>
                    <a:pt x="1613935" y="1067874"/>
                  </a:lnTo>
                  <a:lnTo>
                    <a:pt x="1613524" y="1066349"/>
                  </a:lnTo>
                  <a:lnTo>
                    <a:pt x="1613417" y="1066135"/>
                  </a:lnTo>
                  <a:lnTo>
                    <a:pt x="1612899" y="1066104"/>
                  </a:lnTo>
                  <a:lnTo>
                    <a:pt x="1612573" y="1065267"/>
                  </a:lnTo>
                  <a:lnTo>
                    <a:pt x="1612300" y="1065169"/>
                  </a:lnTo>
                  <a:lnTo>
                    <a:pt x="1612285" y="1064288"/>
                  </a:lnTo>
                  <a:lnTo>
                    <a:pt x="1611003" y="1062575"/>
                  </a:lnTo>
                  <a:lnTo>
                    <a:pt x="1608792" y="1061103"/>
                  </a:lnTo>
                  <a:lnTo>
                    <a:pt x="1608263" y="1059798"/>
                  </a:lnTo>
                  <a:lnTo>
                    <a:pt x="1605887" y="1056120"/>
                  </a:lnTo>
                  <a:lnTo>
                    <a:pt x="1605741" y="1055843"/>
                  </a:lnTo>
                  <a:lnTo>
                    <a:pt x="1606903" y="1054805"/>
                  </a:lnTo>
                  <a:lnTo>
                    <a:pt x="1607117" y="1053946"/>
                  </a:lnTo>
                  <a:lnTo>
                    <a:pt x="1601457" y="1045137"/>
                  </a:lnTo>
                  <a:lnTo>
                    <a:pt x="1600958" y="1044509"/>
                  </a:lnTo>
                  <a:lnTo>
                    <a:pt x="1598251" y="1043181"/>
                  </a:lnTo>
                  <a:lnTo>
                    <a:pt x="1597005" y="1041746"/>
                  </a:lnTo>
                  <a:lnTo>
                    <a:pt x="1596751" y="1040444"/>
                  </a:lnTo>
                  <a:lnTo>
                    <a:pt x="1597077" y="1039477"/>
                  </a:lnTo>
                  <a:lnTo>
                    <a:pt x="1598230" y="1037868"/>
                  </a:lnTo>
                  <a:lnTo>
                    <a:pt x="1595403" y="1037374"/>
                  </a:lnTo>
                  <a:lnTo>
                    <a:pt x="1595027" y="1036892"/>
                  </a:lnTo>
                  <a:lnTo>
                    <a:pt x="1592206" y="1036697"/>
                  </a:lnTo>
                  <a:lnTo>
                    <a:pt x="1591156" y="1035919"/>
                  </a:lnTo>
                  <a:lnTo>
                    <a:pt x="1588341" y="1034756"/>
                  </a:lnTo>
                  <a:lnTo>
                    <a:pt x="1587124" y="1034488"/>
                  </a:lnTo>
                  <a:lnTo>
                    <a:pt x="1584559" y="1033897"/>
                  </a:lnTo>
                  <a:lnTo>
                    <a:pt x="1583985" y="1034107"/>
                  </a:lnTo>
                  <a:lnTo>
                    <a:pt x="1582341" y="1033622"/>
                  </a:lnTo>
                  <a:lnTo>
                    <a:pt x="1580776" y="1032770"/>
                  </a:lnTo>
                  <a:lnTo>
                    <a:pt x="1580123" y="1032753"/>
                  </a:lnTo>
                  <a:lnTo>
                    <a:pt x="1579183" y="1033002"/>
                  </a:lnTo>
                  <a:lnTo>
                    <a:pt x="1577305" y="1034422"/>
                  </a:lnTo>
                  <a:lnTo>
                    <a:pt x="1577131" y="1034268"/>
                  </a:lnTo>
                  <a:lnTo>
                    <a:pt x="1576620" y="1034380"/>
                  </a:lnTo>
                  <a:lnTo>
                    <a:pt x="1575560" y="1033537"/>
                  </a:lnTo>
                  <a:lnTo>
                    <a:pt x="1573763" y="1032624"/>
                  </a:lnTo>
                  <a:lnTo>
                    <a:pt x="1574484" y="1030400"/>
                  </a:lnTo>
                  <a:lnTo>
                    <a:pt x="1574083" y="1029666"/>
                  </a:lnTo>
                  <a:lnTo>
                    <a:pt x="1573118" y="1028842"/>
                  </a:lnTo>
                  <a:lnTo>
                    <a:pt x="1572227" y="1028597"/>
                  </a:lnTo>
                  <a:lnTo>
                    <a:pt x="1570229" y="1027087"/>
                  </a:lnTo>
                  <a:lnTo>
                    <a:pt x="1568717" y="1025426"/>
                  </a:lnTo>
                  <a:lnTo>
                    <a:pt x="1568609" y="1024941"/>
                  </a:lnTo>
                  <a:lnTo>
                    <a:pt x="1567109" y="1024600"/>
                  </a:lnTo>
                  <a:lnTo>
                    <a:pt x="1565189" y="1023756"/>
                  </a:lnTo>
                  <a:lnTo>
                    <a:pt x="1561608" y="1024349"/>
                  </a:lnTo>
                  <a:lnTo>
                    <a:pt x="1560622" y="1023100"/>
                  </a:lnTo>
                  <a:lnTo>
                    <a:pt x="1559127" y="1022327"/>
                  </a:lnTo>
                  <a:lnTo>
                    <a:pt x="1558039" y="1022851"/>
                  </a:lnTo>
                  <a:lnTo>
                    <a:pt x="1556624" y="1023138"/>
                  </a:lnTo>
                  <a:lnTo>
                    <a:pt x="1554032" y="1022625"/>
                  </a:lnTo>
                  <a:lnTo>
                    <a:pt x="1552808" y="1022106"/>
                  </a:lnTo>
                  <a:lnTo>
                    <a:pt x="1551877" y="1022111"/>
                  </a:lnTo>
                  <a:lnTo>
                    <a:pt x="1550573" y="1022492"/>
                  </a:lnTo>
                  <a:lnTo>
                    <a:pt x="1545581" y="1021509"/>
                  </a:lnTo>
                  <a:lnTo>
                    <a:pt x="1543391" y="1021761"/>
                  </a:lnTo>
                  <a:lnTo>
                    <a:pt x="1542072" y="1021584"/>
                  </a:lnTo>
                  <a:lnTo>
                    <a:pt x="1540832" y="1021210"/>
                  </a:lnTo>
                  <a:lnTo>
                    <a:pt x="1538295" y="1019947"/>
                  </a:lnTo>
                  <a:lnTo>
                    <a:pt x="1536376" y="1017938"/>
                  </a:lnTo>
                  <a:lnTo>
                    <a:pt x="1535617" y="1018056"/>
                  </a:lnTo>
                  <a:lnTo>
                    <a:pt x="1534514" y="1017868"/>
                  </a:lnTo>
                  <a:lnTo>
                    <a:pt x="1533390" y="1017340"/>
                  </a:lnTo>
                  <a:lnTo>
                    <a:pt x="1531640" y="1017519"/>
                  </a:lnTo>
                  <a:lnTo>
                    <a:pt x="1528780" y="1017326"/>
                  </a:lnTo>
                  <a:lnTo>
                    <a:pt x="1528182" y="1016385"/>
                  </a:lnTo>
                  <a:lnTo>
                    <a:pt x="1526406" y="1015691"/>
                  </a:lnTo>
                  <a:lnTo>
                    <a:pt x="1525462" y="1015591"/>
                  </a:lnTo>
                  <a:lnTo>
                    <a:pt x="1524622" y="1014997"/>
                  </a:lnTo>
                  <a:lnTo>
                    <a:pt x="1523972" y="1015078"/>
                  </a:lnTo>
                  <a:lnTo>
                    <a:pt x="1522937" y="1014620"/>
                  </a:lnTo>
                  <a:lnTo>
                    <a:pt x="1521487" y="1013264"/>
                  </a:lnTo>
                  <a:lnTo>
                    <a:pt x="1521294" y="1012474"/>
                  </a:lnTo>
                  <a:lnTo>
                    <a:pt x="1521001" y="1012337"/>
                  </a:lnTo>
                  <a:lnTo>
                    <a:pt x="1520340" y="1012281"/>
                  </a:lnTo>
                  <a:lnTo>
                    <a:pt x="1519292" y="1013047"/>
                  </a:lnTo>
                  <a:lnTo>
                    <a:pt x="1516843" y="1013260"/>
                  </a:lnTo>
                  <a:lnTo>
                    <a:pt x="1515884" y="1013139"/>
                  </a:lnTo>
                  <a:lnTo>
                    <a:pt x="1515382" y="1013418"/>
                  </a:lnTo>
                  <a:lnTo>
                    <a:pt x="1514122" y="1013553"/>
                  </a:lnTo>
                  <a:lnTo>
                    <a:pt x="1510518" y="1012881"/>
                  </a:lnTo>
                  <a:lnTo>
                    <a:pt x="1509871" y="1012957"/>
                  </a:lnTo>
                  <a:lnTo>
                    <a:pt x="1509168" y="1012649"/>
                  </a:lnTo>
                  <a:lnTo>
                    <a:pt x="1506823" y="1013684"/>
                  </a:lnTo>
                  <a:lnTo>
                    <a:pt x="1506687" y="1013988"/>
                  </a:lnTo>
                  <a:lnTo>
                    <a:pt x="1505967" y="1014309"/>
                  </a:lnTo>
                  <a:lnTo>
                    <a:pt x="1504160" y="1014798"/>
                  </a:lnTo>
                  <a:lnTo>
                    <a:pt x="1503628" y="1015870"/>
                  </a:lnTo>
                  <a:lnTo>
                    <a:pt x="1502408" y="1015967"/>
                  </a:lnTo>
                  <a:lnTo>
                    <a:pt x="1500511" y="1017706"/>
                  </a:lnTo>
                  <a:lnTo>
                    <a:pt x="1500358" y="1018198"/>
                  </a:lnTo>
                  <a:lnTo>
                    <a:pt x="1499860" y="1018521"/>
                  </a:lnTo>
                  <a:lnTo>
                    <a:pt x="1498821" y="1022539"/>
                  </a:lnTo>
                  <a:lnTo>
                    <a:pt x="1496086" y="1022830"/>
                  </a:lnTo>
                  <a:lnTo>
                    <a:pt x="1495313" y="1022672"/>
                  </a:lnTo>
                  <a:lnTo>
                    <a:pt x="1494747" y="1023842"/>
                  </a:lnTo>
                  <a:lnTo>
                    <a:pt x="1493322" y="1023994"/>
                  </a:lnTo>
                  <a:lnTo>
                    <a:pt x="1492949" y="1025120"/>
                  </a:lnTo>
                  <a:lnTo>
                    <a:pt x="1492636" y="1025407"/>
                  </a:lnTo>
                  <a:lnTo>
                    <a:pt x="1492084" y="1025389"/>
                  </a:lnTo>
                  <a:lnTo>
                    <a:pt x="1492212" y="1025832"/>
                  </a:lnTo>
                  <a:lnTo>
                    <a:pt x="1491993" y="1027297"/>
                  </a:lnTo>
                  <a:lnTo>
                    <a:pt x="1491566" y="1028124"/>
                  </a:lnTo>
                  <a:lnTo>
                    <a:pt x="1489636" y="1029028"/>
                  </a:lnTo>
                  <a:lnTo>
                    <a:pt x="1487796" y="1030920"/>
                  </a:lnTo>
                  <a:lnTo>
                    <a:pt x="1486424" y="1031350"/>
                  </a:lnTo>
                  <a:lnTo>
                    <a:pt x="1485433" y="1031356"/>
                  </a:lnTo>
                  <a:lnTo>
                    <a:pt x="1484432" y="1030955"/>
                  </a:lnTo>
                  <a:lnTo>
                    <a:pt x="1483351" y="1030995"/>
                  </a:lnTo>
                  <a:lnTo>
                    <a:pt x="1482644" y="1030584"/>
                  </a:lnTo>
                  <a:lnTo>
                    <a:pt x="1480291" y="1030166"/>
                  </a:lnTo>
                  <a:lnTo>
                    <a:pt x="1478979" y="1030425"/>
                  </a:lnTo>
                  <a:lnTo>
                    <a:pt x="1476965" y="1030445"/>
                  </a:lnTo>
                  <a:lnTo>
                    <a:pt x="1475160" y="1031145"/>
                  </a:lnTo>
                  <a:lnTo>
                    <a:pt x="1471970" y="1031502"/>
                  </a:lnTo>
                  <a:lnTo>
                    <a:pt x="1468882" y="1029402"/>
                  </a:lnTo>
                  <a:lnTo>
                    <a:pt x="1467211" y="1027594"/>
                  </a:lnTo>
                  <a:lnTo>
                    <a:pt x="1466728" y="1026694"/>
                  </a:lnTo>
                  <a:lnTo>
                    <a:pt x="1464954" y="1025300"/>
                  </a:lnTo>
                  <a:lnTo>
                    <a:pt x="1463650" y="1023570"/>
                  </a:lnTo>
                  <a:lnTo>
                    <a:pt x="1462479" y="1022685"/>
                  </a:lnTo>
                  <a:lnTo>
                    <a:pt x="1461015" y="1022478"/>
                  </a:lnTo>
                  <a:lnTo>
                    <a:pt x="1460152" y="1022047"/>
                  </a:lnTo>
                  <a:lnTo>
                    <a:pt x="1458255" y="1021615"/>
                  </a:lnTo>
                  <a:lnTo>
                    <a:pt x="1456688" y="1022166"/>
                  </a:lnTo>
                  <a:lnTo>
                    <a:pt x="1454285" y="1021043"/>
                  </a:lnTo>
                  <a:lnTo>
                    <a:pt x="1453849" y="1021101"/>
                  </a:lnTo>
                  <a:lnTo>
                    <a:pt x="1453266" y="1020591"/>
                  </a:lnTo>
                  <a:lnTo>
                    <a:pt x="1453441" y="1019828"/>
                  </a:lnTo>
                  <a:lnTo>
                    <a:pt x="1452905" y="1017531"/>
                  </a:lnTo>
                  <a:lnTo>
                    <a:pt x="1453063" y="1016227"/>
                  </a:lnTo>
                  <a:lnTo>
                    <a:pt x="1452456" y="1015042"/>
                  </a:lnTo>
                  <a:lnTo>
                    <a:pt x="1452356" y="1013347"/>
                  </a:lnTo>
                  <a:lnTo>
                    <a:pt x="1452011" y="1013460"/>
                  </a:lnTo>
                  <a:lnTo>
                    <a:pt x="1451922" y="1013286"/>
                  </a:lnTo>
                  <a:lnTo>
                    <a:pt x="1450403" y="1013139"/>
                  </a:lnTo>
                  <a:lnTo>
                    <a:pt x="1449196" y="1012671"/>
                  </a:lnTo>
                  <a:lnTo>
                    <a:pt x="1448093" y="1011622"/>
                  </a:lnTo>
                  <a:lnTo>
                    <a:pt x="1446283" y="1010605"/>
                  </a:lnTo>
                  <a:lnTo>
                    <a:pt x="1445916" y="1009648"/>
                  </a:lnTo>
                  <a:lnTo>
                    <a:pt x="1444497" y="1009151"/>
                  </a:lnTo>
                  <a:lnTo>
                    <a:pt x="1443614" y="1009099"/>
                  </a:lnTo>
                  <a:lnTo>
                    <a:pt x="1442860" y="1008526"/>
                  </a:lnTo>
                  <a:lnTo>
                    <a:pt x="1442158" y="1008309"/>
                  </a:lnTo>
                  <a:lnTo>
                    <a:pt x="1440684" y="1007399"/>
                  </a:lnTo>
                  <a:lnTo>
                    <a:pt x="1437898" y="1004939"/>
                  </a:lnTo>
                  <a:lnTo>
                    <a:pt x="1436658" y="1005604"/>
                  </a:lnTo>
                  <a:lnTo>
                    <a:pt x="1436524" y="1006186"/>
                  </a:lnTo>
                  <a:lnTo>
                    <a:pt x="1435339" y="1006849"/>
                  </a:lnTo>
                  <a:lnTo>
                    <a:pt x="1433817" y="1007324"/>
                  </a:lnTo>
                  <a:lnTo>
                    <a:pt x="1431626" y="1006974"/>
                  </a:lnTo>
                  <a:lnTo>
                    <a:pt x="1431351" y="1007298"/>
                  </a:lnTo>
                  <a:lnTo>
                    <a:pt x="1430095" y="1006265"/>
                  </a:lnTo>
                  <a:lnTo>
                    <a:pt x="1428781" y="1005665"/>
                  </a:lnTo>
                  <a:lnTo>
                    <a:pt x="1422945" y="1001127"/>
                  </a:lnTo>
                  <a:lnTo>
                    <a:pt x="1421966" y="1001179"/>
                  </a:lnTo>
                  <a:lnTo>
                    <a:pt x="1421623" y="1000414"/>
                  </a:lnTo>
                  <a:lnTo>
                    <a:pt x="1421269" y="1000177"/>
                  </a:lnTo>
                  <a:lnTo>
                    <a:pt x="1420481" y="997696"/>
                  </a:lnTo>
                  <a:lnTo>
                    <a:pt x="1418543" y="996750"/>
                  </a:lnTo>
                  <a:lnTo>
                    <a:pt x="1417895" y="995822"/>
                  </a:lnTo>
                  <a:lnTo>
                    <a:pt x="1417029" y="995315"/>
                  </a:lnTo>
                  <a:lnTo>
                    <a:pt x="1416980" y="995039"/>
                  </a:lnTo>
                  <a:lnTo>
                    <a:pt x="1415830" y="994596"/>
                  </a:lnTo>
                  <a:lnTo>
                    <a:pt x="1415191" y="994733"/>
                  </a:lnTo>
                  <a:lnTo>
                    <a:pt x="1413032" y="992496"/>
                  </a:lnTo>
                  <a:lnTo>
                    <a:pt x="1412459" y="992397"/>
                  </a:lnTo>
                  <a:lnTo>
                    <a:pt x="1412247" y="992162"/>
                  </a:lnTo>
                  <a:lnTo>
                    <a:pt x="1412428" y="990705"/>
                  </a:lnTo>
                  <a:lnTo>
                    <a:pt x="1410545" y="990326"/>
                  </a:lnTo>
                  <a:lnTo>
                    <a:pt x="1409589" y="990430"/>
                  </a:lnTo>
                  <a:lnTo>
                    <a:pt x="1409405" y="990159"/>
                  </a:lnTo>
                  <a:lnTo>
                    <a:pt x="1408103" y="989644"/>
                  </a:lnTo>
                  <a:lnTo>
                    <a:pt x="1405925" y="987209"/>
                  </a:lnTo>
                  <a:lnTo>
                    <a:pt x="1405274" y="987272"/>
                  </a:lnTo>
                  <a:lnTo>
                    <a:pt x="1403895" y="986012"/>
                  </a:lnTo>
                  <a:lnTo>
                    <a:pt x="1403492" y="985370"/>
                  </a:lnTo>
                  <a:lnTo>
                    <a:pt x="1401888" y="984248"/>
                  </a:lnTo>
                  <a:lnTo>
                    <a:pt x="1401064" y="984075"/>
                  </a:lnTo>
                  <a:lnTo>
                    <a:pt x="1399967" y="984230"/>
                  </a:lnTo>
                  <a:lnTo>
                    <a:pt x="1399675" y="984013"/>
                  </a:lnTo>
                  <a:lnTo>
                    <a:pt x="1398103" y="984289"/>
                  </a:lnTo>
                  <a:lnTo>
                    <a:pt x="1397816" y="984082"/>
                  </a:lnTo>
                  <a:lnTo>
                    <a:pt x="1397411" y="984294"/>
                  </a:lnTo>
                  <a:lnTo>
                    <a:pt x="1396550" y="984179"/>
                  </a:lnTo>
                  <a:lnTo>
                    <a:pt x="1395938" y="983110"/>
                  </a:lnTo>
                  <a:lnTo>
                    <a:pt x="1393875" y="982707"/>
                  </a:lnTo>
                  <a:lnTo>
                    <a:pt x="1393275" y="982254"/>
                  </a:lnTo>
                  <a:lnTo>
                    <a:pt x="1392768" y="982388"/>
                  </a:lnTo>
                  <a:lnTo>
                    <a:pt x="1388963" y="980763"/>
                  </a:lnTo>
                  <a:lnTo>
                    <a:pt x="1387379" y="981012"/>
                  </a:lnTo>
                  <a:lnTo>
                    <a:pt x="1387242" y="980804"/>
                  </a:lnTo>
                  <a:lnTo>
                    <a:pt x="1385770" y="980751"/>
                  </a:lnTo>
                  <a:lnTo>
                    <a:pt x="1385010" y="980443"/>
                  </a:lnTo>
                  <a:lnTo>
                    <a:pt x="1384513" y="979892"/>
                  </a:lnTo>
                  <a:lnTo>
                    <a:pt x="1382590" y="975666"/>
                  </a:lnTo>
                  <a:lnTo>
                    <a:pt x="1380341" y="973514"/>
                  </a:lnTo>
                  <a:lnTo>
                    <a:pt x="1380089" y="973042"/>
                  </a:lnTo>
                  <a:lnTo>
                    <a:pt x="1378528" y="972763"/>
                  </a:lnTo>
                  <a:lnTo>
                    <a:pt x="1377023" y="972195"/>
                  </a:lnTo>
                  <a:lnTo>
                    <a:pt x="1376363" y="971608"/>
                  </a:lnTo>
                  <a:lnTo>
                    <a:pt x="1373806" y="971693"/>
                  </a:lnTo>
                  <a:lnTo>
                    <a:pt x="1371849" y="970944"/>
                  </a:lnTo>
                  <a:lnTo>
                    <a:pt x="1370454" y="970060"/>
                  </a:lnTo>
                  <a:lnTo>
                    <a:pt x="1367805" y="969167"/>
                  </a:lnTo>
                  <a:lnTo>
                    <a:pt x="1366736" y="969457"/>
                  </a:lnTo>
                  <a:lnTo>
                    <a:pt x="1366088" y="970057"/>
                  </a:lnTo>
                  <a:lnTo>
                    <a:pt x="1365798" y="969884"/>
                  </a:lnTo>
                  <a:lnTo>
                    <a:pt x="1364375" y="970001"/>
                  </a:lnTo>
                  <a:lnTo>
                    <a:pt x="1363965" y="970854"/>
                  </a:lnTo>
                  <a:lnTo>
                    <a:pt x="1362066" y="972090"/>
                  </a:lnTo>
                  <a:lnTo>
                    <a:pt x="1361777" y="971905"/>
                  </a:lnTo>
                  <a:lnTo>
                    <a:pt x="1361022" y="972037"/>
                  </a:lnTo>
                  <a:lnTo>
                    <a:pt x="1359001" y="972815"/>
                  </a:lnTo>
                  <a:lnTo>
                    <a:pt x="1356690" y="972450"/>
                  </a:lnTo>
                  <a:lnTo>
                    <a:pt x="1356046" y="972954"/>
                  </a:lnTo>
                  <a:lnTo>
                    <a:pt x="1355506" y="972837"/>
                  </a:lnTo>
                  <a:lnTo>
                    <a:pt x="1355199" y="972421"/>
                  </a:lnTo>
                  <a:lnTo>
                    <a:pt x="1354314" y="972647"/>
                  </a:lnTo>
                  <a:lnTo>
                    <a:pt x="1352948" y="972228"/>
                  </a:lnTo>
                  <a:lnTo>
                    <a:pt x="1352139" y="972517"/>
                  </a:lnTo>
                  <a:lnTo>
                    <a:pt x="1349941" y="972172"/>
                  </a:lnTo>
                  <a:lnTo>
                    <a:pt x="1349019" y="970870"/>
                  </a:lnTo>
                  <a:lnTo>
                    <a:pt x="1348456" y="970704"/>
                  </a:lnTo>
                  <a:lnTo>
                    <a:pt x="1348058" y="970292"/>
                  </a:lnTo>
                  <a:lnTo>
                    <a:pt x="1347774" y="970330"/>
                  </a:lnTo>
                  <a:lnTo>
                    <a:pt x="1346324" y="969218"/>
                  </a:lnTo>
                  <a:lnTo>
                    <a:pt x="1344623" y="969221"/>
                  </a:lnTo>
                  <a:lnTo>
                    <a:pt x="1343298" y="969947"/>
                  </a:lnTo>
                  <a:lnTo>
                    <a:pt x="1342279" y="969920"/>
                  </a:lnTo>
                  <a:lnTo>
                    <a:pt x="1340175" y="969365"/>
                  </a:lnTo>
                  <a:lnTo>
                    <a:pt x="1338911" y="968487"/>
                  </a:lnTo>
                  <a:lnTo>
                    <a:pt x="1338379" y="968552"/>
                  </a:lnTo>
                  <a:lnTo>
                    <a:pt x="1336687" y="967958"/>
                  </a:lnTo>
                  <a:lnTo>
                    <a:pt x="1336266" y="967576"/>
                  </a:lnTo>
                  <a:lnTo>
                    <a:pt x="1334915" y="966807"/>
                  </a:lnTo>
                  <a:lnTo>
                    <a:pt x="1334704" y="966989"/>
                  </a:lnTo>
                  <a:lnTo>
                    <a:pt x="1334335" y="967516"/>
                  </a:lnTo>
                  <a:lnTo>
                    <a:pt x="1334303" y="968262"/>
                  </a:lnTo>
                  <a:lnTo>
                    <a:pt x="1333837" y="968577"/>
                  </a:lnTo>
                  <a:lnTo>
                    <a:pt x="1333225" y="969895"/>
                  </a:lnTo>
                  <a:lnTo>
                    <a:pt x="1333142" y="970823"/>
                  </a:lnTo>
                  <a:lnTo>
                    <a:pt x="1332098" y="972204"/>
                  </a:lnTo>
                  <a:lnTo>
                    <a:pt x="1331462" y="972619"/>
                  </a:lnTo>
                  <a:lnTo>
                    <a:pt x="1330674" y="972144"/>
                  </a:lnTo>
                  <a:lnTo>
                    <a:pt x="1329660" y="972044"/>
                  </a:lnTo>
                  <a:lnTo>
                    <a:pt x="1327080" y="973309"/>
                  </a:lnTo>
                  <a:lnTo>
                    <a:pt x="1324495" y="972611"/>
                  </a:lnTo>
                  <a:lnTo>
                    <a:pt x="1323397" y="972551"/>
                  </a:lnTo>
                  <a:lnTo>
                    <a:pt x="1320521" y="974085"/>
                  </a:lnTo>
                  <a:lnTo>
                    <a:pt x="1318587" y="974479"/>
                  </a:lnTo>
                  <a:lnTo>
                    <a:pt x="1317390" y="975329"/>
                  </a:lnTo>
                  <a:lnTo>
                    <a:pt x="1315233" y="977629"/>
                  </a:lnTo>
                  <a:lnTo>
                    <a:pt x="1314430" y="978018"/>
                  </a:lnTo>
                  <a:lnTo>
                    <a:pt x="1314220" y="978554"/>
                  </a:lnTo>
                  <a:lnTo>
                    <a:pt x="1313502" y="979180"/>
                  </a:lnTo>
                  <a:lnTo>
                    <a:pt x="1311966" y="979061"/>
                  </a:lnTo>
                  <a:lnTo>
                    <a:pt x="1311585" y="978748"/>
                  </a:lnTo>
                  <a:lnTo>
                    <a:pt x="1310705" y="979687"/>
                  </a:lnTo>
                  <a:lnTo>
                    <a:pt x="1309418" y="980506"/>
                  </a:lnTo>
                  <a:lnTo>
                    <a:pt x="1306832" y="981061"/>
                  </a:lnTo>
                  <a:lnTo>
                    <a:pt x="1306329" y="980917"/>
                  </a:lnTo>
                  <a:lnTo>
                    <a:pt x="1305747" y="981155"/>
                  </a:lnTo>
                  <a:lnTo>
                    <a:pt x="1304256" y="980907"/>
                  </a:lnTo>
                  <a:lnTo>
                    <a:pt x="1303640" y="980470"/>
                  </a:lnTo>
                  <a:lnTo>
                    <a:pt x="1302184" y="980191"/>
                  </a:lnTo>
                  <a:lnTo>
                    <a:pt x="1298271" y="980715"/>
                  </a:lnTo>
                  <a:lnTo>
                    <a:pt x="1295574" y="980065"/>
                  </a:lnTo>
                  <a:lnTo>
                    <a:pt x="1293331" y="978756"/>
                  </a:lnTo>
                  <a:lnTo>
                    <a:pt x="1291118" y="977934"/>
                  </a:lnTo>
                  <a:lnTo>
                    <a:pt x="1289269" y="978352"/>
                  </a:lnTo>
                  <a:lnTo>
                    <a:pt x="1288302" y="977927"/>
                  </a:lnTo>
                  <a:lnTo>
                    <a:pt x="1286476" y="977769"/>
                  </a:lnTo>
                  <a:lnTo>
                    <a:pt x="1283991" y="976361"/>
                  </a:lnTo>
                  <a:lnTo>
                    <a:pt x="1282688" y="974704"/>
                  </a:lnTo>
                  <a:lnTo>
                    <a:pt x="1282727" y="974064"/>
                  </a:lnTo>
                  <a:lnTo>
                    <a:pt x="1280488" y="973639"/>
                  </a:lnTo>
                  <a:lnTo>
                    <a:pt x="1279395" y="973697"/>
                  </a:lnTo>
                  <a:lnTo>
                    <a:pt x="1278048" y="974439"/>
                  </a:lnTo>
                  <a:lnTo>
                    <a:pt x="1277521" y="975581"/>
                  </a:lnTo>
                  <a:lnTo>
                    <a:pt x="1276477" y="976477"/>
                  </a:lnTo>
                  <a:lnTo>
                    <a:pt x="1277126" y="979127"/>
                  </a:lnTo>
                  <a:lnTo>
                    <a:pt x="1277002" y="979433"/>
                  </a:lnTo>
                  <a:lnTo>
                    <a:pt x="1275418" y="980928"/>
                  </a:lnTo>
                  <a:lnTo>
                    <a:pt x="1274838" y="981788"/>
                  </a:lnTo>
                  <a:lnTo>
                    <a:pt x="1272244" y="982589"/>
                  </a:lnTo>
                  <a:lnTo>
                    <a:pt x="1270375" y="982769"/>
                  </a:lnTo>
                  <a:lnTo>
                    <a:pt x="1269025" y="983487"/>
                  </a:lnTo>
                  <a:lnTo>
                    <a:pt x="1268442" y="984444"/>
                  </a:lnTo>
                  <a:lnTo>
                    <a:pt x="1268023" y="986722"/>
                  </a:lnTo>
                  <a:lnTo>
                    <a:pt x="1266956" y="987079"/>
                  </a:lnTo>
                  <a:lnTo>
                    <a:pt x="1265806" y="986964"/>
                  </a:lnTo>
                  <a:lnTo>
                    <a:pt x="1264164" y="987388"/>
                  </a:lnTo>
                  <a:lnTo>
                    <a:pt x="1263269" y="988569"/>
                  </a:lnTo>
                  <a:lnTo>
                    <a:pt x="1262962" y="989217"/>
                  </a:lnTo>
                  <a:lnTo>
                    <a:pt x="1263019" y="989715"/>
                  </a:lnTo>
                  <a:lnTo>
                    <a:pt x="1262709" y="989943"/>
                  </a:lnTo>
                  <a:lnTo>
                    <a:pt x="1262743" y="990468"/>
                  </a:lnTo>
                  <a:lnTo>
                    <a:pt x="1262007" y="991381"/>
                  </a:lnTo>
                  <a:lnTo>
                    <a:pt x="1260232" y="992507"/>
                  </a:lnTo>
                  <a:lnTo>
                    <a:pt x="1258934" y="992857"/>
                  </a:lnTo>
                  <a:lnTo>
                    <a:pt x="1258583" y="993624"/>
                  </a:lnTo>
                  <a:lnTo>
                    <a:pt x="1257028" y="993974"/>
                  </a:lnTo>
                  <a:lnTo>
                    <a:pt x="1255268" y="993693"/>
                  </a:lnTo>
                  <a:lnTo>
                    <a:pt x="1253870" y="993398"/>
                  </a:lnTo>
                  <a:lnTo>
                    <a:pt x="1251339" y="992347"/>
                  </a:lnTo>
                  <a:lnTo>
                    <a:pt x="1250234" y="992397"/>
                  </a:lnTo>
                  <a:lnTo>
                    <a:pt x="1247560" y="993193"/>
                  </a:lnTo>
                  <a:lnTo>
                    <a:pt x="1244054" y="993173"/>
                  </a:lnTo>
                  <a:lnTo>
                    <a:pt x="1241822" y="993944"/>
                  </a:lnTo>
                  <a:lnTo>
                    <a:pt x="1239992" y="995009"/>
                  </a:lnTo>
                  <a:lnTo>
                    <a:pt x="1239136" y="995110"/>
                  </a:lnTo>
                  <a:lnTo>
                    <a:pt x="1238322" y="994526"/>
                  </a:lnTo>
                  <a:lnTo>
                    <a:pt x="1237404" y="992139"/>
                  </a:lnTo>
                  <a:lnTo>
                    <a:pt x="1236401" y="991032"/>
                  </a:lnTo>
                  <a:lnTo>
                    <a:pt x="1234334" y="991516"/>
                  </a:lnTo>
                  <a:lnTo>
                    <a:pt x="1233953" y="991350"/>
                  </a:lnTo>
                  <a:lnTo>
                    <a:pt x="1231358" y="989562"/>
                  </a:lnTo>
                  <a:lnTo>
                    <a:pt x="1229885" y="987589"/>
                  </a:lnTo>
                  <a:lnTo>
                    <a:pt x="1228753" y="986663"/>
                  </a:lnTo>
                  <a:lnTo>
                    <a:pt x="1228149" y="986552"/>
                  </a:lnTo>
                  <a:lnTo>
                    <a:pt x="1227270" y="985758"/>
                  </a:lnTo>
                  <a:lnTo>
                    <a:pt x="1223392" y="984449"/>
                  </a:lnTo>
                  <a:lnTo>
                    <a:pt x="1222896" y="983005"/>
                  </a:lnTo>
                  <a:lnTo>
                    <a:pt x="1222938" y="981784"/>
                  </a:lnTo>
                  <a:lnTo>
                    <a:pt x="1222618" y="980189"/>
                  </a:lnTo>
                  <a:lnTo>
                    <a:pt x="1221643" y="978037"/>
                  </a:lnTo>
                  <a:lnTo>
                    <a:pt x="1221739" y="976486"/>
                  </a:lnTo>
                  <a:lnTo>
                    <a:pt x="1221048" y="976079"/>
                  </a:lnTo>
                  <a:lnTo>
                    <a:pt x="1219537" y="976140"/>
                  </a:lnTo>
                  <a:lnTo>
                    <a:pt x="1219185" y="975754"/>
                  </a:lnTo>
                  <a:lnTo>
                    <a:pt x="1216999" y="978301"/>
                  </a:lnTo>
                  <a:lnTo>
                    <a:pt x="1214946" y="978209"/>
                  </a:lnTo>
                  <a:lnTo>
                    <a:pt x="1213612" y="977754"/>
                  </a:lnTo>
                  <a:lnTo>
                    <a:pt x="1213115" y="978220"/>
                  </a:lnTo>
                  <a:lnTo>
                    <a:pt x="1212532" y="978167"/>
                  </a:lnTo>
                  <a:lnTo>
                    <a:pt x="1209728" y="978987"/>
                  </a:lnTo>
                  <a:lnTo>
                    <a:pt x="1209513" y="979790"/>
                  </a:lnTo>
                  <a:lnTo>
                    <a:pt x="1208231" y="980738"/>
                  </a:lnTo>
                  <a:lnTo>
                    <a:pt x="1206637" y="980166"/>
                  </a:lnTo>
                  <a:lnTo>
                    <a:pt x="1201917" y="977597"/>
                  </a:lnTo>
                  <a:lnTo>
                    <a:pt x="1200768" y="977149"/>
                  </a:lnTo>
                  <a:lnTo>
                    <a:pt x="1200377" y="977215"/>
                  </a:lnTo>
                  <a:lnTo>
                    <a:pt x="1199715" y="976655"/>
                  </a:lnTo>
                  <a:lnTo>
                    <a:pt x="1198452" y="976099"/>
                  </a:lnTo>
                  <a:lnTo>
                    <a:pt x="1196052" y="975675"/>
                  </a:lnTo>
                  <a:lnTo>
                    <a:pt x="1194786" y="975193"/>
                  </a:lnTo>
                  <a:lnTo>
                    <a:pt x="1188979" y="976143"/>
                  </a:lnTo>
                  <a:lnTo>
                    <a:pt x="1187816" y="976532"/>
                  </a:lnTo>
                  <a:lnTo>
                    <a:pt x="1186013" y="976016"/>
                  </a:lnTo>
                  <a:lnTo>
                    <a:pt x="1185174" y="976167"/>
                  </a:lnTo>
                  <a:lnTo>
                    <a:pt x="1184257" y="976668"/>
                  </a:lnTo>
                  <a:lnTo>
                    <a:pt x="1183242" y="976801"/>
                  </a:lnTo>
                  <a:lnTo>
                    <a:pt x="1178365" y="976937"/>
                  </a:lnTo>
                  <a:lnTo>
                    <a:pt x="1176477" y="976821"/>
                  </a:lnTo>
                  <a:lnTo>
                    <a:pt x="1174143" y="975337"/>
                  </a:lnTo>
                  <a:lnTo>
                    <a:pt x="1172751" y="974983"/>
                  </a:lnTo>
                  <a:lnTo>
                    <a:pt x="1172202" y="974491"/>
                  </a:lnTo>
                  <a:lnTo>
                    <a:pt x="1170887" y="972934"/>
                  </a:lnTo>
                  <a:lnTo>
                    <a:pt x="1167671" y="971428"/>
                  </a:lnTo>
                  <a:lnTo>
                    <a:pt x="1164184" y="969059"/>
                  </a:lnTo>
                  <a:lnTo>
                    <a:pt x="1164192" y="968337"/>
                  </a:lnTo>
                  <a:lnTo>
                    <a:pt x="1163748" y="967250"/>
                  </a:lnTo>
                  <a:lnTo>
                    <a:pt x="1160462" y="967322"/>
                  </a:lnTo>
                  <a:lnTo>
                    <a:pt x="1158955" y="966772"/>
                  </a:lnTo>
                  <a:lnTo>
                    <a:pt x="1158407" y="967183"/>
                  </a:lnTo>
                  <a:lnTo>
                    <a:pt x="1158094" y="967104"/>
                  </a:lnTo>
                  <a:lnTo>
                    <a:pt x="1157558" y="967441"/>
                  </a:lnTo>
                  <a:lnTo>
                    <a:pt x="1154387" y="968198"/>
                  </a:lnTo>
                  <a:lnTo>
                    <a:pt x="1153341" y="967851"/>
                  </a:lnTo>
                  <a:lnTo>
                    <a:pt x="1152272" y="968324"/>
                  </a:lnTo>
                  <a:lnTo>
                    <a:pt x="1151388" y="968319"/>
                  </a:lnTo>
                  <a:lnTo>
                    <a:pt x="1150997" y="968041"/>
                  </a:lnTo>
                  <a:lnTo>
                    <a:pt x="1150875" y="967562"/>
                  </a:lnTo>
                  <a:lnTo>
                    <a:pt x="1150446" y="967552"/>
                  </a:lnTo>
                  <a:lnTo>
                    <a:pt x="1148248" y="968900"/>
                  </a:lnTo>
                  <a:lnTo>
                    <a:pt x="1146824" y="970387"/>
                  </a:lnTo>
                  <a:lnTo>
                    <a:pt x="1146017" y="970312"/>
                  </a:lnTo>
                  <a:lnTo>
                    <a:pt x="1144814" y="970784"/>
                  </a:lnTo>
                  <a:lnTo>
                    <a:pt x="1141236" y="970702"/>
                  </a:lnTo>
                  <a:lnTo>
                    <a:pt x="1140097" y="969809"/>
                  </a:lnTo>
                  <a:lnTo>
                    <a:pt x="1139453" y="969827"/>
                  </a:lnTo>
                  <a:lnTo>
                    <a:pt x="1138439" y="969247"/>
                  </a:lnTo>
                  <a:lnTo>
                    <a:pt x="1138277" y="968516"/>
                  </a:lnTo>
                  <a:lnTo>
                    <a:pt x="1137253" y="968488"/>
                  </a:lnTo>
                  <a:lnTo>
                    <a:pt x="1133530" y="967209"/>
                  </a:lnTo>
                  <a:lnTo>
                    <a:pt x="1131729" y="967256"/>
                  </a:lnTo>
                  <a:lnTo>
                    <a:pt x="1129264" y="968293"/>
                  </a:lnTo>
                  <a:lnTo>
                    <a:pt x="1128876" y="969340"/>
                  </a:lnTo>
                  <a:lnTo>
                    <a:pt x="1127861" y="970006"/>
                  </a:lnTo>
                  <a:lnTo>
                    <a:pt x="1126528" y="970041"/>
                  </a:lnTo>
                  <a:lnTo>
                    <a:pt x="1125733" y="970834"/>
                  </a:lnTo>
                  <a:lnTo>
                    <a:pt x="1124352" y="970039"/>
                  </a:lnTo>
                  <a:lnTo>
                    <a:pt x="1123211" y="970020"/>
                  </a:lnTo>
                  <a:lnTo>
                    <a:pt x="1121939" y="969524"/>
                  </a:lnTo>
                  <a:lnTo>
                    <a:pt x="1119794" y="969836"/>
                  </a:lnTo>
                  <a:lnTo>
                    <a:pt x="1118694" y="969511"/>
                  </a:lnTo>
                  <a:lnTo>
                    <a:pt x="1116893" y="969827"/>
                  </a:lnTo>
                  <a:lnTo>
                    <a:pt x="1113985" y="969798"/>
                  </a:lnTo>
                  <a:lnTo>
                    <a:pt x="1112240" y="968046"/>
                  </a:lnTo>
                  <a:lnTo>
                    <a:pt x="1110119" y="967647"/>
                  </a:lnTo>
                  <a:lnTo>
                    <a:pt x="1109790" y="967806"/>
                  </a:lnTo>
                  <a:lnTo>
                    <a:pt x="1109146" y="967469"/>
                  </a:lnTo>
                  <a:lnTo>
                    <a:pt x="1108546" y="967741"/>
                  </a:lnTo>
                  <a:lnTo>
                    <a:pt x="1107726" y="967730"/>
                  </a:lnTo>
                  <a:lnTo>
                    <a:pt x="1106754" y="966915"/>
                  </a:lnTo>
                  <a:lnTo>
                    <a:pt x="1106591" y="967314"/>
                  </a:lnTo>
                  <a:lnTo>
                    <a:pt x="1105922" y="967534"/>
                  </a:lnTo>
                  <a:lnTo>
                    <a:pt x="1104982" y="966869"/>
                  </a:lnTo>
                  <a:lnTo>
                    <a:pt x="1104550" y="965577"/>
                  </a:lnTo>
                  <a:lnTo>
                    <a:pt x="1103828" y="964756"/>
                  </a:lnTo>
                  <a:lnTo>
                    <a:pt x="1101992" y="964478"/>
                  </a:lnTo>
                  <a:lnTo>
                    <a:pt x="1101353" y="963257"/>
                  </a:lnTo>
                  <a:lnTo>
                    <a:pt x="1098931" y="961769"/>
                  </a:lnTo>
                  <a:lnTo>
                    <a:pt x="1096995" y="961596"/>
                  </a:lnTo>
                  <a:lnTo>
                    <a:pt x="1094549" y="961723"/>
                  </a:lnTo>
                  <a:lnTo>
                    <a:pt x="1092169" y="960772"/>
                  </a:lnTo>
                  <a:lnTo>
                    <a:pt x="1090482" y="960402"/>
                  </a:lnTo>
                  <a:lnTo>
                    <a:pt x="1089855" y="957840"/>
                  </a:lnTo>
                  <a:lnTo>
                    <a:pt x="1087911" y="956708"/>
                  </a:lnTo>
                  <a:lnTo>
                    <a:pt x="1086293" y="956471"/>
                  </a:lnTo>
                  <a:lnTo>
                    <a:pt x="1085345" y="955536"/>
                  </a:lnTo>
                  <a:lnTo>
                    <a:pt x="1084103" y="955271"/>
                  </a:lnTo>
                  <a:lnTo>
                    <a:pt x="1082173" y="954278"/>
                  </a:lnTo>
                  <a:lnTo>
                    <a:pt x="1078883" y="953264"/>
                  </a:lnTo>
                  <a:lnTo>
                    <a:pt x="1078483" y="952780"/>
                  </a:lnTo>
                  <a:lnTo>
                    <a:pt x="1076863" y="952298"/>
                  </a:lnTo>
                  <a:lnTo>
                    <a:pt x="1076718" y="951908"/>
                  </a:lnTo>
                  <a:lnTo>
                    <a:pt x="1076146" y="952017"/>
                  </a:lnTo>
                  <a:lnTo>
                    <a:pt x="1075632" y="951692"/>
                  </a:lnTo>
                  <a:lnTo>
                    <a:pt x="1074448" y="951608"/>
                  </a:lnTo>
                  <a:lnTo>
                    <a:pt x="1074497" y="952437"/>
                  </a:lnTo>
                  <a:lnTo>
                    <a:pt x="1073937" y="953091"/>
                  </a:lnTo>
                  <a:lnTo>
                    <a:pt x="1072850" y="952566"/>
                  </a:lnTo>
                  <a:lnTo>
                    <a:pt x="1072612" y="951711"/>
                  </a:lnTo>
                  <a:lnTo>
                    <a:pt x="1071568" y="950280"/>
                  </a:lnTo>
                  <a:lnTo>
                    <a:pt x="1070264" y="949126"/>
                  </a:lnTo>
                  <a:lnTo>
                    <a:pt x="1067401" y="947775"/>
                  </a:lnTo>
                  <a:lnTo>
                    <a:pt x="1066482" y="946715"/>
                  </a:lnTo>
                  <a:lnTo>
                    <a:pt x="1063717" y="945801"/>
                  </a:lnTo>
                  <a:lnTo>
                    <a:pt x="1061168" y="943703"/>
                  </a:lnTo>
                  <a:lnTo>
                    <a:pt x="1060625" y="943557"/>
                  </a:lnTo>
                  <a:lnTo>
                    <a:pt x="1059608" y="942374"/>
                  </a:lnTo>
                  <a:lnTo>
                    <a:pt x="1058434" y="941688"/>
                  </a:lnTo>
                  <a:lnTo>
                    <a:pt x="1057163" y="939569"/>
                  </a:lnTo>
                  <a:lnTo>
                    <a:pt x="1056352" y="938839"/>
                  </a:lnTo>
                  <a:lnTo>
                    <a:pt x="1051839" y="938134"/>
                  </a:lnTo>
                  <a:lnTo>
                    <a:pt x="1050832" y="937568"/>
                  </a:lnTo>
                  <a:lnTo>
                    <a:pt x="1049719" y="937486"/>
                  </a:lnTo>
                  <a:lnTo>
                    <a:pt x="1048830" y="937291"/>
                  </a:lnTo>
                  <a:lnTo>
                    <a:pt x="1048097" y="937403"/>
                  </a:lnTo>
                  <a:lnTo>
                    <a:pt x="1047601" y="937058"/>
                  </a:lnTo>
                  <a:lnTo>
                    <a:pt x="1047113" y="937271"/>
                  </a:lnTo>
                  <a:lnTo>
                    <a:pt x="1046279" y="936933"/>
                  </a:lnTo>
                  <a:lnTo>
                    <a:pt x="1045440" y="937232"/>
                  </a:lnTo>
                  <a:lnTo>
                    <a:pt x="1044086" y="936923"/>
                  </a:lnTo>
                  <a:lnTo>
                    <a:pt x="1043658" y="937330"/>
                  </a:lnTo>
                  <a:lnTo>
                    <a:pt x="1042442" y="937073"/>
                  </a:lnTo>
                  <a:lnTo>
                    <a:pt x="1042264" y="936803"/>
                  </a:lnTo>
                  <a:lnTo>
                    <a:pt x="1040856" y="937090"/>
                  </a:lnTo>
                  <a:lnTo>
                    <a:pt x="1038712" y="936382"/>
                  </a:lnTo>
                  <a:lnTo>
                    <a:pt x="1038312" y="935728"/>
                  </a:lnTo>
                  <a:lnTo>
                    <a:pt x="1037744" y="935461"/>
                  </a:lnTo>
                  <a:lnTo>
                    <a:pt x="1037336" y="935269"/>
                  </a:lnTo>
                  <a:lnTo>
                    <a:pt x="1036935" y="935495"/>
                  </a:lnTo>
                  <a:lnTo>
                    <a:pt x="1036157" y="935298"/>
                  </a:lnTo>
                  <a:lnTo>
                    <a:pt x="1034494" y="935398"/>
                  </a:lnTo>
                  <a:lnTo>
                    <a:pt x="1034171" y="935678"/>
                  </a:lnTo>
                  <a:lnTo>
                    <a:pt x="1033166" y="935513"/>
                  </a:lnTo>
                  <a:lnTo>
                    <a:pt x="1032013" y="936233"/>
                  </a:lnTo>
                  <a:lnTo>
                    <a:pt x="1030250" y="936365"/>
                  </a:lnTo>
                  <a:lnTo>
                    <a:pt x="1028756" y="936160"/>
                  </a:lnTo>
                  <a:lnTo>
                    <a:pt x="1028748" y="936451"/>
                  </a:lnTo>
                  <a:lnTo>
                    <a:pt x="1027225" y="935977"/>
                  </a:lnTo>
                  <a:lnTo>
                    <a:pt x="1026872" y="936078"/>
                  </a:lnTo>
                  <a:lnTo>
                    <a:pt x="1024563" y="933463"/>
                  </a:lnTo>
                  <a:lnTo>
                    <a:pt x="1022838" y="932039"/>
                  </a:lnTo>
                  <a:lnTo>
                    <a:pt x="1020014" y="931749"/>
                  </a:lnTo>
                  <a:lnTo>
                    <a:pt x="1019312" y="931902"/>
                  </a:lnTo>
                  <a:lnTo>
                    <a:pt x="1016943" y="931303"/>
                  </a:lnTo>
                  <a:lnTo>
                    <a:pt x="1016763" y="932037"/>
                  </a:lnTo>
                  <a:lnTo>
                    <a:pt x="1016040" y="932728"/>
                  </a:lnTo>
                  <a:lnTo>
                    <a:pt x="1012462" y="933859"/>
                  </a:lnTo>
                  <a:lnTo>
                    <a:pt x="1011648" y="933836"/>
                  </a:lnTo>
                  <a:lnTo>
                    <a:pt x="1009978" y="935332"/>
                  </a:lnTo>
                  <a:lnTo>
                    <a:pt x="1009618" y="936834"/>
                  </a:lnTo>
                  <a:lnTo>
                    <a:pt x="1008285" y="937719"/>
                  </a:lnTo>
                  <a:lnTo>
                    <a:pt x="1007855" y="938319"/>
                  </a:lnTo>
                  <a:lnTo>
                    <a:pt x="1007798" y="940313"/>
                  </a:lnTo>
                  <a:lnTo>
                    <a:pt x="1007568" y="941069"/>
                  </a:lnTo>
                  <a:lnTo>
                    <a:pt x="1007034" y="941620"/>
                  </a:lnTo>
                  <a:lnTo>
                    <a:pt x="1005168" y="941990"/>
                  </a:lnTo>
                  <a:lnTo>
                    <a:pt x="1003405" y="942750"/>
                  </a:lnTo>
                  <a:lnTo>
                    <a:pt x="1001478" y="944035"/>
                  </a:lnTo>
                  <a:lnTo>
                    <a:pt x="1001053" y="943954"/>
                  </a:lnTo>
                  <a:lnTo>
                    <a:pt x="999776" y="944316"/>
                  </a:lnTo>
                  <a:lnTo>
                    <a:pt x="998665" y="944051"/>
                  </a:lnTo>
                  <a:lnTo>
                    <a:pt x="997057" y="943291"/>
                  </a:lnTo>
                  <a:lnTo>
                    <a:pt x="993875" y="942993"/>
                  </a:lnTo>
                  <a:lnTo>
                    <a:pt x="992371" y="942109"/>
                  </a:lnTo>
                  <a:lnTo>
                    <a:pt x="992084" y="941673"/>
                  </a:lnTo>
                  <a:lnTo>
                    <a:pt x="992814" y="940390"/>
                  </a:lnTo>
                  <a:lnTo>
                    <a:pt x="992739" y="939191"/>
                  </a:lnTo>
                  <a:lnTo>
                    <a:pt x="992039" y="937740"/>
                  </a:lnTo>
                  <a:lnTo>
                    <a:pt x="991858" y="936445"/>
                  </a:lnTo>
                  <a:lnTo>
                    <a:pt x="992063" y="934004"/>
                  </a:lnTo>
                  <a:lnTo>
                    <a:pt x="991684" y="932069"/>
                  </a:lnTo>
                  <a:lnTo>
                    <a:pt x="991179" y="930865"/>
                  </a:lnTo>
                  <a:lnTo>
                    <a:pt x="989100" y="928409"/>
                  </a:lnTo>
                  <a:lnTo>
                    <a:pt x="988007" y="928382"/>
                  </a:lnTo>
                  <a:lnTo>
                    <a:pt x="986553" y="927489"/>
                  </a:lnTo>
                  <a:lnTo>
                    <a:pt x="985978" y="925686"/>
                  </a:lnTo>
                  <a:lnTo>
                    <a:pt x="985886" y="923602"/>
                  </a:lnTo>
                  <a:lnTo>
                    <a:pt x="985048" y="922988"/>
                  </a:lnTo>
                  <a:lnTo>
                    <a:pt x="983276" y="922390"/>
                  </a:lnTo>
                  <a:lnTo>
                    <a:pt x="982234" y="922485"/>
                  </a:lnTo>
                  <a:lnTo>
                    <a:pt x="981875" y="922798"/>
                  </a:lnTo>
                  <a:lnTo>
                    <a:pt x="981331" y="922583"/>
                  </a:lnTo>
                  <a:lnTo>
                    <a:pt x="979129" y="923339"/>
                  </a:lnTo>
                  <a:lnTo>
                    <a:pt x="972619" y="921766"/>
                  </a:lnTo>
                  <a:lnTo>
                    <a:pt x="971732" y="921859"/>
                  </a:lnTo>
                  <a:lnTo>
                    <a:pt x="970948" y="921516"/>
                  </a:lnTo>
                  <a:lnTo>
                    <a:pt x="969890" y="920435"/>
                  </a:lnTo>
                  <a:lnTo>
                    <a:pt x="968929" y="920245"/>
                  </a:lnTo>
                  <a:lnTo>
                    <a:pt x="968473" y="920393"/>
                  </a:lnTo>
                  <a:lnTo>
                    <a:pt x="967632" y="919869"/>
                  </a:lnTo>
                  <a:lnTo>
                    <a:pt x="966563" y="919621"/>
                  </a:lnTo>
                  <a:lnTo>
                    <a:pt x="966346" y="919916"/>
                  </a:lnTo>
                  <a:lnTo>
                    <a:pt x="964867" y="920191"/>
                  </a:lnTo>
                  <a:lnTo>
                    <a:pt x="964526" y="919603"/>
                  </a:lnTo>
                  <a:lnTo>
                    <a:pt x="962850" y="919646"/>
                  </a:lnTo>
                  <a:lnTo>
                    <a:pt x="961173" y="920896"/>
                  </a:lnTo>
                  <a:lnTo>
                    <a:pt x="960263" y="920649"/>
                  </a:lnTo>
                  <a:lnTo>
                    <a:pt x="959103" y="920811"/>
                  </a:lnTo>
                  <a:lnTo>
                    <a:pt x="958916" y="921918"/>
                  </a:lnTo>
                  <a:lnTo>
                    <a:pt x="958109" y="923149"/>
                  </a:lnTo>
                  <a:lnTo>
                    <a:pt x="957270" y="923081"/>
                  </a:lnTo>
                  <a:lnTo>
                    <a:pt x="956944" y="923673"/>
                  </a:lnTo>
                  <a:lnTo>
                    <a:pt x="956050" y="923821"/>
                  </a:lnTo>
                  <a:lnTo>
                    <a:pt x="955979" y="924672"/>
                  </a:lnTo>
                  <a:lnTo>
                    <a:pt x="954321" y="925941"/>
                  </a:lnTo>
                  <a:lnTo>
                    <a:pt x="953066" y="926277"/>
                  </a:lnTo>
                  <a:lnTo>
                    <a:pt x="948587" y="926443"/>
                  </a:lnTo>
                  <a:lnTo>
                    <a:pt x="947812" y="926829"/>
                  </a:lnTo>
                  <a:lnTo>
                    <a:pt x="945394" y="927306"/>
                  </a:lnTo>
                  <a:lnTo>
                    <a:pt x="944660" y="927515"/>
                  </a:lnTo>
                  <a:lnTo>
                    <a:pt x="943500" y="928527"/>
                  </a:lnTo>
                  <a:lnTo>
                    <a:pt x="941604" y="929033"/>
                  </a:lnTo>
                  <a:lnTo>
                    <a:pt x="940229" y="929061"/>
                  </a:lnTo>
                  <a:lnTo>
                    <a:pt x="938083" y="930387"/>
                  </a:lnTo>
                  <a:lnTo>
                    <a:pt x="934437" y="928713"/>
                  </a:lnTo>
                  <a:lnTo>
                    <a:pt x="933308" y="927733"/>
                  </a:lnTo>
                  <a:lnTo>
                    <a:pt x="932479" y="927627"/>
                  </a:lnTo>
                  <a:lnTo>
                    <a:pt x="932342" y="927328"/>
                  </a:lnTo>
                  <a:lnTo>
                    <a:pt x="929181" y="921976"/>
                  </a:lnTo>
                  <a:lnTo>
                    <a:pt x="929362" y="919746"/>
                  </a:lnTo>
                  <a:lnTo>
                    <a:pt x="928720" y="916862"/>
                  </a:lnTo>
                  <a:lnTo>
                    <a:pt x="924911" y="916105"/>
                  </a:lnTo>
                  <a:lnTo>
                    <a:pt x="922008" y="916063"/>
                  </a:lnTo>
                  <a:lnTo>
                    <a:pt x="922161" y="914184"/>
                  </a:lnTo>
                  <a:lnTo>
                    <a:pt x="923930" y="911680"/>
                  </a:lnTo>
                  <a:lnTo>
                    <a:pt x="923895" y="909457"/>
                  </a:lnTo>
                  <a:lnTo>
                    <a:pt x="923517" y="908952"/>
                  </a:lnTo>
                  <a:lnTo>
                    <a:pt x="923311" y="907653"/>
                  </a:lnTo>
                  <a:lnTo>
                    <a:pt x="922949" y="907007"/>
                  </a:lnTo>
                  <a:lnTo>
                    <a:pt x="923252" y="905954"/>
                  </a:lnTo>
                  <a:lnTo>
                    <a:pt x="920727" y="899581"/>
                  </a:lnTo>
                  <a:lnTo>
                    <a:pt x="919965" y="899971"/>
                  </a:lnTo>
                  <a:lnTo>
                    <a:pt x="918952" y="899881"/>
                  </a:lnTo>
                  <a:lnTo>
                    <a:pt x="918681" y="900199"/>
                  </a:lnTo>
                  <a:lnTo>
                    <a:pt x="917404" y="900062"/>
                  </a:lnTo>
                  <a:lnTo>
                    <a:pt x="914976" y="900287"/>
                  </a:lnTo>
                  <a:lnTo>
                    <a:pt x="913093" y="901775"/>
                  </a:lnTo>
                  <a:lnTo>
                    <a:pt x="911402" y="902702"/>
                  </a:lnTo>
                  <a:lnTo>
                    <a:pt x="907508" y="903880"/>
                  </a:lnTo>
                  <a:lnTo>
                    <a:pt x="906220" y="904697"/>
                  </a:lnTo>
                  <a:lnTo>
                    <a:pt x="904666" y="905115"/>
                  </a:lnTo>
                  <a:lnTo>
                    <a:pt x="904024" y="905654"/>
                  </a:lnTo>
                  <a:lnTo>
                    <a:pt x="899988" y="906895"/>
                  </a:lnTo>
                  <a:lnTo>
                    <a:pt x="897593" y="908015"/>
                  </a:lnTo>
                  <a:lnTo>
                    <a:pt x="896055" y="908414"/>
                  </a:lnTo>
                  <a:lnTo>
                    <a:pt x="895012" y="907963"/>
                  </a:lnTo>
                  <a:lnTo>
                    <a:pt x="893616" y="908561"/>
                  </a:lnTo>
                  <a:lnTo>
                    <a:pt x="892419" y="908540"/>
                  </a:lnTo>
                  <a:lnTo>
                    <a:pt x="891008" y="909597"/>
                  </a:lnTo>
                  <a:lnTo>
                    <a:pt x="890173" y="910534"/>
                  </a:lnTo>
                  <a:lnTo>
                    <a:pt x="888972" y="913452"/>
                  </a:lnTo>
                  <a:lnTo>
                    <a:pt x="888412" y="913872"/>
                  </a:lnTo>
                  <a:lnTo>
                    <a:pt x="886665" y="913870"/>
                  </a:lnTo>
                  <a:lnTo>
                    <a:pt x="883941" y="913501"/>
                  </a:lnTo>
                  <a:lnTo>
                    <a:pt x="882299" y="913816"/>
                  </a:lnTo>
                  <a:lnTo>
                    <a:pt x="880040" y="912752"/>
                  </a:lnTo>
                  <a:lnTo>
                    <a:pt x="877405" y="912260"/>
                  </a:lnTo>
                  <a:lnTo>
                    <a:pt x="875197" y="911509"/>
                  </a:lnTo>
                  <a:lnTo>
                    <a:pt x="874651" y="911069"/>
                  </a:lnTo>
                  <a:lnTo>
                    <a:pt x="873709" y="912032"/>
                  </a:lnTo>
                  <a:lnTo>
                    <a:pt x="870525" y="911211"/>
                  </a:lnTo>
                  <a:lnTo>
                    <a:pt x="869316" y="911082"/>
                  </a:lnTo>
                  <a:lnTo>
                    <a:pt x="869003" y="911369"/>
                  </a:lnTo>
                  <a:lnTo>
                    <a:pt x="867864" y="910934"/>
                  </a:lnTo>
                  <a:lnTo>
                    <a:pt x="866593" y="911410"/>
                  </a:lnTo>
                  <a:lnTo>
                    <a:pt x="865570" y="910567"/>
                  </a:lnTo>
                  <a:lnTo>
                    <a:pt x="863090" y="910877"/>
                  </a:lnTo>
                  <a:lnTo>
                    <a:pt x="862164" y="911338"/>
                  </a:lnTo>
                  <a:lnTo>
                    <a:pt x="861016" y="913880"/>
                  </a:lnTo>
                  <a:lnTo>
                    <a:pt x="859161" y="914264"/>
                  </a:lnTo>
                  <a:lnTo>
                    <a:pt x="857002" y="915249"/>
                  </a:lnTo>
                  <a:lnTo>
                    <a:pt x="855756" y="914724"/>
                  </a:lnTo>
                  <a:lnTo>
                    <a:pt x="853334" y="915067"/>
                  </a:lnTo>
                  <a:lnTo>
                    <a:pt x="852585" y="914812"/>
                  </a:lnTo>
                  <a:lnTo>
                    <a:pt x="851178" y="913557"/>
                  </a:lnTo>
                  <a:lnTo>
                    <a:pt x="850112" y="913241"/>
                  </a:lnTo>
                  <a:lnTo>
                    <a:pt x="849870" y="911780"/>
                  </a:lnTo>
                  <a:lnTo>
                    <a:pt x="849078" y="911247"/>
                  </a:lnTo>
                  <a:lnTo>
                    <a:pt x="848520" y="911411"/>
                  </a:lnTo>
                  <a:lnTo>
                    <a:pt x="846676" y="910922"/>
                  </a:lnTo>
                  <a:lnTo>
                    <a:pt x="845836" y="910989"/>
                  </a:lnTo>
                  <a:lnTo>
                    <a:pt x="844325" y="911649"/>
                  </a:lnTo>
                  <a:lnTo>
                    <a:pt x="843704" y="911702"/>
                  </a:lnTo>
                  <a:lnTo>
                    <a:pt x="843447" y="912059"/>
                  </a:lnTo>
                  <a:lnTo>
                    <a:pt x="843307" y="911894"/>
                  </a:lnTo>
                  <a:lnTo>
                    <a:pt x="842178" y="911984"/>
                  </a:lnTo>
                  <a:lnTo>
                    <a:pt x="840108" y="912894"/>
                  </a:lnTo>
                  <a:lnTo>
                    <a:pt x="838763" y="912696"/>
                  </a:lnTo>
                  <a:lnTo>
                    <a:pt x="836400" y="913633"/>
                  </a:lnTo>
                  <a:lnTo>
                    <a:pt x="833539" y="912890"/>
                  </a:lnTo>
                  <a:lnTo>
                    <a:pt x="832283" y="911999"/>
                  </a:lnTo>
                  <a:lnTo>
                    <a:pt x="831966" y="911658"/>
                  </a:lnTo>
                  <a:lnTo>
                    <a:pt x="829331" y="911546"/>
                  </a:lnTo>
                  <a:lnTo>
                    <a:pt x="827635" y="911198"/>
                  </a:lnTo>
                  <a:lnTo>
                    <a:pt x="826217" y="910398"/>
                  </a:lnTo>
                  <a:lnTo>
                    <a:pt x="825713" y="910360"/>
                  </a:lnTo>
                  <a:lnTo>
                    <a:pt x="824484" y="909149"/>
                  </a:lnTo>
                  <a:lnTo>
                    <a:pt x="823052" y="909004"/>
                  </a:lnTo>
                  <a:lnTo>
                    <a:pt x="822401" y="908540"/>
                  </a:lnTo>
                  <a:lnTo>
                    <a:pt x="819463" y="908334"/>
                  </a:lnTo>
                  <a:lnTo>
                    <a:pt x="818401" y="908538"/>
                  </a:lnTo>
                  <a:lnTo>
                    <a:pt x="816587" y="908086"/>
                  </a:lnTo>
                  <a:lnTo>
                    <a:pt x="815315" y="907370"/>
                  </a:lnTo>
                  <a:lnTo>
                    <a:pt x="814767" y="907386"/>
                  </a:lnTo>
                  <a:lnTo>
                    <a:pt x="814196" y="904697"/>
                  </a:lnTo>
                  <a:lnTo>
                    <a:pt x="814185" y="903002"/>
                  </a:lnTo>
                  <a:lnTo>
                    <a:pt x="815170" y="896262"/>
                  </a:lnTo>
                  <a:lnTo>
                    <a:pt x="816118" y="892592"/>
                  </a:lnTo>
                  <a:lnTo>
                    <a:pt x="816553" y="891532"/>
                  </a:lnTo>
                  <a:lnTo>
                    <a:pt x="817331" y="890607"/>
                  </a:lnTo>
                  <a:lnTo>
                    <a:pt x="815096" y="891287"/>
                  </a:lnTo>
                  <a:lnTo>
                    <a:pt x="812839" y="890705"/>
                  </a:lnTo>
                  <a:lnTo>
                    <a:pt x="811345" y="890877"/>
                  </a:lnTo>
                  <a:lnTo>
                    <a:pt x="809801" y="890765"/>
                  </a:lnTo>
                  <a:lnTo>
                    <a:pt x="808860" y="891207"/>
                  </a:lnTo>
                  <a:lnTo>
                    <a:pt x="808053" y="891074"/>
                  </a:lnTo>
                  <a:lnTo>
                    <a:pt x="807466" y="890536"/>
                  </a:lnTo>
                  <a:lnTo>
                    <a:pt x="804431" y="889460"/>
                  </a:lnTo>
                  <a:lnTo>
                    <a:pt x="803019" y="887764"/>
                  </a:lnTo>
                  <a:lnTo>
                    <a:pt x="796158" y="884155"/>
                  </a:lnTo>
                  <a:lnTo>
                    <a:pt x="794631" y="883975"/>
                  </a:lnTo>
                  <a:lnTo>
                    <a:pt x="794022" y="883299"/>
                  </a:lnTo>
                  <a:lnTo>
                    <a:pt x="786695" y="882993"/>
                  </a:lnTo>
                  <a:lnTo>
                    <a:pt x="783768" y="882035"/>
                  </a:lnTo>
                  <a:lnTo>
                    <a:pt x="783522" y="881652"/>
                  </a:lnTo>
                  <a:lnTo>
                    <a:pt x="782404" y="881409"/>
                  </a:lnTo>
                  <a:lnTo>
                    <a:pt x="781244" y="880569"/>
                  </a:lnTo>
                  <a:lnTo>
                    <a:pt x="778540" y="880303"/>
                  </a:lnTo>
                  <a:lnTo>
                    <a:pt x="776130" y="879175"/>
                  </a:lnTo>
                  <a:lnTo>
                    <a:pt x="775542" y="880451"/>
                  </a:lnTo>
                  <a:lnTo>
                    <a:pt x="774764" y="883372"/>
                  </a:lnTo>
                  <a:lnTo>
                    <a:pt x="773576" y="885822"/>
                  </a:lnTo>
                  <a:lnTo>
                    <a:pt x="771923" y="887910"/>
                  </a:lnTo>
                  <a:lnTo>
                    <a:pt x="772286" y="889304"/>
                  </a:lnTo>
                  <a:lnTo>
                    <a:pt x="773672" y="891257"/>
                  </a:lnTo>
                  <a:lnTo>
                    <a:pt x="774641" y="898158"/>
                  </a:lnTo>
                  <a:lnTo>
                    <a:pt x="774223" y="898682"/>
                  </a:lnTo>
                  <a:lnTo>
                    <a:pt x="770317" y="895425"/>
                  </a:lnTo>
                  <a:lnTo>
                    <a:pt x="769593" y="895525"/>
                  </a:lnTo>
                  <a:lnTo>
                    <a:pt x="769123" y="894868"/>
                  </a:lnTo>
                  <a:lnTo>
                    <a:pt x="767619" y="894113"/>
                  </a:lnTo>
                  <a:lnTo>
                    <a:pt x="765889" y="893799"/>
                  </a:lnTo>
                  <a:lnTo>
                    <a:pt x="765234" y="894161"/>
                  </a:lnTo>
                  <a:lnTo>
                    <a:pt x="765005" y="894059"/>
                  </a:lnTo>
                  <a:lnTo>
                    <a:pt x="763285" y="894424"/>
                  </a:lnTo>
                  <a:lnTo>
                    <a:pt x="758532" y="896222"/>
                  </a:lnTo>
                  <a:lnTo>
                    <a:pt x="758102" y="897120"/>
                  </a:lnTo>
                  <a:lnTo>
                    <a:pt x="757169" y="897858"/>
                  </a:lnTo>
                  <a:lnTo>
                    <a:pt x="756220" y="897924"/>
                  </a:lnTo>
                  <a:lnTo>
                    <a:pt x="754486" y="899463"/>
                  </a:lnTo>
                  <a:lnTo>
                    <a:pt x="754104" y="899063"/>
                  </a:lnTo>
                  <a:lnTo>
                    <a:pt x="752718" y="898613"/>
                  </a:lnTo>
                  <a:lnTo>
                    <a:pt x="751853" y="897575"/>
                  </a:lnTo>
                  <a:lnTo>
                    <a:pt x="750961" y="897996"/>
                  </a:lnTo>
                  <a:lnTo>
                    <a:pt x="750053" y="898078"/>
                  </a:lnTo>
                  <a:lnTo>
                    <a:pt x="748595" y="896895"/>
                  </a:lnTo>
                  <a:lnTo>
                    <a:pt x="747227" y="896354"/>
                  </a:lnTo>
                  <a:lnTo>
                    <a:pt x="746391" y="894271"/>
                  </a:lnTo>
                  <a:lnTo>
                    <a:pt x="746000" y="893914"/>
                  </a:lnTo>
                  <a:lnTo>
                    <a:pt x="745874" y="894246"/>
                  </a:lnTo>
                  <a:lnTo>
                    <a:pt x="745152" y="894510"/>
                  </a:lnTo>
                  <a:lnTo>
                    <a:pt x="744729" y="895088"/>
                  </a:lnTo>
                  <a:lnTo>
                    <a:pt x="744505" y="895871"/>
                  </a:lnTo>
                  <a:lnTo>
                    <a:pt x="743809" y="896658"/>
                  </a:lnTo>
                  <a:lnTo>
                    <a:pt x="743565" y="897357"/>
                  </a:lnTo>
                  <a:lnTo>
                    <a:pt x="741233" y="899123"/>
                  </a:lnTo>
                  <a:lnTo>
                    <a:pt x="740139" y="899651"/>
                  </a:lnTo>
                  <a:lnTo>
                    <a:pt x="739053" y="901676"/>
                  </a:lnTo>
                  <a:lnTo>
                    <a:pt x="738917" y="902391"/>
                  </a:lnTo>
                  <a:lnTo>
                    <a:pt x="739271" y="903383"/>
                  </a:lnTo>
                  <a:lnTo>
                    <a:pt x="738840" y="903931"/>
                  </a:lnTo>
                  <a:lnTo>
                    <a:pt x="736982" y="903670"/>
                  </a:lnTo>
                  <a:lnTo>
                    <a:pt x="735811" y="904331"/>
                  </a:lnTo>
                  <a:lnTo>
                    <a:pt x="735599" y="904823"/>
                  </a:lnTo>
                  <a:lnTo>
                    <a:pt x="735727" y="905020"/>
                  </a:lnTo>
                  <a:lnTo>
                    <a:pt x="735286" y="905713"/>
                  </a:lnTo>
                  <a:lnTo>
                    <a:pt x="732431" y="908504"/>
                  </a:lnTo>
                  <a:lnTo>
                    <a:pt x="732041" y="909595"/>
                  </a:lnTo>
                  <a:lnTo>
                    <a:pt x="732120" y="910648"/>
                  </a:lnTo>
                  <a:lnTo>
                    <a:pt x="730904" y="911570"/>
                  </a:lnTo>
                  <a:lnTo>
                    <a:pt x="730209" y="911394"/>
                  </a:lnTo>
                  <a:lnTo>
                    <a:pt x="729825" y="911692"/>
                  </a:lnTo>
                  <a:lnTo>
                    <a:pt x="728954" y="911679"/>
                  </a:lnTo>
                  <a:lnTo>
                    <a:pt x="728067" y="912815"/>
                  </a:lnTo>
                  <a:lnTo>
                    <a:pt x="727340" y="912767"/>
                  </a:lnTo>
                  <a:lnTo>
                    <a:pt x="726723" y="914423"/>
                  </a:lnTo>
                  <a:lnTo>
                    <a:pt x="725876" y="915501"/>
                  </a:lnTo>
                  <a:lnTo>
                    <a:pt x="725453" y="916717"/>
                  </a:lnTo>
                  <a:lnTo>
                    <a:pt x="724751" y="917465"/>
                  </a:lnTo>
                  <a:lnTo>
                    <a:pt x="723198" y="918208"/>
                  </a:lnTo>
                  <a:lnTo>
                    <a:pt x="722933" y="918586"/>
                  </a:lnTo>
                  <a:lnTo>
                    <a:pt x="722357" y="918523"/>
                  </a:lnTo>
                  <a:lnTo>
                    <a:pt x="721214" y="920578"/>
                  </a:lnTo>
                  <a:lnTo>
                    <a:pt x="721059" y="922054"/>
                  </a:lnTo>
                  <a:lnTo>
                    <a:pt x="719546" y="923718"/>
                  </a:lnTo>
                  <a:lnTo>
                    <a:pt x="719070" y="923638"/>
                  </a:lnTo>
                  <a:lnTo>
                    <a:pt x="719105" y="922785"/>
                  </a:lnTo>
                  <a:lnTo>
                    <a:pt x="719535" y="922170"/>
                  </a:lnTo>
                  <a:lnTo>
                    <a:pt x="719297" y="921440"/>
                  </a:lnTo>
                  <a:lnTo>
                    <a:pt x="718882" y="921009"/>
                  </a:lnTo>
                  <a:lnTo>
                    <a:pt x="718170" y="921074"/>
                  </a:lnTo>
                  <a:lnTo>
                    <a:pt x="717106" y="921690"/>
                  </a:lnTo>
                  <a:lnTo>
                    <a:pt x="716581" y="921454"/>
                  </a:lnTo>
                  <a:lnTo>
                    <a:pt x="713675" y="921840"/>
                  </a:lnTo>
                  <a:lnTo>
                    <a:pt x="712252" y="921204"/>
                  </a:lnTo>
                  <a:lnTo>
                    <a:pt x="712435" y="920359"/>
                  </a:lnTo>
                  <a:lnTo>
                    <a:pt x="712074" y="920067"/>
                  </a:lnTo>
                  <a:lnTo>
                    <a:pt x="710897" y="919903"/>
                  </a:lnTo>
                  <a:lnTo>
                    <a:pt x="710217" y="920715"/>
                  </a:lnTo>
                  <a:lnTo>
                    <a:pt x="709847" y="920429"/>
                  </a:lnTo>
                  <a:lnTo>
                    <a:pt x="708889" y="920380"/>
                  </a:lnTo>
                  <a:lnTo>
                    <a:pt x="709016" y="919828"/>
                  </a:lnTo>
                  <a:lnTo>
                    <a:pt x="708744" y="919420"/>
                  </a:lnTo>
                  <a:lnTo>
                    <a:pt x="706583" y="919154"/>
                  </a:lnTo>
                  <a:lnTo>
                    <a:pt x="705903" y="918544"/>
                  </a:lnTo>
                  <a:lnTo>
                    <a:pt x="704850" y="918359"/>
                  </a:lnTo>
                  <a:lnTo>
                    <a:pt x="704274" y="917975"/>
                  </a:lnTo>
                  <a:lnTo>
                    <a:pt x="703988" y="917287"/>
                  </a:lnTo>
                  <a:lnTo>
                    <a:pt x="702697" y="916027"/>
                  </a:lnTo>
                  <a:lnTo>
                    <a:pt x="701646" y="915961"/>
                  </a:lnTo>
                  <a:lnTo>
                    <a:pt x="701458" y="914804"/>
                  </a:lnTo>
                  <a:lnTo>
                    <a:pt x="699924" y="914315"/>
                  </a:lnTo>
                  <a:lnTo>
                    <a:pt x="698744" y="913485"/>
                  </a:lnTo>
                  <a:lnTo>
                    <a:pt x="697702" y="912617"/>
                  </a:lnTo>
                  <a:lnTo>
                    <a:pt x="697484" y="912191"/>
                  </a:lnTo>
                  <a:lnTo>
                    <a:pt x="697677" y="911800"/>
                  </a:lnTo>
                  <a:lnTo>
                    <a:pt x="697247" y="911221"/>
                  </a:lnTo>
                  <a:lnTo>
                    <a:pt x="696483" y="910998"/>
                  </a:lnTo>
                  <a:lnTo>
                    <a:pt x="695671" y="910203"/>
                  </a:lnTo>
                  <a:lnTo>
                    <a:pt x="695105" y="909989"/>
                  </a:lnTo>
                  <a:lnTo>
                    <a:pt x="694331" y="909321"/>
                  </a:lnTo>
                  <a:lnTo>
                    <a:pt x="692361" y="909359"/>
                  </a:lnTo>
                  <a:lnTo>
                    <a:pt x="691543" y="909046"/>
                  </a:lnTo>
                  <a:lnTo>
                    <a:pt x="689066" y="909806"/>
                  </a:lnTo>
                  <a:lnTo>
                    <a:pt x="685742" y="910357"/>
                  </a:lnTo>
                  <a:lnTo>
                    <a:pt x="684682" y="911060"/>
                  </a:lnTo>
                  <a:lnTo>
                    <a:pt x="683669" y="911070"/>
                  </a:lnTo>
                  <a:lnTo>
                    <a:pt x="683366" y="911869"/>
                  </a:lnTo>
                  <a:lnTo>
                    <a:pt x="682733" y="912137"/>
                  </a:lnTo>
                  <a:lnTo>
                    <a:pt x="681104" y="914376"/>
                  </a:lnTo>
                  <a:lnTo>
                    <a:pt x="680897" y="914403"/>
                  </a:lnTo>
                  <a:lnTo>
                    <a:pt x="680180" y="913025"/>
                  </a:lnTo>
                  <a:lnTo>
                    <a:pt x="678705" y="912640"/>
                  </a:lnTo>
                  <a:lnTo>
                    <a:pt x="677750" y="912662"/>
                  </a:lnTo>
                  <a:lnTo>
                    <a:pt x="676515" y="911406"/>
                  </a:lnTo>
                  <a:lnTo>
                    <a:pt x="675409" y="911491"/>
                  </a:lnTo>
                  <a:lnTo>
                    <a:pt x="674943" y="911170"/>
                  </a:lnTo>
                  <a:lnTo>
                    <a:pt x="674258" y="911292"/>
                  </a:lnTo>
                  <a:lnTo>
                    <a:pt x="674247" y="910945"/>
                  </a:lnTo>
                  <a:lnTo>
                    <a:pt x="673830" y="910447"/>
                  </a:lnTo>
                  <a:lnTo>
                    <a:pt x="672665" y="910244"/>
                  </a:lnTo>
                  <a:lnTo>
                    <a:pt x="671752" y="909619"/>
                  </a:lnTo>
                  <a:lnTo>
                    <a:pt x="670992" y="909900"/>
                  </a:lnTo>
                  <a:lnTo>
                    <a:pt x="669099" y="909875"/>
                  </a:lnTo>
                  <a:lnTo>
                    <a:pt x="667740" y="908269"/>
                  </a:lnTo>
                  <a:lnTo>
                    <a:pt x="664129" y="908390"/>
                  </a:lnTo>
                  <a:lnTo>
                    <a:pt x="663575" y="907765"/>
                  </a:lnTo>
                  <a:lnTo>
                    <a:pt x="662150" y="908307"/>
                  </a:lnTo>
                  <a:lnTo>
                    <a:pt x="661636" y="908785"/>
                  </a:lnTo>
                  <a:lnTo>
                    <a:pt x="661524" y="909427"/>
                  </a:lnTo>
                  <a:lnTo>
                    <a:pt x="660933" y="909827"/>
                  </a:lnTo>
                  <a:lnTo>
                    <a:pt x="660877" y="910188"/>
                  </a:lnTo>
                  <a:lnTo>
                    <a:pt x="659979" y="910367"/>
                  </a:lnTo>
                  <a:lnTo>
                    <a:pt x="658916" y="911393"/>
                  </a:lnTo>
                  <a:lnTo>
                    <a:pt x="658636" y="911255"/>
                  </a:lnTo>
                  <a:lnTo>
                    <a:pt x="658535" y="911651"/>
                  </a:lnTo>
                  <a:lnTo>
                    <a:pt x="655812" y="912403"/>
                  </a:lnTo>
                  <a:lnTo>
                    <a:pt x="654464" y="913410"/>
                  </a:lnTo>
                  <a:lnTo>
                    <a:pt x="654334" y="914033"/>
                  </a:lnTo>
                  <a:lnTo>
                    <a:pt x="653178" y="913033"/>
                  </a:lnTo>
                  <a:lnTo>
                    <a:pt x="651202" y="912153"/>
                  </a:lnTo>
                  <a:lnTo>
                    <a:pt x="650922" y="912255"/>
                  </a:lnTo>
                  <a:lnTo>
                    <a:pt x="649363" y="911292"/>
                  </a:lnTo>
                  <a:lnTo>
                    <a:pt x="649193" y="910593"/>
                  </a:lnTo>
                  <a:lnTo>
                    <a:pt x="648629" y="909837"/>
                  </a:lnTo>
                  <a:lnTo>
                    <a:pt x="646684" y="909756"/>
                  </a:lnTo>
                  <a:lnTo>
                    <a:pt x="645326" y="908980"/>
                  </a:lnTo>
                  <a:lnTo>
                    <a:pt x="644520" y="909363"/>
                  </a:lnTo>
                  <a:lnTo>
                    <a:pt x="644500" y="909835"/>
                  </a:lnTo>
                  <a:lnTo>
                    <a:pt x="644101" y="910204"/>
                  </a:lnTo>
                  <a:lnTo>
                    <a:pt x="642678" y="910613"/>
                  </a:lnTo>
                  <a:lnTo>
                    <a:pt x="642288" y="910922"/>
                  </a:lnTo>
                  <a:lnTo>
                    <a:pt x="641782" y="910913"/>
                  </a:lnTo>
                  <a:lnTo>
                    <a:pt x="641503" y="911258"/>
                  </a:lnTo>
                  <a:lnTo>
                    <a:pt x="640938" y="911067"/>
                  </a:lnTo>
                  <a:lnTo>
                    <a:pt x="640837" y="911456"/>
                  </a:lnTo>
                  <a:lnTo>
                    <a:pt x="640438" y="911698"/>
                  </a:lnTo>
                  <a:lnTo>
                    <a:pt x="640309" y="912404"/>
                  </a:lnTo>
                  <a:lnTo>
                    <a:pt x="639994" y="912184"/>
                  </a:lnTo>
                  <a:lnTo>
                    <a:pt x="637898" y="916102"/>
                  </a:lnTo>
                  <a:lnTo>
                    <a:pt x="636895" y="915791"/>
                  </a:lnTo>
                  <a:lnTo>
                    <a:pt x="636658" y="916028"/>
                  </a:lnTo>
                  <a:lnTo>
                    <a:pt x="636114" y="915699"/>
                  </a:lnTo>
                  <a:lnTo>
                    <a:pt x="635477" y="916042"/>
                  </a:lnTo>
                  <a:lnTo>
                    <a:pt x="633673" y="915977"/>
                  </a:lnTo>
                  <a:lnTo>
                    <a:pt x="632586" y="916870"/>
                  </a:lnTo>
                  <a:lnTo>
                    <a:pt x="632267" y="918845"/>
                  </a:lnTo>
                  <a:lnTo>
                    <a:pt x="631942" y="918870"/>
                  </a:lnTo>
                  <a:lnTo>
                    <a:pt x="631341" y="919834"/>
                  </a:lnTo>
                  <a:lnTo>
                    <a:pt x="631589" y="920409"/>
                  </a:lnTo>
                  <a:lnTo>
                    <a:pt x="630956" y="922545"/>
                  </a:lnTo>
                  <a:lnTo>
                    <a:pt x="631043" y="922911"/>
                  </a:lnTo>
                  <a:lnTo>
                    <a:pt x="630007" y="921629"/>
                  </a:lnTo>
                  <a:lnTo>
                    <a:pt x="629694" y="921676"/>
                  </a:lnTo>
                  <a:lnTo>
                    <a:pt x="628046" y="920603"/>
                  </a:lnTo>
                  <a:lnTo>
                    <a:pt x="627923" y="920291"/>
                  </a:lnTo>
                  <a:lnTo>
                    <a:pt x="627017" y="919879"/>
                  </a:lnTo>
                  <a:lnTo>
                    <a:pt x="626081" y="919598"/>
                  </a:lnTo>
                  <a:lnTo>
                    <a:pt x="624563" y="919958"/>
                  </a:lnTo>
                  <a:lnTo>
                    <a:pt x="623125" y="919841"/>
                  </a:lnTo>
                  <a:lnTo>
                    <a:pt x="622986" y="917730"/>
                  </a:lnTo>
                  <a:lnTo>
                    <a:pt x="623428" y="917102"/>
                  </a:lnTo>
                  <a:lnTo>
                    <a:pt x="623466" y="916534"/>
                  </a:lnTo>
                  <a:lnTo>
                    <a:pt x="622857" y="913722"/>
                  </a:lnTo>
                  <a:lnTo>
                    <a:pt x="622998" y="913361"/>
                  </a:lnTo>
                  <a:lnTo>
                    <a:pt x="622740" y="912977"/>
                  </a:lnTo>
                  <a:lnTo>
                    <a:pt x="623031" y="912214"/>
                  </a:lnTo>
                  <a:lnTo>
                    <a:pt x="622932" y="911372"/>
                  </a:lnTo>
                  <a:lnTo>
                    <a:pt x="621926" y="910405"/>
                  </a:lnTo>
                  <a:lnTo>
                    <a:pt x="621893" y="909938"/>
                  </a:lnTo>
                  <a:lnTo>
                    <a:pt x="621582" y="909637"/>
                  </a:lnTo>
                  <a:lnTo>
                    <a:pt x="619109" y="908094"/>
                  </a:lnTo>
                  <a:lnTo>
                    <a:pt x="618690" y="907490"/>
                  </a:lnTo>
                  <a:lnTo>
                    <a:pt x="618585" y="906557"/>
                  </a:lnTo>
                  <a:lnTo>
                    <a:pt x="618266" y="906261"/>
                  </a:lnTo>
                  <a:lnTo>
                    <a:pt x="617850" y="904742"/>
                  </a:lnTo>
                  <a:lnTo>
                    <a:pt x="616765" y="903676"/>
                  </a:lnTo>
                  <a:lnTo>
                    <a:pt x="616510" y="903002"/>
                  </a:lnTo>
                  <a:lnTo>
                    <a:pt x="614293" y="902212"/>
                  </a:lnTo>
                  <a:lnTo>
                    <a:pt x="614052" y="901668"/>
                  </a:lnTo>
                  <a:lnTo>
                    <a:pt x="611663" y="901399"/>
                  </a:lnTo>
                  <a:lnTo>
                    <a:pt x="610121" y="900278"/>
                  </a:lnTo>
                  <a:lnTo>
                    <a:pt x="610346" y="899957"/>
                  </a:lnTo>
                  <a:lnTo>
                    <a:pt x="608759" y="897948"/>
                  </a:lnTo>
                  <a:lnTo>
                    <a:pt x="608544" y="897173"/>
                  </a:lnTo>
                  <a:lnTo>
                    <a:pt x="608057" y="896778"/>
                  </a:lnTo>
                  <a:lnTo>
                    <a:pt x="608112" y="895863"/>
                  </a:lnTo>
                  <a:lnTo>
                    <a:pt x="607863" y="895489"/>
                  </a:lnTo>
                  <a:lnTo>
                    <a:pt x="608117" y="894539"/>
                  </a:lnTo>
                  <a:lnTo>
                    <a:pt x="607499" y="894322"/>
                  </a:lnTo>
                  <a:lnTo>
                    <a:pt x="607138" y="893552"/>
                  </a:lnTo>
                  <a:lnTo>
                    <a:pt x="606507" y="893027"/>
                  </a:lnTo>
                  <a:lnTo>
                    <a:pt x="605587" y="893154"/>
                  </a:lnTo>
                  <a:lnTo>
                    <a:pt x="605025" y="892830"/>
                  </a:lnTo>
                  <a:lnTo>
                    <a:pt x="604621" y="892958"/>
                  </a:lnTo>
                  <a:lnTo>
                    <a:pt x="604390" y="893924"/>
                  </a:lnTo>
                  <a:lnTo>
                    <a:pt x="603906" y="893256"/>
                  </a:lnTo>
                  <a:lnTo>
                    <a:pt x="602576" y="894307"/>
                  </a:lnTo>
                  <a:lnTo>
                    <a:pt x="602124" y="894190"/>
                  </a:lnTo>
                  <a:lnTo>
                    <a:pt x="601575" y="894576"/>
                  </a:lnTo>
                  <a:lnTo>
                    <a:pt x="600803" y="894274"/>
                  </a:lnTo>
                  <a:lnTo>
                    <a:pt x="599388" y="894862"/>
                  </a:lnTo>
                  <a:lnTo>
                    <a:pt x="598915" y="894363"/>
                  </a:lnTo>
                  <a:lnTo>
                    <a:pt x="598580" y="894792"/>
                  </a:lnTo>
                  <a:lnTo>
                    <a:pt x="597369" y="894955"/>
                  </a:lnTo>
                  <a:lnTo>
                    <a:pt x="597129" y="894433"/>
                  </a:lnTo>
                  <a:lnTo>
                    <a:pt x="595202" y="893089"/>
                  </a:lnTo>
                  <a:lnTo>
                    <a:pt x="594074" y="892773"/>
                  </a:lnTo>
                  <a:lnTo>
                    <a:pt x="592553" y="891575"/>
                  </a:lnTo>
                  <a:lnTo>
                    <a:pt x="591962" y="891638"/>
                  </a:lnTo>
                  <a:lnTo>
                    <a:pt x="591153" y="890216"/>
                  </a:lnTo>
                  <a:lnTo>
                    <a:pt x="590162" y="890790"/>
                  </a:lnTo>
                  <a:lnTo>
                    <a:pt x="587727" y="891068"/>
                  </a:lnTo>
                  <a:lnTo>
                    <a:pt x="586062" y="891600"/>
                  </a:lnTo>
                  <a:lnTo>
                    <a:pt x="583762" y="891483"/>
                  </a:lnTo>
                  <a:lnTo>
                    <a:pt x="582980" y="890791"/>
                  </a:lnTo>
                  <a:lnTo>
                    <a:pt x="581657" y="890816"/>
                  </a:lnTo>
                  <a:lnTo>
                    <a:pt x="580093" y="890044"/>
                  </a:lnTo>
                  <a:lnTo>
                    <a:pt x="580071" y="889551"/>
                  </a:lnTo>
                  <a:lnTo>
                    <a:pt x="579575" y="889672"/>
                  </a:lnTo>
                  <a:lnTo>
                    <a:pt x="577235" y="887503"/>
                  </a:lnTo>
                  <a:lnTo>
                    <a:pt x="575993" y="887131"/>
                  </a:lnTo>
                  <a:lnTo>
                    <a:pt x="575353" y="886207"/>
                  </a:lnTo>
                  <a:lnTo>
                    <a:pt x="574031" y="885395"/>
                  </a:lnTo>
                  <a:lnTo>
                    <a:pt x="573009" y="885181"/>
                  </a:lnTo>
                  <a:lnTo>
                    <a:pt x="571917" y="883797"/>
                  </a:lnTo>
                  <a:lnTo>
                    <a:pt x="570641" y="883180"/>
                  </a:lnTo>
                  <a:lnTo>
                    <a:pt x="567969" y="882844"/>
                  </a:lnTo>
                  <a:lnTo>
                    <a:pt x="567817" y="882321"/>
                  </a:lnTo>
                  <a:lnTo>
                    <a:pt x="567224" y="882169"/>
                  </a:lnTo>
                  <a:lnTo>
                    <a:pt x="566955" y="881766"/>
                  </a:lnTo>
                  <a:lnTo>
                    <a:pt x="564673" y="881352"/>
                  </a:lnTo>
                  <a:lnTo>
                    <a:pt x="564405" y="880823"/>
                  </a:lnTo>
                  <a:lnTo>
                    <a:pt x="564332" y="879264"/>
                  </a:lnTo>
                  <a:lnTo>
                    <a:pt x="563676" y="879102"/>
                  </a:lnTo>
                  <a:lnTo>
                    <a:pt x="563536" y="878607"/>
                  </a:lnTo>
                  <a:lnTo>
                    <a:pt x="562800" y="878590"/>
                  </a:lnTo>
                  <a:lnTo>
                    <a:pt x="562552" y="877857"/>
                  </a:lnTo>
                  <a:lnTo>
                    <a:pt x="562653" y="876695"/>
                  </a:lnTo>
                  <a:lnTo>
                    <a:pt x="562426" y="875136"/>
                  </a:lnTo>
                  <a:lnTo>
                    <a:pt x="560213" y="874785"/>
                  </a:lnTo>
                  <a:lnTo>
                    <a:pt x="559571" y="873603"/>
                  </a:lnTo>
                  <a:lnTo>
                    <a:pt x="556194" y="872298"/>
                  </a:lnTo>
                  <a:lnTo>
                    <a:pt x="553208" y="869977"/>
                  </a:lnTo>
                  <a:lnTo>
                    <a:pt x="553817" y="868330"/>
                  </a:lnTo>
                  <a:lnTo>
                    <a:pt x="553743" y="867175"/>
                  </a:lnTo>
                  <a:lnTo>
                    <a:pt x="553100" y="866230"/>
                  </a:lnTo>
                  <a:lnTo>
                    <a:pt x="553319" y="865284"/>
                  </a:lnTo>
                  <a:lnTo>
                    <a:pt x="552936" y="864774"/>
                  </a:lnTo>
                  <a:lnTo>
                    <a:pt x="553150" y="864597"/>
                  </a:lnTo>
                  <a:lnTo>
                    <a:pt x="553182" y="863700"/>
                  </a:lnTo>
                  <a:lnTo>
                    <a:pt x="551975" y="863646"/>
                  </a:lnTo>
                  <a:lnTo>
                    <a:pt x="549774" y="863118"/>
                  </a:lnTo>
                  <a:lnTo>
                    <a:pt x="546554" y="864786"/>
                  </a:lnTo>
                  <a:lnTo>
                    <a:pt x="543674" y="863954"/>
                  </a:lnTo>
                  <a:lnTo>
                    <a:pt x="543031" y="864217"/>
                  </a:lnTo>
                  <a:lnTo>
                    <a:pt x="541635" y="864230"/>
                  </a:lnTo>
                  <a:lnTo>
                    <a:pt x="540280" y="863931"/>
                  </a:lnTo>
                  <a:lnTo>
                    <a:pt x="539812" y="863497"/>
                  </a:lnTo>
                  <a:lnTo>
                    <a:pt x="538583" y="863362"/>
                  </a:lnTo>
                  <a:lnTo>
                    <a:pt x="536327" y="863846"/>
                  </a:lnTo>
                  <a:lnTo>
                    <a:pt x="534153" y="862351"/>
                  </a:lnTo>
                  <a:lnTo>
                    <a:pt x="534231" y="862211"/>
                  </a:lnTo>
                  <a:lnTo>
                    <a:pt x="533813" y="861865"/>
                  </a:lnTo>
                  <a:lnTo>
                    <a:pt x="533654" y="862418"/>
                  </a:lnTo>
                  <a:lnTo>
                    <a:pt x="532699" y="863368"/>
                  </a:lnTo>
                  <a:lnTo>
                    <a:pt x="530644" y="864068"/>
                  </a:lnTo>
                  <a:lnTo>
                    <a:pt x="530325" y="865094"/>
                  </a:lnTo>
                  <a:lnTo>
                    <a:pt x="528793" y="866512"/>
                  </a:lnTo>
                  <a:lnTo>
                    <a:pt x="526886" y="865498"/>
                  </a:lnTo>
                  <a:lnTo>
                    <a:pt x="526032" y="865655"/>
                  </a:lnTo>
                  <a:lnTo>
                    <a:pt x="525989" y="865173"/>
                  </a:lnTo>
                  <a:lnTo>
                    <a:pt x="525080" y="864437"/>
                  </a:lnTo>
                  <a:lnTo>
                    <a:pt x="525048" y="863964"/>
                  </a:lnTo>
                  <a:lnTo>
                    <a:pt x="524204" y="862211"/>
                  </a:lnTo>
                  <a:lnTo>
                    <a:pt x="522006" y="861824"/>
                  </a:lnTo>
                  <a:lnTo>
                    <a:pt x="521720" y="861422"/>
                  </a:lnTo>
                  <a:lnTo>
                    <a:pt x="519617" y="860799"/>
                  </a:lnTo>
                  <a:lnTo>
                    <a:pt x="519339" y="859840"/>
                  </a:lnTo>
                  <a:lnTo>
                    <a:pt x="518382" y="859939"/>
                  </a:lnTo>
                  <a:lnTo>
                    <a:pt x="517899" y="860412"/>
                  </a:lnTo>
                  <a:lnTo>
                    <a:pt x="517637" y="860299"/>
                  </a:lnTo>
                  <a:lnTo>
                    <a:pt x="517498" y="860119"/>
                  </a:lnTo>
                  <a:lnTo>
                    <a:pt x="516113" y="860639"/>
                  </a:lnTo>
                  <a:lnTo>
                    <a:pt x="514448" y="859739"/>
                  </a:lnTo>
                  <a:lnTo>
                    <a:pt x="514277" y="859184"/>
                  </a:lnTo>
                  <a:lnTo>
                    <a:pt x="512646" y="859411"/>
                  </a:lnTo>
                  <a:lnTo>
                    <a:pt x="511457" y="859874"/>
                  </a:lnTo>
                  <a:lnTo>
                    <a:pt x="511263" y="860754"/>
                  </a:lnTo>
                  <a:lnTo>
                    <a:pt x="509054" y="858859"/>
                  </a:lnTo>
                  <a:lnTo>
                    <a:pt x="507172" y="859325"/>
                  </a:lnTo>
                  <a:lnTo>
                    <a:pt x="506406" y="859890"/>
                  </a:lnTo>
                  <a:lnTo>
                    <a:pt x="506313" y="860366"/>
                  </a:lnTo>
                  <a:lnTo>
                    <a:pt x="505509" y="859583"/>
                  </a:lnTo>
                  <a:lnTo>
                    <a:pt x="504516" y="859195"/>
                  </a:lnTo>
                  <a:lnTo>
                    <a:pt x="503822" y="859507"/>
                  </a:lnTo>
                  <a:lnTo>
                    <a:pt x="501923" y="859063"/>
                  </a:lnTo>
                  <a:lnTo>
                    <a:pt x="499662" y="856512"/>
                  </a:lnTo>
                  <a:lnTo>
                    <a:pt x="499152" y="856377"/>
                  </a:lnTo>
                  <a:lnTo>
                    <a:pt x="498659" y="855910"/>
                  </a:lnTo>
                  <a:lnTo>
                    <a:pt x="498010" y="855882"/>
                  </a:lnTo>
                  <a:lnTo>
                    <a:pt x="497499" y="855169"/>
                  </a:lnTo>
                  <a:lnTo>
                    <a:pt x="494678" y="855304"/>
                  </a:lnTo>
                  <a:lnTo>
                    <a:pt x="494334" y="855753"/>
                  </a:lnTo>
                  <a:lnTo>
                    <a:pt x="493627" y="855313"/>
                  </a:lnTo>
                  <a:lnTo>
                    <a:pt x="493269" y="855572"/>
                  </a:lnTo>
                  <a:lnTo>
                    <a:pt x="492481" y="854671"/>
                  </a:lnTo>
                  <a:lnTo>
                    <a:pt x="492121" y="853880"/>
                  </a:lnTo>
                  <a:lnTo>
                    <a:pt x="491128" y="853348"/>
                  </a:lnTo>
                  <a:lnTo>
                    <a:pt x="490284" y="853332"/>
                  </a:lnTo>
                  <a:lnTo>
                    <a:pt x="489478" y="852686"/>
                  </a:lnTo>
                  <a:lnTo>
                    <a:pt x="487879" y="852188"/>
                  </a:lnTo>
                  <a:lnTo>
                    <a:pt x="487616" y="852905"/>
                  </a:lnTo>
                  <a:lnTo>
                    <a:pt x="487190" y="853292"/>
                  </a:lnTo>
                  <a:lnTo>
                    <a:pt x="486338" y="853010"/>
                  </a:lnTo>
                  <a:lnTo>
                    <a:pt x="486090" y="853550"/>
                  </a:lnTo>
                  <a:lnTo>
                    <a:pt x="484592" y="854829"/>
                  </a:lnTo>
                  <a:lnTo>
                    <a:pt x="482621" y="853336"/>
                  </a:lnTo>
                  <a:lnTo>
                    <a:pt x="481049" y="853201"/>
                  </a:lnTo>
                  <a:lnTo>
                    <a:pt x="479516" y="852473"/>
                  </a:lnTo>
                  <a:lnTo>
                    <a:pt x="478689" y="851697"/>
                  </a:lnTo>
                  <a:lnTo>
                    <a:pt x="476684" y="851050"/>
                  </a:lnTo>
                  <a:lnTo>
                    <a:pt x="476178" y="850562"/>
                  </a:lnTo>
                  <a:lnTo>
                    <a:pt x="474497" y="850125"/>
                  </a:lnTo>
                  <a:lnTo>
                    <a:pt x="473182" y="848687"/>
                  </a:lnTo>
                  <a:lnTo>
                    <a:pt x="472683" y="848602"/>
                  </a:lnTo>
                  <a:lnTo>
                    <a:pt x="471789" y="847460"/>
                  </a:lnTo>
                  <a:lnTo>
                    <a:pt x="471071" y="847114"/>
                  </a:lnTo>
                  <a:lnTo>
                    <a:pt x="470781" y="846126"/>
                  </a:lnTo>
                  <a:lnTo>
                    <a:pt x="470013" y="845695"/>
                  </a:lnTo>
                  <a:lnTo>
                    <a:pt x="469727" y="845224"/>
                  </a:lnTo>
                  <a:lnTo>
                    <a:pt x="469318" y="845097"/>
                  </a:lnTo>
                  <a:lnTo>
                    <a:pt x="468809" y="845328"/>
                  </a:lnTo>
                  <a:lnTo>
                    <a:pt x="467894" y="844532"/>
                  </a:lnTo>
                  <a:lnTo>
                    <a:pt x="465475" y="844271"/>
                  </a:lnTo>
                  <a:lnTo>
                    <a:pt x="464573" y="843837"/>
                  </a:lnTo>
                  <a:lnTo>
                    <a:pt x="463005" y="843484"/>
                  </a:lnTo>
                  <a:lnTo>
                    <a:pt x="462344" y="843000"/>
                  </a:lnTo>
                  <a:lnTo>
                    <a:pt x="460132" y="842582"/>
                  </a:lnTo>
                  <a:lnTo>
                    <a:pt x="458632" y="844696"/>
                  </a:lnTo>
                  <a:lnTo>
                    <a:pt x="458488" y="845171"/>
                  </a:lnTo>
                  <a:lnTo>
                    <a:pt x="458838" y="845859"/>
                  </a:lnTo>
                  <a:lnTo>
                    <a:pt x="458500" y="845837"/>
                  </a:lnTo>
                  <a:lnTo>
                    <a:pt x="458253" y="845469"/>
                  </a:lnTo>
                  <a:lnTo>
                    <a:pt x="457768" y="845596"/>
                  </a:lnTo>
                  <a:lnTo>
                    <a:pt x="456932" y="846309"/>
                  </a:lnTo>
                  <a:lnTo>
                    <a:pt x="456595" y="846240"/>
                  </a:lnTo>
                  <a:lnTo>
                    <a:pt x="455086" y="847160"/>
                  </a:lnTo>
                  <a:lnTo>
                    <a:pt x="453430" y="846300"/>
                  </a:lnTo>
                  <a:lnTo>
                    <a:pt x="450803" y="846910"/>
                  </a:lnTo>
                  <a:lnTo>
                    <a:pt x="449621" y="846441"/>
                  </a:lnTo>
                  <a:lnTo>
                    <a:pt x="447997" y="847740"/>
                  </a:lnTo>
                  <a:lnTo>
                    <a:pt x="446850" y="846938"/>
                  </a:lnTo>
                  <a:lnTo>
                    <a:pt x="446351" y="846958"/>
                  </a:lnTo>
                  <a:lnTo>
                    <a:pt x="445990" y="846542"/>
                  </a:lnTo>
                  <a:lnTo>
                    <a:pt x="445674" y="846230"/>
                  </a:lnTo>
                  <a:lnTo>
                    <a:pt x="445362" y="846245"/>
                  </a:lnTo>
                  <a:lnTo>
                    <a:pt x="444385" y="847321"/>
                  </a:lnTo>
                  <a:lnTo>
                    <a:pt x="443761" y="847518"/>
                  </a:lnTo>
                  <a:lnTo>
                    <a:pt x="442891" y="847109"/>
                  </a:lnTo>
                  <a:lnTo>
                    <a:pt x="438106" y="845910"/>
                  </a:lnTo>
                  <a:lnTo>
                    <a:pt x="437288" y="846199"/>
                  </a:lnTo>
                  <a:lnTo>
                    <a:pt x="437006" y="846621"/>
                  </a:lnTo>
                  <a:lnTo>
                    <a:pt x="436182" y="849546"/>
                  </a:lnTo>
                  <a:lnTo>
                    <a:pt x="435732" y="849907"/>
                  </a:lnTo>
                  <a:lnTo>
                    <a:pt x="435775" y="850193"/>
                  </a:lnTo>
                  <a:lnTo>
                    <a:pt x="434841" y="850598"/>
                  </a:lnTo>
                  <a:lnTo>
                    <a:pt x="434056" y="850828"/>
                  </a:lnTo>
                  <a:lnTo>
                    <a:pt x="432153" y="850077"/>
                  </a:lnTo>
                  <a:lnTo>
                    <a:pt x="430240" y="849842"/>
                  </a:lnTo>
                  <a:lnTo>
                    <a:pt x="430022" y="849530"/>
                  </a:lnTo>
                  <a:lnTo>
                    <a:pt x="427488" y="850245"/>
                  </a:lnTo>
                  <a:lnTo>
                    <a:pt x="425188" y="850423"/>
                  </a:lnTo>
                  <a:lnTo>
                    <a:pt x="424915" y="850858"/>
                  </a:lnTo>
                  <a:lnTo>
                    <a:pt x="424346" y="851001"/>
                  </a:lnTo>
                  <a:lnTo>
                    <a:pt x="423034" y="852287"/>
                  </a:lnTo>
                  <a:lnTo>
                    <a:pt x="422448" y="852411"/>
                  </a:lnTo>
                  <a:lnTo>
                    <a:pt x="422294" y="852716"/>
                  </a:lnTo>
                  <a:lnTo>
                    <a:pt x="419675" y="853144"/>
                  </a:lnTo>
                  <a:lnTo>
                    <a:pt x="417534" y="852593"/>
                  </a:lnTo>
                  <a:lnTo>
                    <a:pt x="415383" y="850718"/>
                  </a:lnTo>
                  <a:lnTo>
                    <a:pt x="413483" y="850056"/>
                  </a:lnTo>
                  <a:lnTo>
                    <a:pt x="411256" y="850133"/>
                  </a:lnTo>
                  <a:lnTo>
                    <a:pt x="408002" y="851259"/>
                  </a:lnTo>
                  <a:lnTo>
                    <a:pt x="406395" y="850945"/>
                  </a:lnTo>
                  <a:lnTo>
                    <a:pt x="405252" y="851093"/>
                  </a:lnTo>
                  <a:lnTo>
                    <a:pt x="404426" y="851475"/>
                  </a:lnTo>
                  <a:lnTo>
                    <a:pt x="404310" y="851947"/>
                  </a:lnTo>
                  <a:lnTo>
                    <a:pt x="403586" y="851510"/>
                  </a:lnTo>
                  <a:lnTo>
                    <a:pt x="403543" y="851669"/>
                  </a:lnTo>
                  <a:lnTo>
                    <a:pt x="403025" y="851606"/>
                  </a:lnTo>
                  <a:lnTo>
                    <a:pt x="402651" y="851103"/>
                  </a:lnTo>
                  <a:lnTo>
                    <a:pt x="400266" y="850152"/>
                  </a:lnTo>
                  <a:lnTo>
                    <a:pt x="399647" y="849932"/>
                  </a:lnTo>
                  <a:lnTo>
                    <a:pt x="398891" y="850017"/>
                  </a:lnTo>
                  <a:lnTo>
                    <a:pt x="398687" y="848045"/>
                  </a:lnTo>
                  <a:lnTo>
                    <a:pt x="397881" y="847188"/>
                  </a:lnTo>
                  <a:lnTo>
                    <a:pt x="397001" y="846659"/>
                  </a:lnTo>
                  <a:lnTo>
                    <a:pt x="397203" y="846056"/>
                  </a:lnTo>
                  <a:lnTo>
                    <a:pt x="397019" y="845812"/>
                  </a:lnTo>
                  <a:lnTo>
                    <a:pt x="396429" y="845748"/>
                  </a:lnTo>
                  <a:lnTo>
                    <a:pt x="395580" y="845097"/>
                  </a:lnTo>
                  <a:lnTo>
                    <a:pt x="395096" y="844254"/>
                  </a:lnTo>
                  <a:lnTo>
                    <a:pt x="393820" y="843572"/>
                  </a:lnTo>
                  <a:lnTo>
                    <a:pt x="392218" y="842041"/>
                  </a:lnTo>
                  <a:lnTo>
                    <a:pt x="391602" y="843173"/>
                  </a:lnTo>
                  <a:lnTo>
                    <a:pt x="391240" y="844699"/>
                  </a:lnTo>
                  <a:lnTo>
                    <a:pt x="390555" y="844413"/>
                  </a:lnTo>
                  <a:lnTo>
                    <a:pt x="389272" y="844304"/>
                  </a:lnTo>
                  <a:lnTo>
                    <a:pt x="387288" y="842583"/>
                  </a:lnTo>
                  <a:lnTo>
                    <a:pt x="385091" y="843813"/>
                  </a:lnTo>
                  <a:lnTo>
                    <a:pt x="382502" y="843996"/>
                  </a:lnTo>
                  <a:lnTo>
                    <a:pt x="376724" y="846725"/>
                  </a:lnTo>
                  <a:lnTo>
                    <a:pt x="374126" y="845257"/>
                  </a:lnTo>
                  <a:lnTo>
                    <a:pt x="372674" y="843618"/>
                  </a:lnTo>
                  <a:lnTo>
                    <a:pt x="372522" y="843126"/>
                  </a:lnTo>
                  <a:lnTo>
                    <a:pt x="371605" y="843026"/>
                  </a:lnTo>
                  <a:lnTo>
                    <a:pt x="370586" y="841790"/>
                  </a:lnTo>
                  <a:lnTo>
                    <a:pt x="367763" y="841543"/>
                  </a:lnTo>
                  <a:lnTo>
                    <a:pt x="366865" y="842019"/>
                  </a:lnTo>
                  <a:lnTo>
                    <a:pt x="365637" y="842121"/>
                  </a:lnTo>
                  <a:lnTo>
                    <a:pt x="364012" y="843030"/>
                  </a:lnTo>
                  <a:lnTo>
                    <a:pt x="362788" y="843313"/>
                  </a:lnTo>
                  <a:lnTo>
                    <a:pt x="361172" y="842691"/>
                  </a:lnTo>
                  <a:lnTo>
                    <a:pt x="360968" y="844208"/>
                  </a:lnTo>
                  <a:lnTo>
                    <a:pt x="360448" y="844262"/>
                  </a:lnTo>
                  <a:lnTo>
                    <a:pt x="360140" y="844555"/>
                  </a:lnTo>
                  <a:lnTo>
                    <a:pt x="360104" y="845126"/>
                  </a:lnTo>
                  <a:lnTo>
                    <a:pt x="359499" y="845950"/>
                  </a:lnTo>
                  <a:lnTo>
                    <a:pt x="359153" y="845611"/>
                  </a:lnTo>
                  <a:lnTo>
                    <a:pt x="358662" y="845736"/>
                  </a:lnTo>
                  <a:lnTo>
                    <a:pt x="358589" y="845955"/>
                  </a:lnTo>
                  <a:lnTo>
                    <a:pt x="357649" y="845489"/>
                  </a:lnTo>
                  <a:lnTo>
                    <a:pt x="355848" y="845757"/>
                  </a:lnTo>
                  <a:lnTo>
                    <a:pt x="355549" y="845870"/>
                  </a:lnTo>
                  <a:lnTo>
                    <a:pt x="355439" y="846222"/>
                  </a:lnTo>
                  <a:lnTo>
                    <a:pt x="354640" y="846297"/>
                  </a:lnTo>
                  <a:lnTo>
                    <a:pt x="354163" y="845881"/>
                  </a:lnTo>
                  <a:lnTo>
                    <a:pt x="353464" y="845862"/>
                  </a:lnTo>
                  <a:lnTo>
                    <a:pt x="350527" y="844664"/>
                  </a:lnTo>
                  <a:lnTo>
                    <a:pt x="350322" y="844174"/>
                  </a:lnTo>
                  <a:lnTo>
                    <a:pt x="349254" y="843551"/>
                  </a:lnTo>
                  <a:lnTo>
                    <a:pt x="349028" y="842118"/>
                  </a:lnTo>
                  <a:lnTo>
                    <a:pt x="349028" y="841882"/>
                  </a:lnTo>
                  <a:lnTo>
                    <a:pt x="348228" y="841785"/>
                  </a:lnTo>
                  <a:lnTo>
                    <a:pt x="347601" y="842286"/>
                  </a:lnTo>
                  <a:lnTo>
                    <a:pt x="347359" y="842122"/>
                  </a:lnTo>
                  <a:lnTo>
                    <a:pt x="346782" y="842302"/>
                  </a:lnTo>
                  <a:lnTo>
                    <a:pt x="346561" y="842677"/>
                  </a:lnTo>
                  <a:lnTo>
                    <a:pt x="345559" y="843271"/>
                  </a:lnTo>
                  <a:lnTo>
                    <a:pt x="344819" y="844259"/>
                  </a:lnTo>
                  <a:lnTo>
                    <a:pt x="344172" y="844283"/>
                  </a:lnTo>
                  <a:lnTo>
                    <a:pt x="343851" y="843667"/>
                  </a:lnTo>
                  <a:lnTo>
                    <a:pt x="343569" y="843628"/>
                  </a:lnTo>
                  <a:lnTo>
                    <a:pt x="343356" y="842466"/>
                  </a:lnTo>
                  <a:lnTo>
                    <a:pt x="342891" y="842740"/>
                  </a:lnTo>
                  <a:lnTo>
                    <a:pt x="341820" y="842597"/>
                  </a:lnTo>
                  <a:lnTo>
                    <a:pt x="341451" y="842209"/>
                  </a:lnTo>
                  <a:lnTo>
                    <a:pt x="340945" y="842124"/>
                  </a:lnTo>
                  <a:lnTo>
                    <a:pt x="340459" y="841106"/>
                  </a:lnTo>
                  <a:lnTo>
                    <a:pt x="340143" y="841560"/>
                  </a:lnTo>
                  <a:lnTo>
                    <a:pt x="340276" y="842051"/>
                  </a:lnTo>
                  <a:lnTo>
                    <a:pt x="339892" y="841972"/>
                  </a:lnTo>
                  <a:lnTo>
                    <a:pt x="339020" y="841058"/>
                  </a:lnTo>
                  <a:lnTo>
                    <a:pt x="338843" y="841339"/>
                  </a:lnTo>
                  <a:lnTo>
                    <a:pt x="338424" y="841125"/>
                  </a:lnTo>
                  <a:lnTo>
                    <a:pt x="337683" y="841830"/>
                  </a:lnTo>
                  <a:lnTo>
                    <a:pt x="337815" y="841148"/>
                  </a:lnTo>
                  <a:lnTo>
                    <a:pt x="337345" y="839275"/>
                  </a:lnTo>
                  <a:lnTo>
                    <a:pt x="336681" y="839951"/>
                  </a:lnTo>
                  <a:lnTo>
                    <a:pt x="335686" y="840315"/>
                  </a:lnTo>
                  <a:lnTo>
                    <a:pt x="335507" y="839800"/>
                  </a:lnTo>
                  <a:lnTo>
                    <a:pt x="334210" y="839864"/>
                  </a:lnTo>
                  <a:lnTo>
                    <a:pt x="334070" y="839326"/>
                  </a:lnTo>
                  <a:lnTo>
                    <a:pt x="333557" y="839295"/>
                  </a:lnTo>
                  <a:lnTo>
                    <a:pt x="333522" y="838799"/>
                  </a:lnTo>
                  <a:lnTo>
                    <a:pt x="332244" y="837179"/>
                  </a:lnTo>
                  <a:lnTo>
                    <a:pt x="331084" y="837475"/>
                  </a:lnTo>
                  <a:lnTo>
                    <a:pt x="329882" y="836939"/>
                  </a:lnTo>
                  <a:lnTo>
                    <a:pt x="329531" y="837305"/>
                  </a:lnTo>
                  <a:lnTo>
                    <a:pt x="329082" y="837279"/>
                  </a:lnTo>
                  <a:lnTo>
                    <a:pt x="328440" y="838201"/>
                  </a:lnTo>
                  <a:lnTo>
                    <a:pt x="327887" y="837633"/>
                  </a:lnTo>
                  <a:lnTo>
                    <a:pt x="327599" y="837831"/>
                  </a:lnTo>
                  <a:lnTo>
                    <a:pt x="327258" y="837575"/>
                  </a:lnTo>
                  <a:lnTo>
                    <a:pt x="326818" y="837984"/>
                  </a:lnTo>
                  <a:lnTo>
                    <a:pt x="325910" y="836573"/>
                  </a:lnTo>
                  <a:lnTo>
                    <a:pt x="325339" y="836798"/>
                  </a:lnTo>
                  <a:lnTo>
                    <a:pt x="325263" y="836615"/>
                  </a:lnTo>
                  <a:lnTo>
                    <a:pt x="324887" y="836980"/>
                  </a:lnTo>
                  <a:lnTo>
                    <a:pt x="324041" y="836278"/>
                  </a:lnTo>
                  <a:lnTo>
                    <a:pt x="323820" y="836529"/>
                  </a:lnTo>
                  <a:lnTo>
                    <a:pt x="323228" y="836168"/>
                  </a:lnTo>
                  <a:lnTo>
                    <a:pt x="322627" y="835388"/>
                  </a:lnTo>
                  <a:lnTo>
                    <a:pt x="322006" y="835496"/>
                  </a:lnTo>
                  <a:lnTo>
                    <a:pt x="321845" y="835195"/>
                  </a:lnTo>
                  <a:lnTo>
                    <a:pt x="321161" y="834934"/>
                  </a:lnTo>
                  <a:lnTo>
                    <a:pt x="320405" y="836721"/>
                  </a:lnTo>
                  <a:lnTo>
                    <a:pt x="320258" y="836814"/>
                  </a:lnTo>
                  <a:lnTo>
                    <a:pt x="319474" y="836223"/>
                  </a:lnTo>
                  <a:lnTo>
                    <a:pt x="319317" y="836440"/>
                  </a:lnTo>
                  <a:lnTo>
                    <a:pt x="318693" y="836464"/>
                  </a:lnTo>
                  <a:lnTo>
                    <a:pt x="317835" y="838157"/>
                  </a:lnTo>
                  <a:lnTo>
                    <a:pt x="317776" y="837902"/>
                  </a:lnTo>
                  <a:lnTo>
                    <a:pt x="317099" y="837740"/>
                  </a:lnTo>
                  <a:lnTo>
                    <a:pt x="316704" y="838356"/>
                  </a:lnTo>
                  <a:lnTo>
                    <a:pt x="316335" y="838262"/>
                  </a:lnTo>
                  <a:lnTo>
                    <a:pt x="316211" y="838640"/>
                  </a:lnTo>
                  <a:lnTo>
                    <a:pt x="315516" y="838350"/>
                  </a:lnTo>
                  <a:lnTo>
                    <a:pt x="314638" y="838487"/>
                  </a:lnTo>
                  <a:lnTo>
                    <a:pt x="315187" y="839367"/>
                  </a:lnTo>
                  <a:lnTo>
                    <a:pt x="315062" y="839842"/>
                  </a:lnTo>
                  <a:lnTo>
                    <a:pt x="314237" y="840875"/>
                  </a:lnTo>
                  <a:lnTo>
                    <a:pt x="313472" y="840646"/>
                  </a:lnTo>
                  <a:lnTo>
                    <a:pt x="313293" y="841243"/>
                  </a:lnTo>
                  <a:lnTo>
                    <a:pt x="312748" y="841654"/>
                  </a:lnTo>
                  <a:lnTo>
                    <a:pt x="312248" y="841250"/>
                  </a:lnTo>
                  <a:lnTo>
                    <a:pt x="311937" y="840623"/>
                  </a:lnTo>
                  <a:lnTo>
                    <a:pt x="310134" y="839830"/>
                  </a:lnTo>
                  <a:lnTo>
                    <a:pt x="308458" y="839514"/>
                  </a:lnTo>
                  <a:lnTo>
                    <a:pt x="306030" y="837919"/>
                  </a:lnTo>
                  <a:lnTo>
                    <a:pt x="304358" y="837194"/>
                  </a:lnTo>
                  <a:lnTo>
                    <a:pt x="304036" y="836791"/>
                  </a:lnTo>
                  <a:lnTo>
                    <a:pt x="302601" y="836360"/>
                  </a:lnTo>
                  <a:lnTo>
                    <a:pt x="302667" y="836040"/>
                  </a:lnTo>
                  <a:lnTo>
                    <a:pt x="301437" y="834780"/>
                  </a:lnTo>
                  <a:lnTo>
                    <a:pt x="299991" y="833938"/>
                  </a:lnTo>
                  <a:lnTo>
                    <a:pt x="299813" y="833513"/>
                  </a:lnTo>
                  <a:lnTo>
                    <a:pt x="299176" y="833461"/>
                  </a:lnTo>
                  <a:lnTo>
                    <a:pt x="298587" y="832571"/>
                  </a:lnTo>
                  <a:lnTo>
                    <a:pt x="296505" y="831955"/>
                  </a:lnTo>
                  <a:lnTo>
                    <a:pt x="296049" y="831220"/>
                  </a:lnTo>
                  <a:lnTo>
                    <a:pt x="296044" y="829726"/>
                  </a:lnTo>
                  <a:lnTo>
                    <a:pt x="295465" y="829350"/>
                  </a:lnTo>
                  <a:lnTo>
                    <a:pt x="294147" y="829328"/>
                  </a:lnTo>
                  <a:lnTo>
                    <a:pt x="294113" y="829667"/>
                  </a:lnTo>
                  <a:lnTo>
                    <a:pt x="291668" y="829129"/>
                  </a:lnTo>
                  <a:lnTo>
                    <a:pt x="290742" y="828539"/>
                  </a:lnTo>
                  <a:lnTo>
                    <a:pt x="289817" y="828330"/>
                  </a:lnTo>
                  <a:lnTo>
                    <a:pt x="289061" y="828514"/>
                  </a:lnTo>
                  <a:lnTo>
                    <a:pt x="289247" y="829090"/>
                  </a:lnTo>
                  <a:lnTo>
                    <a:pt x="289098" y="829345"/>
                  </a:lnTo>
                  <a:lnTo>
                    <a:pt x="287713" y="829304"/>
                  </a:lnTo>
                  <a:lnTo>
                    <a:pt x="286750" y="829572"/>
                  </a:lnTo>
                  <a:lnTo>
                    <a:pt x="285815" y="830810"/>
                  </a:lnTo>
                  <a:lnTo>
                    <a:pt x="284263" y="830578"/>
                  </a:lnTo>
                  <a:lnTo>
                    <a:pt x="281582" y="831180"/>
                  </a:lnTo>
                  <a:lnTo>
                    <a:pt x="279509" y="830927"/>
                  </a:lnTo>
                  <a:lnTo>
                    <a:pt x="278432" y="831170"/>
                  </a:lnTo>
                  <a:lnTo>
                    <a:pt x="276615" y="830621"/>
                  </a:lnTo>
                  <a:lnTo>
                    <a:pt x="274197" y="830275"/>
                  </a:lnTo>
                  <a:lnTo>
                    <a:pt x="272981" y="830448"/>
                  </a:lnTo>
                  <a:lnTo>
                    <a:pt x="270298" y="829629"/>
                  </a:lnTo>
                  <a:lnTo>
                    <a:pt x="267995" y="832073"/>
                  </a:lnTo>
                  <a:lnTo>
                    <a:pt x="267027" y="832259"/>
                  </a:lnTo>
                  <a:lnTo>
                    <a:pt x="266586" y="832110"/>
                  </a:lnTo>
                  <a:lnTo>
                    <a:pt x="264879" y="832903"/>
                  </a:lnTo>
                  <a:lnTo>
                    <a:pt x="264013" y="832161"/>
                  </a:lnTo>
                  <a:lnTo>
                    <a:pt x="263098" y="831733"/>
                  </a:lnTo>
                  <a:lnTo>
                    <a:pt x="261538" y="831508"/>
                  </a:lnTo>
                  <a:lnTo>
                    <a:pt x="260680" y="830643"/>
                  </a:lnTo>
                  <a:lnTo>
                    <a:pt x="259092" y="830130"/>
                  </a:lnTo>
                  <a:lnTo>
                    <a:pt x="258269" y="829496"/>
                  </a:lnTo>
                  <a:lnTo>
                    <a:pt x="257617" y="829977"/>
                  </a:lnTo>
                  <a:lnTo>
                    <a:pt x="255194" y="829853"/>
                  </a:lnTo>
                  <a:lnTo>
                    <a:pt x="254744" y="830436"/>
                  </a:lnTo>
                  <a:lnTo>
                    <a:pt x="253548" y="831157"/>
                  </a:lnTo>
                  <a:lnTo>
                    <a:pt x="252578" y="832083"/>
                  </a:lnTo>
                  <a:lnTo>
                    <a:pt x="250312" y="832064"/>
                  </a:lnTo>
                  <a:lnTo>
                    <a:pt x="249428" y="833270"/>
                  </a:lnTo>
                  <a:lnTo>
                    <a:pt x="248573" y="833399"/>
                  </a:lnTo>
                  <a:lnTo>
                    <a:pt x="248210" y="833452"/>
                  </a:lnTo>
                  <a:lnTo>
                    <a:pt x="247342" y="834183"/>
                  </a:lnTo>
                  <a:lnTo>
                    <a:pt x="246228" y="834304"/>
                  </a:lnTo>
                  <a:lnTo>
                    <a:pt x="244803" y="833297"/>
                  </a:lnTo>
                  <a:lnTo>
                    <a:pt x="243712" y="833658"/>
                  </a:lnTo>
                  <a:lnTo>
                    <a:pt x="242913" y="833495"/>
                  </a:lnTo>
                  <a:lnTo>
                    <a:pt x="242655" y="833734"/>
                  </a:lnTo>
                  <a:lnTo>
                    <a:pt x="241898" y="833175"/>
                  </a:lnTo>
                  <a:lnTo>
                    <a:pt x="241302" y="833034"/>
                  </a:lnTo>
                  <a:lnTo>
                    <a:pt x="239864" y="833517"/>
                  </a:lnTo>
                  <a:lnTo>
                    <a:pt x="238033" y="832651"/>
                  </a:lnTo>
                  <a:lnTo>
                    <a:pt x="236579" y="830959"/>
                  </a:lnTo>
                  <a:lnTo>
                    <a:pt x="234554" y="830222"/>
                  </a:lnTo>
                  <a:lnTo>
                    <a:pt x="234053" y="830819"/>
                  </a:lnTo>
                  <a:lnTo>
                    <a:pt x="233506" y="830806"/>
                  </a:lnTo>
                  <a:lnTo>
                    <a:pt x="232530" y="831265"/>
                  </a:lnTo>
                  <a:lnTo>
                    <a:pt x="231606" y="832096"/>
                  </a:lnTo>
                  <a:lnTo>
                    <a:pt x="229848" y="832841"/>
                  </a:lnTo>
                  <a:lnTo>
                    <a:pt x="229335" y="832005"/>
                  </a:lnTo>
                  <a:lnTo>
                    <a:pt x="228082" y="831503"/>
                  </a:lnTo>
                  <a:lnTo>
                    <a:pt x="225875" y="831425"/>
                  </a:lnTo>
                  <a:lnTo>
                    <a:pt x="224238" y="830592"/>
                  </a:lnTo>
                  <a:lnTo>
                    <a:pt x="223183" y="829382"/>
                  </a:lnTo>
                  <a:lnTo>
                    <a:pt x="222484" y="829251"/>
                  </a:lnTo>
                  <a:lnTo>
                    <a:pt x="221970" y="829430"/>
                  </a:lnTo>
                  <a:lnTo>
                    <a:pt x="221938" y="829191"/>
                  </a:lnTo>
                  <a:lnTo>
                    <a:pt x="221488" y="828990"/>
                  </a:lnTo>
                  <a:lnTo>
                    <a:pt x="220148" y="830180"/>
                  </a:lnTo>
                  <a:lnTo>
                    <a:pt x="219621" y="831208"/>
                  </a:lnTo>
                  <a:lnTo>
                    <a:pt x="218848" y="832016"/>
                  </a:lnTo>
                  <a:lnTo>
                    <a:pt x="216975" y="833315"/>
                  </a:lnTo>
                  <a:lnTo>
                    <a:pt x="216010" y="834666"/>
                  </a:lnTo>
                  <a:lnTo>
                    <a:pt x="214350" y="834947"/>
                  </a:lnTo>
                  <a:lnTo>
                    <a:pt x="212122" y="836359"/>
                  </a:lnTo>
                  <a:lnTo>
                    <a:pt x="211154" y="836433"/>
                  </a:lnTo>
                  <a:lnTo>
                    <a:pt x="210692" y="836700"/>
                  </a:lnTo>
                  <a:lnTo>
                    <a:pt x="209742" y="836349"/>
                  </a:lnTo>
                  <a:lnTo>
                    <a:pt x="208926" y="836978"/>
                  </a:lnTo>
                  <a:lnTo>
                    <a:pt x="207503" y="837303"/>
                  </a:lnTo>
                  <a:lnTo>
                    <a:pt x="207319" y="836890"/>
                  </a:lnTo>
                  <a:lnTo>
                    <a:pt x="206422" y="836807"/>
                  </a:lnTo>
                  <a:lnTo>
                    <a:pt x="205305" y="836344"/>
                  </a:lnTo>
                  <a:lnTo>
                    <a:pt x="204959" y="835779"/>
                  </a:lnTo>
                  <a:lnTo>
                    <a:pt x="203652" y="835681"/>
                  </a:lnTo>
                  <a:lnTo>
                    <a:pt x="203267" y="835894"/>
                  </a:lnTo>
                  <a:lnTo>
                    <a:pt x="202038" y="835947"/>
                  </a:lnTo>
                  <a:lnTo>
                    <a:pt x="199804" y="834806"/>
                  </a:lnTo>
                  <a:lnTo>
                    <a:pt x="196455" y="834472"/>
                  </a:lnTo>
                  <a:lnTo>
                    <a:pt x="195226" y="833079"/>
                  </a:lnTo>
                  <a:lnTo>
                    <a:pt x="193789" y="833073"/>
                  </a:lnTo>
                  <a:lnTo>
                    <a:pt x="192590" y="832245"/>
                  </a:lnTo>
                  <a:lnTo>
                    <a:pt x="190707" y="831877"/>
                  </a:lnTo>
                  <a:lnTo>
                    <a:pt x="189847" y="830990"/>
                  </a:lnTo>
                  <a:lnTo>
                    <a:pt x="186729" y="828792"/>
                  </a:lnTo>
                  <a:lnTo>
                    <a:pt x="186102" y="825393"/>
                  </a:lnTo>
                  <a:lnTo>
                    <a:pt x="187719" y="821730"/>
                  </a:lnTo>
                  <a:lnTo>
                    <a:pt x="187229" y="820542"/>
                  </a:lnTo>
                  <a:lnTo>
                    <a:pt x="187077" y="819137"/>
                  </a:lnTo>
                  <a:lnTo>
                    <a:pt x="186613" y="817664"/>
                  </a:lnTo>
                  <a:lnTo>
                    <a:pt x="186641" y="815819"/>
                  </a:lnTo>
                  <a:lnTo>
                    <a:pt x="187422" y="812885"/>
                  </a:lnTo>
                  <a:lnTo>
                    <a:pt x="186930" y="812038"/>
                  </a:lnTo>
                  <a:lnTo>
                    <a:pt x="186559" y="810437"/>
                  </a:lnTo>
                  <a:lnTo>
                    <a:pt x="186769" y="809763"/>
                  </a:lnTo>
                  <a:lnTo>
                    <a:pt x="187585" y="809172"/>
                  </a:lnTo>
                  <a:lnTo>
                    <a:pt x="187614" y="808702"/>
                  </a:lnTo>
                  <a:lnTo>
                    <a:pt x="188458" y="808027"/>
                  </a:lnTo>
                  <a:lnTo>
                    <a:pt x="188432" y="807104"/>
                  </a:lnTo>
                  <a:lnTo>
                    <a:pt x="188823" y="805852"/>
                  </a:lnTo>
                  <a:lnTo>
                    <a:pt x="189497" y="804959"/>
                  </a:lnTo>
                  <a:lnTo>
                    <a:pt x="189732" y="803574"/>
                  </a:lnTo>
                  <a:lnTo>
                    <a:pt x="190849" y="801240"/>
                  </a:lnTo>
                  <a:lnTo>
                    <a:pt x="190486" y="800809"/>
                  </a:lnTo>
                  <a:lnTo>
                    <a:pt x="189235" y="800712"/>
                  </a:lnTo>
                  <a:lnTo>
                    <a:pt x="186585" y="799650"/>
                  </a:lnTo>
                  <a:lnTo>
                    <a:pt x="186002" y="799034"/>
                  </a:lnTo>
                  <a:lnTo>
                    <a:pt x="186083" y="798725"/>
                  </a:lnTo>
                  <a:lnTo>
                    <a:pt x="185686" y="798689"/>
                  </a:lnTo>
                  <a:lnTo>
                    <a:pt x="185513" y="798923"/>
                  </a:lnTo>
                  <a:lnTo>
                    <a:pt x="184662" y="798530"/>
                  </a:lnTo>
                  <a:lnTo>
                    <a:pt x="183913" y="798476"/>
                  </a:lnTo>
                  <a:lnTo>
                    <a:pt x="184076" y="797236"/>
                  </a:lnTo>
                  <a:lnTo>
                    <a:pt x="183742" y="796972"/>
                  </a:lnTo>
                  <a:lnTo>
                    <a:pt x="184217" y="794745"/>
                  </a:lnTo>
                  <a:lnTo>
                    <a:pt x="183162" y="794449"/>
                  </a:lnTo>
                  <a:lnTo>
                    <a:pt x="182323" y="794932"/>
                  </a:lnTo>
                  <a:lnTo>
                    <a:pt x="181898" y="794755"/>
                  </a:lnTo>
                  <a:lnTo>
                    <a:pt x="181545" y="794946"/>
                  </a:lnTo>
                  <a:lnTo>
                    <a:pt x="181214" y="795933"/>
                  </a:lnTo>
                  <a:lnTo>
                    <a:pt x="180547" y="796115"/>
                  </a:lnTo>
                  <a:lnTo>
                    <a:pt x="180062" y="796755"/>
                  </a:lnTo>
                  <a:lnTo>
                    <a:pt x="179499" y="796798"/>
                  </a:lnTo>
                  <a:lnTo>
                    <a:pt x="177905" y="797546"/>
                  </a:lnTo>
                  <a:lnTo>
                    <a:pt x="176660" y="797084"/>
                  </a:lnTo>
                  <a:lnTo>
                    <a:pt x="175204" y="798466"/>
                  </a:lnTo>
                  <a:lnTo>
                    <a:pt x="173611" y="798698"/>
                  </a:lnTo>
                  <a:lnTo>
                    <a:pt x="172498" y="799314"/>
                  </a:lnTo>
                  <a:lnTo>
                    <a:pt x="170841" y="799639"/>
                  </a:lnTo>
                  <a:lnTo>
                    <a:pt x="170568" y="799111"/>
                  </a:lnTo>
                  <a:lnTo>
                    <a:pt x="169059" y="798030"/>
                  </a:lnTo>
                  <a:lnTo>
                    <a:pt x="168816" y="797237"/>
                  </a:lnTo>
                  <a:lnTo>
                    <a:pt x="168017" y="796672"/>
                  </a:lnTo>
                  <a:lnTo>
                    <a:pt x="167252" y="796869"/>
                  </a:lnTo>
                  <a:lnTo>
                    <a:pt x="166919" y="796641"/>
                  </a:lnTo>
                  <a:lnTo>
                    <a:pt x="167366" y="795973"/>
                  </a:lnTo>
                  <a:lnTo>
                    <a:pt x="168331" y="795696"/>
                  </a:lnTo>
                  <a:lnTo>
                    <a:pt x="168233" y="794445"/>
                  </a:lnTo>
                  <a:lnTo>
                    <a:pt x="167092" y="794438"/>
                  </a:lnTo>
                  <a:lnTo>
                    <a:pt x="166057" y="794850"/>
                  </a:lnTo>
                  <a:lnTo>
                    <a:pt x="164791" y="794647"/>
                  </a:lnTo>
                  <a:lnTo>
                    <a:pt x="162896" y="795287"/>
                  </a:lnTo>
                  <a:lnTo>
                    <a:pt x="161385" y="795082"/>
                  </a:lnTo>
                  <a:lnTo>
                    <a:pt x="160553" y="794713"/>
                  </a:lnTo>
                  <a:lnTo>
                    <a:pt x="160015" y="794925"/>
                  </a:lnTo>
                  <a:lnTo>
                    <a:pt x="159497" y="793960"/>
                  </a:lnTo>
                  <a:lnTo>
                    <a:pt x="156171" y="791970"/>
                  </a:lnTo>
                  <a:lnTo>
                    <a:pt x="154703" y="791741"/>
                  </a:lnTo>
                  <a:lnTo>
                    <a:pt x="153966" y="790484"/>
                  </a:lnTo>
                  <a:lnTo>
                    <a:pt x="153157" y="790356"/>
                  </a:lnTo>
                  <a:lnTo>
                    <a:pt x="151952" y="789544"/>
                  </a:lnTo>
                  <a:lnTo>
                    <a:pt x="150832" y="788409"/>
                  </a:lnTo>
                  <a:lnTo>
                    <a:pt x="150209" y="787197"/>
                  </a:lnTo>
                  <a:lnTo>
                    <a:pt x="149549" y="786813"/>
                  </a:lnTo>
                  <a:lnTo>
                    <a:pt x="149263" y="786868"/>
                  </a:lnTo>
                  <a:lnTo>
                    <a:pt x="148555" y="785861"/>
                  </a:lnTo>
                  <a:lnTo>
                    <a:pt x="147959" y="785615"/>
                  </a:lnTo>
                  <a:lnTo>
                    <a:pt x="147193" y="784270"/>
                  </a:lnTo>
                  <a:lnTo>
                    <a:pt x="146784" y="784266"/>
                  </a:lnTo>
                  <a:lnTo>
                    <a:pt x="146358" y="783879"/>
                  </a:lnTo>
                  <a:lnTo>
                    <a:pt x="146188" y="783227"/>
                  </a:lnTo>
                  <a:lnTo>
                    <a:pt x="145755" y="782784"/>
                  </a:lnTo>
                  <a:lnTo>
                    <a:pt x="145790" y="781676"/>
                  </a:lnTo>
                  <a:lnTo>
                    <a:pt x="145399" y="781240"/>
                  </a:lnTo>
                  <a:lnTo>
                    <a:pt x="145181" y="780274"/>
                  </a:lnTo>
                  <a:lnTo>
                    <a:pt x="145203" y="776864"/>
                  </a:lnTo>
                  <a:lnTo>
                    <a:pt x="144303" y="776829"/>
                  </a:lnTo>
                  <a:lnTo>
                    <a:pt x="143614" y="776039"/>
                  </a:lnTo>
                  <a:lnTo>
                    <a:pt x="142674" y="776147"/>
                  </a:lnTo>
                  <a:lnTo>
                    <a:pt x="141952" y="775858"/>
                  </a:lnTo>
                  <a:lnTo>
                    <a:pt x="141315" y="775994"/>
                  </a:lnTo>
                  <a:lnTo>
                    <a:pt x="140717" y="775506"/>
                  </a:lnTo>
                  <a:lnTo>
                    <a:pt x="140403" y="775610"/>
                  </a:lnTo>
                  <a:lnTo>
                    <a:pt x="138857" y="775250"/>
                  </a:lnTo>
                  <a:lnTo>
                    <a:pt x="137901" y="774534"/>
                  </a:lnTo>
                  <a:lnTo>
                    <a:pt x="137052" y="774725"/>
                  </a:lnTo>
                  <a:lnTo>
                    <a:pt x="135873" y="774565"/>
                  </a:lnTo>
                  <a:lnTo>
                    <a:pt x="133162" y="772665"/>
                  </a:lnTo>
                  <a:lnTo>
                    <a:pt x="131468" y="772608"/>
                  </a:lnTo>
                  <a:lnTo>
                    <a:pt x="129561" y="771701"/>
                  </a:lnTo>
                  <a:lnTo>
                    <a:pt x="128388" y="771966"/>
                  </a:lnTo>
                  <a:lnTo>
                    <a:pt x="128157" y="771652"/>
                  </a:lnTo>
                  <a:lnTo>
                    <a:pt x="126874" y="771232"/>
                  </a:lnTo>
                  <a:lnTo>
                    <a:pt x="126385" y="770763"/>
                  </a:lnTo>
                  <a:lnTo>
                    <a:pt x="125717" y="770804"/>
                  </a:lnTo>
                  <a:lnTo>
                    <a:pt x="123960" y="769913"/>
                  </a:lnTo>
                  <a:lnTo>
                    <a:pt x="122682" y="770046"/>
                  </a:lnTo>
                  <a:lnTo>
                    <a:pt x="121356" y="769681"/>
                  </a:lnTo>
                  <a:lnTo>
                    <a:pt x="118880" y="769797"/>
                  </a:lnTo>
                  <a:lnTo>
                    <a:pt x="117898" y="770351"/>
                  </a:lnTo>
                  <a:lnTo>
                    <a:pt x="117368" y="770098"/>
                  </a:lnTo>
                  <a:lnTo>
                    <a:pt x="116403" y="770540"/>
                  </a:lnTo>
                  <a:lnTo>
                    <a:pt x="113524" y="770313"/>
                  </a:lnTo>
                  <a:lnTo>
                    <a:pt x="110108" y="768543"/>
                  </a:lnTo>
                  <a:lnTo>
                    <a:pt x="109537" y="767901"/>
                  </a:lnTo>
                  <a:lnTo>
                    <a:pt x="108388" y="768000"/>
                  </a:lnTo>
                  <a:lnTo>
                    <a:pt x="107998" y="768376"/>
                  </a:lnTo>
                  <a:lnTo>
                    <a:pt x="106047" y="768808"/>
                  </a:lnTo>
                  <a:lnTo>
                    <a:pt x="105512" y="768548"/>
                  </a:lnTo>
                  <a:lnTo>
                    <a:pt x="104923" y="769040"/>
                  </a:lnTo>
                  <a:lnTo>
                    <a:pt x="103682" y="768832"/>
                  </a:lnTo>
                  <a:lnTo>
                    <a:pt x="102622" y="768969"/>
                  </a:lnTo>
                  <a:lnTo>
                    <a:pt x="101392" y="770184"/>
                  </a:lnTo>
                  <a:lnTo>
                    <a:pt x="99563" y="771479"/>
                  </a:lnTo>
                  <a:lnTo>
                    <a:pt x="98358" y="771571"/>
                  </a:lnTo>
                  <a:lnTo>
                    <a:pt x="97033" y="772028"/>
                  </a:lnTo>
                  <a:lnTo>
                    <a:pt x="96700" y="771795"/>
                  </a:lnTo>
                  <a:lnTo>
                    <a:pt x="96243" y="772209"/>
                  </a:lnTo>
                  <a:lnTo>
                    <a:pt x="95664" y="773331"/>
                  </a:lnTo>
                  <a:lnTo>
                    <a:pt x="94420" y="774271"/>
                  </a:lnTo>
                  <a:lnTo>
                    <a:pt x="94054" y="774286"/>
                  </a:lnTo>
                  <a:lnTo>
                    <a:pt x="91780" y="776894"/>
                  </a:lnTo>
                  <a:lnTo>
                    <a:pt x="91418" y="778974"/>
                  </a:lnTo>
                  <a:lnTo>
                    <a:pt x="90497" y="779918"/>
                  </a:lnTo>
                  <a:lnTo>
                    <a:pt x="90638" y="780649"/>
                  </a:lnTo>
                  <a:lnTo>
                    <a:pt x="90208" y="782588"/>
                  </a:lnTo>
                  <a:lnTo>
                    <a:pt x="90699" y="782980"/>
                  </a:lnTo>
                  <a:lnTo>
                    <a:pt x="90131" y="783776"/>
                  </a:lnTo>
                  <a:lnTo>
                    <a:pt x="88656" y="784576"/>
                  </a:lnTo>
                  <a:lnTo>
                    <a:pt x="88279" y="784489"/>
                  </a:lnTo>
                  <a:lnTo>
                    <a:pt x="84773" y="785794"/>
                  </a:lnTo>
                  <a:lnTo>
                    <a:pt x="84108" y="786631"/>
                  </a:lnTo>
                  <a:lnTo>
                    <a:pt x="82061" y="788367"/>
                  </a:lnTo>
                  <a:lnTo>
                    <a:pt x="80768" y="788069"/>
                  </a:lnTo>
                  <a:lnTo>
                    <a:pt x="79494" y="788185"/>
                  </a:lnTo>
                  <a:lnTo>
                    <a:pt x="79059" y="787899"/>
                  </a:lnTo>
                  <a:lnTo>
                    <a:pt x="79049" y="787024"/>
                  </a:lnTo>
                  <a:lnTo>
                    <a:pt x="78306" y="787160"/>
                  </a:lnTo>
                  <a:lnTo>
                    <a:pt x="76895" y="788417"/>
                  </a:lnTo>
                  <a:lnTo>
                    <a:pt x="75093" y="789240"/>
                  </a:lnTo>
                  <a:lnTo>
                    <a:pt x="73715" y="788547"/>
                  </a:lnTo>
                  <a:lnTo>
                    <a:pt x="72166" y="786671"/>
                  </a:lnTo>
                  <a:lnTo>
                    <a:pt x="71506" y="785186"/>
                  </a:lnTo>
                  <a:lnTo>
                    <a:pt x="72018" y="784722"/>
                  </a:lnTo>
                  <a:lnTo>
                    <a:pt x="72030" y="783427"/>
                  </a:lnTo>
                  <a:lnTo>
                    <a:pt x="71930" y="783188"/>
                  </a:lnTo>
                  <a:lnTo>
                    <a:pt x="71350" y="782998"/>
                  </a:lnTo>
                  <a:lnTo>
                    <a:pt x="71104" y="780791"/>
                  </a:lnTo>
                  <a:lnTo>
                    <a:pt x="70620" y="780474"/>
                  </a:lnTo>
                  <a:lnTo>
                    <a:pt x="70146" y="779473"/>
                  </a:lnTo>
                  <a:lnTo>
                    <a:pt x="68884" y="779435"/>
                  </a:lnTo>
                  <a:lnTo>
                    <a:pt x="67457" y="778450"/>
                  </a:lnTo>
                  <a:lnTo>
                    <a:pt x="66321" y="778340"/>
                  </a:lnTo>
                  <a:lnTo>
                    <a:pt x="64482" y="777427"/>
                  </a:lnTo>
                  <a:lnTo>
                    <a:pt x="63815" y="775602"/>
                  </a:lnTo>
                  <a:lnTo>
                    <a:pt x="62741" y="774282"/>
                  </a:lnTo>
                  <a:lnTo>
                    <a:pt x="62068" y="773794"/>
                  </a:lnTo>
                  <a:lnTo>
                    <a:pt x="61857" y="772373"/>
                  </a:lnTo>
                  <a:lnTo>
                    <a:pt x="61439" y="771666"/>
                  </a:lnTo>
                  <a:lnTo>
                    <a:pt x="61550" y="771377"/>
                  </a:lnTo>
                  <a:lnTo>
                    <a:pt x="61906" y="771310"/>
                  </a:lnTo>
                  <a:lnTo>
                    <a:pt x="62049" y="770537"/>
                  </a:lnTo>
                  <a:lnTo>
                    <a:pt x="60921" y="770013"/>
                  </a:lnTo>
                  <a:lnTo>
                    <a:pt x="60647" y="770219"/>
                  </a:lnTo>
                  <a:lnTo>
                    <a:pt x="59938" y="769354"/>
                  </a:lnTo>
                  <a:lnTo>
                    <a:pt x="59221" y="769154"/>
                  </a:lnTo>
                  <a:lnTo>
                    <a:pt x="58909" y="767357"/>
                  </a:lnTo>
                  <a:lnTo>
                    <a:pt x="59200" y="766812"/>
                  </a:lnTo>
                  <a:lnTo>
                    <a:pt x="59203" y="766195"/>
                  </a:lnTo>
                  <a:lnTo>
                    <a:pt x="58361" y="765426"/>
                  </a:lnTo>
                  <a:lnTo>
                    <a:pt x="57672" y="765939"/>
                  </a:lnTo>
                  <a:lnTo>
                    <a:pt x="55392" y="765856"/>
                  </a:lnTo>
                  <a:lnTo>
                    <a:pt x="54320" y="765581"/>
                  </a:lnTo>
                  <a:lnTo>
                    <a:pt x="53230" y="764762"/>
                  </a:lnTo>
                  <a:lnTo>
                    <a:pt x="53004" y="764169"/>
                  </a:lnTo>
                  <a:lnTo>
                    <a:pt x="52083" y="763840"/>
                  </a:lnTo>
                  <a:lnTo>
                    <a:pt x="51447" y="763882"/>
                  </a:lnTo>
                  <a:lnTo>
                    <a:pt x="51150" y="764087"/>
                  </a:lnTo>
                  <a:lnTo>
                    <a:pt x="50207" y="764032"/>
                  </a:lnTo>
                  <a:lnTo>
                    <a:pt x="49344" y="764261"/>
                  </a:lnTo>
                  <a:lnTo>
                    <a:pt x="48201" y="763947"/>
                  </a:lnTo>
                  <a:lnTo>
                    <a:pt x="46852" y="763209"/>
                  </a:lnTo>
                  <a:lnTo>
                    <a:pt x="44558" y="762683"/>
                  </a:lnTo>
                  <a:lnTo>
                    <a:pt x="42869" y="762729"/>
                  </a:lnTo>
                  <a:lnTo>
                    <a:pt x="40115" y="761515"/>
                  </a:lnTo>
                  <a:lnTo>
                    <a:pt x="38761" y="760168"/>
                  </a:lnTo>
                  <a:lnTo>
                    <a:pt x="35393" y="758410"/>
                  </a:lnTo>
                  <a:lnTo>
                    <a:pt x="34633" y="757514"/>
                  </a:lnTo>
                  <a:lnTo>
                    <a:pt x="34298" y="756685"/>
                  </a:lnTo>
                  <a:lnTo>
                    <a:pt x="33007" y="756133"/>
                  </a:lnTo>
                  <a:lnTo>
                    <a:pt x="32177" y="755450"/>
                  </a:lnTo>
                  <a:lnTo>
                    <a:pt x="31387" y="754388"/>
                  </a:lnTo>
                  <a:lnTo>
                    <a:pt x="30814" y="752867"/>
                  </a:lnTo>
                  <a:lnTo>
                    <a:pt x="31851" y="740664"/>
                  </a:lnTo>
                  <a:lnTo>
                    <a:pt x="29493" y="729469"/>
                  </a:lnTo>
                  <a:lnTo>
                    <a:pt x="27945" y="727382"/>
                  </a:lnTo>
                  <a:lnTo>
                    <a:pt x="29275" y="727337"/>
                  </a:lnTo>
                  <a:lnTo>
                    <a:pt x="30456" y="724459"/>
                  </a:lnTo>
                  <a:lnTo>
                    <a:pt x="23571" y="716193"/>
                  </a:lnTo>
                  <a:lnTo>
                    <a:pt x="25206" y="716169"/>
                  </a:lnTo>
                  <a:lnTo>
                    <a:pt x="26141" y="715148"/>
                  </a:lnTo>
                  <a:lnTo>
                    <a:pt x="27286" y="714808"/>
                  </a:lnTo>
                  <a:lnTo>
                    <a:pt x="27965" y="715412"/>
                  </a:lnTo>
                  <a:lnTo>
                    <a:pt x="27110" y="712741"/>
                  </a:lnTo>
                  <a:lnTo>
                    <a:pt x="25810" y="710602"/>
                  </a:lnTo>
                  <a:lnTo>
                    <a:pt x="26123" y="708563"/>
                  </a:lnTo>
                  <a:lnTo>
                    <a:pt x="26889" y="706405"/>
                  </a:lnTo>
                  <a:lnTo>
                    <a:pt x="27838" y="705271"/>
                  </a:lnTo>
                  <a:lnTo>
                    <a:pt x="28979" y="705037"/>
                  </a:lnTo>
                  <a:lnTo>
                    <a:pt x="29216" y="705123"/>
                  </a:lnTo>
                  <a:lnTo>
                    <a:pt x="29207" y="705507"/>
                  </a:lnTo>
                  <a:lnTo>
                    <a:pt x="32874" y="702361"/>
                  </a:lnTo>
                  <a:lnTo>
                    <a:pt x="33110" y="701929"/>
                  </a:lnTo>
                  <a:lnTo>
                    <a:pt x="33378" y="698535"/>
                  </a:lnTo>
                  <a:lnTo>
                    <a:pt x="33620" y="698191"/>
                  </a:lnTo>
                  <a:lnTo>
                    <a:pt x="33832" y="696246"/>
                  </a:lnTo>
                  <a:lnTo>
                    <a:pt x="34489" y="695495"/>
                  </a:lnTo>
                  <a:lnTo>
                    <a:pt x="34342" y="691741"/>
                  </a:lnTo>
                  <a:lnTo>
                    <a:pt x="34611" y="690902"/>
                  </a:lnTo>
                  <a:lnTo>
                    <a:pt x="34515" y="689254"/>
                  </a:lnTo>
                  <a:lnTo>
                    <a:pt x="34251" y="687197"/>
                  </a:lnTo>
                  <a:lnTo>
                    <a:pt x="33422" y="684177"/>
                  </a:lnTo>
                  <a:lnTo>
                    <a:pt x="33622" y="682550"/>
                  </a:lnTo>
                  <a:lnTo>
                    <a:pt x="33432" y="681938"/>
                  </a:lnTo>
                  <a:lnTo>
                    <a:pt x="32652" y="681550"/>
                  </a:lnTo>
                  <a:lnTo>
                    <a:pt x="31840" y="681583"/>
                  </a:lnTo>
                  <a:lnTo>
                    <a:pt x="30957" y="680961"/>
                  </a:lnTo>
                  <a:lnTo>
                    <a:pt x="30087" y="680904"/>
                  </a:lnTo>
                  <a:lnTo>
                    <a:pt x="30121" y="680288"/>
                  </a:lnTo>
                  <a:lnTo>
                    <a:pt x="30811" y="679385"/>
                  </a:lnTo>
                  <a:lnTo>
                    <a:pt x="31696" y="679114"/>
                  </a:lnTo>
                  <a:lnTo>
                    <a:pt x="34477" y="680058"/>
                  </a:lnTo>
                  <a:lnTo>
                    <a:pt x="34961" y="680042"/>
                  </a:lnTo>
                  <a:lnTo>
                    <a:pt x="37649" y="677682"/>
                  </a:lnTo>
                  <a:lnTo>
                    <a:pt x="39162" y="677760"/>
                  </a:lnTo>
                  <a:lnTo>
                    <a:pt x="40155" y="678462"/>
                  </a:lnTo>
                  <a:lnTo>
                    <a:pt x="42681" y="677584"/>
                  </a:lnTo>
                  <a:lnTo>
                    <a:pt x="43398" y="677572"/>
                  </a:lnTo>
                  <a:lnTo>
                    <a:pt x="44756" y="678064"/>
                  </a:lnTo>
                  <a:lnTo>
                    <a:pt x="46166" y="677379"/>
                  </a:lnTo>
                  <a:lnTo>
                    <a:pt x="47559" y="676197"/>
                  </a:lnTo>
                  <a:lnTo>
                    <a:pt x="48875" y="676498"/>
                  </a:lnTo>
                  <a:lnTo>
                    <a:pt x="50820" y="676466"/>
                  </a:lnTo>
                  <a:lnTo>
                    <a:pt x="52430" y="677517"/>
                  </a:lnTo>
                  <a:lnTo>
                    <a:pt x="53783" y="676733"/>
                  </a:lnTo>
                  <a:lnTo>
                    <a:pt x="54679" y="677611"/>
                  </a:lnTo>
                  <a:lnTo>
                    <a:pt x="55178" y="678578"/>
                  </a:lnTo>
                  <a:lnTo>
                    <a:pt x="55580" y="678812"/>
                  </a:lnTo>
                  <a:lnTo>
                    <a:pt x="56562" y="679008"/>
                  </a:lnTo>
                  <a:lnTo>
                    <a:pt x="57301" y="678382"/>
                  </a:lnTo>
                  <a:lnTo>
                    <a:pt x="57734" y="678382"/>
                  </a:lnTo>
                  <a:lnTo>
                    <a:pt x="59486" y="679639"/>
                  </a:lnTo>
                  <a:lnTo>
                    <a:pt x="61105" y="679801"/>
                  </a:lnTo>
                  <a:lnTo>
                    <a:pt x="62043" y="680644"/>
                  </a:lnTo>
                  <a:lnTo>
                    <a:pt x="62535" y="680790"/>
                  </a:lnTo>
                  <a:lnTo>
                    <a:pt x="63900" y="680621"/>
                  </a:lnTo>
                  <a:lnTo>
                    <a:pt x="65161" y="680133"/>
                  </a:lnTo>
                  <a:lnTo>
                    <a:pt x="64953" y="679114"/>
                  </a:lnTo>
                  <a:lnTo>
                    <a:pt x="61905" y="673370"/>
                  </a:lnTo>
                  <a:lnTo>
                    <a:pt x="60540" y="671494"/>
                  </a:lnTo>
                  <a:lnTo>
                    <a:pt x="59422" y="670819"/>
                  </a:lnTo>
                  <a:lnTo>
                    <a:pt x="59064" y="670126"/>
                  </a:lnTo>
                  <a:lnTo>
                    <a:pt x="57760" y="668749"/>
                  </a:lnTo>
                  <a:lnTo>
                    <a:pt x="57307" y="667753"/>
                  </a:lnTo>
                  <a:lnTo>
                    <a:pt x="57139" y="666643"/>
                  </a:lnTo>
                  <a:lnTo>
                    <a:pt x="55916" y="665281"/>
                  </a:lnTo>
                  <a:lnTo>
                    <a:pt x="52426" y="663578"/>
                  </a:lnTo>
                  <a:lnTo>
                    <a:pt x="52022" y="662770"/>
                  </a:lnTo>
                  <a:lnTo>
                    <a:pt x="52240" y="661727"/>
                  </a:lnTo>
                  <a:lnTo>
                    <a:pt x="51765" y="660811"/>
                  </a:lnTo>
                  <a:lnTo>
                    <a:pt x="53040" y="657754"/>
                  </a:lnTo>
                  <a:lnTo>
                    <a:pt x="52801" y="655226"/>
                  </a:lnTo>
                  <a:lnTo>
                    <a:pt x="52882" y="653085"/>
                  </a:lnTo>
                  <a:lnTo>
                    <a:pt x="53589" y="651727"/>
                  </a:lnTo>
                  <a:lnTo>
                    <a:pt x="53683" y="650569"/>
                  </a:lnTo>
                  <a:lnTo>
                    <a:pt x="54352" y="649831"/>
                  </a:lnTo>
                  <a:lnTo>
                    <a:pt x="54287" y="649251"/>
                  </a:lnTo>
                  <a:lnTo>
                    <a:pt x="54861" y="647599"/>
                  </a:lnTo>
                  <a:lnTo>
                    <a:pt x="54625" y="646272"/>
                  </a:lnTo>
                  <a:lnTo>
                    <a:pt x="55185" y="645506"/>
                  </a:lnTo>
                  <a:lnTo>
                    <a:pt x="55438" y="643405"/>
                  </a:lnTo>
                  <a:lnTo>
                    <a:pt x="55964" y="642096"/>
                  </a:lnTo>
                  <a:lnTo>
                    <a:pt x="55901" y="641652"/>
                  </a:lnTo>
                  <a:lnTo>
                    <a:pt x="56450" y="640556"/>
                  </a:lnTo>
                  <a:lnTo>
                    <a:pt x="56303" y="639855"/>
                  </a:lnTo>
                  <a:lnTo>
                    <a:pt x="57022" y="638821"/>
                  </a:lnTo>
                  <a:lnTo>
                    <a:pt x="57694" y="635476"/>
                  </a:lnTo>
                  <a:lnTo>
                    <a:pt x="56620" y="632394"/>
                  </a:lnTo>
                  <a:lnTo>
                    <a:pt x="55857" y="631309"/>
                  </a:lnTo>
                  <a:lnTo>
                    <a:pt x="55786" y="629797"/>
                  </a:lnTo>
                  <a:lnTo>
                    <a:pt x="54877" y="628112"/>
                  </a:lnTo>
                  <a:lnTo>
                    <a:pt x="56094" y="626370"/>
                  </a:lnTo>
                  <a:lnTo>
                    <a:pt x="57553" y="625624"/>
                  </a:lnTo>
                  <a:lnTo>
                    <a:pt x="59011" y="624451"/>
                  </a:lnTo>
                  <a:lnTo>
                    <a:pt x="59724" y="623203"/>
                  </a:lnTo>
                  <a:lnTo>
                    <a:pt x="60440" y="622653"/>
                  </a:lnTo>
                  <a:lnTo>
                    <a:pt x="62142" y="620305"/>
                  </a:lnTo>
                  <a:lnTo>
                    <a:pt x="63772" y="619103"/>
                  </a:lnTo>
                  <a:lnTo>
                    <a:pt x="67633" y="617596"/>
                  </a:lnTo>
                  <a:lnTo>
                    <a:pt x="67461" y="617183"/>
                  </a:lnTo>
                  <a:lnTo>
                    <a:pt x="67667" y="616744"/>
                  </a:lnTo>
                  <a:lnTo>
                    <a:pt x="69421" y="615857"/>
                  </a:lnTo>
                  <a:lnTo>
                    <a:pt x="75907" y="615838"/>
                  </a:lnTo>
                  <a:lnTo>
                    <a:pt x="80299" y="619338"/>
                  </a:lnTo>
                  <a:lnTo>
                    <a:pt x="84088" y="619816"/>
                  </a:lnTo>
                  <a:lnTo>
                    <a:pt x="86026" y="617709"/>
                  </a:lnTo>
                  <a:lnTo>
                    <a:pt x="94841" y="609693"/>
                  </a:lnTo>
                  <a:lnTo>
                    <a:pt x="99775" y="609988"/>
                  </a:lnTo>
                  <a:lnTo>
                    <a:pt x="104634" y="605268"/>
                  </a:lnTo>
                  <a:lnTo>
                    <a:pt x="105631" y="605441"/>
                  </a:lnTo>
                  <a:lnTo>
                    <a:pt x="108522" y="605258"/>
                  </a:lnTo>
                  <a:lnTo>
                    <a:pt x="114813" y="606545"/>
                  </a:lnTo>
                  <a:lnTo>
                    <a:pt x="126357" y="602549"/>
                  </a:lnTo>
                  <a:lnTo>
                    <a:pt x="137376" y="602480"/>
                  </a:lnTo>
                  <a:lnTo>
                    <a:pt x="139135" y="600226"/>
                  </a:lnTo>
                  <a:lnTo>
                    <a:pt x="141681" y="595745"/>
                  </a:lnTo>
                  <a:lnTo>
                    <a:pt x="145063" y="598766"/>
                  </a:lnTo>
                  <a:lnTo>
                    <a:pt x="146906" y="597540"/>
                  </a:lnTo>
                  <a:lnTo>
                    <a:pt x="147240" y="597318"/>
                  </a:lnTo>
                  <a:lnTo>
                    <a:pt x="150139" y="598182"/>
                  </a:lnTo>
                  <a:lnTo>
                    <a:pt x="152042" y="595920"/>
                  </a:lnTo>
                  <a:lnTo>
                    <a:pt x="153253" y="595461"/>
                  </a:lnTo>
                  <a:lnTo>
                    <a:pt x="157826" y="595516"/>
                  </a:lnTo>
                  <a:lnTo>
                    <a:pt x="159711" y="596339"/>
                  </a:lnTo>
                  <a:lnTo>
                    <a:pt x="162301" y="596148"/>
                  </a:lnTo>
                  <a:lnTo>
                    <a:pt x="165245" y="597705"/>
                  </a:lnTo>
                  <a:lnTo>
                    <a:pt x="166403" y="607815"/>
                  </a:lnTo>
                  <a:lnTo>
                    <a:pt x="169713" y="605956"/>
                  </a:lnTo>
                  <a:lnTo>
                    <a:pt x="175798" y="606236"/>
                  </a:lnTo>
                  <a:lnTo>
                    <a:pt x="180101" y="603309"/>
                  </a:lnTo>
                  <a:lnTo>
                    <a:pt x="182571" y="605481"/>
                  </a:lnTo>
                  <a:lnTo>
                    <a:pt x="183332" y="607344"/>
                  </a:lnTo>
                  <a:lnTo>
                    <a:pt x="184791" y="608087"/>
                  </a:lnTo>
                  <a:lnTo>
                    <a:pt x="187594" y="609028"/>
                  </a:lnTo>
                  <a:lnTo>
                    <a:pt x="189275" y="607872"/>
                  </a:lnTo>
                  <a:lnTo>
                    <a:pt x="196400" y="607404"/>
                  </a:lnTo>
                  <a:lnTo>
                    <a:pt x="213549" y="590309"/>
                  </a:lnTo>
                  <a:lnTo>
                    <a:pt x="216941" y="589612"/>
                  </a:lnTo>
                  <a:lnTo>
                    <a:pt x="224415" y="589662"/>
                  </a:lnTo>
                  <a:lnTo>
                    <a:pt x="230853" y="587433"/>
                  </a:lnTo>
                  <a:lnTo>
                    <a:pt x="235565" y="586440"/>
                  </a:lnTo>
                  <a:lnTo>
                    <a:pt x="238075" y="584777"/>
                  </a:lnTo>
                  <a:lnTo>
                    <a:pt x="238712" y="584236"/>
                  </a:lnTo>
                  <a:lnTo>
                    <a:pt x="238684" y="583927"/>
                  </a:lnTo>
                  <a:lnTo>
                    <a:pt x="239402" y="583722"/>
                  </a:lnTo>
                  <a:lnTo>
                    <a:pt x="240345" y="582849"/>
                  </a:lnTo>
                  <a:lnTo>
                    <a:pt x="241931" y="580244"/>
                  </a:lnTo>
                  <a:lnTo>
                    <a:pt x="244688" y="577589"/>
                  </a:lnTo>
                  <a:lnTo>
                    <a:pt x="259206" y="565706"/>
                  </a:lnTo>
                  <a:lnTo>
                    <a:pt x="260126" y="564098"/>
                  </a:lnTo>
                  <a:lnTo>
                    <a:pt x="270827" y="570505"/>
                  </a:lnTo>
                  <a:lnTo>
                    <a:pt x="272157" y="571422"/>
                  </a:lnTo>
                  <a:lnTo>
                    <a:pt x="273575" y="572810"/>
                  </a:lnTo>
                  <a:lnTo>
                    <a:pt x="275831" y="576826"/>
                  </a:lnTo>
                  <a:lnTo>
                    <a:pt x="277825" y="579042"/>
                  </a:lnTo>
                  <a:lnTo>
                    <a:pt x="278540" y="579736"/>
                  </a:lnTo>
                  <a:lnTo>
                    <a:pt x="281880" y="581696"/>
                  </a:lnTo>
                  <a:lnTo>
                    <a:pt x="284673" y="582915"/>
                  </a:lnTo>
                  <a:lnTo>
                    <a:pt x="287514" y="583226"/>
                  </a:lnTo>
                  <a:lnTo>
                    <a:pt x="290040" y="583102"/>
                  </a:lnTo>
                  <a:lnTo>
                    <a:pt x="291856" y="583407"/>
                  </a:lnTo>
                  <a:lnTo>
                    <a:pt x="294976" y="584621"/>
                  </a:lnTo>
                  <a:lnTo>
                    <a:pt x="305131" y="577637"/>
                  </a:lnTo>
                  <a:lnTo>
                    <a:pt x="307108" y="576841"/>
                  </a:lnTo>
                  <a:lnTo>
                    <a:pt x="307951" y="576784"/>
                  </a:lnTo>
                  <a:lnTo>
                    <a:pt x="308608" y="576420"/>
                  </a:lnTo>
                  <a:lnTo>
                    <a:pt x="308984" y="575621"/>
                  </a:lnTo>
                  <a:lnTo>
                    <a:pt x="309594" y="576029"/>
                  </a:lnTo>
                  <a:lnTo>
                    <a:pt x="310736" y="573867"/>
                  </a:lnTo>
                  <a:lnTo>
                    <a:pt x="309406" y="572659"/>
                  </a:lnTo>
                  <a:lnTo>
                    <a:pt x="311287" y="570571"/>
                  </a:lnTo>
                  <a:lnTo>
                    <a:pt x="311231" y="569362"/>
                  </a:lnTo>
                  <a:lnTo>
                    <a:pt x="310961" y="568624"/>
                  </a:lnTo>
                  <a:lnTo>
                    <a:pt x="311402" y="566021"/>
                  </a:lnTo>
                  <a:lnTo>
                    <a:pt x="311878" y="564929"/>
                  </a:lnTo>
                  <a:lnTo>
                    <a:pt x="315745" y="560947"/>
                  </a:lnTo>
                  <a:lnTo>
                    <a:pt x="316933" y="558891"/>
                  </a:lnTo>
                  <a:lnTo>
                    <a:pt x="318597" y="556991"/>
                  </a:lnTo>
                  <a:lnTo>
                    <a:pt x="318755" y="555939"/>
                  </a:lnTo>
                  <a:lnTo>
                    <a:pt x="319715" y="555518"/>
                  </a:lnTo>
                  <a:lnTo>
                    <a:pt x="320894" y="556278"/>
                  </a:lnTo>
                  <a:lnTo>
                    <a:pt x="321360" y="556271"/>
                  </a:lnTo>
                  <a:lnTo>
                    <a:pt x="322129" y="555346"/>
                  </a:lnTo>
                  <a:lnTo>
                    <a:pt x="323440" y="555596"/>
                  </a:lnTo>
                  <a:lnTo>
                    <a:pt x="324219" y="555100"/>
                  </a:lnTo>
                  <a:lnTo>
                    <a:pt x="324302" y="554449"/>
                  </a:lnTo>
                  <a:lnTo>
                    <a:pt x="325835" y="554253"/>
                  </a:lnTo>
                  <a:lnTo>
                    <a:pt x="328902" y="551580"/>
                  </a:lnTo>
                  <a:lnTo>
                    <a:pt x="330710" y="550716"/>
                  </a:lnTo>
                  <a:lnTo>
                    <a:pt x="330552" y="550470"/>
                  </a:lnTo>
                  <a:lnTo>
                    <a:pt x="332644" y="547247"/>
                  </a:lnTo>
                  <a:lnTo>
                    <a:pt x="332893" y="544298"/>
                  </a:lnTo>
                  <a:lnTo>
                    <a:pt x="331914" y="541864"/>
                  </a:lnTo>
                  <a:lnTo>
                    <a:pt x="331471" y="541254"/>
                  </a:lnTo>
                  <a:lnTo>
                    <a:pt x="331940" y="538132"/>
                  </a:lnTo>
                  <a:lnTo>
                    <a:pt x="331600" y="533073"/>
                  </a:lnTo>
                  <a:lnTo>
                    <a:pt x="330224" y="529842"/>
                  </a:lnTo>
                  <a:lnTo>
                    <a:pt x="329079" y="528893"/>
                  </a:lnTo>
                  <a:lnTo>
                    <a:pt x="326820" y="528550"/>
                  </a:lnTo>
                  <a:lnTo>
                    <a:pt x="325074" y="528015"/>
                  </a:lnTo>
                  <a:lnTo>
                    <a:pt x="322502" y="527853"/>
                  </a:lnTo>
                  <a:lnTo>
                    <a:pt x="318759" y="525977"/>
                  </a:lnTo>
                  <a:lnTo>
                    <a:pt x="316774" y="523832"/>
                  </a:lnTo>
                  <a:lnTo>
                    <a:pt x="311477" y="520268"/>
                  </a:lnTo>
                  <a:lnTo>
                    <a:pt x="309637" y="519796"/>
                  </a:lnTo>
                  <a:lnTo>
                    <a:pt x="308797" y="518745"/>
                  </a:lnTo>
                  <a:lnTo>
                    <a:pt x="308252" y="518674"/>
                  </a:lnTo>
                  <a:lnTo>
                    <a:pt x="303455" y="514341"/>
                  </a:lnTo>
                  <a:lnTo>
                    <a:pt x="300657" y="512737"/>
                  </a:lnTo>
                  <a:lnTo>
                    <a:pt x="298406" y="509942"/>
                  </a:lnTo>
                  <a:lnTo>
                    <a:pt x="295685" y="508257"/>
                  </a:lnTo>
                  <a:lnTo>
                    <a:pt x="294033" y="507891"/>
                  </a:lnTo>
                  <a:lnTo>
                    <a:pt x="289814" y="505154"/>
                  </a:lnTo>
                  <a:lnTo>
                    <a:pt x="287765" y="504774"/>
                  </a:lnTo>
                  <a:lnTo>
                    <a:pt x="281705" y="497495"/>
                  </a:lnTo>
                  <a:lnTo>
                    <a:pt x="279994" y="496432"/>
                  </a:lnTo>
                  <a:lnTo>
                    <a:pt x="276539" y="493518"/>
                  </a:lnTo>
                  <a:lnTo>
                    <a:pt x="269692" y="491957"/>
                  </a:lnTo>
                  <a:lnTo>
                    <a:pt x="268961" y="491376"/>
                  </a:lnTo>
                  <a:lnTo>
                    <a:pt x="267161" y="491434"/>
                  </a:lnTo>
                  <a:lnTo>
                    <a:pt x="258904" y="488423"/>
                  </a:lnTo>
                  <a:lnTo>
                    <a:pt x="256436" y="486329"/>
                  </a:lnTo>
                  <a:lnTo>
                    <a:pt x="252918" y="481290"/>
                  </a:lnTo>
                  <a:lnTo>
                    <a:pt x="252562" y="480092"/>
                  </a:lnTo>
                  <a:lnTo>
                    <a:pt x="254587" y="476236"/>
                  </a:lnTo>
                  <a:lnTo>
                    <a:pt x="254680" y="475246"/>
                  </a:lnTo>
                  <a:lnTo>
                    <a:pt x="252729" y="473026"/>
                  </a:lnTo>
                  <a:lnTo>
                    <a:pt x="249699" y="468005"/>
                  </a:lnTo>
                  <a:lnTo>
                    <a:pt x="248299" y="466248"/>
                  </a:lnTo>
                  <a:lnTo>
                    <a:pt x="247969" y="466267"/>
                  </a:lnTo>
                  <a:lnTo>
                    <a:pt x="247627" y="465456"/>
                  </a:lnTo>
                  <a:lnTo>
                    <a:pt x="248082" y="463991"/>
                  </a:lnTo>
                  <a:lnTo>
                    <a:pt x="247119" y="461817"/>
                  </a:lnTo>
                  <a:lnTo>
                    <a:pt x="246647" y="459759"/>
                  </a:lnTo>
                  <a:lnTo>
                    <a:pt x="241270" y="458090"/>
                  </a:lnTo>
                  <a:lnTo>
                    <a:pt x="239496" y="457054"/>
                  </a:lnTo>
                  <a:lnTo>
                    <a:pt x="235915" y="456570"/>
                  </a:lnTo>
                  <a:lnTo>
                    <a:pt x="232452" y="453996"/>
                  </a:lnTo>
                  <a:lnTo>
                    <a:pt x="231489" y="451546"/>
                  </a:lnTo>
                  <a:lnTo>
                    <a:pt x="231334" y="451057"/>
                  </a:lnTo>
                  <a:lnTo>
                    <a:pt x="230142" y="449623"/>
                  </a:lnTo>
                  <a:lnTo>
                    <a:pt x="226624" y="447929"/>
                  </a:lnTo>
                  <a:lnTo>
                    <a:pt x="219243" y="442588"/>
                  </a:lnTo>
                  <a:lnTo>
                    <a:pt x="218368" y="442208"/>
                  </a:lnTo>
                  <a:lnTo>
                    <a:pt x="209567" y="436387"/>
                  </a:lnTo>
                  <a:lnTo>
                    <a:pt x="206748" y="433646"/>
                  </a:lnTo>
                  <a:lnTo>
                    <a:pt x="200345" y="432213"/>
                  </a:lnTo>
                  <a:lnTo>
                    <a:pt x="197455" y="430119"/>
                  </a:lnTo>
                  <a:lnTo>
                    <a:pt x="197420" y="427804"/>
                  </a:lnTo>
                  <a:lnTo>
                    <a:pt x="197524" y="427288"/>
                  </a:lnTo>
                  <a:lnTo>
                    <a:pt x="198024" y="426698"/>
                  </a:lnTo>
                  <a:lnTo>
                    <a:pt x="198645" y="424487"/>
                  </a:lnTo>
                  <a:lnTo>
                    <a:pt x="199223" y="421033"/>
                  </a:lnTo>
                  <a:lnTo>
                    <a:pt x="199292" y="415772"/>
                  </a:lnTo>
                  <a:lnTo>
                    <a:pt x="200270" y="410482"/>
                  </a:lnTo>
                  <a:lnTo>
                    <a:pt x="199966" y="408171"/>
                  </a:lnTo>
                  <a:lnTo>
                    <a:pt x="200091" y="406694"/>
                  </a:lnTo>
                  <a:lnTo>
                    <a:pt x="198502" y="400162"/>
                  </a:lnTo>
                  <a:lnTo>
                    <a:pt x="198715" y="398519"/>
                  </a:lnTo>
                  <a:lnTo>
                    <a:pt x="198610" y="392521"/>
                  </a:lnTo>
                  <a:lnTo>
                    <a:pt x="197928" y="388714"/>
                  </a:lnTo>
                  <a:lnTo>
                    <a:pt x="198093" y="388142"/>
                  </a:lnTo>
                  <a:lnTo>
                    <a:pt x="197853" y="384262"/>
                  </a:lnTo>
                  <a:lnTo>
                    <a:pt x="198601" y="379312"/>
                  </a:lnTo>
                  <a:lnTo>
                    <a:pt x="196375" y="379447"/>
                  </a:lnTo>
                  <a:lnTo>
                    <a:pt x="194249" y="376660"/>
                  </a:lnTo>
                  <a:lnTo>
                    <a:pt x="192898" y="375531"/>
                  </a:lnTo>
                  <a:lnTo>
                    <a:pt x="192398" y="374174"/>
                  </a:lnTo>
                  <a:lnTo>
                    <a:pt x="191748" y="373170"/>
                  </a:lnTo>
                  <a:lnTo>
                    <a:pt x="187863" y="368421"/>
                  </a:lnTo>
                  <a:lnTo>
                    <a:pt x="187625" y="366775"/>
                  </a:lnTo>
                  <a:lnTo>
                    <a:pt x="187980" y="363838"/>
                  </a:lnTo>
                  <a:lnTo>
                    <a:pt x="188337" y="363020"/>
                  </a:lnTo>
                  <a:lnTo>
                    <a:pt x="192423" y="355393"/>
                  </a:lnTo>
                  <a:lnTo>
                    <a:pt x="194976" y="352309"/>
                  </a:lnTo>
                  <a:lnTo>
                    <a:pt x="194265" y="349890"/>
                  </a:lnTo>
                  <a:lnTo>
                    <a:pt x="193443" y="349233"/>
                  </a:lnTo>
                  <a:lnTo>
                    <a:pt x="193513" y="348294"/>
                  </a:lnTo>
                  <a:lnTo>
                    <a:pt x="186898" y="343991"/>
                  </a:lnTo>
                  <a:lnTo>
                    <a:pt x="180709" y="341062"/>
                  </a:lnTo>
                  <a:lnTo>
                    <a:pt x="177728" y="340990"/>
                  </a:lnTo>
                  <a:lnTo>
                    <a:pt x="176986" y="341316"/>
                  </a:lnTo>
                  <a:lnTo>
                    <a:pt x="175056" y="335013"/>
                  </a:lnTo>
                  <a:lnTo>
                    <a:pt x="172063" y="335437"/>
                  </a:lnTo>
                  <a:lnTo>
                    <a:pt x="166304" y="331620"/>
                  </a:lnTo>
                  <a:lnTo>
                    <a:pt x="162496" y="332037"/>
                  </a:lnTo>
                  <a:lnTo>
                    <a:pt x="155462" y="331969"/>
                  </a:lnTo>
                  <a:lnTo>
                    <a:pt x="152027" y="330429"/>
                  </a:lnTo>
                  <a:lnTo>
                    <a:pt x="147790" y="327101"/>
                  </a:lnTo>
                  <a:lnTo>
                    <a:pt x="146460" y="325761"/>
                  </a:lnTo>
                  <a:lnTo>
                    <a:pt x="141739" y="321995"/>
                  </a:lnTo>
                  <a:lnTo>
                    <a:pt x="134848" y="317087"/>
                  </a:lnTo>
                  <a:lnTo>
                    <a:pt x="136238" y="309094"/>
                  </a:lnTo>
                  <a:lnTo>
                    <a:pt x="138704" y="304934"/>
                  </a:lnTo>
                  <a:lnTo>
                    <a:pt x="131925" y="304068"/>
                  </a:lnTo>
                  <a:lnTo>
                    <a:pt x="129161" y="300709"/>
                  </a:lnTo>
                  <a:lnTo>
                    <a:pt x="123781" y="297446"/>
                  </a:lnTo>
                  <a:lnTo>
                    <a:pt x="120530" y="296513"/>
                  </a:lnTo>
                  <a:lnTo>
                    <a:pt x="119664" y="293703"/>
                  </a:lnTo>
                  <a:lnTo>
                    <a:pt x="117286" y="291725"/>
                  </a:lnTo>
                  <a:lnTo>
                    <a:pt x="112809" y="286488"/>
                  </a:lnTo>
                  <a:lnTo>
                    <a:pt x="110917" y="282741"/>
                  </a:lnTo>
                  <a:lnTo>
                    <a:pt x="109716" y="277650"/>
                  </a:lnTo>
                  <a:lnTo>
                    <a:pt x="99894" y="277495"/>
                  </a:lnTo>
                  <a:lnTo>
                    <a:pt x="93458" y="271318"/>
                  </a:lnTo>
                  <a:lnTo>
                    <a:pt x="92886" y="260298"/>
                  </a:lnTo>
                  <a:lnTo>
                    <a:pt x="90932" y="258492"/>
                  </a:lnTo>
                  <a:lnTo>
                    <a:pt x="89767" y="257844"/>
                  </a:lnTo>
                  <a:lnTo>
                    <a:pt x="90585" y="251598"/>
                  </a:lnTo>
                  <a:lnTo>
                    <a:pt x="87587" y="242269"/>
                  </a:lnTo>
                  <a:lnTo>
                    <a:pt x="84774" y="235763"/>
                  </a:lnTo>
                  <a:lnTo>
                    <a:pt x="82060" y="232566"/>
                  </a:lnTo>
                  <a:lnTo>
                    <a:pt x="77346" y="226182"/>
                  </a:lnTo>
                  <a:lnTo>
                    <a:pt x="75165" y="221660"/>
                  </a:lnTo>
                  <a:lnTo>
                    <a:pt x="73556" y="220591"/>
                  </a:lnTo>
                  <a:lnTo>
                    <a:pt x="72223" y="215152"/>
                  </a:lnTo>
                  <a:lnTo>
                    <a:pt x="77396" y="212480"/>
                  </a:lnTo>
                  <a:lnTo>
                    <a:pt x="80014" y="210317"/>
                  </a:lnTo>
                  <a:lnTo>
                    <a:pt x="81977" y="206802"/>
                  </a:lnTo>
                  <a:lnTo>
                    <a:pt x="84906" y="204311"/>
                  </a:lnTo>
                  <a:lnTo>
                    <a:pt x="86245" y="202460"/>
                  </a:lnTo>
                  <a:lnTo>
                    <a:pt x="86396" y="199396"/>
                  </a:lnTo>
                  <a:lnTo>
                    <a:pt x="84558" y="196448"/>
                  </a:lnTo>
                  <a:lnTo>
                    <a:pt x="84939" y="191968"/>
                  </a:lnTo>
                  <a:lnTo>
                    <a:pt x="84531" y="187915"/>
                  </a:lnTo>
                  <a:lnTo>
                    <a:pt x="87734" y="186259"/>
                  </a:lnTo>
                  <a:lnTo>
                    <a:pt x="89536" y="185725"/>
                  </a:lnTo>
                  <a:lnTo>
                    <a:pt x="91611" y="185522"/>
                  </a:lnTo>
                  <a:lnTo>
                    <a:pt x="94124" y="179596"/>
                  </a:lnTo>
                  <a:lnTo>
                    <a:pt x="95290" y="178860"/>
                  </a:lnTo>
                  <a:lnTo>
                    <a:pt x="96278" y="176920"/>
                  </a:lnTo>
                  <a:lnTo>
                    <a:pt x="97717" y="175223"/>
                  </a:lnTo>
                  <a:lnTo>
                    <a:pt x="105429" y="169234"/>
                  </a:lnTo>
                  <a:lnTo>
                    <a:pt x="104635" y="166904"/>
                  </a:lnTo>
                  <a:lnTo>
                    <a:pt x="104924" y="166277"/>
                  </a:lnTo>
                  <a:lnTo>
                    <a:pt x="106882" y="155504"/>
                  </a:lnTo>
                  <a:lnTo>
                    <a:pt x="110731" y="153318"/>
                  </a:lnTo>
                  <a:lnTo>
                    <a:pt x="111974" y="152926"/>
                  </a:lnTo>
                  <a:lnTo>
                    <a:pt x="118145" y="149784"/>
                  </a:lnTo>
                  <a:lnTo>
                    <a:pt x="120565" y="146426"/>
                  </a:lnTo>
                  <a:lnTo>
                    <a:pt x="124492" y="145096"/>
                  </a:lnTo>
                  <a:lnTo>
                    <a:pt x="117648" y="138252"/>
                  </a:lnTo>
                  <a:lnTo>
                    <a:pt x="111964" y="138041"/>
                  </a:lnTo>
                  <a:lnTo>
                    <a:pt x="108863" y="135971"/>
                  </a:lnTo>
                  <a:lnTo>
                    <a:pt x="105404" y="136480"/>
                  </a:lnTo>
                  <a:lnTo>
                    <a:pt x="104078" y="138812"/>
                  </a:lnTo>
                  <a:lnTo>
                    <a:pt x="101789" y="140138"/>
                  </a:lnTo>
                  <a:lnTo>
                    <a:pt x="100633" y="140265"/>
                  </a:lnTo>
                  <a:lnTo>
                    <a:pt x="100379" y="140476"/>
                  </a:lnTo>
                  <a:lnTo>
                    <a:pt x="99368" y="140278"/>
                  </a:lnTo>
                  <a:lnTo>
                    <a:pt x="98343" y="140810"/>
                  </a:lnTo>
                  <a:lnTo>
                    <a:pt x="97501" y="140437"/>
                  </a:lnTo>
                  <a:lnTo>
                    <a:pt x="96121" y="141371"/>
                  </a:lnTo>
                  <a:lnTo>
                    <a:pt x="94800" y="141306"/>
                  </a:lnTo>
                  <a:lnTo>
                    <a:pt x="93695" y="142092"/>
                  </a:lnTo>
                  <a:lnTo>
                    <a:pt x="92975" y="141956"/>
                  </a:lnTo>
                  <a:lnTo>
                    <a:pt x="92102" y="142313"/>
                  </a:lnTo>
                  <a:lnTo>
                    <a:pt x="91027" y="141919"/>
                  </a:lnTo>
                  <a:lnTo>
                    <a:pt x="87997" y="141481"/>
                  </a:lnTo>
                  <a:lnTo>
                    <a:pt x="83865" y="142367"/>
                  </a:lnTo>
                  <a:lnTo>
                    <a:pt x="82519" y="142386"/>
                  </a:lnTo>
                  <a:lnTo>
                    <a:pt x="79487" y="141213"/>
                  </a:lnTo>
                  <a:lnTo>
                    <a:pt x="76487" y="141046"/>
                  </a:lnTo>
                  <a:lnTo>
                    <a:pt x="70525" y="139725"/>
                  </a:lnTo>
                  <a:lnTo>
                    <a:pt x="64592" y="139340"/>
                  </a:lnTo>
                  <a:lnTo>
                    <a:pt x="64308" y="138856"/>
                  </a:lnTo>
                  <a:lnTo>
                    <a:pt x="63889" y="138686"/>
                  </a:lnTo>
                  <a:lnTo>
                    <a:pt x="63843" y="138267"/>
                  </a:lnTo>
                  <a:lnTo>
                    <a:pt x="61917" y="137384"/>
                  </a:lnTo>
                  <a:lnTo>
                    <a:pt x="60745" y="136059"/>
                  </a:lnTo>
                  <a:lnTo>
                    <a:pt x="59987" y="134609"/>
                  </a:lnTo>
                  <a:lnTo>
                    <a:pt x="59368" y="134247"/>
                  </a:lnTo>
                  <a:lnTo>
                    <a:pt x="58579" y="133101"/>
                  </a:lnTo>
                  <a:lnTo>
                    <a:pt x="58197" y="131854"/>
                  </a:lnTo>
                  <a:lnTo>
                    <a:pt x="57554" y="131430"/>
                  </a:lnTo>
                  <a:lnTo>
                    <a:pt x="57155" y="129358"/>
                  </a:lnTo>
                  <a:lnTo>
                    <a:pt x="48209" y="97520"/>
                  </a:lnTo>
                  <a:lnTo>
                    <a:pt x="47787" y="96114"/>
                  </a:lnTo>
                  <a:lnTo>
                    <a:pt x="47175" y="95549"/>
                  </a:lnTo>
                  <a:lnTo>
                    <a:pt x="46468" y="94379"/>
                  </a:lnTo>
                  <a:lnTo>
                    <a:pt x="46373" y="92926"/>
                  </a:lnTo>
                  <a:lnTo>
                    <a:pt x="46014" y="92231"/>
                  </a:lnTo>
                  <a:lnTo>
                    <a:pt x="43668" y="90937"/>
                  </a:lnTo>
                  <a:lnTo>
                    <a:pt x="42137" y="91144"/>
                  </a:lnTo>
                  <a:lnTo>
                    <a:pt x="41795" y="90833"/>
                  </a:lnTo>
                  <a:lnTo>
                    <a:pt x="41010" y="90790"/>
                  </a:lnTo>
                  <a:lnTo>
                    <a:pt x="40490" y="90480"/>
                  </a:lnTo>
                  <a:lnTo>
                    <a:pt x="38356" y="88734"/>
                  </a:lnTo>
                  <a:lnTo>
                    <a:pt x="37963" y="88120"/>
                  </a:lnTo>
                  <a:lnTo>
                    <a:pt x="37968" y="87372"/>
                  </a:lnTo>
                  <a:lnTo>
                    <a:pt x="34904" y="85597"/>
                  </a:lnTo>
                  <a:lnTo>
                    <a:pt x="33061" y="83708"/>
                  </a:lnTo>
                  <a:lnTo>
                    <a:pt x="31385" y="81245"/>
                  </a:lnTo>
                  <a:lnTo>
                    <a:pt x="31353" y="78502"/>
                  </a:lnTo>
                  <a:lnTo>
                    <a:pt x="31058" y="78074"/>
                  </a:lnTo>
                  <a:lnTo>
                    <a:pt x="28933" y="76005"/>
                  </a:lnTo>
                  <a:lnTo>
                    <a:pt x="27753" y="76110"/>
                  </a:lnTo>
                  <a:lnTo>
                    <a:pt x="26671" y="75504"/>
                  </a:lnTo>
                  <a:lnTo>
                    <a:pt x="25838" y="74615"/>
                  </a:lnTo>
                  <a:lnTo>
                    <a:pt x="24096" y="71806"/>
                  </a:lnTo>
                  <a:lnTo>
                    <a:pt x="24181" y="70762"/>
                  </a:lnTo>
                  <a:lnTo>
                    <a:pt x="24794" y="69852"/>
                  </a:lnTo>
                  <a:lnTo>
                    <a:pt x="23580" y="69465"/>
                  </a:lnTo>
                  <a:lnTo>
                    <a:pt x="22588" y="68685"/>
                  </a:lnTo>
                  <a:lnTo>
                    <a:pt x="22085" y="68057"/>
                  </a:lnTo>
                  <a:lnTo>
                    <a:pt x="22048" y="67114"/>
                  </a:lnTo>
                  <a:lnTo>
                    <a:pt x="21190" y="66174"/>
                  </a:lnTo>
                  <a:lnTo>
                    <a:pt x="21087" y="65732"/>
                  </a:lnTo>
                  <a:lnTo>
                    <a:pt x="18887" y="63594"/>
                  </a:lnTo>
                  <a:lnTo>
                    <a:pt x="15120" y="63597"/>
                  </a:lnTo>
                  <a:lnTo>
                    <a:pt x="12606" y="62767"/>
                  </a:lnTo>
                  <a:lnTo>
                    <a:pt x="8734" y="59551"/>
                  </a:lnTo>
                  <a:lnTo>
                    <a:pt x="7861" y="58135"/>
                  </a:lnTo>
                  <a:lnTo>
                    <a:pt x="5594" y="56441"/>
                  </a:lnTo>
                  <a:lnTo>
                    <a:pt x="4869" y="55145"/>
                  </a:lnTo>
                  <a:lnTo>
                    <a:pt x="3032" y="52757"/>
                  </a:lnTo>
                  <a:lnTo>
                    <a:pt x="0" y="49823"/>
                  </a:lnTo>
                  <a:lnTo>
                    <a:pt x="93" y="49034"/>
                  </a:lnTo>
                  <a:lnTo>
                    <a:pt x="1324" y="47398"/>
                  </a:lnTo>
                  <a:lnTo>
                    <a:pt x="2133" y="46877"/>
                  </a:lnTo>
                  <a:lnTo>
                    <a:pt x="2279" y="46525"/>
                  </a:lnTo>
                  <a:lnTo>
                    <a:pt x="4210" y="45293"/>
                  </a:lnTo>
                  <a:lnTo>
                    <a:pt x="5537" y="44954"/>
                  </a:lnTo>
                  <a:lnTo>
                    <a:pt x="7116" y="43312"/>
                  </a:lnTo>
                  <a:lnTo>
                    <a:pt x="10084" y="40983"/>
                  </a:lnTo>
                  <a:lnTo>
                    <a:pt x="15173" y="38366"/>
                  </a:lnTo>
                  <a:lnTo>
                    <a:pt x="15464" y="37455"/>
                  </a:lnTo>
                  <a:lnTo>
                    <a:pt x="15591" y="35731"/>
                  </a:lnTo>
                  <a:lnTo>
                    <a:pt x="17614" y="34489"/>
                  </a:lnTo>
                  <a:lnTo>
                    <a:pt x="16430" y="31946"/>
                  </a:lnTo>
                  <a:lnTo>
                    <a:pt x="14941" y="30348"/>
                  </a:lnTo>
                  <a:lnTo>
                    <a:pt x="14582" y="29360"/>
                  </a:lnTo>
                  <a:lnTo>
                    <a:pt x="12459" y="27115"/>
                  </a:lnTo>
                  <a:lnTo>
                    <a:pt x="11579" y="24360"/>
                  </a:lnTo>
                  <a:lnTo>
                    <a:pt x="11073" y="23570"/>
                  </a:lnTo>
                  <a:lnTo>
                    <a:pt x="10721" y="20647"/>
                  </a:lnTo>
                  <a:lnTo>
                    <a:pt x="11645" y="17656"/>
                  </a:lnTo>
                  <a:lnTo>
                    <a:pt x="10504" y="15722"/>
                  </a:lnTo>
                  <a:lnTo>
                    <a:pt x="10406" y="12886"/>
                  </a:lnTo>
                  <a:lnTo>
                    <a:pt x="11554" y="14694"/>
                  </a:lnTo>
                  <a:lnTo>
                    <a:pt x="12155" y="15070"/>
                  </a:lnTo>
                  <a:lnTo>
                    <a:pt x="14993" y="16235"/>
                  </a:lnTo>
                  <a:lnTo>
                    <a:pt x="17086" y="16319"/>
                  </a:lnTo>
                  <a:lnTo>
                    <a:pt x="24520" y="14791"/>
                  </a:lnTo>
                  <a:lnTo>
                    <a:pt x="28307" y="14521"/>
                  </a:lnTo>
                  <a:lnTo>
                    <a:pt x="29656" y="14180"/>
                  </a:lnTo>
                  <a:lnTo>
                    <a:pt x="31478" y="13495"/>
                  </a:lnTo>
                  <a:lnTo>
                    <a:pt x="34000" y="11872"/>
                  </a:lnTo>
                  <a:lnTo>
                    <a:pt x="35224" y="10747"/>
                  </a:lnTo>
                  <a:lnTo>
                    <a:pt x="38340" y="12059"/>
                  </a:lnTo>
                  <a:lnTo>
                    <a:pt x="38538" y="13136"/>
                  </a:lnTo>
                  <a:lnTo>
                    <a:pt x="40847" y="14279"/>
                  </a:lnTo>
                  <a:lnTo>
                    <a:pt x="43983" y="15091"/>
                  </a:lnTo>
                  <a:lnTo>
                    <a:pt x="47793" y="13827"/>
                  </a:lnTo>
                  <a:lnTo>
                    <a:pt x="50719" y="14262"/>
                  </a:lnTo>
                  <a:lnTo>
                    <a:pt x="51346" y="15358"/>
                  </a:lnTo>
                  <a:lnTo>
                    <a:pt x="51954" y="14536"/>
                  </a:lnTo>
                  <a:lnTo>
                    <a:pt x="56257" y="10536"/>
                  </a:lnTo>
                  <a:lnTo>
                    <a:pt x="57315" y="10087"/>
                  </a:lnTo>
                  <a:lnTo>
                    <a:pt x="58351" y="10743"/>
                  </a:lnTo>
                  <a:lnTo>
                    <a:pt x="59898" y="9897"/>
                  </a:lnTo>
                  <a:lnTo>
                    <a:pt x="60931" y="7858"/>
                  </a:lnTo>
                  <a:lnTo>
                    <a:pt x="61284" y="5001"/>
                  </a:lnTo>
                  <a:lnTo>
                    <a:pt x="62241" y="5565"/>
                  </a:lnTo>
                  <a:lnTo>
                    <a:pt x="63002" y="5426"/>
                  </a:lnTo>
                  <a:lnTo>
                    <a:pt x="66657" y="2962"/>
                  </a:lnTo>
                  <a:lnTo>
                    <a:pt x="67362" y="3094"/>
                  </a:lnTo>
                  <a:lnTo>
                    <a:pt x="68137" y="2838"/>
                  </a:lnTo>
                  <a:lnTo>
                    <a:pt x="69174" y="2894"/>
                  </a:lnTo>
                  <a:lnTo>
                    <a:pt x="73864" y="798"/>
                  </a:lnTo>
                  <a:lnTo>
                    <a:pt x="74755" y="0"/>
                  </a:lnTo>
                  <a:lnTo>
                    <a:pt x="79418" y="630"/>
                  </a:lnTo>
                  <a:lnTo>
                    <a:pt x="80698" y="507"/>
                  </a:lnTo>
                  <a:lnTo>
                    <a:pt x="82432" y="8196"/>
                  </a:lnTo>
                  <a:lnTo>
                    <a:pt x="84265" y="28182"/>
                  </a:lnTo>
                  <a:lnTo>
                    <a:pt x="84923" y="29050"/>
                  </a:lnTo>
                  <a:lnTo>
                    <a:pt x="84830" y="29263"/>
                  </a:lnTo>
                  <a:lnTo>
                    <a:pt x="85619" y="31502"/>
                  </a:lnTo>
                  <a:lnTo>
                    <a:pt x="83502" y="39493"/>
                  </a:lnTo>
                  <a:lnTo>
                    <a:pt x="83546" y="41104"/>
                  </a:lnTo>
                  <a:lnTo>
                    <a:pt x="82715" y="42778"/>
                  </a:lnTo>
                  <a:lnTo>
                    <a:pt x="83663" y="44085"/>
                  </a:lnTo>
                  <a:lnTo>
                    <a:pt x="84880" y="45100"/>
                  </a:lnTo>
                  <a:lnTo>
                    <a:pt x="86604" y="47436"/>
                  </a:lnTo>
                  <a:lnTo>
                    <a:pt x="88942" y="49286"/>
                  </a:lnTo>
                  <a:lnTo>
                    <a:pt x="92641" y="50014"/>
                  </a:lnTo>
                  <a:lnTo>
                    <a:pt x="95575" y="51375"/>
                  </a:lnTo>
                  <a:lnTo>
                    <a:pt x="98032" y="50625"/>
                  </a:lnTo>
                  <a:lnTo>
                    <a:pt x="99815" y="50415"/>
                  </a:lnTo>
                  <a:lnTo>
                    <a:pt x="100373" y="50934"/>
                  </a:lnTo>
                  <a:lnTo>
                    <a:pt x="102345" y="51982"/>
                  </a:lnTo>
                  <a:lnTo>
                    <a:pt x="105775" y="53212"/>
                  </a:lnTo>
                  <a:lnTo>
                    <a:pt x="107724" y="53549"/>
                  </a:lnTo>
                  <a:lnTo>
                    <a:pt x="109203" y="53146"/>
                  </a:lnTo>
                  <a:lnTo>
                    <a:pt x="111482" y="51310"/>
                  </a:lnTo>
                  <a:lnTo>
                    <a:pt x="113813" y="49941"/>
                  </a:lnTo>
                  <a:lnTo>
                    <a:pt x="116393" y="49497"/>
                  </a:lnTo>
                  <a:lnTo>
                    <a:pt x="117152" y="49669"/>
                  </a:lnTo>
                  <a:lnTo>
                    <a:pt x="118789" y="50888"/>
                  </a:lnTo>
                  <a:lnTo>
                    <a:pt x="122477" y="50913"/>
                  </a:lnTo>
                  <a:lnTo>
                    <a:pt x="124292" y="49339"/>
                  </a:lnTo>
                  <a:lnTo>
                    <a:pt x="125728" y="48569"/>
                  </a:lnTo>
                  <a:lnTo>
                    <a:pt x="126695" y="49163"/>
                  </a:lnTo>
                  <a:lnTo>
                    <a:pt x="129733" y="53544"/>
                  </a:lnTo>
                  <a:lnTo>
                    <a:pt x="131817" y="54260"/>
                  </a:lnTo>
                  <a:lnTo>
                    <a:pt x="133800" y="56086"/>
                  </a:lnTo>
                  <a:lnTo>
                    <a:pt x="134094" y="56731"/>
                  </a:lnTo>
                  <a:lnTo>
                    <a:pt x="134742" y="60288"/>
                  </a:lnTo>
                  <a:lnTo>
                    <a:pt x="135208" y="61263"/>
                  </a:lnTo>
                  <a:lnTo>
                    <a:pt x="135681" y="61590"/>
                  </a:lnTo>
                  <a:lnTo>
                    <a:pt x="136319" y="61252"/>
                  </a:lnTo>
                  <a:lnTo>
                    <a:pt x="137569" y="62018"/>
                  </a:lnTo>
                  <a:lnTo>
                    <a:pt x="138756" y="62144"/>
                  </a:lnTo>
                  <a:lnTo>
                    <a:pt x="141533" y="61592"/>
                  </a:lnTo>
                  <a:lnTo>
                    <a:pt x="144079" y="60141"/>
                  </a:lnTo>
                  <a:lnTo>
                    <a:pt x="149715" y="61525"/>
                  </a:lnTo>
                  <a:lnTo>
                    <a:pt x="153924" y="58959"/>
                  </a:lnTo>
                  <a:lnTo>
                    <a:pt x="159439" y="57436"/>
                  </a:lnTo>
                  <a:lnTo>
                    <a:pt x="159591" y="55826"/>
                  </a:lnTo>
                  <a:lnTo>
                    <a:pt x="160413" y="53479"/>
                  </a:lnTo>
                  <a:lnTo>
                    <a:pt x="165527" y="54284"/>
                  </a:lnTo>
                  <a:lnTo>
                    <a:pt x="166354" y="54080"/>
                  </a:lnTo>
                  <a:lnTo>
                    <a:pt x="168966" y="54325"/>
                  </a:lnTo>
                  <a:lnTo>
                    <a:pt x="169104" y="54030"/>
                  </a:lnTo>
                  <a:lnTo>
                    <a:pt x="169925" y="53916"/>
                  </a:lnTo>
                  <a:lnTo>
                    <a:pt x="170433" y="53464"/>
                  </a:lnTo>
                  <a:lnTo>
                    <a:pt x="171253" y="53273"/>
                  </a:lnTo>
                  <a:lnTo>
                    <a:pt x="171216" y="53510"/>
                  </a:lnTo>
                  <a:lnTo>
                    <a:pt x="172923" y="54539"/>
                  </a:lnTo>
                  <a:lnTo>
                    <a:pt x="173439" y="54548"/>
                  </a:lnTo>
                  <a:lnTo>
                    <a:pt x="174043" y="55231"/>
                  </a:lnTo>
                  <a:lnTo>
                    <a:pt x="174879" y="55429"/>
                  </a:lnTo>
                  <a:lnTo>
                    <a:pt x="175547" y="55290"/>
                  </a:lnTo>
                  <a:lnTo>
                    <a:pt x="177210" y="54130"/>
                  </a:lnTo>
                  <a:lnTo>
                    <a:pt x="179937" y="58262"/>
                  </a:lnTo>
                  <a:lnTo>
                    <a:pt x="181846" y="61877"/>
                  </a:lnTo>
                  <a:lnTo>
                    <a:pt x="184633" y="63691"/>
                  </a:lnTo>
                  <a:lnTo>
                    <a:pt x="187934" y="64106"/>
                  </a:lnTo>
                  <a:lnTo>
                    <a:pt x="189593" y="65251"/>
                  </a:lnTo>
                  <a:lnTo>
                    <a:pt x="191004" y="69818"/>
                  </a:lnTo>
                  <a:lnTo>
                    <a:pt x="192212" y="72600"/>
                  </a:lnTo>
                  <a:lnTo>
                    <a:pt x="192880" y="75499"/>
                  </a:lnTo>
                  <a:lnTo>
                    <a:pt x="194056" y="76138"/>
                  </a:lnTo>
                  <a:lnTo>
                    <a:pt x="194924" y="77851"/>
                  </a:lnTo>
                  <a:lnTo>
                    <a:pt x="197544" y="78328"/>
                  </a:lnTo>
                  <a:lnTo>
                    <a:pt x="199209" y="78347"/>
                  </a:lnTo>
                  <a:lnTo>
                    <a:pt x="205046" y="79537"/>
                  </a:lnTo>
                  <a:lnTo>
                    <a:pt x="205430" y="80507"/>
                  </a:lnTo>
                  <a:lnTo>
                    <a:pt x="207658" y="79723"/>
                  </a:lnTo>
                  <a:lnTo>
                    <a:pt x="212735" y="79892"/>
                  </a:lnTo>
                  <a:lnTo>
                    <a:pt x="219816" y="81371"/>
                  </a:lnTo>
                  <a:lnTo>
                    <a:pt x="220850" y="79367"/>
                  </a:lnTo>
                  <a:lnTo>
                    <a:pt x="224245" y="76870"/>
                  </a:lnTo>
                  <a:lnTo>
                    <a:pt x="226173" y="75093"/>
                  </a:lnTo>
                  <a:lnTo>
                    <a:pt x="227748" y="75186"/>
                  </a:lnTo>
                  <a:lnTo>
                    <a:pt x="228623" y="74759"/>
                  </a:lnTo>
                  <a:lnTo>
                    <a:pt x="229753" y="73642"/>
                  </a:lnTo>
                  <a:lnTo>
                    <a:pt x="230938" y="73322"/>
                  </a:lnTo>
                  <a:lnTo>
                    <a:pt x="231967" y="72582"/>
                  </a:lnTo>
                  <a:lnTo>
                    <a:pt x="239338" y="75942"/>
                  </a:lnTo>
                  <a:lnTo>
                    <a:pt x="240343" y="75515"/>
                  </a:lnTo>
                  <a:lnTo>
                    <a:pt x="242267" y="75350"/>
                  </a:lnTo>
                  <a:lnTo>
                    <a:pt x="244619" y="75763"/>
                  </a:lnTo>
                  <a:lnTo>
                    <a:pt x="247398" y="75329"/>
                  </a:lnTo>
                  <a:lnTo>
                    <a:pt x="248192" y="75628"/>
                  </a:lnTo>
                  <a:lnTo>
                    <a:pt x="250216" y="76993"/>
                  </a:lnTo>
                  <a:lnTo>
                    <a:pt x="252330" y="78860"/>
                  </a:lnTo>
                  <a:lnTo>
                    <a:pt x="255389" y="80623"/>
                  </a:lnTo>
                  <a:lnTo>
                    <a:pt x="257364" y="80703"/>
                  </a:lnTo>
                  <a:lnTo>
                    <a:pt x="258575" y="81024"/>
                  </a:lnTo>
                  <a:lnTo>
                    <a:pt x="258886" y="80569"/>
                  </a:lnTo>
                  <a:lnTo>
                    <a:pt x="265175" y="81479"/>
                  </a:lnTo>
                  <a:lnTo>
                    <a:pt x="267906" y="80493"/>
                  </a:lnTo>
                  <a:lnTo>
                    <a:pt x="271695" y="81163"/>
                  </a:lnTo>
                  <a:lnTo>
                    <a:pt x="278066" y="80698"/>
                  </a:lnTo>
                  <a:lnTo>
                    <a:pt x="279277" y="80292"/>
                  </a:lnTo>
                  <a:lnTo>
                    <a:pt x="281477" y="80494"/>
                  </a:lnTo>
                  <a:lnTo>
                    <a:pt x="284484" y="80274"/>
                  </a:lnTo>
                  <a:lnTo>
                    <a:pt x="291440" y="82965"/>
                  </a:lnTo>
                  <a:lnTo>
                    <a:pt x="292491" y="83715"/>
                  </a:lnTo>
                  <a:lnTo>
                    <a:pt x="295472" y="84667"/>
                  </a:lnTo>
                  <a:lnTo>
                    <a:pt x="304180" y="89011"/>
                  </a:lnTo>
                  <a:lnTo>
                    <a:pt x="303915" y="89267"/>
                  </a:lnTo>
                  <a:lnTo>
                    <a:pt x="302951" y="93870"/>
                  </a:lnTo>
                  <a:lnTo>
                    <a:pt x="305937" y="97789"/>
                  </a:lnTo>
                  <a:lnTo>
                    <a:pt x="310021" y="108767"/>
                  </a:lnTo>
                  <a:lnTo>
                    <a:pt x="310195" y="115946"/>
                  </a:lnTo>
                  <a:lnTo>
                    <a:pt x="312210" y="117858"/>
                  </a:lnTo>
                  <a:lnTo>
                    <a:pt x="323645" y="123964"/>
                  </a:lnTo>
                  <a:lnTo>
                    <a:pt x="322022" y="129600"/>
                  </a:lnTo>
                  <a:lnTo>
                    <a:pt x="320755" y="131832"/>
                  </a:lnTo>
                  <a:lnTo>
                    <a:pt x="324882" y="141427"/>
                  </a:lnTo>
                  <a:lnTo>
                    <a:pt x="329499" y="144167"/>
                  </a:lnTo>
                  <a:lnTo>
                    <a:pt x="333527" y="148183"/>
                  </a:lnTo>
                  <a:lnTo>
                    <a:pt x="340996" y="150029"/>
                  </a:lnTo>
                  <a:lnTo>
                    <a:pt x="345782" y="148881"/>
                  </a:lnTo>
                  <a:lnTo>
                    <a:pt x="349940" y="148629"/>
                  </a:lnTo>
                  <a:lnTo>
                    <a:pt x="352839" y="149236"/>
                  </a:lnTo>
                  <a:lnTo>
                    <a:pt x="355767" y="153680"/>
                  </a:lnTo>
                  <a:lnTo>
                    <a:pt x="367156" y="148887"/>
                  </a:lnTo>
                  <a:lnTo>
                    <a:pt x="375080" y="140634"/>
                  </a:lnTo>
                  <a:lnTo>
                    <a:pt x="387143" y="143746"/>
                  </a:lnTo>
                  <a:lnTo>
                    <a:pt x="391122" y="144521"/>
                  </a:lnTo>
                  <a:lnTo>
                    <a:pt x="394751" y="147936"/>
                  </a:lnTo>
                  <a:lnTo>
                    <a:pt x="395119" y="153679"/>
                  </a:lnTo>
                  <a:lnTo>
                    <a:pt x="393198" y="162457"/>
                  </a:lnTo>
                  <a:lnTo>
                    <a:pt x="398890" y="165803"/>
                  </a:lnTo>
                  <a:lnTo>
                    <a:pt x="406221" y="167311"/>
                  </a:lnTo>
                  <a:lnTo>
                    <a:pt x="407722" y="167381"/>
                  </a:lnTo>
                  <a:lnTo>
                    <a:pt x="409559" y="168581"/>
                  </a:lnTo>
                  <a:lnTo>
                    <a:pt x="414231" y="172860"/>
                  </a:lnTo>
                  <a:lnTo>
                    <a:pt x="420441" y="176490"/>
                  </a:lnTo>
                  <a:lnTo>
                    <a:pt x="422712" y="174687"/>
                  </a:lnTo>
                  <a:lnTo>
                    <a:pt x="424942" y="174908"/>
                  </a:lnTo>
                  <a:lnTo>
                    <a:pt x="430940" y="179470"/>
                  </a:lnTo>
                  <a:lnTo>
                    <a:pt x="434349" y="182614"/>
                  </a:lnTo>
                  <a:lnTo>
                    <a:pt x="436839" y="183072"/>
                  </a:lnTo>
                  <a:lnTo>
                    <a:pt x="446862" y="188060"/>
                  </a:lnTo>
                  <a:lnTo>
                    <a:pt x="450826" y="189295"/>
                  </a:lnTo>
                  <a:lnTo>
                    <a:pt x="454269" y="185682"/>
                  </a:lnTo>
                  <a:lnTo>
                    <a:pt x="456918" y="181556"/>
                  </a:lnTo>
                  <a:lnTo>
                    <a:pt x="458201" y="178386"/>
                  </a:lnTo>
                  <a:lnTo>
                    <a:pt x="457853" y="175288"/>
                  </a:lnTo>
                  <a:lnTo>
                    <a:pt x="457950" y="171844"/>
                  </a:lnTo>
                  <a:lnTo>
                    <a:pt x="458841" y="168046"/>
                  </a:lnTo>
                  <a:lnTo>
                    <a:pt x="465057" y="166806"/>
                  </a:lnTo>
                  <a:lnTo>
                    <a:pt x="466601" y="168476"/>
                  </a:lnTo>
                  <a:lnTo>
                    <a:pt x="467773" y="167793"/>
                  </a:lnTo>
                  <a:lnTo>
                    <a:pt x="468525" y="166667"/>
                  </a:lnTo>
                  <a:lnTo>
                    <a:pt x="468956" y="166610"/>
                  </a:lnTo>
                  <a:lnTo>
                    <a:pt x="471286" y="168921"/>
                  </a:lnTo>
                  <a:lnTo>
                    <a:pt x="473384" y="169339"/>
                  </a:lnTo>
                  <a:lnTo>
                    <a:pt x="475453" y="170296"/>
                  </a:lnTo>
                  <a:lnTo>
                    <a:pt x="480963" y="170885"/>
                  </a:lnTo>
                  <a:lnTo>
                    <a:pt x="484152" y="170595"/>
                  </a:lnTo>
                  <a:lnTo>
                    <a:pt x="487199" y="168963"/>
                  </a:lnTo>
                  <a:lnTo>
                    <a:pt x="493431" y="170303"/>
                  </a:lnTo>
                  <a:lnTo>
                    <a:pt x="502078" y="168873"/>
                  </a:lnTo>
                  <a:lnTo>
                    <a:pt x="505859" y="168557"/>
                  </a:lnTo>
                  <a:lnTo>
                    <a:pt x="509476" y="167817"/>
                  </a:lnTo>
                  <a:lnTo>
                    <a:pt x="510846" y="164842"/>
                  </a:lnTo>
                  <a:lnTo>
                    <a:pt x="511873" y="163409"/>
                  </a:lnTo>
                  <a:lnTo>
                    <a:pt x="513283" y="159597"/>
                  </a:lnTo>
                  <a:lnTo>
                    <a:pt x="516282" y="155519"/>
                  </a:lnTo>
                  <a:lnTo>
                    <a:pt x="516951" y="155367"/>
                  </a:lnTo>
                  <a:lnTo>
                    <a:pt x="521444" y="155575"/>
                  </a:lnTo>
                  <a:lnTo>
                    <a:pt x="522832" y="154668"/>
                  </a:lnTo>
                  <a:lnTo>
                    <a:pt x="523705" y="153702"/>
                  </a:lnTo>
                  <a:lnTo>
                    <a:pt x="530927" y="155296"/>
                  </a:lnTo>
                  <a:lnTo>
                    <a:pt x="536531" y="154279"/>
                  </a:lnTo>
                  <a:lnTo>
                    <a:pt x="540588" y="154508"/>
                  </a:lnTo>
                  <a:lnTo>
                    <a:pt x="547527" y="152044"/>
                  </a:lnTo>
                  <a:lnTo>
                    <a:pt x="552317" y="147943"/>
                  </a:lnTo>
                  <a:lnTo>
                    <a:pt x="553762" y="146067"/>
                  </a:lnTo>
                  <a:lnTo>
                    <a:pt x="557597" y="144597"/>
                  </a:lnTo>
                  <a:lnTo>
                    <a:pt x="563154" y="145990"/>
                  </a:lnTo>
                  <a:lnTo>
                    <a:pt x="565893" y="143975"/>
                  </a:lnTo>
                  <a:lnTo>
                    <a:pt x="572130" y="141458"/>
                  </a:lnTo>
                  <a:lnTo>
                    <a:pt x="576008" y="143240"/>
                  </a:lnTo>
                  <a:lnTo>
                    <a:pt x="585590" y="143335"/>
                  </a:lnTo>
                  <a:lnTo>
                    <a:pt x="593453" y="141191"/>
                  </a:lnTo>
                  <a:lnTo>
                    <a:pt x="598832" y="140654"/>
                  </a:lnTo>
                  <a:lnTo>
                    <a:pt x="604806" y="140984"/>
                  </a:lnTo>
                  <a:lnTo>
                    <a:pt x="619174" y="136308"/>
                  </a:lnTo>
                  <a:lnTo>
                    <a:pt x="641077" y="130708"/>
                  </a:lnTo>
                  <a:lnTo>
                    <a:pt x="641590" y="129556"/>
                  </a:lnTo>
                  <a:lnTo>
                    <a:pt x="638306" y="103272"/>
                  </a:lnTo>
                  <a:lnTo>
                    <a:pt x="631632" y="97424"/>
                  </a:lnTo>
                  <a:lnTo>
                    <a:pt x="632071" y="97019"/>
                  </a:lnTo>
                  <a:lnTo>
                    <a:pt x="633724" y="92116"/>
                  </a:lnTo>
                  <a:lnTo>
                    <a:pt x="638235" y="86197"/>
                  </a:lnTo>
                  <a:lnTo>
                    <a:pt x="641009" y="77767"/>
                  </a:lnTo>
                  <a:lnTo>
                    <a:pt x="641171" y="74804"/>
                  </a:lnTo>
                  <a:lnTo>
                    <a:pt x="642971" y="72060"/>
                  </a:lnTo>
                  <a:lnTo>
                    <a:pt x="644133" y="72219"/>
                  </a:lnTo>
                  <a:lnTo>
                    <a:pt x="648258" y="71495"/>
                  </a:lnTo>
                  <a:lnTo>
                    <a:pt x="654765" y="69129"/>
                  </a:lnTo>
                  <a:lnTo>
                    <a:pt x="660454" y="66379"/>
                  </a:lnTo>
                  <a:lnTo>
                    <a:pt x="663274" y="65373"/>
                  </a:lnTo>
                  <a:lnTo>
                    <a:pt x="672812" y="59954"/>
                  </a:lnTo>
                  <a:lnTo>
                    <a:pt x="686683" y="61167"/>
                  </a:lnTo>
                  <a:lnTo>
                    <a:pt x="693955" y="66193"/>
                  </a:lnTo>
                  <a:lnTo>
                    <a:pt x="697318" y="71706"/>
                  </a:lnTo>
                  <a:lnTo>
                    <a:pt x="700463" y="73336"/>
                  </a:lnTo>
                  <a:lnTo>
                    <a:pt x="708320" y="74344"/>
                  </a:lnTo>
                  <a:lnTo>
                    <a:pt x="709745" y="71156"/>
                  </a:lnTo>
                  <a:lnTo>
                    <a:pt x="714721" y="69116"/>
                  </a:lnTo>
                  <a:lnTo>
                    <a:pt x="722993" y="66798"/>
                  </a:lnTo>
                  <a:lnTo>
                    <a:pt x="724761" y="63318"/>
                  </a:lnTo>
                  <a:lnTo>
                    <a:pt x="732770" y="59250"/>
                  </a:lnTo>
                  <a:lnTo>
                    <a:pt x="738953" y="59306"/>
                  </a:lnTo>
                  <a:lnTo>
                    <a:pt x="740321" y="59583"/>
                  </a:lnTo>
                  <a:lnTo>
                    <a:pt x="745335" y="58629"/>
                  </a:lnTo>
                  <a:lnTo>
                    <a:pt x="747635" y="59326"/>
                  </a:lnTo>
                  <a:lnTo>
                    <a:pt x="756535" y="56874"/>
                  </a:lnTo>
                  <a:lnTo>
                    <a:pt x="756873" y="56896"/>
                  </a:lnTo>
                  <a:lnTo>
                    <a:pt x="757222" y="56400"/>
                  </a:lnTo>
                  <a:lnTo>
                    <a:pt x="758037" y="55904"/>
                  </a:lnTo>
                  <a:lnTo>
                    <a:pt x="761231" y="54824"/>
                  </a:lnTo>
                  <a:lnTo>
                    <a:pt x="762452" y="54534"/>
                  </a:lnTo>
                  <a:lnTo>
                    <a:pt x="763734" y="54681"/>
                  </a:lnTo>
                  <a:lnTo>
                    <a:pt x="763757" y="54448"/>
                  </a:lnTo>
                  <a:lnTo>
                    <a:pt x="764088" y="54462"/>
                  </a:lnTo>
                  <a:lnTo>
                    <a:pt x="764448" y="54042"/>
                  </a:lnTo>
                  <a:lnTo>
                    <a:pt x="765022" y="54287"/>
                  </a:lnTo>
                  <a:lnTo>
                    <a:pt x="765640" y="54180"/>
                  </a:lnTo>
                  <a:lnTo>
                    <a:pt x="767097" y="54906"/>
                  </a:lnTo>
                  <a:lnTo>
                    <a:pt x="768031" y="56183"/>
                  </a:lnTo>
                  <a:lnTo>
                    <a:pt x="769501" y="57613"/>
                  </a:lnTo>
                  <a:lnTo>
                    <a:pt x="771301" y="58840"/>
                  </a:lnTo>
                  <a:lnTo>
                    <a:pt x="773248" y="59334"/>
                  </a:lnTo>
                  <a:lnTo>
                    <a:pt x="774320" y="59314"/>
                  </a:lnTo>
                  <a:lnTo>
                    <a:pt x="779542" y="61971"/>
                  </a:lnTo>
                  <a:lnTo>
                    <a:pt x="783162" y="63340"/>
                  </a:lnTo>
                  <a:lnTo>
                    <a:pt x="783885" y="64049"/>
                  </a:lnTo>
                  <a:lnTo>
                    <a:pt x="784379" y="63973"/>
                  </a:lnTo>
                  <a:lnTo>
                    <a:pt x="785214" y="67150"/>
                  </a:lnTo>
                  <a:lnTo>
                    <a:pt x="784994" y="70384"/>
                  </a:lnTo>
                  <a:lnTo>
                    <a:pt x="785640" y="72359"/>
                  </a:lnTo>
                  <a:lnTo>
                    <a:pt x="785816" y="74573"/>
                  </a:lnTo>
                  <a:lnTo>
                    <a:pt x="786046" y="74790"/>
                  </a:lnTo>
                  <a:lnTo>
                    <a:pt x="785722" y="75435"/>
                  </a:lnTo>
                  <a:lnTo>
                    <a:pt x="785730" y="78066"/>
                  </a:lnTo>
                  <a:lnTo>
                    <a:pt x="785283" y="79639"/>
                  </a:lnTo>
                  <a:lnTo>
                    <a:pt x="785607" y="81259"/>
                  </a:lnTo>
                  <a:lnTo>
                    <a:pt x="786264" y="82414"/>
                  </a:lnTo>
                  <a:lnTo>
                    <a:pt x="786409" y="83549"/>
                  </a:lnTo>
                  <a:lnTo>
                    <a:pt x="787557" y="83907"/>
                  </a:lnTo>
                  <a:lnTo>
                    <a:pt x="787711" y="84483"/>
                  </a:lnTo>
                  <a:lnTo>
                    <a:pt x="789452" y="86251"/>
                  </a:lnTo>
                  <a:lnTo>
                    <a:pt x="789614" y="86711"/>
                  </a:lnTo>
                  <a:lnTo>
                    <a:pt x="792352" y="89110"/>
                  </a:lnTo>
                  <a:lnTo>
                    <a:pt x="792274" y="89834"/>
                  </a:lnTo>
                  <a:lnTo>
                    <a:pt x="791890" y="90060"/>
                  </a:lnTo>
                  <a:lnTo>
                    <a:pt x="792868" y="91097"/>
                  </a:lnTo>
                  <a:lnTo>
                    <a:pt x="795769" y="92353"/>
                  </a:lnTo>
                  <a:lnTo>
                    <a:pt x="796621" y="93332"/>
                  </a:lnTo>
                  <a:lnTo>
                    <a:pt x="798047" y="94426"/>
                  </a:lnTo>
                  <a:lnTo>
                    <a:pt x="800332" y="94839"/>
                  </a:lnTo>
                  <a:lnTo>
                    <a:pt x="801486" y="95975"/>
                  </a:lnTo>
                  <a:lnTo>
                    <a:pt x="802078" y="97329"/>
                  </a:lnTo>
                  <a:lnTo>
                    <a:pt x="802559" y="97648"/>
                  </a:lnTo>
                  <a:lnTo>
                    <a:pt x="802573" y="98057"/>
                  </a:lnTo>
                  <a:lnTo>
                    <a:pt x="803811" y="99099"/>
                  </a:lnTo>
                  <a:lnTo>
                    <a:pt x="804752" y="99571"/>
                  </a:lnTo>
                  <a:lnTo>
                    <a:pt x="804844" y="99325"/>
                  </a:lnTo>
                  <a:lnTo>
                    <a:pt x="807260" y="99903"/>
                  </a:lnTo>
                  <a:lnTo>
                    <a:pt x="808923" y="100671"/>
                  </a:lnTo>
                  <a:lnTo>
                    <a:pt x="809473" y="100393"/>
                  </a:lnTo>
                  <a:lnTo>
                    <a:pt x="810821" y="100885"/>
                  </a:lnTo>
                  <a:lnTo>
                    <a:pt x="812798" y="101070"/>
                  </a:lnTo>
                  <a:lnTo>
                    <a:pt x="814547" y="99823"/>
                  </a:lnTo>
                  <a:lnTo>
                    <a:pt x="815796" y="98413"/>
                  </a:lnTo>
                  <a:lnTo>
                    <a:pt x="817682" y="97693"/>
                  </a:lnTo>
                  <a:lnTo>
                    <a:pt x="818181" y="96157"/>
                  </a:lnTo>
                  <a:lnTo>
                    <a:pt x="818882" y="95428"/>
                  </a:lnTo>
                  <a:lnTo>
                    <a:pt x="819992" y="94747"/>
                  </a:lnTo>
                  <a:lnTo>
                    <a:pt x="820347" y="94083"/>
                  </a:lnTo>
                  <a:lnTo>
                    <a:pt x="821005" y="93793"/>
                  </a:lnTo>
                  <a:lnTo>
                    <a:pt x="822070" y="92253"/>
                  </a:lnTo>
                  <a:lnTo>
                    <a:pt x="822459" y="92013"/>
                  </a:lnTo>
                  <a:lnTo>
                    <a:pt x="822828" y="91006"/>
                  </a:lnTo>
                  <a:lnTo>
                    <a:pt x="823400" y="90269"/>
                  </a:lnTo>
                  <a:lnTo>
                    <a:pt x="823312" y="89798"/>
                  </a:lnTo>
                  <a:lnTo>
                    <a:pt x="824705" y="87866"/>
                  </a:lnTo>
                  <a:lnTo>
                    <a:pt x="826431" y="86929"/>
                  </a:lnTo>
                  <a:lnTo>
                    <a:pt x="827375" y="86905"/>
                  </a:lnTo>
                  <a:lnTo>
                    <a:pt x="828196" y="86552"/>
                  </a:lnTo>
                  <a:lnTo>
                    <a:pt x="829313" y="85060"/>
                  </a:lnTo>
                  <a:lnTo>
                    <a:pt x="833310" y="83451"/>
                  </a:lnTo>
                  <a:lnTo>
                    <a:pt x="833835" y="83148"/>
                  </a:lnTo>
                  <a:lnTo>
                    <a:pt x="834279" y="82353"/>
                  </a:lnTo>
                  <a:lnTo>
                    <a:pt x="835291" y="82134"/>
                  </a:lnTo>
                  <a:lnTo>
                    <a:pt x="835786" y="81795"/>
                  </a:lnTo>
                  <a:lnTo>
                    <a:pt x="836568" y="82465"/>
                  </a:lnTo>
                  <a:lnTo>
                    <a:pt x="837542" y="82387"/>
                  </a:lnTo>
                  <a:lnTo>
                    <a:pt x="838263" y="83483"/>
                  </a:lnTo>
                  <a:lnTo>
                    <a:pt x="839262" y="83668"/>
                  </a:lnTo>
                  <a:lnTo>
                    <a:pt x="842507" y="85343"/>
                  </a:lnTo>
                  <a:lnTo>
                    <a:pt x="845501" y="86401"/>
                  </a:lnTo>
                  <a:lnTo>
                    <a:pt x="846548" y="86424"/>
                  </a:lnTo>
                  <a:lnTo>
                    <a:pt x="848394" y="87281"/>
                  </a:lnTo>
                  <a:lnTo>
                    <a:pt x="850974" y="87220"/>
                  </a:lnTo>
                  <a:lnTo>
                    <a:pt x="854344" y="86419"/>
                  </a:lnTo>
                  <a:lnTo>
                    <a:pt x="855616" y="86595"/>
                  </a:lnTo>
                  <a:lnTo>
                    <a:pt x="857063" y="85639"/>
                  </a:lnTo>
                  <a:lnTo>
                    <a:pt x="860765" y="85086"/>
                  </a:lnTo>
                  <a:lnTo>
                    <a:pt x="861987" y="84675"/>
                  </a:lnTo>
                  <a:lnTo>
                    <a:pt x="863198" y="84790"/>
                  </a:lnTo>
                  <a:lnTo>
                    <a:pt x="864378" y="84271"/>
                  </a:lnTo>
                  <a:lnTo>
                    <a:pt x="865425" y="84236"/>
                  </a:lnTo>
                  <a:lnTo>
                    <a:pt x="865936" y="83941"/>
                  </a:lnTo>
                  <a:lnTo>
                    <a:pt x="868623" y="83424"/>
                  </a:lnTo>
                  <a:lnTo>
                    <a:pt x="870343" y="84786"/>
                  </a:lnTo>
                  <a:lnTo>
                    <a:pt x="872779" y="85985"/>
                  </a:lnTo>
                  <a:lnTo>
                    <a:pt x="875231" y="85922"/>
                  </a:lnTo>
                  <a:lnTo>
                    <a:pt x="876735" y="86266"/>
                  </a:lnTo>
                  <a:lnTo>
                    <a:pt x="877669" y="86640"/>
                  </a:lnTo>
                  <a:lnTo>
                    <a:pt x="879118" y="87717"/>
                  </a:lnTo>
                  <a:lnTo>
                    <a:pt x="880474" y="87765"/>
                  </a:lnTo>
                  <a:lnTo>
                    <a:pt x="881537" y="87374"/>
                  </a:lnTo>
                  <a:lnTo>
                    <a:pt x="883488" y="87527"/>
                  </a:lnTo>
                  <a:lnTo>
                    <a:pt x="884330" y="87753"/>
                  </a:lnTo>
                  <a:lnTo>
                    <a:pt x="884871" y="88189"/>
                  </a:lnTo>
                  <a:lnTo>
                    <a:pt x="886452" y="88618"/>
                  </a:lnTo>
                  <a:lnTo>
                    <a:pt x="886972" y="88921"/>
                  </a:lnTo>
                  <a:lnTo>
                    <a:pt x="887111" y="89326"/>
                  </a:lnTo>
                  <a:lnTo>
                    <a:pt x="888636" y="89361"/>
                  </a:lnTo>
                  <a:lnTo>
                    <a:pt x="892093" y="90640"/>
                  </a:lnTo>
                  <a:lnTo>
                    <a:pt x="892593" y="90296"/>
                  </a:lnTo>
                  <a:lnTo>
                    <a:pt x="893195" y="90277"/>
                  </a:lnTo>
                  <a:lnTo>
                    <a:pt x="893769" y="90611"/>
                  </a:lnTo>
                  <a:lnTo>
                    <a:pt x="895807" y="90212"/>
                  </a:lnTo>
                  <a:lnTo>
                    <a:pt x="896679" y="91321"/>
                  </a:lnTo>
                  <a:lnTo>
                    <a:pt x="897947" y="91788"/>
                  </a:lnTo>
                  <a:lnTo>
                    <a:pt x="898457" y="92379"/>
                  </a:lnTo>
                  <a:lnTo>
                    <a:pt x="899994" y="92953"/>
                  </a:lnTo>
                  <a:lnTo>
                    <a:pt x="900757" y="92984"/>
                  </a:lnTo>
                  <a:lnTo>
                    <a:pt x="902040" y="94053"/>
                  </a:lnTo>
                  <a:lnTo>
                    <a:pt x="903268" y="94317"/>
                  </a:lnTo>
                  <a:lnTo>
                    <a:pt x="906361" y="94456"/>
                  </a:lnTo>
                  <a:lnTo>
                    <a:pt x="908817" y="95455"/>
                  </a:lnTo>
                  <a:lnTo>
                    <a:pt x="910718" y="95272"/>
                  </a:lnTo>
                  <a:lnTo>
                    <a:pt x="911201" y="95618"/>
                  </a:lnTo>
                  <a:lnTo>
                    <a:pt x="913118" y="95728"/>
                  </a:lnTo>
                  <a:lnTo>
                    <a:pt x="915326" y="96723"/>
                  </a:lnTo>
                  <a:lnTo>
                    <a:pt x="916402" y="96729"/>
                  </a:lnTo>
                  <a:lnTo>
                    <a:pt x="916625" y="96861"/>
                  </a:lnTo>
                  <a:lnTo>
                    <a:pt x="916748" y="97639"/>
                  </a:lnTo>
                  <a:lnTo>
                    <a:pt x="917287" y="98167"/>
                  </a:lnTo>
                  <a:lnTo>
                    <a:pt x="917766" y="99590"/>
                  </a:lnTo>
                  <a:lnTo>
                    <a:pt x="920787" y="99199"/>
                  </a:lnTo>
                  <a:lnTo>
                    <a:pt x="921242" y="99391"/>
                  </a:lnTo>
                  <a:lnTo>
                    <a:pt x="923207" y="99192"/>
                  </a:lnTo>
                  <a:lnTo>
                    <a:pt x="923918" y="99389"/>
                  </a:lnTo>
                  <a:lnTo>
                    <a:pt x="925412" y="99058"/>
                  </a:lnTo>
                  <a:lnTo>
                    <a:pt x="925946" y="99574"/>
                  </a:lnTo>
                  <a:lnTo>
                    <a:pt x="927451" y="100263"/>
                  </a:lnTo>
                  <a:lnTo>
                    <a:pt x="928385" y="101687"/>
                  </a:lnTo>
                  <a:lnTo>
                    <a:pt x="930310" y="101556"/>
                  </a:lnTo>
                  <a:lnTo>
                    <a:pt x="932912" y="102206"/>
                  </a:lnTo>
                  <a:lnTo>
                    <a:pt x="934528" y="102176"/>
                  </a:lnTo>
                  <a:lnTo>
                    <a:pt x="934946" y="101855"/>
                  </a:lnTo>
                  <a:lnTo>
                    <a:pt x="935578" y="101788"/>
                  </a:lnTo>
                  <a:lnTo>
                    <a:pt x="936766" y="102125"/>
                  </a:lnTo>
                  <a:lnTo>
                    <a:pt x="937774" y="102041"/>
                  </a:lnTo>
                  <a:lnTo>
                    <a:pt x="939086" y="103063"/>
                  </a:lnTo>
                  <a:lnTo>
                    <a:pt x="939981" y="104388"/>
                  </a:lnTo>
                  <a:lnTo>
                    <a:pt x="941696" y="105073"/>
                  </a:lnTo>
                  <a:lnTo>
                    <a:pt x="945619" y="107418"/>
                  </a:lnTo>
                  <a:lnTo>
                    <a:pt x="946996" y="107742"/>
                  </a:lnTo>
                  <a:lnTo>
                    <a:pt x="948604" y="108699"/>
                  </a:lnTo>
                  <a:lnTo>
                    <a:pt x="950762" y="108987"/>
                  </a:lnTo>
                  <a:lnTo>
                    <a:pt x="952279" y="108225"/>
                  </a:lnTo>
                  <a:lnTo>
                    <a:pt x="953259" y="108672"/>
                  </a:lnTo>
                  <a:lnTo>
                    <a:pt x="953958" y="108648"/>
                  </a:lnTo>
                  <a:lnTo>
                    <a:pt x="954517" y="109141"/>
                  </a:lnTo>
                  <a:lnTo>
                    <a:pt x="955288" y="109255"/>
                  </a:lnTo>
                  <a:lnTo>
                    <a:pt x="955555" y="109685"/>
                  </a:lnTo>
                  <a:lnTo>
                    <a:pt x="955792" y="109500"/>
                  </a:lnTo>
                  <a:lnTo>
                    <a:pt x="956764" y="111006"/>
                  </a:lnTo>
                  <a:lnTo>
                    <a:pt x="958273" y="112063"/>
                  </a:lnTo>
                  <a:lnTo>
                    <a:pt x="960667" y="112676"/>
                  </a:lnTo>
                  <a:lnTo>
                    <a:pt x="960891" y="112511"/>
                  </a:lnTo>
                  <a:lnTo>
                    <a:pt x="962152" y="112797"/>
                  </a:lnTo>
                  <a:lnTo>
                    <a:pt x="963058" y="113562"/>
                  </a:lnTo>
                  <a:lnTo>
                    <a:pt x="963614" y="114463"/>
                  </a:lnTo>
                  <a:lnTo>
                    <a:pt x="966991" y="116486"/>
                  </a:lnTo>
                  <a:lnTo>
                    <a:pt x="967761" y="116755"/>
                  </a:lnTo>
                  <a:lnTo>
                    <a:pt x="968504" y="116127"/>
                  </a:lnTo>
                  <a:lnTo>
                    <a:pt x="969195" y="116176"/>
                  </a:lnTo>
                  <a:lnTo>
                    <a:pt x="970535" y="116721"/>
                  </a:lnTo>
                  <a:lnTo>
                    <a:pt x="970955" y="116705"/>
                  </a:lnTo>
                  <a:lnTo>
                    <a:pt x="971278" y="116406"/>
                  </a:lnTo>
                  <a:lnTo>
                    <a:pt x="972087" y="116649"/>
                  </a:lnTo>
                  <a:lnTo>
                    <a:pt x="973025" y="117356"/>
                  </a:lnTo>
                  <a:lnTo>
                    <a:pt x="973837" y="117416"/>
                  </a:lnTo>
                  <a:lnTo>
                    <a:pt x="974026" y="118338"/>
                  </a:lnTo>
                  <a:lnTo>
                    <a:pt x="974419" y="118962"/>
                  </a:lnTo>
                  <a:lnTo>
                    <a:pt x="976484" y="120481"/>
                  </a:lnTo>
                  <a:lnTo>
                    <a:pt x="977433" y="120822"/>
                  </a:lnTo>
                  <a:lnTo>
                    <a:pt x="978401" y="121947"/>
                  </a:lnTo>
                  <a:lnTo>
                    <a:pt x="983723" y="122956"/>
                  </a:lnTo>
                  <a:lnTo>
                    <a:pt x="985308" y="123809"/>
                  </a:lnTo>
                  <a:lnTo>
                    <a:pt x="987718" y="124524"/>
                  </a:lnTo>
                  <a:lnTo>
                    <a:pt x="988617" y="124512"/>
                  </a:lnTo>
                  <a:lnTo>
                    <a:pt x="989237" y="124837"/>
                  </a:lnTo>
                  <a:lnTo>
                    <a:pt x="990078" y="124672"/>
                  </a:lnTo>
                  <a:lnTo>
                    <a:pt x="994820" y="126156"/>
                  </a:lnTo>
                  <a:lnTo>
                    <a:pt x="998130" y="127449"/>
                  </a:lnTo>
                  <a:lnTo>
                    <a:pt x="1002116" y="128070"/>
                  </a:lnTo>
                  <a:lnTo>
                    <a:pt x="1003948" y="127604"/>
                  </a:lnTo>
                  <a:lnTo>
                    <a:pt x="1005157" y="126311"/>
                  </a:lnTo>
                  <a:lnTo>
                    <a:pt x="1005392" y="126453"/>
                  </a:lnTo>
                  <a:lnTo>
                    <a:pt x="1007763" y="125826"/>
                  </a:lnTo>
                  <a:lnTo>
                    <a:pt x="1009739" y="124503"/>
                  </a:lnTo>
                  <a:lnTo>
                    <a:pt x="1010545" y="123561"/>
                  </a:lnTo>
                  <a:lnTo>
                    <a:pt x="1011837" y="124163"/>
                  </a:lnTo>
                  <a:lnTo>
                    <a:pt x="1013060" y="123861"/>
                  </a:lnTo>
                  <a:lnTo>
                    <a:pt x="1014404" y="123732"/>
                  </a:lnTo>
                  <a:lnTo>
                    <a:pt x="1015446" y="123051"/>
                  </a:lnTo>
                  <a:lnTo>
                    <a:pt x="1016695" y="121743"/>
                  </a:lnTo>
                  <a:lnTo>
                    <a:pt x="1017175" y="122949"/>
                  </a:lnTo>
                  <a:lnTo>
                    <a:pt x="1018433" y="124061"/>
                  </a:lnTo>
                  <a:lnTo>
                    <a:pt x="1020692" y="124100"/>
                  </a:lnTo>
                  <a:lnTo>
                    <a:pt x="1021894" y="123557"/>
                  </a:lnTo>
                  <a:lnTo>
                    <a:pt x="1024023" y="123363"/>
                  </a:lnTo>
                  <a:lnTo>
                    <a:pt x="1026347" y="122138"/>
                  </a:lnTo>
                  <a:lnTo>
                    <a:pt x="1028210" y="121876"/>
                  </a:lnTo>
                  <a:lnTo>
                    <a:pt x="1029994" y="121740"/>
                  </a:lnTo>
                  <a:lnTo>
                    <a:pt x="1035527" y="119905"/>
                  </a:lnTo>
                  <a:lnTo>
                    <a:pt x="1036789" y="118745"/>
                  </a:lnTo>
                  <a:lnTo>
                    <a:pt x="1038937" y="117487"/>
                  </a:lnTo>
                  <a:lnTo>
                    <a:pt x="1039944" y="116599"/>
                  </a:lnTo>
                  <a:lnTo>
                    <a:pt x="1063805" y="122308"/>
                  </a:lnTo>
                  <a:lnTo>
                    <a:pt x="1070744" y="142208"/>
                  </a:lnTo>
                  <a:lnTo>
                    <a:pt x="1070450" y="143697"/>
                  </a:lnTo>
                  <a:lnTo>
                    <a:pt x="1072469" y="146401"/>
                  </a:lnTo>
                  <a:lnTo>
                    <a:pt x="1074099" y="147452"/>
                  </a:lnTo>
                  <a:lnTo>
                    <a:pt x="1076233" y="148181"/>
                  </a:lnTo>
                  <a:lnTo>
                    <a:pt x="1082953" y="147333"/>
                  </a:lnTo>
                  <a:lnTo>
                    <a:pt x="1084625" y="145782"/>
                  </a:lnTo>
                  <a:lnTo>
                    <a:pt x="1084900" y="144963"/>
                  </a:lnTo>
                  <a:lnTo>
                    <a:pt x="1086495" y="144421"/>
                  </a:lnTo>
                  <a:lnTo>
                    <a:pt x="1088075" y="145276"/>
                  </a:lnTo>
                  <a:lnTo>
                    <a:pt x="1088422" y="145731"/>
                  </a:lnTo>
                  <a:lnTo>
                    <a:pt x="1088483" y="146635"/>
                  </a:lnTo>
                  <a:lnTo>
                    <a:pt x="1089230" y="146861"/>
                  </a:lnTo>
                  <a:lnTo>
                    <a:pt x="1090909" y="146595"/>
                  </a:lnTo>
                  <a:lnTo>
                    <a:pt x="1092002" y="146754"/>
                  </a:lnTo>
                  <a:lnTo>
                    <a:pt x="1092445" y="147570"/>
                  </a:lnTo>
                  <a:lnTo>
                    <a:pt x="1093929" y="146754"/>
                  </a:lnTo>
                  <a:lnTo>
                    <a:pt x="1094297" y="146184"/>
                  </a:lnTo>
                  <a:lnTo>
                    <a:pt x="1094935" y="146206"/>
                  </a:lnTo>
                  <a:lnTo>
                    <a:pt x="1095641" y="145805"/>
                  </a:lnTo>
                  <a:lnTo>
                    <a:pt x="1096988" y="146415"/>
                  </a:lnTo>
                  <a:lnTo>
                    <a:pt x="1098008" y="148062"/>
                  </a:lnTo>
                  <a:lnTo>
                    <a:pt x="1100184" y="148058"/>
                  </a:lnTo>
                  <a:lnTo>
                    <a:pt x="1101081" y="147328"/>
                  </a:lnTo>
                  <a:lnTo>
                    <a:pt x="1102758" y="147053"/>
                  </a:lnTo>
                  <a:lnTo>
                    <a:pt x="1103260" y="146435"/>
                  </a:lnTo>
                  <a:lnTo>
                    <a:pt x="1103676" y="145167"/>
                  </a:lnTo>
                  <a:lnTo>
                    <a:pt x="1104858" y="144719"/>
                  </a:lnTo>
                  <a:lnTo>
                    <a:pt x="1106100" y="146980"/>
                  </a:lnTo>
                  <a:lnTo>
                    <a:pt x="1107371" y="146630"/>
                  </a:lnTo>
                  <a:lnTo>
                    <a:pt x="1109858" y="146463"/>
                  </a:lnTo>
                  <a:lnTo>
                    <a:pt x="1110419" y="145467"/>
                  </a:lnTo>
                  <a:lnTo>
                    <a:pt x="1112042" y="144796"/>
                  </a:lnTo>
                  <a:lnTo>
                    <a:pt x="1112450" y="144903"/>
                  </a:lnTo>
                  <a:lnTo>
                    <a:pt x="1112085" y="145953"/>
                  </a:lnTo>
                  <a:lnTo>
                    <a:pt x="1112360" y="146900"/>
                  </a:lnTo>
                  <a:lnTo>
                    <a:pt x="1112826" y="147094"/>
                  </a:lnTo>
                  <a:lnTo>
                    <a:pt x="1113011" y="146946"/>
                  </a:lnTo>
                  <a:lnTo>
                    <a:pt x="1116989" y="146986"/>
                  </a:lnTo>
                  <a:lnTo>
                    <a:pt x="1124367" y="146333"/>
                  </a:lnTo>
                  <a:lnTo>
                    <a:pt x="1123898" y="148057"/>
                  </a:lnTo>
                  <a:lnTo>
                    <a:pt x="1123915" y="149091"/>
                  </a:lnTo>
                  <a:lnTo>
                    <a:pt x="1124629" y="150271"/>
                  </a:lnTo>
                  <a:lnTo>
                    <a:pt x="1124374" y="151074"/>
                  </a:lnTo>
                  <a:lnTo>
                    <a:pt x="1125538" y="152058"/>
                  </a:lnTo>
                  <a:lnTo>
                    <a:pt x="1126438" y="151633"/>
                  </a:lnTo>
                  <a:lnTo>
                    <a:pt x="1126748" y="154087"/>
                  </a:lnTo>
                  <a:lnTo>
                    <a:pt x="1126412" y="156579"/>
                  </a:lnTo>
                  <a:lnTo>
                    <a:pt x="1126763" y="157239"/>
                  </a:lnTo>
                  <a:lnTo>
                    <a:pt x="1124984" y="157863"/>
                  </a:lnTo>
                  <a:lnTo>
                    <a:pt x="1123911" y="159274"/>
                  </a:lnTo>
                  <a:lnTo>
                    <a:pt x="1121688" y="161397"/>
                  </a:lnTo>
                  <a:lnTo>
                    <a:pt x="1120426" y="162289"/>
                  </a:lnTo>
                  <a:lnTo>
                    <a:pt x="1119995" y="162309"/>
                  </a:lnTo>
                  <a:lnTo>
                    <a:pt x="1118575" y="163773"/>
                  </a:lnTo>
                  <a:lnTo>
                    <a:pt x="1118094" y="163981"/>
                  </a:lnTo>
                  <a:lnTo>
                    <a:pt x="1120948" y="173874"/>
                  </a:lnTo>
                  <a:lnTo>
                    <a:pt x="1120663" y="175813"/>
                  </a:lnTo>
                  <a:lnTo>
                    <a:pt x="1122185" y="179331"/>
                  </a:lnTo>
                  <a:lnTo>
                    <a:pt x="1122042" y="181164"/>
                  </a:lnTo>
                  <a:lnTo>
                    <a:pt x="1121502" y="181571"/>
                  </a:lnTo>
                  <a:lnTo>
                    <a:pt x="1121785" y="182727"/>
                  </a:lnTo>
                  <a:lnTo>
                    <a:pt x="1121574" y="182991"/>
                  </a:lnTo>
                  <a:lnTo>
                    <a:pt x="1121841" y="183331"/>
                  </a:lnTo>
                  <a:lnTo>
                    <a:pt x="1121620" y="185602"/>
                  </a:lnTo>
                  <a:lnTo>
                    <a:pt x="1120492" y="186550"/>
                  </a:lnTo>
                  <a:lnTo>
                    <a:pt x="1123573" y="189243"/>
                  </a:lnTo>
                  <a:lnTo>
                    <a:pt x="1122459" y="191321"/>
                  </a:lnTo>
                  <a:lnTo>
                    <a:pt x="1125306" y="193786"/>
                  </a:lnTo>
                  <a:lnTo>
                    <a:pt x="1123235" y="195689"/>
                  </a:lnTo>
                  <a:lnTo>
                    <a:pt x="1124627" y="198444"/>
                  </a:lnTo>
                  <a:lnTo>
                    <a:pt x="1124463" y="199374"/>
                  </a:lnTo>
                  <a:lnTo>
                    <a:pt x="1124971" y="200465"/>
                  </a:lnTo>
                  <a:lnTo>
                    <a:pt x="1126600" y="201785"/>
                  </a:lnTo>
                  <a:lnTo>
                    <a:pt x="1128716" y="202230"/>
                  </a:lnTo>
                  <a:lnTo>
                    <a:pt x="1128997" y="202592"/>
                  </a:lnTo>
                  <a:lnTo>
                    <a:pt x="1129504" y="202387"/>
                  </a:lnTo>
                  <a:lnTo>
                    <a:pt x="1130475" y="203268"/>
                  </a:lnTo>
                  <a:lnTo>
                    <a:pt x="1131022" y="204936"/>
                  </a:lnTo>
                  <a:lnTo>
                    <a:pt x="1131727" y="204988"/>
                  </a:lnTo>
                  <a:lnTo>
                    <a:pt x="1132953" y="206357"/>
                  </a:lnTo>
                  <a:lnTo>
                    <a:pt x="1134191" y="207104"/>
                  </a:lnTo>
                  <a:lnTo>
                    <a:pt x="1133738" y="207795"/>
                  </a:lnTo>
                  <a:lnTo>
                    <a:pt x="1134039" y="210810"/>
                  </a:lnTo>
                  <a:lnTo>
                    <a:pt x="1135680" y="212043"/>
                  </a:lnTo>
                  <a:lnTo>
                    <a:pt x="1138268" y="214724"/>
                  </a:lnTo>
                  <a:lnTo>
                    <a:pt x="1138677" y="215919"/>
                  </a:lnTo>
                  <a:lnTo>
                    <a:pt x="1138423" y="216222"/>
                  </a:lnTo>
                  <a:lnTo>
                    <a:pt x="1138519" y="216649"/>
                  </a:lnTo>
                  <a:lnTo>
                    <a:pt x="1139102" y="216427"/>
                  </a:lnTo>
                  <a:lnTo>
                    <a:pt x="1139231" y="217094"/>
                  </a:lnTo>
                  <a:lnTo>
                    <a:pt x="1139502" y="217332"/>
                  </a:lnTo>
                  <a:lnTo>
                    <a:pt x="1141385" y="217294"/>
                  </a:lnTo>
                  <a:lnTo>
                    <a:pt x="1144558" y="218639"/>
                  </a:lnTo>
                  <a:lnTo>
                    <a:pt x="1147219" y="219399"/>
                  </a:lnTo>
                  <a:lnTo>
                    <a:pt x="1151598" y="221909"/>
                  </a:lnTo>
                  <a:lnTo>
                    <a:pt x="1154273" y="222583"/>
                  </a:lnTo>
                  <a:lnTo>
                    <a:pt x="1156296" y="223950"/>
                  </a:lnTo>
                  <a:lnTo>
                    <a:pt x="1160490" y="224657"/>
                  </a:lnTo>
                  <a:lnTo>
                    <a:pt x="1162445" y="224477"/>
                  </a:lnTo>
                  <a:lnTo>
                    <a:pt x="1163565" y="224958"/>
                  </a:lnTo>
                  <a:lnTo>
                    <a:pt x="1165041" y="226341"/>
                  </a:lnTo>
                  <a:lnTo>
                    <a:pt x="1165818" y="226653"/>
                  </a:lnTo>
                  <a:lnTo>
                    <a:pt x="1168609" y="227051"/>
                  </a:lnTo>
                  <a:lnTo>
                    <a:pt x="1169961" y="226676"/>
                  </a:lnTo>
                  <a:lnTo>
                    <a:pt x="1170259" y="226190"/>
                  </a:lnTo>
                  <a:lnTo>
                    <a:pt x="1171306" y="225836"/>
                  </a:lnTo>
                  <a:lnTo>
                    <a:pt x="1173041" y="225570"/>
                  </a:lnTo>
                  <a:lnTo>
                    <a:pt x="1178915" y="220466"/>
                  </a:lnTo>
                  <a:lnTo>
                    <a:pt x="1180501" y="219612"/>
                  </a:lnTo>
                  <a:lnTo>
                    <a:pt x="1181127" y="219579"/>
                  </a:lnTo>
                  <a:lnTo>
                    <a:pt x="1185042" y="220476"/>
                  </a:lnTo>
                  <a:lnTo>
                    <a:pt x="1187783" y="221678"/>
                  </a:lnTo>
                  <a:lnTo>
                    <a:pt x="1189316" y="222529"/>
                  </a:lnTo>
                  <a:lnTo>
                    <a:pt x="1191750" y="224975"/>
                  </a:lnTo>
                  <a:lnTo>
                    <a:pt x="1194557" y="227310"/>
                  </a:lnTo>
                  <a:lnTo>
                    <a:pt x="1195421" y="227010"/>
                  </a:lnTo>
                  <a:lnTo>
                    <a:pt x="1195479" y="228234"/>
                  </a:lnTo>
                  <a:lnTo>
                    <a:pt x="1195980" y="229232"/>
                  </a:lnTo>
                  <a:lnTo>
                    <a:pt x="1195419" y="230740"/>
                  </a:lnTo>
                  <a:lnTo>
                    <a:pt x="1195126" y="234402"/>
                  </a:lnTo>
                  <a:lnTo>
                    <a:pt x="1195664" y="235500"/>
                  </a:lnTo>
                  <a:lnTo>
                    <a:pt x="1195380" y="235633"/>
                  </a:lnTo>
                  <a:lnTo>
                    <a:pt x="1195143" y="236385"/>
                  </a:lnTo>
                  <a:lnTo>
                    <a:pt x="1195678" y="237958"/>
                  </a:lnTo>
                  <a:lnTo>
                    <a:pt x="1196876" y="238635"/>
                  </a:lnTo>
                  <a:lnTo>
                    <a:pt x="1198390" y="238315"/>
                  </a:lnTo>
                  <a:lnTo>
                    <a:pt x="1200574" y="238729"/>
                  </a:lnTo>
                  <a:lnTo>
                    <a:pt x="1204796" y="240436"/>
                  </a:lnTo>
                  <a:lnTo>
                    <a:pt x="1207260" y="242570"/>
                  </a:lnTo>
                  <a:lnTo>
                    <a:pt x="1207943" y="243566"/>
                  </a:lnTo>
                  <a:lnTo>
                    <a:pt x="1208744" y="244225"/>
                  </a:lnTo>
                  <a:lnTo>
                    <a:pt x="1209247" y="245305"/>
                  </a:lnTo>
                  <a:lnTo>
                    <a:pt x="1210040" y="246140"/>
                  </a:lnTo>
                  <a:lnTo>
                    <a:pt x="1212972" y="259604"/>
                  </a:lnTo>
                  <a:lnTo>
                    <a:pt x="1212207" y="269913"/>
                  </a:lnTo>
                  <a:lnTo>
                    <a:pt x="1213646" y="272431"/>
                  </a:lnTo>
                  <a:lnTo>
                    <a:pt x="1216529" y="274923"/>
                  </a:lnTo>
                  <a:lnTo>
                    <a:pt x="1217033" y="277333"/>
                  </a:lnTo>
                  <a:lnTo>
                    <a:pt x="1217093" y="280378"/>
                  </a:lnTo>
                  <a:lnTo>
                    <a:pt x="1215762" y="282177"/>
                  </a:lnTo>
                  <a:lnTo>
                    <a:pt x="1213167" y="284932"/>
                  </a:lnTo>
                  <a:lnTo>
                    <a:pt x="1215277" y="290742"/>
                  </a:lnTo>
                  <a:lnTo>
                    <a:pt x="1214462" y="291899"/>
                  </a:lnTo>
                  <a:lnTo>
                    <a:pt x="1214863" y="292411"/>
                  </a:lnTo>
                  <a:lnTo>
                    <a:pt x="1216417" y="293733"/>
                  </a:lnTo>
                  <a:lnTo>
                    <a:pt x="1217144" y="294788"/>
                  </a:lnTo>
                  <a:lnTo>
                    <a:pt x="1217391" y="296394"/>
                  </a:lnTo>
                  <a:lnTo>
                    <a:pt x="1218133" y="297369"/>
                  </a:lnTo>
                  <a:lnTo>
                    <a:pt x="1221779" y="298494"/>
                  </a:lnTo>
                  <a:lnTo>
                    <a:pt x="1223101" y="298726"/>
                  </a:lnTo>
                  <a:lnTo>
                    <a:pt x="1223356" y="298543"/>
                  </a:lnTo>
                  <a:lnTo>
                    <a:pt x="1224394" y="298823"/>
                  </a:lnTo>
                  <a:lnTo>
                    <a:pt x="1224572" y="300486"/>
                  </a:lnTo>
                  <a:lnTo>
                    <a:pt x="1223758" y="303875"/>
                  </a:lnTo>
                  <a:lnTo>
                    <a:pt x="1223122" y="305361"/>
                  </a:lnTo>
                  <a:lnTo>
                    <a:pt x="1223477" y="307600"/>
                  </a:lnTo>
                  <a:lnTo>
                    <a:pt x="1224595" y="308815"/>
                  </a:lnTo>
                  <a:lnTo>
                    <a:pt x="1227610" y="309246"/>
                  </a:lnTo>
                  <a:lnTo>
                    <a:pt x="1229280" y="310204"/>
                  </a:lnTo>
                  <a:lnTo>
                    <a:pt x="1230612" y="310339"/>
                  </a:lnTo>
                  <a:lnTo>
                    <a:pt x="1232116" y="310911"/>
                  </a:lnTo>
                  <a:lnTo>
                    <a:pt x="1232927" y="310850"/>
                  </a:lnTo>
                  <a:lnTo>
                    <a:pt x="1234793" y="312023"/>
                  </a:lnTo>
                  <a:lnTo>
                    <a:pt x="1235215" y="312454"/>
                  </a:lnTo>
                  <a:lnTo>
                    <a:pt x="1235774" y="314909"/>
                  </a:lnTo>
                  <a:lnTo>
                    <a:pt x="1241662" y="321334"/>
                  </a:lnTo>
                  <a:lnTo>
                    <a:pt x="1244799" y="321381"/>
                  </a:lnTo>
                  <a:lnTo>
                    <a:pt x="1245991" y="321904"/>
                  </a:lnTo>
                  <a:lnTo>
                    <a:pt x="1246366" y="322580"/>
                  </a:lnTo>
                  <a:lnTo>
                    <a:pt x="1248211" y="324073"/>
                  </a:lnTo>
                  <a:lnTo>
                    <a:pt x="1248714" y="325000"/>
                  </a:lnTo>
                  <a:lnTo>
                    <a:pt x="1252495" y="327821"/>
                  </a:lnTo>
                  <a:lnTo>
                    <a:pt x="1253181" y="329228"/>
                  </a:lnTo>
                  <a:lnTo>
                    <a:pt x="1253401" y="331457"/>
                  </a:lnTo>
                  <a:lnTo>
                    <a:pt x="1254101" y="333201"/>
                  </a:lnTo>
                  <a:lnTo>
                    <a:pt x="1255922" y="335881"/>
                  </a:lnTo>
                  <a:lnTo>
                    <a:pt x="1257046" y="336873"/>
                  </a:lnTo>
                  <a:lnTo>
                    <a:pt x="1258018" y="338872"/>
                  </a:lnTo>
                  <a:lnTo>
                    <a:pt x="1259386" y="340044"/>
                  </a:lnTo>
                  <a:lnTo>
                    <a:pt x="1262047" y="339334"/>
                  </a:lnTo>
                  <a:lnTo>
                    <a:pt x="1264915" y="341122"/>
                  </a:lnTo>
                  <a:lnTo>
                    <a:pt x="1265617" y="341962"/>
                  </a:lnTo>
                  <a:lnTo>
                    <a:pt x="1268244" y="343761"/>
                  </a:lnTo>
                  <a:lnTo>
                    <a:pt x="1271156" y="345120"/>
                  </a:lnTo>
                  <a:lnTo>
                    <a:pt x="1272698" y="347176"/>
                  </a:lnTo>
                  <a:lnTo>
                    <a:pt x="1275027" y="346836"/>
                  </a:lnTo>
                  <a:lnTo>
                    <a:pt x="1278715" y="344970"/>
                  </a:lnTo>
                  <a:lnTo>
                    <a:pt x="1279291" y="344282"/>
                  </a:lnTo>
                  <a:lnTo>
                    <a:pt x="1280135" y="345492"/>
                  </a:lnTo>
                  <a:lnTo>
                    <a:pt x="1281279" y="346393"/>
                  </a:lnTo>
                  <a:lnTo>
                    <a:pt x="1281966" y="346638"/>
                  </a:lnTo>
                  <a:lnTo>
                    <a:pt x="1282884" y="348027"/>
                  </a:lnTo>
                  <a:lnTo>
                    <a:pt x="1284860" y="345923"/>
                  </a:lnTo>
                  <a:lnTo>
                    <a:pt x="1287029" y="346492"/>
                  </a:lnTo>
                  <a:lnTo>
                    <a:pt x="1287775" y="345946"/>
                  </a:lnTo>
                  <a:lnTo>
                    <a:pt x="1288226" y="348048"/>
                  </a:lnTo>
                  <a:lnTo>
                    <a:pt x="1288912" y="349957"/>
                  </a:lnTo>
                  <a:lnTo>
                    <a:pt x="1289291" y="350453"/>
                  </a:lnTo>
                  <a:lnTo>
                    <a:pt x="1289930" y="351152"/>
                  </a:lnTo>
                  <a:lnTo>
                    <a:pt x="1292725" y="352955"/>
                  </a:lnTo>
                  <a:lnTo>
                    <a:pt x="1293848" y="353307"/>
                  </a:lnTo>
                  <a:lnTo>
                    <a:pt x="1295426" y="352912"/>
                  </a:lnTo>
                  <a:lnTo>
                    <a:pt x="1295662" y="352640"/>
                  </a:lnTo>
                  <a:lnTo>
                    <a:pt x="1296573" y="349489"/>
                  </a:lnTo>
                  <a:lnTo>
                    <a:pt x="1298528" y="347113"/>
                  </a:lnTo>
                  <a:lnTo>
                    <a:pt x="1299161" y="346688"/>
                  </a:lnTo>
                  <a:lnTo>
                    <a:pt x="1300866" y="344244"/>
                  </a:lnTo>
                  <a:lnTo>
                    <a:pt x="1302375" y="340502"/>
                  </a:lnTo>
                  <a:lnTo>
                    <a:pt x="1305809" y="340020"/>
                  </a:lnTo>
                  <a:lnTo>
                    <a:pt x="1310276" y="338966"/>
                  </a:lnTo>
                  <a:lnTo>
                    <a:pt x="1311824" y="337685"/>
                  </a:lnTo>
                  <a:lnTo>
                    <a:pt x="1312174" y="337181"/>
                  </a:lnTo>
                  <a:lnTo>
                    <a:pt x="1312126" y="336798"/>
                  </a:lnTo>
                  <a:lnTo>
                    <a:pt x="1313139" y="336001"/>
                  </a:lnTo>
                  <a:lnTo>
                    <a:pt x="1313744" y="335933"/>
                  </a:lnTo>
                  <a:lnTo>
                    <a:pt x="1314375" y="336401"/>
                  </a:lnTo>
                  <a:lnTo>
                    <a:pt x="1315069" y="336581"/>
                  </a:lnTo>
                  <a:lnTo>
                    <a:pt x="1316101" y="337455"/>
                  </a:lnTo>
                  <a:lnTo>
                    <a:pt x="1316633" y="338510"/>
                  </a:lnTo>
                  <a:lnTo>
                    <a:pt x="1317297" y="338368"/>
                  </a:lnTo>
                  <a:lnTo>
                    <a:pt x="1317973" y="339741"/>
                  </a:lnTo>
                  <a:lnTo>
                    <a:pt x="1318507" y="339479"/>
                  </a:lnTo>
                  <a:lnTo>
                    <a:pt x="1320135" y="339454"/>
                  </a:lnTo>
                  <a:lnTo>
                    <a:pt x="1320600" y="339114"/>
                  </a:lnTo>
                  <a:lnTo>
                    <a:pt x="1321683" y="339192"/>
                  </a:lnTo>
                  <a:lnTo>
                    <a:pt x="1321876" y="339417"/>
                  </a:lnTo>
                  <a:lnTo>
                    <a:pt x="1327280" y="338886"/>
                  </a:lnTo>
                  <a:lnTo>
                    <a:pt x="1329319" y="340792"/>
                  </a:lnTo>
                  <a:lnTo>
                    <a:pt x="1330415" y="339513"/>
                  </a:lnTo>
                  <a:lnTo>
                    <a:pt x="1331399" y="336814"/>
                  </a:lnTo>
                  <a:lnTo>
                    <a:pt x="1331418" y="335879"/>
                  </a:lnTo>
                  <a:lnTo>
                    <a:pt x="1332737" y="332224"/>
                  </a:lnTo>
                  <a:lnTo>
                    <a:pt x="1333457" y="331671"/>
                  </a:lnTo>
                  <a:lnTo>
                    <a:pt x="1335670" y="331007"/>
                  </a:lnTo>
                  <a:lnTo>
                    <a:pt x="1336500" y="329732"/>
                  </a:lnTo>
                  <a:lnTo>
                    <a:pt x="1336505" y="328685"/>
                  </a:lnTo>
                  <a:lnTo>
                    <a:pt x="1337361" y="327758"/>
                  </a:lnTo>
                  <a:lnTo>
                    <a:pt x="1341647" y="326421"/>
                  </a:lnTo>
                  <a:lnTo>
                    <a:pt x="1342447" y="325558"/>
                  </a:lnTo>
                  <a:lnTo>
                    <a:pt x="1344980" y="324465"/>
                  </a:lnTo>
                  <a:lnTo>
                    <a:pt x="1346757" y="324234"/>
                  </a:lnTo>
                  <a:lnTo>
                    <a:pt x="1347142" y="321504"/>
                  </a:lnTo>
                  <a:lnTo>
                    <a:pt x="1347990" y="318694"/>
                  </a:lnTo>
                  <a:lnTo>
                    <a:pt x="1348929" y="316626"/>
                  </a:lnTo>
                  <a:lnTo>
                    <a:pt x="1350080" y="315285"/>
                  </a:lnTo>
                  <a:lnTo>
                    <a:pt x="1349716" y="314122"/>
                  </a:lnTo>
                  <a:lnTo>
                    <a:pt x="1351140" y="314618"/>
                  </a:lnTo>
                  <a:lnTo>
                    <a:pt x="1351599" y="314100"/>
                  </a:lnTo>
                  <a:lnTo>
                    <a:pt x="1353022" y="314809"/>
                  </a:lnTo>
                  <a:lnTo>
                    <a:pt x="1355164" y="315348"/>
                  </a:lnTo>
                  <a:lnTo>
                    <a:pt x="1356229" y="315107"/>
                  </a:lnTo>
                  <a:lnTo>
                    <a:pt x="1356810" y="315291"/>
                  </a:lnTo>
                  <a:lnTo>
                    <a:pt x="1360083" y="314907"/>
                  </a:lnTo>
                  <a:lnTo>
                    <a:pt x="1360627" y="315182"/>
                  </a:lnTo>
                  <a:lnTo>
                    <a:pt x="1362417" y="315069"/>
                  </a:lnTo>
                  <a:lnTo>
                    <a:pt x="1362911" y="314718"/>
                  </a:lnTo>
                  <a:lnTo>
                    <a:pt x="1363041" y="313470"/>
                  </a:lnTo>
                  <a:lnTo>
                    <a:pt x="1364716" y="310434"/>
                  </a:lnTo>
                  <a:lnTo>
                    <a:pt x="1365783" y="309199"/>
                  </a:lnTo>
                  <a:lnTo>
                    <a:pt x="1367407" y="307955"/>
                  </a:lnTo>
                  <a:lnTo>
                    <a:pt x="1370241" y="304310"/>
                  </a:lnTo>
                  <a:lnTo>
                    <a:pt x="1376914" y="301429"/>
                  </a:lnTo>
                  <a:lnTo>
                    <a:pt x="1377644" y="300782"/>
                  </a:lnTo>
                  <a:lnTo>
                    <a:pt x="1379840" y="299948"/>
                  </a:lnTo>
                  <a:lnTo>
                    <a:pt x="1381582" y="298485"/>
                  </a:lnTo>
                  <a:lnTo>
                    <a:pt x="1387240" y="294931"/>
                  </a:lnTo>
                  <a:lnTo>
                    <a:pt x="1388541" y="295215"/>
                  </a:lnTo>
                  <a:lnTo>
                    <a:pt x="1389878" y="297537"/>
                  </a:lnTo>
                  <a:lnTo>
                    <a:pt x="1391301" y="299085"/>
                  </a:lnTo>
                  <a:lnTo>
                    <a:pt x="1395216" y="301621"/>
                  </a:lnTo>
                  <a:lnTo>
                    <a:pt x="1398270" y="301677"/>
                  </a:lnTo>
                  <a:lnTo>
                    <a:pt x="1400673" y="302745"/>
                  </a:lnTo>
                  <a:lnTo>
                    <a:pt x="1402135" y="301529"/>
                  </a:lnTo>
                  <a:lnTo>
                    <a:pt x="1404237" y="300322"/>
                  </a:lnTo>
                  <a:lnTo>
                    <a:pt x="1405455" y="300041"/>
                  </a:lnTo>
                  <a:lnTo>
                    <a:pt x="1406007" y="299544"/>
                  </a:lnTo>
                  <a:lnTo>
                    <a:pt x="1405935" y="298343"/>
                  </a:lnTo>
                  <a:lnTo>
                    <a:pt x="1404910" y="297107"/>
                  </a:lnTo>
                  <a:lnTo>
                    <a:pt x="1405136" y="295935"/>
                  </a:lnTo>
                  <a:lnTo>
                    <a:pt x="1404983" y="295138"/>
                  </a:lnTo>
                  <a:lnTo>
                    <a:pt x="1404417" y="294578"/>
                  </a:lnTo>
                  <a:lnTo>
                    <a:pt x="1404080" y="290371"/>
                  </a:lnTo>
                  <a:lnTo>
                    <a:pt x="1405090" y="287733"/>
                  </a:lnTo>
                  <a:lnTo>
                    <a:pt x="1405383" y="285538"/>
                  </a:lnTo>
                  <a:lnTo>
                    <a:pt x="1404415" y="282714"/>
                  </a:lnTo>
                  <a:lnTo>
                    <a:pt x="1404797" y="280666"/>
                  </a:lnTo>
                  <a:lnTo>
                    <a:pt x="1405119" y="280272"/>
                  </a:lnTo>
                  <a:lnTo>
                    <a:pt x="1404916" y="279201"/>
                  </a:lnTo>
                  <a:lnTo>
                    <a:pt x="1403845" y="277139"/>
                  </a:lnTo>
                  <a:lnTo>
                    <a:pt x="1403662" y="275270"/>
                  </a:lnTo>
                  <a:lnTo>
                    <a:pt x="1403826" y="274829"/>
                  </a:lnTo>
                  <a:lnTo>
                    <a:pt x="1405607" y="275027"/>
                  </a:lnTo>
                  <a:lnTo>
                    <a:pt x="1408138" y="277748"/>
                  </a:lnTo>
                  <a:lnTo>
                    <a:pt x="1409392" y="277771"/>
                  </a:lnTo>
                  <a:lnTo>
                    <a:pt x="1412435" y="275074"/>
                  </a:lnTo>
                  <a:lnTo>
                    <a:pt x="1413994" y="273167"/>
                  </a:lnTo>
                  <a:lnTo>
                    <a:pt x="1415484" y="272776"/>
                  </a:lnTo>
                  <a:lnTo>
                    <a:pt x="1417652" y="269765"/>
                  </a:lnTo>
                  <a:lnTo>
                    <a:pt x="1418089" y="268429"/>
                  </a:lnTo>
                  <a:lnTo>
                    <a:pt x="1418433" y="268307"/>
                  </a:lnTo>
                  <a:lnTo>
                    <a:pt x="1419127" y="267346"/>
                  </a:lnTo>
                  <a:lnTo>
                    <a:pt x="1421183" y="266426"/>
                  </a:lnTo>
                  <a:lnTo>
                    <a:pt x="1423249" y="266679"/>
                  </a:lnTo>
                  <a:lnTo>
                    <a:pt x="1423698" y="266961"/>
                  </a:lnTo>
                  <a:lnTo>
                    <a:pt x="1425309" y="266850"/>
                  </a:lnTo>
                  <a:lnTo>
                    <a:pt x="1426624" y="266270"/>
                  </a:lnTo>
                  <a:lnTo>
                    <a:pt x="1427211" y="266550"/>
                  </a:lnTo>
                  <a:lnTo>
                    <a:pt x="1427770" y="266028"/>
                  </a:lnTo>
                  <a:lnTo>
                    <a:pt x="1428079" y="265282"/>
                  </a:lnTo>
                  <a:lnTo>
                    <a:pt x="1429714" y="264960"/>
                  </a:lnTo>
                  <a:lnTo>
                    <a:pt x="1430239" y="264210"/>
                  </a:lnTo>
                  <a:lnTo>
                    <a:pt x="1430746" y="264189"/>
                  </a:lnTo>
                  <a:lnTo>
                    <a:pt x="1431089" y="263769"/>
                  </a:lnTo>
                  <a:lnTo>
                    <a:pt x="1432043" y="263599"/>
                  </a:lnTo>
                  <a:lnTo>
                    <a:pt x="1432350" y="262729"/>
                  </a:lnTo>
                  <a:lnTo>
                    <a:pt x="1433109" y="262091"/>
                  </a:lnTo>
                  <a:lnTo>
                    <a:pt x="1433864" y="262340"/>
                  </a:lnTo>
                  <a:lnTo>
                    <a:pt x="1434799" y="262066"/>
                  </a:lnTo>
                  <a:lnTo>
                    <a:pt x="1435349" y="262243"/>
                  </a:lnTo>
                  <a:lnTo>
                    <a:pt x="1436965" y="261813"/>
                  </a:lnTo>
                  <a:lnTo>
                    <a:pt x="1437700" y="261104"/>
                  </a:lnTo>
                  <a:lnTo>
                    <a:pt x="1438265" y="261371"/>
                  </a:lnTo>
                  <a:lnTo>
                    <a:pt x="1438959" y="261325"/>
                  </a:lnTo>
                  <a:lnTo>
                    <a:pt x="1439317" y="261082"/>
                  </a:lnTo>
                  <a:lnTo>
                    <a:pt x="1440088" y="261141"/>
                  </a:lnTo>
                  <a:lnTo>
                    <a:pt x="1440199" y="260821"/>
                  </a:lnTo>
                  <a:lnTo>
                    <a:pt x="1440836" y="260790"/>
                  </a:lnTo>
                  <a:lnTo>
                    <a:pt x="1440931" y="261005"/>
                  </a:lnTo>
                  <a:lnTo>
                    <a:pt x="1441386" y="260733"/>
                  </a:lnTo>
                  <a:lnTo>
                    <a:pt x="1442164" y="261010"/>
                  </a:lnTo>
                  <a:lnTo>
                    <a:pt x="1442948" y="260990"/>
                  </a:lnTo>
                  <a:lnTo>
                    <a:pt x="1443759" y="261664"/>
                  </a:lnTo>
                  <a:lnTo>
                    <a:pt x="1445912" y="261472"/>
                  </a:lnTo>
                  <a:lnTo>
                    <a:pt x="1446554" y="261864"/>
                  </a:lnTo>
                  <a:lnTo>
                    <a:pt x="1447300" y="261426"/>
                  </a:lnTo>
                  <a:lnTo>
                    <a:pt x="1447963" y="261832"/>
                  </a:lnTo>
                  <a:lnTo>
                    <a:pt x="1448901" y="261607"/>
                  </a:lnTo>
                  <a:lnTo>
                    <a:pt x="1450136" y="261865"/>
                  </a:lnTo>
                  <a:lnTo>
                    <a:pt x="1451520" y="260790"/>
                  </a:lnTo>
                  <a:lnTo>
                    <a:pt x="1452189" y="259876"/>
                  </a:lnTo>
                  <a:lnTo>
                    <a:pt x="1452458" y="258502"/>
                  </a:lnTo>
                  <a:lnTo>
                    <a:pt x="1452954" y="258621"/>
                  </a:lnTo>
                  <a:lnTo>
                    <a:pt x="1454133" y="257450"/>
                  </a:lnTo>
                  <a:lnTo>
                    <a:pt x="1455042" y="257474"/>
                  </a:lnTo>
                  <a:lnTo>
                    <a:pt x="1455794" y="257829"/>
                  </a:lnTo>
                  <a:lnTo>
                    <a:pt x="1456332" y="256982"/>
                  </a:lnTo>
                  <a:lnTo>
                    <a:pt x="1457476" y="256704"/>
                  </a:lnTo>
                  <a:lnTo>
                    <a:pt x="1458488" y="255678"/>
                  </a:lnTo>
                  <a:lnTo>
                    <a:pt x="1459963" y="255604"/>
                  </a:lnTo>
                  <a:lnTo>
                    <a:pt x="1462759" y="254828"/>
                  </a:lnTo>
                  <a:lnTo>
                    <a:pt x="1464819" y="254721"/>
                  </a:lnTo>
                  <a:lnTo>
                    <a:pt x="1465284" y="253827"/>
                  </a:lnTo>
                  <a:lnTo>
                    <a:pt x="1465720" y="253577"/>
                  </a:lnTo>
                  <a:lnTo>
                    <a:pt x="1466437" y="251924"/>
                  </a:lnTo>
                  <a:lnTo>
                    <a:pt x="1467194" y="251610"/>
                  </a:lnTo>
                  <a:lnTo>
                    <a:pt x="1467930" y="250708"/>
                  </a:lnTo>
                  <a:lnTo>
                    <a:pt x="1468286" y="249780"/>
                  </a:lnTo>
                  <a:lnTo>
                    <a:pt x="1468237" y="247788"/>
                  </a:lnTo>
                  <a:lnTo>
                    <a:pt x="1467447" y="246534"/>
                  </a:lnTo>
                  <a:lnTo>
                    <a:pt x="1466976" y="246178"/>
                  </a:lnTo>
                  <a:lnTo>
                    <a:pt x="1465566" y="245842"/>
                  </a:lnTo>
                  <a:lnTo>
                    <a:pt x="1464975" y="243899"/>
                  </a:lnTo>
                  <a:lnTo>
                    <a:pt x="1464276" y="242807"/>
                  </a:lnTo>
                  <a:lnTo>
                    <a:pt x="1464319" y="242043"/>
                  </a:lnTo>
                  <a:lnTo>
                    <a:pt x="1464976" y="241532"/>
                  </a:lnTo>
                  <a:lnTo>
                    <a:pt x="1466314" y="238977"/>
                  </a:lnTo>
                  <a:lnTo>
                    <a:pt x="1466340" y="237440"/>
                  </a:lnTo>
                  <a:lnTo>
                    <a:pt x="1467809" y="235326"/>
                  </a:lnTo>
                  <a:lnTo>
                    <a:pt x="1468015" y="234281"/>
                  </a:lnTo>
                  <a:lnTo>
                    <a:pt x="1469203" y="233407"/>
                  </a:lnTo>
                  <a:lnTo>
                    <a:pt x="1469530" y="232543"/>
                  </a:lnTo>
                  <a:lnTo>
                    <a:pt x="1470461" y="231558"/>
                  </a:lnTo>
                  <a:lnTo>
                    <a:pt x="1471875" y="231300"/>
                  </a:lnTo>
                  <a:lnTo>
                    <a:pt x="1472302" y="229819"/>
                  </a:lnTo>
                  <a:lnTo>
                    <a:pt x="1473773" y="228373"/>
                  </a:lnTo>
                  <a:lnTo>
                    <a:pt x="1475750" y="227467"/>
                  </a:lnTo>
                  <a:lnTo>
                    <a:pt x="1475813" y="225194"/>
                  </a:lnTo>
                  <a:lnTo>
                    <a:pt x="1475637" y="224242"/>
                  </a:lnTo>
                  <a:lnTo>
                    <a:pt x="1474941" y="223780"/>
                  </a:lnTo>
                  <a:lnTo>
                    <a:pt x="1474571" y="222910"/>
                  </a:lnTo>
                  <a:lnTo>
                    <a:pt x="1474088" y="220274"/>
                  </a:lnTo>
                  <a:lnTo>
                    <a:pt x="1474182" y="219155"/>
                  </a:lnTo>
                  <a:lnTo>
                    <a:pt x="1474740" y="218679"/>
                  </a:lnTo>
                  <a:lnTo>
                    <a:pt x="1475248" y="217046"/>
                  </a:lnTo>
                  <a:lnTo>
                    <a:pt x="1474778" y="214749"/>
                  </a:lnTo>
                  <a:lnTo>
                    <a:pt x="1474720" y="211500"/>
                  </a:lnTo>
                  <a:lnTo>
                    <a:pt x="1473912" y="211131"/>
                  </a:lnTo>
                  <a:lnTo>
                    <a:pt x="1473818" y="210724"/>
                  </a:lnTo>
                  <a:lnTo>
                    <a:pt x="1473905" y="209429"/>
                  </a:lnTo>
                  <a:lnTo>
                    <a:pt x="1473552" y="208130"/>
                  </a:lnTo>
                  <a:lnTo>
                    <a:pt x="1473660" y="204883"/>
                  </a:lnTo>
                  <a:lnTo>
                    <a:pt x="1473417" y="204525"/>
                  </a:lnTo>
                  <a:lnTo>
                    <a:pt x="1471813" y="204266"/>
                  </a:lnTo>
                  <a:lnTo>
                    <a:pt x="1471135" y="203510"/>
                  </a:lnTo>
                  <a:lnTo>
                    <a:pt x="1471100" y="202425"/>
                  </a:lnTo>
                  <a:lnTo>
                    <a:pt x="1471413" y="201701"/>
                  </a:lnTo>
                  <a:lnTo>
                    <a:pt x="1472024" y="202017"/>
                  </a:lnTo>
                  <a:lnTo>
                    <a:pt x="1472226" y="201784"/>
                  </a:lnTo>
                  <a:lnTo>
                    <a:pt x="1473869" y="201708"/>
                  </a:lnTo>
                  <a:lnTo>
                    <a:pt x="1474919" y="201360"/>
                  </a:lnTo>
                  <a:lnTo>
                    <a:pt x="1476232" y="201906"/>
                  </a:lnTo>
                  <a:lnTo>
                    <a:pt x="1479534" y="199990"/>
                  </a:lnTo>
                  <a:lnTo>
                    <a:pt x="1480437" y="200089"/>
                  </a:lnTo>
                  <a:lnTo>
                    <a:pt x="1481771" y="199606"/>
                  </a:lnTo>
                  <a:lnTo>
                    <a:pt x="1483224" y="198681"/>
                  </a:lnTo>
                  <a:lnTo>
                    <a:pt x="1484605" y="198397"/>
                  </a:lnTo>
                  <a:lnTo>
                    <a:pt x="1484881" y="197850"/>
                  </a:lnTo>
                  <a:lnTo>
                    <a:pt x="1485777" y="197608"/>
                  </a:lnTo>
                  <a:lnTo>
                    <a:pt x="1486495" y="197065"/>
                  </a:lnTo>
                  <a:lnTo>
                    <a:pt x="1489619" y="196675"/>
                  </a:lnTo>
                  <a:lnTo>
                    <a:pt x="1491278" y="197139"/>
                  </a:lnTo>
                  <a:lnTo>
                    <a:pt x="1491823" y="197047"/>
                  </a:lnTo>
                  <a:lnTo>
                    <a:pt x="1492856" y="197972"/>
                  </a:lnTo>
                  <a:lnTo>
                    <a:pt x="1493909" y="198333"/>
                  </a:lnTo>
                  <a:lnTo>
                    <a:pt x="1494702" y="199065"/>
                  </a:lnTo>
                  <a:lnTo>
                    <a:pt x="1496351" y="199201"/>
                  </a:lnTo>
                  <a:lnTo>
                    <a:pt x="1497621" y="200079"/>
                  </a:lnTo>
                  <a:lnTo>
                    <a:pt x="1499911" y="200071"/>
                  </a:lnTo>
                  <a:lnTo>
                    <a:pt x="1502641" y="200854"/>
                  </a:lnTo>
                  <a:lnTo>
                    <a:pt x="1503556" y="200913"/>
                  </a:lnTo>
                  <a:lnTo>
                    <a:pt x="1504247" y="201273"/>
                  </a:lnTo>
                  <a:lnTo>
                    <a:pt x="1506361" y="200750"/>
                  </a:lnTo>
                  <a:lnTo>
                    <a:pt x="1510966" y="201186"/>
                  </a:lnTo>
                  <a:lnTo>
                    <a:pt x="1512003" y="200642"/>
                  </a:lnTo>
                  <a:lnTo>
                    <a:pt x="1513566" y="199339"/>
                  </a:lnTo>
                  <a:lnTo>
                    <a:pt x="1514645" y="199075"/>
                  </a:lnTo>
                  <a:lnTo>
                    <a:pt x="1515574" y="198390"/>
                  </a:lnTo>
                  <a:lnTo>
                    <a:pt x="1517090" y="197820"/>
                  </a:lnTo>
                  <a:lnTo>
                    <a:pt x="1518305" y="197140"/>
                  </a:lnTo>
                  <a:lnTo>
                    <a:pt x="1519073" y="196285"/>
                  </a:lnTo>
                  <a:lnTo>
                    <a:pt x="1521564" y="195296"/>
                  </a:lnTo>
                  <a:lnTo>
                    <a:pt x="1522136" y="194808"/>
                  </a:lnTo>
                  <a:lnTo>
                    <a:pt x="1523713" y="194542"/>
                  </a:lnTo>
                  <a:lnTo>
                    <a:pt x="1524590" y="194122"/>
                  </a:lnTo>
                  <a:lnTo>
                    <a:pt x="1526035" y="194209"/>
                  </a:lnTo>
                  <a:lnTo>
                    <a:pt x="1526673" y="194012"/>
                  </a:lnTo>
                  <a:lnTo>
                    <a:pt x="1527588" y="193514"/>
                  </a:lnTo>
                  <a:lnTo>
                    <a:pt x="1528595" y="192284"/>
                  </a:lnTo>
                  <a:lnTo>
                    <a:pt x="1531509" y="190811"/>
                  </a:lnTo>
                  <a:lnTo>
                    <a:pt x="1533578" y="188601"/>
                  </a:lnTo>
                  <a:lnTo>
                    <a:pt x="1534382" y="188238"/>
                  </a:lnTo>
                  <a:lnTo>
                    <a:pt x="1534849" y="188275"/>
                  </a:lnTo>
                  <a:lnTo>
                    <a:pt x="1535528" y="187823"/>
                  </a:lnTo>
                  <a:lnTo>
                    <a:pt x="1536178" y="187187"/>
                  </a:lnTo>
                  <a:lnTo>
                    <a:pt x="1536710" y="185530"/>
                  </a:lnTo>
                  <a:lnTo>
                    <a:pt x="1539119" y="176601"/>
                  </a:lnTo>
                  <a:lnTo>
                    <a:pt x="1541541" y="173864"/>
                  </a:lnTo>
                  <a:lnTo>
                    <a:pt x="1543453" y="172235"/>
                  </a:lnTo>
                  <a:lnTo>
                    <a:pt x="1544527" y="171101"/>
                  </a:lnTo>
                  <a:lnTo>
                    <a:pt x="1545274" y="169176"/>
                  </a:lnTo>
                  <a:lnTo>
                    <a:pt x="1549566" y="165065"/>
                  </a:lnTo>
                  <a:lnTo>
                    <a:pt x="1552412" y="161568"/>
                  </a:lnTo>
                  <a:lnTo>
                    <a:pt x="1554185" y="160752"/>
                  </a:lnTo>
                  <a:lnTo>
                    <a:pt x="1556452" y="160708"/>
                  </a:lnTo>
                  <a:lnTo>
                    <a:pt x="1558649" y="160026"/>
                  </a:lnTo>
                  <a:lnTo>
                    <a:pt x="1560035" y="156852"/>
                  </a:lnTo>
                  <a:lnTo>
                    <a:pt x="1560658" y="154053"/>
                  </a:lnTo>
                  <a:lnTo>
                    <a:pt x="1561502" y="153198"/>
                  </a:lnTo>
                  <a:lnTo>
                    <a:pt x="1562369" y="152574"/>
                  </a:lnTo>
                  <a:lnTo>
                    <a:pt x="1563880" y="152548"/>
                  </a:lnTo>
                  <a:lnTo>
                    <a:pt x="1564793" y="152075"/>
                  </a:lnTo>
                  <a:lnTo>
                    <a:pt x="1567622" y="151453"/>
                  </a:lnTo>
                  <a:lnTo>
                    <a:pt x="1567922" y="150600"/>
                  </a:lnTo>
                  <a:lnTo>
                    <a:pt x="1567813" y="146463"/>
                  </a:lnTo>
                  <a:lnTo>
                    <a:pt x="1569500" y="146566"/>
                  </a:lnTo>
                  <a:lnTo>
                    <a:pt x="1570731" y="146166"/>
                  </a:lnTo>
                  <a:lnTo>
                    <a:pt x="1571777" y="145430"/>
                  </a:lnTo>
                  <a:lnTo>
                    <a:pt x="1572669" y="145230"/>
                  </a:lnTo>
                  <a:lnTo>
                    <a:pt x="1574021" y="144086"/>
                  </a:lnTo>
                  <a:lnTo>
                    <a:pt x="1575316" y="143563"/>
                  </a:lnTo>
                  <a:lnTo>
                    <a:pt x="1575750" y="143056"/>
                  </a:lnTo>
                  <a:lnTo>
                    <a:pt x="1578034" y="141949"/>
                  </a:lnTo>
                  <a:lnTo>
                    <a:pt x="1579964" y="141809"/>
                  </a:lnTo>
                  <a:lnTo>
                    <a:pt x="1581519" y="142144"/>
                  </a:lnTo>
                  <a:lnTo>
                    <a:pt x="1583129" y="141874"/>
                  </a:lnTo>
                  <a:lnTo>
                    <a:pt x="1585281" y="142608"/>
                  </a:lnTo>
                  <a:lnTo>
                    <a:pt x="1586247" y="143347"/>
                  </a:lnTo>
                  <a:lnTo>
                    <a:pt x="1586924" y="142078"/>
                  </a:lnTo>
                  <a:lnTo>
                    <a:pt x="1588775" y="140396"/>
                  </a:lnTo>
                  <a:lnTo>
                    <a:pt x="1589665" y="139913"/>
                  </a:lnTo>
                  <a:lnTo>
                    <a:pt x="1591273" y="139726"/>
                  </a:lnTo>
                  <a:lnTo>
                    <a:pt x="1591768" y="137649"/>
                  </a:lnTo>
                  <a:lnTo>
                    <a:pt x="1593056" y="136256"/>
                  </a:lnTo>
                  <a:lnTo>
                    <a:pt x="1593684" y="134707"/>
                  </a:lnTo>
                  <a:lnTo>
                    <a:pt x="1593031" y="132914"/>
                  </a:lnTo>
                  <a:lnTo>
                    <a:pt x="1591372" y="129948"/>
                  </a:lnTo>
                  <a:lnTo>
                    <a:pt x="1591165" y="128615"/>
                  </a:lnTo>
                  <a:lnTo>
                    <a:pt x="1591419" y="127111"/>
                  </a:lnTo>
                  <a:lnTo>
                    <a:pt x="1592354" y="125655"/>
                  </a:lnTo>
                  <a:lnTo>
                    <a:pt x="1592593" y="122698"/>
                  </a:lnTo>
                  <a:lnTo>
                    <a:pt x="1592157" y="121064"/>
                  </a:lnTo>
                  <a:lnTo>
                    <a:pt x="1591171" y="119138"/>
                  </a:lnTo>
                  <a:lnTo>
                    <a:pt x="1591081" y="118130"/>
                  </a:lnTo>
                  <a:lnTo>
                    <a:pt x="1592956" y="114578"/>
                  </a:lnTo>
                  <a:lnTo>
                    <a:pt x="1595053" y="112572"/>
                  </a:lnTo>
                  <a:lnTo>
                    <a:pt x="1596302" y="110186"/>
                  </a:lnTo>
                  <a:lnTo>
                    <a:pt x="1597354" y="109812"/>
                  </a:lnTo>
                  <a:lnTo>
                    <a:pt x="1597875" y="109314"/>
                  </a:lnTo>
                  <a:lnTo>
                    <a:pt x="1598311" y="109568"/>
                  </a:lnTo>
                  <a:lnTo>
                    <a:pt x="1599101" y="108201"/>
                  </a:lnTo>
                  <a:lnTo>
                    <a:pt x="1599975" y="108369"/>
                  </a:lnTo>
                  <a:lnTo>
                    <a:pt x="1600804" y="107649"/>
                  </a:lnTo>
                  <a:lnTo>
                    <a:pt x="1601782" y="107744"/>
                  </a:lnTo>
                  <a:lnTo>
                    <a:pt x="1603129" y="108923"/>
                  </a:lnTo>
                  <a:lnTo>
                    <a:pt x="1603559" y="108949"/>
                  </a:lnTo>
                  <a:lnTo>
                    <a:pt x="1604098" y="109431"/>
                  </a:lnTo>
                  <a:lnTo>
                    <a:pt x="1604722" y="110407"/>
                  </a:lnTo>
                  <a:lnTo>
                    <a:pt x="1604987" y="111501"/>
                  </a:lnTo>
                  <a:lnTo>
                    <a:pt x="1605906" y="112658"/>
                  </a:lnTo>
                  <a:lnTo>
                    <a:pt x="1607134" y="112309"/>
                  </a:lnTo>
                  <a:lnTo>
                    <a:pt x="1607192" y="111826"/>
                  </a:lnTo>
                  <a:lnTo>
                    <a:pt x="1607654" y="111143"/>
                  </a:lnTo>
                  <a:lnTo>
                    <a:pt x="1608597" y="110419"/>
                  </a:lnTo>
                  <a:lnTo>
                    <a:pt x="1609157" y="110808"/>
                  </a:lnTo>
                  <a:lnTo>
                    <a:pt x="1609204" y="111809"/>
                  </a:lnTo>
                  <a:lnTo>
                    <a:pt x="1611315" y="111716"/>
                  </a:lnTo>
                  <a:lnTo>
                    <a:pt x="1614030" y="112180"/>
                  </a:lnTo>
                  <a:lnTo>
                    <a:pt x="1615027" y="112729"/>
                  </a:lnTo>
                  <a:lnTo>
                    <a:pt x="1616001" y="112822"/>
                  </a:lnTo>
                  <a:lnTo>
                    <a:pt x="1617377" y="113336"/>
                  </a:lnTo>
                  <a:lnTo>
                    <a:pt x="1618405" y="113969"/>
                  </a:lnTo>
                  <a:lnTo>
                    <a:pt x="1619705" y="114325"/>
                  </a:lnTo>
                  <a:lnTo>
                    <a:pt x="1621098" y="116304"/>
                  </a:lnTo>
                  <a:lnTo>
                    <a:pt x="1621316" y="116956"/>
                  </a:lnTo>
                  <a:lnTo>
                    <a:pt x="1621960" y="117295"/>
                  </a:lnTo>
                  <a:lnTo>
                    <a:pt x="1623556" y="119118"/>
                  </a:lnTo>
                  <a:lnTo>
                    <a:pt x="1624927" y="119260"/>
                  </a:lnTo>
                  <a:lnTo>
                    <a:pt x="1626687" y="120285"/>
                  </a:lnTo>
                  <a:lnTo>
                    <a:pt x="1626770" y="120529"/>
                  </a:lnTo>
                  <a:lnTo>
                    <a:pt x="1628355" y="121045"/>
                  </a:lnTo>
                  <a:lnTo>
                    <a:pt x="1631507" y="122706"/>
                  </a:lnTo>
                  <a:lnTo>
                    <a:pt x="1632484" y="123089"/>
                  </a:lnTo>
                  <a:lnTo>
                    <a:pt x="1633422" y="123114"/>
                  </a:lnTo>
                  <a:lnTo>
                    <a:pt x="1634503" y="121185"/>
                  </a:lnTo>
                  <a:lnTo>
                    <a:pt x="1635807" y="120734"/>
                  </a:lnTo>
                  <a:lnTo>
                    <a:pt x="1635937" y="120418"/>
                  </a:lnTo>
                  <a:lnTo>
                    <a:pt x="1637622" y="119226"/>
                  </a:lnTo>
                  <a:lnTo>
                    <a:pt x="1637960" y="118709"/>
                  </a:lnTo>
                  <a:lnTo>
                    <a:pt x="1638669" y="118637"/>
                  </a:lnTo>
                  <a:lnTo>
                    <a:pt x="1640017" y="117164"/>
                  </a:lnTo>
                  <a:lnTo>
                    <a:pt x="1641127" y="115141"/>
                  </a:lnTo>
                  <a:lnTo>
                    <a:pt x="1642140" y="114366"/>
                  </a:lnTo>
                  <a:lnTo>
                    <a:pt x="1643340" y="114405"/>
                  </a:lnTo>
                  <a:lnTo>
                    <a:pt x="1643484" y="113542"/>
                  </a:lnTo>
                  <a:lnTo>
                    <a:pt x="1643818" y="113449"/>
                  </a:lnTo>
                  <a:lnTo>
                    <a:pt x="1644062" y="113025"/>
                  </a:lnTo>
                  <a:lnTo>
                    <a:pt x="1644611" y="110681"/>
                  </a:lnTo>
                  <a:lnTo>
                    <a:pt x="1645267" y="110329"/>
                  </a:lnTo>
                  <a:lnTo>
                    <a:pt x="1645952" y="109154"/>
                  </a:lnTo>
                  <a:lnTo>
                    <a:pt x="1646140" y="107315"/>
                  </a:lnTo>
                  <a:lnTo>
                    <a:pt x="1646722" y="107424"/>
                  </a:lnTo>
                  <a:lnTo>
                    <a:pt x="1648169" y="106937"/>
                  </a:lnTo>
                  <a:lnTo>
                    <a:pt x="1648861" y="105705"/>
                  </a:lnTo>
                  <a:lnTo>
                    <a:pt x="1649391" y="105421"/>
                  </a:lnTo>
                  <a:lnTo>
                    <a:pt x="1650927" y="103336"/>
                  </a:lnTo>
                  <a:lnTo>
                    <a:pt x="1651980" y="103131"/>
                  </a:lnTo>
                  <a:lnTo>
                    <a:pt x="1652591" y="103299"/>
                  </a:lnTo>
                  <a:lnTo>
                    <a:pt x="1656486" y="102141"/>
                  </a:lnTo>
                  <a:lnTo>
                    <a:pt x="1656892" y="101138"/>
                  </a:lnTo>
                  <a:lnTo>
                    <a:pt x="1657761" y="100805"/>
                  </a:lnTo>
                  <a:lnTo>
                    <a:pt x="1657631" y="100012"/>
                  </a:lnTo>
                  <a:lnTo>
                    <a:pt x="1657817" y="99828"/>
                  </a:lnTo>
                  <a:lnTo>
                    <a:pt x="1658536" y="99799"/>
                  </a:lnTo>
                  <a:lnTo>
                    <a:pt x="1659074" y="99399"/>
                  </a:lnTo>
                  <a:lnTo>
                    <a:pt x="1659963" y="97888"/>
                  </a:lnTo>
                  <a:lnTo>
                    <a:pt x="1660470" y="97773"/>
                  </a:lnTo>
                  <a:lnTo>
                    <a:pt x="1660885" y="97945"/>
                  </a:lnTo>
                  <a:lnTo>
                    <a:pt x="1661268" y="97623"/>
                  </a:lnTo>
                  <a:lnTo>
                    <a:pt x="1661369" y="96537"/>
                  </a:lnTo>
                  <a:lnTo>
                    <a:pt x="1662160" y="96059"/>
                  </a:lnTo>
                  <a:lnTo>
                    <a:pt x="1662555" y="94505"/>
                  </a:lnTo>
                  <a:lnTo>
                    <a:pt x="1663472" y="94239"/>
                  </a:lnTo>
                  <a:lnTo>
                    <a:pt x="1664011" y="93060"/>
                  </a:lnTo>
                  <a:lnTo>
                    <a:pt x="1664950" y="92242"/>
                  </a:lnTo>
                  <a:lnTo>
                    <a:pt x="1665664" y="92164"/>
                  </a:lnTo>
                  <a:lnTo>
                    <a:pt x="1667087" y="90958"/>
                  </a:lnTo>
                  <a:lnTo>
                    <a:pt x="1668079" y="91146"/>
                  </a:lnTo>
                  <a:lnTo>
                    <a:pt x="1668982" y="90446"/>
                  </a:lnTo>
                  <a:lnTo>
                    <a:pt x="1670369" y="90524"/>
                  </a:lnTo>
                  <a:lnTo>
                    <a:pt x="1671004" y="89314"/>
                  </a:lnTo>
                  <a:lnTo>
                    <a:pt x="1672369" y="89018"/>
                  </a:lnTo>
                  <a:lnTo>
                    <a:pt x="1673639" y="87505"/>
                  </a:lnTo>
                  <a:lnTo>
                    <a:pt x="1674522" y="87073"/>
                  </a:lnTo>
                  <a:lnTo>
                    <a:pt x="1676370" y="85315"/>
                  </a:lnTo>
                  <a:lnTo>
                    <a:pt x="1676876" y="83691"/>
                  </a:lnTo>
                  <a:lnTo>
                    <a:pt x="1677228" y="83279"/>
                  </a:lnTo>
                  <a:lnTo>
                    <a:pt x="1677984" y="83925"/>
                  </a:lnTo>
                  <a:lnTo>
                    <a:pt x="1678205" y="84362"/>
                  </a:lnTo>
                  <a:lnTo>
                    <a:pt x="1678105" y="84708"/>
                  </a:lnTo>
                  <a:lnTo>
                    <a:pt x="1678529" y="85268"/>
                  </a:lnTo>
                  <a:lnTo>
                    <a:pt x="1677868" y="86414"/>
                  </a:lnTo>
                  <a:lnTo>
                    <a:pt x="1677957" y="86934"/>
                  </a:lnTo>
                  <a:lnTo>
                    <a:pt x="1678977" y="87461"/>
                  </a:lnTo>
                  <a:lnTo>
                    <a:pt x="1679051" y="89222"/>
                  </a:lnTo>
                  <a:lnTo>
                    <a:pt x="1679485" y="90155"/>
                  </a:lnTo>
                  <a:lnTo>
                    <a:pt x="1678992" y="90763"/>
                  </a:lnTo>
                  <a:lnTo>
                    <a:pt x="1678344" y="92418"/>
                  </a:lnTo>
                  <a:lnTo>
                    <a:pt x="1679122" y="92786"/>
                  </a:lnTo>
                  <a:lnTo>
                    <a:pt x="1679894" y="94670"/>
                  </a:lnTo>
                  <a:lnTo>
                    <a:pt x="1680797" y="95526"/>
                  </a:lnTo>
                  <a:lnTo>
                    <a:pt x="1682227" y="98208"/>
                  </a:lnTo>
                  <a:lnTo>
                    <a:pt x="1682609" y="98061"/>
                  </a:lnTo>
                  <a:lnTo>
                    <a:pt x="1682718" y="99228"/>
                  </a:lnTo>
                  <a:lnTo>
                    <a:pt x="1683569" y="99198"/>
                  </a:lnTo>
                  <a:lnTo>
                    <a:pt x="1683628" y="99422"/>
                  </a:lnTo>
                  <a:lnTo>
                    <a:pt x="1684116" y="99604"/>
                  </a:lnTo>
                  <a:lnTo>
                    <a:pt x="1684576" y="100888"/>
                  </a:lnTo>
                  <a:lnTo>
                    <a:pt x="1685828" y="101850"/>
                  </a:lnTo>
                  <a:lnTo>
                    <a:pt x="1686472" y="102991"/>
                  </a:lnTo>
                  <a:lnTo>
                    <a:pt x="1687710" y="103493"/>
                  </a:lnTo>
                  <a:lnTo>
                    <a:pt x="1688779" y="104621"/>
                  </a:lnTo>
                  <a:lnTo>
                    <a:pt x="1689672" y="106043"/>
                  </a:lnTo>
                  <a:lnTo>
                    <a:pt x="1691871" y="107734"/>
                  </a:lnTo>
                  <a:lnTo>
                    <a:pt x="1690921" y="109062"/>
                  </a:lnTo>
                  <a:lnTo>
                    <a:pt x="1690655" y="109957"/>
                  </a:lnTo>
                  <a:lnTo>
                    <a:pt x="1690832" y="112447"/>
                  </a:lnTo>
                  <a:lnTo>
                    <a:pt x="1691391" y="113257"/>
                  </a:lnTo>
                  <a:lnTo>
                    <a:pt x="1691711" y="114567"/>
                  </a:lnTo>
                  <a:lnTo>
                    <a:pt x="1692464" y="115012"/>
                  </a:lnTo>
                  <a:lnTo>
                    <a:pt x="1693130" y="115113"/>
                  </a:lnTo>
                  <a:lnTo>
                    <a:pt x="1694373" y="117235"/>
                  </a:lnTo>
                  <a:lnTo>
                    <a:pt x="1694994" y="117830"/>
                  </a:lnTo>
                  <a:lnTo>
                    <a:pt x="1695544" y="119617"/>
                  </a:lnTo>
                  <a:lnTo>
                    <a:pt x="1695602" y="120586"/>
                  </a:lnTo>
                  <a:lnTo>
                    <a:pt x="1697086" y="122519"/>
                  </a:lnTo>
                  <a:lnTo>
                    <a:pt x="1697046" y="123568"/>
                  </a:lnTo>
                  <a:lnTo>
                    <a:pt x="1698317" y="125460"/>
                  </a:lnTo>
                  <a:lnTo>
                    <a:pt x="1698354" y="126497"/>
                  </a:lnTo>
                  <a:lnTo>
                    <a:pt x="1699084" y="129651"/>
                  </a:lnTo>
                  <a:lnTo>
                    <a:pt x="1698837" y="130213"/>
                  </a:lnTo>
                  <a:lnTo>
                    <a:pt x="1698712" y="132371"/>
                  </a:lnTo>
                  <a:lnTo>
                    <a:pt x="1698906" y="132961"/>
                  </a:lnTo>
                  <a:lnTo>
                    <a:pt x="1698645" y="133781"/>
                  </a:lnTo>
                  <a:lnTo>
                    <a:pt x="1698855" y="134113"/>
                  </a:lnTo>
                  <a:lnTo>
                    <a:pt x="1698712" y="134679"/>
                  </a:lnTo>
                  <a:lnTo>
                    <a:pt x="1699039" y="135011"/>
                  </a:lnTo>
                  <a:lnTo>
                    <a:pt x="1698851" y="136716"/>
                  </a:lnTo>
                  <a:lnTo>
                    <a:pt x="1699080" y="137597"/>
                  </a:lnTo>
                  <a:lnTo>
                    <a:pt x="1698775" y="138545"/>
                  </a:lnTo>
                  <a:lnTo>
                    <a:pt x="1699533" y="139372"/>
                  </a:lnTo>
                  <a:lnTo>
                    <a:pt x="1699410" y="139963"/>
                  </a:lnTo>
                  <a:lnTo>
                    <a:pt x="1699787" y="140247"/>
                  </a:lnTo>
                  <a:lnTo>
                    <a:pt x="1699645" y="140870"/>
                  </a:lnTo>
                  <a:lnTo>
                    <a:pt x="1699968" y="141140"/>
                  </a:lnTo>
                  <a:lnTo>
                    <a:pt x="1699791" y="141618"/>
                  </a:lnTo>
                  <a:lnTo>
                    <a:pt x="1700041" y="143040"/>
                  </a:lnTo>
                  <a:lnTo>
                    <a:pt x="1699657" y="143664"/>
                  </a:lnTo>
                  <a:lnTo>
                    <a:pt x="1699678" y="144456"/>
                  </a:lnTo>
                  <a:lnTo>
                    <a:pt x="1699926" y="144821"/>
                  </a:lnTo>
                  <a:lnTo>
                    <a:pt x="1699815" y="145195"/>
                  </a:lnTo>
                  <a:lnTo>
                    <a:pt x="1700215" y="145321"/>
                  </a:lnTo>
                  <a:lnTo>
                    <a:pt x="1700978" y="147312"/>
                  </a:lnTo>
                  <a:lnTo>
                    <a:pt x="1700838" y="148290"/>
                  </a:lnTo>
                  <a:lnTo>
                    <a:pt x="1701001" y="149234"/>
                  </a:lnTo>
                  <a:lnTo>
                    <a:pt x="1702026" y="149853"/>
                  </a:lnTo>
                  <a:lnTo>
                    <a:pt x="1702755" y="151023"/>
                  </a:lnTo>
                  <a:lnTo>
                    <a:pt x="1702843" y="151628"/>
                  </a:lnTo>
                  <a:lnTo>
                    <a:pt x="1703858" y="152289"/>
                  </a:lnTo>
                  <a:lnTo>
                    <a:pt x="1704482" y="152393"/>
                  </a:lnTo>
                  <a:lnTo>
                    <a:pt x="1707665" y="155027"/>
                  </a:lnTo>
                  <a:lnTo>
                    <a:pt x="1709506" y="158733"/>
                  </a:lnTo>
                  <a:lnTo>
                    <a:pt x="1709869" y="159963"/>
                  </a:lnTo>
                  <a:lnTo>
                    <a:pt x="1710638" y="160698"/>
                  </a:lnTo>
                  <a:lnTo>
                    <a:pt x="1712669" y="164425"/>
                  </a:lnTo>
                  <a:lnTo>
                    <a:pt x="1714075" y="164406"/>
                  </a:lnTo>
                  <a:lnTo>
                    <a:pt x="1714023" y="163129"/>
                  </a:lnTo>
                  <a:lnTo>
                    <a:pt x="1713489" y="162654"/>
                  </a:lnTo>
                  <a:lnTo>
                    <a:pt x="1713555" y="160894"/>
                  </a:lnTo>
                  <a:lnTo>
                    <a:pt x="1715508" y="160373"/>
                  </a:lnTo>
                  <a:lnTo>
                    <a:pt x="1716970" y="160496"/>
                  </a:lnTo>
                  <a:lnTo>
                    <a:pt x="1717743" y="160264"/>
                  </a:lnTo>
                  <a:lnTo>
                    <a:pt x="1720181" y="157856"/>
                  </a:lnTo>
                  <a:lnTo>
                    <a:pt x="1721706" y="155242"/>
                  </a:lnTo>
                  <a:lnTo>
                    <a:pt x="1722688" y="154908"/>
                  </a:lnTo>
                  <a:lnTo>
                    <a:pt x="1722773" y="154585"/>
                  </a:lnTo>
                  <a:lnTo>
                    <a:pt x="1723435" y="154260"/>
                  </a:lnTo>
                  <a:lnTo>
                    <a:pt x="1724339" y="152649"/>
                  </a:lnTo>
                  <a:lnTo>
                    <a:pt x="1726720" y="150853"/>
                  </a:lnTo>
                  <a:lnTo>
                    <a:pt x="1729006" y="150100"/>
                  </a:lnTo>
                  <a:lnTo>
                    <a:pt x="1732010" y="152778"/>
                  </a:lnTo>
                  <a:lnTo>
                    <a:pt x="1734884" y="156818"/>
                  </a:lnTo>
                  <a:lnTo>
                    <a:pt x="1735140" y="158076"/>
                  </a:lnTo>
                  <a:lnTo>
                    <a:pt x="1736603" y="158725"/>
                  </a:lnTo>
                  <a:lnTo>
                    <a:pt x="1739516" y="160898"/>
                  </a:lnTo>
                  <a:lnTo>
                    <a:pt x="1740223" y="160921"/>
                  </a:lnTo>
                  <a:lnTo>
                    <a:pt x="1741997" y="162673"/>
                  </a:lnTo>
                  <a:lnTo>
                    <a:pt x="1745028" y="163896"/>
                  </a:lnTo>
                  <a:lnTo>
                    <a:pt x="1745496" y="161814"/>
                  </a:lnTo>
                  <a:lnTo>
                    <a:pt x="1747543" y="160881"/>
                  </a:lnTo>
                  <a:lnTo>
                    <a:pt x="1748384" y="159341"/>
                  </a:lnTo>
                  <a:lnTo>
                    <a:pt x="1749170" y="159310"/>
                  </a:lnTo>
                  <a:lnTo>
                    <a:pt x="1751256" y="158304"/>
                  </a:lnTo>
                  <a:lnTo>
                    <a:pt x="1752350" y="158976"/>
                  </a:lnTo>
                  <a:lnTo>
                    <a:pt x="1752407" y="158632"/>
                  </a:lnTo>
                  <a:lnTo>
                    <a:pt x="1752632" y="158656"/>
                  </a:lnTo>
                  <a:lnTo>
                    <a:pt x="1754611" y="159959"/>
                  </a:lnTo>
                  <a:lnTo>
                    <a:pt x="1754562" y="161080"/>
                  </a:lnTo>
                  <a:lnTo>
                    <a:pt x="1756050" y="162813"/>
                  </a:lnTo>
                  <a:lnTo>
                    <a:pt x="1757311" y="161967"/>
                  </a:lnTo>
                  <a:lnTo>
                    <a:pt x="1758081" y="161943"/>
                  </a:lnTo>
                  <a:lnTo>
                    <a:pt x="1758360" y="162014"/>
                  </a:lnTo>
                  <a:lnTo>
                    <a:pt x="1758651" y="163116"/>
                  </a:lnTo>
                  <a:lnTo>
                    <a:pt x="1759211" y="163465"/>
                  </a:lnTo>
                  <a:lnTo>
                    <a:pt x="1759870" y="163341"/>
                  </a:lnTo>
                  <a:lnTo>
                    <a:pt x="1760830" y="162633"/>
                  </a:lnTo>
                  <a:lnTo>
                    <a:pt x="1760973" y="161963"/>
                  </a:lnTo>
                  <a:lnTo>
                    <a:pt x="1761640" y="161380"/>
                  </a:lnTo>
                  <a:lnTo>
                    <a:pt x="1761986" y="161389"/>
                  </a:lnTo>
                  <a:lnTo>
                    <a:pt x="1762879" y="160342"/>
                  </a:lnTo>
                  <a:lnTo>
                    <a:pt x="1763156" y="160870"/>
                  </a:lnTo>
                  <a:lnTo>
                    <a:pt x="1763415" y="160754"/>
                  </a:lnTo>
                  <a:lnTo>
                    <a:pt x="1763914" y="159157"/>
                  </a:lnTo>
                  <a:lnTo>
                    <a:pt x="1764749" y="158748"/>
                  </a:lnTo>
                  <a:lnTo>
                    <a:pt x="1765519" y="159075"/>
                  </a:lnTo>
                  <a:lnTo>
                    <a:pt x="1766157" y="159613"/>
                  </a:lnTo>
                  <a:lnTo>
                    <a:pt x="1766204" y="159951"/>
                  </a:lnTo>
                  <a:lnTo>
                    <a:pt x="1766733" y="159904"/>
                  </a:lnTo>
                  <a:lnTo>
                    <a:pt x="1767358" y="159327"/>
                  </a:lnTo>
                  <a:lnTo>
                    <a:pt x="1768015" y="160484"/>
                  </a:lnTo>
                  <a:lnTo>
                    <a:pt x="1769103" y="160455"/>
                  </a:lnTo>
                  <a:lnTo>
                    <a:pt x="1769412" y="160774"/>
                  </a:lnTo>
                  <a:lnTo>
                    <a:pt x="1769337" y="161666"/>
                  </a:lnTo>
                  <a:lnTo>
                    <a:pt x="1769864" y="162919"/>
                  </a:lnTo>
                  <a:lnTo>
                    <a:pt x="1770320" y="163421"/>
                  </a:lnTo>
                  <a:lnTo>
                    <a:pt x="1770996" y="163381"/>
                  </a:lnTo>
                  <a:lnTo>
                    <a:pt x="1772137" y="163859"/>
                  </a:lnTo>
                  <a:lnTo>
                    <a:pt x="1773343" y="163326"/>
                  </a:lnTo>
                  <a:lnTo>
                    <a:pt x="1773442" y="162267"/>
                  </a:lnTo>
                  <a:lnTo>
                    <a:pt x="1775213" y="161925"/>
                  </a:lnTo>
                  <a:lnTo>
                    <a:pt x="1776160" y="162092"/>
                  </a:lnTo>
                  <a:lnTo>
                    <a:pt x="1777707" y="161944"/>
                  </a:lnTo>
                  <a:lnTo>
                    <a:pt x="1778388" y="161717"/>
                  </a:lnTo>
                  <a:lnTo>
                    <a:pt x="1779385" y="160702"/>
                  </a:lnTo>
                  <a:lnTo>
                    <a:pt x="1780271" y="160733"/>
                  </a:lnTo>
                  <a:lnTo>
                    <a:pt x="1781221" y="161284"/>
                  </a:lnTo>
                  <a:lnTo>
                    <a:pt x="1781790" y="161958"/>
                  </a:lnTo>
                  <a:lnTo>
                    <a:pt x="1782586" y="161336"/>
                  </a:lnTo>
                  <a:lnTo>
                    <a:pt x="1783253" y="161200"/>
                  </a:lnTo>
                  <a:lnTo>
                    <a:pt x="1783904" y="160244"/>
                  </a:lnTo>
                  <a:lnTo>
                    <a:pt x="1785511" y="159468"/>
                  </a:lnTo>
                  <a:lnTo>
                    <a:pt x="1786435" y="158717"/>
                  </a:lnTo>
                  <a:lnTo>
                    <a:pt x="1787090" y="158831"/>
                  </a:lnTo>
                  <a:lnTo>
                    <a:pt x="1788875" y="159812"/>
                  </a:lnTo>
                  <a:lnTo>
                    <a:pt x="1789382" y="160696"/>
                  </a:lnTo>
                  <a:lnTo>
                    <a:pt x="1791290" y="160211"/>
                  </a:lnTo>
                  <a:lnTo>
                    <a:pt x="1793823" y="158215"/>
                  </a:lnTo>
                  <a:lnTo>
                    <a:pt x="1794696" y="158309"/>
                  </a:lnTo>
                  <a:lnTo>
                    <a:pt x="1796132" y="159189"/>
                  </a:lnTo>
                  <a:lnTo>
                    <a:pt x="1797773" y="158688"/>
                  </a:lnTo>
                  <a:lnTo>
                    <a:pt x="1797899" y="159009"/>
                  </a:lnTo>
                  <a:lnTo>
                    <a:pt x="1799822" y="159596"/>
                  </a:lnTo>
                  <a:lnTo>
                    <a:pt x="1803601" y="159949"/>
                  </a:lnTo>
                  <a:lnTo>
                    <a:pt x="1805477" y="158877"/>
                  </a:lnTo>
                  <a:lnTo>
                    <a:pt x="1806399" y="158777"/>
                  </a:lnTo>
                  <a:lnTo>
                    <a:pt x="1807259" y="158967"/>
                  </a:lnTo>
                  <a:lnTo>
                    <a:pt x="1810070" y="157872"/>
                  </a:lnTo>
                  <a:lnTo>
                    <a:pt x="1811605" y="157804"/>
                  </a:lnTo>
                  <a:lnTo>
                    <a:pt x="1813415" y="156974"/>
                  </a:lnTo>
                  <a:lnTo>
                    <a:pt x="1813594" y="157120"/>
                  </a:lnTo>
                  <a:lnTo>
                    <a:pt x="1814089" y="156893"/>
                  </a:lnTo>
                  <a:lnTo>
                    <a:pt x="1814299" y="157400"/>
                  </a:lnTo>
                  <a:lnTo>
                    <a:pt x="1814807" y="157699"/>
                  </a:lnTo>
                  <a:lnTo>
                    <a:pt x="1815694" y="157617"/>
                  </a:lnTo>
                  <a:lnTo>
                    <a:pt x="1815925" y="157901"/>
                  </a:lnTo>
                  <a:lnTo>
                    <a:pt x="1816542" y="158871"/>
                  </a:lnTo>
                  <a:lnTo>
                    <a:pt x="1816935" y="158776"/>
                  </a:lnTo>
                  <a:lnTo>
                    <a:pt x="1817295" y="158983"/>
                  </a:lnTo>
                  <a:lnTo>
                    <a:pt x="1817804" y="160134"/>
                  </a:lnTo>
                  <a:lnTo>
                    <a:pt x="1818470" y="160987"/>
                  </a:lnTo>
                  <a:lnTo>
                    <a:pt x="1818803" y="161039"/>
                  </a:lnTo>
                  <a:lnTo>
                    <a:pt x="1820026" y="162960"/>
                  </a:lnTo>
                  <a:lnTo>
                    <a:pt x="1820664" y="163449"/>
                  </a:lnTo>
                  <a:lnTo>
                    <a:pt x="1824077" y="165598"/>
                  </a:lnTo>
                  <a:lnTo>
                    <a:pt x="1827218" y="166210"/>
                  </a:lnTo>
                  <a:lnTo>
                    <a:pt x="1827737" y="166251"/>
                  </a:lnTo>
                  <a:lnTo>
                    <a:pt x="1830377" y="163380"/>
                  </a:lnTo>
                  <a:lnTo>
                    <a:pt x="1831692" y="162802"/>
                  </a:lnTo>
                  <a:lnTo>
                    <a:pt x="1833065" y="162657"/>
                  </a:lnTo>
                  <a:lnTo>
                    <a:pt x="1834953" y="162821"/>
                  </a:lnTo>
                  <a:lnTo>
                    <a:pt x="1835899" y="163157"/>
                  </a:lnTo>
                  <a:lnTo>
                    <a:pt x="1836944" y="162960"/>
                  </a:lnTo>
                  <a:lnTo>
                    <a:pt x="1837321" y="163162"/>
                  </a:lnTo>
                  <a:lnTo>
                    <a:pt x="1839221" y="163280"/>
                  </a:lnTo>
                  <a:lnTo>
                    <a:pt x="1840733" y="163778"/>
                  </a:lnTo>
                  <a:lnTo>
                    <a:pt x="1841771" y="163686"/>
                  </a:lnTo>
                  <a:lnTo>
                    <a:pt x="1843079" y="164166"/>
                  </a:lnTo>
                  <a:lnTo>
                    <a:pt x="1843499" y="163613"/>
                  </a:lnTo>
                  <a:lnTo>
                    <a:pt x="1845012" y="163614"/>
                  </a:lnTo>
                  <a:lnTo>
                    <a:pt x="1846494" y="164774"/>
                  </a:lnTo>
                  <a:lnTo>
                    <a:pt x="1847425" y="164728"/>
                  </a:lnTo>
                  <a:lnTo>
                    <a:pt x="1850199" y="163635"/>
                  </a:lnTo>
                  <a:lnTo>
                    <a:pt x="1851232" y="163512"/>
                  </a:lnTo>
                  <a:lnTo>
                    <a:pt x="1852098" y="163529"/>
                  </a:lnTo>
                  <a:lnTo>
                    <a:pt x="1853060" y="164074"/>
                  </a:lnTo>
                  <a:lnTo>
                    <a:pt x="1854615" y="164517"/>
                  </a:lnTo>
                  <a:lnTo>
                    <a:pt x="1854874" y="165440"/>
                  </a:lnTo>
                  <a:lnTo>
                    <a:pt x="1856141" y="166211"/>
                  </a:lnTo>
                  <a:lnTo>
                    <a:pt x="1856870" y="167072"/>
                  </a:lnTo>
                  <a:lnTo>
                    <a:pt x="1859108" y="167632"/>
                  </a:lnTo>
                  <a:lnTo>
                    <a:pt x="1859442" y="168004"/>
                  </a:lnTo>
                  <a:lnTo>
                    <a:pt x="1859720" y="168498"/>
                  </a:lnTo>
                  <a:lnTo>
                    <a:pt x="1860068" y="171894"/>
                  </a:lnTo>
                  <a:lnTo>
                    <a:pt x="1860969" y="173375"/>
                  </a:lnTo>
                  <a:lnTo>
                    <a:pt x="1862917" y="174097"/>
                  </a:lnTo>
                  <a:lnTo>
                    <a:pt x="1864696" y="175670"/>
                  </a:lnTo>
                  <a:lnTo>
                    <a:pt x="1866815" y="176107"/>
                  </a:lnTo>
                  <a:lnTo>
                    <a:pt x="1867113" y="176470"/>
                  </a:lnTo>
                  <a:lnTo>
                    <a:pt x="1867208" y="176132"/>
                  </a:lnTo>
                  <a:lnTo>
                    <a:pt x="1867830" y="176003"/>
                  </a:lnTo>
                  <a:lnTo>
                    <a:pt x="1869148" y="177281"/>
                  </a:lnTo>
                  <a:lnTo>
                    <a:pt x="1869659" y="177228"/>
                  </a:lnTo>
                  <a:lnTo>
                    <a:pt x="1872006" y="178831"/>
                  </a:lnTo>
                  <a:lnTo>
                    <a:pt x="1873170" y="180913"/>
                  </a:lnTo>
                  <a:lnTo>
                    <a:pt x="1873106" y="181217"/>
                  </a:lnTo>
                  <a:lnTo>
                    <a:pt x="1873359" y="181214"/>
                  </a:lnTo>
                  <a:lnTo>
                    <a:pt x="1872788" y="182108"/>
                  </a:lnTo>
                  <a:lnTo>
                    <a:pt x="1873217" y="183118"/>
                  </a:lnTo>
                  <a:lnTo>
                    <a:pt x="1872078" y="184566"/>
                  </a:lnTo>
                  <a:lnTo>
                    <a:pt x="1870851" y="186631"/>
                  </a:lnTo>
                  <a:lnTo>
                    <a:pt x="1870546" y="187606"/>
                  </a:lnTo>
                  <a:lnTo>
                    <a:pt x="1870132" y="187615"/>
                  </a:lnTo>
                  <a:lnTo>
                    <a:pt x="1868845" y="189615"/>
                  </a:lnTo>
                  <a:lnTo>
                    <a:pt x="1867299" y="190259"/>
                  </a:lnTo>
                  <a:lnTo>
                    <a:pt x="1867142" y="190940"/>
                  </a:lnTo>
                  <a:lnTo>
                    <a:pt x="1867305" y="192027"/>
                  </a:lnTo>
                  <a:lnTo>
                    <a:pt x="1867704" y="191939"/>
                  </a:lnTo>
                  <a:lnTo>
                    <a:pt x="1870089" y="193519"/>
                  </a:lnTo>
                  <a:lnTo>
                    <a:pt x="1869409" y="194258"/>
                  </a:lnTo>
                  <a:lnTo>
                    <a:pt x="1869544" y="194858"/>
                  </a:lnTo>
                  <a:lnTo>
                    <a:pt x="1868749" y="196075"/>
                  </a:lnTo>
                  <a:lnTo>
                    <a:pt x="1868999" y="196801"/>
                  </a:lnTo>
                  <a:lnTo>
                    <a:pt x="1869855" y="197153"/>
                  </a:lnTo>
                  <a:lnTo>
                    <a:pt x="1870135" y="196895"/>
                  </a:lnTo>
                  <a:lnTo>
                    <a:pt x="1870179" y="197551"/>
                  </a:lnTo>
                  <a:lnTo>
                    <a:pt x="1870145" y="198639"/>
                  </a:lnTo>
                  <a:lnTo>
                    <a:pt x="1869063" y="200847"/>
                  </a:lnTo>
                  <a:lnTo>
                    <a:pt x="1868357" y="201633"/>
                  </a:lnTo>
                  <a:lnTo>
                    <a:pt x="1868624" y="202366"/>
                  </a:lnTo>
                  <a:lnTo>
                    <a:pt x="1868159" y="203007"/>
                  </a:lnTo>
                  <a:lnTo>
                    <a:pt x="1868162" y="205001"/>
                  </a:lnTo>
                  <a:lnTo>
                    <a:pt x="1867139" y="206853"/>
                  </a:lnTo>
                  <a:lnTo>
                    <a:pt x="1867328" y="213816"/>
                  </a:lnTo>
                  <a:lnTo>
                    <a:pt x="1868002" y="215968"/>
                  </a:lnTo>
                  <a:lnTo>
                    <a:pt x="1871159" y="216645"/>
                  </a:lnTo>
                  <a:lnTo>
                    <a:pt x="1871048" y="217165"/>
                  </a:lnTo>
                  <a:lnTo>
                    <a:pt x="1871444" y="217375"/>
                  </a:lnTo>
                  <a:lnTo>
                    <a:pt x="1872612" y="219193"/>
                  </a:lnTo>
                  <a:lnTo>
                    <a:pt x="1872903" y="220346"/>
                  </a:lnTo>
                  <a:lnTo>
                    <a:pt x="1872723" y="221064"/>
                  </a:lnTo>
                  <a:lnTo>
                    <a:pt x="1873224" y="221820"/>
                  </a:lnTo>
                  <a:lnTo>
                    <a:pt x="1872899" y="223952"/>
                  </a:lnTo>
                  <a:lnTo>
                    <a:pt x="1873115" y="225681"/>
                  </a:lnTo>
                  <a:lnTo>
                    <a:pt x="1873191" y="225909"/>
                  </a:lnTo>
                  <a:lnTo>
                    <a:pt x="1874106" y="226019"/>
                  </a:lnTo>
                  <a:lnTo>
                    <a:pt x="1874231" y="226337"/>
                  </a:lnTo>
                  <a:lnTo>
                    <a:pt x="1873931" y="226393"/>
                  </a:lnTo>
                  <a:lnTo>
                    <a:pt x="1873535" y="227376"/>
                  </a:lnTo>
                  <a:lnTo>
                    <a:pt x="1874099" y="229805"/>
                  </a:lnTo>
                  <a:lnTo>
                    <a:pt x="1876468" y="230696"/>
                  </a:lnTo>
                  <a:lnTo>
                    <a:pt x="1876395" y="231612"/>
                  </a:lnTo>
                  <a:lnTo>
                    <a:pt x="1877266" y="232133"/>
                  </a:lnTo>
                  <a:lnTo>
                    <a:pt x="1877461" y="235135"/>
                  </a:lnTo>
                  <a:lnTo>
                    <a:pt x="1879525" y="234550"/>
                  </a:lnTo>
                  <a:lnTo>
                    <a:pt x="1879936" y="233610"/>
                  </a:lnTo>
                  <a:lnTo>
                    <a:pt x="1880640" y="233229"/>
                  </a:lnTo>
                  <a:lnTo>
                    <a:pt x="1880885" y="232726"/>
                  </a:lnTo>
                  <a:lnTo>
                    <a:pt x="1883274" y="231886"/>
                  </a:lnTo>
                  <a:lnTo>
                    <a:pt x="1883559" y="232031"/>
                  </a:lnTo>
                  <a:lnTo>
                    <a:pt x="1884331" y="234754"/>
                  </a:lnTo>
                  <a:lnTo>
                    <a:pt x="1887358" y="234576"/>
                  </a:lnTo>
                  <a:lnTo>
                    <a:pt x="1888622" y="233871"/>
                  </a:lnTo>
                  <a:lnTo>
                    <a:pt x="1889502" y="232232"/>
                  </a:lnTo>
                  <a:lnTo>
                    <a:pt x="1890973" y="230994"/>
                  </a:lnTo>
                  <a:lnTo>
                    <a:pt x="1891988" y="229510"/>
                  </a:lnTo>
                  <a:lnTo>
                    <a:pt x="1892588" y="228280"/>
                  </a:lnTo>
                  <a:lnTo>
                    <a:pt x="1892683" y="226863"/>
                  </a:lnTo>
                  <a:lnTo>
                    <a:pt x="1894886" y="223296"/>
                  </a:lnTo>
                  <a:lnTo>
                    <a:pt x="1894877" y="222697"/>
                  </a:lnTo>
                  <a:lnTo>
                    <a:pt x="1895641" y="222506"/>
                  </a:lnTo>
                  <a:lnTo>
                    <a:pt x="1895738" y="222022"/>
                  </a:lnTo>
                  <a:lnTo>
                    <a:pt x="1896022" y="222247"/>
                  </a:lnTo>
                  <a:lnTo>
                    <a:pt x="1897085" y="221798"/>
                  </a:lnTo>
                  <a:lnTo>
                    <a:pt x="1897523" y="221152"/>
                  </a:lnTo>
                  <a:lnTo>
                    <a:pt x="1898176" y="220784"/>
                  </a:lnTo>
                  <a:lnTo>
                    <a:pt x="1898228" y="220312"/>
                  </a:lnTo>
                  <a:lnTo>
                    <a:pt x="1898910" y="219703"/>
                  </a:lnTo>
                  <a:lnTo>
                    <a:pt x="1899795" y="219614"/>
                  </a:lnTo>
                  <a:lnTo>
                    <a:pt x="1900198" y="219068"/>
                  </a:lnTo>
                  <a:lnTo>
                    <a:pt x="1901896" y="219032"/>
                  </a:lnTo>
                  <a:lnTo>
                    <a:pt x="1902452" y="218330"/>
                  </a:lnTo>
                  <a:lnTo>
                    <a:pt x="1903734" y="218842"/>
                  </a:lnTo>
                  <a:lnTo>
                    <a:pt x="1905806" y="218352"/>
                  </a:lnTo>
                  <a:lnTo>
                    <a:pt x="1906327" y="217207"/>
                  </a:lnTo>
                  <a:lnTo>
                    <a:pt x="1907460" y="216730"/>
                  </a:lnTo>
                  <a:lnTo>
                    <a:pt x="1909710" y="215075"/>
                  </a:lnTo>
                  <a:lnTo>
                    <a:pt x="1912995" y="213927"/>
                  </a:lnTo>
                  <a:lnTo>
                    <a:pt x="1913584" y="213829"/>
                  </a:lnTo>
                  <a:lnTo>
                    <a:pt x="1914896" y="214235"/>
                  </a:lnTo>
                  <a:lnTo>
                    <a:pt x="1915810" y="213894"/>
                  </a:lnTo>
                  <a:lnTo>
                    <a:pt x="1915797" y="213690"/>
                  </a:lnTo>
                  <a:lnTo>
                    <a:pt x="1917407" y="212410"/>
                  </a:lnTo>
                  <a:lnTo>
                    <a:pt x="1917957" y="212257"/>
                  </a:lnTo>
                  <a:lnTo>
                    <a:pt x="1918617" y="211330"/>
                  </a:lnTo>
                  <a:lnTo>
                    <a:pt x="1919796" y="210825"/>
                  </a:lnTo>
                  <a:lnTo>
                    <a:pt x="1919761" y="210266"/>
                  </a:lnTo>
                  <a:lnTo>
                    <a:pt x="1919001" y="209027"/>
                  </a:lnTo>
                  <a:lnTo>
                    <a:pt x="1920472" y="207954"/>
                  </a:lnTo>
                  <a:lnTo>
                    <a:pt x="1921561" y="207810"/>
                  </a:lnTo>
                  <a:lnTo>
                    <a:pt x="1923229" y="208786"/>
                  </a:lnTo>
                  <a:lnTo>
                    <a:pt x="1923956" y="208645"/>
                  </a:lnTo>
                  <a:lnTo>
                    <a:pt x="1926045" y="207331"/>
                  </a:lnTo>
                  <a:lnTo>
                    <a:pt x="1925359" y="206041"/>
                  </a:lnTo>
                  <a:lnTo>
                    <a:pt x="1923609" y="203326"/>
                  </a:lnTo>
                  <a:lnTo>
                    <a:pt x="1925135" y="201948"/>
                  </a:lnTo>
                  <a:lnTo>
                    <a:pt x="1925365" y="202058"/>
                  </a:lnTo>
                  <a:lnTo>
                    <a:pt x="1925137" y="202382"/>
                  </a:lnTo>
                  <a:lnTo>
                    <a:pt x="1925276" y="202745"/>
                  </a:lnTo>
                  <a:lnTo>
                    <a:pt x="1926851" y="203788"/>
                  </a:lnTo>
                  <a:lnTo>
                    <a:pt x="1927743" y="203987"/>
                  </a:lnTo>
                  <a:lnTo>
                    <a:pt x="1928069" y="204276"/>
                  </a:lnTo>
                  <a:lnTo>
                    <a:pt x="1928352" y="204072"/>
                  </a:lnTo>
                  <a:lnTo>
                    <a:pt x="1929360" y="204340"/>
                  </a:lnTo>
                  <a:lnTo>
                    <a:pt x="1930191" y="204914"/>
                  </a:lnTo>
                  <a:lnTo>
                    <a:pt x="1929597" y="206416"/>
                  </a:lnTo>
                  <a:lnTo>
                    <a:pt x="1929862" y="207329"/>
                  </a:lnTo>
                  <a:lnTo>
                    <a:pt x="1932100" y="207950"/>
                  </a:lnTo>
                  <a:lnTo>
                    <a:pt x="1932917" y="207968"/>
                  </a:lnTo>
                  <a:lnTo>
                    <a:pt x="1934150" y="207610"/>
                  </a:lnTo>
                  <a:lnTo>
                    <a:pt x="1934940" y="207717"/>
                  </a:lnTo>
                  <a:lnTo>
                    <a:pt x="1935986" y="206370"/>
                  </a:lnTo>
                  <a:lnTo>
                    <a:pt x="1938922" y="207115"/>
                  </a:lnTo>
                  <a:lnTo>
                    <a:pt x="1937539" y="208986"/>
                  </a:lnTo>
                  <a:lnTo>
                    <a:pt x="1940618" y="208173"/>
                  </a:lnTo>
                  <a:lnTo>
                    <a:pt x="1942390" y="207967"/>
                  </a:lnTo>
                  <a:lnTo>
                    <a:pt x="1943543" y="206323"/>
                  </a:lnTo>
                  <a:lnTo>
                    <a:pt x="1943935" y="205103"/>
                  </a:lnTo>
                  <a:lnTo>
                    <a:pt x="1944574" y="207717"/>
                  </a:lnTo>
                  <a:lnTo>
                    <a:pt x="1944640" y="209244"/>
                  </a:lnTo>
                  <a:lnTo>
                    <a:pt x="1945489" y="211189"/>
                  </a:lnTo>
                  <a:lnTo>
                    <a:pt x="1947723" y="210387"/>
                  </a:lnTo>
                  <a:lnTo>
                    <a:pt x="1950533" y="209857"/>
                  </a:lnTo>
                  <a:lnTo>
                    <a:pt x="1952273" y="208917"/>
                  </a:lnTo>
                  <a:lnTo>
                    <a:pt x="1954011" y="208749"/>
                  </a:lnTo>
                  <a:lnTo>
                    <a:pt x="1954717" y="205898"/>
                  </a:lnTo>
                  <a:lnTo>
                    <a:pt x="1955769" y="206080"/>
                  </a:lnTo>
                  <a:lnTo>
                    <a:pt x="1957291" y="199681"/>
                  </a:lnTo>
                  <a:lnTo>
                    <a:pt x="1957220" y="196250"/>
                  </a:lnTo>
                  <a:lnTo>
                    <a:pt x="1956779" y="194050"/>
                  </a:lnTo>
                  <a:lnTo>
                    <a:pt x="1957551" y="191745"/>
                  </a:lnTo>
                  <a:lnTo>
                    <a:pt x="1957469" y="190773"/>
                  </a:lnTo>
                  <a:lnTo>
                    <a:pt x="1956738" y="188952"/>
                  </a:lnTo>
                  <a:lnTo>
                    <a:pt x="1955791" y="187694"/>
                  </a:lnTo>
                  <a:lnTo>
                    <a:pt x="1954347" y="186719"/>
                  </a:lnTo>
                  <a:lnTo>
                    <a:pt x="1954012" y="185747"/>
                  </a:lnTo>
                  <a:lnTo>
                    <a:pt x="1954027" y="183865"/>
                  </a:lnTo>
                  <a:lnTo>
                    <a:pt x="1955031" y="181983"/>
                  </a:lnTo>
                  <a:lnTo>
                    <a:pt x="1955424" y="179859"/>
                  </a:lnTo>
                  <a:lnTo>
                    <a:pt x="1955758" y="179570"/>
                  </a:lnTo>
                  <a:lnTo>
                    <a:pt x="1956076" y="180232"/>
                  </a:lnTo>
                  <a:lnTo>
                    <a:pt x="1957288" y="184644"/>
                  </a:lnTo>
                  <a:lnTo>
                    <a:pt x="1957901" y="184627"/>
                  </a:lnTo>
                  <a:lnTo>
                    <a:pt x="1960212" y="186106"/>
                  </a:lnTo>
                  <a:lnTo>
                    <a:pt x="1961667" y="186415"/>
                  </a:lnTo>
                  <a:lnTo>
                    <a:pt x="1962026" y="186703"/>
                  </a:lnTo>
                  <a:lnTo>
                    <a:pt x="1963438" y="185445"/>
                  </a:lnTo>
                  <a:lnTo>
                    <a:pt x="1964908" y="185040"/>
                  </a:lnTo>
                  <a:lnTo>
                    <a:pt x="1965645" y="185082"/>
                  </a:lnTo>
                  <a:lnTo>
                    <a:pt x="1966562" y="184226"/>
                  </a:lnTo>
                  <a:lnTo>
                    <a:pt x="1969316" y="184791"/>
                  </a:lnTo>
                  <a:lnTo>
                    <a:pt x="1969616" y="185390"/>
                  </a:lnTo>
                  <a:lnTo>
                    <a:pt x="1969568" y="186693"/>
                  </a:lnTo>
                  <a:lnTo>
                    <a:pt x="1968812" y="187227"/>
                  </a:lnTo>
                  <a:lnTo>
                    <a:pt x="1968752" y="187586"/>
                  </a:lnTo>
                  <a:lnTo>
                    <a:pt x="1969514" y="188744"/>
                  </a:lnTo>
                  <a:lnTo>
                    <a:pt x="1969624" y="189911"/>
                  </a:lnTo>
                  <a:lnTo>
                    <a:pt x="1970214" y="189817"/>
                  </a:lnTo>
                  <a:lnTo>
                    <a:pt x="1971771" y="188339"/>
                  </a:lnTo>
                  <a:lnTo>
                    <a:pt x="1972525" y="186434"/>
                  </a:lnTo>
                  <a:lnTo>
                    <a:pt x="1973144" y="183215"/>
                  </a:lnTo>
                  <a:lnTo>
                    <a:pt x="1973340" y="183233"/>
                  </a:lnTo>
                  <a:lnTo>
                    <a:pt x="1974133" y="181444"/>
                  </a:lnTo>
                  <a:lnTo>
                    <a:pt x="1973634" y="179791"/>
                  </a:lnTo>
                  <a:lnTo>
                    <a:pt x="1973716" y="177696"/>
                  </a:lnTo>
                  <a:lnTo>
                    <a:pt x="1974000" y="176755"/>
                  </a:lnTo>
                  <a:lnTo>
                    <a:pt x="1973806" y="176616"/>
                  </a:lnTo>
                  <a:lnTo>
                    <a:pt x="1974748" y="174723"/>
                  </a:lnTo>
                  <a:lnTo>
                    <a:pt x="1975669" y="173745"/>
                  </a:lnTo>
                  <a:lnTo>
                    <a:pt x="1974816" y="173199"/>
                  </a:lnTo>
                  <a:lnTo>
                    <a:pt x="1976562" y="171161"/>
                  </a:lnTo>
                  <a:lnTo>
                    <a:pt x="1977918" y="170843"/>
                  </a:lnTo>
                  <a:lnTo>
                    <a:pt x="1979300" y="169980"/>
                  </a:lnTo>
                  <a:lnTo>
                    <a:pt x="1979809" y="169511"/>
                  </a:lnTo>
                  <a:lnTo>
                    <a:pt x="1979486" y="169010"/>
                  </a:lnTo>
                  <a:lnTo>
                    <a:pt x="1981289" y="168458"/>
                  </a:lnTo>
                  <a:lnTo>
                    <a:pt x="1982356" y="168683"/>
                  </a:lnTo>
                  <a:lnTo>
                    <a:pt x="1983247" y="168263"/>
                  </a:lnTo>
                  <a:lnTo>
                    <a:pt x="1985228" y="165994"/>
                  </a:lnTo>
                  <a:lnTo>
                    <a:pt x="1988573" y="165609"/>
                  </a:lnTo>
                  <a:lnTo>
                    <a:pt x="1989312" y="165279"/>
                  </a:lnTo>
                  <a:lnTo>
                    <a:pt x="1990537" y="164180"/>
                  </a:lnTo>
                  <a:lnTo>
                    <a:pt x="1990767" y="162680"/>
                  </a:lnTo>
                  <a:lnTo>
                    <a:pt x="1991854" y="162121"/>
                  </a:lnTo>
                  <a:lnTo>
                    <a:pt x="1995335" y="162082"/>
                  </a:lnTo>
                  <a:lnTo>
                    <a:pt x="1995748" y="161661"/>
                  </a:lnTo>
                  <a:lnTo>
                    <a:pt x="1996073" y="160796"/>
                  </a:lnTo>
                  <a:lnTo>
                    <a:pt x="1996540" y="160641"/>
                  </a:lnTo>
                  <a:lnTo>
                    <a:pt x="1997054" y="160017"/>
                  </a:lnTo>
                  <a:lnTo>
                    <a:pt x="1998976" y="160652"/>
                  </a:lnTo>
                  <a:lnTo>
                    <a:pt x="1999979" y="160574"/>
                  </a:lnTo>
                  <a:lnTo>
                    <a:pt x="2000962" y="160096"/>
                  </a:lnTo>
                  <a:lnTo>
                    <a:pt x="2001008" y="160346"/>
                  </a:lnTo>
                  <a:lnTo>
                    <a:pt x="2001606" y="159759"/>
                  </a:lnTo>
                  <a:lnTo>
                    <a:pt x="2002218" y="160489"/>
                  </a:lnTo>
                  <a:lnTo>
                    <a:pt x="2003443" y="159390"/>
                  </a:lnTo>
                  <a:lnTo>
                    <a:pt x="2003951" y="160027"/>
                  </a:lnTo>
                  <a:lnTo>
                    <a:pt x="2006549" y="156696"/>
                  </a:lnTo>
                  <a:lnTo>
                    <a:pt x="2007295" y="157143"/>
                  </a:lnTo>
                  <a:lnTo>
                    <a:pt x="2007093" y="158380"/>
                  </a:lnTo>
                  <a:lnTo>
                    <a:pt x="2006608" y="158983"/>
                  </a:lnTo>
                  <a:lnTo>
                    <a:pt x="2005709" y="159486"/>
                  </a:lnTo>
                  <a:lnTo>
                    <a:pt x="2005585" y="161588"/>
                  </a:lnTo>
                  <a:lnTo>
                    <a:pt x="2006046" y="163156"/>
                  </a:lnTo>
                  <a:lnTo>
                    <a:pt x="2005328" y="163703"/>
                  </a:lnTo>
                  <a:lnTo>
                    <a:pt x="2003843" y="165814"/>
                  </a:lnTo>
                  <a:lnTo>
                    <a:pt x="2003854" y="166333"/>
                  </a:lnTo>
                  <a:lnTo>
                    <a:pt x="2004815" y="168761"/>
                  </a:lnTo>
                  <a:lnTo>
                    <a:pt x="2004709" y="169636"/>
                  </a:lnTo>
                  <a:lnTo>
                    <a:pt x="2004037" y="170307"/>
                  </a:lnTo>
                  <a:lnTo>
                    <a:pt x="2003967" y="171363"/>
                  </a:lnTo>
                  <a:lnTo>
                    <a:pt x="2004159" y="171734"/>
                  </a:lnTo>
                  <a:lnTo>
                    <a:pt x="2005277" y="172188"/>
                  </a:lnTo>
                  <a:lnTo>
                    <a:pt x="2005914" y="173224"/>
                  </a:lnTo>
                  <a:lnTo>
                    <a:pt x="2006707" y="173024"/>
                  </a:lnTo>
                  <a:lnTo>
                    <a:pt x="2006711" y="173529"/>
                  </a:lnTo>
                  <a:lnTo>
                    <a:pt x="2007521" y="174431"/>
                  </a:lnTo>
                  <a:lnTo>
                    <a:pt x="2007845" y="174462"/>
                  </a:lnTo>
                  <a:lnTo>
                    <a:pt x="2007896" y="174968"/>
                  </a:lnTo>
                  <a:lnTo>
                    <a:pt x="2008921" y="174969"/>
                  </a:lnTo>
                  <a:lnTo>
                    <a:pt x="2008997" y="175764"/>
                  </a:lnTo>
                  <a:lnTo>
                    <a:pt x="2009214" y="175616"/>
                  </a:lnTo>
                  <a:lnTo>
                    <a:pt x="2009776" y="175950"/>
                  </a:lnTo>
                  <a:lnTo>
                    <a:pt x="2009972" y="175792"/>
                  </a:lnTo>
                  <a:lnTo>
                    <a:pt x="2009721" y="176414"/>
                  </a:lnTo>
                  <a:lnTo>
                    <a:pt x="2010406" y="176531"/>
                  </a:lnTo>
                  <a:lnTo>
                    <a:pt x="2010610" y="176810"/>
                  </a:lnTo>
                  <a:lnTo>
                    <a:pt x="2010492" y="176992"/>
                  </a:lnTo>
                  <a:lnTo>
                    <a:pt x="2010892" y="176851"/>
                  </a:lnTo>
                  <a:lnTo>
                    <a:pt x="2011025" y="177461"/>
                  </a:lnTo>
                  <a:lnTo>
                    <a:pt x="2011253" y="177472"/>
                  </a:lnTo>
                  <a:lnTo>
                    <a:pt x="2011397" y="176948"/>
                  </a:lnTo>
                  <a:lnTo>
                    <a:pt x="2012479" y="177210"/>
                  </a:lnTo>
                  <a:lnTo>
                    <a:pt x="2012658" y="177819"/>
                  </a:lnTo>
                  <a:lnTo>
                    <a:pt x="2012799" y="177385"/>
                  </a:lnTo>
                  <a:lnTo>
                    <a:pt x="2013287" y="177279"/>
                  </a:lnTo>
                  <a:lnTo>
                    <a:pt x="2013173" y="177709"/>
                  </a:lnTo>
                  <a:lnTo>
                    <a:pt x="2014237" y="177943"/>
                  </a:lnTo>
                  <a:lnTo>
                    <a:pt x="2014427" y="178215"/>
                  </a:lnTo>
                  <a:lnTo>
                    <a:pt x="2014200" y="178752"/>
                  </a:lnTo>
                  <a:lnTo>
                    <a:pt x="2015031" y="178538"/>
                  </a:lnTo>
                  <a:lnTo>
                    <a:pt x="2015195" y="178825"/>
                  </a:lnTo>
                  <a:lnTo>
                    <a:pt x="2015592" y="178868"/>
                  </a:lnTo>
                  <a:lnTo>
                    <a:pt x="2016748" y="178506"/>
                  </a:lnTo>
                  <a:lnTo>
                    <a:pt x="2017293" y="179214"/>
                  </a:lnTo>
                  <a:lnTo>
                    <a:pt x="2018427" y="180026"/>
                  </a:lnTo>
                  <a:lnTo>
                    <a:pt x="2018576" y="181572"/>
                  </a:lnTo>
                  <a:lnTo>
                    <a:pt x="2017951" y="183478"/>
                  </a:lnTo>
                  <a:lnTo>
                    <a:pt x="2018091" y="183768"/>
                  </a:lnTo>
                  <a:lnTo>
                    <a:pt x="2017726" y="183665"/>
                  </a:lnTo>
                  <a:lnTo>
                    <a:pt x="2017597" y="184032"/>
                  </a:lnTo>
                  <a:lnTo>
                    <a:pt x="2017789" y="184173"/>
                  </a:lnTo>
                  <a:lnTo>
                    <a:pt x="2017629" y="184696"/>
                  </a:lnTo>
                  <a:lnTo>
                    <a:pt x="2017904" y="184853"/>
                  </a:lnTo>
                  <a:lnTo>
                    <a:pt x="2018098" y="185549"/>
                  </a:lnTo>
                  <a:lnTo>
                    <a:pt x="2017674" y="186241"/>
                  </a:lnTo>
                  <a:lnTo>
                    <a:pt x="2018178" y="186613"/>
                  </a:lnTo>
                  <a:lnTo>
                    <a:pt x="2017723" y="187547"/>
                  </a:lnTo>
                  <a:lnTo>
                    <a:pt x="2018078" y="187575"/>
                  </a:lnTo>
                  <a:lnTo>
                    <a:pt x="2018321" y="187159"/>
                  </a:lnTo>
                  <a:lnTo>
                    <a:pt x="2018584" y="186664"/>
                  </a:lnTo>
                  <a:lnTo>
                    <a:pt x="2018318" y="186065"/>
                  </a:lnTo>
                  <a:lnTo>
                    <a:pt x="2018659" y="185782"/>
                  </a:lnTo>
                  <a:lnTo>
                    <a:pt x="2019640" y="186011"/>
                  </a:lnTo>
                  <a:lnTo>
                    <a:pt x="2020176" y="185730"/>
                  </a:lnTo>
                  <a:lnTo>
                    <a:pt x="2021557" y="186326"/>
                  </a:lnTo>
                  <a:lnTo>
                    <a:pt x="2023563" y="185938"/>
                  </a:lnTo>
                  <a:lnTo>
                    <a:pt x="2023981" y="186149"/>
                  </a:lnTo>
                  <a:lnTo>
                    <a:pt x="2025592" y="186142"/>
                  </a:lnTo>
                  <a:lnTo>
                    <a:pt x="2026677" y="186541"/>
                  </a:lnTo>
                  <a:lnTo>
                    <a:pt x="2027186" y="186487"/>
                  </a:lnTo>
                  <a:lnTo>
                    <a:pt x="2027751" y="186742"/>
                  </a:lnTo>
                  <a:lnTo>
                    <a:pt x="2028568" y="186684"/>
                  </a:lnTo>
                  <a:lnTo>
                    <a:pt x="2028938" y="186412"/>
                  </a:lnTo>
                  <a:lnTo>
                    <a:pt x="2029740" y="186639"/>
                  </a:lnTo>
                  <a:lnTo>
                    <a:pt x="2030447" y="186502"/>
                  </a:lnTo>
                  <a:lnTo>
                    <a:pt x="2032232" y="185535"/>
                  </a:lnTo>
                  <a:lnTo>
                    <a:pt x="2033137" y="183973"/>
                  </a:lnTo>
                  <a:lnTo>
                    <a:pt x="2034431" y="183585"/>
                  </a:lnTo>
                  <a:lnTo>
                    <a:pt x="2035501" y="182462"/>
                  </a:lnTo>
                  <a:lnTo>
                    <a:pt x="2036183" y="182351"/>
                  </a:lnTo>
                  <a:lnTo>
                    <a:pt x="2036658" y="182766"/>
                  </a:lnTo>
                  <a:lnTo>
                    <a:pt x="2037371" y="182465"/>
                  </a:lnTo>
                  <a:lnTo>
                    <a:pt x="2039325" y="182379"/>
                  </a:lnTo>
                  <a:lnTo>
                    <a:pt x="2039866" y="182080"/>
                  </a:lnTo>
                  <a:lnTo>
                    <a:pt x="2041684" y="182026"/>
                  </a:lnTo>
                  <a:lnTo>
                    <a:pt x="2042261" y="182212"/>
                  </a:lnTo>
                  <a:lnTo>
                    <a:pt x="2043830" y="181763"/>
                  </a:lnTo>
                  <a:lnTo>
                    <a:pt x="2044849" y="182001"/>
                  </a:lnTo>
                  <a:lnTo>
                    <a:pt x="2045130" y="181777"/>
                  </a:lnTo>
                  <a:lnTo>
                    <a:pt x="2045311" y="181044"/>
                  </a:lnTo>
                  <a:lnTo>
                    <a:pt x="2046493" y="180839"/>
                  </a:lnTo>
                  <a:lnTo>
                    <a:pt x="2047764" y="181170"/>
                  </a:lnTo>
                  <a:lnTo>
                    <a:pt x="2048687" y="181141"/>
                  </a:lnTo>
                  <a:lnTo>
                    <a:pt x="2050107" y="179810"/>
                  </a:lnTo>
                  <a:lnTo>
                    <a:pt x="2053069" y="180275"/>
                  </a:lnTo>
                  <a:lnTo>
                    <a:pt x="2054424" y="181676"/>
                  </a:lnTo>
                  <a:lnTo>
                    <a:pt x="2055665" y="182385"/>
                  </a:lnTo>
                  <a:lnTo>
                    <a:pt x="2059772" y="181927"/>
                  </a:lnTo>
                  <a:lnTo>
                    <a:pt x="2060777" y="181154"/>
                  </a:lnTo>
                  <a:lnTo>
                    <a:pt x="2061459" y="181051"/>
                  </a:lnTo>
                  <a:lnTo>
                    <a:pt x="2062828" y="179835"/>
                  </a:lnTo>
                  <a:lnTo>
                    <a:pt x="2063831" y="179404"/>
                  </a:lnTo>
                  <a:lnTo>
                    <a:pt x="2065787" y="179385"/>
                  </a:lnTo>
                  <a:lnTo>
                    <a:pt x="2066663" y="180678"/>
                  </a:lnTo>
                  <a:lnTo>
                    <a:pt x="2067820" y="181199"/>
                  </a:lnTo>
                  <a:lnTo>
                    <a:pt x="2069083" y="181016"/>
                  </a:lnTo>
                  <a:lnTo>
                    <a:pt x="2069895" y="181178"/>
                  </a:lnTo>
                  <a:lnTo>
                    <a:pt x="2071312" y="180640"/>
                  </a:lnTo>
                  <a:lnTo>
                    <a:pt x="2072799" y="180545"/>
                  </a:lnTo>
                  <a:lnTo>
                    <a:pt x="2073067" y="180799"/>
                  </a:lnTo>
                  <a:lnTo>
                    <a:pt x="2075168" y="181045"/>
                  </a:lnTo>
                  <a:lnTo>
                    <a:pt x="2076650" y="180865"/>
                  </a:lnTo>
                  <a:lnTo>
                    <a:pt x="2077010" y="181110"/>
                  </a:lnTo>
                  <a:lnTo>
                    <a:pt x="2080193" y="181347"/>
                  </a:lnTo>
                  <a:lnTo>
                    <a:pt x="2082042" y="180369"/>
                  </a:lnTo>
                  <a:lnTo>
                    <a:pt x="2082561" y="180246"/>
                  </a:lnTo>
                  <a:lnTo>
                    <a:pt x="2083278" y="180530"/>
                  </a:lnTo>
                  <a:lnTo>
                    <a:pt x="2084275" y="180147"/>
                  </a:lnTo>
                  <a:lnTo>
                    <a:pt x="2086200" y="180366"/>
                  </a:lnTo>
                  <a:lnTo>
                    <a:pt x="2089625" y="181205"/>
                  </a:lnTo>
                  <a:lnTo>
                    <a:pt x="2094008" y="181554"/>
                  </a:lnTo>
                  <a:lnTo>
                    <a:pt x="2094935" y="181861"/>
                  </a:lnTo>
                  <a:lnTo>
                    <a:pt x="2094741" y="183324"/>
                  </a:lnTo>
                  <a:lnTo>
                    <a:pt x="2095952" y="186052"/>
                  </a:lnTo>
                  <a:lnTo>
                    <a:pt x="2098777" y="194194"/>
                  </a:lnTo>
                  <a:lnTo>
                    <a:pt x="2101699" y="197444"/>
                  </a:lnTo>
                  <a:lnTo>
                    <a:pt x="2104828" y="197485"/>
                  </a:lnTo>
                  <a:lnTo>
                    <a:pt x="2107833" y="198141"/>
                  </a:lnTo>
                  <a:lnTo>
                    <a:pt x="2111079" y="198850"/>
                  </a:lnTo>
                  <a:lnTo>
                    <a:pt x="2112221" y="198510"/>
                  </a:lnTo>
                  <a:lnTo>
                    <a:pt x="2120309" y="201950"/>
                  </a:lnTo>
                  <a:lnTo>
                    <a:pt x="2126230" y="202895"/>
                  </a:lnTo>
                  <a:lnTo>
                    <a:pt x="2128049" y="196385"/>
                  </a:lnTo>
                  <a:lnTo>
                    <a:pt x="2129565" y="193202"/>
                  </a:lnTo>
                  <a:lnTo>
                    <a:pt x="2133128" y="189069"/>
                  </a:lnTo>
                  <a:lnTo>
                    <a:pt x="2134070" y="186929"/>
                  </a:lnTo>
                  <a:lnTo>
                    <a:pt x="2134217" y="186360"/>
                  </a:lnTo>
                  <a:lnTo>
                    <a:pt x="2134016" y="185965"/>
                  </a:lnTo>
                  <a:lnTo>
                    <a:pt x="2134485" y="184650"/>
                  </a:lnTo>
                  <a:lnTo>
                    <a:pt x="2135738" y="182978"/>
                  </a:lnTo>
                  <a:lnTo>
                    <a:pt x="2136314" y="181812"/>
                  </a:lnTo>
                  <a:lnTo>
                    <a:pt x="2136197" y="180243"/>
                  </a:lnTo>
                  <a:lnTo>
                    <a:pt x="2137162" y="179455"/>
                  </a:lnTo>
                  <a:lnTo>
                    <a:pt x="2138335" y="179474"/>
                  </a:lnTo>
                  <a:lnTo>
                    <a:pt x="2139379" y="177859"/>
                  </a:lnTo>
                  <a:lnTo>
                    <a:pt x="2141504" y="178040"/>
                  </a:lnTo>
                  <a:lnTo>
                    <a:pt x="2142201" y="177605"/>
                  </a:lnTo>
                  <a:lnTo>
                    <a:pt x="2144652" y="177830"/>
                  </a:lnTo>
                  <a:lnTo>
                    <a:pt x="2145058" y="177139"/>
                  </a:lnTo>
                  <a:lnTo>
                    <a:pt x="2145166" y="176420"/>
                  </a:lnTo>
                  <a:lnTo>
                    <a:pt x="2146804" y="176289"/>
                  </a:lnTo>
                  <a:lnTo>
                    <a:pt x="2147350" y="176641"/>
                  </a:lnTo>
                  <a:lnTo>
                    <a:pt x="2151377" y="175730"/>
                  </a:lnTo>
                  <a:lnTo>
                    <a:pt x="2154608" y="176304"/>
                  </a:lnTo>
                  <a:lnTo>
                    <a:pt x="2156471" y="176911"/>
                  </a:lnTo>
                  <a:lnTo>
                    <a:pt x="2161884" y="176059"/>
                  </a:lnTo>
                  <a:lnTo>
                    <a:pt x="2163601" y="176585"/>
                  </a:lnTo>
                  <a:lnTo>
                    <a:pt x="2166804" y="174540"/>
                  </a:lnTo>
                  <a:lnTo>
                    <a:pt x="2169115" y="173689"/>
                  </a:lnTo>
                  <a:lnTo>
                    <a:pt x="2170505" y="172357"/>
                  </a:lnTo>
                  <a:lnTo>
                    <a:pt x="2175589" y="170792"/>
                  </a:lnTo>
                  <a:lnTo>
                    <a:pt x="2178497" y="170286"/>
                  </a:lnTo>
                  <a:lnTo>
                    <a:pt x="2179542" y="169657"/>
                  </a:lnTo>
                  <a:lnTo>
                    <a:pt x="2180792" y="169583"/>
                  </a:lnTo>
                  <a:lnTo>
                    <a:pt x="2183978" y="169944"/>
                  </a:lnTo>
                  <a:lnTo>
                    <a:pt x="2185072" y="169576"/>
                  </a:lnTo>
                  <a:lnTo>
                    <a:pt x="2189420" y="170102"/>
                  </a:lnTo>
                  <a:lnTo>
                    <a:pt x="2189500" y="169945"/>
                  </a:lnTo>
                  <a:lnTo>
                    <a:pt x="2190428" y="170319"/>
                  </a:lnTo>
                  <a:lnTo>
                    <a:pt x="2192675" y="170452"/>
                  </a:lnTo>
                  <a:lnTo>
                    <a:pt x="2194350" y="170107"/>
                  </a:lnTo>
                  <a:lnTo>
                    <a:pt x="2195862" y="170507"/>
                  </a:lnTo>
                  <a:lnTo>
                    <a:pt x="2199173" y="169418"/>
                  </a:lnTo>
                  <a:lnTo>
                    <a:pt x="2199926" y="169682"/>
                  </a:lnTo>
                  <a:lnTo>
                    <a:pt x="2202265" y="168875"/>
                  </a:lnTo>
                  <a:lnTo>
                    <a:pt x="2204336" y="168947"/>
                  </a:lnTo>
                  <a:lnTo>
                    <a:pt x="2206771" y="168310"/>
                  </a:lnTo>
                  <a:lnTo>
                    <a:pt x="2208159" y="168864"/>
                  </a:lnTo>
                  <a:lnTo>
                    <a:pt x="2208914" y="168796"/>
                  </a:lnTo>
                  <a:lnTo>
                    <a:pt x="2209771" y="169384"/>
                  </a:lnTo>
                  <a:lnTo>
                    <a:pt x="2210967" y="169362"/>
                  </a:lnTo>
                  <a:lnTo>
                    <a:pt x="2213668" y="170298"/>
                  </a:lnTo>
                  <a:lnTo>
                    <a:pt x="2216312" y="172248"/>
                  </a:lnTo>
                  <a:lnTo>
                    <a:pt x="2217345" y="171055"/>
                  </a:lnTo>
                  <a:lnTo>
                    <a:pt x="2218614" y="170053"/>
                  </a:lnTo>
                  <a:lnTo>
                    <a:pt x="2220845" y="168891"/>
                  </a:lnTo>
                  <a:lnTo>
                    <a:pt x="2221638" y="167714"/>
                  </a:lnTo>
                  <a:lnTo>
                    <a:pt x="2222017" y="166377"/>
                  </a:lnTo>
                  <a:lnTo>
                    <a:pt x="2225259" y="167718"/>
                  </a:lnTo>
                  <a:lnTo>
                    <a:pt x="2226677" y="166253"/>
                  </a:lnTo>
                  <a:lnTo>
                    <a:pt x="2230456" y="165748"/>
                  </a:lnTo>
                  <a:lnTo>
                    <a:pt x="2232019" y="166709"/>
                  </a:lnTo>
                  <a:lnTo>
                    <a:pt x="2232206" y="168142"/>
                  </a:lnTo>
                  <a:lnTo>
                    <a:pt x="2233879" y="168080"/>
                  </a:lnTo>
                  <a:lnTo>
                    <a:pt x="2234190" y="168493"/>
                  </a:lnTo>
                  <a:lnTo>
                    <a:pt x="2235088" y="168931"/>
                  </a:lnTo>
                  <a:lnTo>
                    <a:pt x="2235812" y="168534"/>
                  </a:lnTo>
                  <a:lnTo>
                    <a:pt x="2236382" y="167519"/>
                  </a:lnTo>
                  <a:lnTo>
                    <a:pt x="2237427" y="166433"/>
                  </a:lnTo>
                  <a:lnTo>
                    <a:pt x="2239858" y="166092"/>
                  </a:lnTo>
                  <a:lnTo>
                    <a:pt x="2242183" y="164899"/>
                  </a:lnTo>
                  <a:lnTo>
                    <a:pt x="2243149" y="165241"/>
                  </a:lnTo>
                  <a:lnTo>
                    <a:pt x="2244148" y="166795"/>
                  </a:lnTo>
                  <a:lnTo>
                    <a:pt x="2245052" y="167234"/>
                  </a:lnTo>
                  <a:lnTo>
                    <a:pt x="2245828" y="168146"/>
                  </a:lnTo>
                  <a:lnTo>
                    <a:pt x="2246794" y="168383"/>
                  </a:lnTo>
                  <a:lnTo>
                    <a:pt x="2246705" y="169494"/>
                  </a:lnTo>
                  <a:lnTo>
                    <a:pt x="2247446" y="170580"/>
                  </a:lnTo>
                  <a:lnTo>
                    <a:pt x="2249345" y="172100"/>
                  </a:lnTo>
                  <a:lnTo>
                    <a:pt x="2248575" y="169944"/>
                  </a:lnTo>
                  <a:lnTo>
                    <a:pt x="2248776" y="168687"/>
                  </a:lnTo>
                  <a:lnTo>
                    <a:pt x="2248488" y="167983"/>
                  </a:lnTo>
                  <a:lnTo>
                    <a:pt x="2248782" y="167285"/>
                  </a:lnTo>
                  <a:lnTo>
                    <a:pt x="2247794" y="166274"/>
                  </a:lnTo>
                  <a:lnTo>
                    <a:pt x="2247924" y="165619"/>
                  </a:lnTo>
                  <a:lnTo>
                    <a:pt x="2247204" y="165044"/>
                  </a:lnTo>
                  <a:lnTo>
                    <a:pt x="2246815" y="163803"/>
                  </a:lnTo>
                  <a:lnTo>
                    <a:pt x="2246984" y="162483"/>
                  </a:lnTo>
                  <a:lnTo>
                    <a:pt x="2246768" y="162038"/>
                  </a:lnTo>
                  <a:lnTo>
                    <a:pt x="2247751" y="161418"/>
                  </a:lnTo>
                  <a:lnTo>
                    <a:pt x="2248179" y="161531"/>
                  </a:lnTo>
                  <a:lnTo>
                    <a:pt x="2248780" y="160993"/>
                  </a:lnTo>
                  <a:lnTo>
                    <a:pt x="2249173" y="160966"/>
                  </a:lnTo>
                  <a:lnTo>
                    <a:pt x="2249275" y="159942"/>
                  </a:lnTo>
                  <a:lnTo>
                    <a:pt x="2249906" y="159464"/>
                  </a:lnTo>
                  <a:lnTo>
                    <a:pt x="2249870" y="158850"/>
                  </a:lnTo>
                  <a:lnTo>
                    <a:pt x="2250175" y="158674"/>
                  </a:lnTo>
                  <a:lnTo>
                    <a:pt x="2251260" y="156864"/>
                  </a:lnTo>
                  <a:lnTo>
                    <a:pt x="2252616" y="154848"/>
                  </a:lnTo>
                  <a:lnTo>
                    <a:pt x="2253533" y="154727"/>
                  </a:lnTo>
                  <a:lnTo>
                    <a:pt x="2254399" y="153910"/>
                  </a:lnTo>
                  <a:lnTo>
                    <a:pt x="2254920" y="153905"/>
                  </a:lnTo>
                  <a:lnTo>
                    <a:pt x="2255505" y="153294"/>
                  </a:lnTo>
                  <a:lnTo>
                    <a:pt x="2259727" y="151253"/>
                  </a:lnTo>
                  <a:lnTo>
                    <a:pt x="2262335" y="149107"/>
                  </a:lnTo>
                  <a:lnTo>
                    <a:pt x="2263964" y="148960"/>
                  </a:lnTo>
                  <a:lnTo>
                    <a:pt x="2266504" y="147590"/>
                  </a:lnTo>
                  <a:lnTo>
                    <a:pt x="2267587" y="147426"/>
                  </a:lnTo>
                  <a:lnTo>
                    <a:pt x="2268046" y="146976"/>
                  </a:lnTo>
                  <a:lnTo>
                    <a:pt x="2269482" y="146607"/>
                  </a:lnTo>
                  <a:lnTo>
                    <a:pt x="2270365" y="145758"/>
                  </a:lnTo>
                  <a:lnTo>
                    <a:pt x="2272247" y="145524"/>
                  </a:lnTo>
                  <a:lnTo>
                    <a:pt x="2272851" y="145056"/>
                  </a:lnTo>
                  <a:lnTo>
                    <a:pt x="2275175" y="144502"/>
                  </a:lnTo>
                  <a:lnTo>
                    <a:pt x="2275581" y="144045"/>
                  </a:lnTo>
                  <a:lnTo>
                    <a:pt x="2276825" y="144485"/>
                  </a:lnTo>
                  <a:lnTo>
                    <a:pt x="2278426" y="142860"/>
                  </a:lnTo>
                  <a:lnTo>
                    <a:pt x="2279252" y="142509"/>
                  </a:lnTo>
                  <a:lnTo>
                    <a:pt x="2279806" y="142539"/>
                  </a:lnTo>
                  <a:lnTo>
                    <a:pt x="2280704" y="141742"/>
                  </a:lnTo>
                  <a:lnTo>
                    <a:pt x="2282246" y="141252"/>
                  </a:lnTo>
                  <a:lnTo>
                    <a:pt x="2283059" y="140245"/>
                  </a:lnTo>
                  <a:lnTo>
                    <a:pt x="2285879" y="138524"/>
                  </a:lnTo>
                  <a:lnTo>
                    <a:pt x="2286387" y="137953"/>
                  </a:lnTo>
                  <a:lnTo>
                    <a:pt x="2287302" y="137826"/>
                  </a:lnTo>
                  <a:lnTo>
                    <a:pt x="2290045" y="135638"/>
                  </a:lnTo>
                  <a:lnTo>
                    <a:pt x="2292986" y="134803"/>
                  </a:lnTo>
                  <a:lnTo>
                    <a:pt x="2293439" y="134987"/>
                  </a:lnTo>
                  <a:lnTo>
                    <a:pt x="2294352" y="134554"/>
                  </a:lnTo>
                  <a:lnTo>
                    <a:pt x="2294663" y="133964"/>
                  </a:lnTo>
                  <a:lnTo>
                    <a:pt x="2295014" y="133784"/>
                  </a:lnTo>
                  <a:lnTo>
                    <a:pt x="2295289" y="133730"/>
                  </a:lnTo>
                  <a:lnTo>
                    <a:pt x="2295716" y="134071"/>
                  </a:lnTo>
                  <a:lnTo>
                    <a:pt x="2297163" y="134096"/>
                  </a:lnTo>
                  <a:lnTo>
                    <a:pt x="2299397" y="134625"/>
                  </a:lnTo>
                  <a:lnTo>
                    <a:pt x="2303654" y="136326"/>
                  </a:lnTo>
                  <a:lnTo>
                    <a:pt x="2306135" y="136700"/>
                  </a:lnTo>
                  <a:lnTo>
                    <a:pt x="2307023" y="137091"/>
                  </a:lnTo>
                  <a:lnTo>
                    <a:pt x="2307581" y="136797"/>
                  </a:lnTo>
                  <a:lnTo>
                    <a:pt x="2308097" y="136887"/>
                  </a:lnTo>
                  <a:lnTo>
                    <a:pt x="2309626" y="136536"/>
                  </a:lnTo>
                  <a:lnTo>
                    <a:pt x="2309968" y="135765"/>
                  </a:lnTo>
                  <a:lnTo>
                    <a:pt x="2312124" y="134748"/>
                  </a:lnTo>
                  <a:lnTo>
                    <a:pt x="2313227" y="134609"/>
                  </a:lnTo>
                  <a:lnTo>
                    <a:pt x="2315096" y="135320"/>
                  </a:lnTo>
                  <a:lnTo>
                    <a:pt x="2315355" y="136019"/>
                  </a:lnTo>
                  <a:lnTo>
                    <a:pt x="2315922" y="136443"/>
                  </a:lnTo>
                  <a:lnTo>
                    <a:pt x="2317372" y="136826"/>
                  </a:lnTo>
                  <a:lnTo>
                    <a:pt x="2318956" y="138320"/>
                  </a:lnTo>
                  <a:lnTo>
                    <a:pt x="2320613" y="138219"/>
                  </a:lnTo>
                  <a:lnTo>
                    <a:pt x="2321352" y="137764"/>
                  </a:lnTo>
                  <a:lnTo>
                    <a:pt x="2322141" y="136110"/>
                  </a:lnTo>
                  <a:lnTo>
                    <a:pt x="2323512" y="135076"/>
                  </a:lnTo>
                  <a:lnTo>
                    <a:pt x="2324580" y="135100"/>
                  </a:lnTo>
                  <a:lnTo>
                    <a:pt x="2324971" y="134867"/>
                  </a:lnTo>
                  <a:lnTo>
                    <a:pt x="2326103" y="135016"/>
                  </a:lnTo>
                  <a:lnTo>
                    <a:pt x="2327475" y="134705"/>
                  </a:lnTo>
                  <a:lnTo>
                    <a:pt x="2328405" y="134293"/>
                  </a:lnTo>
                  <a:lnTo>
                    <a:pt x="2328869" y="133743"/>
                  </a:lnTo>
                  <a:lnTo>
                    <a:pt x="2329751" y="133834"/>
                  </a:lnTo>
                  <a:lnTo>
                    <a:pt x="2329943" y="134217"/>
                  </a:lnTo>
                  <a:lnTo>
                    <a:pt x="2330969" y="134270"/>
                  </a:lnTo>
                  <a:lnTo>
                    <a:pt x="2331445" y="134072"/>
                  </a:lnTo>
                  <a:lnTo>
                    <a:pt x="2331811" y="133023"/>
                  </a:lnTo>
                  <a:lnTo>
                    <a:pt x="2332515" y="132911"/>
                  </a:lnTo>
                  <a:lnTo>
                    <a:pt x="2333444" y="133935"/>
                  </a:lnTo>
                  <a:lnTo>
                    <a:pt x="2333998" y="134097"/>
                  </a:lnTo>
                  <a:lnTo>
                    <a:pt x="2336775" y="132626"/>
                  </a:lnTo>
                  <a:lnTo>
                    <a:pt x="2338979" y="130817"/>
                  </a:lnTo>
                  <a:lnTo>
                    <a:pt x="2340741" y="131046"/>
                  </a:lnTo>
                  <a:lnTo>
                    <a:pt x="2341792" y="130575"/>
                  </a:lnTo>
                  <a:lnTo>
                    <a:pt x="2344120" y="128816"/>
                  </a:lnTo>
                  <a:lnTo>
                    <a:pt x="2344327" y="127114"/>
                  </a:lnTo>
                  <a:lnTo>
                    <a:pt x="2345129" y="126189"/>
                  </a:lnTo>
                  <a:lnTo>
                    <a:pt x="2348731" y="125268"/>
                  </a:lnTo>
                  <a:lnTo>
                    <a:pt x="2350818" y="123662"/>
                  </a:lnTo>
                  <a:lnTo>
                    <a:pt x="2351061" y="122952"/>
                  </a:lnTo>
                  <a:lnTo>
                    <a:pt x="2350910" y="122038"/>
                  </a:lnTo>
                  <a:lnTo>
                    <a:pt x="2352191" y="119768"/>
                  </a:lnTo>
                  <a:lnTo>
                    <a:pt x="2353197" y="119029"/>
                  </a:lnTo>
                  <a:lnTo>
                    <a:pt x="2356885" y="117930"/>
                  </a:lnTo>
                  <a:lnTo>
                    <a:pt x="2358501" y="116762"/>
                  </a:lnTo>
                  <a:lnTo>
                    <a:pt x="2359705" y="116709"/>
                  </a:lnTo>
                  <a:lnTo>
                    <a:pt x="2360808" y="117112"/>
                  </a:lnTo>
                  <a:lnTo>
                    <a:pt x="2362293" y="118407"/>
                  </a:lnTo>
                  <a:lnTo>
                    <a:pt x="2363606" y="118774"/>
                  </a:lnTo>
                  <a:lnTo>
                    <a:pt x="2368297" y="118425"/>
                  </a:lnTo>
                  <a:lnTo>
                    <a:pt x="2369489" y="118268"/>
                  </a:lnTo>
                  <a:lnTo>
                    <a:pt x="2369729" y="117976"/>
                  </a:lnTo>
                  <a:lnTo>
                    <a:pt x="2371431" y="117984"/>
                  </a:lnTo>
                  <a:lnTo>
                    <a:pt x="2373385" y="118629"/>
                  </a:lnTo>
                  <a:lnTo>
                    <a:pt x="2373549" y="118896"/>
                  </a:lnTo>
                  <a:lnTo>
                    <a:pt x="2372656" y="119580"/>
                  </a:lnTo>
                  <a:lnTo>
                    <a:pt x="2369110" y="128131"/>
                  </a:lnTo>
                  <a:lnTo>
                    <a:pt x="2369719" y="129939"/>
                  </a:lnTo>
                  <a:lnTo>
                    <a:pt x="2369533" y="134338"/>
                  </a:lnTo>
                  <a:lnTo>
                    <a:pt x="2370640" y="135561"/>
                  </a:lnTo>
                  <a:lnTo>
                    <a:pt x="2374534" y="138710"/>
                  </a:lnTo>
                  <a:lnTo>
                    <a:pt x="2376846" y="142815"/>
                  </a:lnTo>
                  <a:lnTo>
                    <a:pt x="2381714" y="147691"/>
                  </a:lnTo>
                  <a:lnTo>
                    <a:pt x="2386936" y="153591"/>
                  </a:lnTo>
                  <a:lnTo>
                    <a:pt x="2387119" y="154799"/>
                  </a:lnTo>
                  <a:lnTo>
                    <a:pt x="2390367" y="154656"/>
                  </a:lnTo>
                  <a:lnTo>
                    <a:pt x="2397177" y="155670"/>
                  </a:lnTo>
                  <a:lnTo>
                    <a:pt x="2401545" y="157716"/>
                  </a:lnTo>
                  <a:lnTo>
                    <a:pt x="2405684" y="158799"/>
                  </a:lnTo>
                  <a:lnTo>
                    <a:pt x="2406767" y="159805"/>
                  </a:lnTo>
                  <a:lnTo>
                    <a:pt x="2409275" y="163313"/>
                  </a:lnTo>
                  <a:lnTo>
                    <a:pt x="2410867" y="164669"/>
                  </a:lnTo>
                  <a:lnTo>
                    <a:pt x="2413282" y="166655"/>
                  </a:lnTo>
                  <a:lnTo>
                    <a:pt x="2415296" y="168715"/>
                  </a:lnTo>
                  <a:lnTo>
                    <a:pt x="2418325" y="174674"/>
                  </a:lnTo>
                  <a:lnTo>
                    <a:pt x="2420292" y="177939"/>
                  </a:lnTo>
                  <a:lnTo>
                    <a:pt x="2422090" y="180003"/>
                  </a:lnTo>
                  <a:lnTo>
                    <a:pt x="2422674" y="180493"/>
                  </a:lnTo>
                  <a:lnTo>
                    <a:pt x="2425460" y="181012"/>
                  </a:lnTo>
                  <a:lnTo>
                    <a:pt x="2426510" y="181736"/>
                  </a:lnTo>
                  <a:lnTo>
                    <a:pt x="2428462" y="183774"/>
                  </a:lnTo>
                  <a:lnTo>
                    <a:pt x="2430362" y="185005"/>
                  </a:lnTo>
                  <a:lnTo>
                    <a:pt x="2434594" y="188323"/>
                  </a:lnTo>
                  <a:lnTo>
                    <a:pt x="2439786" y="193418"/>
                  </a:lnTo>
                  <a:lnTo>
                    <a:pt x="2449984" y="195472"/>
                  </a:lnTo>
                  <a:lnTo>
                    <a:pt x="2449778" y="196166"/>
                  </a:lnTo>
                  <a:lnTo>
                    <a:pt x="2453141" y="196990"/>
                  </a:lnTo>
                  <a:lnTo>
                    <a:pt x="2456615" y="198361"/>
                  </a:lnTo>
                  <a:lnTo>
                    <a:pt x="2459564" y="198606"/>
                  </a:lnTo>
                  <a:lnTo>
                    <a:pt x="2459698" y="198892"/>
                  </a:lnTo>
                  <a:lnTo>
                    <a:pt x="2462774" y="199857"/>
                  </a:lnTo>
                  <a:lnTo>
                    <a:pt x="2464623" y="200881"/>
                  </a:lnTo>
                  <a:lnTo>
                    <a:pt x="2472855" y="202964"/>
                  </a:lnTo>
                  <a:lnTo>
                    <a:pt x="2474966" y="203721"/>
                  </a:lnTo>
                  <a:lnTo>
                    <a:pt x="2477645" y="204303"/>
                  </a:lnTo>
                  <a:lnTo>
                    <a:pt x="2482894" y="204880"/>
                  </a:lnTo>
                  <a:lnTo>
                    <a:pt x="2487356" y="204580"/>
                  </a:lnTo>
                  <a:lnTo>
                    <a:pt x="2489268" y="204006"/>
                  </a:lnTo>
                  <a:lnTo>
                    <a:pt x="2492528" y="205963"/>
                  </a:lnTo>
                  <a:lnTo>
                    <a:pt x="2493312" y="206908"/>
                  </a:lnTo>
                  <a:lnTo>
                    <a:pt x="2493726" y="207659"/>
                  </a:lnTo>
                  <a:lnTo>
                    <a:pt x="2493642" y="207970"/>
                  </a:lnTo>
                  <a:lnTo>
                    <a:pt x="2495295" y="208909"/>
                  </a:lnTo>
                  <a:lnTo>
                    <a:pt x="2496427" y="209851"/>
                  </a:lnTo>
                  <a:lnTo>
                    <a:pt x="2497519" y="209518"/>
                  </a:lnTo>
                  <a:lnTo>
                    <a:pt x="2499315" y="210642"/>
                  </a:lnTo>
                  <a:lnTo>
                    <a:pt x="2502135" y="214219"/>
                  </a:lnTo>
                  <a:lnTo>
                    <a:pt x="2502704" y="216160"/>
                  </a:lnTo>
                  <a:lnTo>
                    <a:pt x="2503318" y="216078"/>
                  </a:lnTo>
                  <a:lnTo>
                    <a:pt x="2503163" y="216911"/>
                  </a:lnTo>
                  <a:lnTo>
                    <a:pt x="2503361" y="217456"/>
                  </a:lnTo>
                  <a:lnTo>
                    <a:pt x="2508405" y="220741"/>
                  </a:lnTo>
                  <a:lnTo>
                    <a:pt x="2508935" y="221902"/>
                  </a:lnTo>
                  <a:lnTo>
                    <a:pt x="2509456" y="225119"/>
                  </a:lnTo>
                  <a:lnTo>
                    <a:pt x="2508966" y="226878"/>
                  </a:lnTo>
                  <a:lnTo>
                    <a:pt x="2510156" y="228734"/>
                  </a:lnTo>
                  <a:lnTo>
                    <a:pt x="2510289" y="229352"/>
                  </a:lnTo>
                  <a:lnTo>
                    <a:pt x="2512560" y="231983"/>
                  </a:lnTo>
                  <a:lnTo>
                    <a:pt x="2512384" y="232290"/>
                  </a:lnTo>
                  <a:lnTo>
                    <a:pt x="2513164" y="232548"/>
                  </a:lnTo>
                  <a:lnTo>
                    <a:pt x="2513610" y="232965"/>
                  </a:lnTo>
                  <a:lnTo>
                    <a:pt x="2514864" y="237795"/>
                  </a:lnTo>
                  <a:lnTo>
                    <a:pt x="2514761" y="238586"/>
                  </a:lnTo>
                  <a:lnTo>
                    <a:pt x="2515110" y="239641"/>
                  </a:lnTo>
                  <a:lnTo>
                    <a:pt x="2515404" y="242126"/>
                  </a:lnTo>
                  <a:lnTo>
                    <a:pt x="2516691" y="243608"/>
                  </a:lnTo>
                  <a:lnTo>
                    <a:pt x="2517618" y="244052"/>
                  </a:lnTo>
                  <a:lnTo>
                    <a:pt x="2518353" y="244110"/>
                  </a:lnTo>
                  <a:lnTo>
                    <a:pt x="2519191" y="244596"/>
                  </a:lnTo>
                  <a:lnTo>
                    <a:pt x="2520972" y="247511"/>
                  </a:lnTo>
                  <a:lnTo>
                    <a:pt x="2522569" y="250053"/>
                  </a:lnTo>
                  <a:lnTo>
                    <a:pt x="2522783" y="251033"/>
                  </a:lnTo>
                  <a:lnTo>
                    <a:pt x="2522736" y="253233"/>
                  </a:lnTo>
                  <a:lnTo>
                    <a:pt x="2523237" y="255822"/>
                  </a:lnTo>
                  <a:lnTo>
                    <a:pt x="2523080" y="257495"/>
                  </a:lnTo>
                  <a:lnTo>
                    <a:pt x="2523475" y="259338"/>
                  </a:lnTo>
                  <a:lnTo>
                    <a:pt x="2524634" y="261052"/>
                  </a:lnTo>
                  <a:lnTo>
                    <a:pt x="2525781" y="261848"/>
                  </a:lnTo>
                  <a:lnTo>
                    <a:pt x="2527738" y="264202"/>
                  </a:lnTo>
                  <a:lnTo>
                    <a:pt x="2528371" y="264524"/>
                  </a:lnTo>
                  <a:lnTo>
                    <a:pt x="2530109" y="266345"/>
                  </a:lnTo>
                  <a:lnTo>
                    <a:pt x="2530166" y="267092"/>
                  </a:lnTo>
                  <a:lnTo>
                    <a:pt x="2530819" y="267971"/>
                  </a:lnTo>
                  <a:lnTo>
                    <a:pt x="2530612" y="268589"/>
                  </a:lnTo>
                  <a:lnTo>
                    <a:pt x="2532755" y="271519"/>
                  </a:lnTo>
                  <a:lnTo>
                    <a:pt x="2532612" y="271967"/>
                  </a:lnTo>
                  <a:lnTo>
                    <a:pt x="2533146" y="273094"/>
                  </a:lnTo>
                  <a:lnTo>
                    <a:pt x="2533243" y="274233"/>
                  </a:lnTo>
                  <a:lnTo>
                    <a:pt x="2534109" y="277357"/>
                  </a:lnTo>
                  <a:lnTo>
                    <a:pt x="2534237" y="279793"/>
                  </a:lnTo>
                  <a:lnTo>
                    <a:pt x="2536258" y="282640"/>
                  </a:lnTo>
                  <a:lnTo>
                    <a:pt x="2538862" y="284203"/>
                  </a:lnTo>
                  <a:lnTo>
                    <a:pt x="2539352" y="285566"/>
                  </a:lnTo>
                  <a:lnTo>
                    <a:pt x="2539688" y="285831"/>
                  </a:lnTo>
                  <a:lnTo>
                    <a:pt x="2539513" y="286366"/>
                  </a:lnTo>
                  <a:lnTo>
                    <a:pt x="2538984" y="286771"/>
                  </a:lnTo>
                  <a:lnTo>
                    <a:pt x="2538812" y="287172"/>
                  </a:lnTo>
                  <a:lnTo>
                    <a:pt x="2538989" y="287451"/>
                  </a:lnTo>
                  <a:lnTo>
                    <a:pt x="2538632" y="288239"/>
                  </a:lnTo>
                  <a:lnTo>
                    <a:pt x="2537825" y="288922"/>
                  </a:lnTo>
                  <a:lnTo>
                    <a:pt x="2537805" y="289413"/>
                  </a:lnTo>
                  <a:lnTo>
                    <a:pt x="2538239" y="289771"/>
                  </a:lnTo>
                  <a:lnTo>
                    <a:pt x="2540674" y="293964"/>
                  </a:lnTo>
                  <a:lnTo>
                    <a:pt x="2541970" y="294905"/>
                  </a:lnTo>
                  <a:lnTo>
                    <a:pt x="2543093" y="297014"/>
                  </a:lnTo>
                  <a:lnTo>
                    <a:pt x="2544320" y="297988"/>
                  </a:lnTo>
                  <a:lnTo>
                    <a:pt x="2545020" y="299075"/>
                  </a:lnTo>
                  <a:lnTo>
                    <a:pt x="2543078" y="301288"/>
                  </a:lnTo>
                  <a:lnTo>
                    <a:pt x="2545012" y="301556"/>
                  </a:lnTo>
                  <a:lnTo>
                    <a:pt x="2547951" y="300379"/>
                  </a:lnTo>
                  <a:lnTo>
                    <a:pt x="2548435" y="300539"/>
                  </a:lnTo>
                  <a:lnTo>
                    <a:pt x="2551225" y="303087"/>
                  </a:lnTo>
                  <a:lnTo>
                    <a:pt x="2551981" y="302674"/>
                  </a:lnTo>
                  <a:lnTo>
                    <a:pt x="2553494" y="302665"/>
                  </a:lnTo>
                  <a:lnTo>
                    <a:pt x="2554255" y="303319"/>
                  </a:lnTo>
                  <a:lnTo>
                    <a:pt x="2556113" y="305694"/>
                  </a:lnTo>
                  <a:lnTo>
                    <a:pt x="2556895" y="307028"/>
                  </a:lnTo>
                  <a:lnTo>
                    <a:pt x="2557160" y="308370"/>
                  </a:lnTo>
                  <a:lnTo>
                    <a:pt x="2558199" y="309558"/>
                  </a:lnTo>
                  <a:lnTo>
                    <a:pt x="2561143" y="311668"/>
                  </a:lnTo>
                  <a:lnTo>
                    <a:pt x="2562802" y="311601"/>
                  </a:lnTo>
                  <a:lnTo>
                    <a:pt x="2563097" y="312325"/>
                  </a:lnTo>
                  <a:lnTo>
                    <a:pt x="2564200" y="313618"/>
                  </a:lnTo>
                  <a:lnTo>
                    <a:pt x="2565332" y="314080"/>
                  </a:lnTo>
                  <a:lnTo>
                    <a:pt x="2569044" y="320027"/>
                  </a:lnTo>
                  <a:lnTo>
                    <a:pt x="2568683" y="322625"/>
                  </a:lnTo>
                  <a:lnTo>
                    <a:pt x="2568806" y="324513"/>
                  </a:lnTo>
                  <a:lnTo>
                    <a:pt x="2571095" y="327027"/>
                  </a:lnTo>
                  <a:lnTo>
                    <a:pt x="2572058" y="327464"/>
                  </a:lnTo>
                  <a:lnTo>
                    <a:pt x="2573720" y="328915"/>
                  </a:lnTo>
                  <a:lnTo>
                    <a:pt x="2574106" y="330336"/>
                  </a:lnTo>
                  <a:lnTo>
                    <a:pt x="2575030" y="331557"/>
                  </a:lnTo>
                  <a:lnTo>
                    <a:pt x="2575199" y="332304"/>
                  </a:lnTo>
                  <a:lnTo>
                    <a:pt x="2576237" y="333216"/>
                  </a:lnTo>
                  <a:lnTo>
                    <a:pt x="2576527" y="334395"/>
                  </a:lnTo>
                  <a:lnTo>
                    <a:pt x="2576978" y="336540"/>
                  </a:lnTo>
                  <a:lnTo>
                    <a:pt x="2577438" y="337641"/>
                  </a:lnTo>
                  <a:lnTo>
                    <a:pt x="2577154" y="339366"/>
                  </a:lnTo>
                  <a:lnTo>
                    <a:pt x="2576427" y="341189"/>
                  </a:lnTo>
                  <a:lnTo>
                    <a:pt x="2576167" y="341286"/>
                  </a:lnTo>
                  <a:lnTo>
                    <a:pt x="2575033" y="343671"/>
                  </a:lnTo>
                  <a:lnTo>
                    <a:pt x="2574191" y="344262"/>
                  </a:lnTo>
                  <a:lnTo>
                    <a:pt x="2573274" y="345571"/>
                  </a:lnTo>
                  <a:lnTo>
                    <a:pt x="2573499" y="350793"/>
                  </a:lnTo>
                  <a:lnTo>
                    <a:pt x="2571398" y="352191"/>
                  </a:lnTo>
                  <a:lnTo>
                    <a:pt x="2572082" y="354730"/>
                  </a:lnTo>
                  <a:lnTo>
                    <a:pt x="2571173" y="357996"/>
                  </a:lnTo>
                  <a:lnTo>
                    <a:pt x="2569555" y="360614"/>
                  </a:lnTo>
                  <a:lnTo>
                    <a:pt x="2568845" y="362777"/>
                  </a:lnTo>
                  <a:lnTo>
                    <a:pt x="2568351" y="367190"/>
                  </a:lnTo>
                  <a:lnTo>
                    <a:pt x="2566859" y="370505"/>
                  </a:lnTo>
                  <a:lnTo>
                    <a:pt x="2566789" y="371151"/>
                  </a:lnTo>
                  <a:lnTo>
                    <a:pt x="2567287" y="372387"/>
                  </a:lnTo>
                  <a:lnTo>
                    <a:pt x="2566976" y="374242"/>
                  </a:lnTo>
                  <a:lnTo>
                    <a:pt x="2566303" y="375564"/>
                  </a:lnTo>
                  <a:lnTo>
                    <a:pt x="2567120" y="376146"/>
                  </a:lnTo>
                  <a:lnTo>
                    <a:pt x="2565592" y="377102"/>
                  </a:lnTo>
                  <a:lnTo>
                    <a:pt x="2564346" y="379919"/>
                  </a:lnTo>
                  <a:lnTo>
                    <a:pt x="2564322" y="380596"/>
                  </a:lnTo>
                  <a:lnTo>
                    <a:pt x="2562935" y="380389"/>
                  </a:lnTo>
                  <a:lnTo>
                    <a:pt x="2562213" y="381068"/>
                  </a:lnTo>
                  <a:lnTo>
                    <a:pt x="2561490" y="381141"/>
                  </a:lnTo>
                  <a:lnTo>
                    <a:pt x="2559800" y="382123"/>
                  </a:lnTo>
                  <a:lnTo>
                    <a:pt x="2559339" y="382038"/>
                  </a:lnTo>
                  <a:lnTo>
                    <a:pt x="2558158" y="382533"/>
                  </a:lnTo>
                  <a:lnTo>
                    <a:pt x="2557113" y="382261"/>
                  </a:lnTo>
                  <a:lnTo>
                    <a:pt x="2556907" y="387805"/>
                  </a:lnTo>
                  <a:lnTo>
                    <a:pt x="2557455" y="391332"/>
                  </a:lnTo>
                  <a:lnTo>
                    <a:pt x="2560021" y="394923"/>
                  </a:lnTo>
                  <a:lnTo>
                    <a:pt x="2560224" y="396401"/>
                  </a:lnTo>
                  <a:lnTo>
                    <a:pt x="2559817" y="397369"/>
                  </a:lnTo>
                  <a:lnTo>
                    <a:pt x="2560070" y="399116"/>
                  </a:lnTo>
                  <a:lnTo>
                    <a:pt x="2559679" y="399179"/>
                  </a:lnTo>
                  <a:lnTo>
                    <a:pt x="2558705" y="407409"/>
                  </a:lnTo>
                  <a:lnTo>
                    <a:pt x="2558088" y="410038"/>
                  </a:lnTo>
                  <a:lnTo>
                    <a:pt x="2557961" y="411506"/>
                  </a:lnTo>
                  <a:lnTo>
                    <a:pt x="2558169" y="413383"/>
                  </a:lnTo>
                  <a:lnTo>
                    <a:pt x="2558435" y="417047"/>
                  </a:lnTo>
                  <a:lnTo>
                    <a:pt x="2558745" y="417822"/>
                  </a:lnTo>
                  <a:lnTo>
                    <a:pt x="2558886" y="419284"/>
                  </a:lnTo>
                  <a:lnTo>
                    <a:pt x="2559925" y="422457"/>
                  </a:lnTo>
                  <a:lnTo>
                    <a:pt x="2561583" y="424681"/>
                  </a:lnTo>
                  <a:lnTo>
                    <a:pt x="2561677" y="425719"/>
                  </a:lnTo>
                  <a:lnTo>
                    <a:pt x="2561928" y="426142"/>
                  </a:lnTo>
                  <a:lnTo>
                    <a:pt x="2562087" y="425988"/>
                  </a:lnTo>
                  <a:lnTo>
                    <a:pt x="2562517" y="426408"/>
                  </a:lnTo>
                  <a:lnTo>
                    <a:pt x="2563070" y="427531"/>
                  </a:lnTo>
                  <a:lnTo>
                    <a:pt x="2563615" y="428037"/>
                  </a:lnTo>
                  <a:lnTo>
                    <a:pt x="2564705" y="430313"/>
                  </a:lnTo>
                  <a:lnTo>
                    <a:pt x="2566107" y="431679"/>
                  </a:lnTo>
                  <a:lnTo>
                    <a:pt x="2568254" y="435035"/>
                  </a:lnTo>
                  <a:lnTo>
                    <a:pt x="2570173" y="437217"/>
                  </a:lnTo>
                  <a:lnTo>
                    <a:pt x="2570756" y="438527"/>
                  </a:lnTo>
                  <a:lnTo>
                    <a:pt x="2567333" y="444658"/>
                  </a:lnTo>
                  <a:lnTo>
                    <a:pt x="2566742" y="448073"/>
                  </a:lnTo>
                  <a:lnTo>
                    <a:pt x="2565634" y="452433"/>
                  </a:lnTo>
                  <a:lnTo>
                    <a:pt x="2564333" y="456223"/>
                  </a:lnTo>
                  <a:lnTo>
                    <a:pt x="2562945" y="457208"/>
                  </a:lnTo>
                  <a:lnTo>
                    <a:pt x="2556260" y="458636"/>
                  </a:lnTo>
                  <a:lnTo>
                    <a:pt x="2550110" y="462305"/>
                  </a:lnTo>
                  <a:lnTo>
                    <a:pt x="2544981" y="465731"/>
                  </a:lnTo>
                  <a:lnTo>
                    <a:pt x="2541872" y="472593"/>
                  </a:lnTo>
                  <a:lnTo>
                    <a:pt x="2539635" y="473875"/>
                  </a:lnTo>
                  <a:lnTo>
                    <a:pt x="2539107" y="484210"/>
                  </a:lnTo>
                  <a:lnTo>
                    <a:pt x="2536908" y="492371"/>
                  </a:lnTo>
                  <a:lnTo>
                    <a:pt x="2537168" y="494545"/>
                  </a:lnTo>
                  <a:lnTo>
                    <a:pt x="2533727" y="496474"/>
                  </a:lnTo>
                  <a:lnTo>
                    <a:pt x="2530910" y="500244"/>
                  </a:lnTo>
                  <a:lnTo>
                    <a:pt x="2530076" y="502845"/>
                  </a:lnTo>
                  <a:lnTo>
                    <a:pt x="2528860" y="508180"/>
                  </a:lnTo>
                  <a:lnTo>
                    <a:pt x="2527860" y="515503"/>
                  </a:lnTo>
                  <a:lnTo>
                    <a:pt x="2528811" y="523218"/>
                  </a:lnTo>
                  <a:lnTo>
                    <a:pt x="2528074" y="527271"/>
                  </a:lnTo>
                  <a:lnTo>
                    <a:pt x="2526616" y="529430"/>
                  </a:lnTo>
                  <a:lnTo>
                    <a:pt x="2525508" y="533954"/>
                  </a:lnTo>
                  <a:lnTo>
                    <a:pt x="2528437" y="536000"/>
                  </a:lnTo>
                  <a:lnTo>
                    <a:pt x="2533933" y="538688"/>
                  </a:lnTo>
                  <a:lnTo>
                    <a:pt x="2535363" y="538445"/>
                  </a:lnTo>
                  <a:lnTo>
                    <a:pt x="2538578" y="538567"/>
                  </a:lnTo>
                  <a:lnTo>
                    <a:pt x="2540864" y="539130"/>
                  </a:lnTo>
                  <a:lnTo>
                    <a:pt x="2547898" y="539765"/>
                  </a:lnTo>
                  <a:lnTo>
                    <a:pt x="2548977" y="542962"/>
                  </a:lnTo>
                  <a:lnTo>
                    <a:pt x="2572851" y="551413"/>
                  </a:lnTo>
                  <a:lnTo>
                    <a:pt x="2575137" y="551638"/>
                  </a:lnTo>
                  <a:lnTo>
                    <a:pt x="2577823" y="551585"/>
                  </a:lnTo>
                  <a:lnTo>
                    <a:pt x="2578383" y="552058"/>
                  </a:lnTo>
                  <a:lnTo>
                    <a:pt x="2579600" y="552437"/>
                  </a:lnTo>
                  <a:lnTo>
                    <a:pt x="2580965" y="552538"/>
                  </a:lnTo>
                  <a:lnTo>
                    <a:pt x="2580960" y="553581"/>
                  </a:lnTo>
                  <a:lnTo>
                    <a:pt x="2581182" y="554088"/>
                  </a:lnTo>
                  <a:lnTo>
                    <a:pt x="2582787" y="555367"/>
                  </a:lnTo>
                  <a:lnTo>
                    <a:pt x="2584029" y="555698"/>
                  </a:lnTo>
                  <a:lnTo>
                    <a:pt x="2584797" y="556498"/>
                  </a:lnTo>
                  <a:lnTo>
                    <a:pt x="2585525" y="557926"/>
                  </a:lnTo>
                  <a:lnTo>
                    <a:pt x="2585788" y="559510"/>
                  </a:lnTo>
                  <a:lnTo>
                    <a:pt x="2585477" y="562691"/>
                  </a:lnTo>
                  <a:lnTo>
                    <a:pt x="2585676" y="563989"/>
                  </a:lnTo>
                  <a:lnTo>
                    <a:pt x="2585226" y="565012"/>
                  </a:lnTo>
                  <a:lnTo>
                    <a:pt x="2584617" y="565339"/>
                  </a:lnTo>
                  <a:lnTo>
                    <a:pt x="2584300" y="566551"/>
                  </a:lnTo>
                  <a:lnTo>
                    <a:pt x="2584715" y="566945"/>
                  </a:lnTo>
                  <a:lnTo>
                    <a:pt x="2584573" y="567382"/>
                  </a:lnTo>
                  <a:lnTo>
                    <a:pt x="2584184" y="567786"/>
                  </a:lnTo>
                  <a:lnTo>
                    <a:pt x="2582855" y="568216"/>
                  </a:lnTo>
                  <a:lnTo>
                    <a:pt x="2582882" y="569658"/>
                  </a:lnTo>
                  <a:lnTo>
                    <a:pt x="2582168" y="571319"/>
                  </a:lnTo>
                  <a:lnTo>
                    <a:pt x="2582343" y="572298"/>
                  </a:lnTo>
                  <a:lnTo>
                    <a:pt x="2581979" y="573156"/>
                  </a:lnTo>
                  <a:lnTo>
                    <a:pt x="2583171" y="578256"/>
                  </a:lnTo>
                  <a:lnTo>
                    <a:pt x="2584885" y="580444"/>
                  </a:lnTo>
                  <a:lnTo>
                    <a:pt x="2586247" y="581617"/>
                  </a:lnTo>
                  <a:lnTo>
                    <a:pt x="2589207" y="588114"/>
                  </a:lnTo>
                  <a:lnTo>
                    <a:pt x="2589278" y="588842"/>
                  </a:lnTo>
                  <a:lnTo>
                    <a:pt x="2588952" y="589611"/>
                  </a:lnTo>
                  <a:lnTo>
                    <a:pt x="2588510" y="590434"/>
                  </a:lnTo>
                  <a:lnTo>
                    <a:pt x="2587824" y="591089"/>
                  </a:lnTo>
                  <a:lnTo>
                    <a:pt x="2587550" y="591866"/>
                  </a:lnTo>
                  <a:lnTo>
                    <a:pt x="2587163" y="593277"/>
                  </a:lnTo>
                  <a:lnTo>
                    <a:pt x="2587153" y="594687"/>
                  </a:lnTo>
                  <a:lnTo>
                    <a:pt x="2588929" y="598467"/>
                  </a:lnTo>
                  <a:lnTo>
                    <a:pt x="2589002" y="599727"/>
                  </a:lnTo>
                  <a:lnTo>
                    <a:pt x="2594967" y="608924"/>
                  </a:lnTo>
                  <a:lnTo>
                    <a:pt x="2598122" y="609849"/>
                  </a:lnTo>
                  <a:lnTo>
                    <a:pt x="2599230" y="611050"/>
                  </a:lnTo>
                  <a:lnTo>
                    <a:pt x="2600316" y="613272"/>
                  </a:lnTo>
                  <a:lnTo>
                    <a:pt x="2601449" y="613810"/>
                  </a:lnTo>
                  <a:lnTo>
                    <a:pt x="2601837" y="614629"/>
                  </a:lnTo>
                  <a:lnTo>
                    <a:pt x="2600417" y="615767"/>
                  </a:lnTo>
                  <a:lnTo>
                    <a:pt x="2596383" y="615610"/>
                  </a:lnTo>
                  <a:lnTo>
                    <a:pt x="2595974" y="616071"/>
                  </a:lnTo>
                  <a:lnTo>
                    <a:pt x="2595790" y="616832"/>
                  </a:lnTo>
                  <a:lnTo>
                    <a:pt x="2593979" y="620166"/>
                  </a:lnTo>
                  <a:lnTo>
                    <a:pt x="2593863" y="620828"/>
                  </a:lnTo>
                  <a:lnTo>
                    <a:pt x="2592471" y="622299"/>
                  </a:lnTo>
                  <a:lnTo>
                    <a:pt x="2594384" y="626029"/>
                  </a:lnTo>
                  <a:lnTo>
                    <a:pt x="2594843" y="626237"/>
                  </a:lnTo>
                  <a:lnTo>
                    <a:pt x="2596473" y="627911"/>
                  </a:lnTo>
                  <a:lnTo>
                    <a:pt x="2598820" y="628596"/>
                  </a:lnTo>
                  <a:lnTo>
                    <a:pt x="2600062" y="629852"/>
                  </a:lnTo>
                  <a:lnTo>
                    <a:pt x="2600024" y="630686"/>
                  </a:lnTo>
                  <a:lnTo>
                    <a:pt x="2600776" y="632362"/>
                  </a:lnTo>
                  <a:lnTo>
                    <a:pt x="2601068" y="633601"/>
                  </a:lnTo>
                  <a:lnTo>
                    <a:pt x="2599728" y="633862"/>
                  </a:lnTo>
                  <a:lnTo>
                    <a:pt x="2599993" y="635753"/>
                  </a:lnTo>
                  <a:lnTo>
                    <a:pt x="2601806" y="640633"/>
                  </a:lnTo>
                  <a:lnTo>
                    <a:pt x="2602211" y="643667"/>
                  </a:lnTo>
                  <a:lnTo>
                    <a:pt x="2598998" y="648186"/>
                  </a:lnTo>
                  <a:lnTo>
                    <a:pt x="2597498" y="649151"/>
                  </a:lnTo>
                  <a:lnTo>
                    <a:pt x="2596019" y="649571"/>
                  </a:lnTo>
                  <a:lnTo>
                    <a:pt x="2595124" y="650423"/>
                  </a:lnTo>
                  <a:lnTo>
                    <a:pt x="2593915" y="652148"/>
                  </a:lnTo>
                  <a:lnTo>
                    <a:pt x="2592865" y="655706"/>
                  </a:lnTo>
                  <a:lnTo>
                    <a:pt x="2591799" y="657929"/>
                  </a:lnTo>
                  <a:lnTo>
                    <a:pt x="2591961" y="658514"/>
                  </a:lnTo>
                  <a:lnTo>
                    <a:pt x="2591648" y="660672"/>
                  </a:lnTo>
                  <a:lnTo>
                    <a:pt x="2592091" y="661562"/>
                  </a:lnTo>
                  <a:lnTo>
                    <a:pt x="2592240" y="662522"/>
                  </a:lnTo>
                  <a:lnTo>
                    <a:pt x="2592602" y="668263"/>
                  </a:lnTo>
                  <a:lnTo>
                    <a:pt x="2591782" y="670038"/>
                  </a:lnTo>
                  <a:lnTo>
                    <a:pt x="2591553" y="672027"/>
                  </a:lnTo>
                  <a:lnTo>
                    <a:pt x="2591909" y="674054"/>
                  </a:lnTo>
                  <a:lnTo>
                    <a:pt x="2591599" y="675292"/>
                  </a:lnTo>
                  <a:lnTo>
                    <a:pt x="2592049" y="676030"/>
                  </a:lnTo>
                  <a:lnTo>
                    <a:pt x="2591553" y="678241"/>
                  </a:lnTo>
                  <a:lnTo>
                    <a:pt x="2590118" y="681122"/>
                  </a:lnTo>
                  <a:lnTo>
                    <a:pt x="2590586" y="684267"/>
                  </a:lnTo>
                  <a:lnTo>
                    <a:pt x="2590402" y="687783"/>
                  </a:lnTo>
                  <a:lnTo>
                    <a:pt x="2589844" y="689912"/>
                  </a:lnTo>
                  <a:lnTo>
                    <a:pt x="2589487" y="692741"/>
                  </a:lnTo>
                  <a:lnTo>
                    <a:pt x="2588728" y="694358"/>
                  </a:lnTo>
                  <a:lnTo>
                    <a:pt x="2588184" y="696837"/>
                  </a:lnTo>
                  <a:lnTo>
                    <a:pt x="2588304" y="702214"/>
                  </a:lnTo>
                  <a:lnTo>
                    <a:pt x="2587809" y="703031"/>
                  </a:lnTo>
                  <a:lnTo>
                    <a:pt x="2587237" y="703343"/>
                  </a:lnTo>
                  <a:lnTo>
                    <a:pt x="2585171" y="703508"/>
                  </a:lnTo>
                  <a:lnTo>
                    <a:pt x="2584397" y="703949"/>
                  </a:lnTo>
                  <a:lnTo>
                    <a:pt x="2583936" y="704735"/>
                  </a:lnTo>
                  <a:lnTo>
                    <a:pt x="2583394" y="705130"/>
                  </a:lnTo>
                  <a:lnTo>
                    <a:pt x="2582448" y="705271"/>
                  </a:lnTo>
                  <a:lnTo>
                    <a:pt x="2582024" y="706361"/>
                  </a:lnTo>
                  <a:lnTo>
                    <a:pt x="2582083" y="708446"/>
                  </a:lnTo>
                  <a:lnTo>
                    <a:pt x="2580901" y="708909"/>
                  </a:lnTo>
                  <a:lnTo>
                    <a:pt x="2580144" y="708752"/>
                  </a:lnTo>
                  <a:lnTo>
                    <a:pt x="2579740" y="709786"/>
                  </a:lnTo>
                  <a:lnTo>
                    <a:pt x="2579720" y="711181"/>
                  </a:lnTo>
                  <a:lnTo>
                    <a:pt x="2580880" y="712612"/>
                  </a:lnTo>
                  <a:lnTo>
                    <a:pt x="2580783" y="713934"/>
                  </a:lnTo>
                  <a:lnTo>
                    <a:pt x="2582107" y="715483"/>
                  </a:lnTo>
                  <a:lnTo>
                    <a:pt x="2584464" y="716674"/>
                  </a:lnTo>
                  <a:lnTo>
                    <a:pt x="2587034" y="716935"/>
                  </a:lnTo>
                  <a:lnTo>
                    <a:pt x="2588883" y="718332"/>
                  </a:lnTo>
                  <a:lnTo>
                    <a:pt x="2589770" y="719331"/>
                  </a:lnTo>
                  <a:lnTo>
                    <a:pt x="2591416" y="719972"/>
                  </a:lnTo>
                  <a:lnTo>
                    <a:pt x="2593284" y="721357"/>
                  </a:lnTo>
                  <a:lnTo>
                    <a:pt x="2594641" y="720976"/>
                  </a:lnTo>
                  <a:lnTo>
                    <a:pt x="2596469" y="720838"/>
                  </a:lnTo>
                  <a:lnTo>
                    <a:pt x="2597268" y="719845"/>
                  </a:lnTo>
                  <a:lnTo>
                    <a:pt x="2597932" y="719478"/>
                  </a:lnTo>
                  <a:lnTo>
                    <a:pt x="2599331" y="719762"/>
                  </a:lnTo>
                  <a:lnTo>
                    <a:pt x="2600386" y="719677"/>
                  </a:lnTo>
                  <a:lnTo>
                    <a:pt x="2603118" y="719036"/>
                  </a:lnTo>
                  <a:lnTo>
                    <a:pt x="2603407" y="718442"/>
                  </a:lnTo>
                  <a:lnTo>
                    <a:pt x="2603396" y="716936"/>
                  </a:lnTo>
                  <a:lnTo>
                    <a:pt x="2605345" y="715971"/>
                  </a:lnTo>
                  <a:lnTo>
                    <a:pt x="2606145" y="715151"/>
                  </a:lnTo>
                  <a:lnTo>
                    <a:pt x="2608073" y="715328"/>
                  </a:lnTo>
                  <a:lnTo>
                    <a:pt x="2609972" y="714135"/>
                  </a:lnTo>
                  <a:lnTo>
                    <a:pt x="2610660" y="714265"/>
                  </a:lnTo>
                  <a:lnTo>
                    <a:pt x="2610744" y="715573"/>
                  </a:lnTo>
                  <a:lnTo>
                    <a:pt x="2609872" y="717031"/>
                  </a:lnTo>
                  <a:lnTo>
                    <a:pt x="2609755" y="717956"/>
                  </a:lnTo>
                  <a:lnTo>
                    <a:pt x="2609260" y="718974"/>
                  </a:lnTo>
                  <a:lnTo>
                    <a:pt x="2609274" y="720602"/>
                  </a:lnTo>
                  <a:lnTo>
                    <a:pt x="2610248" y="721196"/>
                  </a:lnTo>
                  <a:lnTo>
                    <a:pt x="2614466" y="727482"/>
                  </a:lnTo>
                  <a:lnTo>
                    <a:pt x="2614758" y="728860"/>
                  </a:lnTo>
                  <a:lnTo>
                    <a:pt x="2617163" y="728730"/>
                  </a:lnTo>
                  <a:lnTo>
                    <a:pt x="2618808" y="730104"/>
                  </a:lnTo>
                  <a:lnTo>
                    <a:pt x="2620727" y="730063"/>
                  </a:lnTo>
                  <a:lnTo>
                    <a:pt x="2623815" y="730651"/>
                  </a:lnTo>
                  <a:lnTo>
                    <a:pt x="2625035" y="731823"/>
                  </a:lnTo>
                  <a:lnTo>
                    <a:pt x="2625638" y="732962"/>
                  </a:lnTo>
                  <a:lnTo>
                    <a:pt x="2625813" y="733846"/>
                  </a:lnTo>
                  <a:lnTo>
                    <a:pt x="2626335" y="739441"/>
                  </a:lnTo>
                  <a:lnTo>
                    <a:pt x="2626887" y="740425"/>
                  </a:lnTo>
                  <a:lnTo>
                    <a:pt x="2627087" y="742581"/>
                  </a:lnTo>
                  <a:lnTo>
                    <a:pt x="2626776" y="742965"/>
                  </a:lnTo>
                  <a:lnTo>
                    <a:pt x="2619581" y="742604"/>
                  </a:lnTo>
                  <a:lnTo>
                    <a:pt x="2617856" y="743197"/>
                  </a:lnTo>
                  <a:lnTo>
                    <a:pt x="2614655" y="743671"/>
                  </a:lnTo>
                  <a:lnTo>
                    <a:pt x="2611197" y="743615"/>
                  </a:lnTo>
                  <a:lnTo>
                    <a:pt x="2608920" y="743299"/>
                  </a:lnTo>
                  <a:lnTo>
                    <a:pt x="2605890" y="743733"/>
                  </a:lnTo>
                  <a:lnTo>
                    <a:pt x="2605260" y="743286"/>
                  </a:lnTo>
                  <a:lnTo>
                    <a:pt x="2604025" y="742998"/>
                  </a:lnTo>
                  <a:lnTo>
                    <a:pt x="2602065" y="743521"/>
                  </a:lnTo>
                  <a:lnTo>
                    <a:pt x="2600787" y="743613"/>
                  </a:lnTo>
                  <a:lnTo>
                    <a:pt x="2599231" y="745831"/>
                  </a:lnTo>
                  <a:lnTo>
                    <a:pt x="2596415" y="747455"/>
                  </a:lnTo>
                  <a:lnTo>
                    <a:pt x="2595215" y="747468"/>
                  </a:lnTo>
                  <a:lnTo>
                    <a:pt x="2593212" y="748286"/>
                  </a:lnTo>
                  <a:lnTo>
                    <a:pt x="2590208" y="751672"/>
                  </a:lnTo>
                  <a:lnTo>
                    <a:pt x="2589014" y="754356"/>
                  </a:lnTo>
                  <a:lnTo>
                    <a:pt x="2588562" y="754733"/>
                  </a:lnTo>
                  <a:lnTo>
                    <a:pt x="2579804" y="759043"/>
                  </a:lnTo>
                  <a:lnTo>
                    <a:pt x="2578787" y="759253"/>
                  </a:lnTo>
                  <a:lnTo>
                    <a:pt x="2573968" y="761582"/>
                  </a:lnTo>
                  <a:lnTo>
                    <a:pt x="2573068" y="763206"/>
                  </a:lnTo>
                  <a:lnTo>
                    <a:pt x="2572953" y="764666"/>
                  </a:lnTo>
                  <a:lnTo>
                    <a:pt x="2572443" y="765214"/>
                  </a:lnTo>
                  <a:lnTo>
                    <a:pt x="2571602" y="765341"/>
                  </a:lnTo>
                  <a:lnTo>
                    <a:pt x="2570847" y="766619"/>
                  </a:lnTo>
                  <a:lnTo>
                    <a:pt x="2570719" y="767782"/>
                  </a:lnTo>
                  <a:lnTo>
                    <a:pt x="2570157" y="768389"/>
                  </a:lnTo>
                  <a:lnTo>
                    <a:pt x="2569450" y="769947"/>
                  </a:lnTo>
                  <a:lnTo>
                    <a:pt x="2569326" y="771385"/>
                  </a:lnTo>
                  <a:lnTo>
                    <a:pt x="2567032" y="773152"/>
                  </a:lnTo>
                  <a:lnTo>
                    <a:pt x="2566338" y="773078"/>
                  </a:lnTo>
                  <a:lnTo>
                    <a:pt x="2565147" y="773538"/>
                  </a:lnTo>
                  <a:lnTo>
                    <a:pt x="2564931" y="774285"/>
                  </a:lnTo>
                  <a:lnTo>
                    <a:pt x="2564288" y="774831"/>
                  </a:lnTo>
                  <a:lnTo>
                    <a:pt x="2563911" y="775588"/>
                  </a:lnTo>
                  <a:lnTo>
                    <a:pt x="2563590" y="775689"/>
                  </a:lnTo>
                  <a:lnTo>
                    <a:pt x="2563642" y="777683"/>
                  </a:lnTo>
                  <a:lnTo>
                    <a:pt x="2562338" y="779104"/>
                  </a:lnTo>
                  <a:lnTo>
                    <a:pt x="2561445" y="780886"/>
                  </a:lnTo>
                  <a:lnTo>
                    <a:pt x="2559438" y="782339"/>
                  </a:lnTo>
                  <a:lnTo>
                    <a:pt x="2558866" y="782946"/>
                  </a:lnTo>
                  <a:lnTo>
                    <a:pt x="2558462" y="783878"/>
                  </a:lnTo>
                  <a:lnTo>
                    <a:pt x="2557246" y="784517"/>
                  </a:lnTo>
                  <a:lnTo>
                    <a:pt x="2557235" y="785085"/>
                  </a:lnTo>
                  <a:lnTo>
                    <a:pt x="2555694" y="787506"/>
                  </a:lnTo>
                  <a:lnTo>
                    <a:pt x="2555316" y="788778"/>
                  </a:lnTo>
                  <a:lnTo>
                    <a:pt x="2553865" y="789674"/>
                  </a:lnTo>
                  <a:lnTo>
                    <a:pt x="2552734" y="791327"/>
                  </a:lnTo>
                  <a:lnTo>
                    <a:pt x="2552333" y="791450"/>
                  </a:lnTo>
                  <a:lnTo>
                    <a:pt x="2552244" y="791808"/>
                  </a:lnTo>
                  <a:lnTo>
                    <a:pt x="2551840" y="792059"/>
                  </a:lnTo>
                  <a:lnTo>
                    <a:pt x="2551551" y="792946"/>
                  </a:lnTo>
                  <a:lnTo>
                    <a:pt x="2551109" y="793165"/>
                  </a:lnTo>
                  <a:lnTo>
                    <a:pt x="2551529" y="795272"/>
                  </a:lnTo>
                  <a:lnTo>
                    <a:pt x="2551278" y="796159"/>
                  </a:lnTo>
                  <a:lnTo>
                    <a:pt x="2551586" y="796446"/>
                  </a:lnTo>
                  <a:lnTo>
                    <a:pt x="2551067" y="797620"/>
                  </a:lnTo>
                  <a:lnTo>
                    <a:pt x="2550953" y="798694"/>
                  </a:lnTo>
                  <a:lnTo>
                    <a:pt x="2551302" y="798901"/>
                  </a:lnTo>
                  <a:lnTo>
                    <a:pt x="2551987" y="800310"/>
                  </a:lnTo>
                  <a:lnTo>
                    <a:pt x="2552941" y="801352"/>
                  </a:lnTo>
                  <a:lnTo>
                    <a:pt x="2552820" y="802544"/>
                  </a:lnTo>
                  <a:lnTo>
                    <a:pt x="2551683" y="804922"/>
                  </a:lnTo>
                  <a:lnTo>
                    <a:pt x="2550508" y="805340"/>
                  </a:lnTo>
                  <a:lnTo>
                    <a:pt x="2550526" y="805773"/>
                  </a:lnTo>
                  <a:lnTo>
                    <a:pt x="2550086" y="805890"/>
                  </a:lnTo>
                  <a:lnTo>
                    <a:pt x="2549384" y="806735"/>
                  </a:lnTo>
                  <a:lnTo>
                    <a:pt x="2549325" y="807405"/>
                  </a:lnTo>
                  <a:lnTo>
                    <a:pt x="2548947" y="808030"/>
                  </a:lnTo>
                  <a:lnTo>
                    <a:pt x="2548026" y="808560"/>
                  </a:lnTo>
                  <a:lnTo>
                    <a:pt x="2548017" y="809015"/>
                  </a:lnTo>
                  <a:lnTo>
                    <a:pt x="2547638" y="809153"/>
                  </a:lnTo>
                  <a:lnTo>
                    <a:pt x="2546245" y="810843"/>
                  </a:lnTo>
                  <a:lnTo>
                    <a:pt x="2545609" y="810982"/>
                  </a:lnTo>
                  <a:lnTo>
                    <a:pt x="2544988" y="811160"/>
                  </a:lnTo>
                  <a:lnTo>
                    <a:pt x="2544899" y="811894"/>
                  </a:lnTo>
                  <a:lnTo>
                    <a:pt x="2544082" y="812182"/>
                  </a:lnTo>
                  <a:lnTo>
                    <a:pt x="2543598" y="813202"/>
                  </a:lnTo>
                  <a:lnTo>
                    <a:pt x="2542863" y="813641"/>
                  </a:lnTo>
                  <a:lnTo>
                    <a:pt x="2542548" y="814206"/>
                  </a:lnTo>
                  <a:lnTo>
                    <a:pt x="2542823" y="815084"/>
                  </a:lnTo>
                  <a:lnTo>
                    <a:pt x="2542614" y="815661"/>
                  </a:lnTo>
                  <a:lnTo>
                    <a:pt x="2543209" y="816926"/>
                  </a:lnTo>
                  <a:lnTo>
                    <a:pt x="2542443" y="817888"/>
                  </a:lnTo>
                  <a:lnTo>
                    <a:pt x="2542610" y="818398"/>
                  </a:lnTo>
                  <a:lnTo>
                    <a:pt x="2542346" y="819160"/>
                  </a:lnTo>
                  <a:lnTo>
                    <a:pt x="2541522" y="819283"/>
                  </a:lnTo>
                  <a:lnTo>
                    <a:pt x="2541199" y="819563"/>
                  </a:lnTo>
                  <a:lnTo>
                    <a:pt x="2540802" y="820126"/>
                  </a:lnTo>
                  <a:lnTo>
                    <a:pt x="2541008" y="820600"/>
                  </a:lnTo>
                  <a:lnTo>
                    <a:pt x="2540689" y="821366"/>
                  </a:lnTo>
                  <a:lnTo>
                    <a:pt x="2539744" y="821881"/>
                  </a:lnTo>
                  <a:lnTo>
                    <a:pt x="2539447" y="822292"/>
                  </a:lnTo>
                  <a:lnTo>
                    <a:pt x="2538814" y="822474"/>
                  </a:lnTo>
                  <a:lnTo>
                    <a:pt x="2538702" y="823026"/>
                  </a:lnTo>
                  <a:lnTo>
                    <a:pt x="2537932" y="823491"/>
                  </a:lnTo>
                  <a:lnTo>
                    <a:pt x="2537475" y="823385"/>
                  </a:lnTo>
                  <a:lnTo>
                    <a:pt x="2535061" y="825035"/>
                  </a:lnTo>
                  <a:lnTo>
                    <a:pt x="2534557" y="823622"/>
                  </a:lnTo>
                  <a:lnTo>
                    <a:pt x="2532218" y="820443"/>
                  </a:lnTo>
                  <a:lnTo>
                    <a:pt x="2529757" y="813769"/>
                  </a:lnTo>
                  <a:lnTo>
                    <a:pt x="2529023" y="807430"/>
                  </a:lnTo>
                  <a:lnTo>
                    <a:pt x="2528676" y="801102"/>
                  </a:lnTo>
                  <a:lnTo>
                    <a:pt x="2527937" y="797861"/>
                  </a:lnTo>
                  <a:lnTo>
                    <a:pt x="2526511" y="793869"/>
                  </a:lnTo>
                  <a:lnTo>
                    <a:pt x="2525746" y="790688"/>
                  </a:lnTo>
                  <a:lnTo>
                    <a:pt x="2524293" y="787900"/>
                  </a:lnTo>
                  <a:lnTo>
                    <a:pt x="2521804" y="784759"/>
                  </a:lnTo>
                  <a:lnTo>
                    <a:pt x="2520753" y="783407"/>
                  </a:lnTo>
                  <a:lnTo>
                    <a:pt x="2519729" y="782697"/>
                  </a:lnTo>
                  <a:lnTo>
                    <a:pt x="2508088" y="775837"/>
                  </a:lnTo>
                  <a:lnTo>
                    <a:pt x="2506531" y="778692"/>
                  </a:lnTo>
                  <a:lnTo>
                    <a:pt x="2505307" y="780244"/>
                  </a:lnTo>
                  <a:lnTo>
                    <a:pt x="2504726" y="780783"/>
                  </a:lnTo>
                  <a:lnTo>
                    <a:pt x="2503962" y="780294"/>
                  </a:lnTo>
                  <a:lnTo>
                    <a:pt x="2502679" y="781768"/>
                  </a:lnTo>
                  <a:lnTo>
                    <a:pt x="2503385" y="782401"/>
                  </a:lnTo>
                  <a:lnTo>
                    <a:pt x="2499445" y="786787"/>
                  </a:lnTo>
                  <a:lnTo>
                    <a:pt x="2499725" y="787093"/>
                  </a:lnTo>
                  <a:lnTo>
                    <a:pt x="2495792" y="791004"/>
                  </a:lnTo>
                  <a:lnTo>
                    <a:pt x="2495498" y="790701"/>
                  </a:lnTo>
                  <a:lnTo>
                    <a:pt x="2494926" y="791267"/>
                  </a:lnTo>
                  <a:lnTo>
                    <a:pt x="2495397" y="791658"/>
                  </a:lnTo>
                  <a:lnTo>
                    <a:pt x="2492976" y="794129"/>
                  </a:lnTo>
                  <a:lnTo>
                    <a:pt x="2493639" y="794382"/>
                  </a:lnTo>
                  <a:lnTo>
                    <a:pt x="2493506" y="794798"/>
                  </a:lnTo>
                  <a:lnTo>
                    <a:pt x="2492090" y="796410"/>
                  </a:lnTo>
                  <a:lnTo>
                    <a:pt x="2491301" y="797071"/>
                  </a:lnTo>
                  <a:lnTo>
                    <a:pt x="2489062" y="795965"/>
                  </a:lnTo>
                  <a:lnTo>
                    <a:pt x="2488054" y="796197"/>
                  </a:lnTo>
                  <a:lnTo>
                    <a:pt x="2487427" y="796849"/>
                  </a:lnTo>
                  <a:lnTo>
                    <a:pt x="2486079" y="799343"/>
                  </a:lnTo>
                  <a:lnTo>
                    <a:pt x="2484776" y="800943"/>
                  </a:lnTo>
                  <a:lnTo>
                    <a:pt x="2484446" y="802379"/>
                  </a:lnTo>
                  <a:lnTo>
                    <a:pt x="2482806" y="802891"/>
                  </a:lnTo>
                  <a:lnTo>
                    <a:pt x="2481944" y="804020"/>
                  </a:lnTo>
                  <a:lnTo>
                    <a:pt x="2481235" y="803318"/>
                  </a:lnTo>
                  <a:lnTo>
                    <a:pt x="2480745" y="802140"/>
                  </a:lnTo>
                  <a:lnTo>
                    <a:pt x="2480004" y="801159"/>
                  </a:lnTo>
                  <a:lnTo>
                    <a:pt x="2479075" y="799481"/>
                  </a:lnTo>
                  <a:lnTo>
                    <a:pt x="2478963" y="798585"/>
                  </a:lnTo>
                  <a:lnTo>
                    <a:pt x="2478575" y="797958"/>
                  </a:lnTo>
                  <a:lnTo>
                    <a:pt x="2477728" y="797566"/>
                  </a:lnTo>
                  <a:lnTo>
                    <a:pt x="2477196" y="797615"/>
                  </a:lnTo>
                  <a:lnTo>
                    <a:pt x="2476117" y="796671"/>
                  </a:lnTo>
                  <a:lnTo>
                    <a:pt x="2474542" y="796136"/>
                  </a:lnTo>
                  <a:lnTo>
                    <a:pt x="2474004" y="796187"/>
                  </a:lnTo>
                  <a:lnTo>
                    <a:pt x="2472606" y="795396"/>
                  </a:lnTo>
                  <a:lnTo>
                    <a:pt x="2472595" y="796812"/>
                  </a:lnTo>
                  <a:lnTo>
                    <a:pt x="2471834" y="797730"/>
                  </a:lnTo>
                  <a:lnTo>
                    <a:pt x="2471484" y="798683"/>
                  </a:lnTo>
                  <a:lnTo>
                    <a:pt x="2470818" y="799300"/>
                  </a:lnTo>
                  <a:lnTo>
                    <a:pt x="2470533" y="800025"/>
                  </a:lnTo>
                  <a:lnTo>
                    <a:pt x="2470197" y="801025"/>
                  </a:lnTo>
                  <a:lnTo>
                    <a:pt x="2470069" y="802800"/>
                  </a:lnTo>
                  <a:lnTo>
                    <a:pt x="2470912" y="803894"/>
                  </a:lnTo>
                  <a:lnTo>
                    <a:pt x="2471421" y="806247"/>
                  </a:lnTo>
                  <a:lnTo>
                    <a:pt x="2471486" y="808707"/>
                  </a:lnTo>
                  <a:lnTo>
                    <a:pt x="2472657" y="811083"/>
                  </a:lnTo>
                  <a:lnTo>
                    <a:pt x="2472534" y="813831"/>
                  </a:lnTo>
                  <a:lnTo>
                    <a:pt x="2471842" y="818044"/>
                  </a:lnTo>
                  <a:lnTo>
                    <a:pt x="2472465" y="818886"/>
                  </a:lnTo>
                  <a:lnTo>
                    <a:pt x="2473251" y="820787"/>
                  </a:lnTo>
                  <a:lnTo>
                    <a:pt x="2473942" y="821000"/>
                  </a:lnTo>
                  <a:lnTo>
                    <a:pt x="2473356" y="823378"/>
                  </a:lnTo>
                  <a:lnTo>
                    <a:pt x="2468859" y="825609"/>
                  </a:lnTo>
                  <a:lnTo>
                    <a:pt x="2466271" y="820618"/>
                  </a:lnTo>
                  <a:lnTo>
                    <a:pt x="2465109" y="819371"/>
                  </a:lnTo>
                  <a:lnTo>
                    <a:pt x="2463553" y="818997"/>
                  </a:lnTo>
                  <a:lnTo>
                    <a:pt x="2463144" y="818689"/>
                  </a:lnTo>
                  <a:lnTo>
                    <a:pt x="2462980" y="818651"/>
                  </a:lnTo>
                  <a:lnTo>
                    <a:pt x="2462948" y="819731"/>
                  </a:lnTo>
                  <a:lnTo>
                    <a:pt x="2463216" y="820779"/>
                  </a:lnTo>
                  <a:lnTo>
                    <a:pt x="2462896" y="821990"/>
                  </a:lnTo>
                  <a:lnTo>
                    <a:pt x="2462319" y="821811"/>
                  </a:lnTo>
                  <a:lnTo>
                    <a:pt x="2460595" y="822397"/>
                  </a:lnTo>
                  <a:lnTo>
                    <a:pt x="2459982" y="822168"/>
                  </a:lnTo>
                  <a:lnTo>
                    <a:pt x="2458533" y="820916"/>
                  </a:lnTo>
                  <a:lnTo>
                    <a:pt x="2457444" y="820726"/>
                  </a:lnTo>
                  <a:lnTo>
                    <a:pt x="2455822" y="820817"/>
                  </a:lnTo>
                  <a:lnTo>
                    <a:pt x="2454364" y="820596"/>
                  </a:lnTo>
                  <a:lnTo>
                    <a:pt x="2452994" y="821213"/>
                  </a:lnTo>
                  <a:lnTo>
                    <a:pt x="2453302" y="819582"/>
                  </a:lnTo>
                  <a:lnTo>
                    <a:pt x="2452535" y="817601"/>
                  </a:lnTo>
                  <a:lnTo>
                    <a:pt x="2451823" y="816576"/>
                  </a:lnTo>
                  <a:lnTo>
                    <a:pt x="2451196" y="816819"/>
                  </a:lnTo>
                  <a:lnTo>
                    <a:pt x="2450223" y="816358"/>
                  </a:lnTo>
                  <a:lnTo>
                    <a:pt x="2449413" y="814749"/>
                  </a:lnTo>
                  <a:lnTo>
                    <a:pt x="2448158" y="813919"/>
                  </a:lnTo>
                  <a:lnTo>
                    <a:pt x="2448249" y="812891"/>
                  </a:lnTo>
                  <a:lnTo>
                    <a:pt x="2449027" y="811960"/>
                  </a:lnTo>
                  <a:lnTo>
                    <a:pt x="2448869" y="809938"/>
                  </a:lnTo>
                  <a:lnTo>
                    <a:pt x="2447225" y="810458"/>
                  </a:lnTo>
                  <a:lnTo>
                    <a:pt x="2444573" y="812898"/>
                  </a:lnTo>
                  <a:lnTo>
                    <a:pt x="2443907" y="812994"/>
                  </a:lnTo>
                  <a:lnTo>
                    <a:pt x="2441547" y="812119"/>
                  </a:lnTo>
                  <a:lnTo>
                    <a:pt x="2439386" y="810895"/>
                  </a:lnTo>
                  <a:lnTo>
                    <a:pt x="2437485" y="810259"/>
                  </a:lnTo>
                  <a:lnTo>
                    <a:pt x="2436706" y="809167"/>
                  </a:lnTo>
                  <a:lnTo>
                    <a:pt x="2435959" y="809417"/>
                  </a:lnTo>
                  <a:lnTo>
                    <a:pt x="2433197" y="809110"/>
                  </a:lnTo>
                  <a:lnTo>
                    <a:pt x="2431627" y="809527"/>
                  </a:lnTo>
                  <a:lnTo>
                    <a:pt x="2430935" y="810081"/>
                  </a:lnTo>
                  <a:lnTo>
                    <a:pt x="2430792" y="810726"/>
                  </a:lnTo>
                  <a:lnTo>
                    <a:pt x="2428862" y="811016"/>
                  </a:lnTo>
                  <a:lnTo>
                    <a:pt x="2426979" y="811590"/>
                  </a:lnTo>
                  <a:lnTo>
                    <a:pt x="2425635" y="811632"/>
                  </a:lnTo>
                  <a:lnTo>
                    <a:pt x="2426484" y="812490"/>
                  </a:lnTo>
                  <a:lnTo>
                    <a:pt x="2426366" y="813940"/>
                  </a:lnTo>
                  <a:lnTo>
                    <a:pt x="2425995" y="814845"/>
                  </a:lnTo>
                  <a:lnTo>
                    <a:pt x="2425220" y="815268"/>
                  </a:lnTo>
                  <a:lnTo>
                    <a:pt x="2425020" y="816026"/>
                  </a:lnTo>
                  <a:lnTo>
                    <a:pt x="2424640" y="816338"/>
                  </a:lnTo>
                  <a:lnTo>
                    <a:pt x="2423589" y="816596"/>
                  </a:lnTo>
                  <a:lnTo>
                    <a:pt x="2422749" y="816271"/>
                  </a:lnTo>
                  <a:lnTo>
                    <a:pt x="2421647" y="816493"/>
                  </a:lnTo>
                  <a:lnTo>
                    <a:pt x="2419678" y="816273"/>
                  </a:lnTo>
                  <a:lnTo>
                    <a:pt x="2419050" y="816577"/>
                  </a:lnTo>
                  <a:lnTo>
                    <a:pt x="2418829" y="817400"/>
                  </a:lnTo>
                  <a:lnTo>
                    <a:pt x="2418441" y="817692"/>
                  </a:lnTo>
                  <a:lnTo>
                    <a:pt x="2417605" y="817379"/>
                  </a:lnTo>
                  <a:lnTo>
                    <a:pt x="2415691" y="818163"/>
                  </a:lnTo>
                  <a:lnTo>
                    <a:pt x="2414919" y="819416"/>
                  </a:lnTo>
                  <a:lnTo>
                    <a:pt x="2412326" y="822278"/>
                  </a:lnTo>
                  <a:lnTo>
                    <a:pt x="2412057" y="822778"/>
                  </a:lnTo>
                  <a:lnTo>
                    <a:pt x="2412085" y="823625"/>
                  </a:lnTo>
                  <a:lnTo>
                    <a:pt x="2411541" y="824519"/>
                  </a:lnTo>
                  <a:lnTo>
                    <a:pt x="2411535" y="825026"/>
                  </a:lnTo>
                  <a:lnTo>
                    <a:pt x="2411921" y="825577"/>
                  </a:lnTo>
                  <a:lnTo>
                    <a:pt x="2411451" y="826260"/>
                  </a:lnTo>
                  <a:lnTo>
                    <a:pt x="2411620" y="829011"/>
                  </a:lnTo>
                  <a:lnTo>
                    <a:pt x="2412325" y="830222"/>
                  </a:lnTo>
                  <a:lnTo>
                    <a:pt x="2412737" y="830493"/>
                  </a:lnTo>
                  <a:lnTo>
                    <a:pt x="2412643" y="831812"/>
                  </a:lnTo>
                  <a:lnTo>
                    <a:pt x="2411898" y="833341"/>
                  </a:lnTo>
                  <a:lnTo>
                    <a:pt x="2412083" y="833863"/>
                  </a:lnTo>
                  <a:lnTo>
                    <a:pt x="2411760" y="835001"/>
                  </a:lnTo>
                  <a:lnTo>
                    <a:pt x="2410407" y="837703"/>
                  </a:lnTo>
                  <a:lnTo>
                    <a:pt x="2409952" y="838107"/>
                  </a:lnTo>
                  <a:lnTo>
                    <a:pt x="2410037" y="838780"/>
                  </a:lnTo>
                  <a:lnTo>
                    <a:pt x="2409775" y="839793"/>
                  </a:lnTo>
                  <a:lnTo>
                    <a:pt x="2409924" y="840429"/>
                  </a:lnTo>
                  <a:lnTo>
                    <a:pt x="2408769" y="839956"/>
                  </a:lnTo>
                  <a:lnTo>
                    <a:pt x="2407162" y="839908"/>
                  </a:lnTo>
                  <a:lnTo>
                    <a:pt x="2406286" y="839571"/>
                  </a:lnTo>
                  <a:lnTo>
                    <a:pt x="2402471" y="840952"/>
                  </a:lnTo>
                  <a:lnTo>
                    <a:pt x="2400933" y="842443"/>
                  </a:lnTo>
                  <a:lnTo>
                    <a:pt x="2401581" y="843432"/>
                  </a:lnTo>
                  <a:lnTo>
                    <a:pt x="2401190" y="845258"/>
                  </a:lnTo>
                  <a:lnTo>
                    <a:pt x="2401000" y="847776"/>
                  </a:lnTo>
                  <a:lnTo>
                    <a:pt x="2400349" y="849281"/>
                  </a:lnTo>
                  <a:lnTo>
                    <a:pt x="2400336" y="850972"/>
                  </a:lnTo>
                  <a:lnTo>
                    <a:pt x="2400698" y="851045"/>
                  </a:lnTo>
                  <a:lnTo>
                    <a:pt x="2399146" y="854066"/>
                  </a:lnTo>
                  <a:lnTo>
                    <a:pt x="2398229" y="854874"/>
                  </a:lnTo>
                  <a:lnTo>
                    <a:pt x="2397183" y="856647"/>
                  </a:lnTo>
                  <a:lnTo>
                    <a:pt x="2396145" y="858519"/>
                  </a:lnTo>
                  <a:lnTo>
                    <a:pt x="2396358" y="860828"/>
                  </a:lnTo>
                  <a:lnTo>
                    <a:pt x="2393666" y="861286"/>
                  </a:lnTo>
                  <a:lnTo>
                    <a:pt x="2393440" y="861618"/>
                  </a:lnTo>
                  <a:lnTo>
                    <a:pt x="2392146" y="862196"/>
                  </a:lnTo>
                  <a:lnTo>
                    <a:pt x="2387416" y="866675"/>
                  </a:lnTo>
                  <a:lnTo>
                    <a:pt x="2387333" y="867869"/>
                  </a:lnTo>
                  <a:lnTo>
                    <a:pt x="2387553" y="868633"/>
                  </a:lnTo>
                  <a:lnTo>
                    <a:pt x="2386673" y="869452"/>
                  </a:lnTo>
                  <a:lnTo>
                    <a:pt x="2384893" y="872416"/>
                  </a:lnTo>
                  <a:lnTo>
                    <a:pt x="2383698" y="873574"/>
                  </a:lnTo>
                  <a:lnTo>
                    <a:pt x="2383534" y="874634"/>
                  </a:lnTo>
                  <a:lnTo>
                    <a:pt x="2383014" y="875265"/>
                  </a:lnTo>
                  <a:lnTo>
                    <a:pt x="2383309" y="875941"/>
                  </a:lnTo>
                  <a:lnTo>
                    <a:pt x="2381344" y="879474"/>
                  </a:lnTo>
                  <a:lnTo>
                    <a:pt x="2381280" y="881197"/>
                  </a:lnTo>
                  <a:lnTo>
                    <a:pt x="2382308" y="881647"/>
                  </a:lnTo>
                  <a:lnTo>
                    <a:pt x="2382378" y="882084"/>
                  </a:lnTo>
                  <a:lnTo>
                    <a:pt x="2382894" y="882240"/>
                  </a:lnTo>
                  <a:lnTo>
                    <a:pt x="2383542" y="883224"/>
                  </a:lnTo>
                  <a:lnTo>
                    <a:pt x="2383509" y="883762"/>
                  </a:lnTo>
                  <a:lnTo>
                    <a:pt x="2383897" y="883931"/>
                  </a:lnTo>
                  <a:lnTo>
                    <a:pt x="2383806" y="884481"/>
                  </a:lnTo>
                  <a:lnTo>
                    <a:pt x="2383181" y="884733"/>
                  </a:lnTo>
                  <a:lnTo>
                    <a:pt x="2381951" y="883826"/>
                  </a:lnTo>
                  <a:lnTo>
                    <a:pt x="2381276" y="883806"/>
                  </a:lnTo>
                  <a:lnTo>
                    <a:pt x="2379583" y="884822"/>
                  </a:lnTo>
                  <a:lnTo>
                    <a:pt x="2378732" y="885914"/>
                  </a:lnTo>
                  <a:lnTo>
                    <a:pt x="2377702" y="888855"/>
                  </a:lnTo>
                  <a:lnTo>
                    <a:pt x="2377835" y="889329"/>
                  </a:lnTo>
                  <a:lnTo>
                    <a:pt x="2379880" y="891613"/>
                  </a:lnTo>
                  <a:lnTo>
                    <a:pt x="2380729" y="892035"/>
                  </a:lnTo>
                  <a:lnTo>
                    <a:pt x="2381051" y="892621"/>
                  </a:lnTo>
                  <a:lnTo>
                    <a:pt x="2381428" y="894377"/>
                  </a:lnTo>
                  <a:lnTo>
                    <a:pt x="2381059" y="894687"/>
                  </a:lnTo>
                  <a:lnTo>
                    <a:pt x="2381772" y="896028"/>
                  </a:lnTo>
                  <a:lnTo>
                    <a:pt x="2381694" y="896941"/>
                  </a:lnTo>
                  <a:lnTo>
                    <a:pt x="2381100" y="897732"/>
                  </a:lnTo>
                  <a:lnTo>
                    <a:pt x="2380318" y="900536"/>
                  </a:lnTo>
                  <a:lnTo>
                    <a:pt x="2379250" y="901834"/>
                  </a:lnTo>
                  <a:lnTo>
                    <a:pt x="2378584" y="903401"/>
                  </a:lnTo>
                  <a:lnTo>
                    <a:pt x="2377804" y="904086"/>
                  </a:lnTo>
                  <a:lnTo>
                    <a:pt x="2377723" y="904593"/>
                  </a:lnTo>
                  <a:lnTo>
                    <a:pt x="2378121" y="906255"/>
                  </a:lnTo>
                  <a:lnTo>
                    <a:pt x="2377031" y="906617"/>
                  </a:lnTo>
                  <a:lnTo>
                    <a:pt x="2376504" y="907632"/>
                  </a:lnTo>
                  <a:lnTo>
                    <a:pt x="2375290" y="908032"/>
                  </a:lnTo>
                  <a:lnTo>
                    <a:pt x="2375724" y="912213"/>
                  </a:lnTo>
                  <a:lnTo>
                    <a:pt x="2375583" y="912436"/>
                  </a:lnTo>
                  <a:lnTo>
                    <a:pt x="2375377" y="912317"/>
                  </a:lnTo>
                  <a:lnTo>
                    <a:pt x="2375412" y="912564"/>
                  </a:lnTo>
                  <a:lnTo>
                    <a:pt x="2374675" y="913184"/>
                  </a:lnTo>
                  <a:lnTo>
                    <a:pt x="2373339" y="912956"/>
                  </a:lnTo>
                  <a:lnTo>
                    <a:pt x="2373696" y="912314"/>
                  </a:lnTo>
                  <a:lnTo>
                    <a:pt x="2372224" y="912183"/>
                  </a:lnTo>
                  <a:lnTo>
                    <a:pt x="2371738" y="912776"/>
                  </a:lnTo>
                  <a:lnTo>
                    <a:pt x="2370683" y="913422"/>
                  </a:lnTo>
                  <a:lnTo>
                    <a:pt x="2368910" y="913107"/>
                  </a:lnTo>
                  <a:lnTo>
                    <a:pt x="2368924" y="914207"/>
                  </a:lnTo>
                  <a:lnTo>
                    <a:pt x="2368059" y="915308"/>
                  </a:lnTo>
                  <a:lnTo>
                    <a:pt x="2368400" y="916782"/>
                  </a:lnTo>
                  <a:lnTo>
                    <a:pt x="2365675" y="916576"/>
                  </a:lnTo>
                  <a:lnTo>
                    <a:pt x="2365841" y="917950"/>
                  </a:lnTo>
                  <a:lnTo>
                    <a:pt x="2365528" y="918670"/>
                  </a:lnTo>
                  <a:lnTo>
                    <a:pt x="2365727" y="920822"/>
                  </a:lnTo>
                  <a:lnTo>
                    <a:pt x="2367017" y="921407"/>
                  </a:lnTo>
                  <a:lnTo>
                    <a:pt x="2369039" y="921357"/>
                  </a:lnTo>
                  <a:lnTo>
                    <a:pt x="2370909" y="922273"/>
                  </a:lnTo>
                  <a:lnTo>
                    <a:pt x="2371870" y="922948"/>
                  </a:lnTo>
                  <a:lnTo>
                    <a:pt x="2372571" y="924443"/>
                  </a:lnTo>
                  <a:lnTo>
                    <a:pt x="2373103" y="924806"/>
                  </a:lnTo>
                  <a:lnTo>
                    <a:pt x="2373872" y="926060"/>
                  </a:lnTo>
                  <a:lnTo>
                    <a:pt x="2375023" y="926819"/>
                  </a:lnTo>
                  <a:lnTo>
                    <a:pt x="2375533" y="926870"/>
                  </a:lnTo>
                  <a:lnTo>
                    <a:pt x="2374626" y="928130"/>
                  </a:lnTo>
                  <a:lnTo>
                    <a:pt x="2373362" y="928115"/>
                  </a:lnTo>
                  <a:lnTo>
                    <a:pt x="2371497" y="929409"/>
                  </a:lnTo>
                  <a:lnTo>
                    <a:pt x="2369799" y="931075"/>
                  </a:lnTo>
                  <a:lnTo>
                    <a:pt x="2369318" y="931970"/>
                  </a:lnTo>
                  <a:lnTo>
                    <a:pt x="2368845" y="932225"/>
                  </a:lnTo>
                  <a:lnTo>
                    <a:pt x="2367497" y="932434"/>
                  </a:lnTo>
                  <a:lnTo>
                    <a:pt x="2366427" y="931750"/>
                  </a:lnTo>
                  <a:lnTo>
                    <a:pt x="2365701" y="933612"/>
                  </a:lnTo>
                  <a:lnTo>
                    <a:pt x="2365692" y="934633"/>
                  </a:lnTo>
                  <a:lnTo>
                    <a:pt x="2365947" y="935619"/>
                  </a:lnTo>
                  <a:lnTo>
                    <a:pt x="2365617" y="936727"/>
                  </a:lnTo>
                  <a:lnTo>
                    <a:pt x="2365741" y="938347"/>
                  </a:lnTo>
                  <a:lnTo>
                    <a:pt x="2367056" y="940904"/>
                  </a:lnTo>
                  <a:lnTo>
                    <a:pt x="2368514" y="941964"/>
                  </a:lnTo>
                  <a:lnTo>
                    <a:pt x="2367655" y="943381"/>
                  </a:lnTo>
                  <a:lnTo>
                    <a:pt x="2366964" y="943723"/>
                  </a:lnTo>
                  <a:lnTo>
                    <a:pt x="2365681" y="946202"/>
                  </a:lnTo>
                  <a:lnTo>
                    <a:pt x="2365480" y="947269"/>
                  </a:lnTo>
                  <a:lnTo>
                    <a:pt x="2365608" y="948903"/>
                  </a:lnTo>
                  <a:lnTo>
                    <a:pt x="2365199" y="950477"/>
                  </a:lnTo>
                  <a:lnTo>
                    <a:pt x="2363109" y="952561"/>
                  </a:lnTo>
                  <a:lnTo>
                    <a:pt x="2360886" y="953955"/>
                  </a:lnTo>
                  <a:lnTo>
                    <a:pt x="2360409" y="954729"/>
                  </a:lnTo>
                  <a:lnTo>
                    <a:pt x="2360618" y="956881"/>
                  </a:lnTo>
                  <a:lnTo>
                    <a:pt x="2361063" y="957597"/>
                  </a:lnTo>
                  <a:lnTo>
                    <a:pt x="2362371" y="958596"/>
                  </a:lnTo>
                  <a:lnTo>
                    <a:pt x="2361607" y="959644"/>
                  </a:lnTo>
                  <a:lnTo>
                    <a:pt x="2361290" y="961162"/>
                  </a:lnTo>
                  <a:lnTo>
                    <a:pt x="2361505" y="961696"/>
                  </a:lnTo>
                  <a:lnTo>
                    <a:pt x="2361134" y="962072"/>
                  </a:lnTo>
                  <a:lnTo>
                    <a:pt x="2361662" y="964050"/>
                  </a:lnTo>
                  <a:lnTo>
                    <a:pt x="2361328" y="965168"/>
                  </a:lnTo>
                  <a:lnTo>
                    <a:pt x="2362383" y="968274"/>
                  </a:lnTo>
                  <a:lnTo>
                    <a:pt x="2362243" y="970425"/>
                  </a:lnTo>
                  <a:lnTo>
                    <a:pt x="2362557" y="972000"/>
                  </a:lnTo>
                  <a:lnTo>
                    <a:pt x="2362196" y="972683"/>
                  </a:lnTo>
                  <a:lnTo>
                    <a:pt x="2362322" y="973391"/>
                  </a:lnTo>
                  <a:lnTo>
                    <a:pt x="2361922" y="974656"/>
                  </a:lnTo>
                  <a:lnTo>
                    <a:pt x="2360515" y="975152"/>
                  </a:lnTo>
                  <a:lnTo>
                    <a:pt x="2359984" y="975120"/>
                  </a:lnTo>
                  <a:lnTo>
                    <a:pt x="2359497" y="975637"/>
                  </a:lnTo>
                  <a:lnTo>
                    <a:pt x="2357580" y="976686"/>
                  </a:lnTo>
                  <a:lnTo>
                    <a:pt x="2356624" y="976705"/>
                  </a:lnTo>
                  <a:lnTo>
                    <a:pt x="2355606" y="976357"/>
                  </a:lnTo>
                  <a:lnTo>
                    <a:pt x="2354603" y="976705"/>
                  </a:lnTo>
                  <a:lnTo>
                    <a:pt x="2354411" y="977201"/>
                  </a:lnTo>
                  <a:lnTo>
                    <a:pt x="2354051" y="977378"/>
                  </a:lnTo>
                  <a:lnTo>
                    <a:pt x="2352993" y="977230"/>
                  </a:lnTo>
                  <a:lnTo>
                    <a:pt x="2352206" y="977490"/>
                  </a:lnTo>
                  <a:lnTo>
                    <a:pt x="2350880" y="977402"/>
                  </a:lnTo>
                  <a:lnTo>
                    <a:pt x="2348168" y="977790"/>
                  </a:lnTo>
                  <a:lnTo>
                    <a:pt x="2347399" y="978545"/>
                  </a:lnTo>
                  <a:lnTo>
                    <a:pt x="2344106" y="980519"/>
                  </a:lnTo>
                  <a:lnTo>
                    <a:pt x="2343259" y="981457"/>
                  </a:lnTo>
                  <a:lnTo>
                    <a:pt x="2340990" y="982745"/>
                  </a:lnTo>
                  <a:lnTo>
                    <a:pt x="2340381" y="983402"/>
                  </a:lnTo>
                  <a:lnTo>
                    <a:pt x="2335712" y="984445"/>
                  </a:lnTo>
                  <a:lnTo>
                    <a:pt x="2333153" y="986438"/>
                  </a:lnTo>
                  <a:lnTo>
                    <a:pt x="2332188" y="986869"/>
                  </a:lnTo>
                  <a:lnTo>
                    <a:pt x="2331671" y="987690"/>
                  </a:lnTo>
                  <a:lnTo>
                    <a:pt x="2330879" y="987931"/>
                  </a:lnTo>
                  <a:lnTo>
                    <a:pt x="2329672" y="988991"/>
                  </a:lnTo>
                  <a:lnTo>
                    <a:pt x="2326480" y="990309"/>
                  </a:lnTo>
                  <a:lnTo>
                    <a:pt x="2325898" y="991068"/>
                  </a:lnTo>
                  <a:lnTo>
                    <a:pt x="2324692" y="991081"/>
                  </a:lnTo>
                  <a:lnTo>
                    <a:pt x="2324356" y="990794"/>
                  </a:lnTo>
                  <a:lnTo>
                    <a:pt x="2323613" y="989889"/>
                  </a:lnTo>
                  <a:lnTo>
                    <a:pt x="2323202" y="988643"/>
                  </a:lnTo>
                  <a:lnTo>
                    <a:pt x="2322007" y="988522"/>
                  </a:lnTo>
                  <a:lnTo>
                    <a:pt x="2321585" y="988715"/>
                  </a:lnTo>
                  <a:lnTo>
                    <a:pt x="2320852" y="988062"/>
                  </a:lnTo>
                  <a:lnTo>
                    <a:pt x="2320107" y="988952"/>
                  </a:lnTo>
                  <a:lnTo>
                    <a:pt x="2319870" y="989870"/>
                  </a:lnTo>
                  <a:lnTo>
                    <a:pt x="2319627" y="989718"/>
                  </a:lnTo>
                  <a:lnTo>
                    <a:pt x="2318847" y="988078"/>
                  </a:lnTo>
                  <a:lnTo>
                    <a:pt x="2316930" y="985555"/>
                  </a:lnTo>
                  <a:lnTo>
                    <a:pt x="2316258" y="983128"/>
                  </a:lnTo>
                  <a:lnTo>
                    <a:pt x="2314470" y="983385"/>
                  </a:lnTo>
                  <a:lnTo>
                    <a:pt x="2312060" y="984334"/>
                  </a:lnTo>
                  <a:lnTo>
                    <a:pt x="2310436" y="983818"/>
                  </a:lnTo>
                  <a:lnTo>
                    <a:pt x="2307563" y="983310"/>
                  </a:lnTo>
                  <a:lnTo>
                    <a:pt x="2303719" y="983754"/>
                  </a:lnTo>
                  <a:lnTo>
                    <a:pt x="2301488" y="984209"/>
                  </a:lnTo>
                  <a:lnTo>
                    <a:pt x="2301184" y="984473"/>
                  </a:lnTo>
                  <a:lnTo>
                    <a:pt x="2299358" y="984373"/>
                  </a:lnTo>
                  <a:lnTo>
                    <a:pt x="2298973" y="983806"/>
                  </a:lnTo>
                  <a:lnTo>
                    <a:pt x="2297844" y="983577"/>
                  </a:lnTo>
                  <a:lnTo>
                    <a:pt x="2296815" y="983734"/>
                  </a:lnTo>
                  <a:lnTo>
                    <a:pt x="2296530" y="984289"/>
                  </a:lnTo>
                  <a:lnTo>
                    <a:pt x="2292924" y="987874"/>
                  </a:lnTo>
                  <a:lnTo>
                    <a:pt x="2290280" y="989737"/>
                  </a:lnTo>
                  <a:lnTo>
                    <a:pt x="2287762" y="992006"/>
                  </a:lnTo>
                  <a:lnTo>
                    <a:pt x="2285230" y="994808"/>
                  </a:lnTo>
                  <a:lnTo>
                    <a:pt x="2283831" y="992162"/>
                  </a:lnTo>
                  <a:lnTo>
                    <a:pt x="2283985" y="989787"/>
                  </a:lnTo>
                  <a:lnTo>
                    <a:pt x="2282703" y="989341"/>
                  </a:lnTo>
                  <a:lnTo>
                    <a:pt x="2282618" y="988110"/>
                  </a:lnTo>
                  <a:lnTo>
                    <a:pt x="2281548" y="985924"/>
                  </a:lnTo>
                  <a:lnTo>
                    <a:pt x="2280011" y="985557"/>
                  </a:lnTo>
                  <a:lnTo>
                    <a:pt x="2277277" y="982891"/>
                  </a:lnTo>
                  <a:lnTo>
                    <a:pt x="2275893" y="983691"/>
                  </a:lnTo>
                  <a:lnTo>
                    <a:pt x="2274846" y="985027"/>
                  </a:lnTo>
                  <a:lnTo>
                    <a:pt x="2273385" y="986276"/>
                  </a:lnTo>
                  <a:lnTo>
                    <a:pt x="2273054" y="987512"/>
                  </a:lnTo>
                  <a:lnTo>
                    <a:pt x="2272485" y="988416"/>
                  </a:lnTo>
                  <a:lnTo>
                    <a:pt x="2272604" y="989730"/>
                  </a:lnTo>
                  <a:lnTo>
                    <a:pt x="2271963" y="992679"/>
                  </a:lnTo>
                  <a:lnTo>
                    <a:pt x="2270772" y="995215"/>
                  </a:lnTo>
                  <a:lnTo>
                    <a:pt x="2269609" y="997277"/>
                  </a:lnTo>
                  <a:lnTo>
                    <a:pt x="2268577" y="998175"/>
                  </a:lnTo>
                  <a:lnTo>
                    <a:pt x="2267912" y="999262"/>
                  </a:lnTo>
                  <a:lnTo>
                    <a:pt x="2266322" y="1001020"/>
                  </a:lnTo>
                  <a:lnTo>
                    <a:pt x="2265891" y="1002159"/>
                  </a:lnTo>
                  <a:lnTo>
                    <a:pt x="2266197" y="1002769"/>
                  </a:lnTo>
                  <a:lnTo>
                    <a:pt x="2265893" y="1003444"/>
                  </a:lnTo>
                  <a:lnTo>
                    <a:pt x="2265121" y="1004140"/>
                  </a:lnTo>
                  <a:lnTo>
                    <a:pt x="2264742" y="1004873"/>
                  </a:lnTo>
                  <a:lnTo>
                    <a:pt x="2264159" y="1005122"/>
                  </a:lnTo>
                  <a:lnTo>
                    <a:pt x="2263785" y="1005662"/>
                  </a:lnTo>
                  <a:lnTo>
                    <a:pt x="2263590" y="1006763"/>
                  </a:lnTo>
                  <a:lnTo>
                    <a:pt x="2263002" y="1005603"/>
                  </a:lnTo>
                  <a:lnTo>
                    <a:pt x="2263225" y="1003924"/>
                  </a:lnTo>
                  <a:lnTo>
                    <a:pt x="2262755" y="1002879"/>
                  </a:lnTo>
                  <a:lnTo>
                    <a:pt x="2260386" y="1001125"/>
                  </a:lnTo>
                  <a:lnTo>
                    <a:pt x="2259696" y="1000265"/>
                  </a:lnTo>
                  <a:lnTo>
                    <a:pt x="2257794" y="996572"/>
                  </a:lnTo>
                  <a:lnTo>
                    <a:pt x="2256179" y="994342"/>
                  </a:lnTo>
                  <a:lnTo>
                    <a:pt x="2254597" y="994151"/>
                  </a:lnTo>
                  <a:lnTo>
                    <a:pt x="2253823" y="993782"/>
                  </a:lnTo>
                  <a:lnTo>
                    <a:pt x="2253634" y="993441"/>
                  </a:lnTo>
                  <a:lnTo>
                    <a:pt x="2252354" y="993524"/>
                  </a:lnTo>
                  <a:lnTo>
                    <a:pt x="2251613" y="992895"/>
                  </a:lnTo>
                  <a:lnTo>
                    <a:pt x="2248349" y="991741"/>
                  </a:lnTo>
                  <a:lnTo>
                    <a:pt x="2246860" y="999752"/>
                  </a:lnTo>
                  <a:lnTo>
                    <a:pt x="2246249" y="1000366"/>
                  </a:lnTo>
                  <a:lnTo>
                    <a:pt x="2244918" y="1002778"/>
                  </a:lnTo>
                  <a:lnTo>
                    <a:pt x="2243977" y="1003412"/>
                  </a:lnTo>
                  <a:lnTo>
                    <a:pt x="2244733" y="1004130"/>
                  </a:lnTo>
                  <a:lnTo>
                    <a:pt x="2245205" y="1004950"/>
                  </a:lnTo>
                  <a:lnTo>
                    <a:pt x="2245306" y="1008585"/>
                  </a:lnTo>
                  <a:lnTo>
                    <a:pt x="2244896" y="1011972"/>
                  </a:lnTo>
                  <a:lnTo>
                    <a:pt x="2244205" y="1014352"/>
                  </a:lnTo>
                  <a:lnTo>
                    <a:pt x="2244210" y="1014986"/>
                  </a:lnTo>
                  <a:lnTo>
                    <a:pt x="2243354" y="1017072"/>
                  </a:lnTo>
                  <a:lnTo>
                    <a:pt x="2242812" y="1022167"/>
                  </a:lnTo>
                  <a:lnTo>
                    <a:pt x="2242399" y="1022436"/>
                  </a:lnTo>
                  <a:lnTo>
                    <a:pt x="2237630" y="1023363"/>
                  </a:lnTo>
                  <a:lnTo>
                    <a:pt x="2235029" y="1023001"/>
                  </a:lnTo>
                  <a:lnTo>
                    <a:pt x="2234876" y="1024775"/>
                  </a:lnTo>
                  <a:lnTo>
                    <a:pt x="2234281" y="1026620"/>
                  </a:lnTo>
                  <a:lnTo>
                    <a:pt x="2233080" y="1028324"/>
                  </a:lnTo>
                  <a:lnTo>
                    <a:pt x="2232490" y="1029714"/>
                  </a:lnTo>
                  <a:lnTo>
                    <a:pt x="2231678" y="1030368"/>
                  </a:lnTo>
                  <a:lnTo>
                    <a:pt x="2230203" y="1032524"/>
                  </a:lnTo>
                  <a:lnTo>
                    <a:pt x="2232484" y="1036066"/>
                  </a:lnTo>
                  <a:lnTo>
                    <a:pt x="2233812" y="1036366"/>
                  </a:lnTo>
                  <a:lnTo>
                    <a:pt x="2234207" y="1036983"/>
                  </a:lnTo>
                  <a:lnTo>
                    <a:pt x="2234645" y="1038091"/>
                  </a:lnTo>
                  <a:lnTo>
                    <a:pt x="2234073" y="1039902"/>
                  </a:lnTo>
                  <a:lnTo>
                    <a:pt x="2234202" y="1040820"/>
                  </a:lnTo>
                  <a:lnTo>
                    <a:pt x="2234802" y="1042456"/>
                  </a:lnTo>
                  <a:lnTo>
                    <a:pt x="2235675" y="1043801"/>
                  </a:lnTo>
                  <a:lnTo>
                    <a:pt x="2235532" y="1044385"/>
                  </a:lnTo>
                  <a:lnTo>
                    <a:pt x="2234137" y="1045592"/>
                  </a:lnTo>
                  <a:lnTo>
                    <a:pt x="2234257" y="1046693"/>
                  </a:lnTo>
                  <a:lnTo>
                    <a:pt x="2232982" y="1048315"/>
                  </a:lnTo>
                  <a:lnTo>
                    <a:pt x="2232501" y="1049617"/>
                  </a:lnTo>
                  <a:lnTo>
                    <a:pt x="2232058" y="1049673"/>
                  </a:lnTo>
                  <a:lnTo>
                    <a:pt x="2231112" y="1048622"/>
                  </a:lnTo>
                  <a:lnTo>
                    <a:pt x="2230494" y="1048376"/>
                  </a:lnTo>
                  <a:lnTo>
                    <a:pt x="2228846" y="1048493"/>
                  </a:lnTo>
                  <a:lnTo>
                    <a:pt x="2226821" y="1049498"/>
                  </a:lnTo>
                  <a:lnTo>
                    <a:pt x="2225126" y="1049485"/>
                  </a:lnTo>
                  <a:lnTo>
                    <a:pt x="2224005" y="1049081"/>
                  </a:lnTo>
                  <a:lnTo>
                    <a:pt x="2221459" y="1048650"/>
                  </a:lnTo>
                  <a:lnTo>
                    <a:pt x="2218383" y="1047071"/>
                  </a:lnTo>
                  <a:lnTo>
                    <a:pt x="2217331" y="1046267"/>
                  </a:lnTo>
                  <a:lnTo>
                    <a:pt x="2215757" y="1044781"/>
                  </a:lnTo>
                  <a:lnTo>
                    <a:pt x="2214626" y="1043236"/>
                  </a:lnTo>
                  <a:lnTo>
                    <a:pt x="2211895" y="1046906"/>
                  </a:lnTo>
                  <a:lnTo>
                    <a:pt x="2209752" y="1051560"/>
                  </a:lnTo>
                  <a:lnTo>
                    <a:pt x="2209376" y="1051899"/>
                  </a:lnTo>
                  <a:lnTo>
                    <a:pt x="2207834" y="1052205"/>
                  </a:lnTo>
                  <a:lnTo>
                    <a:pt x="2206544" y="1052989"/>
                  </a:lnTo>
                  <a:lnTo>
                    <a:pt x="2207262" y="1055168"/>
                  </a:lnTo>
                  <a:lnTo>
                    <a:pt x="2210621" y="1059314"/>
                  </a:lnTo>
                  <a:lnTo>
                    <a:pt x="2209298" y="1060778"/>
                  </a:lnTo>
                  <a:lnTo>
                    <a:pt x="2208914" y="1061623"/>
                  </a:lnTo>
                  <a:lnTo>
                    <a:pt x="2209083" y="1062233"/>
                  </a:lnTo>
                  <a:lnTo>
                    <a:pt x="2208906" y="1062682"/>
                  </a:lnTo>
                  <a:lnTo>
                    <a:pt x="2207807" y="1063845"/>
                  </a:lnTo>
                  <a:lnTo>
                    <a:pt x="2207259" y="1065058"/>
                  </a:lnTo>
                  <a:lnTo>
                    <a:pt x="2207439" y="1065953"/>
                  </a:lnTo>
                  <a:lnTo>
                    <a:pt x="2206141" y="1068893"/>
                  </a:lnTo>
                  <a:lnTo>
                    <a:pt x="2205868" y="1070738"/>
                  </a:lnTo>
                  <a:lnTo>
                    <a:pt x="2202764" y="1070590"/>
                  </a:lnTo>
                  <a:lnTo>
                    <a:pt x="2201716" y="1070195"/>
                  </a:lnTo>
                  <a:lnTo>
                    <a:pt x="2201323" y="1070883"/>
                  </a:lnTo>
                  <a:lnTo>
                    <a:pt x="2200561" y="1070884"/>
                  </a:lnTo>
                  <a:lnTo>
                    <a:pt x="2198980" y="1071874"/>
                  </a:lnTo>
                  <a:lnTo>
                    <a:pt x="2197696" y="1072166"/>
                  </a:lnTo>
                  <a:lnTo>
                    <a:pt x="2197393" y="1071958"/>
                  </a:lnTo>
                  <a:lnTo>
                    <a:pt x="2196913" y="1072039"/>
                  </a:lnTo>
                  <a:lnTo>
                    <a:pt x="2194824" y="1074107"/>
                  </a:lnTo>
                  <a:lnTo>
                    <a:pt x="2193237" y="1078076"/>
                  </a:lnTo>
                  <a:lnTo>
                    <a:pt x="2192017" y="1078742"/>
                  </a:lnTo>
                  <a:lnTo>
                    <a:pt x="2190416" y="1080346"/>
                  </a:lnTo>
                  <a:lnTo>
                    <a:pt x="2189422" y="1080838"/>
                  </a:lnTo>
                  <a:lnTo>
                    <a:pt x="2188442" y="1080992"/>
                  </a:lnTo>
                  <a:lnTo>
                    <a:pt x="2188199" y="1080668"/>
                  </a:lnTo>
                  <a:lnTo>
                    <a:pt x="2186205" y="1080909"/>
                  </a:lnTo>
                  <a:lnTo>
                    <a:pt x="2184667" y="1081369"/>
                  </a:lnTo>
                  <a:lnTo>
                    <a:pt x="2182634" y="1080398"/>
                  </a:lnTo>
                  <a:lnTo>
                    <a:pt x="2181423" y="1080192"/>
                  </a:lnTo>
                  <a:lnTo>
                    <a:pt x="2177847" y="1081319"/>
                  </a:lnTo>
                  <a:lnTo>
                    <a:pt x="2176333" y="1081559"/>
                  </a:lnTo>
                  <a:lnTo>
                    <a:pt x="2175053" y="1082391"/>
                  </a:lnTo>
                  <a:lnTo>
                    <a:pt x="2172650" y="1082919"/>
                  </a:lnTo>
                  <a:lnTo>
                    <a:pt x="2172196" y="1083539"/>
                  </a:lnTo>
                  <a:lnTo>
                    <a:pt x="2172241" y="1083780"/>
                  </a:lnTo>
                  <a:lnTo>
                    <a:pt x="2168826" y="1083549"/>
                  </a:lnTo>
                  <a:lnTo>
                    <a:pt x="2165275" y="1085839"/>
                  </a:lnTo>
                  <a:lnTo>
                    <a:pt x="2164739" y="1086592"/>
                  </a:lnTo>
                  <a:lnTo>
                    <a:pt x="2158608" y="1089325"/>
                  </a:lnTo>
                  <a:lnTo>
                    <a:pt x="2156839" y="1089316"/>
                  </a:lnTo>
                  <a:lnTo>
                    <a:pt x="2154528" y="1089760"/>
                  </a:lnTo>
                  <a:lnTo>
                    <a:pt x="2153493" y="1089469"/>
                  </a:lnTo>
                  <a:lnTo>
                    <a:pt x="2151159" y="1089768"/>
                  </a:lnTo>
                  <a:lnTo>
                    <a:pt x="2148445" y="1090745"/>
                  </a:lnTo>
                  <a:lnTo>
                    <a:pt x="2144922" y="1090368"/>
                  </a:lnTo>
                  <a:lnTo>
                    <a:pt x="2143653" y="1090432"/>
                  </a:lnTo>
                  <a:lnTo>
                    <a:pt x="2143641" y="1090091"/>
                  </a:lnTo>
                  <a:lnTo>
                    <a:pt x="2142921" y="1089872"/>
                  </a:lnTo>
                  <a:lnTo>
                    <a:pt x="2142261" y="1089956"/>
                  </a:lnTo>
                  <a:lnTo>
                    <a:pt x="2141952" y="1089444"/>
                  </a:lnTo>
                  <a:lnTo>
                    <a:pt x="2140966" y="1088895"/>
                  </a:lnTo>
                  <a:lnTo>
                    <a:pt x="2137099" y="1089377"/>
                  </a:lnTo>
                  <a:lnTo>
                    <a:pt x="2134298" y="1089789"/>
                  </a:lnTo>
                  <a:lnTo>
                    <a:pt x="2132260" y="1090395"/>
                  </a:lnTo>
                  <a:lnTo>
                    <a:pt x="2131183" y="1091043"/>
                  </a:lnTo>
                  <a:lnTo>
                    <a:pt x="2129817" y="1092292"/>
                  </a:lnTo>
                  <a:lnTo>
                    <a:pt x="2129492" y="1092775"/>
                  </a:lnTo>
                  <a:lnTo>
                    <a:pt x="2129302" y="1093840"/>
                  </a:lnTo>
                  <a:lnTo>
                    <a:pt x="2128156" y="1093834"/>
                  </a:lnTo>
                  <a:lnTo>
                    <a:pt x="2127378" y="1094104"/>
                  </a:lnTo>
                  <a:lnTo>
                    <a:pt x="2124258" y="1093942"/>
                  </a:lnTo>
                  <a:lnTo>
                    <a:pt x="2123702" y="1093984"/>
                  </a:lnTo>
                  <a:lnTo>
                    <a:pt x="2123333" y="1094265"/>
                  </a:lnTo>
                  <a:lnTo>
                    <a:pt x="2122185" y="1094018"/>
                  </a:lnTo>
                  <a:lnTo>
                    <a:pt x="2121581" y="1094278"/>
                  </a:lnTo>
                  <a:lnTo>
                    <a:pt x="2119723" y="1094189"/>
                  </a:lnTo>
                  <a:lnTo>
                    <a:pt x="2120140" y="1096543"/>
                  </a:lnTo>
                  <a:lnTo>
                    <a:pt x="2120188" y="1098484"/>
                  </a:lnTo>
                  <a:lnTo>
                    <a:pt x="2119192" y="1099919"/>
                  </a:lnTo>
                  <a:lnTo>
                    <a:pt x="2117820" y="1100715"/>
                  </a:lnTo>
                  <a:lnTo>
                    <a:pt x="2115330" y="1103017"/>
                  </a:lnTo>
                  <a:lnTo>
                    <a:pt x="2111925" y="1104636"/>
                  </a:lnTo>
                  <a:lnTo>
                    <a:pt x="2110344" y="1104723"/>
                  </a:lnTo>
                  <a:lnTo>
                    <a:pt x="2109423" y="1105590"/>
                  </a:lnTo>
                  <a:lnTo>
                    <a:pt x="2109742" y="1108426"/>
                  </a:lnTo>
                  <a:lnTo>
                    <a:pt x="2108940" y="1110301"/>
                  </a:lnTo>
                  <a:lnTo>
                    <a:pt x="2108221" y="1112919"/>
                  </a:lnTo>
                  <a:lnTo>
                    <a:pt x="2107360" y="1114648"/>
                  </a:lnTo>
                  <a:lnTo>
                    <a:pt x="2107165" y="1116279"/>
                  </a:lnTo>
                  <a:lnTo>
                    <a:pt x="2107313" y="1119164"/>
                  </a:lnTo>
                  <a:lnTo>
                    <a:pt x="2106816" y="1122632"/>
                  </a:lnTo>
                  <a:lnTo>
                    <a:pt x="2106271" y="1123774"/>
                  </a:lnTo>
                  <a:lnTo>
                    <a:pt x="2105452" y="1124096"/>
                  </a:lnTo>
                  <a:lnTo>
                    <a:pt x="2105406" y="1124802"/>
                  </a:lnTo>
                  <a:lnTo>
                    <a:pt x="2105711" y="1126431"/>
                  </a:lnTo>
                  <a:lnTo>
                    <a:pt x="2106309" y="1127696"/>
                  </a:lnTo>
                  <a:lnTo>
                    <a:pt x="2107008" y="1127785"/>
                  </a:lnTo>
                  <a:lnTo>
                    <a:pt x="2108032" y="1128595"/>
                  </a:lnTo>
                  <a:lnTo>
                    <a:pt x="2109151" y="1128948"/>
                  </a:lnTo>
                  <a:lnTo>
                    <a:pt x="2110772" y="1129387"/>
                  </a:lnTo>
                  <a:lnTo>
                    <a:pt x="2111528" y="1129299"/>
                  </a:lnTo>
                  <a:lnTo>
                    <a:pt x="2112258" y="1129942"/>
                  </a:lnTo>
                  <a:lnTo>
                    <a:pt x="2112082" y="1134746"/>
                  </a:lnTo>
                  <a:lnTo>
                    <a:pt x="2112620" y="1136023"/>
                  </a:lnTo>
                  <a:lnTo>
                    <a:pt x="2113168" y="1136460"/>
                  </a:lnTo>
                  <a:lnTo>
                    <a:pt x="2112985" y="1136922"/>
                  </a:lnTo>
                  <a:lnTo>
                    <a:pt x="2113191" y="1137539"/>
                  </a:lnTo>
                  <a:lnTo>
                    <a:pt x="2112708" y="1137907"/>
                  </a:lnTo>
                  <a:lnTo>
                    <a:pt x="2112204" y="1139923"/>
                  </a:lnTo>
                  <a:lnTo>
                    <a:pt x="2112116" y="1143818"/>
                  </a:lnTo>
                  <a:lnTo>
                    <a:pt x="2110228" y="1146147"/>
                  </a:lnTo>
                  <a:lnTo>
                    <a:pt x="2110616" y="1148556"/>
                  </a:lnTo>
                  <a:lnTo>
                    <a:pt x="2110543" y="1150480"/>
                  </a:lnTo>
                  <a:lnTo>
                    <a:pt x="2111064" y="1152128"/>
                  </a:lnTo>
                  <a:lnTo>
                    <a:pt x="2110745" y="1153171"/>
                  </a:lnTo>
                  <a:lnTo>
                    <a:pt x="2110985" y="1155557"/>
                  </a:lnTo>
                  <a:lnTo>
                    <a:pt x="2110514" y="1156221"/>
                  </a:lnTo>
                  <a:lnTo>
                    <a:pt x="2111304" y="1157662"/>
                  </a:lnTo>
                  <a:lnTo>
                    <a:pt x="2111002" y="1158021"/>
                  </a:lnTo>
                  <a:lnTo>
                    <a:pt x="2111566" y="1158518"/>
                  </a:lnTo>
                  <a:lnTo>
                    <a:pt x="2111385" y="1160197"/>
                  </a:lnTo>
                  <a:lnTo>
                    <a:pt x="2110898" y="1160640"/>
                  </a:lnTo>
                  <a:lnTo>
                    <a:pt x="2110058" y="1162614"/>
                  </a:lnTo>
                  <a:lnTo>
                    <a:pt x="2110073" y="1163194"/>
                  </a:lnTo>
                  <a:lnTo>
                    <a:pt x="2109510" y="1164175"/>
                  </a:lnTo>
                  <a:lnTo>
                    <a:pt x="2110058" y="1165099"/>
                  </a:lnTo>
                  <a:lnTo>
                    <a:pt x="2109766" y="1165384"/>
                  </a:lnTo>
                  <a:lnTo>
                    <a:pt x="2109796" y="1165876"/>
                  </a:lnTo>
                  <a:lnTo>
                    <a:pt x="2108426" y="1167900"/>
                  </a:lnTo>
                  <a:lnTo>
                    <a:pt x="2108468" y="1168423"/>
                  </a:lnTo>
                  <a:lnTo>
                    <a:pt x="2107898" y="1168957"/>
                  </a:lnTo>
                  <a:lnTo>
                    <a:pt x="2107719" y="1169489"/>
                  </a:lnTo>
                  <a:lnTo>
                    <a:pt x="2107779" y="1171298"/>
                  </a:lnTo>
                  <a:lnTo>
                    <a:pt x="2107475" y="1171367"/>
                  </a:lnTo>
                  <a:lnTo>
                    <a:pt x="2107202" y="1171916"/>
                  </a:lnTo>
                  <a:lnTo>
                    <a:pt x="2106616" y="1172325"/>
                  </a:lnTo>
                  <a:lnTo>
                    <a:pt x="2106113" y="1173650"/>
                  </a:lnTo>
                  <a:lnTo>
                    <a:pt x="2103900" y="1175022"/>
                  </a:lnTo>
                  <a:lnTo>
                    <a:pt x="2102861" y="1176498"/>
                  </a:lnTo>
                  <a:lnTo>
                    <a:pt x="2102047" y="1178218"/>
                  </a:lnTo>
                  <a:lnTo>
                    <a:pt x="2101878" y="1179384"/>
                  </a:lnTo>
                  <a:lnTo>
                    <a:pt x="2102033" y="1179747"/>
                  </a:lnTo>
                  <a:lnTo>
                    <a:pt x="2102990" y="1180454"/>
                  </a:lnTo>
                  <a:lnTo>
                    <a:pt x="2103258" y="1180388"/>
                  </a:lnTo>
                  <a:lnTo>
                    <a:pt x="2105302" y="1181212"/>
                  </a:lnTo>
                  <a:lnTo>
                    <a:pt x="2105430" y="1182030"/>
                  </a:lnTo>
                  <a:lnTo>
                    <a:pt x="2104824" y="1183229"/>
                  </a:lnTo>
                  <a:lnTo>
                    <a:pt x="2104889" y="1183673"/>
                  </a:lnTo>
                  <a:lnTo>
                    <a:pt x="2104304" y="1184206"/>
                  </a:lnTo>
                  <a:lnTo>
                    <a:pt x="2104010" y="1185534"/>
                  </a:lnTo>
                  <a:lnTo>
                    <a:pt x="2102453" y="1186662"/>
                  </a:lnTo>
                  <a:lnTo>
                    <a:pt x="2102385" y="1188053"/>
                  </a:lnTo>
                  <a:lnTo>
                    <a:pt x="2102079" y="1188908"/>
                  </a:lnTo>
                  <a:lnTo>
                    <a:pt x="2101279" y="1189704"/>
                  </a:lnTo>
                  <a:lnTo>
                    <a:pt x="2100351" y="1190034"/>
                  </a:lnTo>
                  <a:lnTo>
                    <a:pt x="2099646" y="1190843"/>
                  </a:lnTo>
                  <a:lnTo>
                    <a:pt x="2098060" y="1191433"/>
                  </a:lnTo>
                  <a:lnTo>
                    <a:pt x="2097649" y="1191423"/>
                  </a:lnTo>
                  <a:lnTo>
                    <a:pt x="2097482" y="1191125"/>
                  </a:lnTo>
                  <a:lnTo>
                    <a:pt x="2096722" y="1191383"/>
                  </a:lnTo>
                  <a:lnTo>
                    <a:pt x="2095931" y="1192007"/>
                  </a:lnTo>
                  <a:lnTo>
                    <a:pt x="2094854" y="1191565"/>
                  </a:lnTo>
                  <a:lnTo>
                    <a:pt x="2093813" y="1191964"/>
                  </a:lnTo>
                  <a:lnTo>
                    <a:pt x="2093035" y="1191999"/>
                  </a:lnTo>
                  <a:lnTo>
                    <a:pt x="2092477" y="1191523"/>
                  </a:lnTo>
                  <a:lnTo>
                    <a:pt x="2092085" y="1191717"/>
                  </a:lnTo>
                  <a:lnTo>
                    <a:pt x="2091684" y="1191570"/>
                  </a:lnTo>
                  <a:lnTo>
                    <a:pt x="2091384" y="1191939"/>
                  </a:lnTo>
                  <a:lnTo>
                    <a:pt x="2090989" y="1191961"/>
                  </a:lnTo>
                  <a:lnTo>
                    <a:pt x="2089909" y="1192625"/>
                  </a:lnTo>
                  <a:lnTo>
                    <a:pt x="2088534" y="1192833"/>
                  </a:lnTo>
                  <a:lnTo>
                    <a:pt x="2087701" y="1193418"/>
                  </a:lnTo>
                  <a:lnTo>
                    <a:pt x="2087391" y="1194586"/>
                  </a:lnTo>
                  <a:lnTo>
                    <a:pt x="2087534" y="1196934"/>
                  </a:lnTo>
                  <a:lnTo>
                    <a:pt x="2086382" y="1197183"/>
                  </a:lnTo>
                  <a:lnTo>
                    <a:pt x="2085201" y="1196963"/>
                  </a:lnTo>
                  <a:lnTo>
                    <a:pt x="2084012" y="1195661"/>
                  </a:lnTo>
                  <a:lnTo>
                    <a:pt x="2083598" y="1195619"/>
                  </a:lnTo>
                  <a:lnTo>
                    <a:pt x="2082962" y="1194491"/>
                  </a:lnTo>
                  <a:lnTo>
                    <a:pt x="2082836" y="1193545"/>
                  </a:lnTo>
                  <a:lnTo>
                    <a:pt x="2081965" y="1193791"/>
                  </a:lnTo>
                  <a:lnTo>
                    <a:pt x="2081252" y="1192874"/>
                  </a:lnTo>
                  <a:lnTo>
                    <a:pt x="2079924" y="1192726"/>
                  </a:lnTo>
                  <a:lnTo>
                    <a:pt x="2079017" y="1190792"/>
                  </a:lnTo>
                  <a:lnTo>
                    <a:pt x="2078291" y="1190662"/>
                  </a:lnTo>
                  <a:lnTo>
                    <a:pt x="2078183" y="1189937"/>
                  </a:lnTo>
                  <a:lnTo>
                    <a:pt x="2078724" y="1189390"/>
                  </a:lnTo>
                  <a:lnTo>
                    <a:pt x="2078772" y="1188908"/>
                  </a:lnTo>
                  <a:lnTo>
                    <a:pt x="2077181" y="1187247"/>
                  </a:lnTo>
                  <a:lnTo>
                    <a:pt x="2077232" y="1186107"/>
                  </a:lnTo>
                  <a:lnTo>
                    <a:pt x="2077804" y="1185720"/>
                  </a:lnTo>
                  <a:lnTo>
                    <a:pt x="2078130" y="1182554"/>
                  </a:lnTo>
                  <a:lnTo>
                    <a:pt x="2077159" y="1180010"/>
                  </a:lnTo>
                  <a:lnTo>
                    <a:pt x="2077657" y="1179799"/>
                  </a:lnTo>
                  <a:lnTo>
                    <a:pt x="2078138" y="1178989"/>
                  </a:lnTo>
                  <a:lnTo>
                    <a:pt x="2077754" y="1178431"/>
                  </a:lnTo>
                  <a:lnTo>
                    <a:pt x="2078026" y="1176906"/>
                  </a:lnTo>
                  <a:lnTo>
                    <a:pt x="2077595" y="1176232"/>
                  </a:lnTo>
                  <a:lnTo>
                    <a:pt x="2077406" y="1176268"/>
                  </a:lnTo>
                  <a:lnTo>
                    <a:pt x="2077175" y="1175769"/>
                  </a:lnTo>
                  <a:lnTo>
                    <a:pt x="2077279" y="1175404"/>
                  </a:lnTo>
                  <a:lnTo>
                    <a:pt x="2076934" y="1174919"/>
                  </a:lnTo>
                  <a:lnTo>
                    <a:pt x="2076556" y="1174899"/>
                  </a:lnTo>
                  <a:lnTo>
                    <a:pt x="2076351" y="1174619"/>
                  </a:lnTo>
                  <a:lnTo>
                    <a:pt x="2075534" y="1172761"/>
                  </a:lnTo>
                  <a:lnTo>
                    <a:pt x="2075122" y="1171378"/>
                  </a:lnTo>
                  <a:lnTo>
                    <a:pt x="2074858" y="1169080"/>
                  </a:lnTo>
                  <a:lnTo>
                    <a:pt x="2074319" y="1167981"/>
                  </a:lnTo>
                  <a:lnTo>
                    <a:pt x="2074433" y="1166780"/>
                  </a:lnTo>
                  <a:lnTo>
                    <a:pt x="2073700" y="1164842"/>
                  </a:lnTo>
                  <a:lnTo>
                    <a:pt x="2072662" y="1163528"/>
                  </a:lnTo>
                  <a:lnTo>
                    <a:pt x="2072158" y="1162501"/>
                  </a:lnTo>
                  <a:lnTo>
                    <a:pt x="2071884" y="1161394"/>
                  </a:lnTo>
                  <a:lnTo>
                    <a:pt x="2071010" y="1159693"/>
                  </a:lnTo>
                  <a:lnTo>
                    <a:pt x="2070558" y="1158933"/>
                  </a:lnTo>
                  <a:lnTo>
                    <a:pt x="2069129" y="1157515"/>
                  </a:lnTo>
                  <a:lnTo>
                    <a:pt x="2067430" y="1156538"/>
                  </a:lnTo>
                  <a:lnTo>
                    <a:pt x="2067894" y="1155155"/>
                  </a:lnTo>
                  <a:lnTo>
                    <a:pt x="2067355" y="1154870"/>
                  </a:lnTo>
                  <a:lnTo>
                    <a:pt x="2066684" y="1154079"/>
                  </a:lnTo>
                  <a:lnTo>
                    <a:pt x="2066374" y="1153233"/>
                  </a:lnTo>
                  <a:lnTo>
                    <a:pt x="2065246" y="1152391"/>
                  </a:lnTo>
                  <a:lnTo>
                    <a:pt x="2062560" y="1148903"/>
                  </a:lnTo>
                  <a:lnTo>
                    <a:pt x="2061446" y="1147839"/>
                  </a:lnTo>
                  <a:lnTo>
                    <a:pt x="2060873" y="1145924"/>
                  </a:lnTo>
                  <a:lnTo>
                    <a:pt x="2059559" y="1143548"/>
                  </a:lnTo>
                  <a:lnTo>
                    <a:pt x="2060094" y="1142778"/>
                  </a:lnTo>
                  <a:lnTo>
                    <a:pt x="2058760" y="1135226"/>
                  </a:lnTo>
                  <a:lnTo>
                    <a:pt x="2057510" y="1133627"/>
                  </a:lnTo>
                  <a:lnTo>
                    <a:pt x="2054605" y="1131070"/>
                  </a:lnTo>
                  <a:lnTo>
                    <a:pt x="2053506" y="1130774"/>
                  </a:lnTo>
                  <a:lnTo>
                    <a:pt x="2050103" y="1130565"/>
                  </a:lnTo>
                  <a:lnTo>
                    <a:pt x="2049955" y="1129399"/>
                  </a:lnTo>
                  <a:lnTo>
                    <a:pt x="2048068" y="1127119"/>
                  </a:lnTo>
                  <a:lnTo>
                    <a:pt x="2047537" y="1127213"/>
                  </a:lnTo>
                  <a:lnTo>
                    <a:pt x="2047336" y="1126196"/>
                  </a:lnTo>
                  <a:lnTo>
                    <a:pt x="2046810" y="1125268"/>
                  </a:lnTo>
                  <a:lnTo>
                    <a:pt x="2045893" y="1124942"/>
                  </a:lnTo>
                  <a:lnTo>
                    <a:pt x="2044547" y="1123561"/>
                  </a:lnTo>
                  <a:lnTo>
                    <a:pt x="2044131" y="1122529"/>
                  </a:lnTo>
                  <a:lnTo>
                    <a:pt x="2042923" y="1121251"/>
                  </a:lnTo>
                  <a:lnTo>
                    <a:pt x="2042437" y="1120005"/>
                  </a:lnTo>
                  <a:lnTo>
                    <a:pt x="2040880" y="1118502"/>
                  </a:lnTo>
                  <a:lnTo>
                    <a:pt x="2038964" y="1116108"/>
                  </a:lnTo>
                  <a:lnTo>
                    <a:pt x="2038597" y="1115175"/>
                  </a:lnTo>
                  <a:lnTo>
                    <a:pt x="2039066" y="1114816"/>
                  </a:lnTo>
                  <a:lnTo>
                    <a:pt x="2039101" y="1114076"/>
                  </a:lnTo>
                  <a:lnTo>
                    <a:pt x="2038754" y="1111297"/>
                  </a:lnTo>
                  <a:lnTo>
                    <a:pt x="2038489" y="1110653"/>
                  </a:lnTo>
                  <a:lnTo>
                    <a:pt x="2037966" y="1110927"/>
                  </a:lnTo>
                  <a:lnTo>
                    <a:pt x="2035870" y="1111224"/>
                  </a:lnTo>
                  <a:lnTo>
                    <a:pt x="2035358" y="1111631"/>
                  </a:lnTo>
                  <a:lnTo>
                    <a:pt x="2033758" y="1111915"/>
                  </a:lnTo>
                  <a:lnTo>
                    <a:pt x="2032804" y="1112452"/>
                  </a:lnTo>
                  <a:lnTo>
                    <a:pt x="2031599" y="1112092"/>
                  </a:lnTo>
                  <a:lnTo>
                    <a:pt x="2030563" y="1112105"/>
                  </a:lnTo>
                  <a:lnTo>
                    <a:pt x="2029601" y="1112400"/>
                  </a:lnTo>
                  <a:lnTo>
                    <a:pt x="2027039" y="1112541"/>
                  </a:lnTo>
                  <a:lnTo>
                    <a:pt x="2025693" y="1112928"/>
                  </a:lnTo>
                  <a:lnTo>
                    <a:pt x="2025131" y="1113353"/>
                  </a:lnTo>
                  <a:lnTo>
                    <a:pt x="2024111" y="1113650"/>
                  </a:lnTo>
                  <a:lnTo>
                    <a:pt x="2020768" y="1115755"/>
                  </a:lnTo>
                  <a:lnTo>
                    <a:pt x="2020328" y="1116524"/>
                  </a:lnTo>
                  <a:lnTo>
                    <a:pt x="2018197" y="1117842"/>
                  </a:lnTo>
                  <a:lnTo>
                    <a:pt x="2017651" y="1119045"/>
                  </a:lnTo>
                  <a:lnTo>
                    <a:pt x="2017634" y="1122026"/>
                  </a:lnTo>
                  <a:lnTo>
                    <a:pt x="2014900" y="1122396"/>
                  </a:lnTo>
                  <a:lnTo>
                    <a:pt x="2013411" y="1123176"/>
                  </a:lnTo>
                  <a:lnTo>
                    <a:pt x="2012096" y="1124390"/>
                  </a:lnTo>
                  <a:lnTo>
                    <a:pt x="2009776" y="1127461"/>
                  </a:lnTo>
                  <a:lnTo>
                    <a:pt x="2008335" y="1130152"/>
                  </a:lnTo>
                  <a:lnTo>
                    <a:pt x="2008484" y="1131116"/>
                  </a:lnTo>
                  <a:lnTo>
                    <a:pt x="2006383" y="1133905"/>
                  </a:lnTo>
                  <a:lnTo>
                    <a:pt x="2005589" y="1133457"/>
                  </a:lnTo>
                  <a:lnTo>
                    <a:pt x="2002384" y="1132428"/>
                  </a:lnTo>
                  <a:lnTo>
                    <a:pt x="2000095" y="1131311"/>
                  </a:lnTo>
                  <a:lnTo>
                    <a:pt x="1999204" y="1131142"/>
                  </a:lnTo>
                  <a:lnTo>
                    <a:pt x="1997793" y="1130047"/>
                  </a:lnTo>
                  <a:lnTo>
                    <a:pt x="1997243" y="1130826"/>
                  </a:lnTo>
                  <a:lnTo>
                    <a:pt x="1996377" y="1131132"/>
                  </a:lnTo>
                  <a:lnTo>
                    <a:pt x="1995023" y="1132127"/>
                  </a:lnTo>
                  <a:lnTo>
                    <a:pt x="1994684" y="1132613"/>
                  </a:lnTo>
                  <a:lnTo>
                    <a:pt x="1993146" y="1132857"/>
                  </a:lnTo>
                  <a:lnTo>
                    <a:pt x="1992294" y="1133333"/>
                  </a:lnTo>
                  <a:lnTo>
                    <a:pt x="1991653" y="1133219"/>
                  </a:lnTo>
                  <a:lnTo>
                    <a:pt x="1991105" y="1132604"/>
                  </a:lnTo>
                  <a:lnTo>
                    <a:pt x="1990929" y="1131605"/>
                  </a:lnTo>
                  <a:lnTo>
                    <a:pt x="1991100" y="1131086"/>
                  </a:lnTo>
                  <a:lnTo>
                    <a:pt x="1990751" y="1130269"/>
                  </a:lnTo>
                  <a:lnTo>
                    <a:pt x="1990895" y="1129047"/>
                  </a:lnTo>
                  <a:lnTo>
                    <a:pt x="1990610" y="1126985"/>
                  </a:lnTo>
                  <a:lnTo>
                    <a:pt x="1990940" y="1126569"/>
                  </a:lnTo>
                  <a:lnTo>
                    <a:pt x="1990531" y="1125112"/>
                  </a:lnTo>
                  <a:lnTo>
                    <a:pt x="1989754" y="1124640"/>
                  </a:lnTo>
                  <a:lnTo>
                    <a:pt x="1988888" y="1123228"/>
                  </a:lnTo>
                  <a:lnTo>
                    <a:pt x="1988349" y="1123100"/>
                  </a:lnTo>
                  <a:lnTo>
                    <a:pt x="1987760" y="1123533"/>
                  </a:lnTo>
                  <a:lnTo>
                    <a:pt x="1985600" y="1123502"/>
                  </a:lnTo>
                  <a:lnTo>
                    <a:pt x="1983748" y="1121982"/>
                  </a:lnTo>
                  <a:lnTo>
                    <a:pt x="1980575" y="1121488"/>
                  </a:lnTo>
                  <a:lnTo>
                    <a:pt x="1980621" y="1121101"/>
                  </a:lnTo>
                  <a:lnTo>
                    <a:pt x="1979384" y="1121034"/>
                  </a:lnTo>
                  <a:lnTo>
                    <a:pt x="1978718" y="1120100"/>
                  </a:lnTo>
                  <a:lnTo>
                    <a:pt x="1978209" y="1119948"/>
                  </a:lnTo>
                  <a:lnTo>
                    <a:pt x="1977201" y="1120071"/>
                  </a:lnTo>
                  <a:lnTo>
                    <a:pt x="1976363" y="1119811"/>
                  </a:lnTo>
                  <a:lnTo>
                    <a:pt x="1975630" y="1119880"/>
                  </a:lnTo>
                  <a:lnTo>
                    <a:pt x="1973449" y="1120553"/>
                  </a:lnTo>
                  <a:lnTo>
                    <a:pt x="1973157" y="1120449"/>
                  </a:lnTo>
                  <a:lnTo>
                    <a:pt x="1971935" y="1120976"/>
                  </a:lnTo>
                  <a:lnTo>
                    <a:pt x="1968725" y="1121326"/>
                  </a:lnTo>
                  <a:lnTo>
                    <a:pt x="1968465" y="1121528"/>
                  </a:lnTo>
                  <a:lnTo>
                    <a:pt x="1966089" y="1120851"/>
                  </a:lnTo>
                  <a:lnTo>
                    <a:pt x="1964498" y="1120946"/>
                  </a:lnTo>
                  <a:lnTo>
                    <a:pt x="1961449" y="1119405"/>
                  </a:lnTo>
                  <a:lnTo>
                    <a:pt x="1958345" y="1119895"/>
                  </a:lnTo>
                  <a:lnTo>
                    <a:pt x="1957131" y="1120715"/>
                  </a:lnTo>
                  <a:lnTo>
                    <a:pt x="1956268" y="1120868"/>
                  </a:lnTo>
                  <a:lnTo>
                    <a:pt x="1955065" y="1120309"/>
                  </a:lnTo>
                  <a:lnTo>
                    <a:pt x="1954937" y="1119992"/>
                  </a:lnTo>
                  <a:lnTo>
                    <a:pt x="1952655" y="1119262"/>
                  </a:lnTo>
                  <a:lnTo>
                    <a:pt x="1952394" y="1118876"/>
                  </a:lnTo>
                  <a:lnTo>
                    <a:pt x="1951699" y="1118602"/>
                  </a:lnTo>
                  <a:lnTo>
                    <a:pt x="1951745" y="1118205"/>
                  </a:lnTo>
                  <a:lnTo>
                    <a:pt x="1951369" y="1118093"/>
                  </a:lnTo>
                  <a:lnTo>
                    <a:pt x="1951396" y="1117640"/>
                  </a:lnTo>
                  <a:lnTo>
                    <a:pt x="1950803" y="1117409"/>
                  </a:lnTo>
                  <a:lnTo>
                    <a:pt x="1950350" y="1114676"/>
                  </a:lnTo>
                  <a:lnTo>
                    <a:pt x="1951128" y="1111760"/>
                  </a:lnTo>
                  <a:lnTo>
                    <a:pt x="1951062" y="1110659"/>
                  </a:lnTo>
                  <a:lnTo>
                    <a:pt x="1950514" y="1109907"/>
                  </a:lnTo>
                  <a:lnTo>
                    <a:pt x="1949377" y="1109801"/>
                  </a:lnTo>
                  <a:lnTo>
                    <a:pt x="1949339" y="1109503"/>
                  </a:lnTo>
                  <a:lnTo>
                    <a:pt x="1949152" y="1109571"/>
                  </a:lnTo>
                  <a:lnTo>
                    <a:pt x="1947200" y="1107283"/>
                  </a:lnTo>
                  <a:lnTo>
                    <a:pt x="1946143" y="1106370"/>
                  </a:lnTo>
                  <a:lnTo>
                    <a:pt x="1945824" y="1106414"/>
                  </a:lnTo>
                  <a:lnTo>
                    <a:pt x="1945359" y="1106092"/>
                  </a:lnTo>
                  <a:lnTo>
                    <a:pt x="1944053" y="1106147"/>
                  </a:lnTo>
                  <a:lnTo>
                    <a:pt x="1943282" y="1105802"/>
                  </a:lnTo>
                  <a:lnTo>
                    <a:pt x="1941957" y="1102865"/>
                  </a:lnTo>
                  <a:lnTo>
                    <a:pt x="1940663" y="1101560"/>
                  </a:lnTo>
                  <a:lnTo>
                    <a:pt x="1939040" y="1101077"/>
                  </a:lnTo>
                  <a:lnTo>
                    <a:pt x="1937691" y="1098098"/>
                  </a:lnTo>
                  <a:lnTo>
                    <a:pt x="1937985" y="1097215"/>
                  </a:lnTo>
                  <a:lnTo>
                    <a:pt x="1937710" y="1096343"/>
                  </a:lnTo>
                  <a:lnTo>
                    <a:pt x="1939196" y="1094660"/>
                  </a:lnTo>
                  <a:lnTo>
                    <a:pt x="1939281" y="1093622"/>
                  </a:lnTo>
                  <a:lnTo>
                    <a:pt x="1939799" y="1092871"/>
                  </a:lnTo>
                  <a:lnTo>
                    <a:pt x="1940979" y="1092693"/>
                  </a:lnTo>
                  <a:lnTo>
                    <a:pt x="1942043" y="1091680"/>
                  </a:lnTo>
                  <a:lnTo>
                    <a:pt x="1943843" y="1091391"/>
                  </a:lnTo>
                  <a:lnTo>
                    <a:pt x="1944233" y="1091562"/>
                  </a:lnTo>
                  <a:lnTo>
                    <a:pt x="1945427" y="1090836"/>
                  </a:lnTo>
                  <a:lnTo>
                    <a:pt x="1946381" y="1090803"/>
                  </a:lnTo>
                  <a:lnTo>
                    <a:pt x="1946987" y="1090536"/>
                  </a:lnTo>
                  <a:lnTo>
                    <a:pt x="1946867" y="1089451"/>
                  </a:lnTo>
                  <a:lnTo>
                    <a:pt x="1946477" y="1088723"/>
                  </a:lnTo>
                  <a:lnTo>
                    <a:pt x="1946748" y="1088084"/>
                  </a:lnTo>
                  <a:lnTo>
                    <a:pt x="1946538" y="1087097"/>
                  </a:lnTo>
                  <a:lnTo>
                    <a:pt x="1945803" y="1086895"/>
                  </a:lnTo>
                  <a:lnTo>
                    <a:pt x="1945553" y="1087167"/>
                  </a:lnTo>
                  <a:lnTo>
                    <a:pt x="1945380" y="1087051"/>
                  </a:lnTo>
                  <a:lnTo>
                    <a:pt x="1945219" y="1087476"/>
                  </a:lnTo>
                  <a:lnTo>
                    <a:pt x="1944864" y="1087289"/>
                  </a:lnTo>
                  <a:lnTo>
                    <a:pt x="1944300" y="1087505"/>
                  </a:lnTo>
                  <a:lnTo>
                    <a:pt x="1943494" y="1087188"/>
                  </a:lnTo>
                  <a:lnTo>
                    <a:pt x="1942825" y="1087507"/>
                  </a:lnTo>
                  <a:lnTo>
                    <a:pt x="1942321" y="1087157"/>
                  </a:lnTo>
                  <a:lnTo>
                    <a:pt x="1942095" y="1086084"/>
                  </a:lnTo>
                  <a:lnTo>
                    <a:pt x="1941140" y="1085431"/>
                  </a:lnTo>
                  <a:lnTo>
                    <a:pt x="1940417" y="1085424"/>
                  </a:lnTo>
                  <a:lnTo>
                    <a:pt x="1939413" y="1083656"/>
                  </a:lnTo>
                  <a:lnTo>
                    <a:pt x="1936860" y="1080725"/>
                  </a:lnTo>
                  <a:lnTo>
                    <a:pt x="1934984" y="1081328"/>
                  </a:lnTo>
                  <a:lnTo>
                    <a:pt x="1934404" y="1081892"/>
                  </a:lnTo>
                  <a:lnTo>
                    <a:pt x="1933830" y="1081693"/>
                  </a:lnTo>
                  <a:lnTo>
                    <a:pt x="1933446" y="1081851"/>
                  </a:lnTo>
                  <a:lnTo>
                    <a:pt x="1932697" y="1082599"/>
                  </a:lnTo>
                  <a:lnTo>
                    <a:pt x="1932226" y="1082576"/>
                  </a:lnTo>
                  <a:lnTo>
                    <a:pt x="1931820" y="1083018"/>
                  </a:lnTo>
                  <a:lnTo>
                    <a:pt x="1931124" y="1082944"/>
                  </a:lnTo>
                  <a:lnTo>
                    <a:pt x="1931042" y="1083166"/>
                  </a:lnTo>
                  <a:lnTo>
                    <a:pt x="1930227" y="1083488"/>
                  </a:lnTo>
                  <a:lnTo>
                    <a:pt x="1929348" y="1083245"/>
                  </a:lnTo>
                  <a:lnTo>
                    <a:pt x="1928165" y="1083306"/>
                  </a:lnTo>
                  <a:lnTo>
                    <a:pt x="1926991" y="1082890"/>
                  </a:lnTo>
                  <a:lnTo>
                    <a:pt x="1926346" y="1083145"/>
                  </a:lnTo>
                  <a:lnTo>
                    <a:pt x="1924894" y="1083215"/>
                  </a:lnTo>
                  <a:lnTo>
                    <a:pt x="1924020" y="1082974"/>
                  </a:lnTo>
                  <a:lnTo>
                    <a:pt x="1923927" y="1083238"/>
                  </a:lnTo>
                  <a:lnTo>
                    <a:pt x="1923285" y="1083401"/>
                  </a:lnTo>
                  <a:lnTo>
                    <a:pt x="1922543" y="1083207"/>
                  </a:lnTo>
                  <a:lnTo>
                    <a:pt x="1921355" y="1083378"/>
                  </a:lnTo>
                  <a:lnTo>
                    <a:pt x="1920544" y="1082980"/>
                  </a:lnTo>
                  <a:lnTo>
                    <a:pt x="1919719" y="1082952"/>
                  </a:lnTo>
                  <a:lnTo>
                    <a:pt x="1917941" y="1083511"/>
                  </a:lnTo>
                  <a:lnTo>
                    <a:pt x="1917236" y="1083236"/>
                  </a:lnTo>
                  <a:lnTo>
                    <a:pt x="1917263" y="1082347"/>
                  </a:lnTo>
                  <a:lnTo>
                    <a:pt x="1916018" y="1081904"/>
                  </a:lnTo>
                  <a:lnTo>
                    <a:pt x="1914897" y="1082109"/>
                  </a:lnTo>
                  <a:lnTo>
                    <a:pt x="1914680" y="1083104"/>
                  </a:lnTo>
                  <a:lnTo>
                    <a:pt x="1914121" y="1083709"/>
                  </a:lnTo>
                  <a:lnTo>
                    <a:pt x="1913230" y="1083671"/>
                  </a:lnTo>
                  <a:lnTo>
                    <a:pt x="1913063" y="1083893"/>
                  </a:lnTo>
                  <a:lnTo>
                    <a:pt x="1911604" y="1084185"/>
                  </a:lnTo>
                  <a:lnTo>
                    <a:pt x="1911418" y="1084419"/>
                  </a:lnTo>
                  <a:lnTo>
                    <a:pt x="1910079" y="1084440"/>
                  </a:lnTo>
                  <a:lnTo>
                    <a:pt x="1910004" y="1084674"/>
                  </a:lnTo>
                  <a:lnTo>
                    <a:pt x="1909056" y="1085074"/>
                  </a:lnTo>
                  <a:lnTo>
                    <a:pt x="1907667" y="1084600"/>
                  </a:lnTo>
                  <a:lnTo>
                    <a:pt x="1906119" y="1084601"/>
                  </a:lnTo>
                  <a:lnTo>
                    <a:pt x="1905233" y="1085076"/>
                  </a:lnTo>
                  <a:lnTo>
                    <a:pt x="1904608" y="1085083"/>
                  </a:lnTo>
                  <a:lnTo>
                    <a:pt x="1904467" y="1085349"/>
                  </a:lnTo>
                  <a:lnTo>
                    <a:pt x="1903671" y="1085494"/>
                  </a:lnTo>
                  <a:lnTo>
                    <a:pt x="1902711" y="1085283"/>
                  </a:lnTo>
                  <a:lnTo>
                    <a:pt x="1902424" y="1085807"/>
                  </a:lnTo>
                  <a:lnTo>
                    <a:pt x="1900467" y="1086141"/>
                  </a:lnTo>
                  <a:lnTo>
                    <a:pt x="1899621" y="1087182"/>
                  </a:lnTo>
                  <a:lnTo>
                    <a:pt x="1899022" y="1086988"/>
                  </a:lnTo>
                  <a:lnTo>
                    <a:pt x="1898445" y="1087156"/>
                  </a:lnTo>
                  <a:lnTo>
                    <a:pt x="1898103" y="1087573"/>
                  </a:lnTo>
                  <a:lnTo>
                    <a:pt x="1897723" y="1087574"/>
                  </a:lnTo>
                  <a:lnTo>
                    <a:pt x="1894517" y="1089192"/>
                  </a:lnTo>
                  <a:lnTo>
                    <a:pt x="1892915" y="1089361"/>
                  </a:lnTo>
                  <a:lnTo>
                    <a:pt x="1892146" y="1090321"/>
                  </a:lnTo>
                  <a:lnTo>
                    <a:pt x="1890527" y="1091093"/>
                  </a:lnTo>
                  <a:lnTo>
                    <a:pt x="1890455" y="1091375"/>
                  </a:lnTo>
                  <a:lnTo>
                    <a:pt x="1889899" y="1091422"/>
                  </a:lnTo>
                  <a:lnTo>
                    <a:pt x="1889233" y="1092455"/>
                  </a:lnTo>
                  <a:lnTo>
                    <a:pt x="1886883" y="1092532"/>
                  </a:lnTo>
                  <a:lnTo>
                    <a:pt x="1885653" y="1093127"/>
                  </a:lnTo>
                  <a:lnTo>
                    <a:pt x="1884910" y="1094013"/>
                  </a:lnTo>
                  <a:lnTo>
                    <a:pt x="1884008" y="1094162"/>
                  </a:lnTo>
                  <a:lnTo>
                    <a:pt x="1883219" y="1093598"/>
                  </a:lnTo>
                  <a:lnTo>
                    <a:pt x="1882745" y="1093848"/>
                  </a:lnTo>
                  <a:lnTo>
                    <a:pt x="1881459" y="1093837"/>
                  </a:lnTo>
                  <a:lnTo>
                    <a:pt x="1881054" y="1094102"/>
                  </a:lnTo>
                  <a:lnTo>
                    <a:pt x="1879575" y="1093483"/>
                  </a:lnTo>
                  <a:lnTo>
                    <a:pt x="1878766" y="1093391"/>
                  </a:lnTo>
                  <a:lnTo>
                    <a:pt x="1878495" y="1093078"/>
                  </a:lnTo>
                  <a:lnTo>
                    <a:pt x="1876855" y="1093461"/>
                  </a:lnTo>
                  <a:lnTo>
                    <a:pt x="1875674" y="1093298"/>
                  </a:lnTo>
                  <a:lnTo>
                    <a:pt x="1875045" y="1093620"/>
                  </a:lnTo>
                  <a:lnTo>
                    <a:pt x="1872723" y="1093056"/>
                  </a:lnTo>
                  <a:lnTo>
                    <a:pt x="1869807" y="1093087"/>
                  </a:lnTo>
                  <a:lnTo>
                    <a:pt x="1869037" y="1094848"/>
                  </a:lnTo>
                  <a:lnTo>
                    <a:pt x="1867383" y="1095211"/>
                  </a:lnTo>
                  <a:lnTo>
                    <a:pt x="1866863" y="1094878"/>
                  </a:lnTo>
                  <a:lnTo>
                    <a:pt x="1865942" y="1095690"/>
                  </a:lnTo>
                  <a:lnTo>
                    <a:pt x="1865239" y="1095716"/>
                  </a:lnTo>
                  <a:lnTo>
                    <a:pt x="1864155" y="1095121"/>
                  </a:lnTo>
                  <a:lnTo>
                    <a:pt x="1862721" y="1095386"/>
                  </a:lnTo>
                  <a:lnTo>
                    <a:pt x="1862397" y="1095674"/>
                  </a:lnTo>
                  <a:lnTo>
                    <a:pt x="1860204" y="1095043"/>
                  </a:lnTo>
                  <a:lnTo>
                    <a:pt x="1857988" y="1095373"/>
                  </a:lnTo>
                  <a:lnTo>
                    <a:pt x="1856751" y="1095002"/>
                  </a:lnTo>
                  <a:lnTo>
                    <a:pt x="1856718" y="1095332"/>
                  </a:lnTo>
                  <a:lnTo>
                    <a:pt x="1855942" y="1095227"/>
                  </a:lnTo>
                  <a:lnTo>
                    <a:pt x="1855414" y="1095536"/>
                  </a:lnTo>
                  <a:lnTo>
                    <a:pt x="1855287" y="1096433"/>
                  </a:lnTo>
                  <a:lnTo>
                    <a:pt x="1854635" y="1096175"/>
                  </a:lnTo>
                  <a:lnTo>
                    <a:pt x="1853722" y="1096398"/>
                  </a:lnTo>
                  <a:lnTo>
                    <a:pt x="1853270" y="1096814"/>
                  </a:lnTo>
                  <a:lnTo>
                    <a:pt x="1851901" y="1097352"/>
                  </a:lnTo>
                  <a:lnTo>
                    <a:pt x="1850120" y="1096682"/>
                  </a:lnTo>
                  <a:lnTo>
                    <a:pt x="1849516" y="1097579"/>
                  </a:lnTo>
                  <a:lnTo>
                    <a:pt x="1848433" y="1097491"/>
                  </a:lnTo>
                  <a:lnTo>
                    <a:pt x="1846915" y="1098059"/>
                  </a:lnTo>
                  <a:lnTo>
                    <a:pt x="1845610" y="1097832"/>
                  </a:lnTo>
                  <a:lnTo>
                    <a:pt x="1844826" y="1098038"/>
                  </a:lnTo>
                  <a:lnTo>
                    <a:pt x="1843921" y="1097938"/>
                  </a:lnTo>
                  <a:lnTo>
                    <a:pt x="1843185" y="1097368"/>
                  </a:lnTo>
                  <a:lnTo>
                    <a:pt x="1842418" y="1097689"/>
                  </a:lnTo>
                  <a:lnTo>
                    <a:pt x="1842267" y="1098682"/>
                  </a:lnTo>
                  <a:lnTo>
                    <a:pt x="1841399" y="1099123"/>
                  </a:lnTo>
                  <a:lnTo>
                    <a:pt x="1841137" y="1099524"/>
                  </a:lnTo>
                  <a:lnTo>
                    <a:pt x="1840690" y="1099619"/>
                  </a:lnTo>
                  <a:lnTo>
                    <a:pt x="1839871" y="1100430"/>
                  </a:lnTo>
                  <a:lnTo>
                    <a:pt x="1839857" y="1100803"/>
                  </a:lnTo>
                  <a:lnTo>
                    <a:pt x="1838423" y="1101271"/>
                  </a:lnTo>
                  <a:lnTo>
                    <a:pt x="1836458" y="1101188"/>
                  </a:lnTo>
                  <a:lnTo>
                    <a:pt x="1835848" y="1101607"/>
                  </a:lnTo>
                  <a:lnTo>
                    <a:pt x="1835745" y="1102366"/>
                  </a:lnTo>
                  <a:lnTo>
                    <a:pt x="1835104" y="1102629"/>
                  </a:lnTo>
                  <a:lnTo>
                    <a:pt x="1834648" y="1103283"/>
                  </a:lnTo>
                  <a:lnTo>
                    <a:pt x="1833068" y="1103955"/>
                  </a:lnTo>
                  <a:lnTo>
                    <a:pt x="1832615" y="1104851"/>
                  </a:lnTo>
                  <a:lnTo>
                    <a:pt x="1831836" y="1105347"/>
                  </a:lnTo>
                  <a:lnTo>
                    <a:pt x="1830796" y="1105457"/>
                  </a:lnTo>
                  <a:lnTo>
                    <a:pt x="1830188" y="1106223"/>
                  </a:lnTo>
                  <a:lnTo>
                    <a:pt x="1828660" y="1106188"/>
                  </a:lnTo>
                  <a:lnTo>
                    <a:pt x="1826122" y="1107181"/>
                  </a:lnTo>
                  <a:lnTo>
                    <a:pt x="1825534" y="1107109"/>
                  </a:lnTo>
                  <a:lnTo>
                    <a:pt x="1824936" y="1107471"/>
                  </a:lnTo>
                  <a:lnTo>
                    <a:pt x="1823653" y="1107712"/>
                  </a:lnTo>
                  <a:lnTo>
                    <a:pt x="1822980" y="1107491"/>
                  </a:lnTo>
                  <a:lnTo>
                    <a:pt x="1822087" y="1107661"/>
                  </a:lnTo>
                  <a:lnTo>
                    <a:pt x="1820449" y="1107160"/>
                  </a:lnTo>
                  <a:lnTo>
                    <a:pt x="1819220" y="1107295"/>
                  </a:lnTo>
                  <a:lnTo>
                    <a:pt x="1819004" y="1107551"/>
                  </a:lnTo>
                  <a:lnTo>
                    <a:pt x="1818694" y="1107282"/>
                  </a:lnTo>
                  <a:lnTo>
                    <a:pt x="1818349" y="1107362"/>
                  </a:lnTo>
                  <a:lnTo>
                    <a:pt x="1817527" y="1106950"/>
                  </a:lnTo>
                  <a:lnTo>
                    <a:pt x="1816881" y="1106896"/>
                  </a:lnTo>
                  <a:lnTo>
                    <a:pt x="1816014" y="1106940"/>
                  </a:lnTo>
                  <a:lnTo>
                    <a:pt x="1815712" y="1107682"/>
                  </a:lnTo>
                  <a:lnTo>
                    <a:pt x="1815125" y="1107826"/>
                  </a:lnTo>
                  <a:lnTo>
                    <a:pt x="1814789" y="1107510"/>
                  </a:lnTo>
                  <a:lnTo>
                    <a:pt x="1813889" y="1107403"/>
                  </a:lnTo>
                  <a:lnTo>
                    <a:pt x="1813198" y="1107002"/>
                  </a:lnTo>
                  <a:lnTo>
                    <a:pt x="1812170" y="1107651"/>
                  </a:lnTo>
                  <a:lnTo>
                    <a:pt x="1809243" y="1107920"/>
                  </a:lnTo>
                  <a:lnTo>
                    <a:pt x="1807063" y="1108886"/>
                  </a:lnTo>
                  <a:lnTo>
                    <a:pt x="1805427" y="1108466"/>
                  </a:lnTo>
                  <a:lnTo>
                    <a:pt x="1803875" y="1108563"/>
                  </a:lnTo>
                  <a:lnTo>
                    <a:pt x="1802327" y="1106666"/>
                  </a:lnTo>
                  <a:lnTo>
                    <a:pt x="1800851" y="1104239"/>
                  </a:lnTo>
                  <a:lnTo>
                    <a:pt x="1799668" y="1102992"/>
                  </a:lnTo>
                  <a:lnTo>
                    <a:pt x="1799511" y="1102376"/>
                  </a:lnTo>
                  <a:lnTo>
                    <a:pt x="1798192" y="1101057"/>
                  </a:lnTo>
                  <a:lnTo>
                    <a:pt x="1797705" y="1099853"/>
                  </a:lnTo>
                  <a:lnTo>
                    <a:pt x="1797889" y="1097837"/>
                  </a:lnTo>
                  <a:lnTo>
                    <a:pt x="1796874" y="1097105"/>
                  </a:lnTo>
                  <a:lnTo>
                    <a:pt x="1796576" y="1096496"/>
                  </a:lnTo>
                  <a:lnTo>
                    <a:pt x="1794724" y="1096273"/>
                  </a:lnTo>
                  <a:lnTo>
                    <a:pt x="1793525" y="1095230"/>
                  </a:lnTo>
                  <a:lnTo>
                    <a:pt x="1792275" y="1095392"/>
                  </a:lnTo>
                  <a:lnTo>
                    <a:pt x="1790986" y="1095074"/>
                  </a:lnTo>
                  <a:lnTo>
                    <a:pt x="1790463" y="1095245"/>
                  </a:lnTo>
                  <a:lnTo>
                    <a:pt x="1789758" y="1094900"/>
                  </a:lnTo>
                  <a:lnTo>
                    <a:pt x="1788456" y="1094810"/>
                  </a:lnTo>
                  <a:lnTo>
                    <a:pt x="1787125" y="1093788"/>
                  </a:lnTo>
                  <a:lnTo>
                    <a:pt x="1785874" y="1093265"/>
                  </a:lnTo>
                  <a:lnTo>
                    <a:pt x="1784576" y="1092327"/>
                  </a:lnTo>
                  <a:lnTo>
                    <a:pt x="1783308" y="1092035"/>
                  </a:lnTo>
                  <a:lnTo>
                    <a:pt x="1780995" y="1090851"/>
                  </a:lnTo>
                  <a:lnTo>
                    <a:pt x="1780493" y="1090063"/>
                  </a:lnTo>
                  <a:lnTo>
                    <a:pt x="1779188" y="1090218"/>
                  </a:lnTo>
                  <a:lnTo>
                    <a:pt x="1778223" y="1089640"/>
                  </a:lnTo>
                  <a:lnTo>
                    <a:pt x="1777955" y="1089237"/>
                  </a:lnTo>
                  <a:lnTo>
                    <a:pt x="1776230" y="1088463"/>
                  </a:lnTo>
                  <a:lnTo>
                    <a:pt x="1774951" y="1088665"/>
                  </a:lnTo>
                  <a:lnTo>
                    <a:pt x="1774600" y="1089529"/>
                  </a:lnTo>
                  <a:lnTo>
                    <a:pt x="1774218" y="1089747"/>
                  </a:lnTo>
                  <a:lnTo>
                    <a:pt x="1773622" y="1089784"/>
                  </a:lnTo>
                  <a:lnTo>
                    <a:pt x="1773104" y="1089364"/>
                  </a:lnTo>
                  <a:lnTo>
                    <a:pt x="1772402" y="1089243"/>
                  </a:lnTo>
                  <a:lnTo>
                    <a:pt x="1771760" y="1089482"/>
                  </a:lnTo>
                  <a:lnTo>
                    <a:pt x="1771095" y="1089363"/>
                  </a:lnTo>
                  <a:lnTo>
                    <a:pt x="1769963" y="1089696"/>
                  </a:lnTo>
                  <a:lnTo>
                    <a:pt x="1769164" y="1090199"/>
                  </a:lnTo>
                  <a:lnTo>
                    <a:pt x="1768238" y="1090345"/>
                  </a:lnTo>
                  <a:lnTo>
                    <a:pt x="1767125" y="1090114"/>
                  </a:lnTo>
                  <a:lnTo>
                    <a:pt x="1765803" y="1090938"/>
                  </a:lnTo>
                  <a:lnTo>
                    <a:pt x="1763775" y="1091452"/>
                  </a:lnTo>
                  <a:lnTo>
                    <a:pt x="1762634" y="1092490"/>
                  </a:lnTo>
                  <a:lnTo>
                    <a:pt x="1760963" y="1092801"/>
                  </a:lnTo>
                  <a:lnTo>
                    <a:pt x="1760349" y="1093487"/>
                  </a:lnTo>
                  <a:lnTo>
                    <a:pt x="1759693" y="1095101"/>
                  </a:lnTo>
                  <a:lnTo>
                    <a:pt x="1758284" y="1095575"/>
                  </a:lnTo>
                  <a:lnTo>
                    <a:pt x="1757286" y="1095374"/>
                  </a:lnTo>
                  <a:lnTo>
                    <a:pt x="1756262" y="1096823"/>
                  </a:lnTo>
                  <a:lnTo>
                    <a:pt x="1755804" y="1097013"/>
                  </a:lnTo>
                  <a:lnTo>
                    <a:pt x="1755078" y="1096966"/>
                  </a:lnTo>
                  <a:lnTo>
                    <a:pt x="1753651" y="1095653"/>
                  </a:lnTo>
                  <a:lnTo>
                    <a:pt x="1752724" y="1095465"/>
                  </a:lnTo>
                  <a:lnTo>
                    <a:pt x="1751712" y="1095707"/>
                  </a:lnTo>
                  <a:lnTo>
                    <a:pt x="1748484" y="1095519"/>
                  </a:lnTo>
                  <a:lnTo>
                    <a:pt x="1746953" y="1095931"/>
                  </a:lnTo>
                  <a:lnTo>
                    <a:pt x="1746518" y="1096244"/>
                  </a:lnTo>
                  <a:lnTo>
                    <a:pt x="1745823" y="1097848"/>
                  </a:lnTo>
                  <a:lnTo>
                    <a:pt x="1744969" y="1098805"/>
                  </a:lnTo>
                  <a:lnTo>
                    <a:pt x="1742077" y="1100741"/>
                  </a:lnTo>
                  <a:lnTo>
                    <a:pt x="1740867" y="1100912"/>
                  </a:lnTo>
                  <a:lnTo>
                    <a:pt x="1740311" y="1101566"/>
                  </a:lnTo>
                  <a:lnTo>
                    <a:pt x="1740480" y="1101658"/>
                  </a:lnTo>
                  <a:lnTo>
                    <a:pt x="1740249" y="1102020"/>
                  </a:lnTo>
                  <a:lnTo>
                    <a:pt x="1739668" y="1102207"/>
                  </a:lnTo>
                  <a:lnTo>
                    <a:pt x="1738304" y="1103259"/>
                  </a:lnTo>
                  <a:lnTo>
                    <a:pt x="1737874" y="1102985"/>
                  </a:lnTo>
                  <a:lnTo>
                    <a:pt x="1737387" y="1103012"/>
                  </a:lnTo>
                  <a:lnTo>
                    <a:pt x="1735349" y="1103942"/>
                  </a:lnTo>
                  <a:lnTo>
                    <a:pt x="1735253" y="1104213"/>
                  </a:lnTo>
                  <a:lnTo>
                    <a:pt x="1734526" y="1104470"/>
                  </a:lnTo>
                  <a:lnTo>
                    <a:pt x="1733733" y="1104354"/>
                  </a:lnTo>
                  <a:lnTo>
                    <a:pt x="1732519" y="1105063"/>
                  </a:lnTo>
                  <a:lnTo>
                    <a:pt x="1730209" y="1104833"/>
                  </a:lnTo>
                  <a:lnTo>
                    <a:pt x="1728726" y="1105295"/>
                  </a:lnTo>
                  <a:lnTo>
                    <a:pt x="1728408" y="1105756"/>
                  </a:lnTo>
                  <a:lnTo>
                    <a:pt x="1727507" y="1105618"/>
                  </a:lnTo>
                  <a:lnTo>
                    <a:pt x="1725929" y="1106975"/>
                  </a:lnTo>
                  <a:lnTo>
                    <a:pt x="1724796" y="1105812"/>
                  </a:lnTo>
                  <a:lnTo>
                    <a:pt x="1723828" y="1105652"/>
                  </a:lnTo>
                  <a:lnTo>
                    <a:pt x="1722851" y="1105081"/>
                  </a:lnTo>
                  <a:lnTo>
                    <a:pt x="1721248" y="1104989"/>
                  </a:lnTo>
                  <a:lnTo>
                    <a:pt x="1721048" y="1105144"/>
                  </a:lnTo>
                  <a:lnTo>
                    <a:pt x="1718955" y="1104452"/>
                  </a:lnTo>
                  <a:lnTo>
                    <a:pt x="1718665" y="1103860"/>
                  </a:lnTo>
                  <a:lnTo>
                    <a:pt x="1718108" y="1103423"/>
                  </a:lnTo>
                  <a:lnTo>
                    <a:pt x="1718124" y="1103161"/>
                  </a:lnTo>
                  <a:lnTo>
                    <a:pt x="1717284" y="1102995"/>
                  </a:lnTo>
                  <a:lnTo>
                    <a:pt x="1717287" y="1102713"/>
                  </a:lnTo>
                  <a:lnTo>
                    <a:pt x="1716762" y="1102322"/>
                  </a:lnTo>
                  <a:lnTo>
                    <a:pt x="1716558" y="1102444"/>
                  </a:lnTo>
                  <a:lnTo>
                    <a:pt x="1715971" y="1102216"/>
                  </a:lnTo>
                  <a:lnTo>
                    <a:pt x="1715714" y="1101878"/>
                  </a:lnTo>
                  <a:lnTo>
                    <a:pt x="1715250" y="1101772"/>
                  </a:lnTo>
                  <a:lnTo>
                    <a:pt x="1714937" y="1101260"/>
                  </a:lnTo>
                  <a:lnTo>
                    <a:pt x="1714667" y="1101290"/>
                  </a:lnTo>
                  <a:lnTo>
                    <a:pt x="1713402" y="1099461"/>
                  </a:lnTo>
                  <a:lnTo>
                    <a:pt x="1713219" y="1098558"/>
                  </a:lnTo>
                  <a:lnTo>
                    <a:pt x="1712340" y="1097781"/>
                  </a:lnTo>
                  <a:lnTo>
                    <a:pt x="1712203" y="1097147"/>
                  </a:lnTo>
                  <a:lnTo>
                    <a:pt x="1711700" y="1096777"/>
                  </a:lnTo>
                  <a:lnTo>
                    <a:pt x="1711729" y="1096318"/>
                  </a:lnTo>
                  <a:lnTo>
                    <a:pt x="1710968" y="1095206"/>
                  </a:lnTo>
                  <a:lnTo>
                    <a:pt x="1710921" y="1094580"/>
                  </a:lnTo>
                  <a:lnTo>
                    <a:pt x="1711149" y="1094219"/>
                  </a:lnTo>
                  <a:lnTo>
                    <a:pt x="1710997" y="1093899"/>
                  </a:lnTo>
                  <a:lnTo>
                    <a:pt x="1710406" y="1093323"/>
                  </a:lnTo>
                  <a:lnTo>
                    <a:pt x="1709948" y="1093220"/>
                  </a:lnTo>
                  <a:lnTo>
                    <a:pt x="1708792" y="1091689"/>
                  </a:lnTo>
                  <a:lnTo>
                    <a:pt x="1708359" y="1091747"/>
                  </a:lnTo>
                  <a:lnTo>
                    <a:pt x="1706541" y="1090875"/>
                  </a:lnTo>
                  <a:lnTo>
                    <a:pt x="1706080" y="1089699"/>
                  </a:lnTo>
                  <a:lnTo>
                    <a:pt x="1705848" y="1089826"/>
                  </a:lnTo>
                  <a:lnTo>
                    <a:pt x="1705919" y="1090364"/>
                  </a:lnTo>
                  <a:lnTo>
                    <a:pt x="1705293" y="1090057"/>
                  </a:lnTo>
                  <a:lnTo>
                    <a:pt x="1704496" y="1090086"/>
                  </a:lnTo>
                  <a:lnTo>
                    <a:pt x="1704337" y="1090544"/>
                  </a:lnTo>
                  <a:lnTo>
                    <a:pt x="1703811" y="1090831"/>
                  </a:lnTo>
                  <a:lnTo>
                    <a:pt x="1702959" y="1090090"/>
                  </a:lnTo>
                  <a:lnTo>
                    <a:pt x="1702322" y="1089877"/>
                  </a:lnTo>
                  <a:lnTo>
                    <a:pt x="1701121" y="1090110"/>
                  </a:lnTo>
                  <a:lnTo>
                    <a:pt x="1700993" y="1091289"/>
                  </a:lnTo>
                  <a:lnTo>
                    <a:pt x="1700479" y="1091293"/>
                  </a:lnTo>
                  <a:lnTo>
                    <a:pt x="1700117" y="1091771"/>
                  </a:lnTo>
                  <a:lnTo>
                    <a:pt x="1699519" y="1091958"/>
                  </a:lnTo>
                  <a:lnTo>
                    <a:pt x="1699598" y="1092724"/>
                  </a:lnTo>
                  <a:lnTo>
                    <a:pt x="1699148" y="1093738"/>
                  </a:lnTo>
                  <a:lnTo>
                    <a:pt x="1698832" y="1093940"/>
                  </a:lnTo>
                  <a:lnTo>
                    <a:pt x="1698686" y="1095064"/>
                  </a:lnTo>
                  <a:lnTo>
                    <a:pt x="1697433" y="1095198"/>
                  </a:lnTo>
                  <a:lnTo>
                    <a:pt x="1696698" y="1095653"/>
                  </a:lnTo>
                  <a:lnTo>
                    <a:pt x="1695430" y="1095196"/>
                  </a:lnTo>
                  <a:lnTo>
                    <a:pt x="1694602" y="1095302"/>
                  </a:lnTo>
                  <a:lnTo>
                    <a:pt x="1694199" y="1095884"/>
                  </a:lnTo>
                  <a:lnTo>
                    <a:pt x="1693393" y="1096081"/>
                  </a:lnTo>
                  <a:lnTo>
                    <a:pt x="1692552" y="1096053"/>
                  </a:lnTo>
                  <a:lnTo>
                    <a:pt x="1692150" y="1095741"/>
                  </a:lnTo>
                  <a:lnTo>
                    <a:pt x="1690712" y="1095876"/>
                  </a:lnTo>
                  <a:lnTo>
                    <a:pt x="1690028" y="1095112"/>
                  </a:lnTo>
                  <a:lnTo>
                    <a:pt x="1689090" y="1095473"/>
                  </a:lnTo>
                  <a:lnTo>
                    <a:pt x="1687926" y="1094807"/>
                  </a:lnTo>
                  <a:lnTo>
                    <a:pt x="1687514" y="1094859"/>
                  </a:lnTo>
                  <a:lnTo>
                    <a:pt x="1686352" y="1094014"/>
                  </a:lnTo>
                  <a:lnTo>
                    <a:pt x="1685000" y="1094035"/>
                  </a:lnTo>
                  <a:lnTo>
                    <a:pt x="1684357" y="1094276"/>
                  </a:lnTo>
                  <a:lnTo>
                    <a:pt x="1683765" y="1093749"/>
                  </a:lnTo>
                  <a:lnTo>
                    <a:pt x="1683226" y="1093933"/>
                  </a:lnTo>
                  <a:lnTo>
                    <a:pt x="1681951" y="1093092"/>
                  </a:lnTo>
                  <a:lnTo>
                    <a:pt x="1680312" y="1093453"/>
                  </a:lnTo>
                  <a:lnTo>
                    <a:pt x="1679922" y="1093275"/>
                  </a:lnTo>
                  <a:lnTo>
                    <a:pt x="1679425" y="1092553"/>
                  </a:lnTo>
                  <a:lnTo>
                    <a:pt x="1679155" y="1091664"/>
                  </a:lnTo>
                  <a:lnTo>
                    <a:pt x="1678009" y="1091814"/>
                  </a:lnTo>
                  <a:lnTo>
                    <a:pt x="1676379" y="1091188"/>
                  </a:lnTo>
                  <a:lnTo>
                    <a:pt x="1676028" y="1090268"/>
                  </a:lnTo>
                  <a:lnTo>
                    <a:pt x="1675125" y="1088953"/>
                  </a:lnTo>
                  <a:lnTo>
                    <a:pt x="1675210" y="1090272"/>
                  </a:lnTo>
                  <a:lnTo>
                    <a:pt x="1675030" y="1090408"/>
                  </a:lnTo>
                  <a:lnTo>
                    <a:pt x="1675053" y="1090656"/>
                  </a:lnTo>
                  <a:lnTo>
                    <a:pt x="1675344" y="1090756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pg122">
              <a:extLst>
                <a:ext uri="{FF2B5EF4-FFF2-40B4-BE49-F238E27FC236}">
                  <a16:creationId xmlns:a16="http://schemas.microsoft.com/office/drawing/2014/main" id="{FB65240B-CF3D-ECAC-7578-9E2036F022DC}"/>
                </a:ext>
              </a:extLst>
            </p:cNvPr>
            <p:cNvSpPr/>
            <p:nvPr/>
          </p:nvSpPr>
          <p:spPr>
            <a:xfrm>
              <a:off x="5725035" y="191080"/>
              <a:ext cx="2779260" cy="2502168"/>
            </a:xfrm>
            <a:custGeom>
              <a:avLst/>
              <a:gdLst/>
              <a:ahLst/>
              <a:cxnLst/>
              <a:rect l="0" t="0" r="0" b="0"/>
              <a:pathLst>
                <a:path w="2779260" h="2502168">
                  <a:moveTo>
                    <a:pt x="282278" y="1917635"/>
                  </a:moveTo>
                  <a:lnTo>
                    <a:pt x="281372" y="1915406"/>
                  </a:lnTo>
                  <a:lnTo>
                    <a:pt x="280632" y="1914466"/>
                  </a:lnTo>
                  <a:lnTo>
                    <a:pt x="280215" y="1912859"/>
                  </a:lnTo>
                  <a:lnTo>
                    <a:pt x="281006" y="1910311"/>
                  </a:lnTo>
                  <a:lnTo>
                    <a:pt x="280516" y="1908913"/>
                  </a:lnTo>
                  <a:lnTo>
                    <a:pt x="280895" y="1907804"/>
                  </a:lnTo>
                  <a:lnTo>
                    <a:pt x="282528" y="1905833"/>
                  </a:lnTo>
                  <a:lnTo>
                    <a:pt x="284314" y="1904278"/>
                  </a:lnTo>
                  <a:lnTo>
                    <a:pt x="285143" y="1902265"/>
                  </a:lnTo>
                  <a:lnTo>
                    <a:pt x="287458" y="1899468"/>
                  </a:lnTo>
                  <a:lnTo>
                    <a:pt x="288889" y="1899158"/>
                  </a:lnTo>
                  <a:lnTo>
                    <a:pt x="290006" y="1898254"/>
                  </a:lnTo>
                  <a:lnTo>
                    <a:pt x="294153" y="1893576"/>
                  </a:lnTo>
                  <a:lnTo>
                    <a:pt x="293496" y="1892512"/>
                  </a:lnTo>
                  <a:lnTo>
                    <a:pt x="292420" y="1888760"/>
                  </a:lnTo>
                  <a:lnTo>
                    <a:pt x="292439" y="1882726"/>
                  </a:lnTo>
                  <a:lnTo>
                    <a:pt x="293730" y="1882795"/>
                  </a:lnTo>
                  <a:lnTo>
                    <a:pt x="294122" y="1882511"/>
                  </a:lnTo>
                  <a:lnTo>
                    <a:pt x="295042" y="1881394"/>
                  </a:lnTo>
                  <a:lnTo>
                    <a:pt x="296216" y="1879368"/>
                  </a:lnTo>
                  <a:lnTo>
                    <a:pt x="295819" y="1878370"/>
                  </a:lnTo>
                  <a:lnTo>
                    <a:pt x="294977" y="1877223"/>
                  </a:lnTo>
                  <a:lnTo>
                    <a:pt x="294082" y="1876630"/>
                  </a:lnTo>
                  <a:lnTo>
                    <a:pt x="292342" y="1874910"/>
                  </a:lnTo>
                  <a:lnTo>
                    <a:pt x="288927" y="1873911"/>
                  </a:lnTo>
                  <a:lnTo>
                    <a:pt x="283749" y="1873037"/>
                  </a:lnTo>
                  <a:lnTo>
                    <a:pt x="282085" y="1872271"/>
                  </a:lnTo>
                  <a:lnTo>
                    <a:pt x="281323" y="1871640"/>
                  </a:lnTo>
                  <a:lnTo>
                    <a:pt x="281573" y="1870140"/>
                  </a:lnTo>
                  <a:lnTo>
                    <a:pt x="281234" y="1868430"/>
                  </a:lnTo>
                  <a:lnTo>
                    <a:pt x="280185" y="1866437"/>
                  </a:lnTo>
                  <a:lnTo>
                    <a:pt x="279949" y="1864523"/>
                  </a:lnTo>
                  <a:lnTo>
                    <a:pt x="280919" y="1863345"/>
                  </a:lnTo>
                  <a:lnTo>
                    <a:pt x="283208" y="1861482"/>
                  </a:lnTo>
                  <a:lnTo>
                    <a:pt x="284758" y="1859102"/>
                  </a:lnTo>
                  <a:lnTo>
                    <a:pt x="285384" y="1858488"/>
                  </a:lnTo>
                  <a:lnTo>
                    <a:pt x="287323" y="1857642"/>
                  </a:lnTo>
                  <a:lnTo>
                    <a:pt x="291264" y="1855059"/>
                  </a:lnTo>
                  <a:lnTo>
                    <a:pt x="293187" y="1852458"/>
                  </a:lnTo>
                  <a:lnTo>
                    <a:pt x="293720" y="1850895"/>
                  </a:lnTo>
                  <a:lnTo>
                    <a:pt x="297978" y="1849821"/>
                  </a:lnTo>
                  <a:lnTo>
                    <a:pt x="299774" y="1849733"/>
                  </a:lnTo>
                  <a:lnTo>
                    <a:pt x="301435" y="1849055"/>
                  </a:lnTo>
                  <a:lnTo>
                    <a:pt x="302605" y="1848074"/>
                  </a:lnTo>
                  <a:lnTo>
                    <a:pt x="303834" y="1845912"/>
                  </a:lnTo>
                  <a:lnTo>
                    <a:pt x="304610" y="1845526"/>
                  </a:lnTo>
                  <a:lnTo>
                    <a:pt x="305465" y="1844187"/>
                  </a:lnTo>
                  <a:lnTo>
                    <a:pt x="306128" y="1843532"/>
                  </a:lnTo>
                  <a:lnTo>
                    <a:pt x="307547" y="1842901"/>
                  </a:lnTo>
                  <a:lnTo>
                    <a:pt x="308945" y="1842618"/>
                  </a:lnTo>
                  <a:lnTo>
                    <a:pt x="312217" y="1841433"/>
                  </a:lnTo>
                  <a:lnTo>
                    <a:pt x="314375" y="1841394"/>
                  </a:lnTo>
                  <a:lnTo>
                    <a:pt x="315349" y="1841021"/>
                  </a:lnTo>
                  <a:lnTo>
                    <a:pt x="315995" y="1841198"/>
                  </a:lnTo>
                  <a:lnTo>
                    <a:pt x="320018" y="1839744"/>
                  </a:lnTo>
                  <a:lnTo>
                    <a:pt x="322768" y="1839836"/>
                  </a:lnTo>
                  <a:lnTo>
                    <a:pt x="325242" y="1839458"/>
                  </a:lnTo>
                  <a:lnTo>
                    <a:pt x="326444" y="1838920"/>
                  </a:lnTo>
                  <a:lnTo>
                    <a:pt x="328224" y="1837908"/>
                  </a:lnTo>
                  <a:lnTo>
                    <a:pt x="330926" y="1835934"/>
                  </a:lnTo>
                  <a:lnTo>
                    <a:pt x="330917" y="1835432"/>
                  </a:lnTo>
                  <a:lnTo>
                    <a:pt x="331746" y="1833219"/>
                  </a:lnTo>
                  <a:lnTo>
                    <a:pt x="332224" y="1832511"/>
                  </a:lnTo>
                  <a:lnTo>
                    <a:pt x="333918" y="1830209"/>
                  </a:lnTo>
                  <a:lnTo>
                    <a:pt x="335697" y="1829211"/>
                  </a:lnTo>
                  <a:lnTo>
                    <a:pt x="337459" y="1827049"/>
                  </a:lnTo>
                  <a:lnTo>
                    <a:pt x="338371" y="1826365"/>
                  </a:lnTo>
                  <a:lnTo>
                    <a:pt x="339134" y="1822872"/>
                  </a:lnTo>
                  <a:lnTo>
                    <a:pt x="341533" y="1821317"/>
                  </a:lnTo>
                  <a:lnTo>
                    <a:pt x="341403" y="1820126"/>
                  </a:lnTo>
                  <a:lnTo>
                    <a:pt x="341624" y="1818572"/>
                  </a:lnTo>
                  <a:lnTo>
                    <a:pt x="342757" y="1817367"/>
                  </a:lnTo>
                  <a:lnTo>
                    <a:pt x="343190" y="1815461"/>
                  </a:lnTo>
                  <a:lnTo>
                    <a:pt x="343734" y="1814632"/>
                  </a:lnTo>
                  <a:lnTo>
                    <a:pt x="343744" y="1813529"/>
                  </a:lnTo>
                  <a:lnTo>
                    <a:pt x="345217" y="1811913"/>
                  </a:lnTo>
                  <a:lnTo>
                    <a:pt x="344949" y="1810710"/>
                  </a:lnTo>
                  <a:lnTo>
                    <a:pt x="343926" y="1808357"/>
                  </a:lnTo>
                  <a:lnTo>
                    <a:pt x="343337" y="1807878"/>
                  </a:lnTo>
                  <a:lnTo>
                    <a:pt x="343248" y="1807131"/>
                  </a:lnTo>
                  <a:lnTo>
                    <a:pt x="341970" y="1806102"/>
                  </a:lnTo>
                  <a:lnTo>
                    <a:pt x="341856" y="1805353"/>
                  </a:lnTo>
                  <a:lnTo>
                    <a:pt x="340932" y="1803848"/>
                  </a:lnTo>
                  <a:lnTo>
                    <a:pt x="340812" y="1802868"/>
                  </a:lnTo>
                  <a:lnTo>
                    <a:pt x="339527" y="1799977"/>
                  </a:lnTo>
                  <a:lnTo>
                    <a:pt x="338713" y="1798978"/>
                  </a:lnTo>
                  <a:lnTo>
                    <a:pt x="336305" y="1797450"/>
                  </a:lnTo>
                  <a:lnTo>
                    <a:pt x="333527" y="1793125"/>
                  </a:lnTo>
                  <a:lnTo>
                    <a:pt x="331613" y="1791728"/>
                  </a:lnTo>
                  <a:lnTo>
                    <a:pt x="330704" y="1790309"/>
                  </a:lnTo>
                  <a:lnTo>
                    <a:pt x="330734" y="1787388"/>
                  </a:lnTo>
                  <a:lnTo>
                    <a:pt x="331176" y="1786452"/>
                  </a:lnTo>
                  <a:lnTo>
                    <a:pt x="331571" y="1784412"/>
                  </a:lnTo>
                  <a:lnTo>
                    <a:pt x="330556" y="1783433"/>
                  </a:lnTo>
                  <a:lnTo>
                    <a:pt x="329165" y="1781022"/>
                  </a:lnTo>
                  <a:lnTo>
                    <a:pt x="328481" y="1780781"/>
                  </a:lnTo>
                  <a:lnTo>
                    <a:pt x="328322" y="1780467"/>
                  </a:lnTo>
                  <a:lnTo>
                    <a:pt x="326640" y="1779342"/>
                  </a:lnTo>
                  <a:lnTo>
                    <a:pt x="325584" y="1776462"/>
                  </a:lnTo>
                  <a:lnTo>
                    <a:pt x="325261" y="1776545"/>
                  </a:lnTo>
                  <a:lnTo>
                    <a:pt x="324901" y="1775452"/>
                  </a:lnTo>
                  <a:lnTo>
                    <a:pt x="324936" y="1774672"/>
                  </a:lnTo>
                  <a:lnTo>
                    <a:pt x="322696" y="1772765"/>
                  </a:lnTo>
                  <a:lnTo>
                    <a:pt x="320119" y="1771818"/>
                  </a:lnTo>
                  <a:lnTo>
                    <a:pt x="318795" y="1770415"/>
                  </a:lnTo>
                  <a:lnTo>
                    <a:pt x="318604" y="1768785"/>
                  </a:lnTo>
                  <a:lnTo>
                    <a:pt x="317941" y="1767726"/>
                  </a:lnTo>
                  <a:lnTo>
                    <a:pt x="317255" y="1765872"/>
                  </a:lnTo>
                  <a:lnTo>
                    <a:pt x="316959" y="1765817"/>
                  </a:lnTo>
                  <a:lnTo>
                    <a:pt x="315519" y="1763874"/>
                  </a:lnTo>
                  <a:lnTo>
                    <a:pt x="313812" y="1757779"/>
                  </a:lnTo>
                  <a:lnTo>
                    <a:pt x="312999" y="1757601"/>
                  </a:lnTo>
                  <a:lnTo>
                    <a:pt x="310732" y="1757748"/>
                  </a:lnTo>
                  <a:lnTo>
                    <a:pt x="309374" y="1755019"/>
                  </a:lnTo>
                  <a:lnTo>
                    <a:pt x="305910" y="1753325"/>
                  </a:lnTo>
                  <a:lnTo>
                    <a:pt x="301950" y="1750570"/>
                  </a:lnTo>
                  <a:lnTo>
                    <a:pt x="301246" y="1749848"/>
                  </a:lnTo>
                  <a:lnTo>
                    <a:pt x="299979" y="1749198"/>
                  </a:lnTo>
                  <a:lnTo>
                    <a:pt x="298339" y="1747100"/>
                  </a:lnTo>
                  <a:lnTo>
                    <a:pt x="298037" y="1744871"/>
                  </a:lnTo>
                  <a:lnTo>
                    <a:pt x="298804" y="1743575"/>
                  </a:lnTo>
                  <a:lnTo>
                    <a:pt x="298372" y="1742832"/>
                  </a:lnTo>
                  <a:lnTo>
                    <a:pt x="298688" y="1736992"/>
                  </a:lnTo>
                  <a:lnTo>
                    <a:pt x="298092" y="1735680"/>
                  </a:lnTo>
                  <a:lnTo>
                    <a:pt x="297761" y="1735492"/>
                  </a:lnTo>
                  <a:lnTo>
                    <a:pt x="298002" y="1734660"/>
                  </a:lnTo>
                  <a:lnTo>
                    <a:pt x="296665" y="1730283"/>
                  </a:lnTo>
                  <a:lnTo>
                    <a:pt x="292904" y="1730537"/>
                  </a:lnTo>
                  <a:lnTo>
                    <a:pt x="291514" y="1731113"/>
                  </a:lnTo>
                  <a:lnTo>
                    <a:pt x="289535" y="1732335"/>
                  </a:lnTo>
                  <a:lnTo>
                    <a:pt x="288857" y="1732607"/>
                  </a:lnTo>
                  <a:lnTo>
                    <a:pt x="287765" y="1733573"/>
                  </a:lnTo>
                  <a:lnTo>
                    <a:pt x="285687" y="1734379"/>
                  </a:lnTo>
                  <a:lnTo>
                    <a:pt x="282501" y="1735160"/>
                  </a:lnTo>
                  <a:lnTo>
                    <a:pt x="278587" y="1735297"/>
                  </a:lnTo>
                  <a:lnTo>
                    <a:pt x="276594" y="1735717"/>
                  </a:lnTo>
                  <a:lnTo>
                    <a:pt x="275083" y="1738166"/>
                  </a:lnTo>
                  <a:lnTo>
                    <a:pt x="275212" y="1739583"/>
                  </a:lnTo>
                  <a:lnTo>
                    <a:pt x="274206" y="1742714"/>
                  </a:lnTo>
                  <a:lnTo>
                    <a:pt x="272852" y="1743601"/>
                  </a:lnTo>
                  <a:lnTo>
                    <a:pt x="271187" y="1745613"/>
                  </a:lnTo>
                  <a:lnTo>
                    <a:pt x="269483" y="1745040"/>
                  </a:lnTo>
                  <a:lnTo>
                    <a:pt x="268644" y="1744993"/>
                  </a:lnTo>
                  <a:lnTo>
                    <a:pt x="264933" y="1742903"/>
                  </a:lnTo>
                  <a:lnTo>
                    <a:pt x="262606" y="1742927"/>
                  </a:lnTo>
                  <a:lnTo>
                    <a:pt x="262435" y="1742744"/>
                  </a:lnTo>
                  <a:lnTo>
                    <a:pt x="262015" y="1742769"/>
                  </a:lnTo>
                  <a:lnTo>
                    <a:pt x="261656" y="1743091"/>
                  </a:lnTo>
                  <a:lnTo>
                    <a:pt x="260056" y="1742078"/>
                  </a:lnTo>
                  <a:lnTo>
                    <a:pt x="256056" y="1740361"/>
                  </a:lnTo>
                  <a:lnTo>
                    <a:pt x="254398" y="1740088"/>
                  </a:lnTo>
                  <a:lnTo>
                    <a:pt x="252450" y="1740429"/>
                  </a:lnTo>
                  <a:lnTo>
                    <a:pt x="250873" y="1739969"/>
                  </a:lnTo>
                  <a:lnTo>
                    <a:pt x="247513" y="1737949"/>
                  </a:lnTo>
                  <a:lnTo>
                    <a:pt x="246300" y="1735715"/>
                  </a:lnTo>
                  <a:lnTo>
                    <a:pt x="245978" y="1735483"/>
                  </a:lnTo>
                  <a:lnTo>
                    <a:pt x="241797" y="1734168"/>
                  </a:lnTo>
                  <a:lnTo>
                    <a:pt x="239986" y="1730879"/>
                  </a:lnTo>
                  <a:lnTo>
                    <a:pt x="238139" y="1731051"/>
                  </a:lnTo>
                  <a:lnTo>
                    <a:pt x="237372" y="1730758"/>
                  </a:lnTo>
                  <a:lnTo>
                    <a:pt x="236115" y="1731663"/>
                  </a:lnTo>
                  <a:lnTo>
                    <a:pt x="235559" y="1731712"/>
                  </a:lnTo>
                  <a:lnTo>
                    <a:pt x="235655" y="1731301"/>
                  </a:lnTo>
                  <a:lnTo>
                    <a:pt x="230908" y="1727022"/>
                  </a:lnTo>
                  <a:lnTo>
                    <a:pt x="230463" y="1725953"/>
                  </a:lnTo>
                  <a:lnTo>
                    <a:pt x="230823" y="1725103"/>
                  </a:lnTo>
                  <a:lnTo>
                    <a:pt x="227932" y="1724318"/>
                  </a:lnTo>
                  <a:lnTo>
                    <a:pt x="226373" y="1723603"/>
                  </a:lnTo>
                  <a:lnTo>
                    <a:pt x="224807" y="1723568"/>
                  </a:lnTo>
                  <a:lnTo>
                    <a:pt x="223467" y="1722767"/>
                  </a:lnTo>
                  <a:lnTo>
                    <a:pt x="220769" y="1723235"/>
                  </a:lnTo>
                  <a:lnTo>
                    <a:pt x="220677" y="1722467"/>
                  </a:lnTo>
                  <a:lnTo>
                    <a:pt x="219290" y="1721780"/>
                  </a:lnTo>
                  <a:lnTo>
                    <a:pt x="215844" y="1722130"/>
                  </a:lnTo>
                  <a:lnTo>
                    <a:pt x="214531" y="1722475"/>
                  </a:lnTo>
                  <a:lnTo>
                    <a:pt x="214034" y="1721887"/>
                  </a:lnTo>
                  <a:lnTo>
                    <a:pt x="213001" y="1721327"/>
                  </a:lnTo>
                  <a:lnTo>
                    <a:pt x="212370" y="1720344"/>
                  </a:lnTo>
                  <a:lnTo>
                    <a:pt x="211159" y="1719017"/>
                  </a:lnTo>
                  <a:lnTo>
                    <a:pt x="210932" y="1718330"/>
                  </a:lnTo>
                  <a:lnTo>
                    <a:pt x="210427" y="1718234"/>
                  </a:lnTo>
                  <a:lnTo>
                    <a:pt x="203913" y="1718591"/>
                  </a:lnTo>
                  <a:lnTo>
                    <a:pt x="200826" y="1717990"/>
                  </a:lnTo>
                  <a:lnTo>
                    <a:pt x="198010" y="1718178"/>
                  </a:lnTo>
                  <a:lnTo>
                    <a:pt x="197551" y="1718032"/>
                  </a:lnTo>
                  <a:lnTo>
                    <a:pt x="194751" y="1719550"/>
                  </a:lnTo>
                  <a:lnTo>
                    <a:pt x="194521" y="1719358"/>
                  </a:lnTo>
                  <a:lnTo>
                    <a:pt x="193537" y="1719311"/>
                  </a:lnTo>
                  <a:lnTo>
                    <a:pt x="191907" y="1719835"/>
                  </a:lnTo>
                  <a:lnTo>
                    <a:pt x="190728" y="1719434"/>
                  </a:lnTo>
                  <a:lnTo>
                    <a:pt x="187715" y="1718975"/>
                  </a:lnTo>
                  <a:lnTo>
                    <a:pt x="187419" y="1718451"/>
                  </a:lnTo>
                  <a:lnTo>
                    <a:pt x="187017" y="1718428"/>
                  </a:lnTo>
                  <a:lnTo>
                    <a:pt x="186030" y="1717801"/>
                  </a:lnTo>
                  <a:lnTo>
                    <a:pt x="185209" y="1716938"/>
                  </a:lnTo>
                  <a:lnTo>
                    <a:pt x="184769" y="1715780"/>
                  </a:lnTo>
                  <a:lnTo>
                    <a:pt x="185028" y="1715242"/>
                  </a:lnTo>
                  <a:lnTo>
                    <a:pt x="184438" y="1714418"/>
                  </a:lnTo>
                  <a:lnTo>
                    <a:pt x="184649" y="1714255"/>
                  </a:lnTo>
                  <a:lnTo>
                    <a:pt x="184377" y="1713792"/>
                  </a:lnTo>
                  <a:lnTo>
                    <a:pt x="183950" y="1713478"/>
                  </a:lnTo>
                  <a:lnTo>
                    <a:pt x="183875" y="1712842"/>
                  </a:lnTo>
                  <a:lnTo>
                    <a:pt x="183568" y="1712588"/>
                  </a:lnTo>
                  <a:lnTo>
                    <a:pt x="182798" y="1712614"/>
                  </a:lnTo>
                  <a:lnTo>
                    <a:pt x="182401" y="1712059"/>
                  </a:lnTo>
                  <a:lnTo>
                    <a:pt x="182163" y="1712361"/>
                  </a:lnTo>
                  <a:lnTo>
                    <a:pt x="181797" y="1712331"/>
                  </a:lnTo>
                  <a:lnTo>
                    <a:pt x="181777" y="1711953"/>
                  </a:lnTo>
                  <a:lnTo>
                    <a:pt x="181550" y="1711865"/>
                  </a:lnTo>
                  <a:lnTo>
                    <a:pt x="180781" y="1712114"/>
                  </a:lnTo>
                  <a:lnTo>
                    <a:pt x="180600" y="1711975"/>
                  </a:lnTo>
                  <a:lnTo>
                    <a:pt x="180340" y="1712206"/>
                  </a:lnTo>
                  <a:lnTo>
                    <a:pt x="179985" y="1711626"/>
                  </a:lnTo>
                  <a:lnTo>
                    <a:pt x="179650" y="1712017"/>
                  </a:lnTo>
                  <a:lnTo>
                    <a:pt x="178517" y="1711215"/>
                  </a:lnTo>
                  <a:lnTo>
                    <a:pt x="177460" y="1711100"/>
                  </a:lnTo>
                  <a:lnTo>
                    <a:pt x="177165" y="1711472"/>
                  </a:lnTo>
                  <a:lnTo>
                    <a:pt x="176670" y="1711936"/>
                  </a:lnTo>
                  <a:lnTo>
                    <a:pt x="176473" y="1711254"/>
                  </a:lnTo>
                  <a:lnTo>
                    <a:pt x="175861" y="1711320"/>
                  </a:lnTo>
                  <a:lnTo>
                    <a:pt x="175532" y="1710766"/>
                  </a:lnTo>
                  <a:lnTo>
                    <a:pt x="174974" y="1710752"/>
                  </a:lnTo>
                  <a:lnTo>
                    <a:pt x="175112" y="1711270"/>
                  </a:lnTo>
                  <a:lnTo>
                    <a:pt x="174941" y="1711397"/>
                  </a:lnTo>
                  <a:lnTo>
                    <a:pt x="174452" y="1711045"/>
                  </a:lnTo>
                  <a:lnTo>
                    <a:pt x="173066" y="1711218"/>
                  </a:lnTo>
                  <a:lnTo>
                    <a:pt x="172706" y="1711026"/>
                  </a:lnTo>
                  <a:lnTo>
                    <a:pt x="172717" y="1710681"/>
                  </a:lnTo>
                  <a:lnTo>
                    <a:pt x="172247" y="1710645"/>
                  </a:lnTo>
                  <a:lnTo>
                    <a:pt x="171817" y="1710119"/>
                  </a:lnTo>
                  <a:lnTo>
                    <a:pt x="170206" y="1710403"/>
                  </a:lnTo>
                  <a:lnTo>
                    <a:pt x="168194" y="1709773"/>
                  </a:lnTo>
                  <a:lnTo>
                    <a:pt x="167328" y="1708683"/>
                  </a:lnTo>
                  <a:lnTo>
                    <a:pt x="164288" y="1705945"/>
                  </a:lnTo>
                  <a:lnTo>
                    <a:pt x="164348" y="1705732"/>
                  </a:lnTo>
                  <a:lnTo>
                    <a:pt x="163046" y="1704930"/>
                  </a:lnTo>
                  <a:lnTo>
                    <a:pt x="161319" y="1702314"/>
                  </a:lnTo>
                  <a:lnTo>
                    <a:pt x="160616" y="1700453"/>
                  </a:lnTo>
                  <a:lnTo>
                    <a:pt x="160055" y="1699988"/>
                  </a:lnTo>
                  <a:lnTo>
                    <a:pt x="159113" y="1699684"/>
                  </a:lnTo>
                  <a:lnTo>
                    <a:pt x="158472" y="1698828"/>
                  </a:lnTo>
                  <a:lnTo>
                    <a:pt x="156923" y="1698079"/>
                  </a:lnTo>
                  <a:lnTo>
                    <a:pt x="155486" y="1696735"/>
                  </a:lnTo>
                  <a:lnTo>
                    <a:pt x="155079" y="1695784"/>
                  </a:lnTo>
                  <a:lnTo>
                    <a:pt x="155140" y="1695457"/>
                  </a:lnTo>
                  <a:lnTo>
                    <a:pt x="154205" y="1694595"/>
                  </a:lnTo>
                  <a:lnTo>
                    <a:pt x="152896" y="1694554"/>
                  </a:lnTo>
                  <a:lnTo>
                    <a:pt x="151333" y="1694037"/>
                  </a:lnTo>
                  <a:lnTo>
                    <a:pt x="150966" y="1693698"/>
                  </a:lnTo>
                  <a:lnTo>
                    <a:pt x="150408" y="1692544"/>
                  </a:lnTo>
                  <a:lnTo>
                    <a:pt x="148715" y="1690457"/>
                  </a:lnTo>
                  <a:lnTo>
                    <a:pt x="148550" y="1689937"/>
                  </a:lnTo>
                  <a:lnTo>
                    <a:pt x="147334" y="1688822"/>
                  </a:lnTo>
                  <a:lnTo>
                    <a:pt x="147746" y="1688173"/>
                  </a:lnTo>
                  <a:lnTo>
                    <a:pt x="146653" y="1686660"/>
                  </a:lnTo>
                  <a:lnTo>
                    <a:pt x="146202" y="1685469"/>
                  </a:lnTo>
                  <a:lnTo>
                    <a:pt x="145372" y="1685265"/>
                  </a:lnTo>
                  <a:lnTo>
                    <a:pt x="145785" y="1684596"/>
                  </a:lnTo>
                  <a:lnTo>
                    <a:pt x="145366" y="1684248"/>
                  </a:lnTo>
                  <a:lnTo>
                    <a:pt x="145126" y="1684598"/>
                  </a:lnTo>
                  <a:lnTo>
                    <a:pt x="144828" y="1684554"/>
                  </a:lnTo>
                  <a:lnTo>
                    <a:pt x="144502" y="1683772"/>
                  </a:lnTo>
                  <a:lnTo>
                    <a:pt x="144789" y="1683558"/>
                  </a:lnTo>
                  <a:lnTo>
                    <a:pt x="144857" y="1683381"/>
                  </a:lnTo>
                  <a:lnTo>
                    <a:pt x="144591" y="1683235"/>
                  </a:lnTo>
                  <a:lnTo>
                    <a:pt x="144926" y="1682810"/>
                  </a:lnTo>
                  <a:lnTo>
                    <a:pt x="144133" y="1681910"/>
                  </a:lnTo>
                  <a:lnTo>
                    <a:pt x="143903" y="1681307"/>
                  </a:lnTo>
                  <a:lnTo>
                    <a:pt x="141685" y="1681427"/>
                  </a:lnTo>
                  <a:lnTo>
                    <a:pt x="141407" y="1681285"/>
                  </a:lnTo>
                  <a:lnTo>
                    <a:pt x="141326" y="1680857"/>
                  </a:lnTo>
                  <a:lnTo>
                    <a:pt x="140851" y="1680886"/>
                  </a:lnTo>
                  <a:lnTo>
                    <a:pt x="138573" y="1679973"/>
                  </a:lnTo>
                  <a:lnTo>
                    <a:pt x="138201" y="1679116"/>
                  </a:lnTo>
                  <a:lnTo>
                    <a:pt x="138319" y="1678728"/>
                  </a:lnTo>
                  <a:lnTo>
                    <a:pt x="137518" y="1678067"/>
                  </a:lnTo>
                  <a:lnTo>
                    <a:pt x="136209" y="1676324"/>
                  </a:lnTo>
                  <a:lnTo>
                    <a:pt x="135102" y="1675903"/>
                  </a:lnTo>
                  <a:lnTo>
                    <a:pt x="134488" y="1676029"/>
                  </a:lnTo>
                  <a:lnTo>
                    <a:pt x="133772" y="1676664"/>
                  </a:lnTo>
                  <a:lnTo>
                    <a:pt x="132400" y="1676099"/>
                  </a:lnTo>
                  <a:lnTo>
                    <a:pt x="131718" y="1675081"/>
                  </a:lnTo>
                  <a:lnTo>
                    <a:pt x="131574" y="1674362"/>
                  </a:lnTo>
                  <a:lnTo>
                    <a:pt x="130777" y="1674031"/>
                  </a:lnTo>
                  <a:lnTo>
                    <a:pt x="130628" y="1673465"/>
                  </a:lnTo>
                  <a:lnTo>
                    <a:pt x="129319" y="1673429"/>
                  </a:lnTo>
                  <a:lnTo>
                    <a:pt x="128434" y="1672675"/>
                  </a:lnTo>
                  <a:lnTo>
                    <a:pt x="126614" y="1672546"/>
                  </a:lnTo>
                  <a:lnTo>
                    <a:pt x="126073" y="1671798"/>
                  </a:lnTo>
                  <a:lnTo>
                    <a:pt x="126049" y="1671176"/>
                  </a:lnTo>
                  <a:lnTo>
                    <a:pt x="125466" y="1671057"/>
                  </a:lnTo>
                  <a:lnTo>
                    <a:pt x="124482" y="1671267"/>
                  </a:lnTo>
                  <a:lnTo>
                    <a:pt x="123636" y="1671009"/>
                  </a:lnTo>
                  <a:lnTo>
                    <a:pt x="122036" y="1671336"/>
                  </a:lnTo>
                  <a:lnTo>
                    <a:pt x="120445" y="1670602"/>
                  </a:lnTo>
                  <a:lnTo>
                    <a:pt x="118709" y="1670775"/>
                  </a:lnTo>
                  <a:lnTo>
                    <a:pt x="116383" y="1669456"/>
                  </a:lnTo>
                  <a:lnTo>
                    <a:pt x="114295" y="1667197"/>
                  </a:lnTo>
                  <a:lnTo>
                    <a:pt x="113620" y="1665602"/>
                  </a:lnTo>
                  <a:lnTo>
                    <a:pt x="111726" y="1664198"/>
                  </a:lnTo>
                  <a:lnTo>
                    <a:pt x="111256" y="1663150"/>
                  </a:lnTo>
                  <a:lnTo>
                    <a:pt x="111202" y="1662081"/>
                  </a:lnTo>
                  <a:lnTo>
                    <a:pt x="111198" y="1661072"/>
                  </a:lnTo>
                  <a:lnTo>
                    <a:pt x="109941" y="1658735"/>
                  </a:lnTo>
                  <a:lnTo>
                    <a:pt x="109405" y="1658554"/>
                  </a:lnTo>
                  <a:lnTo>
                    <a:pt x="108204" y="1658817"/>
                  </a:lnTo>
                  <a:lnTo>
                    <a:pt x="107307" y="1658665"/>
                  </a:lnTo>
                  <a:lnTo>
                    <a:pt x="106295" y="1657316"/>
                  </a:lnTo>
                  <a:lnTo>
                    <a:pt x="102603" y="1656463"/>
                  </a:lnTo>
                  <a:lnTo>
                    <a:pt x="101276" y="1656363"/>
                  </a:lnTo>
                  <a:lnTo>
                    <a:pt x="99869" y="1655234"/>
                  </a:lnTo>
                  <a:lnTo>
                    <a:pt x="98456" y="1653696"/>
                  </a:lnTo>
                  <a:lnTo>
                    <a:pt x="97678" y="1653681"/>
                  </a:lnTo>
                  <a:lnTo>
                    <a:pt x="97140" y="1654023"/>
                  </a:lnTo>
                  <a:lnTo>
                    <a:pt x="95803" y="1653270"/>
                  </a:lnTo>
                  <a:lnTo>
                    <a:pt x="94803" y="1653259"/>
                  </a:lnTo>
                  <a:lnTo>
                    <a:pt x="91771" y="1650237"/>
                  </a:lnTo>
                  <a:lnTo>
                    <a:pt x="88171" y="1648140"/>
                  </a:lnTo>
                  <a:lnTo>
                    <a:pt x="87894" y="1647551"/>
                  </a:lnTo>
                  <a:lnTo>
                    <a:pt x="86260" y="1646490"/>
                  </a:lnTo>
                  <a:lnTo>
                    <a:pt x="85518" y="1646367"/>
                  </a:lnTo>
                  <a:lnTo>
                    <a:pt x="84140" y="1646664"/>
                  </a:lnTo>
                  <a:lnTo>
                    <a:pt x="83033" y="1646366"/>
                  </a:lnTo>
                  <a:lnTo>
                    <a:pt x="82333" y="1646016"/>
                  </a:lnTo>
                  <a:lnTo>
                    <a:pt x="80802" y="1644464"/>
                  </a:lnTo>
                  <a:lnTo>
                    <a:pt x="79883" y="1644211"/>
                  </a:lnTo>
                  <a:lnTo>
                    <a:pt x="79347" y="1644416"/>
                  </a:lnTo>
                  <a:lnTo>
                    <a:pt x="77960" y="1643642"/>
                  </a:lnTo>
                  <a:lnTo>
                    <a:pt x="76110" y="1643206"/>
                  </a:lnTo>
                  <a:lnTo>
                    <a:pt x="74671" y="1642297"/>
                  </a:lnTo>
                  <a:lnTo>
                    <a:pt x="73225" y="1642657"/>
                  </a:lnTo>
                  <a:lnTo>
                    <a:pt x="71111" y="1642058"/>
                  </a:lnTo>
                  <a:lnTo>
                    <a:pt x="67103" y="1642071"/>
                  </a:lnTo>
                  <a:lnTo>
                    <a:pt x="62774" y="1640725"/>
                  </a:lnTo>
                  <a:lnTo>
                    <a:pt x="60412" y="1640769"/>
                  </a:lnTo>
                  <a:lnTo>
                    <a:pt x="58456" y="1641449"/>
                  </a:lnTo>
                  <a:lnTo>
                    <a:pt x="56274" y="1641038"/>
                  </a:lnTo>
                  <a:lnTo>
                    <a:pt x="54259" y="1640224"/>
                  </a:lnTo>
                  <a:lnTo>
                    <a:pt x="53379" y="1639089"/>
                  </a:lnTo>
                  <a:lnTo>
                    <a:pt x="52439" y="1638345"/>
                  </a:lnTo>
                  <a:lnTo>
                    <a:pt x="51244" y="1636620"/>
                  </a:lnTo>
                  <a:lnTo>
                    <a:pt x="49727" y="1635691"/>
                  </a:lnTo>
                  <a:lnTo>
                    <a:pt x="47464" y="1635105"/>
                  </a:lnTo>
                  <a:lnTo>
                    <a:pt x="45969" y="1634975"/>
                  </a:lnTo>
                  <a:lnTo>
                    <a:pt x="45207" y="1634600"/>
                  </a:lnTo>
                  <a:lnTo>
                    <a:pt x="44699" y="1634229"/>
                  </a:lnTo>
                  <a:lnTo>
                    <a:pt x="44315" y="1633223"/>
                  </a:lnTo>
                  <a:lnTo>
                    <a:pt x="44658" y="1630468"/>
                  </a:lnTo>
                  <a:lnTo>
                    <a:pt x="45413" y="1630063"/>
                  </a:lnTo>
                  <a:lnTo>
                    <a:pt x="45846" y="1629516"/>
                  </a:lnTo>
                  <a:lnTo>
                    <a:pt x="45021" y="1628552"/>
                  </a:lnTo>
                  <a:lnTo>
                    <a:pt x="44852" y="1627774"/>
                  </a:lnTo>
                  <a:lnTo>
                    <a:pt x="45196" y="1624769"/>
                  </a:lnTo>
                  <a:lnTo>
                    <a:pt x="45112" y="1623575"/>
                  </a:lnTo>
                  <a:lnTo>
                    <a:pt x="43579" y="1621424"/>
                  </a:lnTo>
                  <a:lnTo>
                    <a:pt x="42089" y="1618582"/>
                  </a:lnTo>
                  <a:lnTo>
                    <a:pt x="43389" y="1616526"/>
                  </a:lnTo>
                  <a:lnTo>
                    <a:pt x="43639" y="1615753"/>
                  </a:lnTo>
                  <a:lnTo>
                    <a:pt x="43262" y="1613897"/>
                  </a:lnTo>
                  <a:lnTo>
                    <a:pt x="42857" y="1613376"/>
                  </a:lnTo>
                  <a:lnTo>
                    <a:pt x="40435" y="1612065"/>
                  </a:lnTo>
                  <a:lnTo>
                    <a:pt x="39814" y="1611945"/>
                  </a:lnTo>
                  <a:lnTo>
                    <a:pt x="38556" y="1612235"/>
                  </a:lnTo>
                  <a:lnTo>
                    <a:pt x="37843" y="1611679"/>
                  </a:lnTo>
                  <a:lnTo>
                    <a:pt x="37035" y="1610435"/>
                  </a:lnTo>
                  <a:lnTo>
                    <a:pt x="36459" y="1608697"/>
                  </a:lnTo>
                  <a:lnTo>
                    <a:pt x="34945" y="1606789"/>
                  </a:lnTo>
                  <a:lnTo>
                    <a:pt x="35101" y="1604673"/>
                  </a:lnTo>
                  <a:lnTo>
                    <a:pt x="34896" y="1603898"/>
                  </a:lnTo>
                  <a:lnTo>
                    <a:pt x="33389" y="1602936"/>
                  </a:lnTo>
                  <a:lnTo>
                    <a:pt x="32863" y="1602187"/>
                  </a:lnTo>
                  <a:lnTo>
                    <a:pt x="32212" y="1600011"/>
                  </a:lnTo>
                  <a:lnTo>
                    <a:pt x="31839" y="1599478"/>
                  </a:lnTo>
                  <a:lnTo>
                    <a:pt x="30995" y="1599043"/>
                  </a:lnTo>
                  <a:lnTo>
                    <a:pt x="30018" y="1597932"/>
                  </a:lnTo>
                  <a:lnTo>
                    <a:pt x="27987" y="1596460"/>
                  </a:lnTo>
                  <a:lnTo>
                    <a:pt x="27272" y="1593153"/>
                  </a:lnTo>
                  <a:lnTo>
                    <a:pt x="25447" y="1592435"/>
                  </a:lnTo>
                  <a:lnTo>
                    <a:pt x="24065" y="1590129"/>
                  </a:lnTo>
                  <a:lnTo>
                    <a:pt x="22564" y="1588522"/>
                  </a:lnTo>
                  <a:lnTo>
                    <a:pt x="22513" y="1587269"/>
                  </a:lnTo>
                  <a:lnTo>
                    <a:pt x="23581" y="1585443"/>
                  </a:lnTo>
                  <a:lnTo>
                    <a:pt x="23675" y="1584835"/>
                  </a:lnTo>
                  <a:lnTo>
                    <a:pt x="23101" y="1584233"/>
                  </a:lnTo>
                  <a:lnTo>
                    <a:pt x="21903" y="1583636"/>
                  </a:lnTo>
                  <a:lnTo>
                    <a:pt x="21608" y="1582862"/>
                  </a:lnTo>
                  <a:lnTo>
                    <a:pt x="21712" y="1582065"/>
                  </a:lnTo>
                  <a:lnTo>
                    <a:pt x="21526" y="1581262"/>
                  </a:lnTo>
                  <a:lnTo>
                    <a:pt x="20115" y="1579797"/>
                  </a:lnTo>
                  <a:lnTo>
                    <a:pt x="17042" y="1578449"/>
                  </a:lnTo>
                  <a:lnTo>
                    <a:pt x="16553" y="1577815"/>
                  </a:lnTo>
                  <a:lnTo>
                    <a:pt x="16683" y="1576975"/>
                  </a:lnTo>
                  <a:lnTo>
                    <a:pt x="17684" y="1575413"/>
                  </a:lnTo>
                  <a:lnTo>
                    <a:pt x="18001" y="1573883"/>
                  </a:lnTo>
                  <a:lnTo>
                    <a:pt x="18981" y="1572461"/>
                  </a:lnTo>
                  <a:lnTo>
                    <a:pt x="19146" y="1571750"/>
                  </a:lnTo>
                  <a:lnTo>
                    <a:pt x="18995" y="1571035"/>
                  </a:lnTo>
                  <a:lnTo>
                    <a:pt x="17852" y="1570521"/>
                  </a:lnTo>
                  <a:lnTo>
                    <a:pt x="15586" y="1570249"/>
                  </a:lnTo>
                  <a:lnTo>
                    <a:pt x="13853" y="1570412"/>
                  </a:lnTo>
                  <a:lnTo>
                    <a:pt x="13271" y="1570187"/>
                  </a:lnTo>
                  <a:lnTo>
                    <a:pt x="11649" y="1568934"/>
                  </a:lnTo>
                  <a:lnTo>
                    <a:pt x="11051" y="1567989"/>
                  </a:lnTo>
                  <a:lnTo>
                    <a:pt x="10583" y="1567802"/>
                  </a:lnTo>
                  <a:lnTo>
                    <a:pt x="9802" y="1568028"/>
                  </a:lnTo>
                  <a:lnTo>
                    <a:pt x="7983" y="1567207"/>
                  </a:lnTo>
                  <a:lnTo>
                    <a:pt x="7330" y="1566371"/>
                  </a:lnTo>
                  <a:lnTo>
                    <a:pt x="7197" y="1564806"/>
                  </a:lnTo>
                  <a:lnTo>
                    <a:pt x="6845" y="1563902"/>
                  </a:lnTo>
                  <a:lnTo>
                    <a:pt x="6250" y="1563638"/>
                  </a:lnTo>
                  <a:lnTo>
                    <a:pt x="4790" y="1563652"/>
                  </a:lnTo>
                  <a:lnTo>
                    <a:pt x="4190" y="1563341"/>
                  </a:lnTo>
                  <a:lnTo>
                    <a:pt x="5007" y="1561870"/>
                  </a:lnTo>
                  <a:lnTo>
                    <a:pt x="5034" y="1561159"/>
                  </a:lnTo>
                  <a:lnTo>
                    <a:pt x="6104" y="1561692"/>
                  </a:lnTo>
                  <a:lnTo>
                    <a:pt x="6765" y="1559785"/>
                  </a:lnTo>
                  <a:lnTo>
                    <a:pt x="5289" y="1559315"/>
                  </a:lnTo>
                  <a:lnTo>
                    <a:pt x="4406" y="1558268"/>
                  </a:lnTo>
                  <a:lnTo>
                    <a:pt x="4486" y="1558098"/>
                  </a:lnTo>
                  <a:lnTo>
                    <a:pt x="3893" y="1557708"/>
                  </a:lnTo>
                  <a:lnTo>
                    <a:pt x="3330" y="1555590"/>
                  </a:lnTo>
                  <a:lnTo>
                    <a:pt x="3620" y="1554671"/>
                  </a:lnTo>
                  <a:lnTo>
                    <a:pt x="6113" y="1551802"/>
                  </a:lnTo>
                  <a:lnTo>
                    <a:pt x="6287" y="1550465"/>
                  </a:lnTo>
                  <a:lnTo>
                    <a:pt x="6667" y="1549701"/>
                  </a:lnTo>
                  <a:lnTo>
                    <a:pt x="6452" y="1548548"/>
                  </a:lnTo>
                  <a:lnTo>
                    <a:pt x="6783" y="1547318"/>
                  </a:lnTo>
                  <a:lnTo>
                    <a:pt x="6364" y="1546592"/>
                  </a:lnTo>
                  <a:lnTo>
                    <a:pt x="6173" y="1545311"/>
                  </a:lnTo>
                  <a:lnTo>
                    <a:pt x="6340" y="1543602"/>
                  </a:lnTo>
                  <a:lnTo>
                    <a:pt x="6182" y="1540700"/>
                  </a:lnTo>
                  <a:lnTo>
                    <a:pt x="6385" y="1539158"/>
                  </a:lnTo>
                  <a:lnTo>
                    <a:pt x="8296" y="1534928"/>
                  </a:lnTo>
                  <a:lnTo>
                    <a:pt x="7655" y="1534642"/>
                  </a:lnTo>
                  <a:lnTo>
                    <a:pt x="8228" y="1533569"/>
                  </a:lnTo>
                  <a:lnTo>
                    <a:pt x="7227" y="1533373"/>
                  </a:lnTo>
                  <a:lnTo>
                    <a:pt x="7359" y="1532725"/>
                  </a:lnTo>
                  <a:lnTo>
                    <a:pt x="5358" y="1531664"/>
                  </a:lnTo>
                  <a:lnTo>
                    <a:pt x="4867" y="1531465"/>
                  </a:lnTo>
                  <a:lnTo>
                    <a:pt x="4596" y="1531917"/>
                  </a:lnTo>
                  <a:lnTo>
                    <a:pt x="0" y="1530196"/>
                  </a:lnTo>
                  <a:lnTo>
                    <a:pt x="6438" y="1518914"/>
                  </a:lnTo>
                  <a:lnTo>
                    <a:pt x="6963" y="1516393"/>
                  </a:lnTo>
                  <a:lnTo>
                    <a:pt x="6381" y="1514108"/>
                  </a:lnTo>
                  <a:lnTo>
                    <a:pt x="5643" y="1512935"/>
                  </a:lnTo>
                  <a:lnTo>
                    <a:pt x="4065" y="1511354"/>
                  </a:lnTo>
                  <a:lnTo>
                    <a:pt x="1898" y="1507985"/>
                  </a:lnTo>
                  <a:lnTo>
                    <a:pt x="1352" y="1505886"/>
                  </a:lnTo>
                  <a:lnTo>
                    <a:pt x="1960" y="1503805"/>
                  </a:lnTo>
                  <a:lnTo>
                    <a:pt x="3148" y="1502646"/>
                  </a:lnTo>
                  <a:lnTo>
                    <a:pt x="4459" y="1502015"/>
                  </a:lnTo>
                  <a:lnTo>
                    <a:pt x="8679" y="1501369"/>
                  </a:lnTo>
                  <a:lnTo>
                    <a:pt x="11895" y="1501573"/>
                  </a:lnTo>
                  <a:lnTo>
                    <a:pt x="14237" y="1500963"/>
                  </a:lnTo>
                  <a:lnTo>
                    <a:pt x="15877" y="1499917"/>
                  </a:lnTo>
                  <a:lnTo>
                    <a:pt x="17295" y="1497831"/>
                  </a:lnTo>
                  <a:lnTo>
                    <a:pt x="17747" y="1496791"/>
                  </a:lnTo>
                  <a:lnTo>
                    <a:pt x="17881" y="1495011"/>
                  </a:lnTo>
                  <a:lnTo>
                    <a:pt x="17271" y="1493476"/>
                  </a:lnTo>
                  <a:lnTo>
                    <a:pt x="16508" y="1492690"/>
                  </a:lnTo>
                  <a:lnTo>
                    <a:pt x="15288" y="1492744"/>
                  </a:lnTo>
                  <a:lnTo>
                    <a:pt x="12215" y="1494128"/>
                  </a:lnTo>
                  <a:lnTo>
                    <a:pt x="6900" y="1495512"/>
                  </a:lnTo>
                  <a:lnTo>
                    <a:pt x="6061" y="1494965"/>
                  </a:lnTo>
                  <a:lnTo>
                    <a:pt x="5297" y="1493860"/>
                  </a:lnTo>
                  <a:lnTo>
                    <a:pt x="4980" y="1492626"/>
                  </a:lnTo>
                  <a:lnTo>
                    <a:pt x="5046" y="1490813"/>
                  </a:lnTo>
                  <a:lnTo>
                    <a:pt x="5307" y="1489108"/>
                  </a:lnTo>
                  <a:lnTo>
                    <a:pt x="6144" y="1486936"/>
                  </a:lnTo>
                  <a:lnTo>
                    <a:pt x="9695" y="1481891"/>
                  </a:lnTo>
                  <a:lnTo>
                    <a:pt x="11827" y="1478045"/>
                  </a:lnTo>
                  <a:lnTo>
                    <a:pt x="13972" y="1475650"/>
                  </a:lnTo>
                  <a:lnTo>
                    <a:pt x="14304" y="1474782"/>
                  </a:lnTo>
                  <a:lnTo>
                    <a:pt x="15685" y="1473147"/>
                  </a:lnTo>
                  <a:lnTo>
                    <a:pt x="18896" y="1470400"/>
                  </a:lnTo>
                  <a:lnTo>
                    <a:pt x="20610" y="1469274"/>
                  </a:lnTo>
                  <a:lnTo>
                    <a:pt x="21836" y="1468836"/>
                  </a:lnTo>
                  <a:lnTo>
                    <a:pt x="25195" y="1466925"/>
                  </a:lnTo>
                  <a:lnTo>
                    <a:pt x="27165" y="1465510"/>
                  </a:lnTo>
                  <a:lnTo>
                    <a:pt x="32426" y="1462787"/>
                  </a:lnTo>
                  <a:lnTo>
                    <a:pt x="39273" y="1458363"/>
                  </a:lnTo>
                  <a:lnTo>
                    <a:pt x="41831" y="1456474"/>
                  </a:lnTo>
                  <a:lnTo>
                    <a:pt x="42917" y="1455032"/>
                  </a:lnTo>
                  <a:lnTo>
                    <a:pt x="43621" y="1453508"/>
                  </a:lnTo>
                  <a:lnTo>
                    <a:pt x="43481" y="1451631"/>
                  </a:lnTo>
                  <a:lnTo>
                    <a:pt x="42919" y="1450661"/>
                  </a:lnTo>
                  <a:lnTo>
                    <a:pt x="39781" y="1448172"/>
                  </a:lnTo>
                  <a:lnTo>
                    <a:pt x="37448" y="1445722"/>
                  </a:lnTo>
                  <a:lnTo>
                    <a:pt x="32243" y="1443887"/>
                  </a:lnTo>
                  <a:lnTo>
                    <a:pt x="26963" y="1440800"/>
                  </a:lnTo>
                  <a:lnTo>
                    <a:pt x="24627" y="1439769"/>
                  </a:lnTo>
                  <a:lnTo>
                    <a:pt x="23378" y="1439610"/>
                  </a:lnTo>
                  <a:lnTo>
                    <a:pt x="17622" y="1440072"/>
                  </a:lnTo>
                  <a:lnTo>
                    <a:pt x="16509" y="1439628"/>
                  </a:lnTo>
                  <a:lnTo>
                    <a:pt x="15230" y="1438554"/>
                  </a:lnTo>
                  <a:lnTo>
                    <a:pt x="14784" y="1437817"/>
                  </a:lnTo>
                  <a:lnTo>
                    <a:pt x="14647" y="1436966"/>
                  </a:lnTo>
                  <a:lnTo>
                    <a:pt x="15292" y="1432160"/>
                  </a:lnTo>
                  <a:lnTo>
                    <a:pt x="16624" y="1429588"/>
                  </a:lnTo>
                  <a:lnTo>
                    <a:pt x="22078" y="1423915"/>
                  </a:lnTo>
                  <a:lnTo>
                    <a:pt x="24551" y="1420516"/>
                  </a:lnTo>
                  <a:lnTo>
                    <a:pt x="25121" y="1417267"/>
                  </a:lnTo>
                  <a:lnTo>
                    <a:pt x="25060" y="1412538"/>
                  </a:lnTo>
                  <a:lnTo>
                    <a:pt x="24387" y="1408701"/>
                  </a:lnTo>
                  <a:lnTo>
                    <a:pt x="23292" y="1406831"/>
                  </a:lnTo>
                  <a:lnTo>
                    <a:pt x="20115" y="1403086"/>
                  </a:lnTo>
                  <a:lnTo>
                    <a:pt x="15811" y="1398950"/>
                  </a:lnTo>
                  <a:lnTo>
                    <a:pt x="14326" y="1397107"/>
                  </a:lnTo>
                  <a:lnTo>
                    <a:pt x="13776" y="1395580"/>
                  </a:lnTo>
                  <a:lnTo>
                    <a:pt x="13819" y="1394280"/>
                  </a:lnTo>
                  <a:lnTo>
                    <a:pt x="16676" y="1386173"/>
                  </a:lnTo>
                  <a:lnTo>
                    <a:pt x="18383" y="1383506"/>
                  </a:lnTo>
                  <a:lnTo>
                    <a:pt x="21670" y="1380388"/>
                  </a:lnTo>
                  <a:lnTo>
                    <a:pt x="22891" y="1378920"/>
                  </a:lnTo>
                  <a:lnTo>
                    <a:pt x="24504" y="1376025"/>
                  </a:lnTo>
                  <a:lnTo>
                    <a:pt x="28177" y="1364309"/>
                  </a:lnTo>
                  <a:lnTo>
                    <a:pt x="29630" y="1358813"/>
                  </a:lnTo>
                  <a:lnTo>
                    <a:pt x="30692" y="1353980"/>
                  </a:lnTo>
                  <a:lnTo>
                    <a:pt x="30710" y="1352737"/>
                  </a:lnTo>
                  <a:lnTo>
                    <a:pt x="30287" y="1350584"/>
                  </a:lnTo>
                  <a:lnTo>
                    <a:pt x="28698" y="1347810"/>
                  </a:lnTo>
                  <a:lnTo>
                    <a:pt x="25720" y="1342659"/>
                  </a:lnTo>
                  <a:lnTo>
                    <a:pt x="25338" y="1341499"/>
                  </a:lnTo>
                  <a:lnTo>
                    <a:pt x="25375" y="1339379"/>
                  </a:lnTo>
                  <a:lnTo>
                    <a:pt x="25674" y="1338225"/>
                  </a:lnTo>
                  <a:lnTo>
                    <a:pt x="28975" y="1330446"/>
                  </a:lnTo>
                  <a:lnTo>
                    <a:pt x="29003" y="1329036"/>
                  </a:lnTo>
                  <a:lnTo>
                    <a:pt x="28550" y="1327138"/>
                  </a:lnTo>
                  <a:lnTo>
                    <a:pt x="26262" y="1322006"/>
                  </a:lnTo>
                  <a:lnTo>
                    <a:pt x="26027" y="1320648"/>
                  </a:lnTo>
                  <a:lnTo>
                    <a:pt x="26051" y="1317453"/>
                  </a:lnTo>
                  <a:lnTo>
                    <a:pt x="26912" y="1310620"/>
                  </a:lnTo>
                  <a:lnTo>
                    <a:pt x="27247" y="1308453"/>
                  </a:lnTo>
                  <a:lnTo>
                    <a:pt x="28543" y="1304476"/>
                  </a:lnTo>
                  <a:lnTo>
                    <a:pt x="31332" y="1297541"/>
                  </a:lnTo>
                  <a:lnTo>
                    <a:pt x="32705" y="1290473"/>
                  </a:lnTo>
                  <a:lnTo>
                    <a:pt x="34159" y="1286365"/>
                  </a:lnTo>
                  <a:lnTo>
                    <a:pt x="34080" y="1283880"/>
                  </a:lnTo>
                  <a:lnTo>
                    <a:pt x="35620" y="1278801"/>
                  </a:lnTo>
                  <a:lnTo>
                    <a:pt x="36485" y="1277327"/>
                  </a:lnTo>
                  <a:lnTo>
                    <a:pt x="37800" y="1275551"/>
                  </a:lnTo>
                  <a:lnTo>
                    <a:pt x="39529" y="1273833"/>
                  </a:lnTo>
                  <a:lnTo>
                    <a:pt x="43112" y="1271082"/>
                  </a:lnTo>
                  <a:lnTo>
                    <a:pt x="47888" y="1268046"/>
                  </a:lnTo>
                  <a:lnTo>
                    <a:pt x="53697" y="1265200"/>
                  </a:lnTo>
                  <a:lnTo>
                    <a:pt x="62868" y="1259032"/>
                  </a:lnTo>
                  <a:lnTo>
                    <a:pt x="64362" y="1257584"/>
                  </a:lnTo>
                  <a:lnTo>
                    <a:pt x="66547" y="1255994"/>
                  </a:lnTo>
                  <a:lnTo>
                    <a:pt x="68759" y="1253303"/>
                  </a:lnTo>
                  <a:lnTo>
                    <a:pt x="77531" y="1252631"/>
                  </a:lnTo>
                  <a:lnTo>
                    <a:pt x="81433" y="1252929"/>
                  </a:lnTo>
                  <a:lnTo>
                    <a:pt x="83161" y="1253367"/>
                  </a:lnTo>
                  <a:lnTo>
                    <a:pt x="86286" y="1254161"/>
                  </a:lnTo>
                  <a:lnTo>
                    <a:pt x="89842" y="1255629"/>
                  </a:lnTo>
                  <a:lnTo>
                    <a:pt x="95899" y="1257178"/>
                  </a:lnTo>
                  <a:lnTo>
                    <a:pt x="98315" y="1259425"/>
                  </a:lnTo>
                  <a:lnTo>
                    <a:pt x="103159" y="1260602"/>
                  </a:lnTo>
                  <a:lnTo>
                    <a:pt x="105538" y="1261962"/>
                  </a:lnTo>
                  <a:lnTo>
                    <a:pt x="110508" y="1262816"/>
                  </a:lnTo>
                  <a:lnTo>
                    <a:pt x="111030" y="1263169"/>
                  </a:lnTo>
                  <a:lnTo>
                    <a:pt x="114644" y="1265601"/>
                  </a:lnTo>
                  <a:lnTo>
                    <a:pt x="117602" y="1267013"/>
                  </a:lnTo>
                  <a:lnTo>
                    <a:pt x="120215" y="1267916"/>
                  </a:lnTo>
                  <a:lnTo>
                    <a:pt x="120800" y="1268309"/>
                  </a:lnTo>
                  <a:lnTo>
                    <a:pt x="123454" y="1268821"/>
                  </a:lnTo>
                  <a:lnTo>
                    <a:pt x="135056" y="1274390"/>
                  </a:lnTo>
                  <a:lnTo>
                    <a:pt x="139251" y="1277722"/>
                  </a:lnTo>
                  <a:lnTo>
                    <a:pt x="143821" y="1283069"/>
                  </a:lnTo>
                  <a:lnTo>
                    <a:pt x="146288" y="1289093"/>
                  </a:lnTo>
                  <a:lnTo>
                    <a:pt x="148131" y="1292356"/>
                  </a:lnTo>
                  <a:lnTo>
                    <a:pt x="152396" y="1298982"/>
                  </a:lnTo>
                  <a:lnTo>
                    <a:pt x="156073" y="1303641"/>
                  </a:lnTo>
                  <a:lnTo>
                    <a:pt x="159979" y="1310175"/>
                  </a:lnTo>
                  <a:lnTo>
                    <a:pt x="165655" y="1318263"/>
                  </a:lnTo>
                  <a:lnTo>
                    <a:pt x="169808" y="1321768"/>
                  </a:lnTo>
                  <a:lnTo>
                    <a:pt x="175706" y="1324149"/>
                  </a:lnTo>
                  <a:lnTo>
                    <a:pt x="178293" y="1326104"/>
                  </a:lnTo>
                  <a:lnTo>
                    <a:pt x="180560" y="1327957"/>
                  </a:lnTo>
                  <a:lnTo>
                    <a:pt x="183133" y="1331114"/>
                  </a:lnTo>
                  <a:lnTo>
                    <a:pt x="185636" y="1334906"/>
                  </a:lnTo>
                  <a:lnTo>
                    <a:pt x="188931" y="1340804"/>
                  </a:lnTo>
                  <a:lnTo>
                    <a:pt x="190480" y="1342659"/>
                  </a:lnTo>
                  <a:lnTo>
                    <a:pt x="194620" y="1345884"/>
                  </a:lnTo>
                  <a:lnTo>
                    <a:pt x="197488" y="1347656"/>
                  </a:lnTo>
                  <a:lnTo>
                    <a:pt x="200343" y="1350267"/>
                  </a:lnTo>
                  <a:lnTo>
                    <a:pt x="202698" y="1352350"/>
                  </a:lnTo>
                  <a:lnTo>
                    <a:pt x="210009" y="1354632"/>
                  </a:lnTo>
                  <a:lnTo>
                    <a:pt x="213985" y="1355340"/>
                  </a:lnTo>
                  <a:lnTo>
                    <a:pt x="219325" y="1356657"/>
                  </a:lnTo>
                  <a:lnTo>
                    <a:pt x="220443" y="1358468"/>
                  </a:lnTo>
                  <a:lnTo>
                    <a:pt x="218997" y="1362566"/>
                  </a:lnTo>
                  <a:lnTo>
                    <a:pt x="227372" y="1368521"/>
                  </a:lnTo>
                  <a:lnTo>
                    <a:pt x="231918" y="1371478"/>
                  </a:lnTo>
                  <a:lnTo>
                    <a:pt x="234717" y="1372913"/>
                  </a:lnTo>
                  <a:lnTo>
                    <a:pt x="240233" y="1375444"/>
                  </a:lnTo>
                  <a:lnTo>
                    <a:pt x="244275" y="1376971"/>
                  </a:lnTo>
                  <a:lnTo>
                    <a:pt x="248362" y="1377963"/>
                  </a:lnTo>
                  <a:lnTo>
                    <a:pt x="251532" y="1378221"/>
                  </a:lnTo>
                  <a:lnTo>
                    <a:pt x="254789" y="1377188"/>
                  </a:lnTo>
                  <a:lnTo>
                    <a:pt x="262874" y="1372335"/>
                  </a:lnTo>
                  <a:lnTo>
                    <a:pt x="266028" y="1369288"/>
                  </a:lnTo>
                  <a:lnTo>
                    <a:pt x="267321" y="1365155"/>
                  </a:lnTo>
                  <a:lnTo>
                    <a:pt x="267585" y="1362514"/>
                  </a:lnTo>
                  <a:lnTo>
                    <a:pt x="266281" y="1359359"/>
                  </a:lnTo>
                  <a:lnTo>
                    <a:pt x="267664" y="1356193"/>
                  </a:lnTo>
                  <a:lnTo>
                    <a:pt x="272405" y="1348128"/>
                  </a:lnTo>
                  <a:lnTo>
                    <a:pt x="276359" y="1343510"/>
                  </a:lnTo>
                  <a:lnTo>
                    <a:pt x="284238" y="1343183"/>
                  </a:lnTo>
                  <a:lnTo>
                    <a:pt x="287431" y="1344087"/>
                  </a:lnTo>
                  <a:lnTo>
                    <a:pt x="290287" y="1346242"/>
                  </a:lnTo>
                  <a:lnTo>
                    <a:pt x="302066" y="1353455"/>
                  </a:lnTo>
                  <a:lnTo>
                    <a:pt x="305792" y="1348906"/>
                  </a:lnTo>
                  <a:lnTo>
                    <a:pt x="308606" y="1349151"/>
                  </a:lnTo>
                  <a:lnTo>
                    <a:pt x="313121" y="1347556"/>
                  </a:lnTo>
                  <a:lnTo>
                    <a:pt x="319780" y="1346185"/>
                  </a:lnTo>
                  <a:lnTo>
                    <a:pt x="325576" y="1344355"/>
                  </a:lnTo>
                  <a:lnTo>
                    <a:pt x="333405" y="1341771"/>
                  </a:lnTo>
                  <a:lnTo>
                    <a:pt x="342254" y="1338058"/>
                  </a:lnTo>
                  <a:lnTo>
                    <a:pt x="357914" y="1334483"/>
                  </a:lnTo>
                  <a:lnTo>
                    <a:pt x="372502" y="1327447"/>
                  </a:lnTo>
                  <a:lnTo>
                    <a:pt x="375756" y="1326543"/>
                  </a:lnTo>
                  <a:lnTo>
                    <a:pt x="382976" y="1325462"/>
                  </a:lnTo>
                  <a:lnTo>
                    <a:pt x="393953" y="1325097"/>
                  </a:lnTo>
                  <a:lnTo>
                    <a:pt x="396654" y="1324752"/>
                  </a:lnTo>
                  <a:lnTo>
                    <a:pt x="398560" y="1324123"/>
                  </a:lnTo>
                  <a:lnTo>
                    <a:pt x="400331" y="1323063"/>
                  </a:lnTo>
                  <a:lnTo>
                    <a:pt x="406078" y="1318751"/>
                  </a:lnTo>
                  <a:lnTo>
                    <a:pt x="408682" y="1317120"/>
                  </a:lnTo>
                  <a:lnTo>
                    <a:pt x="409859" y="1316290"/>
                  </a:lnTo>
                  <a:lnTo>
                    <a:pt x="410967" y="1316062"/>
                  </a:lnTo>
                  <a:lnTo>
                    <a:pt x="413825" y="1313832"/>
                  </a:lnTo>
                  <a:lnTo>
                    <a:pt x="414767" y="1311641"/>
                  </a:lnTo>
                  <a:lnTo>
                    <a:pt x="415141" y="1308925"/>
                  </a:lnTo>
                  <a:lnTo>
                    <a:pt x="416931" y="1303492"/>
                  </a:lnTo>
                  <a:lnTo>
                    <a:pt x="419707" y="1298661"/>
                  </a:lnTo>
                  <a:lnTo>
                    <a:pt x="423755" y="1292946"/>
                  </a:lnTo>
                  <a:lnTo>
                    <a:pt x="425489" y="1288846"/>
                  </a:lnTo>
                  <a:lnTo>
                    <a:pt x="426567" y="1286100"/>
                  </a:lnTo>
                  <a:lnTo>
                    <a:pt x="424892" y="1274871"/>
                  </a:lnTo>
                  <a:lnTo>
                    <a:pt x="424742" y="1271746"/>
                  </a:lnTo>
                  <a:lnTo>
                    <a:pt x="425150" y="1268074"/>
                  </a:lnTo>
                  <a:lnTo>
                    <a:pt x="425743" y="1266310"/>
                  </a:lnTo>
                  <a:lnTo>
                    <a:pt x="426319" y="1265569"/>
                  </a:lnTo>
                  <a:lnTo>
                    <a:pt x="427372" y="1264764"/>
                  </a:lnTo>
                  <a:lnTo>
                    <a:pt x="429654" y="1263803"/>
                  </a:lnTo>
                  <a:lnTo>
                    <a:pt x="435428" y="1263310"/>
                  </a:lnTo>
                  <a:lnTo>
                    <a:pt x="440595" y="1262191"/>
                  </a:lnTo>
                  <a:lnTo>
                    <a:pt x="442002" y="1261368"/>
                  </a:lnTo>
                  <a:lnTo>
                    <a:pt x="444333" y="1258826"/>
                  </a:lnTo>
                  <a:lnTo>
                    <a:pt x="448677" y="1256304"/>
                  </a:lnTo>
                  <a:lnTo>
                    <a:pt x="450773" y="1254686"/>
                  </a:lnTo>
                  <a:lnTo>
                    <a:pt x="451942" y="1254455"/>
                  </a:lnTo>
                  <a:lnTo>
                    <a:pt x="453846" y="1254532"/>
                  </a:lnTo>
                  <a:lnTo>
                    <a:pt x="455613" y="1254201"/>
                  </a:lnTo>
                  <a:lnTo>
                    <a:pt x="457800" y="1254588"/>
                  </a:lnTo>
                  <a:lnTo>
                    <a:pt x="459039" y="1255362"/>
                  </a:lnTo>
                  <a:lnTo>
                    <a:pt x="459835" y="1256403"/>
                  </a:lnTo>
                  <a:lnTo>
                    <a:pt x="461468" y="1259743"/>
                  </a:lnTo>
                  <a:lnTo>
                    <a:pt x="462565" y="1260934"/>
                  </a:lnTo>
                  <a:lnTo>
                    <a:pt x="463590" y="1261547"/>
                  </a:lnTo>
                  <a:lnTo>
                    <a:pt x="464964" y="1261762"/>
                  </a:lnTo>
                  <a:lnTo>
                    <a:pt x="467195" y="1261443"/>
                  </a:lnTo>
                  <a:lnTo>
                    <a:pt x="468453" y="1260927"/>
                  </a:lnTo>
                  <a:lnTo>
                    <a:pt x="470099" y="1259586"/>
                  </a:lnTo>
                  <a:lnTo>
                    <a:pt x="470640" y="1258891"/>
                  </a:lnTo>
                  <a:lnTo>
                    <a:pt x="471399" y="1258049"/>
                  </a:lnTo>
                  <a:lnTo>
                    <a:pt x="473611" y="1256837"/>
                  </a:lnTo>
                  <a:lnTo>
                    <a:pt x="476586" y="1256017"/>
                  </a:lnTo>
                  <a:lnTo>
                    <a:pt x="481338" y="1255268"/>
                  </a:lnTo>
                  <a:lnTo>
                    <a:pt x="484515" y="1253922"/>
                  </a:lnTo>
                  <a:lnTo>
                    <a:pt x="486653" y="1253382"/>
                  </a:lnTo>
                  <a:lnTo>
                    <a:pt x="493405" y="1254354"/>
                  </a:lnTo>
                  <a:lnTo>
                    <a:pt x="506895" y="1255045"/>
                  </a:lnTo>
                  <a:lnTo>
                    <a:pt x="510147" y="1255667"/>
                  </a:lnTo>
                  <a:lnTo>
                    <a:pt x="513119" y="1256866"/>
                  </a:lnTo>
                  <a:lnTo>
                    <a:pt x="517479" y="1260914"/>
                  </a:lnTo>
                  <a:lnTo>
                    <a:pt x="519045" y="1263045"/>
                  </a:lnTo>
                  <a:lnTo>
                    <a:pt x="521515" y="1268548"/>
                  </a:lnTo>
                  <a:lnTo>
                    <a:pt x="523695" y="1272536"/>
                  </a:lnTo>
                  <a:lnTo>
                    <a:pt x="524313" y="1274197"/>
                  </a:lnTo>
                  <a:lnTo>
                    <a:pt x="526835" y="1278596"/>
                  </a:lnTo>
                  <a:lnTo>
                    <a:pt x="530211" y="1286661"/>
                  </a:lnTo>
                  <a:lnTo>
                    <a:pt x="530805" y="1289488"/>
                  </a:lnTo>
                  <a:lnTo>
                    <a:pt x="531530" y="1291446"/>
                  </a:lnTo>
                  <a:lnTo>
                    <a:pt x="534613" y="1297285"/>
                  </a:lnTo>
                  <a:lnTo>
                    <a:pt x="536476" y="1299407"/>
                  </a:lnTo>
                  <a:lnTo>
                    <a:pt x="538079" y="1300777"/>
                  </a:lnTo>
                  <a:lnTo>
                    <a:pt x="546421" y="1303656"/>
                  </a:lnTo>
                  <a:lnTo>
                    <a:pt x="550631" y="1306149"/>
                  </a:lnTo>
                  <a:lnTo>
                    <a:pt x="551374" y="1303740"/>
                  </a:lnTo>
                  <a:lnTo>
                    <a:pt x="551229" y="1302565"/>
                  </a:lnTo>
                  <a:lnTo>
                    <a:pt x="545382" y="1300073"/>
                  </a:lnTo>
                  <a:lnTo>
                    <a:pt x="543540" y="1299676"/>
                  </a:lnTo>
                  <a:lnTo>
                    <a:pt x="540497" y="1298197"/>
                  </a:lnTo>
                  <a:lnTo>
                    <a:pt x="540609" y="1297512"/>
                  </a:lnTo>
                  <a:lnTo>
                    <a:pt x="541721" y="1296683"/>
                  </a:lnTo>
                  <a:lnTo>
                    <a:pt x="541600" y="1296096"/>
                  </a:lnTo>
                  <a:lnTo>
                    <a:pt x="541801" y="1295398"/>
                  </a:lnTo>
                  <a:lnTo>
                    <a:pt x="541428" y="1294681"/>
                  </a:lnTo>
                  <a:lnTo>
                    <a:pt x="541631" y="1293212"/>
                  </a:lnTo>
                  <a:lnTo>
                    <a:pt x="542773" y="1292034"/>
                  </a:lnTo>
                  <a:lnTo>
                    <a:pt x="544211" y="1291586"/>
                  </a:lnTo>
                  <a:lnTo>
                    <a:pt x="544836" y="1291028"/>
                  </a:lnTo>
                  <a:lnTo>
                    <a:pt x="544159" y="1289700"/>
                  </a:lnTo>
                  <a:lnTo>
                    <a:pt x="542278" y="1288677"/>
                  </a:lnTo>
                  <a:lnTo>
                    <a:pt x="541068" y="1288780"/>
                  </a:lnTo>
                  <a:lnTo>
                    <a:pt x="541241" y="1287751"/>
                  </a:lnTo>
                  <a:lnTo>
                    <a:pt x="540693" y="1285798"/>
                  </a:lnTo>
                  <a:lnTo>
                    <a:pt x="539834" y="1284121"/>
                  </a:lnTo>
                  <a:lnTo>
                    <a:pt x="540170" y="1283426"/>
                  </a:lnTo>
                  <a:lnTo>
                    <a:pt x="539363" y="1281782"/>
                  </a:lnTo>
                  <a:lnTo>
                    <a:pt x="539433" y="1280950"/>
                  </a:lnTo>
                  <a:lnTo>
                    <a:pt x="537380" y="1281102"/>
                  </a:lnTo>
                  <a:lnTo>
                    <a:pt x="537305" y="1281322"/>
                  </a:lnTo>
                  <a:lnTo>
                    <a:pt x="536022" y="1280354"/>
                  </a:lnTo>
                  <a:lnTo>
                    <a:pt x="535584" y="1280333"/>
                  </a:lnTo>
                  <a:lnTo>
                    <a:pt x="535592" y="1280099"/>
                  </a:lnTo>
                  <a:lnTo>
                    <a:pt x="534216" y="1280132"/>
                  </a:lnTo>
                  <a:lnTo>
                    <a:pt x="533020" y="1279487"/>
                  </a:lnTo>
                  <a:lnTo>
                    <a:pt x="531750" y="1279567"/>
                  </a:lnTo>
                  <a:lnTo>
                    <a:pt x="531316" y="1279387"/>
                  </a:lnTo>
                  <a:lnTo>
                    <a:pt x="529604" y="1280090"/>
                  </a:lnTo>
                  <a:lnTo>
                    <a:pt x="527984" y="1276670"/>
                  </a:lnTo>
                  <a:lnTo>
                    <a:pt x="526613" y="1274403"/>
                  </a:lnTo>
                  <a:lnTo>
                    <a:pt x="527548" y="1273099"/>
                  </a:lnTo>
                  <a:lnTo>
                    <a:pt x="528305" y="1272607"/>
                  </a:lnTo>
                  <a:lnTo>
                    <a:pt x="528595" y="1271280"/>
                  </a:lnTo>
                  <a:lnTo>
                    <a:pt x="528100" y="1269871"/>
                  </a:lnTo>
                  <a:lnTo>
                    <a:pt x="529345" y="1268298"/>
                  </a:lnTo>
                  <a:lnTo>
                    <a:pt x="530597" y="1265400"/>
                  </a:lnTo>
                  <a:lnTo>
                    <a:pt x="531867" y="1263933"/>
                  </a:lnTo>
                  <a:lnTo>
                    <a:pt x="531507" y="1263249"/>
                  </a:lnTo>
                  <a:lnTo>
                    <a:pt x="531691" y="1262638"/>
                  </a:lnTo>
                  <a:lnTo>
                    <a:pt x="532188" y="1262322"/>
                  </a:lnTo>
                  <a:lnTo>
                    <a:pt x="532573" y="1261491"/>
                  </a:lnTo>
                  <a:lnTo>
                    <a:pt x="533521" y="1261848"/>
                  </a:lnTo>
                  <a:lnTo>
                    <a:pt x="534504" y="1261208"/>
                  </a:lnTo>
                  <a:lnTo>
                    <a:pt x="534730" y="1260510"/>
                  </a:lnTo>
                  <a:lnTo>
                    <a:pt x="535719" y="1259439"/>
                  </a:lnTo>
                  <a:lnTo>
                    <a:pt x="535599" y="1258989"/>
                  </a:lnTo>
                  <a:lnTo>
                    <a:pt x="536126" y="1258160"/>
                  </a:lnTo>
                  <a:lnTo>
                    <a:pt x="537111" y="1257472"/>
                  </a:lnTo>
                  <a:lnTo>
                    <a:pt x="537263" y="1256728"/>
                  </a:lnTo>
                  <a:lnTo>
                    <a:pt x="537853" y="1256510"/>
                  </a:lnTo>
                  <a:lnTo>
                    <a:pt x="537737" y="1255929"/>
                  </a:lnTo>
                  <a:lnTo>
                    <a:pt x="536765" y="1255029"/>
                  </a:lnTo>
                  <a:lnTo>
                    <a:pt x="536514" y="1254320"/>
                  </a:lnTo>
                  <a:lnTo>
                    <a:pt x="536625" y="1253705"/>
                  </a:lnTo>
                  <a:lnTo>
                    <a:pt x="537188" y="1253328"/>
                  </a:lnTo>
                  <a:lnTo>
                    <a:pt x="538089" y="1253213"/>
                  </a:lnTo>
                  <a:lnTo>
                    <a:pt x="541128" y="1254128"/>
                  </a:lnTo>
                  <a:lnTo>
                    <a:pt x="542535" y="1254939"/>
                  </a:lnTo>
                  <a:lnTo>
                    <a:pt x="543653" y="1254421"/>
                  </a:lnTo>
                  <a:lnTo>
                    <a:pt x="544484" y="1253313"/>
                  </a:lnTo>
                  <a:lnTo>
                    <a:pt x="545522" y="1253829"/>
                  </a:lnTo>
                  <a:lnTo>
                    <a:pt x="548216" y="1251002"/>
                  </a:lnTo>
                  <a:lnTo>
                    <a:pt x="547462" y="1250727"/>
                  </a:lnTo>
                  <a:lnTo>
                    <a:pt x="548737" y="1248986"/>
                  </a:lnTo>
                  <a:lnTo>
                    <a:pt x="549970" y="1249040"/>
                  </a:lnTo>
                  <a:lnTo>
                    <a:pt x="548889" y="1247284"/>
                  </a:lnTo>
                  <a:lnTo>
                    <a:pt x="548250" y="1247218"/>
                  </a:lnTo>
                  <a:lnTo>
                    <a:pt x="547444" y="1246746"/>
                  </a:lnTo>
                  <a:lnTo>
                    <a:pt x="545254" y="1244040"/>
                  </a:lnTo>
                  <a:lnTo>
                    <a:pt x="544948" y="1243331"/>
                  </a:lnTo>
                  <a:lnTo>
                    <a:pt x="544934" y="1241770"/>
                  </a:lnTo>
                  <a:lnTo>
                    <a:pt x="544589" y="1240866"/>
                  </a:lnTo>
                  <a:lnTo>
                    <a:pt x="545011" y="1239785"/>
                  </a:lnTo>
                  <a:lnTo>
                    <a:pt x="544512" y="1237103"/>
                  </a:lnTo>
                  <a:lnTo>
                    <a:pt x="544721" y="1234469"/>
                  </a:lnTo>
                  <a:lnTo>
                    <a:pt x="544573" y="1233498"/>
                  </a:lnTo>
                  <a:lnTo>
                    <a:pt x="544828" y="1232450"/>
                  </a:lnTo>
                  <a:lnTo>
                    <a:pt x="544614" y="1231731"/>
                  </a:lnTo>
                  <a:lnTo>
                    <a:pt x="545468" y="1229904"/>
                  </a:lnTo>
                  <a:lnTo>
                    <a:pt x="546692" y="1228927"/>
                  </a:lnTo>
                  <a:lnTo>
                    <a:pt x="549157" y="1228132"/>
                  </a:lnTo>
                  <a:lnTo>
                    <a:pt x="550175" y="1227459"/>
                  </a:lnTo>
                  <a:lnTo>
                    <a:pt x="551421" y="1227150"/>
                  </a:lnTo>
                  <a:lnTo>
                    <a:pt x="552491" y="1226450"/>
                  </a:lnTo>
                  <a:lnTo>
                    <a:pt x="553545" y="1225139"/>
                  </a:lnTo>
                  <a:lnTo>
                    <a:pt x="554013" y="1223093"/>
                  </a:lnTo>
                  <a:lnTo>
                    <a:pt x="554612" y="1222279"/>
                  </a:lnTo>
                  <a:lnTo>
                    <a:pt x="554824" y="1221163"/>
                  </a:lnTo>
                  <a:lnTo>
                    <a:pt x="556411" y="1220593"/>
                  </a:lnTo>
                  <a:lnTo>
                    <a:pt x="557900" y="1219365"/>
                  </a:lnTo>
                  <a:lnTo>
                    <a:pt x="559542" y="1218382"/>
                  </a:lnTo>
                  <a:lnTo>
                    <a:pt x="560045" y="1217307"/>
                  </a:lnTo>
                  <a:lnTo>
                    <a:pt x="563193" y="1215891"/>
                  </a:lnTo>
                  <a:lnTo>
                    <a:pt x="564513" y="1215597"/>
                  </a:lnTo>
                  <a:lnTo>
                    <a:pt x="566519" y="1215633"/>
                  </a:lnTo>
                  <a:lnTo>
                    <a:pt x="567691" y="1215079"/>
                  </a:lnTo>
                  <a:lnTo>
                    <a:pt x="567801" y="1214053"/>
                  </a:lnTo>
                  <a:lnTo>
                    <a:pt x="567435" y="1213613"/>
                  </a:lnTo>
                  <a:lnTo>
                    <a:pt x="567428" y="1211743"/>
                  </a:lnTo>
                  <a:lnTo>
                    <a:pt x="566938" y="1211148"/>
                  </a:lnTo>
                  <a:lnTo>
                    <a:pt x="566345" y="1208891"/>
                  </a:lnTo>
                  <a:lnTo>
                    <a:pt x="566018" y="1208238"/>
                  </a:lnTo>
                  <a:lnTo>
                    <a:pt x="564945" y="1207867"/>
                  </a:lnTo>
                  <a:lnTo>
                    <a:pt x="564842" y="1206587"/>
                  </a:lnTo>
                  <a:lnTo>
                    <a:pt x="564575" y="1206311"/>
                  </a:lnTo>
                  <a:lnTo>
                    <a:pt x="564102" y="1206360"/>
                  </a:lnTo>
                  <a:lnTo>
                    <a:pt x="563962" y="1205040"/>
                  </a:lnTo>
                  <a:lnTo>
                    <a:pt x="563509" y="1204598"/>
                  </a:lnTo>
                  <a:lnTo>
                    <a:pt x="563446" y="1204198"/>
                  </a:lnTo>
                  <a:lnTo>
                    <a:pt x="563609" y="1203532"/>
                  </a:lnTo>
                  <a:lnTo>
                    <a:pt x="564512" y="1203318"/>
                  </a:lnTo>
                  <a:lnTo>
                    <a:pt x="564627" y="1202255"/>
                  </a:lnTo>
                  <a:lnTo>
                    <a:pt x="565002" y="1201911"/>
                  </a:lnTo>
                  <a:lnTo>
                    <a:pt x="565202" y="1200290"/>
                  </a:lnTo>
                  <a:lnTo>
                    <a:pt x="565057" y="1197998"/>
                  </a:lnTo>
                  <a:lnTo>
                    <a:pt x="565724" y="1196427"/>
                  </a:lnTo>
                  <a:lnTo>
                    <a:pt x="565466" y="1196070"/>
                  </a:lnTo>
                  <a:lnTo>
                    <a:pt x="565550" y="1195511"/>
                  </a:lnTo>
                  <a:lnTo>
                    <a:pt x="565057" y="1195313"/>
                  </a:lnTo>
                  <a:lnTo>
                    <a:pt x="564480" y="1193463"/>
                  </a:lnTo>
                  <a:lnTo>
                    <a:pt x="564155" y="1193299"/>
                  </a:lnTo>
                  <a:lnTo>
                    <a:pt x="564336" y="1192510"/>
                  </a:lnTo>
                  <a:lnTo>
                    <a:pt x="563985" y="1191729"/>
                  </a:lnTo>
                  <a:lnTo>
                    <a:pt x="563909" y="1190455"/>
                  </a:lnTo>
                  <a:lnTo>
                    <a:pt x="564186" y="1190039"/>
                  </a:lnTo>
                  <a:lnTo>
                    <a:pt x="563971" y="1188580"/>
                  </a:lnTo>
                  <a:lnTo>
                    <a:pt x="564489" y="1188130"/>
                  </a:lnTo>
                  <a:lnTo>
                    <a:pt x="564296" y="1187343"/>
                  </a:lnTo>
                  <a:lnTo>
                    <a:pt x="564458" y="1186474"/>
                  </a:lnTo>
                  <a:lnTo>
                    <a:pt x="563966" y="1183522"/>
                  </a:lnTo>
                  <a:lnTo>
                    <a:pt x="564977" y="1180899"/>
                  </a:lnTo>
                  <a:lnTo>
                    <a:pt x="564583" y="1179597"/>
                  </a:lnTo>
                  <a:lnTo>
                    <a:pt x="565050" y="1177693"/>
                  </a:lnTo>
                  <a:lnTo>
                    <a:pt x="564635" y="1176799"/>
                  </a:lnTo>
                  <a:lnTo>
                    <a:pt x="564764" y="1176331"/>
                  </a:lnTo>
                  <a:lnTo>
                    <a:pt x="563935" y="1175433"/>
                  </a:lnTo>
                  <a:lnTo>
                    <a:pt x="563783" y="1173993"/>
                  </a:lnTo>
                  <a:lnTo>
                    <a:pt x="563097" y="1172544"/>
                  </a:lnTo>
                  <a:lnTo>
                    <a:pt x="562843" y="1169114"/>
                  </a:lnTo>
                  <a:lnTo>
                    <a:pt x="562590" y="1168883"/>
                  </a:lnTo>
                  <a:lnTo>
                    <a:pt x="562083" y="1164446"/>
                  </a:lnTo>
                  <a:lnTo>
                    <a:pt x="562251" y="1164191"/>
                  </a:lnTo>
                  <a:lnTo>
                    <a:pt x="561979" y="1163744"/>
                  </a:lnTo>
                  <a:lnTo>
                    <a:pt x="562050" y="1163147"/>
                  </a:lnTo>
                  <a:lnTo>
                    <a:pt x="561809" y="1162450"/>
                  </a:lnTo>
                  <a:lnTo>
                    <a:pt x="562431" y="1160726"/>
                  </a:lnTo>
                  <a:lnTo>
                    <a:pt x="562268" y="1160534"/>
                  </a:lnTo>
                  <a:lnTo>
                    <a:pt x="562309" y="1159506"/>
                  </a:lnTo>
                  <a:lnTo>
                    <a:pt x="561798" y="1158480"/>
                  </a:lnTo>
                  <a:lnTo>
                    <a:pt x="560867" y="1157474"/>
                  </a:lnTo>
                  <a:lnTo>
                    <a:pt x="560867" y="1156812"/>
                  </a:lnTo>
                  <a:lnTo>
                    <a:pt x="561377" y="1156487"/>
                  </a:lnTo>
                  <a:lnTo>
                    <a:pt x="560675" y="1154507"/>
                  </a:lnTo>
                  <a:lnTo>
                    <a:pt x="560878" y="1153674"/>
                  </a:lnTo>
                  <a:lnTo>
                    <a:pt x="561346" y="1153317"/>
                  </a:lnTo>
                  <a:lnTo>
                    <a:pt x="561390" y="1152338"/>
                  </a:lnTo>
                  <a:lnTo>
                    <a:pt x="560715" y="1151611"/>
                  </a:lnTo>
                  <a:lnTo>
                    <a:pt x="560607" y="1150050"/>
                  </a:lnTo>
                  <a:lnTo>
                    <a:pt x="560147" y="1149425"/>
                  </a:lnTo>
                  <a:lnTo>
                    <a:pt x="558698" y="1149080"/>
                  </a:lnTo>
                  <a:lnTo>
                    <a:pt x="558263" y="1148491"/>
                  </a:lnTo>
                  <a:lnTo>
                    <a:pt x="557622" y="1148283"/>
                  </a:lnTo>
                  <a:lnTo>
                    <a:pt x="557949" y="1147926"/>
                  </a:lnTo>
                  <a:lnTo>
                    <a:pt x="557959" y="1147492"/>
                  </a:lnTo>
                  <a:lnTo>
                    <a:pt x="558432" y="1147278"/>
                  </a:lnTo>
                  <a:lnTo>
                    <a:pt x="558854" y="1146661"/>
                  </a:lnTo>
                  <a:lnTo>
                    <a:pt x="559037" y="1146272"/>
                  </a:lnTo>
                  <a:lnTo>
                    <a:pt x="558502" y="1144924"/>
                  </a:lnTo>
                  <a:lnTo>
                    <a:pt x="558870" y="1143815"/>
                  </a:lnTo>
                  <a:lnTo>
                    <a:pt x="558885" y="1141045"/>
                  </a:lnTo>
                  <a:lnTo>
                    <a:pt x="559357" y="1139009"/>
                  </a:lnTo>
                  <a:lnTo>
                    <a:pt x="560174" y="1137015"/>
                  </a:lnTo>
                  <a:lnTo>
                    <a:pt x="560426" y="1135233"/>
                  </a:lnTo>
                  <a:lnTo>
                    <a:pt x="559829" y="1132536"/>
                  </a:lnTo>
                  <a:lnTo>
                    <a:pt x="558401" y="1130093"/>
                  </a:lnTo>
                  <a:lnTo>
                    <a:pt x="558465" y="1129579"/>
                  </a:lnTo>
                  <a:lnTo>
                    <a:pt x="559115" y="1128767"/>
                  </a:lnTo>
                  <a:lnTo>
                    <a:pt x="559399" y="1128007"/>
                  </a:lnTo>
                  <a:lnTo>
                    <a:pt x="559104" y="1125012"/>
                  </a:lnTo>
                  <a:lnTo>
                    <a:pt x="558533" y="1124817"/>
                  </a:lnTo>
                  <a:lnTo>
                    <a:pt x="558447" y="1123776"/>
                  </a:lnTo>
                  <a:lnTo>
                    <a:pt x="558559" y="1122760"/>
                  </a:lnTo>
                  <a:lnTo>
                    <a:pt x="559278" y="1122139"/>
                  </a:lnTo>
                  <a:lnTo>
                    <a:pt x="559478" y="1119395"/>
                  </a:lnTo>
                  <a:lnTo>
                    <a:pt x="559794" y="1119269"/>
                  </a:lnTo>
                  <a:lnTo>
                    <a:pt x="559809" y="1118872"/>
                  </a:lnTo>
                  <a:lnTo>
                    <a:pt x="560459" y="1117924"/>
                  </a:lnTo>
                  <a:lnTo>
                    <a:pt x="560044" y="1117395"/>
                  </a:lnTo>
                  <a:lnTo>
                    <a:pt x="560041" y="1116282"/>
                  </a:lnTo>
                  <a:lnTo>
                    <a:pt x="559594" y="1115860"/>
                  </a:lnTo>
                  <a:lnTo>
                    <a:pt x="559541" y="1115327"/>
                  </a:lnTo>
                  <a:lnTo>
                    <a:pt x="559780" y="1115102"/>
                  </a:lnTo>
                  <a:lnTo>
                    <a:pt x="559618" y="1114555"/>
                  </a:lnTo>
                  <a:lnTo>
                    <a:pt x="558711" y="1113460"/>
                  </a:lnTo>
                  <a:lnTo>
                    <a:pt x="556256" y="1111947"/>
                  </a:lnTo>
                  <a:lnTo>
                    <a:pt x="555487" y="1110988"/>
                  </a:lnTo>
                  <a:lnTo>
                    <a:pt x="555020" y="1110743"/>
                  </a:lnTo>
                  <a:lnTo>
                    <a:pt x="554791" y="1110301"/>
                  </a:lnTo>
                  <a:lnTo>
                    <a:pt x="554953" y="1108917"/>
                  </a:lnTo>
                  <a:lnTo>
                    <a:pt x="554252" y="1108858"/>
                  </a:lnTo>
                  <a:lnTo>
                    <a:pt x="552892" y="1108193"/>
                  </a:lnTo>
                  <a:lnTo>
                    <a:pt x="551505" y="1108253"/>
                  </a:lnTo>
                  <a:lnTo>
                    <a:pt x="550787" y="1107891"/>
                  </a:lnTo>
                  <a:lnTo>
                    <a:pt x="550288" y="1107958"/>
                  </a:lnTo>
                  <a:lnTo>
                    <a:pt x="549833" y="1108242"/>
                  </a:lnTo>
                  <a:lnTo>
                    <a:pt x="549181" y="1108223"/>
                  </a:lnTo>
                  <a:lnTo>
                    <a:pt x="549081" y="1108732"/>
                  </a:lnTo>
                  <a:lnTo>
                    <a:pt x="547702" y="1109307"/>
                  </a:lnTo>
                  <a:lnTo>
                    <a:pt x="547248" y="1109926"/>
                  </a:lnTo>
                  <a:lnTo>
                    <a:pt x="546732" y="1109966"/>
                  </a:lnTo>
                  <a:lnTo>
                    <a:pt x="546494" y="1110280"/>
                  </a:lnTo>
                  <a:lnTo>
                    <a:pt x="542414" y="1108693"/>
                  </a:lnTo>
                  <a:lnTo>
                    <a:pt x="540468" y="1108880"/>
                  </a:lnTo>
                  <a:lnTo>
                    <a:pt x="538741" y="1107918"/>
                  </a:lnTo>
                  <a:lnTo>
                    <a:pt x="536719" y="1107187"/>
                  </a:lnTo>
                  <a:lnTo>
                    <a:pt x="535802" y="1107398"/>
                  </a:lnTo>
                  <a:lnTo>
                    <a:pt x="534471" y="1106289"/>
                  </a:lnTo>
                  <a:lnTo>
                    <a:pt x="533766" y="1106146"/>
                  </a:lnTo>
                  <a:lnTo>
                    <a:pt x="532718" y="1105444"/>
                  </a:lnTo>
                  <a:lnTo>
                    <a:pt x="532168" y="1105628"/>
                  </a:lnTo>
                  <a:lnTo>
                    <a:pt x="531671" y="1105393"/>
                  </a:lnTo>
                  <a:lnTo>
                    <a:pt x="528548" y="1106539"/>
                  </a:lnTo>
                  <a:lnTo>
                    <a:pt x="526047" y="1106829"/>
                  </a:lnTo>
                  <a:lnTo>
                    <a:pt x="525091" y="1107870"/>
                  </a:lnTo>
                  <a:lnTo>
                    <a:pt x="524787" y="1109112"/>
                  </a:lnTo>
                  <a:lnTo>
                    <a:pt x="522929" y="1109177"/>
                  </a:lnTo>
                  <a:lnTo>
                    <a:pt x="521489" y="1110192"/>
                  </a:lnTo>
                  <a:lnTo>
                    <a:pt x="520419" y="1110151"/>
                  </a:lnTo>
                  <a:lnTo>
                    <a:pt x="519979" y="1109784"/>
                  </a:lnTo>
                  <a:lnTo>
                    <a:pt x="517710" y="1109151"/>
                  </a:lnTo>
                  <a:lnTo>
                    <a:pt x="515513" y="1109042"/>
                  </a:lnTo>
                  <a:lnTo>
                    <a:pt x="515241" y="1108714"/>
                  </a:lnTo>
                  <a:lnTo>
                    <a:pt x="514176" y="1108527"/>
                  </a:lnTo>
                  <a:lnTo>
                    <a:pt x="514330" y="1107382"/>
                  </a:lnTo>
                  <a:lnTo>
                    <a:pt x="514072" y="1106945"/>
                  </a:lnTo>
                  <a:lnTo>
                    <a:pt x="514115" y="1105894"/>
                  </a:lnTo>
                  <a:lnTo>
                    <a:pt x="514406" y="1105743"/>
                  </a:lnTo>
                  <a:lnTo>
                    <a:pt x="514621" y="1105289"/>
                  </a:lnTo>
                  <a:lnTo>
                    <a:pt x="514423" y="1104939"/>
                  </a:lnTo>
                  <a:lnTo>
                    <a:pt x="514806" y="1104600"/>
                  </a:lnTo>
                  <a:lnTo>
                    <a:pt x="514673" y="1104164"/>
                  </a:lnTo>
                  <a:lnTo>
                    <a:pt x="515102" y="1102206"/>
                  </a:lnTo>
                  <a:lnTo>
                    <a:pt x="515627" y="1101922"/>
                  </a:lnTo>
                  <a:lnTo>
                    <a:pt x="515823" y="1101548"/>
                  </a:lnTo>
                  <a:lnTo>
                    <a:pt x="515853" y="1100239"/>
                  </a:lnTo>
                  <a:lnTo>
                    <a:pt x="515515" y="1099698"/>
                  </a:lnTo>
                  <a:lnTo>
                    <a:pt x="515769" y="1098979"/>
                  </a:lnTo>
                  <a:lnTo>
                    <a:pt x="515570" y="1098847"/>
                  </a:lnTo>
                  <a:lnTo>
                    <a:pt x="516532" y="1098226"/>
                  </a:lnTo>
                  <a:lnTo>
                    <a:pt x="516872" y="1096067"/>
                  </a:lnTo>
                  <a:lnTo>
                    <a:pt x="517021" y="1095728"/>
                  </a:lnTo>
                  <a:lnTo>
                    <a:pt x="517429" y="1095632"/>
                  </a:lnTo>
                  <a:lnTo>
                    <a:pt x="517269" y="1095255"/>
                  </a:lnTo>
                  <a:lnTo>
                    <a:pt x="517433" y="1094840"/>
                  </a:lnTo>
                  <a:lnTo>
                    <a:pt x="518172" y="1094397"/>
                  </a:lnTo>
                  <a:lnTo>
                    <a:pt x="518172" y="1093562"/>
                  </a:lnTo>
                  <a:lnTo>
                    <a:pt x="517879" y="1093087"/>
                  </a:lnTo>
                  <a:lnTo>
                    <a:pt x="518140" y="1092768"/>
                  </a:lnTo>
                  <a:lnTo>
                    <a:pt x="517913" y="1092367"/>
                  </a:lnTo>
                  <a:lnTo>
                    <a:pt x="518154" y="1091808"/>
                  </a:lnTo>
                  <a:lnTo>
                    <a:pt x="517833" y="1091333"/>
                  </a:lnTo>
                  <a:lnTo>
                    <a:pt x="517900" y="1090372"/>
                  </a:lnTo>
                  <a:lnTo>
                    <a:pt x="518612" y="1089245"/>
                  </a:lnTo>
                  <a:lnTo>
                    <a:pt x="518606" y="1088482"/>
                  </a:lnTo>
                  <a:lnTo>
                    <a:pt x="519029" y="1088420"/>
                  </a:lnTo>
                  <a:lnTo>
                    <a:pt x="519284" y="1087850"/>
                  </a:lnTo>
                  <a:lnTo>
                    <a:pt x="519664" y="1087786"/>
                  </a:lnTo>
                  <a:lnTo>
                    <a:pt x="520357" y="1086152"/>
                  </a:lnTo>
                  <a:lnTo>
                    <a:pt x="520183" y="1085797"/>
                  </a:lnTo>
                  <a:lnTo>
                    <a:pt x="519705" y="1085772"/>
                  </a:lnTo>
                  <a:lnTo>
                    <a:pt x="519579" y="1085532"/>
                  </a:lnTo>
                  <a:lnTo>
                    <a:pt x="519735" y="1084715"/>
                  </a:lnTo>
                  <a:lnTo>
                    <a:pt x="520149" y="1084070"/>
                  </a:lnTo>
                  <a:lnTo>
                    <a:pt x="519902" y="1083460"/>
                  </a:lnTo>
                  <a:lnTo>
                    <a:pt x="520789" y="1083013"/>
                  </a:lnTo>
                  <a:lnTo>
                    <a:pt x="521554" y="1081485"/>
                  </a:lnTo>
                  <a:lnTo>
                    <a:pt x="522543" y="1081248"/>
                  </a:lnTo>
                  <a:lnTo>
                    <a:pt x="523252" y="1081388"/>
                  </a:lnTo>
                  <a:lnTo>
                    <a:pt x="523694" y="1080608"/>
                  </a:lnTo>
                  <a:lnTo>
                    <a:pt x="523606" y="1080251"/>
                  </a:lnTo>
                  <a:lnTo>
                    <a:pt x="523183" y="1080071"/>
                  </a:lnTo>
                  <a:lnTo>
                    <a:pt x="523312" y="1079598"/>
                  </a:lnTo>
                  <a:lnTo>
                    <a:pt x="522514" y="1079425"/>
                  </a:lnTo>
                  <a:lnTo>
                    <a:pt x="522445" y="1078616"/>
                  </a:lnTo>
                  <a:lnTo>
                    <a:pt x="522253" y="1078502"/>
                  </a:lnTo>
                  <a:lnTo>
                    <a:pt x="522416" y="1077312"/>
                  </a:lnTo>
                  <a:lnTo>
                    <a:pt x="522880" y="1076920"/>
                  </a:lnTo>
                  <a:lnTo>
                    <a:pt x="522448" y="1076246"/>
                  </a:lnTo>
                  <a:lnTo>
                    <a:pt x="522004" y="1076060"/>
                  </a:lnTo>
                  <a:lnTo>
                    <a:pt x="521413" y="1076148"/>
                  </a:lnTo>
                  <a:lnTo>
                    <a:pt x="521698" y="1074451"/>
                  </a:lnTo>
                  <a:lnTo>
                    <a:pt x="521480" y="1073898"/>
                  </a:lnTo>
                  <a:lnTo>
                    <a:pt x="521660" y="1073653"/>
                  </a:lnTo>
                  <a:lnTo>
                    <a:pt x="521311" y="1073484"/>
                  </a:lnTo>
                  <a:lnTo>
                    <a:pt x="521744" y="1072998"/>
                  </a:lnTo>
                  <a:lnTo>
                    <a:pt x="522076" y="1071567"/>
                  </a:lnTo>
                  <a:lnTo>
                    <a:pt x="522962" y="1070178"/>
                  </a:lnTo>
                  <a:lnTo>
                    <a:pt x="522877" y="1069535"/>
                  </a:lnTo>
                  <a:lnTo>
                    <a:pt x="523227" y="1069080"/>
                  </a:lnTo>
                  <a:lnTo>
                    <a:pt x="522384" y="1067866"/>
                  </a:lnTo>
                  <a:lnTo>
                    <a:pt x="521899" y="1066630"/>
                  </a:lnTo>
                  <a:lnTo>
                    <a:pt x="521982" y="1066207"/>
                  </a:lnTo>
                  <a:lnTo>
                    <a:pt x="522294" y="1065977"/>
                  </a:lnTo>
                  <a:lnTo>
                    <a:pt x="522115" y="1065047"/>
                  </a:lnTo>
                  <a:lnTo>
                    <a:pt x="522221" y="1062861"/>
                  </a:lnTo>
                  <a:lnTo>
                    <a:pt x="522783" y="1061995"/>
                  </a:lnTo>
                  <a:lnTo>
                    <a:pt x="523587" y="1061814"/>
                  </a:lnTo>
                  <a:lnTo>
                    <a:pt x="524146" y="1061067"/>
                  </a:lnTo>
                  <a:lnTo>
                    <a:pt x="523892" y="1060512"/>
                  </a:lnTo>
                  <a:lnTo>
                    <a:pt x="523248" y="1060080"/>
                  </a:lnTo>
                  <a:lnTo>
                    <a:pt x="522836" y="1060520"/>
                  </a:lnTo>
                  <a:lnTo>
                    <a:pt x="522451" y="1060416"/>
                  </a:lnTo>
                  <a:lnTo>
                    <a:pt x="522295" y="1059571"/>
                  </a:lnTo>
                  <a:lnTo>
                    <a:pt x="522499" y="1059034"/>
                  </a:lnTo>
                  <a:lnTo>
                    <a:pt x="522041" y="1058753"/>
                  </a:lnTo>
                  <a:lnTo>
                    <a:pt x="521994" y="1058433"/>
                  </a:lnTo>
                  <a:lnTo>
                    <a:pt x="522487" y="1058028"/>
                  </a:lnTo>
                  <a:lnTo>
                    <a:pt x="522147" y="1057018"/>
                  </a:lnTo>
                  <a:lnTo>
                    <a:pt x="522141" y="1055778"/>
                  </a:lnTo>
                  <a:lnTo>
                    <a:pt x="522819" y="1055228"/>
                  </a:lnTo>
                  <a:lnTo>
                    <a:pt x="523433" y="1055321"/>
                  </a:lnTo>
                  <a:lnTo>
                    <a:pt x="524127" y="1054645"/>
                  </a:lnTo>
                  <a:lnTo>
                    <a:pt x="523948" y="1052694"/>
                  </a:lnTo>
                  <a:lnTo>
                    <a:pt x="524269" y="1051992"/>
                  </a:lnTo>
                  <a:lnTo>
                    <a:pt x="523788" y="1050707"/>
                  </a:lnTo>
                  <a:lnTo>
                    <a:pt x="523827" y="1049170"/>
                  </a:lnTo>
                  <a:lnTo>
                    <a:pt x="523555" y="1048659"/>
                  </a:lnTo>
                  <a:lnTo>
                    <a:pt x="523317" y="1048682"/>
                  </a:lnTo>
                  <a:lnTo>
                    <a:pt x="523232" y="1047971"/>
                  </a:lnTo>
                  <a:lnTo>
                    <a:pt x="523516" y="1047185"/>
                  </a:lnTo>
                  <a:lnTo>
                    <a:pt x="524027" y="1046827"/>
                  </a:lnTo>
                  <a:lnTo>
                    <a:pt x="525100" y="1043846"/>
                  </a:lnTo>
                  <a:lnTo>
                    <a:pt x="524916" y="1042617"/>
                  </a:lnTo>
                  <a:lnTo>
                    <a:pt x="525348" y="1041104"/>
                  </a:lnTo>
                  <a:lnTo>
                    <a:pt x="525038" y="1040285"/>
                  </a:lnTo>
                  <a:lnTo>
                    <a:pt x="525530" y="1039556"/>
                  </a:lnTo>
                  <a:lnTo>
                    <a:pt x="525704" y="1038258"/>
                  </a:lnTo>
                  <a:lnTo>
                    <a:pt x="526411" y="1036586"/>
                  </a:lnTo>
                  <a:lnTo>
                    <a:pt x="526399" y="1035643"/>
                  </a:lnTo>
                  <a:lnTo>
                    <a:pt x="526836" y="1034683"/>
                  </a:lnTo>
                  <a:lnTo>
                    <a:pt x="527289" y="1034405"/>
                  </a:lnTo>
                  <a:lnTo>
                    <a:pt x="527386" y="1033883"/>
                  </a:lnTo>
                  <a:lnTo>
                    <a:pt x="528355" y="1033034"/>
                  </a:lnTo>
                  <a:lnTo>
                    <a:pt x="528637" y="1031832"/>
                  </a:lnTo>
                  <a:lnTo>
                    <a:pt x="528430" y="1030619"/>
                  </a:lnTo>
                  <a:lnTo>
                    <a:pt x="528715" y="1028544"/>
                  </a:lnTo>
                  <a:lnTo>
                    <a:pt x="529202" y="1027935"/>
                  </a:lnTo>
                  <a:lnTo>
                    <a:pt x="529334" y="1027292"/>
                  </a:lnTo>
                  <a:lnTo>
                    <a:pt x="529868" y="1026724"/>
                  </a:lnTo>
                  <a:lnTo>
                    <a:pt x="530571" y="1026482"/>
                  </a:lnTo>
                  <a:lnTo>
                    <a:pt x="531098" y="1026690"/>
                  </a:lnTo>
                  <a:lnTo>
                    <a:pt x="531334" y="1026468"/>
                  </a:lnTo>
                  <a:lnTo>
                    <a:pt x="531194" y="1025965"/>
                  </a:lnTo>
                  <a:lnTo>
                    <a:pt x="532711" y="1023843"/>
                  </a:lnTo>
                  <a:lnTo>
                    <a:pt x="532716" y="1023116"/>
                  </a:lnTo>
                  <a:lnTo>
                    <a:pt x="533435" y="1022627"/>
                  </a:lnTo>
                  <a:lnTo>
                    <a:pt x="534225" y="1021582"/>
                  </a:lnTo>
                  <a:lnTo>
                    <a:pt x="534345" y="1021024"/>
                  </a:lnTo>
                  <a:lnTo>
                    <a:pt x="534259" y="1020252"/>
                  </a:lnTo>
                  <a:lnTo>
                    <a:pt x="534489" y="1019491"/>
                  </a:lnTo>
                  <a:lnTo>
                    <a:pt x="534235" y="1019216"/>
                  </a:lnTo>
                  <a:lnTo>
                    <a:pt x="534418" y="1018015"/>
                  </a:lnTo>
                  <a:lnTo>
                    <a:pt x="534044" y="1017338"/>
                  </a:lnTo>
                  <a:lnTo>
                    <a:pt x="533835" y="1015810"/>
                  </a:lnTo>
                  <a:lnTo>
                    <a:pt x="534532" y="1013839"/>
                  </a:lnTo>
                  <a:lnTo>
                    <a:pt x="533662" y="1007684"/>
                  </a:lnTo>
                  <a:lnTo>
                    <a:pt x="534062" y="1006176"/>
                  </a:lnTo>
                  <a:lnTo>
                    <a:pt x="533402" y="1005461"/>
                  </a:lnTo>
                  <a:lnTo>
                    <a:pt x="532040" y="1005155"/>
                  </a:lnTo>
                  <a:lnTo>
                    <a:pt x="532055" y="1004539"/>
                  </a:lnTo>
                  <a:lnTo>
                    <a:pt x="531421" y="1004078"/>
                  </a:lnTo>
                  <a:lnTo>
                    <a:pt x="530363" y="1003777"/>
                  </a:lnTo>
                  <a:lnTo>
                    <a:pt x="529745" y="1003200"/>
                  </a:lnTo>
                  <a:lnTo>
                    <a:pt x="528448" y="1002726"/>
                  </a:lnTo>
                  <a:lnTo>
                    <a:pt x="527204" y="1002588"/>
                  </a:lnTo>
                  <a:lnTo>
                    <a:pt x="525648" y="1001936"/>
                  </a:lnTo>
                  <a:lnTo>
                    <a:pt x="525386" y="1000881"/>
                  </a:lnTo>
                  <a:lnTo>
                    <a:pt x="524173" y="1002680"/>
                  </a:lnTo>
                  <a:lnTo>
                    <a:pt x="523619" y="1002509"/>
                  </a:lnTo>
                  <a:lnTo>
                    <a:pt x="521866" y="1002684"/>
                  </a:lnTo>
                  <a:lnTo>
                    <a:pt x="520901" y="1002543"/>
                  </a:lnTo>
                  <a:lnTo>
                    <a:pt x="520072" y="1002744"/>
                  </a:lnTo>
                  <a:lnTo>
                    <a:pt x="518215" y="1001615"/>
                  </a:lnTo>
                  <a:lnTo>
                    <a:pt x="516837" y="999925"/>
                  </a:lnTo>
                  <a:lnTo>
                    <a:pt x="515532" y="999380"/>
                  </a:lnTo>
                  <a:lnTo>
                    <a:pt x="515341" y="998552"/>
                  </a:lnTo>
                  <a:lnTo>
                    <a:pt x="513947" y="997419"/>
                  </a:lnTo>
                  <a:lnTo>
                    <a:pt x="512966" y="997274"/>
                  </a:lnTo>
                  <a:lnTo>
                    <a:pt x="512487" y="997553"/>
                  </a:lnTo>
                  <a:lnTo>
                    <a:pt x="511125" y="997364"/>
                  </a:lnTo>
                  <a:lnTo>
                    <a:pt x="510026" y="997756"/>
                  </a:lnTo>
                  <a:lnTo>
                    <a:pt x="509071" y="997381"/>
                  </a:lnTo>
                  <a:lnTo>
                    <a:pt x="509109" y="996982"/>
                  </a:lnTo>
                  <a:lnTo>
                    <a:pt x="508783" y="996863"/>
                  </a:lnTo>
                  <a:lnTo>
                    <a:pt x="508705" y="996561"/>
                  </a:lnTo>
                  <a:lnTo>
                    <a:pt x="507701" y="996102"/>
                  </a:lnTo>
                  <a:lnTo>
                    <a:pt x="506719" y="996145"/>
                  </a:lnTo>
                  <a:lnTo>
                    <a:pt x="504911" y="995117"/>
                  </a:lnTo>
                  <a:lnTo>
                    <a:pt x="504046" y="995187"/>
                  </a:lnTo>
                  <a:lnTo>
                    <a:pt x="502987" y="996031"/>
                  </a:lnTo>
                  <a:lnTo>
                    <a:pt x="501843" y="996517"/>
                  </a:lnTo>
                  <a:lnTo>
                    <a:pt x="500859" y="996328"/>
                  </a:lnTo>
                  <a:lnTo>
                    <a:pt x="500611" y="996817"/>
                  </a:lnTo>
                  <a:lnTo>
                    <a:pt x="500049" y="996805"/>
                  </a:lnTo>
                  <a:lnTo>
                    <a:pt x="499861" y="997327"/>
                  </a:lnTo>
                  <a:lnTo>
                    <a:pt x="499230" y="997882"/>
                  </a:lnTo>
                  <a:lnTo>
                    <a:pt x="499290" y="998180"/>
                  </a:lnTo>
                  <a:lnTo>
                    <a:pt x="498912" y="998872"/>
                  </a:lnTo>
                  <a:lnTo>
                    <a:pt x="498308" y="998908"/>
                  </a:lnTo>
                  <a:lnTo>
                    <a:pt x="498285" y="999422"/>
                  </a:lnTo>
                  <a:lnTo>
                    <a:pt x="497820" y="1000193"/>
                  </a:lnTo>
                  <a:lnTo>
                    <a:pt x="496517" y="1000754"/>
                  </a:lnTo>
                  <a:lnTo>
                    <a:pt x="495955" y="1001418"/>
                  </a:lnTo>
                  <a:lnTo>
                    <a:pt x="494083" y="1001943"/>
                  </a:lnTo>
                  <a:lnTo>
                    <a:pt x="493592" y="1003282"/>
                  </a:lnTo>
                  <a:lnTo>
                    <a:pt x="492649" y="1004456"/>
                  </a:lnTo>
                  <a:lnTo>
                    <a:pt x="492197" y="1004944"/>
                  </a:lnTo>
                  <a:lnTo>
                    <a:pt x="491552" y="1004845"/>
                  </a:lnTo>
                  <a:lnTo>
                    <a:pt x="490866" y="1005895"/>
                  </a:lnTo>
                  <a:lnTo>
                    <a:pt x="490587" y="1005832"/>
                  </a:lnTo>
                  <a:lnTo>
                    <a:pt x="490501" y="1006500"/>
                  </a:lnTo>
                  <a:lnTo>
                    <a:pt x="490300" y="1006322"/>
                  </a:lnTo>
                  <a:lnTo>
                    <a:pt x="489774" y="1006633"/>
                  </a:lnTo>
                  <a:lnTo>
                    <a:pt x="489124" y="1006489"/>
                  </a:lnTo>
                  <a:lnTo>
                    <a:pt x="487687" y="1006886"/>
                  </a:lnTo>
                  <a:lnTo>
                    <a:pt x="486779" y="1006785"/>
                  </a:lnTo>
                  <a:lnTo>
                    <a:pt x="486473" y="1007125"/>
                  </a:lnTo>
                  <a:lnTo>
                    <a:pt x="484763" y="1006487"/>
                  </a:lnTo>
                  <a:lnTo>
                    <a:pt x="484381" y="1006669"/>
                  </a:lnTo>
                  <a:lnTo>
                    <a:pt x="484191" y="1006391"/>
                  </a:lnTo>
                  <a:lnTo>
                    <a:pt x="484069" y="1006601"/>
                  </a:lnTo>
                  <a:lnTo>
                    <a:pt x="483327" y="1005669"/>
                  </a:lnTo>
                  <a:lnTo>
                    <a:pt x="483409" y="1005245"/>
                  </a:lnTo>
                  <a:lnTo>
                    <a:pt x="483111" y="1005236"/>
                  </a:lnTo>
                  <a:lnTo>
                    <a:pt x="482770" y="1004841"/>
                  </a:lnTo>
                  <a:lnTo>
                    <a:pt x="483084" y="1004386"/>
                  </a:lnTo>
                  <a:lnTo>
                    <a:pt x="484834" y="1003474"/>
                  </a:lnTo>
                  <a:lnTo>
                    <a:pt x="484887" y="1002971"/>
                  </a:lnTo>
                  <a:lnTo>
                    <a:pt x="484487" y="1002117"/>
                  </a:lnTo>
                  <a:lnTo>
                    <a:pt x="484872" y="1000823"/>
                  </a:lnTo>
                  <a:lnTo>
                    <a:pt x="485474" y="1000244"/>
                  </a:lnTo>
                  <a:lnTo>
                    <a:pt x="485759" y="999544"/>
                  </a:lnTo>
                  <a:lnTo>
                    <a:pt x="485766" y="999159"/>
                  </a:lnTo>
                  <a:lnTo>
                    <a:pt x="485399" y="998953"/>
                  </a:lnTo>
                  <a:lnTo>
                    <a:pt x="485623" y="998505"/>
                  </a:lnTo>
                  <a:lnTo>
                    <a:pt x="485543" y="997439"/>
                  </a:lnTo>
                  <a:lnTo>
                    <a:pt x="487579" y="995858"/>
                  </a:lnTo>
                  <a:lnTo>
                    <a:pt x="487869" y="995919"/>
                  </a:lnTo>
                  <a:lnTo>
                    <a:pt x="488500" y="995400"/>
                  </a:lnTo>
                  <a:lnTo>
                    <a:pt x="489508" y="995370"/>
                  </a:lnTo>
                  <a:lnTo>
                    <a:pt x="489756" y="994795"/>
                  </a:lnTo>
                  <a:lnTo>
                    <a:pt x="490810" y="994509"/>
                  </a:lnTo>
                  <a:lnTo>
                    <a:pt x="492549" y="992066"/>
                  </a:lnTo>
                  <a:lnTo>
                    <a:pt x="493134" y="991615"/>
                  </a:lnTo>
                  <a:lnTo>
                    <a:pt x="492914" y="991351"/>
                  </a:lnTo>
                  <a:lnTo>
                    <a:pt x="493314" y="990177"/>
                  </a:lnTo>
                  <a:lnTo>
                    <a:pt x="494709" y="989906"/>
                  </a:lnTo>
                  <a:lnTo>
                    <a:pt x="496151" y="990300"/>
                  </a:lnTo>
                  <a:lnTo>
                    <a:pt x="496388" y="990681"/>
                  </a:lnTo>
                  <a:lnTo>
                    <a:pt x="497465" y="990778"/>
                  </a:lnTo>
                  <a:lnTo>
                    <a:pt x="498383" y="990163"/>
                  </a:lnTo>
                  <a:lnTo>
                    <a:pt x="499209" y="990241"/>
                  </a:lnTo>
                  <a:lnTo>
                    <a:pt x="499679" y="989391"/>
                  </a:lnTo>
                  <a:lnTo>
                    <a:pt x="500094" y="989303"/>
                  </a:lnTo>
                  <a:lnTo>
                    <a:pt x="500952" y="987904"/>
                  </a:lnTo>
                  <a:lnTo>
                    <a:pt x="501691" y="987719"/>
                  </a:lnTo>
                  <a:lnTo>
                    <a:pt x="501941" y="987182"/>
                  </a:lnTo>
                  <a:lnTo>
                    <a:pt x="502997" y="986464"/>
                  </a:lnTo>
                  <a:lnTo>
                    <a:pt x="503331" y="986918"/>
                  </a:lnTo>
                  <a:lnTo>
                    <a:pt x="503793" y="986800"/>
                  </a:lnTo>
                  <a:lnTo>
                    <a:pt x="506215" y="984748"/>
                  </a:lnTo>
                  <a:lnTo>
                    <a:pt x="506294" y="983886"/>
                  </a:lnTo>
                  <a:lnTo>
                    <a:pt x="506138" y="983749"/>
                  </a:lnTo>
                  <a:lnTo>
                    <a:pt x="506337" y="983130"/>
                  </a:lnTo>
                  <a:lnTo>
                    <a:pt x="506188" y="982968"/>
                  </a:lnTo>
                  <a:lnTo>
                    <a:pt x="506723" y="982483"/>
                  </a:lnTo>
                  <a:lnTo>
                    <a:pt x="506588" y="982219"/>
                  </a:lnTo>
                  <a:lnTo>
                    <a:pt x="506865" y="981919"/>
                  </a:lnTo>
                  <a:lnTo>
                    <a:pt x="508099" y="981577"/>
                  </a:lnTo>
                  <a:lnTo>
                    <a:pt x="508053" y="981327"/>
                  </a:lnTo>
                  <a:lnTo>
                    <a:pt x="508464" y="981080"/>
                  </a:lnTo>
                  <a:lnTo>
                    <a:pt x="508357" y="980301"/>
                  </a:lnTo>
                  <a:lnTo>
                    <a:pt x="508588" y="980318"/>
                  </a:lnTo>
                  <a:lnTo>
                    <a:pt x="509225" y="979422"/>
                  </a:lnTo>
                  <a:lnTo>
                    <a:pt x="509687" y="979194"/>
                  </a:lnTo>
                  <a:lnTo>
                    <a:pt x="510381" y="978170"/>
                  </a:lnTo>
                  <a:lnTo>
                    <a:pt x="510353" y="977513"/>
                  </a:lnTo>
                  <a:lnTo>
                    <a:pt x="515454" y="975037"/>
                  </a:lnTo>
                  <a:lnTo>
                    <a:pt x="515529" y="972933"/>
                  </a:lnTo>
                  <a:lnTo>
                    <a:pt x="514832" y="971523"/>
                  </a:lnTo>
                  <a:lnTo>
                    <a:pt x="515417" y="970049"/>
                  </a:lnTo>
                  <a:lnTo>
                    <a:pt x="516576" y="968895"/>
                  </a:lnTo>
                  <a:lnTo>
                    <a:pt x="516380" y="967854"/>
                  </a:lnTo>
                  <a:lnTo>
                    <a:pt x="517042" y="967358"/>
                  </a:lnTo>
                  <a:lnTo>
                    <a:pt x="517287" y="966549"/>
                  </a:lnTo>
                  <a:lnTo>
                    <a:pt x="517115" y="965881"/>
                  </a:lnTo>
                  <a:lnTo>
                    <a:pt x="517271" y="965560"/>
                  </a:lnTo>
                  <a:lnTo>
                    <a:pt x="512393" y="965666"/>
                  </a:lnTo>
                  <a:lnTo>
                    <a:pt x="510709" y="963567"/>
                  </a:lnTo>
                  <a:lnTo>
                    <a:pt x="509768" y="963053"/>
                  </a:lnTo>
                  <a:lnTo>
                    <a:pt x="508753" y="961616"/>
                  </a:lnTo>
                  <a:lnTo>
                    <a:pt x="507961" y="959966"/>
                  </a:lnTo>
                  <a:lnTo>
                    <a:pt x="507939" y="958979"/>
                  </a:lnTo>
                  <a:lnTo>
                    <a:pt x="508081" y="958094"/>
                  </a:lnTo>
                  <a:lnTo>
                    <a:pt x="508384" y="957751"/>
                  </a:lnTo>
                  <a:lnTo>
                    <a:pt x="510098" y="956840"/>
                  </a:lnTo>
                  <a:lnTo>
                    <a:pt x="510304" y="956307"/>
                  </a:lnTo>
                  <a:lnTo>
                    <a:pt x="509604" y="954933"/>
                  </a:lnTo>
                  <a:lnTo>
                    <a:pt x="508256" y="953935"/>
                  </a:lnTo>
                  <a:lnTo>
                    <a:pt x="508258" y="953296"/>
                  </a:lnTo>
                  <a:lnTo>
                    <a:pt x="507825" y="952516"/>
                  </a:lnTo>
                  <a:lnTo>
                    <a:pt x="507351" y="952415"/>
                  </a:lnTo>
                  <a:lnTo>
                    <a:pt x="506639" y="951543"/>
                  </a:lnTo>
                  <a:lnTo>
                    <a:pt x="506097" y="951261"/>
                  </a:lnTo>
                  <a:lnTo>
                    <a:pt x="505901" y="950650"/>
                  </a:lnTo>
                  <a:lnTo>
                    <a:pt x="504465" y="950133"/>
                  </a:lnTo>
                  <a:lnTo>
                    <a:pt x="503806" y="950325"/>
                  </a:lnTo>
                  <a:lnTo>
                    <a:pt x="503132" y="949958"/>
                  </a:lnTo>
                  <a:lnTo>
                    <a:pt x="503070" y="949652"/>
                  </a:lnTo>
                  <a:lnTo>
                    <a:pt x="501860" y="949397"/>
                  </a:lnTo>
                  <a:lnTo>
                    <a:pt x="501165" y="949467"/>
                  </a:lnTo>
                  <a:lnTo>
                    <a:pt x="500796" y="949766"/>
                  </a:lnTo>
                  <a:lnTo>
                    <a:pt x="500256" y="949581"/>
                  </a:lnTo>
                  <a:lnTo>
                    <a:pt x="499616" y="950068"/>
                  </a:lnTo>
                  <a:lnTo>
                    <a:pt x="498043" y="950404"/>
                  </a:lnTo>
                  <a:lnTo>
                    <a:pt x="497573" y="950051"/>
                  </a:lnTo>
                  <a:lnTo>
                    <a:pt x="496843" y="950268"/>
                  </a:lnTo>
                  <a:lnTo>
                    <a:pt x="495092" y="949831"/>
                  </a:lnTo>
                  <a:lnTo>
                    <a:pt x="494519" y="949887"/>
                  </a:lnTo>
                  <a:lnTo>
                    <a:pt x="494230" y="949470"/>
                  </a:lnTo>
                  <a:lnTo>
                    <a:pt x="492256" y="948330"/>
                  </a:lnTo>
                  <a:lnTo>
                    <a:pt x="492300" y="947997"/>
                  </a:lnTo>
                  <a:lnTo>
                    <a:pt x="491109" y="947280"/>
                  </a:lnTo>
                  <a:lnTo>
                    <a:pt x="490403" y="946129"/>
                  </a:lnTo>
                  <a:lnTo>
                    <a:pt x="489412" y="944623"/>
                  </a:lnTo>
                  <a:lnTo>
                    <a:pt x="488116" y="943858"/>
                  </a:lnTo>
                  <a:lnTo>
                    <a:pt x="487708" y="943348"/>
                  </a:lnTo>
                  <a:lnTo>
                    <a:pt x="487782" y="943156"/>
                  </a:lnTo>
                  <a:lnTo>
                    <a:pt x="487030" y="942405"/>
                  </a:lnTo>
                  <a:lnTo>
                    <a:pt x="486253" y="942103"/>
                  </a:lnTo>
                  <a:lnTo>
                    <a:pt x="485931" y="941762"/>
                  </a:lnTo>
                  <a:lnTo>
                    <a:pt x="485262" y="941848"/>
                  </a:lnTo>
                  <a:lnTo>
                    <a:pt x="483288" y="943051"/>
                  </a:lnTo>
                  <a:lnTo>
                    <a:pt x="482299" y="942992"/>
                  </a:lnTo>
                  <a:lnTo>
                    <a:pt x="481797" y="942498"/>
                  </a:lnTo>
                  <a:lnTo>
                    <a:pt x="481304" y="942911"/>
                  </a:lnTo>
                  <a:lnTo>
                    <a:pt x="480960" y="942489"/>
                  </a:lnTo>
                  <a:lnTo>
                    <a:pt x="480698" y="942689"/>
                  </a:lnTo>
                  <a:lnTo>
                    <a:pt x="479511" y="940561"/>
                  </a:lnTo>
                  <a:lnTo>
                    <a:pt x="478230" y="940537"/>
                  </a:lnTo>
                  <a:lnTo>
                    <a:pt x="477908" y="940001"/>
                  </a:lnTo>
                  <a:lnTo>
                    <a:pt x="477439" y="940222"/>
                  </a:lnTo>
                  <a:lnTo>
                    <a:pt x="476892" y="940136"/>
                  </a:lnTo>
                  <a:lnTo>
                    <a:pt x="476426" y="939274"/>
                  </a:lnTo>
                  <a:lnTo>
                    <a:pt x="476582" y="939057"/>
                  </a:lnTo>
                  <a:lnTo>
                    <a:pt x="476785" y="939252"/>
                  </a:lnTo>
                  <a:lnTo>
                    <a:pt x="477231" y="939173"/>
                  </a:lnTo>
                  <a:lnTo>
                    <a:pt x="477404" y="938339"/>
                  </a:lnTo>
                  <a:lnTo>
                    <a:pt x="477730" y="938401"/>
                  </a:lnTo>
                  <a:lnTo>
                    <a:pt x="477764" y="937418"/>
                  </a:lnTo>
                  <a:lnTo>
                    <a:pt x="478065" y="936848"/>
                  </a:lnTo>
                  <a:lnTo>
                    <a:pt x="477188" y="935677"/>
                  </a:lnTo>
                  <a:lnTo>
                    <a:pt x="477846" y="934611"/>
                  </a:lnTo>
                  <a:lnTo>
                    <a:pt x="477005" y="933677"/>
                  </a:lnTo>
                  <a:lnTo>
                    <a:pt x="476990" y="933148"/>
                  </a:lnTo>
                  <a:lnTo>
                    <a:pt x="476754" y="932968"/>
                  </a:lnTo>
                  <a:lnTo>
                    <a:pt x="476202" y="932704"/>
                  </a:lnTo>
                  <a:lnTo>
                    <a:pt x="476178" y="932303"/>
                  </a:lnTo>
                  <a:lnTo>
                    <a:pt x="475360" y="931621"/>
                  </a:lnTo>
                  <a:lnTo>
                    <a:pt x="475671" y="931124"/>
                  </a:lnTo>
                  <a:lnTo>
                    <a:pt x="475276" y="930984"/>
                  </a:lnTo>
                  <a:lnTo>
                    <a:pt x="475296" y="930495"/>
                  </a:lnTo>
                  <a:lnTo>
                    <a:pt x="475167" y="930389"/>
                  </a:lnTo>
                  <a:lnTo>
                    <a:pt x="474896" y="930737"/>
                  </a:lnTo>
                  <a:lnTo>
                    <a:pt x="474910" y="930470"/>
                  </a:lnTo>
                  <a:lnTo>
                    <a:pt x="474503" y="930178"/>
                  </a:lnTo>
                  <a:lnTo>
                    <a:pt x="474672" y="929163"/>
                  </a:lnTo>
                  <a:lnTo>
                    <a:pt x="473869" y="927851"/>
                  </a:lnTo>
                  <a:lnTo>
                    <a:pt x="473847" y="926581"/>
                  </a:lnTo>
                  <a:lnTo>
                    <a:pt x="473509" y="926347"/>
                  </a:lnTo>
                  <a:lnTo>
                    <a:pt x="471705" y="923017"/>
                  </a:lnTo>
                  <a:lnTo>
                    <a:pt x="467947" y="918442"/>
                  </a:lnTo>
                  <a:lnTo>
                    <a:pt x="466109" y="916705"/>
                  </a:lnTo>
                  <a:lnTo>
                    <a:pt x="464669" y="914688"/>
                  </a:lnTo>
                  <a:lnTo>
                    <a:pt x="464402" y="914143"/>
                  </a:lnTo>
                  <a:lnTo>
                    <a:pt x="464604" y="913668"/>
                  </a:lnTo>
                  <a:lnTo>
                    <a:pt x="464220" y="913337"/>
                  </a:lnTo>
                  <a:lnTo>
                    <a:pt x="464375" y="912287"/>
                  </a:lnTo>
                  <a:lnTo>
                    <a:pt x="464697" y="912370"/>
                  </a:lnTo>
                  <a:lnTo>
                    <a:pt x="464301" y="911784"/>
                  </a:lnTo>
                  <a:lnTo>
                    <a:pt x="464303" y="910528"/>
                  </a:lnTo>
                  <a:lnTo>
                    <a:pt x="463633" y="909597"/>
                  </a:lnTo>
                  <a:lnTo>
                    <a:pt x="462819" y="909458"/>
                  </a:lnTo>
                  <a:lnTo>
                    <a:pt x="462899" y="909207"/>
                  </a:lnTo>
                  <a:lnTo>
                    <a:pt x="462224" y="908551"/>
                  </a:lnTo>
                  <a:lnTo>
                    <a:pt x="462492" y="908344"/>
                  </a:lnTo>
                  <a:lnTo>
                    <a:pt x="462231" y="908037"/>
                  </a:lnTo>
                  <a:lnTo>
                    <a:pt x="461481" y="907911"/>
                  </a:lnTo>
                  <a:lnTo>
                    <a:pt x="461166" y="908204"/>
                  </a:lnTo>
                  <a:lnTo>
                    <a:pt x="461163" y="907892"/>
                  </a:lnTo>
                  <a:lnTo>
                    <a:pt x="460661" y="908057"/>
                  </a:lnTo>
                  <a:lnTo>
                    <a:pt x="460555" y="908332"/>
                  </a:lnTo>
                  <a:lnTo>
                    <a:pt x="459847" y="908297"/>
                  </a:lnTo>
                  <a:lnTo>
                    <a:pt x="459694" y="908532"/>
                  </a:lnTo>
                  <a:lnTo>
                    <a:pt x="458641" y="908656"/>
                  </a:lnTo>
                  <a:lnTo>
                    <a:pt x="458011" y="908344"/>
                  </a:lnTo>
                  <a:lnTo>
                    <a:pt x="456853" y="908393"/>
                  </a:lnTo>
                  <a:lnTo>
                    <a:pt x="456110" y="907907"/>
                  </a:lnTo>
                  <a:lnTo>
                    <a:pt x="455675" y="908039"/>
                  </a:lnTo>
                  <a:lnTo>
                    <a:pt x="455483" y="907157"/>
                  </a:lnTo>
                  <a:lnTo>
                    <a:pt x="455011" y="906693"/>
                  </a:lnTo>
                  <a:lnTo>
                    <a:pt x="454722" y="906768"/>
                  </a:lnTo>
                  <a:lnTo>
                    <a:pt x="454640" y="906458"/>
                  </a:lnTo>
                  <a:lnTo>
                    <a:pt x="453921" y="906226"/>
                  </a:lnTo>
                  <a:lnTo>
                    <a:pt x="453414" y="905383"/>
                  </a:lnTo>
                  <a:lnTo>
                    <a:pt x="452558" y="905397"/>
                  </a:lnTo>
                  <a:lnTo>
                    <a:pt x="451740" y="905105"/>
                  </a:lnTo>
                  <a:lnTo>
                    <a:pt x="451337" y="904409"/>
                  </a:lnTo>
                  <a:lnTo>
                    <a:pt x="450079" y="904397"/>
                  </a:lnTo>
                  <a:lnTo>
                    <a:pt x="449440" y="904798"/>
                  </a:lnTo>
                  <a:lnTo>
                    <a:pt x="447937" y="904861"/>
                  </a:lnTo>
                  <a:lnTo>
                    <a:pt x="447550" y="904619"/>
                  </a:lnTo>
                  <a:lnTo>
                    <a:pt x="446042" y="904718"/>
                  </a:lnTo>
                  <a:lnTo>
                    <a:pt x="445265" y="904514"/>
                  </a:lnTo>
                  <a:lnTo>
                    <a:pt x="445029" y="904037"/>
                  </a:lnTo>
                  <a:lnTo>
                    <a:pt x="444377" y="903900"/>
                  </a:lnTo>
                  <a:lnTo>
                    <a:pt x="444166" y="903645"/>
                  </a:lnTo>
                  <a:lnTo>
                    <a:pt x="443026" y="903733"/>
                  </a:lnTo>
                  <a:lnTo>
                    <a:pt x="442103" y="903279"/>
                  </a:lnTo>
                  <a:lnTo>
                    <a:pt x="441751" y="902856"/>
                  </a:lnTo>
                  <a:lnTo>
                    <a:pt x="441223" y="902969"/>
                  </a:lnTo>
                  <a:lnTo>
                    <a:pt x="440567" y="902460"/>
                  </a:lnTo>
                  <a:lnTo>
                    <a:pt x="440151" y="901453"/>
                  </a:lnTo>
                  <a:lnTo>
                    <a:pt x="439245" y="900921"/>
                  </a:lnTo>
                  <a:lnTo>
                    <a:pt x="438654" y="900945"/>
                  </a:lnTo>
                  <a:lnTo>
                    <a:pt x="438460" y="900497"/>
                  </a:lnTo>
                  <a:lnTo>
                    <a:pt x="437543" y="900023"/>
                  </a:lnTo>
                  <a:lnTo>
                    <a:pt x="437267" y="898905"/>
                  </a:lnTo>
                  <a:lnTo>
                    <a:pt x="437457" y="898276"/>
                  </a:lnTo>
                  <a:lnTo>
                    <a:pt x="435799" y="895293"/>
                  </a:lnTo>
                  <a:lnTo>
                    <a:pt x="435810" y="894765"/>
                  </a:lnTo>
                  <a:lnTo>
                    <a:pt x="436054" y="893120"/>
                  </a:lnTo>
                  <a:lnTo>
                    <a:pt x="437823" y="890273"/>
                  </a:lnTo>
                  <a:lnTo>
                    <a:pt x="437844" y="889446"/>
                  </a:lnTo>
                  <a:lnTo>
                    <a:pt x="438850" y="887958"/>
                  </a:lnTo>
                  <a:lnTo>
                    <a:pt x="439137" y="886535"/>
                  </a:lnTo>
                  <a:lnTo>
                    <a:pt x="439576" y="886002"/>
                  </a:lnTo>
                  <a:lnTo>
                    <a:pt x="439363" y="885212"/>
                  </a:lnTo>
                  <a:lnTo>
                    <a:pt x="439444" y="884392"/>
                  </a:lnTo>
                  <a:lnTo>
                    <a:pt x="438584" y="882489"/>
                  </a:lnTo>
                  <a:lnTo>
                    <a:pt x="439186" y="880258"/>
                  </a:lnTo>
                  <a:lnTo>
                    <a:pt x="438923" y="879545"/>
                  </a:lnTo>
                  <a:lnTo>
                    <a:pt x="437796" y="878023"/>
                  </a:lnTo>
                  <a:lnTo>
                    <a:pt x="438114" y="877254"/>
                  </a:lnTo>
                  <a:lnTo>
                    <a:pt x="437769" y="877279"/>
                  </a:lnTo>
                  <a:lnTo>
                    <a:pt x="436883" y="875990"/>
                  </a:lnTo>
                  <a:lnTo>
                    <a:pt x="435648" y="874868"/>
                  </a:lnTo>
                  <a:lnTo>
                    <a:pt x="435644" y="872932"/>
                  </a:lnTo>
                  <a:lnTo>
                    <a:pt x="435308" y="872562"/>
                  </a:lnTo>
                  <a:lnTo>
                    <a:pt x="434387" y="871911"/>
                  </a:lnTo>
                  <a:lnTo>
                    <a:pt x="433011" y="871502"/>
                  </a:lnTo>
                  <a:lnTo>
                    <a:pt x="432142" y="870880"/>
                  </a:lnTo>
                  <a:lnTo>
                    <a:pt x="430004" y="864483"/>
                  </a:lnTo>
                  <a:lnTo>
                    <a:pt x="427493" y="861936"/>
                  </a:lnTo>
                  <a:lnTo>
                    <a:pt x="429266" y="861887"/>
                  </a:lnTo>
                  <a:lnTo>
                    <a:pt x="430884" y="861083"/>
                  </a:lnTo>
                  <a:lnTo>
                    <a:pt x="433163" y="860714"/>
                  </a:lnTo>
                  <a:lnTo>
                    <a:pt x="433899" y="860321"/>
                  </a:lnTo>
                  <a:lnTo>
                    <a:pt x="436843" y="859802"/>
                  </a:lnTo>
                  <a:lnTo>
                    <a:pt x="437891" y="860067"/>
                  </a:lnTo>
                  <a:lnTo>
                    <a:pt x="438365" y="859708"/>
                  </a:lnTo>
                  <a:lnTo>
                    <a:pt x="441205" y="859139"/>
                  </a:lnTo>
                  <a:lnTo>
                    <a:pt x="442245" y="857912"/>
                  </a:lnTo>
                  <a:lnTo>
                    <a:pt x="442783" y="857642"/>
                  </a:lnTo>
                  <a:lnTo>
                    <a:pt x="443090" y="856769"/>
                  </a:lnTo>
                  <a:lnTo>
                    <a:pt x="443792" y="855974"/>
                  </a:lnTo>
                  <a:lnTo>
                    <a:pt x="443933" y="855154"/>
                  </a:lnTo>
                  <a:lnTo>
                    <a:pt x="444341" y="854898"/>
                  </a:lnTo>
                  <a:lnTo>
                    <a:pt x="444580" y="854284"/>
                  </a:lnTo>
                  <a:lnTo>
                    <a:pt x="447355" y="853133"/>
                  </a:lnTo>
                  <a:lnTo>
                    <a:pt x="447698" y="853162"/>
                  </a:lnTo>
                  <a:lnTo>
                    <a:pt x="448431" y="852358"/>
                  </a:lnTo>
                  <a:lnTo>
                    <a:pt x="449227" y="852312"/>
                  </a:lnTo>
                  <a:lnTo>
                    <a:pt x="449671" y="851781"/>
                  </a:lnTo>
                  <a:lnTo>
                    <a:pt x="450540" y="851755"/>
                  </a:lnTo>
                  <a:lnTo>
                    <a:pt x="451876" y="850971"/>
                  </a:lnTo>
                  <a:lnTo>
                    <a:pt x="452060" y="850534"/>
                  </a:lnTo>
                  <a:lnTo>
                    <a:pt x="451895" y="850254"/>
                  </a:lnTo>
                  <a:lnTo>
                    <a:pt x="452178" y="849771"/>
                  </a:lnTo>
                  <a:lnTo>
                    <a:pt x="451932" y="849080"/>
                  </a:lnTo>
                  <a:lnTo>
                    <a:pt x="452053" y="848506"/>
                  </a:lnTo>
                  <a:lnTo>
                    <a:pt x="451676" y="848192"/>
                  </a:lnTo>
                  <a:lnTo>
                    <a:pt x="451635" y="847484"/>
                  </a:lnTo>
                  <a:lnTo>
                    <a:pt x="451282" y="847533"/>
                  </a:lnTo>
                  <a:lnTo>
                    <a:pt x="451324" y="847073"/>
                  </a:lnTo>
                  <a:lnTo>
                    <a:pt x="450580" y="846434"/>
                  </a:lnTo>
                  <a:lnTo>
                    <a:pt x="450246" y="845743"/>
                  </a:lnTo>
                  <a:lnTo>
                    <a:pt x="450078" y="844530"/>
                  </a:lnTo>
                  <a:lnTo>
                    <a:pt x="449136" y="841785"/>
                  </a:lnTo>
                  <a:lnTo>
                    <a:pt x="449978" y="840765"/>
                  </a:lnTo>
                  <a:lnTo>
                    <a:pt x="450990" y="840509"/>
                  </a:lnTo>
                  <a:lnTo>
                    <a:pt x="450858" y="840404"/>
                  </a:lnTo>
                  <a:lnTo>
                    <a:pt x="451184" y="840214"/>
                  </a:lnTo>
                  <a:lnTo>
                    <a:pt x="451745" y="840202"/>
                  </a:lnTo>
                  <a:lnTo>
                    <a:pt x="452034" y="839822"/>
                  </a:lnTo>
                  <a:lnTo>
                    <a:pt x="452459" y="839917"/>
                  </a:lnTo>
                  <a:lnTo>
                    <a:pt x="452782" y="839447"/>
                  </a:lnTo>
                  <a:lnTo>
                    <a:pt x="453180" y="839611"/>
                  </a:lnTo>
                  <a:lnTo>
                    <a:pt x="453159" y="838885"/>
                  </a:lnTo>
                  <a:lnTo>
                    <a:pt x="453006" y="839022"/>
                  </a:lnTo>
                  <a:lnTo>
                    <a:pt x="453050" y="838701"/>
                  </a:lnTo>
                  <a:lnTo>
                    <a:pt x="452830" y="838604"/>
                  </a:lnTo>
                  <a:lnTo>
                    <a:pt x="452982" y="838440"/>
                  </a:lnTo>
                  <a:lnTo>
                    <a:pt x="452716" y="838335"/>
                  </a:lnTo>
                  <a:lnTo>
                    <a:pt x="452948" y="837279"/>
                  </a:lnTo>
                  <a:lnTo>
                    <a:pt x="452727" y="836350"/>
                  </a:lnTo>
                  <a:lnTo>
                    <a:pt x="452910" y="835597"/>
                  </a:lnTo>
                  <a:lnTo>
                    <a:pt x="452869" y="833123"/>
                  </a:lnTo>
                  <a:lnTo>
                    <a:pt x="453123" y="832971"/>
                  </a:lnTo>
                  <a:lnTo>
                    <a:pt x="453405" y="832075"/>
                  </a:lnTo>
                  <a:lnTo>
                    <a:pt x="454150" y="831284"/>
                  </a:lnTo>
                  <a:lnTo>
                    <a:pt x="455831" y="830550"/>
                  </a:lnTo>
                  <a:lnTo>
                    <a:pt x="456213" y="830167"/>
                  </a:lnTo>
                  <a:lnTo>
                    <a:pt x="456414" y="830286"/>
                  </a:lnTo>
                  <a:lnTo>
                    <a:pt x="456999" y="829962"/>
                  </a:lnTo>
                  <a:lnTo>
                    <a:pt x="457025" y="829604"/>
                  </a:lnTo>
                  <a:lnTo>
                    <a:pt x="457505" y="829140"/>
                  </a:lnTo>
                  <a:lnTo>
                    <a:pt x="458208" y="828883"/>
                  </a:lnTo>
                  <a:lnTo>
                    <a:pt x="459159" y="829124"/>
                  </a:lnTo>
                  <a:lnTo>
                    <a:pt x="459324" y="828829"/>
                  </a:lnTo>
                  <a:lnTo>
                    <a:pt x="459578" y="829099"/>
                  </a:lnTo>
                  <a:lnTo>
                    <a:pt x="459875" y="828540"/>
                  </a:lnTo>
                  <a:lnTo>
                    <a:pt x="460507" y="828452"/>
                  </a:lnTo>
                  <a:lnTo>
                    <a:pt x="460393" y="828141"/>
                  </a:lnTo>
                  <a:lnTo>
                    <a:pt x="461335" y="827914"/>
                  </a:lnTo>
                  <a:lnTo>
                    <a:pt x="461830" y="827447"/>
                  </a:lnTo>
                  <a:lnTo>
                    <a:pt x="462539" y="827441"/>
                  </a:lnTo>
                  <a:lnTo>
                    <a:pt x="462690" y="827020"/>
                  </a:lnTo>
                  <a:lnTo>
                    <a:pt x="463697" y="826714"/>
                  </a:lnTo>
                  <a:lnTo>
                    <a:pt x="463940" y="826333"/>
                  </a:lnTo>
                  <a:lnTo>
                    <a:pt x="464808" y="826875"/>
                  </a:lnTo>
                  <a:lnTo>
                    <a:pt x="465692" y="826582"/>
                  </a:lnTo>
                  <a:lnTo>
                    <a:pt x="466310" y="827222"/>
                  </a:lnTo>
                  <a:lnTo>
                    <a:pt x="466763" y="827346"/>
                  </a:lnTo>
                  <a:lnTo>
                    <a:pt x="467345" y="827137"/>
                  </a:lnTo>
                  <a:lnTo>
                    <a:pt x="467278" y="827508"/>
                  </a:lnTo>
                  <a:lnTo>
                    <a:pt x="467638" y="827218"/>
                  </a:lnTo>
                  <a:lnTo>
                    <a:pt x="468198" y="827386"/>
                  </a:lnTo>
                  <a:lnTo>
                    <a:pt x="468524" y="827080"/>
                  </a:lnTo>
                  <a:lnTo>
                    <a:pt x="468622" y="827468"/>
                  </a:lnTo>
                  <a:lnTo>
                    <a:pt x="468928" y="827310"/>
                  </a:lnTo>
                  <a:lnTo>
                    <a:pt x="469748" y="827569"/>
                  </a:lnTo>
                  <a:lnTo>
                    <a:pt x="469901" y="827088"/>
                  </a:lnTo>
                  <a:lnTo>
                    <a:pt x="470346" y="826989"/>
                  </a:lnTo>
                  <a:lnTo>
                    <a:pt x="470621" y="827230"/>
                  </a:lnTo>
                  <a:lnTo>
                    <a:pt x="470878" y="827130"/>
                  </a:lnTo>
                  <a:lnTo>
                    <a:pt x="471226" y="827613"/>
                  </a:lnTo>
                  <a:lnTo>
                    <a:pt x="471536" y="827357"/>
                  </a:lnTo>
                  <a:lnTo>
                    <a:pt x="471676" y="827875"/>
                  </a:lnTo>
                  <a:lnTo>
                    <a:pt x="471921" y="827639"/>
                  </a:lnTo>
                  <a:lnTo>
                    <a:pt x="472219" y="827766"/>
                  </a:lnTo>
                  <a:lnTo>
                    <a:pt x="472536" y="827362"/>
                  </a:lnTo>
                  <a:lnTo>
                    <a:pt x="473243" y="827738"/>
                  </a:lnTo>
                  <a:lnTo>
                    <a:pt x="473787" y="827656"/>
                  </a:lnTo>
                  <a:lnTo>
                    <a:pt x="473860" y="827949"/>
                  </a:lnTo>
                  <a:lnTo>
                    <a:pt x="474497" y="828294"/>
                  </a:lnTo>
                  <a:lnTo>
                    <a:pt x="474768" y="828109"/>
                  </a:lnTo>
                  <a:lnTo>
                    <a:pt x="475509" y="828595"/>
                  </a:lnTo>
                  <a:lnTo>
                    <a:pt x="476629" y="828723"/>
                  </a:lnTo>
                  <a:lnTo>
                    <a:pt x="476670" y="829062"/>
                  </a:lnTo>
                  <a:lnTo>
                    <a:pt x="477505" y="828591"/>
                  </a:lnTo>
                  <a:lnTo>
                    <a:pt x="477462" y="828948"/>
                  </a:lnTo>
                  <a:lnTo>
                    <a:pt x="477861" y="828983"/>
                  </a:lnTo>
                  <a:lnTo>
                    <a:pt x="477930" y="828794"/>
                  </a:lnTo>
                  <a:lnTo>
                    <a:pt x="478114" y="828913"/>
                  </a:lnTo>
                  <a:lnTo>
                    <a:pt x="477950" y="829051"/>
                  </a:lnTo>
                  <a:lnTo>
                    <a:pt x="478231" y="829024"/>
                  </a:lnTo>
                  <a:lnTo>
                    <a:pt x="478043" y="829437"/>
                  </a:lnTo>
                  <a:lnTo>
                    <a:pt x="478849" y="829741"/>
                  </a:lnTo>
                  <a:lnTo>
                    <a:pt x="479090" y="829721"/>
                  </a:lnTo>
                  <a:lnTo>
                    <a:pt x="479102" y="829337"/>
                  </a:lnTo>
                  <a:lnTo>
                    <a:pt x="479293" y="829615"/>
                  </a:lnTo>
                  <a:lnTo>
                    <a:pt x="479513" y="829518"/>
                  </a:lnTo>
                  <a:lnTo>
                    <a:pt x="479336" y="829383"/>
                  </a:lnTo>
                  <a:lnTo>
                    <a:pt x="479676" y="829343"/>
                  </a:lnTo>
                  <a:lnTo>
                    <a:pt x="479627" y="829965"/>
                  </a:lnTo>
                  <a:lnTo>
                    <a:pt x="479973" y="829957"/>
                  </a:lnTo>
                  <a:lnTo>
                    <a:pt x="480010" y="829661"/>
                  </a:lnTo>
                  <a:lnTo>
                    <a:pt x="480343" y="830087"/>
                  </a:lnTo>
                  <a:lnTo>
                    <a:pt x="480480" y="829933"/>
                  </a:lnTo>
                  <a:lnTo>
                    <a:pt x="480543" y="830294"/>
                  </a:lnTo>
                  <a:lnTo>
                    <a:pt x="480852" y="830223"/>
                  </a:lnTo>
                  <a:lnTo>
                    <a:pt x="481060" y="830457"/>
                  </a:lnTo>
                  <a:lnTo>
                    <a:pt x="481295" y="830248"/>
                  </a:lnTo>
                  <a:lnTo>
                    <a:pt x="481651" y="831235"/>
                  </a:lnTo>
                  <a:lnTo>
                    <a:pt x="483041" y="825566"/>
                  </a:lnTo>
                  <a:lnTo>
                    <a:pt x="484970" y="822251"/>
                  </a:lnTo>
                  <a:lnTo>
                    <a:pt x="484210" y="819935"/>
                  </a:lnTo>
                  <a:lnTo>
                    <a:pt x="483837" y="819861"/>
                  </a:lnTo>
                  <a:lnTo>
                    <a:pt x="483406" y="819775"/>
                  </a:lnTo>
                  <a:lnTo>
                    <a:pt x="482528" y="819992"/>
                  </a:lnTo>
                  <a:lnTo>
                    <a:pt x="481988" y="819569"/>
                  </a:lnTo>
                  <a:lnTo>
                    <a:pt x="481298" y="819591"/>
                  </a:lnTo>
                  <a:lnTo>
                    <a:pt x="480942" y="819625"/>
                  </a:lnTo>
                  <a:lnTo>
                    <a:pt x="480847" y="819271"/>
                  </a:lnTo>
                  <a:lnTo>
                    <a:pt x="480084" y="819053"/>
                  </a:lnTo>
                  <a:lnTo>
                    <a:pt x="479612" y="819232"/>
                  </a:lnTo>
                  <a:lnTo>
                    <a:pt x="479123" y="818645"/>
                  </a:lnTo>
                  <a:lnTo>
                    <a:pt x="479048" y="818846"/>
                  </a:lnTo>
                  <a:lnTo>
                    <a:pt x="478561" y="818842"/>
                  </a:lnTo>
                  <a:lnTo>
                    <a:pt x="478060" y="818522"/>
                  </a:lnTo>
                  <a:lnTo>
                    <a:pt x="477914" y="818954"/>
                  </a:lnTo>
                  <a:lnTo>
                    <a:pt x="477322" y="819020"/>
                  </a:lnTo>
                  <a:lnTo>
                    <a:pt x="477004" y="818538"/>
                  </a:lnTo>
                  <a:lnTo>
                    <a:pt x="476027" y="818254"/>
                  </a:lnTo>
                  <a:lnTo>
                    <a:pt x="474891" y="817446"/>
                  </a:lnTo>
                  <a:lnTo>
                    <a:pt x="474593" y="816567"/>
                  </a:lnTo>
                  <a:lnTo>
                    <a:pt x="474699" y="815798"/>
                  </a:lnTo>
                  <a:lnTo>
                    <a:pt x="473891" y="815219"/>
                  </a:lnTo>
                  <a:lnTo>
                    <a:pt x="473856" y="814664"/>
                  </a:lnTo>
                  <a:lnTo>
                    <a:pt x="474320" y="813434"/>
                  </a:lnTo>
                  <a:lnTo>
                    <a:pt x="473543" y="812338"/>
                  </a:lnTo>
                  <a:lnTo>
                    <a:pt x="473279" y="811528"/>
                  </a:lnTo>
                  <a:lnTo>
                    <a:pt x="473356" y="810833"/>
                  </a:lnTo>
                  <a:lnTo>
                    <a:pt x="473699" y="810271"/>
                  </a:lnTo>
                  <a:lnTo>
                    <a:pt x="475100" y="809735"/>
                  </a:lnTo>
                  <a:lnTo>
                    <a:pt x="475165" y="808971"/>
                  </a:lnTo>
                  <a:lnTo>
                    <a:pt x="475444" y="808663"/>
                  </a:lnTo>
                  <a:lnTo>
                    <a:pt x="474861" y="808328"/>
                  </a:lnTo>
                  <a:lnTo>
                    <a:pt x="475254" y="808082"/>
                  </a:lnTo>
                  <a:lnTo>
                    <a:pt x="474947" y="807767"/>
                  </a:lnTo>
                  <a:lnTo>
                    <a:pt x="474959" y="807042"/>
                  </a:lnTo>
                  <a:lnTo>
                    <a:pt x="474366" y="806701"/>
                  </a:lnTo>
                  <a:lnTo>
                    <a:pt x="474281" y="805923"/>
                  </a:lnTo>
                  <a:lnTo>
                    <a:pt x="473606" y="805316"/>
                  </a:lnTo>
                  <a:lnTo>
                    <a:pt x="473141" y="805256"/>
                  </a:lnTo>
                  <a:lnTo>
                    <a:pt x="471500" y="803013"/>
                  </a:lnTo>
                  <a:lnTo>
                    <a:pt x="470654" y="802599"/>
                  </a:lnTo>
                  <a:lnTo>
                    <a:pt x="469709" y="802508"/>
                  </a:lnTo>
                  <a:lnTo>
                    <a:pt x="469481" y="801420"/>
                  </a:lnTo>
                  <a:lnTo>
                    <a:pt x="468843" y="800535"/>
                  </a:lnTo>
                  <a:lnTo>
                    <a:pt x="467846" y="800590"/>
                  </a:lnTo>
                  <a:lnTo>
                    <a:pt x="467546" y="800286"/>
                  </a:lnTo>
                  <a:lnTo>
                    <a:pt x="467914" y="800040"/>
                  </a:lnTo>
                  <a:lnTo>
                    <a:pt x="467579" y="799715"/>
                  </a:lnTo>
                  <a:lnTo>
                    <a:pt x="467052" y="799563"/>
                  </a:lnTo>
                  <a:lnTo>
                    <a:pt x="466838" y="799036"/>
                  </a:lnTo>
                  <a:lnTo>
                    <a:pt x="466473" y="799052"/>
                  </a:lnTo>
                  <a:lnTo>
                    <a:pt x="465727" y="798389"/>
                  </a:lnTo>
                  <a:lnTo>
                    <a:pt x="465056" y="798264"/>
                  </a:lnTo>
                  <a:lnTo>
                    <a:pt x="464879" y="797585"/>
                  </a:lnTo>
                  <a:lnTo>
                    <a:pt x="464271" y="797655"/>
                  </a:lnTo>
                  <a:lnTo>
                    <a:pt x="464204" y="797059"/>
                  </a:lnTo>
                  <a:lnTo>
                    <a:pt x="463851" y="797240"/>
                  </a:lnTo>
                  <a:lnTo>
                    <a:pt x="463408" y="797018"/>
                  </a:lnTo>
                  <a:lnTo>
                    <a:pt x="463443" y="796775"/>
                  </a:lnTo>
                  <a:lnTo>
                    <a:pt x="463909" y="796739"/>
                  </a:lnTo>
                  <a:lnTo>
                    <a:pt x="463865" y="796495"/>
                  </a:lnTo>
                  <a:lnTo>
                    <a:pt x="463622" y="796540"/>
                  </a:lnTo>
                  <a:lnTo>
                    <a:pt x="463391" y="795976"/>
                  </a:lnTo>
                  <a:lnTo>
                    <a:pt x="462775" y="795594"/>
                  </a:lnTo>
                  <a:lnTo>
                    <a:pt x="462769" y="796028"/>
                  </a:lnTo>
                  <a:lnTo>
                    <a:pt x="462470" y="795903"/>
                  </a:lnTo>
                  <a:lnTo>
                    <a:pt x="462311" y="795421"/>
                  </a:lnTo>
                  <a:lnTo>
                    <a:pt x="461871" y="795298"/>
                  </a:lnTo>
                  <a:lnTo>
                    <a:pt x="461320" y="795143"/>
                  </a:lnTo>
                  <a:lnTo>
                    <a:pt x="460613" y="794414"/>
                  </a:lnTo>
                  <a:lnTo>
                    <a:pt x="459901" y="794462"/>
                  </a:lnTo>
                  <a:lnTo>
                    <a:pt x="459015" y="793847"/>
                  </a:lnTo>
                  <a:lnTo>
                    <a:pt x="458929" y="793465"/>
                  </a:lnTo>
                  <a:lnTo>
                    <a:pt x="458085" y="793360"/>
                  </a:lnTo>
                  <a:lnTo>
                    <a:pt x="458020" y="793068"/>
                  </a:lnTo>
                  <a:lnTo>
                    <a:pt x="457648" y="793170"/>
                  </a:lnTo>
                  <a:lnTo>
                    <a:pt x="457572" y="792964"/>
                  </a:lnTo>
                  <a:lnTo>
                    <a:pt x="457800" y="792849"/>
                  </a:lnTo>
                  <a:lnTo>
                    <a:pt x="457155" y="792534"/>
                  </a:lnTo>
                  <a:lnTo>
                    <a:pt x="456749" y="792735"/>
                  </a:lnTo>
                  <a:lnTo>
                    <a:pt x="456082" y="792392"/>
                  </a:lnTo>
                  <a:lnTo>
                    <a:pt x="455482" y="792612"/>
                  </a:lnTo>
                  <a:lnTo>
                    <a:pt x="455061" y="792155"/>
                  </a:lnTo>
                  <a:lnTo>
                    <a:pt x="454701" y="792592"/>
                  </a:lnTo>
                  <a:lnTo>
                    <a:pt x="453701" y="792683"/>
                  </a:lnTo>
                  <a:lnTo>
                    <a:pt x="452502" y="791864"/>
                  </a:lnTo>
                  <a:lnTo>
                    <a:pt x="451391" y="792692"/>
                  </a:lnTo>
                  <a:lnTo>
                    <a:pt x="450473" y="792775"/>
                  </a:lnTo>
                  <a:lnTo>
                    <a:pt x="450160" y="792370"/>
                  </a:lnTo>
                  <a:lnTo>
                    <a:pt x="448992" y="792001"/>
                  </a:lnTo>
                  <a:lnTo>
                    <a:pt x="448237" y="791195"/>
                  </a:lnTo>
                  <a:lnTo>
                    <a:pt x="447831" y="791285"/>
                  </a:lnTo>
                  <a:lnTo>
                    <a:pt x="446761" y="790511"/>
                  </a:lnTo>
                  <a:lnTo>
                    <a:pt x="445985" y="790536"/>
                  </a:lnTo>
                  <a:lnTo>
                    <a:pt x="445512" y="790380"/>
                  </a:lnTo>
                  <a:lnTo>
                    <a:pt x="445317" y="790042"/>
                  </a:lnTo>
                  <a:lnTo>
                    <a:pt x="444959" y="790040"/>
                  </a:lnTo>
                  <a:lnTo>
                    <a:pt x="444476" y="789624"/>
                  </a:lnTo>
                  <a:lnTo>
                    <a:pt x="444586" y="788971"/>
                  </a:lnTo>
                  <a:lnTo>
                    <a:pt x="442573" y="788034"/>
                  </a:lnTo>
                  <a:lnTo>
                    <a:pt x="442483" y="787222"/>
                  </a:lnTo>
                  <a:lnTo>
                    <a:pt x="442095" y="786979"/>
                  </a:lnTo>
                  <a:lnTo>
                    <a:pt x="441190" y="787309"/>
                  </a:lnTo>
                  <a:lnTo>
                    <a:pt x="440863" y="787121"/>
                  </a:lnTo>
                  <a:lnTo>
                    <a:pt x="440431" y="787270"/>
                  </a:lnTo>
                  <a:lnTo>
                    <a:pt x="440033" y="786830"/>
                  </a:lnTo>
                  <a:lnTo>
                    <a:pt x="439288" y="786871"/>
                  </a:lnTo>
                  <a:lnTo>
                    <a:pt x="439174" y="786572"/>
                  </a:lnTo>
                  <a:lnTo>
                    <a:pt x="438719" y="786897"/>
                  </a:lnTo>
                  <a:lnTo>
                    <a:pt x="438216" y="786755"/>
                  </a:lnTo>
                  <a:lnTo>
                    <a:pt x="437043" y="785916"/>
                  </a:lnTo>
                  <a:lnTo>
                    <a:pt x="435119" y="785936"/>
                  </a:lnTo>
                  <a:lnTo>
                    <a:pt x="434834" y="786273"/>
                  </a:lnTo>
                  <a:lnTo>
                    <a:pt x="433929" y="786317"/>
                  </a:lnTo>
                  <a:lnTo>
                    <a:pt x="433305" y="786019"/>
                  </a:lnTo>
                  <a:lnTo>
                    <a:pt x="432515" y="786833"/>
                  </a:lnTo>
                  <a:lnTo>
                    <a:pt x="431638" y="786705"/>
                  </a:lnTo>
                  <a:lnTo>
                    <a:pt x="431371" y="786933"/>
                  </a:lnTo>
                  <a:lnTo>
                    <a:pt x="430753" y="786743"/>
                  </a:lnTo>
                  <a:lnTo>
                    <a:pt x="429841" y="786935"/>
                  </a:lnTo>
                  <a:lnTo>
                    <a:pt x="429421" y="786552"/>
                  </a:lnTo>
                  <a:lnTo>
                    <a:pt x="428809" y="786700"/>
                  </a:lnTo>
                  <a:lnTo>
                    <a:pt x="428624" y="786336"/>
                  </a:lnTo>
                  <a:lnTo>
                    <a:pt x="428195" y="786786"/>
                  </a:lnTo>
                  <a:lnTo>
                    <a:pt x="428032" y="786705"/>
                  </a:lnTo>
                  <a:lnTo>
                    <a:pt x="428134" y="786473"/>
                  </a:lnTo>
                  <a:lnTo>
                    <a:pt x="427656" y="786381"/>
                  </a:lnTo>
                  <a:lnTo>
                    <a:pt x="427532" y="786757"/>
                  </a:lnTo>
                  <a:lnTo>
                    <a:pt x="427174" y="786965"/>
                  </a:lnTo>
                  <a:lnTo>
                    <a:pt x="426244" y="787139"/>
                  </a:lnTo>
                  <a:lnTo>
                    <a:pt x="425431" y="786545"/>
                  </a:lnTo>
                  <a:lnTo>
                    <a:pt x="424724" y="786548"/>
                  </a:lnTo>
                  <a:lnTo>
                    <a:pt x="424533" y="786290"/>
                  </a:lnTo>
                  <a:lnTo>
                    <a:pt x="423716" y="786051"/>
                  </a:lnTo>
                  <a:lnTo>
                    <a:pt x="423473" y="786558"/>
                  </a:lnTo>
                  <a:lnTo>
                    <a:pt x="423102" y="786249"/>
                  </a:lnTo>
                  <a:lnTo>
                    <a:pt x="422442" y="786287"/>
                  </a:lnTo>
                  <a:lnTo>
                    <a:pt x="421345" y="785333"/>
                  </a:lnTo>
                  <a:lnTo>
                    <a:pt x="420522" y="785375"/>
                  </a:lnTo>
                  <a:lnTo>
                    <a:pt x="419689" y="784888"/>
                  </a:lnTo>
                  <a:lnTo>
                    <a:pt x="419461" y="784997"/>
                  </a:lnTo>
                  <a:lnTo>
                    <a:pt x="419431" y="784671"/>
                  </a:lnTo>
                  <a:lnTo>
                    <a:pt x="419206" y="784829"/>
                  </a:lnTo>
                  <a:lnTo>
                    <a:pt x="419256" y="785086"/>
                  </a:lnTo>
                  <a:lnTo>
                    <a:pt x="418999" y="785023"/>
                  </a:lnTo>
                  <a:lnTo>
                    <a:pt x="418850" y="785286"/>
                  </a:lnTo>
                  <a:lnTo>
                    <a:pt x="417440" y="784347"/>
                  </a:lnTo>
                  <a:lnTo>
                    <a:pt x="417327" y="784600"/>
                  </a:lnTo>
                  <a:lnTo>
                    <a:pt x="416877" y="784394"/>
                  </a:lnTo>
                  <a:lnTo>
                    <a:pt x="416675" y="784896"/>
                  </a:lnTo>
                  <a:lnTo>
                    <a:pt x="416244" y="785023"/>
                  </a:lnTo>
                  <a:lnTo>
                    <a:pt x="416089" y="784824"/>
                  </a:lnTo>
                  <a:lnTo>
                    <a:pt x="415419" y="785084"/>
                  </a:lnTo>
                  <a:lnTo>
                    <a:pt x="415133" y="785010"/>
                  </a:lnTo>
                  <a:lnTo>
                    <a:pt x="415284" y="784788"/>
                  </a:lnTo>
                  <a:lnTo>
                    <a:pt x="414900" y="784683"/>
                  </a:lnTo>
                  <a:lnTo>
                    <a:pt x="414956" y="784959"/>
                  </a:lnTo>
                  <a:lnTo>
                    <a:pt x="414481" y="784767"/>
                  </a:lnTo>
                  <a:lnTo>
                    <a:pt x="414457" y="785026"/>
                  </a:lnTo>
                  <a:lnTo>
                    <a:pt x="414050" y="784802"/>
                  </a:lnTo>
                  <a:lnTo>
                    <a:pt x="414387" y="784702"/>
                  </a:lnTo>
                  <a:lnTo>
                    <a:pt x="413863" y="784433"/>
                  </a:lnTo>
                  <a:lnTo>
                    <a:pt x="412966" y="784541"/>
                  </a:lnTo>
                  <a:lnTo>
                    <a:pt x="412134" y="784191"/>
                  </a:lnTo>
                  <a:lnTo>
                    <a:pt x="411989" y="783898"/>
                  </a:lnTo>
                  <a:lnTo>
                    <a:pt x="411754" y="784141"/>
                  </a:lnTo>
                  <a:lnTo>
                    <a:pt x="411670" y="783619"/>
                  </a:lnTo>
                  <a:lnTo>
                    <a:pt x="411330" y="783812"/>
                  </a:lnTo>
                  <a:lnTo>
                    <a:pt x="411338" y="783448"/>
                  </a:lnTo>
                  <a:lnTo>
                    <a:pt x="410865" y="783611"/>
                  </a:lnTo>
                  <a:lnTo>
                    <a:pt x="410818" y="783830"/>
                  </a:lnTo>
                  <a:lnTo>
                    <a:pt x="410370" y="783464"/>
                  </a:lnTo>
                  <a:lnTo>
                    <a:pt x="409397" y="783704"/>
                  </a:lnTo>
                  <a:lnTo>
                    <a:pt x="409060" y="783189"/>
                  </a:lnTo>
                  <a:lnTo>
                    <a:pt x="408051" y="782954"/>
                  </a:lnTo>
                  <a:lnTo>
                    <a:pt x="408148" y="782551"/>
                  </a:lnTo>
                  <a:lnTo>
                    <a:pt x="407941" y="782472"/>
                  </a:lnTo>
                  <a:lnTo>
                    <a:pt x="407869" y="782859"/>
                  </a:lnTo>
                  <a:lnTo>
                    <a:pt x="407412" y="782554"/>
                  </a:lnTo>
                  <a:lnTo>
                    <a:pt x="406647" y="783284"/>
                  </a:lnTo>
                  <a:lnTo>
                    <a:pt x="406482" y="783145"/>
                  </a:lnTo>
                  <a:lnTo>
                    <a:pt x="405991" y="783319"/>
                  </a:lnTo>
                  <a:lnTo>
                    <a:pt x="405946" y="783132"/>
                  </a:lnTo>
                  <a:lnTo>
                    <a:pt x="405558" y="783305"/>
                  </a:lnTo>
                  <a:lnTo>
                    <a:pt x="405368" y="783133"/>
                  </a:lnTo>
                  <a:lnTo>
                    <a:pt x="405587" y="782920"/>
                  </a:lnTo>
                  <a:lnTo>
                    <a:pt x="405021" y="783164"/>
                  </a:lnTo>
                  <a:lnTo>
                    <a:pt x="404307" y="783014"/>
                  </a:lnTo>
                  <a:lnTo>
                    <a:pt x="404104" y="783247"/>
                  </a:lnTo>
                  <a:lnTo>
                    <a:pt x="403595" y="783118"/>
                  </a:lnTo>
                  <a:lnTo>
                    <a:pt x="403494" y="782852"/>
                  </a:lnTo>
                  <a:lnTo>
                    <a:pt x="403070" y="782860"/>
                  </a:lnTo>
                  <a:lnTo>
                    <a:pt x="402617" y="782454"/>
                  </a:lnTo>
                  <a:lnTo>
                    <a:pt x="402705" y="781958"/>
                  </a:lnTo>
                  <a:lnTo>
                    <a:pt x="402993" y="781975"/>
                  </a:lnTo>
                  <a:lnTo>
                    <a:pt x="402573" y="781597"/>
                  </a:lnTo>
                  <a:lnTo>
                    <a:pt x="402737" y="781060"/>
                  </a:lnTo>
                  <a:lnTo>
                    <a:pt x="403445" y="780470"/>
                  </a:lnTo>
                  <a:lnTo>
                    <a:pt x="404485" y="780080"/>
                  </a:lnTo>
                  <a:lnTo>
                    <a:pt x="404334" y="779926"/>
                  </a:lnTo>
                  <a:lnTo>
                    <a:pt x="404548" y="779916"/>
                  </a:lnTo>
                  <a:lnTo>
                    <a:pt x="404566" y="779675"/>
                  </a:lnTo>
                  <a:lnTo>
                    <a:pt x="404999" y="779907"/>
                  </a:lnTo>
                  <a:lnTo>
                    <a:pt x="405284" y="779694"/>
                  </a:lnTo>
                  <a:lnTo>
                    <a:pt x="405212" y="779070"/>
                  </a:lnTo>
                  <a:lnTo>
                    <a:pt x="405549" y="778888"/>
                  </a:lnTo>
                  <a:lnTo>
                    <a:pt x="405581" y="778469"/>
                  </a:lnTo>
                  <a:lnTo>
                    <a:pt x="405369" y="777908"/>
                  </a:lnTo>
                  <a:lnTo>
                    <a:pt x="405842" y="777662"/>
                  </a:lnTo>
                  <a:lnTo>
                    <a:pt x="405908" y="777387"/>
                  </a:lnTo>
                  <a:lnTo>
                    <a:pt x="406516" y="777651"/>
                  </a:lnTo>
                  <a:lnTo>
                    <a:pt x="406236" y="777445"/>
                  </a:lnTo>
                  <a:lnTo>
                    <a:pt x="406448" y="777463"/>
                  </a:lnTo>
                  <a:lnTo>
                    <a:pt x="406435" y="776916"/>
                  </a:lnTo>
                  <a:lnTo>
                    <a:pt x="406649" y="776932"/>
                  </a:lnTo>
                  <a:lnTo>
                    <a:pt x="406685" y="776604"/>
                  </a:lnTo>
                  <a:lnTo>
                    <a:pt x="406722" y="776884"/>
                  </a:lnTo>
                  <a:lnTo>
                    <a:pt x="407232" y="776453"/>
                  </a:lnTo>
                  <a:lnTo>
                    <a:pt x="407526" y="775484"/>
                  </a:lnTo>
                  <a:lnTo>
                    <a:pt x="407785" y="775499"/>
                  </a:lnTo>
                  <a:lnTo>
                    <a:pt x="407596" y="775170"/>
                  </a:lnTo>
                  <a:lnTo>
                    <a:pt x="407803" y="774878"/>
                  </a:lnTo>
                  <a:lnTo>
                    <a:pt x="407676" y="774342"/>
                  </a:lnTo>
                  <a:lnTo>
                    <a:pt x="407431" y="774170"/>
                  </a:lnTo>
                  <a:lnTo>
                    <a:pt x="407612" y="774007"/>
                  </a:lnTo>
                  <a:lnTo>
                    <a:pt x="407330" y="773902"/>
                  </a:lnTo>
                  <a:lnTo>
                    <a:pt x="406852" y="772853"/>
                  </a:lnTo>
                  <a:lnTo>
                    <a:pt x="406271" y="772752"/>
                  </a:lnTo>
                  <a:lnTo>
                    <a:pt x="405963" y="772318"/>
                  </a:lnTo>
                  <a:lnTo>
                    <a:pt x="405631" y="772419"/>
                  </a:lnTo>
                  <a:lnTo>
                    <a:pt x="405470" y="772108"/>
                  </a:lnTo>
                  <a:lnTo>
                    <a:pt x="405252" y="772186"/>
                  </a:lnTo>
                  <a:lnTo>
                    <a:pt x="405342" y="771978"/>
                  </a:lnTo>
                  <a:lnTo>
                    <a:pt x="404918" y="771641"/>
                  </a:lnTo>
                  <a:lnTo>
                    <a:pt x="404635" y="770965"/>
                  </a:lnTo>
                  <a:lnTo>
                    <a:pt x="404182" y="770761"/>
                  </a:lnTo>
                  <a:lnTo>
                    <a:pt x="404056" y="770918"/>
                  </a:lnTo>
                  <a:lnTo>
                    <a:pt x="403742" y="770409"/>
                  </a:lnTo>
                  <a:lnTo>
                    <a:pt x="403209" y="770216"/>
                  </a:lnTo>
                  <a:lnTo>
                    <a:pt x="402968" y="770358"/>
                  </a:lnTo>
                  <a:lnTo>
                    <a:pt x="403045" y="770081"/>
                  </a:lnTo>
                  <a:lnTo>
                    <a:pt x="402578" y="769596"/>
                  </a:lnTo>
                  <a:lnTo>
                    <a:pt x="402174" y="769635"/>
                  </a:lnTo>
                  <a:lnTo>
                    <a:pt x="402113" y="769155"/>
                  </a:lnTo>
                  <a:lnTo>
                    <a:pt x="401265" y="768685"/>
                  </a:lnTo>
                  <a:lnTo>
                    <a:pt x="401007" y="768146"/>
                  </a:lnTo>
                  <a:lnTo>
                    <a:pt x="401165" y="768074"/>
                  </a:lnTo>
                  <a:lnTo>
                    <a:pt x="400538" y="766981"/>
                  </a:lnTo>
                  <a:lnTo>
                    <a:pt x="400294" y="767097"/>
                  </a:lnTo>
                  <a:lnTo>
                    <a:pt x="399985" y="766415"/>
                  </a:lnTo>
                  <a:lnTo>
                    <a:pt x="399279" y="765887"/>
                  </a:lnTo>
                  <a:lnTo>
                    <a:pt x="399172" y="765548"/>
                  </a:lnTo>
                  <a:lnTo>
                    <a:pt x="398197" y="764714"/>
                  </a:lnTo>
                  <a:lnTo>
                    <a:pt x="397191" y="764277"/>
                  </a:lnTo>
                  <a:lnTo>
                    <a:pt x="396835" y="763801"/>
                  </a:lnTo>
                  <a:lnTo>
                    <a:pt x="396810" y="763358"/>
                  </a:lnTo>
                  <a:lnTo>
                    <a:pt x="396246" y="762669"/>
                  </a:lnTo>
                  <a:lnTo>
                    <a:pt x="396499" y="761818"/>
                  </a:lnTo>
                  <a:lnTo>
                    <a:pt x="396250" y="761680"/>
                  </a:lnTo>
                  <a:lnTo>
                    <a:pt x="396147" y="761185"/>
                  </a:lnTo>
                  <a:lnTo>
                    <a:pt x="395693" y="760830"/>
                  </a:lnTo>
                  <a:lnTo>
                    <a:pt x="395261" y="760865"/>
                  </a:lnTo>
                  <a:lnTo>
                    <a:pt x="395007" y="760278"/>
                  </a:lnTo>
                  <a:lnTo>
                    <a:pt x="394559" y="760168"/>
                  </a:lnTo>
                  <a:lnTo>
                    <a:pt x="394037" y="759386"/>
                  </a:lnTo>
                  <a:lnTo>
                    <a:pt x="393222" y="759017"/>
                  </a:lnTo>
                  <a:lnTo>
                    <a:pt x="392774" y="758518"/>
                  </a:lnTo>
                  <a:lnTo>
                    <a:pt x="391601" y="758334"/>
                  </a:lnTo>
                  <a:lnTo>
                    <a:pt x="390860" y="757752"/>
                  </a:lnTo>
                  <a:lnTo>
                    <a:pt x="389460" y="757601"/>
                  </a:lnTo>
                  <a:lnTo>
                    <a:pt x="389274" y="756836"/>
                  </a:lnTo>
                  <a:lnTo>
                    <a:pt x="388856" y="756781"/>
                  </a:lnTo>
                  <a:lnTo>
                    <a:pt x="388332" y="755952"/>
                  </a:lnTo>
                  <a:lnTo>
                    <a:pt x="387214" y="756254"/>
                  </a:lnTo>
                  <a:lnTo>
                    <a:pt x="386665" y="755869"/>
                  </a:lnTo>
                  <a:lnTo>
                    <a:pt x="386170" y="756059"/>
                  </a:lnTo>
                  <a:lnTo>
                    <a:pt x="385560" y="755779"/>
                  </a:lnTo>
                  <a:lnTo>
                    <a:pt x="385245" y="755942"/>
                  </a:lnTo>
                  <a:lnTo>
                    <a:pt x="384412" y="755344"/>
                  </a:lnTo>
                  <a:lnTo>
                    <a:pt x="383938" y="755337"/>
                  </a:lnTo>
                  <a:lnTo>
                    <a:pt x="383727" y="754980"/>
                  </a:lnTo>
                  <a:lnTo>
                    <a:pt x="383065" y="754825"/>
                  </a:lnTo>
                  <a:lnTo>
                    <a:pt x="382669" y="755054"/>
                  </a:lnTo>
                  <a:lnTo>
                    <a:pt x="382110" y="755017"/>
                  </a:lnTo>
                  <a:lnTo>
                    <a:pt x="381572" y="755387"/>
                  </a:lnTo>
                  <a:lnTo>
                    <a:pt x="381294" y="755075"/>
                  </a:lnTo>
                  <a:lnTo>
                    <a:pt x="380683" y="755079"/>
                  </a:lnTo>
                  <a:lnTo>
                    <a:pt x="380017" y="755376"/>
                  </a:lnTo>
                  <a:lnTo>
                    <a:pt x="379971" y="755596"/>
                  </a:lnTo>
                  <a:lnTo>
                    <a:pt x="375572" y="755213"/>
                  </a:lnTo>
                  <a:lnTo>
                    <a:pt x="374547" y="755018"/>
                  </a:lnTo>
                  <a:lnTo>
                    <a:pt x="374231" y="754473"/>
                  </a:lnTo>
                  <a:lnTo>
                    <a:pt x="373679" y="754507"/>
                  </a:lnTo>
                  <a:lnTo>
                    <a:pt x="373366" y="754182"/>
                  </a:lnTo>
                  <a:lnTo>
                    <a:pt x="370947" y="753545"/>
                  </a:lnTo>
                  <a:lnTo>
                    <a:pt x="369581" y="752992"/>
                  </a:lnTo>
                  <a:lnTo>
                    <a:pt x="369647" y="752734"/>
                  </a:lnTo>
                  <a:lnTo>
                    <a:pt x="368616" y="751960"/>
                  </a:lnTo>
                  <a:lnTo>
                    <a:pt x="368324" y="751122"/>
                  </a:lnTo>
                  <a:lnTo>
                    <a:pt x="368525" y="750850"/>
                  </a:lnTo>
                  <a:lnTo>
                    <a:pt x="368179" y="750003"/>
                  </a:lnTo>
                  <a:lnTo>
                    <a:pt x="368474" y="747743"/>
                  </a:lnTo>
                  <a:lnTo>
                    <a:pt x="368215" y="746910"/>
                  </a:lnTo>
                  <a:lnTo>
                    <a:pt x="367616" y="746692"/>
                  </a:lnTo>
                  <a:lnTo>
                    <a:pt x="366861" y="745933"/>
                  </a:lnTo>
                  <a:lnTo>
                    <a:pt x="365827" y="745161"/>
                  </a:lnTo>
                  <a:lnTo>
                    <a:pt x="364730" y="743387"/>
                  </a:lnTo>
                  <a:lnTo>
                    <a:pt x="363370" y="742457"/>
                  </a:lnTo>
                  <a:lnTo>
                    <a:pt x="361881" y="742732"/>
                  </a:lnTo>
                  <a:lnTo>
                    <a:pt x="361070" y="742186"/>
                  </a:lnTo>
                  <a:lnTo>
                    <a:pt x="360699" y="742174"/>
                  </a:lnTo>
                  <a:lnTo>
                    <a:pt x="360310" y="741740"/>
                  </a:lnTo>
                  <a:lnTo>
                    <a:pt x="359807" y="741742"/>
                  </a:lnTo>
                  <a:lnTo>
                    <a:pt x="359496" y="742278"/>
                  </a:lnTo>
                  <a:lnTo>
                    <a:pt x="357507" y="743021"/>
                  </a:lnTo>
                  <a:lnTo>
                    <a:pt x="356117" y="742813"/>
                  </a:lnTo>
                  <a:lnTo>
                    <a:pt x="355238" y="743046"/>
                  </a:lnTo>
                  <a:lnTo>
                    <a:pt x="352439" y="741903"/>
                  </a:lnTo>
                  <a:lnTo>
                    <a:pt x="349897" y="741252"/>
                  </a:lnTo>
                  <a:lnTo>
                    <a:pt x="348956" y="739273"/>
                  </a:lnTo>
                  <a:lnTo>
                    <a:pt x="348167" y="738702"/>
                  </a:lnTo>
                  <a:lnTo>
                    <a:pt x="347350" y="738499"/>
                  </a:lnTo>
                  <a:lnTo>
                    <a:pt x="347124" y="737843"/>
                  </a:lnTo>
                  <a:lnTo>
                    <a:pt x="346630" y="737525"/>
                  </a:lnTo>
                  <a:lnTo>
                    <a:pt x="345056" y="738238"/>
                  </a:lnTo>
                  <a:lnTo>
                    <a:pt x="344513" y="738242"/>
                  </a:lnTo>
                  <a:lnTo>
                    <a:pt x="344044" y="737971"/>
                  </a:lnTo>
                  <a:lnTo>
                    <a:pt x="343204" y="738117"/>
                  </a:lnTo>
                  <a:lnTo>
                    <a:pt x="342572" y="739011"/>
                  </a:lnTo>
                  <a:lnTo>
                    <a:pt x="341810" y="739368"/>
                  </a:lnTo>
                  <a:lnTo>
                    <a:pt x="340419" y="738199"/>
                  </a:lnTo>
                  <a:lnTo>
                    <a:pt x="339670" y="737876"/>
                  </a:lnTo>
                  <a:lnTo>
                    <a:pt x="339565" y="737455"/>
                  </a:lnTo>
                  <a:lnTo>
                    <a:pt x="338659" y="736564"/>
                  </a:lnTo>
                  <a:lnTo>
                    <a:pt x="337221" y="736116"/>
                  </a:lnTo>
                  <a:lnTo>
                    <a:pt x="335124" y="736644"/>
                  </a:lnTo>
                  <a:lnTo>
                    <a:pt x="331816" y="738174"/>
                  </a:lnTo>
                  <a:lnTo>
                    <a:pt x="330288" y="741107"/>
                  </a:lnTo>
                  <a:lnTo>
                    <a:pt x="329091" y="742486"/>
                  </a:lnTo>
                  <a:lnTo>
                    <a:pt x="328711" y="743579"/>
                  </a:lnTo>
                  <a:lnTo>
                    <a:pt x="327827" y="744044"/>
                  </a:lnTo>
                  <a:lnTo>
                    <a:pt x="327488" y="743877"/>
                  </a:lnTo>
                  <a:lnTo>
                    <a:pt x="326899" y="744058"/>
                  </a:lnTo>
                  <a:lnTo>
                    <a:pt x="326356" y="743653"/>
                  </a:lnTo>
                  <a:lnTo>
                    <a:pt x="325273" y="743346"/>
                  </a:lnTo>
                  <a:lnTo>
                    <a:pt x="323685" y="742268"/>
                  </a:lnTo>
                  <a:lnTo>
                    <a:pt x="322613" y="742317"/>
                  </a:lnTo>
                  <a:lnTo>
                    <a:pt x="321993" y="742031"/>
                  </a:lnTo>
                  <a:lnTo>
                    <a:pt x="321688" y="741329"/>
                  </a:lnTo>
                  <a:lnTo>
                    <a:pt x="321369" y="741103"/>
                  </a:lnTo>
                  <a:lnTo>
                    <a:pt x="321181" y="741218"/>
                  </a:lnTo>
                  <a:lnTo>
                    <a:pt x="321131" y="740734"/>
                  </a:lnTo>
                  <a:lnTo>
                    <a:pt x="320696" y="740666"/>
                  </a:lnTo>
                  <a:lnTo>
                    <a:pt x="320391" y="740121"/>
                  </a:lnTo>
                  <a:lnTo>
                    <a:pt x="319839" y="739753"/>
                  </a:lnTo>
                  <a:lnTo>
                    <a:pt x="319996" y="739194"/>
                  </a:lnTo>
                  <a:lnTo>
                    <a:pt x="319716" y="739226"/>
                  </a:lnTo>
                  <a:lnTo>
                    <a:pt x="319747" y="738703"/>
                  </a:lnTo>
                  <a:lnTo>
                    <a:pt x="319147" y="738014"/>
                  </a:lnTo>
                  <a:lnTo>
                    <a:pt x="319506" y="737671"/>
                  </a:lnTo>
                  <a:lnTo>
                    <a:pt x="319137" y="737128"/>
                  </a:lnTo>
                  <a:lnTo>
                    <a:pt x="319321" y="736790"/>
                  </a:lnTo>
                  <a:lnTo>
                    <a:pt x="318328" y="735856"/>
                  </a:lnTo>
                  <a:lnTo>
                    <a:pt x="318402" y="734769"/>
                  </a:lnTo>
                  <a:lnTo>
                    <a:pt x="318005" y="734730"/>
                  </a:lnTo>
                  <a:lnTo>
                    <a:pt x="317286" y="734209"/>
                  </a:lnTo>
                  <a:lnTo>
                    <a:pt x="317516" y="733910"/>
                  </a:lnTo>
                  <a:lnTo>
                    <a:pt x="317093" y="733420"/>
                  </a:lnTo>
                  <a:lnTo>
                    <a:pt x="317156" y="732794"/>
                  </a:lnTo>
                  <a:lnTo>
                    <a:pt x="316507" y="732282"/>
                  </a:lnTo>
                  <a:lnTo>
                    <a:pt x="315953" y="732255"/>
                  </a:lnTo>
                  <a:lnTo>
                    <a:pt x="316045" y="731694"/>
                  </a:lnTo>
                  <a:lnTo>
                    <a:pt x="315735" y="730864"/>
                  </a:lnTo>
                  <a:lnTo>
                    <a:pt x="314539" y="730703"/>
                  </a:lnTo>
                  <a:lnTo>
                    <a:pt x="314269" y="730951"/>
                  </a:lnTo>
                  <a:lnTo>
                    <a:pt x="312680" y="731209"/>
                  </a:lnTo>
                  <a:lnTo>
                    <a:pt x="310519" y="730868"/>
                  </a:lnTo>
                  <a:lnTo>
                    <a:pt x="309037" y="731098"/>
                  </a:lnTo>
                  <a:lnTo>
                    <a:pt x="308393" y="731449"/>
                  </a:lnTo>
                  <a:lnTo>
                    <a:pt x="307524" y="731270"/>
                  </a:lnTo>
                  <a:lnTo>
                    <a:pt x="307201" y="731687"/>
                  </a:lnTo>
                  <a:lnTo>
                    <a:pt x="306666" y="731625"/>
                  </a:lnTo>
                  <a:lnTo>
                    <a:pt x="306595" y="732255"/>
                  </a:lnTo>
                  <a:lnTo>
                    <a:pt x="305950" y="732922"/>
                  </a:lnTo>
                  <a:lnTo>
                    <a:pt x="303858" y="732770"/>
                  </a:lnTo>
                  <a:lnTo>
                    <a:pt x="303096" y="732516"/>
                  </a:lnTo>
                  <a:lnTo>
                    <a:pt x="301755" y="732908"/>
                  </a:lnTo>
                  <a:lnTo>
                    <a:pt x="300777" y="735509"/>
                  </a:lnTo>
                  <a:lnTo>
                    <a:pt x="299689" y="737555"/>
                  </a:lnTo>
                  <a:lnTo>
                    <a:pt x="298286" y="738691"/>
                  </a:lnTo>
                  <a:lnTo>
                    <a:pt x="298000" y="739238"/>
                  </a:lnTo>
                  <a:lnTo>
                    <a:pt x="297094" y="739782"/>
                  </a:lnTo>
                  <a:lnTo>
                    <a:pt x="296051" y="739512"/>
                  </a:lnTo>
                  <a:lnTo>
                    <a:pt x="295208" y="739825"/>
                  </a:lnTo>
                  <a:lnTo>
                    <a:pt x="295041" y="740655"/>
                  </a:lnTo>
                  <a:lnTo>
                    <a:pt x="295287" y="740771"/>
                  </a:lnTo>
                  <a:lnTo>
                    <a:pt x="295456" y="742202"/>
                  </a:lnTo>
                  <a:lnTo>
                    <a:pt x="294820" y="742929"/>
                  </a:lnTo>
                  <a:lnTo>
                    <a:pt x="295214" y="743238"/>
                  </a:lnTo>
                  <a:lnTo>
                    <a:pt x="295235" y="743971"/>
                  </a:lnTo>
                  <a:lnTo>
                    <a:pt x="295951" y="744373"/>
                  </a:lnTo>
                  <a:lnTo>
                    <a:pt x="295429" y="745116"/>
                  </a:lnTo>
                  <a:lnTo>
                    <a:pt x="296084" y="746235"/>
                  </a:lnTo>
                  <a:lnTo>
                    <a:pt x="295886" y="746980"/>
                  </a:lnTo>
                  <a:lnTo>
                    <a:pt x="296415" y="747262"/>
                  </a:lnTo>
                  <a:lnTo>
                    <a:pt x="295747" y="748303"/>
                  </a:lnTo>
                  <a:lnTo>
                    <a:pt x="295983" y="748440"/>
                  </a:lnTo>
                  <a:lnTo>
                    <a:pt x="295917" y="748650"/>
                  </a:lnTo>
                  <a:lnTo>
                    <a:pt x="295168" y="749342"/>
                  </a:lnTo>
                  <a:lnTo>
                    <a:pt x="295350" y="749718"/>
                  </a:lnTo>
                  <a:lnTo>
                    <a:pt x="294408" y="750092"/>
                  </a:lnTo>
                  <a:lnTo>
                    <a:pt x="294160" y="749730"/>
                  </a:lnTo>
                  <a:lnTo>
                    <a:pt x="293763" y="749933"/>
                  </a:lnTo>
                  <a:lnTo>
                    <a:pt x="293757" y="750413"/>
                  </a:lnTo>
                  <a:lnTo>
                    <a:pt x="293274" y="750946"/>
                  </a:lnTo>
                  <a:lnTo>
                    <a:pt x="292736" y="750923"/>
                  </a:lnTo>
                  <a:lnTo>
                    <a:pt x="292562" y="750425"/>
                  </a:lnTo>
                  <a:lnTo>
                    <a:pt x="291311" y="750857"/>
                  </a:lnTo>
                  <a:lnTo>
                    <a:pt x="291204" y="750163"/>
                  </a:lnTo>
                  <a:lnTo>
                    <a:pt x="290468" y="750349"/>
                  </a:lnTo>
                  <a:lnTo>
                    <a:pt x="289771" y="749643"/>
                  </a:lnTo>
                  <a:lnTo>
                    <a:pt x="289229" y="750030"/>
                  </a:lnTo>
                  <a:lnTo>
                    <a:pt x="288851" y="749749"/>
                  </a:lnTo>
                  <a:lnTo>
                    <a:pt x="288374" y="749806"/>
                  </a:lnTo>
                  <a:lnTo>
                    <a:pt x="287971" y="748931"/>
                  </a:lnTo>
                  <a:lnTo>
                    <a:pt x="288153" y="749023"/>
                  </a:lnTo>
                  <a:lnTo>
                    <a:pt x="288801" y="748055"/>
                  </a:lnTo>
                  <a:lnTo>
                    <a:pt x="288574" y="747831"/>
                  </a:lnTo>
                  <a:lnTo>
                    <a:pt x="288711" y="746615"/>
                  </a:lnTo>
                  <a:lnTo>
                    <a:pt x="289450" y="745981"/>
                  </a:lnTo>
                  <a:lnTo>
                    <a:pt x="289645" y="744868"/>
                  </a:lnTo>
                  <a:lnTo>
                    <a:pt x="289496" y="744502"/>
                  </a:lnTo>
                  <a:lnTo>
                    <a:pt x="289875" y="743502"/>
                  </a:lnTo>
                  <a:lnTo>
                    <a:pt x="289631" y="742810"/>
                  </a:lnTo>
                  <a:lnTo>
                    <a:pt x="286792" y="739988"/>
                  </a:lnTo>
                  <a:lnTo>
                    <a:pt x="285878" y="739938"/>
                  </a:lnTo>
                  <a:lnTo>
                    <a:pt x="285629" y="739586"/>
                  </a:lnTo>
                  <a:lnTo>
                    <a:pt x="284761" y="739193"/>
                  </a:lnTo>
                  <a:lnTo>
                    <a:pt x="284641" y="738581"/>
                  </a:lnTo>
                  <a:lnTo>
                    <a:pt x="283737" y="738403"/>
                  </a:lnTo>
                  <a:lnTo>
                    <a:pt x="282831" y="737775"/>
                  </a:lnTo>
                  <a:lnTo>
                    <a:pt x="282636" y="736141"/>
                  </a:lnTo>
                  <a:lnTo>
                    <a:pt x="281759" y="734636"/>
                  </a:lnTo>
                  <a:lnTo>
                    <a:pt x="277287" y="734624"/>
                  </a:lnTo>
                  <a:lnTo>
                    <a:pt x="276726" y="734968"/>
                  </a:lnTo>
                  <a:lnTo>
                    <a:pt x="276248" y="734378"/>
                  </a:lnTo>
                  <a:lnTo>
                    <a:pt x="275253" y="734287"/>
                  </a:lnTo>
                  <a:lnTo>
                    <a:pt x="274371" y="731604"/>
                  </a:lnTo>
                  <a:lnTo>
                    <a:pt x="273877" y="730886"/>
                  </a:lnTo>
                  <a:lnTo>
                    <a:pt x="272355" y="729694"/>
                  </a:lnTo>
                  <a:lnTo>
                    <a:pt x="271919" y="728853"/>
                  </a:lnTo>
                  <a:lnTo>
                    <a:pt x="271843" y="726676"/>
                  </a:lnTo>
                  <a:lnTo>
                    <a:pt x="271370" y="725380"/>
                  </a:lnTo>
                  <a:lnTo>
                    <a:pt x="271871" y="724132"/>
                  </a:lnTo>
                  <a:lnTo>
                    <a:pt x="271764" y="723310"/>
                  </a:lnTo>
                  <a:lnTo>
                    <a:pt x="272009" y="723015"/>
                  </a:lnTo>
                  <a:lnTo>
                    <a:pt x="271695" y="722177"/>
                  </a:lnTo>
                  <a:lnTo>
                    <a:pt x="270161" y="720441"/>
                  </a:lnTo>
                  <a:lnTo>
                    <a:pt x="268909" y="719802"/>
                  </a:lnTo>
                  <a:lnTo>
                    <a:pt x="267571" y="718200"/>
                  </a:lnTo>
                  <a:lnTo>
                    <a:pt x="267248" y="718275"/>
                  </a:lnTo>
                  <a:lnTo>
                    <a:pt x="267231" y="717530"/>
                  </a:lnTo>
                  <a:lnTo>
                    <a:pt x="266906" y="717282"/>
                  </a:lnTo>
                  <a:lnTo>
                    <a:pt x="266841" y="716713"/>
                  </a:lnTo>
                  <a:lnTo>
                    <a:pt x="266279" y="716419"/>
                  </a:lnTo>
                  <a:lnTo>
                    <a:pt x="265530" y="715297"/>
                  </a:lnTo>
                  <a:lnTo>
                    <a:pt x="265633" y="714830"/>
                  </a:lnTo>
                  <a:lnTo>
                    <a:pt x="265337" y="714712"/>
                  </a:lnTo>
                  <a:lnTo>
                    <a:pt x="265220" y="713731"/>
                  </a:lnTo>
                  <a:lnTo>
                    <a:pt x="264686" y="713551"/>
                  </a:lnTo>
                  <a:lnTo>
                    <a:pt x="264649" y="713066"/>
                  </a:lnTo>
                  <a:lnTo>
                    <a:pt x="263006" y="710809"/>
                  </a:lnTo>
                  <a:lnTo>
                    <a:pt x="263130" y="710272"/>
                  </a:lnTo>
                  <a:lnTo>
                    <a:pt x="262653" y="709282"/>
                  </a:lnTo>
                  <a:lnTo>
                    <a:pt x="261460" y="708229"/>
                  </a:lnTo>
                  <a:lnTo>
                    <a:pt x="261079" y="708160"/>
                  </a:lnTo>
                  <a:lnTo>
                    <a:pt x="260567" y="708414"/>
                  </a:lnTo>
                  <a:lnTo>
                    <a:pt x="260067" y="708154"/>
                  </a:lnTo>
                  <a:lnTo>
                    <a:pt x="259546" y="707391"/>
                  </a:lnTo>
                  <a:lnTo>
                    <a:pt x="258847" y="707333"/>
                  </a:lnTo>
                  <a:lnTo>
                    <a:pt x="258578" y="707022"/>
                  </a:lnTo>
                  <a:lnTo>
                    <a:pt x="257805" y="706830"/>
                  </a:lnTo>
                  <a:lnTo>
                    <a:pt x="257555" y="706466"/>
                  </a:lnTo>
                  <a:lnTo>
                    <a:pt x="255882" y="706088"/>
                  </a:lnTo>
                  <a:lnTo>
                    <a:pt x="254559" y="706600"/>
                  </a:lnTo>
                  <a:lnTo>
                    <a:pt x="254359" y="706882"/>
                  </a:lnTo>
                  <a:lnTo>
                    <a:pt x="253559" y="706971"/>
                  </a:lnTo>
                  <a:lnTo>
                    <a:pt x="252331" y="707509"/>
                  </a:lnTo>
                  <a:lnTo>
                    <a:pt x="250953" y="706610"/>
                  </a:lnTo>
                  <a:lnTo>
                    <a:pt x="241994" y="706017"/>
                  </a:lnTo>
                  <a:lnTo>
                    <a:pt x="240145" y="705621"/>
                  </a:lnTo>
                  <a:lnTo>
                    <a:pt x="238585" y="703976"/>
                  </a:lnTo>
                  <a:lnTo>
                    <a:pt x="238840" y="703256"/>
                  </a:lnTo>
                  <a:lnTo>
                    <a:pt x="239262" y="703134"/>
                  </a:lnTo>
                  <a:lnTo>
                    <a:pt x="239371" y="702845"/>
                  </a:lnTo>
                  <a:lnTo>
                    <a:pt x="239200" y="700999"/>
                  </a:lnTo>
                  <a:lnTo>
                    <a:pt x="239337" y="699723"/>
                  </a:lnTo>
                  <a:lnTo>
                    <a:pt x="239722" y="700050"/>
                  </a:lnTo>
                  <a:lnTo>
                    <a:pt x="240057" y="700020"/>
                  </a:lnTo>
                  <a:lnTo>
                    <a:pt x="241082" y="698324"/>
                  </a:lnTo>
                  <a:lnTo>
                    <a:pt x="241746" y="698002"/>
                  </a:lnTo>
                  <a:lnTo>
                    <a:pt x="242682" y="697999"/>
                  </a:lnTo>
                  <a:lnTo>
                    <a:pt x="243542" y="698513"/>
                  </a:lnTo>
                  <a:lnTo>
                    <a:pt x="245137" y="698978"/>
                  </a:lnTo>
                  <a:lnTo>
                    <a:pt x="246600" y="700212"/>
                  </a:lnTo>
                  <a:lnTo>
                    <a:pt x="248533" y="701308"/>
                  </a:lnTo>
                  <a:lnTo>
                    <a:pt x="248971" y="701823"/>
                  </a:lnTo>
                  <a:lnTo>
                    <a:pt x="250197" y="702214"/>
                  </a:lnTo>
                  <a:lnTo>
                    <a:pt x="250494" y="702050"/>
                  </a:lnTo>
                  <a:lnTo>
                    <a:pt x="250695" y="700366"/>
                  </a:lnTo>
                  <a:lnTo>
                    <a:pt x="252266" y="700006"/>
                  </a:lnTo>
                  <a:lnTo>
                    <a:pt x="253752" y="698903"/>
                  </a:lnTo>
                  <a:lnTo>
                    <a:pt x="255188" y="698386"/>
                  </a:lnTo>
                  <a:lnTo>
                    <a:pt x="255902" y="696272"/>
                  </a:lnTo>
                  <a:lnTo>
                    <a:pt x="256911" y="694940"/>
                  </a:lnTo>
                  <a:lnTo>
                    <a:pt x="256808" y="693353"/>
                  </a:lnTo>
                  <a:lnTo>
                    <a:pt x="256438" y="692326"/>
                  </a:lnTo>
                  <a:lnTo>
                    <a:pt x="255363" y="691062"/>
                  </a:lnTo>
                  <a:lnTo>
                    <a:pt x="254985" y="688748"/>
                  </a:lnTo>
                  <a:lnTo>
                    <a:pt x="255236" y="688065"/>
                  </a:lnTo>
                  <a:lnTo>
                    <a:pt x="256703" y="686259"/>
                  </a:lnTo>
                  <a:lnTo>
                    <a:pt x="257108" y="684656"/>
                  </a:lnTo>
                  <a:lnTo>
                    <a:pt x="257678" y="684339"/>
                  </a:lnTo>
                  <a:lnTo>
                    <a:pt x="258810" y="684350"/>
                  </a:lnTo>
                  <a:lnTo>
                    <a:pt x="259645" y="683836"/>
                  </a:lnTo>
                  <a:lnTo>
                    <a:pt x="260771" y="683723"/>
                  </a:lnTo>
                  <a:lnTo>
                    <a:pt x="260961" y="683142"/>
                  </a:lnTo>
                  <a:lnTo>
                    <a:pt x="260310" y="680719"/>
                  </a:lnTo>
                  <a:lnTo>
                    <a:pt x="260500" y="679740"/>
                  </a:lnTo>
                  <a:lnTo>
                    <a:pt x="260857" y="679277"/>
                  </a:lnTo>
                  <a:lnTo>
                    <a:pt x="262201" y="678796"/>
                  </a:lnTo>
                  <a:lnTo>
                    <a:pt x="263320" y="678027"/>
                  </a:lnTo>
                  <a:lnTo>
                    <a:pt x="267751" y="673073"/>
                  </a:lnTo>
                  <a:lnTo>
                    <a:pt x="268619" y="673280"/>
                  </a:lnTo>
                  <a:lnTo>
                    <a:pt x="269825" y="672175"/>
                  </a:lnTo>
                  <a:lnTo>
                    <a:pt x="270583" y="670445"/>
                  </a:lnTo>
                  <a:lnTo>
                    <a:pt x="262740" y="646641"/>
                  </a:lnTo>
                  <a:lnTo>
                    <a:pt x="270596" y="613237"/>
                  </a:lnTo>
                  <a:lnTo>
                    <a:pt x="270451" y="612973"/>
                  </a:lnTo>
                  <a:lnTo>
                    <a:pt x="269933" y="613023"/>
                  </a:lnTo>
                  <a:lnTo>
                    <a:pt x="268372" y="612459"/>
                  </a:lnTo>
                  <a:lnTo>
                    <a:pt x="268359" y="611941"/>
                  </a:lnTo>
                  <a:lnTo>
                    <a:pt x="268074" y="611829"/>
                  </a:lnTo>
                  <a:lnTo>
                    <a:pt x="268139" y="611437"/>
                  </a:lnTo>
                  <a:lnTo>
                    <a:pt x="267473" y="610424"/>
                  </a:lnTo>
                  <a:lnTo>
                    <a:pt x="267753" y="609733"/>
                  </a:lnTo>
                  <a:lnTo>
                    <a:pt x="267326" y="609268"/>
                  </a:lnTo>
                  <a:lnTo>
                    <a:pt x="267539" y="608966"/>
                  </a:lnTo>
                  <a:lnTo>
                    <a:pt x="267377" y="608871"/>
                  </a:lnTo>
                  <a:lnTo>
                    <a:pt x="268186" y="608406"/>
                  </a:lnTo>
                  <a:lnTo>
                    <a:pt x="268403" y="607665"/>
                  </a:lnTo>
                  <a:lnTo>
                    <a:pt x="268265" y="606474"/>
                  </a:lnTo>
                  <a:lnTo>
                    <a:pt x="267841" y="606090"/>
                  </a:lnTo>
                  <a:lnTo>
                    <a:pt x="267257" y="606292"/>
                  </a:lnTo>
                  <a:lnTo>
                    <a:pt x="266990" y="605621"/>
                  </a:lnTo>
                  <a:lnTo>
                    <a:pt x="266687" y="605579"/>
                  </a:lnTo>
                  <a:lnTo>
                    <a:pt x="266396" y="604600"/>
                  </a:lnTo>
                  <a:lnTo>
                    <a:pt x="266776" y="604450"/>
                  </a:lnTo>
                  <a:lnTo>
                    <a:pt x="266726" y="604041"/>
                  </a:lnTo>
                  <a:lnTo>
                    <a:pt x="266933" y="603797"/>
                  </a:lnTo>
                  <a:lnTo>
                    <a:pt x="266699" y="602855"/>
                  </a:lnTo>
                  <a:lnTo>
                    <a:pt x="266212" y="602716"/>
                  </a:lnTo>
                  <a:lnTo>
                    <a:pt x="266047" y="601625"/>
                  </a:lnTo>
                  <a:lnTo>
                    <a:pt x="266161" y="599390"/>
                  </a:lnTo>
                  <a:lnTo>
                    <a:pt x="266766" y="599047"/>
                  </a:lnTo>
                  <a:lnTo>
                    <a:pt x="266749" y="598731"/>
                  </a:lnTo>
                  <a:lnTo>
                    <a:pt x="266313" y="598551"/>
                  </a:lnTo>
                  <a:lnTo>
                    <a:pt x="266187" y="598239"/>
                  </a:lnTo>
                  <a:lnTo>
                    <a:pt x="266832" y="597036"/>
                  </a:lnTo>
                  <a:lnTo>
                    <a:pt x="266744" y="596784"/>
                  </a:lnTo>
                  <a:lnTo>
                    <a:pt x="266363" y="596742"/>
                  </a:lnTo>
                  <a:lnTo>
                    <a:pt x="266514" y="596181"/>
                  </a:lnTo>
                  <a:lnTo>
                    <a:pt x="266101" y="596038"/>
                  </a:lnTo>
                  <a:lnTo>
                    <a:pt x="265823" y="595531"/>
                  </a:lnTo>
                  <a:lnTo>
                    <a:pt x="264329" y="595702"/>
                  </a:lnTo>
                  <a:lnTo>
                    <a:pt x="263295" y="595386"/>
                  </a:lnTo>
                  <a:lnTo>
                    <a:pt x="262813" y="595533"/>
                  </a:lnTo>
                  <a:lnTo>
                    <a:pt x="262635" y="595995"/>
                  </a:lnTo>
                  <a:lnTo>
                    <a:pt x="261791" y="596087"/>
                  </a:lnTo>
                  <a:lnTo>
                    <a:pt x="261391" y="595787"/>
                  </a:lnTo>
                  <a:lnTo>
                    <a:pt x="261196" y="595926"/>
                  </a:lnTo>
                  <a:lnTo>
                    <a:pt x="260800" y="595748"/>
                  </a:lnTo>
                  <a:lnTo>
                    <a:pt x="259977" y="594814"/>
                  </a:lnTo>
                  <a:lnTo>
                    <a:pt x="265739" y="569298"/>
                  </a:lnTo>
                  <a:lnTo>
                    <a:pt x="267019" y="565367"/>
                  </a:lnTo>
                  <a:lnTo>
                    <a:pt x="267861" y="563690"/>
                  </a:lnTo>
                  <a:lnTo>
                    <a:pt x="269393" y="559121"/>
                  </a:lnTo>
                  <a:lnTo>
                    <a:pt x="269973" y="558103"/>
                  </a:lnTo>
                  <a:lnTo>
                    <a:pt x="270944" y="553934"/>
                  </a:lnTo>
                  <a:lnTo>
                    <a:pt x="271801" y="553709"/>
                  </a:lnTo>
                  <a:lnTo>
                    <a:pt x="272048" y="553224"/>
                  </a:lnTo>
                  <a:lnTo>
                    <a:pt x="272734" y="552831"/>
                  </a:lnTo>
                  <a:lnTo>
                    <a:pt x="273438" y="550568"/>
                  </a:lnTo>
                  <a:lnTo>
                    <a:pt x="274607" y="549075"/>
                  </a:lnTo>
                  <a:lnTo>
                    <a:pt x="274695" y="548109"/>
                  </a:lnTo>
                  <a:lnTo>
                    <a:pt x="273988" y="547072"/>
                  </a:lnTo>
                  <a:lnTo>
                    <a:pt x="274134" y="545586"/>
                  </a:lnTo>
                  <a:lnTo>
                    <a:pt x="273265" y="542353"/>
                  </a:lnTo>
                  <a:lnTo>
                    <a:pt x="273402" y="538755"/>
                  </a:lnTo>
                  <a:lnTo>
                    <a:pt x="274318" y="535811"/>
                  </a:lnTo>
                  <a:lnTo>
                    <a:pt x="275213" y="533664"/>
                  </a:lnTo>
                  <a:lnTo>
                    <a:pt x="278493" y="529886"/>
                  </a:lnTo>
                  <a:lnTo>
                    <a:pt x="279112" y="527275"/>
                  </a:lnTo>
                  <a:lnTo>
                    <a:pt x="280216" y="524890"/>
                  </a:lnTo>
                  <a:lnTo>
                    <a:pt x="280914" y="524350"/>
                  </a:lnTo>
                  <a:lnTo>
                    <a:pt x="281101" y="521730"/>
                  </a:lnTo>
                  <a:lnTo>
                    <a:pt x="282855" y="518619"/>
                  </a:lnTo>
                  <a:lnTo>
                    <a:pt x="283012" y="517944"/>
                  </a:lnTo>
                  <a:lnTo>
                    <a:pt x="284074" y="516786"/>
                  </a:lnTo>
                  <a:lnTo>
                    <a:pt x="287263" y="514403"/>
                  </a:lnTo>
                  <a:lnTo>
                    <a:pt x="288449" y="512917"/>
                  </a:lnTo>
                  <a:lnTo>
                    <a:pt x="291208" y="511914"/>
                  </a:lnTo>
                  <a:lnTo>
                    <a:pt x="293575" y="510736"/>
                  </a:lnTo>
                  <a:lnTo>
                    <a:pt x="296855" y="509638"/>
                  </a:lnTo>
                  <a:lnTo>
                    <a:pt x="298782" y="510456"/>
                  </a:lnTo>
                  <a:lnTo>
                    <a:pt x="299872" y="509914"/>
                  </a:lnTo>
                  <a:lnTo>
                    <a:pt x="300752" y="509764"/>
                  </a:lnTo>
                  <a:lnTo>
                    <a:pt x="302292" y="509960"/>
                  </a:lnTo>
                  <a:lnTo>
                    <a:pt x="303805" y="509548"/>
                  </a:lnTo>
                  <a:lnTo>
                    <a:pt x="304088" y="508977"/>
                  </a:lnTo>
                  <a:lnTo>
                    <a:pt x="303981" y="508742"/>
                  </a:lnTo>
                  <a:lnTo>
                    <a:pt x="304474" y="508486"/>
                  </a:lnTo>
                  <a:lnTo>
                    <a:pt x="304613" y="507761"/>
                  </a:lnTo>
                  <a:lnTo>
                    <a:pt x="304393" y="507580"/>
                  </a:lnTo>
                  <a:lnTo>
                    <a:pt x="304660" y="507317"/>
                  </a:lnTo>
                  <a:lnTo>
                    <a:pt x="304684" y="506597"/>
                  </a:lnTo>
                  <a:lnTo>
                    <a:pt x="304924" y="506436"/>
                  </a:lnTo>
                  <a:lnTo>
                    <a:pt x="304935" y="505849"/>
                  </a:lnTo>
                  <a:lnTo>
                    <a:pt x="304654" y="505477"/>
                  </a:lnTo>
                  <a:lnTo>
                    <a:pt x="305103" y="504820"/>
                  </a:lnTo>
                  <a:lnTo>
                    <a:pt x="304839" y="504486"/>
                  </a:lnTo>
                  <a:lnTo>
                    <a:pt x="305102" y="504199"/>
                  </a:lnTo>
                  <a:lnTo>
                    <a:pt x="304810" y="503569"/>
                  </a:lnTo>
                  <a:lnTo>
                    <a:pt x="304778" y="502386"/>
                  </a:lnTo>
                  <a:lnTo>
                    <a:pt x="305208" y="501513"/>
                  </a:lnTo>
                  <a:lnTo>
                    <a:pt x="305277" y="500502"/>
                  </a:lnTo>
                  <a:lnTo>
                    <a:pt x="305093" y="500244"/>
                  </a:lnTo>
                  <a:lnTo>
                    <a:pt x="305306" y="499877"/>
                  </a:lnTo>
                  <a:lnTo>
                    <a:pt x="309214" y="498845"/>
                  </a:lnTo>
                  <a:lnTo>
                    <a:pt x="309843" y="498401"/>
                  </a:lnTo>
                  <a:lnTo>
                    <a:pt x="310768" y="498257"/>
                  </a:lnTo>
                  <a:lnTo>
                    <a:pt x="312478" y="498405"/>
                  </a:lnTo>
                  <a:lnTo>
                    <a:pt x="314783" y="498128"/>
                  </a:lnTo>
                  <a:lnTo>
                    <a:pt x="318199" y="497217"/>
                  </a:lnTo>
                  <a:lnTo>
                    <a:pt x="321542" y="496739"/>
                  </a:lnTo>
                  <a:lnTo>
                    <a:pt x="323104" y="495878"/>
                  </a:lnTo>
                  <a:lnTo>
                    <a:pt x="323908" y="495108"/>
                  </a:lnTo>
                  <a:lnTo>
                    <a:pt x="324509" y="493604"/>
                  </a:lnTo>
                  <a:lnTo>
                    <a:pt x="325122" y="493113"/>
                  </a:lnTo>
                  <a:lnTo>
                    <a:pt x="327471" y="491963"/>
                  </a:lnTo>
                  <a:lnTo>
                    <a:pt x="329701" y="490544"/>
                  </a:lnTo>
                  <a:lnTo>
                    <a:pt x="331309" y="488522"/>
                  </a:lnTo>
                  <a:lnTo>
                    <a:pt x="333238" y="487199"/>
                  </a:lnTo>
                  <a:lnTo>
                    <a:pt x="335021" y="485015"/>
                  </a:lnTo>
                  <a:lnTo>
                    <a:pt x="335766" y="483231"/>
                  </a:lnTo>
                  <a:lnTo>
                    <a:pt x="335899" y="482302"/>
                  </a:lnTo>
                  <a:lnTo>
                    <a:pt x="336824" y="481026"/>
                  </a:lnTo>
                  <a:lnTo>
                    <a:pt x="336246" y="480012"/>
                  </a:lnTo>
                  <a:lnTo>
                    <a:pt x="336438" y="478788"/>
                  </a:lnTo>
                  <a:lnTo>
                    <a:pt x="337140" y="478710"/>
                  </a:lnTo>
                  <a:lnTo>
                    <a:pt x="340257" y="476463"/>
                  </a:lnTo>
                  <a:lnTo>
                    <a:pt x="340916" y="474611"/>
                  </a:lnTo>
                  <a:lnTo>
                    <a:pt x="342690" y="472354"/>
                  </a:lnTo>
                  <a:lnTo>
                    <a:pt x="342406" y="471833"/>
                  </a:lnTo>
                  <a:lnTo>
                    <a:pt x="342736" y="469753"/>
                  </a:lnTo>
                  <a:lnTo>
                    <a:pt x="342641" y="469157"/>
                  </a:lnTo>
                  <a:lnTo>
                    <a:pt x="343143" y="467593"/>
                  </a:lnTo>
                  <a:lnTo>
                    <a:pt x="343934" y="466604"/>
                  </a:lnTo>
                  <a:lnTo>
                    <a:pt x="344267" y="466335"/>
                  </a:lnTo>
                  <a:lnTo>
                    <a:pt x="346888" y="465777"/>
                  </a:lnTo>
                  <a:lnTo>
                    <a:pt x="347826" y="464857"/>
                  </a:lnTo>
                  <a:lnTo>
                    <a:pt x="349781" y="462125"/>
                  </a:lnTo>
                  <a:lnTo>
                    <a:pt x="350930" y="461484"/>
                  </a:lnTo>
                  <a:lnTo>
                    <a:pt x="351600" y="463493"/>
                  </a:lnTo>
                  <a:lnTo>
                    <a:pt x="353270" y="462367"/>
                  </a:lnTo>
                  <a:lnTo>
                    <a:pt x="354491" y="462015"/>
                  </a:lnTo>
                  <a:lnTo>
                    <a:pt x="356681" y="460098"/>
                  </a:lnTo>
                  <a:lnTo>
                    <a:pt x="358274" y="459878"/>
                  </a:lnTo>
                  <a:lnTo>
                    <a:pt x="356245" y="455531"/>
                  </a:lnTo>
                  <a:lnTo>
                    <a:pt x="355006" y="451868"/>
                  </a:lnTo>
                  <a:lnTo>
                    <a:pt x="353791" y="449549"/>
                  </a:lnTo>
                  <a:lnTo>
                    <a:pt x="353627" y="448814"/>
                  </a:lnTo>
                  <a:lnTo>
                    <a:pt x="352131" y="446284"/>
                  </a:lnTo>
                  <a:lnTo>
                    <a:pt x="350943" y="440766"/>
                  </a:lnTo>
                  <a:lnTo>
                    <a:pt x="350031" y="439754"/>
                  </a:lnTo>
                  <a:lnTo>
                    <a:pt x="349843" y="438577"/>
                  </a:lnTo>
                  <a:lnTo>
                    <a:pt x="350097" y="437162"/>
                  </a:lnTo>
                  <a:lnTo>
                    <a:pt x="350578" y="436595"/>
                  </a:lnTo>
                  <a:lnTo>
                    <a:pt x="350468" y="435362"/>
                  </a:lnTo>
                  <a:lnTo>
                    <a:pt x="351030" y="433291"/>
                  </a:lnTo>
                  <a:lnTo>
                    <a:pt x="352132" y="431946"/>
                  </a:lnTo>
                  <a:lnTo>
                    <a:pt x="353176" y="431814"/>
                  </a:lnTo>
                  <a:lnTo>
                    <a:pt x="352371" y="430097"/>
                  </a:lnTo>
                  <a:lnTo>
                    <a:pt x="354281" y="429140"/>
                  </a:lnTo>
                  <a:lnTo>
                    <a:pt x="354183" y="428675"/>
                  </a:lnTo>
                  <a:lnTo>
                    <a:pt x="354624" y="426871"/>
                  </a:lnTo>
                  <a:lnTo>
                    <a:pt x="356071" y="423829"/>
                  </a:lnTo>
                  <a:lnTo>
                    <a:pt x="356700" y="421974"/>
                  </a:lnTo>
                  <a:lnTo>
                    <a:pt x="357868" y="421929"/>
                  </a:lnTo>
                  <a:lnTo>
                    <a:pt x="359340" y="419652"/>
                  </a:lnTo>
                  <a:lnTo>
                    <a:pt x="360817" y="416362"/>
                  </a:lnTo>
                  <a:lnTo>
                    <a:pt x="361071" y="414748"/>
                  </a:lnTo>
                  <a:lnTo>
                    <a:pt x="360794" y="413439"/>
                  </a:lnTo>
                  <a:lnTo>
                    <a:pt x="361567" y="411932"/>
                  </a:lnTo>
                  <a:lnTo>
                    <a:pt x="361567" y="411047"/>
                  </a:lnTo>
                  <a:lnTo>
                    <a:pt x="360515" y="409596"/>
                  </a:lnTo>
                  <a:lnTo>
                    <a:pt x="360046" y="406678"/>
                  </a:lnTo>
                  <a:lnTo>
                    <a:pt x="358763" y="405508"/>
                  </a:lnTo>
                  <a:lnTo>
                    <a:pt x="358630" y="404859"/>
                  </a:lnTo>
                  <a:lnTo>
                    <a:pt x="355196" y="399810"/>
                  </a:lnTo>
                  <a:lnTo>
                    <a:pt x="356988" y="398526"/>
                  </a:lnTo>
                  <a:lnTo>
                    <a:pt x="358916" y="396196"/>
                  </a:lnTo>
                  <a:lnTo>
                    <a:pt x="357742" y="395350"/>
                  </a:lnTo>
                  <a:lnTo>
                    <a:pt x="357654" y="394436"/>
                  </a:lnTo>
                  <a:lnTo>
                    <a:pt x="357943" y="393051"/>
                  </a:lnTo>
                  <a:lnTo>
                    <a:pt x="357284" y="391973"/>
                  </a:lnTo>
                  <a:lnTo>
                    <a:pt x="357571" y="391587"/>
                  </a:lnTo>
                  <a:lnTo>
                    <a:pt x="357141" y="390673"/>
                  </a:lnTo>
                  <a:lnTo>
                    <a:pt x="357477" y="388514"/>
                  </a:lnTo>
                  <a:lnTo>
                    <a:pt x="358613" y="387634"/>
                  </a:lnTo>
                  <a:lnTo>
                    <a:pt x="359307" y="388616"/>
                  </a:lnTo>
                  <a:lnTo>
                    <a:pt x="360860" y="387218"/>
                  </a:lnTo>
                  <a:lnTo>
                    <a:pt x="361630" y="386209"/>
                  </a:lnTo>
                  <a:lnTo>
                    <a:pt x="362166" y="385933"/>
                  </a:lnTo>
                  <a:lnTo>
                    <a:pt x="369524" y="384370"/>
                  </a:lnTo>
                  <a:lnTo>
                    <a:pt x="370656" y="382571"/>
                  </a:lnTo>
                  <a:lnTo>
                    <a:pt x="371968" y="381449"/>
                  </a:lnTo>
                  <a:lnTo>
                    <a:pt x="374214" y="380257"/>
                  </a:lnTo>
                  <a:lnTo>
                    <a:pt x="375030" y="380156"/>
                  </a:lnTo>
                  <a:lnTo>
                    <a:pt x="375637" y="381767"/>
                  </a:lnTo>
                  <a:lnTo>
                    <a:pt x="376757" y="382939"/>
                  </a:lnTo>
                  <a:lnTo>
                    <a:pt x="376918" y="384003"/>
                  </a:lnTo>
                  <a:lnTo>
                    <a:pt x="378358" y="385321"/>
                  </a:lnTo>
                  <a:lnTo>
                    <a:pt x="378452" y="385179"/>
                  </a:lnTo>
                  <a:lnTo>
                    <a:pt x="379076" y="385419"/>
                  </a:lnTo>
                  <a:lnTo>
                    <a:pt x="380840" y="384708"/>
                  </a:lnTo>
                  <a:lnTo>
                    <a:pt x="382868" y="384219"/>
                  </a:lnTo>
                  <a:lnTo>
                    <a:pt x="383501" y="384473"/>
                  </a:lnTo>
                  <a:lnTo>
                    <a:pt x="384729" y="383569"/>
                  </a:lnTo>
                  <a:lnTo>
                    <a:pt x="384936" y="382790"/>
                  </a:lnTo>
                  <a:lnTo>
                    <a:pt x="387575" y="382967"/>
                  </a:lnTo>
                  <a:lnTo>
                    <a:pt x="390219" y="381937"/>
                  </a:lnTo>
                  <a:lnTo>
                    <a:pt x="390586" y="382753"/>
                  </a:lnTo>
                  <a:lnTo>
                    <a:pt x="391363" y="382316"/>
                  </a:lnTo>
                  <a:lnTo>
                    <a:pt x="391211" y="380728"/>
                  </a:lnTo>
                  <a:lnTo>
                    <a:pt x="391924" y="379955"/>
                  </a:lnTo>
                  <a:lnTo>
                    <a:pt x="392882" y="379623"/>
                  </a:lnTo>
                  <a:lnTo>
                    <a:pt x="393688" y="380271"/>
                  </a:lnTo>
                  <a:lnTo>
                    <a:pt x="394020" y="381181"/>
                  </a:lnTo>
                  <a:lnTo>
                    <a:pt x="394573" y="381260"/>
                  </a:lnTo>
                  <a:lnTo>
                    <a:pt x="394998" y="382109"/>
                  </a:lnTo>
                  <a:lnTo>
                    <a:pt x="395926" y="385884"/>
                  </a:lnTo>
                  <a:lnTo>
                    <a:pt x="396275" y="385829"/>
                  </a:lnTo>
                  <a:lnTo>
                    <a:pt x="396624" y="386734"/>
                  </a:lnTo>
                  <a:lnTo>
                    <a:pt x="397223" y="386309"/>
                  </a:lnTo>
                  <a:lnTo>
                    <a:pt x="397122" y="386057"/>
                  </a:lnTo>
                  <a:lnTo>
                    <a:pt x="397717" y="385891"/>
                  </a:lnTo>
                  <a:lnTo>
                    <a:pt x="397446" y="384727"/>
                  </a:lnTo>
                  <a:lnTo>
                    <a:pt x="399658" y="385161"/>
                  </a:lnTo>
                  <a:lnTo>
                    <a:pt x="399704" y="386155"/>
                  </a:lnTo>
                  <a:lnTo>
                    <a:pt x="400575" y="386373"/>
                  </a:lnTo>
                  <a:lnTo>
                    <a:pt x="400545" y="387061"/>
                  </a:lnTo>
                  <a:lnTo>
                    <a:pt x="400978" y="386969"/>
                  </a:lnTo>
                  <a:lnTo>
                    <a:pt x="401300" y="388373"/>
                  </a:lnTo>
                  <a:lnTo>
                    <a:pt x="401749" y="388265"/>
                  </a:lnTo>
                  <a:lnTo>
                    <a:pt x="402116" y="390032"/>
                  </a:lnTo>
                  <a:lnTo>
                    <a:pt x="403341" y="389932"/>
                  </a:lnTo>
                  <a:lnTo>
                    <a:pt x="404822" y="390322"/>
                  </a:lnTo>
                  <a:lnTo>
                    <a:pt x="405905" y="390345"/>
                  </a:lnTo>
                  <a:lnTo>
                    <a:pt x="406260" y="391075"/>
                  </a:lnTo>
                  <a:lnTo>
                    <a:pt x="407307" y="391215"/>
                  </a:lnTo>
                  <a:lnTo>
                    <a:pt x="408485" y="392331"/>
                  </a:lnTo>
                  <a:lnTo>
                    <a:pt x="410151" y="391996"/>
                  </a:lnTo>
                  <a:lnTo>
                    <a:pt x="409008" y="390055"/>
                  </a:lnTo>
                  <a:lnTo>
                    <a:pt x="413750" y="390136"/>
                  </a:lnTo>
                  <a:lnTo>
                    <a:pt x="414759" y="389802"/>
                  </a:lnTo>
                  <a:lnTo>
                    <a:pt x="415885" y="388455"/>
                  </a:lnTo>
                  <a:lnTo>
                    <a:pt x="418211" y="386339"/>
                  </a:lnTo>
                  <a:lnTo>
                    <a:pt x="418435" y="385625"/>
                  </a:lnTo>
                  <a:lnTo>
                    <a:pt x="418766" y="385622"/>
                  </a:lnTo>
                  <a:lnTo>
                    <a:pt x="419480" y="385051"/>
                  </a:lnTo>
                  <a:lnTo>
                    <a:pt x="419027" y="384477"/>
                  </a:lnTo>
                  <a:lnTo>
                    <a:pt x="419985" y="383732"/>
                  </a:lnTo>
                  <a:lnTo>
                    <a:pt x="421157" y="383704"/>
                  </a:lnTo>
                  <a:lnTo>
                    <a:pt x="422188" y="384665"/>
                  </a:lnTo>
                  <a:lnTo>
                    <a:pt x="422890" y="384858"/>
                  </a:lnTo>
                  <a:lnTo>
                    <a:pt x="424110" y="384036"/>
                  </a:lnTo>
                  <a:lnTo>
                    <a:pt x="424465" y="384541"/>
                  </a:lnTo>
                  <a:lnTo>
                    <a:pt x="424925" y="384727"/>
                  </a:lnTo>
                  <a:lnTo>
                    <a:pt x="426174" y="384319"/>
                  </a:lnTo>
                  <a:lnTo>
                    <a:pt x="429322" y="384348"/>
                  </a:lnTo>
                  <a:lnTo>
                    <a:pt x="430274" y="384814"/>
                  </a:lnTo>
                  <a:lnTo>
                    <a:pt x="432415" y="384753"/>
                  </a:lnTo>
                  <a:lnTo>
                    <a:pt x="433688" y="384957"/>
                  </a:lnTo>
                  <a:lnTo>
                    <a:pt x="435042" y="386796"/>
                  </a:lnTo>
                  <a:lnTo>
                    <a:pt x="437280" y="388278"/>
                  </a:lnTo>
                  <a:lnTo>
                    <a:pt x="437799" y="388912"/>
                  </a:lnTo>
                  <a:lnTo>
                    <a:pt x="438759" y="390421"/>
                  </a:lnTo>
                  <a:lnTo>
                    <a:pt x="439116" y="391402"/>
                  </a:lnTo>
                  <a:lnTo>
                    <a:pt x="438026" y="392293"/>
                  </a:lnTo>
                  <a:lnTo>
                    <a:pt x="437884" y="393467"/>
                  </a:lnTo>
                  <a:lnTo>
                    <a:pt x="437228" y="394989"/>
                  </a:lnTo>
                  <a:lnTo>
                    <a:pt x="437573" y="397934"/>
                  </a:lnTo>
                  <a:lnTo>
                    <a:pt x="439931" y="398390"/>
                  </a:lnTo>
                  <a:lnTo>
                    <a:pt x="440369" y="399492"/>
                  </a:lnTo>
                  <a:lnTo>
                    <a:pt x="440156" y="399687"/>
                  </a:lnTo>
                  <a:lnTo>
                    <a:pt x="441143" y="400750"/>
                  </a:lnTo>
                  <a:lnTo>
                    <a:pt x="443771" y="398814"/>
                  </a:lnTo>
                  <a:lnTo>
                    <a:pt x="444125" y="398836"/>
                  </a:lnTo>
                  <a:lnTo>
                    <a:pt x="445221" y="398187"/>
                  </a:lnTo>
                  <a:lnTo>
                    <a:pt x="446188" y="396971"/>
                  </a:lnTo>
                  <a:lnTo>
                    <a:pt x="447650" y="396915"/>
                  </a:lnTo>
                  <a:lnTo>
                    <a:pt x="449757" y="397071"/>
                  </a:lnTo>
                  <a:lnTo>
                    <a:pt x="452834" y="398396"/>
                  </a:lnTo>
                  <a:lnTo>
                    <a:pt x="456051" y="401892"/>
                  </a:lnTo>
                  <a:lnTo>
                    <a:pt x="456970" y="402387"/>
                  </a:lnTo>
                  <a:lnTo>
                    <a:pt x="460261" y="405256"/>
                  </a:lnTo>
                  <a:lnTo>
                    <a:pt x="461249" y="404994"/>
                  </a:lnTo>
                  <a:lnTo>
                    <a:pt x="466175" y="405056"/>
                  </a:lnTo>
                  <a:lnTo>
                    <a:pt x="467920" y="403997"/>
                  </a:lnTo>
                  <a:lnTo>
                    <a:pt x="469468" y="403495"/>
                  </a:lnTo>
                  <a:lnTo>
                    <a:pt x="470819" y="402545"/>
                  </a:lnTo>
                  <a:lnTo>
                    <a:pt x="471491" y="401080"/>
                  </a:lnTo>
                  <a:lnTo>
                    <a:pt x="472258" y="400494"/>
                  </a:lnTo>
                  <a:lnTo>
                    <a:pt x="472443" y="400786"/>
                  </a:lnTo>
                  <a:lnTo>
                    <a:pt x="472082" y="401227"/>
                  </a:lnTo>
                  <a:lnTo>
                    <a:pt x="472508" y="401421"/>
                  </a:lnTo>
                  <a:lnTo>
                    <a:pt x="473683" y="402684"/>
                  </a:lnTo>
                  <a:lnTo>
                    <a:pt x="475212" y="402443"/>
                  </a:lnTo>
                  <a:lnTo>
                    <a:pt x="478085" y="403969"/>
                  </a:lnTo>
                  <a:lnTo>
                    <a:pt x="478905" y="403581"/>
                  </a:lnTo>
                  <a:lnTo>
                    <a:pt x="479874" y="404031"/>
                  </a:lnTo>
                  <a:lnTo>
                    <a:pt x="482048" y="404277"/>
                  </a:lnTo>
                  <a:lnTo>
                    <a:pt x="482535" y="404593"/>
                  </a:lnTo>
                  <a:lnTo>
                    <a:pt x="482408" y="405145"/>
                  </a:lnTo>
                  <a:lnTo>
                    <a:pt x="484559" y="405652"/>
                  </a:lnTo>
                  <a:lnTo>
                    <a:pt x="486112" y="405829"/>
                  </a:lnTo>
                  <a:lnTo>
                    <a:pt x="487246" y="405405"/>
                  </a:lnTo>
                  <a:lnTo>
                    <a:pt x="490208" y="409881"/>
                  </a:lnTo>
                  <a:lnTo>
                    <a:pt x="493347" y="412196"/>
                  </a:lnTo>
                  <a:lnTo>
                    <a:pt x="496039" y="413586"/>
                  </a:lnTo>
                  <a:lnTo>
                    <a:pt x="497312" y="413729"/>
                  </a:lnTo>
                  <a:lnTo>
                    <a:pt x="499771" y="413584"/>
                  </a:lnTo>
                  <a:lnTo>
                    <a:pt x="502075" y="412794"/>
                  </a:lnTo>
                  <a:lnTo>
                    <a:pt x="503274" y="412019"/>
                  </a:lnTo>
                  <a:lnTo>
                    <a:pt x="504471" y="410860"/>
                  </a:lnTo>
                  <a:lnTo>
                    <a:pt x="506897" y="414206"/>
                  </a:lnTo>
                  <a:lnTo>
                    <a:pt x="508795" y="412604"/>
                  </a:lnTo>
                  <a:lnTo>
                    <a:pt x="509818" y="414568"/>
                  </a:lnTo>
                  <a:lnTo>
                    <a:pt x="512623" y="418346"/>
                  </a:lnTo>
                  <a:lnTo>
                    <a:pt x="514299" y="417146"/>
                  </a:lnTo>
                  <a:lnTo>
                    <a:pt x="514402" y="416518"/>
                  </a:lnTo>
                  <a:lnTo>
                    <a:pt x="515236" y="416011"/>
                  </a:lnTo>
                  <a:lnTo>
                    <a:pt x="515555" y="414880"/>
                  </a:lnTo>
                  <a:lnTo>
                    <a:pt x="516676" y="414517"/>
                  </a:lnTo>
                  <a:lnTo>
                    <a:pt x="517274" y="413433"/>
                  </a:lnTo>
                  <a:lnTo>
                    <a:pt x="517455" y="411846"/>
                  </a:lnTo>
                  <a:lnTo>
                    <a:pt x="517689" y="411541"/>
                  </a:lnTo>
                  <a:lnTo>
                    <a:pt x="520799" y="410123"/>
                  </a:lnTo>
                  <a:lnTo>
                    <a:pt x="522201" y="410132"/>
                  </a:lnTo>
                  <a:lnTo>
                    <a:pt x="522782" y="409313"/>
                  </a:lnTo>
                  <a:lnTo>
                    <a:pt x="523857" y="408746"/>
                  </a:lnTo>
                  <a:lnTo>
                    <a:pt x="524286" y="408181"/>
                  </a:lnTo>
                  <a:lnTo>
                    <a:pt x="525207" y="408665"/>
                  </a:lnTo>
                  <a:lnTo>
                    <a:pt x="525873" y="407405"/>
                  </a:lnTo>
                  <a:lnTo>
                    <a:pt x="524952" y="406920"/>
                  </a:lnTo>
                  <a:lnTo>
                    <a:pt x="524985" y="406711"/>
                  </a:lnTo>
                  <a:lnTo>
                    <a:pt x="526121" y="405474"/>
                  </a:lnTo>
                  <a:lnTo>
                    <a:pt x="526574" y="405714"/>
                  </a:lnTo>
                  <a:lnTo>
                    <a:pt x="526849" y="405183"/>
                  </a:lnTo>
                  <a:lnTo>
                    <a:pt x="526520" y="405000"/>
                  </a:lnTo>
                  <a:lnTo>
                    <a:pt x="527415" y="403593"/>
                  </a:lnTo>
                  <a:lnTo>
                    <a:pt x="527763" y="403434"/>
                  </a:lnTo>
                  <a:lnTo>
                    <a:pt x="528196" y="403597"/>
                  </a:lnTo>
                  <a:lnTo>
                    <a:pt x="528924" y="402978"/>
                  </a:lnTo>
                  <a:lnTo>
                    <a:pt x="531572" y="401787"/>
                  </a:lnTo>
                  <a:lnTo>
                    <a:pt x="531921" y="401205"/>
                  </a:lnTo>
                  <a:lnTo>
                    <a:pt x="533016" y="400840"/>
                  </a:lnTo>
                  <a:lnTo>
                    <a:pt x="533212" y="400563"/>
                  </a:lnTo>
                  <a:lnTo>
                    <a:pt x="533127" y="400219"/>
                  </a:lnTo>
                  <a:lnTo>
                    <a:pt x="533809" y="399520"/>
                  </a:lnTo>
                  <a:lnTo>
                    <a:pt x="534692" y="397682"/>
                  </a:lnTo>
                  <a:lnTo>
                    <a:pt x="535486" y="397156"/>
                  </a:lnTo>
                  <a:lnTo>
                    <a:pt x="536375" y="396110"/>
                  </a:lnTo>
                  <a:lnTo>
                    <a:pt x="537048" y="395308"/>
                  </a:lnTo>
                  <a:lnTo>
                    <a:pt x="536862" y="395165"/>
                  </a:lnTo>
                  <a:lnTo>
                    <a:pt x="538345" y="390473"/>
                  </a:lnTo>
                  <a:lnTo>
                    <a:pt x="535378" y="388698"/>
                  </a:lnTo>
                  <a:lnTo>
                    <a:pt x="537489" y="384333"/>
                  </a:lnTo>
                  <a:lnTo>
                    <a:pt x="536344" y="382945"/>
                  </a:lnTo>
                  <a:lnTo>
                    <a:pt x="532059" y="379037"/>
                  </a:lnTo>
                  <a:lnTo>
                    <a:pt x="530575" y="378000"/>
                  </a:lnTo>
                  <a:lnTo>
                    <a:pt x="524947" y="375315"/>
                  </a:lnTo>
                  <a:lnTo>
                    <a:pt x="516286" y="372276"/>
                  </a:lnTo>
                  <a:lnTo>
                    <a:pt x="516123" y="372946"/>
                  </a:lnTo>
                  <a:lnTo>
                    <a:pt x="514878" y="371556"/>
                  </a:lnTo>
                  <a:lnTo>
                    <a:pt x="513060" y="371288"/>
                  </a:lnTo>
                  <a:lnTo>
                    <a:pt x="512953" y="371046"/>
                  </a:lnTo>
                  <a:lnTo>
                    <a:pt x="512442" y="371128"/>
                  </a:lnTo>
                  <a:lnTo>
                    <a:pt x="512471" y="370807"/>
                  </a:lnTo>
                  <a:lnTo>
                    <a:pt x="511203" y="369654"/>
                  </a:lnTo>
                  <a:lnTo>
                    <a:pt x="509075" y="368405"/>
                  </a:lnTo>
                  <a:lnTo>
                    <a:pt x="508915" y="368051"/>
                  </a:lnTo>
                  <a:lnTo>
                    <a:pt x="509287" y="368135"/>
                  </a:lnTo>
                  <a:lnTo>
                    <a:pt x="509321" y="367914"/>
                  </a:lnTo>
                  <a:lnTo>
                    <a:pt x="509098" y="367938"/>
                  </a:lnTo>
                  <a:lnTo>
                    <a:pt x="509363" y="367316"/>
                  </a:lnTo>
                  <a:lnTo>
                    <a:pt x="509687" y="367354"/>
                  </a:lnTo>
                  <a:lnTo>
                    <a:pt x="509573" y="367140"/>
                  </a:lnTo>
                  <a:lnTo>
                    <a:pt x="509762" y="366985"/>
                  </a:lnTo>
                  <a:lnTo>
                    <a:pt x="509890" y="367291"/>
                  </a:lnTo>
                  <a:lnTo>
                    <a:pt x="510088" y="366900"/>
                  </a:lnTo>
                  <a:lnTo>
                    <a:pt x="510732" y="366811"/>
                  </a:lnTo>
                  <a:lnTo>
                    <a:pt x="510352" y="366062"/>
                  </a:lnTo>
                  <a:lnTo>
                    <a:pt x="510515" y="365559"/>
                  </a:lnTo>
                  <a:lnTo>
                    <a:pt x="510884" y="365383"/>
                  </a:lnTo>
                  <a:lnTo>
                    <a:pt x="510655" y="365298"/>
                  </a:lnTo>
                  <a:lnTo>
                    <a:pt x="510674" y="364622"/>
                  </a:lnTo>
                  <a:lnTo>
                    <a:pt x="510765" y="364436"/>
                  </a:lnTo>
                  <a:lnTo>
                    <a:pt x="510895" y="364665"/>
                  </a:lnTo>
                  <a:lnTo>
                    <a:pt x="511110" y="364576"/>
                  </a:lnTo>
                  <a:lnTo>
                    <a:pt x="510911" y="364370"/>
                  </a:lnTo>
                  <a:lnTo>
                    <a:pt x="511315" y="363281"/>
                  </a:lnTo>
                  <a:lnTo>
                    <a:pt x="510054" y="361816"/>
                  </a:lnTo>
                  <a:lnTo>
                    <a:pt x="508895" y="361290"/>
                  </a:lnTo>
                  <a:lnTo>
                    <a:pt x="508853" y="360902"/>
                  </a:lnTo>
                  <a:lnTo>
                    <a:pt x="509120" y="360734"/>
                  </a:lnTo>
                  <a:lnTo>
                    <a:pt x="508829" y="359581"/>
                  </a:lnTo>
                  <a:lnTo>
                    <a:pt x="508671" y="359610"/>
                  </a:lnTo>
                  <a:lnTo>
                    <a:pt x="508899" y="358962"/>
                  </a:lnTo>
                  <a:lnTo>
                    <a:pt x="508762" y="358700"/>
                  </a:lnTo>
                  <a:lnTo>
                    <a:pt x="509192" y="358032"/>
                  </a:lnTo>
                  <a:lnTo>
                    <a:pt x="509052" y="357760"/>
                  </a:lnTo>
                  <a:lnTo>
                    <a:pt x="509309" y="357085"/>
                  </a:lnTo>
                  <a:lnTo>
                    <a:pt x="509924" y="356514"/>
                  </a:lnTo>
                  <a:lnTo>
                    <a:pt x="510678" y="354115"/>
                  </a:lnTo>
                  <a:lnTo>
                    <a:pt x="511487" y="353118"/>
                  </a:lnTo>
                  <a:lnTo>
                    <a:pt x="512105" y="352725"/>
                  </a:lnTo>
                  <a:lnTo>
                    <a:pt x="512835" y="352627"/>
                  </a:lnTo>
                  <a:lnTo>
                    <a:pt x="512877" y="352366"/>
                  </a:lnTo>
                  <a:lnTo>
                    <a:pt x="512414" y="352030"/>
                  </a:lnTo>
                  <a:lnTo>
                    <a:pt x="512330" y="350951"/>
                  </a:lnTo>
                  <a:lnTo>
                    <a:pt x="511640" y="351006"/>
                  </a:lnTo>
                  <a:lnTo>
                    <a:pt x="511954" y="350102"/>
                  </a:lnTo>
                  <a:lnTo>
                    <a:pt x="510863" y="349923"/>
                  </a:lnTo>
                  <a:lnTo>
                    <a:pt x="510679" y="349618"/>
                  </a:lnTo>
                  <a:lnTo>
                    <a:pt x="516036" y="344473"/>
                  </a:lnTo>
                  <a:lnTo>
                    <a:pt x="514823" y="343271"/>
                  </a:lnTo>
                  <a:lnTo>
                    <a:pt x="514171" y="341837"/>
                  </a:lnTo>
                  <a:lnTo>
                    <a:pt x="513490" y="339486"/>
                  </a:lnTo>
                  <a:lnTo>
                    <a:pt x="512575" y="334780"/>
                  </a:lnTo>
                  <a:lnTo>
                    <a:pt x="512543" y="333165"/>
                  </a:lnTo>
                  <a:lnTo>
                    <a:pt x="513308" y="329588"/>
                  </a:lnTo>
                  <a:lnTo>
                    <a:pt x="516042" y="323866"/>
                  </a:lnTo>
                  <a:lnTo>
                    <a:pt x="520516" y="319776"/>
                  </a:lnTo>
                  <a:lnTo>
                    <a:pt x="523042" y="316515"/>
                  </a:lnTo>
                  <a:lnTo>
                    <a:pt x="522827" y="316213"/>
                  </a:lnTo>
                  <a:lnTo>
                    <a:pt x="525072" y="313488"/>
                  </a:lnTo>
                  <a:lnTo>
                    <a:pt x="524859" y="313561"/>
                  </a:lnTo>
                  <a:lnTo>
                    <a:pt x="524372" y="312414"/>
                  </a:lnTo>
                  <a:lnTo>
                    <a:pt x="524224" y="312521"/>
                  </a:lnTo>
                  <a:lnTo>
                    <a:pt x="523775" y="312101"/>
                  </a:lnTo>
                  <a:lnTo>
                    <a:pt x="523659" y="306516"/>
                  </a:lnTo>
                  <a:lnTo>
                    <a:pt x="522450" y="302202"/>
                  </a:lnTo>
                  <a:lnTo>
                    <a:pt x="523244" y="296976"/>
                  </a:lnTo>
                  <a:lnTo>
                    <a:pt x="523097" y="293046"/>
                  </a:lnTo>
                  <a:lnTo>
                    <a:pt x="523567" y="292148"/>
                  </a:lnTo>
                  <a:lnTo>
                    <a:pt x="526811" y="288964"/>
                  </a:lnTo>
                  <a:lnTo>
                    <a:pt x="526898" y="284264"/>
                  </a:lnTo>
                  <a:lnTo>
                    <a:pt x="539961" y="283795"/>
                  </a:lnTo>
                  <a:lnTo>
                    <a:pt x="539763" y="278039"/>
                  </a:lnTo>
                  <a:lnTo>
                    <a:pt x="538502" y="277521"/>
                  </a:lnTo>
                  <a:lnTo>
                    <a:pt x="537138" y="276354"/>
                  </a:lnTo>
                  <a:lnTo>
                    <a:pt x="535012" y="272299"/>
                  </a:lnTo>
                  <a:lnTo>
                    <a:pt x="533508" y="271296"/>
                  </a:lnTo>
                  <a:lnTo>
                    <a:pt x="533057" y="270758"/>
                  </a:lnTo>
                  <a:lnTo>
                    <a:pt x="532925" y="270128"/>
                  </a:lnTo>
                  <a:lnTo>
                    <a:pt x="533153" y="269282"/>
                  </a:lnTo>
                  <a:lnTo>
                    <a:pt x="532377" y="268154"/>
                  </a:lnTo>
                  <a:lnTo>
                    <a:pt x="532477" y="266896"/>
                  </a:lnTo>
                  <a:lnTo>
                    <a:pt x="527896" y="267071"/>
                  </a:lnTo>
                  <a:lnTo>
                    <a:pt x="528681" y="264041"/>
                  </a:lnTo>
                  <a:lnTo>
                    <a:pt x="527775" y="261562"/>
                  </a:lnTo>
                  <a:lnTo>
                    <a:pt x="527527" y="259539"/>
                  </a:lnTo>
                  <a:lnTo>
                    <a:pt x="526712" y="258541"/>
                  </a:lnTo>
                  <a:lnTo>
                    <a:pt x="527174" y="256645"/>
                  </a:lnTo>
                  <a:lnTo>
                    <a:pt x="526582" y="255902"/>
                  </a:lnTo>
                  <a:lnTo>
                    <a:pt x="526498" y="255209"/>
                  </a:lnTo>
                  <a:lnTo>
                    <a:pt x="526992" y="253802"/>
                  </a:lnTo>
                  <a:lnTo>
                    <a:pt x="526985" y="250897"/>
                  </a:lnTo>
                  <a:lnTo>
                    <a:pt x="527474" y="249656"/>
                  </a:lnTo>
                  <a:lnTo>
                    <a:pt x="526731" y="232803"/>
                  </a:lnTo>
                  <a:lnTo>
                    <a:pt x="538134" y="232415"/>
                  </a:lnTo>
                  <a:lnTo>
                    <a:pt x="537211" y="206671"/>
                  </a:lnTo>
                  <a:lnTo>
                    <a:pt x="542916" y="206454"/>
                  </a:lnTo>
                  <a:lnTo>
                    <a:pt x="542684" y="200524"/>
                  </a:lnTo>
                  <a:lnTo>
                    <a:pt x="541662" y="199754"/>
                  </a:lnTo>
                  <a:lnTo>
                    <a:pt x="541367" y="199665"/>
                  </a:lnTo>
                  <a:lnTo>
                    <a:pt x="541022" y="199114"/>
                  </a:lnTo>
                  <a:lnTo>
                    <a:pt x="543164" y="197443"/>
                  </a:lnTo>
                  <a:lnTo>
                    <a:pt x="543539" y="197008"/>
                  </a:lnTo>
                  <a:lnTo>
                    <a:pt x="543449" y="196496"/>
                  </a:lnTo>
                  <a:lnTo>
                    <a:pt x="545471" y="196397"/>
                  </a:lnTo>
                  <a:lnTo>
                    <a:pt x="545507" y="194721"/>
                  </a:lnTo>
                  <a:lnTo>
                    <a:pt x="546456" y="189625"/>
                  </a:lnTo>
                  <a:lnTo>
                    <a:pt x="546677" y="185675"/>
                  </a:lnTo>
                  <a:lnTo>
                    <a:pt x="546139" y="182625"/>
                  </a:lnTo>
                  <a:lnTo>
                    <a:pt x="543730" y="176618"/>
                  </a:lnTo>
                  <a:lnTo>
                    <a:pt x="543234" y="166936"/>
                  </a:lnTo>
                  <a:lnTo>
                    <a:pt x="542725" y="165906"/>
                  </a:lnTo>
                  <a:lnTo>
                    <a:pt x="538842" y="161299"/>
                  </a:lnTo>
                  <a:lnTo>
                    <a:pt x="536540" y="155641"/>
                  </a:lnTo>
                  <a:lnTo>
                    <a:pt x="537594" y="153415"/>
                  </a:lnTo>
                  <a:lnTo>
                    <a:pt x="533629" y="150361"/>
                  </a:lnTo>
                  <a:lnTo>
                    <a:pt x="531708" y="148654"/>
                  </a:lnTo>
                  <a:lnTo>
                    <a:pt x="531313" y="147864"/>
                  </a:lnTo>
                  <a:lnTo>
                    <a:pt x="531628" y="142671"/>
                  </a:lnTo>
                  <a:lnTo>
                    <a:pt x="533600" y="142206"/>
                  </a:lnTo>
                  <a:lnTo>
                    <a:pt x="536058" y="140709"/>
                  </a:lnTo>
                  <a:lnTo>
                    <a:pt x="537053" y="138060"/>
                  </a:lnTo>
                  <a:lnTo>
                    <a:pt x="538897" y="135171"/>
                  </a:lnTo>
                  <a:lnTo>
                    <a:pt x="538178" y="132594"/>
                  </a:lnTo>
                  <a:lnTo>
                    <a:pt x="537565" y="131474"/>
                  </a:lnTo>
                  <a:lnTo>
                    <a:pt x="537420" y="129572"/>
                  </a:lnTo>
                  <a:lnTo>
                    <a:pt x="535544" y="128432"/>
                  </a:lnTo>
                  <a:lnTo>
                    <a:pt x="535423" y="128165"/>
                  </a:lnTo>
                  <a:lnTo>
                    <a:pt x="536748" y="126309"/>
                  </a:lnTo>
                  <a:lnTo>
                    <a:pt x="532421" y="122591"/>
                  </a:lnTo>
                  <a:lnTo>
                    <a:pt x="531215" y="117773"/>
                  </a:lnTo>
                  <a:lnTo>
                    <a:pt x="530722" y="114491"/>
                  </a:lnTo>
                  <a:lnTo>
                    <a:pt x="527732" y="103775"/>
                  </a:lnTo>
                  <a:lnTo>
                    <a:pt x="528796" y="100060"/>
                  </a:lnTo>
                  <a:lnTo>
                    <a:pt x="528960" y="96265"/>
                  </a:lnTo>
                  <a:lnTo>
                    <a:pt x="528473" y="91843"/>
                  </a:lnTo>
                  <a:lnTo>
                    <a:pt x="526913" y="79668"/>
                  </a:lnTo>
                  <a:lnTo>
                    <a:pt x="529224" y="74128"/>
                  </a:lnTo>
                  <a:lnTo>
                    <a:pt x="528772" y="71232"/>
                  </a:lnTo>
                  <a:lnTo>
                    <a:pt x="529155" y="67042"/>
                  </a:lnTo>
                  <a:lnTo>
                    <a:pt x="528946" y="66482"/>
                  </a:lnTo>
                  <a:lnTo>
                    <a:pt x="528923" y="64627"/>
                  </a:lnTo>
                  <a:lnTo>
                    <a:pt x="529725" y="65261"/>
                  </a:lnTo>
                  <a:lnTo>
                    <a:pt x="530739" y="67210"/>
                  </a:lnTo>
                  <a:lnTo>
                    <a:pt x="531660" y="68281"/>
                  </a:lnTo>
                  <a:lnTo>
                    <a:pt x="531169" y="65935"/>
                  </a:lnTo>
                  <a:lnTo>
                    <a:pt x="531486" y="66190"/>
                  </a:lnTo>
                  <a:lnTo>
                    <a:pt x="531282" y="65715"/>
                  </a:lnTo>
                  <a:lnTo>
                    <a:pt x="530935" y="65581"/>
                  </a:lnTo>
                  <a:lnTo>
                    <a:pt x="530813" y="64896"/>
                  </a:lnTo>
                  <a:lnTo>
                    <a:pt x="531287" y="65213"/>
                  </a:lnTo>
                  <a:lnTo>
                    <a:pt x="531337" y="64644"/>
                  </a:lnTo>
                  <a:lnTo>
                    <a:pt x="531760" y="64357"/>
                  </a:lnTo>
                  <a:lnTo>
                    <a:pt x="531067" y="63973"/>
                  </a:lnTo>
                  <a:lnTo>
                    <a:pt x="531029" y="63696"/>
                  </a:lnTo>
                  <a:lnTo>
                    <a:pt x="531866" y="62346"/>
                  </a:lnTo>
                  <a:lnTo>
                    <a:pt x="531898" y="61922"/>
                  </a:lnTo>
                  <a:lnTo>
                    <a:pt x="532429" y="61706"/>
                  </a:lnTo>
                  <a:lnTo>
                    <a:pt x="532757" y="61118"/>
                  </a:lnTo>
                  <a:lnTo>
                    <a:pt x="532737" y="59914"/>
                  </a:lnTo>
                  <a:lnTo>
                    <a:pt x="533129" y="58603"/>
                  </a:lnTo>
                  <a:lnTo>
                    <a:pt x="533808" y="58816"/>
                  </a:lnTo>
                  <a:lnTo>
                    <a:pt x="534154" y="58657"/>
                  </a:lnTo>
                  <a:lnTo>
                    <a:pt x="533700" y="57943"/>
                  </a:lnTo>
                  <a:lnTo>
                    <a:pt x="534433" y="57234"/>
                  </a:lnTo>
                  <a:lnTo>
                    <a:pt x="535096" y="54733"/>
                  </a:lnTo>
                  <a:lnTo>
                    <a:pt x="536798" y="53124"/>
                  </a:lnTo>
                  <a:lnTo>
                    <a:pt x="538411" y="52303"/>
                  </a:lnTo>
                  <a:lnTo>
                    <a:pt x="542445" y="52265"/>
                  </a:lnTo>
                  <a:lnTo>
                    <a:pt x="541911" y="52067"/>
                  </a:lnTo>
                  <a:lnTo>
                    <a:pt x="541790" y="51690"/>
                  </a:lnTo>
                  <a:lnTo>
                    <a:pt x="541952" y="50507"/>
                  </a:lnTo>
                  <a:lnTo>
                    <a:pt x="542130" y="50332"/>
                  </a:lnTo>
                  <a:lnTo>
                    <a:pt x="542876" y="50660"/>
                  </a:lnTo>
                  <a:lnTo>
                    <a:pt x="543254" y="50585"/>
                  </a:lnTo>
                  <a:lnTo>
                    <a:pt x="543933" y="50042"/>
                  </a:lnTo>
                  <a:lnTo>
                    <a:pt x="544984" y="49750"/>
                  </a:lnTo>
                  <a:lnTo>
                    <a:pt x="546000" y="48956"/>
                  </a:lnTo>
                  <a:lnTo>
                    <a:pt x="547346" y="45986"/>
                  </a:lnTo>
                  <a:lnTo>
                    <a:pt x="547670" y="46143"/>
                  </a:lnTo>
                  <a:lnTo>
                    <a:pt x="548820" y="45898"/>
                  </a:lnTo>
                  <a:lnTo>
                    <a:pt x="548232" y="45337"/>
                  </a:lnTo>
                  <a:lnTo>
                    <a:pt x="546834" y="45069"/>
                  </a:lnTo>
                  <a:lnTo>
                    <a:pt x="545893" y="43915"/>
                  </a:lnTo>
                  <a:lnTo>
                    <a:pt x="546553" y="43194"/>
                  </a:lnTo>
                  <a:lnTo>
                    <a:pt x="546375" y="41879"/>
                  </a:lnTo>
                  <a:lnTo>
                    <a:pt x="546953" y="41186"/>
                  </a:lnTo>
                  <a:lnTo>
                    <a:pt x="547333" y="41110"/>
                  </a:lnTo>
                  <a:lnTo>
                    <a:pt x="547121" y="40434"/>
                  </a:lnTo>
                  <a:lnTo>
                    <a:pt x="547343" y="39969"/>
                  </a:lnTo>
                  <a:lnTo>
                    <a:pt x="547355" y="37730"/>
                  </a:lnTo>
                  <a:lnTo>
                    <a:pt x="548191" y="35253"/>
                  </a:lnTo>
                  <a:lnTo>
                    <a:pt x="548921" y="33781"/>
                  </a:lnTo>
                  <a:lnTo>
                    <a:pt x="549690" y="33092"/>
                  </a:lnTo>
                  <a:lnTo>
                    <a:pt x="549922" y="32339"/>
                  </a:lnTo>
                  <a:lnTo>
                    <a:pt x="551267" y="31817"/>
                  </a:lnTo>
                  <a:lnTo>
                    <a:pt x="550303" y="31690"/>
                  </a:lnTo>
                  <a:lnTo>
                    <a:pt x="551001" y="30014"/>
                  </a:lnTo>
                  <a:lnTo>
                    <a:pt x="551064" y="28999"/>
                  </a:lnTo>
                  <a:lnTo>
                    <a:pt x="551569" y="28360"/>
                  </a:lnTo>
                  <a:lnTo>
                    <a:pt x="551524" y="27152"/>
                  </a:lnTo>
                  <a:lnTo>
                    <a:pt x="551435" y="26926"/>
                  </a:lnTo>
                  <a:lnTo>
                    <a:pt x="551096" y="27163"/>
                  </a:lnTo>
                  <a:lnTo>
                    <a:pt x="550616" y="26402"/>
                  </a:lnTo>
                  <a:lnTo>
                    <a:pt x="549490" y="25544"/>
                  </a:lnTo>
                  <a:lnTo>
                    <a:pt x="548785" y="25596"/>
                  </a:lnTo>
                  <a:lnTo>
                    <a:pt x="548237" y="26226"/>
                  </a:lnTo>
                  <a:lnTo>
                    <a:pt x="548030" y="26203"/>
                  </a:lnTo>
                  <a:lnTo>
                    <a:pt x="547450" y="25640"/>
                  </a:lnTo>
                  <a:lnTo>
                    <a:pt x="546718" y="25498"/>
                  </a:lnTo>
                  <a:lnTo>
                    <a:pt x="545926" y="24783"/>
                  </a:lnTo>
                  <a:lnTo>
                    <a:pt x="545412" y="24688"/>
                  </a:lnTo>
                  <a:lnTo>
                    <a:pt x="542032" y="20619"/>
                  </a:lnTo>
                  <a:lnTo>
                    <a:pt x="541363" y="18390"/>
                  </a:lnTo>
                  <a:lnTo>
                    <a:pt x="540504" y="17957"/>
                  </a:lnTo>
                  <a:lnTo>
                    <a:pt x="543515" y="15158"/>
                  </a:lnTo>
                  <a:lnTo>
                    <a:pt x="544134" y="13400"/>
                  </a:lnTo>
                  <a:lnTo>
                    <a:pt x="544610" y="12929"/>
                  </a:lnTo>
                  <a:lnTo>
                    <a:pt x="544579" y="11932"/>
                  </a:lnTo>
                  <a:lnTo>
                    <a:pt x="545129" y="10047"/>
                  </a:lnTo>
                  <a:lnTo>
                    <a:pt x="546045" y="9203"/>
                  </a:lnTo>
                  <a:lnTo>
                    <a:pt x="547711" y="10788"/>
                  </a:lnTo>
                  <a:lnTo>
                    <a:pt x="548612" y="11094"/>
                  </a:lnTo>
                  <a:lnTo>
                    <a:pt x="549808" y="12003"/>
                  </a:lnTo>
                  <a:lnTo>
                    <a:pt x="550026" y="11887"/>
                  </a:lnTo>
                  <a:lnTo>
                    <a:pt x="550699" y="13049"/>
                  </a:lnTo>
                  <a:lnTo>
                    <a:pt x="552778" y="12670"/>
                  </a:lnTo>
                  <a:lnTo>
                    <a:pt x="553030" y="13064"/>
                  </a:lnTo>
                  <a:lnTo>
                    <a:pt x="552704" y="13912"/>
                  </a:lnTo>
                  <a:lnTo>
                    <a:pt x="553064" y="14533"/>
                  </a:lnTo>
                  <a:lnTo>
                    <a:pt x="553599" y="14757"/>
                  </a:lnTo>
                  <a:lnTo>
                    <a:pt x="554810" y="13707"/>
                  </a:lnTo>
                  <a:lnTo>
                    <a:pt x="554619" y="13522"/>
                  </a:lnTo>
                  <a:lnTo>
                    <a:pt x="554862" y="13255"/>
                  </a:lnTo>
                  <a:lnTo>
                    <a:pt x="555524" y="12869"/>
                  </a:lnTo>
                  <a:lnTo>
                    <a:pt x="559044" y="11582"/>
                  </a:lnTo>
                  <a:lnTo>
                    <a:pt x="559836" y="11537"/>
                  </a:lnTo>
                  <a:lnTo>
                    <a:pt x="560691" y="10631"/>
                  </a:lnTo>
                  <a:lnTo>
                    <a:pt x="562308" y="10019"/>
                  </a:lnTo>
                  <a:lnTo>
                    <a:pt x="563597" y="8346"/>
                  </a:lnTo>
                  <a:lnTo>
                    <a:pt x="563863" y="7598"/>
                  </a:lnTo>
                  <a:lnTo>
                    <a:pt x="563946" y="6149"/>
                  </a:lnTo>
                  <a:lnTo>
                    <a:pt x="564766" y="5252"/>
                  </a:lnTo>
                  <a:lnTo>
                    <a:pt x="564971" y="4601"/>
                  </a:lnTo>
                  <a:lnTo>
                    <a:pt x="566396" y="3359"/>
                  </a:lnTo>
                  <a:lnTo>
                    <a:pt x="567598" y="4018"/>
                  </a:lnTo>
                  <a:lnTo>
                    <a:pt x="569054" y="2800"/>
                  </a:lnTo>
                  <a:lnTo>
                    <a:pt x="570389" y="1016"/>
                  </a:lnTo>
                  <a:lnTo>
                    <a:pt x="571687" y="0"/>
                  </a:lnTo>
                  <a:lnTo>
                    <a:pt x="572161" y="11"/>
                  </a:lnTo>
                  <a:lnTo>
                    <a:pt x="572423" y="272"/>
                  </a:lnTo>
                  <a:lnTo>
                    <a:pt x="572827" y="71"/>
                  </a:lnTo>
                  <a:lnTo>
                    <a:pt x="573700" y="728"/>
                  </a:lnTo>
                  <a:lnTo>
                    <a:pt x="574381" y="1601"/>
                  </a:lnTo>
                  <a:lnTo>
                    <a:pt x="576082" y="1947"/>
                  </a:lnTo>
                  <a:lnTo>
                    <a:pt x="576279" y="2356"/>
                  </a:lnTo>
                  <a:lnTo>
                    <a:pt x="576938" y="2702"/>
                  </a:lnTo>
                  <a:lnTo>
                    <a:pt x="577531" y="3784"/>
                  </a:lnTo>
                  <a:lnTo>
                    <a:pt x="577728" y="3786"/>
                  </a:lnTo>
                  <a:lnTo>
                    <a:pt x="577974" y="4380"/>
                  </a:lnTo>
                  <a:lnTo>
                    <a:pt x="578556" y="4935"/>
                  </a:lnTo>
                  <a:lnTo>
                    <a:pt x="578753" y="5650"/>
                  </a:lnTo>
                  <a:lnTo>
                    <a:pt x="579283" y="5923"/>
                  </a:lnTo>
                  <a:lnTo>
                    <a:pt x="579095" y="6653"/>
                  </a:lnTo>
                  <a:lnTo>
                    <a:pt x="579862" y="7722"/>
                  </a:lnTo>
                  <a:lnTo>
                    <a:pt x="582661" y="7857"/>
                  </a:lnTo>
                  <a:lnTo>
                    <a:pt x="583536" y="8240"/>
                  </a:lnTo>
                  <a:lnTo>
                    <a:pt x="585545" y="10049"/>
                  </a:lnTo>
                  <a:lnTo>
                    <a:pt x="585950" y="10086"/>
                  </a:lnTo>
                  <a:lnTo>
                    <a:pt x="586440" y="10618"/>
                  </a:lnTo>
                  <a:lnTo>
                    <a:pt x="586617" y="11417"/>
                  </a:lnTo>
                  <a:lnTo>
                    <a:pt x="587032" y="11109"/>
                  </a:lnTo>
                  <a:lnTo>
                    <a:pt x="587185" y="11323"/>
                  </a:lnTo>
                  <a:lnTo>
                    <a:pt x="588707" y="11531"/>
                  </a:lnTo>
                  <a:lnTo>
                    <a:pt x="589111" y="11976"/>
                  </a:lnTo>
                  <a:lnTo>
                    <a:pt x="589750" y="12054"/>
                  </a:lnTo>
                  <a:lnTo>
                    <a:pt x="589927" y="12390"/>
                  </a:lnTo>
                  <a:lnTo>
                    <a:pt x="589725" y="12669"/>
                  </a:lnTo>
                  <a:lnTo>
                    <a:pt x="590891" y="13471"/>
                  </a:lnTo>
                  <a:lnTo>
                    <a:pt x="591127" y="13206"/>
                  </a:lnTo>
                  <a:lnTo>
                    <a:pt x="591333" y="13537"/>
                  </a:lnTo>
                  <a:lnTo>
                    <a:pt x="592014" y="13427"/>
                  </a:lnTo>
                  <a:lnTo>
                    <a:pt x="592249" y="13721"/>
                  </a:lnTo>
                  <a:lnTo>
                    <a:pt x="593459" y="13885"/>
                  </a:lnTo>
                  <a:lnTo>
                    <a:pt x="593457" y="13651"/>
                  </a:lnTo>
                  <a:lnTo>
                    <a:pt x="593734" y="13729"/>
                  </a:lnTo>
                  <a:lnTo>
                    <a:pt x="595442" y="12742"/>
                  </a:lnTo>
                  <a:lnTo>
                    <a:pt x="595968" y="12982"/>
                  </a:lnTo>
                  <a:lnTo>
                    <a:pt x="596001" y="12498"/>
                  </a:lnTo>
                  <a:lnTo>
                    <a:pt x="596794" y="12246"/>
                  </a:lnTo>
                  <a:lnTo>
                    <a:pt x="597378" y="12492"/>
                  </a:lnTo>
                  <a:lnTo>
                    <a:pt x="598003" y="12344"/>
                  </a:lnTo>
                  <a:lnTo>
                    <a:pt x="598677" y="11578"/>
                  </a:lnTo>
                  <a:lnTo>
                    <a:pt x="598676" y="10994"/>
                  </a:lnTo>
                  <a:lnTo>
                    <a:pt x="600373" y="10339"/>
                  </a:lnTo>
                  <a:lnTo>
                    <a:pt x="600712" y="9711"/>
                  </a:lnTo>
                  <a:lnTo>
                    <a:pt x="601110" y="9510"/>
                  </a:lnTo>
                  <a:lnTo>
                    <a:pt x="602333" y="9256"/>
                  </a:lnTo>
                  <a:lnTo>
                    <a:pt x="603807" y="8313"/>
                  </a:lnTo>
                  <a:lnTo>
                    <a:pt x="604433" y="8245"/>
                  </a:lnTo>
                  <a:lnTo>
                    <a:pt x="605176" y="7602"/>
                  </a:lnTo>
                  <a:lnTo>
                    <a:pt x="606343" y="7825"/>
                  </a:lnTo>
                  <a:lnTo>
                    <a:pt x="606978" y="7144"/>
                  </a:lnTo>
                  <a:lnTo>
                    <a:pt x="607352" y="7073"/>
                  </a:lnTo>
                  <a:lnTo>
                    <a:pt x="608488" y="6949"/>
                  </a:lnTo>
                  <a:lnTo>
                    <a:pt x="608897" y="7326"/>
                  </a:lnTo>
                  <a:lnTo>
                    <a:pt x="609250" y="7007"/>
                  </a:lnTo>
                  <a:lnTo>
                    <a:pt x="609967" y="7344"/>
                  </a:lnTo>
                  <a:lnTo>
                    <a:pt x="611427" y="7094"/>
                  </a:lnTo>
                  <a:lnTo>
                    <a:pt x="613249" y="8413"/>
                  </a:lnTo>
                  <a:lnTo>
                    <a:pt x="615987" y="8537"/>
                  </a:lnTo>
                  <a:lnTo>
                    <a:pt x="618708" y="8995"/>
                  </a:lnTo>
                  <a:lnTo>
                    <a:pt x="617623" y="12337"/>
                  </a:lnTo>
                  <a:lnTo>
                    <a:pt x="619571" y="16234"/>
                  </a:lnTo>
                  <a:lnTo>
                    <a:pt x="620529" y="17606"/>
                  </a:lnTo>
                  <a:lnTo>
                    <a:pt x="620932" y="21622"/>
                  </a:lnTo>
                  <a:lnTo>
                    <a:pt x="620041" y="23290"/>
                  </a:lnTo>
                  <a:lnTo>
                    <a:pt x="619373" y="23892"/>
                  </a:lnTo>
                  <a:lnTo>
                    <a:pt x="619267" y="24538"/>
                  </a:lnTo>
                  <a:lnTo>
                    <a:pt x="618548" y="24134"/>
                  </a:lnTo>
                  <a:lnTo>
                    <a:pt x="618000" y="24775"/>
                  </a:lnTo>
                  <a:lnTo>
                    <a:pt x="617882" y="27716"/>
                  </a:lnTo>
                  <a:lnTo>
                    <a:pt x="618308" y="29498"/>
                  </a:lnTo>
                  <a:lnTo>
                    <a:pt x="617812" y="30135"/>
                  </a:lnTo>
                  <a:lnTo>
                    <a:pt x="617779" y="30709"/>
                  </a:lnTo>
                  <a:lnTo>
                    <a:pt x="618179" y="32027"/>
                  </a:lnTo>
                  <a:lnTo>
                    <a:pt x="618616" y="32257"/>
                  </a:lnTo>
                  <a:lnTo>
                    <a:pt x="620653" y="32363"/>
                  </a:lnTo>
                  <a:lnTo>
                    <a:pt x="629269" y="34324"/>
                  </a:lnTo>
                  <a:lnTo>
                    <a:pt x="635820" y="34657"/>
                  </a:lnTo>
                  <a:lnTo>
                    <a:pt x="640172" y="34401"/>
                  </a:lnTo>
                  <a:lnTo>
                    <a:pt x="643797" y="35344"/>
                  </a:lnTo>
                  <a:lnTo>
                    <a:pt x="647120" y="35809"/>
                  </a:lnTo>
                  <a:lnTo>
                    <a:pt x="655432" y="38904"/>
                  </a:lnTo>
                  <a:lnTo>
                    <a:pt x="658253" y="40496"/>
                  </a:lnTo>
                  <a:lnTo>
                    <a:pt x="659296" y="38538"/>
                  </a:lnTo>
                  <a:lnTo>
                    <a:pt x="660754" y="37004"/>
                  </a:lnTo>
                  <a:lnTo>
                    <a:pt x="661378" y="36660"/>
                  </a:lnTo>
                  <a:lnTo>
                    <a:pt x="663038" y="32492"/>
                  </a:lnTo>
                  <a:lnTo>
                    <a:pt x="663905" y="31962"/>
                  </a:lnTo>
                  <a:lnTo>
                    <a:pt x="666213" y="31316"/>
                  </a:lnTo>
                  <a:lnTo>
                    <a:pt x="668804" y="31342"/>
                  </a:lnTo>
                  <a:lnTo>
                    <a:pt x="671249" y="31702"/>
                  </a:lnTo>
                  <a:lnTo>
                    <a:pt x="673221" y="32734"/>
                  </a:lnTo>
                  <a:lnTo>
                    <a:pt x="676362" y="33599"/>
                  </a:lnTo>
                  <a:lnTo>
                    <a:pt x="676593" y="33905"/>
                  </a:lnTo>
                  <a:lnTo>
                    <a:pt x="678360" y="34617"/>
                  </a:lnTo>
                  <a:lnTo>
                    <a:pt x="680603" y="31949"/>
                  </a:lnTo>
                  <a:lnTo>
                    <a:pt x="682206" y="31831"/>
                  </a:lnTo>
                  <a:lnTo>
                    <a:pt x="682885" y="32550"/>
                  </a:lnTo>
                  <a:lnTo>
                    <a:pt x="683907" y="32436"/>
                  </a:lnTo>
                  <a:lnTo>
                    <a:pt x="684406" y="33074"/>
                  </a:lnTo>
                  <a:lnTo>
                    <a:pt x="685794" y="34042"/>
                  </a:lnTo>
                  <a:lnTo>
                    <a:pt x="686950" y="33654"/>
                  </a:lnTo>
                  <a:lnTo>
                    <a:pt x="689274" y="30736"/>
                  </a:lnTo>
                  <a:lnTo>
                    <a:pt x="689573" y="28885"/>
                  </a:lnTo>
                  <a:lnTo>
                    <a:pt x="691081" y="30113"/>
                  </a:lnTo>
                  <a:lnTo>
                    <a:pt x="693901" y="33633"/>
                  </a:lnTo>
                  <a:lnTo>
                    <a:pt x="695084" y="33454"/>
                  </a:lnTo>
                  <a:lnTo>
                    <a:pt x="698515" y="34305"/>
                  </a:lnTo>
                  <a:lnTo>
                    <a:pt x="700020" y="34357"/>
                  </a:lnTo>
                  <a:lnTo>
                    <a:pt x="701023" y="35311"/>
                  </a:lnTo>
                  <a:lnTo>
                    <a:pt x="702989" y="35797"/>
                  </a:lnTo>
                  <a:lnTo>
                    <a:pt x="702981" y="35542"/>
                  </a:lnTo>
                  <a:lnTo>
                    <a:pt x="704134" y="35742"/>
                  </a:lnTo>
                  <a:lnTo>
                    <a:pt x="706320" y="36467"/>
                  </a:lnTo>
                  <a:lnTo>
                    <a:pt x="708090" y="37271"/>
                  </a:lnTo>
                  <a:lnTo>
                    <a:pt x="707977" y="37526"/>
                  </a:lnTo>
                  <a:lnTo>
                    <a:pt x="708843" y="37605"/>
                  </a:lnTo>
                  <a:lnTo>
                    <a:pt x="714417" y="40075"/>
                  </a:lnTo>
                  <a:lnTo>
                    <a:pt x="714925" y="41563"/>
                  </a:lnTo>
                  <a:lnTo>
                    <a:pt x="715463" y="42392"/>
                  </a:lnTo>
                  <a:lnTo>
                    <a:pt x="715901" y="44223"/>
                  </a:lnTo>
                  <a:lnTo>
                    <a:pt x="716518" y="44486"/>
                  </a:lnTo>
                  <a:lnTo>
                    <a:pt x="717011" y="45381"/>
                  </a:lnTo>
                  <a:lnTo>
                    <a:pt x="716736" y="45957"/>
                  </a:lnTo>
                  <a:lnTo>
                    <a:pt x="716937" y="46337"/>
                  </a:lnTo>
                  <a:lnTo>
                    <a:pt x="716487" y="48375"/>
                  </a:lnTo>
                  <a:lnTo>
                    <a:pt x="716863" y="49634"/>
                  </a:lnTo>
                  <a:lnTo>
                    <a:pt x="716048" y="50046"/>
                  </a:lnTo>
                  <a:lnTo>
                    <a:pt x="715946" y="50851"/>
                  </a:lnTo>
                  <a:lnTo>
                    <a:pt x="716040" y="53482"/>
                  </a:lnTo>
                  <a:lnTo>
                    <a:pt x="715782" y="53953"/>
                  </a:lnTo>
                  <a:lnTo>
                    <a:pt x="714924" y="54535"/>
                  </a:lnTo>
                  <a:lnTo>
                    <a:pt x="714052" y="54581"/>
                  </a:lnTo>
                  <a:lnTo>
                    <a:pt x="713686" y="54148"/>
                  </a:lnTo>
                  <a:lnTo>
                    <a:pt x="712384" y="53977"/>
                  </a:lnTo>
                  <a:lnTo>
                    <a:pt x="711142" y="54249"/>
                  </a:lnTo>
                  <a:lnTo>
                    <a:pt x="710845" y="55389"/>
                  </a:lnTo>
                  <a:lnTo>
                    <a:pt x="709778" y="56690"/>
                  </a:lnTo>
                  <a:lnTo>
                    <a:pt x="709457" y="57476"/>
                  </a:lnTo>
                  <a:lnTo>
                    <a:pt x="709709" y="58655"/>
                  </a:lnTo>
                  <a:lnTo>
                    <a:pt x="709452" y="59811"/>
                  </a:lnTo>
                  <a:lnTo>
                    <a:pt x="709616" y="60184"/>
                  </a:lnTo>
                  <a:lnTo>
                    <a:pt x="710155" y="60293"/>
                  </a:lnTo>
                  <a:lnTo>
                    <a:pt x="710572" y="61788"/>
                  </a:lnTo>
                  <a:lnTo>
                    <a:pt x="711197" y="62177"/>
                  </a:lnTo>
                  <a:lnTo>
                    <a:pt x="711726" y="62993"/>
                  </a:lnTo>
                  <a:lnTo>
                    <a:pt x="715960" y="63721"/>
                  </a:lnTo>
                  <a:lnTo>
                    <a:pt x="718038" y="64426"/>
                  </a:lnTo>
                  <a:lnTo>
                    <a:pt x="720098" y="64366"/>
                  </a:lnTo>
                  <a:lnTo>
                    <a:pt x="721027" y="64684"/>
                  </a:lnTo>
                  <a:lnTo>
                    <a:pt x="721874" y="66324"/>
                  </a:lnTo>
                  <a:lnTo>
                    <a:pt x="722263" y="68114"/>
                  </a:lnTo>
                  <a:lnTo>
                    <a:pt x="718540" y="73658"/>
                  </a:lnTo>
                  <a:lnTo>
                    <a:pt x="721391" y="75160"/>
                  </a:lnTo>
                  <a:lnTo>
                    <a:pt x="723264" y="75626"/>
                  </a:lnTo>
                  <a:lnTo>
                    <a:pt x="723992" y="76107"/>
                  </a:lnTo>
                  <a:lnTo>
                    <a:pt x="725017" y="76977"/>
                  </a:lnTo>
                  <a:lnTo>
                    <a:pt x="725645" y="78797"/>
                  </a:lnTo>
                  <a:lnTo>
                    <a:pt x="726146" y="79519"/>
                  </a:lnTo>
                  <a:lnTo>
                    <a:pt x="728124" y="81584"/>
                  </a:lnTo>
                  <a:lnTo>
                    <a:pt x="728398" y="85866"/>
                  </a:lnTo>
                  <a:lnTo>
                    <a:pt x="729302" y="87212"/>
                  </a:lnTo>
                  <a:lnTo>
                    <a:pt x="729704" y="89049"/>
                  </a:lnTo>
                  <a:lnTo>
                    <a:pt x="729611" y="90334"/>
                  </a:lnTo>
                  <a:lnTo>
                    <a:pt x="729051" y="91957"/>
                  </a:lnTo>
                  <a:lnTo>
                    <a:pt x="726789" y="94958"/>
                  </a:lnTo>
                  <a:lnTo>
                    <a:pt x="725030" y="95516"/>
                  </a:lnTo>
                  <a:lnTo>
                    <a:pt x="724381" y="95321"/>
                  </a:lnTo>
                  <a:lnTo>
                    <a:pt x="722195" y="97040"/>
                  </a:lnTo>
                  <a:lnTo>
                    <a:pt x="722247" y="99146"/>
                  </a:lnTo>
                  <a:lnTo>
                    <a:pt x="721457" y="100775"/>
                  </a:lnTo>
                  <a:lnTo>
                    <a:pt x="721623" y="103832"/>
                  </a:lnTo>
                  <a:lnTo>
                    <a:pt x="719946" y="106114"/>
                  </a:lnTo>
                  <a:lnTo>
                    <a:pt x="719697" y="106924"/>
                  </a:lnTo>
                  <a:lnTo>
                    <a:pt x="719058" y="107751"/>
                  </a:lnTo>
                  <a:lnTo>
                    <a:pt x="717418" y="109238"/>
                  </a:lnTo>
                  <a:lnTo>
                    <a:pt x="715237" y="115001"/>
                  </a:lnTo>
                  <a:lnTo>
                    <a:pt x="719200" y="116617"/>
                  </a:lnTo>
                  <a:lnTo>
                    <a:pt x="720817" y="119398"/>
                  </a:lnTo>
                  <a:lnTo>
                    <a:pt x="720491" y="121946"/>
                  </a:lnTo>
                  <a:lnTo>
                    <a:pt x="720747" y="121730"/>
                  </a:lnTo>
                  <a:lnTo>
                    <a:pt x="721583" y="121658"/>
                  </a:lnTo>
                  <a:lnTo>
                    <a:pt x="721706" y="121351"/>
                  </a:lnTo>
                  <a:lnTo>
                    <a:pt x="723894" y="119852"/>
                  </a:lnTo>
                  <a:lnTo>
                    <a:pt x="725092" y="119616"/>
                  </a:lnTo>
                  <a:lnTo>
                    <a:pt x="725631" y="119196"/>
                  </a:lnTo>
                  <a:lnTo>
                    <a:pt x="725800" y="118384"/>
                  </a:lnTo>
                  <a:lnTo>
                    <a:pt x="726130" y="118179"/>
                  </a:lnTo>
                  <a:lnTo>
                    <a:pt x="726471" y="118589"/>
                  </a:lnTo>
                  <a:lnTo>
                    <a:pt x="726519" y="118370"/>
                  </a:lnTo>
                  <a:lnTo>
                    <a:pt x="727458" y="118464"/>
                  </a:lnTo>
                  <a:lnTo>
                    <a:pt x="728613" y="119617"/>
                  </a:lnTo>
                  <a:lnTo>
                    <a:pt x="729879" y="119786"/>
                  </a:lnTo>
                  <a:lnTo>
                    <a:pt x="730301" y="119495"/>
                  </a:lnTo>
                  <a:lnTo>
                    <a:pt x="730836" y="119562"/>
                  </a:lnTo>
                  <a:lnTo>
                    <a:pt x="731022" y="119131"/>
                  </a:lnTo>
                  <a:lnTo>
                    <a:pt x="732468" y="118307"/>
                  </a:lnTo>
                  <a:lnTo>
                    <a:pt x="731677" y="117486"/>
                  </a:lnTo>
                  <a:lnTo>
                    <a:pt x="732070" y="117122"/>
                  </a:lnTo>
                  <a:lnTo>
                    <a:pt x="731896" y="116607"/>
                  </a:lnTo>
                  <a:lnTo>
                    <a:pt x="732409" y="116626"/>
                  </a:lnTo>
                  <a:lnTo>
                    <a:pt x="733071" y="116093"/>
                  </a:lnTo>
                  <a:lnTo>
                    <a:pt x="733877" y="116184"/>
                  </a:lnTo>
                  <a:lnTo>
                    <a:pt x="734361" y="115974"/>
                  </a:lnTo>
                  <a:lnTo>
                    <a:pt x="734796" y="115442"/>
                  </a:lnTo>
                  <a:lnTo>
                    <a:pt x="734566" y="114568"/>
                  </a:lnTo>
                  <a:lnTo>
                    <a:pt x="735531" y="113806"/>
                  </a:lnTo>
                  <a:lnTo>
                    <a:pt x="735650" y="113319"/>
                  </a:lnTo>
                  <a:lnTo>
                    <a:pt x="736715" y="112986"/>
                  </a:lnTo>
                  <a:lnTo>
                    <a:pt x="737128" y="112324"/>
                  </a:lnTo>
                  <a:lnTo>
                    <a:pt x="737811" y="111995"/>
                  </a:lnTo>
                  <a:lnTo>
                    <a:pt x="738709" y="112682"/>
                  </a:lnTo>
                  <a:lnTo>
                    <a:pt x="740857" y="113642"/>
                  </a:lnTo>
                  <a:lnTo>
                    <a:pt x="743009" y="115814"/>
                  </a:lnTo>
                  <a:lnTo>
                    <a:pt x="748064" y="117501"/>
                  </a:lnTo>
                  <a:lnTo>
                    <a:pt x="750796" y="119122"/>
                  </a:lnTo>
                  <a:lnTo>
                    <a:pt x="751869" y="118670"/>
                  </a:lnTo>
                  <a:lnTo>
                    <a:pt x="753367" y="117221"/>
                  </a:lnTo>
                  <a:lnTo>
                    <a:pt x="754599" y="116490"/>
                  </a:lnTo>
                  <a:lnTo>
                    <a:pt x="753805" y="114815"/>
                  </a:lnTo>
                  <a:lnTo>
                    <a:pt x="757699" y="111933"/>
                  </a:lnTo>
                  <a:lnTo>
                    <a:pt x="759073" y="110572"/>
                  </a:lnTo>
                  <a:lnTo>
                    <a:pt x="760902" y="106877"/>
                  </a:lnTo>
                  <a:lnTo>
                    <a:pt x="761710" y="104250"/>
                  </a:lnTo>
                  <a:lnTo>
                    <a:pt x="765297" y="102605"/>
                  </a:lnTo>
                  <a:lnTo>
                    <a:pt x="767192" y="102072"/>
                  </a:lnTo>
                  <a:lnTo>
                    <a:pt x="768318" y="100516"/>
                  </a:lnTo>
                  <a:lnTo>
                    <a:pt x="769641" y="99428"/>
                  </a:lnTo>
                  <a:lnTo>
                    <a:pt x="770393" y="99103"/>
                  </a:lnTo>
                  <a:lnTo>
                    <a:pt x="771378" y="98095"/>
                  </a:lnTo>
                  <a:lnTo>
                    <a:pt x="771728" y="96324"/>
                  </a:lnTo>
                  <a:lnTo>
                    <a:pt x="771493" y="95560"/>
                  </a:lnTo>
                  <a:lnTo>
                    <a:pt x="774893" y="96515"/>
                  </a:lnTo>
                  <a:lnTo>
                    <a:pt x="776716" y="94400"/>
                  </a:lnTo>
                  <a:lnTo>
                    <a:pt x="777988" y="94108"/>
                  </a:lnTo>
                  <a:lnTo>
                    <a:pt x="779433" y="93454"/>
                  </a:lnTo>
                  <a:lnTo>
                    <a:pt x="780102" y="93282"/>
                  </a:lnTo>
                  <a:lnTo>
                    <a:pt x="784062" y="93727"/>
                  </a:lnTo>
                  <a:lnTo>
                    <a:pt x="786959" y="91029"/>
                  </a:lnTo>
                  <a:lnTo>
                    <a:pt x="788595" y="91471"/>
                  </a:lnTo>
                  <a:lnTo>
                    <a:pt x="789960" y="92393"/>
                  </a:lnTo>
                  <a:lnTo>
                    <a:pt x="790393" y="92257"/>
                  </a:lnTo>
                  <a:lnTo>
                    <a:pt x="791350" y="92748"/>
                  </a:lnTo>
                  <a:lnTo>
                    <a:pt x="792632" y="92510"/>
                  </a:lnTo>
                  <a:lnTo>
                    <a:pt x="796137" y="92611"/>
                  </a:lnTo>
                  <a:lnTo>
                    <a:pt x="797123" y="93321"/>
                  </a:lnTo>
                  <a:lnTo>
                    <a:pt x="799029" y="93721"/>
                  </a:lnTo>
                  <a:lnTo>
                    <a:pt x="799627" y="93989"/>
                  </a:lnTo>
                  <a:lnTo>
                    <a:pt x="799881" y="94438"/>
                  </a:lnTo>
                  <a:lnTo>
                    <a:pt x="801287" y="94788"/>
                  </a:lnTo>
                  <a:lnTo>
                    <a:pt x="801338" y="94612"/>
                  </a:lnTo>
                  <a:lnTo>
                    <a:pt x="801780" y="94803"/>
                  </a:lnTo>
                  <a:lnTo>
                    <a:pt x="803502" y="92276"/>
                  </a:lnTo>
                  <a:lnTo>
                    <a:pt x="804318" y="91745"/>
                  </a:lnTo>
                  <a:lnTo>
                    <a:pt x="806889" y="91780"/>
                  </a:lnTo>
                  <a:lnTo>
                    <a:pt x="806891" y="91504"/>
                  </a:lnTo>
                  <a:lnTo>
                    <a:pt x="807188" y="91505"/>
                  </a:lnTo>
                  <a:lnTo>
                    <a:pt x="807160" y="91678"/>
                  </a:lnTo>
                  <a:lnTo>
                    <a:pt x="809949" y="91470"/>
                  </a:lnTo>
                  <a:lnTo>
                    <a:pt x="810353" y="92163"/>
                  </a:lnTo>
                  <a:lnTo>
                    <a:pt x="811029" y="93294"/>
                  </a:lnTo>
                  <a:lnTo>
                    <a:pt x="811714" y="93842"/>
                  </a:lnTo>
                  <a:lnTo>
                    <a:pt x="817171" y="95788"/>
                  </a:lnTo>
                  <a:lnTo>
                    <a:pt x="818644" y="96979"/>
                  </a:lnTo>
                  <a:lnTo>
                    <a:pt x="820619" y="97955"/>
                  </a:lnTo>
                  <a:lnTo>
                    <a:pt x="820821" y="98359"/>
                  </a:lnTo>
                  <a:lnTo>
                    <a:pt x="822088" y="98725"/>
                  </a:lnTo>
                  <a:lnTo>
                    <a:pt x="824459" y="100019"/>
                  </a:lnTo>
                  <a:lnTo>
                    <a:pt x="826096" y="100393"/>
                  </a:lnTo>
                  <a:lnTo>
                    <a:pt x="825906" y="99953"/>
                  </a:lnTo>
                  <a:lnTo>
                    <a:pt x="825807" y="99680"/>
                  </a:lnTo>
                  <a:lnTo>
                    <a:pt x="826099" y="99530"/>
                  </a:lnTo>
                  <a:lnTo>
                    <a:pt x="826395" y="98799"/>
                  </a:lnTo>
                  <a:lnTo>
                    <a:pt x="826149" y="98546"/>
                  </a:lnTo>
                  <a:lnTo>
                    <a:pt x="826437" y="98341"/>
                  </a:lnTo>
                  <a:lnTo>
                    <a:pt x="826320" y="96604"/>
                  </a:lnTo>
                  <a:lnTo>
                    <a:pt x="826742" y="96321"/>
                  </a:lnTo>
                  <a:lnTo>
                    <a:pt x="826237" y="96226"/>
                  </a:lnTo>
                  <a:lnTo>
                    <a:pt x="826654" y="95546"/>
                  </a:lnTo>
                  <a:lnTo>
                    <a:pt x="826287" y="94995"/>
                  </a:lnTo>
                  <a:lnTo>
                    <a:pt x="826266" y="94120"/>
                  </a:lnTo>
                  <a:lnTo>
                    <a:pt x="829000" y="93465"/>
                  </a:lnTo>
                  <a:lnTo>
                    <a:pt x="831376" y="94621"/>
                  </a:lnTo>
                  <a:lnTo>
                    <a:pt x="833059" y="94848"/>
                  </a:lnTo>
                  <a:lnTo>
                    <a:pt x="833714" y="92852"/>
                  </a:lnTo>
                  <a:lnTo>
                    <a:pt x="832881" y="89672"/>
                  </a:lnTo>
                  <a:lnTo>
                    <a:pt x="832073" y="87874"/>
                  </a:lnTo>
                  <a:lnTo>
                    <a:pt x="831601" y="84000"/>
                  </a:lnTo>
                  <a:lnTo>
                    <a:pt x="829607" y="83785"/>
                  </a:lnTo>
                  <a:lnTo>
                    <a:pt x="831346" y="78725"/>
                  </a:lnTo>
                  <a:lnTo>
                    <a:pt x="833763" y="78820"/>
                  </a:lnTo>
                  <a:lnTo>
                    <a:pt x="836334" y="79887"/>
                  </a:lnTo>
                  <a:lnTo>
                    <a:pt x="838137" y="75515"/>
                  </a:lnTo>
                  <a:lnTo>
                    <a:pt x="839245" y="73228"/>
                  </a:lnTo>
                  <a:lnTo>
                    <a:pt x="840768" y="71349"/>
                  </a:lnTo>
                  <a:lnTo>
                    <a:pt x="841888" y="68209"/>
                  </a:lnTo>
                  <a:lnTo>
                    <a:pt x="844604" y="62786"/>
                  </a:lnTo>
                  <a:lnTo>
                    <a:pt x="844970" y="60933"/>
                  </a:lnTo>
                  <a:lnTo>
                    <a:pt x="845741" y="59031"/>
                  </a:lnTo>
                  <a:lnTo>
                    <a:pt x="846160" y="56816"/>
                  </a:lnTo>
                  <a:lnTo>
                    <a:pt x="842874" y="53924"/>
                  </a:lnTo>
                  <a:lnTo>
                    <a:pt x="842010" y="53428"/>
                  </a:lnTo>
                  <a:lnTo>
                    <a:pt x="841608" y="51552"/>
                  </a:lnTo>
                  <a:lnTo>
                    <a:pt x="840989" y="50288"/>
                  </a:lnTo>
                  <a:lnTo>
                    <a:pt x="839634" y="48893"/>
                  </a:lnTo>
                  <a:lnTo>
                    <a:pt x="839823" y="47702"/>
                  </a:lnTo>
                  <a:lnTo>
                    <a:pt x="839406" y="45722"/>
                  </a:lnTo>
                  <a:lnTo>
                    <a:pt x="839679" y="42732"/>
                  </a:lnTo>
                  <a:lnTo>
                    <a:pt x="839776" y="42390"/>
                  </a:lnTo>
                  <a:lnTo>
                    <a:pt x="840591" y="41655"/>
                  </a:lnTo>
                  <a:lnTo>
                    <a:pt x="840791" y="40284"/>
                  </a:lnTo>
                  <a:lnTo>
                    <a:pt x="840480" y="38390"/>
                  </a:lnTo>
                  <a:lnTo>
                    <a:pt x="840706" y="36948"/>
                  </a:lnTo>
                  <a:lnTo>
                    <a:pt x="841388" y="34904"/>
                  </a:lnTo>
                  <a:lnTo>
                    <a:pt x="842520" y="34800"/>
                  </a:lnTo>
                  <a:lnTo>
                    <a:pt x="844444" y="35296"/>
                  </a:lnTo>
                  <a:lnTo>
                    <a:pt x="845625" y="35665"/>
                  </a:lnTo>
                  <a:lnTo>
                    <a:pt x="846842" y="36590"/>
                  </a:lnTo>
                  <a:lnTo>
                    <a:pt x="848518" y="37039"/>
                  </a:lnTo>
                  <a:lnTo>
                    <a:pt x="853683" y="37578"/>
                  </a:lnTo>
                  <a:lnTo>
                    <a:pt x="854223" y="38001"/>
                  </a:lnTo>
                  <a:lnTo>
                    <a:pt x="854680" y="38651"/>
                  </a:lnTo>
                  <a:lnTo>
                    <a:pt x="854734" y="39455"/>
                  </a:lnTo>
                  <a:lnTo>
                    <a:pt x="855501" y="40161"/>
                  </a:lnTo>
                  <a:lnTo>
                    <a:pt x="856072" y="41421"/>
                  </a:lnTo>
                  <a:lnTo>
                    <a:pt x="857926" y="42709"/>
                  </a:lnTo>
                  <a:lnTo>
                    <a:pt x="858215" y="43276"/>
                  </a:lnTo>
                  <a:lnTo>
                    <a:pt x="857437" y="44379"/>
                  </a:lnTo>
                  <a:lnTo>
                    <a:pt x="856975" y="45892"/>
                  </a:lnTo>
                  <a:lnTo>
                    <a:pt x="856317" y="46748"/>
                  </a:lnTo>
                  <a:lnTo>
                    <a:pt x="856866" y="48663"/>
                  </a:lnTo>
                  <a:lnTo>
                    <a:pt x="856719" y="49454"/>
                  </a:lnTo>
                  <a:lnTo>
                    <a:pt x="855637" y="50908"/>
                  </a:lnTo>
                  <a:lnTo>
                    <a:pt x="856526" y="51507"/>
                  </a:lnTo>
                  <a:lnTo>
                    <a:pt x="857606" y="52666"/>
                  </a:lnTo>
                  <a:lnTo>
                    <a:pt x="859298" y="53663"/>
                  </a:lnTo>
                  <a:lnTo>
                    <a:pt x="860034" y="53766"/>
                  </a:lnTo>
                  <a:lnTo>
                    <a:pt x="859982" y="54032"/>
                  </a:lnTo>
                  <a:lnTo>
                    <a:pt x="860907" y="54286"/>
                  </a:lnTo>
                  <a:lnTo>
                    <a:pt x="860976" y="54939"/>
                  </a:lnTo>
                  <a:lnTo>
                    <a:pt x="861910" y="56483"/>
                  </a:lnTo>
                  <a:lnTo>
                    <a:pt x="863272" y="56849"/>
                  </a:lnTo>
                  <a:lnTo>
                    <a:pt x="863794" y="57331"/>
                  </a:lnTo>
                  <a:lnTo>
                    <a:pt x="864869" y="57790"/>
                  </a:lnTo>
                  <a:lnTo>
                    <a:pt x="866430" y="57908"/>
                  </a:lnTo>
                  <a:lnTo>
                    <a:pt x="868284" y="58417"/>
                  </a:lnTo>
                  <a:lnTo>
                    <a:pt x="869860" y="59233"/>
                  </a:lnTo>
                  <a:lnTo>
                    <a:pt x="871227" y="60687"/>
                  </a:lnTo>
                  <a:lnTo>
                    <a:pt x="874083" y="58454"/>
                  </a:lnTo>
                  <a:lnTo>
                    <a:pt x="876242" y="57244"/>
                  </a:lnTo>
                  <a:lnTo>
                    <a:pt x="877807" y="56014"/>
                  </a:lnTo>
                  <a:lnTo>
                    <a:pt x="881998" y="58673"/>
                  </a:lnTo>
                  <a:lnTo>
                    <a:pt x="888071" y="63101"/>
                  </a:lnTo>
                  <a:lnTo>
                    <a:pt x="893438" y="58091"/>
                  </a:lnTo>
                  <a:lnTo>
                    <a:pt x="893637" y="57723"/>
                  </a:lnTo>
                  <a:lnTo>
                    <a:pt x="893424" y="57112"/>
                  </a:lnTo>
                  <a:lnTo>
                    <a:pt x="894514" y="56552"/>
                  </a:lnTo>
                  <a:lnTo>
                    <a:pt x="894132" y="55800"/>
                  </a:lnTo>
                  <a:lnTo>
                    <a:pt x="895973" y="52836"/>
                  </a:lnTo>
                  <a:lnTo>
                    <a:pt x="896259" y="53054"/>
                  </a:lnTo>
                  <a:lnTo>
                    <a:pt x="897540" y="51600"/>
                  </a:lnTo>
                  <a:lnTo>
                    <a:pt x="898692" y="49006"/>
                  </a:lnTo>
                  <a:lnTo>
                    <a:pt x="900472" y="50486"/>
                  </a:lnTo>
                  <a:lnTo>
                    <a:pt x="902751" y="51438"/>
                  </a:lnTo>
                  <a:lnTo>
                    <a:pt x="903906" y="51370"/>
                  </a:lnTo>
                  <a:lnTo>
                    <a:pt x="904366" y="51022"/>
                  </a:lnTo>
                  <a:lnTo>
                    <a:pt x="905664" y="51285"/>
                  </a:lnTo>
                  <a:lnTo>
                    <a:pt x="907711" y="51148"/>
                  </a:lnTo>
                  <a:lnTo>
                    <a:pt x="908757" y="50184"/>
                  </a:lnTo>
                  <a:lnTo>
                    <a:pt x="909911" y="49904"/>
                  </a:lnTo>
                  <a:lnTo>
                    <a:pt x="910992" y="50539"/>
                  </a:lnTo>
                  <a:lnTo>
                    <a:pt x="911423" y="49661"/>
                  </a:lnTo>
                  <a:lnTo>
                    <a:pt x="912560" y="49966"/>
                  </a:lnTo>
                  <a:lnTo>
                    <a:pt x="913343" y="49439"/>
                  </a:lnTo>
                  <a:lnTo>
                    <a:pt x="914194" y="49888"/>
                  </a:lnTo>
                  <a:lnTo>
                    <a:pt x="915214" y="48613"/>
                  </a:lnTo>
                  <a:lnTo>
                    <a:pt x="915582" y="48648"/>
                  </a:lnTo>
                  <a:lnTo>
                    <a:pt x="917303" y="49299"/>
                  </a:lnTo>
                  <a:lnTo>
                    <a:pt x="920959" y="49761"/>
                  </a:lnTo>
                  <a:lnTo>
                    <a:pt x="925175" y="52570"/>
                  </a:lnTo>
                  <a:lnTo>
                    <a:pt x="927780" y="52253"/>
                  </a:lnTo>
                  <a:lnTo>
                    <a:pt x="930863" y="52820"/>
                  </a:lnTo>
                  <a:lnTo>
                    <a:pt x="934004" y="53039"/>
                  </a:lnTo>
                  <a:lnTo>
                    <a:pt x="934607" y="53337"/>
                  </a:lnTo>
                  <a:lnTo>
                    <a:pt x="935138" y="52739"/>
                  </a:lnTo>
                  <a:lnTo>
                    <a:pt x="936870" y="54100"/>
                  </a:lnTo>
                  <a:lnTo>
                    <a:pt x="937637" y="55317"/>
                  </a:lnTo>
                  <a:lnTo>
                    <a:pt x="940400" y="56008"/>
                  </a:lnTo>
                  <a:lnTo>
                    <a:pt x="943221" y="59477"/>
                  </a:lnTo>
                  <a:lnTo>
                    <a:pt x="944281" y="60249"/>
                  </a:lnTo>
                  <a:lnTo>
                    <a:pt x="946052" y="60946"/>
                  </a:lnTo>
                  <a:lnTo>
                    <a:pt x="947443" y="61094"/>
                  </a:lnTo>
                  <a:lnTo>
                    <a:pt x="948916" y="61693"/>
                  </a:lnTo>
                  <a:lnTo>
                    <a:pt x="953346" y="65054"/>
                  </a:lnTo>
                  <a:lnTo>
                    <a:pt x="955083" y="65584"/>
                  </a:lnTo>
                  <a:lnTo>
                    <a:pt x="957421" y="66722"/>
                  </a:lnTo>
                  <a:lnTo>
                    <a:pt x="958588" y="66965"/>
                  </a:lnTo>
                  <a:lnTo>
                    <a:pt x="959053" y="67914"/>
                  </a:lnTo>
                  <a:lnTo>
                    <a:pt x="958591" y="69093"/>
                  </a:lnTo>
                  <a:lnTo>
                    <a:pt x="959842" y="71528"/>
                  </a:lnTo>
                  <a:lnTo>
                    <a:pt x="960724" y="74470"/>
                  </a:lnTo>
                  <a:lnTo>
                    <a:pt x="960846" y="75604"/>
                  </a:lnTo>
                  <a:lnTo>
                    <a:pt x="961983" y="77118"/>
                  </a:lnTo>
                  <a:lnTo>
                    <a:pt x="963744" y="78488"/>
                  </a:lnTo>
                  <a:lnTo>
                    <a:pt x="965979" y="79456"/>
                  </a:lnTo>
                  <a:lnTo>
                    <a:pt x="968420" y="79898"/>
                  </a:lnTo>
                  <a:lnTo>
                    <a:pt x="970435" y="79848"/>
                  </a:lnTo>
                  <a:lnTo>
                    <a:pt x="973999" y="81030"/>
                  </a:lnTo>
                  <a:lnTo>
                    <a:pt x="975556" y="82387"/>
                  </a:lnTo>
                  <a:lnTo>
                    <a:pt x="977918" y="85467"/>
                  </a:lnTo>
                  <a:lnTo>
                    <a:pt x="979096" y="86502"/>
                  </a:lnTo>
                  <a:lnTo>
                    <a:pt x="982492" y="90569"/>
                  </a:lnTo>
                  <a:lnTo>
                    <a:pt x="984719" y="92478"/>
                  </a:lnTo>
                  <a:lnTo>
                    <a:pt x="986120" y="93356"/>
                  </a:lnTo>
                  <a:lnTo>
                    <a:pt x="991425" y="95550"/>
                  </a:lnTo>
                  <a:lnTo>
                    <a:pt x="996838" y="99227"/>
                  </a:lnTo>
                  <a:lnTo>
                    <a:pt x="997543" y="99056"/>
                  </a:lnTo>
                  <a:lnTo>
                    <a:pt x="998805" y="99197"/>
                  </a:lnTo>
                  <a:lnTo>
                    <a:pt x="1002517" y="100015"/>
                  </a:lnTo>
                  <a:lnTo>
                    <a:pt x="1002853" y="100075"/>
                  </a:lnTo>
                  <a:lnTo>
                    <a:pt x="1007507" y="101605"/>
                  </a:lnTo>
                  <a:lnTo>
                    <a:pt x="1011361" y="101205"/>
                  </a:lnTo>
                  <a:lnTo>
                    <a:pt x="1012159" y="100881"/>
                  </a:lnTo>
                  <a:lnTo>
                    <a:pt x="1013868" y="100848"/>
                  </a:lnTo>
                  <a:lnTo>
                    <a:pt x="1014659" y="100051"/>
                  </a:lnTo>
                  <a:lnTo>
                    <a:pt x="1016332" y="99986"/>
                  </a:lnTo>
                  <a:lnTo>
                    <a:pt x="1016879" y="99629"/>
                  </a:lnTo>
                  <a:lnTo>
                    <a:pt x="1019920" y="100872"/>
                  </a:lnTo>
                  <a:lnTo>
                    <a:pt x="1023861" y="101374"/>
                  </a:lnTo>
                  <a:lnTo>
                    <a:pt x="1025108" y="102515"/>
                  </a:lnTo>
                  <a:lnTo>
                    <a:pt x="1026140" y="104774"/>
                  </a:lnTo>
                  <a:lnTo>
                    <a:pt x="1027353" y="106282"/>
                  </a:lnTo>
                  <a:lnTo>
                    <a:pt x="1029298" y="107833"/>
                  </a:lnTo>
                  <a:lnTo>
                    <a:pt x="1029686" y="108386"/>
                  </a:lnTo>
                  <a:lnTo>
                    <a:pt x="1030960" y="107273"/>
                  </a:lnTo>
                  <a:lnTo>
                    <a:pt x="1032169" y="106801"/>
                  </a:lnTo>
                  <a:lnTo>
                    <a:pt x="1033401" y="105686"/>
                  </a:lnTo>
                  <a:lnTo>
                    <a:pt x="1034431" y="103917"/>
                  </a:lnTo>
                  <a:lnTo>
                    <a:pt x="1035514" y="102695"/>
                  </a:lnTo>
                  <a:lnTo>
                    <a:pt x="1037949" y="101336"/>
                  </a:lnTo>
                  <a:lnTo>
                    <a:pt x="1039194" y="100225"/>
                  </a:lnTo>
                  <a:lnTo>
                    <a:pt x="1040377" y="98219"/>
                  </a:lnTo>
                  <a:lnTo>
                    <a:pt x="1040875" y="98417"/>
                  </a:lnTo>
                  <a:lnTo>
                    <a:pt x="1041438" y="98320"/>
                  </a:lnTo>
                  <a:lnTo>
                    <a:pt x="1042581" y="97650"/>
                  </a:lnTo>
                  <a:lnTo>
                    <a:pt x="1043564" y="99462"/>
                  </a:lnTo>
                  <a:lnTo>
                    <a:pt x="1044078" y="99403"/>
                  </a:lnTo>
                  <a:lnTo>
                    <a:pt x="1044551" y="100541"/>
                  </a:lnTo>
                  <a:lnTo>
                    <a:pt x="1045981" y="102500"/>
                  </a:lnTo>
                  <a:lnTo>
                    <a:pt x="1046114" y="102410"/>
                  </a:lnTo>
                  <a:lnTo>
                    <a:pt x="1048099" y="104516"/>
                  </a:lnTo>
                  <a:lnTo>
                    <a:pt x="1047948" y="106158"/>
                  </a:lnTo>
                  <a:lnTo>
                    <a:pt x="1052084" y="107112"/>
                  </a:lnTo>
                  <a:lnTo>
                    <a:pt x="1051845" y="109031"/>
                  </a:lnTo>
                  <a:lnTo>
                    <a:pt x="1053535" y="109052"/>
                  </a:lnTo>
                  <a:lnTo>
                    <a:pt x="1053772" y="109740"/>
                  </a:lnTo>
                  <a:lnTo>
                    <a:pt x="1054432" y="109390"/>
                  </a:lnTo>
                  <a:lnTo>
                    <a:pt x="1055082" y="110377"/>
                  </a:lnTo>
                  <a:lnTo>
                    <a:pt x="1056112" y="110037"/>
                  </a:lnTo>
                  <a:lnTo>
                    <a:pt x="1058261" y="110093"/>
                  </a:lnTo>
                  <a:lnTo>
                    <a:pt x="1058816" y="110305"/>
                  </a:lnTo>
                  <a:lnTo>
                    <a:pt x="1061617" y="111687"/>
                  </a:lnTo>
                  <a:lnTo>
                    <a:pt x="1063907" y="114083"/>
                  </a:lnTo>
                  <a:lnTo>
                    <a:pt x="1064954" y="114841"/>
                  </a:lnTo>
                  <a:lnTo>
                    <a:pt x="1065600" y="115166"/>
                  </a:lnTo>
                  <a:lnTo>
                    <a:pt x="1072208" y="116813"/>
                  </a:lnTo>
                  <a:lnTo>
                    <a:pt x="1075018" y="118447"/>
                  </a:lnTo>
                  <a:lnTo>
                    <a:pt x="1077959" y="121419"/>
                  </a:lnTo>
                  <a:lnTo>
                    <a:pt x="1078655" y="122425"/>
                  </a:lnTo>
                  <a:lnTo>
                    <a:pt x="1078843" y="126730"/>
                  </a:lnTo>
                  <a:lnTo>
                    <a:pt x="1080219" y="131569"/>
                  </a:lnTo>
                  <a:lnTo>
                    <a:pt x="1079962" y="134764"/>
                  </a:lnTo>
                  <a:lnTo>
                    <a:pt x="1080558" y="136112"/>
                  </a:lnTo>
                  <a:lnTo>
                    <a:pt x="1082175" y="137342"/>
                  </a:lnTo>
                  <a:lnTo>
                    <a:pt x="1082450" y="137975"/>
                  </a:lnTo>
                  <a:lnTo>
                    <a:pt x="1082188" y="139799"/>
                  </a:lnTo>
                  <a:lnTo>
                    <a:pt x="1082383" y="139942"/>
                  </a:lnTo>
                  <a:lnTo>
                    <a:pt x="1082394" y="143881"/>
                  </a:lnTo>
                  <a:lnTo>
                    <a:pt x="1083413" y="147963"/>
                  </a:lnTo>
                  <a:lnTo>
                    <a:pt x="1083836" y="148635"/>
                  </a:lnTo>
                  <a:lnTo>
                    <a:pt x="1086572" y="150350"/>
                  </a:lnTo>
                  <a:lnTo>
                    <a:pt x="1088310" y="152486"/>
                  </a:lnTo>
                  <a:lnTo>
                    <a:pt x="1089591" y="154975"/>
                  </a:lnTo>
                  <a:lnTo>
                    <a:pt x="1091229" y="156219"/>
                  </a:lnTo>
                  <a:lnTo>
                    <a:pt x="1092635" y="156787"/>
                  </a:lnTo>
                  <a:lnTo>
                    <a:pt x="1099566" y="158506"/>
                  </a:lnTo>
                  <a:lnTo>
                    <a:pt x="1106786" y="159599"/>
                  </a:lnTo>
                  <a:lnTo>
                    <a:pt x="1109435" y="160846"/>
                  </a:lnTo>
                  <a:lnTo>
                    <a:pt x="1113970" y="162112"/>
                  </a:lnTo>
                  <a:lnTo>
                    <a:pt x="1116730" y="163564"/>
                  </a:lnTo>
                  <a:lnTo>
                    <a:pt x="1120395" y="165080"/>
                  </a:lnTo>
                  <a:lnTo>
                    <a:pt x="1125256" y="166375"/>
                  </a:lnTo>
                  <a:lnTo>
                    <a:pt x="1128896" y="167706"/>
                  </a:lnTo>
                  <a:lnTo>
                    <a:pt x="1136286" y="169239"/>
                  </a:lnTo>
                  <a:lnTo>
                    <a:pt x="1139911" y="170404"/>
                  </a:lnTo>
                  <a:lnTo>
                    <a:pt x="1147917" y="175355"/>
                  </a:lnTo>
                  <a:lnTo>
                    <a:pt x="1149157" y="176388"/>
                  </a:lnTo>
                  <a:lnTo>
                    <a:pt x="1150467" y="177010"/>
                  </a:lnTo>
                  <a:lnTo>
                    <a:pt x="1153280" y="179392"/>
                  </a:lnTo>
                  <a:lnTo>
                    <a:pt x="1154462" y="180001"/>
                  </a:lnTo>
                  <a:lnTo>
                    <a:pt x="1154886" y="180770"/>
                  </a:lnTo>
                  <a:lnTo>
                    <a:pt x="1156768" y="182057"/>
                  </a:lnTo>
                  <a:lnTo>
                    <a:pt x="1159566" y="183261"/>
                  </a:lnTo>
                  <a:lnTo>
                    <a:pt x="1162517" y="183470"/>
                  </a:lnTo>
                  <a:lnTo>
                    <a:pt x="1165837" y="182736"/>
                  </a:lnTo>
                  <a:lnTo>
                    <a:pt x="1169223" y="182816"/>
                  </a:lnTo>
                  <a:lnTo>
                    <a:pt x="1171939" y="181940"/>
                  </a:lnTo>
                  <a:lnTo>
                    <a:pt x="1172231" y="181935"/>
                  </a:lnTo>
                  <a:lnTo>
                    <a:pt x="1172273" y="182182"/>
                  </a:lnTo>
                  <a:lnTo>
                    <a:pt x="1173502" y="181979"/>
                  </a:lnTo>
                  <a:lnTo>
                    <a:pt x="1173476" y="181626"/>
                  </a:lnTo>
                  <a:lnTo>
                    <a:pt x="1173778" y="181558"/>
                  </a:lnTo>
                  <a:lnTo>
                    <a:pt x="1174130" y="182028"/>
                  </a:lnTo>
                  <a:lnTo>
                    <a:pt x="1174590" y="181833"/>
                  </a:lnTo>
                  <a:lnTo>
                    <a:pt x="1174912" y="181984"/>
                  </a:lnTo>
                  <a:lnTo>
                    <a:pt x="1174988" y="181776"/>
                  </a:lnTo>
                  <a:lnTo>
                    <a:pt x="1175424" y="181975"/>
                  </a:lnTo>
                  <a:lnTo>
                    <a:pt x="1175549" y="181818"/>
                  </a:lnTo>
                  <a:lnTo>
                    <a:pt x="1175619" y="181998"/>
                  </a:lnTo>
                  <a:lnTo>
                    <a:pt x="1176211" y="181514"/>
                  </a:lnTo>
                  <a:lnTo>
                    <a:pt x="1176353" y="181771"/>
                  </a:lnTo>
                  <a:lnTo>
                    <a:pt x="1176579" y="181652"/>
                  </a:lnTo>
                  <a:lnTo>
                    <a:pt x="1176635" y="181445"/>
                  </a:lnTo>
                  <a:lnTo>
                    <a:pt x="1176216" y="181222"/>
                  </a:lnTo>
                  <a:lnTo>
                    <a:pt x="1176485" y="180931"/>
                  </a:lnTo>
                  <a:lnTo>
                    <a:pt x="1177173" y="180984"/>
                  </a:lnTo>
                  <a:lnTo>
                    <a:pt x="1177238" y="180807"/>
                  </a:lnTo>
                  <a:lnTo>
                    <a:pt x="1177868" y="180951"/>
                  </a:lnTo>
                  <a:lnTo>
                    <a:pt x="1177935" y="181297"/>
                  </a:lnTo>
                  <a:lnTo>
                    <a:pt x="1184416" y="180475"/>
                  </a:lnTo>
                  <a:lnTo>
                    <a:pt x="1187439" y="180786"/>
                  </a:lnTo>
                  <a:lnTo>
                    <a:pt x="1189674" y="181289"/>
                  </a:lnTo>
                  <a:lnTo>
                    <a:pt x="1193888" y="181284"/>
                  </a:lnTo>
                  <a:lnTo>
                    <a:pt x="1193967" y="180657"/>
                  </a:lnTo>
                  <a:lnTo>
                    <a:pt x="1195001" y="178762"/>
                  </a:lnTo>
                  <a:lnTo>
                    <a:pt x="1195500" y="178764"/>
                  </a:lnTo>
                  <a:lnTo>
                    <a:pt x="1195647" y="178449"/>
                  </a:lnTo>
                  <a:lnTo>
                    <a:pt x="1203273" y="182430"/>
                  </a:lnTo>
                  <a:lnTo>
                    <a:pt x="1203422" y="183571"/>
                  </a:lnTo>
                  <a:lnTo>
                    <a:pt x="1204521" y="185261"/>
                  </a:lnTo>
                  <a:lnTo>
                    <a:pt x="1205851" y="186115"/>
                  </a:lnTo>
                  <a:lnTo>
                    <a:pt x="1205795" y="186297"/>
                  </a:lnTo>
                  <a:lnTo>
                    <a:pt x="1207636" y="187353"/>
                  </a:lnTo>
                  <a:lnTo>
                    <a:pt x="1209995" y="189885"/>
                  </a:lnTo>
                  <a:lnTo>
                    <a:pt x="1210031" y="190144"/>
                  </a:lnTo>
                  <a:lnTo>
                    <a:pt x="1209445" y="191040"/>
                  </a:lnTo>
                  <a:lnTo>
                    <a:pt x="1209443" y="192484"/>
                  </a:lnTo>
                  <a:lnTo>
                    <a:pt x="1209700" y="193032"/>
                  </a:lnTo>
                  <a:lnTo>
                    <a:pt x="1210857" y="194376"/>
                  </a:lnTo>
                  <a:lnTo>
                    <a:pt x="1211587" y="194662"/>
                  </a:lnTo>
                  <a:lnTo>
                    <a:pt x="1212049" y="195653"/>
                  </a:lnTo>
                  <a:lnTo>
                    <a:pt x="1214255" y="197844"/>
                  </a:lnTo>
                  <a:lnTo>
                    <a:pt x="1214991" y="198913"/>
                  </a:lnTo>
                  <a:lnTo>
                    <a:pt x="1217068" y="199451"/>
                  </a:lnTo>
                  <a:lnTo>
                    <a:pt x="1221779" y="199317"/>
                  </a:lnTo>
                  <a:lnTo>
                    <a:pt x="1222423" y="198081"/>
                  </a:lnTo>
                  <a:lnTo>
                    <a:pt x="1222328" y="196907"/>
                  </a:lnTo>
                  <a:lnTo>
                    <a:pt x="1221982" y="196185"/>
                  </a:lnTo>
                  <a:lnTo>
                    <a:pt x="1220694" y="195927"/>
                  </a:lnTo>
                  <a:lnTo>
                    <a:pt x="1220809" y="195440"/>
                  </a:lnTo>
                  <a:lnTo>
                    <a:pt x="1223895" y="195037"/>
                  </a:lnTo>
                  <a:lnTo>
                    <a:pt x="1224521" y="195405"/>
                  </a:lnTo>
                  <a:lnTo>
                    <a:pt x="1225040" y="196239"/>
                  </a:lnTo>
                  <a:lnTo>
                    <a:pt x="1227561" y="195970"/>
                  </a:lnTo>
                  <a:lnTo>
                    <a:pt x="1229243" y="197485"/>
                  </a:lnTo>
                  <a:lnTo>
                    <a:pt x="1229037" y="197790"/>
                  </a:lnTo>
                  <a:lnTo>
                    <a:pt x="1231599" y="199145"/>
                  </a:lnTo>
                  <a:lnTo>
                    <a:pt x="1235522" y="200418"/>
                  </a:lnTo>
                  <a:lnTo>
                    <a:pt x="1238526" y="201676"/>
                  </a:lnTo>
                  <a:lnTo>
                    <a:pt x="1240793" y="203093"/>
                  </a:lnTo>
                  <a:lnTo>
                    <a:pt x="1242871" y="204992"/>
                  </a:lnTo>
                  <a:lnTo>
                    <a:pt x="1243478" y="206512"/>
                  </a:lnTo>
                  <a:lnTo>
                    <a:pt x="1243418" y="207100"/>
                  </a:lnTo>
                  <a:lnTo>
                    <a:pt x="1245073" y="207806"/>
                  </a:lnTo>
                  <a:lnTo>
                    <a:pt x="1245859" y="209492"/>
                  </a:lnTo>
                  <a:lnTo>
                    <a:pt x="1247276" y="210993"/>
                  </a:lnTo>
                  <a:lnTo>
                    <a:pt x="1248921" y="211911"/>
                  </a:lnTo>
                  <a:lnTo>
                    <a:pt x="1249341" y="212670"/>
                  </a:lnTo>
                  <a:lnTo>
                    <a:pt x="1249919" y="212753"/>
                  </a:lnTo>
                  <a:lnTo>
                    <a:pt x="1250754" y="213349"/>
                  </a:lnTo>
                  <a:lnTo>
                    <a:pt x="1251094" y="214135"/>
                  </a:lnTo>
                  <a:lnTo>
                    <a:pt x="1251510" y="214289"/>
                  </a:lnTo>
                  <a:lnTo>
                    <a:pt x="1252796" y="215905"/>
                  </a:lnTo>
                  <a:lnTo>
                    <a:pt x="1253141" y="216581"/>
                  </a:lnTo>
                  <a:lnTo>
                    <a:pt x="1253134" y="217012"/>
                  </a:lnTo>
                  <a:lnTo>
                    <a:pt x="1252904" y="217180"/>
                  </a:lnTo>
                  <a:lnTo>
                    <a:pt x="1253367" y="217880"/>
                  </a:lnTo>
                  <a:lnTo>
                    <a:pt x="1255429" y="219792"/>
                  </a:lnTo>
                  <a:lnTo>
                    <a:pt x="1256243" y="220967"/>
                  </a:lnTo>
                  <a:lnTo>
                    <a:pt x="1256741" y="222304"/>
                  </a:lnTo>
                  <a:lnTo>
                    <a:pt x="1258905" y="224206"/>
                  </a:lnTo>
                  <a:lnTo>
                    <a:pt x="1259207" y="225110"/>
                  </a:lnTo>
                  <a:lnTo>
                    <a:pt x="1261374" y="226737"/>
                  </a:lnTo>
                  <a:lnTo>
                    <a:pt x="1264638" y="228185"/>
                  </a:lnTo>
                  <a:lnTo>
                    <a:pt x="1266195" y="229180"/>
                  </a:lnTo>
                  <a:lnTo>
                    <a:pt x="1269041" y="231593"/>
                  </a:lnTo>
                  <a:lnTo>
                    <a:pt x="1273164" y="236755"/>
                  </a:lnTo>
                  <a:lnTo>
                    <a:pt x="1274306" y="238774"/>
                  </a:lnTo>
                  <a:lnTo>
                    <a:pt x="1275134" y="241608"/>
                  </a:lnTo>
                  <a:lnTo>
                    <a:pt x="1276035" y="242085"/>
                  </a:lnTo>
                  <a:lnTo>
                    <a:pt x="1278595" y="243658"/>
                  </a:lnTo>
                  <a:lnTo>
                    <a:pt x="1281628" y="243795"/>
                  </a:lnTo>
                  <a:lnTo>
                    <a:pt x="1283344" y="243450"/>
                  </a:lnTo>
                  <a:lnTo>
                    <a:pt x="1284109" y="242946"/>
                  </a:lnTo>
                  <a:lnTo>
                    <a:pt x="1285894" y="240264"/>
                  </a:lnTo>
                  <a:lnTo>
                    <a:pt x="1287028" y="239044"/>
                  </a:lnTo>
                  <a:lnTo>
                    <a:pt x="1288589" y="238347"/>
                  </a:lnTo>
                  <a:lnTo>
                    <a:pt x="1290644" y="237977"/>
                  </a:lnTo>
                  <a:lnTo>
                    <a:pt x="1294761" y="236642"/>
                  </a:lnTo>
                  <a:lnTo>
                    <a:pt x="1297754" y="235082"/>
                  </a:lnTo>
                  <a:lnTo>
                    <a:pt x="1298703" y="235085"/>
                  </a:lnTo>
                  <a:lnTo>
                    <a:pt x="1304629" y="236541"/>
                  </a:lnTo>
                  <a:lnTo>
                    <a:pt x="1304002" y="237343"/>
                  </a:lnTo>
                  <a:lnTo>
                    <a:pt x="1303417" y="239088"/>
                  </a:lnTo>
                  <a:lnTo>
                    <a:pt x="1303901" y="239216"/>
                  </a:lnTo>
                  <a:lnTo>
                    <a:pt x="1315543" y="241492"/>
                  </a:lnTo>
                  <a:lnTo>
                    <a:pt x="1321673" y="241928"/>
                  </a:lnTo>
                  <a:lnTo>
                    <a:pt x="1329360" y="242941"/>
                  </a:lnTo>
                  <a:lnTo>
                    <a:pt x="1333196" y="243952"/>
                  </a:lnTo>
                  <a:lnTo>
                    <a:pt x="1337084" y="245582"/>
                  </a:lnTo>
                  <a:lnTo>
                    <a:pt x="1343190" y="247286"/>
                  </a:lnTo>
                  <a:lnTo>
                    <a:pt x="1345807" y="247158"/>
                  </a:lnTo>
                  <a:lnTo>
                    <a:pt x="1346699" y="245900"/>
                  </a:lnTo>
                  <a:lnTo>
                    <a:pt x="1349876" y="243621"/>
                  </a:lnTo>
                  <a:lnTo>
                    <a:pt x="1351986" y="241580"/>
                  </a:lnTo>
                  <a:lnTo>
                    <a:pt x="1355187" y="237972"/>
                  </a:lnTo>
                  <a:lnTo>
                    <a:pt x="1363131" y="227633"/>
                  </a:lnTo>
                  <a:lnTo>
                    <a:pt x="1364566" y="225504"/>
                  </a:lnTo>
                  <a:lnTo>
                    <a:pt x="1365361" y="223554"/>
                  </a:lnTo>
                  <a:lnTo>
                    <a:pt x="1365909" y="222408"/>
                  </a:lnTo>
                  <a:lnTo>
                    <a:pt x="1366661" y="219371"/>
                  </a:lnTo>
                  <a:lnTo>
                    <a:pt x="1367200" y="218102"/>
                  </a:lnTo>
                  <a:lnTo>
                    <a:pt x="1369184" y="215181"/>
                  </a:lnTo>
                  <a:lnTo>
                    <a:pt x="1370839" y="211463"/>
                  </a:lnTo>
                  <a:lnTo>
                    <a:pt x="1371841" y="210222"/>
                  </a:lnTo>
                  <a:lnTo>
                    <a:pt x="1374229" y="210967"/>
                  </a:lnTo>
                  <a:lnTo>
                    <a:pt x="1376872" y="210754"/>
                  </a:lnTo>
                  <a:lnTo>
                    <a:pt x="1378672" y="210839"/>
                  </a:lnTo>
                  <a:lnTo>
                    <a:pt x="1381972" y="211435"/>
                  </a:lnTo>
                  <a:lnTo>
                    <a:pt x="1385498" y="211377"/>
                  </a:lnTo>
                  <a:lnTo>
                    <a:pt x="1391168" y="212365"/>
                  </a:lnTo>
                  <a:lnTo>
                    <a:pt x="1396562" y="212816"/>
                  </a:lnTo>
                  <a:lnTo>
                    <a:pt x="1399791" y="213569"/>
                  </a:lnTo>
                  <a:lnTo>
                    <a:pt x="1401405" y="213458"/>
                  </a:lnTo>
                  <a:lnTo>
                    <a:pt x="1405924" y="212503"/>
                  </a:lnTo>
                  <a:lnTo>
                    <a:pt x="1407031" y="212015"/>
                  </a:lnTo>
                  <a:lnTo>
                    <a:pt x="1410510" y="211749"/>
                  </a:lnTo>
                  <a:lnTo>
                    <a:pt x="1414440" y="212302"/>
                  </a:lnTo>
                  <a:lnTo>
                    <a:pt x="1416816" y="212362"/>
                  </a:lnTo>
                  <a:lnTo>
                    <a:pt x="1420118" y="214319"/>
                  </a:lnTo>
                  <a:lnTo>
                    <a:pt x="1422312" y="214739"/>
                  </a:lnTo>
                  <a:lnTo>
                    <a:pt x="1424149" y="214063"/>
                  </a:lnTo>
                  <a:lnTo>
                    <a:pt x="1427654" y="212040"/>
                  </a:lnTo>
                  <a:lnTo>
                    <a:pt x="1430222" y="208960"/>
                  </a:lnTo>
                  <a:lnTo>
                    <a:pt x="1431778" y="205261"/>
                  </a:lnTo>
                  <a:lnTo>
                    <a:pt x="1433635" y="204117"/>
                  </a:lnTo>
                  <a:lnTo>
                    <a:pt x="1434543" y="203997"/>
                  </a:lnTo>
                  <a:lnTo>
                    <a:pt x="1436630" y="204617"/>
                  </a:lnTo>
                  <a:lnTo>
                    <a:pt x="1440329" y="206769"/>
                  </a:lnTo>
                  <a:lnTo>
                    <a:pt x="1438785" y="207544"/>
                  </a:lnTo>
                  <a:lnTo>
                    <a:pt x="1438390" y="208035"/>
                  </a:lnTo>
                  <a:lnTo>
                    <a:pt x="1438244" y="209053"/>
                  </a:lnTo>
                  <a:lnTo>
                    <a:pt x="1438677" y="210487"/>
                  </a:lnTo>
                  <a:lnTo>
                    <a:pt x="1439517" y="211705"/>
                  </a:lnTo>
                  <a:lnTo>
                    <a:pt x="1440565" y="212693"/>
                  </a:lnTo>
                  <a:lnTo>
                    <a:pt x="1445251" y="215657"/>
                  </a:lnTo>
                  <a:lnTo>
                    <a:pt x="1447532" y="217694"/>
                  </a:lnTo>
                  <a:lnTo>
                    <a:pt x="1448033" y="218441"/>
                  </a:lnTo>
                  <a:lnTo>
                    <a:pt x="1448277" y="220090"/>
                  </a:lnTo>
                  <a:lnTo>
                    <a:pt x="1448205" y="221288"/>
                  </a:lnTo>
                  <a:lnTo>
                    <a:pt x="1446479" y="223507"/>
                  </a:lnTo>
                  <a:lnTo>
                    <a:pt x="1443240" y="225825"/>
                  </a:lnTo>
                  <a:lnTo>
                    <a:pt x="1440955" y="226666"/>
                  </a:lnTo>
                  <a:lnTo>
                    <a:pt x="1437531" y="228418"/>
                  </a:lnTo>
                  <a:lnTo>
                    <a:pt x="1436846" y="229956"/>
                  </a:lnTo>
                  <a:lnTo>
                    <a:pt x="1437002" y="230602"/>
                  </a:lnTo>
                  <a:lnTo>
                    <a:pt x="1437832" y="231641"/>
                  </a:lnTo>
                  <a:lnTo>
                    <a:pt x="1438784" y="232396"/>
                  </a:lnTo>
                  <a:lnTo>
                    <a:pt x="1441014" y="233573"/>
                  </a:lnTo>
                  <a:lnTo>
                    <a:pt x="1444130" y="234470"/>
                  </a:lnTo>
                  <a:lnTo>
                    <a:pt x="1448073" y="235220"/>
                  </a:lnTo>
                  <a:lnTo>
                    <a:pt x="1451511" y="234651"/>
                  </a:lnTo>
                  <a:lnTo>
                    <a:pt x="1453396" y="234685"/>
                  </a:lnTo>
                  <a:lnTo>
                    <a:pt x="1454284" y="234912"/>
                  </a:lnTo>
                  <a:lnTo>
                    <a:pt x="1455208" y="235665"/>
                  </a:lnTo>
                  <a:lnTo>
                    <a:pt x="1457799" y="239736"/>
                  </a:lnTo>
                  <a:lnTo>
                    <a:pt x="1459961" y="242327"/>
                  </a:lnTo>
                  <a:lnTo>
                    <a:pt x="1461149" y="243074"/>
                  </a:lnTo>
                  <a:lnTo>
                    <a:pt x="1461793" y="243166"/>
                  </a:lnTo>
                  <a:lnTo>
                    <a:pt x="1464657" y="242489"/>
                  </a:lnTo>
                  <a:lnTo>
                    <a:pt x="1470753" y="240553"/>
                  </a:lnTo>
                  <a:lnTo>
                    <a:pt x="1472486" y="239058"/>
                  </a:lnTo>
                  <a:lnTo>
                    <a:pt x="1473059" y="237859"/>
                  </a:lnTo>
                  <a:lnTo>
                    <a:pt x="1473148" y="236044"/>
                  </a:lnTo>
                  <a:lnTo>
                    <a:pt x="1472212" y="233745"/>
                  </a:lnTo>
                  <a:lnTo>
                    <a:pt x="1471782" y="233261"/>
                  </a:lnTo>
                  <a:lnTo>
                    <a:pt x="1470840" y="233311"/>
                  </a:lnTo>
                  <a:lnTo>
                    <a:pt x="1469496" y="233002"/>
                  </a:lnTo>
                  <a:lnTo>
                    <a:pt x="1468735" y="232635"/>
                  </a:lnTo>
                  <a:lnTo>
                    <a:pt x="1468350" y="232038"/>
                  </a:lnTo>
                  <a:lnTo>
                    <a:pt x="1468341" y="231079"/>
                  </a:lnTo>
                  <a:lnTo>
                    <a:pt x="1469024" y="230125"/>
                  </a:lnTo>
                  <a:lnTo>
                    <a:pt x="1470243" y="229658"/>
                  </a:lnTo>
                  <a:lnTo>
                    <a:pt x="1471488" y="229823"/>
                  </a:lnTo>
                  <a:lnTo>
                    <a:pt x="1474560" y="231354"/>
                  </a:lnTo>
                  <a:lnTo>
                    <a:pt x="1475617" y="232175"/>
                  </a:lnTo>
                  <a:lnTo>
                    <a:pt x="1475677" y="233274"/>
                  </a:lnTo>
                  <a:lnTo>
                    <a:pt x="1477076" y="234843"/>
                  </a:lnTo>
                  <a:lnTo>
                    <a:pt x="1478761" y="237473"/>
                  </a:lnTo>
                  <a:lnTo>
                    <a:pt x="1479054" y="240237"/>
                  </a:lnTo>
                  <a:lnTo>
                    <a:pt x="1478550" y="240484"/>
                  </a:lnTo>
                  <a:lnTo>
                    <a:pt x="1478055" y="242372"/>
                  </a:lnTo>
                  <a:lnTo>
                    <a:pt x="1478521" y="246498"/>
                  </a:lnTo>
                  <a:lnTo>
                    <a:pt x="1478161" y="249261"/>
                  </a:lnTo>
                  <a:lnTo>
                    <a:pt x="1479000" y="251966"/>
                  </a:lnTo>
                  <a:lnTo>
                    <a:pt x="1480120" y="254307"/>
                  </a:lnTo>
                  <a:lnTo>
                    <a:pt x="1482370" y="257987"/>
                  </a:lnTo>
                  <a:lnTo>
                    <a:pt x="1483198" y="258731"/>
                  </a:lnTo>
                  <a:lnTo>
                    <a:pt x="1485588" y="259073"/>
                  </a:lnTo>
                  <a:lnTo>
                    <a:pt x="1487632" y="258469"/>
                  </a:lnTo>
                  <a:lnTo>
                    <a:pt x="1489338" y="257014"/>
                  </a:lnTo>
                  <a:lnTo>
                    <a:pt x="1490110" y="255400"/>
                  </a:lnTo>
                  <a:lnTo>
                    <a:pt x="1490792" y="254136"/>
                  </a:lnTo>
                  <a:lnTo>
                    <a:pt x="1491878" y="248616"/>
                  </a:lnTo>
                  <a:lnTo>
                    <a:pt x="1492310" y="247632"/>
                  </a:lnTo>
                  <a:lnTo>
                    <a:pt x="1492901" y="247336"/>
                  </a:lnTo>
                  <a:lnTo>
                    <a:pt x="1494281" y="247202"/>
                  </a:lnTo>
                  <a:lnTo>
                    <a:pt x="1496005" y="247622"/>
                  </a:lnTo>
                  <a:lnTo>
                    <a:pt x="1496909" y="248382"/>
                  </a:lnTo>
                  <a:lnTo>
                    <a:pt x="1499671" y="252009"/>
                  </a:lnTo>
                  <a:lnTo>
                    <a:pt x="1504554" y="259806"/>
                  </a:lnTo>
                  <a:lnTo>
                    <a:pt x="1505299" y="263129"/>
                  </a:lnTo>
                  <a:lnTo>
                    <a:pt x="1504864" y="264209"/>
                  </a:lnTo>
                  <a:lnTo>
                    <a:pt x="1504253" y="264920"/>
                  </a:lnTo>
                  <a:lnTo>
                    <a:pt x="1502742" y="265599"/>
                  </a:lnTo>
                  <a:lnTo>
                    <a:pt x="1501046" y="265246"/>
                  </a:lnTo>
                  <a:lnTo>
                    <a:pt x="1498887" y="265209"/>
                  </a:lnTo>
                  <a:lnTo>
                    <a:pt x="1497076" y="264441"/>
                  </a:lnTo>
                  <a:lnTo>
                    <a:pt x="1496325" y="263704"/>
                  </a:lnTo>
                  <a:lnTo>
                    <a:pt x="1494265" y="260563"/>
                  </a:lnTo>
                  <a:lnTo>
                    <a:pt x="1493346" y="258331"/>
                  </a:lnTo>
                  <a:lnTo>
                    <a:pt x="1493377" y="257474"/>
                  </a:lnTo>
                  <a:lnTo>
                    <a:pt x="1493147" y="256912"/>
                  </a:lnTo>
                  <a:lnTo>
                    <a:pt x="1492505" y="256440"/>
                  </a:lnTo>
                  <a:lnTo>
                    <a:pt x="1491652" y="257084"/>
                  </a:lnTo>
                  <a:lnTo>
                    <a:pt x="1490806" y="258150"/>
                  </a:lnTo>
                  <a:lnTo>
                    <a:pt x="1490336" y="264073"/>
                  </a:lnTo>
                  <a:lnTo>
                    <a:pt x="1490544" y="265238"/>
                  </a:lnTo>
                  <a:lnTo>
                    <a:pt x="1491422" y="267893"/>
                  </a:lnTo>
                  <a:lnTo>
                    <a:pt x="1492758" y="270128"/>
                  </a:lnTo>
                  <a:lnTo>
                    <a:pt x="1493248" y="270414"/>
                  </a:lnTo>
                  <a:lnTo>
                    <a:pt x="1494587" y="270581"/>
                  </a:lnTo>
                  <a:lnTo>
                    <a:pt x="1495143" y="270413"/>
                  </a:lnTo>
                  <a:lnTo>
                    <a:pt x="1499635" y="268430"/>
                  </a:lnTo>
                  <a:lnTo>
                    <a:pt x="1502814" y="267819"/>
                  </a:lnTo>
                  <a:lnTo>
                    <a:pt x="1503956" y="267806"/>
                  </a:lnTo>
                  <a:lnTo>
                    <a:pt x="1507354" y="268434"/>
                  </a:lnTo>
                  <a:lnTo>
                    <a:pt x="1508697" y="267719"/>
                  </a:lnTo>
                  <a:lnTo>
                    <a:pt x="1510778" y="265984"/>
                  </a:lnTo>
                  <a:lnTo>
                    <a:pt x="1512313" y="265761"/>
                  </a:lnTo>
                  <a:lnTo>
                    <a:pt x="1512885" y="265950"/>
                  </a:lnTo>
                  <a:lnTo>
                    <a:pt x="1514862" y="265958"/>
                  </a:lnTo>
                  <a:lnTo>
                    <a:pt x="1515616" y="265642"/>
                  </a:lnTo>
                  <a:lnTo>
                    <a:pt x="1516118" y="264550"/>
                  </a:lnTo>
                  <a:lnTo>
                    <a:pt x="1517399" y="263158"/>
                  </a:lnTo>
                  <a:lnTo>
                    <a:pt x="1517854" y="262965"/>
                  </a:lnTo>
                  <a:lnTo>
                    <a:pt x="1519151" y="262694"/>
                  </a:lnTo>
                  <a:lnTo>
                    <a:pt x="1520674" y="262841"/>
                  </a:lnTo>
                  <a:lnTo>
                    <a:pt x="1521159" y="263119"/>
                  </a:lnTo>
                  <a:lnTo>
                    <a:pt x="1521513" y="263904"/>
                  </a:lnTo>
                  <a:lnTo>
                    <a:pt x="1521960" y="267881"/>
                  </a:lnTo>
                  <a:lnTo>
                    <a:pt x="1522892" y="268723"/>
                  </a:lnTo>
                  <a:lnTo>
                    <a:pt x="1527872" y="269421"/>
                  </a:lnTo>
                  <a:lnTo>
                    <a:pt x="1530363" y="269443"/>
                  </a:lnTo>
                  <a:lnTo>
                    <a:pt x="1532048" y="270066"/>
                  </a:lnTo>
                  <a:lnTo>
                    <a:pt x="1532552" y="270722"/>
                  </a:lnTo>
                  <a:lnTo>
                    <a:pt x="1532281" y="271748"/>
                  </a:lnTo>
                  <a:lnTo>
                    <a:pt x="1529069" y="274628"/>
                  </a:lnTo>
                  <a:lnTo>
                    <a:pt x="1528501" y="275545"/>
                  </a:lnTo>
                  <a:lnTo>
                    <a:pt x="1528342" y="278277"/>
                  </a:lnTo>
                  <a:lnTo>
                    <a:pt x="1528475" y="281667"/>
                  </a:lnTo>
                  <a:lnTo>
                    <a:pt x="1528284" y="282212"/>
                  </a:lnTo>
                  <a:lnTo>
                    <a:pt x="1527446" y="282852"/>
                  </a:lnTo>
                  <a:lnTo>
                    <a:pt x="1526464" y="284104"/>
                  </a:lnTo>
                  <a:lnTo>
                    <a:pt x="1525961" y="285247"/>
                  </a:lnTo>
                  <a:lnTo>
                    <a:pt x="1526690" y="286754"/>
                  </a:lnTo>
                  <a:lnTo>
                    <a:pt x="1527480" y="287480"/>
                  </a:lnTo>
                  <a:lnTo>
                    <a:pt x="1530699" y="289064"/>
                  </a:lnTo>
                  <a:lnTo>
                    <a:pt x="1537154" y="293535"/>
                  </a:lnTo>
                  <a:lnTo>
                    <a:pt x="1538020" y="293788"/>
                  </a:lnTo>
                  <a:lnTo>
                    <a:pt x="1538867" y="293666"/>
                  </a:lnTo>
                  <a:lnTo>
                    <a:pt x="1540404" y="293852"/>
                  </a:lnTo>
                  <a:lnTo>
                    <a:pt x="1542234" y="293406"/>
                  </a:lnTo>
                  <a:lnTo>
                    <a:pt x="1543274" y="292709"/>
                  </a:lnTo>
                  <a:lnTo>
                    <a:pt x="1543781" y="290906"/>
                  </a:lnTo>
                  <a:lnTo>
                    <a:pt x="1544033" y="287514"/>
                  </a:lnTo>
                  <a:lnTo>
                    <a:pt x="1542803" y="282660"/>
                  </a:lnTo>
                  <a:lnTo>
                    <a:pt x="1542682" y="280647"/>
                  </a:lnTo>
                  <a:lnTo>
                    <a:pt x="1543326" y="279924"/>
                  </a:lnTo>
                  <a:lnTo>
                    <a:pt x="1544305" y="279601"/>
                  </a:lnTo>
                  <a:lnTo>
                    <a:pt x="1546746" y="279101"/>
                  </a:lnTo>
                  <a:lnTo>
                    <a:pt x="1548882" y="279429"/>
                  </a:lnTo>
                  <a:lnTo>
                    <a:pt x="1550742" y="281045"/>
                  </a:lnTo>
                  <a:lnTo>
                    <a:pt x="1550993" y="281634"/>
                  </a:lnTo>
                  <a:lnTo>
                    <a:pt x="1550991" y="282815"/>
                  </a:lnTo>
                  <a:lnTo>
                    <a:pt x="1550559" y="283369"/>
                  </a:lnTo>
                  <a:lnTo>
                    <a:pt x="1549143" y="284304"/>
                  </a:lnTo>
                  <a:lnTo>
                    <a:pt x="1548450" y="285992"/>
                  </a:lnTo>
                  <a:lnTo>
                    <a:pt x="1548907" y="287231"/>
                  </a:lnTo>
                  <a:lnTo>
                    <a:pt x="1549711" y="287709"/>
                  </a:lnTo>
                  <a:lnTo>
                    <a:pt x="1550906" y="287892"/>
                  </a:lnTo>
                  <a:lnTo>
                    <a:pt x="1551620" y="287755"/>
                  </a:lnTo>
                  <a:lnTo>
                    <a:pt x="1554685" y="286565"/>
                  </a:lnTo>
                  <a:lnTo>
                    <a:pt x="1555958" y="286372"/>
                  </a:lnTo>
                  <a:lnTo>
                    <a:pt x="1557588" y="285581"/>
                  </a:lnTo>
                  <a:lnTo>
                    <a:pt x="1558409" y="285522"/>
                  </a:lnTo>
                  <a:lnTo>
                    <a:pt x="1561498" y="286104"/>
                  </a:lnTo>
                  <a:lnTo>
                    <a:pt x="1562138" y="286766"/>
                  </a:lnTo>
                  <a:lnTo>
                    <a:pt x="1563403" y="289708"/>
                  </a:lnTo>
                  <a:lnTo>
                    <a:pt x="1563666" y="291566"/>
                  </a:lnTo>
                  <a:lnTo>
                    <a:pt x="1562419" y="292096"/>
                  </a:lnTo>
                  <a:lnTo>
                    <a:pt x="1559338" y="295323"/>
                  </a:lnTo>
                  <a:lnTo>
                    <a:pt x="1558866" y="296639"/>
                  </a:lnTo>
                  <a:lnTo>
                    <a:pt x="1557143" y="298837"/>
                  </a:lnTo>
                  <a:lnTo>
                    <a:pt x="1555694" y="301161"/>
                  </a:lnTo>
                  <a:lnTo>
                    <a:pt x="1553936" y="308740"/>
                  </a:lnTo>
                  <a:lnTo>
                    <a:pt x="1554105" y="313055"/>
                  </a:lnTo>
                  <a:lnTo>
                    <a:pt x="1553685" y="315019"/>
                  </a:lnTo>
                  <a:lnTo>
                    <a:pt x="1556949" y="318895"/>
                  </a:lnTo>
                  <a:lnTo>
                    <a:pt x="1558264" y="319951"/>
                  </a:lnTo>
                  <a:lnTo>
                    <a:pt x="1559427" y="320473"/>
                  </a:lnTo>
                  <a:lnTo>
                    <a:pt x="1560881" y="321518"/>
                  </a:lnTo>
                  <a:lnTo>
                    <a:pt x="1564483" y="325466"/>
                  </a:lnTo>
                  <a:lnTo>
                    <a:pt x="1567107" y="325681"/>
                  </a:lnTo>
                  <a:lnTo>
                    <a:pt x="1569559" y="325314"/>
                  </a:lnTo>
                  <a:lnTo>
                    <a:pt x="1571008" y="325705"/>
                  </a:lnTo>
                  <a:lnTo>
                    <a:pt x="1574359" y="327945"/>
                  </a:lnTo>
                  <a:lnTo>
                    <a:pt x="1575659" y="330066"/>
                  </a:lnTo>
                  <a:lnTo>
                    <a:pt x="1576901" y="331478"/>
                  </a:lnTo>
                  <a:lnTo>
                    <a:pt x="1578922" y="333232"/>
                  </a:lnTo>
                  <a:lnTo>
                    <a:pt x="1580132" y="333952"/>
                  </a:lnTo>
                  <a:lnTo>
                    <a:pt x="1581060" y="334953"/>
                  </a:lnTo>
                  <a:lnTo>
                    <a:pt x="1584658" y="337401"/>
                  </a:lnTo>
                  <a:lnTo>
                    <a:pt x="1593449" y="344222"/>
                  </a:lnTo>
                  <a:lnTo>
                    <a:pt x="1598272" y="349609"/>
                  </a:lnTo>
                  <a:lnTo>
                    <a:pt x="1602017" y="354576"/>
                  </a:lnTo>
                  <a:lnTo>
                    <a:pt x="1605682" y="356296"/>
                  </a:lnTo>
                  <a:lnTo>
                    <a:pt x="1610343" y="357997"/>
                  </a:lnTo>
                  <a:lnTo>
                    <a:pt x="1615475" y="359323"/>
                  </a:lnTo>
                  <a:lnTo>
                    <a:pt x="1616645" y="359912"/>
                  </a:lnTo>
                  <a:lnTo>
                    <a:pt x="1618718" y="361484"/>
                  </a:lnTo>
                  <a:lnTo>
                    <a:pt x="1621763" y="362954"/>
                  </a:lnTo>
                  <a:lnTo>
                    <a:pt x="1622675" y="362505"/>
                  </a:lnTo>
                  <a:lnTo>
                    <a:pt x="1623415" y="362457"/>
                  </a:lnTo>
                  <a:lnTo>
                    <a:pt x="1623842" y="363094"/>
                  </a:lnTo>
                  <a:lnTo>
                    <a:pt x="1624597" y="362956"/>
                  </a:lnTo>
                  <a:lnTo>
                    <a:pt x="1630400" y="365159"/>
                  </a:lnTo>
                  <a:lnTo>
                    <a:pt x="1634209" y="367155"/>
                  </a:lnTo>
                  <a:lnTo>
                    <a:pt x="1636766" y="368820"/>
                  </a:lnTo>
                  <a:lnTo>
                    <a:pt x="1641124" y="371043"/>
                  </a:lnTo>
                  <a:lnTo>
                    <a:pt x="1643591" y="372628"/>
                  </a:lnTo>
                  <a:lnTo>
                    <a:pt x="1651990" y="377018"/>
                  </a:lnTo>
                  <a:lnTo>
                    <a:pt x="1657213" y="379231"/>
                  </a:lnTo>
                  <a:lnTo>
                    <a:pt x="1664395" y="381534"/>
                  </a:lnTo>
                  <a:lnTo>
                    <a:pt x="1677164" y="390898"/>
                  </a:lnTo>
                  <a:lnTo>
                    <a:pt x="1677436" y="391254"/>
                  </a:lnTo>
                  <a:lnTo>
                    <a:pt x="1682404" y="393019"/>
                  </a:lnTo>
                  <a:lnTo>
                    <a:pt x="1687970" y="395154"/>
                  </a:lnTo>
                  <a:lnTo>
                    <a:pt x="1693905" y="398333"/>
                  </a:lnTo>
                  <a:lnTo>
                    <a:pt x="1695617" y="398859"/>
                  </a:lnTo>
                  <a:lnTo>
                    <a:pt x="1696986" y="399010"/>
                  </a:lnTo>
                  <a:lnTo>
                    <a:pt x="1703080" y="401151"/>
                  </a:lnTo>
                  <a:lnTo>
                    <a:pt x="1707172" y="402517"/>
                  </a:lnTo>
                  <a:lnTo>
                    <a:pt x="1712878" y="403417"/>
                  </a:lnTo>
                  <a:lnTo>
                    <a:pt x="1717820" y="404486"/>
                  </a:lnTo>
                  <a:lnTo>
                    <a:pt x="1722006" y="404403"/>
                  </a:lnTo>
                  <a:lnTo>
                    <a:pt x="1727399" y="403384"/>
                  </a:lnTo>
                  <a:lnTo>
                    <a:pt x="1727049" y="401151"/>
                  </a:lnTo>
                  <a:lnTo>
                    <a:pt x="1732656" y="399415"/>
                  </a:lnTo>
                  <a:lnTo>
                    <a:pt x="1733591" y="401864"/>
                  </a:lnTo>
                  <a:lnTo>
                    <a:pt x="1755830" y="407331"/>
                  </a:lnTo>
                  <a:lnTo>
                    <a:pt x="1756178" y="404156"/>
                  </a:lnTo>
                  <a:lnTo>
                    <a:pt x="1756024" y="403098"/>
                  </a:lnTo>
                  <a:lnTo>
                    <a:pt x="1760080" y="404855"/>
                  </a:lnTo>
                  <a:lnTo>
                    <a:pt x="1762355" y="405267"/>
                  </a:lnTo>
                  <a:lnTo>
                    <a:pt x="1767301" y="406210"/>
                  </a:lnTo>
                  <a:lnTo>
                    <a:pt x="1767739" y="404045"/>
                  </a:lnTo>
                  <a:lnTo>
                    <a:pt x="1767948" y="404074"/>
                  </a:lnTo>
                  <a:lnTo>
                    <a:pt x="1768288" y="403352"/>
                  </a:lnTo>
                  <a:lnTo>
                    <a:pt x="1768633" y="403454"/>
                  </a:lnTo>
                  <a:lnTo>
                    <a:pt x="1769294" y="402789"/>
                  </a:lnTo>
                  <a:lnTo>
                    <a:pt x="1770713" y="402820"/>
                  </a:lnTo>
                  <a:lnTo>
                    <a:pt x="1770308" y="399805"/>
                  </a:lnTo>
                  <a:lnTo>
                    <a:pt x="1771265" y="397172"/>
                  </a:lnTo>
                  <a:lnTo>
                    <a:pt x="1772079" y="397687"/>
                  </a:lnTo>
                  <a:lnTo>
                    <a:pt x="1779468" y="398925"/>
                  </a:lnTo>
                  <a:lnTo>
                    <a:pt x="1780229" y="399275"/>
                  </a:lnTo>
                  <a:lnTo>
                    <a:pt x="1780972" y="399678"/>
                  </a:lnTo>
                  <a:lnTo>
                    <a:pt x="1783232" y="399941"/>
                  </a:lnTo>
                  <a:lnTo>
                    <a:pt x="1791103" y="400392"/>
                  </a:lnTo>
                  <a:lnTo>
                    <a:pt x="1796356" y="402121"/>
                  </a:lnTo>
                  <a:lnTo>
                    <a:pt x="1808370" y="404600"/>
                  </a:lnTo>
                  <a:lnTo>
                    <a:pt x="1824564" y="404519"/>
                  </a:lnTo>
                  <a:lnTo>
                    <a:pt x="1844782" y="408279"/>
                  </a:lnTo>
                  <a:lnTo>
                    <a:pt x="1855538" y="407678"/>
                  </a:lnTo>
                  <a:lnTo>
                    <a:pt x="1859005" y="408200"/>
                  </a:lnTo>
                  <a:lnTo>
                    <a:pt x="1862615" y="408383"/>
                  </a:lnTo>
                  <a:lnTo>
                    <a:pt x="1871277" y="408048"/>
                  </a:lnTo>
                  <a:lnTo>
                    <a:pt x="1872991" y="408345"/>
                  </a:lnTo>
                  <a:lnTo>
                    <a:pt x="1876876" y="409672"/>
                  </a:lnTo>
                  <a:lnTo>
                    <a:pt x="1886503" y="411639"/>
                  </a:lnTo>
                  <a:lnTo>
                    <a:pt x="1887460" y="409864"/>
                  </a:lnTo>
                  <a:lnTo>
                    <a:pt x="1891776" y="404558"/>
                  </a:lnTo>
                  <a:lnTo>
                    <a:pt x="1896709" y="404467"/>
                  </a:lnTo>
                  <a:lnTo>
                    <a:pt x="1901820" y="403895"/>
                  </a:lnTo>
                  <a:lnTo>
                    <a:pt x="1903871" y="404110"/>
                  </a:lnTo>
                  <a:lnTo>
                    <a:pt x="1905930" y="404588"/>
                  </a:lnTo>
                  <a:lnTo>
                    <a:pt x="1909543" y="406205"/>
                  </a:lnTo>
                  <a:lnTo>
                    <a:pt x="1912814" y="405586"/>
                  </a:lnTo>
                  <a:lnTo>
                    <a:pt x="1917020" y="407453"/>
                  </a:lnTo>
                  <a:lnTo>
                    <a:pt x="1919460" y="408631"/>
                  </a:lnTo>
                  <a:lnTo>
                    <a:pt x="1920991" y="408576"/>
                  </a:lnTo>
                  <a:lnTo>
                    <a:pt x="1921721" y="409261"/>
                  </a:lnTo>
                  <a:lnTo>
                    <a:pt x="1922602" y="408895"/>
                  </a:lnTo>
                  <a:lnTo>
                    <a:pt x="1922671" y="408111"/>
                  </a:lnTo>
                  <a:lnTo>
                    <a:pt x="1923609" y="407962"/>
                  </a:lnTo>
                  <a:lnTo>
                    <a:pt x="1924104" y="405907"/>
                  </a:lnTo>
                  <a:lnTo>
                    <a:pt x="1928022" y="406169"/>
                  </a:lnTo>
                  <a:lnTo>
                    <a:pt x="1930784" y="407343"/>
                  </a:lnTo>
                  <a:lnTo>
                    <a:pt x="1932343" y="410095"/>
                  </a:lnTo>
                  <a:lnTo>
                    <a:pt x="1933922" y="411598"/>
                  </a:lnTo>
                  <a:lnTo>
                    <a:pt x="1934503" y="412458"/>
                  </a:lnTo>
                  <a:lnTo>
                    <a:pt x="1935623" y="413227"/>
                  </a:lnTo>
                  <a:lnTo>
                    <a:pt x="1936369" y="414780"/>
                  </a:lnTo>
                  <a:lnTo>
                    <a:pt x="1937015" y="415092"/>
                  </a:lnTo>
                  <a:lnTo>
                    <a:pt x="1939256" y="415904"/>
                  </a:lnTo>
                  <a:lnTo>
                    <a:pt x="1943434" y="416072"/>
                  </a:lnTo>
                  <a:lnTo>
                    <a:pt x="1945079" y="416543"/>
                  </a:lnTo>
                  <a:lnTo>
                    <a:pt x="1951420" y="417313"/>
                  </a:lnTo>
                  <a:lnTo>
                    <a:pt x="1953822" y="417102"/>
                  </a:lnTo>
                  <a:lnTo>
                    <a:pt x="1955273" y="416269"/>
                  </a:lnTo>
                  <a:lnTo>
                    <a:pt x="1956694" y="416072"/>
                  </a:lnTo>
                  <a:lnTo>
                    <a:pt x="1957034" y="418111"/>
                  </a:lnTo>
                  <a:lnTo>
                    <a:pt x="1958962" y="417680"/>
                  </a:lnTo>
                  <a:lnTo>
                    <a:pt x="1960015" y="416605"/>
                  </a:lnTo>
                  <a:lnTo>
                    <a:pt x="1962378" y="416087"/>
                  </a:lnTo>
                  <a:lnTo>
                    <a:pt x="1963632" y="416176"/>
                  </a:lnTo>
                  <a:lnTo>
                    <a:pt x="1964809" y="412659"/>
                  </a:lnTo>
                  <a:lnTo>
                    <a:pt x="1966986" y="401976"/>
                  </a:lnTo>
                  <a:lnTo>
                    <a:pt x="1967232" y="399431"/>
                  </a:lnTo>
                  <a:lnTo>
                    <a:pt x="1967582" y="398819"/>
                  </a:lnTo>
                  <a:lnTo>
                    <a:pt x="1968305" y="399089"/>
                  </a:lnTo>
                  <a:lnTo>
                    <a:pt x="1968693" y="398834"/>
                  </a:lnTo>
                  <a:lnTo>
                    <a:pt x="1968605" y="398052"/>
                  </a:lnTo>
                  <a:lnTo>
                    <a:pt x="1967791" y="397789"/>
                  </a:lnTo>
                  <a:lnTo>
                    <a:pt x="1968321" y="396955"/>
                  </a:lnTo>
                  <a:lnTo>
                    <a:pt x="1968381" y="397526"/>
                  </a:lnTo>
                  <a:lnTo>
                    <a:pt x="1968827" y="397401"/>
                  </a:lnTo>
                  <a:lnTo>
                    <a:pt x="1968934" y="396338"/>
                  </a:lnTo>
                  <a:lnTo>
                    <a:pt x="1969269" y="396679"/>
                  </a:lnTo>
                  <a:lnTo>
                    <a:pt x="1969575" y="396408"/>
                  </a:lnTo>
                  <a:lnTo>
                    <a:pt x="1969192" y="395727"/>
                  </a:lnTo>
                  <a:lnTo>
                    <a:pt x="1969380" y="395201"/>
                  </a:lnTo>
                  <a:lnTo>
                    <a:pt x="1968763" y="395797"/>
                  </a:lnTo>
                  <a:lnTo>
                    <a:pt x="1968408" y="395825"/>
                  </a:lnTo>
                  <a:lnTo>
                    <a:pt x="1968262" y="395227"/>
                  </a:lnTo>
                  <a:lnTo>
                    <a:pt x="1968528" y="394873"/>
                  </a:lnTo>
                  <a:lnTo>
                    <a:pt x="1969895" y="394812"/>
                  </a:lnTo>
                  <a:lnTo>
                    <a:pt x="1970186" y="395303"/>
                  </a:lnTo>
                  <a:lnTo>
                    <a:pt x="1970914" y="395734"/>
                  </a:lnTo>
                  <a:lnTo>
                    <a:pt x="1970683" y="396232"/>
                  </a:lnTo>
                  <a:lnTo>
                    <a:pt x="1971347" y="396515"/>
                  </a:lnTo>
                  <a:lnTo>
                    <a:pt x="1970440" y="396891"/>
                  </a:lnTo>
                  <a:lnTo>
                    <a:pt x="1970368" y="397200"/>
                  </a:lnTo>
                  <a:lnTo>
                    <a:pt x="1971147" y="397521"/>
                  </a:lnTo>
                  <a:lnTo>
                    <a:pt x="1971942" y="400813"/>
                  </a:lnTo>
                  <a:lnTo>
                    <a:pt x="1972892" y="402050"/>
                  </a:lnTo>
                  <a:lnTo>
                    <a:pt x="1973545" y="402326"/>
                  </a:lnTo>
                  <a:lnTo>
                    <a:pt x="1977216" y="399975"/>
                  </a:lnTo>
                  <a:lnTo>
                    <a:pt x="1981083" y="401855"/>
                  </a:lnTo>
                  <a:lnTo>
                    <a:pt x="1981420" y="402047"/>
                  </a:lnTo>
                  <a:lnTo>
                    <a:pt x="1981699" y="403053"/>
                  </a:lnTo>
                  <a:lnTo>
                    <a:pt x="1983010" y="403673"/>
                  </a:lnTo>
                  <a:lnTo>
                    <a:pt x="1984722" y="405504"/>
                  </a:lnTo>
                  <a:lnTo>
                    <a:pt x="1985375" y="406558"/>
                  </a:lnTo>
                  <a:lnTo>
                    <a:pt x="1979531" y="413429"/>
                  </a:lnTo>
                  <a:lnTo>
                    <a:pt x="1982608" y="414843"/>
                  </a:lnTo>
                  <a:lnTo>
                    <a:pt x="1983875" y="415721"/>
                  </a:lnTo>
                  <a:lnTo>
                    <a:pt x="1986854" y="418846"/>
                  </a:lnTo>
                  <a:lnTo>
                    <a:pt x="1988516" y="417413"/>
                  </a:lnTo>
                  <a:lnTo>
                    <a:pt x="1989170" y="418460"/>
                  </a:lnTo>
                  <a:lnTo>
                    <a:pt x="1988903" y="421415"/>
                  </a:lnTo>
                  <a:lnTo>
                    <a:pt x="1988614" y="421942"/>
                  </a:lnTo>
                  <a:lnTo>
                    <a:pt x="1995646" y="421705"/>
                  </a:lnTo>
                  <a:lnTo>
                    <a:pt x="1996595" y="421082"/>
                  </a:lnTo>
                  <a:lnTo>
                    <a:pt x="1997661" y="420931"/>
                  </a:lnTo>
                  <a:lnTo>
                    <a:pt x="1998582" y="419774"/>
                  </a:lnTo>
                  <a:lnTo>
                    <a:pt x="1999196" y="419961"/>
                  </a:lnTo>
                  <a:lnTo>
                    <a:pt x="1999815" y="419770"/>
                  </a:lnTo>
                  <a:lnTo>
                    <a:pt x="2006909" y="416603"/>
                  </a:lnTo>
                  <a:lnTo>
                    <a:pt x="2007208" y="417994"/>
                  </a:lnTo>
                  <a:lnTo>
                    <a:pt x="2007811" y="418908"/>
                  </a:lnTo>
                  <a:lnTo>
                    <a:pt x="2006891" y="419265"/>
                  </a:lnTo>
                  <a:lnTo>
                    <a:pt x="2006750" y="419517"/>
                  </a:lnTo>
                  <a:lnTo>
                    <a:pt x="2006738" y="420076"/>
                  </a:lnTo>
                  <a:lnTo>
                    <a:pt x="2007059" y="420410"/>
                  </a:lnTo>
                  <a:lnTo>
                    <a:pt x="2007734" y="420556"/>
                  </a:lnTo>
                  <a:lnTo>
                    <a:pt x="2009216" y="419364"/>
                  </a:lnTo>
                  <a:lnTo>
                    <a:pt x="2011035" y="418658"/>
                  </a:lnTo>
                  <a:lnTo>
                    <a:pt x="2011598" y="418973"/>
                  </a:lnTo>
                  <a:lnTo>
                    <a:pt x="2012258" y="417898"/>
                  </a:lnTo>
                  <a:lnTo>
                    <a:pt x="2013684" y="416825"/>
                  </a:lnTo>
                  <a:lnTo>
                    <a:pt x="2014468" y="415508"/>
                  </a:lnTo>
                  <a:lnTo>
                    <a:pt x="2014387" y="414217"/>
                  </a:lnTo>
                  <a:lnTo>
                    <a:pt x="2014102" y="413885"/>
                  </a:lnTo>
                  <a:lnTo>
                    <a:pt x="2012822" y="413586"/>
                  </a:lnTo>
                  <a:lnTo>
                    <a:pt x="2012775" y="412784"/>
                  </a:lnTo>
                  <a:lnTo>
                    <a:pt x="2015362" y="409922"/>
                  </a:lnTo>
                  <a:lnTo>
                    <a:pt x="2017845" y="409477"/>
                  </a:lnTo>
                  <a:lnTo>
                    <a:pt x="2018574" y="408597"/>
                  </a:lnTo>
                  <a:lnTo>
                    <a:pt x="2018833" y="406495"/>
                  </a:lnTo>
                  <a:lnTo>
                    <a:pt x="2018167" y="403567"/>
                  </a:lnTo>
                  <a:lnTo>
                    <a:pt x="2018390" y="403291"/>
                  </a:lnTo>
                  <a:lnTo>
                    <a:pt x="2019998" y="403184"/>
                  </a:lnTo>
                  <a:lnTo>
                    <a:pt x="2020365" y="404283"/>
                  </a:lnTo>
                  <a:lnTo>
                    <a:pt x="2020629" y="404454"/>
                  </a:lnTo>
                  <a:lnTo>
                    <a:pt x="2021109" y="404215"/>
                  </a:lnTo>
                  <a:lnTo>
                    <a:pt x="2021697" y="403146"/>
                  </a:lnTo>
                  <a:lnTo>
                    <a:pt x="2022062" y="403038"/>
                  </a:lnTo>
                  <a:lnTo>
                    <a:pt x="2022287" y="403704"/>
                  </a:lnTo>
                  <a:lnTo>
                    <a:pt x="2022733" y="404148"/>
                  </a:lnTo>
                  <a:lnTo>
                    <a:pt x="2022614" y="405311"/>
                  </a:lnTo>
                  <a:lnTo>
                    <a:pt x="2023449" y="406503"/>
                  </a:lnTo>
                  <a:lnTo>
                    <a:pt x="2024146" y="407259"/>
                  </a:lnTo>
                  <a:lnTo>
                    <a:pt x="2024651" y="407435"/>
                  </a:lnTo>
                  <a:lnTo>
                    <a:pt x="2025297" y="407326"/>
                  </a:lnTo>
                  <a:lnTo>
                    <a:pt x="2025985" y="406824"/>
                  </a:lnTo>
                  <a:lnTo>
                    <a:pt x="2026513" y="405983"/>
                  </a:lnTo>
                  <a:lnTo>
                    <a:pt x="2029422" y="404018"/>
                  </a:lnTo>
                  <a:lnTo>
                    <a:pt x="2029499" y="402934"/>
                  </a:lnTo>
                  <a:lnTo>
                    <a:pt x="2030637" y="402317"/>
                  </a:lnTo>
                  <a:lnTo>
                    <a:pt x="2030615" y="401977"/>
                  </a:lnTo>
                  <a:lnTo>
                    <a:pt x="2030046" y="401983"/>
                  </a:lnTo>
                  <a:lnTo>
                    <a:pt x="2029815" y="401729"/>
                  </a:lnTo>
                  <a:lnTo>
                    <a:pt x="2030012" y="401310"/>
                  </a:lnTo>
                  <a:lnTo>
                    <a:pt x="2031048" y="400546"/>
                  </a:lnTo>
                  <a:lnTo>
                    <a:pt x="2030505" y="400105"/>
                  </a:lnTo>
                  <a:lnTo>
                    <a:pt x="2030658" y="399613"/>
                  </a:lnTo>
                  <a:lnTo>
                    <a:pt x="2032448" y="399688"/>
                  </a:lnTo>
                  <a:lnTo>
                    <a:pt x="2032863" y="399001"/>
                  </a:lnTo>
                  <a:lnTo>
                    <a:pt x="2033574" y="398613"/>
                  </a:lnTo>
                  <a:lnTo>
                    <a:pt x="2033432" y="397840"/>
                  </a:lnTo>
                  <a:lnTo>
                    <a:pt x="2033741" y="397787"/>
                  </a:lnTo>
                  <a:lnTo>
                    <a:pt x="2034227" y="398655"/>
                  </a:lnTo>
                  <a:lnTo>
                    <a:pt x="2035074" y="398652"/>
                  </a:lnTo>
                  <a:lnTo>
                    <a:pt x="2035288" y="398932"/>
                  </a:lnTo>
                  <a:lnTo>
                    <a:pt x="2035099" y="399741"/>
                  </a:lnTo>
                  <a:lnTo>
                    <a:pt x="2034414" y="399776"/>
                  </a:lnTo>
                  <a:lnTo>
                    <a:pt x="2034639" y="400327"/>
                  </a:lnTo>
                  <a:lnTo>
                    <a:pt x="2038883" y="397329"/>
                  </a:lnTo>
                  <a:lnTo>
                    <a:pt x="2040879" y="395479"/>
                  </a:lnTo>
                  <a:lnTo>
                    <a:pt x="2040248" y="394976"/>
                  </a:lnTo>
                  <a:lnTo>
                    <a:pt x="2039831" y="394042"/>
                  </a:lnTo>
                  <a:lnTo>
                    <a:pt x="2042592" y="382372"/>
                  </a:lnTo>
                  <a:lnTo>
                    <a:pt x="2043671" y="382624"/>
                  </a:lnTo>
                  <a:lnTo>
                    <a:pt x="2043846" y="381050"/>
                  </a:lnTo>
                  <a:lnTo>
                    <a:pt x="2044928" y="379496"/>
                  </a:lnTo>
                  <a:lnTo>
                    <a:pt x="2044954" y="379309"/>
                  </a:lnTo>
                  <a:lnTo>
                    <a:pt x="2043411" y="378872"/>
                  </a:lnTo>
                  <a:lnTo>
                    <a:pt x="2043473" y="378672"/>
                  </a:lnTo>
                  <a:lnTo>
                    <a:pt x="2045621" y="376892"/>
                  </a:lnTo>
                  <a:lnTo>
                    <a:pt x="2045923" y="375210"/>
                  </a:lnTo>
                  <a:lnTo>
                    <a:pt x="2046356" y="374378"/>
                  </a:lnTo>
                  <a:lnTo>
                    <a:pt x="2049125" y="370090"/>
                  </a:lnTo>
                  <a:lnTo>
                    <a:pt x="2052672" y="365425"/>
                  </a:lnTo>
                  <a:lnTo>
                    <a:pt x="2052967" y="365863"/>
                  </a:lnTo>
                  <a:lnTo>
                    <a:pt x="2053001" y="366567"/>
                  </a:lnTo>
                  <a:lnTo>
                    <a:pt x="2053695" y="366429"/>
                  </a:lnTo>
                  <a:lnTo>
                    <a:pt x="2053914" y="366038"/>
                  </a:lnTo>
                  <a:lnTo>
                    <a:pt x="2054437" y="366266"/>
                  </a:lnTo>
                  <a:lnTo>
                    <a:pt x="2054715" y="365664"/>
                  </a:lnTo>
                  <a:lnTo>
                    <a:pt x="2055830" y="364927"/>
                  </a:lnTo>
                  <a:lnTo>
                    <a:pt x="2056612" y="365299"/>
                  </a:lnTo>
                  <a:lnTo>
                    <a:pt x="2056826" y="365043"/>
                  </a:lnTo>
                  <a:lnTo>
                    <a:pt x="2057570" y="365131"/>
                  </a:lnTo>
                  <a:lnTo>
                    <a:pt x="2057928" y="364934"/>
                  </a:lnTo>
                  <a:lnTo>
                    <a:pt x="2058326" y="364215"/>
                  </a:lnTo>
                  <a:lnTo>
                    <a:pt x="2058694" y="363906"/>
                  </a:lnTo>
                  <a:lnTo>
                    <a:pt x="2058866" y="363231"/>
                  </a:lnTo>
                  <a:lnTo>
                    <a:pt x="2060174" y="363211"/>
                  </a:lnTo>
                  <a:lnTo>
                    <a:pt x="2065248" y="359197"/>
                  </a:lnTo>
                  <a:lnTo>
                    <a:pt x="2067804" y="354516"/>
                  </a:lnTo>
                  <a:lnTo>
                    <a:pt x="2069177" y="345220"/>
                  </a:lnTo>
                  <a:lnTo>
                    <a:pt x="2064802" y="341803"/>
                  </a:lnTo>
                  <a:lnTo>
                    <a:pt x="2065252" y="339217"/>
                  </a:lnTo>
                  <a:lnTo>
                    <a:pt x="2066211" y="339546"/>
                  </a:lnTo>
                  <a:lnTo>
                    <a:pt x="2067262" y="338398"/>
                  </a:lnTo>
                  <a:lnTo>
                    <a:pt x="2066944" y="336777"/>
                  </a:lnTo>
                  <a:lnTo>
                    <a:pt x="2066630" y="336635"/>
                  </a:lnTo>
                  <a:lnTo>
                    <a:pt x="2067839" y="334781"/>
                  </a:lnTo>
                  <a:lnTo>
                    <a:pt x="2069309" y="330081"/>
                  </a:lnTo>
                  <a:lnTo>
                    <a:pt x="2070438" y="329142"/>
                  </a:lnTo>
                  <a:lnTo>
                    <a:pt x="2071144" y="327273"/>
                  </a:lnTo>
                  <a:lnTo>
                    <a:pt x="2071549" y="327197"/>
                  </a:lnTo>
                  <a:lnTo>
                    <a:pt x="2071967" y="326187"/>
                  </a:lnTo>
                  <a:lnTo>
                    <a:pt x="2072921" y="325937"/>
                  </a:lnTo>
                  <a:lnTo>
                    <a:pt x="2073111" y="325159"/>
                  </a:lnTo>
                  <a:lnTo>
                    <a:pt x="2072824" y="324745"/>
                  </a:lnTo>
                  <a:lnTo>
                    <a:pt x="2077043" y="319045"/>
                  </a:lnTo>
                  <a:lnTo>
                    <a:pt x="2077262" y="318141"/>
                  </a:lnTo>
                  <a:lnTo>
                    <a:pt x="2076508" y="316387"/>
                  </a:lnTo>
                  <a:lnTo>
                    <a:pt x="2075616" y="311076"/>
                  </a:lnTo>
                  <a:lnTo>
                    <a:pt x="2075893" y="309079"/>
                  </a:lnTo>
                  <a:lnTo>
                    <a:pt x="2077476" y="305045"/>
                  </a:lnTo>
                  <a:lnTo>
                    <a:pt x="2079686" y="302948"/>
                  </a:lnTo>
                  <a:lnTo>
                    <a:pt x="2082376" y="300952"/>
                  </a:lnTo>
                  <a:lnTo>
                    <a:pt x="2090980" y="296137"/>
                  </a:lnTo>
                  <a:lnTo>
                    <a:pt x="2089982" y="294254"/>
                  </a:lnTo>
                  <a:lnTo>
                    <a:pt x="2091842" y="293459"/>
                  </a:lnTo>
                  <a:lnTo>
                    <a:pt x="2087764" y="290792"/>
                  </a:lnTo>
                  <a:lnTo>
                    <a:pt x="2089145" y="289233"/>
                  </a:lnTo>
                  <a:lnTo>
                    <a:pt x="2093350" y="287693"/>
                  </a:lnTo>
                  <a:lnTo>
                    <a:pt x="2096929" y="291647"/>
                  </a:lnTo>
                  <a:lnTo>
                    <a:pt x="2098552" y="292759"/>
                  </a:lnTo>
                  <a:lnTo>
                    <a:pt x="2103846" y="295311"/>
                  </a:lnTo>
                  <a:lnTo>
                    <a:pt x="2108428" y="299192"/>
                  </a:lnTo>
                  <a:lnTo>
                    <a:pt x="2108394" y="299547"/>
                  </a:lnTo>
                  <a:lnTo>
                    <a:pt x="2115068" y="299977"/>
                  </a:lnTo>
                  <a:lnTo>
                    <a:pt x="2131048" y="299943"/>
                  </a:lnTo>
                  <a:lnTo>
                    <a:pt x="2139578" y="298573"/>
                  </a:lnTo>
                  <a:lnTo>
                    <a:pt x="2139963" y="298727"/>
                  </a:lnTo>
                  <a:lnTo>
                    <a:pt x="2147996" y="296983"/>
                  </a:lnTo>
                  <a:lnTo>
                    <a:pt x="2149851" y="301428"/>
                  </a:lnTo>
                  <a:lnTo>
                    <a:pt x="2150897" y="303868"/>
                  </a:lnTo>
                  <a:lnTo>
                    <a:pt x="2155829" y="301245"/>
                  </a:lnTo>
                  <a:lnTo>
                    <a:pt x="2157363" y="299657"/>
                  </a:lnTo>
                  <a:lnTo>
                    <a:pt x="2161414" y="294234"/>
                  </a:lnTo>
                  <a:lnTo>
                    <a:pt x="2160334" y="291935"/>
                  </a:lnTo>
                  <a:lnTo>
                    <a:pt x="2163242" y="290278"/>
                  </a:lnTo>
                  <a:lnTo>
                    <a:pt x="2163040" y="289904"/>
                  </a:lnTo>
                  <a:lnTo>
                    <a:pt x="2165121" y="288296"/>
                  </a:lnTo>
                  <a:lnTo>
                    <a:pt x="2166166" y="285360"/>
                  </a:lnTo>
                  <a:lnTo>
                    <a:pt x="2166243" y="283234"/>
                  </a:lnTo>
                  <a:lnTo>
                    <a:pt x="2170555" y="279460"/>
                  </a:lnTo>
                  <a:lnTo>
                    <a:pt x="2172148" y="278570"/>
                  </a:lnTo>
                  <a:lnTo>
                    <a:pt x="2173040" y="277457"/>
                  </a:lnTo>
                  <a:lnTo>
                    <a:pt x="2175572" y="280363"/>
                  </a:lnTo>
                  <a:lnTo>
                    <a:pt x="2177590" y="283320"/>
                  </a:lnTo>
                  <a:lnTo>
                    <a:pt x="2180373" y="285836"/>
                  </a:lnTo>
                  <a:lnTo>
                    <a:pt x="2181719" y="287943"/>
                  </a:lnTo>
                  <a:lnTo>
                    <a:pt x="2182876" y="289296"/>
                  </a:lnTo>
                  <a:lnTo>
                    <a:pt x="2185757" y="291545"/>
                  </a:lnTo>
                  <a:lnTo>
                    <a:pt x="2189254" y="293718"/>
                  </a:lnTo>
                  <a:lnTo>
                    <a:pt x="2191824" y="297706"/>
                  </a:lnTo>
                  <a:lnTo>
                    <a:pt x="2193152" y="298408"/>
                  </a:lnTo>
                  <a:lnTo>
                    <a:pt x="2194790" y="300435"/>
                  </a:lnTo>
                  <a:lnTo>
                    <a:pt x="2195977" y="303310"/>
                  </a:lnTo>
                  <a:lnTo>
                    <a:pt x="2198541" y="306598"/>
                  </a:lnTo>
                  <a:lnTo>
                    <a:pt x="2199524" y="308770"/>
                  </a:lnTo>
                  <a:lnTo>
                    <a:pt x="2200016" y="309294"/>
                  </a:lnTo>
                  <a:lnTo>
                    <a:pt x="2200641" y="309674"/>
                  </a:lnTo>
                  <a:lnTo>
                    <a:pt x="2202036" y="309917"/>
                  </a:lnTo>
                  <a:lnTo>
                    <a:pt x="2204024" y="309727"/>
                  </a:lnTo>
                  <a:lnTo>
                    <a:pt x="2205415" y="309294"/>
                  </a:lnTo>
                  <a:lnTo>
                    <a:pt x="2209064" y="308996"/>
                  </a:lnTo>
                  <a:lnTo>
                    <a:pt x="2212005" y="309223"/>
                  </a:lnTo>
                  <a:lnTo>
                    <a:pt x="2214992" y="310842"/>
                  </a:lnTo>
                  <a:lnTo>
                    <a:pt x="2215994" y="311037"/>
                  </a:lnTo>
                  <a:lnTo>
                    <a:pt x="2217582" y="310761"/>
                  </a:lnTo>
                  <a:lnTo>
                    <a:pt x="2218146" y="310911"/>
                  </a:lnTo>
                  <a:lnTo>
                    <a:pt x="2219710" y="312175"/>
                  </a:lnTo>
                  <a:lnTo>
                    <a:pt x="2221178" y="312609"/>
                  </a:lnTo>
                  <a:lnTo>
                    <a:pt x="2221962" y="313464"/>
                  </a:lnTo>
                  <a:lnTo>
                    <a:pt x="2224522" y="315292"/>
                  </a:lnTo>
                  <a:lnTo>
                    <a:pt x="2227244" y="316482"/>
                  </a:lnTo>
                  <a:lnTo>
                    <a:pt x="2230314" y="318704"/>
                  </a:lnTo>
                  <a:lnTo>
                    <a:pt x="2230472" y="319128"/>
                  </a:lnTo>
                  <a:lnTo>
                    <a:pt x="2230204" y="320200"/>
                  </a:lnTo>
                  <a:lnTo>
                    <a:pt x="2230474" y="322527"/>
                  </a:lnTo>
                  <a:lnTo>
                    <a:pt x="2230159" y="325157"/>
                  </a:lnTo>
                  <a:lnTo>
                    <a:pt x="2237342" y="326677"/>
                  </a:lnTo>
                  <a:lnTo>
                    <a:pt x="2243951" y="327632"/>
                  </a:lnTo>
                  <a:lnTo>
                    <a:pt x="2247812" y="327960"/>
                  </a:lnTo>
                  <a:lnTo>
                    <a:pt x="2251210" y="327600"/>
                  </a:lnTo>
                  <a:lnTo>
                    <a:pt x="2251318" y="327020"/>
                  </a:lnTo>
                  <a:lnTo>
                    <a:pt x="2253785" y="327073"/>
                  </a:lnTo>
                  <a:lnTo>
                    <a:pt x="2254049" y="326263"/>
                  </a:lnTo>
                  <a:lnTo>
                    <a:pt x="2256205" y="326170"/>
                  </a:lnTo>
                  <a:lnTo>
                    <a:pt x="2258914" y="326485"/>
                  </a:lnTo>
                  <a:lnTo>
                    <a:pt x="2261109" y="327133"/>
                  </a:lnTo>
                  <a:lnTo>
                    <a:pt x="2262715" y="326697"/>
                  </a:lnTo>
                  <a:lnTo>
                    <a:pt x="2266081" y="326870"/>
                  </a:lnTo>
                  <a:lnTo>
                    <a:pt x="2266168" y="327955"/>
                  </a:lnTo>
                  <a:lnTo>
                    <a:pt x="2269519" y="327249"/>
                  </a:lnTo>
                  <a:lnTo>
                    <a:pt x="2269017" y="325168"/>
                  </a:lnTo>
                  <a:lnTo>
                    <a:pt x="2270805" y="323547"/>
                  </a:lnTo>
                  <a:lnTo>
                    <a:pt x="2272018" y="319651"/>
                  </a:lnTo>
                  <a:lnTo>
                    <a:pt x="2273299" y="318609"/>
                  </a:lnTo>
                  <a:lnTo>
                    <a:pt x="2274943" y="318306"/>
                  </a:lnTo>
                  <a:lnTo>
                    <a:pt x="2276483" y="318502"/>
                  </a:lnTo>
                  <a:lnTo>
                    <a:pt x="2279880" y="318152"/>
                  </a:lnTo>
                  <a:lnTo>
                    <a:pt x="2283167" y="318104"/>
                  </a:lnTo>
                  <a:lnTo>
                    <a:pt x="2287965" y="318871"/>
                  </a:lnTo>
                  <a:lnTo>
                    <a:pt x="2290867" y="318809"/>
                  </a:lnTo>
                  <a:lnTo>
                    <a:pt x="2293703" y="319836"/>
                  </a:lnTo>
                  <a:lnTo>
                    <a:pt x="2293328" y="321686"/>
                  </a:lnTo>
                  <a:lnTo>
                    <a:pt x="2294306" y="321777"/>
                  </a:lnTo>
                  <a:lnTo>
                    <a:pt x="2295203" y="322788"/>
                  </a:lnTo>
                  <a:lnTo>
                    <a:pt x="2295938" y="322908"/>
                  </a:lnTo>
                  <a:lnTo>
                    <a:pt x="2296403" y="322044"/>
                  </a:lnTo>
                  <a:lnTo>
                    <a:pt x="2297696" y="322620"/>
                  </a:lnTo>
                  <a:lnTo>
                    <a:pt x="2298852" y="323529"/>
                  </a:lnTo>
                  <a:lnTo>
                    <a:pt x="2300226" y="323628"/>
                  </a:lnTo>
                  <a:lnTo>
                    <a:pt x="2303316" y="324353"/>
                  </a:lnTo>
                  <a:lnTo>
                    <a:pt x="2304247" y="324849"/>
                  </a:lnTo>
                  <a:lnTo>
                    <a:pt x="2304774" y="325804"/>
                  </a:lnTo>
                  <a:lnTo>
                    <a:pt x="2304192" y="326993"/>
                  </a:lnTo>
                  <a:lnTo>
                    <a:pt x="2304298" y="328511"/>
                  </a:lnTo>
                  <a:lnTo>
                    <a:pt x="2304619" y="328870"/>
                  </a:lnTo>
                  <a:lnTo>
                    <a:pt x="2306621" y="329434"/>
                  </a:lnTo>
                  <a:lnTo>
                    <a:pt x="2304871" y="331783"/>
                  </a:lnTo>
                  <a:lnTo>
                    <a:pt x="2304885" y="333528"/>
                  </a:lnTo>
                  <a:lnTo>
                    <a:pt x="2305663" y="334454"/>
                  </a:lnTo>
                  <a:lnTo>
                    <a:pt x="2307517" y="336251"/>
                  </a:lnTo>
                  <a:lnTo>
                    <a:pt x="2316336" y="339404"/>
                  </a:lnTo>
                  <a:lnTo>
                    <a:pt x="2318049" y="342639"/>
                  </a:lnTo>
                  <a:lnTo>
                    <a:pt x="2318651" y="344717"/>
                  </a:lnTo>
                  <a:lnTo>
                    <a:pt x="2319775" y="347111"/>
                  </a:lnTo>
                  <a:lnTo>
                    <a:pt x="2321168" y="352600"/>
                  </a:lnTo>
                  <a:lnTo>
                    <a:pt x="2322123" y="357556"/>
                  </a:lnTo>
                  <a:lnTo>
                    <a:pt x="2322700" y="362415"/>
                  </a:lnTo>
                  <a:lnTo>
                    <a:pt x="2322555" y="363074"/>
                  </a:lnTo>
                  <a:lnTo>
                    <a:pt x="2323043" y="363774"/>
                  </a:lnTo>
                  <a:lnTo>
                    <a:pt x="2323326" y="367718"/>
                  </a:lnTo>
                  <a:lnTo>
                    <a:pt x="2324308" y="371760"/>
                  </a:lnTo>
                  <a:lnTo>
                    <a:pt x="2324297" y="373220"/>
                  </a:lnTo>
                  <a:lnTo>
                    <a:pt x="2323997" y="374424"/>
                  </a:lnTo>
                  <a:lnTo>
                    <a:pt x="2321903" y="378134"/>
                  </a:lnTo>
                  <a:lnTo>
                    <a:pt x="2321455" y="379729"/>
                  </a:lnTo>
                  <a:lnTo>
                    <a:pt x="2319662" y="381565"/>
                  </a:lnTo>
                  <a:lnTo>
                    <a:pt x="2318567" y="383934"/>
                  </a:lnTo>
                  <a:lnTo>
                    <a:pt x="2317559" y="384946"/>
                  </a:lnTo>
                  <a:lnTo>
                    <a:pt x="2317279" y="388546"/>
                  </a:lnTo>
                  <a:lnTo>
                    <a:pt x="2317800" y="390150"/>
                  </a:lnTo>
                  <a:lnTo>
                    <a:pt x="2319620" y="393675"/>
                  </a:lnTo>
                  <a:lnTo>
                    <a:pt x="2323213" y="397095"/>
                  </a:lnTo>
                  <a:lnTo>
                    <a:pt x="2324655" y="399115"/>
                  </a:lnTo>
                  <a:lnTo>
                    <a:pt x="2327591" y="408009"/>
                  </a:lnTo>
                  <a:lnTo>
                    <a:pt x="2327655" y="408475"/>
                  </a:lnTo>
                  <a:lnTo>
                    <a:pt x="2332578" y="406578"/>
                  </a:lnTo>
                  <a:lnTo>
                    <a:pt x="2333891" y="405845"/>
                  </a:lnTo>
                  <a:lnTo>
                    <a:pt x="2335700" y="403970"/>
                  </a:lnTo>
                  <a:lnTo>
                    <a:pt x="2337104" y="402865"/>
                  </a:lnTo>
                  <a:lnTo>
                    <a:pt x="2338998" y="399967"/>
                  </a:lnTo>
                  <a:lnTo>
                    <a:pt x="2340615" y="398596"/>
                  </a:lnTo>
                  <a:lnTo>
                    <a:pt x="2341864" y="397925"/>
                  </a:lnTo>
                  <a:lnTo>
                    <a:pt x="2345728" y="394741"/>
                  </a:lnTo>
                  <a:lnTo>
                    <a:pt x="2346514" y="393745"/>
                  </a:lnTo>
                  <a:lnTo>
                    <a:pt x="2349946" y="395947"/>
                  </a:lnTo>
                  <a:lnTo>
                    <a:pt x="2351110" y="395597"/>
                  </a:lnTo>
                  <a:lnTo>
                    <a:pt x="2351039" y="394685"/>
                  </a:lnTo>
                  <a:lnTo>
                    <a:pt x="2351820" y="394590"/>
                  </a:lnTo>
                  <a:lnTo>
                    <a:pt x="2352199" y="391718"/>
                  </a:lnTo>
                  <a:lnTo>
                    <a:pt x="2353239" y="393024"/>
                  </a:lnTo>
                  <a:lnTo>
                    <a:pt x="2357064" y="391633"/>
                  </a:lnTo>
                  <a:lnTo>
                    <a:pt x="2360382" y="390712"/>
                  </a:lnTo>
                  <a:lnTo>
                    <a:pt x="2362626" y="390443"/>
                  </a:lnTo>
                  <a:lnTo>
                    <a:pt x="2370454" y="390166"/>
                  </a:lnTo>
                  <a:lnTo>
                    <a:pt x="2373319" y="391201"/>
                  </a:lnTo>
                  <a:lnTo>
                    <a:pt x="2375298" y="392367"/>
                  </a:lnTo>
                  <a:lnTo>
                    <a:pt x="2375350" y="393492"/>
                  </a:lnTo>
                  <a:lnTo>
                    <a:pt x="2375858" y="393592"/>
                  </a:lnTo>
                  <a:lnTo>
                    <a:pt x="2375816" y="393949"/>
                  </a:lnTo>
                  <a:lnTo>
                    <a:pt x="2376438" y="394065"/>
                  </a:lnTo>
                  <a:lnTo>
                    <a:pt x="2376100" y="394787"/>
                  </a:lnTo>
                  <a:lnTo>
                    <a:pt x="2375105" y="395390"/>
                  </a:lnTo>
                  <a:lnTo>
                    <a:pt x="2374345" y="396255"/>
                  </a:lnTo>
                  <a:lnTo>
                    <a:pt x="2374711" y="396162"/>
                  </a:lnTo>
                  <a:lnTo>
                    <a:pt x="2375241" y="396454"/>
                  </a:lnTo>
                  <a:lnTo>
                    <a:pt x="2376063" y="397815"/>
                  </a:lnTo>
                  <a:lnTo>
                    <a:pt x="2376484" y="397829"/>
                  </a:lnTo>
                  <a:lnTo>
                    <a:pt x="2378870" y="396794"/>
                  </a:lnTo>
                  <a:lnTo>
                    <a:pt x="2379954" y="396641"/>
                  </a:lnTo>
                  <a:lnTo>
                    <a:pt x="2380184" y="397040"/>
                  </a:lnTo>
                  <a:lnTo>
                    <a:pt x="2383589" y="399580"/>
                  </a:lnTo>
                  <a:lnTo>
                    <a:pt x="2382292" y="401849"/>
                  </a:lnTo>
                  <a:lnTo>
                    <a:pt x="2383435" y="403153"/>
                  </a:lnTo>
                  <a:lnTo>
                    <a:pt x="2384417" y="403670"/>
                  </a:lnTo>
                  <a:lnTo>
                    <a:pt x="2384866" y="403090"/>
                  </a:lnTo>
                  <a:lnTo>
                    <a:pt x="2385072" y="401473"/>
                  </a:lnTo>
                  <a:lnTo>
                    <a:pt x="2387285" y="401600"/>
                  </a:lnTo>
                  <a:lnTo>
                    <a:pt x="2392172" y="399340"/>
                  </a:lnTo>
                  <a:lnTo>
                    <a:pt x="2391963" y="399805"/>
                  </a:lnTo>
                  <a:lnTo>
                    <a:pt x="2392206" y="399992"/>
                  </a:lnTo>
                  <a:lnTo>
                    <a:pt x="2395287" y="398653"/>
                  </a:lnTo>
                  <a:lnTo>
                    <a:pt x="2396584" y="401923"/>
                  </a:lnTo>
                  <a:lnTo>
                    <a:pt x="2397351" y="401840"/>
                  </a:lnTo>
                  <a:lnTo>
                    <a:pt x="2397508" y="403729"/>
                  </a:lnTo>
                  <a:lnTo>
                    <a:pt x="2398816" y="407216"/>
                  </a:lnTo>
                  <a:lnTo>
                    <a:pt x="2400485" y="409377"/>
                  </a:lnTo>
                  <a:lnTo>
                    <a:pt x="2400813" y="410107"/>
                  </a:lnTo>
                  <a:lnTo>
                    <a:pt x="2402496" y="416595"/>
                  </a:lnTo>
                  <a:lnTo>
                    <a:pt x="2403074" y="417371"/>
                  </a:lnTo>
                  <a:lnTo>
                    <a:pt x="2404099" y="418102"/>
                  </a:lnTo>
                  <a:lnTo>
                    <a:pt x="2405713" y="418368"/>
                  </a:lnTo>
                  <a:lnTo>
                    <a:pt x="2405467" y="419144"/>
                  </a:lnTo>
                  <a:lnTo>
                    <a:pt x="2406610" y="418766"/>
                  </a:lnTo>
                  <a:lnTo>
                    <a:pt x="2408258" y="419273"/>
                  </a:lnTo>
                  <a:lnTo>
                    <a:pt x="2406851" y="422212"/>
                  </a:lnTo>
                  <a:lnTo>
                    <a:pt x="2407757" y="422623"/>
                  </a:lnTo>
                  <a:lnTo>
                    <a:pt x="2409475" y="422873"/>
                  </a:lnTo>
                  <a:lnTo>
                    <a:pt x="2410201" y="422372"/>
                  </a:lnTo>
                  <a:lnTo>
                    <a:pt x="2411154" y="421024"/>
                  </a:lnTo>
                  <a:lnTo>
                    <a:pt x="2413465" y="419124"/>
                  </a:lnTo>
                  <a:lnTo>
                    <a:pt x="2417299" y="422237"/>
                  </a:lnTo>
                  <a:lnTo>
                    <a:pt x="2418587" y="424647"/>
                  </a:lnTo>
                  <a:lnTo>
                    <a:pt x="2419821" y="425870"/>
                  </a:lnTo>
                  <a:lnTo>
                    <a:pt x="2422680" y="427586"/>
                  </a:lnTo>
                  <a:lnTo>
                    <a:pt x="2423890" y="428607"/>
                  </a:lnTo>
                  <a:lnTo>
                    <a:pt x="2426636" y="429348"/>
                  </a:lnTo>
                  <a:lnTo>
                    <a:pt x="2428986" y="425756"/>
                  </a:lnTo>
                  <a:lnTo>
                    <a:pt x="2429392" y="425695"/>
                  </a:lnTo>
                  <a:lnTo>
                    <a:pt x="2430246" y="428672"/>
                  </a:lnTo>
                  <a:lnTo>
                    <a:pt x="2431070" y="427111"/>
                  </a:lnTo>
                  <a:lnTo>
                    <a:pt x="2433361" y="427836"/>
                  </a:lnTo>
                  <a:lnTo>
                    <a:pt x="2436824" y="427527"/>
                  </a:lnTo>
                  <a:lnTo>
                    <a:pt x="2437622" y="426706"/>
                  </a:lnTo>
                  <a:lnTo>
                    <a:pt x="2441286" y="425667"/>
                  </a:lnTo>
                  <a:lnTo>
                    <a:pt x="2443741" y="428642"/>
                  </a:lnTo>
                  <a:lnTo>
                    <a:pt x="2445888" y="429633"/>
                  </a:lnTo>
                  <a:lnTo>
                    <a:pt x="2447132" y="430767"/>
                  </a:lnTo>
                  <a:lnTo>
                    <a:pt x="2448519" y="431312"/>
                  </a:lnTo>
                  <a:lnTo>
                    <a:pt x="2450375" y="430103"/>
                  </a:lnTo>
                  <a:lnTo>
                    <a:pt x="2451897" y="432335"/>
                  </a:lnTo>
                  <a:lnTo>
                    <a:pt x="2452384" y="434753"/>
                  </a:lnTo>
                  <a:lnTo>
                    <a:pt x="2452215" y="435372"/>
                  </a:lnTo>
                  <a:lnTo>
                    <a:pt x="2452326" y="437301"/>
                  </a:lnTo>
                  <a:lnTo>
                    <a:pt x="2452449" y="437664"/>
                  </a:lnTo>
                  <a:lnTo>
                    <a:pt x="2452849" y="437791"/>
                  </a:lnTo>
                  <a:lnTo>
                    <a:pt x="2454391" y="435481"/>
                  </a:lnTo>
                  <a:lnTo>
                    <a:pt x="2456844" y="433357"/>
                  </a:lnTo>
                  <a:lnTo>
                    <a:pt x="2458637" y="432471"/>
                  </a:lnTo>
                  <a:lnTo>
                    <a:pt x="2457911" y="429854"/>
                  </a:lnTo>
                  <a:lnTo>
                    <a:pt x="2457683" y="427578"/>
                  </a:lnTo>
                  <a:lnTo>
                    <a:pt x="2459340" y="427782"/>
                  </a:lnTo>
                  <a:lnTo>
                    <a:pt x="2469296" y="430145"/>
                  </a:lnTo>
                  <a:lnTo>
                    <a:pt x="2475569" y="429731"/>
                  </a:lnTo>
                  <a:lnTo>
                    <a:pt x="2480766" y="428291"/>
                  </a:lnTo>
                  <a:lnTo>
                    <a:pt x="2487729" y="419316"/>
                  </a:lnTo>
                  <a:lnTo>
                    <a:pt x="2495021" y="426578"/>
                  </a:lnTo>
                  <a:lnTo>
                    <a:pt x="2495702" y="426964"/>
                  </a:lnTo>
                  <a:lnTo>
                    <a:pt x="2496498" y="426780"/>
                  </a:lnTo>
                  <a:lnTo>
                    <a:pt x="2500560" y="425913"/>
                  </a:lnTo>
                  <a:lnTo>
                    <a:pt x="2503538" y="425562"/>
                  </a:lnTo>
                  <a:lnTo>
                    <a:pt x="2507449" y="425868"/>
                  </a:lnTo>
                  <a:lnTo>
                    <a:pt x="2516496" y="424696"/>
                  </a:lnTo>
                  <a:lnTo>
                    <a:pt x="2523623" y="424025"/>
                  </a:lnTo>
                  <a:lnTo>
                    <a:pt x="2524961" y="424075"/>
                  </a:lnTo>
                  <a:lnTo>
                    <a:pt x="2525982" y="422224"/>
                  </a:lnTo>
                  <a:lnTo>
                    <a:pt x="2529039" y="418560"/>
                  </a:lnTo>
                  <a:lnTo>
                    <a:pt x="2527463" y="416978"/>
                  </a:lnTo>
                  <a:lnTo>
                    <a:pt x="2529706" y="414913"/>
                  </a:lnTo>
                  <a:lnTo>
                    <a:pt x="2530146" y="415188"/>
                  </a:lnTo>
                  <a:lnTo>
                    <a:pt x="2530787" y="414120"/>
                  </a:lnTo>
                  <a:lnTo>
                    <a:pt x="2530097" y="413714"/>
                  </a:lnTo>
                  <a:lnTo>
                    <a:pt x="2531760" y="411865"/>
                  </a:lnTo>
                  <a:lnTo>
                    <a:pt x="2531613" y="409971"/>
                  </a:lnTo>
                  <a:lnTo>
                    <a:pt x="2531899" y="408975"/>
                  </a:lnTo>
                  <a:lnTo>
                    <a:pt x="2532615" y="408077"/>
                  </a:lnTo>
                  <a:lnTo>
                    <a:pt x="2533852" y="407472"/>
                  </a:lnTo>
                  <a:lnTo>
                    <a:pt x="2534452" y="406921"/>
                  </a:lnTo>
                  <a:lnTo>
                    <a:pt x="2541533" y="416725"/>
                  </a:lnTo>
                  <a:lnTo>
                    <a:pt x="2542363" y="417308"/>
                  </a:lnTo>
                  <a:lnTo>
                    <a:pt x="2542880" y="416752"/>
                  </a:lnTo>
                  <a:lnTo>
                    <a:pt x="2543588" y="416892"/>
                  </a:lnTo>
                  <a:lnTo>
                    <a:pt x="2543761" y="416674"/>
                  </a:lnTo>
                  <a:lnTo>
                    <a:pt x="2546165" y="417421"/>
                  </a:lnTo>
                  <a:lnTo>
                    <a:pt x="2548919" y="417823"/>
                  </a:lnTo>
                  <a:lnTo>
                    <a:pt x="2549770" y="417707"/>
                  </a:lnTo>
                  <a:lnTo>
                    <a:pt x="2551637" y="416604"/>
                  </a:lnTo>
                  <a:lnTo>
                    <a:pt x="2552216" y="416510"/>
                  </a:lnTo>
                  <a:lnTo>
                    <a:pt x="2553502" y="417187"/>
                  </a:lnTo>
                  <a:lnTo>
                    <a:pt x="2554283" y="417254"/>
                  </a:lnTo>
                  <a:lnTo>
                    <a:pt x="2555192" y="416741"/>
                  </a:lnTo>
                  <a:lnTo>
                    <a:pt x="2557449" y="413949"/>
                  </a:lnTo>
                  <a:lnTo>
                    <a:pt x="2558127" y="413669"/>
                  </a:lnTo>
                  <a:lnTo>
                    <a:pt x="2558788" y="413796"/>
                  </a:lnTo>
                  <a:lnTo>
                    <a:pt x="2560272" y="416388"/>
                  </a:lnTo>
                  <a:lnTo>
                    <a:pt x="2560856" y="416945"/>
                  </a:lnTo>
                  <a:lnTo>
                    <a:pt x="2562778" y="417784"/>
                  </a:lnTo>
                  <a:lnTo>
                    <a:pt x="2563404" y="418823"/>
                  </a:lnTo>
                  <a:lnTo>
                    <a:pt x="2563334" y="419480"/>
                  </a:lnTo>
                  <a:lnTo>
                    <a:pt x="2562886" y="419991"/>
                  </a:lnTo>
                  <a:lnTo>
                    <a:pt x="2560494" y="420868"/>
                  </a:lnTo>
                  <a:lnTo>
                    <a:pt x="2559739" y="421606"/>
                  </a:lnTo>
                  <a:lnTo>
                    <a:pt x="2559548" y="422423"/>
                  </a:lnTo>
                  <a:lnTo>
                    <a:pt x="2559854" y="423414"/>
                  </a:lnTo>
                  <a:lnTo>
                    <a:pt x="2560743" y="424747"/>
                  </a:lnTo>
                  <a:lnTo>
                    <a:pt x="2561322" y="426289"/>
                  </a:lnTo>
                  <a:lnTo>
                    <a:pt x="2562138" y="427219"/>
                  </a:lnTo>
                  <a:lnTo>
                    <a:pt x="2566272" y="429784"/>
                  </a:lnTo>
                  <a:lnTo>
                    <a:pt x="2568814" y="430703"/>
                  </a:lnTo>
                  <a:lnTo>
                    <a:pt x="2570482" y="432389"/>
                  </a:lnTo>
                  <a:lnTo>
                    <a:pt x="2571054" y="433625"/>
                  </a:lnTo>
                  <a:lnTo>
                    <a:pt x="2571560" y="436295"/>
                  </a:lnTo>
                  <a:lnTo>
                    <a:pt x="2572098" y="437537"/>
                  </a:lnTo>
                  <a:lnTo>
                    <a:pt x="2573073" y="438774"/>
                  </a:lnTo>
                  <a:lnTo>
                    <a:pt x="2574868" y="440212"/>
                  </a:lnTo>
                  <a:lnTo>
                    <a:pt x="2575520" y="441221"/>
                  </a:lnTo>
                  <a:lnTo>
                    <a:pt x="2575702" y="442236"/>
                  </a:lnTo>
                  <a:lnTo>
                    <a:pt x="2575221" y="444699"/>
                  </a:lnTo>
                  <a:lnTo>
                    <a:pt x="2575223" y="447932"/>
                  </a:lnTo>
                  <a:lnTo>
                    <a:pt x="2576183" y="449875"/>
                  </a:lnTo>
                  <a:lnTo>
                    <a:pt x="2577498" y="450781"/>
                  </a:lnTo>
                  <a:lnTo>
                    <a:pt x="2577931" y="451878"/>
                  </a:lnTo>
                  <a:lnTo>
                    <a:pt x="2577721" y="453199"/>
                  </a:lnTo>
                  <a:lnTo>
                    <a:pt x="2577066" y="454062"/>
                  </a:lnTo>
                  <a:lnTo>
                    <a:pt x="2576240" y="454659"/>
                  </a:lnTo>
                  <a:lnTo>
                    <a:pt x="2575990" y="455422"/>
                  </a:lnTo>
                  <a:lnTo>
                    <a:pt x="2576047" y="459920"/>
                  </a:lnTo>
                  <a:lnTo>
                    <a:pt x="2575778" y="461315"/>
                  </a:lnTo>
                  <a:lnTo>
                    <a:pt x="2575078" y="462697"/>
                  </a:lnTo>
                  <a:lnTo>
                    <a:pt x="2573350" y="464855"/>
                  </a:lnTo>
                  <a:lnTo>
                    <a:pt x="2572911" y="465853"/>
                  </a:lnTo>
                  <a:lnTo>
                    <a:pt x="2572798" y="467448"/>
                  </a:lnTo>
                  <a:lnTo>
                    <a:pt x="2573347" y="469631"/>
                  </a:lnTo>
                  <a:lnTo>
                    <a:pt x="2573196" y="470668"/>
                  </a:lnTo>
                  <a:lnTo>
                    <a:pt x="2572667" y="471600"/>
                  </a:lnTo>
                  <a:lnTo>
                    <a:pt x="2571227" y="472895"/>
                  </a:lnTo>
                  <a:lnTo>
                    <a:pt x="2570538" y="475738"/>
                  </a:lnTo>
                  <a:lnTo>
                    <a:pt x="2570225" y="477020"/>
                  </a:lnTo>
                  <a:lnTo>
                    <a:pt x="2570764" y="480456"/>
                  </a:lnTo>
                  <a:lnTo>
                    <a:pt x="2571080" y="481011"/>
                  </a:lnTo>
                  <a:lnTo>
                    <a:pt x="2572433" y="481979"/>
                  </a:lnTo>
                  <a:lnTo>
                    <a:pt x="2573033" y="483104"/>
                  </a:lnTo>
                  <a:lnTo>
                    <a:pt x="2574812" y="483871"/>
                  </a:lnTo>
                  <a:lnTo>
                    <a:pt x="2578373" y="484013"/>
                  </a:lnTo>
                  <a:lnTo>
                    <a:pt x="2579641" y="484337"/>
                  </a:lnTo>
                  <a:lnTo>
                    <a:pt x="2583751" y="487822"/>
                  </a:lnTo>
                  <a:lnTo>
                    <a:pt x="2584581" y="489101"/>
                  </a:lnTo>
                  <a:lnTo>
                    <a:pt x="2584633" y="490604"/>
                  </a:lnTo>
                  <a:lnTo>
                    <a:pt x="2583877" y="492167"/>
                  </a:lnTo>
                  <a:lnTo>
                    <a:pt x="2583673" y="493189"/>
                  </a:lnTo>
                  <a:lnTo>
                    <a:pt x="2584483" y="496339"/>
                  </a:lnTo>
                  <a:lnTo>
                    <a:pt x="2583812" y="499956"/>
                  </a:lnTo>
                  <a:lnTo>
                    <a:pt x="2584410" y="502606"/>
                  </a:lnTo>
                  <a:lnTo>
                    <a:pt x="2584428" y="504933"/>
                  </a:lnTo>
                  <a:lnTo>
                    <a:pt x="2585456" y="506045"/>
                  </a:lnTo>
                  <a:lnTo>
                    <a:pt x="2585565" y="507358"/>
                  </a:lnTo>
                  <a:lnTo>
                    <a:pt x="2585211" y="508554"/>
                  </a:lnTo>
                  <a:lnTo>
                    <a:pt x="2584052" y="509747"/>
                  </a:lnTo>
                  <a:lnTo>
                    <a:pt x="2583983" y="510286"/>
                  </a:lnTo>
                  <a:lnTo>
                    <a:pt x="2584544" y="511442"/>
                  </a:lnTo>
                  <a:lnTo>
                    <a:pt x="2584538" y="511892"/>
                  </a:lnTo>
                  <a:lnTo>
                    <a:pt x="2582607" y="514920"/>
                  </a:lnTo>
                  <a:lnTo>
                    <a:pt x="2582207" y="517027"/>
                  </a:lnTo>
                  <a:lnTo>
                    <a:pt x="2581797" y="518006"/>
                  </a:lnTo>
                  <a:lnTo>
                    <a:pt x="2581811" y="518799"/>
                  </a:lnTo>
                  <a:lnTo>
                    <a:pt x="2582248" y="519690"/>
                  </a:lnTo>
                  <a:lnTo>
                    <a:pt x="2582303" y="521352"/>
                  </a:lnTo>
                  <a:lnTo>
                    <a:pt x="2583548" y="521931"/>
                  </a:lnTo>
                  <a:lnTo>
                    <a:pt x="2583777" y="522288"/>
                  </a:lnTo>
                  <a:lnTo>
                    <a:pt x="2583920" y="525048"/>
                  </a:lnTo>
                  <a:lnTo>
                    <a:pt x="2583366" y="527452"/>
                  </a:lnTo>
                  <a:lnTo>
                    <a:pt x="2583721" y="528449"/>
                  </a:lnTo>
                  <a:lnTo>
                    <a:pt x="2586096" y="529651"/>
                  </a:lnTo>
                  <a:lnTo>
                    <a:pt x="2588101" y="532387"/>
                  </a:lnTo>
                  <a:lnTo>
                    <a:pt x="2590310" y="534346"/>
                  </a:lnTo>
                  <a:lnTo>
                    <a:pt x="2591965" y="536803"/>
                  </a:lnTo>
                  <a:lnTo>
                    <a:pt x="2592299" y="538033"/>
                  </a:lnTo>
                  <a:lnTo>
                    <a:pt x="2592260" y="539122"/>
                  </a:lnTo>
                  <a:lnTo>
                    <a:pt x="2591818" y="540314"/>
                  </a:lnTo>
                  <a:lnTo>
                    <a:pt x="2589656" y="542909"/>
                  </a:lnTo>
                  <a:lnTo>
                    <a:pt x="2589354" y="543652"/>
                  </a:lnTo>
                  <a:lnTo>
                    <a:pt x="2589303" y="544181"/>
                  </a:lnTo>
                  <a:lnTo>
                    <a:pt x="2589881" y="545636"/>
                  </a:lnTo>
                  <a:lnTo>
                    <a:pt x="2589831" y="546912"/>
                  </a:lnTo>
                  <a:lnTo>
                    <a:pt x="2590260" y="548289"/>
                  </a:lnTo>
                  <a:lnTo>
                    <a:pt x="2590106" y="549128"/>
                  </a:lnTo>
                  <a:lnTo>
                    <a:pt x="2589470" y="549617"/>
                  </a:lnTo>
                  <a:lnTo>
                    <a:pt x="2587456" y="550197"/>
                  </a:lnTo>
                  <a:lnTo>
                    <a:pt x="2587082" y="550720"/>
                  </a:lnTo>
                  <a:lnTo>
                    <a:pt x="2587174" y="551541"/>
                  </a:lnTo>
                  <a:lnTo>
                    <a:pt x="2588428" y="553197"/>
                  </a:lnTo>
                  <a:lnTo>
                    <a:pt x="2588414" y="554037"/>
                  </a:lnTo>
                  <a:lnTo>
                    <a:pt x="2587896" y="554544"/>
                  </a:lnTo>
                  <a:lnTo>
                    <a:pt x="2585300" y="555126"/>
                  </a:lnTo>
                  <a:lnTo>
                    <a:pt x="2584605" y="555856"/>
                  </a:lnTo>
                  <a:lnTo>
                    <a:pt x="2583285" y="558099"/>
                  </a:lnTo>
                  <a:lnTo>
                    <a:pt x="2583228" y="559548"/>
                  </a:lnTo>
                  <a:lnTo>
                    <a:pt x="2584766" y="562094"/>
                  </a:lnTo>
                  <a:lnTo>
                    <a:pt x="2584603" y="562617"/>
                  </a:lnTo>
                  <a:lnTo>
                    <a:pt x="2583343" y="563701"/>
                  </a:lnTo>
                  <a:lnTo>
                    <a:pt x="2583258" y="564217"/>
                  </a:lnTo>
                  <a:lnTo>
                    <a:pt x="2583463" y="564791"/>
                  </a:lnTo>
                  <a:lnTo>
                    <a:pt x="2584027" y="565357"/>
                  </a:lnTo>
                  <a:lnTo>
                    <a:pt x="2586354" y="565640"/>
                  </a:lnTo>
                  <a:lnTo>
                    <a:pt x="2588614" y="567497"/>
                  </a:lnTo>
                  <a:lnTo>
                    <a:pt x="2590981" y="568186"/>
                  </a:lnTo>
                  <a:lnTo>
                    <a:pt x="2593004" y="569468"/>
                  </a:lnTo>
                  <a:lnTo>
                    <a:pt x="2593807" y="569516"/>
                  </a:lnTo>
                  <a:lnTo>
                    <a:pt x="2595781" y="568959"/>
                  </a:lnTo>
                  <a:lnTo>
                    <a:pt x="2600389" y="568925"/>
                  </a:lnTo>
                  <a:lnTo>
                    <a:pt x="2604490" y="570253"/>
                  </a:lnTo>
                  <a:lnTo>
                    <a:pt x="2605499" y="570847"/>
                  </a:lnTo>
                  <a:lnTo>
                    <a:pt x="2606110" y="571643"/>
                  </a:lnTo>
                  <a:lnTo>
                    <a:pt x="2606340" y="572920"/>
                  </a:lnTo>
                  <a:lnTo>
                    <a:pt x="2605712" y="574786"/>
                  </a:lnTo>
                  <a:lnTo>
                    <a:pt x="2605611" y="576315"/>
                  </a:lnTo>
                  <a:lnTo>
                    <a:pt x="2606358" y="578524"/>
                  </a:lnTo>
                  <a:lnTo>
                    <a:pt x="2608256" y="581460"/>
                  </a:lnTo>
                  <a:lnTo>
                    <a:pt x="2608807" y="582980"/>
                  </a:lnTo>
                  <a:lnTo>
                    <a:pt x="2609072" y="586223"/>
                  </a:lnTo>
                  <a:lnTo>
                    <a:pt x="2608931" y="589481"/>
                  </a:lnTo>
                  <a:lnTo>
                    <a:pt x="2608048" y="591581"/>
                  </a:lnTo>
                  <a:lnTo>
                    <a:pt x="2606389" y="593638"/>
                  </a:lnTo>
                  <a:lnTo>
                    <a:pt x="2604463" y="594849"/>
                  </a:lnTo>
                  <a:lnTo>
                    <a:pt x="2601780" y="595884"/>
                  </a:lnTo>
                  <a:lnTo>
                    <a:pt x="2601188" y="596342"/>
                  </a:lnTo>
                  <a:lnTo>
                    <a:pt x="2600693" y="597214"/>
                  </a:lnTo>
                  <a:lnTo>
                    <a:pt x="2600565" y="598500"/>
                  </a:lnTo>
                  <a:lnTo>
                    <a:pt x="2600756" y="600532"/>
                  </a:lnTo>
                  <a:lnTo>
                    <a:pt x="2603307" y="607302"/>
                  </a:lnTo>
                  <a:lnTo>
                    <a:pt x="2605085" y="616375"/>
                  </a:lnTo>
                  <a:lnTo>
                    <a:pt x="2607624" y="625248"/>
                  </a:lnTo>
                  <a:lnTo>
                    <a:pt x="2607774" y="628055"/>
                  </a:lnTo>
                  <a:lnTo>
                    <a:pt x="2607571" y="630015"/>
                  </a:lnTo>
                  <a:lnTo>
                    <a:pt x="2607027" y="632300"/>
                  </a:lnTo>
                  <a:lnTo>
                    <a:pt x="2604818" y="638579"/>
                  </a:lnTo>
                  <a:lnTo>
                    <a:pt x="2604551" y="640374"/>
                  </a:lnTo>
                  <a:lnTo>
                    <a:pt x="2604580" y="642074"/>
                  </a:lnTo>
                  <a:lnTo>
                    <a:pt x="2605076" y="645646"/>
                  </a:lnTo>
                  <a:lnTo>
                    <a:pt x="2606733" y="650653"/>
                  </a:lnTo>
                  <a:lnTo>
                    <a:pt x="2608343" y="654200"/>
                  </a:lnTo>
                  <a:lnTo>
                    <a:pt x="2610552" y="657459"/>
                  </a:lnTo>
                  <a:lnTo>
                    <a:pt x="2613978" y="660210"/>
                  </a:lnTo>
                  <a:lnTo>
                    <a:pt x="2614846" y="661438"/>
                  </a:lnTo>
                  <a:lnTo>
                    <a:pt x="2615262" y="662572"/>
                  </a:lnTo>
                  <a:lnTo>
                    <a:pt x="2615504" y="664595"/>
                  </a:lnTo>
                  <a:lnTo>
                    <a:pt x="2615442" y="666399"/>
                  </a:lnTo>
                  <a:lnTo>
                    <a:pt x="2615093" y="668013"/>
                  </a:lnTo>
                  <a:lnTo>
                    <a:pt x="2613504" y="672401"/>
                  </a:lnTo>
                  <a:lnTo>
                    <a:pt x="2613456" y="673701"/>
                  </a:lnTo>
                  <a:lnTo>
                    <a:pt x="2613689" y="674562"/>
                  </a:lnTo>
                  <a:lnTo>
                    <a:pt x="2614540" y="675787"/>
                  </a:lnTo>
                  <a:lnTo>
                    <a:pt x="2616467" y="677614"/>
                  </a:lnTo>
                  <a:lnTo>
                    <a:pt x="2617731" y="679804"/>
                  </a:lnTo>
                  <a:lnTo>
                    <a:pt x="2619406" y="681650"/>
                  </a:lnTo>
                  <a:lnTo>
                    <a:pt x="2621089" y="682737"/>
                  </a:lnTo>
                  <a:lnTo>
                    <a:pt x="2624018" y="683765"/>
                  </a:lnTo>
                  <a:lnTo>
                    <a:pt x="2625057" y="684680"/>
                  </a:lnTo>
                  <a:lnTo>
                    <a:pt x="2625626" y="685514"/>
                  </a:lnTo>
                  <a:lnTo>
                    <a:pt x="2626138" y="686959"/>
                  </a:lnTo>
                  <a:lnTo>
                    <a:pt x="2626177" y="688962"/>
                  </a:lnTo>
                  <a:lnTo>
                    <a:pt x="2625635" y="691019"/>
                  </a:lnTo>
                  <a:lnTo>
                    <a:pt x="2623136" y="696756"/>
                  </a:lnTo>
                  <a:lnTo>
                    <a:pt x="2622649" y="698706"/>
                  </a:lnTo>
                  <a:lnTo>
                    <a:pt x="2622176" y="702352"/>
                  </a:lnTo>
                  <a:lnTo>
                    <a:pt x="2621618" y="704098"/>
                  </a:lnTo>
                  <a:lnTo>
                    <a:pt x="2620909" y="705005"/>
                  </a:lnTo>
                  <a:lnTo>
                    <a:pt x="2618218" y="707087"/>
                  </a:lnTo>
                  <a:lnTo>
                    <a:pt x="2615200" y="710271"/>
                  </a:lnTo>
                  <a:lnTo>
                    <a:pt x="2614257" y="711859"/>
                  </a:lnTo>
                  <a:lnTo>
                    <a:pt x="2613171" y="714636"/>
                  </a:lnTo>
                  <a:lnTo>
                    <a:pt x="2613012" y="715991"/>
                  </a:lnTo>
                  <a:lnTo>
                    <a:pt x="2613399" y="717404"/>
                  </a:lnTo>
                  <a:lnTo>
                    <a:pt x="2614401" y="718684"/>
                  </a:lnTo>
                  <a:lnTo>
                    <a:pt x="2616335" y="720282"/>
                  </a:lnTo>
                  <a:lnTo>
                    <a:pt x="2617039" y="721186"/>
                  </a:lnTo>
                  <a:lnTo>
                    <a:pt x="2617157" y="722061"/>
                  </a:lnTo>
                  <a:lnTo>
                    <a:pt x="2616469" y="723390"/>
                  </a:lnTo>
                  <a:lnTo>
                    <a:pt x="2615094" y="724560"/>
                  </a:lnTo>
                  <a:lnTo>
                    <a:pt x="2613783" y="724961"/>
                  </a:lnTo>
                  <a:lnTo>
                    <a:pt x="2612346" y="724957"/>
                  </a:lnTo>
                  <a:lnTo>
                    <a:pt x="2609193" y="724113"/>
                  </a:lnTo>
                  <a:lnTo>
                    <a:pt x="2608202" y="724110"/>
                  </a:lnTo>
                  <a:lnTo>
                    <a:pt x="2602918" y="725963"/>
                  </a:lnTo>
                  <a:lnTo>
                    <a:pt x="2597781" y="726317"/>
                  </a:lnTo>
                  <a:lnTo>
                    <a:pt x="2594157" y="726572"/>
                  </a:lnTo>
                  <a:lnTo>
                    <a:pt x="2593190" y="727069"/>
                  </a:lnTo>
                  <a:lnTo>
                    <a:pt x="2592229" y="728247"/>
                  </a:lnTo>
                  <a:lnTo>
                    <a:pt x="2591904" y="729661"/>
                  </a:lnTo>
                  <a:lnTo>
                    <a:pt x="2592163" y="730991"/>
                  </a:lnTo>
                  <a:lnTo>
                    <a:pt x="2592667" y="732023"/>
                  </a:lnTo>
                  <a:lnTo>
                    <a:pt x="2594022" y="733748"/>
                  </a:lnTo>
                  <a:lnTo>
                    <a:pt x="2594938" y="735023"/>
                  </a:lnTo>
                  <a:lnTo>
                    <a:pt x="2595276" y="736101"/>
                  </a:lnTo>
                  <a:lnTo>
                    <a:pt x="2594910" y="737430"/>
                  </a:lnTo>
                  <a:lnTo>
                    <a:pt x="2594080" y="738332"/>
                  </a:lnTo>
                  <a:lnTo>
                    <a:pt x="2593151" y="738793"/>
                  </a:lnTo>
                  <a:lnTo>
                    <a:pt x="2592370" y="738891"/>
                  </a:lnTo>
                  <a:lnTo>
                    <a:pt x="2588519" y="738379"/>
                  </a:lnTo>
                  <a:lnTo>
                    <a:pt x="2587627" y="738667"/>
                  </a:lnTo>
                  <a:lnTo>
                    <a:pt x="2586827" y="739321"/>
                  </a:lnTo>
                  <a:lnTo>
                    <a:pt x="2586155" y="740627"/>
                  </a:lnTo>
                  <a:lnTo>
                    <a:pt x="2585602" y="742899"/>
                  </a:lnTo>
                  <a:lnTo>
                    <a:pt x="2585729" y="745922"/>
                  </a:lnTo>
                  <a:lnTo>
                    <a:pt x="2585870" y="748572"/>
                  </a:lnTo>
                  <a:lnTo>
                    <a:pt x="2587471" y="753742"/>
                  </a:lnTo>
                  <a:lnTo>
                    <a:pt x="2587475" y="755001"/>
                  </a:lnTo>
                  <a:lnTo>
                    <a:pt x="2587109" y="756827"/>
                  </a:lnTo>
                  <a:lnTo>
                    <a:pt x="2587230" y="758106"/>
                  </a:lnTo>
                  <a:lnTo>
                    <a:pt x="2587944" y="759477"/>
                  </a:lnTo>
                  <a:lnTo>
                    <a:pt x="2589879" y="761450"/>
                  </a:lnTo>
                  <a:lnTo>
                    <a:pt x="2590885" y="762891"/>
                  </a:lnTo>
                  <a:lnTo>
                    <a:pt x="2591258" y="764610"/>
                  </a:lnTo>
                  <a:lnTo>
                    <a:pt x="2590774" y="766200"/>
                  </a:lnTo>
                  <a:lnTo>
                    <a:pt x="2589500" y="767392"/>
                  </a:lnTo>
                  <a:lnTo>
                    <a:pt x="2587742" y="768104"/>
                  </a:lnTo>
                  <a:lnTo>
                    <a:pt x="2586242" y="768132"/>
                  </a:lnTo>
                  <a:lnTo>
                    <a:pt x="2584885" y="767784"/>
                  </a:lnTo>
                  <a:lnTo>
                    <a:pt x="2583117" y="766948"/>
                  </a:lnTo>
                  <a:lnTo>
                    <a:pt x="2582238" y="766147"/>
                  </a:lnTo>
                  <a:lnTo>
                    <a:pt x="2580281" y="762734"/>
                  </a:lnTo>
                  <a:lnTo>
                    <a:pt x="2579631" y="762309"/>
                  </a:lnTo>
                  <a:lnTo>
                    <a:pt x="2578575" y="762043"/>
                  </a:lnTo>
                  <a:lnTo>
                    <a:pt x="2575881" y="762100"/>
                  </a:lnTo>
                  <a:lnTo>
                    <a:pt x="2573318" y="762603"/>
                  </a:lnTo>
                  <a:lnTo>
                    <a:pt x="2571436" y="763312"/>
                  </a:lnTo>
                  <a:lnTo>
                    <a:pt x="2569763" y="764410"/>
                  </a:lnTo>
                  <a:lnTo>
                    <a:pt x="2563091" y="771914"/>
                  </a:lnTo>
                  <a:lnTo>
                    <a:pt x="2562599" y="773049"/>
                  </a:lnTo>
                  <a:lnTo>
                    <a:pt x="2562649" y="774392"/>
                  </a:lnTo>
                  <a:lnTo>
                    <a:pt x="2563359" y="775827"/>
                  </a:lnTo>
                  <a:lnTo>
                    <a:pt x="2564477" y="776868"/>
                  </a:lnTo>
                  <a:lnTo>
                    <a:pt x="2568394" y="779449"/>
                  </a:lnTo>
                  <a:lnTo>
                    <a:pt x="2569280" y="780652"/>
                  </a:lnTo>
                  <a:lnTo>
                    <a:pt x="2569572" y="781809"/>
                  </a:lnTo>
                  <a:lnTo>
                    <a:pt x="2569320" y="783937"/>
                  </a:lnTo>
                  <a:lnTo>
                    <a:pt x="2568377" y="785953"/>
                  </a:lnTo>
                  <a:lnTo>
                    <a:pt x="2567146" y="787276"/>
                  </a:lnTo>
                  <a:lnTo>
                    <a:pt x="2564621" y="788911"/>
                  </a:lnTo>
                  <a:lnTo>
                    <a:pt x="2563827" y="790174"/>
                  </a:lnTo>
                  <a:lnTo>
                    <a:pt x="2563458" y="792118"/>
                  </a:lnTo>
                  <a:lnTo>
                    <a:pt x="2563525" y="794017"/>
                  </a:lnTo>
                  <a:lnTo>
                    <a:pt x="2563984" y="796505"/>
                  </a:lnTo>
                  <a:lnTo>
                    <a:pt x="2563691" y="797815"/>
                  </a:lnTo>
                  <a:lnTo>
                    <a:pt x="2562581" y="798809"/>
                  </a:lnTo>
                  <a:lnTo>
                    <a:pt x="2560857" y="799053"/>
                  </a:lnTo>
                  <a:lnTo>
                    <a:pt x="2559295" y="798463"/>
                  </a:lnTo>
                  <a:lnTo>
                    <a:pt x="2555915" y="795954"/>
                  </a:lnTo>
                  <a:lnTo>
                    <a:pt x="2554990" y="795836"/>
                  </a:lnTo>
                  <a:lnTo>
                    <a:pt x="2553833" y="796488"/>
                  </a:lnTo>
                  <a:lnTo>
                    <a:pt x="2553052" y="797820"/>
                  </a:lnTo>
                  <a:lnTo>
                    <a:pt x="2551919" y="800981"/>
                  </a:lnTo>
                  <a:lnTo>
                    <a:pt x="2549649" y="804907"/>
                  </a:lnTo>
                  <a:lnTo>
                    <a:pt x="2548599" y="809883"/>
                  </a:lnTo>
                  <a:lnTo>
                    <a:pt x="2547286" y="812719"/>
                  </a:lnTo>
                  <a:lnTo>
                    <a:pt x="2546148" y="813886"/>
                  </a:lnTo>
                  <a:lnTo>
                    <a:pt x="2544882" y="814499"/>
                  </a:lnTo>
                  <a:lnTo>
                    <a:pt x="2540063" y="815130"/>
                  </a:lnTo>
                  <a:lnTo>
                    <a:pt x="2538212" y="816042"/>
                  </a:lnTo>
                  <a:lnTo>
                    <a:pt x="2537213" y="817327"/>
                  </a:lnTo>
                  <a:lnTo>
                    <a:pt x="2536387" y="820455"/>
                  </a:lnTo>
                  <a:lnTo>
                    <a:pt x="2535605" y="822274"/>
                  </a:lnTo>
                  <a:lnTo>
                    <a:pt x="2534232" y="824205"/>
                  </a:lnTo>
                  <a:lnTo>
                    <a:pt x="2532722" y="826249"/>
                  </a:lnTo>
                  <a:lnTo>
                    <a:pt x="2532673" y="827568"/>
                  </a:lnTo>
                  <a:lnTo>
                    <a:pt x="2533013" y="828475"/>
                  </a:lnTo>
                  <a:lnTo>
                    <a:pt x="2533636" y="829136"/>
                  </a:lnTo>
                  <a:lnTo>
                    <a:pt x="2536296" y="830527"/>
                  </a:lnTo>
                  <a:lnTo>
                    <a:pt x="2537432" y="831548"/>
                  </a:lnTo>
                  <a:lnTo>
                    <a:pt x="2537987" y="833421"/>
                  </a:lnTo>
                  <a:lnTo>
                    <a:pt x="2537328" y="835628"/>
                  </a:lnTo>
                  <a:lnTo>
                    <a:pt x="2535781" y="837620"/>
                  </a:lnTo>
                  <a:lnTo>
                    <a:pt x="2533042" y="839242"/>
                  </a:lnTo>
                  <a:lnTo>
                    <a:pt x="2531601" y="839440"/>
                  </a:lnTo>
                  <a:lnTo>
                    <a:pt x="2527261" y="839286"/>
                  </a:lnTo>
                  <a:lnTo>
                    <a:pt x="2525737" y="839820"/>
                  </a:lnTo>
                  <a:lnTo>
                    <a:pt x="2524184" y="841442"/>
                  </a:lnTo>
                  <a:lnTo>
                    <a:pt x="2523138" y="843982"/>
                  </a:lnTo>
                  <a:lnTo>
                    <a:pt x="2522958" y="845355"/>
                  </a:lnTo>
                  <a:lnTo>
                    <a:pt x="2523154" y="846383"/>
                  </a:lnTo>
                  <a:lnTo>
                    <a:pt x="2524481" y="848810"/>
                  </a:lnTo>
                  <a:lnTo>
                    <a:pt x="2524713" y="849653"/>
                  </a:lnTo>
                  <a:lnTo>
                    <a:pt x="2524791" y="853450"/>
                  </a:lnTo>
                  <a:lnTo>
                    <a:pt x="2525424" y="859558"/>
                  </a:lnTo>
                  <a:lnTo>
                    <a:pt x="2526230" y="865379"/>
                  </a:lnTo>
                  <a:lnTo>
                    <a:pt x="2527910" y="869575"/>
                  </a:lnTo>
                  <a:lnTo>
                    <a:pt x="2529592" y="873023"/>
                  </a:lnTo>
                  <a:lnTo>
                    <a:pt x="2531824" y="877694"/>
                  </a:lnTo>
                  <a:lnTo>
                    <a:pt x="2534577" y="882551"/>
                  </a:lnTo>
                  <a:lnTo>
                    <a:pt x="2536072" y="884361"/>
                  </a:lnTo>
                  <a:lnTo>
                    <a:pt x="2538925" y="886658"/>
                  </a:lnTo>
                  <a:lnTo>
                    <a:pt x="2539625" y="887665"/>
                  </a:lnTo>
                  <a:lnTo>
                    <a:pt x="2539981" y="889064"/>
                  </a:lnTo>
                  <a:lnTo>
                    <a:pt x="2539582" y="891039"/>
                  </a:lnTo>
                  <a:lnTo>
                    <a:pt x="2538137" y="892869"/>
                  </a:lnTo>
                  <a:lnTo>
                    <a:pt x="2531838" y="897551"/>
                  </a:lnTo>
                  <a:lnTo>
                    <a:pt x="2529346" y="899953"/>
                  </a:lnTo>
                  <a:lnTo>
                    <a:pt x="2527528" y="902742"/>
                  </a:lnTo>
                  <a:lnTo>
                    <a:pt x="2526798" y="904984"/>
                  </a:lnTo>
                  <a:lnTo>
                    <a:pt x="2526678" y="908202"/>
                  </a:lnTo>
                  <a:lnTo>
                    <a:pt x="2527522" y="911915"/>
                  </a:lnTo>
                  <a:lnTo>
                    <a:pt x="2528821" y="915250"/>
                  </a:lnTo>
                  <a:lnTo>
                    <a:pt x="2532652" y="922481"/>
                  </a:lnTo>
                  <a:lnTo>
                    <a:pt x="2533435" y="925943"/>
                  </a:lnTo>
                  <a:lnTo>
                    <a:pt x="2533284" y="928545"/>
                  </a:lnTo>
                  <a:lnTo>
                    <a:pt x="2531975" y="931056"/>
                  </a:lnTo>
                  <a:lnTo>
                    <a:pt x="2528799" y="934465"/>
                  </a:lnTo>
                  <a:lnTo>
                    <a:pt x="2528157" y="936142"/>
                  </a:lnTo>
                  <a:lnTo>
                    <a:pt x="2528157" y="939694"/>
                  </a:lnTo>
                  <a:lnTo>
                    <a:pt x="2529056" y="945592"/>
                  </a:lnTo>
                  <a:lnTo>
                    <a:pt x="2528842" y="947106"/>
                  </a:lnTo>
                  <a:lnTo>
                    <a:pt x="2528297" y="948167"/>
                  </a:lnTo>
                  <a:lnTo>
                    <a:pt x="2526691" y="949306"/>
                  </a:lnTo>
                  <a:lnTo>
                    <a:pt x="2523733" y="950023"/>
                  </a:lnTo>
                  <a:lnTo>
                    <a:pt x="2522576" y="950057"/>
                  </a:lnTo>
                  <a:lnTo>
                    <a:pt x="2521150" y="949627"/>
                  </a:lnTo>
                  <a:lnTo>
                    <a:pt x="2518852" y="948024"/>
                  </a:lnTo>
                  <a:lnTo>
                    <a:pt x="2517083" y="947184"/>
                  </a:lnTo>
                  <a:lnTo>
                    <a:pt x="2514962" y="947033"/>
                  </a:lnTo>
                  <a:lnTo>
                    <a:pt x="2513390" y="947456"/>
                  </a:lnTo>
                  <a:lnTo>
                    <a:pt x="2512237" y="948170"/>
                  </a:lnTo>
                  <a:lnTo>
                    <a:pt x="2511277" y="949470"/>
                  </a:lnTo>
                  <a:lnTo>
                    <a:pt x="2510683" y="951242"/>
                  </a:lnTo>
                  <a:lnTo>
                    <a:pt x="2510668" y="953109"/>
                  </a:lnTo>
                  <a:lnTo>
                    <a:pt x="2511354" y="954905"/>
                  </a:lnTo>
                  <a:lnTo>
                    <a:pt x="2515277" y="960806"/>
                  </a:lnTo>
                  <a:lnTo>
                    <a:pt x="2518242" y="963726"/>
                  </a:lnTo>
                  <a:lnTo>
                    <a:pt x="2519438" y="965591"/>
                  </a:lnTo>
                  <a:lnTo>
                    <a:pt x="2519828" y="966926"/>
                  </a:lnTo>
                  <a:lnTo>
                    <a:pt x="2519918" y="968879"/>
                  </a:lnTo>
                  <a:lnTo>
                    <a:pt x="2519613" y="970596"/>
                  </a:lnTo>
                  <a:lnTo>
                    <a:pt x="2518145" y="975391"/>
                  </a:lnTo>
                  <a:lnTo>
                    <a:pt x="2518109" y="977538"/>
                  </a:lnTo>
                  <a:lnTo>
                    <a:pt x="2519682" y="981900"/>
                  </a:lnTo>
                  <a:lnTo>
                    <a:pt x="2521599" y="984555"/>
                  </a:lnTo>
                  <a:lnTo>
                    <a:pt x="2522550" y="986265"/>
                  </a:lnTo>
                  <a:lnTo>
                    <a:pt x="2522918" y="987841"/>
                  </a:lnTo>
                  <a:lnTo>
                    <a:pt x="2522115" y="992883"/>
                  </a:lnTo>
                  <a:lnTo>
                    <a:pt x="2522349" y="995637"/>
                  </a:lnTo>
                  <a:lnTo>
                    <a:pt x="2523265" y="998367"/>
                  </a:lnTo>
                  <a:lnTo>
                    <a:pt x="2524256" y="999757"/>
                  </a:lnTo>
                  <a:lnTo>
                    <a:pt x="2525191" y="1000583"/>
                  </a:lnTo>
                  <a:lnTo>
                    <a:pt x="2528089" y="1002339"/>
                  </a:lnTo>
                  <a:lnTo>
                    <a:pt x="2529637" y="1002958"/>
                  </a:lnTo>
                  <a:lnTo>
                    <a:pt x="2531549" y="1003391"/>
                  </a:lnTo>
                  <a:lnTo>
                    <a:pt x="2533537" y="1003543"/>
                  </a:lnTo>
                  <a:lnTo>
                    <a:pt x="2535936" y="1003245"/>
                  </a:lnTo>
                  <a:lnTo>
                    <a:pt x="2539611" y="1001265"/>
                  </a:lnTo>
                  <a:lnTo>
                    <a:pt x="2541116" y="1000880"/>
                  </a:lnTo>
                  <a:lnTo>
                    <a:pt x="2542708" y="1001010"/>
                  </a:lnTo>
                  <a:lnTo>
                    <a:pt x="2546405" y="1002514"/>
                  </a:lnTo>
                  <a:lnTo>
                    <a:pt x="2548523" y="1002809"/>
                  </a:lnTo>
                  <a:lnTo>
                    <a:pt x="2550691" y="1002340"/>
                  </a:lnTo>
                  <a:lnTo>
                    <a:pt x="2553262" y="1000864"/>
                  </a:lnTo>
                  <a:lnTo>
                    <a:pt x="2554475" y="1000846"/>
                  </a:lnTo>
                  <a:lnTo>
                    <a:pt x="2555461" y="1001246"/>
                  </a:lnTo>
                  <a:lnTo>
                    <a:pt x="2556092" y="1001762"/>
                  </a:lnTo>
                  <a:lnTo>
                    <a:pt x="2557104" y="1003249"/>
                  </a:lnTo>
                  <a:lnTo>
                    <a:pt x="2557598" y="1004574"/>
                  </a:lnTo>
                  <a:lnTo>
                    <a:pt x="2557635" y="1005732"/>
                  </a:lnTo>
                  <a:lnTo>
                    <a:pt x="2557248" y="1006976"/>
                  </a:lnTo>
                  <a:lnTo>
                    <a:pt x="2556750" y="1007757"/>
                  </a:lnTo>
                  <a:lnTo>
                    <a:pt x="2553445" y="1010505"/>
                  </a:lnTo>
                  <a:lnTo>
                    <a:pt x="2552240" y="1012026"/>
                  </a:lnTo>
                  <a:lnTo>
                    <a:pt x="2551823" y="1013338"/>
                  </a:lnTo>
                  <a:lnTo>
                    <a:pt x="2551796" y="1014347"/>
                  </a:lnTo>
                  <a:lnTo>
                    <a:pt x="2552146" y="1015579"/>
                  </a:lnTo>
                  <a:lnTo>
                    <a:pt x="2552713" y="1016583"/>
                  </a:lnTo>
                  <a:lnTo>
                    <a:pt x="2554350" y="1018334"/>
                  </a:lnTo>
                  <a:lnTo>
                    <a:pt x="2555658" y="1019311"/>
                  </a:lnTo>
                  <a:lnTo>
                    <a:pt x="2556896" y="1019901"/>
                  </a:lnTo>
                  <a:lnTo>
                    <a:pt x="2558210" y="1020215"/>
                  </a:lnTo>
                  <a:lnTo>
                    <a:pt x="2562937" y="1020539"/>
                  </a:lnTo>
                  <a:lnTo>
                    <a:pt x="2566218" y="1021572"/>
                  </a:lnTo>
                  <a:lnTo>
                    <a:pt x="2569120" y="1023445"/>
                  </a:lnTo>
                  <a:lnTo>
                    <a:pt x="2572310" y="1026403"/>
                  </a:lnTo>
                  <a:lnTo>
                    <a:pt x="2573304" y="1026989"/>
                  </a:lnTo>
                  <a:lnTo>
                    <a:pt x="2574476" y="1027305"/>
                  </a:lnTo>
                  <a:lnTo>
                    <a:pt x="2577786" y="1027229"/>
                  </a:lnTo>
                  <a:lnTo>
                    <a:pt x="2579004" y="1027549"/>
                  </a:lnTo>
                  <a:lnTo>
                    <a:pt x="2580038" y="1028254"/>
                  </a:lnTo>
                  <a:lnTo>
                    <a:pt x="2581906" y="1030364"/>
                  </a:lnTo>
                  <a:lnTo>
                    <a:pt x="2583511" y="1031437"/>
                  </a:lnTo>
                  <a:lnTo>
                    <a:pt x="2587078" y="1033075"/>
                  </a:lnTo>
                  <a:lnTo>
                    <a:pt x="2593333" y="1034551"/>
                  </a:lnTo>
                  <a:lnTo>
                    <a:pt x="2594234" y="1035209"/>
                  </a:lnTo>
                  <a:lnTo>
                    <a:pt x="2594958" y="1036568"/>
                  </a:lnTo>
                  <a:lnTo>
                    <a:pt x="2595106" y="1038434"/>
                  </a:lnTo>
                  <a:lnTo>
                    <a:pt x="2594672" y="1040355"/>
                  </a:lnTo>
                  <a:lnTo>
                    <a:pt x="2592742" y="1043223"/>
                  </a:lnTo>
                  <a:lnTo>
                    <a:pt x="2590762" y="1047055"/>
                  </a:lnTo>
                  <a:lnTo>
                    <a:pt x="2589259" y="1048607"/>
                  </a:lnTo>
                  <a:lnTo>
                    <a:pt x="2585055" y="1051020"/>
                  </a:lnTo>
                  <a:lnTo>
                    <a:pt x="2583536" y="1052266"/>
                  </a:lnTo>
                  <a:lnTo>
                    <a:pt x="2581713" y="1054794"/>
                  </a:lnTo>
                  <a:lnTo>
                    <a:pt x="2580677" y="1057931"/>
                  </a:lnTo>
                  <a:lnTo>
                    <a:pt x="2580503" y="1059610"/>
                  </a:lnTo>
                  <a:lnTo>
                    <a:pt x="2580842" y="1061840"/>
                  </a:lnTo>
                  <a:lnTo>
                    <a:pt x="2581687" y="1063774"/>
                  </a:lnTo>
                  <a:lnTo>
                    <a:pt x="2584225" y="1067535"/>
                  </a:lnTo>
                  <a:lnTo>
                    <a:pt x="2585194" y="1069684"/>
                  </a:lnTo>
                  <a:lnTo>
                    <a:pt x="2586026" y="1072319"/>
                  </a:lnTo>
                  <a:lnTo>
                    <a:pt x="2587029" y="1078349"/>
                  </a:lnTo>
                  <a:lnTo>
                    <a:pt x="2588010" y="1080515"/>
                  </a:lnTo>
                  <a:lnTo>
                    <a:pt x="2589345" y="1082092"/>
                  </a:lnTo>
                  <a:lnTo>
                    <a:pt x="2592069" y="1084248"/>
                  </a:lnTo>
                  <a:lnTo>
                    <a:pt x="2593348" y="1085836"/>
                  </a:lnTo>
                  <a:lnTo>
                    <a:pt x="2594122" y="1087635"/>
                  </a:lnTo>
                  <a:lnTo>
                    <a:pt x="2594694" y="1091898"/>
                  </a:lnTo>
                  <a:lnTo>
                    <a:pt x="2595550" y="1094449"/>
                  </a:lnTo>
                  <a:lnTo>
                    <a:pt x="2597160" y="1097055"/>
                  </a:lnTo>
                  <a:lnTo>
                    <a:pt x="2601074" y="1101817"/>
                  </a:lnTo>
                  <a:lnTo>
                    <a:pt x="2603333" y="1105993"/>
                  </a:lnTo>
                  <a:lnTo>
                    <a:pt x="2604351" y="1107160"/>
                  </a:lnTo>
                  <a:lnTo>
                    <a:pt x="2607504" y="1109260"/>
                  </a:lnTo>
                  <a:lnTo>
                    <a:pt x="2609085" y="1110950"/>
                  </a:lnTo>
                  <a:lnTo>
                    <a:pt x="2609696" y="1112092"/>
                  </a:lnTo>
                  <a:lnTo>
                    <a:pt x="2610225" y="1113950"/>
                  </a:lnTo>
                  <a:lnTo>
                    <a:pt x="2610053" y="1117379"/>
                  </a:lnTo>
                  <a:lnTo>
                    <a:pt x="2610554" y="1118223"/>
                  </a:lnTo>
                  <a:lnTo>
                    <a:pt x="2611520" y="1119176"/>
                  </a:lnTo>
                  <a:lnTo>
                    <a:pt x="2614132" y="1120810"/>
                  </a:lnTo>
                  <a:lnTo>
                    <a:pt x="2616722" y="1121485"/>
                  </a:lnTo>
                  <a:lnTo>
                    <a:pt x="2622259" y="1121844"/>
                  </a:lnTo>
                  <a:lnTo>
                    <a:pt x="2627227" y="1121222"/>
                  </a:lnTo>
                  <a:lnTo>
                    <a:pt x="2631433" y="1121677"/>
                  </a:lnTo>
                  <a:lnTo>
                    <a:pt x="2635663" y="1121388"/>
                  </a:lnTo>
                  <a:lnTo>
                    <a:pt x="2637527" y="1121711"/>
                  </a:lnTo>
                  <a:lnTo>
                    <a:pt x="2639345" y="1122567"/>
                  </a:lnTo>
                  <a:lnTo>
                    <a:pt x="2641110" y="1123976"/>
                  </a:lnTo>
                  <a:lnTo>
                    <a:pt x="2643682" y="1127728"/>
                  </a:lnTo>
                  <a:lnTo>
                    <a:pt x="2644742" y="1128852"/>
                  </a:lnTo>
                  <a:lnTo>
                    <a:pt x="2646131" y="1129690"/>
                  </a:lnTo>
                  <a:lnTo>
                    <a:pt x="2648825" y="1130644"/>
                  </a:lnTo>
                  <a:lnTo>
                    <a:pt x="2650193" y="1131798"/>
                  </a:lnTo>
                  <a:lnTo>
                    <a:pt x="2650529" y="1133053"/>
                  </a:lnTo>
                  <a:lnTo>
                    <a:pt x="2649959" y="1134739"/>
                  </a:lnTo>
                  <a:lnTo>
                    <a:pt x="2648648" y="1137247"/>
                  </a:lnTo>
                  <a:lnTo>
                    <a:pt x="2645398" y="1141786"/>
                  </a:lnTo>
                  <a:lnTo>
                    <a:pt x="2644753" y="1143445"/>
                  </a:lnTo>
                  <a:lnTo>
                    <a:pt x="2643331" y="1150526"/>
                  </a:lnTo>
                  <a:lnTo>
                    <a:pt x="2643564" y="1156052"/>
                  </a:lnTo>
                  <a:lnTo>
                    <a:pt x="2642459" y="1160511"/>
                  </a:lnTo>
                  <a:lnTo>
                    <a:pt x="2642338" y="1163832"/>
                  </a:lnTo>
                  <a:lnTo>
                    <a:pt x="2640865" y="1167464"/>
                  </a:lnTo>
                  <a:lnTo>
                    <a:pt x="2640585" y="1176169"/>
                  </a:lnTo>
                  <a:lnTo>
                    <a:pt x="2641455" y="1179062"/>
                  </a:lnTo>
                  <a:lnTo>
                    <a:pt x="2643343" y="1182063"/>
                  </a:lnTo>
                  <a:lnTo>
                    <a:pt x="2645507" y="1184197"/>
                  </a:lnTo>
                  <a:lnTo>
                    <a:pt x="2648999" y="1186672"/>
                  </a:lnTo>
                  <a:lnTo>
                    <a:pt x="2651547" y="1188865"/>
                  </a:lnTo>
                  <a:lnTo>
                    <a:pt x="2653465" y="1190986"/>
                  </a:lnTo>
                  <a:lnTo>
                    <a:pt x="2655571" y="1193958"/>
                  </a:lnTo>
                  <a:lnTo>
                    <a:pt x="2657362" y="1197239"/>
                  </a:lnTo>
                  <a:lnTo>
                    <a:pt x="2658372" y="1199776"/>
                  </a:lnTo>
                  <a:lnTo>
                    <a:pt x="2658856" y="1201821"/>
                  </a:lnTo>
                  <a:lnTo>
                    <a:pt x="2658958" y="1205062"/>
                  </a:lnTo>
                  <a:lnTo>
                    <a:pt x="2658943" y="1208432"/>
                  </a:lnTo>
                  <a:lnTo>
                    <a:pt x="2659635" y="1211264"/>
                  </a:lnTo>
                  <a:lnTo>
                    <a:pt x="2660395" y="1212864"/>
                  </a:lnTo>
                  <a:lnTo>
                    <a:pt x="2662807" y="1216426"/>
                  </a:lnTo>
                  <a:lnTo>
                    <a:pt x="2665118" y="1224200"/>
                  </a:lnTo>
                  <a:lnTo>
                    <a:pt x="2665997" y="1226131"/>
                  </a:lnTo>
                  <a:lnTo>
                    <a:pt x="2668292" y="1229757"/>
                  </a:lnTo>
                  <a:lnTo>
                    <a:pt x="2670893" y="1239044"/>
                  </a:lnTo>
                  <a:lnTo>
                    <a:pt x="2672029" y="1241222"/>
                  </a:lnTo>
                  <a:lnTo>
                    <a:pt x="2675075" y="1245879"/>
                  </a:lnTo>
                  <a:lnTo>
                    <a:pt x="2676258" y="1248966"/>
                  </a:lnTo>
                  <a:lnTo>
                    <a:pt x="2676637" y="1254790"/>
                  </a:lnTo>
                  <a:lnTo>
                    <a:pt x="2677583" y="1258408"/>
                  </a:lnTo>
                  <a:lnTo>
                    <a:pt x="2677866" y="1260662"/>
                  </a:lnTo>
                  <a:lnTo>
                    <a:pt x="2677581" y="1262892"/>
                  </a:lnTo>
                  <a:lnTo>
                    <a:pt x="2676490" y="1266693"/>
                  </a:lnTo>
                  <a:lnTo>
                    <a:pt x="2676198" y="1269267"/>
                  </a:lnTo>
                  <a:lnTo>
                    <a:pt x="2676331" y="1271938"/>
                  </a:lnTo>
                  <a:lnTo>
                    <a:pt x="2677185" y="1276119"/>
                  </a:lnTo>
                  <a:lnTo>
                    <a:pt x="2677340" y="1276890"/>
                  </a:lnTo>
                  <a:lnTo>
                    <a:pt x="2683929" y="1280674"/>
                  </a:lnTo>
                  <a:lnTo>
                    <a:pt x="2685952" y="1282075"/>
                  </a:lnTo>
                  <a:lnTo>
                    <a:pt x="2696142" y="1291916"/>
                  </a:lnTo>
                  <a:lnTo>
                    <a:pt x="2699488" y="1294461"/>
                  </a:lnTo>
                  <a:lnTo>
                    <a:pt x="2703084" y="1296626"/>
                  </a:lnTo>
                  <a:lnTo>
                    <a:pt x="2716185" y="1303608"/>
                  </a:lnTo>
                  <a:lnTo>
                    <a:pt x="2717993" y="1304832"/>
                  </a:lnTo>
                  <a:lnTo>
                    <a:pt x="2722974" y="1310387"/>
                  </a:lnTo>
                  <a:lnTo>
                    <a:pt x="2726708" y="1316531"/>
                  </a:lnTo>
                  <a:lnTo>
                    <a:pt x="2728769" y="1319097"/>
                  </a:lnTo>
                  <a:lnTo>
                    <a:pt x="2732207" y="1321895"/>
                  </a:lnTo>
                  <a:lnTo>
                    <a:pt x="2736226" y="1323791"/>
                  </a:lnTo>
                  <a:lnTo>
                    <a:pt x="2738629" y="1324409"/>
                  </a:lnTo>
                  <a:lnTo>
                    <a:pt x="2741091" y="1324698"/>
                  </a:lnTo>
                  <a:lnTo>
                    <a:pt x="2743566" y="1324652"/>
                  </a:lnTo>
                  <a:lnTo>
                    <a:pt x="2746005" y="1324275"/>
                  </a:lnTo>
                  <a:lnTo>
                    <a:pt x="2748234" y="1323625"/>
                  </a:lnTo>
                  <a:lnTo>
                    <a:pt x="2762845" y="1318049"/>
                  </a:lnTo>
                  <a:lnTo>
                    <a:pt x="2765393" y="1317257"/>
                  </a:lnTo>
                  <a:lnTo>
                    <a:pt x="2765723" y="1320399"/>
                  </a:lnTo>
                  <a:lnTo>
                    <a:pt x="2767223" y="1320741"/>
                  </a:lnTo>
                  <a:lnTo>
                    <a:pt x="2767981" y="1321164"/>
                  </a:lnTo>
                  <a:lnTo>
                    <a:pt x="2768121" y="1321712"/>
                  </a:lnTo>
                  <a:lnTo>
                    <a:pt x="2767949" y="1322558"/>
                  </a:lnTo>
                  <a:lnTo>
                    <a:pt x="2768806" y="1323126"/>
                  </a:lnTo>
                  <a:lnTo>
                    <a:pt x="2770135" y="1325845"/>
                  </a:lnTo>
                  <a:lnTo>
                    <a:pt x="2770621" y="1327888"/>
                  </a:lnTo>
                  <a:lnTo>
                    <a:pt x="2770703" y="1329348"/>
                  </a:lnTo>
                  <a:lnTo>
                    <a:pt x="2769137" y="1329806"/>
                  </a:lnTo>
                  <a:lnTo>
                    <a:pt x="2770667" y="1333371"/>
                  </a:lnTo>
                  <a:lnTo>
                    <a:pt x="2771217" y="1333406"/>
                  </a:lnTo>
                  <a:lnTo>
                    <a:pt x="2771418" y="1334815"/>
                  </a:lnTo>
                  <a:lnTo>
                    <a:pt x="2772068" y="1336000"/>
                  </a:lnTo>
                  <a:lnTo>
                    <a:pt x="2775379" y="1339703"/>
                  </a:lnTo>
                  <a:lnTo>
                    <a:pt x="2773851" y="1340736"/>
                  </a:lnTo>
                  <a:lnTo>
                    <a:pt x="2774131" y="1341716"/>
                  </a:lnTo>
                  <a:lnTo>
                    <a:pt x="2775067" y="1341915"/>
                  </a:lnTo>
                  <a:lnTo>
                    <a:pt x="2776232" y="1341485"/>
                  </a:lnTo>
                  <a:lnTo>
                    <a:pt x="2777716" y="1342631"/>
                  </a:lnTo>
                  <a:lnTo>
                    <a:pt x="2778013" y="1343228"/>
                  </a:lnTo>
                  <a:lnTo>
                    <a:pt x="2777339" y="1343938"/>
                  </a:lnTo>
                  <a:lnTo>
                    <a:pt x="2777314" y="1344387"/>
                  </a:lnTo>
                  <a:lnTo>
                    <a:pt x="2778048" y="1345106"/>
                  </a:lnTo>
                  <a:lnTo>
                    <a:pt x="2777937" y="1346012"/>
                  </a:lnTo>
                  <a:lnTo>
                    <a:pt x="2779260" y="1347830"/>
                  </a:lnTo>
                  <a:lnTo>
                    <a:pt x="2779115" y="1348314"/>
                  </a:lnTo>
                  <a:lnTo>
                    <a:pt x="2778378" y="1348802"/>
                  </a:lnTo>
                  <a:lnTo>
                    <a:pt x="2777117" y="1348598"/>
                  </a:lnTo>
                  <a:lnTo>
                    <a:pt x="2775360" y="1349414"/>
                  </a:lnTo>
                  <a:lnTo>
                    <a:pt x="2773325" y="1349088"/>
                  </a:lnTo>
                  <a:lnTo>
                    <a:pt x="2772450" y="1349560"/>
                  </a:lnTo>
                  <a:lnTo>
                    <a:pt x="2772272" y="1349903"/>
                  </a:lnTo>
                  <a:lnTo>
                    <a:pt x="2772577" y="1351393"/>
                  </a:lnTo>
                  <a:lnTo>
                    <a:pt x="2773028" y="1352317"/>
                  </a:lnTo>
                  <a:lnTo>
                    <a:pt x="2773928" y="1353203"/>
                  </a:lnTo>
                  <a:lnTo>
                    <a:pt x="2774305" y="1353167"/>
                  </a:lnTo>
                  <a:lnTo>
                    <a:pt x="2775180" y="1353882"/>
                  </a:lnTo>
                  <a:lnTo>
                    <a:pt x="2777449" y="1356567"/>
                  </a:lnTo>
                  <a:lnTo>
                    <a:pt x="2773619" y="1363403"/>
                  </a:lnTo>
                  <a:lnTo>
                    <a:pt x="2772847" y="1365437"/>
                  </a:lnTo>
                  <a:lnTo>
                    <a:pt x="2774652" y="1368318"/>
                  </a:lnTo>
                  <a:lnTo>
                    <a:pt x="2775129" y="1370762"/>
                  </a:lnTo>
                  <a:lnTo>
                    <a:pt x="2765659" y="1374924"/>
                  </a:lnTo>
                  <a:lnTo>
                    <a:pt x="2761328" y="1378737"/>
                  </a:lnTo>
                  <a:lnTo>
                    <a:pt x="2757670" y="1380514"/>
                  </a:lnTo>
                  <a:lnTo>
                    <a:pt x="2756755" y="1380630"/>
                  </a:lnTo>
                  <a:lnTo>
                    <a:pt x="2754237" y="1381611"/>
                  </a:lnTo>
                  <a:lnTo>
                    <a:pt x="2753418" y="1382401"/>
                  </a:lnTo>
                  <a:lnTo>
                    <a:pt x="2753091" y="1383258"/>
                  </a:lnTo>
                  <a:lnTo>
                    <a:pt x="2751828" y="1384848"/>
                  </a:lnTo>
                  <a:lnTo>
                    <a:pt x="2751755" y="1386642"/>
                  </a:lnTo>
                  <a:lnTo>
                    <a:pt x="2751319" y="1388278"/>
                  </a:lnTo>
                  <a:lnTo>
                    <a:pt x="2751497" y="1389518"/>
                  </a:lnTo>
                  <a:lnTo>
                    <a:pt x="2750994" y="1392419"/>
                  </a:lnTo>
                  <a:lnTo>
                    <a:pt x="2750683" y="1397224"/>
                  </a:lnTo>
                  <a:lnTo>
                    <a:pt x="2749895" y="1400317"/>
                  </a:lnTo>
                  <a:lnTo>
                    <a:pt x="2748476" y="1403777"/>
                  </a:lnTo>
                  <a:lnTo>
                    <a:pt x="2747387" y="1412673"/>
                  </a:lnTo>
                  <a:lnTo>
                    <a:pt x="2737371" y="1409775"/>
                  </a:lnTo>
                  <a:lnTo>
                    <a:pt x="2734689" y="1408708"/>
                  </a:lnTo>
                  <a:lnTo>
                    <a:pt x="2724242" y="1405623"/>
                  </a:lnTo>
                  <a:lnTo>
                    <a:pt x="2716179" y="1402763"/>
                  </a:lnTo>
                  <a:lnTo>
                    <a:pt x="2711204" y="1401047"/>
                  </a:lnTo>
                  <a:lnTo>
                    <a:pt x="2716700" y="1397825"/>
                  </a:lnTo>
                  <a:lnTo>
                    <a:pt x="2723236" y="1396377"/>
                  </a:lnTo>
                  <a:lnTo>
                    <a:pt x="2728338" y="1393704"/>
                  </a:lnTo>
                  <a:lnTo>
                    <a:pt x="2735146" y="1390861"/>
                  </a:lnTo>
                  <a:lnTo>
                    <a:pt x="2737726" y="1389102"/>
                  </a:lnTo>
                  <a:lnTo>
                    <a:pt x="2738513" y="1388014"/>
                  </a:lnTo>
                  <a:lnTo>
                    <a:pt x="2734847" y="1386234"/>
                  </a:lnTo>
                  <a:lnTo>
                    <a:pt x="2733626" y="1385349"/>
                  </a:lnTo>
                  <a:lnTo>
                    <a:pt x="2732292" y="1384113"/>
                  </a:lnTo>
                  <a:lnTo>
                    <a:pt x="2732877" y="1383438"/>
                  </a:lnTo>
                  <a:lnTo>
                    <a:pt x="2732119" y="1382423"/>
                  </a:lnTo>
                  <a:lnTo>
                    <a:pt x="2729334" y="1380196"/>
                  </a:lnTo>
                  <a:lnTo>
                    <a:pt x="2728949" y="1379649"/>
                  </a:lnTo>
                  <a:lnTo>
                    <a:pt x="2726049" y="1381262"/>
                  </a:lnTo>
                  <a:lnTo>
                    <a:pt x="2724054" y="1382099"/>
                  </a:lnTo>
                  <a:lnTo>
                    <a:pt x="2723106" y="1382314"/>
                  </a:lnTo>
                  <a:lnTo>
                    <a:pt x="2720992" y="1382290"/>
                  </a:lnTo>
                  <a:lnTo>
                    <a:pt x="2720473" y="1382620"/>
                  </a:lnTo>
                  <a:lnTo>
                    <a:pt x="2717856" y="1384895"/>
                  </a:lnTo>
                  <a:lnTo>
                    <a:pt x="2716570" y="1387045"/>
                  </a:lnTo>
                  <a:lnTo>
                    <a:pt x="2714870" y="1388210"/>
                  </a:lnTo>
                  <a:lnTo>
                    <a:pt x="2713284" y="1390800"/>
                  </a:lnTo>
                  <a:lnTo>
                    <a:pt x="2712729" y="1391361"/>
                  </a:lnTo>
                  <a:lnTo>
                    <a:pt x="2710929" y="1388318"/>
                  </a:lnTo>
                  <a:lnTo>
                    <a:pt x="2709294" y="1386091"/>
                  </a:lnTo>
                  <a:lnTo>
                    <a:pt x="2708376" y="1384303"/>
                  </a:lnTo>
                  <a:lnTo>
                    <a:pt x="2707279" y="1380758"/>
                  </a:lnTo>
                  <a:lnTo>
                    <a:pt x="2706165" y="1378475"/>
                  </a:lnTo>
                  <a:lnTo>
                    <a:pt x="2705868" y="1376487"/>
                  </a:lnTo>
                  <a:lnTo>
                    <a:pt x="2704991" y="1375273"/>
                  </a:lnTo>
                  <a:lnTo>
                    <a:pt x="2704764" y="1375129"/>
                  </a:lnTo>
                  <a:lnTo>
                    <a:pt x="2703143" y="1375766"/>
                  </a:lnTo>
                  <a:lnTo>
                    <a:pt x="2701702" y="1375651"/>
                  </a:lnTo>
                  <a:lnTo>
                    <a:pt x="2693699" y="1372668"/>
                  </a:lnTo>
                  <a:lnTo>
                    <a:pt x="2692798" y="1372155"/>
                  </a:lnTo>
                  <a:lnTo>
                    <a:pt x="2691726" y="1371212"/>
                  </a:lnTo>
                  <a:lnTo>
                    <a:pt x="2691110" y="1372444"/>
                  </a:lnTo>
                  <a:lnTo>
                    <a:pt x="2691163" y="1373504"/>
                  </a:lnTo>
                  <a:lnTo>
                    <a:pt x="2691672" y="1375250"/>
                  </a:lnTo>
                  <a:lnTo>
                    <a:pt x="2691648" y="1377845"/>
                  </a:lnTo>
                  <a:lnTo>
                    <a:pt x="2691967" y="1378831"/>
                  </a:lnTo>
                  <a:lnTo>
                    <a:pt x="2691410" y="1380118"/>
                  </a:lnTo>
                  <a:lnTo>
                    <a:pt x="2688363" y="1383342"/>
                  </a:lnTo>
                  <a:lnTo>
                    <a:pt x="2688141" y="1383484"/>
                  </a:lnTo>
                  <a:lnTo>
                    <a:pt x="2687680" y="1383147"/>
                  </a:lnTo>
                  <a:lnTo>
                    <a:pt x="2684903" y="1384744"/>
                  </a:lnTo>
                  <a:lnTo>
                    <a:pt x="2682125" y="1381347"/>
                  </a:lnTo>
                  <a:lnTo>
                    <a:pt x="2681513" y="1381932"/>
                  </a:lnTo>
                  <a:lnTo>
                    <a:pt x="2679743" y="1385820"/>
                  </a:lnTo>
                  <a:lnTo>
                    <a:pt x="2677174" y="1390119"/>
                  </a:lnTo>
                  <a:lnTo>
                    <a:pt x="2675676" y="1395644"/>
                  </a:lnTo>
                  <a:lnTo>
                    <a:pt x="2674916" y="1397150"/>
                  </a:lnTo>
                  <a:lnTo>
                    <a:pt x="2678387" y="1398447"/>
                  </a:lnTo>
                  <a:lnTo>
                    <a:pt x="2678355" y="1398592"/>
                  </a:lnTo>
                  <a:lnTo>
                    <a:pt x="2681841" y="1398250"/>
                  </a:lnTo>
                  <a:lnTo>
                    <a:pt x="2682913" y="1398351"/>
                  </a:lnTo>
                  <a:lnTo>
                    <a:pt x="2683252" y="1398591"/>
                  </a:lnTo>
                  <a:lnTo>
                    <a:pt x="2684729" y="1398510"/>
                  </a:lnTo>
                  <a:lnTo>
                    <a:pt x="2689025" y="1401340"/>
                  </a:lnTo>
                  <a:lnTo>
                    <a:pt x="2690635" y="1403219"/>
                  </a:lnTo>
                  <a:lnTo>
                    <a:pt x="2694384" y="1406382"/>
                  </a:lnTo>
                  <a:lnTo>
                    <a:pt x="2695519" y="1407043"/>
                  </a:lnTo>
                  <a:lnTo>
                    <a:pt x="2695649" y="1407339"/>
                  </a:lnTo>
                  <a:lnTo>
                    <a:pt x="2699162" y="1408766"/>
                  </a:lnTo>
                  <a:lnTo>
                    <a:pt x="2700899" y="1409745"/>
                  </a:lnTo>
                  <a:lnTo>
                    <a:pt x="2706770" y="1414315"/>
                  </a:lnTo>
                  <a:lnTo>
                    <a:pt x="2707820" y="1414824"/>
                  </a:lnTo>
                  <a:lnTo>
                    <a:pt x="2711121" y="1416871"/>
                  </a:lnTo>
                  <a:lnTo>
                    <a:pt x="2714599" y="1418606"/>
                  </a:lnTo>
                  <a:lnTo>
                    <a:pt x="2718306" y="1421723"/>
                  </a:lnTo>
                  <a:lnTo>
                    <a:pt x="2719497" y="1421902"/>
                  </a:lnTo>
                  <a:lnTo>
                    <a:pt x="2727971" y="1429896"/>
                  </a:lnTo>
                  <a:lnTo>
                    <a:pt x="2727255" y="1430773"/>
                  </a:lnTo>
                  <a:lnTo>
                    <a:pt x="2726557" y="1431687"/>
                  </a:lnTo>
                  <a:lnTo>
                    <a:pt x="2724452" y="1435918"/>
                  </a:lnTo>
                  <a:lnTo>
                    <a:pt x="2721723" y="1443089"/>
                  </a:lnTo>
                  <a:lnTo>
                    <a:pt x="2720571" y="1445375"/>
                  </a:lnTo>
                  <a:lnTo>
                    <a:pt x="2711373" y="1458317"/>
                  </a:lnTo>
                  <a:lnTo>
                    <a:pt x="2708151" y="1465331"/>
                  </a:lnTo>
                  <a:lnTo>
                    <a:pt x="2707767" y="1467988"/>
                  </a:lnTo>
                  <a:lnTo>
                    <a:pt x="2706285" y="1471421"/>
                  </a:lnTo>
                  <a:lnTo>
                    <a:pt x="2705368" y="1476418"/>
                  </a:lnTo>
                  <a:lnTo>
                    <a:pt x="2704655" y="1479793"/>
                  </a:lnTo>
                  <a:lnTo>
                    <a:pt x="2702795" y="1486476"/>
                  </a:lnTo>
                  <a:lnTo>
                    <a:pt x="2700428" y="1497924"/>
                  </a:lnTo>
                  <a:lnTo>
                    <a:pt x="2698936" y="1502977"/>
                  </a:lnTo>
                  <a:lnTo>
                    <a:pt x="2698754" y="1502935"/>
                  </a:lnTo>
                  <a:lnTo>
                    <a:pt x="2697163" y="1505925"/>
                  </a:lnTo>
                  <a:lnTo>
                    <a:pt x="2695842" y="1507889"/>
                  </a:lnTo>
                  <a:lnTo>
                    <a:pt x="2695040" y="1507534"/>
                  </a:lnTo>
                  <a:lnTo>
                    <a:pt x="2694603" y="1509099"/>
                  </a:lnTo>
                  <a:lnTo>
                    <a:pt x="2691578" y="1512063"/>
                  </a:lnTo>
                  <a:lnTo>
                    <a:pt x="2686482" y="1510313"/>
                  </a:lnTo>
                  <a:lnTo>
                    <a:pt x="2686947" y="1511947"/>
                  </a:lnTo>
                  <a:lnTo>
                    <a:pt x="2685187" y="1512163"/>
                  </a:lnTo>
                  <a:lnTo>
                    <a:pt x="2684470" y="1509878"/>
                  </a:lnTo>
                  <a:lnTo>
                    <a:pt x="2683938" y="1507137"/>
                  </a:lnTo>
                  <a:lnTo>
                    <a:pt x="2680442" y="1508233"/>
                  </a:lnTo>
                  <a:lnTo>
                    <a:pt x="2681734" y="1506841"/>
                  </a:lnTo>
                  <a:lnTo>
                    <a:pt x="2681605" y="1506383"/>
                  </a:lnTo>
                  <a:lnTo>
                    <a:pt x="2680328" y="1505310"/>
                  </a:lnTo>
                  <a:lnTo>
                    <a:pt x="2679857" y="1503899"/>
                  </a:lnTo>
                  <a:lnTo>
                    <a:pt x="2680048" y="1500381"/>
                  </a:lnTo>
                  <a:lnTo>
                    <a:pt x="2680300" y="1499723"/>
                  </a:lnTo>
                  <a:lnTo>
                    <a:pt x="2681367" y="1498527"/>
                  </a:lnTo>
                  <a:lnTo>
                    <a:pt x="2681432" y="1497153"/>
                  </a:lnTo>
                  <a:lnTo>
                    <a:pt x="2682446" y="1495391"/>
                  </a:lnTo>
                  <a:lnTo>
                    <a:pt x="2682787" y="1492337"/>
                  </a:lnTo>
                  <a:lnTo>
                    <a:pt x="2682968" y="1492043"/>
                  </a:lnTo>
                  <a:lnTo>
                    <a:pt x="2683589" y="1492123"/>
                  </a:lnTo>
                  <a:lnTo>
                    <a:pt x="2683594" y="1493920"/>
                  </a:lnTo>
                  <a:lnTo>
                    <a:pt x="2685091" y="1495041"/>
                  </a:lnTo>
                  <a:lnTo>
                    <a:pt x="2685362" y="1495041"/>
                  </a:lnTo>
                  <a:lnTo>
                    <a:pt x="2686052" y="1494233"/>
                  </a:lnTo>
                  <a:lnTo>
                    <a:pt x="2686234" y="1493533"/>
                  </a:lnTo>
                  <a:lnTo>
                    <a:pt x="2684933" y="1491134"/>
                  </a:lnTo>
                  <a:lnTo>
                    <a:pt x="2682974" y="1488555"/>
                  </a:lnTo>
                  <a:lnTo>
                    <a:pt x="2682843" y="1487312"/>
                  </a:lnTo>
                  <a:lnTo>
                    <a:pt x="2682115" y="1486538"/>
                  </a:lnTo>
                  <a:lnTo>
                    <a:pt x="2679585" y="1484796"/>
                  </a:lnTo>
                  <a:lnTo>
                    <a:pt x="2678241" y="1484412"/>
                  </a:lnTo>
                  <a:lnTo>
                    <a:pt x="2677221" y="1484952"/>
                  </a:lnTo>
                  <a:lnTo>
                    <a:pt x="2676685" y="1484975"/>
                  </a:lnTo>
                  <a:lnTo>
                    <a:pt x="2673697" y="1484091"/>
                  </a:lnTo>
                  <a:lnTo>
                    <a:pt x="2671247" y="1482964"/>
                  </a:lnTo>
                  <a:lnTo>
                    <a:pt x="2671353" y="1482146"/>
                  </a:lnTo>
                  <a:lnTo>
                    <a:pt x="2671050" y="1481520"/>
                  </a:lnTo>
                  <a:lnTo>
                    <a:pt x="2668014" y="1480734"/>
                  </a:lnTo>
                  <a:lnTo>
                    <a:pt x="2664784" y="1478579"/>
                  </a:lnTo>
                  <a:lnTo>
                    <a:pt x="2663400" y="1478119"/>
                  </a:lnTo>
                  <a:lnTo>
                    <a:pt x="2661521" y="1477081"/>
                  </a:lnTo>
                  <a:lnTo>
                    <a:pt x="2659568" y="1476548"/>
                  </a:lnTo>
                  <a:lnTo>
                    <a:pt x="2657873" y="1475649"/>
                  </a:lnTo>
                  <a:lnTo>
                    <a:pt x="2656607" y="1475654"/>
                  </a:lnTo>
                  <a:lnTo>
                    <a:pt x="2655786" y="1476120"/>
                  </a:lnTo>
                  <a:lnTo>
                    <a:pt x="2653750" y="1476525"/>
                  </a:lnTo>
                  <a:lnTo>
                    <a:pt x="2653087" y="1475777"/>
                  </a:lnTo>
                  <a:lnTo>
                    <a:pt x="2652322" y="1475428"/>
                  </a:lnTo>
                  <a:lnTo>
                    <a:pt x="2650802" y="1475316"/>
                  </a:lnTo>
                  <a:lnTo>
                    <a:pt x="2649430" y="1475636"/>
                  </a:lnTo>
                  <a:lnTo>
                    <a:pt x="2645718" y="1474981"/>
                  </a:lnTo>
                  <a:lnTo>
                    <a:pt x="2644491" y="1474270"/>
                  </a:lnTo>
                  <a:lnTo>
                    <a:pt x="2643405" y="1474310"/>
                  </a:lnTo>
                  <a:lnTo>
                    <a:pt x="2641332" y="1474883"/>
                  </a:lnTo>
                  <a:lnTo>
                    <a:pt x="2640040" y="1474572"/>
                  </a:lnTo>
                  <a:lnTo>
                    <a:pt x="2639532" y="1474087"/>
                  </a:lnTo>
                  <a:lnTo>
                    <a:pt x="2637638" y="1474074"/>
                  </a:lnTo>
                  <a:lnTo>
                    <a:pt x="2636348" y="1472987"/>
                  </a:lnTo>
                  <a:lnTo>
                    <a:pt x="2635552" y="1471904"/>
                  </a:lnTo>
                  <a:lnTo>
                    <a:pt x="2634445" y="1471439"/>
                  </a:lnTo>
                  <a:lnTo>
                    <a:pt x="2629872" y="1472031"/>
                  </a:lnTo>
                  <a:lnTo>
                    <a:pt x="2629417" y="1471809"/>
                  </a:lnTo>
                  <a:lnTo>
                    <a:pt x="2629036" y="1470839"/>
                  </a:lnTo>
                  <a:lnTo>
                    <a:pt x="2628242" y="1471650"/>
                  </a:lnTo>
                  <a:lnTo>
                    <a:pt x="2626957" y="1471706"/>
                  </a:lnTo>
                  <a:lnTo>
                    <a:pt x="2625841" y="1471051"/>
                  </a:lnTo>
                  <a:lnTo>
                    <a:pt x="2625703" y="1469979"/>
                  </a:lnTo>
                  <a:lnTo>
                    <a:pt x="2624701" y="1468920"/>
                  </a:lnTo>
                  <a:lnTo>
                    <a:pt x="2621183" y="1463185"/>
                  </a:lnTo>
                  <a:lnTo>
                    <a:pt x="2621005" y="1462477"/>
                  </a:lnTo>
                  <a:lnTo>
                    <a:pt x="2621287" y="1461307"/>
                  </a:lnTo>
                  <a:lnTo>
                    <a:pt x="2623352" y="1457877"/>
                  </a:lnTo>
                  <a:lnTo>
                    <a:pt x="2625264" y="1453632"/>
                  </a:lnTo>
                  <a:lnTo>
                    <a:pt x="2625705" y="1451511"/>
                  </a:lnTo>
                  <a:lnTo>
                    <a:pt x="2625563" y="1450316"/>
                  </a:lnTo>
                  <a:lnTo>
                    <a:pt x="2624328" y="1449937"/>
                  </a:lnTo>
                  <a:lnTo>
                    <a:pt x="2623732" y="1449409"/>
                  </a:lnTo>
                  <a:lnTo>
                    <a:pt x="2623485" y="1448826"/>
                  </a:lnTo>
                  <a:lnTo>
                    <a:pt x="2624123" y="1448427"/>
                  </a:lnTo>
                  <a:lnTo>
                    <a:pt x="2623987" y="1447626"/>
                  </a:lnTo>
                  <a:lnTo>
                    <a:pt x="2622830" y="1446051"/>
                  </a:lnTo>
                  <a:lnTo>
                    <a:pt x="2621803" y="1445084"/>
                  </a:lnTo>
                  <a:lnTo>
                    <a:pt x="2619880" y="1444445"/>
                  </a:lnTo>
                  <a:lnTo>
                    <a:pt x="2618606" y="1444325"/>
                  </a:lnTo>
                  <a:lnTo>
                    <a:pt x="2616777" y="1442915"/>
                  </a:lnTo>
                  <a:lnTo>
                    <a:pt x="2612403" y="1441996"/>
                  </a:lnTo>
                  <a:lnTo>
                    <a:pt x="2610143" y="1440695"/>
                  </a:lnTo>
                  <a:lnTo>
                    <a:pt x="2608331" y="1440308"/>
                  </a:lnTo>
                  <a:lnTo>
                    <a:pt x="2605514" y="1439862"/>
                  </a:lnTo>
                  <a:lnTo>
                    <a:pt x="2603653" y="1439902"/>
                  </a:lnTo>
                  <a:lnTo>
                    <a:pt x="2602147" y="1439384"/>
                  </a:lnTo>
                  <a:lnTo>
                    <a:pt x="2602608" y="1437751"/>
                  </a:lnTo>
                  <a:lnTo>
                    <a:pt x="2601650" y="1436100"/>
                  </a:lnTo>
                  <a:lnTo>
                    <a:pt x="2600460" y="1435525"/>
                  </a:lnTo>
                  <a:lnTo>
                    <a:pt x="2599835" y="1435415"/>
                  </a:lnTo>
                  <a:lnTo>
                    <a:pt x="2599583" y="1435626"/>
                  </a:lnTo>
                  <a:lnTo>
                    <a:pt x="2600242" y="1437584"/>
                  </a:lnTo>
                  <a:lnTo>
                    <a:pt x="2599418" y="1438304"/>
                  </a:lnTo>
                  <a:lnTo>
                    <a:pt x="2598161" y="1437780"/>
                  </a:lnTo>
                  <a:lnTo>
                    <a:pt x="2597280" y="1436328"/>
                  </a:lnTo>
                  <a:lnTo>
                    <a:pt x="2593100" y="1435233"/>
                  </a:lnTo>
                  <a:lnTo>
                    <a:pt x="2594414" y="1435883"/>
                  </a:lnTo>
                  <a:lnTo>
                    <a:pt x="2592882" y="1435254"/>
                  </a:lnTo>
                  <a:lnTo>
                    <a:pt x="2591267" y="1437076"/>
                  </a:lnTo>
                  <a:lnTo>
                    <a:pt x="2590970" y="1438116"/>
                  </a:lnTo>
                  <a:lnTo>
                    <a:pt x="2591415" y="1439849"/>
                  </a:lnTo>
                  <a:lnTo>
                    <a:pt x="2590690" y="1441248"/>
                  </a:lnTo>
                  <a:lnTo>
                    <a:pt x="2590060" y="1441653"/>
                  </a:lnTo>
                  <a:lnTo>
                    <a:pt x="2590177" y="1441881"/>
                  </a:lnTo>
                  <a:lnTo>
                    <a:pt x="2589428" y="1443550"/>
                  </a:lnTo>
                  <a:lnTo>
                    <a:pt x="2589180" y="1443409"/>
                  </a:lnTo>
                  <a:lnTo>
                    <a:pt x="2588741" y="1442233"/>
                  </a:lnTo>
                  <a:lnTo>
                    <a:pt x="2588322" y="1442292"/>
                  </a:lnTo>
                  <a:lnTo>
                    <a:pt x="2587561" y="1442578"/>
                  </a:lnTo>
                  <a:lnTo>
                    <a:pt x="2586990" y="1443715"/>
                  </a:lnTo>
                  <a:lnTo>
                    <a:pt x="2586087" y="1444379"/>
                  </a:lnTo>
                  <a:lnTo>
                    <a:pt x="2585746" y="1445493"/>
                  </a:lnTo>
                  <a:lnTo>
                    <a:pt x="2584928" y="1445846"/>
                  </a:lnTo>
                  <a:lnTo>
                    <a:pt x="2583087" y="1445731"/>
                  </a:lnTo>
                  <a:lnTo>
                    <a:pt x="2582387" y="1445365"/>
                  </a:lnTo>
                  <a:lnTo>
                    <a:pt x="2582932" y="1443926"/>
                  </a:lnTo>
                  <a:lnTo>
                    <a:pt x="2581539" y="1444583"/>
                  </a:lnTo>
                  <a:lnTo>
                    <a:pt x="2581108" y="1444180"/>
                  </a:lnTo>
                  <a:lnTo>
                    <a:pt x="2581690" y="1442753"/>
                  </a:lnTo>
                  <a:lnTo>
                    <a:pt x="2581386" y="1442266"/>
                  </a:lnTo>
                  <a:lnTo>
                    <a:pt x="2581006" y="1442138"/>
                  </a:lnTo>
                  <a:lnTo>
                    <a:pt x="2578607" y="1442438"/>
                  </a:lnTo>
                  <a:lnTo>
                    <a:pt x="2577661" y="1441616"/>
                  </a:lnTo>
                  <a:lnTo>
                    <a:pt x="2576277" y="1439803"/>
                  </a:lnTo>
                  <a:lnTo>
                    <a:pt x="2575807" y="1439711"/>
                  </a:lnTo>
                  <a:lnTo>
                    <a:pt x="2574997" y="1440365"/>
                  </a:lnTo>
                  <a:lnTo>
                    <a:pt x="2574688" y="1441637"/>
                  </a:lnTo>
                  <a:lnTo>
                    <a:pt x="2574324" y="1442032"/>
                  </a:lnTo>
                  <a:lnTo>
                    <a:pt x="2574632" y="1443230"/>
                  </a:lnTo>
                  <a:lnTo>
                    <a:pt x="2574494" y="1444011"/>
                  </a:lnTo>
                  <a:lnTo>
                    <a:pt x="2574244" y="1444400"/>
                  </a:lnTo>
                  <a:lnTo>
                    <a:pt x="2573644" y="1444614"/>
                  </a:lnTo>
                  <a:lnTo>
                    <a:pt x="2573272" y="1444195"/>
                  </a:lnTo>
                  <a:lnTo>
                    <a:pt x="2573905" y="1442629"/>
                  </a:lnTo>
                  <a:lnTo>
                    <a:pt x="2573789" y="1441942"/>
                  </a:lnTo>
                  <a:lnTo>
                    <a:pt x="2572929" y="1441686"/>
                  </a:lnTo>
                  <a:lnTo>
                    <a:pt x="2571923" y="1442120"/>
                  </a:lnTo>
                  <a:lnTo>
                    <a:pt x="2571553" y="1442995"/>
                  </a:lnTo>
                  <a:lnTo>
                    <a:pt x="2572254" y="1443832"/>
                  </a:lnTo>
                  <a:lnTo>
                    <a:pt x="2571779" y="1444888"/>
                  </a:lnTo>
                  <a:lnTo>
                    <a:pt x="2571852" y="1446276"/>
                  </a:lnTo>
                  <a:lnTo>
                    <a:pt x="2571147" y="1447433"/>
                  </a:lnTo>
                  <a:lnTo>
                    <a:pt x="2569583" y="1448631"/>
                  </a:lnTo>
                  <a:lnTo>
                    <a:pt x="2569286" y="1450409"/>
                  </a:lnTo>
                  <a:lnTo>
                    <a:pt x="2568827" y="1450737"/>
                  </a:lnTo>
                  <a:lnTo>
                    <a:pt x="2568343" y="1450492"/>
                  </a:lnTo>
                  <a:lnTo>
                    <a:pt x="2566925" y="1450641"/>
                  </a:lnTo>
                  <a:lnTo>
                    <a:pt x="2565900" y="1451946"/>
                  </a:lnTo>
                  <a:lnTo>
                    <a:pt x="2566317" y="1453602"/>
                  </a:lnTo>
                  <a:lnTo>
                    <a:pt x="2566120" y="1453999"/>
                  </a:lnTo>
                  <a:lnTo>
                    <a:pt x="2564206" y="1452838"/>
                  </a:lnTo>
                  <a:lnTo>
                    <a:pt x="2563761" y="1452906"/>
                  </a:lnTo>
                  <a:lnTo>
                    <a:pt x="2563469" y="1453099"/>
                  </a:lnTo>
                  <a:lnTo>
                    <a:pt x="2564130" y="1453920"/>
                  </a:lnTo>
                  <a:lnTo>
                    <a:pt x="2564000" y="1454572"/>
                  </a:lnTo>
                  <a:lnTo>
                    <a:pt x="2563289" y="1454144"/>
                  </a:lnTo>
                  <a:lnTo>
                    <a:pt x="2562020" y="1454678"/>
                  </a:lnTo>
                  <a:lnTo>
                    <a:pt x="2562249" y="1455193"/>
                  </a:lnTo>
                  <a:lnTo>
                    <a:pt x="2563172" y="1455648"/>
                  </a:lnTo>
                  <a:lnTo>
                    <a:pt x="2563510" y="1456828"/>
                  </a:lnTo>
                  <a:lnTo>
                    <a:pt x="2563004" y="1456848"/>
                  </a:lnTo>
                  <a:lnTo>
                    <a:pt x="2561879" y="1456380"/>
                  </a:lnTo>
                  <a:lnTo>
                    <a:pt x="2561519" y="1456650"/>
                  </a:lnTo>
                  <a:lnTo>
                    <a:pt x="2561497" y="1457269"/>
                  </a:lnTo>
                  <a:lnTo>
                    <a:pt x="2561843" y="1457734"/>
                  </a:lnTo>
                  <a:lnTo>
                    <a:pt x="2562834" y="1457674"/>
                  </a:lnTo>
                  <a:lnTo>
                    <a:pt x="2563680" y="1458051"/>
                  </a:lnTo>
                  <a:lnTo>
                    <a:pt x="2563528" y="1459639"/>
                  </a:lnTo>
                  <a:lnTo>
                    <a:pt x="2561655" y="1457967"/>
                  </a:lnTo>
                  <a:lnTo>
                    <a:pt x="2560609" y="1458117"/>
                  </a:lnTo>
                  <a:lnTo>
                    <a:pt x="2559514" y="1458706"/>
                  </a:lnTo>
                  <a:lnTo>
                    <a:pt x="2559322" y="1461248"/>
                  </a:lnTo>
                  <a:lnTo>
                    <a:pt x="2559549" y="1461462"/>
                  </a:lnTo>
                  <a:lnTo>
                    <a:pt x="2561019" y="1461387"/>
                  </a:lnTo>
                  <a:lnTo>
                    <a:pt x="2561330" y="1461667"/>
                  </a:lnTo>
                  <a:lnTo>
                    <a:pt x="2561300" y="1463179"/>
                  </a:lnTo>
                  <a:lnTo>
                    <a:pt x="2560867" y="1464014"/>
                  </a:lnTo>
                  <a:lnTo>
                    <a:pt x="2560767" y="1465245"/>
                  </a:lnTo>
                  <a:lnTo>
                    <a:pt x="2560091" y="1465809"/>
                  </a:lnTo>
                  <a:lnTo>
                    <a:pt x="2559214" y="1465418"/>
                  </a:lnTo>
                  <a:lnTo>
                    <a:pt x="2558011" y="1465251"/>
                  </a:lnTo>
                  <a:lnTo>
                    <a:pt x="2557575" y="1465721"/>
                  </a:lnTo>
                  <a:lnTo>
                    <a:pt x="2558677" y="1467663"/>
                  </a:lnTo>
                  <a:lnTo>
                    <a:pt x="2558712" y="1468395"/>
                  </a:lnTo>
                  <a:lnTo>
                    <a:pt x="2557741" y="1468665"/>
                  </a:lnTo>
                  <a:lnTo>
                    <a:pt x="2556979" y="1468364"/>
                  </a:lnTo>
                  <a:lnTo>
                    <a:pt x="2556570" y="1466830"/>
                  </a:lnTo>
                  <a:lnTo>
                    <a:pt x="2555918" y="1466070"/>
                  </a:lnTo>
                  <a:lnTo>
                    <a:pt x="2555357" y="1465962"/>
                  </a:lnTo>
                  <a:lnTo>
                    <a:pt x="2553878" y="1466728"/>
                  </a:lnTo>
                  <a:lnTo>
                    <a:pt x="2552263" y="1464770"/>
                  </a:lnTo>
                  <a:lnTo>
                    <a:pt x="2550744" y="1464885"/>
                  </a:lnTo>
                  <a:lnTo>
                    <a:pt x="2549360" y="1465593"/>
                  </a:lnTo>
                  <a:lnTo>
                    <a:pt x="2548280" y="1466678"/>
                  </a:lnTo>
                  <a:lnTo>
                    <a:pt x="2547592" y="1467743"/>
                  </a:lnTo>
                  <a:lnTo>
                    <a:pt x="2546361" y="1468671"/>
                  </a:lnTo>
                  <a:lnTo>
                    <a:pt x="2546176" y="1469619"/>
                  </a:lnTo>
                  <a:lnTo>
                    <a:pt x="2547748" y="1469055"/>
                  </a:lnTo>
                  <a:lnTo>
                    <a:pt x="2548369" y="1469363"/>
                  </a:lnTo>
                  <a:lnTo>
                    <a:pt x="2548519" y="1469721"/>
                  </a:lnTo>
                  <a:lnTo>
                    <a:pt x="2547859" y="1470980"/>
                  </a:lnTo>
                  <a:lnTo>
                    <a:pt x="2547011" y="1471540"/>
                  </a:lnTo>
                  <a:lnTo>
                    <a:pt x="2546903" y="1472564"/>
                  </a:lnTo>
                  <a:lnTo>
                    <a:pt x="2546083" y="1473047"/>
                  </a:lnTo>
                  <a:lnTo>
                    <a:pt x="2545320" y="1474567"/>
                  </a:lnTo>
                  <a:lnTo>
                    <a:pt x="2545296" y="1474904"/>
                  </a:lnTo>
                  <a:lnTo>
                    <a:pt x="2545560" y="1475009"/>
                  </a:lnTo>
                  <a:lnTo>
                    <a:pt x="2546322" y="1474746"/>
                  </a:lnTo>
                  <a:lnTo>
                    <a:pt x="2546713" y="1474975"/>
                  </a:lnTo>
                  <a:lnTo>
                    <a:pt x="2546865" y="1475833"/>
                  </a:lnTo>
                  <a:lnTo>
                    <a:pt x="2544629" y="1476480"/>
                  </a:lnTo>
                  <a:lnTo>
                    <a:pt x="2544513" y="1476969"/>
                  </a:lnTo>
                  <a:lnTo>
                    <a:pt x="2544840" y="1477680"/>
                  </a:lnTo>
                  <a:lnTo>
                    <a:pt x="2545174" y="1477228"/>
                  </a:lnTo>
                  <a:lnTo>
                    <a:pt x="2545806" y="1477252"/>
                  </a:lnTo>
                  <a:lnTo>
                    <a:pt x="2547160" y="1477760"/>
                  </a:lnTo>
                  <a:lnTo>
                    <a:pt x="2547306" y="1478171"/>
                  </a:lnTo>
                  <a:lnTo>
                    <a:pt x="2546111" y="1479212"/>
                  </a:lnTo>
                  <a:lnTo>
                    <a:pt x="2544606" y="1478524"/>
                  </a:lnTo>
                  <a:lnTo>
                    <a:pt x="2543615" y="1478594"/>
                  </a:lnTo>
                  <a:lnTo>
                    <a:pt x="2543516" y="1479246"/>
                  </a:lnTo>
                  <a:lnTo>
                    <a:pt x="2544963" y="1479522"/>
                  </a:lnTo>
                  <a:lnTo>
                    <a:pt x="2545583" y="1479978"/>
                  </a:lnTo>
                  <a:lnTo>
                    <a:pt x="2545397" y="1480291"/>
                  </a:lnTo>
                  <a:lnTo>
                    <a:pt x="2543718" y="1480591"/>
                  </a:lnTo>
                  <a:lnTo>
                    <a:pt x="2543152" y="1481021"/>
                  </a:lnTo>
                  <a:lnTo>
                    <a:pt x="2543260" y="1481552"/>
                  </a:lnTo>
                  <a:lnTo>
                    <a:pt x="2543969" y="1481204"/>
                  </a:lnTo>
                  <a:lnTo>
                    <a:pt x="2544450" y="1481253"/>
                  </a:lnTo>
                  <a:lnTo>
                    <a:pt x="2544756" y="1482487"/>
                  </a:lnTo>
                  <a:lnTo>
                    <a:pt x="2544423" y="1482939"/>
                  </a:lnTo>
                  <a:lnTo>
                    <a:pt x="2543536" y="1483212"/>
                  </a:lnTo>
                  <a:lnTo>
                    <a:pt x="2543462" y="1484268"/>
                  </a:lnTo>
                  <a:lnTo>
                    <a:pt x="2542857" y="1485530"/>
                  </a:lnTo>
                  <a:lnTo>
                    <a:pt x="2542064" y="1485923"/>
                  </a:lnTo>
                  <a:lnTo>
                    <a:pt x="2541718" y="1485661"/>
                  </a:lnTo>
                  <a:lnTo>
                    <a:pt x="2541710" y="1485234"/>
                  </a:lnTo>
                  <a:lnTo>
                    <a:pt x="2542309" y="1484223"/>
                  </a:lnTo>
                  <a:lnTo>
                    <a:pt x="2542274" y="1483380"/>
                  </a:lnTo>
                  <a:lnTo>
                    <a:pt x="2541864" y="1483349"/>
                  </a:lnTo>
                  <a:lnTo>
                    <a:pt x="2537106" y="1485140"/>
                  </a:lnTo>
                  <a:lnTo>
                    <a:pt x="2537331" y="1486100"/>
                  </a:lnTo>
                  <a:lnTo>
                    <a:pt x="2537167" y="1486208"/>
                  </a:lnTo>
                  <a:lnTo>
                    <a:pt x="2536723" y="1485851"/>
                  </a:lnTo>
                  <a:lnTo>
                    <a:pt x="2536318" y="1485842"/>
                  </a:lnTo>
                  <a:lnTo>
                    <a:pt x="2535415" y="1486868"/>
                  </a:lnTo>
                  <a:lnTo>
                    <a:pt x="2535053" y="1487767"/>
                  </a:lnTo>
                  <a:lnTo>
                    <a:pt x="2534941" y="1489680"/>
                  </a:lnTo>
                  <a:lnTo>
                    <a:pt x="2534709" y="1489960"/>
                  </a:lnTo>
                  <a:lnTo>
                    <a:pt x="2534395" y="1489995"/>
                  </a:lnTo>
                  <a:lnTo>
                    <a:pt x="2533668" y="1489318"/>
                  </a:lnTo>
                  <a:lnTo>
                    <a:pt x="2532727" y="1489507"/>
                  </a:lnTo>
                  <a:lnTo>
                    <a:pt x="2532720" y="1489787"/>
                  </a:lnTo>
                  <a:lnTo>
                    <a:pt x="2533312" y="1490372"/>
                  </a:lnTo>
                  <a:lnTo>
                    <a:pt x="2533364" y="1491163"/>
                  </a:lnTo>
                  <a:lnTo>
                    <a:pt x="2531317" y="1492139"/>
                  </a:lnTo>
                  <a:lnTo>
                    <a:pt x="2531023" y="1492758"/>
                  </a:lnTo>
                  <a:lnTo>
                    <a:pt x="2531154" y="1492992"/>
                  </a:lnTo>
                  <a:lnTo>
                    <a:pt x="2532203" y="1493335"/>
                  </a:lnTo>
                  <a:lnTo>
                    <a:pt x="2532260" y="1493651"/>
                  </a:lnTo>
                  <a:lnTo>
                    <a:pt x="2532065" y="1493904"/>
                  </a:lnTo>
                  <a:lnTo>
                    <a:pt x="2530566" y="1494380"/>
                  </a:lnTo>
                  <a:lnTo>
                    <a:pt x="2530308" y="1494942"/>
                  </a:lnTo>
                  <a:lnTo>
                    <a:pt x="2530350" y="1495741"/>
                  </a:lnTo>
                  <a:lnTo>
                    <a:pt x="2530755" y="1495938"/>
                  </a:lnTo>
                  <a:lnTo>
                    <a:pt x="2531336" y="1495270"/>
                  </a:lnTo>
                  <a:lnTo>
                    <a:pt x="2531510" y="1494599"/>
                  </a:lnTo>
                  <a:lnTo>
                    <a:pt x="2531895" y="1494573"/>
                  </a:lnTo>
                  <a:lnTo>
                    <a:pt x="2532359" y="1495356"/>
                  </a:lnTo>
                  <a:lnTo>
                    <a:pt x="2532909" y="1495791"/>
                  </a:lnTo>
                  <a:lnTo>
                    <a:pt x="2533638" y="1494151"/>
                  </a:lnTo>
                  <a:lnTo>
                    <a:pt x="2534017" y="1493916"/>
                  </a:lnTo>
                  <a:lnTo>
                    <a:pt x="2534467" y="1494304"/>
                  </a:lnTo>
                  <a:lnTo>
                    <a:pt x="2534253" y="1495607"/>
                  </a:lnTo>
                  <a:lnTo>
                    <a:pt x="2534644" y="1496297"/>
                  </a:lnTo>
                  <a:lnTo>
                    <a:pt x="2534981" y="1496063"/>
                  </a:lnTo>
                  <a:lnTo>
                    <a:pt x="2534719" y="1495020"/>
                  </a:lnTo>
                  <a:lnTo>
                    <a:pt x="2535814" y="1494650"/>
                  </a:lnTo>
                  <a:lnTo>
                    <a:pt x="2536758" y="1495796"/>
                  </a:lnTo>
                  <a:lnTo>
                    <a:pt x="2539175" y="1496527"/>
                  </a:lnTo>
                  <a:lnTo>
                    <a:pt x="2539231" y="1496970"/>
                  </a:lnTo>
                  <a:lnTo>
                    <a:pt x="2538477" y="1497069"/>
                  </a:lnTo>
                  <a:lnTo>
                    <a:pt x="2538309" y="1498027"/>
                  </a:lnTo>
                  <a:lnTo>
                    <a:pt x="2539021" y="1498746"/>
                  </a:lnTo>
                  <a:lnTo>
                    <a:pt x="2539149" y="1499852"/>
                  </a:lnTo>
                  <a:lnTo>
                    <a:pt x="2538195" y="1500925"/>
                  </a:lnTo>
                  <a:lnTo>
                    <a:pt x="2538354" y="1501209"/>
                  </a:lnTo>
                  <a:lnTo>
                    <a:pt x="2539121" y="1501325"/>
                  </a:lnTo>
                  <a:lnTo>
                    <a:pt x="2539526" y="1503478"/>
                  </a:lnTo>
                  <a:lnTo>
                    <a:pt x="2540422" y="1503834"/>
                  </a:lnTo>
                  <a:lnTo>
                    <a:pt x="2540568" y="1504094"/>
                  </a:lnTo>
                  <a:lnTo>
                    <a:pt x="2540074" y="1504966"/>
                  </a:lnTo>
                  <a:lnTo>
                    <a:pt x="2539289" y="1505729"/>
                  </a:lnTo>
                  <a:lnTo>
                    <a:pt x="2536940" y="1506930"/>
                  </a:lnTo>
                  <a:lnTo>
                    <a:pt x="2536249" y="1507517"/>
                  </a:lnTo>
                  <a:lnTo>
                    <a:pt x="2535651" y="1507672"/>
                  </a:lnTo>
                  <a:lnTo>
                    <a:pt x="2535000" y="1508567"/>
                  </a:lnTo>
                  <a:lnTo>
                    <a:pt x="2533308" y="1509176"/>
                  </a:lnTo>
                  <a:lnTo>
                    <a:pt x="2532009" y="1510552"/>
                  </a:lnTo>
                  <a:lnTo>
                    <a:pt x="2531577" y="1510521"/>
                  </a:lnTo>
                  <a:lnTo>
                    <a:pt x="2531027" y="1509675"/>
                  </a:lnTo>
                  <a:lnTo>
                    <a:pt x="2530713" y="1509775"/>
                  </a:lnTo>
                  <a:lnTo>
                    <a:pt x="2530375" y="1510401"/>
                  </a:lnTo>
                  <a:lnTo>
                    <a:pt x="2530487" y="1511229"/>
                  </a:lnTo>
                  <a:lnTo>
                    <a:pt x="2529973" y="1511740"/>
                  </a:lnTo>
                  <a:lnTo>
                    <a:pt x="2529583" y="1511606"/>
                  </a:lnTo>
                  <a:lnTo>
                    <a:pt x="2529165" y="1510826"/>
                  </a:lnTo>
                  <a:lnTo>
                    <a:pt x="2528135" y="1511041"/>
                  </a:lnTo>
                  <a:lnTo>
                    <a:pt x="2527247" y="1510556"/>
                  </a:lnTo>
                  <a:lnTo>
                    <a:pt x="2526560" y="1510164"/>
                  </a:lnTo>
                  <a:lnTo>
                    <a:pt x="2525972" y="1510327"/>
                  </a:lnTo>
                  <a:lnTo>
                    <a:pt x="2526015" y="1510814"/>
                  </a:lnTo>
                  <a:lnTo>
                    <a:pt x="2526589" y="1511228"/>
                  </a:lnTo>
                  <a:lnTo>
                    <a:pt x="2527051" y="1512111"/>
                  </a:lnTo>
                  <a:lnTo>
                    <a:pt x="2526408" y="1512073"/>
                  </a:lnTo>
                  <a:lnTo>
                    <a:pt x="2525328" y="1511397"/>
                  </a:lnTo>
                  <a:lnTo>
                    <a:pt x="2524681" y="1511641"/>
                  </a:lnTo>
                  <a:lnTo>
                    <a:pt x="2523223" y="1511597"/>
                  </a:lnTo>
                  <a:lnTo>
                    <a:pt x="2523050" y="1511404"/>
                  </a:lnTo>
                  <a:lnTo>
                    <a:pt x="2523632" y="1509797"/>
                  </a:lnTo>
                  <a:lnTo>
                    <a:pt x="2523347" y="1509436"/>
                  </a:lnTo>
                  <a:lnTo>
                    <a:pt x="2523062" y="1509504"/>
                  </a:lnTo>
                  <a:lnTo>
                    <a:pt x="2522324" y="1510619"/>
                  </a:lnTo>
                  <a:lnTo>
                    <a:pt x="2521811" y="1509428"/>
                  </a:lnTo>
                  <a:lnTo>
                    <a:pt x="2520868" y="1509221"/>
                  </a:lnTo>
                  <a:lnTo>
                    <a:pt x="2520620" y="1509549"/>
                  </a:lnTo>
                  <a:lnTo>
                    <a:pt x="2520552" y="1510368"/>
                  </a:lnTo>
                  <a:lnTo>
                    <a:pt x="2520147" y="1510544"/>
                  </a:lnTo>
                  <a:lnTo>
                    <a:pt x="2519961" y="1509353"/>
                  </a:lnTo>
                  <a:lnTo>
                    <a:pt x="2519549" y="1509292"/>
                  </a:lnTo>
                  <a:lnTo>
                    <a:pt x="2518555" y="1509999"/>
                  </a:lnTo>
                  <a:lnTo>
                    <a:pt x="2518124" y="1509954"/>
                  </a:lnTo>
                  <a:lnTo>
                    <a:pt x="2517734" y="1509047"/>
                  </a:lnTo>
                  <a:lnTo>
                    <a:pt x="2517281" y="1508795"/>
                  </a:lnTo>
                  <a:lnTo>
                    <a:pt x="2516537" y="1508883"/>
                  </a:lnTo>
                  <a:lnTo>
                    <a:pt x="2515932" y="1509824"/>
                  </a:lnTo>
                  <a:lnTo>
                    <a:pt x="2515307" y="1511345"/>
                  </a:lnTo>
                  <a:lnTo>
                    <a:pt x="2515262" y="1512395"/>
                  </a:lnTo>
                  <a:lnTo>
                    <a:pt x="2515046" y="1512543"/>
                  </a:lnTo>
                  <a:lnTo>
                    <a:pt x="2513427" y="1512656"/>
                  </a:lnTo>
                  <a:lnTo>
                    <a:pt x="2511778" y="1511202"/>
                  </a:lnTo>
                  <a:lnTo>
                    <a:pt x="2510200" y="1510467"/>
                  </a:lnTo>
                  <a:lnTo>
                    <a:pt x="2509722" y="1510830"/>
                  </a:lnTo>
                  <a:lnTo>
                    <a:pt x="2510958" y="1512568"/>
                  </a:lnTo>
                  <a:lnTo>
                    <a:pt x="2511000" y="1512866"/>
                  </a:lnTo>
                  <a:lnTo>
                    <a:pt x="2510709" y="1513172"/>
                  </a:lnTo>
                  <a:lnTo>
                    <a:pt x="2508819" y="1511556"/>
                  </a:lnTo>
                  <a:lnTo>
                    <a:pt x="2508151" y="1511698"/>
                  </a:lnTo>
                  <a:lnTo>
                    <a:pt x="2507656" y="1512094"/>
                  </a:lnTo>
                  <a:lnTo>
                    <a:pt x="2507555" y="1512821"/>
                  </a:lnTo>
                  <a:lnTo>
                    <a:pt x="2506729" y="1512232"/>
                  </a:lnTo>
                  <a:lnTo>
                    <a:pt x="2506199" y="1512470"/>
                  </a:lnTo>
                  <a:lnTo>
                    <a:pt x="2505797" y="1513636"/>
                  </a:lnTo>
                  <a:lnTo>
                    <a:pt x="2505458" y="1513933"/>
                  </a:lnTo>
                  <a:lnTo>
                    <a:pt x="2505077" y="1513779"/>
                  </a:lnTo>
                  <a:lnTo>
                    <a:pt x="2505404" y="1512497"/>
                  </a:lnTo>
                  <a:lnTo>
                    <a:pt x="2505195" y="1512343"/>
                  </a:lnTo>
                  <a:lnTo>
                    <a:pt x="2504092" y="1512483"/>
                  </a:lnTo>
                  <a:lnTo>
                    <a:pt x="2503184" y="1512035"/>
                  </a:lnTo>
                  <a:lnTo>
                    <a:pt x="2502632" y="1512183"/>
                  </a:lnTo>
                  <a:lnTo>
                    <a:pt x="2502055" y="1512611"/>
                  </a:lnTo>
                  <a:lnTo>
                    <a:pt x="2502632" y="1514318"/>
                  </a:lnTo>
                  <a:lnTo>
                    <a:pt x="2502351" y="1514724"/>
                  </a:lnTo>
                  <a:lnTo>
                    <a:pt x="2501284" y="1514342"/>
                  </a:lnTo>
                  <a:lnTo>
                    <a:pt x="2500533" y="1513624"/>
                  </a:lnTo>
                  <a:lnTo>
                    <a:pt x="2500637" y="1513185"/>
                  </a:lnTo>
                  <a:lnTo>
                    <a:pt x="2500209" y="1512133"/>
                  </a:lnTo>
                  <a:lnTo>
                    <a:pt x="2498827" y="1512885"/>
                  </a:lnTo>
                  <a:lnTo>
                    <a:pt x="2498428" y="1513618"/>
                  </a:lnTo>
                  <a:lnTo>
                    <a:pt x="2498523" y="1517774"/>
                  </a:lnTo>
                  <a:lnTo>
                    <a:pt x="2498167" y="1518354"/>
                  </a:lnTo>
                  <a:lnTo>
                    <a:pt x="2496326" y="1519494"/>
                  </a:lnTo>
                  <a:lnTo>
                    <a:pt x="2496071" y="1520264"/>
                  </a:lnTo>
                  <a:lnTo>
                    <a:pt x="2496171" y="1520774"/>
                  </a:lnTo>
                  <a:lnTo>
                    <a:pt x="2495461" y="1521093"/>
                  </a:lnTo>
                  <a:lnTo>
                    <a:pt x="2494798" y="1521868"/>
                  </a:lnTo>
                  <a:lnTo>
                    <a:pt x="2493625" y="1522148"/>
                  </a:lnTo>
                  <a:lnTo>
                    <a:pt x="2492245" y="1523104"/>
                  </a:lnTo>
                  <a:lnTo>
                    <a:pt x="2487592" y="1524452"/>
                  </a:lnTo>
                  <a:lnTo>
                    <a:pt x="2487052" y="1525534"/>
                  </a:lnTo>
                  <a:lnTo>
                    <a:pt x="2486562" y="1525871"/>
                  </a:lnTo>
                  <a:lnTo>
                    <a:pt x="2485303" y="1525423"/>
                  </a:lnTo>
                  <a:lnTo>
                    <a:pt x="2485169" y="1524181"/>
                  </a:lnTo>
                  <a:lnTo>
                    <a:pt x="2484490" y="1523165"/>
                  </a:lnTo>
                  <a:lnTo>
                    <a:pt x="2481815" y="1522192"/>
                  </a:lnTo>
                  <a:lnTo>
                    <a:pt x="2481793" y="1523514"/>
                  </a:lnTo>
                  <a:lnTo>
                    <a:pt x="2480980" y="1524679"/>
                  </a:lnTo>
                  <a:lnTo>
                    <a:pt x="2478522" y="1525766"/>
                  </a:lnTo>
                  <a:lnTo>
                    <a:pt x="2477211" y="1526899"/>
                  </a:lnTo>
                  <a:lnTo>
                    <a:pt x="2475694" y="1527797"/>
                  </a:lnTo>
                  <a:lnTo>
                    <a:pt x="2473937" y="1527495"/>
                  </a:lnTo>
                  <a:lnTo>
                    <a:pt x="2473815" y="1527210"/>
                  </a:lnTo>
                  <a:lnTo>
                    <a:pt x="2473193" y="1527394"/>
                  </a:lnTo>
                  <a:lnTo>
                    <a:pt x="2472340" y="1528098"/>
                  </a:lnTo>
                  <a:lnTo>
                    <a:pt x="2470882" y="1531047"/>
                  </a:lnTo>
                  <a:lnTo>
                    <a:pt x="2470635" y="1531090"/>
                  </a:lnTo>
                  <a:lnTo>
                    <a:pt x="2470241" y="1530670"/>
                  </a:lnTo>
                  <a:lnTo>
                    <a:pt x="2467894" y="1531231"/>
                  </a:lnTo>
                  <a:lnTo>
                    <a:pt x="2466950" y="1531678"/>
                  </a:lnTo>
                  <a:lnTo>
                    <a:pt x="2466044" y="1532434"/>
                  </a:lnTo>
                  <a:lnTo>
                    <a:pt x="2464970" y="1533972"/>
                  </a:lnTo>
                  <a:lnTo>
                    <a:pt x="2463737" y="1534203"/>
                  </a:lnTo>
                  <a:lnTo>
                    <a:pt x="2464500" y="1534719"/>
                  </a:lnTo>
                  <a:lnTo>
                    <a:pt x="2464069" y="1535146"/>
                  </a:lnTo>
                  <a:lnTo>
                    <a:pt x="2463416" y="1535101"/>
                  </a:lnTo>
                  <a:lnTo>
                    <a:pt x="2462675" y="1534665"/>
                  </a:lnTo>
                  <a:lnTo>
                    <a:pt x="2462098" y="1535032"/>
                  </a:lnTo>
                  <a:lnTo>
                    <a:pt x="2462447" y="1535871"/>
                  </a:lnTo>
                  <a:lnTo>
                    <a:pt x="2462402" y="1536335"/>
                  </a:lnTo>
                  <a:lnTo>
                    <a:pt x="2461693" y="1536814"/>
                  </a:lnTo>
                  <a:lnTo>
                    <a:pt x="2460985" y="1537071"/>
                  </a:lnTo>
                  <a:lnTo>
                    <a:pt x="2460599" y="1536678"/>
                  </a:lnTo>
                  <a:lnTo>
                    <a:pt x="2461055" y="1535680"/>
                  </a:lnTo>
                  <a:lnTo>
                    <a:pt x="2459917" y="1534856"/>
                  </a:lnTo>
                  <a:lnTo>
                    <a:pt x="2459419" y="1535388"/>
                  </a:lnTo>
                  <a:lnTo>
                    <a:pt x="2460086" y="1536640"/>
                  </a:lnTo>
                  <a:lnTo>
                    <a:pt x="2459327" y="1537808"/>
                  </a:lnTo>
                  <a:lnTo>
                    <a:pt x="2458790" y="1538214"/>
                  </a:lnTo>
                  <a:lnTo>
                    <a:pt x="2458326" y="1537957"/>
                  </a:lnTo>
                  <a:lnTo>
                    <a:pt x="2458486" y="1537538"/>
                  </a:lnTo>
                  <a:lnTo>
                    <a:pt x="2458345" y="1537145"/>
                  </a:lnTo>
                  <a:lnTo>
                    <a:pt x="2457900" y="1537491"/>
                  </a:lnTo>
                  <a:lnTo>
                    <a:pt x="2457336" y="1537184"/>
                  </a:lnTo>
                  <a:lnTo>
                    <a:pt x="2457136" y="1537374"/>
                  </a:lnTo>
                  <a:lnTo>
                    <a:pt x="2457227" y="1538496"/>
                  </a:lnTo>
                  <a:lnTo>
                    <a:pt x="2456612" y="1538689"/>
                  </a:lnTo>
                  <a:lnTo>
                    <a:pt x="2456300" y="1538483"/>
                  </a:lnTo>
                  <a:lnTo>
                    <a:pt x="2455402" y="1538901"/>
                  </a:lnTo>
                  <a:lnTo>
                    <a:pt x="2454287" y="1538681"/>
                  </a:lnTo>
                  <a:lnTo>
                    <a:pt x="2453572" y="1537610"/>
                  </a:lnTo>
                  <a:lnTo>
                    <a:pt x="2453160" y="1537410"/>
                  </a:lnTo>
                  <a:lnTo>
                    <a:pt x="2453057" y="1537761"/>
                  </a:lnTo>
                  <a:lnTo>
                    <a:pt x="2453395" y="1538021"/>
                  </a:lnTo>
                  <a:lnTo>
                    <a:pt x="2452752" y="1538591"/>
                  </a:lnTo>
                  <a:lnTo>
                    <a:pt x="2452730" y="1538950"/>
                  </a:lnTo>
                  <a:lnTo>
                    <a:pt x="2453551" y="1539028"/>
                  </a:lnTo>
                  <a:lnTo>
                    <a:pt x="2453696" y="1539426"/>
                  </a:lnTo>
                  <a:lnTo>
                    <a:pt x="2452932" y="1540266"/>
                  </a:lnTo>
                  <a:lnTo>
                    <a:pt x="2452677" y="1541075"/>
                  </a:lnTo>
                  <a:lnTo>
                    <a:pt x="2451919" y="1541362"/>
                  </a:lnTo>
                  <a:lnTo>
                    <a:pt x="2451679" y="1541055"/>
                  </a:lnTo>
                  <a:lnTo>
                    <a:pt x="2452120" y="1540540"/>
                  </a:lnTo>
                  <a:lnTo>
                    <a:pt x="2452299" y="1539556"/>
                  </a:lnTo>
                  <a:lnTo>
                    <a:pt x="2451182" y="1540290"/>
                  </a:lnTo>
                  <a:lnTo>
                    <a:pt x="2449990" y="1540679"/>
                  </a:lnTo>
                  <a:lnTo>
                    <a:pt x="2448763" y="1539870"/>
                  </a:lnTo>
                  <a:lnTo>
                    <a:pt x="2449220" y="1537990"/>
                  </a:lnTo>
                  <a:lnTo>
                    <a:pt x="2447814" y="1537845"/>
                  </a:lnTo>
                  <a:lnTo>
                    <a:pt x="2446433" y="1538177"/>
                  </a:lnTo>
                  <a:lnTo>
                    <a:pt x="2446307" y="1538489"/>
                  </a:lnTo>
                  <a:lnTo>
                    <a:pt x="2447126" y="1538546"/>
                  </a:lnTo>
                  <a:lnTo>
                    <a:pt x="2446964" y="1538900"/>
                  </a:lnTo>
                  <a:lnTo>
                    <a:pt x="2446540" y="1538946"/>
                  </a:lnTo>
                  <a:lnTo>
                    <a:pt x="2446643" y="1539649"/>
                  </a:lnTo>
                  <a:lnTo>
                    <a:pt x="2446372" y="1539824"/>
                  </a:lnTo>
                  <a:lnTo>
                    <a:pt x="2445125" y="1539390"/>
                  </a:lnTo>
                  <a:lnTo>
                    <a:pt x="2444763" y="1538884"/>
                  </a:lnTo>
                  <a:lnTo>
                    <a:pt x="2445674" y="1537841"/>
                  </a:lnTo>
                  <a:lnTo>
                    <a:pt x="2445815" y="1537313"/>
                  </a:lnTo>
                  <a:lnTo>
                    <a:pt x="2443579" y="1536730"/>
                  </a:lnTo>
                  <a:lnTo>
                    <a:pt x="2442971" y="1536999"/>
                  </a:lnTo>
                  <a:lnTo>
                    <a:pt x="2444064" y="1538481"/>
                  </a:lnTo>
                  <a:lnTo>
                    <a:pt x="2444193" y="1538791"/>
                  </a:lnTo>
                  <a:lnTo>
                    <a:pt x="2444029" y="1539181"/>
                  </a:lnTo>
                  <a:lnTo>
                    <a:pt x="2443219" y="1538689"/>
                  </a:lnTo>
                  <a:lnTo>
                    <a:pt x="2442732" y="1537759"/>
                  </a:lnTo>
                  <a:lnTo>
                    <a:pt x="2442344" y="1537529"/>
                  </a:lnTo>
                  <a:lnTo>
                    <a:pt x="2443273" y="1536706"/>
                  </a:lnTo>
                  <a:lnTo>
                    <a:pt x="2442193" y="1537659"/>
                  </a:lnTo>
                  <a:lnTo>
                    <a:pt x="2440082" y="1539888"/>
                  </a:lnTo>
                  <a:lnTo>
                    <a:pt x="2439272" y="1539792"/>
                  </a:lnTo>
                  <a:lnTo>
                    <a:pt x="2437047" y="1538535"/>
                  </a:lnTo>
                  <a:lnTo>
                    <a:pt x="2434832" y="1538424"/>
                  </a:lnTo>
                  <a:lnTo>
                    <a:pt x="2434785" y="1539267"/>
                  </a:lnTo>
                  <a:lnTo>
                    <a:pt x="2435408" y="1539761"/>
                  </a:lnTo>
                  <a:lnTo>
                    <a:pt x="2436594" y="1538931"/>
                  </a:lnTo>
                  <a:lnTo>
                    <a:pt x="2437087" y="1538873"/>
                  </a:lnTo>
                  <a:lnTo>
                    <a:pt x="2437532" y="1539199"/>
                  </a:lnTo>
                  <a:lnTo>
                    <a:pt x="2437107" y="1540149"/>
                  </a:lnTo>
                  <a:lnTo>
                    <a:pt x="2435320" y="1540962"/>
                  </a:lnTo>
                  <a:lnTo>
                    <a:pt x="2435155" y="1541290"/>
                  </a:lnTo>
                  <a:lnTo>
                    <a:pt x="2435608" y="1541510"/>
                  </a:lnTo>
                  <a:lnTo>
                    <a:pt x="2435334" y="1542379"/>
                  </a:lnTo>
                  <a:lnTo>
                    <a:pt x="2435418" y="1542825"/>
                  </a:lnTo>
                  <a:lnTo>
                    <a:pt x="2436945" y="1543022"/>
                  </a:lnTo>
                  <a:lnTo>
                    <a:pt x="2437081" y="1543581"/>
                  </a:lnTo>
                  <a:lnTo>
                    <a:pt x="2436030" y="1544242"/>
                  </a:lnTo>
                  <a:lnTo>
                    <a:pt x="2433718" y="1543540"/>
                  </a:lnTo>
                  <a:lnTo>
                    <a:pt x="2433457" y="1543811"/>
                  </a:lnTo>
                  <a:lnTo>
                    <a:pt x="2433531" y="1544076"/>
                  </a:lnTo>
                  <a:lnTo>
                    <a:pt x="2434453" y="1544122"/>
                  </a:lnTo>
                  <a:lnTo>
                    <a:pt x="2434637" y="1544512"/>
                  </a:lnTo>
                  <a:lnTo>
                    <a:pt x="2433323" y="1545193"/>
                  </a:lnTo>
                  <a:lnTo>
                    <a:pt x="2433163" y="1545690"/>
                  </a:lnTo>
                  <a:lnTo>
                    <a:pt x="2432608" y="1545787"/>
                  </a:lnTo>
                  <a:lnTo>
                    <a:pt x="2431636" y="1545847"/>
                  </a:lnTo>
                  <a:lnTo>
                    <a:pt x="2429462" y="1543494"/>
                  </a:lnTo>
                  <a:lnTo>
                    <a:pt x="2428448" y="1543324"/>
                  </a:lnTo>
                  <a:lnTo>
                    <a:pt x="2427441" y="1544128"/>
                  </a:lnTo>
                  <a:lnTo>
                    <a:pt x="2427329" y="1544584"/>
                  </a:lnTo>
                  <a:lnTo>
                    <a:pt x="2425616" y="1544660"/>
                  </a:lnTo>
                  <a:lnTo>
                    <a:pt x="2425321" y="1546123"/>
                  </a:lnTo>
                  <a:lnTo>
                    <a:pt x="2424818" y="1546623"/>
                  </a:lnTo>
                  <a:lnTo>
                    <a:pt x="2423121" y="1546883"/>
                  </a:lnTo>
                  <a:lnTo>
                    <a:pt x="2422737" y="1546660"/>
                  </a:lnTo>
                  <a:lnTo>
                    <a:pt x="2422882" y="1546002"/>
                  </a:lnTo>
                  <a:lnTo>
                    <a:pt x="2422722" y="1545894"/>
                  </a:lnTo>
                  <a:lnTo>
                    <a:pt x="2421396" y="1545800"/>
                  </a:lnTo>
                  <a:lnTo>
                    <a:pt x="2420719" y="1545417"/>
                  </a:lnTo>
                  <a:lnTo>
                    <a:pt x="2420166" y="1545619"/>
                  </a:lnTo>
                  <a:lnTo>
                    <a:pt x="2419622" y="1545480"/>
                  </a:lnTo>
                  <a:lnTo>
                    <a:pt x="2414050" y="1543351"/>
                  </a:lnTo>
                  <a:lnTo>
                    <a:pt x="2413445" y="1542854"/>
                  </a:lnTo>
                  <a:lnTo>
                    <a:pt x="2411003" y="1542844"/>
                  </a:lnTo>
                  <a:lnTo>
                    <a:pt x="2410302" y="1542177"/>
                  </a:lnTo>
                  <a:lnTo>
                    <a:pt x="2409430" y="1541999"/>
                  </a:lnTo>
                  <a:lnTo>
                    <a:pt x="2409665" y="1543501"/>
                  </a:lnTo>
                  <a:lnTo>
                    <a:pt x="2409488" y="1543600"/>
                  </a:lnTo>
                  <a:lnTo>
                    <a:pt x="2408976" y="1543114"/>
                  </a:lnTo>
                  <a:lnTo>
                    <a:pt x="2408340" y="1541896"/>
                  </a:lnTo>
                  <a:lnTo>
                    <a:pt x="2407776" y="1542013"/>
                  </a:lnTo>
                  <a:lnTo>
                    <a:pt x="2408126" y="1542498"/>
                  </a:lnTo>
                  <a:lnTo>
                    <a:pt x="2407936" y="1542871"/>
                  </a:lnTo>
                  <a:lnTo>
                    <a:pt x="2407439" y="1542678"/>
                  </a:lnTo>
                  <a:lnTo>
                    <a:pt x="2407244" y="1542123"/>
                  </a:lnTo>
                  <a:lnTo>
                    <a:pt x="2404322" y="1542825"/>
                  </a:lnTo>
                  <a:lnTo>
                    <a:pt x="2404101" y="1543026"/>
                  </a:lnTo>
                  <a:lnTo>
                    <a:pt x="2404702" y="1543493"/>
                  </a:lnTo>
                  <a:lnTo>
                    <a:pt x="2403505" y="1543692"/>
                  </a:lnTo>
                  <a:lnTo>
                    <a:pt x="2403221" y="1544619"/>
                  </a:lnTo>
                  <a:lnTo>
                    <a:pt x="2403506" y="1544805"/>
                  </a:lnTo>
                  <a:lnTo>
                    <a:pt x="2404162" y="1544378"/>
                  </a:lnTo>
                  <a:lnTo>
                    <a:pt x="2404321" y="1544924"/>
                  </a:lnTo>
                  <a:lnTo>
                    <a:pt x="2404723" y="1545179"/>
                  </a:lnTo>
                  <a:lnTo>
                    <a:pt x="2403525" y="1545674"/>
                  </a:lnTo>
                  <a:lnTo>
                    <a:pt x="2403056" y="1545636"/>
                  </a:lnTo>
                  <a:lnTo>
                    <a:pt x="2402585" y="1545101"/>
                  </a:lnTo>
                  <a:lnTo>
                    <a:pt x="2401537" y="1546063"/>
                  </a:lnTo>
                  <a:lnTo>
                    <a:pt x="2401640" y="1546664"/>
                  </a:lnTo>
                  <a:lnTo>
                    <a:pt x="2400844" y="1547088"/>
                  </a:lnTo>
                  <a:lnTo>
                    <a:pt x="2400066" y="1546248"/>
                  </a:lnTo>
                  <a:lnTo>
                    <a:pt x="2400170" y="1545210"/>
                  </a:lnTo>
                  <a:lnTo>
                    <a:pt x="2399366" y="1543372"/>
                  </a:lnTo>
                  <a:lnTo>
                    <a:pt x="2397993" y="1542985"/>
                  </a:lnTo>
                  <a:lnTo>
                    <a:pt x="2398014" y="1543618"/>
                  </a:lnTo>
                  <a:lnTo>
                    <a:pt x="2397408" y="1544104"/>
                  </a:lnTo>
                  <a:lnTo>
                    <a:pt x="2397166" y="1545167"/>
                  </a:lnTo>
                  <a:lnTo>
                    <a:pt x="2397970" y="1545121"/>
                  </a:lnTo>
                  <a:lnTo>
                    <a:pt x="2398048" y="1545494"/>
                  </a:lnTo>
                  <a:lnTo>
                    <a:pt x="2397660" y="1546680"/>
                  </a:lnTo>
                  <a:lnTo>
                    <a:pt x="2396554" y="1546652"/>
                  </a:lnTo>
                  <a:lnTo>
                    <a:pt x="2396857" y="1547805"/>
                  </a:lnTo>
                  <a:lnTo>
                    <a:pt x="2396952" y="1551081"/>
                  </a:lnTo>
                  <a:lnTo>
                    <a:pt x="2396930" y="1552990"/>
                  </a:lnTo>
                  <a:lnTo>
                    <a:pt x="2396498" y="1555051"/>
                  </a:lnTo>
                  <a:lnTo>
                    <a:pt x="2396961" y="1564769"/>
                  </a:lnTo>
                  <a:lnTo>
                    <a:pt x="2397520" y="1569827"/>
                  </a:lnTo>
                  <a:lnTo>
                    <a:pt x="2398344" y="1582146"/>
                  </a:lnTo>
                  <a:lnTo>
                    <a:pt x="2397724" y="1581919"/>
                  </a:lnTo>
                  <a:lnTo>
                    <a:pt x="2395995" y="1582140"/>
                  </a:lnTo>
                  <a:lnTo>
                    <a:pt x="2392726" y="1581742"/>
                  </a:lnTo>
                  <a:lnTo>
                    <a:pt x="2392198" y="1585198"/>
                  </a:lnTo>
                  <a:lnTo>
                    <a:pt x="2392600" y="1587006"/>
                  </a:lnTo>
                  <a:lnTo>
                    <a:pt x="2392560" y="1590852"/>
                  </a:lnTo>
                  <a:lnTo>
                    <a:pt x="2392877" y="1592209"/>
                  </a:lnTo>
                  <a:lnTo>
                    <a:pt x="2393691" y="1593611"/>
                  </a:lnTo>
                  <a:lnTo>
                    <a:pt x="2394018" y="1593559"/>
                  </a:lnTo>
                  <a:lnTo>
                    <a:pt x="2394004" y="1594002"/>
                  </a:lnTo>
                  <a:lnTo>
                    <a:pt x="2394413" y="1593867"/>
                  </a:lnTo>
                  <a:lnTo>
                    <a:pt x="2394335" y="1594665"/>
                  </a:lnTo>
                  <a:lnTo>
                    <a:pt x="2394744" y="1594639"/>
                  </a:lnTo>
                  <a:lnTo>
                    <a:pt x="2395197" y="1595492"/>
                  </a:lnTo>
                  <a:lnTo>
                    <a:pt x="2395572" y="1595148"/>
                  </a:lnTo>
                  <a:lnTo>
                    <a:pt x="2395700" y="1595802"/>
                  </a:lnTo>
                  <a:lnTo>
                    <a:pt x="2395931" y="1595728"/>
                  </a:lnTo>
                  <a:lnTo>
                    <a:pt x="2396145" y="1596187"/>
                  </a:lnTo>
                  <a:lnTo>
                    <a:pt x="2396838" y="1596517"/>
                  </a:lnTo>
                  <a:lnTo>
                    <a:pt x="2396662" y="1596754"/>
                  </a:lnTo>
                  <a:lnTo>
                    <a:pt x="2396815" y="1597002"/>
                  </a:lnTo>
                  <a:lnTo>
                    <a:pt x="2396608" y="1597066"/>
                  </a:lnTo>
                  <a:lnTo>
                    <a:pt x="2396937" y="1597310"/>
                  </a:lnTo>
                  <a:lnTo>
                    <a:pt x="2397058" y="1597157"/>
                  </a:lnTo>
                  <a:lnTo>
                    <a:pt x="2397044" y="1597727"/>
                  </a:lnTo>
                  <a:lnTo>
                    <a:pt x="2397413" y="1597971"/>
                  </a:lnTo>
                  <a:lnTo>
                    <a:pt x="2397150" y="1598107"/>
                  </a:lnTo>
                  <a:lnTo>
                    <a:pt x="2397490" y="1599016"/>
                  </a:lnTo>
                  <a:lnTo>
                    <a:pt x="2397959" y="1599114"/>
                  </a:lnTo>
                  <a:lnTo>
                    <a:pt x="2398088" y="1599704"/>
                  </a:lnTo>
                  <a:lnTo>
                    <a:pt x="2397802" y="1600066"/>
                  </a:lnTo>
                  <a:lnTo>
                    <a:pt x="2398198" y="1600376"/>
                  </a:lnTo>
                  <a:lnTo>
                    <a:pt x="2398193" y="1600973"/>
                  </a:lnTo>
                  <a:lnTo>
                    <a:pt x="2398536" y="1601622"/>
                  </a:lnTo>
                  <a:lnTo>
                    <a:pt x="2398438" y="1602895"/>
                  </a:lnTo>
                  <a:lnTo>
                    <a:pt x="2399107" y="1603334"/>
                  </a:lnTo>
                  <a:lnTo>
                    <a:pt x="2399054" y="1603748"/>
                  </a:lnTo>
                  <a:lnTo>
                    <a:pt x="2398861" y="1603766"/>
                  </a:lnTo>
                  <a:lnTo>
                    <a:pt x="2399036" y="1604199"/>
                  </a:lnTo>
                  <a:lnTo>
                    <a:pt x="2398959" y="1604342"/>
                  </a:lnTo>
                  <a:lnTo>
                    <a:pt x="2399449" y="1604702"/>
                  </a:lnTo>
                  <a:lnTo>
                    <a:pt x="2399537" y="1605415"/>
                  </a:lnTo>
                  <a:lnTo>
                    <a:pt x="2399885" y="1605735"/>
                  </a:lnTo>
                  <a:lnTo>
                    <a:pt x="2399666" y="1605913"/>
                  </a:lnTo>
                  <a:lnTo>
                    <a:pt x="2399736" y="1606250"/>
                  </a:lnTo>
                  <a:lnTo>
                    <a:pt x="2400155" y="1606080"/>
                  </a:lnTo>
                  <a:lnTo>
                    <a:pt x="2400503" y="1606305"/>
                  </a:lnTo>
                  <a:lnTo>
                    <a:pt x="2400050" y="1606593"/>
                  </a:lnTo>
                  <a:lnTo>
                    <a:pt x="2400218" y="1606830"/>
                  </a:lnTo>
                  <a:lnTo>
                    <a:pt x="2399708" y="1607443"/>
                  </a:lnTo>
                  <a:lnTo>
                    <a:pt x="2399766" y="1607760"/>
                  </a:lnTo>
                  <a:lnTo>
                    <a:pt x="2399004" y="1608088"/>
                  </a:lnTo>
                  <a:lnTo>
                    <a:pt x="2398317" y="1608027"/>
                  </a:lnTo>
                  <a:lnTo>
                    <a:pt x="2397297" y="1608807"/>
                  </a:lnTo>
                  <a:lnTo>
                    <a:pt x="2397151" y="1609391"/>
                  </a:lnTo>
                  <a:lnTo>
                    <a:pt x="2397392" y="1609645"/>
                  </a:lnTo>
                  <a:lnTo>
                    <a:pt x="2397454" y="1610743"/>
                  </a:lnTo>
                  <a:lnTo>
                    <a:pt x="2397228" y="1611034"/>
                  </a:lnTo>
                  <a:lnTo>
                    <a:pt x="2397282" y="1611907"/>
                  </a:lnTo>
                  <a:lnTo>
                    <a:pt x="2396907" y="1612231"/>
                  </a:lnTo>
                  <a:lnTo>
                    <a:pt x="2397108" y="1612362"/>
                  </a:lnTo>
                  <a:lnTo>
                    <a:pt x="2396987" y="1612586"/>
                  </a:lnTo>
                  <a:lnTo>
                    <a:pt x="2397318" y="1612739"/>
                  </a:lnTo>
                  <a:lnTo>
                    <a:pt x="2397160" y="1613050"/>
                  </a:lnTo>
                  <a:lnTo>
                    <a:pt x="2397426" y="1613498"/>
                  </a:lnTo>
                  <a:lnTo>
                    <a:pt x="2397249" y="1613977"/>
                  </a:lnTo>
                  <a:lnTo>
                    <a:pt x="2397550" y="1614054"/>
                  </a:lnTo>
                  <a:lnTo>
                    <a:pt x="2397945" y="1615193"/>
                  </a:lnTo>
                  <a:lnTo>
                    <a:pt x="2397558" y="1615477"/>
                  </a:lnTo>
                  <a:lnTo>
                    <a:pt x="2397542" y="1616198"/>
                  </a:lnTo>
                  <a:lnTo>
                    <a:pt x="2396806" y="1616646"/>
                  </a:lnTo>
                  <a:lnTo>
                    <a:pt x="2396314" y="1616585"/>
                  </a:lnTo>
                  <a:lnTo>
                    <a:pt x="2395989" y="1617443"/>
                  </a:lnTo>
                  <a:lnTo>
                    <a:pt x="2395088" y="1617638"/>
                  </a:lnTo>
                  <a:lnTo>
                    <a:pt x="2394570" y="1618210"/>
                  </a:lnTo>
                  <a:lnTo>
                    <a:pt x="2394273" y="1617934"/>
                  </a:lnTo>
                  <a:lnTo>
                    <a:pt x="2393604" y="1618212"/>
                  </a:lnTo>
                  <a:lnTo>
                    <a:pt x="2392961" y="1619686"/>
                  </a:lnTo>
                  <a:lnTo>
                    <a:pt x="2392672" y="1619730"/>
                  </a:lnTo>
                  <a:lnTo>
                    <a:pt x="2392600" y="1619543"/>
                  </a:lnTo>
                  <a:lnTo>
                    <a:pt x="2392109" y="1619873"/>
                  </a:lnTo>
                  <a:lnTo>
                    <a:pt x="2390898" y="1619877"/>
                  </a:lnTo>
                  <a:lnTo>
                    <a:pt x="2390829" y="1619645"/>
                  </a:lnTo>
                  <a:lnTo>
                    <a:pt x="2390335" y="1619491"/>
                  </a:lnTo>
                  <a:lnTo>
                    <a:pt x="2389989" y="1619706"/>
                  </a:lnTo>
                  <a:lnTo>
                    <a:pt x="2388999" y="1619556"/>
                  </a:lnTo>
                  <a:lnTo>
                    <a:pt x="2388695" y="1620249"/>
                  </a:lnTo>
                  <a:lnTo>
                    <a:pt x="2387992" y="1620385"/>
                  </a:lnTo>
                  <a:lnTo>
                    <a:pt x="2387917" y="1620648"/>
                  </a:lnTo>
                  <a:lnTo>
                    <a:pt x="2386788" y="1620645"/>
                  </a:lnTo>
                  <a:lnTo>
                    <a:pt x="2386641" y="1621031"/>
                  </a:lnTo>
                  <a:lnTo>
                    <a:pt x="2386344" y="1621128"/>
                  </a:lnTo>
                  <a:lnTo>
                    <a:pt x="2386451" y="1621736"/>
                  </a:lnTo>
                  <a:lnTo>
                    <a:pt x="2385991" y="1621986"/>
                  </a:lnTo>
                  <a:lnTo>
                    <a:pt x="2385925" y="1622521"/>
                  </a:lnTo>
                  <a:lnTo>
                    <a:pt x="2385505" y="1622845"/>
                  </a:lnTo>
                  <a:lnTo>
                    <a:pt x="2385302" y="1623366"/>
                  </a:lnTo>
                  <a:lnTo>
                    <a:pt x="2385434" y="1624068"/>
                  </a:lnTo>
                  <a:lnTo>
                    <a:pt x="2385206" y="1624385"/>
                  </a:lnTo>
                  <a:lnTo>
                    <a:pt x="2383810" y="1625103"/>
                  </a:lnTo>
                  <a:lnTo>
                    <a:pt x="2382225" y="1625383"/>
                  </a:lnTo>
                  <a:lnTo>
                    <a:pt x="2381687" y="1625884"/>
                  </a:lnTo>
                  <a:lnTo>
                    <a:pt x="2380602" y="1626124"/>
                  </a:lnTo>
                  <a:lnTo>
                    <a:pt x="2380086" y="1626731"/>
                  </a:lnTo>
                  <a:lnTo>
                    <a:pt x="2379151" y="1627307"/>
                  </a:lnTo>
                  <a:lnTo>
                    <a:pt x="2378162" y="1627523"/>
                  </a:lnTo>
                  <a:lnTo>
                    <a:pt x="2369859" y="1626789"/>
                  </a:lnTo>
                  <a:lnTo>
                    <a:pt x="2365242" y="1628821"/>
                  </a:lnTo>
                  <a:lnTo>
                    <a:pt x="2363696" y="1631019"/>
                  </a:lnTo>
                  <a:lnTo>
                    <a:pt x="2361826" y="1632408"/>
                  </a:lnTo>
                  <a:lnTo>
                    <a:pt x="2361310" y="1632758"/>
                  </a:lnTo>
                  <a:lnTo>
                    <a:pt x="2357686" y="1628205"/>
                  </a:lnTo>
                  <a:lnTo>
                    <a:pt x="2355239" y="1626183"/>
                  </a:lnTo>
                  <a:lnTo>
                    <a:pt x="2353358" y="1628039"/>
                  </a:lnTo>
                  <a:lnTo>
                    <a:pt x="2351705" y="1630150"/>
                  </a:lnTo>
                  <a:lnTo>
                    <a:pt x="2349135" y="1631713"/>
                  </a:lnTo>
                  <a:lnTo>
                    <a:pt x="2348206" y="1634173"/>
                  </a:lnTo>
                  <a:lnTo>
                    <a:pt x="2347466" y="1635151"/>
                  </a:lnTo>
                  <a:lnTo>
                    <a:pt x="2347377" y="1636767"/>
                  </a:lnTo>
                  <a:lnTo>
                    <a:pt x="2347962" y="1638789"/>
                  </a:lnTo>
                  <a:lnTo>
                    <a:pt x="2347891" y="1640792"/>
                  </a:lnTo>
                  <a:lnTo>
                    <a:pt x="2348564" y="1643222"/>
                  </a:lnTo>
                  <a:lnTo>
                    <a:pt x="2348794" y="1644814"/>
                  </a:lnTo>
                  <a:lnTo>
                    <a:pt x="2348629" y="1645466"/>
                  </a:lnTo>
                  <a:lnTo>
                    <a:pt x="2344966" y="1647221"/>
                  </a:lnTo>
                  <a:lnTo>
                    <a:pt x="2343297" y="1647721"/>
                  </a:lnTo>
                  <a:lnTo>
                    <a:pt x="2340749" y="1648053"/>
                  </a:lnTo>
                  <a:lnTo>
                    <a:pt x="2338575" y="1649990"/>
                  </a:lnTo>
                  <a:lnTo>
                    <a:pt x="2335499" y="1651222"/>
                  </a:lnTo>
                  <a:lnTo>
                    <a:pt x="2330110" y="1651240"/>
                  </a:lnTo>
                  <a:lnTo>
                    <a:pt x="2329115" y="1651604"/>
                  </a:lnTo>
                  <a:lnTo>
                    <a:pt x="2328274" y="1652441"/>
                  </a:lnTo>
                  <a:lnTo>
                    <a:pt x="2326418" y="1659417"/>
                  </a:lnTo>
                  <a:lnTo>
                    <a:pt x="2326083" y="1661550"/>
                  </a:lnTo>
                  <a:lnTo>
                    <a:pt x="2326878" y="1664680"/>
                  </a:lnTo>
                  <a:lnTo>
                    <a:pt x="2326490" y="1666932"/>
                  </a:lnTo>
                  <a:lnTo>
                    <a:pt x="2327896" y="1670858"/>
                  </a:lnTo>
                  <a:lnTo>
                    <a:pt x="2328125" y="1671461"/>
                  </a:lnTo>
                  <a:lnTo>
                    <a:pt x="2328304" y="1672904"/>
                  </a:lnTo>
                  <a:lnTo>
                    <a:pt x="2329063" y="1675284"/>
                  </a:lnTo>
                  <a:lnTo>
                    <a:pt x="2328680" y="1677703"/>
                  </a:lnTo>
                  <a:lnTo>
                    <a:pt x="2324763" y="1681172"/>
                  </a:lnTo>
                  <a:lnTo>
                    <a:pt x="2322510" y="1682485"/>
                  </a:lnTo>
                  <a:lnTo>
                    <a:pt x="2320817" y="1682903"/>
                  </a:lnTo>
                  <a:lnTo>
                    <a:pt x="2315771" y="1690230"/>
                  </a:lnTo>
                  <a:lnTo>
                    <a:pt x="2315025" y="1691770"/>
                  </a:lnTo>
                  <a:lnTo>
                    <a:pt x="2312453" y="1693909"/>
                  </a:lnTo>
                  <a:lnTo>
                    <a:pt x="2310320" y="1696691"/>
                  </a:lnTo>
                  <a:lnTo>
                    <a:pt x="2308931" y="1699422"/>
                  </a:lnTo>
                  <a:lnTo>
                    <a:pt x="2308142" y="1700490"/>
                  </a:lnTo>
                  <a:lnTo>
                    <a:pt x="2306609" y="1701779"/>
                  </a:lnTo>
                  <a:lnTo>
                    <a:pt x="2305076" y="1704959"/>
                  </a:lnTo>
                  <a:lnTo>
                    <a:pt x="2304182" y="1705946"/>
                  </a:lnTo>
                  <a:lnTo>
                    <a:pt x="2303656" y="1707122"/>
                  </a:lnTo>
                  <a:lnTo>
                    <a:pt x="2301053" y="1710817"/>
                  </a:lnTo>
                  <a:lnTo>
                    <a:pt x="2298234" y="1714108"/>
                  </a:lnTo>
                  <a:lnTo>
                    <a:pt x="2296924" y="1717034"/>
                  </a:lnTo>
                  <a:lnTo>
                    <a:pt x="2294005" y="1718663"/>
                  </a:lnTo>
                  <a:lnTo>
                    <a:pt x="2293016" y="1719862"/>
                  </a:lnTo>
                  <a:lnTo>
                    <a:pt x="2290125" y="1721902"/>
                  </a:lnTo>
                  <a:lnTo>
                    <a:pt x="2288693" y="1722654"/>
                  </a:lnTo>
                  <a:lnTo>
                    <a:pt x="2286203" y="1723426"/>
                  </a:lnTo>
                  <a:lnTo>
                    <a:pt x="2285162" y="1724560"/>
                  </a:lnTo>
                  <a:lnTo>
                    <a:pt x="2284486" y="1726089"/>
                  </a:lnTo>
                  <a:lnTo>
                    <a:pt x="2283795" y="1729627"/>
                  </a:lnTo>
                  <a:lnTo>
                    <a:pt x="2282463" y="1732959"/>
                  </a:lnTo>
                  <a:lnTo>
                    <a:pt x="2280212" y="1735899"/>
                  </a:lnTo>
                  <a:lnTo>
                    <a:pt x="2278951" y="1739980"/>
                  </a:lnTo>
                  <a:lnTo>
                    <a:pt x="2276659" y="1743950"/>
                  </a:lnTo>
                  <a:lnTo>
                    <a:pt x="2275856" y="1744876"/>
                  </a:lnTo>
                  <a:lnTo>
                    <a:pt x="2274987" y="1745954"/>
                  </a:lnTo>
                  <a:lnTo>
                    <a:pt x="2273186" y="1747346"/>
                  </a:lnTo>
                  <a:lnTo>
                    <a:pt x="2270962" y="1747910"/>
                  </a:lnTo>
                  <a:lnTo>
                    <a:pt x="2269318" y="1748859"/>
                  </a:lnTo>
                  <a:lnTo>
                    <a:pt x="2267950" y="1745329"/>
                  </a:lnTo>
                  <a:lnTo>
                    <a:pt x="2268314" y="1743375"/>
                  </a:lnTo>
                  <a:lnTo>
                    <a:pt x="2268276" y="1741411"/>
                  </a:lnTo>
                  <a:lnTo>
                    <a:pt x="2268712" y="1740531"/>
                  </a:lnTo>
                  <a:lnTo>
                    <a:pt x="2267491" y="1737930"/>
                  </a:lnTo>
                  <a:lnTo>
                    <a:pt x="2267449" y="1737368"/>
                  </a:lnTo>
                  <a:lnTo>
                    <a:pt x="2266374" y="1736581"/>
                  </a:lnTo>
                  <a:lnTo>
                    <a:pt x="2265637" y="1735583"/>
                  </a:lnTo>
                  <a:lnTo>
                    <a:pt x="2265249" y="1734587"/>
                  </a:lnTo>
                  <a:lnTo>
                    <a:pt x="2261926" y="1731092"/>
                  </a:lnTo>
                  <a:lnTo>
                    <a:pt x="2261370" y="1730141"/>
                  </a:lnTo>
                  <a:lnTo>
                    <a:pt x="2259508" y="1728371"/>
                  </a:lnTo>
                  <a:lnTo>
                    <a:pt x="2259191" y="1728211"/>
                  </a:lnTo>
                  <a:lnTo>
                    <a:pt x="2255677" y="1728215"/>
                  </a:lnTo>
                  <a:lnTo>
                    <a:pt x="2254461" y="1727874"/>
                  </a:lnTo>
                  <a:lnTo>
                    <a:pt x="2249509" y="1724344"/>
                  </a:lnTo>
                  <a:lnTo>
                    <a:pt x="2249046" y="1723641"/>
                  </a:lnTo>
                  <a:lnTo>
                    <a:pt x="2246533" y="1717218"/>
                  </a:lnTo>
                  <a:lnTo>
                    <a:pt x="2244966" y="1711922"/>
                  </a:lnTo>
                  <a:lnTo>
                    <a:pt x="2245235" y="1709860"/>
                  </a:lnTo>
                  <a:lnTo>
                    <a:pt x="2245052" y="1709465"/>
                  </a:lnTo>
                  <a:lnTo>
                    <a:pt x="2244843" y="1709291"/>
                  </a:lnTo>
                  <a:lnTo>
                    <a:pt x="2243871" y="1710177"/>
                  </a:lnTo>
                  <a:lnTo>
                    <a:pt x="2237900" y="1705241"/>
                  </a:lnTo>
                  <a:lnTo>
                    <a:pt x="2237551" y="1703350"/>
                  </a:lnTo>
                  <a:lnTo>
                    <a:pt x="2235185" y="1701714"/>
                  </a:lnTo>
                  <a:lnTo>
                    <a:pt x="2234643" y="1700612"/>
                  </a:lnTo>
                  <a:lnTo>
                    <a:pt x="2233480" y="1699493"/>
                  </a:lnTo>
                  <a:lnTo>
                    <a:pt x="2232857" y="1698294"/>
                  </a:lnTo>
                  <a:lnTo>
                    <a:pt x="2231942" y="1697318"/>
                  </a:lnTo>
                  <a:lnTo>
                    <a:pt x="2231557" y="1695900"/>
                  </a:lnTo>
                  <a:lnTo>
                    <a:pt x="2230636" y="1694482"/>
                  </a:lnTo>
                  <a:lnTo>
                    <a:pt x="2225759" y="1690161"/>
                  </a:lnTo>
                  <a:lnTo>
                    <a:pt x="2225168" y="1689116"/>
                  </a:lnTo>
                  <a:lnTo>
                    <a:pt x="2223471" y="1688236"/>
                  </a:lnTo>
                  <a:lnTo>
                    <a:pt x="2222712" y="1685585"/>
                  </a:lnTo>
                  <a:lnTo>
                    <a:pt x="2220891" y="1682904"/>
                  </a:lnTo>
                  <a:lnTo>
                    <a:pt x="2220093" y="1682163"/>
                  </a:lnTo>
                  <a:lnTo>
                    <a:pt x="2218067" y="1680904"/>
                  </a:lnTo>
                  <a:lnTo>
                    <a:pt x="2216948" y="1678865"/>
                  </a:lnTo>
                  <a:lnTo>
                    <a:pt x="2215650" y="1678276"/>
                  </a:lnTo>
                  <a:lnTo>
                    <a:pt x="2213981" y="1675095"/>
                  </a:lnTo>
                  <a:lnTo>
                    <a:pt x="2212719" y="1674702"/>
                  </a:lnTo>
                  <a:lnTo>
                    <a:pt x="2212226" y="1674310"/>
                  </a:lnTo>
                  <a:lnTo>
                    <a:pt x="2210770" y="1670800"/>
                  </a:lnTo>
                  <a:lnTo>
                    <a:pt x="2210717" y="1668623"/>
                  </a:lnTo>
                  <a:lnTo>
                    <a:pt x="2209681" y="1667306"/>
                  </a:lnTo>
                  <a:lnTo>
                    <a:pt x="2209263" y="1664641"/>
                  </a:lnTo>
                  <a:lnTo>
                    <a:pt x="2206532" y="1660379"/>
                  </a:lnTo>
                  <a:lnTo>
                    <a:pt x="2204322" y="1661775"/>
                  </a:lnTo>
                  <a:lnTo>
                    <a:pt x="2203704" y="1661740"/>
                  </a:lnTo>
                  <a:lnTo>
                    <a:pt x="2202772" y="1661310"/>
                  </a:lnTo>
                  <a:lnTo>
                    <a:pt x="2200842" y="1661087"/>
                  </a:lnTo>
                  <a:lnTo>
                    <a:pt x="2200971" y="1660141"/>
                  </a:lnTo>
                  <a:lnTo>
                    <a:pt x="2200652" y="1660477"/>
                  </a:lnTo>
                  <a:lnTo>
                    <a:pt x="2200308" y="1660448"/>
                  </a:lnTo>
                  <a:lnTo>
                    <a:pt x="2200044" y="1660843"/>
                  </a:lnTo>
                  <a:lnTo>
                    <a:pt x="2200041" y="1661132"/>
                  </a:lnTo>
                  <a:lnTo>
                    <a:pt x="2201221" y="1661906"/>
                  </a:lnTo>
                  <a:lnTo>
                    <a:pt x="2201329" y="1662447"/>
                  </a:lnTo>
                  <a:lnTo>
                    <a:pt x="2200920" y="1663984"/>
                  </a:lnTo>
                  <a:lnTo>
                    <a:pt x="2200102" y="1663268"/>
                  </a:lnTo>
                  <a:lnTo>
                    <a:pt x="2198315" y="1663726"/>
                  </a:lnTo>
                  <a:lnTo>
                    <a:pt x="2199591" y="1664758"/>
                  </a:lnTo>
                  <a:lnTo>
                    <a:pt x="2198251" y="1664606"/>
                  </a:lnTo>
                  <a:lnTo>
                    <a:pt x="2197782" y="1664155"/>
                  </a:lnTo>
                  <a:lnTo>
                    <a:pt x="2197140" y="1664675"/>
                  </a:lnTo>
                  <a:lnTo>
                    <a:pt x="2197453" y="1665296"/>
                  </a:lnTo>
                  <a:lnTo>
                    <a:pt x="2198400" y="1665314"/>
                  </a:lnTo>
                  <a:lnTo>
                    <a:pt x="2198672" y="1665557"/>
                  </a:lnTo>
                  <a:lnTo>
                    <a:pt x="2198172" y="1666402"/>
                  </a:lnTo>
                  <a:lnTo>
                    <a:pt x="2197241" y="1666653"/>
                  </a:lnTo>
                  <a:lnTo>
                    <a:pt x="2196589" y="1666525"/>
                  </a:lnTo>
                  <a:lnTo>
                    <a:pt x="2195956" y="1665315"/>
                  </a:lnTo>
                  <a:lnTo>
                    <a:pt x="2195105" y="1665900"/>
                  </a:lnTo>
                  <a:lnTo>
                    <a:pt x="2194682" y="1665647"/>
                  </a:lnTo>
                  <a:lnTo>
                    <a:pt x="2193104" y="1666181"/>
                  </a:lnTo>
                  <a:lnTo>
                    <a:pt x="2192944" y="1665919"/>
                  </a:lnTo>
                  <a:lnTo>
                    <a:pt x="2192019" y="1666833"/>
                  </a:lnTo>
                  <a:lnTo>
                    <a:pt x="2191182" y="1667159"/>
                  </a:lnTo>
                  <a:lnTo>
                    <a:pt x="2192644" y="1668851"/>
                  </a:lnTo>
                  <a:lnTo>
                    <a:pt x="2192429" y="1669190"/>
                  </a:lnTo>
                  <a:lnTo>
                    <a:pt x="2191744" y="1668797"/>
                  </a:lnTo>
                  <a:lnTo>
                    <a:pt x="2190769" y="1668629"/>
                  </a:lnTo>
                  <a:lnTo>
                    <a:pt x="2190570" y="1667713"/>
                  </a:lnTo>
                  <a:lnTo>
                    <a:pt x="2190838" y="1666762"/>
                  </a:lnTo>
                  <a:lnTo>
                    <a:pt x="2190163" y="1665754"/>
                  </a:lnTo>
                  <a:lnTo>
                    <a:pt x="2189780" y="1665874"/>
                  </a:lnTo>
                  <a:lnTo>
                    <a:pt x="2189822" y="1667368"/>
                  </a:lnTo>
                  <a:lnTo>
                    <a:pt x="2189564" y="1667183"/>
                  </a:lnTo>
                  <a:lnTo>
                    <a:pt x="2189469" y="1666389"/>
                  </a:lnTo>
                  <a:lnTo>
                    <a:pt x="2188146" y="1666780"/>
                  </a:lnTo>
                  <a:lnTo>
                    <a:pt x="2187780" y="1665989"/>
                  </a:lnTo>
                  <a:lnTo>
                    <a:pt x="2187479" y="1665993"/>
                  </a:lnTo>
                  <a:lnTo>
                    <a:pt x="2186853" y="1666489"/>
                  </a:lnTo>
                  <a:lnTo>
                    <a:pt x="2186557" y="1666458"/>
                  </a:lnTo>
                  <a:lnTo>
                    <a:pt x="2186481" y="1664493"/>
                  </a:lnTo>
                  <a:lnTo>
                    <a:pt x="2185502" y="1664864"/>
                  </a:lnTo>
                  <a:lnTo>
                    <a:pt x="2184546" y="1664688"/>
                  </a:lnTo>
                  <a:lnTo>
                    <a:pt x="2183807" y="1665402"/>
                  </a:lnTo>
                  <a:lnTo>
                    <a:pt x="2181689" y="1664369"/>
                  </a:lnTo>
                  <a:lnTo>
                    <a:pt x="2178294" y="1664713"/>
                  </a:lnTo>
                  <a:lnTo>
                    <a:pt x="2177513" y="1664559"/>
                  </a:lnTo>
                  <a:lnTo>
                    <a:pt x="2176849" y="1663951"/>
                  </a:lnTo>
                  <a:lnTo>
                    <a:pt x="2176497" y="1663199"/>
                  </a:lnTo>
                  <a:lnTo>
                    <a:pt x="2175347" y="1662592"/>
                  </a:lnTo>
                  <a:lnTo>
                    <a:pt x="2172728" y="1663267"/>
                  </a:lnTo>
                  <a:lnTo>
                    <a:pt x="2171525" y="1663966"/>
                  </a:lnTo>
                  <a:lnTo>
                    <a:pt x="2170813" y="1665267"/>
                  </a:lnTo>
                  <a:lnTo>
                    <a:pt x="2170884" y="1667186"/>
                  </a:lnTo>
                  <a:lnTo>
                    <a:pt x="2170284" y="1668374"/>
                  </a:lnTo>
                  <a:lnTo>
                    <a:pt x="2168745" y="1669983"/>
                  </a:lnTo>
                  <a:lnTo>
                    <a:pt x="2164890" y="1671959"/>
                  </a:lnTo>
                  <a:lnTo>
                    <a:pt x="2161934" y="1670466"/>
                  </a:lnTo>
                  <a:lnTo>
                    <a:pt x="2160373" y="1670980"/>
                  </a:lnTo>
                  <a:lnTo>
                    <a:pt x="2158652" y="1672173"/>
                  </a:lnTo>
                  <a:lnTo>
                    <a:pt x="2157468" y="1672124"/>
                  </a:lnTo>
                  <a:lnTo>
                    <a:pt x="2155477" y="1672655"/>
                  </a:lnTo>
                  <a:lnTo>
                    <a:pt x="2154759" y="1672264"/>
                  </a:lnTo>
                  <a:lnTo>
                    <a:pt x="2153948" y="1671356"/>
                  </a:lnTo>
                  <a:lnTo>
                    <a:pt x="2152862" y="1669499"/>
                  </a:lnTo>
                  <a:lnTo>
                    <a:pt x="2151349" y="1668521"/>
                  </a:lnTo>
                  <a:lnTo>
                    <a:pt x="2150397" y="1668847"/>
                  </a:lnTo>
                  <a:lnTo>
                    <a:pt x="2147917" y="1671094"/>
                  </a:lnTo>
                  <a:lnTo>
                    <a:pt x="2141032" y="1675598"/>
                  </a:lnTo>
                  <a:lnTo>
                    <a:pt x="2139069" y="1677556"/>
                  </a:lnTo>
                  <a:lnTo>
                    <a:pt x="2138153" y="1677960"/>
                  </a:lnTo>
                  <a:lnTo>
                    <a:pt x="2136412" y="1678015"/>
                  </a:lnTo>
                  <a:lnTo>
                    <a:pt x="2134334" y="1678236"/>
                  </a:lnTo>
                  <a:lnTo>
                    <a:pt x="2131890" y="1679195"/>
                  </a:lnTo>
                  <a:lnTo>
                    <a:pt x="2130755" y="1681241"/>
                  </a:lnTo>
                  <a:lnTo>
                    <a:pt x="2130392" y="1684322"/>
                  </a:lnTo>
                  <a:lnTo>
                    <a:pt x="2128923" y="1686095"/>
                  </a:lnTo>
                  <a:lnTo>
                    <a:pt x="2127914" y="1686677"/>
                  </a:lnTo>
                  <a:lnTo>
                    <a:pt x="2127044" y="1686883"/>
                  </a:lnTo>
                  <a:lnTo>
                    <a:pt x="2125436" y="1686864"/>
                  </a:lnTo>
                  <a:lnTo>
                    <a:pt x="2124591" y="1687084"/>
                  </a:lnTo>
                  <a:lnTo>
                    <a:pt x="2123852" y="1687420"/>
                  </a:lnTo>
                  <a:lnTo>
                    <a:pt x="2123178" y="1688494"/>
                  </a:lnTo>
                  <a:lnTo>
                    <a:pt x="2120549" y="1689334"/>
                  </a:lnTo>
                  <a:lnTo>
                    <a:pt x="2118579" y="1691952"/>
                  </a:lnTo>
                  <a:lnTo>
                    <a:pt x="2117760" y="1694262"/>
                  </a:lnTo>
                  <a:lnTo>
                    <a:pt x="2114898" y="1699003"/>
                  </a:lnTo>
                  <a:lnTo>
                    <a:pt x="2113621" y="1700494"/>
                  </a:lnTo>
                  <a:lnTo>
                    <a:pt x="2111769" y="1701280"/>
                  </a:lnTo>
                  <a:lnTo>
                    <a:pt x="2110286" y="1702241"/>
                  </a:lnTo>
                  <a:lnTo>
                    <a:pt x="2109742" y="1703658"/>
                  </a:lnTo>
                  <a:lnTo>
                    <a:pt x="2110075" y="1705938"/>
                  </a:lnTo>
                  <a:lnTo>
                    <a:pt x="2110849" y="1707757"/>
                  </a:lnTo>
                  <a:lnTo>
                    <a:pt x="2110634" y="1708664"/>
                  </a:lnTo>
                  <a:lnTo>
                    <a:pt x="2109092" y="1709314"/>
                  </a:lnTo>
                  <a:lnTo>
                    <a:pt x="2107692" y="1710653"/>
                  </a:lnTo>
                  <a:lnTo>
                    <a:pt x="2107446" y="1711317"/>
                  </a:lnTo>
                  <a:lnTo>
                    <a:pt x="2105675" y="1712390"/>
                  </a:lnTo>
                  <a:lnTo>
                    <a:pt x="2105480" y="1712246"/>
                  </a:lnTo>
                  <a:lnTo>
                    <a:pt x="2105124" y="1712609"/>
                  </a:lnTo>
                  <a:lnTo>
                    <a:pt x="2104714" y="1712411"/>
                  </a:lnTo>
                  <a:lnTo>
                    <a:pt x="2104490" y="1712675"/>
                  </a:lnTo>
                  <a:lnTo>
                    <a:pt x="2103390" y="1712164"/>
                  </a:lnTo>
                  <a:lnTo>
                    <a:pt x="2102642" y="1712536"/>
                  </a:lnTo>
                  <a:lnTo>
                    <a:pt x="2102369" y="1712928"/>
                  </a:lnTo>
                  <a:lnTo>
                    <a:pt x="2103167" y="1714809"/>
                  </a:lnTo>
                  <a:lnTo>
                    <a:pt x="2104134" y="1716127"/>
                  </a:lnTo>
                  <a:lnTo>
                    <a:pt x="2104730" y="1716106"/>
                  </a:lnTo>
                  <a:lnTo>
                    <a:pt x="2105442" y="1715168"/>
                  </a:lnTo>
                  <a:lnTo>
                    <a:pt x="2107149" y="1714757"/>
                  </a:lnTo>
                  <a:lnTo>
                    <a:pt x="2108087" y="1715015"/>
                  </a:lnTo>
                  <a:lnTo>
                    <a:pt x="2107810" y="1716286"/>
                  </a:lnTo>
                  <a:lnTo>
                    <a:pt x="2106176" y="1718233"/>
                  </a:lnTo>
                  <a:lnTo>
                    <a:pt x="2105661" y="1720071"/>
                  </a:lnTo>
                  <a:lnTo>
                    <a:pt x="2104949" y="1720857"/>
                  </a:lnTo>
                  <a:lnTo>
                    <a:pt x="2103369" y="1724106"/>
                  </a:lnTo>
                  <a:lnTo>
                    <a:pt x="2104814" y="1725458"/>
                  </a:lnTo>
                  <a:lnTo>
                    <a:pt x="2105899" y="1725063"/>
                  </a:lnTo>
                  <a:lnTo>
                    <a:pt x="2106536" y="1725243"/>
                  </a:lnTo>
                  <a:lnTo>
                    <a:pt x="2106264" y="1727484"/>
                  </a:lnTo>
                  <a:lnTo>
                    <a:pt x="2106400" y="1728161"/>
                  </a:lnTo>
                  <a:lnTo>
                    <a:pt x="2106896" y="1728906"/>
                  </a:lnTo>
                  <a:lnTo>
                    <a:pt x="2106936" y="1730591"/>
                  </a:lnTo>
                  <a:lnTo>
                    <a:pt x="2105277" y="1733325"/>
                  </a:lnTo>
                  <a:lnTo>
                    <a:pt x="2105515" y="1735215"/>
                  </a:lnTo>
                  <a:lnTo>
                    <a:pt x="2105321" y="1736407"/>
                  </a:lnTo>
                  <a:lnTo>
                    <a:pt x="2103213" y="1738940"/>
                  </a:lnTo>
                  <a:lnTo>
                    <a:pt x="2104470" y="1741055"/>
                  </a:lnTo>
                  <a:lnTo>
                    <a:pt x="2104545" y="1741494"/>
                  </a:lnTo>
                  <a:lnTo>
                    <a:pt x="2104053" y="1742763"/>
                  </a:lnTo>
                  <a:lnTo>
                    <a:pt x="2102874" y="1743613"/>
                  </a:lnTo>
                  <a:lnTo>
                    <a:pt x="2102062" y="1743312"/>
                  </a:lnTo>
                  <a:lnTo>
                    <a:pt x="2100801" y="1740892"/>
                  </a:lnTo>
                  <a:lnTo>
                    <a:pt x="2099077" y="1740825"/>
                  </a:lnTo>
                  <a:lnTo>
                    <a:pt x="2096933" y="1742033"/>
                  </a:lnTo>
                  <a:lnTo>
                    <a:pt x="2096933" y="1742540"/>
                  </a:lnTo>
                  <a:lnTo>
                    <a:pt x="2093653" y="1745165"/>
                  </a:lnTo>
                  <a:lnTo>
                    <a:pt x="2093376" y="1745760"/>
                  </a:lnTo>
                  <a:lnTo>
                    <a:pt x="2093423" y="1746234"/>
                  </a:lnTo>
                  <a:lnTo>
                    <a:pt x="2100629" y="1749103"/>
                  </a:lnTo>
                  <a:lnTo>
                    <a:pt x="2099163" y="1751732"/>
                  </a:lnTo>
                  <a:lnTo>
                    <a:pt x="2092408" y="1759079"/>
                  </a:lnTo>
                  <a:lnTo>
                    <a:pt x="2097209" y="1763555"/>
                  </a:lnTo>
                  <a:lnTo>
                    <a:pt x="2096156" y="1763973"/>
                  </a:lnTo>
                  <a:lnTo>
                    <a:pt x="2093335" y="1764549"/>
                  </a:lnTo>
                  <a:lnTo>
                    <a:pt x="2089116" y="1769839"/>
                  </a:lnTo>
                  <a:lnTo>
                    <a:pt x="2086924" y="1771495"/>
                  </a:lnTo>
                  <a:lnTo>
                    <a:pt x="2084544" y="1772731"/>
                  </a:lnTo>
                  <a:lnTo>
                    <a:pt x="2072014" y="1764278"/>
                  </a:lnTo>
                  <a:lnTo>
                    <a:pt x="2067776" y="1769721"/>
                  </a:lnTo>
                  <a:lnTo>
                    <a:pt x="2066100" y="1769150"/>
                  </a:lnTo>
                  <a:lnTo>
                    <a:pt x="2065675" y="1772988"/>
                  </a:lnTo>
                  <a:lnTo>
                    <a:pt x="2065612" y="1774017"/>
                  </a:lnTo>
                  <a:lnTo>
                    <a:pt x="2065233" y="1774729"/>
                  </a:lnTo>
                  <a:lnTo>
                    <a:pt x="2063071" y="1775713"/>
                  </a:lnTo>
                  <a:lnTo>
                    <a:pt x="2061927" y="1777171"/>
                  </a:lnTo>
                  <a:lnTo>
                    <a:pt x="2060651" y="1778164"/>
                  </a:lnTo>
                  <a:lnTo>
                    <a:pt x="2058442" y="1779308"/>
                  </a:lnTo>
                  <a:lnTo>
                    <a:pt x="2053478" y="1781303"/>
                  </a:lnTo>
                  <a:lnTo>
                    <a:pt x="2052664" y="1782579"/>
                  </a:lnTo>
                  <a:lnTo>
                    <a:pt x="2051993" y="1783077"/>
                  </a:lnTo>
                  <a:lnTo>
                    <a:pt x="2050877" y="1783340"/>
                  </a:lnTo>
                  <a:lnTo>
                    <a:pt x="2045498" y="1783687"/>
                  </a:lnTo>
                  <a:lnTo>
                    <a:pt x="2043160" y="1784899"/>
                  </a:lnTo>
                  <a:lnTo>
                    <a:pt x="2041308" y="1786806"/>
                  </a:lnTo>
                  <a:lnTo>
                    <a:pt x="2041178" y="1788103"/>
                  </a:lnTo>
                  <a:lnTo>
                    <a:pt x="2040861" y="1788657"/>
                  </a:lnTo>
                  <a:lnTo>
                    <a:pt x="2039673" y="1789608"/>
                  </a:lnTo>
                  <a:lnTo>
                    <a:pt x="2038423" y="1789757"/>
                  </a:lnTo>
                  <a:lnTo>
                    <a:pt x="2037557" y="1790220"/>
                  </a:lnTo>
                  <a:lnTo>
                    <a:pt x="2036651" y="1790351"/>
                  </a:lnTo>
                  <a:lnTo>
                    <a:pt x="2034565" y="1788827"/>
                  </a:lnTo>
                  <a:lnTo>
                    <a:pt x="2032360" y="1788651"/>
                  </a:lnTo>
                  <a:lnTo>
                    <a:pt x="2029171" y="1787336"/>
                  </a:lnTo>
                  <a:lnTo>
                    <a:pt x="2029539" y="1788853"/>
                  </a:lnTo>
                  <a:lnTo>
                    <a:pt x="2030510" y="1789856"/>
                  </a:lnTo>
                  <a:lnTo>
                    <a:pt x="2039854" y="1797097"/>
                  </a:lnTo>
                  <a:lnTo>
                    <a:pt x="2046182" y="1802546"/>
                  </a:lnTo>
                  <a:lnTo>
                    <a:pt x="2052760" y="1807724"/>
                  </a:lnTo>
                  <a:lnTo>
                    <a:pt x="2055573" y="1809570"/>
                  </a:lnTo>
                  <a:lnTo>
                    <a:pt x="2058463" y="1811084"/>
                  </a:lnTo>
                  <a:lnTo>
                    <a:pt x="2062151" y="1813782"/>
                  </a:lnTo>
                  <a:lnTo>
                    <a:pt x="2063208" y="1815033"/>
                  </a:lnTo>
                  <a:lnTo>
                    <a:pt x="2063821" y="1815143"/>
                  </a:lnTo>
                  <a:lnTo>
                    <a:pt x="2064682" y="1815964"/>
                  </a:lnTo>
                  <a:lnTo>
                    <a:pt x="2068660" y="1818564"/>
                  </a:lnTo>
                  <a:lnTo>
                    <a:pt x="2069930" y="1819901"/>
                  </a:lnTo>
                  <a:lnTo>
                    <a:pt x="2071090" y="1821627"/>
                  </a:lnTo>
                  <a:lnTo>
                    <a:pt x="2073518" y="1826268"/>
                  </a:lnTo>
                  <a:lnTo>
                    <a:pt x="2068300" y="1831754"/>
                  </a:lnTo>
                  <a:lnTo>
                    <a:pt x="2064121" y="1834962"/>
                  </a:lnTo>
                  <a:lnTo>
                    <a:pt x="2065678" y="1835950"/>
                  </a:lnTo>
                  <a:lnTo>
                    <a:pt x="2057048" y="1845160"/>
                  </a:lnTo>
                  <a:lnTo>
                    <a:pt x="2059273" y="1846884"/>
                  </a:lnTo>
                  <a:lnTo>
                    <a:pt x="2062892" y="1850910"/>
                  </a:lnTo>
                  <a:lnTo>
                    <a:pt x="2047292" y="1857981"/>
                  </a:lnTo>
                  <a:lnTo>
                    <a:pt x="2045092" y="1858150"/>
                  </a:lnTo>
                  <a:lnTo>
                    <a:pt x="2043794" y="1858772"/>
                  </a:lnTo>
                  <a:lnTo>
                    <a:pt x="2039327" y="1862332"/>
                  </a:lnTo>
                  <a:lnTo>
                    <a:pt x="2036806" y="1865515"/>
                  </a:lnTo>
                  <a:lnTo>
                    <a:pt x="2036457" y="1865249"/>
                  </a:lnTo>
                  <a:lnTo>
                    <a:pt x="2034240" y="1867328"/>
                  </a:lnTo>
                  <a:lnTo>
                    <a:pt x="2033215" y="1868743"/>
                  </a:lnTo>
                  <a:lnTo>
                    <a:pt x="2032498" y="1870676"/>
                  </a:lnTo>
                  <a:lnTo>
                    <a:pt x="2032563" y="1871557"/>
                  </a:lnTo>
                  <a:lnTo>
                    <a:pt x="2033497" y="1873735"/>
                  </a:lnTo>
                  <a:lnTo>
                    <a:pt x="2034026" y="1876148"/>
                  </a:lnTo>
                  <a:lnTo>
                    <a:pt x="2033858" y="1878649"/>
                  </a:lnTo>
                  <a:lnTo>
                    <a:pt x="2034092" y="1879108"/>
                  </a:lnTo>
                  <a:lnTo>
                    <a:pt x="2034814" y="1879214"/>
                  </a:lnTo>
                  <a:lnTo>
                    <a:pt x="2034568" y="1880942"/>
                  </a:lnTo>
                  <a:lnTo>
                    <a:pt x="2033878" y="1882553"/>
                  </a:lnTo>
                  <a:lnTo>
                    <a:pt x="2034007" y="1884023"/>
                  </a:lnTo>
                  <a:lnTo>
                    <a:pt x="2033781" y="1886277"/>
                  </a:lnTo>
                  <a:lnTo>
                    <a:pt x="2032607" y="1888118"/>
                  </a:lnTo>
                  <a:lnTo>
                    <a:pt x="2032027" y="1888367"/>
                  </a:lnTo>
                  <a:lnTo>
                    <a:pt x="2029843" y="1890918"/>
                  </a:lnTo>
                  <a:lnTo>
                    <a:pt x="2028407" y="1893483"/>
                  </a:lnTo>
                  <a:lnTo>
                    <a:pt x="2026449" y="1891424"/>
                  </a:lnTo>
                  <a:lnTo>
                    <a:pt x="2024958" y="1890939"/>
                  </a:lnTo>
                  <a:lnTo>
                    <a:pt x="2021292" y="1892137"/>
                  </a:lnTo>
                  <a:lnTo>
                    <a:pt x="2019904" y="1892897"/>
                  </a:lnTo>
                  <a:lnTo>
                    <a:pt x="2019117" y="1892897"/>
                  </a:lnTo>
                  <a:lnTo>
                    <a:pt x="2015932" y="1895156"/>
                  </a:lnTo>
                  <a:lnTo>
                    <a:pt x="2015136" y="1897479"/>
                  </a:lnTo>
                  <a:lnTo>
                    <a:pt x="2010405" y="1905722"/>
                  </a:lnTo>
                  <a:lnTo>
                    <a:pt x="2010143" y="1906673"/>
                  </a:lnTo>
                  <a:lnTo>
                    <a:pt x="2010206" y="1907721"/>
                  </a:lnTo>
                  <a:lnTo>
                    <a:pt x="2009418" y="1911299"/>
                  </a:lnTo>
                  <a:lnTo>
                    <a:pt x="2008536" y="1913794"/>
                  </a:lnTo>
                  <a:lnTo>
                    <a:pt x="2007661" y="1915208"/>
                  </a:lnTo>
                  <a:lnTo>
                    <a:pt x="2006667" y="1916152"/>
                  </a:lnTo>
                  <a:lnTo>
                    <a:pt x="2005571" y="1916761"/>
                  </a:lnTo>
                  <a:lnTo>
                    <a:pt x="2005311" y="1917255"/>
                  </a:lnTo>
                  <a:lnTo>
                    <a:pt x="2003154" y="1919096"/>
                  </a:lnTo>
                  <a:lnTo>
                    <a:pt x="2001353" y="1920078"/>
                  </a:lnTo>
                  <a:lnTo>
                    <a:pt x="2000203" y="1920167"/>
                  </a:lnTo>
                  <a:lnTo>
                    <a:pt x="1999697" y="1921269"/>
                  </a:lnTo>
                  <a:lnTo>
                    <a:pt x="1990617" y="1911738"/>
                  </a:lnTo>
                  <a:lnTo>
                    <a:pt x="1991073" y="1908918"/>
                  </a:lnTo>
                  <a:lnTo>
                    <a:pt x="1992175" y="1904912"/>
                  </a:lnTo>
                  <a:lnTo>
                    <a:pt x="1993337" y="1902592"/>
                  </a:lnTo>
                  <a:lnTo>
                    <a:pt x="1993879" y="1901964"/>
                  </a:lnTo>
                  <a:lnTo>
                    <a:pt x="1991701" y="1894449"/>
                  </a:lnTo>
                  <a:lnTo>
                    <a:pt x="1990236" y="1891730"/>
                  </a:lnTo>
                  <a:lnTo>
                    <a:pt x="1992846" y="1891647"/>
                  </a:lnTo>
                  <a:lnTo>
                    <a:pt x="1995105" y="1890266"/>
                  </a:lnTo>
                  <a:lnTo>
                    <a:pt x="1997525" y="1889282"/>
                  </a:lnTo>
                  <a:lnTo>
                    <a:pt x="1994158" y="1887050"/>
                  </a:lnTo>
                  <a:lnTo>
                    <a:pt x="1991223" y="1885490"/>
                  </a:lnTo>
                  <a:lnTo>
                    <a:pt x="1977339" y="1883267"/>
                  </a:lnTo>
                  <a:lnTo>
                    <a:pt x="1969706" y="1881341"/>
                  </a:lnTo>
                  <a:lnTo>
                    <a:pt x="1966281" y="1879847"/>
                  </a:lnTo>
                  <a:lnTo>
                    <a:pt x="1965509" y="1880361"/>
                  </a:lnTo>
                  <a:lnTo>
                    <a:pt x="1963728" y="1880837"/>
                  </a:lnTo>
                  <a:lnTo>
                    <a:pt x="1959291" y="1881471"/>
                  </a:lnTo>
                  <a:lnTo>
                    <a:pt x="1958125" y="1881997"/>
                  </a:lnTo>
                  <a:lnTo>
                    <a:pt x="1957184" y="1882846"/>
                  </a:lnTo>
                  <a:lnTo>
                    <a:pt x="1956290" y="1884733"/>
                  </a:lnTo>
                  <a:lnTo>
                    <a:pt x="1953360" y="1894138"/>
                  </a:lnTo>
                  <a:lnTo>
                    <a:pt x="1951760" y="1896663"/>
                  </a:lnTo>
                  <a:lnTo>
                    <a:pt x="1951122" y="1898184"/>
                  </a:lnTo>
                  <a:lnTo>
                    <a:pt x="1950761" y="1900055"/>
                  </a:lnTo>
                  <a:lnTo>
                    <a:pt x="1949178" y="1904417"/>
                  </a:lnTo>
                  <a:lnTo>
                    <a:pt x="1948832" y="1906774"/>
                  </a:lnTo>
                  <a:lnTo>
                    <a:pt x="1948943" y="1911389"/>
                  </a:lnTo>
                  <a:lnTo>
                    <a:pt x="1949174" y="1912888"/>
                  </a:lnTo>
                  <a:lnTo>
                    <a:pt x="1952792" y="1913198"/>
                  </a:lnTo>
                  <a:lnTo>
                    <a:pt x="1954871" y="1913855"/>
                  </a:lnTo>
                  <a:lnTo>
                    <a:pt x="1955173" y="1911623"/>
                  </a:lnTo>
                  <a:lnTo>
                    <a:pt x="1956148" y="1910616"/>
                  </a:lnTo>
                  <a:lnTo>
                    <a:pt x="1956106" y="1909623"/>
                  </a:lnTo>
                  <a:lnTo>
                    <a:pt x="1959532" y="1909916"/>
                  </a:lnTo>
                  <a:lnTo>
                    <a:pt x="1963074" y="1911333"/>
                  </a:lnTo>
                  <a:lnTo>
                    <a:pt x="1963026" y="1911531"/>
                  </a:lnTo>
                  <a:lnTo>
                    <a:pt x="1963946" y="1912678"/>
                  </a:lnTo>
                  <a:lnTo>
                    <a:pt x="1965583" y="1913731"/>
                  </a:lnTo>
                  <a:lnTo>
                    <a:pt x="1965612" y="1913987"/>
                  </a:lnTo>
                  <a:lnTo>
                    <a:pt x="1971815" y="1915895"/>
                  </a:lnTo>
                  <a:lnTo>
                    <a:pt x="1972770" y="1915948"/>
                  </a:lnTo>
                  <a:lnTo>
                    <a:pt x="1973677" y="1915672"/>
                  </a:lnTo>
                  <a:lnTo>
                    <a:pt x="1978925" y="1917234"/>
                  </a:lnTo>
                  <a:lnTo>
                    <a:pt x="1982876" y="1918534"/>
                  </a:lnTo>
                  <a:lnTo>
                    <a:pt x="1986047" y="1920239"/>
                  </a:lnTo>
                  <a:lnTo>
                    <a:pt x="1986696" y="1920815"/>
                  </a:lnTo>
                  <a:lnTo>
                    <a:pt x="1987048" y="1922226"/>
                  </a:lnTo>
                  <a:lnTo>
                    <a:pt x="1986180" y="1927668"/>
                  </a:lnTo>
                  <a:lnTo>
                    <a:pt x="1984822" y="1929379"/>
                  </a:lnTo>
                  <a:lnTo>
                    <a:pt x="1985257" y="1930455"/>
                  </a:lnTo>
                  <a:lnTo>
                    <a:pt x="1984456" y="1930627"/>
                  </a:lnTo>
                  <a:lnTo>
                    <a:pt x="1984012" y="1931211"/>
                  </a:lnTo>
                  <a:lnTo>
                    <a:pt x="1983488" y="1934219"/>
                  </a:lnTo>
                  <a:lnTo>
                    <a:pt x="1983596" y="1935628"/>
                  </a:lnTo>
                  <a:lnTo>
                    <a:pt x="1980711" y="1940815"/>
                  </a:lnTo>
                  <a:lnTo>
                    <a:pt x="1979511" y="1945192"/>
                  </a:lnTo>
                  <a:lnTo>
                    <a:pt x="1977368" y="1947960"/>
                  </a:lnTo>
                  <a:lnTo>
                    <a:pt x="1978094" y="1948941"/>
                  </a:lnTo>
                  <a:lnTo>
                    <a:pt x="1979393" y="1949594"/>
                  </a:lnTo>
                  <a:lnTo>
                    <a:pt x="1980044" y="1950972"/>
                  </a:lnTo>
                  <a:lnTo>
                    <a:pt x="1980317" y="1953869"/>
                  </a:lnTo>
                  <a:lnTo>
                    <a:pt x="1980878" y="1954925"/>
                  </a:lnTo>
                  <a:lnTo>
                    <a:pt x="1980867" y="1955870"/>
                  </a:lnTo>
                  <a:lnTo>
                    <a:pt x="1981214" y="1957260"/>
                  </a:lnTo>
                  <a:lnTo>
                    <a:pt x="1982650" y="1958257"/>
                  </a:lnTo>
                  <a:lnTo>
                    <a:pt x="1983197" y="1958472"/>
                  </a:lnTo>
                  <a:lnTo>
                    <a:pt x="1983703" y="1959084"/>
                  </a:lnTo>
                  <a:lnTo>
                    <a:pt x="1984331" y="1961270"/>
                  </a:lnTo>
                  <a:lnTo>
                    <a:pt x="1984373" y="1963070"/>
                  </a:lnTo>
                  <a:lnTo>
                    <a:pt x="1983191" y="1967841"/>
                  </a:lnTo>
                  <a:lnTo>
                    <a:pt x="1983298" y="1969304"/>
                  </a:lnTo>
                  <a:lnTo>
                    <a:pt x="1984078" y="1970867"/>
                  </a:lnTo>
                  <a:lnTo>
                    <a:pt x="1983732" y="1973883"/>
                  </a:lnTo>
                  <a:lnTo>
                    <a:pt x="1984531" y="1978696"/>
                  </a:lnTo>
                  <a:lnTo>
                    <a:pt x="1984349" y="1979915"/>
                  </a:lnTo>
                  <a:lnTo>
                    <a:pt x="1983684" y="1980877"/>
                  </a:lnTo>
                  <a:lnTo>
                    <a:pt x="1983274" y="1981971"/>
                  </a:lnTo>
                  <a:lnTo>
                    <a:pt x="1982087" y="1983151"/>
                  </a:lnTo>
                  <a:lnTo>
                    <a:pt x="1979987" y="1984544"/>
                  </a:lnTo>
                  <a:lnTo>
                    <a:pt x="1979393" y="1985769"/>
                  </a:lnTo>
                  <a:lnTo>
                    <a:pt x="1979976" y="1987574"/>
                  </a:lnTo>
                  <a:lnTo>
                    <a:pt x="1980880" y="1989225"/>
                  </a:lnTo>
                  <a:lnTo>
                    <a:pt x="1981735" y="1990452"/>
                  </a:lnTo>
                  <a:lnTo>
                    <a:pt x="1982090" y="1992993"/>
                  </a:lnTo>
                  <a:lnTo>
                    <a:pt x="1980878" y="1995508"/>
                  </a:lnTo>
                  <a:lnTo>
                    <a:pt x="1979211" y="1997086"/>
                  </a:lnTo>
                  <a:lnTo>
                    <a:pt x="1978375" y="1998224"/>
                  </a:lnTo>
                  <a:lnTo>
                    <a:pt x="1977749" y="2000599"/>
                  </a:lnTo>
                  <a:lnTo>
                    <a:pt x="1977408" y="2004736"/>
                  </a:lnTo>
                  <a:lnTo>
                    <a:pt x="1977493" y="2007265"/>
                  </a:lnTo>
                  <a:lnTo>
                    <a:pt x="1976818" y="2010036"/>
                  </a:lnTo>
                  <a:lnTo>
                    <a:pt x="1977387" y="2013500"/>
                  </a:lnTo>
                  <a:lnTo>
                    <a:pt x="1977341" y="2014267"/>
                  </a:lnTo>
                  <a:lnTo>
                    <a:pt x="1977978" y="2017188"/>
                  </a:lnTo>
                  <a:lnTo>
                    <a:pt x="1978558" y="2019389"/>
                  </a:lnTo>
                  <a:lnTo>
                    <a:pt x="1979087" y="2020105"/>
                  </a:lnTo>
                  <a:lnTo>
                    <a:pt x="1979835" y="2023218"/>
                  </a:lnTo>
                  <a:lnTo>
                    <a:pt x="1979862" y="2023961"/>
                  </a:lnTo>
                  <a:lnTo>
                    <a:pt x="1978908" y="2025935"/>
                  </a:lnTo>
                  <a:lnTo>
                    <a:pt x="1978920" y="2027039"/>
                  </a:lnTo>
                  <a:lnTo>
                    <a:pt x="1979750" y="2028319"/>
                  </a:lnTo>
                  <a:lnTo>
                    <a:pt x="1980815" y="2029244"/>
                  </a:lnTo>
                  <a:lnTo>
                    <a:pt x="1980706" y="2030169"/>
                  </a:lnTo>
                  <a:lnTo>
                    <a:pt x="1981886" y="2032058"/>
                  </a:lnTo>
                  <a:lnTo>
                    <a:pt x="1984113" y="2035207"/>
                  </a:lnTo>
                  <a:lnTo>
                    <a:pt x="1986194" y="2037442"/>
                  </a:lnTo>
                  <a:lnTo>
                    <a:pt x="1986772" y="2039332"/>
                  </a:lnTo>
                  <a:lnTo>
                    <a:pt x="1988435" y="2040796"/>
                  </a:lnTo>
                  <a:lnTo>
                    <a:pt x="1988703" y="2041957"/>
                  </a:lnTo>
                  <a:lnTo>
                    <a:pt x="1990394" y="2045011"/>
                  </a:lnTo>
                  <a:lnTo>
                    <a:pt x="1990647" y="2048619"/>
                  </a:lnTo>
                  <a:lnTo>
                    <a:pt x="1991578" y="2050560"/>
                  </a:lnTo>
                  <a:lnTo>
                    <a:pt x="1991272" y="2051866"/>
                  </a:lnTo>
                  <a:lnTo>
                    <a:pt x="1991375" y="2054760"/>
                  </a:lnTo>
                  <a:lnTo>
                    <a:pt x="1992979" y="2057271"/>
                  </a:lnTo>
                  <a:lnTo>
                    <a:pt x="1992953" y="2058474"/>
                  </a:lnTo>
                  <a:lnTo>
                    <a:pt x="1993336" y="2060389"/>
                  </a:lnTo>
                  <a:lnTo>
                    <a:pt x="1993910" y="2061097"/>
                  </a:lnTo>
                  <a:lnTo>
                    <a:pt x="1995570" y="2062136"/>
                  </a:lnTo>
                  <a:lnTo>
                    <a:pt x="1998157" y="2063063"/>
                  </a:lnTo>
                  <a:lnTo>
                    <a:pt x="1999403" y="2064153"/>
                  </a:lnTo>
                  <a:lnTo>
                    <a:pt x="2000069" y="2065824"/>
                  </a:lnTo>
                  <a:lnTo>
                    <a:pt x="2000101" y="2067326"/>
                  </a:lnTo>
                  <a:lnTo>
                    <a:pt x="1998273" y="2072922"/>
                  </a:lnTo>
                  <a:lnTo>
                    <a:pt x="1998405" y="2075308"/>
                  </a:lnTo>
                  <a:lnTo>
                    <a:pt x="1998180" y="2076131"/>
                  </a:lnTo>
                  <a:lnTo>
                    <a:pt x="1998578" y="2076141"/>
                  </a:lnTo>
                  <a:lnTo>
                    <a:pt x="1999706" y="2075815"/>
                  </a:lnTo>
                  <a:lnTo>
                    <a:pt x="2001657" y="2075878"/>
                  </a:lnTo>
                  <a:lnTo>
                    <a:pt x="2002978" y="2076544"/>
                  </a:lnTo>
                  <a:lnTo>
                    <a:pt x="2006698" y="2077549"/>
                  </a:lnTo>
                  <a:lnTo>
                    <a:pt x="2011346" y="2079803"/>
                  </a:lnTo>
                  <a:lnTo>
                    <a:pt x="2012473" y="2080754"/>
                  </a:lnTo>
                  <a:lnTo>
                    <a:pt x="2014589" y="2081644"/>
                  </a:lnTo>
                  <a:lnTo>
                    <a:pt x="2016284" y="2082948"/>
                  </a:lnTo>
                  <a:lnTo>
                    <a:pt x="2019400" y="2084497"/>
                  </a:lnTo>
                  <a:lnTo>
                    <a:pt x="2021078" y="2086441"/>
                  </a:lnTo>
                  <a:lnTo>
                    <a:pt x="2022273" y="2086627"/>
                  </a:lnTo>
                  <a:lnTo>
                    <a:pt x="2024414" y="2088266"/>
                  </a:lnTo>
                  <a:lnTo>
                    <a:pt x="2025468" y="2088811"/>
                  </a:lnTo>
                  <a:lnTo>
                    <a:pt x="2027531" y="2088647"/>
                  </a:lnTo>
                  <a:lnTo>
                    <a:pt x="2028437" y="2088072"/>
                  </a:lnTo>
                  <a:lnTo>
                    <a:pt x="2029345" y="2086864"/>
                  </a:lnTo>
                  <a:lnTo>
                    <a:pt x="2030458" y="2086611"/>
                  </a:lnTo>
                  <a:lnTo>
                    <a:pt x="2032377" y="2086659"/>
                  </a:lnTo>
                  <a:lnTo>
                    <a:pt x="2034028" y="2087377"/>
                  </a:lnTo>
                  <a:lnTo>
                    <a:pt x="2037049" y="2087856"/>
                  </a:lnTo>
                  <a:lnTo>
                    <a:pt x="2037321" y="2087623"/>
                  </a:lnTo>
                  <a:lnTo>
                    <a:pt x="2037616" y="2086001"/>
                  </a:lnTo>
                  <a:lnTo>
                    <a:pt x="2037900" y="2085745"/>
                  </a:lnTo>
                  <a:lnTo>
                    <a:pt x="2043011" y="2084754"/>
                  </a:lnTo>
                  <a:lnTo>
                    <a:pt x="2045334" y="2085091"/>
                  </a:lnTo>
                  <a:lnTo>
                    <a:pt x="2048353" y="2086329"/>
                  </a:lnTo>
                  <a:lnTo>
                    <a:pt x="2050110" y="2086305"/>
                  </a:lnTo>
                  <a:lnTo>
                    <a:pt x="2047816" y="2089949"/>
                  </a:lnTo>
                  <a:lnTo>
                    <a:pt x="2047446" y="2091183"/>
                  </a:lnTo>
                  <a:lnTo>
                    <a:pt x="2046917" y="2094934"/>
                  </a:lnTo>
                  <a:lnTo>
                    <a:pt x="2045919" y="2097727"/>
                  </a:lnTo>
                  <a:lnTo>
                    <a:pt x="2045281" y="2098760"/>
                  </a:lnTo>
                  <a:lnTo>
                    <a:pt x="2045497" y="2099631"/>
                  </a:lnTo>
                  <a:lnTo>
                    <a:pt x="2046293" y="2100623"/>
                  </a:lnTo>
                  <a:lnTo>
                    <a:pt x="2048841" y="2102808"/>
                  </a:lnTo>
                  <a:lnTo>
                    <a:pt x="2049728" y="2104592"/>
                  </a:lnTo>
                  <a:lnTo>
                    <a:pt x="2050653" y="2105555"/>
                  </a:lnTo>
                  <a:lnTo>
                    <a:pt x="2052320" y="2109316"/>
                  </a:lnTo>
                  <a:lnTo>
                    <a:pt x="2053608" y="2110628"/>
                  </a:lnTo>
                  <a:lnTo>
                    <a:pt x="2053933" y="2112675"/>
                  </a:lnTo>
                  <a:lnTo>
                    <a:pt x="2054922" y="2113963"/>
                  </a:lnTo>
                  <a:lnTo>
                    <a:pt x="2055549" y="2116266"/>
                  </a:lnTo>
                  <a:lnTo>
                    <a:pt x="2054876" y="2118216"/>
                  </a:lnTo>
                  <a:lnTo>
                    <a:pt x="2054795" y="2119836"/>
                  </a:lnTo>
                  <a:lnTo>
                    <a:pt x="2055250" y="2121192"/>
                  </a:lnTo>
                  <a:lnTo>
                    <a:pt x="2056707" y="2123613"/>
                  </a:lnTo>
                  <a:lnTo>
                    <a:pt x="2057885" y="2126393"/>
                  </a:lnTo>
                  <a:lnTo>
                    <a:pt x="2058077" y="2127338"/>
                  </a:lnTo>
                  <a:lnTo>
                    <a:pt x="2059281" y="2128662"/>
                  </a:lnTo>
                  <a:lnTo>
                    <a:pt x="2061522" y="2131866"/>
                  </a:lnTo>
                  <a:lnTo>
                    <a:pt x="2064048" y="2134243"/>
                  </a:lnTo>
                  <a:lnTo>
                    <a:pt x="2066032" y="2136567"/>
                  </a:lnTo>
                  <a:lnTo>
                    <a:pt x="2068660" y="2141500"/>
                  </a:lnTo>
                  <a:lnTo>
                    <a:pt x="2069352" y="2144424"/>
                  </a:lnTo>
                  <a:lnTo>
                    <a:pt x="2068955" y="2147096"/>
                  </a:lnTo>
                  <a:lnTo>
                    <a:pt x="2069211" y="2148782"/>
                  </a:lnTo>
                  <a:lnTo>
                    <a:pt x="2068301" y="2151709"/>
                  </a:lnTo>
                  <a:lnTo>
                    <a:pt x="2066964" y="2153317"/>
                  </a:lnTo>
                  <a:lnTo>
                    <a:pt x="2066251" y="2153632"/>
                  </a:lnTo>
                  <a:lnTo>
                    <a:pt x="2064590" y="2155204"/>
                  </a:lnTo>
                  <a:lnTo>
                    <a:pt x="2065072" y="2156997"/>
                  </a:lnTo>
                  <a:lnTo>
                    <a:pt x="2065649" y="2158133"/>
                  </a:lnTo>
                  <a:lnTo>
                    <a:pt x="2065604" y="2158796"/>
                  </a:lnTo>
                  <a:lnTo>
                    <a:pt x="2066055" y="2159437"/>
                  </a:lnTo>
                  <a:lnTo>
                    <a:pt x="2066082" y="2160059"/>
                  </a:lnTo>
                  <a:lnTo>
                    <a:pt x="2066437" y="2160325"/>
                  </a:lnTo>
                  <a:lnTo>
                    <a:pt x="2066463" y="2161177"/>
                  </a:lnTo>
                  <a:lnTo>
                    <a:pt x="2066780" y="2161417"/>
                  </a:lnTo>
                  <a:lnTo>
                    <a:pt x="2067187" y="2162345"/>
                  </a:lnTo>
                  <a:lnTo>
                    <a:pt x="2066901" y="2162504"/>
                  </a:lnTo>
                  <a:lnTo>
                    <a:pt x="2067420" y="2163006"/>
                  </a:lnTo>
                  <a:lnTo>
                    <a:pt x="2067345" y="2163749"/>
                  </a:lnTo>
                  <a:lnTo>
                    <a:pt x="2067924" y="2164449"/>
                  </a:lnTo>
                  <a:lnTo>
                    <a:pt x="2067794" y="2165022"/>
                  </a:lnTo>
                  <a:lnTo>
                    <a:pt x="2068375" y="2165108"/>
                  </a:lnTo>
                  <a:lnTo>
                    <a:pt x="2068384" y="2165504"/>
                  </a:lnTo>
                  <a:lnTo>
                    <a:pt x="2069195" y="2166261"/>
                  </a:lnTo>
                  <a:lnTo>
                    <a:pt x="2069545" y="2167011"/>
                  </a:lnTo>
                  <a:lnTo>
                    <a:pt x="2069479" y="2167482"/>
                  </a:lnTo>
                  <a:lnTo>
                    <a:pt x="2070034" y="2168185"/>
                  </a:lnTo>
                  <a:lnTo>
                    <a:pt x="2070063" y="2168543"/>
                  </a:lnTo>
                  <a:lnTo>
                    <a:pt x="2069573" y="2169025"/>
                  </a:lnTo>
                  <a:lnTo>
                    <a:pt x="2069919" y="2170159"/>
                  </a:lnTo>
                  <a:lnTo>
                    <a:pt x="2069771" y="2170781"/>
                  </a:lnTo>
                  <a:lnTo>
                    <a:pt x="2070010" y="2171567"/>
                  </a:lnTo>
                  <a:lnTo>
                    <a:pt x="2069902" y="2172251"/>
                  </a:lnTo>
                  <a:lnTo>
                    <a:pt x="2069371" y="2172768"/>
                  </a:lnTo>
                  <a:lnTo>
                    <a:pt x="2069386" y="2174750"/>
                  </a:lnTo>
                  <a:lnTo>
                    <a:pt x="2067998" y="2176009"/>
                  </a:lnTo>
                  <a:lnTo>
                    <a:pt x="2067153" y="2177776"/>
                  </a:lnTo>
                  <a:lnTo>
                    <a:pt x="2066294" y="2178721"/>
                  </a:lnTo>
                  <a:lnTo>
                    <a:pt x="2065138" y="2178089"/>
                  </a:lnTo>
                  <a:lnTo>
                    <a:pt x="2062193" y="2178467"/>
                  </a:lnTo>
                  <a:lnTo>
                    <a:pt x="2060105" y="2178363"/>
                  </a:lnTo>
                  <a:lnTo>
                    <a:pt x="2059413" y="2178509"/>
                  </a:lnTo>
                  <a:lnTo>
                    <a:pt x="2059161" y="2178778"/>
                  </a:lnTo>
                  <a:lnTo>
                    <a:pt x="2057202" y="2178963"/>
                  </a:lnTo>
                  <a:lnTo>
                    <a:pt x="2054560" y="2179882"/>
                  </a:lnTo>
                  <a:lnTo>
                    <a:pt x="2052725" y="2179643"/>
                  </a:lnTo>
                  <a:lnTo>
                    <a:pt x="2050344" y="2181728"/>
                  </a:lnTo>
                  <a:lnTo>
                    <a:pt x="2050421" y="2181995"/>
                  </a:lnTo>
                  <a:lnTo>
                    <a:pt x="2048793" y="2184200"/>
                  </a:lnTo>
                  <a:lnTo>
                    <a:pt x="2046476" y="2186087"/>
                  </a:lnTo>
                  <a:lnTo>
                    <a:pt x="2046132" y="2186121"/>
                  </a:lnTo>
                  <a:lnTo>
                    <a:pt x="2044662" y="2187197"/>
                  </a:lnTo>
                  <a:lnTo>
                    <a:pt x="2045844" y="2188790"/>
                  </a:lnTo>
                  <a:lnTo>
                    <a:pt x="2047666" y="2190381"/>
                  </a:lnTo>
                  <a:lnTo>
                    <a:pt x="2047832" y="2191551"/>
                  </a:lnTo>
                  <a:lnTo>
                    <a:pt x="2048188" y="2192057"/>
                  </a:lnTo>
                  <a:lnTo>
                    <a:pt x="2048008" y="2192419"/>
                  </a:lnTo>
                  <a:lnTo>
                    <a:pt x="2048175" y="2192625"/>
                  </a:lnTo>
                  <a:lnTo>
                    <a:pt x="2048630" y="2192542"/>
                  </a:lnTo>
                  <a:lnTo>
                    <a:pt x="2048944" y="2192767"/>
                  </a:lnTo>
                  <a:lnTo>
                    <a:pt x="2049020" y="2193259"/>
                  </a:lnTo>
                  <a:lnTo>
                    <a:pt x="2049326" y="2193293"/>
                  </a:lnTo>
                  <a:lnTo>
                    <a:pt x="2049448" y="2193641"/>
                  </a:lnTo>
                  <a:lnTo>
                    <a:pt x="2049207" y="2193849"/>
                  </a:lnTo>
                  <a:lnTo>
                    <a:pt x="2049250" y="2194202"/>
                  </a:lnTo>
                  <a:lnTo>
                    <a:pt x="2050110" y="2194339"/>
                  </a:lnTo>
                  <a:lnTo>
                    <a:pt x="2050992" y="2194911"/>
                  </a:lnTo>
                  <a:lnTo>
                    <a:pt x="2051116" y="2197007"/>
                  </a:lnTo>
                  <a:lnTo>
                    <a:pt x="2050770" y="2198161"/>
                  </a:lnTo>
                  <a:lnTo>
                    <a:pt x="2049399" y="2199068"/>
                  </a:lnTo>
                  <a:lnTo>
                    <a:pt x="2048129" y="2199195"/>
                  </a:lnTo>
                  <a:lnTo>
                    <a:pt x="2047128" y="2199723"/>
                  </a:lnTo>
                  <a:lnTo>
                    <a:pt x="2046027" y="2200962"/>
                  </a:lnTo>
                  <a:lnTo>
                    <a:pt x="2045726" y="2202285"/>
                  </a:lnTo>
                  <a:lnTo>
                    <a:pt x="2046162" y="2203724"/>
                  </a:lnTo>
                  <a:lnTo>
                    <a:pt x="2045701" y="2204657"/>
                  </a:lnTo>
                  <a:lnTo>
                    <a:pt x="2044917" y="2205341"/>
                  </a:lnTo>
                  <a:lnTo>
                    <a:pt x="2044452" y="2206210"/>
                  </a:lnTo>
                  <a:lnTo>
                    <a:pt x="2041610" y="2208577"/>
                  </a:lnTo>
                  <a:lnTo>
                    <a:pt x="2041145" y="2208937"/>
                  </a:lnTo>
                  <a:lnTo>
                    <a:pt x="2040185" y="2209122"/>
                  </a:lnTo>
                  <a:lnTo>
                    <a:pt x="2037902" y="2208258"/>
                  </a:lnTo>
                  <a:lnTo>
                    <a:pt x="2037213" y="2208484"/>
                  </a:lnTo>
                  <a:lnTo>
                    <a:pt x="2036705" y="2208283"/>
                  </a:lnTo>
                  <a:lnTo>
                    <a:pt x="2035051" y="2209761"/>
                  </a:lnTo>
                  <a:lnTo>
                    <a:pt x="2033920" y="2210152"/>
                  </a:lnTo>
                  <a:lnTo>
                    <a:pt x="2033088" y="2210087"/>
                  </a:lnTo>
                  <a:lnTo>
                    <a:pt x="2031804" y="2210638"/>
                  </a:lnTo>
                  <a:lnTo>
                    <a:pt x="2031442" y="2211045"/>
                  </a:lnTo>
                  <a:lnTo>
                    <a:pt x="2030780" y="2211017"/>
                  </a:lnTo>
                  <a:lnTo>
                    <a:pt x="2029371" y="2212958"/>
                  </a:lnTo>
                  <a:lnTo>
                    <a:pt x="2026769" y="2214690"/>
                  </a:lnTo>
                  <a:lnTo>
                    <a:pt x="2026731" y="2215398"/>
                  </a:lnTo>
                  <a:lnTo>
                    <a:pt x="2026315" y="2215609"/>
                  </a:lnTo>
                  <a:lnTo>
                    <a:pt x="2025353" y="2217084"/>
                  </a:lnTo>
                  <a:lnTo>
                    <a:pt x="2025427" y="2218175"/>
                  </a:lnTo>
                  <a:lnTo>
                    <a:pt x="2025196" y="2218660"/>
                  </a:lnTo>
                  <a:lnTo>
                    <a:pt x="2025314" y="2218820"/>
                  </a:lnTo>
                  <a:lnTo>
                    <a:pt x="2025048" y="2219007"/>
                  </a:lnTo>
                  <a:lnTo>
                    <a:pt x="2024966" y="2219850"/>
                  </a:lnTo>
                  <a:lnTo>
                    <a:pt x="2025229" y="2220066"/>
                  </a:lnTo>
                  <a:lnTo>
                    <a:pt x="2025247" y="2221412"/>
                  </a:lnTo>
                  <a:lnTo>
                    <a:pt x="2026008" y="2223265"/>
                  </a:lnTo>
                  <a:lnTo>
                    <a:pt x="2026514" y="2223701"/>
                  </a:lnTo>
                  <a:lnTo>
                    <a:pt x="2026524" y="2224106"/>
                  </a:lnTo>
                  <a:lnTo>
                    <a:pt x="2027319" y="2225317"/>
                  </a:lnTo>
                  <a:lnTo>
                    <a:pt x="2027237" y="2225883"/>
                  </a:lnTo>
                  <a:lnTo>
                    <a:pt x="2027647" y="2226671"/>
                  </a:lnTo>
                  <a:lnTo>
                    <a:pt x="2027667" y="2227205"/>
                  </a:lnTo>
                  <a:lnTo>
                    <a:pt x="2027458" y="2227369"/>
                  </a:lnTo>
                  <a:lnTo>
                    <a:pt x="2027729" y="2227824"/>
                  </a:lnTo>
                  <a:lnTo>
                    <a:pt x="2027563" y="2228488"/>
                  </a:lnTo>
                  <a:lnTo>
                    <a:pt x="2027907" y="2229160"/>
                  </a:lnTo>
                  <a:lnTo>
                    <a:pt x="2027822" y="2229826"/>
                  </a:lnTo>
                  <a:lnTo>
                    <a:pt x="2028046" y="2230231"/>
                  </a:lnTo>
                  <a:lnTo>
                    <a:pt x="2027945" y="2231717"/>
                  </a:lnTo>
                  <a:lnTo>
                    <a:pt x="2027411" y="2233028"/>
                  </a:lnTo>
                  <a:lnTo>
                    <a:pt x="2026640" y="2233842"/>
                  </a:lnTo>
                  <a:lnTo>
                    <a:pt x="2027372" y="2237908"/>
                  </a:lnTo>
                  <a:lnTo>
                    <a:pt x="2027612" y="2241491"/>
                  </a:lnTo>
                  <a:lnTo>
                    <a:pt x="2027385" y="2242089"/>
                  </a:lnTo>
                  <a:lnTo>
                    <a:pt x="2024862" y="2245352"/>
                  </a:lnTo>
                  <a:lnTo>
                    <a:pt x="2024911" y="2246647"/>
                  </a:lnTo>
                  <a:lnTo>
                    <a:pt x="2024713" y="2247197"/>
                  </a:lnTo>
                  <a:lnTo>
                    <a:pt x="2024883" y="2247851"/>
                  </a:lnTo>
                  <a:lnTo>
                    <a:pt x="2024477" y="2248587"/>
                  </a:lnTo>
                  <a:lnTo>
                    <a:pt x="2023666" y="2249555"/>
                  </a:lnTo>
                  <a:lnTo>
                    <a:pt x="2023293" y="2249579"/>
                  </a:lnTo>
                  <a:lnTo>
                    <a:pt x="2022846" y="2250084"/>
                  </a:lnTo>
                  <a:lnTo>
                    <a:pt x="2021400" y="2250892"/>
                  </a:lnTo>
                  <a:lnTo>
                    <a:pt x="2021352" y="2251320"/>
                  </a:lnTo>
                  <a:lnTo>
                    <a:pt x="2020883" y="2251557"/>
                  </a:lnTo>
                  <a:lnTo>
                    <a:pt x="2020452" y="2252881"/>
                  </a:lnTo>
                  <a:lnTo>
                    <a:pt x="2019668" y="2253485"/>
                  </a:lnTo>
                  <a:lnTo>
                    <a:pt x="2019560" y="2254237"/>
                  </a:lnTo>
                  <a:lnTo>
                    <a:pt x="2018663" y="2255924"/>
                  </a:lnTo>
                  <a:lnTo>
                    <a:pt x="2018311" y="2255976"/>
                  </a:lnTo>
                  <a:lnTo>
                    <a:pt x="2018236" y="2256404"/>
                  </a:lnTo>
                  <a:lnTo>
                    <a:pt x="2017962" y="2256596"/>
                  </a:lnTo>
                  <a:lnTo>
                    <a:pt x="2017974" y="2257281"/>
                  </a:lnTo>
                  <a:lnTo>
                    <a:pt x="2018245" y="2257703"/>
                  </a:lnTo>
                  <a:lnTo>
                    <a:pt x="2018069" y="2258042"/>
                  </a:lnTo>
                  <a:lnTo>
                    <a:pt x="2018389" y="2258336"/>
                  </a:lnTo>
                  <a:lnTo>
                    <a:pt x="2018087" y="2258747"/>
                  </a:lnTo>
                  <a:lnTo>
                    <a:pt x="2018201" y="2259119"/>
                  </a:lnTo>
                  <a:lnTo>
                    <a:pt x="2017081" y="2261726"/>
                  </a:lnTo>
                  <a:lnTo>
                    <a:pt x="2016948" y="2262521"/>
                  </a:lnTo>
                  <a:lnTo>
                    <a:pt x="2015843" y="2263367"/>
                  </a:lnTo>
                  <a:lnTo>
                    <a:pt x="2015127" y="2264848"/>
                  </a:lnTo>
                  <a:lnTo>
                    <a:pt x="2014612" y="2265418"/>
                  </a:lnTo>
                  <a:lnTo>
                    <a:pt x="2011707" y="2268325"/>
                  </a:lnTo>
                  <a:lnTo>
                    <a:pt x="2010404" y="2269304"/>
                  </a:lnTo>
                  <a:lnTo>
                    <a:pt x="2010716" y="2272338"/>
                  </a:lnTo>
                  <a:lnTo>
                    <a:pt x="2011481" y="2273474"/>
                  </a:lnTo>
                  <a:lnTo>
                    <a:pt x="2011558" y="2274070"/>
                  </a:lnTo>
                  <a:lnTo>
                    <a:pt x="2011923" y="2274428"/>
                  </a:lnTo>
                  <a:lnTo>
                    <a:pt x="2012969" y="2274760"/>
                  </a:lnTo>
                  <a:lnTo>
                    <a:pt x="2013303" y="2276212"/>
                  </a:lnTo>
                  <a:lnTo>
                    <a:pt x="2012929" y="2276960"/>
                  </a:lnTo>
                  <a:lnTo>
                    <a:pt x="2013424" y="2277282"/>
                  </a:lnTo>
                  <a:lnTo>
                    <a:pt x="2013623" y="2278143"/>
                  </a:lnTo>
                  <a:lnTo>
                    <a:pt x="2013524" y="2278341"/>
                  </a:lnTo>
                  <a:lnTo>
                    <a:pt x="2013231" y="2278285"/>
                  </a:lnTo>
                  <a:lnTo>
                    <a:pt x="2013423" y="2278841"/>
                  </a:lnTo>
                  <a:lnTo>
                    <a:pt x="2012984" y="2279418"/>
                  </a:lnTo>
                  <a:lnTo>
                    <a:pt x="2012891" y="2280404"/>
                  </a:lnTo>
                  <a:lnTo>
                    <a:pt x="2012130" y="2280883"/>
                  </a:lnTo>
                  <a:lnTo>
                    <a:pt x="2012092" y="2281376"/>
                  </a:lnTo>
                  <a:lnTo>
                    <a:pt x="2011453" y="2281166"/>
                  </a:lnTo>
                  <a:lnTo>
                    <a:pt x="2011143" y="2281635"/>
                  </a:lnTo>
                  <a:lnTo>
                    <a:pt x="2011120" y="2282692"/>
                  </a:lnTo>
                  <a:lnTo>
                    <a:pt x="2010704" y="2283164"/>
                  </a:lnTo>
                  <a:lnTo>
                    <a:pt x="2011003" y="2284207"/>
                  </a:lnTo>
                  <a:lnTo>
                    <a:pt x="2010942" y="2285109"/>
                  </a:lnTo>
                  <a:lnTo>
                    <a:pt x="2009533" y="2287284"/>
                  </a:lnTo>
                  <a:lnTo>
                    <a:pt x="2009414" y="2289112"/>
                  </a:lnTo>
                  <a:lnTo>
                    <a:pt x="2009587" y="2289362"/>
                  </a:lnTo>
                  <a:lnTo>
                    <a:pt x="2009252" y="2290436"/>
                  </a:lnTo>
                  <a:lnTo>
                    <a:pt x="2009342" y="2292044"/>
                  </a:lnTo>
                  <a:lnTo>
                    <a:pt x="2008865" y="2293094"/>
                  </a:lnTo>
                  <a:lnTo>
                    <a:pt x="2009065" y="2293677"/>
                  </a:lnTo>
                  <a:lnTo>
                    <a:pt x="2008208" y="2294627"/>
                  </a:lnTo>
                  <a:lnTo>
                    <a:pt x="2008294" y="2296473"/>
                  </a:lnTo>
                  <a:lnTo>
                    <a:pt x="2007594" y="2297607"/>
                  </a:lnTo>
                  <a:lnTo>
                    <a:pt x="2007296" y="2299383"/>
                  </a:lnTo>
                  <a:lnTo>
                    <a:pt x="2008078" y="2301455"/>
                  </a:lnTo>
                  <a:lnTo>
                    <a:pt x="2008833" y="2301899"/>
                  </a:lnTo>
                  <a:lnTo>
                    <a:pt x="2009212" y="2301634"/>
                  </a:lnTo>
                  <a:lnTo>
                    <a:pt x="2009748" y="2301726"/>
                  </a:lnTo>
                  <a:lnTo>
                    <a:pt x="2009708" y="2302385"/>
                  </a:lnTo>
                  <a:lnTo>
                    <a:pt x="2009348" y="2302789"/>
                  </a:lnTo>
                  <a:lnTo>
                    <a:pt x="2010071" y="2304093"/>
                  </a:lnTo>
                  <a:lnTo>
                    <a:pt x="2011397" y="2304368"/>
                  </a:lnTo>
                  <a:lnTo>
                    <a:pt x="2012339" y="2305162"/>
                  </a:lnTo>
                  <a:lnTo>
                    <a:pt x="2014342" y="2306474"/>
                  </a:lnTo>
                  <a:lnTo>
                    <a:pt x="2015086" y="2305699"/>
                  </a:lnTo>
                  <a:lnTo>
                    <a:pt x="2015757" y="2307232"/>
                  </a:lnTo>
                  <a:lnTo>
                    <a:pt x="2016324" y="2307287"/>
                  </a:lnTo>
                  <a:lnTo>
                    <a:pt x="2016792" y="2306812"/>
                  </a:lnTo>
                  <a:lnTo>
                    <a:pt x="2017095" y="2306837"/>
                  </a:lnTo>
                  <a:lnTo>
                    <a:pt x="2017169" y="2307215"/>
                  </a:lnTo>
                  <a:lnTo>
                    <a:pt x="2017789" y="2307883"/>
                  </a:lnTo>
                  <a:lnTo>
                    <a:pt x="2018256" y="2307661"/>
                  </a:lnTo>
                  <a:lnTo>
                    <a:pt x="2018428" y="2307861"/>
                  </a:lnTo>
                  <a:lnTo>
                    <a:pt x="2018472" y="2308744"/>
                  </a:lnTo>
                  <a:lnTo>
                    <a:pt x="2018896" y="2309168"/>
                  </a:lnTo>
                  <a:lnTo>
                    <a:pt x="2019694" y="2309435"/>
                  </a:lnTo>
                  <a:lnTo>
                    <a:pt x="2019951" y="2310056"/>
                  </a:lnTo>
                  <a:lnTo>
                    <a:pt x="2020458" y="2309916"/>
                  </a:lnTo>
                  <a:lnTo>
                    <a:pt x="2020468" y="2310274"/>
                  </a:lnTo>
                  <a:lnTo>
                    <a:pt x="2020175" y="2310360"/>
                  </a:lnTo>
                  <a:lnTo>
                    <a:pt x="2019806" y="2310936"/>
                  </a:lnTo>
                  <a:lnTo>
                    <a:pt x="2020117" y="2311226"/>
                  </a:lnTo>
                  <a:lnTo>
                    <a:pt x="2021384" y="2310739"/>
                  </a:lnTo>
                  <a:lnTo>
                    <a:pt x="2022165" y="2310903"/>
                  </a:lnTo>
                  <a:lnTo>
                    <a:pt x="2022321" y="2311271"/>
                  </a:lnTo>
                  <a:lnTo>
                    <a:pt x="2022048" y="2311755"/>
                  </a:lnTo>
                  <a:lnTo>
                    <a:pt x="2022161" y="2312312"/>
                  </a:lnTo>
                  <a:lnTo>
                    <a:pt x="2022795" y="2312572"/>
                  </a:lnTo>
                  <a:lnTo>
                    <a:pt x="2023642" y="2314021"/>
                  </a:lnTo>
                  <a:lnTo>
                    <a:pt x="2024385" y="2314532"/>
                  </a:lnTo>
                  <a:lnTo>
                    <a:pt x="2024990" y="2315391"/>
                  </a:lnTo>
                  <a:lnTo>
                    <a:pt x="2026139" y="2316148"/>
                  </a:lnTo>
                  <a:lnTo>
                    <a:pt x="2027067" y="2318367"/>
                  </a:lnTo>
                  <a:lnTo>
                    <a:pt x="2027570" y="2318704"/>
                  </a:lnTo>
                  <a:lnTo>
                    <a:pt x="2027587" y="2319118"/>
                  </a:lnTo>
                  <a:lnTo>
                    <a:pt x="2028462" y="2320524"/>
                  </a:lnTo>
                  <a:lnTo>
                    <a:pt x="2028130" y="2322752"/>
                  </a:lnTo>
                  <a:lnTo>
                    <a:pt x="2029016" y="2323856"/>
                  </a:lnTo>
                  <a:lnTo>
                    <a:pt x="2029538" y="2325263"/>
                  </a:lnTo>
                  <a:lnTo>
                    <a:pt x="2030880" y="2326592"/>
                  </a:lnTo>
                  <a:lnTo>
                    <a:pt x="2031145" y="2327191"/>
                  </a:lnTo>
                  <a:lnTo>
                    <a:pt x="2031324" y="2326877"/>
                  </a:lnTo>
                  <a:lnTo>
                    <a:pt x="2031317" y="2327394"/>
                  </a:lnTo>
                  <a:lnTo>
                    <a:pt x="2032811" y="2327477"/>
                  </a:lnTo>
                  <a:lnTo>
                    <a:pt x="2034766" y="2328394"/>
                  </a:lnTo>
                  <a:lnTo>
                    <a:pt x="2035214" y="2328201"/>
                  </a:lnTo>
                  <a:lnTo>
                    <a:pt x="2035701" y="2328627"/>
                  </a:lnTo>
                  <a:lnTo>
                    <a:pt x="2037438" y="2329247"/>
                  </a:lnTo>
                  <a:lnTo>
                    <a:pt x="2037915" y="2330065"/>
                  </a:lnTo>
                  <a:lnTo>
                    <a:pt x="2038412" y="2329908"/>
                  </a:lnTo>
                  <a:lnTo>
                    <a:pt x="2039207" y="2330691"/>
                  </a:lnTo>
                  <a:lnTo>
                    <a:pt x="2039294" y="2331199"/>
                  </a:lnTo>
                  <a:lnTo>
                    <a:pt x="2038873" y="2331102"/>
                  </a:lnTo>
                  <a:lnTo>
                    <a:pt x="2039198" y="2331523"/>
                  </a:lnTo>
                  <a:lnTo>
                    <a:pt x="2039082" y="2332429"/>
                  </a:lnTo>
                  <a:lnTo>
                    <a:pt x="2040701" y="2333705"/>
                  </a:lnTo>
                  <a:lnTo>
                    <a:pt x="2041060" y="2335623"/>
                  </a:lnTo>
                  <a:lnTo>
                    <a:pt x="2041161" y="2338420"/>
                  </a:lnTo>
                  <a:lnTo>
                    <a:pt x="2041580" y="2339598"/>
                  </a:lnTo>
                  <a:lnTo>
                    <a:pt x="2041875" y="2341888"/>
                  </a:lnTo>
                  <a:lnTo>
                    <a:pt x="2040883" y="2344176"/>
                  </a:lnTo>
                  <a:lnTo>
                    <a:pt x="2041904" y="2346241"/>
                  </a:lnTo>
                  <a:lnTo>
                    <a:pt x="2039519" y="2350169"/>
                  </a:lnTo>
                  <a:lnTo>
                    <a:pt x="2036629" y="2358184"/>
                  </a:lnTo>
                  <a:lnTo>
                    <a:pt x="2036015" y="2359028"/>
                  </a:lnTo>
                  <a:lnTo>
                    <a:pt x="2036314" y="2359995"/>
                  </a:lnTo>
                  <a:lnTo>
                    <a:pt x="2035975" y="2361089"/>
                  </a:lnTo>
                  <a:lnTo>
                    <a:pt x="2036589" y="2362602"/>
                  </a:lnTo>
                  <a:lnTo>
                    <a:pt x="2035745" y="2363624"/>
                  </a:lnTo>
                  <a:lnTo>
                    <a:pt x="2034840" y="2365519"/>
                  </a:lnTo>
                  <a:lnTo>
                    <a:pt x="2030211" y="2369392"/>
                  </a:lnTo>
                  <a:lnTo>
                    <a:pt x="2028174" y="2371570"/>
                  </a:lnTo>
                  <a:lnTo>
                    <a:pt x="2028986" y="2372044"/>
                  </a:lnTo>
                  <a:lnTo>
                    <a:pt x="2029149" y="2373185"/>
                  </a:lnTo>
                  <a:lnTo>
                    <a:pt x="2029859" y="2373640"/>
                  </a:lnTo>
                  <a:lnTo>
                    <a:pt x="2030224" y="2374616"/>
                  </a:lnTo>
                  <a:lnTo>
                    <a:pt x="2030295" y="2375771"/>
                  </a:lnTo>
                  <a:lnTo>
                    <a:pt x="2029854" y="2375853"/>
                  </a:lnTo>
                  <a:lnTo>
                    <a:pt x="2029008" y="2376495"/>
                  </a:lnTo>
                  <a:lnTo>
                    <a:pt x="2028432" y="2377465"/>
                  </a:lnTo>
                  <a:lnTo>
                    <a:pt x="2027902" y="2377810"/>
                  </a:lnTo>
                  <a:lnTo>
                    <a:pt x="2026926" y="2377717"/>
                  </a:lnTo>
                  <a:lnTo>
                    <a:pt x="2025806" y="2378240"/>
                  </a:lnTo>
                  <a:lnTo>
                    <a:pt x="2025623" y="2378766"/>
                  </a:lnTo>
                  <a:lnTo>
                    <a:pt x="2024110" y="2380056"/>
                  </a:lnTo>
                  <a:lnTo>
                    <a:pt x="2023929" y="2379557"/>
                  </a:lnTo>
                  <a:lnTo>
                    <a:pt x="2022842" y="2380157"/>
                  </a:lnTo>
                  <a:lnTo>
                    <a:pt x="2021815" y="2381123"/>
                  </a:lnTo>
                  <a:lnTo>
                    <a:pt x="2022998" y="2382665"/>
                  </a:lnTo>
                  <a:lnTo>
                    <a:pt x="2021553" y="2383426"/>
                  </a:lnTo>
                  <a:lnTo>
                    <a:pt x="2019861" y="2384776"/>
                  </a:lnTo>
                  <a:lnTo>
                    <a:pt x="2018166" y="2386469"/>
                  </a:lnTo>
                  <a:lnTo>
                    <a:pt x="2016425" y="2388702"/>
                  </a:lnTo>
                  <a:lnTo>
                    <a:pt x="2013787" y="2390564"/>
                  </a:lnTo>
                  <a:lnTo>
                    <a:pt x="2015799" y="2392519"/>
                  </a:lnTo>
                  <a:lnTo>
                    <a:pt x="2016369" y="2393632"/>
                  </a:lnTo>
                  <a:lnTo>
                    <a:pt x="2018088" y="2395156"/>
                  </a:lnTo>
                  <a:lnTo>
                    <a:pt x="2017744" y="2397229"/>
                  </a:lnTo>
                  <a:lnTo>
                    <a:pt x="2016871" y="2398402"/>
                  </a:lnTo>
                  <a:lnTo>
                    <a:pt x="2016646" y="2400058"/>
                  </a:lnTo>
                  <a:lnTo>
                    <a:pt x="2014706" y="2401273"/>
                  </a:lnTo>
                  <a:lnTo>
                    <a:pt x="2013999" y="2403030"/>
                  </a:lnTo>
                  <a:lnTo>
                    <a:pt x="2011861" y="2404879"/>
                  </a:lnTo>
                  <a:lnTo>
                    <a:pt x="2007832" y="2404476"/>
                  </a:lnTo>
                  <a:lnTo>
                    <a:pt x="2006677" y="2404952"/>
                  </a:lnTo>
                  <a:lnTo>
                    <a:pt x="2004644" y="2406840"/>
                  </a:lnTo>
                  <a:lnTo>
                    <a:pt x="2002997" y="2407813"/>
                  </a:lnTo>
                  <a:lnTo>
                    <a:pt x="2002448" y="2407829"/>
                  </a:lnTo>
                  <a:lnTo>
                    <a:pt x="2000645" y="2407174"/>
                  </a:lnTo>
                  <a:lnTo>
                    <a:pt x="1999609" y="2407544"/>
                  </a:lnTo>
                  <a:lnTo>
                    <a:pt x="1998261" y="2408824"/>
                  </a:lnTo>
                  <a:lnTo>
                    <a:pt x="1998494" y="2409203"/>
                  </a:lnTo>
                  <a:lnTo>
                    <a:pt x="2000515" y="2408960"/>
                  </a:lnTo>
                  <a:lnTo>
                    <a:pt x="2002314" y="2409871"/>
                  </a:lnTo>
                  <a:lnTo>
                    <a:pt x="2003482" y="2411153"/>
                  </a:lnTo>
                  <a:lnTo>
                    <a:pt x="2005398" y="2412044"/>
                  </a:lnTo>
                  <a:lnTo>
                    <a:pt x="2007540" y="2413627"/>
                  </a:lnTo>
                  <a:lnTo>
                    <a:pt x="2007194" y="2417137"/>
                  </a:lnTo>
                  <a:lnTo>
                    <a:pt x="2006192" y="2419065"/>
                  </a:lnTo>
                  <a:lnTo>
                    <a:pt x="2006110" y="2421941"/>
                  </a:lnTo>
                  <a:lnTo>
                    <a:pt x="2006848" y="2422636"/>
                  </a:lnTo>
                  <a:lnTo>
                    <a:pt x="2006788" y="2422864"/>
                  </a:lnTo>
                  <a:lnTo>
                    <a:pt x="2005768" y="2423250"/>
                  </a:lnTo>
                  <a:lnTo>
                    <a:pt x="2005249" y="2425303"/>
                  </a:lnTo>
                  <a:lnTo>
                    <a:pt x="2004904" y="2425733"/>
                  </a:lnTo>
                  <a:lnTo>
                    <a:pt x="2004336" y="2426124"/>
                  </a:lnTo>
                  <a:lnTo>
                    <a:pt x="2002743" y="2426561"/>
                  </a:lnTo>
                  <a:lnTo>
                    <a:pt x="2002130" y="2427518"/>
                  </a:lnTo>
                  <a:lnTo>
                    <a:pt x="2001479" y="2427786"/>
                  </a:lnTo>
                  <a:lnTo>
                    <a:pt x="2000192" y="2427651"/>
                  </a:lnTo>
                  <a:lnTo>
                    <a:pt x="1995764" y="2428433"/>
                  </a:lnTo>
                  <a:lnTo>
                    <a:pt x="1993172" y="2429898"/>
                  </a:lnTo>
                  <a:lnTo>
                    <a:pt x="1991860" y="2431078"/>
                  </a:lnTo>
                  <a:lnTo>
                    <a:pt x="1990384" y="2433140"/>
                  </a:lnTo>
                  <a:lnTo>
                    <a:pt x="1989904" y="2434222"/>
                  </a:lnTo>
                  <a:lnTo>
                    <a:pt x="1987470" y="2436873"/>
                  </a:lnTo>
                  <a:lnTo>
                    <a:pt x="1986681" y="2438000"/>
                  </a:lnTo>
                  <a:lnTo>
                    <a:pt x="1986451" y="2438893"/>
                  </a:lnTo>
                  <a:lnTo>
                    <a:pt x="1985665" y="2439445"/>
                  </a:lnTo>
                  <a:lnTo>
                    <a:pt x="1984224" y="2441744"/>
                  </a:lnTo>
                  <a:lnTo>
                    <a:pt x="1983104" y="2442956"/>
                  </a:lnTo>
                  <a:lnTo>
                    <a:pt x="1982579" y="2445516"/>
                  </a:lnTo>
                  <a:lnTo>
                    <a:pt x="1981254" y="2444956"/>
                  </a:lnTo>
                  <a:lnTo>
                    <a:pt x="1978817" y="2444914"/>
                  </a:lnTo>
                  <a:lnTo>
                    <a:pt x="1978304" y="2444580"/>
                  </a:lnTo>
                  <a:lnTo>
                    <a:pt x="1976965" y="2445004"/>
                  </a:lnTo>
                  <a:lnTo>
                    <a:pt x="1976763" y="2445766"/>
                  </a:lnTo>
                  <a:lnTo>
                    <a:pt x="1976092" y="2445724"/>
                  </a:lnTo>
                  <a:lnTo>
                    <a:pt x="1975183" y="2444253"/>
                  </a:lnTo>
                  <a:lnTo>
                    <a:pt x="1974401" y="2444030"/>
                  </a:lnTo>
                  <a:lnTo>
                    <a:pt x="1973282" y="2443185"/>
                  </a:lnTo>
                  <a:lnTo>
                    <a:pt x="1970503" y="2444375"/>
                  </a:lnTo>
                  <a:lnTo>
                    <a:pt x="1967194" y="2447214"/>
                  </a:lnTo>
                  <a:lnTo>
                    <a:pt x="1966941" y="2448260"/>
                  </a:lnTo>
                  <a:lnTo>
                    <a:pt x="1966888" y="2448894"/>
                  </a:lnTo>
                  <a:lnTo>
                    <a:pt x="1966410" y="2448858"/>
                  </a:lnTo>
                  <a:lnTo>
                    <a:pt x="1964701" y="2450299"/>
                  </a:lnTo>
                  <a:lnTo>
                    <a:pt x="1963750" y="2450378"/>
                  </a:lnTo>
                  <a:lnTo>
                    <a:pt x="1962748" y="2450097"/>
                  </a:lnTo>
                  <a:lnTo>
                    <a:pt x="1962132" y="2450414"/>
                  </a:lnTo>
                  <a:lnTo>
                    <a:pt x="1961357" y="2450395"/>
                  </a:lnTo>
                  <a:lnTo>
                    <a:pt x="1960677" y="2451503"/>
                  </a:lnTo>
                  <a:lnTo>
                    <a:pt x="1959935" y="2451987"/>
                  </a:lnTo>
                  <a:lnTo>
                    <a:pt x="1958608" y="2451914"/>
                  </a:lnTo>
                  <a:lnTo>
                    <a:pt x="1956464" y="2452500"/>
                  </a:lnTo>
                  <a:lnTo>
                    <a:pt x="1955207" y="2454184"/>
                  </a:lnTo>
                  <a:lnTo>
                    <a:pt x="1954434" y="2454683"/>
                  </a:lnTo>
                  <a:lnTo>
                    <a:pt x="1953828" y="2455782"/>
                  </a:lnTo>
                  <a:lnTo>
                    <a:pt x="1954116" y="2456257"/>
                  </a:lnTo>
                  <a:lnTo>
                    <a:pt x="1953912" y="2457245"/>
                  </a:lnTo>
                  <a:lnTo>
                    <a:pt x="1952950" y="2457821"/>
                  </a:lnTo>
                  <a:lnTo>
                    <a:pt x="1952691" y="2457894"/>
                  </a:lnTo>
                  <a:lnTo>
                    <a:pt x="1951958" y="2460764"/>
                  </a:lnTo>
                  <a:lnTo>
                    <a:pt x="1951244" y="2461193"/>
                  </a:lnTo>
                  <a:lnTo>
                    <a:pt x="1949644" y="2463658"/>
                  </a:lnTo>
                  <a:lnTo>
                    <a:pt x="1948325" y="2465045"/>
                  </a:lnTo>
                  <a:lnTo>
                    <a:pt x="1947710" y="2465450"/>
                  </a:lnTo>
                  <a:lnTo>
                    <a:pt x="1946854" y="2465397"/>
                  </a:lnTo>
                  <a:lnTo>
                    <a:pt x="1946818" y="2465890"/>
                  </a:lnTo>
                  <a:lnTo>
                    <a:pt x="1944982" y="2466496"/>
                  </a:lnTo>
                  <a:lnTo>
                    <a:pt x="1943818" y="2467208"/>
                  </a:lnTo>
                  <a:lnTo>
                    <a:pt x="1942596" y="2467397"/>
                  </a:lnTo>
                  <a:lnTo>
                    <a:pt x="1942007" y="2468967"/>
                  </a:lnTo>
                  <a:lnTo>
                    <a:pt x="1941971" y="2471734"/>
                  </a:lnTo>
                  <a:lnTo>
                    <a:pt x="1941478" y="2471955"/>
                  </a:lnTo>
                  <a:lnTo>
                    <a:pt x="1941765" y="2474889"/>
                  </a:lnTo>
                  <a:lnTo>
                    <a:pt x="1941420" y="2475647"/>
                  </a:lnTo>
                  <a:lnTo>
                    <a:pt x="1939057" y="2476519"/>
                  </a:lnTo>
                  <a:lnTo>
                    <a:pt x="1938534" y="2477201"/>
                  </a:lnTo>
                  <a:lnTo>
                    <a:pt x="1936614" y="2478401"/>
                  </a:lnTo>
                  <a:lnTo>
                    <a:pt x="1936303" y="2478829"/>
                  </a:lnTo>
                  <a:lnTo>
                    <a:pt x="1935737" y="2479089"/>
                  </a:lnTo>
                  <a:lnTo>
                    <a:pt x="1935049" y="2480420"/>
                  </a:lnTo>
                  <a:lnTo>
                    <a:pt x="1934013" y="2481446"/>
                  </a:lnTo>
                  <a:lnTo>
                    <a:pt x="1933198" y="2481631"/>
                  </a:lnTo>
                  <a:lnTo>
                    <a:pt x="1932789" y="2481453"/>
                  </a:lnTo>
                  <a:lnTo>
                    <a:pt x="1932502" y="2481979"/>
                  </a:lnTo>
                  <a:lnTo>
                    <a:pt x="1931476" y="2482693"/>
                  </a:lnTo>
                  <a:lnTo>
                    <a:pt x="1930526" y="2482626"/>
                  </a:lnTo>
                  <a:lnTo>
                    <a:pt x="1929968" y="2484196"/>
                  </a:lnTo>
                  <a:lnTo>
                    <a:pt x="1929158" y="2484851"/>
                  </a:lnTo>
                  <a:lnTo>
                    <a:pt x="1928282" y="2485294"/>
                  </a:lnTo>
                  <a:lnTo>
                    <a:pt x="1927712" y="2487521"/>
                  </a:lnTo>
                  <a:lnTo>
                    <a:pt x="1926198" y="2488699"/>
                  </a:lnTo>
                  <a:lnTo>
                    <a:pt x="1925397" y="2489136"/>
                  </a:lnTo>
                  <a:lnTo>
                    <a:pt x="1925042" y="2489100"/>
                  </a:lnTo>
                  <a:lnTo>
                    <a:pt x="1923287" y="2491002"/>
                  </a:lnTo>
                  <a:lnTo>
                    <a:pt x="1922779" y="2491909"/>
                  </a:lnTo>
                  <a:lnTo>
                    <a:pt x="1921852" y="2492294"/>
                  </a:lnTo>
                  <a:lnTo>
                    <a:pt x="1917998" y="2492672"/>
                  </a:lnTo>
                  <a:lnTo>
                    <a:pt x="1913807" y="2494471"/>
                  </a:lnTo>
                  <a:lnTo>
                    <a:pt x="1911900" y="2495749"/>
                  </a:lnTo>
                  <a:lnTo>
                    <a:pt x="1910852" y="2495649"/>
                  </a:lnTo>
                  <a:lnTo>
                    <a:pt x="1909860" y="2496173"/>
                  </a:lnTo>
                  <a:lnTo>
                    <a:pt x="1907573" y="2496570"/>
                  </a:lnTo>
                  <a:lnTo>
                    <a:pt x="1907227" y="2496941"/>
                  </a:lnTo>
                  <a:lnTo>
                    <a:pt x="1904650" y="2496881"/>
                  </a:lnTo>
                  <a:lnTo>
                    <a:pt x="1899119" y="2499186"/>
                  </a:lnTo>
                  <a:lnTo>
                    <a:pt x="1898066" y="2500137"/>
                  </a:lnTo>
                  <a:lnTo>
                    <a:pt x="1896815" y="2500828"/>
                  </a:lnTo>
                  <a:lnTo>
                    <a:pt x="1893340" y="2501121"/>
                  </a:lnTo>
                  <a:lnTo>
                    <a:pt x="1891467" y="2500887"/>
                  </a:lnTo>
                  <a:lnTo>
                    <a:pt x="1887462" y="2501182"/>
                  </a:lnTo>
                  <a:lnTo>
                    <a:pt x="1884711" y="2500812"/>
                  </a:lnTo>
                  <a:lnTo>
                    <a:pt x="1882099" y="2499749"/>
                  </a:lnTo>
                  <a:lnTo>
                    <a:pt x="1881519" y="2499593"/>
                  </a:lnTo>
                  <a:lnTo>
                    <a:pt x="1879822" y="2499940"/>
                  </a:lnTo>
                  <a:lnTo>
                    <a:pt x="1877071" y="2499999"/>
                  </a:lnTo>
                  <a:lnTo>
                    <a:pt x="1876222" y="2499941"/>
                  </a:lnTo>
                  <a:lnTo>
                    <a:pt x="1874227" y="2499235"/>
                  </a:lnTo>
                  <a:lnTo>
                    <a:pt x="1873554" y="2499242"/>
                  </a:lnTo>
                  <a:lnTo>
                    <a:pt x="1873094" y="2500016"/>
                  </a:lnTo>
                  <a:lnTo>
                    <a:pt x="1871758" y="2500768"/>
                  </a:lnTo>
                  <a:lnTo>
                    <a:pt x="1871291" y="2500789"/>
                  </a:lnTo>
                  <a:lnTo>
                    <a:pt x="1870944" y="2501131"/>
                  </a:lnTo>
                  <a:lnTo>
                    <a:pt x="1870325" y="2500985"/>
                  </a:lnTo>
                  <a:lnTo>
                    <a:pt x="1869137" y="2501220"/>
                  </a:lnTo>
                  <a:lnTo>
                    <a:pt x="1868606" y="2501847"/>
                  </a:lnTo>
                  <a:lnTo>
                    <a:pt x="1867154" y="2502168"/>
                  </a:lnTo>
                  <a:lnTo>
                    <a:pt x="1866818" y="2501841"/>
                  </a:lnTo>
                  <a:lnTo>
                    <a:pt x="1864879" y="2500046"/>
                  </a:lnTo>
                  <a:lnTo>
                    <a:pt x="1863973" y="2499718"/>
                  </a:lnTo>
                  <a:lnTo>
                    <a:pt x="1863631" y="2498908"/>
                  </a:lnTo>
                  <a:lnTo>
                    <a:pt x="1863716" y="2498490"/>
                  </a:lnTo>
                  <a:lnTo>
                    <a:pt x="1863168" y="2498058"/>
                  </a:lnTo>
                  <a:lnTo>
                    <a:pt x="1862434" y="2496801"/>
                  </a:lnTo>
                  <a:lnTo>
                    <a:pt x="1861497" y="2496055"/>
                  </a:lnTo>
                  <a:lnTo>
                    <a:pt x="1858687" y="2495804"/>
                  </a:lnTo>
                  <a:lnTo>
                    <a:pt x="1855575" y="2496073"/>
                  </a:lnTo>
                  <a:lnTo>
                    <a:pt x="1854400" y="2495774"/>
                  </a:lnTo>
                  <a:lnTo>
                    <a:pt x="1853506" y="2493972"/>
                  </a:lnTo>
                  <a:lnTo>
                    <a:pt x="1853267" y="2491405"/>
                  </a:lnTo>
                  <a:lnTo>
                    <a:pt x="1851859" y="2490597"/>
                  </a:lnTo>
                  <a:lnTo>
                    <a:pt x="1850190" y="2489171"/>
                  </a:lnTo>
                  <a:lnTo>
                    <a:pt x="1847412" y="2487907"/>
                  </a:lnTo>
                  <a:lnTo>
                    <a:pt x="1845629" y="2484634"/>
                  </a:lnTo>
                  <a:lnTo>
                    <a:pt x="1842640" y="2483492"/>
                  </a:lnTo>
                  <a:lnTo>
                    <a:pt x="1840961" y="2481355"/>
                  </a:lnTo>
                  <a:lnTo>
                    <a:pt x="1838422" y="2479434"/>
                  </a:lnTo>
                  <a:lnTo>
                    <a:pt x="1837003" y="2478917"/>
                  </a:lnTo>
                  <a:lnTo>
                    <a:pt x="1836068" y="2478209"/>
                  </a:lnTo>
                  <a:lnTo>
                    <a:pt x="1832438" y="2472588"/>
                  </a:lnTo>
                  <a:lnTo>
                    <a:pt x="1831737" y="2470493"/>
                  </a:lnTo>
                  <a:lnTo>
                    <a:pt x="1831729" y="2469807"/>
                  </a:lnTo>
                  <a:lnTo>
                    <a:pt x="1831344" y="2469536"/>
                  </a:lnTo>
                  <a:lnTo>
                    <a:pt x="1831090" y="2468320"/>
                  </a:lnTo>
                  <a:lnTo>
                    <a:pt x="1831864" y="2465410"/>
                  </a:lnTo>
                  <a:lnTo>
                    <a:pt x="1831972" y="2464624"/>
                  </a:lnTo>
                  <a:lnTo>
                    <a:pt x="1831720" y="2464267"/>
                  </a:lnTo>
                  <a:lnTo>
                    <a:pt x="1831883" y="2463931"/>
                  </a:lnTo>
                  <a:lnTo>
                    <a:pt x="1830464" y="2462525"/>
                  </a:lnTo>
                  <a:lnTo>
                    <a:pt x="1829797" y="2460981"/>
                  </a:lnTo>
                  <a:lnTo>
                    <a:pt x="1828393" y="2458725"/>
                  </a:lnTo>
                  <a:lnTo>
                    <a:pt x="1827218" y="2458682"/>
                  </a:lnTo>
                  <a:lnTo>
                    <a:pt x="1825753" y="2457653"/>
                  </a:lnTo>
                  <a:lnTo>
                    <a:pt x="1824791" y="2457528"/>
                  </a:lnTo>
                  <a:lnTo>
                    <a:pt x="1822405" y="2455107"/>
                  </a:lnTo>
                  <a:lnTo>
                    <a:pt x="1822104" y="2454146"/>
                  </a:lnTo>
                  <a:lnTo>
                    <a:pt x="1822383" y="2452550"/>
                  </a:lnTo>
                  <a:lnTo>
                    <a:pt x="1823068" y="2451410"/>
                  </a:lnTo>
                  <a:lnTo>
                    <a:pt x="1822677" y="2447876"/>
                  </a:lnTo>
                  <a:lnTo>
                    <a:pt x="1823037" y="2444851"/>
                  </a:lnTo>
                  <a:lnTo>
                    <a:pt x="1823304" y="2444394"/>
                  </a:lnTo>
                  <a:lnTo>
                    <a:pt x="1825129" y="2442952"/>
                  </a:lnTo>
                  <a:lnTo>
                    <a:pt x="1825947" y="2442751"/>
                  </a:lnTo>
                  <a:lnTo>
                    <a:pt x="1826738" y="2442070"/>
                  </a:lnTo>
                  <a:lnTo>
                    <a:pt x="1827742" y="2441860"/>
                  </a:lnTo>
                  <a:lnTo>
                    <a:pt x="1828186" y="2441209"/>
                  </a:lnTo>
                  <a:lnTo>
                    <a:pt x="1827228" y="2440440"/>
                  </a:lnTo>
                  <a:lnTo>
                    <a:pt x="1826628" y="2439541"/>
                  </a:lnTo>
                  <a:lnTo>
                    <a:pt x="1826171" y="2438507"/>
                  </a:lnTo>
                  <a:lnTo>
                    <a:pt x="1826155" y="2436491"/>
                  </a:lnTo>
                  <a:lnTo>
                    <a:pt x="1825741" y="2436016"/>
                  </a:lnTo>
                  <a:lnTo>
                    <a:pt x="1825727" y="2435171"/>
                  </a:lnTo>
                  <a:lnTo>
                    <a:pt x="1824903" y="2433587"/>
                  </a:lnTo>
                  <a:lnTo>
                    <a:pt x="1824989" y="2433070"/>
                  </a:lnTo>
                  <a:lnTo>
                    <a:pt x="1823417" y="2431477"/>
                  </a:lnTo>
                  <a:lnTo>
                    <a:pt x="1823498" y="2431019"/>
                  </a:lnTo>
                  <a:lnTo>
                    <a:pt x="1823100" y="2430853"/>
                  </a:lnTo>
                  <a:lnTo>
                    <a:pt x="1822364" y="2428598"/>
                  </a:lnTo>
                  <a:lnTo>
                    <a:pt x="1818123" y="2430674"/>
                  </a:lnTo>
                  <a:lnTo>
                    <a:pt x="1817528" y="2430638"/>
                  </a:lnTo>
                  <a:lnTo>
                    <a:pt x="1817241" y="2430941"/>
                  </a:lnTo>
                  <a:lnTo>
                    <a:pt x="1815681" y="2430684"/>
                  </a:lnTo>
                  <a:lnTo>
                    <a:pt x="1814737" y="2430194"/>
                  </a:lnTo>
                  <a:lnTo>
                    <a:pt x="1813807" y="2428500"/>
                  </a:lnTo>
                  <a:lnTo>
                    <a:pt x="1812579" y="2427144"/>
                  </a:lnTo>
                  <a:lnTo>
                    <a:pt x="1811183" y="2426883"/>
                  </a:lnTo>
                  <a:lnTo>
                    <a:pt x="1810875" y="2426552"/>
                  </a:lnTo>
                  <a:lnTo>
                    <a:pt x="1810683" y="2425684"/>
                  </a:lnTo>
                  <a:lnTo>
                    <a:pt x="1811268" y="2424082"/>
                  </a:lnTo>
                  <a:lnTo>
                    <a:pt x="1812993" y="2422697"/>
                  </a:lnTo>
                  <a:lnTo>
                    <a:pt x="1811737" y="2421696"/>
                  </a:lnTo>
                  <a:lnTo>
                    <a:pt x="1811237" y="2421802"/>
                  </a:lnTo>
                  <a:lnTo>
                    <a:pt x="1810450" y="2421464"/>
                  </a:lnTo>
                  <a:lnTo>
                    <a:pt x="1809602" y="2421562"/>
                  </a:lnTo>
                  <a:lnTo>
                    <a:pt x="1809083" y="2421316"/>
                  </a:lnTo>
                  <a:lnTo>
                    <a:pt x="1807821" y="2421281"/>
                  </a:lnTo>
                  <a:lnTo>
                    <a:pt x="1806534" y="2421767"/>
                  </a:lnTo>
                  <a:lnTo>
                    <a:pt x="1806232" y="2421627"/>
                  </a:lnTo>
                  <a:lnTo>
                    <a:pt x="1805680" y="2422121"/>
                  </a:lnTo>
                  <a:lnTo>
                    <a:pt x="1805207" y="2422161"/>
                  </a:lnTo>
                  <a:lnTo>
                    <a:pt x="1805072" y="2421936"/>
                  </a:lnTo>
                  <a:lnTo>
                    <a:pt x="1802877" y="2421634"/>
                  </a:lnTo>
                  <a:lnTo>
                    <a:pt x="1803236" y="2420233"/>
                  </a:lnTo>
                  <a:lnTo>
                    <a:pt x="1804242" y="2419049"/>
                  </a:lnTo>
                  <a:lnTo>
                    <a:pt x="1804240" y="2418539"/>
                  </a:lnTo>
                  <a:lnTo>
                    <a:pt x="1805200" y="2417815"/>
                  </a:lnTo>
                  <a:lnTo>
                    <a:pt x="1806364" y="2417786"/>
                  </a:lnTo>
                  <a:lnTo>
                    <a:pt x="1807536" y="2417205"/>
                  </a:lnTo>
                  <a:lnTo>
                    <a:pt x="1808202" y="2415751"/>
                  </a:lnTo>
                  <a:lnTo>
                    <a:pt x="1807613" y="2413524"/>
                  </a:lnTo>
                  <a:lnTo>
                    <a:pt x="1806749" y="2412379"/>
                  </a:lnTo>
                  <a:lnTo>
                    <a:pt x="1806648" y="2411727"/>
                  </a:lnTo>
                  <a:lnTo>
                    <a:pt x="1806311" y="2411572"/>
                  </a:lnTo>
                  <a:lnTo>
                    <a:pt x="1806431" y="2409721"/>
                  </a:lnTo>
                  <a:lnTo>
                    <a:pt x="1805996" y="2407760"/>
                  </a:lnTo>
                  <a:lnTo>
                    <a:pt x="1806922" y="2406055"/>
                  </a:lnTo>
                  <a:lnTo>
                    <a:pt x="1807195" y="2405015"/>
                  </a:lnTo>
                  <a:lnTo>
                    <a:pt x="1807339" y="2404029"/>
                  </a:lnTo>
                  <a:lnTo>
                    <a:pt x="1807074" y="2402858"/>
                  </a:lnTo>
                  <a:lnTo>
                    <a:pt x="1807369" y="2402114"/>
                  </a:lnTo>
                  <a:lnTo>
                    <a:pt x="1808441" y="2400826"/>
                  </a:lnTo>
                  <a:lnTo>
                    <a:pt x="1808603" y="2399950"/>
                  </a:lnTo>
                  <a:lnTo>
                    <a:pt x="1807238" y="2400217"/>
                  </a:lnTo>
                  <a:lnTo>
                    <a:pt x="1804846" y="2398686"/>
                  </a:lnTo>
                  <a:lnTo>
                    <a:pt x="1803031" y="2397857"/>
                  </a:lnTo>
                  <a:lnTo>
                    <a:pt x="1802669" y="2395792"/>
                  </a:lnTo>
                  <a:lnTo>
                    <a:pt x="1801509" y="2393368"/>
                  </a:lnTo>
                  <a:lnTo>
                    <a:pt x="1801618" y="2392771"/>
                  </a:lnTo>
                  <a:lnTo>
                    <a:pt x="1802275" y="2391991"/>
                  </a:lnTo>
                  <a:lnTo>
                    <a:pt x="1802114" y="2390846"/>
                  </a:lnTo>
                  <a:lnTo>
                    <a:pt x="1802427" y="2389504"/>
                  </a:lnTo>
                  <a:lnTo>
                    <a:pt x="1799178" y="2385660"/>
                  </a:lnTo>
                  <a:lnTo>
                    <a:pt x="1798996" y="2384464"/>
                  </a:lnTo>
                  <a:lnTo>
                    <a:pt x="1799496" y="2383880"/>
                  </a:lnTo>
                  <a:lnTo>
                    <a:pt x="1799821" y="2384254"/>
                  </a:lnTo>
                  <a:lnTo>
                    <a:pt x="1800097" y="2384253"/>
                  </a:lnTo>
                  <a:lnTo>
                    <a:pt x="1800514" y="2383384"/>
                  </a:lnTo>
                  <a:lnTo>
                    <a:pt x="1800337" y="2382664"/>
                  </a:lnTo>
                  <a:lnTo>
                    <a:pt x="1800531" y="2382527"/>
                  </a:lnTo>
                  <a:lnTo>
                    <a:pt x="1800208" y="2382147"/>
                  </a:lnTo>
                  <a:lnTo>
                    <a:pt x="1800171" y="2381639"/>
                  </a:lnTo>
                  <a:lnTo>
                    <a:pt x="1800587" y="2380948"/>
                  </a:lnTo>
                  <a:lnTo>
                    <a:pt x="1800772" y="2379590"/>
                  </a:lnTo>
                  <a:lnTo>
                    <a:pt x="1801126" y="2379072"/>
                  </a:lnTo>
                  <a:lnTo>
                    <a:pt x="1801793" y="2378526"/>
                  </a:lnTo>
                  <a:lnTo>
                    <a:pt x="1802089" y="2378643"/>
                  </a:lnTo>
                  <a:lnTo>
                    <a:pt x="1803145" y="2378355"/>
                  </a:lnTo>
                  <a:lnTo>
                    <a:pt x="1803906" y="2377863"/>
                  </a:lnTo>
                  <a:lnTo>
                    <a:pt x="1804433" y="2378141"/>
                  </a:lnTo>
                  <a:lnTo>
                    <a:pt x="1804556" y="2374824"/>
                  </a:lnTo>
                  <a:lnTo>
                    <a:pt x="1804148" y="2373741"/>
                  </a:lnTo>
                  <a:lnTo>
                    <a:pt x="1804885" y="2371459"/>
                  </a:lnTo>
                  <a:lnTo>
                    <a:pt x="1804667" y="2368173"/>
                  </a:lnTo>
                  <a:lnTo>
                    <a:pt x="1805711" y="2366621"/>
                  </a:lnTo>
                  <a:lnTo>
                    <a:pt x="1806520" y="2365929"/>
                  </a:lnTo>
                  <a:lnTo>
                    <a:pt x="1806821" y="2364294"/>
                  </a:lnTo>
                  <a:lnTo>
                    <a:pt x="1807510" y="2363524"/>
                  </a:lnTo>
                  <a:lnTo>
                    <a:pt x="1807565" y="2363107"/>
                  </a:lnTo>
                  <a:lnTo>
                    <a:pt x="1806852" y="2361993"/>
                  </a:lnTo>
                  <a:lnTo>
                    <a:pt x="1805707" y="2362687"/>
                  </a:lnTo>
                  <a:lnTo>
                    <a:pt x="1805120" y="2363901"/>
                  </a:lnTo>
                  <a:lnTo>
                    <a:pt x="1804848" y="2364044"/>
                  </a:lnTo>
                  <a:lnTo>
                    <a:pt x="1804816" y="2364346"/>
                  </a:lnTo>
                  <a:lnTo>
                    <a:pt x="1804250" y="2364579"/>
                  </a:lnTo>
                  <a:lnTo>
                    <a:pt x="1804210" y="2364925"/>
                  </a:lnTo>
                  <a:lnTo>
                    <a:pt x="1803590" y="2365169"/>
                  </a:lnTo>
                  <a:lnTo>
                    <a:pt x="1803556" y="2365366"/>
                  </a:lnTo>
                  <a:lnTo>
                    <a:pt x="1802891" y="2365463"/>
                  </a:lnTo>
                  <a:lnTo>
                    <a:pt x="1802038" y="2366173"/>
                  </a:lnTo>
                  <a:lnTo>
                    <a:pt x="1801784" y="2367071"/>
                  </a:lnTo>
                  <a:lnTo>
                    <a:pt x="1801081" y="2367694"/>
                  </a:lnTo>
                  <a:lnTo>
                    <a:pt x="1801006" y="2368130"/>
                  </a:lnTo>
                  <a:lnTo>
                    <a:pt x="1800641" y="2368285"/>
                  </a:lnTo>
                  <a:lnTo>
                    <a:pt x="1800636" y="2368629"/>
                  </a:lnTo>
                  <a:lnTo>
                    <a:pt x="1800153" y="2369166"/>
                  </a:lnTo>
                  <a:lnTo>
                    <a:pt x="1800321" y="2369370"/>
                  </a:lnTo>
                  <a:lnTo>
                    <a:pt x="1799983" y="2370155"/>
                  </a:lnTo>
                  <a:lnTo>
                    <a:pt x="1798087" y="2369035"/>
                  </a:lnTo>
                  <a:lnTo>
                    <a:pt x="1796533" y="2365760"/>
                  </a:lnTo>
                  <a:lnTo>
                    <a:pt x="1796274" y="2364734"/>
                  </a:lnTo>
                  <a:lnTo>
                    <a:pt x="1796070" y="2364774"/>
                  </a:lnTo>
                  <a:lnTo>
                    <a:pt x="1796847" y="2363735"/>
                  </a:lnTo>
                  <a:lnTo>
                    <a:pt x="1796873" y="2363270"/>
                  </a:lnTo>
                  <a:lnTo>
                    <a:pt x="1798480" y="2361863"/>
                  </a:lnTo>
                  <a:lnTo>
                    <a:pt x="1798588" y="2361321"/>
                  </a:lnTo>
                  <a:lnTo>
                    <a:pt x="1799056" y="2361262"/>
                  </a:lnTo>
                  <a:lnTo>
                    <a:pt x="1799940" y="2360115"/>
                  </a:lnTo>
                  <a:lnTo>
                    <a:pt x="1800164" y="2359104"/>
                  </a:lnTo>
                  <a:lnTo>
                    <a:pt x="1800495" y="2358965"/>
                  </a:lnTo>
                  <a:lnTo>
                    <a:pt x="1800525" y="2358381"/>
                  </a:lnTo>
                  <a:lnTo>
                    <a:pt x="1801268" y="2357615"/>
                  </a:lnTo>
                  <a:lnTo>
                    <a:pt x="1801561" y="2356590"/>
                  </a:lnTo>
                  <a:lnTo>
                    <a:pt x="1801437" y="2356324"/>
                  </a:lnTo>
                  <a:lnTo>
                    <a:pt x="1800504" y="2356141"/>
                  </a:lnTo>
                  <a:lnTo>
                    <a:pt x="1800068" y="2356523"/>
                  </a:lnTo>
                  <a:lnTo>
                    <a:pt x="1799289" y="2356502"/>
                  </a:lnTo>
                  <a:lnTo>
                    <a:pt x="1797840" y="2354975"/>
                  </a:lnTo>
                  <a:lnTo>
                    <a:pt x="1796731" y="2354907"/>
                  </a:lnTo>
                  <a:lnTo>
                    <a:pt x="1796807" y="2351404"/>
                  </a:lnTo>
                  <a:lnTo>
                    <a:pt x="1796174" y="2348229"/>
                  </a:lnTo>
                  <a:lnTo>
                    <a:pt x="1795940" y="2346170"/>
                  </a:lnTo>
                  <a:lnTo>
                    <a:pt x="1796083" y="2345474"/>
                  </a:lnTo>
                  <a:lnTo>
                    <a:pt x="1795261" y="2345267"/>
                  </a:lnTo>
                  <a:lnTo>
                    <a:pt x="1795016" y="2344998"/>
                  </a:lnTo>
                  <a:lnTo>
                    <a:pt x="1794840" y="2344232"/>
                  </a:lnTo>
                  <a:lnTo>
                    <a:pt x="1794326" y="2343675"/>
                  </a:lnTo>
                  <a:lnTo>
                    <a:pt x="1794420" y="2343106"/>
                  </a:lnTo>
                  <a:lnTo>
                    <a:pt x="1793978" y="2342304"/>
                  </a:lnTo>
                  <a:lnTo>
                    <a:pt x="1793903" y="2341444"/>
                  </a:lnTo>
                  <a:lnTo>
                    <a:pt x="1792755" y="2341575"/>
                  </a:lnTo>
                  <a:lnTo>
                    <a:pt x="1788457" y="2343177"/>
                  </a:lnTo>
                  <a:lnTo>
                    <a:pt x="1787274" y="2343904"/>
                  </a:lnTo>
                  <a:lnTo>
                    <a:pt x="1784881" y="2344474"/>
                  </a:lnTo>
                  <a:lnTo>
                    <a:pt x="1784903" y="2345385"/>
                  </a:lnTo>
                  <a:lnTo>
                    <a:pt x="1781393" y="2343342"/>
                  </a:lnTo>
                  <a:lnTo>
                    <a:pt x="1780535" y="2345054"/>
                  </a:lnTo>
                  <a:lnTo>
                    <a:pt x="1780522" y="2346416"/>
                  </a:lnTo>
                  <a:lnTo>
                    <a:pt x="1781003" y="2347784"/>
                  </a:lnTo>
                  <a:lnTo>
                    <a:pt x="1780133" y="2349278"/>
                  </a:lnTo>
                  <a:lnTo>
                    <a:pt x="1779784" y="2352873"/>
                  </a:lnTo>
                  <a:lnTo>
                    <a:pt x="1779155" y="2352799"/>
                  </a:lnTo>
                  <a:lnTo>
                    <a:pt x="1778033" y="2353071"/>
                  </a:lnTo>
                  <a:lnTo>
                    <a:pt x="1777702" y="2353342"/>
                  </a:lnTo>
                  <a:lnTo>
                    <a:pt x="1777616" y="2353761"/>
                  </a:lnTo>
                  <a:lnTo>
                    <a:pt x="1777525" y="2355990"/>
                  </a:lnTo>
                  <a:lnTo>
                    <a:pt x="1777327" y="2356466"/>
                  </a:lnTo>
                  <a:lnTo>
                    <a:pt x="1777757" y="2359725"/>
                  </a:lnTo>
                  <a:lnTo>
                    <a:pt x="1778552" y="2362696"/>
                  </a:lnTo>
                  <a:lnTo>
                    <a:pt x="1778248" y="2363797"/>
                  </a:lnTo>
                  <a:lnTo>
                    <a:pt x="1776472" y="2365833"/>
                  </a:lnTo>
                  <a:lnTo>
                    <a:pt x="1774471" y="2369528"/>
                  </a:lnTo>
                  <a:lnTo>
                    <a:pt x="1773020" y="2370380"/>
                  </a:lnTo>
                  <a:lnTo>
                    <a:pt x="1771181" y="2370595"/>
                  </a:lnTo>
                  <a:lnTo>
                    <a:pt x="1768159" y="2370890"/>
                  </a:lnTo>
                  <a:lnTo>
                    <a:pt x="1766417" y="2371628"/>
                  </a:lnTo>
                  <a:lnTo>
                    <a:pt x="1765554" y="2372484"/>
                  </a:lnTo>
                  <a:lnTo>
                    <a:pt x="1764777" y="2372689"/>
                  </a:lnTo>
                  <a:lnTo>
                    <a:pt x="1764677" y="2373219"/>
                  </a:lnTo>
                  <a:lnTo>
                    <a:pt x="1763993" y="2373947"/>
                  </a:lnTo>
                  <a:lnTo>
                    <a:pt x="1763769" y="2374591"/>
                  </a:lnTo>
                  <a:lnTo>
                    <a:pt x="1763452" y="2376090"/>
                  </a:lnTo>
                  <a:lnTo>
                    <a:pt x="1763726" y="2377510"/>
                  </a:lnTo>
                  <a:lnTo>
                    <a:pt x="1763099" y="2378608"/>
                  </a:lnTo>
                  <a:lnTo>
                    <a:pt x="1763175" y="2379485"/>
                  </a:lnTo>
                  <a:lnTo>
                    <a:pt x="1763736" y="2380673"/>
                  </a:lnTo>
                  <a:lnTo>
                    <a:pt x="1762841" y="2382284"/>
                  </a:lnTo>
                  <a:lnTo>
                    <a:pt x="1762629" y="2383217"/>
                  </a:lnTo>
                  <a:lnTo>
                    <a:pt x="1761810" y="2383510"/>
                  </a:lnTo>
                  <a:lnTo>
                    <a:pt x="1761102" y="2382745"/>
                  </a:lnTo>
                  <a:lnTo>
                    <a:pt x="1758493" y="2380887"/>
                  </a:lnTo>
                  <a:lnTo>
                    <a:pt x="1757890" y="2379696"/>
                  </a:lnTo>
                  <a:lnTo>
                    <a:pt x="1757755" y="2377635"/>
                  </a:lnTo>
                  <a:lnTo>
                    <a:pt x="1755197" y="2377315"/>
                  </a:lnTo>
                  <a:lnTo>
                    <a:pt x="1751700" y="2378081"/>
                  </a:lnTo>
                  <a:lnTo>
                    <a:pt x="1751319" y="2377856"/>
                  </a:lnTo>
                  <a:lnTo>
                    <a:pt x="1750297" y="2377809"/>
                  </a:lnTo>
                  <a:lnTo>
                    <a:pt x="1750145" y="2378145"/>
                  </a:lnTo>
                  <a:lnTo>
                    <a:pt x="1748903" y="2378658"/>
                  </a:lnTo>
                  <a:lnTo>
                    <a:pt x="1748695" y="2379379"/>
                  </a:lnTo>
                  <a:lnTo>
                    <a:pt x="1748372" y="2379256"/>
                  </a:lnTo>
                  <a:lnTo>
                    <a:pt x="1748313" y="2379692"/>
                  </a:lnTo>
                  <a:lnTo>
                    <a:pt x="1747585" y="2379783"/>
                  </a:lnTo>
                  <a:lnTo>
                    <a:pt x="1747114" y="2381785"/>
                  </a:lnTo>
                  <a:lnTo>
                    <a:pt x="1747576" y="2382495"/>
                  </a:lnTo>
                  <a:lnTo>
                    <a:pt x="1747623" y="2382975"/>
                  </a:lnTo>
                  <a:lnTo>
                    <a:pt x="1747243" y="2383427"/>
                  </a:lnTo>
                  <a:lnTo>
                    <a:pt x="1747521" y="2383820"/>
                  </a:lnTo>
                  <a:lnTo>
                    <a:pt x="1747423" y="2384686"/>
                  </a:lnTo>
                  <a:lnTo>
                    <a:pt x="1747618" y="2384835"/>
                  </a:lnTo>
                  <a:lnTo>
                    <a:pt x="1747651" y="2385871"/>
                  </a:lnTo>
                  <a:lnTo>
                    <a:pt x="1747624" y="2387032"/>
                  </a:lnTo>
                  <a:lnTo>
                    <a:pt x="1747364" y="2387677"/>
                  </a:lnTo>
                  <a:lnTo>
                    <a:pt x="1747525" y="2388579"/>
                  </a:lnTo>
                  <a:lnTo>
                    <a:pt x="1748275" y="2388742"/>
                  </a:lnTo>
                  <a:lnTo>
                    <a:pt x="1748257" y="2389471"/>
                  </a:lnTo>
                  <a:lnTo>
                    <a:pt x="1747669" y="2390161"/>
                  </a:lnTo>
                  <a:lnTo>
                    <a:pt x="1748277" y="2391003"/>
                  </a:lnTo>
                  <a:lnTo>
                    <a:pt x="1748095" y="2391722"/>
                  </a:lnTo>
                  <a:lnTo>
                    <a:pt x="1747494" y="2391928"/>
                  </a:lnTo>
                  <a:lnTo>
                    <a:pt x="1747544" y="2392454"/>
                  </a:lnTo>
                  <a:lnTo>
                    <a:pt x="1747869" y="2392802"/>
                  </a:lnTo>
                  <a:lnTo>
                    <a:pt x="1747429" y="2394129"/>
                  </a:lnTo>
                  <a:lnTo>
                    <a:pt x="1747506" y="2394796"/>
                  </a:lnTo>
                  <a:lnTo>
                    <a:pt x="1747848" y="2395007"/>
                  </a:lnTo>
                  <a:lnTo>
                    <a:pt x="1746905" y="2396867"/>
                  </a:lnTo>
                  <a:lnTo>
                    <a:pt x="1747186" y="2397967"/>
                  </a:lnTo>
                  <a:lnTo>
                    <a:pt x="1746745" y="2399478"/>
                  </a:lnTo>
                  <a:lnTo>
                    <a:pt x="1746496" y="2399981"/>
                  </a:lnTo>
                  <a:lnTo>
                    <a:pt x="1746157" y="2400023"/>
                  </a:lnTo>
                  <a:lnTo>
                    <a:pt x="1746874" y="2401531"/>
                  </a:lnTo>
                  <a:lnTo>
                    <a:pt x="1747570" y="2401447"/>
                  </a:lnTo>
                  <a:lnTo>
                    <a:pt x="1747812" y="2401922"/>
                  </a:lnTo>
                  <a:lnTo>
                    <a:pt x="1747706" y="2402689"/>
                  </a:lnTo>
                  <a:lnTo>
                    <a:pt x="1748258" y="2402947"/>
                  </a:lnTo>
                  <a:lnTo>
                    <a:pt x="1748472" y="2403726"/>
                  </a:lnTo>
                  <a:lnTo>
                    <a:pt x="1748351" y="2404486"/>
                  </a:lnTo>
                  <a:lnTo>
                    <a:pt x="1744483" y="2406877"/>
                  </a:lnTo>
                  <a:lnTo>
                    <a:pt x="1742150" y="2406911"/>
                  </a:lnTo>
                  <a:lnTo>
                    <a:pt x="1740472" y="2407533"/>
                  </a:lnTo>
                  <a:lnTo>
                    <a:pt x="1737141" y="2404845"/>
                  </a:lnTo>
                  <a:lnTo>
                    <a:pt x="1736316" y="2404436"/>
                  </a:lnTo>
                  <a:lnTo>
                    <a:pt x="1735703" y="2402933"/>
                  </a:lnTo>
                  <a:lnTo>
                    <a:pt x="1733173" y="2401172"/>
                  </a:lnTo>
                  <a:lnTo>
                    <a:pt x="1732852" y="2400462"/>
                  </a:lnTo>
                  <a:lnTo>
                    <a:pt x="1731862" y="2400069"/>
                  </a:lnTo>
                  <a:lnTo>
                    <a:pt x="1731368" y="2399237"/>
                  </a:lnTo>
                  <a:lnTo>
                    <a:pt x="1730227" y="2398833"/>
                  </a:lnTo>
                  <a:lnTo>
                    <a:pt x="1728072" y="2397102"/>
                  </a:lnTo>
                  <a:lnTo>
                    <a:pt x="1727401" y="2395502"/>
                  </a:lnTo>
                  <a:lnTo>
                    <a:pt x="1726688" y="2394882"/>
                  </a:lnTo>
                  <a:lnTo>
                    <a:pt x="1726514" y="2393966"/>
                  </a:lnTo>
                  <a:lnTo>
                    <a:pt x="1725672" y="2392979"/>
                  </a:lnTo>
                  <a:lnTo>
                    <a:pt x="1725447" y="2392448"/>
                  </a:lnTo>
                  <a:lnTo>
                    <a:pt x="1725457" y="2391378"/>
                  </a:lnTo>
                  <a:lnTo>
                    <a:pt x="1724895" y="2390569"/>
                  </a:lnTo>
                  <a:lnTo>
                    <a:pt x="1723750" y="2389036"/>
                  </a:lnTo>
                  <a:lnTo>
                    <a:pt x="1724078" y="2388792"/>
                  </a:lnTo>
                  <a:lnTo>
                    <a:pt x="1722861" y="2386879"/>
                  </a:lnTo>
                  <a:lnTo>
                    <a:pt x="1723071" y="2386373"/>
                  </a:lnTo>
                  <a:lnTo>
                    <a:pt x="1722356" y="2385195"/>
                  </a:lnTo>
                  <a:lnTo>
                    <a:pt x="1722262" y="2384308"/>
                  </a:lnTo>
                  <a:lnTo>
                    <a:pt x="1721899" y="2383600"/>
                  </a:lnTo>
                  <a:lnTo>
                    <a:pt x="1721865" y="2382430"/>
                  </a:lnTo>
                  <a:lnTo>
                    <a:pt x="1721337" y="2382260"/>
                  </a:lnTo>
                  <a:lnTo>
                    <a:pt x="1719933" y="2380960"/>
                  </a:lnTo>
                  <a:lnTo>
                    <a:pt x="1718185" y="2380187"/>
                  </a:lnTo>
                  <a:lnTo>
                    <a:pt x="1717522" y="2378387"/>
                  </a:lnTo>
                  <a:lnTo>
                    <a:pt x="1716414" y="2378057"/>
                  </a:lnTo>
                  <a:lnTo>
                    <a:pt x="1715772" y="2377575"/>
                  </a:lnTo>
                  <a:lnTo>
                    <a:pt x="1714373" y="2377293"/>
                  </a:lnTo>
                  <a:lnTo>
                    <a:pt x="1713196" y="2377502"/>
                  </a:lnTo>
                  <a:lnTo>
                    <a:pt x="1712681" y="2377275"/>
                  </a:lnTo>
                  <a:lnTo>
                    <a:pt x="1711979" y="2375913"/>
                  </a:lnTo>
                  <a:lnTo>
                    <a:pt x="1712113" y="2375039"/>
                  </a:lnTo>
                  <a:lnTo>
                    <a:pt x="1711777" y="2374397"/>
                  </a:lnTo>
                  <a:lnTo>
                    <a:pt x="1710757" y="2373391"/>
                  </a:lnTo>
                  <a:lnTo>
                    <a:pt x="1709997" y="2373048"/>
                  </a:lnTo>
                  <a:lnTo>
                    <a:pt x="1709723" y="2372579"/>
                  </a:lnTo>
                  <a:lnTo>
                    <a:pt x="1708567" y="2371887"/>
                  </a:lnTo>
                  <a:lnTo>
                    <a:pt x="1708076" y="2370767"/>
                  </a:lnTo>
                  <a:lnTo>
                    <a:pt x="1708254" y="2369814"/>
                  </a:lnTo>
                  <a:lnTo>
                    <a:pt x="1707904" y="2368487"/>
                  </a:lnTo>
                  <a:lnTo>
                    <a:pt x="1706857" y="2367292"/>
                  </a:lnTo>
                  <a:lnTo>
                    <a:pt x="1706810" y="2366435"/>
                  </a:lnTo>
                  <a:lnTo>
                    <a:pt x="1706435" y="2365431"/>
                  </a:lnTo>
                  <a:lnTo>
                    <a:pt x="1705185" y="2364127"/>
                  </a:lnTo>
                  <a:lnTo>
                    <a:pt x="1701146" y="2361839"/>
                  </a:lnTo>
                  <a:lnTo>
                    <a:pt x="1699702" y="2360563"/>
                  </a:lnTo>
                  <a:lnTo>
                    <a:pt x="1698508" y="2359833"/>
                  </a:lnTo>
                  <a:lnTo>
                    <a:pt x="1697136" y="2359454"/>
                  </a:lnTo>
                  <a:lnTo>
                    <a:pt x="1696439" y="2358862"/>
                  </a:lnTo>
                  <a:lnTo>
                    <a:pt x="1695255" y="2358550"/>
                  </a:lnTo>
                  <a:lnTo>
                    <a:pt x="1693908" y="2357612"/>
                  </a:lnTo>
                  <a:lnTo>
                    <a:pt x="1692981" y="2357843"/>
                  </a:lnTo>
                  <a:lnTo>
                    <a:pt x="1688592" y="2357277"/>
                  </a:lnTo>
                  <a:lnTo>
                    <a:pt x="1687960" y="2356962"/>
                  </a:lnTo>
                  <a:lnTo>
                    <a:pt x="1685671" y="2357057"/>
                  </a:lnTo>
                  <a:lnTo>
                    <a:pt x="1683369" y="2357583"/>
                  </a:lnTo>
                  <a:lnTo>
                    <a:pt x="1681990" y="2358307"/>
                  </a:lnTo>
                  <a:lnTo>
                    <a:pt x="1682130" y="2358527"/>
                  </a:lnTo>
                  <a:lnTo>
                    <a:pt x="1680286" y="2359913"/>
                  </a:lnTo>
                  <a:lnTo>
                    <a:pt x="1678450" y="2360772"/>
                  </a:lnTo>
                  <a:lnTo>
                    <a:pt x="1676800" y="2360089"/>
                  </a:lnTo>
                  <a:lnTo>
                    <a:pt x="1675454" y="2359630"/>
                  </a:lnTo>
                  <a:lnTo>
                    <a:pt x="1673069" y="2359478"/>
                  </a:lnTo>
                  <a:lnTo>
                    <a:pt x="1672345" y="2359028"/>
                  </a:lnTo>
                  <a:lnTo>
                    <a:pt x="1669232" y="2358977"/>
                  </a:lnTo>
                  <a:lnTo>
                    <a:pt x="1667766" y="2358750"/>
                  </a:lnTo>
                  <a:lnTo>
                    <a:pt x="1667319" y="2358483"/>
                  </a:lnTo>
                  <a:lnTo>
                    <a:pt x="1666916" y="2358750"/>
                  </a:lnTo>
                  <a:lnTo>
                    <a:pt x="1665029" y="2358782"/>
                  </a:lnTo>
                  <a:lnTo>
                    <a:pt x="1663815" y="2358533"/>
                  </a:lnTo>
                  <a:lnTo>
                    <a:pt x="1660809" y="2358631"/>
                  </a:lnTo>
                  <a:lnTo>
                    <a:pt x="1658610" y="2358241"/>
                  </a:lnTo>
                  <a:lnTo>
                    <a:pt x="1655909" y="2357258"/>
                  </a:lnTo>
                  <a:lnTo>
                    <a:pt x="1653319" y="2355437"/>
                  </a:lnTo>
                  <a:lnTo>
                    <a:pt x="1651067" y="2354226"/>
                  </a:lnTo>
                  <a:lnTo>
                    <a:pt x="1648577" y="2354081"/>
                  </a:lnTo>
                  <a:lnTo>
                    <a:pt x="1643364" y="2355517"/>
                  </a:lnTo>
                  <a:lnTo>
                    <a:pt x="1642732" y="2355930"/>
                  </a:lnTo>
                  <a:lnTo>
                    <a:pt x="1641193" y="2355700"/>
                  </a:lnTo>
                  <a:lnTo>
                    <a:pt x="1639768" y="2356363"/>
                  </a:lnTo>
                  <a:lnTo>
                    <a:pt x="1639286" y="2357204"/>
                  </a:lnTo>
                  <a:lnTo>
                    <a:pt x="1635173" y="2357840"/>
                  </a:lnTo>
                  <a:lnTo>
                    <a:pt x="1633375" y="2358359"/>
                  </a:lnTo>
                  <a:lnTo>
                    <a:pt x="1632942" y="2358171"/>
                  </a:lnTo>
                  <a:lnTo>
                    <a:pt x="1632015" y="2358411"/>
                  </a:lnTo>
                  <a:lnTo>
                    <a:pt x="1629593" y="2359703"/>
                  </a:lnTo>
                  <a:lnTo>
                    <a:pt x="1624042" y="2357947"/>
                  </a:lnTo>
                  <a:lnTo>
                    <a:pt x="1614573" y="2349982"/>
                  </a:lnTo>
                  <a:lnTo>
                    <a:pt x="1607651" y="2345747"/>
                  </a:lnTo>
                  <a:lnTo>
                    <a:pt x="1597176" y="2341749"/>
                  </a:lnTo>
                  <a:lnTo>
                    <a:pt x="1591840" y="2340416"/>
                  </a:lnTo>
                  <a:lnTo>
                    <a:pt x="1590494" y="2340474"/>
                  </a:lnTo>
                  <a:lnTo>
                    <a:pt x="1583334" y="2340063"/>
                  </a:lnTo>
                  <a:lnTo>
                    <a:pt x="1581347" y="2337585"/>
                  </a:lnTo>
                  <a:lnTo>
                    <a:pt x="1580956" y="2335476"/>
                  </a:lnTo>
                  <a:lnTo>
                    <a:pt x="1581216" y="2331627"/>
                  </a:lnTo>
                  <a:lnTo>
                    <a:pt x="1576266" y="2325259"/>
                  </a:lnTo>
                  <a:lnTo>
                    <a:pt x="1573248" y="2321970"/>
                  </a:lnTo>
                  <a:lnTo>
                    <a:pt x="1572149" y="2321329"/>
                  </a:lnTo>
                  <a:lnTo>
                    <a:pt x="1571222" y="2317830"/>
                  </a:lnTo>
                  <a:lnTo>
                    <a:pt x="1570119" y="2315219"/>
                  </a:lnTo>
                  <a:lnTo>
                    <a:pt x="1570739" y="2313658"/>
                  </a:lnTo>
                  <a:lnTo>
                    <a:pt x="1570316" y="2301691"/>
                  </a:lnTo>
                  <a:lnTo>
                    <a:pt x="1572858" y="2296646"/>
                  </a:lnTo>
                  <a:lnTo>
                    <a:pt x="1572710" y="2293734"/>
                  </a:lnTo>
                  <a:lnTo>
                    <a:pt x="1572690" y="2291692"/>
                  </a:lnTo>
                  <a:lnTo>
                    <a:pt x="1571412" y="2289090"/>
                  </a:lnTo>
                  <a:lnTo>
                    <a:pt x="1565787" y="2285925"/>
                  </a:lnTo>
                  <a:lnTo>
                    <a:pt x="1562029" y="2282228"/>
                  </a:lnTo>
                  <a:lnTo>
                    <a:pt x="1559813" y="2280820"/>
                  </a:lnTo>
                  <a:lnTo>
                    <a:pt x="1555720" y="2277617"/>
                  </a:lnTo>
                  <a:lnTo>
                    <a:pt x="1553311" y="2276236"/>
                  </a:lnTo>
                  <a:lnTo>
                    <a:pt x="1551150" y="2275941"/>
                  </a:lnTo>
                  <a:lnTo>
                    <a:pt x="1548882" y="2275057"/>
                  </a:lnTo>
                  <a:lnTo>
                    <a:pt x="1545439" y="2274426"/>
                  </a:lnTo>
                  <a:lnTo>
                    <a:pt x="1539968" y="2273783"/>
                  </a:lnTo>
                  <a:lnTo>
                    <a:pt x="1538626" y="2273338"/>
                  </a:lnTo>
                  <a:lnTo>
                    <a:pt x="1537414" y="2273727"/>
                  </a:lnTo>
                  <a:lnTo>
                    <a:pt x="1535161" y="2275338"/>
                  </a:lnTo>
                  <a:lnTo>
                    <a:pt x="1533623" y="2275912"/>
                  </a:lnTo>
                  <a:lnTo>
                    <a:pt x="1532832" y="2276529"/>
                  </a:lnTo>
                  <a:lnTo>
                    <a:pt x="1532071" y="2277719"/>
                  </a:lnTo>
                  <a:lnTo>
                    <a:pt x="1529482" y="2282904"/>
                  </a:lnTo>
                  <a:lnTo>
                    <a:pt x="1528912" y="2283580"/>
                  </a:lnTo>
                  <a:lnTo>
                    <a:pt x="1528621" y="2284863"/>
                  </a:lnTo>
                  <a:lnTo>
                    <a:pt x="1528082" y="2285622"/>
                  </a:lnTo>
                  <a:lnTo>
                    <a:pt x="1526986" y="2285404"/>
                  </a:lnTo>
                  <a:lnTo>
                    <a:pt x="1525400" y="2284114"/>
                  </a:lnTo>
                  <a:lnTo>
                    <a:pt x="1521224" y="2284017"/>
                  </a:lnTo>
                  <a:lnTo>
                    <a:pt x="1517348" y="2284446"/>
                  </a:lnTo>
                  <a:lnTo>
                    <a:pt x="1515759" y="2284991"/>
                  </a:lnTo>
                  <a:lnTo>
                    <a:pt x="1514549" y="2285700"/>
                  </a:lnTo>
                  <a:lnTo>
                    <a:pt x="1511552" y="2285268"/>
                  </a:lnTo>
                  <a:lnTo>
                    <a:pt x="1511496" y="2283982"/>
                  </a:lnTo>
                  <a:lnTo>
                    <a:pt x="1509554" y="2283114"/>
                  </a:lnTo>
                  <a:lnTo>
                    <a:pt x="1509609" y="2282510"/>
                  </a:lnTo>
                  <a:lnTo>
                    <a:pt x="1509107" y="2280893"/>
                  </a:lnTo>
                  <a:lnTo>
                    <a:pt x="1509657" y="2279317"/>
                  </a:lnTo>
                  <a:lnTo>
                    <a:pt x="1509761" y="2276999"/>
                  </a:lnTo>
                  <a:lnTo>
                    <a:pt x="1508979" y="2274240"/>
                  </a:lnTo>
                  <a:lnTo>
                    <a:pt x="1507075" y="2270317"/>
                  </a:lnTo>
                  <a:lnTo>
                    <a:pt x="1507754" y="2268619"/>
                  </a:lnTo>
                  <a:lnTo>
                    <a:pt x="1508037" y="2266052"/>
                  </a:lnTo>
                  <a:lnTo>
                    <a:pt x="1508022" y="2262965"/>
                  </a:lnTo>
                  <a:lnTo>
                    <a:pt x="1506894" y="2259308"/>
                  </a:lnTo>
                  <a:lnTo>
                    <a:pt x="1506975" y="2257616"/>
                  </a:lnTo>
                  <a:lnTo>
                    <a:pt x="1505931" y="2253807"/>
                  </a:lnTo>
                  <a:lnTo>
                    <a:pt x="1506511" y="2252626"/>
                  </a:lnTo>
                  <a:lnTo>
                    <a:pt x="1507088" y="2252096"/>
                  </a:lnTo>
                  <a:lnTo>
                    <a:pt x="1507776" y="2251983"/>
                  </a:lnTo>
                  <a:lnTo>
                    <a:pt x="1508683" y="2249790"/>
                  </a:lnTo>
                  <a:lnTo>
                    <a:pt x="1509278" y="2248974"/>
                  </a:lnTo>
                  <a:lnTo>
                    <a:pt x="1509165" y="2247810"/>
                  </a:lnTo>
                  <a:lnTo>
                    <a:pt x="1509335" y="2247463"/>
                  </a:lnTo>
                  <a:lnTo>
                    <a:pt x="1510051" y="2247452"/>
                  </a:lnTo>
                  <a:lnTo>
                    <a:pt x="1510467" y="2246781"/>
                  </a:lnTo>
                  <a:lnTo>
                    <a:pt x="1510053" y="2243355"/>
                  </a:lnTo>
                  <a:lnTo>
                    <a:pt x="1509635" y="2242037"/>
                  </a:lnTo>
                  <a:lnTo>
                    <a:pt x="1509609" y="2238762"/>
                  </a:lnTo>
                  <a:lnTo>
                    <a:pt x="1509126" y="2237085"/>
                  </a:lnTo>
                  <a:lnTo>
                    <a:pt x="1510877" y="2235321"/>
                  </a:lnTo>
                  <a:lnTo>
                    <a:pt x="1511252" y="2235099"/>
                  </a:lnTo>
                  <a:lnTo>
                    <a:pt x="1512050" y="2235111"/>
                  </a:lnTo>
                  <a:lnTo>
                    <a:pt x="1512967" y="2234471"/>
                  </a:lnTo>
                  <a:lnTo>
                    <a:pt x="1513411" y="2233020"/>
                  </a:lnTo>
                  <a:lnTo>
                    <a:pt x="1515199" y="2231617"/>
                  </a:lnTo>
                  <a:lnTo>
                    <a:pt x="1516312" y="2229211"/>
                  </a:lnTo>
                  <a:lnTo>
                    <a:pt x="1517107" y="2228576"/>
                  </a:lnTo>
                  <a:lnTo>
                    <a:pt x="1517969" y="2226564"/>
                  </a:lnTo>
                  <a:lnTo>
                    <a:pt x="1517969" y="2224594"/>
                  </a:lnTo>
                  <a:lnTo>
                    <a:pt x="1517708" y="2223627"/>
                  </a:lnTo>
                  <a:lnTo>
                    <a:pt x="1517897" y="2221993"/>
                  </a:lnTo>
                  <a:lnTo>
                    <a:pt x="1519651" y="2218933"/>
                  </a:lnTo>
                  <a:lnTo>
                    <a:pt x="1520978" y="2217890"/>
                  </a:lnTo>
                  <a:lnTo>
                    <a:pt x="1521926" y="2216018"/>
                  </a:lnTo>
                  <a:lnTo>
                    <a:pt x="1522222" y="2211522"/>
                  </a:lnTo>
                  <a:lnTo>
                    <a:pt x="1523649" y="2209821"/>
                  </a:lnTo>
                  <a:lnTo>
                    <a:pt x="1523649" y="2209536"/>
                  </a:lnTo>
                  <a:lnTo>
                    <a:pt x="1522505" y="2208046"/>
                  </a:lnTo>
                  <a:lnTo>
                    <a:pt x="1521594" y="2205045"/>
                  </a:lnTo>
                  <a:lnTo>
                    <a:pt x="1520965" y="2202687"/>
                  </a:lnTo>
                  <a:lnTo>
                    <a:pt x="1519655" y="2201835"/>
                  </a:lnTo>
                  <a:lnTo>
                    <a:pt x="1517279" y="2198605"/>
                  </a:lnTo>
                  <a:lnTo>
                    <a:pt x="1515704" y="2200112"/>
                  </a:lnTo>
                  <a:lnTo>
                    <a:pt x="1512122" y="2201788"/>
                  </a:lnTo>
                  <a:lnTo>
                    <a:pt x="1510970" y="2202121"/>
                  </a:lnTo>
                  <a:lnTo>
                    <a:pt x="1506934" y="2204310"/>
                  </a:lnTo>
                  <a:lnTo>
                    <a:pt x="1504457" y="2204878"/>
                  </a:lnTo>
                  <a:lnTo>
                    <a:pt x="1501614" y="2204224"/>
                  </a:lnTo>
                  <a:lnTo>
                    <a:pt x="1499769" y="2203489"/>
                  </a:lnTo>
                  <a:lnTo>
                    <a:pt x="1495632" y="2199849"/>
                  </a:lnTo>
                  <a:lnTo>
                    <a:pt x="1494136" y="2199008"/>
                  </a:lnTo>
                  <a:lnTo>
                    <a:pt x="1493259" y="2197760"/>
                  </a:lnTo>
                  <a:lnTo>
                    <a:pt x="1491708" y="2196950"/>
                  </a:lnTo>
                  <a:lnTo>
                    <a:pt x="1491737" y="2194657"/>
                  </a:lnTo>
                  <a:lnTo>
                    <a:pt x="1491048" y="2191294"/>
                  </a:lnTo>
                  <a:lnTo>
                    <a:pt x="1489983" y="2189788"/>
                  </a:lnTo>
                  <a:lnTo>
                    <a:pt x="1488712" y="2183834"/>
                  </a:lnTo>
                  <a:lnTo>
                    <a:pt x="1488389" y="2183407"/>
                  </a:lnTo>
                  <a:lnTo>
                    <a:pt x="1488093" y="2181601"/>
                  </a:lnTo>
                  <a:lnTo>
                    <a:pt x="1487564" y="2180512"/>
                  </a:lnTo>
                  <a:lnTo>
                    <a:pt x="1484148" y="2177274"/>
                  </a:lnTo>
                  <a:lnTo>
                    <a:pt x="1483219" y="2176639"/>
                  </a:lnTo>
                  <a:lnTo>
                    <a:pt x="1481337" y="2174494"/>
                  </a:lnTo>
                  <a:lnTo>
                    <a:pt x="1478887" y="2172613"/>
                  </a:lnTo>
                  <a:lnTo>
                    <a:pt x="1476090" y="2173692"/>
                  </a:lnTo>
                  <a:lnTo>
                    <a:pt x="1474849" y="2173359"/>
                  </a:lnTo>
                  <a:lnTo>
                    <a:pt x="1473685" y="2174308"/>
                  </a:lnTo>
                  <a:lnTo>
                    <a:pt x="1472297" y="2174734"/>
                  </a:lnTo>
                  <a:lnTo>
                    <a:pt x="1470621" y="2174879"/>
                  </a:lnTo>
                  <a:lnTo>
                    <a:pt x="1469228" y="2174536"/>
                  </a:lnTo>
                  <a:lnTo>
                    <a:pt x="1468114" y="2174598"/>
                  </a:lnTo>
                  <a:lnTo>
                    <a:pt x="1465883" y="2175673"/>
                  </a:lnTo>
                  <a:lnTo>
                    <a:pt x="1465643" y="2176019"/>
                  </a:lnTo>
                  <a:lnTo>
                    <a:pt x="1464229" y="2176728"/>
                  </a:lnTo>
                  <a:lnTo>
                    <a:pt x="1463452" y="2177505"/>
                  </a:lnTo>
                  <a:lnTo>
                    <a:pt x="1461171" y="2177715"/>
                  </a:lnTo>
                  <a:lnTo>
                    <a:pt x="1460788" y="2177310"/>
                  </a:lnTo>
                  <a:lnTo>
                    <a:pt x="1458627" y="2176410"/>
                  </a:lnTo>
                  <a:lnTo>
                    <a:pt x="1456900" y="2176198"/>
                  </a:lnTo>
                  <a:lnTo>
                    <a:pt x="1454861" y="2176314"/>
                  </a:lnTo>
                  <a:lnTo>
                    <a:pt x="1451672" y="2175909"/>
                  </a:lnTo>
                  <a:lnTo>
                    <a:pt x="1450711" y="2175533"/>
                  </a:lnTo>
                  <a:lnTo>
                    <a:pt x="1449062" y="2174044"/>
                  </a:lnTo>
                  <a:lnTo>
                    <a:pt x="1447940" y="2173441"/>
                  </a:lnTo>
                  <a:lnTo>
                    <a:pt x="1446146" y="2171585"/>
                  </a:lnTo>
                  <a:lnTo>
                    <a:pt x="1444077" y="2170651"/>
                  </a:lnTo>
                  <a:lnTo>
                    <a:pt x="1440357" y="2172146"/>
                  </a:lnTo>
                  <a:lnTo>
                    <a:pt x="1438982" y="2172436"/>
                  </a:lnTo>
                  <a:lnTo>
                    <a:pt x="1437518" y="2172504"/>
                  </a:lnTo>
                  <a:lnTo>
                    <a:pt x="1436314" y="2172169"/>
                  </a:lnTo>
                  <a:lnTo>
                    <a:pt x="1435901" y="2171979"/>
                  </a:lnTo>
                  <a:lnTo>
                    <a:pt x="1435739" y="2171266"/>
                  </a:lnTo>
                  <a:lnTo>
                    <a:pt x="1435796" y="2168547"/>
                  </a:lnTo>
                  <a:lnTo>
                    <a:pt x="1435275" y="2167094"/>
                  </a:lnTo>
                  <a:lnTo>
                    <a:pt x="1434556" y="2166671"/>
                  </a:lnTo>
                  <a:lnTo>
                    <a:pt x="1433930" y="2166692"/>
                  </a:lnTo>
                  <a:lnTo>
                    <a:pt x="1428238" y="2169204"/>
                  </a:lnTo>
                  <a:lnTo>
                    <a:pt x="1426035" y="2169639"/>
                  </a:lnTo>
                  <a:lnTo>
                    <a:pt x="1423350" y="2171020"/>
                  </a:lnTo>
                  <a:lnTo>
                    <a:pt x="1421797" y="2172322"/>
                  </a:lnTo>
                  <a:lnTo>
                    <a:pt x="1420947" y="2173582"/>
                  </a:lnTo>
                  <a:lnTo>
                    <a:pt x="1418212" y="2175782"/>
                  </a:lnTo>
                  <a:lnTo>
                    <a:pt x="1417548" y="2177132"/>
                  </a:lnTo>
                  <a:lnTo>
                    <a:pt x="1417456" y="2177872"/>
                  </a:lnTo>
                  <a:lnTo>
                    <a:pt x="1416086" y="2179260"/>
                  </a:lnTo>
                  <a:lnTo>
                    <a:pt x="1407061" y="2181934"/>
                  </a:lnTo>
                  <a:lnTo>
                    <a:pt x="1402447" y="2184045"/>
                  </a:lnTo>
                  <a:lnTo>
                    <a:pt x="1400475" y="2184077"/>
                  </a:lnTo>
                  <a:lnTo>
                    <a:pt x="1398295" y="2184789"/>
                  </a:lnTo>
                  <a:lnTo>
                    <a:pt x="1397125" y="2185001"/>
                  </a:lnTo>
                  <a:lnTo>
                    <a:pt x="1396177" y="2184890"/>
                  </a:lnTo>
                  <a:lnTo>
                    <a:pt x="1392398" y="2182783"/>
                  </a:lnTo>
                  <a:lnTo>
                    <a:pt x="1393092" y="2180731"/>
                  </a:lnTo>
                  <a:lnTo>
                    <a:pt x="1396610" y="2174065"/>
                  </a:lnTo>
                  <a:lnTo>
                    <a:pt x="1396344" y="2172519"/>
                  </a:lnTo>
                  <a:lnTo>
                    <a:pt x="1395393" y="2170437"/>
                  </a:lnTo>
                  <a:lnTo>
                    <a:pt x="1393419" y="2168545"/>
                  </a:lnTo>
                  <a:lnTo>
                    <a:pt x="1392788" y="2167944"/>
                  </a:lnTo>
                  <a:lnTo>
                    <a:pt x="1389855" y="2167271"/>
                  </a:lnTo>
                  <a:lnTo>
                    <a:pt x="1388904" y="2166742"/>
                  </a:lnTo>
                  <a:lnTo>
                    <a:pt x="1388382" y="2165755"/>
                  </a:lnTo>
                  <a:lnTo>
                    <a:pt x="1387755" y="2165116"/>
                  </a:lnTo>
                  <a:lnTo>
                    <a:pt x="1386397" y="2164691"/>
                  </a:lnTo>
                  <a:lnTo>
                    <a:pt x="1385339" y="2163696"/>
                  </a:lnTo>
                  <a:lnTo>
                    <a:pt x="1384854" y="2163471"/>
                  </a:lnTo>
                  <a:lnTo>
                    <a:pt x="1383768" y="2163596"/>
                  </a:lnTo>
                  <a:lnTo>
                    <a:pt x="1382412" y="2163601"/>
                  </a:lnTo>
                  <a:lnTo>
                    <a:pt x="1379805" y="2164049"/>
                  </a:lnTo>
                  <a:lnTo>
                    <a:pt x="1378767" y="2163523"/>
                  </a:lnTo>
                  <a:lnTo>
                    <a:pt x="1377288" y="2163858"/>
                  </a:lnTo>
                  <a:lnTo>
                    <a:pt x="1376676" y="2163786"/>
                  </a:lnTo>
                  <a:lnTo>
                    <a:pt x="1374753" y="2162375"/>
                  </a:lnTo>
                  <a:lnTo>
                    <a:pt x="1374348" y="2160169"/>
                  </a:lnTo>
                  <a:lnTo>
                    <a:pt x="1374589" y="2154685"/>
                  </a:lnTo>
                  <a:lnTo>
                    <a:pt x="1375748" y="2152423"/>
                  </a:lnTo>
                  <a:lnTo>
                    <a:pt x="1375432" y="2150680"/>
                  </a:lnTo>
                  <a:lnTo>
                    <a:pt x="1377911" y="2146551"/>
                  </a:lnTo>
                  <a:lnTo>
                    <a:pt x="1377713" y="2145853"/>
                  </a:lnTo>
                  <a:lnTo>
                    <a:pt x="1378291" y="2143123"/>
                  </a:lnTo>
                  <a:lnTo>
                    <a:pt x="1377728" y="2134123"/>
                  </a:lnTo>
                  <a:lnTo>
                    <a:pt x="1377459" y="2132816"/>
                  </a:lnTo>
                  <a:lnTo>
                    <a:pt x="1376765" y="2131567"/>
                  </a:lnTo>
                  <a:lnTo>
                    <a:pt x="1375787" y="2128780"/>
                  </a:lnTo>
                  <a:lnTo>
                    <a:pt x="1374817" y="2128001"/>
                  </a:lnTo>
                  <a:lnTo>
                    <a:pt x="1373234" y="2125761"/>
                  </a:lnTo>
                  <a:lnTo>
                    <a:pt x="1373134" y="2124293"/>
                  </a:lnTo>
                  <a:lnTo>
                    <a:pt x="1372532" y="2122888"/>
                  </a:lnTo>
                  <a:lnTo>
                    <a:pt x="1372443" y="2120384"/>
                  </a:lnTo>
                  <a:lnTo>
                    <a:pt x="1371741" y="2118644"/>
                  </a:lnTo>
                  <a:lnTo>
                    <a:pt x="1372010" y="2118163"/>
                  </a:lnTo>
                  <a:lnTo>
                    <a:pt x="1371286" y="2116371"/>
                  </a:lnTo>
                  <a:lnTo>
                    <a:pt x="1370828" y="2113119"/>
                  </a:lnTo>
                  <a:lnTo>
                    <a:pt x="1369852" y="2111901"/>
                  </a:lnTo>
                  <a:lnTo>
                    <a:pt x="1369776" y="2110377"/>
                  </a:lnTo>
                  <a:lnTo>
                    <a:pt x="1368502" y="2109060"/>
                  </a:lnTo>
                  <a:lnTo>
                    <a:pt x="1368765" y="2107609"/>
                  </a:lnTo>
                  <a:lnTo>
                    <a:pt x="1368036" y="2106077"/>
                  </a:lnTo>
                  <a:lnTo>
                    <a:pt x="1365531" y="2103509"/>
                  </a:lnTo>
                  <a:lnTo>
                    <a:pt x="1365029" y="2102311"/>
                  </a:lnTo>
                  <a:lnTo>
                    <a:pt x="1365126" y="2100234"/>
                  </a:lnTo>
                  <a:lnTo>
                    <a:pt x="1365555" y="2099625"/>
                  </a:lnTo>
                  <a:lnTo>
                    <a:pt x="1365655" y="2097383"/>
                  </a:lnTo>
                  <a:lnTo>
                    <a:pt x="1365433" y="2097132"/>
                  </a:lnTo>
                  <a:lnTo>
                    <a:pt x="1366595" y="2094664"/>
                  </a:lnTo>
                  <a:lnTo>
                    <a:pt x="1366631" y="2093091"/>
                  </a:lnTo>
                  <a:lnTo>
                    <a:pt x="1366096" y="2091366"/>
                  </a:lnTo>
                  <a:lnTo>
                    <a:pt x="1364733" y="2088697"/>
                  </a:lnTo>
                  <a:lnTo>
                    <a:pt x="1363623" y="2087252"/>
                  </a:lnTo>
                  <a:lnTo>
                    <a:pt x="1361596" y="2085297"/>
                  </a:lnTo>
                  <a:lnTo>
                    <a:pt x="1361454" y="2083900"/>
                  </a:lnTo>
                  <a:lnTo>
                    <a:pt x="1360832" y="2083158"/>
                  </a:lnTo>
                  <a:lnTo>
                    <a:pt x="1360588" y="2080895"/>
                  </a:lnTo>
                  <a:lnTo>
                    <a:pt x="1361741" y="2076206"/>
                  </a:lnTo>
                  <a:lnTo>
                    <a:pt x="1362003" y="2072896"/>
                  </a:lnTo>
                  <a:lnTo>
                    <a:pt x="1362634" y="2071938"/>
                  </a:lnTo>
                  <a:lnTo>
                    <a:pt x="1364896" y="2069914"/>
                  </a:lnTo>
                  <a:lnTo>
                    <a:pt x="1365480" y="2063685"/>
                  </a:lnTo>
                  <a:lnTo>
                    <a:pt x="1365275" y="2061887"/>
                  </a:lnTo>
                  <a:lnTo>
                    <a:pt x="1363551" y="2059402"/>
                  </a:lnTo>
                  <a:lnTo>
                    <a:pt x="1361161" y="2057622"/>
                  </a:lnTo>
                  <a:lnTo>
                    <a:pt x="1354861" y="2057872"/>
                  </a:lnTo>
                  <a:lnTo>
                    <a:pt x="1351500" y="2056967"/>
                  </a:lnTo>
                  <a:lnTo>
                    <a:pt x="1349036" y="2057555"/>
                  </a:lnTo>
                  <a:lnTo>
                    <a:pt x="1344673" y="2056967"/>
                  </a:lnTo>
                  <a:lnTo>
                    <a:pt x="1343405" y="2057399"/>
                  </a:lnTo>
                  <a:lnTo>
                    <a:pt x="1342908" y="2057225"/>
                  </a:lnTo>
                  <a:lnTo>
                    <a:pt x="1341428" y="2057610"/>
                  </a:lnTo>
                  <a:lnTo>
                    <a:pt x="1341066" y="2057833"/>
                  </a:lnTo>
                  <a:lnTo>
                    <a:pt x="1336537" y="2065460"/>
                  </a:lnTo>
                  <a:lnTo>
                    <a:pt x="1336184" y="2069084"/>
                  </a:lnTo>
                  <a:lnTo>
                    <a:pt x="1335839" y="2070149"/>
                  </a:lnTo>
                  <a:lnTo>
                    <a:pt x="1334390" y="2071600"/>
                  </a:lnTo>
                  <a:lnTo>
                    <a:pt x="1332091" y="2071620"/>
                  </a:lnTo>
                  <a:lnTo>
                    <a:pt x="1330916" y="2073055"/>
                  </a:lnTo>
                  <a:lnTo>
                    <a:pt x="1328581" y="2074868"/>
                  </a:lnTo>
                  <a:lnTo>
                    <a:pt x="1327270" y="2077205"/>
                  </a:lnTo>
                  <a:lnTo>
                    <a:pt x="1322496" y="2080488"/>
                  </a:lnTo>
                  <a:lnTo>
                    <a:pt x="1316399" y="2069204"/>
                  </a:lnTo>
                  <a:lnTo>
                    <a:pt x="1315679" y="2068769"/>
                  </a:lnTo>
                  <a:lnTo>
                    <a:pt x="1315486" y="2067945"/>
                  </a:lnTo>
                  <a:lnTo>
                    <a:pt x="1315632" y="2067025"/>
                  </a:lnTo>
                  <a:lnTo>
                    <a:pt x="1314528" y="2065453"/>
                  </a:lnTo>
                  <a:lnTo>
                    <a:pt x="1314542" y="2065078"/>
                  </a:lnTo>
                  <a:lnTo>
                    <a:pt x="1313938" y="2064793"/>
                  </a:lnTo>
                  <a:lnTo>
                    <a:pt x="1312874" y="2063291"/>
                  </a:lnTo>
                  <a:lnTo>
                    <a:pt x="1312240" y="2063296"/>
                  </a:lnTo>
                  <a:lnTo>
                    <a:pt x="1310166" y="2062680"/>
                  </a:lnTo>
                  <a:lnTo>
                    <a:pt x="1305602" y="2060663"/>
                  </a:lnTo>
                  <a:lnTo>
                    <a:pt x="1304062" y="2060415"/>
                  </a:lnTo>
                  <a:lnTo>
                    <a:pt x="1301739" y="2058043"/>
                  </a:lnTo>
                  <a:lnTo>
                    <a:pt x="1300143" y="2057334"/>
                  </a:lnTo>
                  <a:lnTo>
                    <a:pt x="1294613" y="2054127"/>
                  </a:lnTo>
                  <a:lnTo>
                    <a:pt x="1292729" y="2051750"/>
                  </a:lnTo>
                  <a:lnTo>
                    <a:pt x="1291402" y="2052389"/>
                  </a:lnTo>
                  <a:lnTo>
                    <a:pt x="1289673" y="2052646"/>
                  </a:lnTo>
                  <a:lnTo>
                    <a:pt x="1289043" y="2052677"/>
                  </a:lnTo>
                  <a:lnTo>
                    <a:pt x="1288172" y="2052375"/>
                  </a:lnTo>
                  <a:lnTo>
                    <a:pt x="1285655" y="2053304"/>
                  </a:lnTo>
                  <a:lnTo>
                    <a:pt x="1284832" y="2053289"/>
                  </a:lnTo>
                  <a:lnTo>
                    <a:pt x="1283744" y="2052433"/>
                  </a:lnTo>
                  <a:lnTo>
                    <a:pt x="1282180" y="2052269"/>
                  </a:lnTo>
                  <a:lnTo>
                    <a:pt x="1277640" y="2055602"/>
                  </a:lnTo>
                  <a:lnTo>
                    <a:pt x="1275889" y="2055783"/>
                  </a:lnTo>
                  <a:lnTo>
                    <a:pt x="1274799" y="2053558"/>
                  </a:lnTo>
                  <a:lnTo>
                    <a:pt x="1273158" y="2048738"/>
                  </a:lnTo>
                  <a:lnTo>
                    <a:pt x="1271989" y="2046667"/>
                  </a:lnTo>
                  <a:lnTo>
                    <a:pt x="1270250" y="2044341"/>
                  </a:lnTo>
                  <a:lnTo>
                    <a:pt x="1268847" y="2043076"/>
                  </a:lnTo>
                  <a:lnTo>
                    <a:pt x="1268233" y="2041975"/>
                  </a:lnTo>
                  <a:lnTo>
                    <a:pt x="1267979" y="2041903"/>
                  </a:lnTo>
                  <a:lnTo>
                    <a:pt x="1268089" y="2039717"/>
                  </a:lnTo>
                  <a:lnTo>
                    <a:pt x="1267842" y="2038126"/>
                  </a:lnTo>
                  <a:lnTo>
                    <a:pt x="1268052" y="2036998"/>
                  </a:lnTo>
                  <a:lnTo>
                    <a:pt x="1267106" y="2035116"/>
                  </a:lnTo>
                  <a:lnTo>
                    <a:pt x="1266479" y="2033209"/>
                  </a:lnTo>
                  <a:lnTo>
                    <a:pt x="1265148" y="2030870"/>
                  </a:lnTo>
                  <a:lnTo>
                    <a:pt x="1263288" y="2029842"/>
                  </a:lnTo>
                  <a:lnTo>
                    <a:pt x="1262456" y="2029118"/>
                  </a:lnTo>
                  <a:lnTo>
                    <a:pt x="1261028" y="2026629"/>
                  </a:lnTo>
                  <a:lnTo>
                    <a:pt x="1261111" y="2026171"/>
                  </a:lnTo>
                  <a:lnTo>
                    <a:pt x="1260282" y="2023102"/>
                  </a:lnTo>
                  <a:lnTo>
                    <a:pt x="1259079" y="2022052"/>
                  </a:lnTo>
                  <a:lnTo>
                    <a:pt x="1257503" y="2021352"/>
                  </a:lnTo>
                  <a:lnTo>
                    <a:pt x="1256698" y="2021464"/>
                  </a:lnTo>
                  <a:lnTo>
                    <a:pt x="1257876" y="2019731"/>
                  </a:lnTo>
                  <a:lnTo>
                    <a:pt x="1257503" y="2018579"/>
                  </a:lnTo>
                  <a:lnTo>
                    <a:pt x="1257020" y="2015147"/>
                  </a:lnTo>
                  <a:lnTo>
                    <a:pt x="1255520" y="2014163"/>
                  </a:lnTo>
                  <a:lnTo>
                    <a:pt x="1254183" y="2011485"/>
                  </a:lnTo>
                  <a:lnTo>
                    <a:pt x="1252598" y="2006602"/>
                  </a:lnTo>
                  <a:lnTo>
                    <a:pt x="1249712" y="2006630"/>
                  </a:lnTo>
                  <a:lnTo>
                    <a:pt x="1248254" y="1999930"/>
                  </a:lnTo>
                  <a:lnTo>
                    <a:pt x="1246465" y="1999794"/>
                  </a:lnTo>
                  <a:lnTo>
                    <a:pt x="1244278" y="1998458"/>
                  </a:lnTo>
                  <a:lnTo>
                    <a:pt x="1242316" y="1998210"/>
                  </a:lnTo>
                  <a:lnTo>
                    <a:pt x="1241322" y="1998669"/>
                  </a:lnTo>
                  <a:lnTo>
                    <a:pt x="1240261" y="1998660"/>
                  </a:lnTo>
                  <a:lnTo>
                    <a:pt x="1238915" y="1999124"/>
                  </a:lnTo>
                  <a:lnTo>
                    <a:pt x="1238535" y="1998988"/>
                  </a:lnTo>
                  <a:lnTo>
                    <a:pt x="1236371" y="1999612"/>
                  </a:lnTo>
                  <a:lnTo>
                    <a:pt x="1234544" y="2000604"/>
                  </a:lnTo>
                  <a:lnTo>
                    <a:pt x="1233302" y="2000836"/>
                  </a:lnTo>
                  <a:lnTo>
                    <a:pt x="1232845" y="2000708"/>
                  </a:lnTo>
                  <a:lnTo>
                    <a:pt x="1230578" y="2001916"/>
                  </a:lnTo>
                  <a:lnTo>
                    <a:pt x="1229648" y="2002129"/>
                  </a:lnTo>
                  <a:lnTo>
                    <a:pt x="1228073" y="2001794"/>
                  </a:lnTo>
                  <a:lnTo>
                    <a:pt x="1227341" y="2002432"/>
                  </a:lnTo>
                  <a:lnTo>
                    <a:pt x="1225787" y="2002526"/>
                  </a:lnTo>
                  <a:lnTo>
                    <a:pt x="1224234" y="2003368"/>
                  </a:lnTo>
                  <a:lnTo>
                    <a:pt x="1222791" y="2003492"/>
                  </a:lnTo>
                  <a:lnTo>
                    <a:pt x="1222313" y="2003843"/>
                  </a:lnTo>
                  <a:lnTo>
                    <a:pt x="1221798" y="2003665"/>
                  </a:lnTo>
                  <a:lnTo>
                    <a:pt x="1221252" y="2003775"/>
                  </a:lnTo>
                  <a:lnTo>
                    <a:pt x="1220601" y="2004565"/>
                  </a:lnTo>
                  <a:lnTo>
                    <a:pt x="1219719" y="2004134"/>
                  </a:lnTo>
                  <a:lnTo>
                    <a:pt x="1219231" y="2004597"/>
                  </a:lnTo>
                  <a:lnTo>
                    <a:pt x="1217818" y="2004472"/>
                  </a:lnTo>
                  <a:lnTo>
                    <a:pt x="1217351" y="2004189"/>
                  </a:lnTo>
                  <a:lnTo>
                    <a:pt x="1215652" y="2004566"/>
                  </a:lnTo>
                  <a:lnTo>
                    <a:pt x="1213648" y="2003709"/>
                  </a:lnTo>
                  <a:lnTo>
                    <a:pt x="1211871" y="2003579"/>
                  </a:lnTo>
                  <a:lnTo>
                    <a:pt x="1211229" y="2003329"/>
                  </a:lnTo>
                  <a:lnTo>
                    <a:pt x="1210756" y="2003417"/>
                  </a:lnTo>
                  <a:lnTo>
                    <a:pt x="1210332" y="2003848"/>
                  </a:lnTo>
                  <a:lnTo>
                    <a:pt x="1209640" y="2003523"/>
                  </a:lnTo>
                  <a:lnTo>
                    <a:pt x="1208690" y="2003505"/>
                  </a:lnTo>
                  <a:lnTo>
                    <a:pt x="1207982" y="2003747"/>
                  </a:lnTo>
                  <a:lnTo>
                    <a:pt x="1207398" y="2003336"/>
                  </a:lnTo>
                  <a:lnTo>
                    <a:pt x="1206655" y="2003513"/>
                  </a:lnTo>
                  <a:lnTo>
                    <a:pt x="1206125" y="2003309"/>
                  </a:lnTo>
                  <a:lnTo>
                    <a:pt x="1204945" y="2003792"/>
                  </a:lnTo>
                  <a:lnTo>
                    <a:pt x="1203466" y="2003931"/>
                  </a:lnTo>
                  <a:lnTo>
                    <a:pt x="1202906" y="2004529"/>
                  </a:lnTo>
                  <a:lnTo>
                    <a:pt x="1202229" y="2004318"/>
                  </a:lnTo>
                  <a:lnTo>
                    <a:pt x="1200832" y="2004825"/>
                  </a:lnTo>
                  <a:lnTo>
                    <a:pt x="1199933" y="2005634"/>
                  </a:lnTo>
                  <a:lnTo>
                    <a:pt x="1198688" y="2006133"/>
                  </a:lnTo>
                  <a:lnTo>
                    <a:pt x="1198200" y="2006744"/>
                  </a:lnTo>
                  <a:lnTo>
                    <a:pt x="1197419" y="2007077"/>
                  </a:lnTo>
                  <a:lnTo>
                    <a:pt x="1197246" y="2007450"/>
                  </a:lnTo>
                  <a:lnTo>
                    <a:pt x="1197397" y="2007967"/>
                  </a:lnTo>
                  <a:lnTo>
                    <a:pt x="1196448" y="2009089"/>
                  </a:lnTo>
                  <a:lnTo>
                    <a:pt x="1195438" y="2009965"/>
                  </a:lnTo>
                  <a:lnTo>
                    <a:pt x="1194561" y="2010396"/>
                  </a:lnTo>
                  <a:lnTo>
                    <a:pt x="1190760" y="2009769"/>
                  </a:lnTo>
                  <a:lnTo>
                    <a:pt x="1189650" y="2009025"/>
                  </a:lnTo>
                  <a:lnTo>
                    <a:pt x="1188098" y="2009471"/>
                  </a:lnTo>
                  <a:lnTo>
                    <a:pt x="1186693" y="2008916"/>
                  </a:lnTo>
                  <a:lnTo>
                    <a:pt x="1186227" y="2008221"/>
                  </a:lnTo>
                  <a:lnTo>
                    <a:pt x="1186204" y="2006796"/>
                  </a:lnTo>
                  <a:lnTo>
                    <a:pt x="1185876" y="2005820"/>
                  </a:lnTo>
                  <a:lnTo>
                    <a:pt x="1184652" y="2004620"/>
                  </a:lnTo>
                  <a:lnTo>
                    <a:pt x="1183471" y="2004279"/>
                  </a:lnTo>
                  <a:lnTo>
                    <a:pt x="1179543" y="2004756"/>
                  </a:lnTo>
                  <a:lnTo>
                    <a:pt x="1178058" y="2005521"/>
                  </a:lnTo>
                  <a:lnTo>
                    <a:pt x="1176769" y="2005228"/>
                  </a:lnTo>
                  <a:lnTo>
                    <a:pt x="1174177" y="2006226"/>
                  </a:lnTo>
                  <a:lnTo>
                    <a:pt x="1173065" y="2006292"/>
                  </a:lnTo>
                  <a:lnTo>
                    <a:pt x="1171164" y="2007282"/>
                  </a:lnTo>
                  <a:lnTo>
                    <a:pt x="1170322" y="2007286"/>
                  </a:lnTo>
                  <a:lnTo>
                    <a:pt x="1169658" y="2006884"/>
                  </a:lnTo>
                  <a:lnTo>
                    <a:pt x="1169152" y="2006860"/>
                  </a:lnTo>
                  <a:lnTo>
                    <a:pt x="1168540" y="2007761"/>
                  </a:lnTo>
                  <a:lnTo>
                    <a:pt x="1167517" y="2008113"/>
                  </a:lnTo>
                  <a:lnTo>
                    <a:pt x="1166678" y="2008768"/>
                  </a:lnTo>
                  <a:lnTo>
                    <a:pt x="1161370" y="2009957"/>
                  </a:lnTo>
                  <a:lnTo>
                    <a:pt x="1159567" y="2010771"/>
                  </a:lnTo>
                  <a:lnTo>
                    <a:pt x="1156380" y="2009698"/>
                  </a:lnTo>
                  <a:lnTo>
                    <a:pt x="1154647" y="2008632"/>
                  </a:lnTo>
                  <a:lnTo>
                    <a:pt x="1151280" y="2008065"/>
                  </a:lnTo>
                  <a:lnTo>
                    <a:pt x="1150347" y="2008659"/>
                  </a:lnTo>
                  <a:lnTo>
                    <a:pt x="1149511" y="2009857"/>
                  </a:lnTo>
                  <a:lnTo>
                    <a:pt x="1148443" y="2010786"/>
                  </a:lnTo>
                  <a:lnTo>
                    <a:pt x="1148084" y="2010761"/>
                  </a:lnTo>
                  <a:lnTo>
                    <a:pt x="1146580" y="2009704"/>
                  </a:lnTo>
                  <a:lnTo>
                    <a:pt x="1144791" y="2010368"/>
                  </a:lnTo>
                  <a:lnTo>
                    <a:pt x="1143737" y="2010197"/>
                  </a:lnTo>
                  <a:lnTo>
                    <a:pt x="1143411" y="2009967"/>
                  </a:lnTo>
                  <a:lnTo>
                    <a:pt x="1143196" y="2009144"/>
                  </a:lnTo>
                  <a:lnTo>
                    <a:pt x="1142565" y="2008419"/>
                  </a:lnTo>
                  <a:lnTo>
                    <a:pt x="1142453" y="2006826"/>
                  </a:lnTo>
                  <a:lnTo>
                    <a:pt x="1141607" y="2006069"/>
                  </a:lnTo>
                  <a:lnTo>
                    <a:pt x="1140356" y="2005406"/>
                  </a:lnTo>
                  <a:lnTo>
                    <a:pt x="1139314" y="2003389"/>
                  </a:lnTo>
                  <a:lnTo>
                    <a:pt x="1139150" y="2001499"/>
                  </a:lnTo>
                  <a:lnTo>
                    <a:pt x="1138075" y="2000298"/>
                  </a:lnTo>
                  <a:lnTo>
                    <a:pt x="1137712" y="1999999"/>
                  </a:lnTo>
                  <a:lnTo>
                    <a:pt x="1139052" y="1999362"/>
                  </a:lnTo>
                  <a:lnTo>
                    <a:pt x="1139738" y="1998768"/>
                  </a:lnTo>
                  <a:lnTo>
                    <a:pt x="1141116" y="1998421"/>
                  </a:lnTo>
                  <a:lnTo>
                    <a:pt x="1141814" y="1997521"/>
                  </a:lnTo>
                  <a:lnTo>
                    <a:pt x="1142316" y="1996192"/>
                  </a:lnTo>
                  <a:lnTo>
                    <a:pt x="1143185" y="1996335"/>
                  </a:lnTo>
                  <a:lnTo>
                    <a:pt x="1143801" y="1996002"/>
                  </a:lnTo>
                  <a:lnTo>
                    <a:pt x="1144223" y="1993873"/>
                  </a:lnTo>
                  <a:lnTo>
                    <a:pt x="1143935" y="1992918"/>
                  </a:lnTo>
                  <a:lnTo>
                    <a:pt x="1144025" y="1992359"/>
                  </a:lnTo>
                  <a:lnTo>
                    <a:pt x="1145544" y="1991621"/>
                  </a:lnTo>
                  <a:lnTo>
                    <a:pt x="1146062" y="1990900"/>
                  </a:lnTo>
                  <a:lnTo>
                    <a:pt x="1145538" y="1989884"/>
                  </a:lnTo>
                  <a:lnTo>
                    <a:pt x="1145462" y="1988976"/>
                  </a:lnTo>
                  <a:lnTo>
                    <a:pt x="1145627" y="1986669"/>
                  </a:lnTo>
                  <a:lnTo>
                    <a:pt x="1146069" y="1985798"/>
                  </a:lnTo>
                  <a:lnTo>
                    <a:pt x="1145603" y="1985202"/>
                  </a:lnTo>
                  <a:lnTo>
                    <a:pt x="1145497" y="1983827"/>
                  </a:lnTo>
                  <a:lnTo>
                    <a:pt x="1144436" y="1983573"/>
                  </a:lnTo>
                  <a:lnTo>
                    <a:pt x="1142141" y="1982075"/>
                  </a:lnTo>
                  <a:lnTo>
                    <a:pt x="1141707" y="1981562"/>
                  </a:lnTo>
                  <a:lnTo>
                    <a:pt x="1141679" y="1981008"/>
                  </a:lnTo>
                  <a:lnTo>
                    <a:pt x="1141160" y="1980756"/>
                  </a:lnTo>
                  <a:lnTo>
                    <a:pt x="1140703" y="1980084"/>
                  </a:lnTo>
                  <a:lnTo>
                    <a:pt x="1139172" y="1979385"/>
                  </a:lnTo>
                  <a:lnTo>
                    <a:pt x="1139318" y="1978736"/>
                  </a:lnTo>
                  <a:lnTo>
                    <a:pt x="1139076" y="1978382"/>
                  </a:lnTo>
                  <a:lnTo>
                    <a:pt x="1137651" y="1978226"/>
                  </a:lnTo>
                  <a:lnTo>
                    <a:pt x="1137586" y="1977599"/>
                  </a:lnTo>
                  <a:lnTo>
                    <a:pt x="1137048" y="1977623"/>
                  </a:lnTo>
                  <a:lnTo>
                    <a:pt x="1135955" y="1977097"/>
                  </a:lnTo>
                  <a:lnTo>
                    <a:pt x="1135918" y="1976789"/>
                  </a:lnTo>
                  <a:lnTo>
                    <a:pt x="1135542" y="1976572"/>
                  </a:lnTo>
                  <a:lnTo>
                    <a:pt x="1134991" y="1976622"/>
                  </a:lnTo>
                  <a:lnTo>
                    <a:pt x="1134703" y="1976403"/>
                  </a:lnTo>
                  <a:lnTo>
                    <a:pt x="1134041" y="1976889"/>
                  </a:lnTo>
                  <a:lnTo>
                    <a:pt x="1133954" y="1976460"/>
                  </a:lnTo>
                  <a:lnTo>
                    <a:pt x="1133502" y="1976567"/>
                  </a:lnTo>
                  <a:lnTo>
                    <a:pt x="1133368" y="1976027"/>
                  </a:lnTo>
                  <a:lnTo>
                    <a:pt x="1132939" y="1976170"/>
                  </a:lnTo>
                  <a:lnTo>
                    <a:pt x="1132713" y="1975671"/>
                  </a:lnTo>
                  <a:lnTo>
                    <a:pt x="1130961" y="1975639"/>
                  </a:lnTo>
                  <a:lnTo>
                    <a:pt x="1130053" y="1974926"/>
                  </a:lnTo>
                  <a:lnTo>
                    <a:pt x="1129135" y="1975400"/>
                  </a:lnTo>
                  <a:lnTo>
                    <a:pt x="1128831" y="1975937"/>
                  </a:lnTo>
                  <a:lnTo>
                    <a:pt x="1128158" y="1975656"/>
                  </a:lnTo>
                  <a:lnTo>
                    <a:pt x="1128115" y="1975326"/>
                  </a:lnTo>
                  <a:lnTo>
                    <a:pt x="1126879" y="1975215"/>
                  </a:lnTo>
                  <a:lnTo>
                    <a:pt x="1126014" y="1975491"/>
                  </a:lnTo>
                  <a:lnTo>
                    <a:pt x="1125398" y="1974833"/>
                  </a:lnTo>
                  <a:lnTo>
                    <a:pt x="1124823" y="1974881"/>
                  </a:lnTo>
                  <a:lnTo>
                    <a:pt x="1124643" y="1975217"/>
                  </a:lnTo>
                  <a:lnTo>
                    <a:pt x="1124125" y="1975206"/>
                  </a:lnTo>
                  <a:lnTo>
                    <a:pt x="1123670" y="1974668"/>
                  </a:lnTo>
                  <a:lnTo>
                    <a:pt x="1122827" y="1974861"/>
                  </a:lnTo>
                  <a:lnTo>
                    <a:pt x="1121836" y="1975621"/>
                  </a:lnTo>
                  <a:lnTo>
                    <a:pt x="1121285" y="1975631"/>
                  </a:lnTo>
                  <a:lnTo>
                    <a:pt x="1120430" y="1976124"/>
                  </a:lnTo>
                  <a:lnTo>
                    <a:pt x="1118934" y="1976341"/>
                  </a:lnTo>
                  <a:lnTo>
                    <a:pt x="1117959" y="1975200"/>
                  </a:lnTo>
                  <a:lnTo>
                    <a:pt x="1111226" y="1972713"/>
                  </a:lnTo>
                  <a:lnTo>
                    <a:pt x="1103545" y="1973310"/>
                  </a:lnTo>
                  <a:lnTo>
                    <a:pt x="1102662" y="1973211"/>
                  </a:lnTo>
                  <a:lnTo>
                    <a:pt x="1102122" y="1972635"/>
                  </a:lnTo>
                  <a:lnTo>
                    <a:pt x="1100488" y="1972678"/>
                  </a:lnTo>
                  <a:lnTo>
                    <a:pt x="1100129" y="1972234"/>
                  </a:lnTo>
                  <a:lnTo>
                    <a:pt x="1098846" y="1972086"/>
                  </a:lnTo>
                  <a:lnTo>
                    <a:pt x="1094725" y="1972161"/>
                  </a:lnTo>
                  <a:lnTo>
                    <a:pt x="1092193" y="1972793"/>
                  </a:lnTo>
                  <a:lnTo>
                    <a:pt x="1091922" y="1973128"/>
                  </a:lnTo>
                  <a:lnTo>
                    <a:pt x="1091684" y="1972922"/>
                  </a:lnTo>
                  <a:lnTo>
                    <a:pt x="1090482" y="1973105"/>
                  </a:lnTo>
                  <a:lnTo>
                    <a:pt x="1089327" y="1972972"/>
                  </a:lnTo>
                  <a:lnTo>
                    <a:pt x="1087708" y="1974198"/>
                  </a:lnTo>
                  <a:lnTo>
                    <a:pt x="1086047" y="1974878"/>
                  </a:lnTo>
                  <a:lnTo>
                    <a:pt x="1085880" y="1974559"/>
                  </a:lnTo>
                  <a:lnTo>
                    <a:pt x="1084299" y="1973922"/>
                  </a:lnTo>
                  <a:lnTo>
                    <a:pt x="1083750" y="1972970"/>
                  </a:lnTo>
                  <a:lnTo>
                    <a:pt x="1082225" y="1972305"/>
                  </a:lnTo>
                  <a:lnTo>
                    <a:pt x="1081230" y="1971295"/>
                  </a:lnTo>
                  <a:lnTo>
                    <a:pt x="1079721" y="1970806"/>
                  </a:lnTo>
                  <a:lnTo>
                    <a:pt x="1079333" y="1970073"/>
                  </a:lnTo>
                  <a:lnTo>
                    <a:pt x="1076374" y="1969909"/>
                  </a:lnTo>
                  <a:lnTo>
                    <a:pt x="1075349" y="1970557"/>
                  </a:lnTo>
                  <a:lnTo>
                    <a:pt x="1074169" y="1970461"/>
                  </a:lnTo>
                  <a:lnTo>
                    <a:pt x="1074257" y="1969637"/>
                  </a:lnTo>
                  <a:lnTo>
                    <a:pt x="1074040" y="1968985"/>
                  </a:lnTo>
                  <a:lnTo>
                    <a:pt x="1072760" y="1966833"/>
                  </a:lnTo>
                  <a:lnTo>
                    <a:pt x="1070980" y="1964966"/>
                  </a:lnTo>
                  <a:lnTo>
                    <a:pt x="1070443" y="1963823"/>
                  </a:lnTo>
                  <a:lnTo>
                    <a:pt x="1069095" y="1959108"/>
                  </a:lnTo>
                  <a:lnTo>
                    <a:pt x="1067064" y="1954885"/>
                  </a:lnTo>
                  <a:lnTo>
                    <a:pt x="1065819" y="1952827"/>
                  </a:lnTo>
                  <a:lnTo>
                    <a:pt x="1065099" y="1952039"/>
                  </a:lnTo>
                  <a:lnTo>
                    <a:pt x="1064120" y="1950190"/>
                  </a:lnTo>
                  <a:lnTo>
                    <a:pt x="1063356" y="1948057"/>
                  </a:lnTo>
                  <a:lnTo>
                    <a:pt x="1063450" y="1946634"/>
                  </a:lnTo>
                  <a:lnTo>
                    <a:pt x="1063060" y="1943437"/>
                  </a:lnTo>
                  <a:lnTo>
                    <a:pt x="1062691" y="1942660"/>
                  </a:lnTo>
                  <a:lnTo>
                    <a:pt x="1061304" y="1942066"/>
                  </a:lnTo>
                  <a:lnTo>
                    <a:pt x="1055621" y="1940975"/>
                  </a:lnTo>
                  <a:lnTo>
                    <a:pt x="1054801" y="1943062"/>
                  </a:lnTo>
                  <a:lnTo>
                    <a:pt x="1053702" y="1943698"/>
                  </a:lnTo>
                  <a:lnTo>
                    <a:pt x="1052446" y="1943833"/>
                  </a:lnTo>
                  <a:lnTo>
                    <a:pt x="1049752" y="1945240"/>
                  </a:lnTo>
                  <a:lnTo>
                    <a:pt x="1048432" y="1947913"/>
                  </a:lnTo>
                  <a:lnTo>
                    <a:pt x="1046110" y="1949625"/>
                  </a:lnTo>
                  <a:lnTo>
                    <a:pt x="1045087" y="1951245"/>
                  </a:lnTo>
                  <a:lnTo>
                    <a:pt x="1044144" y="1951697"/>
                  </a:lnTo>
                  <a:lnTo>
                    <a:pt x="1043363" y="1951696"/>
                  </a:lnTo>
                  <a:lnTo>
                    <a:pt x="1041753" y="1952249"/>
                  </a:lnTo>
                  <a:lnTo>
                    <a:pt x="1040851" y="1951845"/>
                  </a:lnTo>
                  <a:lnTo>
                    <a:pt x="1039939" y="1952138"/>
                  </a:lnTo>
                  <a:lnTo>
                    <a:pt x="1038598" y="1952072"/>
                  </a:lnTo>
                  <a:lnTo>
                    <a:pt x="1037732" y="1952408"/>
                  </a:lnTo>
                  <a:lnTo>
                    <a:pt x="1036769" y="1951934"/>
                  </a:lnTo>
                  <a:lnTo>
                    <a:pt x="1035404" y="1952815"/>
                  </a:lnTo>
                  <a:lnTo>
                    <a:pt x="1034246" y="1953041"/>
                  </a:lnTo>
                  <a:lnTo>
                    <a:pt x="1032971" y="1953068"/>
                  </a:lnTo>
                  <a:lnTo>
                    <a:pt x="1031387" y="1952428"/>
                  </a:lnTo>
                  <a:lnTo>
                    <a:pt x="1030506" y="1951173"/>
                  </a:lnTo>
                  <a:lnTo>
                    <a:pt x="1029829" y="1948636"/>
                  </a:lnTo>
                  <a:lnTo>
                    <a:pt x="1029023" y="1947272"/>
                  </a:lnTo>
                  <a:lnTo>
                    <a:pt x="1028727" y="1945894"/>
                  </a:lnTo>
                  <a:lnTo>
                    <a:pt x="1028767" y="1944723"/>
                  </a:lnTo>
                  <a:lnTo>
                    <a:pt x="1028068" y="1942409"/>
                  </a:lnTo>
                  <a:lnTo>
                    <a:pt x="1028127" y="1941513"/>
                  </a:lnTo>
                  <a:lnTo>
                    <a:pt x="1027443" y="1939501"/>
                  </a:lnTo>
                  <a:lnTo>
                    <a:pt x="1027513" y="1938954"/>
                  </a:lnTo>
                  <a:lnTo>
                    <a:pt x="1026534" y="1937697"/>
                  </a:lnTo>
                  <a:lnTo>
                    <a:pt x="1025788" y="1934244"/>
                  </a:lnTo>
                  <a:lnTo>
                    <a:pt x="1025433" y="1933916"/>
                  </a:lnTo>
                  <a:lnTo>
                    <a:pt x="1025527" y="1933352"/>
                  </a:lnTo>
                  <a:lnTo>
                    <a:pt x="1024545" y="1931900"/>
                  </a:lnTo>
                  <a:lnTo>
                    <a:pt x="1024550" y="1931260"/>
                  </a:lnTo>
                  <a:lnTo>
                    <a:pt x="1024181" y="1930926"/>
                  </a:lnTo>
                  <a:lnTo>
                    <a:pt x="1024012" y="1930220"/>
                  </a:lnTo>
                  <a:lnTo>
                    <a:pt x="1023230" y="1929391"/>
                  </a:lnTo>
                  <a:lnTo>
                    <a:pt x="1023237" y="1928496"/>
                  </a:lnTo>
                  <a:lnTo>
                    <a:pt x="1022848" y="1927915"/>
                  </a:lnTo>
                  <a:lnTo>
                    <a:pt x="1023172" y="1926557"/>
                  </a:lnTo>
                  <a:lnTo>
                    <a:pt x="1023043" y="1925468"/>
                  </a:lnTo>
                  <a:lnTo>
                    <a:pt x="1023631" y="1923896"/>
                  </a:lnTo>
                  <a:lnTo>
                    <a:pt x="1023738" y="1922730"/>
                  </a:lnTo>
                  <a:lnTo>
                    <a:pt x="1024629" y="1920840"/>
                  </a:lnTo>
                  <a:lnTo>
                    <a:pt x="1023592" y="1918233"/>
                  </a:lnTo>
                  <a:lnTo>
                    <a:pt x="1023415" y="1915518"/>
                  </a:lnTo>
                  <a:lnTo>
                    <a:pt x="1023730" y="1914869"/>
                  </a:lnTo>
                  <a:lnTo>
                    <a:pt x="1023498" y="1914290"/>
                  </a:lnTo>
                  <a:lnTo>
                    <a:pt x="1023825" y="1913909"/>
                  </a:lnTo>
                  <a:lnTo>
                    <a:pt x="1024008" y="1913029"/>
                  </a:lnTo>
                  <a:lnTo>
                    <a:pt x="1023651" y="1912365"/>
                  </a:lnTo>
                  <a:lnTo>
                    <a:pt x="1023984" y="1911464"/>
                  </a:lnTo>
                  <a:lnTo>
                    <a:pt x="1025467" y="1909472"/>
                  </a:lnTo>
                  <a:lnTo>
                    <a:pt x="1025490" y="1908102"/>
                  </a:lnTo>
                  <a:lnTo>
                    <a:pt x="1024212" y="1907677"/>
                  </a:lnTo>
                  <a:lnTo>
                    <a:pt x="1023256" y="1906741"/>
                  </a:lnTo>
                  <a:lnTo>
                    <a:pt x="1022263" y="1906661"/>
                  </a:lnTo>
                  <a:lnTo>
                    <a:pt x="1021521" y="1906167"/>
                  </a:lnTo>
                  <a:lnTo>
                    <a:pt x="1021561" y="1905781"/>
                  </a:lnTo>
                  <a:lnTo>
                    <a:pt x="1020827" y="1905262"/>
                  </a:lnTo>
                  <a:lnTo>
                    <a:pt x="1020620" y="1905632"/>
                  </a:lnTo>
                  <a:lnTo>
                    <a:pt x="1020278" y="1905673"/>
                  </a:lnTo>
                  <a:lnTo>
                    <a:pt x="1020050" y="1905080"/>
                  </a:lnTo>
                  <a:lnTo>
                    <a:pt x="1018891" y="1905574"/>
                  </a:lnTo>
                  <a:lnTo>
                    <a:pt x="1019078" y="1906171"/>
                  </a:lnTo>
                  <a:lnTo>
                    <a:pt x="1018594" y="1907001"/>
                  </a:lnTo>
                  <a:lnTo>
                    <a:pt x="1017895" y="1907093"/>
                  </a:lnTo>
                  <a:lnTo>
                    <a:pt x="1017533" y="1906482"/>
                  </a:lnTo>
                  <a:lnTo>
                    <a:pt x="1017757" y="1906019"/>
                  </a:lnTo>
                  <a:lnTo>
                    <a:pt x="1015863" y="1906139"/>
                  </a:lnTo>
                  <a:lnTo>
                    <a:pt x="1015657" y="1906832"/>
                  </a:lnTo>
                  <a:lnTo>
                    <a:pt x="1015364" y="1906761"/>
                  </a:lnTo>
                  <a:lnTo>
                    <a:pt x="1015113" y="1906137"/>
                  </a:lnTo>
                  <a:lnTo>
                    <a:pt x="1013903" y="1906535"/>
                  </a:lnTo>
                  <a:lnTo>
                    <a:pt x="1013904" y="1906919"/>
                  </a:lnTo>
                  <a:lnTo>
                    <a:pt x="1014573" y="1907329"/>
                  </a:lnTo>
                  <a:lnTo>
                    <a:pt x="1014632" y="1907537"/>
                  </a:lnTo>
                  <a:lnTo>
                    <a:pt x="1014367" y="1907690"/>
                  </a:lnTo>
                  <a:lnTo>
                    <a:pt x="1013696" y="1907848"/>
                  </a:lnTo>
                  <a:lnTo>
                    <a:pt x="1012229" y="1906881"/>
                  </a:lnTo>
                  <a:lnTo>
                    <a:pt x="1011377" y="1907267"/>
                  </a:lnTo>
                  <a:lnTo>
                    <a:pt x="1010232" y="1908530"/>
                  </a:lnTo>
                  <a:lnTo>
                    <a:pt x="1009591" y="1908444"/>
                  </a:lnTo>
                  <a:lnTo>
                    <a:pt x="1009541" y="1907712"/>
                  </a:lnTo>
                  <a:lnTo>
                    <a:pt x="1010009" y="1906905"/>
                  </a:lnTo>
                  <a:lnTo>
                    <a:pt x="1009296" y="1905254"/>
                  </a:lnTo>
                  <a:lnTo>
                    <a:pt x="1008916" y="1903472"/>
                  </a:lnTo>
                  <a:lnTo>
                    <a:pt x="1009003" y="1902742"/>
                  </a:lnTo>
                  <a:lnTo>
                    <a:pt x="1008789" y="1902373"/>
                  </a:lnTo>
                  <a:lnTo>
                    <a:pt x="1007328" y="1902072"/>
                  </a:lnTo>
                  <a:lnTo>
                    <a:pt x="1006758" y="1901581"/>
                  </a:lnTo>
                  <a:lnTo>
                    <a:pt x="1005757" y="1901187"/>
                  </a:lnTo>
                  <a:lnTo>
                    <a:pt x="1005000" y="1899913"/>
                  </a:lnTo>
                  <a:lnTo>
                    <a:pt x="1004199" y="1899294"/>
                  </a:lnTo>
                  <a:lnTo>
                    <a:pt x="1003920" y="1898468"/>
                  </a:lnTo>
                  <a:lnTo>
                    <a:pt x="1003465" y="1898464"/>
                  </a:lnTo>
                  <a:lnTo>
                    <a:pt x="1000988" y="1896596"/>
                  </a:lnTo>
                  <a:lnTo>
                    <a:pt x="1000289" y="1895520"/>
                  </a:lnTo>
                  <a:lnTo>
                    <a:pt x="999012" y="1894439"/>
                  </a:lnTo>
                  <a:lnTo>
                    <a:pt x="997886" y="1892733"/>
                  </a:lnTo>
                  <a:lnTo>
                    <a:pt x="996959" y="1892295"/>
                  </a:lnTo>
                  <a:lnTo>
                    <a:pt x="996100" y="1891361"/>
                  </a:lnTo>
                  <a:lnTo>
                    <a:pt x="995755" y="1891461"/>
                  </a:lnTo>
                  <a:lnTo>
                    <a:pt x="995560" y="1891169"/>
                  </a:lnTo>
                  <a:lnTo>
                    <a:pt x="995195" y="1891397"/>
                  </a:lnTo>
                  <a:lnTo>
                    <a:pt x="994466" y="1891273"/>
                  </a:lnTo>
                  <a:lnTo>
                    <a:pt x="994512" y="1891015"/>
                  </a:lnTo>
                  <a:lnTo>
                    <a:pt x="994173" y="1890800"/>
                  </a:lnTo>
                  <a:lnTo>
                    <a:pt x="992732" y="1891211"/>
                  </a:lnTo>
                  <a:lnTo>
                    <a:pt x="992475" y="1891097"/>
                  </a:lnTo>
                  <a:lnTo>
                    <a:pt x="992576" y="1890917"/>
                  </a:lnTo>
                  <a:lnTo>
                    <a:pt x="992030" y="1890889"/>
                  </a:lnTo>
                  <a:lnTo>
                    <a:pt x="992055" y="1890449"/>
                  </a:lnTo>
                  <a:lnTo>
                    <a:pt x="991629" y="1890318"/>
                  </a:lnTo>
                  <a:lnTo>
                    <a:pt x="991665" y="1889020"/>
                  </a:lnTo>
                  <a:lnTo>
                    <a:pt x="989977" y="1889701"/>
                  </a:lnTo>
                  <a:lnTo>
                    <a:pt x="986866" y="1889737"/>
                  </a:lnTo>
                  <a:lnTo>
                    <a:pt x="986765" y="1890324"/>
                  </a:lnTo>
                  <a:lnTo>
                    <a:pt x="985249" y="1890563"/>
                  </a:lnTo>
                  <a:lnTo>
                    <a:pt x="984764" y="1890179"/>
                  </a:lnTo>
                  <a:lnTo>
                    <a:pt x="980697" y="1889912"/>
                  </a:lnTo>
                  <a:lnTo>
                    <a:pt x="978422" y="1890798"/>
                  </a:lnTo>
                  <a:lnTo>
                    <a:pt x="977167" y="1891759"/>
                  </a:lnTo>
                  <a:lnTo>
                    <a:pt x="976534" y="1891985"/>
                  </a:lnTo>
                  <a:lnTo>
                    <a:pt x="976575" y="1890232"/>
                  </a:lnTo>
                  <a:lnTo>
                    <a:pt x="976182" y="1889710"/>
                  </a:lnTo>
                  <a:lnTo>
                    <a:pt x="975355" y="1889347"/>
                  </a:lnTo>
                  <a:lnTo>
                    <a:pt x="975430" y="1889002"/>
                  </a:lnTo>
                  <a:lnTo>
                    <a:pt x="969597" y="1887686"/>
                  </a:lnTo>
                  <a:lnTo>
                    <a:pt x="968336" y="1888011"/>
                  </a:lnTo>
                  <a:lnTo>
                    <a:pt x="966143" y="1888157"/>
                  </a:lnTo>
                  <a:lnTo>
                    <a:pt x="962117" y="1889319"/>
                  </a:lnTo>
                  <a:lnTo>
                    <a:pt x="960587" y="1889230"/>
                  </a:lnTo>
                  <a:lnTo>
                    <a:pt x="959861" y="1889382"/>
                  </a:lnTo>
                  <a:lnTo>
                    <a:pt x="959442" y="1889470"/>
                  </a:lnTo>
                  <a:lnTo>
                    <a:pt x="958647" y="1889109"/>
                  </a:lnTo>
                  <a:lnTo>
                    <a:pt x="957835" y="1887481"/>
                  </a:lnTo>
                  <a:lnTo>
                    <a:pt x="956542" y="1887068"/>
                  </a:lnTo>
                  <a:lnTo>
                    <a:pt x="954928" y="1886097"/>
                  </a:lnTo>
                  <a:lnTo>
                    <a:pt x="951925" y="1886061"/>
                  </a:lnTo>
                  <a:lnTo>
                    <a:pt x="948300" y="1886543"/>
                  </a:lnTo>
                  <a:lnTo>
                    <a:pt x="946995" y="1887042"/>
                  </a:lnTo>
                  <a:lnTo>
                    <a:pt x="945202" y="1888632"/>
                  </a:lnTo>
                  <a:lnTo>
                    <a:pt x="944093" y="1889792"/>
                  </a:lnTo>
                  <a:lnTo>
                    <a:pt x="941941" y="1893125"/>
                  </a:lnTo>
                  <a:lnTo>
                    <a:pt x="940948" y="1893944"/>
                  </a:lnTo>
                  <a:lnTo>
                    <a:pt x="939961" y="1895517"/>
                  </a:lnTo>
                  <a:lnTo>
                    <a:pt x="939125" y="1895723"/>
                  </a:lnTo>
                  <a:lnTo>
                    <a:pt x="938604" y="1896767"/>
                  </a:lnTo>
                  <a:lnTo>
                    <a:pt x="937676" y="1896956"/>
                  </a:lnTo>
                  <a:lnTo>
                    <a:pt x="936955" y="1897580"/>
                  </a:lnTo>
                  <a:lnTo>
                    <a:pt x="936487" y="1897475"/>
                  </a:lnTo>
                  <a:lnTo>
                    <a:pt x="935166" y="1897749"/>
                  </a:lnTo>
                  <a:lnTo>
                    <a:pt x="933671" y="1897106"/>
                  </a:lnTo>
                  <a:lnTo>
                    <a:pt x="933330" y="1897380"/>
                  </a:lnTo>
                  <a:lnTo>
                    <a:pt x="932270" y="1896789"/>
                  </a:lnTo>
                  <a:lnTo>
                    <a:pt x="932025" y="1896125"/>
                  </a:lnTo>
                  <a:lnTo>
                    <a:pt x="932138" y="1895752"/>
                  </a:lnTo>
                  <a:lnTo>
                    <a:pt x="931822" y="1895448"/>
                  </a:lnTo>
                  <a:lnTo>
                    <a:pt x="931151" y="1895299"/>
                  </a:lnTo>
                  <a:lnTo>
                    <a:pt x="930519" y="1894842"/>
                  </a:lnTo>
                  <a:lnTo>
                    <a:pt x="929822" y="1894782"/>
                  </a:lnTo>
                  <a:lnTo>
                    <a:pt x="929418" y="1894458"/>
                  </a:lnTo>
                  <a:lnTo>
                    <a:pt x="926437" y="1895912"/>
                  </a:lnTo>
                  <a:lnTo>
                    <a:pt x="925928" y="1895844"/>
                  </a:lnTo>
                  <a:lnTo>
                    <a:pt x="925788" y="1895427"/>
                  </a:lnTo>
                  <a:lnTo>
                    <a:pt x="925363" y="1895183"/>
                  </a:lnTo>
                  <a:lnTo>
                    <a:pt x="923989" y="1895157"/>
                  </a:lnTo>
                  <a:lnTo>
                    <a:pt x="922731" y="1896290"/>
                  </a:lnTo>
                  <a:lnTo>
                    <a:pt x="922777" y="1896606"/>
                  </a:lnTo>
                  <a:lnTo>
                    <a:pt x="922346" y="1897020"/>
                  </a:lnTo>
                  <a:lnTo>
                    <a:pt x="922346" y="1897668"/>
                  </a:lnTo>
                  <a:lnTo>
                    <a:pt x="921915" y="1898129"/>
                  </a:lnTo>
                  <a:lnTo>
                    <a:pt x="921503" y="1898229"/>
                  </a:lnTo>
                  <a:lnTo>
                    <a:pt x="921225" y="1898858"/>
                  </a:lnTo>
                  <a:lnTo>
                    <a:pt x="920420" y="1899517"/>
                  </a:lnTo>
                  <a:lnTo>
                    <a:pt x="919900" y="1899579"/>
                  </a:lnTo>
                  <a:lnTo>
                    <a:pt x="919119" y="1899246"/>
                  </a:lnTo>
                  <a:lnTo>
                    <a:pt x="918666" y="1899447"/>
                  </a:lnTo>
                  <a:lnTo>
                    <a:pt x="916385" y="1897937"/>
                  </a:lnTo>
                  <a:lnTo>
                    <a:pt x="915338" y="1897877"/>
                  </a:lnTo>
                  <a:lnTo>
                    <a:pt x="915365" y="1897710"/>
                  </a:lnTo>
                  <a:lnTo>
                    <a:pt x="914646" y="1897554"/>
                  </a:lnTo>
                  <a:lnTo>
                    <a:pt x="914220" y="1897800"/>
                  </a:lnTo>
                  <a:lnTo>
                    <a:pt x="912180" y="1898123"/>
                  </a:lnTo>
                  <a:lnTo>
                    <a:pt x="911535" y="1897974"/>
                  </a:lnTo>
                  <a:lnTo>
                    <a:pt x="910386" y="1898653"/>
                  </a:lnTo>
                  <a:lnTo>
                    <a:pt x="910072" y="1898634"/>
                  </a:lnTo>
                  <a:lnTo>
                    <a:pt x="910258" y="1900614"/>
                  </a:lnTo>
                  <a:lnTo>
                    <a:pt x="909681" y="1901099"/>
                  </a:lnTo>
                  <a:lnTo>
                    <a:pt x="909638" y="1901707"/>
                  </a:lnTo>
                  <a:lnTo>
                    <a:pt x="908558" y="1902259"/>
                  </a:lnTo>
                  <a:lnTo>
                    <a:pt x="907722" y="1904152"/>
                  </a:lnTo>
                  <a:lnTo>
                    <a:pt x="907931" y="1904965"/>
                  </a:lnTo>
                  <a:lnTo>
                    <a:pt x="908783" y="1905533"/>
                  </a:lnTo>
                  <a:lnTo>
                    <a:pt x="908637" y="1906108"/>
                  </a:lnTo>
                  <a:lnTo>
                    <a:pt x="908819" y="1906816"/>
                  </a:lnTo>
                  <a:lnTo>
                    <a:pt x="908463" y="1908493"/>
                  </a:lnTo>
                  <a:lnTo>
                    <a:pt x="907653" y="1910240"/>
                  </a:lnTo>
                  <a:lnTo>
                    <a:pt x="907219" y="1910480"/>
                  </a:lnTo>
                  <a:lnTo>
                    <a:pt x="906606" y="1910337"/>
                  </a:lnTo>
                  <a:lnTo>
                    <a:pt x="906327" y="1910916"/>
                  </a:lnTo>
                  <a:lnTo>
                    <a:pt x="906405" y="1911257"/>
                  </a:lnTo>
                  <a:lnTo>
                    <a:pt x="907021" y="1911017"/>
                  </a:lnTo>
                  <a:lnTo>
                    <a:pt x="907315" y="1912033"/>
                  </a:lnTo>
                  <a:lnTo>
                    <a:pt x="906972" y="1912658"/>
                  </a:lnTo>
                  <a:lnTo>
                    <a:pt x="906554" y="1912669"/>
                  </a:lnTo>
                  <a:lnTo>
                    <a:pt x="906637" y="1913447"/>
                  </a:lnTo>
                  <a:lnTo>
                    <a:pt x="906447" y="1913750"/>
                  </a:lnTo>
                  <a:lnTo>
                    <a:pt x="906083" y="1913729"/>
                  </a:lnTo>
                  <a:lnTo>
                    <a:pt x="906068" y="1914164"/>
                  </a:lnTo>
                  <a:lnTo>
                    <a:pt x="905707" y="1914603"/>
                  </a:lnTo>
                  <a:lnTo>
                    <a:pt x="906045" y="1915406"/>
                  </a:lnTo>
                  <a:lnTo>
                    <a:pt x="905905" y="1916139"/>
                  </a:lnTo>
                  <a:lnTo>
                    <a:pt x="904634" y="1916220"/>
                  </a:lnTo>
                  <a:lnTo>
                    <a:pt x="904235" y="1916483"/>
                  </a:lnTo>
                  <a:lnTo>
                    <a:pt x="905625" y="1918740"/>
                  </a:lnTo>
                  <a:lnTo>
                    <a:pt x="904857" y="1918951"/>
                  </a:lnTo>
                  <a:lnTo>
                    <a:pt x="904824" y="1919139"/>
                  </a:lnTo>
                  <a:lnTo>
                    <a:pt x="905893" y="1920146"/>
                  </a:lnTo>
                  <a:lnTo>
                    <a:pt x="905712" y="1921512"/>
                  </a:lnTo>
                  <a:lnTo>
                    <a:pt x="906396" y="1921734"/>
                  </a:lnTo>
                  <a:lnTo>
                    <a:pt x="906544" y="1922465"/>
                  </a:lnTo>
                  <a:lnTo>
                    <a:pt x="907243" y="1922491"/>
                  </a:lnTo>
                  <a:lnTo>
                    <a:pt x="907094" y="1923713"/>
                  </a:lnTo>
                  <a:lnTo>
                    <a:pt x="906661" y="1924222"/>
                  </a:lnTo>
                  <a:lnTo>
                    <a:pt x="907072" y="1924730"/>
                  </a:lnTo>
                  <a:lnTo>
                    <a:pt x="907319" y="1926198"/>
                  </a:lnTo>
                  <a:lnTo>
                    <a:pt x="906800" y="1926999"/>
                  </a:lnTo>
                  <a:lnTo>
                    <a:pt x="907666" y="1928270"/>
                  </a:lnTo>
                  <a:lnTo>
                    <a:pt x="907675" y="1928607"/>
                  </a:lnTo>
                  <a:lnTo>
                    <a:pt x="906925" y="1929661"/>
                  </a:lnTo>
                  <a:lnTo>
                    <a:pt x="907372" y="1930762"/>
                  </a:lnTo>
                  <a:lnTo>
                    <a:pt x="906703" y="1931161"/>
                  </a:lnTo>
                  <a:lnTo>
                    <a:pt x="906535" y="1932215"/>
                  </a:lnTo>
                  <a:lnTo>
                    <a:pt x="906053" y="1932393"/>
                  </a:lnTo>
                  <a:lnTo>
                    <a:pt x="905402" y="1932201"/>
                  </a:lnTo>
                  <a:lnTo>
                    <a:pt x="905051" y="1931637"/>
                  </a:lnTo>
                  <a:lnTo>
                    <a:pt x="904697" y="1931664"/>
                  </a:lnTo>
                  <a:lnTo>
                    <a:pt x="904178" y="1932471"/>
                  </a:lnTo>
                  <a:lnTo>
                    <a:pt x="903206" y="1932986"/>
                  </a:lnTo>
                  <a:lnTo>
                    <a:pt x="902901" y="1934197"/>
                  </a:lnTo>
                  <a:lnTo>
                    <a:pt x="903572" y="1934804"/>
                  </a:lnTo>
                  <a:lnTo>
                    <a:pt x="903316" y="1935208"/>
                  </a:lnTo>
                  <a:lnTo>
                    <a:pt x="902008" y="1935933"/>
                  </a:lnTo>
                  <a:lnTo>
                    <a:pt x="901991" y="1937615"/>
                  </a:lnTo>
                  <a:lnTo>
                    <a:pt x="901803" y="1938068"/>
                  </a:lnTo>
                  <a:lnTo>
                    <a:pt x="902120" y="1939504"/>
                  </a:lnTo>
                  <a:lnTo>
                    <a:pt x="902886" y="1941087"/>
                  </a:lnTo>
                  <a:lnTo>
                    <a:pt x="902966" y="1942259"/>
                  </a:lnTo>
                  <a:lnTo>
                    <a:pt x="901229" y="1944277"/>
                  </a:lnTo>
                  <a:lnTo>
                    <a:pt x="901005" y="1945686"/>
                  </a:lnTo>
                  <a:lnTo>
                    <a:pt x="900402" y="1946578"/>
                  </a:lnTo>
                  <a:lnTo>
                    <a:pt x="899747" y="1946686"/>
                  </a:lnTo>
                  <a:lnTo>
                    <a:pt x="899228" y="1947308"/>
                  </a:lnTo>
                  <a:lnTo>
                    <a:pt x="896949" y="1947385"/>
                  </a:lnTo>
                  <a:lnTo>
                    <a:pt x="896483" y="1946882"/>
                  </a:lnTo>
                  <a:lnTo>
                    <a:pt x="893815" y="1946075"/>
                  </a:lnTo>
                  <a:lnTo>
                    <a:pt x="893314" y="1945500"/>
                  </a:lnTo>
                  <a:lnTo>
                    <a:pt x="872671" y="1942643"/>
                  </a:lnTo>
                  <a:lnTo>
                    <a:pt x="870999" y="1942622"/>
                  </a:lnTo>
                  <a:lnTo>
                    <a:pt x="869783" y="1943535"/>
                  </a:lnTo>
                  <a:lnTo>
                    <a:pt x="869189" y="1943414"/>
                  </a:lnTo>
                  <a:lnTo>
                    <a:pt x="868956" y="1943713"/>
                  </a:lnTo>
                  <a:lnTo>
                    <a:pt x="867930" y="1943564"/>
                  </a:lnTo>
                  <a:lnTo>
                    <a:pt x="867753" y="1943985"/>
                  </a:lnTo>
                  <a:lnTo>
                    <a:pt x="868009" y="1944816"/>
                  </a:lnTo>
                  <a:lnTo>
                    <a:pt x="867636" y="1945085"/>
                  </a:lnTo>
                  <a:lnTo>
                    <a:pt x="865927" y="1944065"/>
                  </a:lnTo>
                  <a:lnTo>
                    <a:pt x="863188" y="1944114"/>
                  </a:lnTo>
                  <a:lnTo>
                    <a:pt x="861196" y="1943354"/>
                  </a:lnTo>
                  <a:lnTo>
                    <a:pt x="860915" y="1942511"/>
                  </a:lnTo>
                  <a:lnTo>
                    <a:pt x="858168" y="1941363"/>
                  </a:lnTo>
                  <a:lnTo>
                    <a:pt x="857212" y="1940602"/>
                  </a:lnTo>
                  <a:lnTo>
                    <a:pt x="856366" y="1940451"/>
                  </a:lnTo>
                  <a:lnTo>
                    <a:pt x="855978" y="1940120"/>
                  </a:lnTo>
                  <a:lnTo>
                    <a:pt x="855596" y="1939111"/>
                  </a:lnTo>
                  <a:lnTo>
                    <a:pt x="852758" y="1938593"/>
                  </a:lnTo>
                  <a:lnTo>
                    <a:pt x="851544" y="1937462"/>
                  </a:lnTo>
                  <a:lnTo>
                    <a:pt x="850999" y="1937228"/>
                  </a:lnTo>
                  <a:lnTo>
                    <a:pt x="849841" y="1937394"/>
                  </a:lnTo>
                  <a:lnTo>
                    <a:pt x="847972" y="1937013"/>
                  </a:lnTo>
                  <a:lnTo>
                    <a:pt x="847095" y="1937062"/>
                  </a:lnTo>
                  <a:lnTo>
                    <a:pt x="844872" y="1935738"/>
                  </a:lnTo>
                  <a:lnTo>
                    <a:pt x="842316" y="1935031"/>
                  </a:lnTo>
                  <a:lnTo>
                    <a:pt x="841132" y="1935906"/>
                  </a:lnTo>
                  <a:lnTo>
                    <a:pt x="837619" y="1936766"/>
                  </a:lnTo>
                  <a:lnTo>
                    <a:pt x="835725" y="1937638"/>
                  </a:lnTo>
                  <a:lnTo>
                    <a:pt x="832633" y="1938177"/>
                  </a:lnTo>
                  <a:lnTo>
                    <a:pt x="827662" y="1940264"/>
                  </a:lnTo>
                  <a:lnTo>
                    <a:pt x="824251" y="1939876"/>
                  </a:lnTo>
                  <a:lnTo>
                    <a:pt x="823105" y="1941157"/>
                  </a:lnTo>
                  <a:lnTo>
                    <a:pt x="822982" y="1942275"/>
                  </a:lnTo>
                  <a:lnTo>
                    <a:pt x="823189" y="1944780"/>
                  </a:lnTo>
                  <a:lnTo>
                    <a:pt x="822036" y="1947076"/>
                  </a:lnTo>
                  <a:lnTo>
                    <a:pt x="821970" y="1947429"/>
                  </a:lnTo>
                  <a:lnTo>
                    <a:pt x="822218" y="1947736"/>
                  </a:lnTo>
                  <a:lnTo>
                    <a:pt x="822053" y="1948616"/>
                  </a:lnTo>
                  <a:lnTo>
                    <a:pt x="821391" y="1949189"/>
                  </a:lnTo>
                  <a:lnTo>
                    <a:pt x="818128" y="1949797"/>
                  </a:lnTo>
                  <a:lnTo>
                    <a:pt x="816703" y="1950779"/>
                  </a:lnTo>
                  <a:lnTo>
                    <a:pt x="816257" y="1950773"/>
                  </a:lnTo>
                  <a:lnTo>
                    <a:pt x="816015" y="1951002"/>
                  </a:lnTo>
                  <a:lnTo>
                    <a:pt x="816143" y="1951873"/>
                  </a:lnTo>
                  <a:lnTo>
                    <a:pt x="814767" y="1953151"/>
                  </a:lnTo>
                  <a:lnTo>
                    <a:pt x="814952" y="1954004"/>
                  </a:lnTo>
                  <a:lnTo>
                    <a:pt x="814501" y="1955278"/>
                  </a:lnTo>
                  <a:lnTo>
                    <a:pt x="814775" y="1955969"/>
                  </a:lnTo>
                  <a:lnTo>
                    <a:pt x="814310" y="1956273"/>
                  </a:lnTo>
                  <a:lnTo>
                    <a:pt x="814600" y="1957498"/>
                  </a:lnTo>
                  <a:lnTo>
                    <a:pt x="814121" y="1960760"/>
                  </a:lnTo>
                  <a:lnTo>
                    <a:pt x="812812" y="1962161"/>
                  </a:lnTo>
                  <a:lnTo>
                    <a:pt x="814125" y="1963399"/>
                  </a:lnTo>
                  <a:lnTo>
                    <a:pt x="812617" y="1965772"/>
                  </a:lnTo>
                  <a:lnTo>
                    <a:pt x="813328" y="1968065"/>
                  </a:lnTo>
                  <a:lnTo>
                    <a:pt x="813421" y="1969182"/>
                  </a:lnTo>
                  <a:lnTo>
                    <a:pt x="807449" y="1973605"/>
                  </a:lnTo>
                  <a:lnTo>
                    <a:pt x="808999" y="1978844"/>
                  </a:lnTo>
                  <a:lnTo>
                    <a:pt x="809140" y="1980788"/>
                  </a:lnTo>
                  <a:lnTo>
                    <a:pt x="810693" y="1981464"/>
                  </a:lnTo>
                  <a:lnTo>
                    <a:pt x="812836" y="1981658"/>
                  </a:lnTo>
                  <a:lnTo>
                    <a:pt x="815368" y="1980512"/>
                  </a:lnTo>
                  <a:lnTo>
                    <a:pt x="817601" y="1983109"/>
                  </a:lnTo>
                  <a:lnTo>
                    <a:pt x="815199" y="1985965"/>
                  </a:lnTo>
                  <a:lnTo>
                    <a:pt x="816326" y="1988933"/>
                  </a:lnTo>
                  <a:lnTo>
                    <a:pt x="818141" y="1990204"/>
                  </a:lnTo>
                  <a:lnTo>
                    <a:pt x="817963" y="1991707"/>
                  </a:lnTo>
                  <a:lnTo>
                    <a:pt x="818132" y="1992295"/>
                  </a:lnTo>
                  <a:lnTo>
                    <a:pt x="816505" y="1994501"/>
                  </a:lnTo>
                  <a:lnTo>
                    <a:pt x="815540" y="1996806"/>
                  </a:lnTo>
                  <a:lnTo>
                    <a:pt x="814201" y="1997359"/>
                  </a:lnTo>
                  <a:lnTo>
                    <a:pt x="811845" y="2000441"/>
                  </a:lnTo>
                  <a:lnTo>
                    <a:pt x="810388" y="2003338"/>
                  </a:lnTo>
                  <a:lnTo>
                    <a:pt x="808319" y="2004860"/>
                  </a:lnTo>
                  <a:lnTo>
                    <a:pt x="808042" y="2007376"/>
                  </a:lnTo>
                  <a:lnTo>
                    <a:pt x="806693" y="2007975"/>
                  </a:lnTo>
                  <a:lnTo>
                    <a:pt x="804567" y="2006871"/>
                  </a:lnTo>
                  <a:lnTo>
                    <a:pt x="800707" y="2004394"/>
                  </a:lnTo>
                  <a:lnTo>
                    <a:pt x="798492" y="2003728"/>
                  </a:lnTo>
                  <a:lnTo>
                    <a:pt x="793909" y="2004520"/>
                  </a:lnTo>
                  <a:lnTo>
                    <a:pt x="790058" y="2004313"/>
                  </a:lnTo>
                  <a:lnTo>
                    <a:pt x="789360" y="2003143"/>
                  </a:lnTo>
                  <a:lnTo>
                    <a:pt x="784207" y="2004390"/>
                  </a:lnTo>
                  <a:lnTo>
                    <a:pt x="780329" y="2004827"/>
                  </a:lnTo>
                  <a:lnTo>
                    <a:pt x="777073" y="2006216"/>
                  </a:lnTo>
                  <a:lnTo>
                    <a:pt x="773670" y="2008279"/>
                  </a:lnTo>
                  <a:lnTo>
                    <a:pt x="769976" y="2004393"/>
                  </a:lnTo>
                  <a:lnTo>
                    <a:pt x="767978" y="2004363"/>
                  </a:lnTo>
                  <a:lnTo>
                    <a:pt x="763238" y="2001058"/>
                  </a:lnTo>
                  <a:lnTo>
                    <a:pt x="762691" y="2002092"/>
                  </a:lnTo>
                  <a:lnTo>
                    <a:pt x="758893" y="2002165"/>
                  </a:lnTo>
                  <a:lnTo>
                    <a:pt x="758558" y="2001524"/>
                  </a:lnTo>
                  <a:lnTo>
                    <a:pt x="757483" y="2001154"/>
                  </a:lnTo>
                  <a:lnTo>
                    <a:pt x="755703" y="2002398"/>
                  </a:lnTo>
                  <a:lnTo>
                    <a:pt x="753276" y="2002820"/>
                  </a:lnTo>
                  <a:lnTo>
                    <a:pt x="751717" y="2001932"/>
                  </a:lnTo>
                  <a:lnTo>
                    <a:pt x="750833" y="2002151"/>
                  </a:lnTo>
                  <a:lnTo>
                    <a:pt x="749001" y="2003347"/>
                  </a:lnTo>
                  <a:lnTo>
                    <a:pt x="748130" y="2003135"/>
                  </a:lnTo>
                  <a:lnTo>
                    <a:pt x="746568" y="2001878"/>
                  </a:lnTo>
                  <a:lnTo>
                    <a:pt x="746409" y="2000533"/>
                  </a:lnTo>
                  <a:lnTo>
                    <a:pt x="745306" y="2000394"/>
                  </a:lnTo>
                  <a:lnTo>
                    <a:pt x="743316" y="1996893"/>
                  </a:lnTo>
                  <a:lnTo>
                    <a:pt x="742188" y="1996770"/>
                  </a:lnTo>
                  <a:lnTo>
                    <a:pt x="741514" y="1997112"/>
                  </a:lnTo>
                  <a:lnTo>
                    <a:pt x="738677" y="2000197"/>
                  </a:lnTo>
                  <a:lnTo>
                    <a:pt x="737420" y="2002343"/>
                  </a:lnTo>
                  <a:lnTo>
                    <a:pt x="737181" y="2005361"/>
                  </a:lnTo>
                  <a:lnTo>
                    <a:pt x="734979" y="2010400"/>
                  </a:lnTo>
                  <a:lnTo>
                    <a:pt x="732537" y="2010405"/>
                  </a:lnTo>
                  <a:lnTo>
                    <a:pt x="733964" y="2014438"/>
                  </a:lnTo>
                  <a:lnTo>
                    <a:pt x="735033" y="2016194"/>
                  </a:lnTo>
                  <a:lnTo>
                    <a:pt x="735052" y="2016944"/>
                  </a:lnTo>
                  <a:lnTo>
                    <a:pt x="734300" y="2018627"/>
                  </a:lnTo>
                  <a:lnTo>
                    <a:pt x="732817" y="2019628"/>
                  </a:lnTo>
                  <a:lnTo>
                    <a:pt x="728370" y="2021394"/>
                  </a:lnTo>
                  <a:lnTo>
                    <a:pt x="724361" y="2020937"/>
                  </a:lnTo>
                  <a:lnTo>
                    <a:pt x="721114" y="2022531"/>
                  </a:lnTo>
                  <a:lnTo>
                    <a:pt x="717504" y="2023642"/>
                  </a:lnTo>
                  <a:lnTo>
                    <a:pt x="715580" y="2023901"/>
                  </a:lnTo>
                  <a:lnTo>
                    <a:pt x="708051" y="2025732"/>
                  </a:lnTo>
                  <a:lnTo>
                    <a:pt x="705463" y="2026156"/>
                  </a:lnTo>
                  <a:lnTo>
                    <a:pt x="698469" y="2026659"/>
                  </a:lnTo>
                  <a:lnTo>
                    <a:pt x="695637" y="2028055"/>
                  </a:lnTo>
                  <a:lnTo>
                    <a:pt x="692180" y="2029050"/>
                  </a:lnTo>
                  <a:lnTo>
                    <a:pt x="689227" y="2029497"/>
                  </a:lnTo>
                  <a:lnTo>
                    <a:pt x="689206" y="2029702"/>
                  </a:lnTo>
                  <a:lnTo>
                    <a:pt x="685623" y="2029294"/>
                  </a:lnTo>
                  <a:lnTo>
                    <a:pt x="684019" y="2029491"/>
                  </a:lnTo>
                  <a:lnTo>
                    <a:pt x="683545" y="2028036"/>
                  </a:lnTo>
                  <a:lnTo>
                    <a:pt x="678252" y="2027756"/>
                  </a:lnTo>
                  <a:lnTo>
                    <a:pt x="675965" y="2028547"/>
                  </a:lnTo>
                  <a:lnTo>
                    <a:pt x="674495" y="2028225"/>
                  </a:lnTo>
                  <a:lnTo>
                    <a:pt x="673134" y="2029095"/>
                  </a:lnTo>
                  <a:lnTo>
                    <a:pt x="671883" y="2029037"/>
                  </a:lnTo>
                  <a:lnTo>
                    <a:pt x="670832" y="2028449"/>
                  </a:lnTo>
                  <a:lnTo>
                    <a:pt x="669848" y="2028639"/>
                  </a:lnTo>
                  <a:lnTo>
                    <a:pt x="668047" y="2031102"/>
                  </a:lnTo>
                  <a:lnTo>
                    <a:pt x="667142" y="2031703"/>
                  </a:lnTo>
                  <a:lnTo>
                    <a:pt x="664627" y="2031218"/>
                  </a:lnTo>
                  <a:lnTo>
                    <a:pt x="662540" y="2030063"/>
                  </a:lnTo>
                  <a:lnTo>
                    <a:pt x="661527" y="2029847"/>
                  </a:lnTo>
                  <a:lnTo>
                    <a:pt x="661003" y="2029967"/>
                  </a:lnTo>
                  <a:lnTo>
                    <a:pt x="658366" y="2031646"/>
                  </a:lnTo>
                  <a:lnTo>
                    <a:pt x="656238" y="2032225"/>
                  </a:lnTo>
                  <a:lnTo>
                    <a:pt x="654036" y="2031635"/>
                  </a:lnTo>
                  <a:lnTo>
                    <a:pt x="653340" y="2031657"/>
                  </a:lnTo>
                  <a:lnTo>
                    <a:pt x="653488" y="2031439"/>
                  </a:lnTo>
                  <a:lnTo>
                    <a:pt x="630413" y="2013106"/>
                  </a:lnTo>
                  <a:lnTo>
                    <a:pt x="629283" y="2013498"/>
                  </a:lnTo>
                  <a:lnTo>
                    <a:pt x="626202" y="2013259"/>
                  </a:lnTo>
                  <a:lnTo>
                    <a:pt x="624826" y="2013547"/>
                  </a:lnTo>
                  <a:lnTo>
                    <a:pt x="624581" y="2013418"/>
                  </a:lnTo>
                  <a:lnTo>
                    <a:pt x="623515" y="2013983"/>
                  </a:lnTo>
                  <a:lnTo>
                    <a:pt x="623190" y="2015565"/>
                  </a:lnTo>
                  <a:lnTo>
                    <a:pt x="620813" y="2018020"/>
                  </a:lnTo>
                  <a:lnTo>
                    <a:pt x="620216" y="2018377"/>
                  </a:lnTo>
                  <a:lnTo>
                    <a:pt x="618186" y="2018892"/>
                  </a:lnTo>
                  <a:lnTo>
                    <a:pt x="616341" y="2021092"/>
                  </a:lnTo>
                  <a:lnTo>
                    <a:pt x="611063" y="2022943"/>
                  </a:lnTo>
                  <a:lnTo>
                    <a:pt x="609119" y="2024228"/>
                  </a:lnTo>
                  <a:lnTo>
                    <a:pt x="606413" y="2024571"/>
                  </a:lnTo>
                  <a:lnTo>
                    <a:pt x="604085" y="2026071"/>
                  </a:lnTo>
                  <a:lnTo>
                    <a:pt x="602151" y="2026241"/>
                  </a:lnTo>
                  <a:lnTo>
                    <a:pt x="596927" y="2027497"/>
                  </a:lnTo>
                  <a:lnTo>
                    <a:pt x="595900" y="2028668"/>
                  </a:lnTo>
                  <a:lnTo>
                    <a:pt x="590651" y="2031931"/>
                  </a:lnTo>
                  <a:lnTo>
                    <a:pt x="586076" y="2032461"/>
                  </a:lnTo>
                  <a:lnTo>
                    <a:pt x="581349" y="2033476"/>
                  </a:lnTo>
                  <a:lnTo>
                    <a:pt x="579124" y="2034253"/>
                  </a:lnTo>
                  <a:lnTo>
                    <a:pt x="575172" y="2033520"/>
                  </a:lnTo>
                  <a:lnTo>
                    <a:pt x="570154" y="2030289"/>
                  </a:lnTo>
                  <a:lnTo>
                    <a:pt x="566237" y="2029041"/>
                  </a:lnTo>
                  <a:lnTo>
                    <a:pt x="564458" y="2029039"/>
                  </a:lnTo>
                  <a:lnTo>
                    <a:pt x="562427" y="2031967"/>
                  </a:lnTo>
                  <a:lnTo>
                    <a:pt x="559460" y="2035143"/>
                  </a:lnTo>
                  <a:lnTo>
                    <a:pt x="559876" y="2037456"/>
                  </a:lnTo>
                  <a:lnTo>
                    <a:pt x="559108" y="2039226"/>
                  </a:lnTo>
                  <a:lnTo>
                    <a:pt x="554629" y="2040975"/>
                  </a:lnTo>
                  <a:lnTo>
                    <a:pt x="549611" y="2042031"/>
                  </a:lnTo>
                  <a:lnTo>
                    <a:pt x="544829" y="2045785"/>
                  </a:lnTo>
                  <a:lnTo>
                    <a:pt x="542491" y="2046561"/>
                  </a:lnTo>
                  <a:lnTo>
                    <a:pt x="541515" y="2048585"/>
                  </a:lnTo>
                  <a:lnTo>
                    <a:pt x="539181" y="2051855"/>
                  </a:lnTo>
                  <a:lnTo>
                    <a:pt x="536620" y="2054906"/>
                  </a:lnTo>
                  <a:lnTo>
                    <a:pt x="532436" y="2057974"/>
                  </a:lnTo>
                  <a:lnTo>
                    <a:pt x="533097" y="2060499"/>
                  </a:lnTo>
                  <a:lnTo>
                    <a:pt x="530101" y="2064196"/>
                  </a:lnTo>
                  <a:lnTo>
                    <a:pt x="526482" y="2066513"/>
                  </a:lnTo>
                  <a:lnTo>
                    <a:pt x="525399" y="2069430"/>
                  </a:lnTo>
                  <a:lnTo>
                    <a:pt x="520907" y="2071703"/>
                  </a:lnTo>
                  <a:lnTo>
                    <a:pt x="520009" y="2074713"/>
                  </a:lnTo>
                  <a:lnTo>
                    <a:pt x="519618" y="2078796"/>
                  </a:lnTo>
                  <a:lnTo>
                    <a:pt x="517252" y="2082378"/>
                  </a:lnTo>
                  <a:lnTo>
                    <a:pt x="503675" y="2082443"/>
                  </a:lnTo>
                  <a:lnTo>
                    <a:pt x="501322" y="2085320"/>
                  </a:lnTo>
                  <a:lnTo>
                    <a:pt x="498211" y="2082985"/>
                  </a:lnTo>
                  <a:lnTo>
                    <a:pt x="495284" y="2083840"/>
                  </a:lnTo>
                  <a:lnTo>
                    <a:pt x="494181" y="2083614"/>
                  </a:lnTo>
                  <a:lnTo>
                    <a:pt x="488800" y="2082658"/>
                  </a:lnTo>
                  <a:lnTo>
                    <a:pt x="485184" y="2082614"/>
                  </a:lnTo>
                  <a:lnTo>
                    <a:pt x="480771" y="2079208"/>
                  </a:lnTo>
                  <a:lnTo>
                    <a:pt x="469694" y="2078862"/>
                  </a:lnTo>
                  <a:lnTo>
                    <a:pt x="469076" y="2078087"/>
                  </a:lnTo>
                  <a:lnTo>
                    <a:pt x="462306" y="2074916"/>
                  </a:lnTo>
                  <a:lnTo>
                    <a:pt x="463009" y="2071762"/>
                  </a:lnTo>
                  <a:lnTo>
                    <a:pt x="462348" y="2069355"/>
                  </a:lnTo>
                  <a:lnTo>
                    <a:pt x="462573" y="2065712"/>
                  </a:lnTo>
                  <a:lnTo>
                    <a:pt x="461882" y="2064445"/>
                  </a:lnTo>
                  <a:lnTo>
                    <a:pt x="462089" y="2063542"/>
                  </a:lnTo>
                  <a:lnTo>
                    <a:pt x="461768" y="2059689"/>
                  </a:lnTo>
                  <a:lnTo>
                    <a:pt x="461906" y="2059018"/>
                  </a:lnTo>
                  <a:lnTo>
                    <a:pt x="460258" y="2055913"/>
                  </a:lnTo>
                  <a:lnTo>
                    <a:pt x="459365" y="2054679"/>
                  </a:lnTo>
                  <a:lnTo>
                    <a:pt x="459409" y="2054074"/>
                  </a:lnTo>
                  <a:lnTo>
                    <a:pt x="458597" y="2052863"/>
                  </a:lnTo>
                  <a:lnTo>
                    <a:pt x="457482" y="2050402"/>
                  </a:lnTo>
                  <a:lnTo>
                    <a:pt x="456217" y="2048442"/>
                  </a:lnTo>
                  <a:lnTo>
                    <a:pt x="455504" y="2048100"/>
                  </a:lnTo>
                  <a:lnTo>
                    <a:pt x="454971" y="2048190"/>
                  </a:lnTo>
                  <a:lnTo>
                    <a:pt x="447087" y="2037598"/>
                  </a:lnTo>
                  <a:lnTo>
                    <a:pt x="444281" y="2035032"/>
                  </a:lnTo>
                  <a:lnTo>
                    <a:pt x="441632" y="2036476"/>
                  </a:lnTo>
                  <a:lnTo>
                    <a:pt x="435172" y="2040151"/>
                  </a:lnTo>
                  <a:lnTo>
                    <a:pt x="432486" y="2040947"/>
                  </a:lnTo>
                  <a:lnTo>
                    <a:pt x="430188" y="2042893"/>
                  </a:lnTo>
                  <a:lnTo>
                    <a:pt x="422464" y="2047226"/>
                  </a:lnTo>
                  <a:lnTo>
                    <a:pt x="420046" y="2043047"/>
                  </a:lnTo>
                  <a:lnTo>
                    <a:pt x="416417" y="2043195"/>
                  </a:lnTo>
                  <a:lnTo>
                    <a:pt x="412591" y="2039507"/>
                  </a:lnTo>
                  <a:lnTo>
                    <a:pt x="412285" y="2036846"/>
                  </a:lnTo>
                  <a:lnTo>
                    <a:pt x="414534" y="2033270"/>
                  </a:lnTo>
                  <a:lnTo>
                    <a:pt x="414558" y="2031880"/>
                  </a:lnTo>
                  <a:lnTo>
                    <a:pt x="402041" y="2031173"/>
                  </a:lnTo>
                  <a:lnTo>
                    <a:pt x="398950" y="2031399"/>
                  </a:lnTo>
                  <a:lnTo>
                    <a:pt x="389565" y="2042803"/>
                  </a:lnTo>
                  <a:lnTo>
                    <a:pt x="383610" y="2040563"/>
                  </a:lnTo>
                  <a:lnTo>
                    <a:pt x="378505" y="2041469"/>
                  </a:lnTo>
                  <a:lnTo>
                    <a:pt x="378083" y="2042720"/>
                  </a:lnTo>
                  <a:lnTo>
                    <a:pt x="376732" y="2044636"/>
                  </a:lnTo>
                  <a:lnTo>
                    <a:pt x="373767" y="2045658"/>
                  </a:lnTo>
                  <a:lnTo>
                    <a:pt x="370872" y="2046055"/>
                  </a:lnTo>
                  <a:lnTo>
                    <a:pt x="366542" y="2049795"/>
                  </a:lnTo>
                  <a:lnTo>
                    <a:pt x="365598" y="2050960"/>
                  </a:lnTo>
                  <a:lnTo>
                    <a:pt x="355467" y="2055820"/>
                  </a:lnTo>
                  <a:lnTo>
                    <a:pt x="355362" y="2056317"/>
                  </a:lnTo>
                  <a:lnTo>
                    <a:pt x="354028" y="2057311"/>
                  </a:lnTo>
                  <a:lnTo>
                    <a:pt x="348794" y="2058601"/>
                  </a:lnTo>
                  <a:lnTo>
                    <a:pt x="344568" y="2060847"/>
                  </a:lnTo>
                  <a:lnTo>
                    <a:pt x="338115" y="2050173"/>
                  </a:lnTo>
                  <a:lnTo>
                    <a:pt x="334539" y="2047188"/>
                  </a:lnTo>
                  <a:lnTo>
                    <a:pt x="326317" y="2045360"/>
                  </a:lnTo>
                  <a:lnTo>
                    <a:pt x="315426" y="2037342"/>
                  </a:lnTo>
                  <a:lnTo>
                    <a:pt x="310838" y="2031862"/>
                  </a:lnTo>
                  <a:lnTo>
                    <a:pt x="310759" y="2029120"/>
                  </a:lnTo>
                  <a:lnTo>
                    <a:pt x="313298" y="2025814"/>
                  </a:lnTo>
                  <a:lnTo>
                    <a:pt x="313636" y="2026117"/>
                  </a:lnTo>
                  <a:lnTo>
                    <a:pt x="315186" y="2021672"/>
                  </a:lnTo>
                  <a:lnTo>
                    <a:pt x="316921" y="2019564"/>
                  </a:lnTo>
                  <a:lnTo>
                    <a:pt x="316304" y="2018725"/>
                  </a:lnTo>
                  <a:lnTo>
                    <a:pt x="317727" y="2017220"/>
                  </a:lnTo>
                  <a:lnTo>
                    <a:pt x="321553" y="2014224"/>
                  </a:lnTo>
                  <a:lnTo>
                    <a:pt x="318737" y="2011237"/>
                  </a:lnTo>
                  <a:lnTo>
                    <a:pt x="318096" y="2011660"/>
                  </a:lnTo>
                  <a:lnTo>
                    <a:pt x="315025" y="2010644"/>
                  </a:lnTo>
                  <a:lnTo>
                    <a:pt x="310287" y="2009684"/>
                  </a:lnTo>
                  <a:lnTo>
                    <a:pt x="307263" y="2004830"/>
                  </a:lnTo>
                  <a:lnTo>
                    <a:pt x="300842" y="1998527"/>
                  </a:lnTo>
                  <a:lnTo>
                    <a:pt x="298884" y="1999388"/>
                  </a:lnTo>
                  <a:lnTo>
                    <a:pt x="297979" y="1998837"/>
                  </a:lnTo>
                  <a:lnTo>
                    <a:pt x="296707" y="1997259"/>
                  </a:lnTo>
                  <a:lnTo>
                    <a:pt x="295580" y="1995514"/>
                  </a:lnTo>
                  <a:lnTo>
                    <a:pt x="294876" y="1993274"/>
                  </a:lnTo>
                  <a:lnTo>
                    <a:pt x="295427" y="1992973"/>
                  </a:lnTo>
                  <a:lnTo>
                    <a:pt x="295679" y="1989562"/>
                  </a:lnTo>
                  <a:lnTo>
                    <a:pt x="294401" y="1986554"/>
                  </a:lnTo>
                  <a:lnTo>
                    <a:pt x="291041" y="1983288"/>
                  </a:lnTo>
                  <a:lnTo>
                    <a:pt x="291318" y="1980814"/>
                  </a:lnTo>
                  <a:lnTo>
                    <a:pt x="289919" y="1973340"/>
                  </a:lnTo>
                  <a:lnTo>
                    <a:pt x="286966" y="1968760"/>
                  </a:lnTo>
                  <a:lnTo>
                    <a:pt x="283731" y="1960810"/>
                  </a:lnTo>
                  <a:lnTo>
                    <a:pt x="283664" y="1960645"/>
                  </a:lnTo>
                  <a:lnTo>
                    <a:pt x="287797" y="1957347"/>
                  </a:lnTo>
                  <a:lnTo>
                    <a:pt x="289889" y="1955172"/>
                  </a:lnTo>
                  <a:lnTo>
                    <a:pt x="292235" y="1954217"/>
                  </a:lnTo>
                  <a:lnTo>
                    <a:pt x="297341" y="1951600"/>
                  </a:lnTo>
                  <a:lnTo>
                    <a:pt x="298067" y="1949596"/>
                  </a:lnTo>
                  <a:lnTo>
                    <a:pt x="300919" y="1947142"/>
                  </a:lnTo>
                  <a:lnTo>
                    <a:pt x="304360" y="1945947"/>
                  </a:lnTo>
                  <a:lnTo>
                    <a:pt x="303302" y="1943322"/>
                  </a:lnTo>
                  <a:lnTo>
                    <a:pt x="303767" y="1939897"/>
                  </a:lnTo>
                  <a:lnTo>
                    <a:pt x="304619" y="1938019"/>
                  </a:lnTo>
                  <a:lnTo>
                    <a:pt x="302666" y="1937825"/>
                  </a:lnTo>
                  <a:lnTo>
                    <a:pt x="297645" y="1935035"/>
                  </a:lnTo>
                  <a:lnTo>
                    <a:pt x="293786" y="1929524"/>
                  </a:lnTo>
                  <a:lnTo>
                    <a:pt x="289418" y="1926650"/>
                  </a:lnTo>
                  <a:lnTo>
                    <a:pt x="287711" y="1925069"/>
                  </a:lnTo>
                  <a:lnTo>
                    <a:pt x="283875" y="1923157"/>
                  </a:lnTo>
                  <a:lnTo>
                    <a:pt x="282390" y="1920459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pg123">
              <a:extLst>
                <a:ext uri="{FF2B5EF4-FFF2-40B4-BE49-F238E27FC236}">
                  <a16:creationId xmlns:a16="http://schemas.microsoft.com/office/drawing/2014/main" id="{4FA24767-D40C-829A-7988-2813C57EDE89}"/>
                </a:ext>
              </a:extLst>
            </p:cNvPr>
            <p:cNvSpPr/>
            <p:nvPr/>
          </p:nvSpPr>
          <p:spPr>
            <a:xfrm>
              <a:off x="7559153" y="1254070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21036" y="102451"/>
                  </a:moveTo>
                  <a:lnTo>
                    <a:pt x="20278" y="103242"/>
                  </a:lnTo>
                  <a:lnTo>
                    <a:pt x="19917" y="104353"/>
                  </a:lnTo>
                  <a:lnTo>
                    <a:pt x="19434" y="104889"/>
                  </a:lnTo>
                  <a:lnTo>
                    <a:pt x="20028" y="105929"/>
                  </a:lnTo>
                  <a:lnTo>
                    <a:pt x="20054" y="107149"/>
                  </a:lnTo>
                  <a:lnTo>
                    <a:pt x="19874" y="107518"/>
                  </a:lnTo>
                  <a:lnTo>
                    <a:pt x="20083" y="107990"/>
                  </a:lnTo>
                  <a:lnTo>
                    <a:pt x="19772" y="108172"/>
                  </a:lnTo>
                  <a:lnTo>
                    <a:pt x="19661" y="108935"/>
                  </a:lnTo>
                  <a:lnTo>
                    <a:pt x="19181" y="109417"/>
                  </a:lnTo>
                  <a:lnTo>
                    <a:pt x="19151" y="109698"/>
                  </a:lnTo>
                  <a:lnTo>
                    <a:pt x="19383" y="109743"/>
                  </a:lnTo>
                  <a:lnTo>
                    <a:pt x="19147" y="110148"/>
                  </a:lnTo>
                  <a:lnTo>
                    <a:pt x="19422" y="110976"/>
                  </a:lnTo>
                  <a:lnTo>
                    <a:pt x="19371" y="111981"/>
                  </a:lnTo>
                  <a:lnTo>
                    <a:pt x="19903" y="112343"/>
                  </a:lnTo>
                  <a:lnTo>
                    <a:pt x="20348" y="113565"/>
                  </a:lnTo>
                  <a:lnTo>
                    <a:pt x="20322" y="114085"/>
                  </a:lnTo>
                  <a:lnTo>
                    <a:pt x="19398" y="114267"/>
                  </a:lnTo>
                  <a:lnTo>
                    <a:pt x="19414" y="114885"/>
                  </a:lnTo>
                  <a:lnTo>
                    <a:pt x="17969" y="115605"/>
                  </a:lnTo>
                  <a:lnTo>
                    <a:pt x="17407" y="116676"/>
                  </a:lnTo>
                  <a:lnTo>
                    <a:pt x="16723" y="116774"/>
                  </a:lnTo>
                  <a:lnTo>
                    <a:pt x="16421" y="117430"/>
                  </a:lnTo>
                  <a:lnTo>
                    <a:pt x="15882" y="117515"/>
                  </a:lnTo>
                  <a:lnTo>
                    <a:pt x="15470" y="117968"/>
                  </a:lnTo>
                  <a:lnTo>
                    <a:pt x="14979" y="118088"/>
                  </a:lnTo>
                  <a:lnTo>
                    <a:pt x="14675" y="118695"/>
                  </a:lnTo>
                  <a:lnTo>
                    <a:pt x="14363" y="118766"/>
                  </a:lnTo>
                  <a:lnTo>
                    <a:pt x="14241" y="119395"/>
                  </a:lnTo>
                  <a:lnTo>
                    <a:pt x="13486" y="120160"/>
                  </a:lnTo>
                  <a:lnTo>
                    <a:pt x="13418" y="120982"/>
                  </a:lnTo>
                  <a:lnTo>
                    <a:pt x="12590" y="121963"/>
                  </a:lnTo>
                  <a:lnTo>
                    <a:pt x="12319" y="122807"/>
                  </a:lnTo>
                  <a:lnTo>
                    <a:pt x="10775" y="124516"/>
                  </a:lnTo>
                  <a:lnTo>
                    <a:pt x="10450" y="125479"/>
                  </a:lnTo>
                  <a:lnTo>
                    <a:pt x="10450" y="126755"/>
                  </a:lnTo>
                  <a:lnTo>
                    <a:pt x="10656" y="127313"/>
                  </a:lnTo>
                  <a:lnTo>
                    <a:pt x="10481" y="127577"/>
                  </a:lnTo>
                  <a:lnTo>
                    <a:pt x="10865" y="128119"/>
                  </a:lnTo>
                  <a:lnTo>
                    <a:pt x="9879" y="131361"/>
                  </a:lnTo>
                  <a:lnTo>
                    <a:pt x="9426" y="131988"/>
                  </a:lnTo>
                  <a:lnTo>
                    <a:pt x="9220" y="132780"/>
                  </a:lnTo>
                  <a:lnTo>
                    <a:pt x="8570" y="133369"/>
                  </a:lnTo>
                  <a:lnTo>
                    <a:pt x="8236" y="135006"/>
                  </a:lnTo>
                  <a:lnTo>
                    <a:pt x="8272" y="135453"/>
                  </a:lnTo>
                  <a:lnTo>
                    <a:pt x="8552" y="135647"/>
                  </a:lnTo>
                  <a:lnTo>
                    <a:pt x="8548" y="136852"/>
                  </a:lnTo>
                  <a:lnTo>
                    <a:pt x="9299" y="137361"/>
                  </a:lnTo>
                  <a:lnTo>
                    <a:pt x="8689" y="138176"/>
                  </a:lnTo>
                  <a:lnTo>
                    <a:pt x="8992" y="138615"/>
                  </a:lnTo>
                  <a:lnTo>
                    <a:pt x="8724" y="138668"/>
                  </a:lnTo>
                  <a:lnTo>
                    <a:pt x="8697" y="139184"/>
                  </a:lnTo>
                  <a:lnTo>
                    <a:pt x="9333" y="139260"/>
                  </a:lnTo>
                  <a:lnTo>
                    <a:pt x="9381" y="139538"/>
                  </a:lnTo>
                  <a:lnTo>
                    <a:pt x="8903" y="141894"/>
                  </a:lnTo>
                  <a:lnTo>
                    <a:pt x="9044" y="142565"/>
                  </a:lnTo>
                  <a:lnTo>
                    <a:pt x="9305" y="142781"/>
                  </a:lnTo>
                  <a:lnTo>
                    <a:pt x="9028" y="143342"/>
                  </a:lnTo>
                  <a:lnTo>
                    <a:pt x="9208" y="143579"/>
                  </a:lnTo>
                  <a:lnTo>
                    <a:pt x="9111" y="144077"/>
                  </a:lnTo>
                  <a:lnTo>
                    <a:pt x="8495" y="145324"/>
                  </a:lnTo>
                  <a:lnTo>
                    <a:pt x="7512" y="145539"/>
                  </a:lnTo>
                  <a:lnTo>
                    <a:pt x="7556" y="145720"/>
                  </a:lnTo>
                  <a:lnTo>
                    <a:pt x="7978" y="145700"/>
                  </a:lnTo>
                  <a:lnTo>
                    <a:pt x="7808" y="146269"/>
                  </a:lnTo>
                  <a:lnTo>
                    <a:pt x="8750" y="146770"/>
                  </a:lnTo>
                  <a:lnTo>
                    <a:pt x="8138" y="148740"/>
                  </a:lnTo>
                  <a:lnTo>
                    <a:pt x="8373" y="148800"/>
                  </a:lnTo>
                  <a:lnTo>
                    <a:pt x="8608" y="149391"/>
                  </a:lnTo>
                  <a:lnTo>
                    <a:pt x="8872" y="149191"/>
                  </a:lnTo>
                  <a:lnTo>
                    <a:pt x="8695" y="149523"/>
                  </a:lnTo>
                  <a:lnTo>
                    <a:pt x="8852" y="150826"/>
                  </a:lnTo>
                  <a:lnTo>
                    <a:pt x="13701" y="153868"/>
                  </a:lnTo>
                  <a:lnTo>
                    <a:pt x="15321" y="154641"/>
                  </a:lnTo>
                  <a:lnTo>
                    <a:pt x="15282" y="154888"/>
                  </a:lnTo>
                  <a:lnTo>
                    <a:pt x="14657" y="154752"/>
                  </a:lnTo>
                  <a:lnTo>
                    <a:pt x="13989" y="155434"/>
                  </a:lnTo>
                  <a:lnTo>
                    <a:pt x="14679" y="156334"/>
                  </a:lnTo>
                  <a:lnTo>
                    <a:pt x="14974" y="158268"/>
                  </a:lnTo>
                  <a:lnTo>
                    <a:pt x="14113" y="157461"/>
                  </a:lnTo>
                  <a:lnTo>
                    <a:pt x="13502" y="156470"/>
                  </a:lnTo>
                  <a:lnTo>
                    <a:pt x="12380" y="156310"/>
                  </a:lnTo>
                  <a:lnTo>
                    <a:pt x="11840" y="157201"/>
                  </a:lnTo>
                  <a:lnTo>
                    <a:pt x="10073" y="158380"/>
                  </a:lnTo>
                  <a:lnTo>
                    <a:pt x="9551" y="159075"/>
                  </a:lnTo>
                  <a:lnTo>
                    <a:pt x="9086" y="160416"/>
                  </a:lnTo>
                  <a:lnTo>
                    <a:pt x="8805" y="160819"/>
                  </a:lnTo>
                  <a:lnTo>
                    <a:pt x="8214" y="161050"/>
                  </a:lnTo>
                  <a:lnTo>
                    <a:pt x="7652" y="162106"/>
                  </a:lnTo>
                  <a:lnTo>
                    <a:pt x="6522" y="162853"/>
                  </a:lnTo>
                  <a:lnTo>
                    <a:pt x="5939" y="163618"/>
                  </a:lnTo>
                  <a:lnTo>
                    <a:pt x="5221" y="163748"/>
                  </a:lnTo>
                  <a:lnTo>
                    <a:pt x="4712" y="164175"/>
                  </a:lnTo>
                  <a:lnTo>
                    <a:pt x="3059" y="164239"/>
                  </a:lnTo>
                  <a:lnTo>
                    <a:pt x="1743" y="165139"/>
                  </a:lnTo>
                  <a:lnTo>
                    <a:pt x="781" y="166389"/>
                  </a:lnTo>
                  <a:lnTo>
                    <a:pt x="512" y="167349"/>
                  </a:lnTo>
                  <a:lnTo>
                    <a:pt x="882" y="167651"/>
                  </a:lnTo>
                  <a:lnTo>
                    <a:pt x="1470" y="167192"/>
                  </a:lnTo>
                  <a:lnTo>
                    <a:pt x="3319" y="167112"/>
                  </a:lnTo>
                  <a:lnTo>
                    <a:pt x="5616" y="167356"/>
                  </a:lnTo>
                  <a:lnTo>
                    <a:pt x="8213" y="166595"/>
                  </a:lnTo>
                  <a:lnTo>
                    <a:pt x="12113" y="166659"/>
                  </a:lnTo>
                  <a:lnTo>
                    <a:pt x="13897" y="167367"/>
                  </a:lnTo>
                  <a:lnTo>
                    <a:pt x="14476" y="168194"/>
                  </a:lnTo>
                  <a:lnTo>
                    <a:pt x="14447" y="169057"/>
                  </a:lnTo>
                  <a:lnTo>
                    <a:pt x="13252" y="170043"/>
                  </a:lnTo>
                  <a:lnTo>
                    <a:pt x="11195" y="172759"/>
                  </a:lnTo>
                  <a:lnTo>
                    <a:pt x="12540" y="175230"/>
                  </a:lnTo>
                  <a:lnTo>
                    <a:pt x="12735" y="176501"/>
                  </a:lnTo>
                  <a:lnTo>
                    <a:pt x="12473" y="177010"/>
                  </a:lnTo>
                  <a:lnTo>
                    <a:pt x="13290" y="178128"/>
                  </a:lnTo>
                  <a:lnTo>
                    <a:pt x="13192" y="178564"/>
                  </a:lnTo>
                  <a:lnTo>
                    <a:pt x="13571" y="178724"/>
                  </a:lnTo>
                  <a:lnTo>
                    <a:pt x="14205" y="180229"/>
                  </a:lnTo>
                  <a:lnTo>
                    <a:pt x="14527" y="181185"/>
                  </a:lnTo>
                  <a:lnTo>
                    <a:pt x="16432" y="182796"/>
                  </a:lnTo>
                  <a:lnTo>
                    <a:pt x="17205" y="182932"/>
                  </a:lnTo>
                  <a:lnTo>
                    <a:pt x="17309" y="183152"/>
                  </a:lnTo>
                  <a:lnTo>
                    <a:pt x="18799" y="183799"/>
                  </a:lnTo>
                  <a:lnTo>
                    <a:pt x="20055" y="183760"/>
                  </a:lnTo>
                  <a:lnTo>
                    <a:pt x="22283" y="184185"/>
                  </a:lnTo>
                  <a:lnTo>
                    <a:pt x="22975" y="185236"/>
                  </a:lnTo>
                  <a:lnTo>
                    <a:pt x="23549" y="185444"/>
                  </a:lnTo>
                  <a:lnTo>
                    <a:pt x="23789" y="185080"/>
                  </a:lnTo>
                  <a:lnTo>
                    <a:pt x="24804" y="185442"/>
                  </a:lnTo>
                  <a:lnTo>
                    <a:pt x="25912" y="185838"/>
                  </a:lnTo>
                  <a:lnTo>
                    <a:pt x="26541" y="187192"/>
                  </a:lnTo>
                  <a:lnTo>
                    <a:pt x="27246" y="187947"/>
                  </a:lnTo>
                  <a:lnTo>
                    <a:pt x="25097" y="189757"/>
                  </a:lnTo>
                  <a:lnTo>
                    <a:pt x="24330" y="191487"/>
                  </a:lnTo>
                  <a:lnTo>
                    <a:pt x="22941" y="193177"/>
                  </a:lnTo>
                  <a:lnTo>
                    <a:pt x="21298" y="193962"/>
                  </a:lnTo>
                  <a:lnTo>
                    <a:pt x="20533" y="194082"/>
                  </a:lnTo>
                  <a:lnTo>
                    <a:pt x="20059" y="193915"/>
                  </a:lnTo>
                  <a:lnTo>
                    <a:pt x="20858" y="195525"/>
                  </a:lnTo>
                  <a:lnTo>
                    <a:pt x="19369" y="195916"/>
                  </a:lnTo>
                  <a:lnTo>
                    <a:pt x="19766" y="197051"/>
                  </a:lnTo>
                  <a:lnTo>
                    <a:pt x="21544" y="198439"/>
                  </a:lnTo>
                  <a:lnTo>
                    <a:pt x="22514" y="198753"/>
                  </a:lnTo>
                  <a:lnTo>
                    <a:pt x="23552" y="199525"/>
                  </a:lnTo>
                  <a:lnTo>
                    <a:pt x="24659" y="199363"/>
                  </a:lnTo>
                  <a:lnTo>
                    <a:pt x="25308" y="199603"/>
                  </a:lnTo>
                  <a:lnTo>
                    <a:pt x="23896" y="203791"/>
                  </a:lnTo>
                  <a:lnTo>
                    <a:pt x="23333" y="206988"/>
                  </a:lnTo>
                  <a:lnTo>
                    <a:pt x="22018" y="209199"/>
                  </a:lnTo>
                  <a:lnTo>
                    <a:pt x="22141" y="213177"/>
                  </a:lnTo>
                  <a:lnTo>
                    <a:pt x="21363" y="217853"/>
                  </a:lnTo>
                  <a:lnTo>
                    <a:pt x="18213" y="225574"/>
                  </a:lnTo>
                  <a:lnTo>
                    <a:pt x="14209" y="229459"/>
                  </a:lnTo>
                  <a:lnTo>
                    <a:pt x="11567" y="234609"/>
                  </a:lnTo>
                  <a:lnTo>
                    <a:pt x="8341" y="237504"/>
                  </a:lnTo>
                  <a:lnTo>
                    <a:pt x="5981" y="240423"/>
                  </a:lnTo>
                  <a:lnTo>
                    <a:pt x="5918" y="245570"/>
                  </a:lnTo>
                  <a:lnTo>
                    <a:pt x="0" y="250155"/>
                  </a:lnTo>
                  <a:lnTo>
                    <a:pt x="79" y="250296"/>
                  </a:lnTo>
                  <a:lnTo>
                    <a:pt x="1238" y="252282"/>
                  </a:lnTo>
                  <a:lnTo>
                    <a:pt x="2679" y="253061"/>
                  </a:lnTo>
                  <a:lnTo>
                    <a:pt x="3039" y="253505"/>
                  </a:lnTo>
                  <a:lnTo>
                    <a:pt x="12914" y="257256"/>
                  </a:lnTo>
                  <a:lnTo>
                    <a:pt x="15675" y="260974"/>
                  </a:lnTo>
                  <a:lnTo>
                    <a:pt x="17178" y="265743"/>
                  </a:lnTo>
                  <a:lnTo>
                    <a:pt x="16638" y="272692"/>
                  </a:lnTo>
                  <a:lnTo>
                    <a:pt x="18112" y="275832"/>
                  </a:lnTo>
                  <a:lnTo>
                    <a:pt x="18402" y="276471"/>
                  </a:lnTo>
                  <a:lnTo>
                    <a:pt x="21785" y="275309"/>
                  </a:lnTo>
                  <a:lnTo>
                    <a:pt x="23880" y="274093"/>
                  </a:lnTo>
                  <a:lnTo>
                    <a:pt x="44987" y="277004"/>
                  </a:lnTo>
                  <a:lnTo>
                    <a:pt x="45024" y="277763"/>
                  </a:lnTo>
                  <a:lnTo>
                    <a:pt x="45364" y="278018"/>
                  </a:lnTo>
                  <a:lnTo>
                    <a:pt x="45410" y="278607"/>
                  </a:lnTo>
                  <a:lnTo>
                    <a:pt x="45206" y="278827"/>
                  </a:lnTo>
                  <a:lnTo>
                    <a:pt x="41000" y="276903"/>
                  </a:lnTo>
                  <a:lnTo>
                    <a:pt x="40734" y="277500"/>
                  </a:lnTo>
                  <a:lnTo>
                    <a:pt x="40690" y="278698"/>
                  </a:lnTo>
                  <a:lnTo>
                    <a:pt x="39847" y="279688"/>
                  </a:lnTo>
                  <a:lnTo>
                    <a:pt x="38401" y="280343"/>
                  </a:lnTo>
                  <a:lnTo>
                    <a:pt x="35656" y="280739"/>
                  </a:lnTo>
                  <a:lnTo>
                    <a:pt x="35290" y="280408"/>
                  </a:lnTo>
                  <a:lnTo>
                    <a:pt x="34572" y="280886"/>
                  </a:lnTo>
                  <a:lnTo>
                    <a:pt x="33737" y="281602"/>
                  </a:lnTo>
                  <a:lnTo>
                    <a:pt x="32843" y="283022"/>
                  </a:lnTo>
                  <a:lnTo>
                    <a:pt x="31680" y="283709"/>
                  </a:lnTo>
                  <a:lnTo>
                    <a:pt x="31138" y="286356"/>
                  </a:lnTo>
                  <a:lnTo>
                    <a:pt x="32439" y="286730"/>
                  </a:lnTo>
                  <a:lnTo>
                    <a:pt x="33823" y="287779"/>
                  </a:lnTo>
                  <a:lnTo>
                    <a:pt x="34117" y="289067"/>
                  </a:lnTo>
                  <a:lnTo>
                    <a:pt x="34717" y="290323"/>
                  </a:lnTo>
                  <a:lnTo>
                    <a:pt x="36243" y="292035"/>
                  </a:lnTo>
                  <a:lnTo>
                    <a:pt x="36594" y="293849"/>
                  </a:lnTo>
                  <a:lnTo>
                    <a:pt x="37062" y="294019"/>
                  </a:lnTo>
                  <a:lnTo>
                    <a:pt x="37969" y="294888"/>
                  </a:lnTo>
                  <a:lnTo>
                    <a:pt x="38014" y="296030"/>
                  </a:lnTo>
                  <a:lnTo>
                    <a:pt x="38484" y="296654"/>
                  </a:lnTo>
                  <a:lnTo>
                    <a:pt x="39753" y="297112"/>
                  </a:lnTo>
                  <a:lnTo>
                    <a:pt x="40993" y="297266"/>
                  </a:lnTo>
                  <a:lnTo>
                    <a:pt x="42073" y="298614"/>
                  </a:lnTo>
                  <a:lnTo>
                    <a:pt x="42767" y="300819"/>
                  </a:lnTo>
                  <a:lnTo>
                    <a:pt x="43448" y="301271"/>
                  </a:lnTo>
                  <a:lnTo>
                    <a:pt x="43674" y="302569"/>
                  </a:lnTo>
                  <a:lnTo>
                    <a:pt x="44390" y="304209"/>
                  </a:lnTo>
                  <a:lnTo>
                    <a:pt x="43897" y="304306"/>
                  </a:lnTo>
                  <a:lnTo>
                    <a:pt x="43693" y="303986"/>
                  </a:lnTo>
                  <a:lnTo>
                    <a:pt x="43370" y="304351"/>
                  </a:lnTo>
                  <a:lnTo>
                    <a:pt x="43459" y="305078"/>
                  </a:lnTo>
                  <a:lnTo>
                    <a:pt x="45331" y="305122"/>
                  </a:lnTo>
                  <a:lnTo>
                    <a:pt x="47714" y="304299"/>
                  </a:lnTo>
                  <a:lnTo>
                    <a:pt x="49030" y="304238"/>
                  </a:lnTo>
                  <a:lnTo>
                    <a:pt x="50595" y="303665"/>
                  </a:lnTo>
                  <a:lnTo>
                    <a:pt x="53251" y="303360"/>
                  </a:lnTo>
                  <a:lnTo>
                    <a:pt x="56224" y="302617"/>
                  </a:lnTo>
                  <a:lnTo>
                    <a:pt x="58273" y="302609"/>
                  </a:lnTo>
                  <a:lnTo>
                    <a:pt x="60943" y="301860"/>
                  </a:lnTo>
                  <a:lnTo>
                    <a:pt x="62113" y="301838"/>
                  </a:lnTo>
                  <a:lnTo>
                    <a:pt x="61389" y="304296"/>
                  </a:lnTo>
                  <a:lnTo>
                    <a:pt x="59844" y="305617"/>
                  </a:lnTo>
                  <a:lnTo>
                    <a:pt x="60420" y="306193"/>
                  </a:lnTo>
                  <a:lnTo>
                    <a:pt x="62580" y="306885"/>
                  </a:lnTo>
                  <a:lnTo>
                    <a:pt x="62332" y="308727"/>
                  </a:lnTo>
                  <a:lnTo>
                    <a:pt x="62609" y="309941"/>
                  </a:lnTo>
                  <a:lnTo>
                    <a:pt x="55772" y="311851"/>
                  </a:lnTo>
                  <a:lnTo>
                    <a:pt x="50261" y="314338"/>
                  </a:lnTo>
                  <a:lnTo>
                    <a:pt x="45205" y="315608"/>
                  </a:lnTo>
                  <a:lnTo>
                    <a:pt x="43307" y="316605"/>
                  </a:lnTo>
                  <a:lnTo>
                    <a:pt x="41042" y="317071"/>
                  </a:lnTo>
                  <a:lnTo>
                    <a:pt x="40685" y="318473"/>
                  </a:lnTo>
                  <a:lnTo>
                    <a:pt x="38477" y="320131"/>
                  </a:lnTo>
                  <a:lnTo>
                    <a:pt x="37794" y="320293"/>
                  </a:lnTo>
                  <a:lnTo>
                    <a:pt x="37523" y="320667"/>
                  </a:lnTo>
                  <a:lnTo>
                    <a:pt x="37768" y="321514"/>
                  </a:lnTo>
                  <a:lnTo>
                    <a:pt x="39075" y="321744"/>
                  </a:lnTo>
                  <a:lnTo>
                    <a:pt x="40023" y="322650"/>
                  </a:lnTo>
                  <a:lnTo>
                    <a:pt x="42161" y="323872"/>
                  </a:lnTo>
                  <a:lnTo>
                    <a:pt x="42492" y="323345"/>
                  </a:lnTo>
                  <a:lnTo>
                    <a:pt x="44365" y="322344"/>
                  </a:lnTo>
                  <a:lnTo>
                    <a:pt x="47622" y="321796"/>
                  </a:lnTo>
                  <a:lnTo>
                    <a:pt x="48858" y="321117"/>
                  </a:lnTo>
                  <a:lnTo>
                    <a:pt x="51052" y="319028"/>
                  </a:lnTo>
                  <a:lnTo>
                    <a:pt x="52821" y="318085"/>
                  </a:lnTo>
                  <a:lnTo>
                    <a:pt x="54299" y="317263"/>
                  </a:lnTo>
                  <a:lnTo>
                    <a:pt x="54938" y="317192"/>
                  </a:lnTo>
                  <a:lnTo>
                    <a:pt x="56610" y="315437"/>
                  </a:lnTo>
                  <a:lnTo>
                    <a:pt x="60008" y="313279"/>
                  </a:lnTo>
                  <a:lnTo>
                    <a:pt x="62001" y="312805"/>
                  </a:lnTo>
                  <a:lnTo>
                    <a:pt x="62798" y="312401"/>
                  </a:lnTo>
                  <a:lnTo>
                    <a:pt x="68592" y="311104"/>
                  </a:lnTo>
                  <a:lnTo>
                    <a:pt x="71736" y="310579"/>
                  </a:lnTo>
                  <a:lnTo>
                    <a:pt x="72256" y="310972"/>
                  </a:lnTo>
                  <a:lnTo>
                    <a:pt x="73242" y="311179"/>
                  </a:lnTo>
                  <a:lnTo>
                    <a:pt x="73471" y="310919"/>
                  </a:lnTo>
                  <a:lnTo>
                    <a:pt x="74256" y="311173"/>
                  </a:lnTo>
                  <a:lnTo>
                    <a:pt x="74955" y="311121"/>
                  </a:lnTo>
                  <a:lnTo>
                    <a:pt x="76238" y="311568"/>
                  </a:lnTo>
                  <a:lnTo>
                    <a:pt x="78563" y="312881"/>
                  </a:lnTo>
                  <a:lnTo>
                    <a:pt x="78800" y="312540"/>
                  </a:lnTo>
                  <a:lnTo>
                    <a:pt x="79307" y="312484"/>
                  </a:lnTo>
                  <a:lnTo>
                    <a:pt x="81549" y="312970"/>
                  </a:lnTo>
                  <a:lnTo>
                    <a:pt x="82847" y="312975"/>
                  </a:lnTo>
                  <a:lnTo>
                    <a:pt x="83088" y="312546"/>
                  </a:lnTo>
                  <a:lnTo>
                    <a:pt x="84260" y="312273"/>
                  </a:lnTo>
                  <a:lnTo>
                    <a:pt x="85063" y="312349"/>
                  </a:lnTo>
                  <a:lnTo>
                    <a:pt x="85611" y="311797"/>
                  </a:lnTo>
                  <a:lnTo>
                    <a:pt x="87256" y="310942"/>
                  </a:lnTo>
                  <a:lnTo>
                    <a:pt x="88032" y="309829"/>
                  </a:lnTo>
                  <a:lnTo>
                    <a:pt x="89439" y="308480"/>
                  </a:lnTo>
                  <a:lnTo>
                    <a:pt x="92889" y="306371"/>
                  </a:lnTo>
                  <a:lnTo>
                    <a:pt x="94441" y="305978"/>
                  </a:lnTo>
                  <a:lnTo>
                    <a:pt x="97042" y="306097"/>
                  </a:lnTo>
                  <a:lnTo>
                    <a:pt x="97017" y="305782"/>
                  </a:lnTo>
                  <a:lnTo>
                    <a:pt x="100102" y="306191"/>
                  </a:lnTo>
                  <a:lnTo>
                    <a:pt x="104858" y="308129"/>
                  </a:lnTo>
                  <a:lnTo>
                    <a:pt x="107400" y="308376"/>
                  </a:lnTo>
                  <a:lnTo>
                    <a:pt x="110820" y="311132"/>
                  </a:lnTo>
                  <a:lnTo>
                    <a:pt x="111516" y="310971"/>
                  </a:lnTo>
                  <a:lnTo>
                    <a:pt x="112267" y="310334"/>
                  </a:lnTo>
                  <a:lnTo>
                    <a:pt x="114971" y="309887"/>
                  </a:lnTo>
                  <a:lnTo>
                    <a:pt x="125707" y="311622"/>
                  </a:lnTo>
                  <a:lnTo>
                    <a:pt x="125736" y="312352"/>
                  </a:lnTo>
                  <a:lnTo>
                    <a:pt x="125946" y="312469"/>
                  </a:lnTo>
                  <a:lnTo>
                    <a:pt x="126417" y="315206"/>
                  </a:lnTo>
                  <a:lnTo>
                    <a:pt x="127117" y="315736"/>
                  </a:lnTo>
                  <a:lnTo>
                    <a:pt x="126700" y="318210"/>
                  </a:lnTo>
                  <a:lnTo>
                    <a:pt x="128988" y="319267"/>
                  </a:lnTo>
                  <a:lnTo>
                    <a:pt x="132170" y="322523"/>
                  </a:lnTo>
                  <a:lnTo>
                    <a:pt x="137199" y="326021"/>
                  </a:lnTo>
                  <a:lnTo>
                    <a:pt x="138842" y="326791"/>
                  </a:lnTo>
                  <a:lnTo>
                    <a:pt x="141137" y="326999"/>
                  </a:lnTo>
                  <a:lnTo>
                    <a:pt x="141559" y="326846"/>
                  </a:lnTo>
                  <a:lnTo>
                    <a:pt x="141961" y="326672"/>
                  </a:lnTo>
                  <a:lnTo>
                    <a:pt x="142232" y="321453"/>
                  </a:lnTo>
                  <a:lnTo>
                    <a:pt x="143018" y="317162"/>
                  </a:lnTo>
                  <a:lnTo>
                    <a:pt x="143403" y="317042"/>
                  </a:lnTo>
                  <a:lnTo>
                    <a:pt x="144606" y="317548"/>
                  </a:lnTo>
                  <a:lnTo>
                    <a:pt x="144847" y="317328"/>
                  </a:lnTo>
                  <a:lnTo>
                    <a:pt x="146782" y="318226"/>
                  </a:lnTo>
                  <a:lnTo>
                    <a:pt x="147693" y="318122"/>
                  </a:lnTo>
                  <a:lnTo>
                    <a:pt x="147943" y="318607"/>
                  </a:lnTo>
                  <a:lnTo>
                    <a:pt x="151933" y="305489"/>
                  </a:lnTo>
                  <a:lnTo>
                    <a:pt x="154040" y="300230"/>
                  </a:lnTo>
                  <a:lnTo>
                    <a:pt x="154164" y="299694"/>
                  </a:lnTo>
                  <a:lnTo>
                    <a:pt x="153619" y="297359"/>
                  </a:lnTo>
                  <a:lnTo>
                    <a:pt x="154567" y="297524"/>
                  </a:lnTo>
                  <a:lnTo>
                    <a:pt x="171310" y="301894"/>
                  </a:lnTo>
                  <a:lnTo>
                    <a:pt x="176578" y="303546"/>
                  </a:lnTo>
                  <a:lnTo>
                    <a:pt x="178455" y="303658"/>
                  </a:lnTo>
                  <a:lnTo>
                    <a:pt x="181675" y="304480"/>
                  </a:lnTo>
                  <a:lnTo>
                    <a:pt x="189519" y="309264"/>
                  </a:lnTo>
                  <a:lnTo>
                    <a:pt x="197775" y="310144"/>
                  </a:lnTo>
                  <a:lnTo>
                    <a:pt x="198147" y="310188"/>
                  </a:lnTo>
                  <a:lnTo>
                    <a:pt x="198061" y="310566"/>
                  </a:lnTo>
                  <a:lnTo>
                    <a:pt x="199800" y="310869"/>
                  </a:lnTo>
                  <a:lnTo>
                    <a:pt x="199805" y="311192"/>
                  </a:lnTo>
                  <a:lnTo>
                    <a:pt x="204150" y="312089"/>
                  </a:lnTo>
                  <a:lnTo>
                    <a:pt x="209203" y="312254"/>
                  </a:lnTo>
                  <a:lnTo>
                    <a:pt x="216354" y="313089"/>
                  </a:lnTo>
                  <a:lnTo>
                    <a:pt x="217959" y="313301"/>
                  </a:lnTo>
                  <a:lnTo>
                    <a:pt x="222105" y="314440"/>
                  </a:lnTo>
                  <a:lnTo>
                    <a:pt x="224579" y="315084"/>
                  </a:lnTo>
                  <a:lnTo>
                    <a:pt x="225031" y="315357"/>
                  </a:lnTo>
                  <a:lnTo>
                    <a:pt x="225004" y="315715"/>
                  </a:lnTo>
                  <a:lnTo>
                    <a:pt x="230087" y="316656"/>
                  </a:lnTo>
                  <a:lnTo>
                    <a:pt x="237680" y="318626"/>
                  </a:lnTo>
                  <a:lnTo>
                    <a:pt x="240148" y="319113"/>
                  </a:lnTo>
                  <a:lnTo>
                    <a:pt x="239923" y="320788"/>
                  </a:lnTo>
                  <a:lnTo>
                    <a:pt x="241711" y="321374"/>
                  </a:lnTo>
                  <a:lnTo>
                    <a:pt x="242389" y="321840"/>
                  </a:lnTo>
                  <a:lnTo>
                    <a:pt x="243773" y="325456"/>
                  </a:lnTo>
                  <a:lnTo>
                    <a:pt x="248566" y="324726"/>
                  </a:lnTo>
                  <a:lnTo>
                    <a:pt x="247245" y="321412"/>
                  </a:lnTo>
                  <a:lnTo>
                    <a:pt x="256568" y="320609"/>
                  </a:lnTo>
                  <a:lnTo>
                    <a:pt x="258201" y="318663"/>
                  </a:lnTo>
                  <a:lnTo>
                    <a:pt x="258640" y="317456"/>
                  </a:lnTo>
                  <a:lnTo>
                    <a:pt x="258978" y="316647"/>
                  </a:lnTo>
                  <a:lnTo>
                    <a:pt x="261809" y="317980"/>
                  </a:lnTo>
                  <a:lnTo>
                    <a:pt x="264441" y="318857"/>
                  </a:lnTo>
                  <a:lnTo>
                    <a:pt x="268150" y="319726"/>
                  </a:lnTo>
                  <a:lnTo>
                    <a:pt x="272135" y="320335"/>
                  </a:lnTo>
                  <a:lnTo>
                    <a:pt x="274176" y="321023"/>
                  </a:lnTo>
                  <a:lnTo>
                    <a:pt x="270964" y="313546"/>
                  </a:lnTo>
                  <a:lnTo>
                    <a:pt x="270529" y="309398"/>
                  </a:lnTo>
                  <a:lnTo>
                    <a:pt x="270384" y="305088"/>
                  </a:lnTo>
                  <a:lnTo>
                    <a:pt x="270160" y="303530"/>
                  </a:lnTo>
                  <a:lnTo>
                    <a:pt x="269804" y="303748"/>
                  </a:lnTo>
                  <a:lnTo>
                    <a:pt x="269472" y="303456"/>
                  </a:lnTo>
                  <a:lnTo>
                    <a:pt x="269631" y="302725"/>
                  </a:lnTo>
                  <a:lnTo>
                    <a:pt x="268957" y="302671"/>
                  </a:lnTo>
                  <a:lnTo>
                    <a:pt x="268924" y="302505"/>
                  </a:lnTo>
                  <a:lnTo>
                    <a:pt x="268901" y="292711"/>
                  </a:lnTo>
                  <a:lnTo>
                    <a:pt x="283645" y="291090"/>
                  </a:lnTo>
                  <a:lnTo>
                    <a:pt x="287852" y="290673"/>
                  </a:lnTo>
                  <a:lnTo>
                    <a:pt x="291193" y="289857"/>
                  </a:lnTo>
                  <a:lnTo>
                    <a:pt x="293427" y="288366"/>
                  </a:lnTo>
                  <a:lnTo>
                    <a:pt x="295548" y="286061"/>
                  </a:lnTo>
                  <a:lnTo>
                    <a:pt x="295972" y="285969"/>
                  </a:lnTo>
                  <a:lnTo>
                    <a:pt x="298213" y="283727"/>
                  </a:lnTo>
                  <a:lnTo>
                    <a:pt x="299164" y="283508"/>
                  </a:lnTo>
                  <a:lnTo>
                    <a:pt x="304030" y="277970"/>
                  </a:lnTo>
                  <a:lnTo>
                    <a:pt x="303350" y="277557"/>
                  </a:lnTo>
                  <a:lnTo>
                    <a:pt x="303544" y="277260"/>
                  </a:lnTo>
                  <a:lnTo>
                    <a:pt x="314580" y="265018"/>
                  </a:lnTo>
                  <a:lnTo>
                    <a:pt x="315256" y="263407"/>
                  </a:lnTo>
                  <a:lnTo>
                    <a:pt x="315557" y="261820"/>
                  </a:lnTo>
                  <a:lnTo>
                    <a:pt x="314991" y="259756"/>
                  </a:lnTo>
                  <a:lnTo>
                    <a:pt x="315304" y="260742"/>
                  </a:lnTo>
                  <a:lnTo>
                    <a:pt x="317714" y="261744"/>
                  </a:lnTo>
                  <a:lnTo>
                    <a:pt x="317554" y="261063"/>
                  </a:lnTo>
                  <a:lnTo>
                    <a:pt x="326226" y="262899"/>
                  </a:lnTo>
                  <a:lnTo>
                    <a:pt x="328960" y="259752"/>
                  </a:lnTo>
                  <a:lnTo>
                    <a:pt x="330580" y="257752"/>
                  </a:lnTo>
                  <a:lnTo>
                    <a:pt x="331616" y="256899"/>
                  </a:lnTo>
                  <a:lnTo>
                    <a:pt x="334680" y="259149"/>
                  </a:lnTo>
                  <a:lnTo>
                    <a:pt x="336573" y="260181"/>
                  </a:lnTo>
                  <a:lnTo>
                    <a:pt x="337086" y="260821"/>
                  </a:lnTo>
                  <a:lnTo>
                    <a:pt x="353218" y="255839"/>
                  </a:lnTo>
                  <a:lnTo>
                    <a:pt x="356200" y="256483"/>
                  </a:lnTo>
                  <a:lnTo>
                    <a:pt x="362420" y="260023"/>
                  </a:lnTo>
                  <a:lnTo>
                    <a:pt x="366064" y="262369"/>
                  </a:lnTo>
                  <a:lnTo>
                    <a:pt x="382203" y="277349"/>
                  </a:lnTo>
                  <a:lnTo>
                    <a:pt x="385433" y="279401"/>
                  </a:lnTo>
                  <a:lnTo>
                    <a:pt x="390136" y="281071"/>
                  </a:lnTo>
                  <a:lnTo>
                    <a:pt x="403184" y="284556"/>
                  </a:lnTo>
                  <a:lnTo>
                    <a:pt x="420878" y="290732"/>
                  </a:lnTo>
                  <a:lnTo>
                    <a:pt x="421221" y="287841"/>
                  </a:lnTo>
                  <a:lnTo>
                    <a:pt x="421288" y="276062"/>
                  </a:lnTo>
                  <a:lnTo>
                    <a:pt x="421323" y="265118"/>
                  </a:lnTo>
                  <a:lnTo>
                    <a:pt x="419612" y="262090"/>
                  </a:lnTo>
                  <a:lnTo>
                    <a:pt x="418401" y="260765"/>
                  </a:lnTo>
                  <a:lnTo>
                    <a:pt x="417353" y="260190"/>
                  </a:lnTo>
                  <a:lnTo>
                    <a:pt x="417342" y="259395"/>
                  </a:lnTo>
                  <a:lnTo>
                    <a:pt x="416667" y="259189"/>
                  </a:lnTo>
                  <a:lnTo>
                    <a:pt x="418061" y="257245"/>
                  </a:lnTo>
                  <a:lnTo>
                    <a:pt x="418759" y="255807"/>
                  </a:lnTo>
                  <a:lnTo>
                    <a:pt x="419671" y="253109"/>
                  </a:lnTo>
                  <a:lnTo>
                    <a:pt x="419665" y="252572"/>
                  </a:lnTo>
                  <a:lnTo>
                    <a:pt x="419044" y="250163"/>
                  </a:lnTo>
                  <a:lnTo>
                    <a:pt x="418190" y="248554"/>
                  </a:lnTo>
                  <a:lnTo>
                    <a:pt x="415870" y="246470"/>
                  </a:lnTo>
                  <a:lnTo>
                    <a:pt x="413741" y="245716"/>
                  </a:lnTo>
                  <a:lnTo>
                    <a:pt x="413084" y="245694"/>
                  </a:lnTo>
                  <a:lnTo>
                    <a:pt x="412385" y="246176"/>
                  </a:lnTo>
                  <a:lnTo>
                    <a:pt x="410624" y="246024"/>
                  </a:lnTo>
                  <a:lnTo>
                    <a:pt x="405984" y="248788"/>
                  </a:lnTo>
                  <a:lnTo>
                    <a:pt x="404784" y="250857"/>
                  </a:lnTo>
                  <a:lnTo>
                    <a:pt x="403910" y="251463"/>
                  </a:lnTo>
                  <a:lnTo>
                    <a:pt x="402076" y="249172"/>
                  </a:lnTo>
                  <a:lnTo>
                    <a:pt x="401356" y="247660"/>
                  </a:lnTo>
                  <a:lnTo>
                    <a:pt x="399676" y="245698"/>
                  </a:lnTo>
                  <a:lnTo>
                    <a:pt x="398120" y="245215"/>
                  </a:lnTo>
                  <a:lnTo>
                    <a:pt x="397309" y="245231"/>
                  </a:lnTo>
                  <a:lnTo>
                    <a:pt x="395801" y="245766"/>
                  </a:lnTo>
                  <a:lnTo>
                    <a:pt x="395603" y="246560"/>
                  </a:lnTo>
                  <a:lnTo>
                    <a:pt x="398163" y="249566"/>
                  </a:lnTo>
                  <a:lnTo>
                    <a:pt x="397045" y="249129"/>
                  </a:lnTo>
                  <a:lnTo>
                    <a:pt x="394704" y="249154"/>
                  </a:lnTo>
                  <a:lnTo>
                    <a:pt x="392688" y="246589"/>
                  </a:lnTo>
                  <a:lnTo>
                    <a:pt x="391198" y="245482"/>
                  </a:lnTo>
                  <a:lnTo>
                    <a:pt x="391052" y="245188"/>
                  </a:lnTo>
                  <a:lnTo>
                    <a:pt x="391437" y="242956"/>
                  </a:lnTo>
                  <a:lnTo>
                    <a:pt x="390746" y="242090"/>
                  </a:lnTo>
                  <a:lnTo>
                    <a:pt x="389372" y="241408"/>
                  </a:lnTo>
                  <a:lnTo>
                    <a:pt x="388882" y="239170"/>
                  </a:lnTo>
                  <a:lnTo>
                    <a:pt x="388173" y="236835"/>
                  </a:lnTo>
                  <a:lnTo>
                    <a:pt x="387561" y="235666"/>
                  </a:lnTo>
                  <a:lnTo>
                    <a:pt x="387273" y="234243"/>
                  </a:lnTo>
                  <a:lnTo>
                    <a:pt x="388284" y="234678"/>
                  </a:lnTo>
                  <a:lnTo>
                    <a:pt x="391140" y="234268"/>
                  </a:lnTo>
                  <a:lnTo>
                    <a:pt x="391514" y="233918"/>
                  </a:lnTo>
                  <a:lnTo>
                    <a:pt x="391759" y="231800"/>
                  </a:lnTo>
                  <a:lnTo>
                    <a:pt x="390630" y="229168"/>
                  </a:lnTo>
                  <a:lnTo>
                    <a:pt x="390140" y="226827"/>
                  </a:lnTo>
                  <a:lnTo>
                    <a:pt x="390259" y="225979"/>
                  </a:lnTo>
                  <a:lnTo>
                    <a:pt x="389895" y="225509"/>
                  </a:lnTo>
                  <a:lnTo>
                    <a:pt x="388156" y="224372"/>
                  </a:lnTo>
                  <a:lnTo>
                    <a:pt x="386616" y="224598"/>
                  </a:lnTo>
                  <a:lnTo>
                    <a:pt x="385919" y="224352"/>
                  </a:lnTo>
                  <a:lnTo>
                    <a:pt x="385556" y="224676"/>
                  </a:lnTo>
                  <a:lnTo>
                    <a:pt x="385454" y="225317"/>
                  </a:lnTo>
                  <a:lnTo>
                    <a:pt x="384759" y="225964"/>
                  </a:lnTo>
                  <a:lnTo>
                    <a:pt x="381639" y="226026"/>
                  </a:lnTo>
                  <a:lnTo>
                    <a:pt x="380983" y="226644"/>
                  </a:lnTo>
                  <a:lnTo>
                    <a:pt x="380922" y="227445"/>
                  </a:lnTo>
                  <a:lnTo>
                    <a:pt x="381717" y="228415"/>
                  </a:lnTo>
                  <a:lnTo>
                    <a:pt x="384025" y="228969"/>
                  </a:lnTo>
                  <a:lnTo>
                    <a:pt x="385182" y="232382"/>
                  </a:lnTo>
                  <a:lnTo>
                    <a:pt x="383530" y="231803"/>
                  </a:lnTo>
                  <a:lnTo>
                    <a:pt x="381499" y="231457"/>
                  </a:lnTo>
                  <a:lnTo>
                    <a:pt x="381091" y="231611"/>
                  </a:lnTo>
                  <a:lnTo>
                    <a:pt x="380208" y="232617"/>
                  </a:lnTo>
                  <a:lnTo>
                    <a:pt x="379665" y="232814"/>
                  </a:lnTo>
                  <a:lnTo>
                    <a:pt x="376581" y="231784"/>
                  </a:lnTo>
                  <a:lnTo>
                    <a:pt x="376181" y="229964"/>
                  </a:lnTo>
                  <a:lnTo>
                    <a:pt x="379517" y="230926"/>
                  </a:lnTo>
                  <a:lnTo>
                    <a:pt x="380945" y="231113"/>
                  </a:lnTo>
                  <a:lnTo>
                    <a:pt x="379074" y="229612"/>
                  </a:lnTo>
                  <a:lnTo>
                    <a:pt x="375918" y="226058"/>
                  </a:lnTo>
                  <a:lnTo>
                    <a:pt x="375909" y="225313"/>
                  </a:lnTo>
                  <a:lnTo>
                    <a:pt x="377055" y="217354"/>
                  </a:lnTo>
                  <a:lnTo>
                    <a:pt x="378344" y="218413"/>
                  </a:lnTo>
                  <a:lnTo>
                    <a:pt x="380851" y="219933"/>
                  </a:lnTo>
                  <a:lnTo>
                    <a:pt x="381482" y="217876"/>
                  </a:lnTo>
                  <a:lnTo>
                    <a:pt x="380752" y="216994"/>
                  </a:lnTo>
                  <a:lnTo>
                    <a:pt x="377309" y="215973"/>
                  </a:lnTo>
                  <a:lnTo>
                    <a:pt x="377787" y="210726"/>
                  </a:lnTo>
                  <a:lnTo>
                    <a:pt x="378767" y="207242"/>
                  </a:lnTo>
                  <a:lnTo>
                    <a:pt x="380800" y="203022"/>
                  </a:lnTo>
                  <a:lnTo>
                    <a:pt x="380260" y="201295"/>
                  </a:lnTo>
                  <a:lnTo>
                    <a:pt x="378529" y="197908"/>
                  </a:lnTo>
                  <a:lnTo>
                    <a:pt x="377293" y="194107"/>
                  </a:lnTo>
                  <a:lnTo>
                    <a:pt x="374379" y="188976"/>
                  </a:lnTo>
                  <a:lnTo>
                    <a:pt x="374734" y="188367"/>
                  </a:lnTo>
                  <a:lnTo>
                    <a:pt x="375983" y="182094"/>
                  </a:lnTo>
                  <a:lnTo>
                    <a:pt x="378034" y="178441"/>
                  </a:lnTo>
                  <a:lnTo>
                    <a:pt x="381399" y="170910"/>
                  </a:lnTo>
                  <a:lnTo>
                    <a:pt x="382626" y="167380"/>
                  </a:lnTo>
                  <a:lnTo>
                    <a:pt x="383653" y="163508"/>
                  </a:lnTo>
                  <a:lnTo>
                    <a:pt x="384126" y="159515"/>
                  </a:lnTo>
                  <a:lnTo>
                    <a:pt x="384108" y="157436"/>
                  </a:lnTo>
                  <a:lnTo>
                    <a:pt x="383816" y="155659"/>
                  </a:lnTo>
                  <a:lnTo>
                    <a:pt x="384149" y="152115"/>
                  </a:lnTo>
                  <a:lnTo>
                    <a:pt x="386758" y="137215"/>
                  </a:lnTo>
                  <a:lnTo>
                    <a:pt x="389319" y="127061"/>
                  </a:lnTo>
                  <a:lnTo>
                    <a:pt x="384044" y="125242"/>
                  </a:lnTo>
                  <a:lnTo>
                    <a:pt x="384263" y="121396"/>
                  </a:lnTo>
                  <a:lnTo>
                    <a:pt x="374937" y="121554"/>
                  </a:lnTo>
                  <a:lnTo>
                    <a:pt x="375342" y="118045"/>
                  </a:lnTo>
                  <a:lnTo>
                    <a:pt x="376442" y="113672"/>
                  </a:lnTo>
                  <a:lnTo>
                    <a:pt x="377638" y="102902"/>
                  </a:lnTo>
                  <a:lnTo>
                    <a:pt x="379351" y="96463"/>
                  </a:lnTo>
                  <a:lnTo>
                    <a:pt x="381635" y="89226"/>
                  </a:lnTo>
                  <a:lnTo>
                    <a:pt x="372674" y="87621"/>
                  </a:lnTo>
                  <a:lnTo>
                    <a:pt x="369786" y="88510"/>
                  </a:lnTo>
                  <a:lnTo>
                    <a:pt x="366867" y="89997"/>
                  </a:lnTo>
                  <a:lnTo>
                    <a:pt x="366485" y="91277"/>
                  </a:lnTo>
                  <a:lnTo>
                    <a:pt x="360991" y="90206"/>
                  </a:lnTo>
                  <a:lnTo>
                    <a:pt x="357816" y="89352"/>
                  </a:lnTo>
                  <a:lnTo>
                    <a:pt x="354838" y="88158"/>
                  </a:lnTo>
                  <a:lnTo>
                    <a:pt x="353808" y="87842"/>
                  </a:lnTo>
                  <a:lnTo>
                    <a:pt x="351905" y="84113"/>
                  </a:lnTo>
                  <a:lnTo>
                    <a:pt x="345154" y="83032"/>
                  </a:lnTo>
                  <a:lnTo>
                    <a:pt x="346291" y="77918"/>
                  </a:lnTo>
                  <a:lnTo>
                    <a:pt x="345703" y="77824"/>
                  </a:lnTo>
                  <a:lnTo>
                    <a:pt x="341045" y="74822"/>
                  </a:lnTo>
                  <a:lnTo>
                    <a:pt x="338252" y="74156"/>
                  </a:lnTo>
                  <a:lnTo>
                    <a:pt x="340269" y="68208"/>
                  </a:lnTo>
                  <a:lnTo>
                    <a:pt x="341998" y="64570"/>
                  </a:lnTo>
                  <a:lnTo>
                    <a:pt x="342946" y="62677"/>
                  </a:lnTo>
                  <a:lnTo>
                    <a:pt x="344249" y="61703"/>
                  </a:lnTo>
                  <a:lnTo>
                    <a:pt x="346173" y="54861"/>
                  </a:lnTo>
                  <a:lnTo>
                    <a:pt x="343976" y="53650"/>
                  </a:lnTo>
                  <a:lnTo>
                    <a:pt x="344285" y="52326"/>
                  </a:lnTo>
                  <a:lnTo>
                    <a:pt x="338426" y="50528"/>
                  </a:lnTo>
                  <a:lnTo>
                    <a:pt x="334618" y="48481"/>
                  </a:lnTo>
                  <a:lnTo>
                    <a:pt x="332396" y="47752"/>
                  </a:lnTo>
                  <a:lnTo>
                    <a:pt x="325906" y="45582"/>
                  </a:lnTo>
                  <a:lnTo>
                    <a:pt x="326191" y="44619"/>
                  </a:lnTo>
                  <a:lnTo>
                    <a:pt x="324856" y="44410"/>
                  </a:lnTo>
                  <a:lnTo>
                    <a:pt x="312722" y="44075"/>
                  </a:lnTo>
                  <a:lnTo>
                    <a:pt x="309971" y="43618"/>
                  </a:lnTo>
                  <a:lnTo>
                    <a:pt x="310180" y="44186"/>
                  </a:lnTo>
                  <a:lnTo>
                    <a:pt x="309848" y="47310"/>
                  </a:lnTo>
                  <a:lnTo>
                    <a:pt x="310047" y="49954"/>
                  </a:lnTo>
                  <a:lnTo>
                    <a:pt x="310662" y="54004"/>
                  </a:lnTo>
                  <a:lnTo>
                    <a:pt x="311652" y="57974"/>
                  </a:lnTo>
                  <a:lnTo>
                    <a:pt x="312254" y="58183"/>
                  </a:lnTo>
                  <a:lnTo>
                    <a:pt x="312080" y="59349"/>
                  </a:lnTo>
                  <a:lnTo>
                    <a:pt x="312396" y="59445"/>
                  </a:lnTo>
                  <a:lnTo>
                    <a:pt x="312500" y="60745"/>
                  </a:lnTo>
                  <a:lnTo>
                    <a:pt x="312265" y="62265"/>
                  </a:lnTo>
                  <a:lnTo>
                    <a:pt x="313292" y="65478"/>
                  </a:lnTo>
                  <a:lnTo>
                    <a:pt x="313025" y="67305"/>
                  </a:lnTo>
                  <a:lnTo>
                    <a:pt x="311277" y="72671"/>
                  </a:lnTo>
                  <a:lnTo>
                    <a:pt x="311091" y="74176"/>
                  </a:lnTo>
                  <a:lnTo>
                    <a:pt x="311295" y="75518"/>
                  </a:lnTo>
                  <a:lnTo>
                    <a:pt x="307956" y="74775"/>
                  </a:lnTo>
                  <a:lnTo>
                    <a:pt x="304259" y="72809"/>
                  </a:lnTo>
                  <a:lnTo>
                    <a:pt x="303817" y="72569"/>
                  </a:lnTo>
                  <a:lnTo>
                    <a:pt x="303888" y="72058"/>
                  </a:lnTo>
                  <a:lnTo>
                    <a:pt x="301618" y="71211"/>
                  </a:lnTo>
                  <a:lnTo>
                    <a:pt x="300134" y="69911"/>
                  </a:lnTo>
                  <a:lnTo>
                    <a:pt x="296208" y="67558"/>
                  </a:lnTo>
                  <a:lnTo>
                    <a:pt x="290241" y="63148"/>
                  </a:lnTo>
                  <a:lnTo>
                    <a:pt x="289176" y="62611"/>
                  </a:lnTo>
                  <a:lnTo>
                    <a:pt x="288886" y="62065"/>
                  </a:lnTo>
                  <a:lnTo>
                    <a:pt x="281896" y="57889"/>
                  </a:lnTo>
                  <a:lnTo>
                    <a:pt x="279714" y="56245"/>
                  </a:lnTo>
                  <a:lnTo>
                    <a:pt x="266860" y="47915"/>
                  </a:lnTo>
                  <a:lnTo>
                    <a:pt x="265990" y="29611"/>
                  </a:lnTo>
                  <a:lnTo>
                    <a:pt x="265025" y="24829"/>
                  </a:lnTo>
                  <a:lnTo>
                    <a:pt x="263892" y="21380"/>
                  </a:lnTo>
                  <a:lnTo>
                    <a:pt x="263305" y="20259"/>
                  </a:lnTo>
                  <a:lnTo>
                    <a:pt x="262895" y="16256"/>
                  </a:lnTo>
                  <a:lnTo>
                    <a:pt x="263198" y="12187"/>
                  </a:lnTo>
                  <a:lnTo>
                    <a:pt x="262813" y="9374"/>
                  </a:lnTo>
                  <a:lnTo>
                    <a:pt x="262482" y="8522"/>
                  </a:lnTo>
                  <a:lnTo>
                    <a:pt x="256863" y="5964"/>
                  </a:lnTo>
                  <a:lnTo>
                    <a:pt x="251924" y="3268"/>
                  </a:lnTo>
                  <a:lnTo>
                    <a:pt x="248463" y="1121"/>
                  </a:lnTo>
                  <a:lnTo>
                    <a:pt x="245225" y="235"/>
                  </a:lnTo>
                  <a:lnTo>
                    <a:pt x="243207" y="0"/>
                  </a:lnTo>
                  <a:lnTo>
                    <a:pt x="239955" y="329"/>
                  </a:lnTo>
                  <a:lnTo>
                    <a:pt x="235827" y="1850"/>
                  </a:lnTo>
                  <a:lnTo>
                    <a:pt x="226818" y="5943"/>
                  </a:lnTo>
                  <a:lnTo>
                    <a:pt x="225559" y="10066"/>
                  </a:lnTo>
                  <a:lnTo>
                    <a:pt x="219679" y="8136"/>
                  </a:lnTo>
                  <a:lnTo>
                    <a:pt x="216129" y="6463"/>
                  </a:lnTo>
                  <a:lnTo>
                    <a:pt x="216487" y="5307"/>
                  </a:lnTo>
                  <a:lnTo>
                    <a:pt x="217179" y="5318"/>
                  </a:lnTo>
                  <a:lnTo>
                    <a:pt x="217311" y="4804"/>
                  </a:lnTo>
                  <a:lnTo>
                    <a:pt x="217037" y="1180"/>
                  </a:lnTo>
                  <a:lnTo>
                    <a:pt x="215219" y="1619"/>
                  </a:lnTo>
                  <a:lnTo>
                    <a:pt x="212644" y="1679"/>
                  </a:lnTo>
                  <a:lnTo>
                    <a:pt x="213064" y="3944"/>
                  </a:lnTo>
                  <a:lnTo>
                    <a:pt x="210405" y="3875"/>
                  </a:lnTo>
                  <a:lnTo>
                    <a:pt x="210450" y="4936"/>
                  </a:lnTo>
                  <a:lnTo>
                    <a:pt x="211805" y="4956"/>
                  </a:lnTo>
                  <a:lnTo>
                    <a:pt x="211125" y="7008"/>
                  </a:lnTo>
                  <a:lnTo>
                    <a:pt x="207771" y="6177"/>
                  </a:lnTo>
                  <a:lnTo>
                    <a:pt x="206655" y="6526"/>
                  </a:lnTo>
                  <a:lnTo>
                    <a:pt x="203103" y="10402"/>
                  </a:lnTo>
                  <a:lnTo>
                    <a:pt x="201891" y="13706"/>
                  </a:lnTo>
                  <a:lnTo>
                    <a:pt x="202197" y="17174"/>
                  </a:lnTo>
                  <a:lnTo>
                    <a:pt x="203134" y="19106"/>
                  </a:lnTo>
                  <a:lnTo>
                    <a:pt x="204449" y="19286"/>
                  </a:lnTo>
                  <a:lnTo>
                    <a:pt x="204327" y="20944"/>
                  </a:lnTo>
                  <a:lnTo>
                    <a:pt x="205520" y="23804"/>
                  </a:lnTo>
                  <a:lnTo>
                    <a:pt x="205997" y="26061"/>
                  </a:lnTo>
                  <a:lnTo>
                    <a:pt x="205836" y="27480"/>
                  </a:lnTo>
                  <a:lnTo>
                    <a:pt x="205299" y="29072"/>
                  </a:lnTo>
                  <a:lnTo>
                    <a:pt x="207263" y="31198"/>
                  </a:lnTo>
                  <a:lnTo>
                    <a:pt x="206574" y="32099"/>
                  </a:lnTo>
                  <a:lnTo>
                    <a:pt x="206341" y="33147"/>
                  </a:lnTo>
                  <a:lnTo>
                    <a:pt x="208870" y="34594"/>
                  </a:lnTo>
                  <a:lnTo>
                    <a:pt x="207707" y="35333"/>
                  </a:lnTo>
                  <a:lnTo>
                    <a:pt x="206939" y="35371"/>
                  </a:lnTo>
                  <a:lnTo>
                    <a:pt x="202062" y="34444"/>
                  </a:lnTo>
                  <a:lnTo>
                    <a:pt x="200062" y="40026"/>
                  </a:lnTo>
                  <a:lnTo>
                    <a:pt x="197932" y="44274"/>
                  </a:lnTo>
                  <a:lnTo>
                    <a:pt x="199487" y="46067"/>
                  </a:lnTo>
                  <a:lnTo>
                    <a:pt x="201696" y="50297"/>
                  </a:lnTo>
                  <a:lnTo>
                    <a:pt x="201964" y="51886"/>
                  </a:lnTo>
                  <a:lnTo>
                    <a:pt x="201899" y="53787"/>
                  </a:lnTo>
                  <a:lnTo>
                    <a:pt x="200923" y="56156"/>
                  </a:lnTo>
                  <a:lnTo>
                    <a:pt x="199445" y="56574"/>
                  </a:lnTo>
                  <a:lnTo>
                    <a:pt x="197655" y="56596"/>
                  </a:lnTo>
                  <a:lnTo>
                    <a:pt x="194425" y="57433"/>
                  </a:lnTo>
                  <a:lnTo>
                    <a:pt x="192448" y="57505"/>
                  </a:lnTo>
                  <a:lnTo>
                    <a:pt x="190115" y="58478"/>
                  </a:lnTo>
                  <a:lnTo>
                    <a:pt x="189568" y="59053"/>
                  </a:lnTo>
                  <a:lnTo>
                    <a:pt x="189299" y="61297"/>
                  </a:lnTo>
                  <a:lnTo>
                    <a:pt x="189826" y="63250"/>
                  </a:lnTo>
                  <a:lnTo>
                    <a:pt x="190539" y="64779"/>
                  </a:lnTo>
                  <a:lnTo>
                    <a:pt x="192061" y="66532"/>
                  </a:lnTo>
                  <a:lnTo>
                    <a:pt x="193554" y="67065"/>
                  </a:lnTo>
                  <a:lnTo>
                    <a:pt x="190927" y="67943"/>
                  </a:lnTo>
                  <a:lnTo>
                    <a:pt x="190880" y="68130"/>
                  </a:lnTo>
                  <a:lnTo>
                    <a:pt x="189668" y="68267"/>
                  </a:lnTo>
                  <a:lnTo>
                    <a:pt x="185668" y="66410"/>
                  </a:lnTo>
                  <a:lnTo>
                    <a:pt x="175329" y="64608"/>
                  </a:lnTo>
                  <a:lnTo>
                    <a:pt x="169208" y="54054"/>
                  </a:lnTo>
                  <a:lnTo>
                    <a:pt x="161969" y="56733"/>
                  </a:lnTo>
                  <a:lnTo>
                    <a:pt x="164122" y="58804"/>
                  </a:lnTo>
                  <a:lnTo>
                    <a:pt x="166387" y="61959"/>
                  </a:lnTo>
                  <a:lnTo>
                    <a:pt x="165769" y="62386"/>
                  </a:lnTo>
                  <a:lnTo>
                    <a:pt x="165673" y="62716"/>
                  </a:lnTo>
                  <a:lnTo>
                    <a:pt x="157611" y="68258"/>
                  </a:lnTo>
                  <a:lnTo>
                    <a:pt x="155547" y="69266"/>
                  </a:lnTo>
                  <a:lnTo>
                    <a:pt x="155332" y="69371"/>
                  </a:lnTo>
                  <a:lnTo>
                    <a:pt x="153926" y="69495"/>
                  </a:lnTo>
                  <a:lnTo>
                    <a:pt x="152708" y="70127"/>
                  </a:lnTo>
                  <a:lnTo>
                    <a:pt x="151275" y="73025"/>
                  </a:lnTo>
                  <a:lnTo>
                    <a:pt x="151105" y="74559"/>
                  </a:lnTo>
                  <a:lnTo>
                    <a:pt x="150635" y="75273"/>
                  </a:lnTo>
                  <a:lnTo>
                    <a:pt x="149448" y="75993"/>
                  </a:lnTo>
                  <a:lnTo>
                    <a:pt x="147813" y="75925"/>
                  </a:lnTo>
                  <a:lnTo>
                    <a:pt x="145020" y="75536"/>
                  </a:lnTo>
                  <a:lnTo>
                    <a:pt x="142877" y="74686"/>
                  </a:lnTo>
                  <a:lnTo>
                    <a:pt x="140928" y="74663"/>
                  </a:lnTo>
                  <a:lnTo>
                    <a:pt x="137970" y="76599"/>
                  </a:lnTo>
                  <a:lnTo>
                    <a:pt x="137004" y="78134"/>
                  </a:lnTo>
                  <a:lnTo>
                    <a:pt x="136883" y="78677"/>
                  </a:lnTo>
                  <a:lnTo>
                    <a:pt x="136351" y="79038"/>
                  </a:lnTo>
                  <a:lnTo>
                    <a:pt x="135261" y="81043"/>
                  </a:lnTo>
                  <a:lnTo>
                    <a:pt x="134681" y="81604"/>
                  </a:lnTo>
                  <a:lnTo>
                    <a:pt x="131520" y="81837"/>
                  </a:lnTo>
                  <a:lnTo>
                    <a:pt x="130463" y="82364"/>
                  </a:lnTo>
                  <a:lnTo>
                    <a:pt x="128190" y="84307"/>
                  </a:lnTo>
                  <a:lnTo>
                    <a:pt x="126971" y="84515"/>
                  </a:lnTo>
                  <a:lnTo>
                    <a:pt x="125576" y="85506"/>
                  </a:lnTo>
                  <a:lnTo>
                    <a:pt x="124144" y="85506"/>
                  </a:lnTo>
                  <a:lnTo>
                    <a:pt x="123141" y="84989"/>
                  </a:lnTo>
                  <a:lnTo>
                    <a:pt x="120579" y="84221"/>
                  </a:lnTo>
                  <a:lnTo>
                    <a:pt x="121048" y="83485"/>
                  </a:lnTo>
                  <a:lnTo>
                    <a:pt x="119638" y="83253"/>
                  </a:lnTo>
                  <a:lnTo>
                    <a:pt x="118546" y="83973"/>
                  </a:lnTo>
                  <a:lnTo>
                    <a:pt x="118168" y="84769"/>
                  </a:lnTo>
                  <a:lnTo>
                    <a:pt x="116475" y="85468"/>
                  </a:lnTo>
                  <a:lnTo>
                    <a:pt x="113496" y="85290"/>
                  </a:lnTo>
                  <a:lnTo>
                    <a:pt x="112302" y="86133"/>
                  </a:lnTo>
                  <a:lnTo>
                    <a:pt x="110178" y="86703"/>
                  </a:lnTo>
                  <a:lnTo>
                    <a:pt x="109503" y="87470"/>
                  </a:lnTo>
                  <a:lnTo>
                    <a:pt x="107805" y="88150"/>
                  </a:lnTo>
                  <a:lnTo>
                    <a:pt x="107097" y="89247"/>
                  </a:lnTo>
                  <a:lnTo>
                    <a:pt x="106557" y="91331"/>
                  </a:lnTo>
                  <a:lnTo>
                    <a:pt x="105814" y="92162"/>
                  </a:lnTo>
                  <a:lnTo>
                    <a:pt x="104778" y="92860"/>
                  </a:lnTo>
                  <a:lnTo>
                    <a:pt x="104671" y="93167"/>
                  </a:lnTo>
                  <a:lnTo>
                    <a:pt x="105017" y="94304"/>
                  </a:lnTo>
                  <a:lnTo>
                    <a:pt x="105703" y="94745"/>
                  </a:lnTo>
                  <a:lnTo>
                    <a:pt x="107710" y="94781"/>
                  </a:lnTo>
                  <a:lnTo>
                    <a:pt x="109240" y="94257"/>
                  </a:lnTo>
                  <a:lnTo>
                    <a:pt x="110470" y="94114"/>
                  </a:lnTo>
                  <a:lnTo>
                    <a:pt x="111813" y="95807"/>
                  </a:lnTo>
                  <a:lnTo>
                    <a:pt x="113533" y="97449"/>
                  </a:lnTo>
                  <a:lnTo>
                    <a:pt x="113448" y="98409"/>
                  </a:lnTo>
                  <a:lnTo>
                    <a:pt x="111569" y="101173"/>
                  </a:lnTo>
                  <a:lnTo>
                    <a:pt x="108843" y="102061"/>
                  </a:lnTo>
                  <a:lnTo>
                    <a:pt x="107267" y="103870"/>
                  </a:lnTo>
                  <a:lnTo>
                    <a:pt x="106406" y="104462"/>
                  </a:lnTo>
                  <a:lnTo>
                    <a:pt x="105558" y="105445"/>
                  </a:lnTo>
                  <a:lnTo>
                    <a:pt x="105137" y="106582"/>
                  </a:lnTo>
                  <a:lnTo>
                    <a:pt x="105084" y="107511"/>
                  </a:lnTo>
                  <a:lnTo>
                    <a:pt x="104878" y="107633"/>
                  </a:lnTo>
                  <a:lnTo>
                    <a:pt x="103775" y="108343"/>
                  </a:lnTo>
                  <a:lnTo>
                    <a:pt x="101340" y="108869"/>
                  </a:lnTo>
                  <a:lnTo>
                    <a:pt x="99138" y="110328"/>
                  </a:lnTo>
                  <a:lnTo>
                    <a:pt x="98478" y="110537"/>
                  </a:lnTo>
                  <a:lnTo>
                    <a:pt x="94315" y="110109"/>
                  </a:lnTo>
                  <a:lnTo>
                    <a:pt x="90910" y="111557"/>
                  </a:lnTo>
                  <a:lnTo>
                    <a:pt x="89107" y="112943"/>
                  </a:lnTo>
                  <a:lnTo>
                    <a:pt x="87231" y="113771"/>
                  </a:lnTo>
                  <a:lnTo>
                    <a:pt x="83239" y="113683"/>
                  </a:lnTo>
                  <a:lnTo>
                    <a:pt x="82288" y="113894"/>
                  </a:lnTo>
                  <a:lnTo>
                    <a:pt x="82463" y="114504"/>
                  </a:lnTo>
                  <a:lnTo>
                    <a:pt x="84114" y="114596"/>
                  </a:lnTo>
                  <a:lnTo>
                    <a:pt x="85950" y="115238"/>
                  </a:lnTo>
                  <a:lnTo>
                    <a:pt x="87318" y="115101"/>
                  </a:lnTo>
                  <a:lnTo>
                    <a:pt x="88144" y="115263"/>
                  </a:lnTo>
                  <a:lnTo>
                    <a:pt x="89356" y="116944"/>
                  </a:lnTo>
                  <a:lnTo>
                    <a:pt x="89217" y="118375"/>
                  </a:lnTo>
                  <a:lnTo>
                    <a:pt x="83327" y="122800"/>
                  </a:lnTo>
                  <a:lnTo>
                    <a:pt x="84047" y="124355"/>
                  </a:lnTo>
                  <a:lnTo>
                    <a:pt x="83696" y="125296"/>
                  </a:lnTo>
                  <a:lnTo>
                    <a:pt x="82467" y="126140"/>
                  </a:lnTo>
                  <a:lnTo>
                    <a:pt x="82507" y="126710"/>
                  </a:lnTo>
                  <a:lnTo>
                    <a:pt x="82133" y="126796"/>
                  </a:lnTo>
                  <a:lnTo>
                    <a:pt x="81638" y="126416"/>
                  </a:lnTo>
                  <a:lnTo>
                    <a:pt x="81582" y="127051"/>
                  </a:lnTo>
                  <a:lnTo>
                    <a:pt x="81188" y="127633"/>
                  </a:lnTo>
                  <a:lnTo>
                    <a:pt x="80626" y="128159"/>
                  </a:lnTo>
                  <a:lnTo>
                    <a:pt x="80123" y="127901"/>
                  </a:lnTo>
                  <a:lnTo>
                    <a:pt x="79622" y="128995"/>
                  </a:lnTo>
                  <a:lnTo>
                    <a:pt x="78496" y="128587"/>
                  </a:lnTo>
                  <a:lnTo>
                    <a:pt x="78519" y="128431"/>
                  </a:lnTo>
                  <a:lnTo>
                    <a:pt x="78004" y="128577"/>
                  </a:lnTo>
                  <a:lnTo>
                    <a:pt x="77152" y="128161"/>
                  </a:lnTo>
                  <a:lnTo>
                    <a:pt x="76902" y="128747"/>
                  </a:lnTo>
                  <a:lnTo>
                    <a:pt x="76699" y="131519"/>
                  </a:lnTo>
                  <a:lnTo>
                    <a:pt x="75303" y="133177"/>
                  </a:lnTo>
                  <a:lnTo>
                    <a:pt x="75621" y="135479"/>
                  </a:lnTo>
                  <a:lnTo>
                    <a:pt x="75417" y="136173"/>
                  </a:lnTo>
                  <a:lnTo>
                    <a:pt x="75072" y="135990"/>
                  </a:lnTo>
                  <a:lnTo>
                    <a:pt x="75301" y="138067"/>
                  </a:lnTo>
                  <a:lnTo>
                    <a:pt x="74575" y="138095"/>
                  </a:lnTo>
                  <a:lnTo>
                    <a:pt x="73084" y="137592"/>
                  </a:lnTo>
                  <a:lnTo>
                    <a:pt x="68369" y="137666"/>
                  </a:lnTo>
                  <a:lnTo>
                    <a:pt x="64768" y="139755"/>
                  </a:lnTo>
                  <a:lnTo>
                    <a:pt x="63918" y="139986"/>
                  </a:lnTo>
                  <a:lnTo>
                    <a:pt x="62538" y="139905"/>
                  </a:lnTo>
                  <a:lnTo>
                    <a:pt x="61604" y="140254"/>
                  </a:lnTo>
                  <a:lnTo>
                    <a:pt x="60269" y="140385"/>
                  </a:lnTo>
                  <a:lnTo>
                    <a:pt x="59403" y="141149"/>
                  </a:lnTo>
                  <a:lnTo>
                    <a:pt x="58934" y="140422"/>
                  </a:lnTo>
                  <a:lnTo>
                    <a:pt x="58480" y="140379"/>
                  </a:lnTo>
                  <a:lnTo>
                    <a:pt x="57958" y="139668"/>
                  </a:lnTo>
                  <a:lnTo>
                    <a:pt x="57611" y="139653"/>
                  </a:lnTo>
                  <a:lnTo>
                    <a:pt x="57653" y="139002"/>
                  </a:lnTo>
                  <a:lnTo>
                    <a:pt x="56306" y="138569"/>
                  </a:lnTo>
                  <a:lnTo>
                    <a:pt x="55550" y="137836"/>
                  </a:lnTo>
                  <a:lnTo>
                    <a:pt x="54907" y="136150"/>
                  </a:lnTo>
                  <a:lnTo>
                    <a:pt x="54655" y="134237"/>
                  </a:lnTo>
                  <a:lnTo>
                    <a:pt x="54856" y="133292"/>
                  </a:lnTo>
                  <a:lnTo>
                    <a:pt x="56037" y="132211"/>
                  </a:lnTo>
                  <a:lnTo>
                    <a:pt x="56373" y="129901"/>
                  </a:lnTo>
                  <a:lnTo>
                    <a:pt x="57056" y="129255"/>
                  </a:lnTo>
                  <a:lnTo>
                    <a:pt x="57021" y="128398"/>
                  </a:lnTo>
                  <a:lnTo>
                    <a:pt x="58281" y="125620"/>
                  </a:lnTo>
                  <a:lnTo>
                    <a:pt x="58284" y="125200"/>
                  </a:lnTo>
                  <a:lnTo>
                    <a:pt x="56361" y="124165"/>
                  </a:lnTo>
                  <a:lnTo>
                    <a:pt x="56432" y="123940"/>
                  </a:lnTo>
                  <a:lnTo>
                    <a:pt x="53121" y="122837"/>
                  </a:lnTo>
                  <a:lnTo>
                    <a:pt x="50529" y="122469"/>
                  </a:lnTo>
                  <a:lnTo>
                    <a:pt x="50241" y="121792"/>
                  </a:lnTo>
                  <a:lnTo>
                    <a:pt x="49331" y="121046"/>
                  </a:lnTo>
                  <a:lnTo>
                    <a:pt x="47903" y="120419"/>
                  </a:lnTo>
                  <a:lnTo>
                    <a:pt x="46238" y="118236"/>
                  </a:lnTo>
                  <a:lnTo>
                    <a:pt x="43018" y="116050"/>
                  </a:lnTo>
                  <a:lnTo>
                    <a:pt x="42138" y="115931"/>
                  </a:lnTo>
                  <a:lnTo>
                    <a:pt x="42443" y="115224"/>
                  </a:lnTo>
                  <a:lnTo>
                    <a:pt x="39342" y="113372"/>
                  </a:lnTo>
                  <a:lnTo>
                    <a:pt x="36818" y="110399"/>
                  </a:lnTo>
                  <a:lnTo>
                    <a:pt x="35934" y="109834"/>
                  </a:lnTo>
                  <a:lnTo>
                    <a:pt x="35086" y="109795"/>
                  </a:lnTo>
                  <a:lnTo>
                    <a:pt x="30508" y="107863"/>
                  </a:lnTo>
                  <a:lnTo>
                    <a:pt x="29509" y="108087"/>
                  </a:lnTo>
                  <a:lnTo>
                    <a:pt x="29379" y="107737"/>
                  </a:lnTo>
                  <a:lnTo>
                    <a:pt x="29664" y="107037"/>
                  </a:lnTo>
                  <a:lnTo>
                    <a:pt x="29233" y="106306"/>
                  </a:lnTo>
                  <a:lnTo>
                    <a:pt x="27739" y="105383"/>
                  </a:lnTo>
                  <a:lnTo>
                    <a:pt x="24424" y="102023"/>
                  </a:lnTo>
                  <a:lnTo>
                    <a:pt x="23336" y="101390"/>
                  </a:lnTo>
                  <a:lnTo>
                    <a:pt x="22405" y="101549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pg124">
              <a:extLst>
                <a:ext uri="{FF2B5EF4-FFF2-40B4-BE49-F238E27FC236}">
                  <a16:creationId xmlns:a16="http://schemas.microsoft.com/office/drawing/2014/main" id="{613BC855-9FF8-9EF8-4AF1-5A96CDF6D11F}"/>
                </a:ext>
              </a:extLst>
            </p:cNvPr>
            <p:cNvSpPr/>
            <p:nvPr/>
          </p:nvSpPr>
          <p:spPr>
            <a:xfrm>
              <a:off x="3912126" y="602409"/>
              <a:ext cx="2380710" cy="2083787"/>
            </a:xfrm>
            <a:custGeom>
              <a:avLst/>
              <a:gdLst/>
              <a:ahLst/>
              <a:cxnLst/>
              <a:rect l="0" t="0" r="0" b="0"/>
              <a:pathLst>
                <a:path w="2380710" h="2083787">
                  <a:moveTo>
                    <a:pt x="1037509" y="1901163"/>
                  </a:moveTo>
                  <a:lnTo>
                    <a:pt x="1042015" y="1900434"/>
                  </a:lnTo>
                  <a:lnTo>
                    <a:pt x="1046067" y="1900174"/>
                  </a:lnTo>
                  <a:lnTo>
                    <a:pt x="1047486" y="1899666"/>
                  </a:lnTo>
                  <a:lnTo>
                    <a:pt x="1053377" y="1899616"/>
                  </a:lnTo>
                  <a:lnTo>
                    <a:pt x="1056257" y="1906689"/>
                  </a:lnTo>
                  <a:lnTo>
                    <a:pt x="1058917" y="1912353"/>
                  </a:lnTo>
                  <a:lnTo>
                    <a:pt x="1075586" y="1938078"/>
                  </a:lnTo>
                  <a:lnTo>
                    <a:pt x="1076842" y="1950604"/>
                  </a:lnTo>
                  <a:lnTo>
                    <a:pt x="1066669" y="1952205"/>
                  </a:lnTo>
                  <a:lnTo>
                    <a:pt x="1066015" y="1952532"/>
                  </a:lnTo>
                  <a:lnTo>
                    <a:pt x="1065230" y="1953898"/>
                  </a:lnTo>
                  <a:lnTo>
                    <a:pt x="1065301" y="1955704"/>
                  </a:lnTo>
                  <a:lnTo>
                    <a:pt x="1066119" y="1957159"/>
                  </a:lnTo>
                  <a:lnTo>
                    <a:pt x="1071600" y="1980125"/>
                  </a:lnTo>
                  <a:lnTo>
                    <a:pt x="1080961" y="1989551"/>
                  </a:lnTo>
                  <a:lnTo>
                    <a:pt x="1068706" y="2019295"/>
                  </a:lnTo>
                  <a:lnTo>
                    <a:pt x="1066456" y="2021563"/>
                  </a:lnTo>
                  <a:lnTo>
                    <a:pt x="1060286" y="2025420"/>
                  </a:lnTo>
                  <a:lnTo>
                    <a:pt x="1055599" y="2029063"/>
                  </a:lnTo>
                  <a:lnTo>
                    <a:pt x="1046935" y="2037429"/>
                  </a:lnTo>
                  <a:lnTo>
                    <a:pt x="1045303" y="2039672"/>
                  </a:lnTo>
                  <a:lnTo>
                    <a:pt x="1043705" y="2042513"/>
                  </a:lnTo>
                  <a:lnTo>
                    <a:pt x="1040432" y="2046060"/>
                  </a:lnTo>
                  <a:lnTo>
                    <a:pt x="1036949" y="2053200"/>
                  </a:lnTo>
                  <a:lnTo>
                    <a:pt x="1035147" y="2060195"/>
                  </a:lnTo>
                  <a:lnTo>
                    <a:pt x="1034630" y="2063865"/>
                  </a:lnTo>
                  <a:lnTo>
                    <a:pt x="1036381" y="2070393"/>
                  </a:lnTo>
                  <a:lnTo>
                    <a:pt x="1037661" y="2073548"/>
                  </a:lnTo>
                  <a:lnTo>
                    <a:pt x="1040424" y="2082170"/>
                  </a:lnTo>
                  <a:lnTo>
                    <a:pt x="1038351" y="2082270"/>
                  </a:lnTo>
                  <a:lnTo>
                    <a:pt x="1034254" y="2083787"/>
                  </a:lnTo>
                  <a:lnTo>
                    <a:pt x="1029660" y="2083635"/>
                  </a:lnTo>
                  <a:lnTo>
                    <a:pt x="1028019" y="2081664"/>
                  </a:lnTo>
                  <a:lnTo>
                    <a:pt x="1022132" y="2079422"/>
                  </a:lnTo>
                  <a:lnTo>
                    <a:pt x="981296" y="2081513"/>
                  </a:lnTo>
                  <a:lnTo>
                    <a:pt x="973464" y="2080131"/>
                  </a:lnTo>
                  <a:lnTo>
                    <a:pt x="951077" y="2075565"/>
                  </a:lnTo>
                  <a:lnTo>
                    <a:pt x="946773" y="2075817"/>
                  </a:lnTo>
                  <a:lnTo>
                    <a:pt x="944728" y="2076407"/>
                  </a:lnTo>
                  <a:lnTo>
                    <a:pt x="942415" y="2076080"/>
                  </a:lnTo>
                  <a:lnTo>
                    <a:pt x="941138" y="2075847"/>
                  </a:lnTo>
                  <a:lnTo>
                    <a:pt x="939002" y="2074472"/>
                  </a:lnTo>
                  <a:lnTo>
                    <a:pt x="936525" y="2074157"/>
                  </a:lnTo>
                  <a:lnTo>
                    <a:pt x="936503" y="2073068"/>
                  </a:lnTo>
                  <a:lnTo>
                    <a:pt x="935965" y="2072284"/>
                  </a:lnTo>
                  <a:lnTo>
                    <a:pt x="935969" y="2070862"/>
                  </a:lnTo>
                  <a:lnTo>
                    <a:pt x="933986" y="2069453"/>
                  </a:lnTo>
                  <a:lnTo>
                    <a:pt x="932066" y="2068437"/>
                  </a:lnTo>
                  <a:lnTo>
                    <a:pt x="930847" y="2068346"/>
                  </a:lnTo>
                  <a:lnTo>
                    <a:pt x="929718" y="2067438"/>
                  </a:lnTo>
                  <a:lnTo>
                    <a:pt x="928773" y="2067304"/>
                  </a:lnTo>
                  <a:lnTo>
                    <a:pt x="928157" y="2065582"/>
                  </a:lnTo>
                  <a:lnTo>
                    <a:pt x="926655" y="2066385"/>
                  </a:lnTo>
                  <a:lnTo>
                    <a:pt x="923737" y="2065569"/>
                  </a:lnTo>
                  <a:lnTo>
                    <a:pt x="922503" y="2064650"/>
                  </a:lnTo>
                  <a:lnTo>
                    <a:pt x="921914" y="2064915"/>
                  </a:lnTo>
                  <a:lnTo>
                    <a:pt x="921664" y="2064204"/>
                  </a:lnTo>
                  <a:lnTo>
                    <a:pt x="920958" y="2063401"/>
                  </a:lnTo>
                  <a:lnTo>
                    <a:pt x="920307" y="2062963"/>
                  </a:lnTo>
                  <a:lnTo>
                    <a:pt x="919914" y="2062952"/>
                  </a:lnTo>
                  <a:lnTo>
                    <a:pt x="919874" y="2062668"/>
                  </a:lnTo>
                  <a:lnTo>
                    <a:pt x="919083" y="2061985"/>
                  </a:lnTo>
                  <a:lnTo>
                    <a:pt x="917783" y="2062004"/>
                  </a:lnTo>
                  <a:lnTo>
                    <a:pt x="915564" y="2062243"/>
                  </a:lnTo>
                  <a:lnTo>
                    <a:pt x="914483" y="2061935"/>
                  </a:lnTo>
                  <a:lnTo>
                    <a:pt x="913260" y="2062317"/>
                  </a:lnTo>
                  <a:lnTo>
                    <a:pt x="912693" y="2062905"/>
                  </a:lnTo>
                  <a:lnTo>
                    <a:pt x="911086" y="2063651"/>
                  </a:lnTo>
                  <a:lnTo>
                    <a:pt x="909863" y="2063785"/>
                  </a:lnTo>
                  <a:lnTo>
                    <a:pt x="906941" y="2063399"/>
                  </a:lnTo>
                  <a:lnTo>
                    <a:pt x="904928" y="2062006"/>
                  </a:lnTo>
                  <a:lnTo>
                    <a:pt x="904273" y="2061310"/>
                  </a:lnTo>
                  <a:lnTo>
                    <a:pt x="903376" y="2062297"/>
                  </a:lnTo>
                  <a:lnTo>
                    <a:pt x="901671" y="2063356"/>
                  </a:lnTo>
                  <a:lnTo>
                    <a:pt x="899440" y="2064415"/>
                  </a:lnTo>
                  <a:lnTo>
                    <a:pt x="898596" y="2064578"/>
                  </a:lnTo>
                  <a:lnTo>
                    <a:pt x="897258" y="2065427"/>
                  </a:lnTo>
                  <a:lnTo>
                    <a:pt x="896549" y="2065415"/>
                  </a:lnTo>
                  <a:lnTo>
                    <a:pt x="894860" y="2064711"/>
                  </a:lnTo>
                  <a:lnTo>
                    <a:pt x="892929" y="2062624"/>
                  </a:lnTo>
                  <a:lnTo>
                    <a:pt x="888253" y="2061208"/>
                  </a:lnTo>
                  <a:lnTo>
                    <a:pt x="881674" y="2057301"/>
                  </a:lnTo>
                  <a:lnTo>
                    <a:pt x="879508" y="2053786"/>
                  </a:lnTo>
                  <a:lnTo>
                    <a:pt x="874123" y="2050449"/>
                  </a:lnTo>
                  <a:lnTo>
                    <a:pt x="868260" y="2049012"/>
                  </a:lnTo>
                  <a:lnTo>
                    <a:pt x="866955" y="2048953"/>
                  </a:lnTo>
                  <a:lnTo>
                    <a:pt x="865486" y="2046300"/>
                  </a:lnTo>
                  <a:lnTo>
                    <a:pt x="863922" y="2044987"/>
                  </a:lnTo>
                  <a:lnTo>
                    <a:pt x="862569" y="2044709"/>
                  </a:lnTo>
                  <a:lnTo>
                    <a:pt x="860081" y="2044782"/>
                  </a:lnTo>
                  <a:lnTo>
                    <a:pt x="858266" y="2043099"/>
                  </a:lnTo>
                  <a:lnTo>
                    <a:pt x="851990" y="2038518"/>
                  </a:lnTo>
                  <a:lnTo>
                    <a:pt x="847885" y="2038283"/>
                  </a:lnTo>
                  <a:lnTo>
                    <a:pt x="843841" y="2036891"/>
                  </a:lnTo>
                  <a:lnTo>
                    <a:pt x="838463" y="2033161"/>
                  </a:lnTo>
                  <a:lnTo>
                    <a:pt x="837556" y="2030812"/>
                  </a:lnTo>
                  <a:lnTo>
                    <a:pt x="835975" y="2030682"/>
                  </a:lnTo>
                  <a:lnTo>
                    <a:pt x="830656" y="2031406"/>
                  </a:lnTo>
                  <a:lnTo>
                    <a:pt x="825438" y="2031577"/>
                  </a:lnTo>
                  <a:lnTo>
                    <a:pt x="823933" y="2032059"/>
                  </a:lnTo>
                  <a:lnTo>
                    <a:pt x="822473" y="2031791"/>
                  </a:lnTo>
                  <a:lnTo>
                    <a:pt x="818026" y="2028362"/>
                  </a:lnTo>
                  <a:lnTo>
                    <a:pt x="817936" y="2025697"/>
                  </a:lnTo>
                  <a:lnTo>
                    <a:pt x="815061" y="2017988"/>
                  </a:lnTo>
                  <a:lnTo>
                    <a:pt x="807602" y="2010165"/>
                  </a:lnTo>
                  <a:lnTo>
                    <a:pt x="802722" y="2004240"/>
                  </a:lnTo>
                  <a:lnTo>
                    <a:pt x="796629" y="2002974"/>
                  </a:lnTo>
                  <a:lnTo>
                    <a:pt x="795135" y="2001944"/>
                  </a:lnTo>
                  <a:lnTo>
                    <a:pt x="789865" y="2001815"/>
                  </a:lnTo>
                  <a:lnTo>
                    <a:pt x="786527" y="1991729"/>
                  </a:lnTo>
                  <a:lnTo>
                    <a:pt x="782556" y="1989040"/>
                  </a:lnTo>
                  <a:lnTo>
                    <a:pt x="780489" y="1986683"/>
                  </a:lnTo>
                  <a:lnTo>
                    <a:pt x="780499" y="1984329"/>
                  </a:lnTo>
                  <a:lnTo>
                    <a:pt x="778603" y="1982396"/>
                  </a:lnTo>
                  <a:lnTo>
                    <a:pt x="778016" y="1980154"/>
                  </a:lnTo>
                  <a:lnTo>
                    <a:pt x="778082" y="1979481"/>
                  </a:lnTo>
                  <a:lnTo>
                    <a:pt x="775951" y="1976144"/>
                  </a:lnTo>
                  <a:lnTo>
                    <a:pt x="776248" y="1975437"/>
                  </a:lnTo>
                  <a:lnTo>
                    <a:pt x="775496" y="1974755"/>
                  </a:lnTo>
                  <a:lnTo>
                    <a:pt x="775728" y="1972687"/>
                  </a:lnTo>
                  <a:lnTo>
                    <a:pt x="774915" y="1971493"/>
                  </a:lnTo>
                  <a:lnTo>
                    <a:pt x="775400" y="1969671"/>
                  </a:lnTo>
                  <a:lnTo>
                    <a:pt x="776925" y="1966710"/>
                  </a:lnTo>
                  <a:lnTo>
                    <a:pt x="775971" y="1964794"/>
                  </a:lnTo>
                  <a:lnTo>
                    <a:pt x="776078" y="1961902"/>
                  </a:lnTo>
                  <a:lnTo>
                    <a:pt x="775487" y="1959989"/>
                  </a:lnTo>
                  <a:lnTo>
                    <a:pt x="775458" y="1957388"/>
                  </a:lnTo>
                  <a:lnTo>
                    <a:pt x="775772" y="1955830"/>
                  </a:lnTo>
                  <a:lnTo>
                    <a:pt x="773992" y="1954414"/>
                  </a:lnTo>
                  <a:lnTo>
                    <a:pt x="776397" y="1952670"/>
                  </a:lnTo>
                  <a:lnTo>
                    <a:pt x="777152" y="1951739"/>
                  </a:lnTo>
                  <a:lnTo>
                    <a:pt x="777465" y="1950217"/>
                  </a:lnTo>
                  <a:lnTo>
                    <a:pt x="778066" y="1949059"/>
                  </a:lnTo>
                  <a:lnTo>
                    <a:pt x="777554" y="1948185"/>
                  </a:lnTo>
                  <a:lnTo>
                    <a:pt x="777774" y="1947609"/>
                  </a:lnTo>
                  <a:lnTo>
                    <a:pt x="779230" y="1947069"/>
                  </a:lnTo>
                  <a:lnTo>
                    <a:pt x="779857" y="1946103"/>
                  </a:lnTo>
                  <a:lnTo>
                    <a:pt x="782669" y="1944734"/>
                  </a:lnTo>
                  <a:lnTo>
                    <a:pt x="783490" y="1942866"/>
                  </a:lnTo>
                  <a:lnTo>
                    <a:pt x="784058" y="1938989"/>
                  </a:lnTo>
                  <a:lnTo>
                    <a:pt x="782849" y="1937175"/>
                  </a:lnTo>
                  <a:lnTo>
                    <a:pt x="782178" y="1932964"/>
                  </a:lnTo>
                  <a:lnTo>
                    <a:pt x="782587" y="1931365"/>
                  </a:lnTo>
                  <a:lnTo>
                    <a:pt x="783352" y="1930107"/>
                  </a:lnTo>
                  <a:lnTo>
                    <a:pt x="782227" y="1928614"/>
                  </a:lnTo>
                  <a:lnTo>
                    <a:pt x="781580" y="1928234"/>
                  </a:lnTo>
                  <a:lnTo>
                    <a:pt x="780629" y="1928208"/>
                  </a:lnTo>
                  <a:lnTo>
                    <a:pt x="780366" y="1927721"/>
                  </a:lnTo>
                  <a:lnTo>
                    <a:pt x="780509" y="1926077"/>
                  </a:lnTo>
                  <a:lnTo>
                    <a:pt x="780279" y="1924866"/>
                  </a:lnTo>
                  <a:lnTo>
                    <a:pt x="779530" y="1920939"/>
                  </a:lnTo>
                  <a:lnTo>
                    <a:pt x="777089" y="1914692"/>
                  </a:lnTo>
                  <a:lnTo>
                    <a:pt x="781748" y="1909510"/>
                  </a:lnTo>
                  <a:lnTo>
                    <a:pt x="790635" y="1900532"/>
                  </a:lnTo>
                  <a:lnTo>
                    <a:pt x="799375" y="1893996"/>
                  </a:lnTo>
                  <a:lnTo>
                    <a:pt x="805996" y="1892633"/>
                  </a:lnTo>
                  <a:lnTo>
                    <a:pt x="807921" y="1883976"/>
                  </a:lnTo>
                  <a:lnTo>
                    <a:pt x="806401" y="1878118"/>
                  </a:lnTo>
                  <a:lnTo>
                    <a:pt x="805898" y="1872210"/>
                  </a:lnTo>
                  <a:lnTo>
                    <a:pt x="806140" y="1871339"/>
                  </a:lnTo>
                  <a:lnTo>
                    <a:pt x="806693" y="1870850"/>
                  </a:lnTo>
                  <a:lnTo>
                    <a:pt x="807083" y="1870019"/>
                  </a:lnTo>
                  <a:lnTo>
                    <a:pt x="807311" y="1869120"/>
                  </a:lnTo>
                  <a:lnTo>
                    <a:pt x="806936" y="1866249"/>
                  </a:lnTo>
                  <a:lnTo>
                    <a:pt x="807068" y="1862834"/>
                  </a:lnTo>
                  <a:lnTo>
                    <a:pt x="815370" y="1849651"/>
                  </a:lnTo>
                  <a:lnTo>
                    <a:pt x="815854" y="1846835"/>
                  </a:lnTo>
                  <a:lnTo>
                    <a:pt x="818971" y="1844978"/>
                  </a:lnTo>
                  <a:lnTo>
                    <a:pt x="820170" y="1842587"/>
                  </a:lnTo>
                  <a:lnTo>
                    <a:pt x="822355" y="1840017"/>
                  </a:lnTo>
                  <a:lnTo>
                    <a:pt x="825233" y="1834878"/>
                  </a:lnTo>
                  <a:lnTo>
                    <a:pt x="821974" y="1827181"/>
                  </a:lnTo>
                  <a:lnTo>
                    <a:pt x="821985" y="1825322"/>
                  </a:lnTo>
                  <a:lnTo>
                    <a:pt x="819358" y="1823472"/>
                  </a:lnTo>
                  <a:lnTo>
                    <a:pt x="819143" y="1821907"/>
                  </a:lnTo>
                  <a:lnTo>
                    <a:pt x="819408" y="1819947"/>
                  </a:lnTo>
                  <a:lnTo>
                    <a:pt x="819954" y="1818537"/>
                  </a:lnTo>
                  <a:lnTo>
                    <a:pt x="818968" y="1817363"/>
                  </a:lnTo>
                  <a:lnTo>
                    <a:pt x="816043" y="1814700"/>
                  </a:lnTo>
                  <a:lnTo>
                    <a:pt x="814266" y="1813683"/>
                  </a:lnTo>
                  <a:lnTo>
                    <a:pt x="814259" y="1812142"/>
                  </a:lnTo>
                  <a:lnTo>
                    <a:pt x="805966" y="1817980"/>
                  </a:lnTo>
                  <a:lnTo>
                    <a:pt x="802426" y="1818319"/>
                  </a:lnTo>
                  <a:lnTo>
                    <a:pt x="800863" y="1816179"/>
                  </a:lnTo>
                  <a:lnTo>
                    <a:pt x="799727" y="1815990"/>
                  </a:lnTo>
                  <a:lnTo>
                    <a:pt x="799549" y="1815411"/>
                  </a:lnTo>
                  <a:lnTo>
                    <a:pt x="798044" y="1814959"/>
                  </a:lnTo>
                  <a:lnTo>
                    <a:pt x="796013" y="1815882"/>
                  </a:lnTo>
                  <a:lnTo>
                    <a:pt x="794785" y="1815996"/>
                  </a:lnTo>
                  <a:lnTo>
                    <a:pt x="792839" y="1815740"/>
                  </a:lnTo>
                  <a:lnTo>
                    <a:pt x="791590" y="1815092"/>
                  </a:lnTo>
                  <a:lnTo>
                    <a:pt x="790115" y="1815801"/>
                  </a:lnTo>
                  <a:lnTo>
                    <a:pt x="789294" y="1815903"/>
                  </a:lnTo>
                  <a:lnTo>
                    <a:pt x="788261" y="1813467"/>
                  </a:lnTo>
                  <a:lnTo>
                    <a:pt x="787078" y="1811879"/>
                  </a:lnTo>
                  <a:lnTo>
                    <a:pt x="785087" y="1810299"/>
                  </a:lnTo>
                  <a:lnTo>
                    <a:pt x="785035" y="1807901"/>
                  </a:lnTo>
                  <a:lnTo>
                    <a:pt x="783244" y="1804055"/>
                  </a:lnTo>
                  <a:lnTo>
                    <a:pt x="783407" y="1800333"/>
                  </a:lnTo>
                  <a:lnTo>
                    <a:pt x="783067" y="1798105"/>
                  </a:lnTo>
                  <a:lnTo>
                    <a:pt x="786849" y="1797458"/>
                  </a:lnTo>
                  <a:lnTo>
                    <a:pt x="790072" y="1794299"/>
                  </a:lnTo>
                  <a:lnTo>
                    <a:pt x="789090" y="1790298"/>
                  </a:lnTo>
                  <a:lnTo>
                    <a:pt x="791541" y="1785704"/>
                  </a:lnTo>
                  <a:lnTo>
                    <a:pt x="794202" y="1782986"/>
                  </a:lnTo>
                  <a:lnTo>
                    <a:pt x="797184" y="1777346"/>
                  </a:lnTo>
                  <a:lnTo>
                    <a:pt x="799170" y="1772544"/>
                  </a:lnTo>
                  <a:lnTo>
                    <a:pt x="800497" y="1770491"/>
                  </a:lnTo>
                  <a:lnTo>
                    <a:pt x="801225" y="1761099"/>
                  </a:lnTo>
                  <a:lnTo>
                    <a:pt x="800930" y="1759891"/>
                  </a:lnTo>
                  <a:lnTo>
                    <a:pt x="799431" y="1757741"/>
                  </a:lnTo>
                  <a:lnTo>
                    <a:pt x="798872" y="1756475"/>
                  </a:lnTo>
                  <a:lnTo>
                    <a:pt x="799455" y="1756366"/>
                  </a:lnTo>
                  <a:lnTo>
                    <a:pt x="800090" y="1754467"/>
                  </a:lnTo>
                  <a:lnTo>
                    <a:pt x="806338" y="1749113"/>
                  </a:lnTo>
                  <a:lnTo>
                    <a:pt x="809764" y="1742790"/>
                  </a:lnTo>
                  <a:lnTo>
                    <a:pt x="812465" y="1741021"/>
                  </a:lnTo>
                  <a:lnTo>
                    <a:pt x="813787" y="1742226"/>
                  </a:lnTo>
                  <a:lnTo>
                    <a:pt x="815950" y="1742709"/>
                  </a:lnTo>
                  <a:lnTo>
                    <a:pt x="818201" y="1744049"/>
                  </a:lnTo>
                  <a:lnTo>
                    <a:pt x="820633" y="1740589"/>
                  </a:lnTo>
                  <a:lnTo>
                    <a:pt x="823260" y="1738810"/>
                  </a:lnTo>
                  <a:lnTo>
                    <a:pt x="824452" y="1737491"/>
                  </a:lnTo>
                  <a:lnTo>
                    <a:pt x="828096" y="1736703"/>
                  </a:lnTo>
                  <a:lnTo>
                    <a:pt x="829220" y="1736786"/>
                  </a:lnTo>
                  <a:lnTo>
                    <a:pt x="830948" y="1736051"/>
                  </a:lnTo>
                  <a:lnTo>
                    <a:pt x="835003" y="1732574"/>
                  </a:lnTo>
                  <a:lnTo>
                    <a:pt x="835474" y="1731789"/>
                  </a:lnTo>
                  <a:lnTo>
                    <a:pt x="836133" y="1729955"/>
                  </a:lnTo>
                  <a:lnTo>
                    <a:pt x="835858" y="1729276"/>
                  </a:lnTo>
                  <a:lnTo>
                    <a:pt x="836230" y="1725935"/>
                  </a:lnTo>
                  <a:lnTo>
                    <a:pt x="835886" y="1724587"/>
                  </a:lnTo>
                  <a:lnTo>
                    <a:pt x="836088" y="1721797"/>
                  </a:lnTo>
                  <a:lnTo>
                    <a:pt x="835749" y="1721512"/>
                  </a:lnTo>
                  <a:lnTo>
                    <a:pt x="836007" y="1720889"/>
                  </a:lnTo>
                  <a:lnTo>
                    <a:pt x="835921" y="1720304"/>
                  </a:lnTo>
                  <a:lnTo>
                    <a:pt x="836461" y="1717855"/>
                  </a:lnTo>
                  <a:lnTo>
                    <a:pt x="836404" y="1717286"/>
                  </a:lnTo>
                  <a:lnTo>
                    <a:pt x="836979" y="1716847"/>
                  </a:lnTo>
                  <a:lnTo>
                    <a:pt x="836944" y="1716318"/>
                  </a:lnTo>
                  <a:lnTo>
                    <a:pt x="837362" y="1716024"/>
                  </a:lnTo>
                  <a:lnTo>
                    <a:pt x="837918" y="1714718"/>
                  </a:lnTo>
                  <a:lnTo>
                    <a:pt x="837681" y="1714089"/>
                  </a:lnTo>
                  <a:lnTo>
                    <a:pt x="838155" y="1712613"/>
                  </a:lnTo>
                  <a:lnTo>
                    <a:pt x="840070" y="1709734"/>
                  </a:lnTo>
                  <a:lnTo>
                    <a:pt x="840965" y="1708909"/>
                  </a:lnTo>
                  <a:lnTo>
                    <a:pt x="840903" y="1708398"/>
                  </a:lnTo>
                  <a:lnTo>
                    <a:pt x="841510" y="1707540"/>
                  </a:lnTo>
                  <a:lnTo>
                    <a:pt x="842128" y="1707369"/>
                  </a:lnTo>
                  <a:lnTo>
                    <a:pt x="842801" y="1706592"/>
                  </a:lnTo>
                  <a:lnTo>
                    <a:pt x="846025" y="1704617"/>
                  </a:lnTo>
                  <a:lnTo>
                    <a:pt x="846158" y="1703966"/>
                  </a:lnTo>
                  <a:lnTo>
                    <a:pt x="847119" y="1702289"/>
                  </a:lnTo>
                  <a:lnTo>
                    <a:pt x="848456" y="1701913"/>
                  </a:lnTo>
                  <a:lnTo>
                    <a:pt x="849595" y="1700597"/>
                  </a:lnTo>
                  <a:lnTo>
                    <a:pt x="849638" y="1699664"/>
                  </a:lnTo>
                  <a:lnTo>
                    <a:pt x="849329" y="1698748"/>
                  </a:lnTo>
                  <a:lnTo>
                    <a:pt x="849383" y="1697264"/>
                  </a:lnTo>
                  <a:lnTo>
                    <a:pt x="850198" y="1695948"/>
                  </a:lnTo>
                  <a:lnTo>
                    <a:pt x="850193" y="1695096"/>
                  </a:lnTo>
                  <a:lnTo>
                    <a:pt x="851036" y="1693044"/>
                  </a:lnTo>
                  <a:lnTo>
                    <a:pt x="850867" y="1692245"/>
                  </a:lnTo>
                  <a:lnTo>
                    <a:pt x="851295" y="1691698"/>
                  </a:lnTo>
                  <a:lnTo>
                    <a:pt x="852439" y="1691109"/>
                  </a:lnTo>
                  <a:lnTo>
                    <a:pt x="852274" y="1690509"/>
                  </a:lnTo>
                  <a:lnTo>
                    <a:pt x="852656" y="1689775"/>
                  </a:lnTo>
                  <a:lnTo>
                    <a:pt x="851955" y="1689258"/>
                  </a:lnTo>
                  <a:lnTo>
                    <a:pt x="852147" y="1688096"/>
                  </a:lnTo>
                  <a:lnTo>
                    <a:pt x="853268" y="1687053"/>
                  </a:lnTo>
                  <a:lnTo>
                    <a:pt x="852966" y="1686395"/>
                  </a:lnTo>
                  <a:lnTo>
                    <a:pt x="853132" y="1685929"/>
                  </a:lnTo>
                  <a:lnTo>
                    <a:pt x="854032" y="1685502"/>
                  </a:lnTo>
                  <a:lnTo>
                    <a:pt x="854417" y="1682682"/>
                  </a:lnTo>
                  <a:lnTo>
                    <a:pt x="853087" y="1683091"/>
                  </a:lnTo>
                  <a:lnTo>
                    <a:pt x="851628" y="1683054"/>
                  </a:lnTo>
                  <a:lnTo>
                    <a:pt x="846161" y="1680868"/>
                  </a:lnTo>
                  <a:lnTo>
                    <a:pt x="840241" y="1680013"/>
                  </a:lnTo>
                  <a:lnTo>
                    <a:pt x="834471" y="1678330"/>
                  </a:lnTo>
                  <a:lnTo>
                    <a:pt x="832512" y="1677362"/>
                  </a:lnTo>
                  <a:lnTo>
                    <a:pt x="831664" y="1677415"/>
                  </a:lnTo>
                  <a:lnTo>
                    <a:pt x="828672" y="1678473"/>
                  </a:lnTo>
                  <a:lnTo>
                    <a:pt x="827630" y="1678488"/>
                  </a:lnTo>
                  <a:lnTo>
                    <a:pt x="827004" y="1678284"/>
                  </a:lnTo>
                  <a:lnTo>
                    <a:pt x="822914" y="1675617"/>
                  </a:lnTo>
                  <a:lnTo>
                    <a:pt x="818064" y="1675144"/>
                  </a:lnTo>
                  <a:lnTo>
                    <a:pt x="815737" y="1675718"/>
                  </a:lnTo>
                  <a:lnTo>
                    <a:pt x="814053" y="1675201"/>
                  </a:lnTo>
                  <a:lnTo>
                    <a:pt x="813220" y="1675306"/>
                  </a:lnTo>
                  <a:lnTo>
                    <a:pt x="812720" y="1675748"/>
                  </a:lnTo>
                  <a:lnTo>
                    <a:pt x="812233" y="1676847"/>
                  </a:lnTo>
                  <a:lnTo>
                    <a:pt x="811398" y="1677231"/>
                  </a:lnTo>
                  <a:lnTo>
                    <a:pt x="806215" y="1676882"/>
                  </a:lnTo>
                  <a:lnTo>
                    <a:pt x="804783" y="1676255"/>
                  </a:lnTo>
                  <a:lnTo>
                    <a:pt x="804256" y="1675724"/>
                  </a:lnTo>
                  <a:lnTo>
                    <a:pt x="804090" y="1675128"/>
                  </a:lnTo>
                  <a:lnTo>
                    <a:pt x="806696" y="1673453"/>
                  </a:lnTo>
                  <a:lnTo>
                    <a:pt x="807039" y="1672333"/>
                  </a:lnTo>
                  <a:lnTo>
                    <a:pt x="806561" y="1671405"/>
                  </a:lnTo>
                  <a:lnTo>
                    <a:pt x="806108" y="1671117"/>
                  </a:lnTo>
                  <a:lnTo>
                    <a:pt x="803138" y="1670552"/>
                  </a:lnTo>
                  <a:lnTo>
                    <a:pt x="798792" y="1669207"/>
                  </a:lnTo>
                  <a:lnTo>
                    <a:pt x="797522" y="1668952"/>
                  </a:lnTo>
                  <a:lnTo>
                    <a:pt x="793323" y="1669161"/>
                  </a:lnTo>
                  <a:lnTo>
                    <a:pt x="784918" y="1670159"/>
                  </a:lnTo>
                  <a:lnTo>
                    <a:pt x="774783" y="1666863"/>
                  </a:lnTo>
                  <a:lnTo>
                    <a:pt x="760437" y="1659352"/>
                  </a:lnTo>
                  <a:lnTo>
                    <a:pt x="731545" y="1644125"/>
                  </a:lnTo>
                  <a:lnTo>
                    <a:pt x="731700" y="1643316"/>
                  </a:lnTo>
                  <a:lnTo>
                    <a:pt x="731347" y="1642630"/>
                  </a:lnTo>
                  <a:lnTo>
                    <a:pt x="731579" y="1641772"/>
                  </a:lnTo>
                  <a:lnTo>
                    <a:pt x="733006" y="1640123"/>
                  </a:lnTo>
                  <a:lnTo>
                    <a:pt x="732723" y="1639300"/>
                  </a:lnTo>
                  <a:lnTo>
                    <a:pt x="732774" y="1638236"/>
                  </a:lnTo>
                  <a:lnTo>
                    <a:pt x="733138" y="1637346"/>
                  </a:lnTo>
                  <a:lnTo>
                    <a:pt x="733941" y="1636352"/>
                  </a:lnTo>
                  <a:lnTo>
                    <a:pt x="734080" y="1635685"/>
                  </a:lnTo>
                  <a:lnTo>
                    <a:pt x="733724" y="1635009"/>
                  </a:lnTo>
                  <a:lnTo>
                    <a:pt x="734016" y="1634247"/>
                  </a:lnTo>
                  <a:lnTo>
                    <a:pt x="733467" y="1633371"/>
                  </a:lnTo>
                  <a:lnTo>
                    <a:pt x="733346" y="1632391"/>
                  </a:lnTo>
                  <a:lnTo>
                    <a:pt x="733557" y="1631756"/>
                  </a:lnTo>
                  <a:lnTo>
                    <a:pt x="733294" y="1631289"/>
                  </a:lnTo>
                  <a:lnTo>
                    <a:pt x="733321" y="1630769"/>
                  </a:lnTo>
                  <a:lnTo>
                    <a:pt x="733629" y="1630025"/>
                  </a:lnTo>
                  <a:lnTo>
                    <a:pt x="734859" y="1629577"/>
                  </a:lnTo>
                  <a:lnTo>
                    <a:pt x="735934" y="1628247"/>
                  </a:lnTo>
                  <a:lnTo>
                    <a:pt x="736088" y="1627547"/>
                  </a:lnTo>
                  <a:lnTo>
                    <a:pt x="736938" y="1626676"/>
                  </a:lnTo>
                  <a:lnTo>
                    <a:pt x="737080" y="1626021"/>
                  </a:lnTo>
                  <a:lnTo>
                    <a:pt x="736399" y="1624791"/>
                  </a:lnTo>
                  <a:lnTo>
                    <a:pt x="736543" y="1623641"/>
                  </a:lnTo>
                  <a:lnTo>
                    <a:pt x="738487" y="1618950"/>
                  </a:lnTo>
                  <a:lnTo>
                    <a:pt x="738521" y="1617940"/>
                  </a:lnTo>
                  <a:lnTo>
                    <a:pt x="738824" y="1617141"/>
                  </a:lnTo>
                  <a:lnTo>
                    <a:pt x="739597" y="1615942"/>
                  </a:lnTo>
                  <a:lnTo>
                    <a:pt x="740249" y="1614180"/>
                  </a:lnTo>
                  <a:lnTo>
                    <a:pt x="740884" y="1611754"/>
                  </a:lnTo>
                  <a:lnTo>
                    <a:pt x="740929" y="1611045"/>
                  </a:lnTo>
                  <a:lnTo>
                    <a:pt x="739305" y="1608351"/>
                  </a:lnTo>
                  <a:lnTo>
                    <a:pt x="738890" y="1607166"/>
                  </a:lnTo>
                  <a:lnTo>
                    <a:pt x="739421" y="1605700"/>
                  </a:lnTo>
                  <a:lnTo>
                    <a:pt x="739165" y="1604942"/>
                  </a:lnTo>
                  <a:lnTo>
                    <a:pt x="739580" y="1601511"/>
                  </a:lnTo>
                  <a:lnTo>
                    <a:pt x="742224" y="1590982"/>
                  </a:lnTo>
                  <a:lnTo>
                    <a:pt x="743125" y="1590586"/>
                  </a:lnTo>
                  <a:lnTo>
                    <a:pt x="743194" y="1590184"/>
                  </a:lnTo>
                  <a:lnTo>
                    <a:pt x="748272" y="1586050"/>
                  </a:lnTo>
                  <a:lnTo>
                    <a:pt x="749891" y="1585301"/>
                  </a:lnTo>
                  <a:lnTo>
                    <a:pt x="752655" y="1582625"/>
                  </a:lnTo>
                  <a:lnTo>
                    <a:pt x="754475" y="1581530"/>
                  </a:lnTo>
                  <a:lnTo>
                    <a:pt x="755528" y="1579276"/>
                  </a:lnTo>
                  <a:lnTo>
                    <a:pt x="755900" y="1579253"/>
                  </a:lnTo>
                  <a:lnTo>
                    <a:pt x="756679" y="1576709"/>
                  </a:lnTo>
                  <a:lnTo>
                    <a:pt x="757538" y="1576265"/>
                  </a:lnTo>
                  <a:lnTo>
                    <a:pt x="758955" y="1574565"/>
                  </a:lnTo>
                  <a:lnTo>
                    <a:pt x="758962" y="1574144"/>
                  </a:lnTo>
                  <a:lnTo>
                    <a:pt x="761129" y="1571825"/>
                  </a:lnTo>
                  <a:lnTo>
                    <a:pt x="762492" y="1568482"/>
                  </a:lnTo>
                  <a:lnTo>
                    <a:pt x="765499" y="1568342"/>
                  </a:lnTo>
                  <a:lnTo>
                    <a:pt x="769647" y="1569308"/>
                  </a:lnTo>
                  <a:lnTo>
                    <a:pt x="771469" y="1571040"/>
                  </a:lnTo>
                  <a:lnTo>
                    <a:pt x="773535" y="1571771"/>
                  </a:lnTo>
                  <a:lnTo>
                    <a:pt x="774138" y="1572935"/>
                  </a:lnTo>
                  <a:lnTo>
                    <a:pt x="774109" y="1573324"/>
                  </a:lnTo>
                  <a:lnTo>
                    <a:pt x="776165" y="1574527"/>
                  </a:lnTo>
                  <a:lnTo>
                    <a:pt x="777526" y="1574495"/>
                  </a:lnTo>
                  <a:lnTo>
                    <a:pt x="778790" y="1574791"/>
                  </a:lnTo>
                  <a:lnTo>
                    <a:pt x="779810" y="1574536"/>
                  </a:lnTo>
                  <a:lnTo>
                    <a:pt x="782008" y="1574980"/>
                  </a:lnTo>
                  <a:lnTo>
                    <a:pt x="782357" y="1575366"/>
                  </a:lnTo>
                  <a:lnTo>
                    <a:pt x="782929" y="1575353"/>
                  </a:lnTo>
                  <a:lnTo>
                    <a:pt x="783262" y="1575682"/>
                  </a:lnTo>
                  <a:lnTo>
                    <a:pt x="783878" y="1575453"/>
                  </a:lnTo>
                  <a:lnTo>
                    <a:pt x="783795" y="1575122"/>
                  </a:lnTo>
                  <a:lnTo>
                    <a:pt x="785278" y="1574773"/>
                  </a:lnTo>
                  <a:lnTo>
                    <a:pt x="788557" y="1577046"/>
                  </a:lnTo>
                  <a:lnTo>
                    <a:pt x="790491" y="1577884"/>
                  </a:lnTo>
                  <a:lnTo>
                    <a:pt x="792961" y="1578676"/>
                  </a:lnTo>
                  <a:lnTo>
                    <a:pt x="793104" y="1578420"/>
                  </a:lnTo>
                  <a:lnTo>
                    <a:pt x="798556" y="1581460"/>
                  </a:lnTo>
                  <a:lnTo>
                    <a:pt x="800311" y="1584325"/>
                  </a:lnTo>
                  <a:lnTo>
                    <a:pt x="805489" y="1587061"/>
                  </a:lnTo>
                  <a:lnTo>
                    <a:pt x="808446" y="1588001"/>
                  </a:lnTo>
                  <a:lnTo>
                    <a:pt x="810935" y="1587870"/>
                  </a:lnTo>
                  <a:lnTo>
                    <a:pt x="812137" y="1587443"/>
                  </a:lnTo>
                  <a:lnTo>
                    <a:pt x="813412" y="1588757"/>
                  </a:lnTo>
                  <a:lnTo>
                    <a:pt x="816010" y="1590830"/>
                  </a:lnTo>
                  <a:lnTo>
                    <a:pt x="820205" y="1589626"/>
                  </a:lnTo>
                  <a:lnTo>
                    <a:pt x="821396" y="1588862"/>
                  </a:lnTo>
                  <a:lnTo>
                    <a:pt x="823633" y="1588153"/>
                  </a:lnTo>
                  <a:lnTo>
                    <a:pt x="825472" y="1587134"/>
                  </a:lnTo>
                  <a:lnTo>
                    <a:pt x="828408" y="1587526"/>
                  </a:lnTo>
                  <a:lnTo>
                    <a:pt x="830427" y="1586341"/>
                  </a:lnTo>
                  <a:lnTo>
                    <a:pt x="833857" y="1585508"/>
                  </a:lnTo>
                  <a:lnTo>
                    <a:pt x="835726" y="1584696"/>
                  </a:lnTo>
                  <a:lnTo>
                    <a:pt x="837569" y="1584228"/>
                  </a:lnTo>
                  <a:lnTo>
                    <a:pt x="837719" y="1582155"/>
                  </a:lnTo>
                  <a:lnTo>
                    <a:pt x="839225" y="1579364"/>
                  </a:lnTo>
                  <a:lnTo>
                    <a:pt x="839300" y="1576423"/>
                  </a:lnTo>
                  <a:lnTo>
                    <a:pt x="841084" y="1574358"/>
                  </a:lnTo>
                  <a:lnTo>
                    <a:pt x="840823" y="1573129"/>
                  </a:lnTo>
                  <a:lnTo>
                    <a:pt x="839925" y="1571346"/>
                  </a:lnTo>
                  <a:lnTo>
                    <a:pt x="839349" y="1571001"/>
                  </a:lnTo>
                  <a:lnTo>
                    <a:pt x="838712" y="1568730"/>
                  </a:lnTo>
                  <a:lnTo>
                    <a:pt x="835727" y="1565505"/>
                  </a:lnTo>
                  <a:lnTo>
                    <a:pt x="835044" y="1563690"/>
                  </a:lnTo>
                  <a:lnTo>
                    <a:pt x="834038" y="1562374"/>
                  </a:lnTo>
                  <a:lnTo>
                    <a:pt x="833604" y="1560120"/>
                  </a:lnTo>
                  <a:lnTo>
                    <a:pt x="833249" y="1559417"/>
                  </a:lnTo>
                  <a:lnTo>
                    <a:pt x="831725" y="1558423"/>
                  </a:lnTo>
                  <a:lnTo>
                    <a:pt x="830743" y="1556726"/>
                  </a:lnTo>
                  <a:lnTo>
                    <a:pt x="829498" y="1557110"/>
                  </a:lnTo>
                  <a:lnTo>
                    <a:pt x="828390" y="1557099"/>
                  </a:lnTo>
                  <a:lnTo>
                    <a:pt x="830405" y="1553496"/>
                  </a:lnTo>
                  <a:lnTo>
                    <a:pt x="831159" y="1551071"/>
                  </a:lnTo>
                  <a:lnTo>
                    <a:pt x="829914" y="1550582"/>
                  </a:lnTo>
                  <a:lnTo>
                    <a:pt x="828157" y="1550793"/>
                  </a:lnTo>
                  <a:lnTo>
                    <a:pt x="827291" y="1550473"/>
                  </a:lnTo>
                  <a:lnTo>
                    <a:pt x="824992" y="1550533"/>
                  </a:lnTo>
                  <a:lnTo>
                    <a:pt x="822319" y="1550148"/>
                  </a:lnTo>
                  <a:lnTo>
                    <a:pt x="820594" y="1551052"/>
                  </a:lnTo>
                  <a:lnTo>
                    <a:pt x="819672" y="1551013"/>
                  </a:lnTo>
                  <a:lnTo>
                    <a:pt x="818716" y="1551307"/>
                  </a:lnTo>
                  <a:lnTo>
                    <a:pt x="816598" y="1552715"/>
                  </a:lnTo>
                  <a:lnTo>
                    <a:pt x="815949" y="1552280"/>
                  </a:lnTo>
                  <a:lnTo>
                    <a:pt x="815861" y="1552490"/>
                  </a:lnTo>
                  <a:lnTo>
                    <a:pt x="815614" y="1552408"/>
                  </a:lnTo>
                  <a:lnTo>
                    <a:pt x="815121" y="1551724"/>
                  </a:lnTo>
                  <a:lnTo>
                    <a:pt x="812589" y="1551055"/>
                  </a:lnTo>
                  <a:lnTo>
                    <a:pt x="811356" y="1551221"/>
                  </a:lnTo>
                  <a:lnTo>
                    <a:pt x="809295" y="1554046"/>
                  </a:lnTo>
                  <a:lnTo>
                    <a:pt x="809000" y="1555754"/>
                  </a:lnTo>
                  <a:lnTo>
                    <a:pt x="809243" y="1557388"/>
                  </a:lnTo>
                  <a:lnTo>
                    <a:pt x="809105" y="1558278"/>
                  </a:lnTo>
                  <a:lnTo>
                    <a:pt x="809266" y="1558362"/>
                  </a:lnTo>
                  <a:lnTo>
                    <a:pt x="808088" y="1560795"/>
                  </a:lnTo>
                  <a:lnTo>
                    <a:pt x="807174" y="1561407"/>
                  </a:lnTo>
                  <a:lnTo>
                    <a:pt x="804844" y="1562522"/>
                  </a:lnTo>
                  <a:lnTo>
                    <a:pt x="803851" y="1562734"/>
                  </a:lnTo>
                  <a:lnTo>
                    <a:pt x="803240" y="1563187"/>
                  </a:lnTo>
                  <a:lnTo>
                    <a:pt x="801660" y="1563390"/>
                  </a:lnTo>
                  <a:lnTo>
                    <a:pt x="800114" y="1563267"/>
                  </a:lnTo>
                  <a:lnTo>
                    <a:pt x="798405" y="1563547"/>
                  </a:lnTo>
                  <a:lnTo>
                    <a:pt x="797336" y="1563044"/>
                  </a:lnTo>
                  <a:lnTo>
                    <a:pt x="797405" y="1562615"/>
                  </a:lnTo>
                  <a:lnTo>
                    <a:pt x="796933" y="1561688"/>
                  </a:lnTo>
                  <a:lnTo>
                    <a:pt x="795853" y="1560844"/>
                  </a:lnTo>
                  <a:lnTo>
                    <a:pt x="795698" y="1560176"/>
                  </a:lnTo>
                  <a:lnTo>
                    <a:pt x="794309" y="1559159"/>
                  </a:lnTo>
                  <a:lnTo>
                    <a:pt x="793525" y="1559740"/>
                  </a:lnTo>
                  <a:lnTo>
                    <a:pt x="791703" y="1560225"/>
                  </a:lnTo>
                  <a:lnTo>
                    <a:pt x="789991" y="1563268"/>
                  </a:lnTo>
                  <a:lnTo>
                    <a:pt x="789153" y="1563654"/>
                  </a:lnTo>
                  <a:lnTo>
                    <a:pt x="786841" y="1562881"/>
                  </a:lnTo>
                  <a:lnTo>
                    <a:pt x="786091" y="1561799"/>
                  </a:lnTo>
                  <a:lnTo>
                    <a:pt x="784573" y="1561086"/>
                  </a:lnTo>
                  <a:lnTo>
                    <a:pt x="784005" y="1560251"/>
                  </a:lnTo>
                  <a:lnTo>
                    <a:pt x="783745" y="1559222"/>
                  </a:lnTo>
                  <a:lnTo>
                    <a:pt x="783070" y="1558271"/>
                  </a:lnTo>
                  <a:lnTo>
                    <a:pt x="782624" y="1556635"/>
                  </a:lnTo>
                  <a:lnTo>
                    <a:pt x="782415" y="1550410"/>
                  </a:lnTo>
                  <a:lnTo>
                    <a:pt x="782129" y="1549833"/>
                  </a:lnTo>
                  <a:lnTo>
                    <a:pt x="782124" y="1549199"/>
                  </a:lnTo>
                  <a:lnTo>
                    <a:pt x="781912" y="1549035"/>
                  </a:lnTo>
                  <a:lnTo>
                    <a:pt x="781970" y="1547966"/>
                  </a:lnTo>
                  <a:lnTo>
                    <a:pt x="782234" y="1547551"/>
                  </a:lnTo>
                  <a:lnTo>
                    <a:pt x="781652" y="1546677"/>
                  </a:lnTo>
                  <a:lnTo>
                    <a:pt x="781734" y="1546518"/>
                  </a:lnTo>
                  <a:lnTo>
                    <a:pt x="780434" y="1545838"/>
                  </a:lnTo>
                  <a:lnTo>
                    <a:pt x="780398" y="1545250"/>
                  </a:lnTo>
                  <a:lnTo>
                    <a:pt x="780887" y="1543816"/>
                  </a:lnTo>
                  <a:lnTo>
                    <a:pt x="780303" y="1543447"/>
                  </a:lnTo>
                  <a:lnTo>
                    <a:pt x="779715" y="1543478"/>
                  </a:lnTo>
                  <a:lnTo>
                    <a:pt x="777271" y="1545531"/>
                  </a:lnTo>
                  <a:lnTo>
                    <a:pt x="776217" y="1545570"/>
                  </a:lnTo>
                  <a:lnTo>
                    <a:pt x="774931" y="1545104"/>
                  </a:lnTo>
                  <a:lnTo>
                    <a:pt x="773653" y="1543730"/>
                  </a:lnTo>
                  <a:lnTo>
                    <a:pt x="772848" y="1543214"/>
                  </a:lnTo>
                  <a:lnTo>
                    <a:pt x="765479" y="1540948"/>
                  </a:lnTo>
                  <a:lnTo>
                    <a:pt x="764575" y="1540189"/>
                  </a:lnTo>
                  <a:lnTo>
                    <a:pt x="763771" y="1540267"/>
                  </a:lnTo>
                  <a:lnTo>
                    <a:pt x="762690" y="1541150"/>
                  </a:lnTo>
                  <a:lnTo>
                    <a:pt x="762154" y="1542124"/>
                  </a:lnTo>
                  <a:lnTo>
                    <a:pt x="761606" y="1542055"/>
                  </a:lnTo>
                  <a:lnTo>
                    <a:pt x="760874" y="1540745"/>
                  </a:lnTo>
                  <a:lnTo>
                    <a:pt x="759631" y="1540520"/>
                  </a:lnTo>
                  <a:lnTo>
                    <a:pt x="756749" y="1540668"/>
                  </a:lnTo>
                  <a:lnTo>
                    <a:pt x="756361" y="1541390"/>
                  </a:lnTo>
                  <a:lnTo>
                    <a:pt x="755514" y="1541867"/>
                  </a:lnTo>
                  <a:lnTo>
                    <a:pt x="753108" y="1541717"/>
                  </a:lnTo>
                  <a:lnTo>
                    <a:pt x="751776" y="1541987"/>
                  </a:lnTo>
                  <a:lnTo>
                    <a:pt x="751179" y="1541854"/>
                  </a:lnTo>
                  <a:lnTo>
                    <a:pt x="749950" y="1540855"/>
                  </a:lnTo>
                  <a:lnTo>
                    <a:pt x="747511" y="1539843"/>
                  </a:lnTo>
                  <a:lnTo>
                    <a:pt x="746542" y="1540568"/>
                  </a:lnTo>
                  <a:lnTo>
                    <a:pt x="746746" y="1540858"/>
                  </a:lnTo>
                  <a:lnTo>
                    <a:pt x="742566" y="1542985"/>
                  </a:lnTo>
                  <a:lnTo>
                    <a:pt x="741871" y="1542948"/>
                  </a:lnTo>
                  <a:lnTo>
                    <a:pt x="740779" y="1543444"/>
                  </a:lnTo>
                  <a:lnTo>
                    <a:pt x="739019" y="1542884"/>
                  </a:lnTo>
                  <a:lnTo>
                    <a:pt x="738979" y="1542551"/>
                  </a:lnTo>
                  <a:lnTo>
                    <a:pt x="737740" y="1542684"/>
                  </a:lnTo>
                  <a:lnTo>
                    <a:pt x="733247" y="1544414"/>
                  </a:lnTo>
                  <a:lnTo>
                    <a:pt x="731867" y="1545349"/>
                  </a:lnTo>
                  <a:lnTo>
                    <a:pt x="731724" y="1545732"/>
                  </a:lnTo>
                  <a:lnTo>
                    <a:pt x="729660" y="1546308"/>
                  </a:lnTo>
                  <a:lnTo>
                    <a:pt x="728809" y="1546272"/>
                  </a:lnTo>
                  <a:lnTo>
                    <a:pt x="727802" y="1546592"/>
                  </a:lnTo>
                  <a:lnTo>
                    <a:pt x="726953" y="1546509"/>
                  </a:lnTo>
                  <a:lnTo>
                    <a:pt x="726394" y="1546297"/>
                  </a:lnTo>
                  <a:lnTo>
                    <a:pt x="726240" y="1545068"/>
                  </a:lnTo>
                  <a:lnTo>
                    <a:pt x="723529" y="1544796"/>
                  </a:lnTo>
                  <a:lnTo>
                    <a:pt x="719485" y="1544812"/>
                  </a:lnTo>
                  <a:lnTo>
                    <a:pt x="717738" y="1547120"/>
                  </a:lnTo>
                  <a:lnTo>
                    <a:pt x="716503" y="1547613"/>
                  </a:lnTo>
                  <a:lnTo>
                    <a:pt x="715327" y="1547559"/>
                  </a:lnTo>
                  <a:lnTo>
                    <a:pt x="714118" y="1548052"/>
                  </a:lnTo>
                  <a:lnTo>
                    <a:pt x="711995" y="1548491"/>
                  </a:lnTo>
                  <a:lnTo>
                    <a:pt x="710207" y="1548412"/>
                  </a:lnTo>
                  <a:lnTo>
                    <a:pt x="709353" y="1548648"/>
                  </a:lnTo>
                  <a:lnTo>
                    <a:pt x="707707" y="1548338"/>
                  </a:lnTo>
                  <a:lnTo>
                    <a:pt x="705857" y="1548712"/>
                  </a:lnTo>
                  <a:lnTo>
                    <a:pt x="703596" y="1548370"/>
                  </a:lnTo>
                  <a:lnTo>
                    <a:pt x="701979" y="1548565"/>
                  </a:lnTo>
                  <a:lnTo>
                    <a:pt x="700280" y="1549155"/>
                  </a:lnTo>
                  <a:lnTo>
                    <a:pt x="699702" y="1548114"/>
                  </a:lnTo>
                  <a:lnTo>
                    <a:pt x="698359" y="1547596"/>
                  </a:lnTo>
                  <a:lnTo>
                    <a:pt x="694694" y="1547054"/>
                  </a:lnTo>
                  <a:lnTo>
                    <a:pt x="692887" y="1547796"/>
                  </a:lnTo>
                  <a:lnTo>
                    <a:pt x="692173" y="1548557"/>
                  </a:lnTo>
                  <a:lnTo>
                    <a:pt x="691054" y="1548990"/>
                  </a:lnTo>
                  <a:lnTo>
                    <a:pt x="690553" y="1549924"/>
                  </a:lnTo>
                  <a:lnTo>
                    <a:pt x="688254" y="1552179"/>
                  </a:lnTo>
                  <a:lnTo>
                    <a:pt x="688358" y="1552782"/>
                  </a:lnTo>
                  <a:lnTo>
                    <a:pt x="687809" y="1552892"/>
                  </a:lnTo>
                  <a:lnTo>
                    <a:pt x="687458" y="1552654"/>
                  </a:lnTo>
                  <a:lnTo>
                    <a:pt x="686846" y="1552975"/>
                  </a:lnTo>
                  <a:lnTo>
                    <a:pt x="687099" y="1554380"/>
                  </a:lnTo>
                  <a:lnTo>
                    <a:pt x="686544" y="1554069"/>
                  </a:lnTo>
                  <a:lnTo>
                    <a:pt x="685828" y="1554112"/>
                  </a:lnTo>
                  <a:lnTo>
                    <a:pt x="685569" y="1554773"/>
                  </a:lnTo>
                  <a:lnTo>
                    <a:pt x="684734" y="1555109"/>
                  </a:lnTo>
                  <a:lnTo>
                    <a:pt x="684410" y="1554867"/>
                  </a:lnTo>
                  <a:lnTo>
                    <a:pt x="683348" y="1554739"/>
                  </a:lnTo>
                  <a:lnTo>
                    <a:pt x="682816" y="1555167"/>
                  </a:lnTo>
                  <a:lnTo>
                    <a:pt x="682129" y="1555201"/>
                  </a:lnTo>
                  <a:lnTo>
                    <a:pt x="681734" y="1555759"/>
                  </a:lnTo>
                  <a:lnTo>
                    <a:pt x="681157" y="1555673"/>
                  </a:lnTo>
                  <a:lnTo>
                    <a:pt x="680175" y="1554898"/>
                  </a:lnTo>
                  <a:lnTo>
                    <a:pt x="679955" y="1553699"/>
                  </a:lnTo>
                  <a:lnTo>
                    <a:pt x="678956" y="1553340"/>
                  </a:lnTo>
                  <a:lnTo>
                    <a:pt x="679041" y="1551613"/>
                  </a:lnTo>
                  <a:lnTo>
                    <a:pt x="675960" y="1549961"/>
                  </a:lnTo>
                  <a:lnTo>
                    <a:pt x="673910" y="1549746"/>
                  </a:lnTo>
                  <a:lnTo>
                    <a:pt x="667728" y="1547066"/>
                  </a:lnTo>
                  <a:lnTo>
                    <a:pt x="666279" y="1546806"/>
                  </a:lnTo>
                  <a:lnTo>
                    <a:pt x="665652" y="1546914"/>
                  </a:lnTo>
                  <a:lnTo>
                    <a:pt x="664476" y="1545200"/>
                  </a:lnTo>
                  <a:lnTo>
                    <a:pt x="663671" y="1544824"/>
                  </a:lnTo>
                  <a:lnTo>
                    <a:pt x="663029" y="1544814"/>
                  </a:lnTo>
                  <a:lnTo>
                    <a:pt x="659111" y="1542814"/>
                  </a:lnTo>
                  <a:lnTo>
                    <a:pt x="655865" y="1537749"/>
                  </a:lnTo>
                  <a:lnTo>
                    <a:pt x="640128" y="1530814"/>
                  </a:lnTo>
                  <a:lnTo>
                    <a:pt x="638753" y="1526696"/>
                  </a:lnTo>
                  <a:lnTo>
                    <a:pt x="636978" y="1524500"/>
                  </a:lnTo>
                  <a:lnTo>
                    <a:pt x="634047" y="1526067"/>
                  </a:lnTo>
                  <a:lnTo>
                    <a:pt x="632804" y="1525496"/>
                  </a:lnTo>
                  <a:lnTo>
                    <a:pt x="631898" y="1525417"/>
                  </a:lnTo>
                  <a:lnTo>
                    <a:pt x="631178" y="1525861"/>
                  </a:lnTo>
                  <a:lnTo>
                    <a:pt x="630519" y="1525704"/>
                  </a:lnTo>
                  <a:lnTo>
                    <a:pt x="629061" y="1526359"/>
                  </a:lnTo>
                  <a:lnTo>
                    <a:pt x="626195" y="1525241"/>
                  </a:lnTo>
                  <a:lnTo>
                    <a:pt x="624712" y="1525461"/>
                  </a:lnTo>
                  <a:lnTo>
                    <a:pt x="624021" y="1526127"/>
                  </a:lnTo>
                  <a:lnTo>
                    <a:pt x="621975" y="1525995"/>
                  </a:lnTo>
                  <a:lnTo>
                    <a:pt x="617127" y="1526603"/>
                  </a:lnTo>
                  <a:lnTo>
                    <a:pt x="611500" y="1526411"/>
                  </a:lnTo>
                  <a:lnTo>
                    <a:pt x="609939" y="1526784"/>
                  </a:lnTo>
                  <a:lnTo>
                    <a:pt x="609076" y="1525744"/>
                  </a:lnTo>
                  <a:lnTo>
                    <a:pt x="606414" y="1526206"/>
                  </a:lnTo>
                  <a:lnTo>
                    <a:pt x="605903" y="1526474"/>
                  </a:lnTo>
                  <a:lnTo>
                    <a:pt x="605018" y="1526360"/>
                  </a:lnTo>
                  <a:lnTo>
                    <a:pt x="603572" y="1526881"/>
                  </a:lnTo>
                  <a:lnTo>
                    <a:pt x="602334" y="1526915"/>
                  </a:lnTo>
                  <a:lnTo>
                    <a:pt x="598668" y="1526226"/>
                  </a:lnTo>
                  <a:lnTo>
                    <a:pt x="597856" y="1524800"/>
                  </a:lnTo>
                  <a:lnTo>
                    <a:pt x="598233" y="1522140"/>
                  </a:lnTo>
                  <a:lnTo>
                    <a:pt x="597298" y="1518319"/>
                  </a:lnTo>
                  <a:lnTo>
                    <a:pt x="597069" y="1515227"/>
                  </a:lnTo>
                  <a:lnTo>
                    <a:pt x="595900" y="1512654"/>
                  </a:lnTo>
                  <a:lnTo>
                    <a:pt x="595322" y="1512288"/>
                  </a:lnTo>
                  <a:lnTo>
                    <a:pt x="594194" y="1512143"/>
                  </a:lnTo>
                  <a:lnTo>
                    <a:pt x="591177" y="1513344"/>
                  </a:lnTo>
                  <a:lnTo>
                    <a:pt x="589894" y="1512196"/>
                  </a:lnTo>
                  <a:lnTo>
                    <a:pt x="590038" y="1511268"/>
                  </a:lnTo>
                  <a:lnTo>
                    <a:pt x="589608" y="1510798"/>
                  </a:lnTo>
                  <a:lnTo>
                    <a:pt x="586589" y="1509968"/>
                  </a:lnTo>
                  <a:lnTo>
                    <a:pt x="585709" y="1509466"/>
                  </a:lnTo>
                  <a:lnTo>
                    <a:pt x="584635" y="1509521"/>
                  </a:lnTo>
                  <a:lnTo>
                    <a:pt x="582217" y="1508170"/>
                  </a:lnTo>
                  <a:lnTo>
                    <a:pt x="579030" y="1507280"/>
                  </a:lnTo>
                  <a:lnTo>
                    <a:pt x="577387" y="1507307"/>
                  </a:lnTo>
                  <a:lnTo>
                    <a:pt x="574613" y="1507881"/>
                  </a:lnTo>
                  <a:lnTo>
                    <a:pt x="574742" y="1506180"/>
                  </a:lnTo>
                  <a:lnTo>
                    <a:pt x="574189" y="1502369"/>
                  </a:lnTo>
                  <a:lnTo>
                    <a:pt x="574539" y="1500995"/>
                  </a:lnTo>
                  <a:lnTo>
                    <a:pt x="573848" y="1500442"/>
                  </a:lnTo>
                  <a:lnTo>
                    <a:pt x="572861" y="1500490"/>
                  </a:lnTo>
                  <a:lnTo>
                    <a:pt x="571087" y="1498590"/>
                  </a:lnTo>
                  <a:lnTo>
                    <a:pt x="571019" y="1497232"/>
                  </a:lnTo>
                  <a:lnTo>
                    <a:pt x="571716" y="1494032"/>
                  </a:lnTo>
                  <a:lnTo>
                    <a:pt x="571349" y="1491627"/>
                  </a:lnTo>
                  <a:lnTo>
                    <a:pt x="571587" y="1491202"/>
                  </a:lnTo>
                  <a:lnTo>
                    <a:pt x="571511" y="1490671"/>
                  </a:lnTo>
                  <a:lnTo>
                    <a:pt x="571950" y="1489947"/>
                  </a:lnTo>
                  <a:lnTo>
                    <a:pt x="573305" y="1489803"/>
                  </a:lnTo>
                  <a:lnTo>
                    <a:pt x="573081" y="1486482"/>
                  </a:lnTo>
                  <a:lnTo>
                    <a:pt x="573001" y="1485813"/>
                  </a:lnTo>
                  <a:lnTo>
                    <a:pt x="572759" y="1485816"/>
                  </a:lnTo>
                  <a:lnTo>
                    <a:pt x="572712" y="1484829"/>
                  </a:lnTo>
                  <a:lnTo>
                    <a:pt x="572969" y="1479102"/>
                  </a:lnTo>
                  <a:lnTo>
                    <a:pt x="572125" y="1478961"/>
                  </a:lnTo>
                  <a:lnTo>
                    <a:pt x="570128" y="1479528"/>
                  </a:lnTo>
                  <a:lnTo>
                    <a:pt x="568727" y="1479649"/>
                  </a:lnTo>
                  <a:lnTo>
                    <a:pt x="568530" y="1476329"/>
                  </a:lnTo>
                  <a:lnTo>
                    <a:pt x="569103" y="1473389"/>
                  </a:lnTo>
                  <a:lnTo>
                    <a:pt x="571518" y="1473266"/>
                  </a:lnTo>
                  <a:lnTo>
                    <a:pt x="572834" y="1472279"/>
                  </a:lnTo>
                  <a:lnTo>
                    <a:pt x="573716" y="1472167"/>
                  </a:lnTo>
                  <a:lnTo>
                    <a:pt x="574003" y="1471704"/>
                  </a:lnTo>
                  <a:lnTo>
                    <a:pt x="576465" y="1469910"/>
                  </a:lnTo>
                  <a:lnTo>
                    <a:pt x="576662" y="1469559"/>
                  </a:lnTo>
                  <a:lnTo>
                    <a:pt x="576248" y="1466920"/>
                  </a:lnTo>
                  <a:lnTo>
                    <a:pt x="576664" y="1464910"/>
                  </a:lnTo>
                  <a:lnTo>
                    <a:pt x="576565" y="1464419"/>
                  </a:lnTo>
                  <a:lnTo>
                    <a:pt x="575959" y="1463488"/>
                  </a:lnTo>
                  <a:lnTo>
                    <a:pt x="575258" y="1463422"/>
                  </a:lnTo>
                  <a:lnTo>
                    <a:pt x="572927" y="1462287"/>
                  </a:lnTo>
                  <a:lnTo>
                    <a:pt x="572228" y="1460700"/>
                  </a:lnTo>
                  <a:lnTo>
                    <a:pt x="572463" y="1459282"/>
                  </a:lnTo>
                  <a:lnTo>
                    <a:pt x="572498" y="1458769"/>
                  </a:lnTo>
                  <a:lnTo>
                    <a:pt x="572184" y="1458347"/>
                  </a:lnTo>
                  <a:lnTo>
                    <a:pt x="573445" y="1457879"/>
                  </a:lnTo>
                  <a:lnTo>
                    <a:pt x="576023" y="1457450"/>
                  </a:lnTo>
                  <a:lnTo>
                    <a:pt x="577098" y="1456969"/>
                  </a:lnTo>
                  <a:lnTo>
                    <a:pt x="578004" y="1457268"/>
                  </a:lnTo>
                  <a:lnTo>
                    <a:pt x="578803" y="1457075"/>
                  </a:lnTo>
                  <a:lnTo>
                    <a:pt x="580025" y="1457624"/>
                  </a:lnTo>
                  <a:lnTo>
                    <a:pt x="581076" y="1457607"/>
                  </a:lnTo>
                  <a:lnTo>
                    <a:pt x="580980" y="1456077"/>
                  </a:lnTo>
                  <a:lnTo>
                    <a:pt x="578774" y="1451966"/>
                  </a:lnTo>
                  <a:lnTo>
                    <a:pt x="578199" y="1448985"/>
                  </a:lnTo>
                  <a:lnTo>
                    <a:pt x="577459" y="1448240"/>
                  </a:lnTo>
                  <a:lnTo>
                    <a:pt x="577971" y="1447093"/>
                  </a:lnTo>
                  <a:lnTo>
                    <a:pt x="577913" y="1446086"/>
                  </a:lnTo>
                  <a:lnTo>
                    <a:pt x="578305" y="1445330"/>
                  </a:lnTo>
                  <a:lnTo>
                    <a:pt x="578512" y="1445124"/>
                  </a:lnTo>
                  <a:lnTo>
                    <a:pt x="576085" y="1443156"/>
                  </a:lnTo>
                  <a:lnTo>
                    <a:pt x="575320" y="1441478"/>
                  </a:lnTo>
                  <a:lnTo>
                    <a:pt x="573777" y="1439986"/>
                  </a:lnTo>
                  <a:lnTo>
                    <a:pt x="573528" y="1436738"/>
                  </a:lnTo>
                  <a:lnTo>
                    <a:pt x="571815" y="1435373"/>
                  </a:lnTo>
                  <a:lnTo>
                    <a:pt x="570842" y="1434063"/>
                  </a:lnTo>
                  <a:lnTo>
                    <a:pt x="569331" y="1433144"/>
                  </a:lnTo>
                  <a:lnTo>
                    <a:pt x="569392" y="1431939"/>
                  </a:lnTo>
                  <a:lnTo>
                    <a:pt x="569788" y="1430994"/>
                  </a:lnTo>
                  <a:lnTo>
                    <a:pt x="568736" y="1430250"/>
                  </a:lnTo>
                  <a:lnTo>
                    <a:pt x="566420" y="1429501"/>
                  </a:lnTo>
                  <a:lnTo>
                    <a:pt x="565192" y="1428501"/>
                  </a:lnTo>
                  <a:lnTo>
                    <a:pt x="564418" y="1426708"/>
                  </a:lnTo>
                  <a:lnTo>
                    <a:pt x="563311" y="1425465"/>
                  </a:lnTo>
                  <a:lnTo>
                    <a:pt x="559907" y="1424223"/>
                  </a:lnTo>
                  <a:lnTo>
                    <a:pt x="559395" y="1421753"/>
                  </a:lnTo>
                  <a:lnTo>
                    <a:pt x="559927" y="1418837"/>
                  </a:lnTo>
                  <a:lnTo>
                    <a:pt x="560926" y="1415867"/>
                  </a:lnTo>
                  <a:lnTo>
                    <a:pt x="560658" y="1414309"/>
                  </a:lnTo>
                  <a:lnTo>
                    <a:pt x="559967" y="1412909"/>
                  </a:lnTo>
                  <a:lnTo>
                    <a:pt x="558517" y="1411526"/>
                  </a:lnTo>
                  <a:lnTo>
                    <a:pt x="556934" y="1410216"/>
                  </a:lnTo>
                  <a:lnTo>
                    <a:pt x="555243" y="1409448"/>
                  </a:lnTo>
                  <a:lnTo>
                    <a:pt x="554937" y="1405346"/>
                  </a:lnTo>
                  <a:lnTo>
                    <a:pt x="554272" y="1403995"/>
                  </a:lnTo>
                  <a:lnTo>
                    <a:pt x="553743" y="1401370"/>
                  </a:lnTo>
                  <a:lnTo>
                    <a:pt x="555305" y="1400246"/>
                  </a:lnTo>
                  <a:lnTo>
                    <a:pt x="556895" y="1398449"/>
                  </a:lnTo>
                  <a:lnTo>
                    <a:pt x="558718" y="1397046"/>
                  </a:lnTo>
                  <a:lnTo>
                    <a:pt x="559342" y="1396942"/>
                  </a:lnTo>
                  <a:lnTo>
                    <a:pt x="560361" y="1397168"/>
                  </a:lnTo>
                  <a:lnTo>
                    <a:pt x="561278" y="1397682"/>
                  </a:lnTo>
                  <a:lnTo>
                    <a:pt x="562166" y="1397722"/>
                  </a:lnTo>
                  <a:lnTo>
                    <a:pt x="564836" y="1395331"/>
                  </a:lnTo>
                  <a:lnTo>
                    <a:pt x="565582" y="1392186"/>
                  </a:lnTo>
                  <a:lnTo>
                    <a:pt x="565501" y="1389861"/>
                  </a:lnTo>
                  <a:lnTo>
                    <a:pt x="565403" y="1389076"/>
                  </a:lnTo>
                  <a:lnTo>
                    <a:pt x="564642" y="1387888"/>
                  </a:lnTo>
                  <a:lnTo>
                    <a:pt x="564381" y="1386783"/>
                  </a:lnTo>
                  <a:lnTo>
                    <a:pt x="564694" y="1386386"/>
                  </a:lnTo>
                  <a:lnTo>
                    <a:pt x="564692" y="1385306"/>
                  </a:lnTo>
                  <a:lnTo>
                    <a:pt x="564994" y="1384555"/>
                  </a:lnTo>
                  <a:lnTo>
                    <a:pt x="565068" y="1382720"/>
                  </a:lnTo>
                  <a:lnTo>
                    <a:pt x="565524" y="1380403"/>
                  </a:lnTo>
                  <a:lnTo>
                    <a:pt x="564121" y="1379008"/>
                  </a:lnTo>
                  <a:lnTo>
                    <a:pt x="563596" y="1376775"/>
                  </a:lnTo>
                  <a:lnTo>
                    <a:pt x="565198" y="1374500"/>
                  </a:lnTo>
                  <a:lnTo>
                    <a:pt x="565510" y="1372930"/>
                  </a:lnTo>
                  <a:lnTo>
                    <a:pt x="566369" y="1371988"/>
                  </a:lnTo>
                  <a:lnTo>
                    <a:pt x="565774" y="1368077"/>
                  </a:lnTo>
                  <a:lnTo>
                    <a:pt x="566336" y="1367113"/>
                  </a:lnTo>
                  <a:lnTo>
                    <a:pt x="566325" y="1366102"/>
                  </a:lnTo>
                  <a:lnTo>
                    <a:pt x="566886" y="1365051"/>
                  </a:lnTo>
                  <a:lnTo>
                    <a:pt x="564271" y="1360834"/>
                  </a:lnTo>
                  <a:lnTo>
                    <a:pt x="564085" y="1359739"/>
                  </a:lnTo>
                  <a:lnTo>
                    <a:pt x="563099" y="1357206"/>
                  </a:lnTo>
                  <a:lnTo>
                    <a:pt x="561841" y="1355548"/>
                  </a:lnTo>
                  <a:lnTo>
                    <a:pt x="561761" y="1354899"/>
                  </a:lnTo>
                  <a:lnTo>
                    <a:pt x="562605" y="1353977"/>
                  </a:lnTo>
                  <a:lnTo>
                    <a:pt x="566856" y="1352437"/>
                  </a:lnTo>
                  <a:lnTo>
                    <a:pt x="567443" y="1351415"/>
                  </a:lnTo>
                  <a:lnTo>
                    <a:pt x="567477" y="1350598"/>
                  </a:lnTo>
                  <a:lnTo>
                    <a:pt x="567311" y="1349625"/>
                  </a:lnTo>
                  <a:lnTo>
                    <a:pt x="566093" y="1346401"/>
                  </a:lnTo>
                  <a:lnTo>
                    <a:pt x="566567" y="1345730"/>
                  </a:lnTo>
                  <a:lnTo>
                    <a:pt x="567484" y="1345413"/>
                  </a:lnTo>
                  <a:lnTo>
                    <a:pt x="568589" y="1344181"/>
                  </a:lnTo>
                  <a:lnTo>
                    <a:pt x="569791" y="1343585"/>
                  </a:lnTo>
                  <a:lnTo>
                    <a:pt x="570010" y="1343000"/>
                  </a:lnTo>
                  <a:lnTo>
                    <a:pt x="569934" y="1341330"/>
                  </a:lnTo>
                  <a:lnTo>
                    <a:pt x="569189" y="1338877"/>
                  </a:lnTo>
                  <a:lnTo>
                    <a:pt x="569002" y="1337220"/>
                  </a:lnTo>
                  <a:lnTo>
                    <a:pt x="567322" y="1333749"/>
                  </a:lnTo>
                  <a:lnTo>
                    <a:pt x="566613" y="1331672"/>
                  </a:lnTo>
                  <a:lnTo>
                    <a:pt x="565293" y="1329265"/>
                  </a:lnTo>
                  <a:lnTo>
                    <a:pt x="566589" y="1328890"/>
                  </a:lnTo>
                  <a:lnTo>
                    <a:pt x="565606" y="1326125"/>
                  </a:lnTo>
                  <a:lnTo>
                    <a:pt x="565139" y="1323956"/>
                  </a:lnTo>
                  <a:lnTo>
                    <a:pt x="565084" y="1322253"/>
                  </a:lnTo>
                  <a:lnTo>
                    <a:pt x="565554" y="1320080"/>
                  </a:lnTo>
                  <a:lnTo>
                    <a:pt x="564906" y="1319867"/>
                  </a:lnTo>
                  <a:lnTo>
                    <a:pt x="565236" y="1318589"/>
                  </a:lnTo>
                  <a:lnTo>
                    <a:pt x="564019" y="1318346"/>
                  </a:lnTo>
                  <a:lnTo>
                    <a:pt x="563160" y="1317175"/>
                  </a:lnTo>
                  <a:lnTo>
                    <a:pt x="562407" y="1317071"/>
                  </a:lnTo>
                  <a:lnTo>
                    <a:pt x="562041" y="1312695"/>
                  </a:lnTo>
                  <a:lnTo>
                    <a:pt x="562310" y="1308794"/>
                  </a:lnTo>
                  <a:lnTo>
                    <a:pt x="564403" y="1307289"/>
                  </a:lnTo>
                  <a:lnTo>
                    <a:pt x="565862" y="1305192"/>
                  </a:lnTo>
                  <a:lnTo>
                    <a:pt x="566777" y="1303094"/>
                  </a:lnTo>
                  <a:lnTo>
                    <a:pt x="566589" y="1302148"/>
                  </a:lnTo>
                  <a:lnTo>
                    <a:pt x="564684" y="1300865"/>
                  </a:lnTo>
                  <a:lnTo>
                    <a:pt x="565587" y="1299898"/>
                  </a:lnTo>
                  <a:lnTo>
                    <a:pt x="568394" y="1298793"/>
                  </a:lnTo>
                  <a:lnTo>
                    <a:pt x="570741" y="1297400"/>
                  </a:lnTo>
                  <a:lnTo>
                    <a:pt x="570961" y="1296159"/>
                  </a:lnTo>
                  <a:lnTo>
                    <a:pt x="572253" y="1294715"/>
                  </a:lnTo>
                  <a:lnTo>
                    <a:pt x="572845" y="1293279"/>
                  </a:lnTo>
                  <a:lnTo>
                    <a:pt x="574746" y="1292466"/>
                  </a:lnTo>
                  <a:lnTo>
                    <a:pt x="574936" y="1291782"/>
                  </a:lnTo>
                  <a:lnTo>
                    <a:pt x="575789" y="1292279"/>
                  </a:lnTo>
                  <a:lnTo>
                    <a:pt x="576321" y="1291390"/>
                  </a:lnTo>
                  <a:lnTo>
                    <a:pt x="579197" y="1292119"/>
                  </a:lnTo>
                  <a:lnTo>
                    <a:pt x="580152" y="1292110"/>
                  </a:lnTo>
                  <a:lnTo>
                    <a:pt x="580304" y="1291555"/>
                  </a:lnTo>
                  <a:lnTo>
                    <a:pt x="581425" y="1290534"/>
                  </a:lnTo>
                  <a:lnTo>
                    <a:pt x="581485" y="1290171"/>
                  </a:lnTo>
                  <a:lnTo>
                    <a:pt x="581182" y="1290092"/>
                  </a:lnTo>
                  <a:lnTo>
                    <a:pt x="583521" y="1288384"/>
                  </a:lnTo>
                  <a:lnTo>
                    <a:pt x="586508" y="1287096"/>
                  </a:lnTo>
                  <a:lnTo>
                    <a:pt x="589310" y="1286544"/>
                  </a:lnTo>
                  <a:lnTo>
                    <a:pt x="591558" y="1285829"/>
                  </a:lnTo>
                  <a:lnTo>
                    <a:pt x="592051" y="1286802"/>
                  </a:lnTo>
                  <a:lnTo>
                    <a:pt x="593761" y="1286110"/>
                  </a:lnTo>
                  <a:lnTo>
                    <a:pt x="594947" y="1287960"/>
                  </a:lnTo>
                  <a:lnTo>
                    <a:pt x="597523" y="1291189"/>
                  </a:lnTo>
                  <a:lnTo>
                    <a:pt x="599729" y="1296032"/>
                  </a:lnTo>
                  <a:lnTo>
                    <a:pt x="602435" y="1296232"/>
                  </a:lnTo>
                  <a:lnTo>
                    <a:pt x="605701" y="1296956"/>
                  </a:lnTo>
                  <a:lnTo>
                    <a:pt x="611295" y="1297269"/>
                  </a:lnTo>
                  <a:lnTo>
                    <a:pt x="613136" y="1297792"/>
                  </a:lnTo>
                  <a:lnTo>
                    <a:pt x="613824" y="1298721"/>
                  </a:lnTo>
                  <a:lnTo>
                    <a:pt x="616295" y="1298524"/>
                  </a:lnTo>
                  <a:lnTo>
                    <a:pt x="618206" y="1298920"/>
                  </a:lnTo>
                  <a:lnTo>
                    <a:pt x="619706" y="1299438"/>
                  </a:lnTo>
                  <a:lnTo>
                    <a:pt x="620604" y="1300270"/>
                  </a:lnTo>
                  <a:lnTo>
                    <a:pt x="621703" y="1301907"/>
                  </a:lnTo>
                  <a:lnTo>
                    <a:pt x="622335" y="1302152"/>
                  </a:lnTo>
                  <a:lnTo>
                    <a:pt x="623311" y="1302321"/>
                  </a:lnTo>
                  <a:lnTo>
                    <a:pt x="625490" y="1301696"/>
                  </a:lnTo>
                  <a:lnTo>
                    <a:pt x="626556" y="1303205"/>
                  </a:lnTo>
                  <a:lnTo>
                    <a:pt x="628408" y="1304246"/>
                  </a:lnTo>
                  <a:lnTo>
                    <a:pt x="629561" y="1305512"/>
                  </a:lnTo>
                  <a:lnTo>
                    <a:pt x="628453" y="1306613"/>
                  </a:lnTo>
                  <a:lnTo>
                    <a:pt x="628227" y="1307694"/>
                  </a:lnTo>
                  <a:lnTo>
                    <a:pt x="626838" y="1309500"/>
                  </a:lnTo>
                  <a:lnTo>
                    <a:pt x="627104" y="1310660"/>
                  </a:lnTo>
                  <a:lnTo>
                    <a:pt x="626843" y="1310782"/>
                  </a:lnTo>
                  <a:lnTo>
                    <a:pt x="626555" y="1311737"/>
                  </a:lnTo>
                  <a:lnTo>
                    <a:pt x="626140" y="1312064"/>
                  </a:lnTo>
                  <a:lnTo>
                    <a:pt x="627026" y="1313607"/>
                  </a:lnTo>
                  <a:lnTo>
                    <a:pt x="627963" y="1318072"/>
                  </a:lnTo>
                  <a:lnTo>
                    <a:pt x="628550" y="1318673"/>
                  </a:lnTo>
                  <a:lnTo>
                    <a:pt x="629324" y="1318923"/>
                  </a:lnTo>
                  <a:lnTo>
                    <a:pt x="630381" y="1319079"/>
                  </a:lnTo>
                  <a:lnTo>
                    <a:pt x="631358" y="1318912"/>
                  </a:lnTo>
                  <a:lnTo>
                    <a:pt x="631977" y="1318632"/>
                  </a:lnTo>
                  <a:lnTo>
                    <a:pt x="632396" y="1318017"/>
                  </a:lnTo>
                  <a:lnTo>
                    <a:pt x="633045" y="1317590"/>
                  </a:lnTo>
                  <a:lnTo>
                    <a:pt x="634921" y="1316902"/>
                  </a:lnTo>
                  <a:lnTo>
                    <a:pt x="635612" y="1318574"/>
                  </a:lnTo>
                  <a:lnTo>
                    <a:pt x="637492" y="1319566"/>
                  </a:lnTo>
                  <a:lnTo>
                    <a:pt x="638153" y="1320263"/>
                  </a:lnTo>
                  <a:lnTo>
                    <a:pt x="638659" y="1321595"/>
                  </a:lnTo>
                  <a:lnTo>
                    <a:pt x="639378" y="1321814"/>
                  </a:lnTo>
                  <a:lnTo>
                    <a:pt x="639580" y="1321521"/>
                  </a:lnTo>
                  <a:lnTo>
                    <a:pt x="640143" y="1321682"/>
                  </a:lnTo>
                  <a:lnTo>
                    <a:pt x="640790" y="1322344"/>
                  </a:lnTo>
                  <a:lnTo>
                    <a:pt x="643124" y="1321918"/>
                  </a:lnTo>
                  <a:lnTo>
                    <a:pt x="644619" y="1322185"/>
                  </a:lnTo>
                  <a:lnTo>
                    <a:pt x="645303" y="1322736"/>
                  </a:lnTo>
                  <a:lnTo>
                    <a:pt x="646264" y="1322853"/>
                  </a:lnTo>
                  <a:lnTo>
                    <a:pt x="646512" y="1323709"/>
                  </a:lnTo>
                  <a:lnTo>
                    <a:pt x="647374" y="1324763"/>
                  </a:lnTo>
                  <a:lnTo>
                    <a:pt x="648181" y="1324632"/>
                  </a:lnTo>
                  <a:lnTo>
                    <a:pt x="648177" y="1323161"/>
                  </a:lnTo>
                  <a:lnTo>
                    <a:pt x="648851" y="1322888"/>
                  </a:lnTo>
                  <a:lnTo>
                    <a:pt x="648411" y="1321132"/>
                  </a:lnTo>
                  <a:lnTo>
                    <a:pt x="648769" y="1319430"/>
                  </a:lnTo>
                  <a:lnTo>
                    <a:pt x="649038" y="1319613"/>
                  </a:lnTo>
                  <a:lnTo>
                    <a:pt x="649382" y="1319216"/>
                  </a:lnTo>
                  <a:lnTo>
                    <a:pt x="649397" y="1319567"/>
                  </a:lnTo>
                  <a:lnTo>
                    <a:pt x="650431" y="1319299"/>
                  </a:lnTo>
                  <a:lnTo>
                    <a:pt x="653067" y="1317769"/>
                  </a:lnTo>
                  <a:lnTo>
                    <a:pt x="652181" y="1316512"/>
                  </a:lnTo>
                  <a:lnTo>
                    <a:pt x="651427" y="1316484"/>
                  </a:lnTo>
                  <a:lnTo>
                    <a:pt x="652900" y="1314472"/>
                  </a:lnTo>
                  <a:lnTo>
                    <a:pt x="652020" y="1309686"/>
                  </a:lnTo>
                  <a:lnTo>
                    <a:pt x="651348" y="1308712"/>
                  </a:lnTo>
                  <a:lnTo>
                    <a:pt x="650974" y="1307660"/>
                  </a:lnTo>
                  <a:lnTo>
                    <a:pt x="651557" y="1303940"/>
                  </a:lnTo>
                  <a:lnTo>
                    <a:pt x="650683" y="1303430"/>
                  </a:lnTo>
                  <a:lnTo>
                    <a:pt x="650569" y="1303022"/>
                  </a:lnTo>
                  <a:lnTo>
                    <a:pt x="650448" y="1301510"/>
                  </a:lnTo>
                  <a:lnTo>
                    <a:pt x="650868" y="1300758"/>
                  </a:lnTo>
                  <a:lnTo>
                    <a:pt x="650592" y="1299528"/>
                  </a:lnTo>
                  <a:lnTo>
                    <a:pt x="652335" y="1297431"/>
                  </a:lnTo>
                  <a:lnTo>
                    <a:pt x="653184" y="1297027"/>
                  </a:lnTo>
                  <a:lnTo>
                    <a:pt x="653788" y="1296353"/>
                  </a:lnTo>
                  <a:lnTo>
                    <a:pt x="654518" y="1296036"/>
                  </a:lnTo>
                  <a:lnTo>
                    <a:pt x="656410" y="1296527"/>
                  </a:lnTo>
                  <a:lnTo>
                    <a:pt x="657361" y="1295767"/>
                  </a:lnTo>
                  <a:lnTo>
                    <a:pt x="655947" y="1294067"/>
                  </a:lnTo>
                  <a:lnTo>
                    <a:pt x="655084" y="1292379"/>
                  </a:lnTo>
                  <a:lnTo>
                    <a:pt x="655321" y="1291697"/>
                  </a:lnTo>
                  <a:lnTo>
                    <a:pt x="656760" y="1289860"/>
                  </a:lnTo>
                  <a:lnTo>
                    <a:pt x="657110" y="1289637"/>
                  </a:lnTo>
                  <a:lnTo>
                    <a:pt x="657396" y="1289754"/>
                  </a:lnTo>
                  <a:lnTo>
                    <a:pt x="657234" y="1289568"/>
                  </a:lnTo>
                  <a:lnTo>
                    <a:pt x="657812" y="1289055"/>
                  </a:lnTo>
                  <a:lnTo>
                    <a:pt x="657992" y="1289257"/>
                  </a:lnTo>
                  <a:lnTo>
                    <a:pt x="658226" y="1289518"/>
                  </a:lnTo>
                  <a:lnTo>
                    <a:pt x="658588" y="1289190"/>
                  </a:lnTo>
                  <a:lnTo>
                    <a:pt x="658180" y="1288721"/>
                  </a:lnTo>
                  <a:lnTo>
                    <a:pt x="661245" y="1286769"/>
                  </a:lnTo>
                  <a:lnTo>
                    <a:pt x="664048" y="1283257"/>
                  </a:lnTo>
                  <a:lnTo>
                    <a:pt x="663135" y="1281588"/>
                  </a:lnTo>
                  <a:lnTo>
                    <a:pt x="662331" y="1280643"/>
                  </a:lnTo>
                  <a:lnTo>
                    <a:pt x="661725" y="1278646"/>
                  </a:lnTo>
                  <a:lnTo>
                    <a:pt x="661202" y="1278279"/>
                  </a:lnTo>
                  <a:lnTo>
                    <a:pt x="661329" y="1277615"/>
                  </a:lnTo>
                  <a:lnTo>
                    <a:pt x="660874" y="1275721"/>
                  </a:lnTo>
                  <a:lnTo>
                    <a:pt x="660190" y="1274473"/>
                  </a:lnTo>
                  <a:lnTo>
                    <a:pt x="662151" y="1273454"/>
                  </a:lnTo>
                  <a:lnTo>
                    <a:pt x="663009" y="1272116"/>
                  </a:lnTo>
                  <a:lnTo>
                    <a:pt x="662375" y="1270562"/>
                  </a:lnTo>
                  <a:lnTo>
                    <a:pt x="662418" y="1269502"/>
                  </a:lnTo>
                  <a:lnTo>
                    <a:pt x="661896" y="1266184"/>
                  </a:lnTo>
                  <a:lnTo>
                    <a:pt x="662050" y="1265764"/>
                  </a:lnTo>
                  <a:lnTo>
                    <a:pt x="661767" y="1265751"/>
                  </a:lnTo>
                  <a:lnTo>
                    <a:pt x="661434" y="1265263"/>
                  </a:lnTo>
                  <a:lnTo>
                    <a:pt x="659623" y="1265403"/>
                  </a:lnTo>
                  <a:lnTo>
                    <a:pt x="659569" y="1266040"/>
                  </a:lnTo>
                  <a:lnTo>
                    <a:pt x="658565" y="1266127"/>
                  </a:lnTo>
                  <a:lnTo>
                    <a:pt x="657824" y="1266566"/>
                  </a:lnTo>
                  <a:lnTo>
                    <a:pt x="657596" y="1266234"/>
                  </a:lnTo>
                  <a:lnTo>
                    <a:pt x="656314" y="1265591"/>
                  </a:lnTo>
                  <a:lnTo>
                    <a:pt x="655446" y="1265798"/>
                  </a:lnTo>
                  <a:lnTo>
                    <a:pt x="655760" y="1265342"/>
                  </a:lnTo>
                  <a:lnTo>
                    <a:pt x="655019" y="1265078"/>
                  </a:lnTo>
                  <a:lnTo>
                    <a:pt x="654576" y="1265171"/>
                  </a:lnTo>
                  <a:lnTo>
                    <a:pt x="654623" y="1264835"/>
                  </a:lnTo>
                  <a:lnTo>
                    <a:pt x="653982" y="1264541"/>
                  </a:lnTo>
                  <a:lnTo>
                    <a:pt x="653258" y="1264298"/>
                  </a:lnTo>
                  <a:lnTo>
                    <a:pt x="653161" y="1264498"/>
                  </a:lnTo>
                  <a:lnTo>
                    <a:pt x="652018" y="1264426"/>
                  </a:lnTo>
                  <a:lnTo>
                    <a:pt x="651492" y="1263827"/>
                  </a:lnTo>
                  <a:lnTo>
                    <a:pt x="650766" y="1263682"/>
                  </a:lnTo>
                  <a:lnTo>
                    <a:pt x="649891" y="1263990"/>
                  </a:lnTo>
                  <a:lnTo>
                    <a:pt x="649585" y="1263779"/>
                  </a:lnTo>
                  <a:lnTo>
                    <a:pt x="649100" y="1264025"/>
                  </a:lnTo>
                  <a:lnTo>
                    <a:pt x="648777" y="1263824"/>
                  </a:lnTo>
                  <a:lnTo>
                    <a:pt x="648103" y="1264429"/>
                  </a:lnTo>
                  <a:lnTo>
                    <a:pt x="646757" y="1264118"/>
                  </a:lnTo>
                  <a:lnTo>
                    <a:pt x="646624" y="1263835"/>
                  </a:lnTo>
                  <a:lnTo>
                    <a:pt x="645791" y="1263499"/>
                  </a:lnTo>
                  <a:lnTo>
                    <a:pt x="644346" y="1263591"/>
                  </a:lnTo>
                  <a:lnTo>
                    <a:pt x="644316" y="1264091"/>
                  </a:lnTo>
                  <a:lnTo>
                    <a:pt x="643369" y="1263428"/>
                  </a:lnTo>
                  <a:lnTo>
                    <a:pt x="642833" y="1263528"/>
                  </a:lnTo>
                  <a:lnTo>
                    <a:pt x="642679" y="1263040"/>
                  </a:lnTo>
                  <a:lnTo>
                    <a:pt x="642378" y="1263123"/>
                  </a:lnTo>
                  <a:lnTo>
                    <a:pt x="641644" y="1262733"/>
                  </a:lnTo>
                  <a:lnTo>
                    <a:pt x="641392" y="1262217"/>
                  </a:lnTo>
                  <a:lnTo>
                    <a:pt x="640744" y="1261871"/>
                  </a:lnTo>
                  <a:lnTo>
                    <a:pt x="640709" y="1261559"/>
                  </a:lnTo>
                  <a:lnTo>
                    <a:pt x="640398" y="1261455"/>
                  </a:lnTo>
                  <a:lnTo>
                    <a:pt x="640056" y="1261779"/>
                  </a:lnTo>
                  <a:lnTo>
                    <a:pt x="639390" y="1260809"/>
                  </a:lnTo>
                  <a:lnTo>
                    <a:pt x="639407" y="1260327"/>
                  </a:lnTo>
                  <a:lnTo>
                    <a:pt x="638829" y="1260047"/>
                  </a:lnTo>
                  <a:lnTo>
                    <a:pt x="638759" y="1259494"/>
                  </a:lnTo>
                  <a:lnTo>
                    <a:pt x="637560" y="1258889"/>
                  </a:lnTo>
                  <a:lnTo>
                    <a:pt x="636885" y="1257317"/>
                  </a:lnTo>
                  <a:lnTo>
                    <a:pt x="635992" y="1257010"/>
                  </a:lnTo>
                  <a:lnTo>
                    <a:pt x="635168" y="1256339"/>
                  </a:lnTo>
                  <a:lnTo>
                    <a:pt x="634691" y="1255241"/>
                  </a:lnTo>
                  <a:lnTo>
                    <a:pt x="632867" y="1255660"/>
                  </a:lnTo>
                  <a:lnTo>
                    <a:pt x="631134" y="1255593"/>
                  </a:lnTo>
                  <a:lnTo>
                    <a:pt x="629982" y="1255326"/>
                  </a:lnTo>
                  <a:lnTo>
                    <a:pt x="626968" y="1253695"/>
                  </a:lnTo>
                  <a:lnTo>
                    <a:pt x="624781" y="1251060"/>
                  </a:lnTo>
                  <a:lnTo>
                    <a:pt x="623716" y="1249065"/>
                  </a:lnTo>
                  <a:lnTo>
                    <a:pt x="621472" y="1249612"/>
                  </a:lnTo>
                  <a:lnTo>
                    <a:pt x="618389" y="1249017"/>
                  </a:lnTo>
                  <a:lnTo>
                    <a:pt x="617864" y="1245855"/>
                  </a:lnTo>
                  <a:lnTo>
                    <a:pt x="616483" y="1244729"/>
                  </a:lnTo>
                  <a:lnTo>
                    <a:pt x="615554" y="1244310"/>
                  </a:lnTo>
                  <a:lnTo>
                    <a:pt x="615684" y="1243947"/>
                  </a:lnTo>
                  <a:lnTo>
                    <a:pt x="614249" y="1243089"/>
                  </a:lnTo>
                  <a:lnTo>
                    <a:pt x="614064" y="1242343"/>
                  </a:lnTo>
                  <a:lnTo>
                    <a:pt x="611394" y="1241165"/>
                  </a:lnTo>
                  <a:lnTo>
                    <a:pt x="610281" y="1242059"/>
                  </a:lnTo>
                  <a:lnTo>
                    <a:pt x="608844" y="1244352"/>
                  </a:lnTo>
                  <a:lnTo>
                    <a:pt x="608281" y="1243933"/>
                  </a:lnTo>
                  <a:lnTo>
                    <a:pt x="608657" y="1242248"/>
                  </a:lnTo>
                  <a:lnTo>
                    <a:pt x="608436" y="1241007"/>
                  </a:lnTo>
                  <a:lnTo>
                    <a:pt x="603234" y="1241100"/>
                  </a:lnTo>
                  <a:lnTo>
                    <a:pt x="601601" y="1240991"/>
                  </a:lnTo>
                  <a:lnTo>
                    <a:pt x="599372" y="1240487"/>
                  </a:lnTo>
                  <a:lnTo>
                    <a:pt x="597576" y="1240121"/>
                  </a:lnTo>
                  <a:lnTo>
                    <a:pt x="594913" y="1240237"/>
                  </a:lnTo>
                  <a:lnTo>
                    <a:pt x="594818" y="1240047"/>
                  </a:lnTo>
                  <a:lnTo>
                    <a:pt x="594792" y="1237125"/>
                  </a:lnTo>
                  <a:lnTo>
                    <a:pt x="593364" y="1237581"/>
                  </a:lnTo>
                  <a:lnTo>
                    <a:pt x="593135" y="1236194"/>
                  </a:lnTo>
                  <a:lnTo>
                    <a:pt x="591565" y="1236171"/>
                  </a:lnTo>
                  <a:lnTo>
                    <a:pt x="591573" y="1236020"/>
                  </a:lnTo>
                  <a:lnTo>
                    <a:pt x="588538" y="1236145"/>
                  </a:lnTo>
                  <a:lnTo>
                    <a:pt x="587905" y="1235936"/>
                  </a:lnTo>
                  <a:lnTo>
                    <a:pt x="586994" y="1236318"/>
                  </a:lnTo>
                  <a:lnTo>
                    <a:pt x="587070" y="1235947"/>
                  </a:lnTo>
                  <a:lnTo>
                    <a:pt x="586379" y="1233866"/>
                  </a:lnTo>
                  <a:lnTo>
                    <a:pt x="586446" y="1232950"/>
                  </a:lnTo>
                  <a:lnTo>
                    <a:pt x="585584" y="1230346"/>
                  </a:lnTo>
                  <a:lnTo>
                    <a:pt x="585992" y="1227070"/>
                  </a:lnTo>
                  <a:lnTo>
                    <a:pt x="583913" y="1224999"/>
                  </a:lnTo>
                  <a:lnTo>
                    <a:pt x="584887" y="1224443"/>
                  </a:lnTo>
                  <a:lnTo>
                    <a:pt x="586923" y="1223781"/>
                  </a:lnTo>
                  <a:lnTo>
                    <a:pt x="588768" y="1223358"/>
                  </a:lnTo>
                  <a:lnTo>
                    <a:pt x="590386" y="1223267"/>
                  </a:lnTo>
                  <a:lnTo>
                    <a:pt x="590236" y="1221737"/>
                  </a:lnTo>
                  <a:lnTo>
                    <a:pt x="589359" y="1222216"/>
                  </a:lnTo>
                  <a:lnTo>
                    <a:pt x="588770" y="1217868"/>
                  </a:lnTo>
                  <a:lnTo>
                    <a:pt x="589769" y="1217728"/>
                  </a:lnTo>
                  <a:lnTo>
                    <a:pt x="589943" y="1216456"/>
                  </a:lnTo>
                  <a:lnTo>
                    <a:pt x="590288" y="1215769"/>
                  </a:lnTo>
                  <a:lnTo>
                    <a:pt x="590185" y="1215546"/>
                  </a:lnTo>
                  <a:lnTo>
                    <a:pt x="588542" y="1214598"/>
                  </a:lnTo>
                  <a:lnTo>
                    <a:pt x="588216" y="1213752"/>
                  </a:lnTo>
                  <a:lnTo>
                    <a:pt x="585934" y="1212375"/>
                  </a:lnTo>
                  <a:lnTo>
                    <a:pt x="582387" y="1212052"/>
                  </a:lnTo>
                  <a:lnTo>
                    <a:pt x="580479" y="1212604"/>
                  </a:lnTo>
                  <a:lnTo>
                    <a:pt x="580298" y="1214406"/>
                  </a:lnTo>
                  <a:lnTo>
                    <a:pt x="580838" y="1217296"/>
                  </a:lnTo>
                  <a:lnTo>
                    <a:pt x="580645" y="1217404"/>
                  </a:lnTo>
                  <a:lnTo>
                    <a:pt x="579228" y="1215081"/>
                  </a:lnTo>
                  <a:lnTo>
                    <a:pt x="576672" y="1215647"/>
                  </a:lnTo>
                  <a:lnTo>
                    <a:pt x="576307" y="1214066"/>
                  </a:lnTo>
                  <a:lnTo>
                    <a:pt x="575863" y="1213682"/>
                  </a:lnTo>
                  <a:lnTo>
                    <a:pt x="572698" y="1213753"/>
                  </a:lnTo>
                  <a:lnTo>
                    <a:pt x="572211" y="1215559"/>
                  </a:lnTo>
                  <a:lnTo>
                    <a:pt x="570887" y="1216367"/>
                  </a:lnTo>
                  <a:lnTo>
                    <a:pt x="570079" y="1216523"/>
                  </a:lnTo>
                  <a:lnTo>
                    <a:pt x="568334" y="1217749"/>
                  </a:lnTo>
                  <a:lnTo>
                    <a:pt x="567044" y="1219344"/>
                  </a:lnTo>
                  <a:lnTo>
                    <a:pt x="566920" y="1220716"/>
                  </a:lnTo>
                  <a:lnTo>
                    <a:pt x="565911" y="1220769"/>
                  </a:lnTo>
                  <a:lnTo>
                    <a:pt x="565433" y="1221030"/>
                  </a:lnTo>
                  <a:lnTo>
                    <a:pt x="566973" y="1223504"/>
                  </a:lnTo>
                  <a:lnTo>
                    <a:pt x="567203" y="1224288"/>
                  </a:lnTo>
                  <a:lnTo>
                    <a:pt x="566104" y="1225646"/>
                  </a:lnTo>
                  <a:lnTo>
                    <a:pt x="565915" y="1226187"/>
                  </a:lnTo>
                  <a:lnTo>
                    <a:pt x="564608" y="1227529"/>
                  </a:lnTo>
                  <a:lnTo>
                    <a:pt x="566843" y="1230962"/>
                  </a:lnTo>
                  <a:lnTo>
                    <a:pt x="565835" y="1231331"/>
                  </a:lnTo>
                  <a:lnTo>
                    <a:pt x="565801" y="1231569"/>
                  </a:lnTo>
                  <a:lnTo>
                    <a:pt x="566727" y="1232741"/>
                  </a:lnTo>
                  <a:lnTo>
                    <a:pt x="567008" y="1233764"/>
                  </a:lnTo>
                  <a:lnTo>
                    <a:pt x="566066" y="1233840"/>
                  </a:lnTo>
                  <a:lnTo>
                    <a:pt x="565132" y="1233490"/>
                  </a:lnTo>
                  <a:lnTo>
                    <a:pt x="563664" y="1233910"/>
                  </a:lnTo>
                  <a:lnTo>
                    <a:pt x="563572" y="1234564"/>
                  </a:lnTo>
                  <a:lnTo>
                    <a:pt x="562176" y="1234860"/>
                  </a:lnTo>
                  <a:lnTo>
                    <a:pt x="560175" y="1232950"/>
                  </a:lnTo>
                  <a:lnTo>
                    <a:pt x="559163" y="1232391"/>
                  </a:lnTo>
                  <a:lnTo>
                    <a:pt x="558232" y="1232564"/>
                  </a:lnTo>
                  <a:lnTo>
                    <a:pt x="555334" y="1233831"/>
                  </a:lnTo>
                  <a:lnTo>
                    <a:pt x="555720" y="1234618"/>
                  </a:lnTo>
                  <a:lnTo>
                    <a:pt x="553453" y="1235576"/>
                  </a:lnTo>
                  <a:lnTo>
                    <a:pt x="551972" y="1235113"/>
                  </a:lnTo>
                  <a:lnTo>
                    <a:pt x="550605" y="1235154"/>
                  </a:lnTo>
                  <a:lnTo>
                    <a:pt x="551126" y="1236746"/>
                  </a:lnTo>
                  <a:lnTo>
                    <a:pt x="550848" y="1236851"/>
                  </a:lnTo>
                  <a:lnTo>
                    <a:pt x="551006" y="1237561"/>
                  </a:lnTo>
                  <a:lnTo>
                    <a:pt x="549306" y="1238546"/>
                  </a:lnTo>
                  <a:lnTo>
                    <a:pt x="548891" y="1238913"/>
                  </a:lnTo>
                  <a:lnTo>
                    <a:pt x="548929" y="1239148"/>
                  </a:lnTo>
                  <a:lnTo>
                    <a:pt x="542809" y="1240339"/>
                  </a:lnTo>
                  <a:lnTo>
                    <a:pt x="540490" y="1241399"/>
                  </a:lnTo>
                  <a:lnTo>
                    <a:pt x="539872" y="1242895"/>
                  </a:lnTo>
                  <a:lnTo>
                    <a:pt x="536816" y="1241043"/>
                  </a:lnTo>
                  <a:lnTo>
                    <a:pt x="534789" y="1240495"/>
                  </a:lnTo>
                  <a:lnTo>
                    <a:pt x="533131" y="1240765"/>
                  </a:lnTo>
                  <a:lnTo>
                    <a:pt x="531740" y="1243481"/>
                  </a:lnTo>
                  <a:lnTo>
                    <a:pt x="530438" y="1243052"/>
                  </a:lnTo>
                  <a:lnTo>
                    <a:pt x="530662" y="1245132"/>
                  </a:lnTo>
                  <a:lnTo>
                    <a:pt x="530445" y="1244992"/>
                  </a:lnTo>
                  <a:lnTo>
                    <a:pt x="529966" y="1245259"/>
                  </a:lnTo>
                  <a:lnTo>
                    <a:pt x="529178" y="1243975"/>
                  </a:lnTo>
                  <a:lnTo>
                    <a:pt x="528564" y="1244778"/>
                  </a:lnTo>
                  <a:lnTo>
                    <a:pt x="528167" y="1244578"/>
                  </a:lnTo>
                  <a:lnTo>
                    <a:pt x="526513" y="1242220"/>
                  </a:lnTo>
                  <a:lnTo>
                    <a:pt x="526547" y="1242793"/>
                  </a:lnTo>
                  <a:lnTo>
                    <a:pt x="525368" y="1242411"/>
                  </a:lnTo>
                  <a:lnTo>
                    <a:pt x="524645" y="1241634"/>
                  </a:lnTo>
                  <a:lnTo>
                    <a:pt x="523104" y="1242509"/>
                  </a:lnTo>
                  <a:lnTo>
                    <a:pt x="520618" y="1244210"/>
                  </a:lnTo>
                  <a:lnTo>
                    <a:pt x="518243" y="1246717"/>
                  </a:lnTo>
                  <a:lnTo>
                    <a:pt x="517356" y="1246054"/>
                  </a:lnTo>
                  <a:lnTo>
                    <a:pt x="516070" y="1245424"/>
                  </a:lnTo>
                  <a:lnTo>
                    <a:pt x="515913" y="1247285"/>
                  </a:lnTo>
                  <a:lnTo>
                    <a:pt x="515226" y="1247522"/>
                  </a:lnTo>
                  <a:lnTo>
                    <a:pt x="515269" y="1248270"/>
                  </a:lnTo>
                  <a:lnTo>
                    <a:pt x="513834" y="1248672"/>
                  </a:lnTo>
                  <a:lnTo>
                    <a:pt x="512811" y="1248604"/>
                  </a:lnTo>
                  <a:lnTo>
                    <a:pt x="510144" y="1249122"/>
                  </a:lnTo>
                  <a:lnTo>
                    <a:pt x="508220" y="1248434"/>
                  </a:lnTo>
                  <a:lnTo>
                    <a:pt x="507670" y="1248693"/>
                  </a:lnTo>
                  <a:lnTo>
                    <a:pt x="506451" y="1247551"/>
                  </a:lnTo>
                  <a:lnTo>
                    <a:pt x="505498" y="1248057"/>
                  </a:lnTo>
                  <a:lnTo>
                    <a:pt x="504684" y="1250247"/>
                  </a:lnTo>
                  <a:lnTo>
                    <a:pt x="505110" y="1252300"/>
                  </a:lnTo>
                  <a:lnTo>
                    <a:pt x="504734" y="1253691"/>
                  </a:lnTo>
                  <a:lnTo>
                    <a:pt x="504366" y="1254289"/>
                  </a:lnTo>
                  <a:lnTo>
                    <a:pt x="502964" y="1255631"/>
                  </a:lnTo>
                  <a:lnTo>
                    <a:pt x="502144" y="1256017"/>
                  </a:lnTo>
                  <a:lnTo>
                    <a:pt x="501845" y="1256481"/>
                  </a:lnTo>
                  <a:lnTo>
                    <a:pt x="499770" y="1256198"/>
                  </a:lnTo>
                  <a:lnTo>
                    <a:pt x="499183" y="1256717"/>
                  </a:lnTo>
                  <a:lnTo>
                    <a:pt x="496905" y="1257247"/>
                  </a:lnTo>
                  <a:lnTo>
                    <a:pt x="496450" y="1258437"/>
                  </a:lnTo>
                  <a:lnTo>
                    <a:pt x="495747" y="1258541"/>
                  </a:lnTo>
                  <a:lnTo>
                    <a:pt x="495065" y="1258078"/>
                  </a:lnTo>
                  <a:lnTo>
                    <a:pt x="494684" y="1258167"/>
                  </a:lnTo>
                  <a:lnTo>
                    <a:pt x="494606" y="1257392"/>
                  </a:lnTo>
                  <a:lnTo>
                    <a:pt x="493733" y="1257174"/>
                  </a:lnTo>
                  <a:lnTo>
                    <a:pt x="493597" y="1256847"/>
                  </a:lnTo>
                  <a:lnTo>
                    <a:pt x="492652" y="1256704"/>
                  </a:lnTo>
                  <a:lnTo>
                    <a:pt x="491472" y="1256888"/>
                  </a:lnTo>
                  <a:lnTo>
                    <a:pt x="491656" y="1258050"/>
                  </a:lnTo>
                  <a:lnTo>
                    <a:pt x="491435" y="1259797"/>
                  </a:lnTo>
                  <a:lnTo>
                    <a:pt x="492456" y="1260256"/>
                  </a:lnTo>
                  <a:lnTo>
                    <a:pt x="490447" y="1262157"/>
                  </a:lnTo>
                  <a:lnTo>
                    <a:pt x="489627" y="1262297"/>
                  </a:lnTo>
                  <a:lnTo>
                    <a:pt x="488342" y="1261825"/>
                  </a:lnTo>
                  <a:lnTo>
                    <a:pt x="486897" y="1261659"/>
                  </a:lnTo>
                  <a:lnTo>
                    <a:pt x="486466" y="1262587"/>
                  </a:lnTo>
                  <a:lnTo>
                    <a:pt x="485517" y="1263521"/>
                  </a:lnTo>
                  <a:lnTo>
                    <a:pt x="481723" y="1264099"/>
                  </a:lnTo>
                  <a:lnTo>
                    <a:pt x="481486" y="1264640"/>
                  </a:lnTo>
                  <a:lnTo>
                    <a:pt x="477077" y="1267139"/>
                  </a:lnTo>
                  <a:lnTo>
                    <a:pt x="477672" y="1269853"/>
                  </a:lnTo>
                  <a:lnTo>
                    <a:pt x="475881" y="1270215"/>
                  </a:lnTo>
                  <a:lnTo>
                    <a:pt x="472135" y="1269659"/>
                  </a:lnTo>
                  <a:lnTo>
                    <a:pt x="470135" y="1269925"/>
                  </a:lnTo>
                  <a:lnTo>
                    <a:pt x="468248" y="1270505"/>
                  </a:lnTo>
                  <a:lnTo>
                    <a:pt x="466173" y="1270402"/>
                  </a:lnTo>
                  <a:lnTo>
                    <a:pt x="463709" y="1271261"/>
                  </a:lnTo>
                  <a:lnTo>
                    <a:pt x="462529" y="1271291"/>
                  </a:lnTo>
                  <a:lnTo>
                    <a:pt x="461754" y="1271733"/>
                  </a:lnTo>
                  <a:lnTo>
                    <a:pt x="461406" y="1271415"/>
                  </a:lnTo>
                  <a:lnTo>
                    <a:pt x="460642" y="1271614"/>
                  </a:lnTo>
                  <a:lnTo>
                    <a:pt x="459431" y="1271438"/>
                  </a:lnTo>
                  <a:lnTo>
                    <a:pt x="458295" y="1270356"/>
                  </a:lnTo>
                  <a:lnTo>
                    <a:pt x="457925" y="1270313"/>
                  </a:lnTo>
                  <a:lnTo>
                    <a:pt x="457508" y="1270671"/>
                  </a:lnTo>
                  <a:lnTo>
                    <a:pt x="456097" y="1269727"/>
                  </a:lnTo>
                  <a:lnTo>
                    <a:pt x="455266" y="1269897"/>
                  </a:lnTo>
                  <a:lnTo>
                    <a:pt x="454740" y="1270991"/>
                  </a:lnTo>
                  <a:lnTo>
                    <a:pt x="454081" y="1270672"/>
                  </a:lnTo>
                  <a:lnTo>
                    <a:pt x="451769" y="1270704"/>
                  </a:lnTo>
                  <a:lnTo>
                    <a:pt x="450590" y="1270445"/>
                  </a:lnTo>
                  <a:lnTo>
                    <a:pt x="449457" y="1270447"/>
                  </a:lnTo>
                  <a:lnTo>
                    <a:pt x="447805" y="1270912"/>
                  </a:lnTo>
                  <a:lnTo>
                    <a:pt x="444078" y="1270005"/>
                  </a:lnTo>
                  <a:lnTo>
                    <a:pt x="444226" y="1269375"/>
                  </a:lnTo>
                  <a:lnTo>
                    <a:pt x="443391" y="1268558"/>
                  </a:lnTo>
                  <a:lnTo>
                    <a:pt x="443868" y="1267853"/>
                  </a:lnTo>
                  <a:lnTo>
                    <a:pt x="443715" y="1267198"/>
                  </a:lnTo>
                  <a:lnTo>
                    <a:pt x="442862" y="1267000"/>
                  </a:lnTo>
                  <a:lnTo>
                    <a:pt x="441471" y="1267265"/>
                  </a:lnTo>
                  <a:lnTo>
                    <a:pt x="440147" y="1267915"/>
                  </a:lnTo>
                  <a:lnTo>
                    <a:pt x="437623" y="1268361"/>
                  </a:lnTo>
                  <a:lnTo>
                    <a:pt x="436620" y="1269275"/>
                  </a:lnTo>
                  <a:lnTo>
                    <a:pt x="435502" y="1269314"/>
                  </a:lnTo>
                  <a:lnTo>
                    <a:pt x="434525" y="1270815"/>
                  </a:lnTo>
                  <a:lnTo>
                    <a:pt x="433490" y="1270696"/>
                  </a:lnTo>
                  <a:lnTo>
                    <a:pt x="433251" y="1270404"/>
                  </a:lnTo>
                  <a:lnTo>
                    <a:pt x="432922" y="1271009"/>
                  </a:lnTo>
                  <a:lnTo>
                    <a:pt x="430690" y="1272012"/>
                  </a:lnTo>
                  <a:lnTo>
                    <a:pt x="429992" y="1273385"/>
                  </a:lnTo>
                  <a:lnTo>
                    <a:pt x="428900" y="1274128"/>
                  </a:lnTo>
                  <a:lnTo>
                    <a:pt x="428308" y="1274948"/>
                  </a:lnTo>
                  <a:lnTo>
                    <a:pt x="427720" y="1275209"/>
                  </a:lnTo>
                  <a:lnTo>
                    <a:pt x="427339" y="1274741"/>
                  </a:lnTo>
                  <a:lnTo>
                    <a:pt x="426916" y="1274985"/>
                  </a:lnTo>
                  <a:lnTo>
                    <a:pt x="426917" y="1275427"/>
                  </a:lnTo>
                  <a:lnTo>
                    <a:pt x="423079" y="1276571"/>
                  </a:lnTo>
                  <a:lnTo>
                    <a:pt x="421725" y="1276340"/>
                  </a:lnTo>
                  <a:lnTo>
                    <a:pt x="422294" y="1275058"/>
                  </a:lnTo>
                  <a:lnTo>
                    <a:pt x="422452" y="1273452"/>
                  </a:lnTo>
                  <a:lnTo>
                    <a:pt x="423428" y="1271233"/>
                  </a:lnTo>
                  <a:lnTo>
                    <a:pt x="422594" y="1270748"/>
                  </a:lnTo>
                  <a:lnTo>
                    <a:pt x="421286" y="1268983"/>
                  </a:lnTo>
                  <a:lnTo>
                    <a:pt x="420791" y="1269092"/>
                  </a:lnTo>
                  <a:lnTo>
                    <a:pt x="420887" y="1269326"/>
                  </a:lnTo>
                  <a:lnTo>
                    <a:pt x="420612" y="1269458"/>
                  </a:lnTo>
                  <a:lnTo>
                    <a:pt x="420274" y="1269415"/>
                  </a:lnTo>
                  <a:lnTo>
                    <a:pt x="419575" y="1266876"/>
                  </a:lnTo>
                  <a:lnTo>
                    <a:pt x="422455" y="1265251"/>
                  </a:lnTo>
                  <a:lnTo>
                    <a:pt x="422208" y="1265014"/>
                  </a:lnTo>
                  <a:lnTo>
                    <a:pt x="420021" y="1266187"/>
                  </a:lnTo>
                  <a:lnTo>
                    <a:pt x="419235" y="1263334"/>
                  </a:lnTo>
                  <a:lnTo>
                    <a:pt x="417072" y="1263565"/>
                  </a:lnTo>
                  <a:lnTo>
                    <a:pt x="415456" y="1258986"/>
                  </a:lnTo>
                  <a:lnTo>
                    <a:pt x="416695" y="1258038"/>
                  </a:lnTo>
                  <a:lnTo>
                    <a:pt x="415872" y="1256385"/>
                  </a:lnTo>
                  <a:lnTo>
                    <a:pt x="415758" y="1255304"/>
                  </a:lnTo>
                  <a:lnTo>
                    <a:pt x="415910" y="1254989"/>
                  </a:lnTo>
                  <a:lnTo>
                    <a:pt x="415675" y="1254232"/>
                  </a:lnTo>
                  <a:lnTo>
                    <a:pt x="415919" y="1254004"/>
                  </a:lnTo>
                  <a:lnTo>
                    <a:pt x="415799" y="1253163"/>
                  </a:lnTo>
                  <a:lnTo>
                    <a:pt x="415246" y="1252600"/>
                  </a:lnTo>
                  <a:lnTo>
                    <a:pt x="416452" y="1252438"/>
                  </a:lnTo>
                  <a:lnTo>
                    <a:pt x="418436" y="1251725"/>
                  </a:lnTo>
                  <a:lnTo>
                    <a:pt x="420823" y="1250312"/>
                  </a:lnTo>
                  <a:lnTo>
                    <a:pt x="421253" y="1249811"/>
                  </a:lnTo>
                  <a:lnTo>
                    <a:pt x="421594" y="1246390"/>
                  </a:lnTo>
                  <a:lnTo>
                    <a:pt x="422048" y="1245008"/>
                  </a:lnTo>
                  <a:lnTo>
                    <a:pt x="425213" y="1242658"/>
                  </a:lnTo>
                  <a:lnTo>
                    <a:pt x="426332" y="1242241"/>
                  </a:lnTo>
                  <a:lnTo>
                    <a:pt x="426960" y="1241303"/>
                  </a:lnTo>
                  <a:lnTo>
                    <a:pt x="427152" y="1240088"/>
                  </a:lnTo>
                  <a:lnTo>
                    <a:pt x="426157" y="1237811"/>
                  </a:lnTo>
                  <a:lnTo>
                    <a:pt x="425495" y="1236931"/>
                  </a:lnTo>
                  <a:lnTo>
                    <a:pt x="425043" y="1236689"/>
                  </a:lnTo>
                  <a:lnTo>
                    <a:pt x="422880" y="1236385"/>
                  </a:lnTo>
                  <a:lnTo>
                    <a:pt x="419868" y="1238029"/>
                  </a:lnTo>
                  <a:lnTo>
                    <a:pt x="418971" y="1238308"/>
                  </a:lnTo>
                  <a:lnTo>
                    <a:pt x="416675" y="1239702"/>
                  </a:lnTo>
                  <a:lnTo>
                    <a:pt x="416194" y="1240593"/>
                  </a:lnTo>
                  <a:lnTo>
                    <a:pt x="416298" y="1241345"/>
                  </a:lnTo>
                  <a:lnTo>
                    <a:pt x="414626" y="1241460"/>
                  </a:lnTo>
                  <a:lnTo>
                    <a:pt x="410890" y="1243379"/>
                  </a:lnTo>
                  <a:lnTo>
                    <a:pt x="409225" y="1243627"/>
                  </a:lnTo>
                  <a:lnTo>
                    <a:pt x="407774" y="1244382"/>
                  </a:lnTo>
                  <a:lnTo>
                    <a:pt x="406538" y="1244606"/>
                  </a:lnTo>
                  <a:lnTo>
                    <a:pt x="406056" y="1245250"/>
                  </a:lnTo>
                  <a:lnTo>
                    <a:pt x="406055" y="1247071"/>
                  </a:lnTo>
                  <a:lnTo>
                    <a:pt x="404677" y="1247226"/>
                  </a:lnTo>
                  <a:lnTo>
                    <a:pt x="402950" y="1246511"/>
                  </a:lnTo>
                  <a:lnTo>
                    <a:pt x="400318" y="1246416"/>
                  </a:lnTo>
                  <a:lnTo>
                    <a:pt x="397248" y="1245299"/>
                  </a:lnTo>
                  <a:lnTo>
                    <a:pt x="395645" y="1245906"/>
                  </a:lnTo>
                  <a:lnTo>
                    <a:pt x="395243" y="1245860"/>
                  </a:lnTo>
                  <a:lnTo>
                    <a:pt x="395194" y="1244675"/>
                  </a:lnTo>
                  <a:lnTo>
                    <a:pt x="395664" y="1243901"/>
                  </a:lnTo>
                  <a:lnTo>
                    <a:pt x="395493" y="1243179"/>
                  </a:lnTo>
                  <a:lnTo>
                    <a:pt x="395828" y="1242892"/>
                  </a:lnTo>
                  <a:lnTo>
                    <a:pt x="395859" y="1242267"/>
                  </a:lnTo>
                  <a:lnTo>
                    <a:pt x="396258" y="1241919"/>
                  </a:lnTo>
                  <a:lnTo>
                    <a:pt x="396340" y="1241167"/>
                  </a:lnTo>
                  <a:lnTo>
                    <a:pt x="397448" y="1238657"/>
                  </a:lnTo>
                  <a:lnTo>
                    <a:pt x="397557" y="1237280"/>
                  </a:lnTo>
                  <a:lnTo>
                    <a:pt x="398390" y="1234719"/>
                  </a:lnTo>
                  <a:lnTo>
                    <a:pt x="395973" y="1237020"/>
                  </a:lnTo>
                  <a:lnTo>
                    <a:pt x="394821" y="1235664"/>
                  </a:lnTo>
                  <a:lnTo>
                    <a:pt x="394212" y="1236268"/>
                  </a:lnTo>
                  <a:lnTo>
                    <a:pt x="392331" y="1237251"/>
                  </a:lnTo>
                  <a:lnTo>
                    <a:pt x="391590" y="1236096"/>
                  </a:lnTo>
                  <a:lnTo>
                    <a:pt x="390786" y="1236235"/>
                  </a:lnTo>
                  <a:lnTo>
                    <a:pt x="388020" y="1238014"/>
                  </a:lnTo>
                  <a:lnTo>
                    <a:pt x="386813" y="1238408"/>
                  </a:lnTo>
                  <a:lnTo>
                    <a:pt x="385817" y="1237426"/>
                  </a:lnTo>
                  <a:lnTo>
                    <a:pt x="383539" y="1235844"/>
                  </a:lnTo>
                  <a:lnTo>
                    <a:pt x="382772" y="1234568"/>
                  </a:lnTo>
                  <a:lnTo>
                    <a:pt x="382398" y="1234578"/>
                  </a:lnTo>
                  <a:lnTo>
                    <a:pt x="382288" y="1234843"/>
                  </a:lnTo>
                  <a:lnTo>
                    <a:pt x="381827" y="1235010"/>
                  </a:lnTo>
                  <a:lnTo>
                    <a:pt x="380909" y="1234514"/>
                  </a:lnTo>
                  <a:lnTo>
                    <a:pt x="380398" y="1234652"/>
                  </a:lnTo>
                  <a:lnTo>
                    <a:pt x="379482" y="1235660"/>
                  </a:lnTo>
                  <a:lnTo>
                    <a:pt x="378933" y="1235689"/>
                  </a:lnTo>
                  <a:lnTo>
                    <a:pt x="378510" y="1235212"/>
                  </a:lnTo>
                  <a:lnTo>
                    <a:pt x="379108" y="1234163"/>
                  </a:lnTo>
                  <a:lnTo>
                    <a:pt x="377964" y="1234387"/>
                  </a:lnTo>
                  <a:lnTo>
                    <a:pt x="376739" y="1233751"/>
                  </a:lnTo>
                  <a:lnTo>
                    <a:pt x="375491" y="1232461"/>
                  </a:lnTo>
                  <a:lnTo>
                    <a:pt x="374773" y="1231824"/>
                  </a:lnTo>
                  <a:lnTo>
                    <a:pt x="374169" y="1231700"/>
                  </a:lnTo>
                  <a:lnTo>
                    <a:pt x="372146" y="1231798"/>
                  </a:lnTo>
                  <a:lnTo>
                    <a:pt x="371224" y="1232258"/>
                  </a:lnTo>
                  <a:lnTo>
                    <a:pt x="370787" y="1232166"/>
                  </a:lnTo>
                  <a:lnTo>
                    <a:pt x="368011" y="1233969"/>
                  </a:lnTo>
                  <a:lnTo>
                    <a:pt x="367237" y="1234829"/>
                  </a:lnTo>
                  <a:lnTo>
                    <a:pt x="366641" y="1234856"/>
                  </a:lnTo>
                  <a:lnTo>
                    <a:pt x="366184" y="1235189"/>
                  </a:lnTo>
                  <a:lnTo>
                    <a:pt x="365437" y="1233727"/>
                  </a:lnTo>
                  <a:lnTo>
                    <a:pt x="366071" y="1233030"/>
                  </a:lnTo>
                  <a:lnTo>
                    <a:pt x="361489" y="1229760"/>
                  </a:lnTo>
                  <a:lnTo>
                    <a:pt x="362337" y="1228501"/>
                  </a:lnTo>
                  <a:lnTo>
                    <a:pt x="362301" y="1228264"/>
                  </a:lnTo>
                  <a:lnTo>
                    <a:pt x="363411" y="1227543"/>
                  </a:lnTo>
                  <a:lnTo>
                    <a:pt x="363146" y="1226106"/>
                  </a:lnTo>
                  <a:lnTo>
                    <a:pt x="361658" y="1222854"/>
                  </a:lnTo>
                  <a:lnTo>
                    <a:pt x="359984" y="1224351"/>
                  </a:lnTo>
                  <a:lnTo>
                    <a:pt x="359193" y="1224669"/>
                  </a:lnTo>
                  <a:lnTo>
                    <a:pt x="356414" y="1220007"/>
                  </a:lnTo>
                  <a:lnTo>
                    <a:pt x="355177" y="1220828"/>
                  </a:lnTo>
                  <a:lnTo>
                    <a:pt x="357060" y="1223013"/>
                  </a:lnTo>
                  <a:lnTo>
                    <a:pt x="356206" y="1223725"/>
                  </a:lnTo>
                  <a:lnTo>
                    <a:pt x="355664" y="1224627"/>
                  </a:lnTo>
                  <a:lnTo>
                    <a:pt x="354739" y="1224172"/>
                  </a:lnTo>
                  <a:lnTo>
                    <a:pt x="352559" y="1224201"/>
                  </a:lnTo>
                  <a:lnTo>
                    <a:pt x="352188" y="1222728"/>
                  </a:lnTo>
                  <a:lnTo>
                    <a:pt x="351671" y="1223767"/>
                  </a:lnTo>
                  <a:lnTo>
                    <a:pt x="351305" y="1222439"/>
                  </a:lnTo>
                  <a:lnTo>
                    <a:pt x="351045" y="1222516"/>
                  </a:lnTo>
                  <a:lnTo>
                    <a:pt x="350016" y="1220882"/>
                  </a:lnTo>
                  <a:lnTo>
                    <a:pt x="349518" y="1221093"/>
                  </a:lnTo>
                  <a:lnTo>
                    <a:pt x="349571" y="1220526"/>
                  </a:lnTo>
                  <a:lnTo>
                    <a:pt x="349034" y="1220343"/>
                  </a:lnTo>
                  <a:lnTo>
                    <a:pt x="348152" y="1220748"/>
                  </a:lnTo>
                  <a:lnTo>
                    <a:pt x="347196" y="1220567"/>
                  </a:lnTo>
                  <a:lnTo>
                    <a:pt x="346851" y="1220753"/>
                  </a:lnTo>
                  <a:lnTo>
                    <a:pt x="346588" y="1221100"/>
                  </a:lnTo>
                  <a:lnTo>
                    <a:pt x="346850" y="1221748"/>
                  </a:lnTo>
                  <a:lnTo>
                    <a:pt x="346030" y="1222077"/>
                  </a:lnTo>
                  <a:lnTo>
                    <a:pt x="344230" y="1217482"/>
                  </a:lnTo>
                  <a:lnTo>
                    <a:pt x="347905" y="1214014"/>
                  </a:lnTo>
                  <a:lnTo>
                    <a:pt x="346664" y="1212246"/>
                  </a:lnTo>
                  <a:lnTo>
                    <a:pt x="346937" y="1211728"/>
                  </a:lnTo>
                  <a:lnTo>
                    <a:pt x="348989" y="1210875"/>
                  </a:lnTo>
                  <a:lnTo>
                    <a:pt x="347442" y="1209265"/>
                  </a:lnTo>
                  <a:lnTo>
                    <a:pt x="346053" y="1207378"/>
                  </a:lnTo>
                  <a:lnTo>
                    <a:pt x="345512" y="1205866"/>
                  </a:lnTo>
                  <a:lnTo>
                    <a:pt x="344707" y="1205207"/>
                  </a:lnTo>
                  <a:lnTo>
                    <a:pt x="343954" y="1203350"/>
                  </a:lnTo>
                  <a:lnTo>
                    <a:pt x="342399" y="1204344"/>
                  </a:lnTo>
                  <a:lnTo>
                    <a:pt x="341498" y="1205383"/>
                  </a:lnTo>
                  <a:lnTo>
                    <a:pt x="340215" y="1204594"/>
                  </a:lnTo>
                  <a:lnTo>
                    <a:pt x="336273" y="1204306"/>
                  </a:lnTo>
                  <a:lnTo>
                    <a:pt x="335902" y="1204059"/>
                  </a:lnTo>
                  <a:lnTo>
                    <a:pt x="335726" y="1203158"/>
                  </a:lnTo>
                  <a:lnTo>
                    <a:pt x="333423" y="1203234"/>
                  </a:lnTo>
                  <a:lnTo>
                    <a:pt x="333802" y="1204008"/>
                  </a:lnTo>
                  <a:lnTo>
                    <a:pt x="333221" y="1205536"/>
                  </a:lnTo>
                  <a:lnTo>
                    <a:pt x="332420" y="1205700"/>
                  </a:lnTo>
                  <a:lnTo>
                    <a:pt x="331515" y="1206696"/>
                  </a:lnTo>
                  <a:lnTo>
                    <a:pt x="331334" y="1206400"/>
                  </a:lnTo>
                  <a:lnTo>
                    <a:pt x="330430" y="1206816"/>
                  </a:lnTo>
                  <a:lnTo>
                    <a:pt x="329431" y="1207660"/>
                  </a:lnTo>
                  <a:lnTo>
                    <a:pt x="329482" y="1207442"/>
                  </a:lnTo>
                  <a:lnTo>
                    <a:pt x="329050" y="1207357"/>
                  </a:lnTo>
                  <a:lnTo>
                    <a:pt x="327503" y="1207320"/>
                  </a:lnTo>
                  <a:lnTo>
                    <a:pt x="327504" y="1206172"/>
                  </a:lnTo>
                  <a:lnTo>
                    <a:pt x="327982" y="1204125"/>
                  </a:lnTo>
                  <a:lnTo>
                    <a:pt x="328786" y="1202477"/>
                  </a:lnTo>
                  <a:lnTo>
                    <a:pt x="329917" y="1201215"/>
                  </a:lnTo>
                  <a:lnTo>
                    <a:pt x="331692" y="1199778"/>
                  </a:lnTo>
                  <a:lnTo>
                    <a:pt x="330836" y="1198354"/>
                  </a:lnTo>
                  <a:lnTo>
                    <a:pt x="331211" y="1198144"/>
                  </a:lnTo>
                  <a:lnTo>
                    <a:pt x="332455" y="1198086"/>
                  </a:lnTo>
                  <a:lnTo>
                    <a:pt x="333102" y="1198775"/>
                  </a:lnTo>
                  <a:lnTo>
                    <a:pt x="333525" y="1198170"/>
                  </a:lnTo>
                  <a:lnTo>
                    <a:pt x="333309" y="1196656"/>
                  </a:lnTo>
                  <a:lnTo>
                    <a:pt x="332743" y="1196265"/>
                  </a:lnTo>
                  <a:lnTo>
                    <a:pt x="332181" y="1196265"/>
                  </a:lnTo>
                  <a:lnTo>
                    <a:pt x="331823" y="1195276"/>
                  </a:lnTo>
                  <a:lnTo>
                    <a:pt x="331249" y="1194800"/>
                  </a:lnTo>
                  <a:lnTo>
                    <a:pt x="330357" y="1194529"/>
                  </a:lnTo>
                  <a:lnTo>
                    <a:pt x="329786" y="1193675"/>
                  </a:lnTo>
                  <a:lnTo>
                    <a:pt x="327672" y="1192914"/>
                  </a:lnTo>
                  <a:lnTo>
                    <a:pt x="328022" y="1191037"/>
                  </a:lnTo>
                  <a:lnTo>
                    <a:pt x="327029" y="1190852"/>
                  </a:lnTo>
                  <a:lnTo>
                    <a:pt x="326295" y="1189342"/>
                  </a:lnTo>
                  <a:lnTo>
                    <a:pt x="326326" y="1187982"/>
                  </a:lnTo>
                  <a:lnTo>
                    <a:pt x="325499" y="1187695"/>
                  </a:lnTo>
                  <a:lnTo>
                    <a:pt x="326054" y="1184475"/>
                  </a:lnTo>
                  <a:lnTo>
                    <a:pt x="326739" y="1184517"/>
                  </a:lnTo>
                  <a:lnTo>
                    <a:pt x="327109" y="1182895"/>
                  </a:lnTo>
                  <a:lnTo>
                    <a:pt x="328609" y="1182513"/>
                  </a:lnTo>
                  <a:lnTo>
                    <a:pt x="328976" y="1181991"/>
                  </a:lnTo>
                  <a:lnTo>
                    <a:pt x="328749" y="1181277"/>
                  </a:lnTo>
                  <a:lnTo>
                    <a:pt x="327703" y="1180994"/>
                  </a:lnTo>
                  <a:lnTo>
                    <a:pt x="327630" y="1180746"/>
                  </a:lnTo>
                  <a:lnTo>
                    <a:pt x="326536" y="1181001"/>
                  </a:lnTo>
                  <a:lnTo>
                    <a:pt x="325092" y="1180671"/>
                  </a:lnTo>
                  <a:lnTo>
                    <a:pt x="324449" y="1180922"/>
                  </a:lnTo>
                  <a:lnTo>
                    <a:pt x="324033" y="1180609"/>
                  </a:lnTo>
                  <a:lnTo>
                    <a:pt x="323175" y="1180802"/>
                  </a:lnTo>
                  <a:lnTo>
                    <a:pt x="320023" y="1182892"/>
                  </a:lnTo>
                  <a:lnTo>
                    <a:pt x="319051" y="1183287"/>
                  </a:lnTo>
                  <a:lnTo>
                    <a:pt x="318798" y="1184460"/>
                  </a:lnTo>
                  <a:lnTo>
                    <a:pt x="318289" y="1184376"/>
                  </a:lnTo>
                  <a:lnTo>
                    <a:pt x="318022" y="1184645"/>
                  </a:lnTo>
                  <a:lnTo>
                    <a:pt x="316442" y="1185092"/>
                  </a:lnTo>
                  <a:lnTo>
                    <a:pt x="316379" y="1184376"/>
                  </a:lnTo>
                  <a:lnTo>
                    <a:pt x="313140" y="1183611"/>
                  </a:lnTo>
                  <a:lnTo>
                    <a:pt x="313805" y="1181820"/>
                  </a:lnTo>
                  <a:lnTo>
                    <a:pt x="313249" y="1181619"/>
                  </a:lnTo>
                  <a:lnTo>
                    <a:pt x="313524" y="1180833"/>
                  </a:lnTo>
                  <a:lnTo>
                    <a:pt x="313505" y="1179615"/>
                  </a:lnTo>
                  <a:lnTo>
                    <a:pt x="314183" y="1179538"/>
                  </a:lnTo>
                  <a:lnTo>
                    <a:pt x="314415" y="1177221"/>
                  </a:lnTo>
                  <a:lnTo>
                    <a:pt x="314633" y="1177048"/>
                  </a:lnTo>
                  <a:lnTo>
                    <a:pt x="315870" y="1177330"/>
                  </a:lnTo>
                  <a:lnTo>
                    <a:pt x="316435" y="1175426"/>
                  </a:lnTo>
                  <a:lnTo>
                    <a:pt x="316911" y="1174836"/>
                  </a:lnTo>
                  <a:lnTo>
                    <a:pt x="316808" y="1174568"/>
                  </a:lnTo>
                  <a:lnTo>
                    <a:pt x="317273" y="1174352"/>
                  </a:lnTo>
                  <a:lnTo>
                    <a:pt x="317580" y="1173553"/>
                  </a:lnTo>
                  <a:lnTo>
                    <a:pt x="317933" y="1173331"/>
                  </a:lnTo>
                  <a:lnTo>
                    <a:pt x="317751" y="1172837"/>
                  </a:lnTo>
                  <a:lnTo>
                    <a:pt x="317259" y="1172608"/>
                  </a:lnTo>
                  <a:lnTo>
                    <a:pt x="317570" y="1171383"/>
                  </a:lnTo>
                  <a:lnTo>
                    <a:pt x="317053" y="1169561"/>
                  </a:lnTo>
                  <a:lnTo>
                    <a:pt x="316277" y="1169049"/>
                  </a:lnTo>
                  <a:lnTo>
                    <a:pt x="315776" y="1168101"/>
                  </a:lnTo>
                  <a:lnTo>
                    <a:pt x="316355" y="1166347"/>
                  </a:lnTo>
                  <a:lnTo>
                    <a:pt x="316530" y="1164890"/>
                  </a:lnTo>
                  <a:lnTo>
                    <a:pt x="313277" y="1163307"/>
                  </a:lnTo>
                  <a:lnTo>
                    <a:pt x="311919" y="1163060"/>
                  </a:lnTo>
                  <a:lnTo>
                    <a:pt x="311141" y="1162510"/>
                  </a:lnTo>
                  <a:lnTo>
                    <a:pt x="309010" y="1164615"/>
                  </a:lnTo>
                  <a:lnTo>
                    <a:pt x="308020" y="1166433"/>
                  </a:lnTo>
                  <a:lnTo>
                    <a:pt x="306986" y="1167556"/>
                  </a:lnTo>
                  <a:lnTo>
                    <a:pt x="305635" y="1166534"/>
                  </a:lnTo>
                  <a:lnTo>
                    <a:pt x="304697" y="1167633"/>
                  </a:lnTo>
                  <a:lnTo>
                    <a:pt x="304066" y="1168320"/>
                  </a:lnTo>
                  <a:lnTo>
                    <a:pt x="304257" y="1168962"/>
                  </a:lnTo>
                  <a:lnTo>
                    <a:pt x="303046" y="1170622"/>
                  </a:lnTo>
                  <a:lnTo>
                    <a:pt x="302956" y="1171542"/>
                  </a:lnTo>
                  <a:lnTo>
                    <a:pt x="299283" y="1173241"/>
                  </a:lnTo>
                  <a:lnTo>
                    <a:pt x="297974" y="1174641"/>
                  </a:lnTo>
                  <a:lnTo>
                    <a:pt x="298045" y="1175136"/>
                  </a:lnTo>
                  <a:lnTo>
                    <a:pt x="297092" y="1176686"/>
                  </a:lnTo>
                  <a:lnTo>
                    <a:pt x="296075" y="1176895"/>
                  </a:lnTo>
                  <a:lnTo>
                    <a:pt x="293987" y="1176725"/>
                  </a:lnTo>
                  <a:lnTo>
                    <a:pt x="293280" y="1176321"/>
                  </a:lnTo>
                  <a:lnTo>
                    <a:pt x="292255" y="1176475"/>
                  </a:lnTo>
                  <a:lnTo>
                    <a:pt x="290627" y="1175734"/>
                  </a:lnTo>
                  <a:lnTo>
                    <a:pt x="290204" y="1175950"/>
                  </a:lnTo>
                  <a:lnTo>
                    <a:pt x="289824" y="1176611"/>
                  </a:lnTo>
                  <a:lnTo>
                    <a:pt x="288505" y="1176455"/>
                  </a:lnTo>
                  <a:lnTo>
                    <a:pt x="288721" y="1175294"/>
                  </a:lnTo>
                  <a:lnTo>
                    <a:pt x="287670" y="1174121"/>
                  </a:lnTo>
                  <a:lnTo>
                    <a:pt x="287172" y="1172177"/>
                  </a:lnTo>
                  <a:lnTo>
                    <a:pt x="285832" y="1170574"/>
                  </a:lnTo>
                  <a:lnTo>
                    <a:pt x="284408" y="1169574"/>
                  </a:lnTo>
                  <a:lnTo>
                    <a:pt x="282091" y="1169467"/>
                  </a:lnTo>
                  <a:lnTo>
                    <a:pt x="279313" y="1170254"/>
                  </a:lnTo>
                  <a:lnTo>
                    <a:pt x="277408" y="1171084"/>
                  </a:lnTo>
                  <a:lnTo>
                    <a:pt x="276397" y="1171787"/>
                  </a:lnTo>
                  <a:lnTo>
                    <a:pt x="276431" y="1172899"/>
                  </a:lnTo>
                  <a:lnTo>
                    <a:pt x="277049" y="1174472"/>
                  </a:lnTo>
                  <a:lnTo>
                    <a:pt x="276963" y="1175357"/>
                  </a:lnTo>
                  <a:lnTo>
                    <a:pt x="276720" y="1175343"/>
                  </a:lnTo>
                  <a:lnTo>
                    <a:pt x="275015" y="1177269"/>
                  </a:lnTo>
                  <a:lnTo>
                    <a:pt x="274706" y="1178369"/>
                  </a:lnTo>
                  <a:lnTo>
                    <a:pt x="272847" y="1178634"/>
                  </a:lnTo>
                  <a:lnTo>
                    <a:pt x="272288" y="1180063"/>
                  </a:lnTo>
                  <a:lnTo>
                    <a:pt x="271752" y="1180219"/>
                  </a:lnTo>
                  <a:lnTo>
                    <a:pt x="271037" y="1180870"/>
                  </a:lnTo>
                  <a:lnTo>
                    <a:pt x="270819" y="1180152"/>
                  </a:lnTo>
                  <a:lnTo>
                    <a:pt x="269473" y="1180730"/>
                  </a:lnTo>
                  <a:lnTo>
                    <a:pt x="268594" y="1181703"/>
                  </a:lnTo>
                  <a:lnTo>
                    <a:pt x="267145" y="1181983"/>
                  </a:lnTo>
                  <a:lnTo>
                    <a:pt x="266460" y="1181864"/>
                  </a:lnTo>
                  <a:lnTo>
                    <a:pt x="266291" y="1182050"/>
                  </a:lnTo>
                  <a:lnTo>
                    <a:pt x="266007" y="1181831"/>
                  </a:lnTo>
                  <a:lnTo>
                    <a:pt x="265330" y="1181980"/>
                  </a:lnTo>
                  <a:lnTo>
                    <a:pt x="265137" y="1181820"/>
                  </a:lnTo>
                  <a:lnTo>
                    <a:pt x="265043" y="1182056"/>
                  </a:lnTo>
                  <a:lnTo>
                    <a:pt x="264982" y="1181798"/>
                  </a:lnTo>
                  <a:lnTo>
                    <a:pt x="264344" y="1181784"/>
                  </a:lnTo>
                  <a:lnTo>
                    <a:pt x="262788" y="1182070"/>
                  </a:lnTo>
                  <a:lnTo>
                    <a:pt x="262676" y="1181746"/>
                  </a:lnTo>
                  <a:lnTo>
                    <a:pt x="262139" y="1182087"/>
                  </a:lnTo>
                  <a:lnTo>
                    <a:pt x="261904" y="1181853"/>
                  </a:lnTo>
                  <a:lnTo>
                    <a:pt x="261577" y="1182125"/>
                  </a:lnTo>
                  <a:lnTo>
                    <a:pt x="261249" y="1181930"/>
                  </a:lnTo>
                  <a:lnTo>
                    <a:pt x="261063" y="1182229"/>
                  </a:lnTo>
                  <a:lnTo>
                    <a:pt x="260714" y="1181884"/>
                  </a:lnTo>
                  <a:lnTo>
                    <a:pt x="259911" y="1182686"/>
                  </a:lnTo>
                  <a:lnTo>
                    <a:pt x="259293" y="1182923"/>
                  </a:lnTo>
                  <a:lnTo>
                    <a:pt x="258864" y="1183624"/>
                  </a:lnTo>
                  <a:lnTo>
                    <a:pt x="257025" y="1183261"/>
                  </a:lnTo>
                  <a:lnTo>
                    <a:pt x="256387" y="1182881"/>
                  </a:lnTo>
                  <a:lnTo>
                    <a:pt x="255257" y="1183381"/>
                  </a:lnTo>
                  <a:lnTo>
                    <a:pt x="255085" y="1183925"/>
                  </a:lnTo>
                  <a:lnTo>
                    <a:pt x="254978" y="1183669"/>
                  </a:lnTo>
                  <a:lnTo>
                    <a:pt x="254709" y="1183851"/>
                  </a:lnTo>
                  <a:lnTo>
                    <a:pt x="254517" y="1183467"/>
                  </a:lnTo>
                  <a:lnTo>
                    <a:pt x="254050" y="1183383"/>
                  </a:lnTo>
                  <a:lnTo>
                    <a:pt x="253822" y="1183015"/>
                  </a:lnTo>
                  <a:lnTo>
                    <a:pt x="253379" y="1183348"/>
                  </a:lnTo>
                  <a:lnTo>
                    <a:pt x="252739" y="1183218"/>
                  </a:lnTo>
                  <a:lnTo>
                    <a:pt x="252540" y="1183604"/>
                  </a:lnTo>
                  <a:lnTo>
                    <a:pt x="252075" y="1183831"/>
                  </a:lnTo>
                  <a:lnTo>
                    <a:pt x="251856" y="1184377"/>
                  </a:lnTo>
                  <a:lnTo>
                    <a:pt x="251545" y="1183897"/>
                  </a:lnTo>
                  <a:lnTo>
                    <a:pt x="250941" y="1183943"/>
                  </a:lnTo>
                  <a:lnTo>
                    <a:pt x="250926" y="1184407"/>
                  </a:lnTo>
                  <a:lnTo>
                    <a:pt x="249333" y="1186004"/>
                  </a:lnTo>
                  <a:lnTo>
                    <a:pt x="248351" y="1186476"/>
                  </a:lnTo>
                  <a:lnTo>
                    <a:pt x="247109" y="1186673"/>
                  </a:lnTo>
                  <a:lnTo>
                    <a:pt x="245516" y="1188287"/>
                  </a:lnTo>
                  <a:lnTo>
                    <a:pt x="243085" y="1190214"/>
                  </a:lnTo>
                  <a:lnTo>
                    <a:pt x="242071" y="1190687"/>
                  </a:lnTo>
                  <a:lnTo>
                    <a:pt x="239914" y="1190635"/>
                  </a:lnTo>
                  <a:lnTo>
                    <a:pt x="239143" y="1190874"/>
                  </a:lnTo>
                  <a:lnTo>
                    <a:pt x="238324" y="1190839"/>
                  </a:lnTo>
                  <a:lnTo>
                    <a:pt x="237875" y="1190583"/>
                  </a:lnTo>
                  <a:lnTo>
                    <a:pt x="237215" y="1190730"/>
                  </a:lnTo>
                  <a:lnTo>
                    <a:pt x="235485" y="1189996"/>
                  </a:lnTo>
                  <a:lnTo>
                    <a:pt x="235489" y="1189438"/>
                  </a:lnTo>
                  <a:lnTo>
                    <a:pt x="234746" y="1188424"/>
                  </a:lnTo>
                  <a:lnTo>
                    <a:pt x="234431" y="1188399"/>
                  </a:lnTo>
                  <a:lnTo>
                    <a:pt x="233884" y="1187328"/>
                  </a:lnTo>
                  <a:lnTo>
                    <a:pt x="232594" y="1186270"/>
                  </a:lnTo>
                  <a:lnTo>
                    <a:pt x="232590" y="1185986"/>
                  </a:lnTo>
                  <a:lnTo>
                    <a:pt x="231984" y="1185496"/>
                  </a:lnTo>
                  <a:lnTo>
                    <a:pt x="229518" y="1182346"/>
                  </a:lnTo>
                  <a:lnTo>
                    <a:pt x="228300" y="1180162"/>
                  </a:lnTo>
                  <a:lnTo>
                    <a:pt x="227058" y="1178831"/>
                  </a:lnTo>
                  <a:lnTo>
                    <a:pt x="225677" y="1176556"/>
                  </a:lnTo>
                  <a:lnTo>
                    <a:pt x="225097" y="1175975"/>
                  </a:lnTo>
                  <a:lnTo>
                    <a:pt x="223729" y="1175469"/>
                  </a:lnTo>
                  <a:lnTo>
                    <a:pt x="223302" y="1175100"/>
                  </a:lnTo>
                  <a:lnTo>
                    <a:pt x="223024" y="1175320"/>
                  </a:lnTo>
                  <a:lnTo>
                    <a:pt x="222272" y="1174987"/>
                  </a:lnTo>
                  <a:lnTo>
                    <a:pt x="221635" y="1175624"/>
                  </a:lnTo>
                  <a:lnTo>
                    <a:pt x="221098" y="1175394"/>
                  </a:lnTo>
                  <a:lnTo>
                    <a:pt x="219503" y="1175290"/>
                  </a:lnTo>
                  <a:lnTo>
                    <a:pt x="218675" y="1174289"/>
                  </a:lnTo>
                  <a:lnTo>
                    <a:pt x="217429" y="1173296"/>
                  </a:lnTo>
                  <a:lnTo>
                    <a:pt x="217221" y="1172536"/>
                  </a:lnTo>
                  <a:lnTo>
                    <a:pt x="215848" y="1171735"/>
                  </a:lnTo>
                  <a:lnTo>
                    <a:pt x="215001" y="1171798"/>
                  </a:lnTo>
                  <a:lnTo>
                    <a:pt x="214975" y="1172028"/>
                  </a:lnTo>
                  <a:lnTo>
                    <a:pt x="214018" y="1172312"/>
                  </a:lnTo>
                  <a:lnTo>
                    <a:pt x="213700" y="1172855"/>
                  </a:lnTo>
                  <a:lnTo>
                    <a:pt x="213603" y="1173694"/>
                  </a:lnTo>
                  <a:lnTo>
                    <a:pt x="213137" y="1173717"/>
                  </a:lnTo>
                  <a:lnTo>
                    <a:pt x="212141" y="1170249"/>
                  </a:lnTo>
                  <a:lnTo>
                    <a:pt x="212003" y="1169619"/>
                  </a:lnTo>
                  <a:lnTo>
                    <a:pt x="212153" y="1169463"/>
                  </a:lnTo>
                  <a:lnTo>
                    <a:pt x="211742" y="1169305"/>
                  </a:lnTo>
                  <a:lnTo>
                    <a:pt x="205275" y="1169384"/>
                  </a:lnTo>
                  <a:lnTo>
                    <a:pt x="202721" y="1169632"/>
                  </a:lnTo>
                  <a:lnTo>
                    <a:pt x="201773" y="1170059"/>
                  </a:lnTo>
                  <a:lnTo>
                    <a:pt x="200242" y="1170760"/>
                  </a:lnTo>
                  <a:lnTo>
                    <a:pt x="196378" y="1172646"/>
                  </a:lnTo>
                  <a:lnTo>
                    <a:pt x="195400" y="1173681"/>
                  </a:lnTo>
                  <a:lnTo>
                    <a:pt x="193050" y="1176760"/>
                  </a:lnTo>
                  <a:lnTo>
                    <a:pt x="188870" y="1181306"/>
                  </a:lnTo>
                  <a:lnTo>
                    <a:pt x="184800" y="1187626"/>
                  </a:lnTo>
                  <a:lnTo>
                    <a:pt x="182111" y="1190579"/>
                  </a:lnTo>
                  <a:lnTo>
                    <a:pt x="180821" y="1191303"/>
                  </a:lnTo>
                  <a:lnTo>
                    <a:pt x="179385" y="1191696"/>
                  </a:lnTo>
                  <a:lnTo>
                    <a:pt x="176552" y="1191811"/>
                  </a:lnTo>
                  <a:lnTo>
                    <a:pt x="173276" y="1191184"/>
                  </a:lnTo>
                  <a:lnTo>
                    <a:pt x="172133" y="1191467"/>
                  </a:lnTo>
                  <a:lnTo>
                    <a:pt x="171100" y="1192174"/>
                  </a:lnTo>
                  <a:lnTo>
                    <a:pt x="170408" y="1193055"/>
                  </a:lnTo>
                  <a:lnTo>
                    <a:pt x="169994" y="1194092"/>
                  </a:lnTo>
                  <a:lnTo>
                    <a:pt x="168963" y="1201022"/>
                  </a:lnTo>
                  <a:lnTo>
                    <a:pt x="168419" y="1201715"/>
                  </a:lnTo>
                  <a:lnTo>
                    <a:pt x="165147" y="1204238"/>
                  </a:lnTo>
                  <a:lnTo>
                    <a:pt x="164841" y="1204943"/>
                  </a:lnTo>
                  <a:lnTo>
                    <a:pt x="164002" y="1212526"/>
                  </a:lnTo>
                  <a:lnTo>
                    <a:pt x="163021" y="1213722"/>
                  </a:lnTo>
                  <a:lnTo>
                    <a:pt x="161485" y="1217559"/>
                  </a:lnTo>
                  <a:lnTo>
                    <a:pt x="160925" y="1217868"/>
                  </a:lnTo>
                  <a:lnTo>
                    <a:pt x="157477" y="1218589"/>
                  </a:lnTo>
                  <a:lnTo>
                    <a:pt x="156874" y="1219218"/>
                  </a:lnTo>
                  <a:lnTo>
                    <a:pt x="156606" y="1220060"/>
                  </a:lnTo>
                  <a:lnTo>
                    <a:pt x="156986" y="1221481"/>
                  </a:lnTo>
                  <a:lnTo>
                    <a:pt x="156696" y="1221705"/>
                  </a:lnTo>
                  <a:lnTo>
                    <a:pt x="156219" y="1221675"/>
                  </a:lnTo>
                  <a:lnTo>
                    <a:pt x="155881" y="1221965"/>
                  </a:lnTo>
                  <a:lnTo>
                    <a:pt x="155792" y="1222404"/>
                  </a:lnTo>
                  <a:lnTo>
                    <a:pt x="156742" y="1223095"/>
                  </a:lnTo>
                  <a:lnTo>
                    <a:pt x="156601" y="1223828"/>
                  </a:lnTo>
                  <a:lnTo>
                    <a:pt x="155882" y="1225038"/>
                  </a:lnTo>
                  <a:lnTo>
                    <a:pt x="156436" y="1226291"/>
                  </a:lnTo>
                  <a:lnTo>
                    <a:pt x="155813" y="1227139"/>
                  </a:lnTo>
                  <a:lnTo>
                    <a:pt x="154606" y="1227933"/>
                  </a:lnTo>
                  <a:lnTo>
                    <a:pt x="154426" y="1229528"/>
                  </a:lnTo>
                  <a:lnTo>
                    <a:pt x="153783" y="1230145"/>
                  </a:lnTo>
                  <a:lnTo>
                    <a:pt x="152777" y="1230403"/>
                  </a:lnTo>
                  <a:lnTo>
                    <a:pt x="153012" y="1231521"/>
                  </a:lnTo>
                  <a:lnTo>
                    <a:pt x="152832" y="1232775"/>
                  </a:lnTo>
                  <a:lnTo>
                    <a:pt x="153037" y="1233659"/>
                  </a:lnTo>
                  <a:lnTo>
                    <a:pt x="152703" y="1234738"/>
                  </a:lnTo>
                  <a:lnTo>
                    <a:pt x="152696" y="1235918"/>
                  </a:lnTo>
                  <a:lnTo>
                    <a:pt x="152371" y="1236233"/>
                  </a:lnTo>
                  <a:lnTo>
                    <a:pt x="151858" y="1236231"/>
                  </a:lnTo>
                  <a:lnTo>
                    <a:pt x="151435" y="1235646"/>
                  </a:lnTo>
                  <a:lnTo>
                    <a:pt x="151097" y="1235684"/>
                  </a:lnTo>
                  <a:lnTo>
                    <a:pt x="150780" y="1237288"/>
                  </a:lnTo>
                  <a:lnTo>
                    <a:pt x="151249" y="1238186"/>
                  </a:lnTo>
                  <a:lnTo>
                    <a:pt x="151199" y="1238565"/>
                  </a:lnTo>
                  <a:lnTo>
                    <a:pt x="151035" y="1239141"/>
                  </a:lnTo>
                  <a:lnTo>
                    <a:pt x="150244" y="1239653"/>
                  </a:lnTo>
                  <a:lnTo>
                    <a:pt x="150363" y="1240675"/>
                  </a:lnTo>
                  <a:lnTo>
                    <a:pt x="151152" y="1241433"/>
                  </a:lnTo>
                  <a:lnTo>
                    <a:pt x="150753" y="1241885"/>
                  </a:lnTo>
                  <a:lnTo>
                    <a:pt x="148588" y="1242012"/>
                  </a:lnTo>
                  <a:lnTo>
                    <a:pt x="147484" y="1241055"/>
                  </a:lnTo>
                  <a:lnTo>
                    <a:pt x="145631" y="1240060"/>
                  </a:lnTo>
                  <a:lnTo>
                    <a:pt x="144178" y="1239752"/>
                  </a:lnTo>
                  <a:lnTo>
                    <a:pt x="143883" y="1239006"/>
                  </a:lnTo>
                  <a:lnTo>
                    <a:pt x="143527" y="1238759"/>
                  </a:lnTo>
                  <a:lnTo>
                    <a:pt x="142547" y="1238624"/>
                  </a:lnTo>
                  <a:lnTo>
                    <a:pt x="142054" y="1239142"/>
                  </a:lnTo>
                  <a:lnTo>
                    <a:pt x="141812" y="1239115"/>
                  </a:lnTo>
                  <a:lnTo>
                    <a:pt x="141388" y="1238612"/>
                  </a:lnTo>
                  <a:lnTo>
                    <a:pt x="141261" y="1237489"/>
                  </a:lnTo>
                  <a:lnTo>
                    <a:pt x="139986" y="1237597"/>
                  </a:lnTo>
                  <a:lnTo>
                    <a:pt x="139651" y="1237352"/>
                  </a:lnTo>
                  <a:lnTo>
                    <a:pt x="140371" y="1235737"/>
                  </a:lnTo>
                  <a:lnTo>
                    <a:pt x="140308" y="1235140"/>
                  </a:lnTo>
                  <a:lnTo>
                    <a:pt x="134620" y="1232896"/>
                  </a:lnTo>
                  <a:lnTo>
                    <a:pt x="133847" y="1233305"/>
                  </a:lnTo>
                  <a:lnTo>
                    <a:pt x="130947" y="1233402"/>
                  </a:lnTo>
                  <a:lnTo>
                    <a:pt x="119207" y="1232516"/>
                  </a:lnTo>
                  <a:lnTo>
                    <a:pt x="116890" y="1232744"/>
                  </a:lnTo>
                  <a:lnTo>
                    <a:pt x="116067" y="1228794"/>
                  </a:lnTo>
                  <a:lnTo>
                    <a:pt x="114434" y="1218248"/>
                  </a:lnTo>
                  <a:lnTo>
                    <a:pt x="113922" y="1215310"/>
                  </a:lnTo>
                  <a:lnTo>
                    <a:pt x="112549" y="1211965"/>
                  </a:lnTo>
                  <a:lnTo>
                    <a:pt x="110233" y="1207520"/>
                  </a:lnTo>
                  <a:lnTo>
                    <a:pt x="105611" y="1200382"/>
                  </a:lnTo>
                  <a:lnTo>
                    <a:pt x="94256" y="1187336"/>
                  </a:lnTo>
                  <a:lnTo>
                    <a:pt x="89296" y="1182661"/>
                  </a:lnTo>
                  <a:lnTo>
                    <a:pt x="59832" y="1156092"/>
                  </a:lnTo>
                  <a:lnTo>
                    <a:pt x="37909" y="1136748"/>
                  </a:lnTo>
                  <a:lnTo>
                    <a:pt x="22071" y="1122026"/>
                  </a:lnTo>
                  <a:lnTo>
                    <a:pt x="18016" y="1117441"/>
                  </a:lnTo>
                  <a:lnTo>
                    <a:pt x="11872" y="1109551"/>
                  </a:lnTo>
                  <a:lnTo>
                    <a:pt x="9709" y="1105988"/>
                  </a:lnTo>
                  <a:lnTo>
                    <a:pt x="8021" y="1102511"/>
                  </a:lnTo>
                  <a:lnTo>
                    <a:pt x="6076" y="1097167"/>
                  </a:lnTo>
                  <a:lnTo>
                    <a:pt x="4402" y="1091631"/>
                  </a:lnTo>
                  <a:lnTo>
                    <a:pt x="3216" y="1086043"/>
                  </a:lnTo>
                  <a:lnTo>
                    <a:pt x="1345" y="1068429"/>
                  </a:lnTo>
                  <a:lnTo>
                    <a:pt x="0" y="1055271"/>
                  </a:lnTo>
                  <a:lnTo>
                    <a:pt x="254" y="1051468"/>
                  </a:lnTo>
                  <a:lnTo>
                    <a:pt x="531" y="1050480"/>
                  </a:lnTo>
                  <a:lnTo>
                    <a:pt x="1728" y="1048341"/>
                  </a:lnTo>
                  <a:lnTo>
                    <a:pt x="8916" y="1040196"/>
                  </a:lnTo>
                  <a:lnTo>
                    <a:pt x="9943" y="1038557"/>
                  </a:lnTo>
                  <a:lnTo>
                    <a:pt x="10593" y="1036427"/>
                  </a:lnTo>
                  <a:lnTo>
                    <a:pt x="10747" y="1034676"/>
                  </a:lnTo>
                  <a:lnTo>
                    <a:pt x="10610" y="1033316"/>
                  </a:lnTo>
                  <a:lnTo>
                    <a:pt x="9692" y="1030119"/>
                  </a:lnTo>
                  <a:lnTo>
                    <a:pt x="9426" y="1027729"/>
                  </a:lnTo>
                  <a:lnTo>
                    <a:pt x="9727" y="1026186"/>
                  </a:lnTo>
                  <a:lnTo>
                    <a:pt x="10497" y="1024988"/>
                  </a:lnTo>
                  <a:lnTo>
                    <a:pt x="13301" y="1023071"/>
                  </a:lnTo>
                  <a:lnTo>
                    <a:pt x="15813" y="1022186"/>
                  </a:lnTo>
                  <a:lnTo>
                    <a:pt x="18046" y="1021956"/>
                  </a:lnTo>
                  <a:lnTo>
                    <a:pt x="21759" y="1022534"/>
                  </a:lnTo>
                  <a:lnTo>
                    <a:pt x="25390" y="1023692"/>
                  </a:lnTo>
                  <a:lnTo>
                    <a:pt x="28116" y="1025212"/>
                  </a:lnTo>
                  <a:lnTo>
                    <a:pt x="29894" y="1026592"/>
                  </a:lnTo>
                  <a:lnTo>
                    <a:pt x="34267" y="1030819"/>
                  </a:lnTo>
                  <a:lnTo>
                    <a:pt x="36014" y="1031617"/>
                  </a:lnTo>
                  <a:lnTo>
                    <a:pt x="37234" y="1031786"/>
                  </a:lnTo>
                  <a:lnTo>
                    <a:pt x="38205" y="1031662"/>
                  </a:lnTo>
                  <a:lnTo>
                    <a:pt x="39743" y="1030854"/>
                  </a:lnTo>
                  <a:lnTo>
                    <a:pt x="41312" y="1029004"/>
                  </a:lnTo>
                  <a:lnTo>
                    <a:pt x="46946" y="1016577"/>
                  </a:lnTo>
                  <a:lnTo>
                    <a:pt x="51658" y="1006556"/>
                  </a:lnTo>
                  <a:lnTo>
                    <a:pt x="52153" y="1004189"/>
                  </a:lnTo>
                  <a:lnTo>
                    <a:pt x="51815" y="997498"/>
                  </a:lnTo>
                  <a:lnTo>
                    <a:pt x="52229" y="996143"/>
                  </a:lnTo>
                  <a:lnTo>
                    <a:pt x="52921" y="994897"/>
                  </a:lnTo>
                  <a:lnTo>
                    <a:pt x="54213" y="993393"/>
                  </a:lnTo>
                  <a:lnTo>
                    <a:pt x="62320" y="988437"/>
                  </a:lnTo>
                  <a:lnTo>
                    <a:pt x="64944" y="987131"/>
                  </a:lnTo>
                  <a:lnTo>
                    <a:pt x="67293" y="986265"/>
                  </a:lnTo>
                  <a:lnTo>
                    <a:pt x="70182" y="985566"/>
                  </a:lnTo>
                  <a:lnTo>
                    <a:pt x="73173" y="985227"/>
                  </a:lnTo>
                  <a:lnTo>
                    <a:pt x="80675" y="985312"/>
                  </a:lnTo>
                  <a:lnTo>
                    <a:pt x="83269" y="984555"/>
                  </a:lnTo>
                  <a:lnTo>
                    <a:pt x="84128" y="984067"/>
                  </a:lnTo>
                  <a:lnTo>
                    <a:pt x="88130" y="980595"/>
                  </a:lnTo>
                  <a:lnTo>
                    <a:pt x="89593" y="978962"/>
                  </a:lnTo>
                  <a:lnTo>
                    <a:pt x="91151" y="976292"/>
                  </a:lnTo>
                  <a:lnTo>
                    <a:pt x="91759" y="974467"/>
                  </a:lnTo>
                  <a:lnTo>
                    <a:pt x="91877" y="972762"/>
                  </a:lnTo>
                  <a:lnTo>
                    <a:pt x="91532" y="967729"/>
                  </a:lnTo>
                  <a:lnTo>
                    <a:pt x="92093" y="965808"/>
                  </a:lnTo>
                  <a:lnTo>
                    <a:pt x="92808" y="964752"/>
                  </a:lnTo>
                  <a:lnTo>
                    <a:pt x="94496" y="963720"/>
                  </a:lnTo>
                  <a:lnTo>
                    <a:pt x="96245" y="963156"/>
                  </a:lnTo>
                  <a:lnTo>
                    <a:pt x="97814" y="963275"/>
                  </a:lnTo>
                  <a:lnTo>
                    <a:pt x="100711" y="964259"/>
                  </a:lnTo>
                  <a:lnTo>
                    <a:pt x="101463" y="964072"/>
                  </a:lnTo>
                  <a:lnTo>
                    <a:pt x="103650" y="963229"/>
                  </a:lnTo>
                  <a:lnTo>
                    <a:pt x="104781" y="962174"/>
                  </a:lnTo>
                  <a:lnTo>
                    <a:pt x="105676" y="960718"/>
                  </a:lnTo>
                  <a:lnTo>
                    <a:pt x="106853" y="956393"/>
                  </a:lnTo>
                  <a:lnTo>
                    <a:pt x="107203" y="953861"/>
                  </a:lnTo>
                  <a:lnTo>
                    <a:pt x="110322" y="945319"/>
                  </a:lnTo>
                  <a:lnTo>
                    <a:pt x="112153" y="942542"/>
                  </a:lnTo>
                  <a:lnTo>
                    <a:pt x="117418" y="936550"/>
                  </a:lnTo>
                  <a:lnTo>
                    <a:pt x="119081" y="933425"/>
                  </a:lnTo>
                  <a:lnTo>
                    <a:pt x="121401" y="926035"/>
                  </a:lnTo>
                  <a:lnTo>
                    <a:pt x="122846" y="917422"/>
                  </a:lnTo>
                  <a:lnTo>
                    <a:pt x="123975" y="913619"/>
                  </a:lnTo>
                  <a:lnTo>
                    <a:pt x="124737" y="912165"/>
                  </a:lnTo>
                  <a:lnTo>
                    <a:pt x="125909" y="910698"/>
                  </a:lnTo>
                  <a:lnTo>
                    <a:pt x="127980" y="908779"/>
                  </a:lnTo>
                  <a:lnTo>
                    <a:pt x="130820" y="906812"/>
                  </a:lnTo>
                  <a:lnTo>
                    <a:pt x="133233" y="905908"/>
                  </a:lnTo>
                  <a:lnTo>
                    <a:pt x="139037" y="904974"/>
                  </a:lnTo>
                  <a:lnTo>
                    <a:pt x="145010" y="904726"/>
                  </a:lnTo>
                  <a:lnTo>
                    <a:pt x="164157" y="903161"/>
                  </a:lnTo>
                  <a:lnTo>
                    <a:pt x="166439" y="902742"/>
                  </a:lnTo>
                  <a:lnTo>
                    <a:pt x="173016" y="900887"/>
                  </a:lnTo>
                  <a:lnTo>
                    <a:pt x="179276" y="899855"/>
                  </a:lnTo>
                  <a:lnTo>
                    <a:pt x="183639" y="899951"/>
                  </a:lnTo>
                  <a:lnTo>
                    <a:pt x="185193" y="900336"/>
                  </a:lnTo>
                  <a:lnTo>
                    <a:pt x="191520" y="899361"/>
                  </a:lnTo>
                  <a:lnTo>
                    <a:pt x="202174" y="899939"/>
                  </a:lnTo>
                  <a:lnTo>
                    <a:pt x="209470" y="899556"/>
                  </a:lnTo>
                  <a:lnTo>
                    <a:pt x="213187" y="898716"/>
                  </a:lnTo>
                  <a:lnTo>
                    <a:pt x="219818" y="896066"/>
                  </a:lnTo>
                  <a:lnTo>
                    <a:pt x="225496" y="892686"/>
                  </a:lnTo>
                  <a:lnTo>
                    <a:pt x="230601" y="888459"/>
                  </a:lnTo>
                  <a:lnTo>
                    <a:pt x="233189" y="885724"/>
                  </a:lnTo>
                  <a:lnTo>
                    <a:pt x="241202" y="876216"/>
                  </a:lnTo>
                  <a:lnTo>
                    <a:pt x="248856" y="868435"/>
                  </a:lnTo>
                  <a:lnTo>
                    <a:pt x="261329" y="856368"/>
                  </a:lnTo>
                  <a:lnTo>
                    <a:pt x="266850" y="850575"/>
                  </a:lnTo>
                  <a:lnTo>
                    <a:pt x="269699" y="847021"/>
                  </a:lnTo>
                  <a:lnTo>
                    <a:pt x="272181" y="843214"/>
                  </a:lnTo>
                  <a:lnTo>
                    <a:pt x="279057" y="829687"/>
                  </a:lnTo>
                  <a:lnTo>
                    <a:pt x="281125" y="826787"/>
                  </a:lnTo>
                  <a:lnTo>
                    <a:pt x="283503" y="824145"/>
                  </a:lnTo>
                  <a:lnTo>
                    <a:pt x="287149" y="821041"/>
                  </a:lnTo>
                  <a:lnTo>
                    <a:pt x="291218" y="818532"/>
                  </a:lnTo>
                  <a:lnTo>
                    <a:pt x="294905" y="816918"/>
                  </a:lnTo>
                  <a:lnTo>
                    <a:pt x="301903" y="814650"/>
                  </a:lnTo>
                  <a:lnTo>
                    <a:pt x="306521" y="812673"/>
                  </a:lnTo>
                  <a:lnTo>
                    <a:pt x="320196" y="809004"/>
                  </a:lnTo>
                  <a:lnTo>
                    <a:pt x="324654" y="807449"/>
                  </a:lnTo>
                  <a:lnTo>
                    <a:pt x="330536" y="804478"/>
                  </a:lnTo>
                  <a:lnTo>
                    <a:pt x="335871" y="800659"/>
                  </a:lnTo>
                  <a:lnTo>
                    <a:pt x="343549" y="793928"/>
                  </a:lnTo>
                  <a:lnTo>
                    <a:pt x="346663" y="791624"/>
                  </a:lnTo>
                  <a:lnTo>
                    <a:pt x="351276" y="789134"/>
                  </a:lnTo>
                  <a:lnTo>
                    <a:pt x="356220" y="787430"/>
                  </a:lnTo>
                  <a:lnTo>
                    <a:pt x="360313" y="786661"/>
                  </a:lnTo>
                  <a:lnTo>
                    <a:pt x="364471" y="786428"/>
                  </a:lnTo>
                  <a:lnTo>
                    <a:pt x="378326" y="787610"/>
                  </a:lnTo>
                  <a:lnTo>
                    <a:pt x="388484" y="788145"/>
                  </a:lnTo>
                  <a:lnTo>
                    <a:pt x="392606" y="788145"/>
                  </a:lnTo>
                  <a:lnTo>
                    <a:pt x="396711" y="787795"/>
                  </a:lnTo>
                  <a:lnTo>
                    <a:pt x="402249" y="786756"/>
                  </a:lnTo>
                  <a:lnTo>
                    <a:pt x="407615" y="785088"/>
                  </a:lnTo>
                  <a:lnTo>
                    <a:pt x="412124" y="783128"/>
                  </a:lnTo>
                  <a:lnTo>
                    <a:pt x="419113" y="779381"/>
                  </a:lnTo>
                  <a:lnTo>
                    <a:pt x="444687" y="765543"/>
                  </a:lnTo>
                  <a:lnTo>
                    <a:pt x="449053" y="763469"/>
                  </a:lnTo>
                  <a:lnTo>
                    <a:pt x="455331" y="761276"/>
                  </a:lnTo>
                  <a:lnTo>
                    <a:pt x="461832" y="759878"/>
                  </a:lnTo>
                  <a:lnTo>
                    <a:pt x="468421" y="759297"/>
                  </a:lnTo>
                  <a:lnTo>
                    <a:pt x="475195" y="759530"/>
                  </a:lnTo>
                  <a:lnTo>
                    <a:pt x="530917" y="763635"/>
                  </a:lnTo>
                  <a:lnTo>
                    <a:pt x="533904" y="763638"/>
                  </a:lnTo>
                  <a:lnTo>
                    <a:pt x="536872" y="763285"/>
                  </a:lnTo>
                  <a:lnTo>
                    <a:pt x="540990" y="762173"/>
                  </a:lnTo>
                  <a:lnTo>
                    <a:pt x="544859" y="760376"/>
                  </a:lnTo>
                  <a:lnTo>
                    <a:pt x="601327" y="726371"/>
                  </a:lnTo>
                  <a:lnTo>
                    <a:pt x="609912" y="721164"/>
                  </a:lnTo>
                  <a:lnTo>
                    <a:pt x="615375" y="717044"/>
                  </a:lnTo>
                  <a:lnTo>
                    <a:pt x="619410" y="713250"/>
                  </a:lnTo>
                  <a:lnTo>
                    <a:pt x="629789" y="702119"/>
                  </a:lnTo>
                  <a:lnTo>
                    <a:pt x="632438" y="699274"/>
                  </a:lnTo>
                  <a:lnTo>
                    <a:pt x="639995" y="690861"/>
                  </a:lnTo>
                  <a:lnTo>
                    <a:pt x="646558" y="681609"/>
                  </a:lnTo>
                  <a:lnTo>
                    <a:pt x="650966" y="675268"/>
                  </a:lnTo>
                  <a:lnTo>
                    <a:pt x="654704" y="670859"/>
                  </a:lnTo>
                  <a:lnTo>
                    <a:pt x="659199" y="666634"/>
                  </a:lnTo>
                  <a:lnTo>
                    <a:pt x="664411" y="662750"/>
                  </a:lnTo>
                  <a:lnTo>
                    <a:pt x="690790" y="644269"/>
                  </a:lnTo>
                  <a:lnTo>
                    <a:pt x="697567" y="639850"/>
                  </a:lnTo>
                  <a:lnTo>
                    <a:pt x="700153" y="637801"/>
                  </a:lnTo>
                  <a:lnTo>
                    <a:pt x="703825" y="633773"/>
                  </a:lnTo>
                  <a:lnTo>
                    <a:pt x="706614" y="629101"/>
                  </a:lnTo>
                  <a:lnTo>
                    <a:pt x="710189" y="619922"/>
                  </a:lnTo>
                  <a:lnTo>
                    <a:pt x="710954" y="616900"/>
                  </a:lnTo>
                  <a:lnTo>
                    <a:pt x="711384" y="613823"/>
                  </a:lnTo>
                  <a:lnTo>
                    <a:pt x="712133" y="600729"/>
                  </a:lnTo>
                  <a:lnTo>
                    <a:pt x="713150" y="593514"/>
                  </a:lnTo>
                  <a:lnTo>
                    <a:pt x="714748" y="587038"/>
                  </a:lnTo>
                  <a:lnTo>
                    <a:pt x="716965" y="580753"/>
                  </a:lnTo>
                  <a:lnTo>
                    <a:pt x="729840" y="552662"/>
                  </a:lnTo>
                  <a:lnTo>
                    <a:pt x="732553" y="546712"/>
                  </a:lnTo>
                  <a:lnTo>
                    <a:pt x="733337" y="544515"/>
                  </a:lnTo>
                  <a:lnTo>
                    <a:pt x="733957" y="541348"/>
                  </a:lnTo>
                  <a:lnTo>
                    <a:pt x="734020" y="538106"/>
                  </a:lnTo>
                  <a:lnTo>
                    <a:pt x="733403" y="534049"/>
                  </a:lnTo>
                  <a:lnTo>
                    <a:pt x="731769" y="528955"/>
                  </a:lnTo>
                  <a:lnTo>
                    <a:pt x="729578" y="524503"/>
                  </a:lnTo>
                  <a:lnTo>
                    <a:pt x="727954" y="521867"/>
                  </a:lnTo>
                  <a:lnTo>
                    <a:pt x="722076" y="513053"/>
                  </a:lnTo>
                  <a:lnTo>
                    <a:pt x="721257" y="511184"/>
                  </a:lnTo>
                  <a:lnTo>
                    <a:pt x="720456" y="508222"/>
                  </a:lnTo>
                  <a:lnTo>
                    <a:pt x="720184" y="505742"/>
                  </a:lnTo>
                  <a:lnTo>
                    <a:pt x="720326" y="503328"/>
                  </a:lnTo>
                  <a:lnTo>
                    <a:pt x="721982" y="497658"/>
                  </a:lnTo>
                  <a:lnTo>
                    <a:pt x="726215" y="485265"/>
                  </a:lnTo>
                  <a:lnTo>
                    <a:pt x="727507" y="482786"/>
                  </a:lnTo>
                  <a:lnTo>
                    <a:pt x="729923" y="479223"/>
                  </a:lnTo>
                  <a:lnTo>
                    <a:pt x="730952" y="477085"/>
                  </a:lnTo>
                  <a:lnTo>
                    <a:pt x="731624" y="474919"/>
                  </a:lnTo>
                  <a:lnTo>
                    <a:pt x="732242" y="471535"/>
                  </a:lnTo>
                  <a:lnTo>
                    <a:pt x="733502" y="468216"/>
                  </a:lnTo>
                  <a:lnTo>
                    <a:pt x="737395" y="458097"/>
                  </a:lnTo>
                  <a:lnTo>
                    <a:pt x="741249" y="447940"/>
                  </a:lnTo>
                  <a:lnTo>
                    <a:pt x="741957" y="441827"/>
                  </a:lnTo>
                  <a:lnTo>
                    <a:pt x="747958" y="426004"/>
                  </a:lnTo>
                  <a:lnTo>
                    <a:pt x="752549" y="418183"/>
                  </a:lnTo>
                  <a:lnTo>
                    <a:pt x="752972" y="416943"/>
                  </a:lnTo>
                  <a:lnTo>
                    <a:pt x="753067" y="415626"/>
                  </a:lnTo>
                  <a:lnTo>
                    <a:pt x="752796" y="414245"/>
                  </a:lnTo>
                  <a:lnTo>
                    <a:pt x="752163" y="412992"/>
                  </a:lnTo>
                  <a:lnTo>
                    <a:pt x="745912" y="404344"/>
                  </a:lnTo>
                  <a:lnTo>
                    <a:pt x="742950" y="400969"/>
                  </a:lnTo>
                  <a:lnTo>
                    <a:pt x="741287" y="398575"/>
                  </a:lnTo>
                  <a:lnTo>
                    <a:pt x="740373" y="396197"/>
                  </a:lnTo>
                  <a:lnTo>
                    <a:pt x="739065" y="390053"/>
                  </a:lnTo>
                  <a:lnTo>
                    <a:pt x="739186" y="388273"/>
                  </a:lnTo>
                  <a:lnTo>
                    <a:pt x="739977" y="385780"/>
                  </a:lnTo>
                  <a:lnTo>
                    <a:pt x="743222" y="383187"/>
                  </a:lnTo>
                  <a:lnTo>
                    <a:pt x="744141" y="381889"/>
                  </a:lnTo>
                  <a:lnTo>
                    <a:pt x="744747" y="380427"/>
                  </a:lnTo>
                  <a:lnTo>
                    <a:pt x="744992" y="377698"/>
                  </a:lnTo>
                  <a:lnTo>
                    <a:pt x="744487" y="374498"/>
                  </a:lnTo>
                  <a:lnTo>
                    <a:pt x="743984" y="373103"/>
                  </a:lnTo>
                  <a:lnTo>
                    <a:pt x="743111" y="371853"/>
                  </a:lnTo>
                  <a:lnTo>
                    <a:pt x="739759" y="368769"/>
                  </a:lnTo>
                  <a:lnTo>
                    <a:pt x="736877" y="365378"/>
                  </a:lnTo>
                  <a:lnTo>
                    <a:pt x="733516" y="359977"/>
                  </a:lnTo>
                  <a:lnTo>
                    <a:pt x="732272" y="357241"/>
                  </a:lnTo>
                  <a:lnTo>
                    <a:pt x="730611" y="349777"/>
                  </a:lnTo>
                  <a:lnTo>
                    <a:pt x="730454" y="347627"/>
                  </a:lnTo>
                  <a:lnTo>
                    <a:pt x="731122" y="344372"/>
                  </a:lnTo>
                  <a:lnTo>
                    <a:pt x="732828" y="341483"/>
                  </a:lnTo>
                  <a:lnTo>
                    <a:pt x="734086" y="340559"/>
                  </a:lnTo>
                  <a:lnTo>
                    <a:pt x="737183" y="339092"/>
                  </a:lnTo>
                  <a:lnTo>
                    <a:pt x="739843" y="337397"/>
                  </a:lnTo>
                  <a:lnTo>
                    <a:pt x="742595" y="335196"/>
                  </a:lnTo>
                  <a:lnTo>
                    <a:pt x="744306" y="333084"/>
                  </a:lnTo>
                  <a:lnTo>
                    <a:pt x="745670" y="333767"/>
                  </a:lnTo>
                  <a:lnTo>
                    <a:pt x="747027" y="334830"/>
                  </a:lnTo>
                  <a:lnTo>
                    <a:pt x="747244" y="335506"/>
                  </a:lnTo>
                  <a:lnTo>
                    <a:pt x="750365" y="338257"/>
                  </a:lnTo>
                  <a:lnTo>
                    <a:pt x="750180" y="339452"/>
                  </a:lnTo>
                  <a:lnTo>
                    <a:pt x="750619" y="342226"/>
                  </a:lnTo>
                  <a:lnTo>
                    <a:pt x="750864" y="342538"/>
                  </a:lnTo>
                  <a:lnTo>
                    <a:pt x="752792" y="343784"/>
                  </a:lnTo>
                  <a:lnTo>
                    <a:pt x="753677" y="345437"/>
                  </a:lnTo>
                  <a:lnTo>
                    <a:pt x="754636" y="345486"/>
                  </a:lnTo>
                  <a:lnTo>
                    <a:pt x="755737" y="346136"/>
                  </a:lnTo>
                  <a:lnTo>
                    <a:pt x="756975" y="346448"/>
                  </a:lnTo>
                  <a:lnTo>
                    <a:pt x="757669" y="347892"/>
                  </a:lnTo>
                  <a:lnTo>
                    <a:pt x="758270" y="348144"/>
                  </a:lnTo>
                  <a:lnTo>
                    <a:pt x="758656" y="348897"/>
                  </a:lnTo>
                  <a:lnTo>
                    <a:pt x="759335" y="348710"/>
                  </a:lnTo>
                  <a:lnTo>
                    <a:pt x="760779" y="349130"/>
                  </a:lnTo>
                  <a:lnTo>
                    <a:pt x="762579" y="348893"/>
                  </a:lnTo>
                  <a:lnTo>
                    <a:pt x="763650" y="349013"/>
                  </a:lnTo>
                  <a:lnTo>
                    <a:pt x="767114" y="346856"/>
                  </a:lnTo>
                  <a:lnTo>
                    <a:pt x="770796" y="345688"/>
                  </a:lnTo>
                  <a:lnTo>
                    <a:pt x="771115" y="345563"/>
                  </a:lnTo>
                  <a:lnTo>
                    <a:pt x="771244" y="344747"/>
                  </a:lnTo>
                  <a:lnTo>
                    <a:pt x="770528" y="343352"/>
                  </a:lnTo>
                  <a:lnTo>
                    <a:pt x="770948" y="342392"/>
                  </a:lnTo>
                  <a:lnTo>
                    <a:pt x="772201" y="340975"/>
                  </a:lnTo>
                  <a:lnTo>
                    <a:pt x="771068" y="338423"/>
                  </a:lnTo>
                  <a:lnTo>
                    <a:pt x="770174" y="335540"/>
                  </a:lnTo>
                  <a:lnTo>
                    <a:pt x="771061" y="335246"/>
                  </a:lnTo>
                  <a:lnTo>
                    <a:pt x="774844" y="331883"/>
                  </a:lnTo>
                  <a:lnTo>
                    <a:pt x="775581" y="332752"/>
                  </a:lnTo>
                  <a:lnTo>
                    <a:pt x="777303" y="333203"/>
                  </a:lnTo>
                  <a:lnTo>
                    <a:pt x="779985" y="335529"/>
                  </a:lnTo>
                  <a:lnTo>
                    <a:pt x="781128" y="336848"/>
                  </a:lnTo>
                  <a:lnTo>
                    <a:pt x="781755" y="336083"/>
                  </a:lnTo>
                  <a:lnTo>
                    <a:pt x="782554" y="334455"/>
                  </a:lnTo>
                  <a:lnTo>
                    <a:pt x="783197" y="334416"/>
                  </a:lnTo>
                  <a:lnTo>
                    <a:pt x="784574" y="334894"/>
                  </a:lnTo>
                  <a:lnTo>
                    <a:pt x="785252" y="334834"/>
                  </a:lnTo>
                  <a:lnTo>
                    <a:pt x="785808" y="334405"/>
                  </a:lnTo>
                  <a:lnTo>
                    <a:pt x="786018" y="333763"/>
                  </a:lnTo>
                  <a:lnTo>
                    <a:pt x="788319" y="332422"/>
                  </a:lnTo>
                  <a:lnTo>
                    <a:pt x="788420" y="330442"/>
                  </a:lnTo>
                  <a:lnTo>
                    <a:pt x="788934" y="329924"/>
                  </a:lnTo>
                  <a:lnTo>
                    <a:pt x="789539" y="328530"/>
                  </a:lnTo>
                  <a:lnTo>
                    <a:pt x="790082" y="328177"/>
                  </a:lnTo>
                  <a:lnTo>
                    <a:pt x="789928" y="327718"/>
                  </a:lnTo>
                  <a:lnTo>
                    <a:pt x="790158" y="327478"/>
                  </a:lnTo>
                  <a:lnTo>
                    <a:pt x="789941" y="326799"/>
                  </a:lnTo>
                  <a:lnTo>
                    <a:pt x="788539" y="325949"/>
                  </a:lnTo>
                  <a:lnTo>
                    <a:pt x="787939" y="324900"/>
                  </a:lnTo>
                  <a:lnTo>
                    <a:pt x="788577" y="323799"/>
                  </a:lnTo>
                  <a:lnTo>
                    <a:pt x="789165" y="324096"/>
                  </a:lnTo>
                  <a:lnTo>
                    <a:pt x="789084" y="324468"/>
                  </a:lnTo>
                  <a:lnTo>
                    <a:pt x="791284" y="324417"/>
                  </a:lnTo>
                  <a:lnTo>
                    <a:pt x="792088" y="324016"/>
                  </a:lnTo>
                  <a:lnTo>
                    <a:pt x="792743" y="324322"/>
                  </a:lnTo>
                  <a:lnTo>
                    <a:pt x="793919" y="323257"/>
                  </a:lnTo>
                  <a:lnTo>
                    <a:pt x="794698" y="323235"/>
                  </a:lnTo>
                  <a:lnTo>
                    <a:pt x="796459" y="322236"/>
                  </a:lnTo>
                  <a:lnTo>
                    <a:pt x="797428" y="322445"/>
                  </a:lnTo>
                  <a:lnTo>
                    <a:pt x="797881" y="321813"/>
                  </a:lnTo>
                  <a:lnTo>
                    <a:pt x="799192" y="321173"/>
                  </a:lnTo>
                  <a:lnTo>
                    <a:pt x="801285" y="319365"/>
                  </a:lnTo>
                  <a:lnTo>
                    <a:pt x="800999" y="318817"/>
                  </a:lnTo>
                  <a:lnTo>
                    <a:pt x="801694" y="317757"/>
                  </a:lnTo>
                  <a:lnTo>
                    <a:pt x="801685" y="317254"/>
                  </a:lnTo>
                  <a:lnTo>
                    <a:pt x="803095" y="316065"/>
                  </a:lnTo>
                  <a:lnTo>
                    <a:pt x="803187" y="315440"/>
                  </a:lnTo>
                  <a:lnTo>
                    <a:pt x="803911" y="314351"/>
                  </a:lnTo>
                  <a:lnTo>
                    <a:pt x="804212" y="313385"/>
                  </a:lnTo>
                  <a:lnTo>
                    <a:pt x="804360" y="311068"/>
                  </a:lnTo>
                  <a:lnTo>
                    <a:pt x="803600" y="310840"/>
                  </a:lnTo>
                  <a:lnTo>
                    <a:pt x="803336" y="311082"/>
                  </a:lnTo>
                  <a:lnTo>
                    <a:pt x="802503" y="311199"/>
                  </a:lnTo>
                  <a:lnTo>
                    <a:pt x="802182" y="310354"/>
                  </a:lnTo>
                  <a:lnTo>
                    <a:pt x="802381" y="308767"/>
                  </a:lnTo>
                  <a:lnTo>
                    <a:pt x="800606" y="308387"/>
                  </a:lnTo>
                  <a:lnTo>
                    <a:pt x="800985" y="307872"/>
                  </a:lnTo>
                  <a:lnTo>
                    <a:pt x="799725" y="306297"/>
                  </a:lnTo>
                  <a:lnTo>
                    <a:pt x="798731" y="306062"/>
                  </a:lnTo>
                  <a:lnTo>
                    <a:pt x="800929" y="300100"/>
                  </a:lnTo>
                  <a:lnTo>
                    <a:pt x="802065" y="295903"/>
                  </a:lnTo>
                  <a:lnTo>
                    <a:pt x="802935" y="294124"/>
                  </a:lnTo>
                  <a:lnTo>
                    <a:pt x="803970" y="292813"/>
                  </a:lnTo>
                  <a:lnTo>
                    <a:pt x="806127" y="290804"/>
                  </a:lnTo>
                  <a:lnTo>
                    <a:pt x="807581" y="290073"/>
                  </a:lnTo>
                  <a:lnTo>
                    <a:pt x="809177" y="289782"/>
                  </a:lnTo>
                  <a:lnTo>
                    <a:pt x="813595" y="290277"/>
                  </a:lnTo>
                  <a:lnTo>
                    <a:pt x="816643" y="291117"/>
                  </a:lnTo>
                  <a:lnTo>
                    <a:pt x="822529" y="293776"/>
                  </a:lnTo>
                  <a:lnTo>
                    <a:pt x="826553" y="296351"/>
                  </a:lnTo>
                  <a:lnTo>
                    <a:pt x="828924" y="298379"/>
                  </a:lnTo>
                  <a:lnTo>
                    <a:pt x="831056" y="300650"/>
                  </a:lnTo>
                  <a:lnTo>
                    <a:pt x="842459" y="315254"/>
                  </a:lnTo>
                  <a:lnTo>
                    <a:pt x="843952" y="316485"/>
                  </a:lnTo>
                  <a:lnTo>
                    <a:pt x="847027" y="318222"/>
                  </a:lnTo>
                  <a:lnTo>
                    <a:pt x="851323" y="322007"/>
                  </a:lnTo>
                  <a:lnTo>
                    <a:pt x="854135" y="324446"/>
                  </a:lnTo>
                  <a:lnTo>
                    <a:pt x="858202" y="327259"/>
                  </a:lnTo>
                  <a:lnTo>
                    <a:pt x="862879" y="332274"/>
                  </a:lnTo>
                  <a:lnTo>
                    <a:pt x="865274" y="334215"/>
                  </a:lnTo>
                  <a:lnTo>
                    <a:pt x="867722" y="335836"/>
                  </a:lnTo>
                  <a:lnTo>
                    <a:pt x="870410" y="337016"/>
                  </a:lnTo>
                  <a:lnTo>
                    <a:pt x="874847" y="338522"/>
                  </a:lnTo>
                  <a:lnTo>
                    <a:pt x="880401" y="339885"/>
                  </a:lnTo>
                  <a:lnTo>
                    <a:pt x="881644" y="339902"/>
                  </a:lnTo>
                  <a:lnTo>
                    <a:pt x="882848" y="339613"/>
                  </a:lnTo>
                  <a:lnTo>
                    <a:pt x="883943" y="339038"/>
                  </a:lnTo>
                  <a:lnTo>
                    <a:pt x="884866" y="338210"/>
                  </a:lnTo>
                  <a:lnTo>
                    <a:pt x="885662" y="336956"/>
                  </a:lnTo>
                  <a:lnTo>
                    <a:pt x="886655" y="334042"/>
                  </a:lnTo>
                  <a:lnTo>
                    <a:pt x="889110" y="328618"/>
                  </a:lnTo>
                  <a:lnTo>
                    <a:pt x="891036" y="325985"/>
                  </a:lnTo>
                  <a:lnTo>
                    <a:pt x="892975" y="324502"/>
                  </a:lnTo>
                  <a:lnTo>
                    <a:pt x="895215" y="323534"/>
                  </a:lnTo>
                  <a:lnTo>
                    <a:pt x="897615" y="323137"/>
                  </a:lnTo>
                  <a:lnTo>
                    <a:pt x="900044" y="323332"/>
                  </a:lnTo>
                  <a:lnTo>
                    <a:pt x="902901" y="324415"/>
                  </a:lnTo>
                  <a:lnTo>
                    <a:pt x="908708" y="328186"/>
                  </a:lnTo>
                  <a:lnTo>
                    <a:pt x="911197" y="330825"/>
                  </a:lnTo>
                  <a:lnTo>
                    <a:pt x="914322" y="335794"/>
                  </a:lnTo>
                  <a:lnTo>
                    <a:pt x="916060" y="337851"/>
                  </a:lnTo>
                  <a:lnTo>
                    <a:pt x="926177" y="346059"/>
                  </a:lnTo>
                  <a:lnTo>
                    <a:pt x="928260" y="347504"/>
                  </a:lnTo>
                  <a:lnTo>
                    <a:pt x="931331" y="348973"/>
                  </a:lnTo>
                  <a:lnTo>
                    <a:pt x="934381" y="349815"/>
                  </a:lnTo>
                  <a:lnTo>
                    <a:pt x="936478" y="350083"/>
                  </a:lnTo>
                  <a:lnTo>
                    <a:pt x="943458" y="350350"/>
                  </a:lnTo>
                  <a:lnTo>
                    <a:pt x="945947" y="350732"/>
                  </a:lnTo>
                  <a:lnTo>
                    <a:pt x="948168" y="351403"/>
                  </a:lnTo>
                  <a:lnTo>
                    <a:pt x="956673" y="354786"/>
                  </a:lnTo>
                  <a:lnTo>
                    <a:pt x="958634" y="355905"/>
                  </a:lnTo>
                  <a:lnTo>
                    <a:pt x="960097" y="357283"/>
                  </a:lnTo>
                  <a:lnTo>
                    <a:pt x="961248" y="359139"/>
                  </a:lnTo>
                  <a:lnTo>
                    <a:pt x="963879" y="365767"/>
                  </a:lnTo>
                  <a:lnTo>
                    <a:pt x="966412" y="374876"/>
                  </a:lnTo>
                  <a:lnTo>
                    <a:pt x="967611" y="377033"/>
                  </a:lnTo>
                  <a:lnTo>
                    <a:pt x="969239" y="378877"/>
                  </a:lnTo>
                  <a:lnTo>
                    <a:pt x="971282" y="380363"/>
                  </a:lnTo>
                  <a:lnTo>
                    <a:pt x="976503" y="383013"/>
                  </a:lnTo>
                  <a:lnTo>
                    <a:pt x="979887" y="384325"/>
                  </a:lnTo>
                  <a:lnTo>
                    <a:pt x="984082" y="385517"/>
                  </a:lnTo>
                  <a:lnTo>
                    <a:pt x="987821" y="386531"/>
                  </a:lnTo>
                  <a:lnTo>
                    <a:pt x="992492" y="388271"/>
                  </a:lnTo>
                  <a:lnTo>
                    <a:pt x="996766" y="390837"/>
                  </a:lnTo>
                  <a:lnTo>
                    <a:pt x="1000892" y="393815"/>
                  </a:lnTo>
                  <a:lnTo>
                    <a:pt x="1003482" y="395273"/>
                  </a:lnTo>
                  <a:lnTo>
                    <a:pt x="1006301" y="397199"/>
                  </a:lnTo>
                  <a:lnTo>
                    <a:pt x="1008682" y="399646"/>
                  </a:lnTo>
                  <a:lnTo>
                    <a:pt x="1012274" y="404144"/>
                  </a:lnTo>
                  <a:lnTo>
                    <a:pt x="1014277" y="405795"/>
                  </a:lnTo>
                  <a:lnTo>
                    <a:pt x="1016217" y="406648"/>
                  </a:lnTo>
                  <a:lnTo>
                    <a:pt x="1024297" y="408795"/>
                  </a:lnTo>
                  <a:lnTo>
                    <a:pt x="1033936" y="411774"/>
                  </a:lnTo>
                  <a:lnTo>
                    <a:pt x="1036906" y="413039"/>
                  </a:lnTo>
                  <a:lnTo>
                    <a:pt x="1038223" y="410903"/>
                  </a:lnTo>
                  <a:lnTo>
                    <a:pt x="1039396" y="410932"/>
                  </a:lnTo>
                  <a:lnTo>
                    <a:pt x="1039703" y="410511"/>
                  </a:lnTo>
                  <a:lnTo>
                    <a:pt x="1040578" y="410180"/>
                  </a:lnTo>
                  <a:lnTo>
                    <a:pt x="1041237" y="408628"/>
                  </a:lnTo>
                  <a:lnTo>
                    <a:pt x="1042050" y="407877"/>
                  </a:lnTo>
                  <a:lnTo>
                    <a:pt x="1042315" y="407334"/>
                  </a:lnTo>
                  <a:lnTo>
                    <a:pt x="1041962" y="406596"/>
                  </a:lnTo>
                  <a:lnTo>
                    <a:pt x="1041042" y="405952"/>
                  </a:lnTo>
                  <a:lnTo>
                    <a:pt x="1040731" y="405464"/>
                  </a:lnTo>
                  <a:lnTo>
                    <a:pt x="1040708" y="404851"/>
                  </a:lnTo>
                  <a:lnTo>
                    <a:pt x="1041412" y="403389"/>
                  </a:lnTo>
                  <a:lnTo>
                    <a:pt x="1040717" y="400178"/>
                  </a:lnTo>
                  <a:lnTo>
                    <a:pt x="1040970" y="399699"/>
                  </a:lnTo>
                  <a:lnTo>
                    <a:pt x="1043602" y="398547"/>
                  </a:lnTo>
                  <a:lnTo>
                    <a:pt x="1043636" y="396385"/>
                  </a:lnTo>
                  <a:lnTo>
                    <a:pt x="1043061" y="394265"/>
                  </a:lnTo>
                  <a:lnTo>
                    <a:pt x="1043381" y="393880"/>
                  </a:lnTo>
                  <a:lnTo>
                    <a:pt x="1043383" y="393491"/>
                  </a:lnTo>
                  <a:lnTo>
                    <a:pt x="1044286" y="392996"/>
                  </a:lnTo>
                  <a:lnTo>
                    <a:pt x="1044911" y="392286"/>
                  </a:lnTo>
                  <a:lnTo>
                    <a:pt x="1046476" y="392101"/>
                  </a:lnTo>
                  <a:lnTo>
                    <a:pt x="1047954" y="391417"/>
                  </a:lnTo>
                  <a:lnTo>
                    <a:pt x="1049547" y="391204"/>
                  </a:lnTo>
                  <a:lnTo>
                    <a:pt x="1050482" y="391427"/>
                  </a:lnTo>
                  <a:lnTo>
                    <a:pt x="1051042" y="391283"/>
                  </a:lnTo>
                  <a:lnTo>
                    <a:pt x="1051490" y="391054"/>
                  </a:lnTo>
                  <a:lnTo>
                    <a:pt x="1052287" y="389909"/>
                  </a:lnTo>
                  <a:lnTo>
                    <a:pt x="1053797" y="388709"/>
                  </a:lnTo>
                  <a:lnTo>
                    <a:pt x="1054460" y="388862"/>
                  </a:lnTo>
                  <a:lnTo>
                    <a:pt x="1056267" y="388742"/>
                  </a:lnTo>
                  <a:lnTo>
                    <a:pt x="1057740" y="386677"/>
                  </a:lnTo>
                  <a:lnTo>
                    <a:pt x="1058260" y="386561"/>
                  </a:lnTo>
                  <a:lnTo>
                    <a:pt x="1058611" y="386921"/>
                  </a:lnTo>
                  <a:lnTo>
                    <a:pt x="1058795" y="383520"/>
                  </a:lnTo>
                  <a:lnTo>
                    <a:pt x="1059493" y="383090"/>
                  </a:lnTo>
                  <a:lnTo>
                    <a:pt x="1059980" y="382430"/>
                  </a:lnTo>
                  <a:lnTo>
                    <a:pt x="1059627" y="380631"/>
                  </a:lnTo>
                  <a:lnTo>
                    <a:pt x="1059817" y="380034"/>
                  </a:lnTo>
                  <a:lnTo>
                    <a:pt x="1059604" y="378360"/>
                  </a:lnTo>
                  <a:lnTo>
                    <a:pt x="1059844" y="376765"/>
                  </a:lnTo>
                  <a:lnTo>
                    <a:pt x="1059670" y="376175"/>
                  </a:lnTo>
                  <a:lnTo>
                    <a:pt x="1059773" y="373488"/>
                  </a:lnTo>
                  <a:lnTo>
                    <a:pt x="1059284" y="371931"/>
                  </a:lnTo>
                  <a:lnTo>
                    <a:pt x="1059213" y="370914"/>
                  </a:lnTo>
                  <a:lnTo>
                    <a:pt x="1059128" y="370692"/>
                  </a:lnTo>
                  <a:lnTo>
                    <a:pt x="1057765" y="370521"/>
                  </a:lnTo>
                  <a:lnTo>
                    <a:pt x="1055613" y="369376"/>
                  </a:lnTo>
                  <a:lnTo>
                    <a:pt x="1054393" y="366320"/>
                  </a:lnTo>
                  <a:lnTo>
                    <a:pt x="1054674" y="365937"/>
                  </a:lnTo>
                  <a:lnTo>
                    <a:pt x="1054533" y="364775"/>
                  </a:lnTo>
                  <a:lnTo>
                    <a:pt x="1054698" y="364580"/>
                  </a:lnTo>
                  <a:lnTo>
                    <a:pt x="1054226" y="364099"/>
                  </a:lnTo>
                  <a:lnTo>
                    <a:pt x="1054146" y="363657"/>
                  </a:lnTo>
                  <a:lnTo>
                    <a:pt x="1054628" y="362761"/>
                  </a:lnTo>
                  <a:lnTo>
                    <a:pt x="1055424" y="362184"/>
                  </a:lnTo>
                  <a:lnTo>
                    <a:pt x="1055508" y="361759"/>
                  </a:lnTo>
                  <a:lnTo>
                    <a:pt x="1055937" y="361560"/>
                  </a:lnTo>
                  <a:lnTo>
                    <a:pt x="1056524" y="359915"/>
                  </a:lnTo>
                  <a:lnTo>
                    <a:pt x="1056951" y="359632"/>
                  </a:lnTo>
                  <a:lnTo>
                    <a:pt x="1058450" y="359729"/>
                  </a:lnTo>
                  <a:lnTo>
                    <a:pt x="1058686" y="359085"/>
                  </a:lnTo>
                  <a:lnTo>
                    <a:pt x="1059345" y="358556"/>
                  </a:lnTo>
                  <a:lnTo>
                    <a:pt x="1061013" y="357672"/>
                  </a:lnTo>
                  <a:lnTo>
                    <a:pt x="1061523" y="356774"/>
                  </a:lnTo>
                  <a:lnTo>
                    <a:pt x="1062221" y="356139"/>
                  </a:lnTo>
                  <a:lnTo>
                    <a:pt x="1062652" y="354798"/>
                  </a:lnTo>
                  <a:lnTo>
                    <a:pt x="1064404" y="353155"/>
                  </a:lnTo>
                  <a:lnTo>
                    <a:pt x="1064555" y="353216"/>
                  </a:lnTo>
                  <a:lnTo>
                    <a:pt x="1064602" y="352931"/>
                  </a:lnTo>
                  <a:lnTo>
                    <a:pt x="1065306" y="352796"/>
                  </a:lnTo>
                  <a:lnTo>
                    <a:pt x="1065899" y="352295"/>
                  </a:lnTo>
                  <a:lnTo>
                    <a:pt x="1065711" y="351678"/>
                  </a:lnTo>
                  <a:lnTo>
                    <a:pt x="1065040" y="351603"/>
                  </a:lnTo>
                  <a:lnTo>
                    <a:pt x="1064513" y="350965"/>
                  </a:lnTo>
                  <a:lnTo>
                    <a:pt x="1062783" y="350209"/>
                  </a:lnTo>
                  <a:lnTo>
                    <a:pt x="1062770" y="349971"/>
                  </a:lnTo>
                  <a:lnTo>
                    <a:pt x="1062393" y="349796"/>
                  </a:lnTo>
                  <a:lnTo>
                    <a:pt x="1060480" y="350202"/>
                  </a:lnTo>
                  <a:lnTo>
                    <a:pt x="1060231" y="350451"/>
                  </a:lnTo>
                  <a:lnTo>
                    <a:pt x="1058707" y="350350"/>
                  </a:lnTo>
                  <a:lnTo>
                    <a:pt x="1058525" y="350549"/>
                  </a:lnTo>
                  <a:lnTo>
                    <a:pt x="1057234" y="350360"/>
                  </a:lnTo>
                  <a:lnTo>
                    <a:pt x="1057398" y="348969"/>
                  </a:lnTo>
                  <a:lnTo>
                    <a:pt x="1058230" y="347520"/>
                  </a:lnTo>
                  <a:lnTo>
                    <a:pt x="1060017" y="347798"/>
                  </a:lnTo>
                  <a:lnTo>
                    <a:pt x="1060023" y="347102"/>
                  </a:lnTo>
                  <a:lnTo>
                    <a:pt x="1058323" y="344635"/>
                  </a:lnTo>
                  <a:lnTo>
                    <a:pt x="1058681" y="343470"/>
                  </a:lnTo>
                  <a:lnTo>
                    <a:pt x="1059487" y="343710"/>
                  </a:lnTo>
                  <a:lnTo>
                    <a:pt x="1060281" y="343386"/>
                  </a:lnTo>
                  <a:lnTo>
                    <a:pt x="1061233" y="341983"/>
                  </a:lnTo>
                  <a:lnTo>
                    <a:pt x="1061233" y="341273"/>
                  </a:lnTo>
                  <a:lnTo>
                    <a:pt x="1062361" y="339651"/>
                  </a:lnTo>
                  <a:lnTo>
                    <a:pt x="1062552" y="338378"/>
                  </a:lnTo>
                  <a:lnTo>
                    <a:pt x="1062933" y="337773"/>
                  </a:lnTo>
                  <a:lnTo>
                    <a:pt x="1062872" y="337063"/>
                  </a:lnTo>
                  <a:lnTo>
                    <a:pt x="1063779" y="336077"/>
                  </a:lnTo>
                  <a:lnTo>
                    <a:pt x="1064117" y="334892"/>
                  </a:lnTo>
                  <a:lnTo>
                    <a:pt x="1064808" y="334156"/>
                  </a:lnTo>
                  <a:lnTo>
                    <a:pt x="1064727" y="333720"/>
                  </a:lnTo>
                  <a:lnTo>
                    <a:pt x="1065083" y="333426"/>
                  </a:lnTo>
                  <a:lnTo>
                    <a:pt x="1064952" y="332588"/>
                  </a:lnTo>
                  <a:lnTo>
                    <a:pt x="1065418" y="332383"/>
                  </a:lnTo>
                  <a:lnTo>
                    <a:pt x="1065591" y="331801"/>
                  </a:lnTo>
                  <a:lnTo>
                    <a:pt x="1066162" y="331443"/>
                  </a:lnTo>
                  <a:lnTo>
                    <a:pt x="1066054" y="331018"/>
                  </a:lnTo>
                  <a:lnTo>
                    <a:pt x="1066680" y="330755"/>
                  </a:lnTo>
                  <a:lnTo>
                    <a:pt x="1066630" y="330340"/>
                  </a:lnTo>
                  <a:lnTo>
                    <a:pt x="1071478" y="329556"/>
                  </a:lnTo>
                  <a:lnTo>
                    <a:pt x="1075760" y="337232"/>
                  </a:lnTo>
                  <a:lnTo>
                    <a:pt x="1075996" y="338477"/>
                  </a:lnTo>
                  <a:lnTo>
                    <a:pt x="1076871" y="339321"/>
                  </a:lnTo>
                  <a:lnTo>
                    <a:pt x="1078067" y="341174"/>
                  </a:lnTo>
                  <a:lnTo>
                    <a:pt x="1078156" y="342955"/>
                  </a:lnTo>
                  <a:lnTo>
                    <a:pt x="1079304" y="345606"/>
                  </a:lnTo>
                  <a:lnTo>
                    <a:pt x="1079247" y="346524"/>
                  </a:lnTo>
                  <a:lnTo>
                    <a:pt x="1079862" y="348281"/>
                  </a:lnTo>
                  <a:lnTo>
                    <a:pt x="1080260" y="348538"/>
                  </a:lnTo>
                  <a:lnTo>
                    <a:pt x="1082155" y="348257"/>
                  </a:lnTo>
                  <a:lnTo>
                    <a:pt x="1085206" y="345998"/>
                  </a:lnTo>
                  <a:lnTo>
                    <a:pt x="1085141" y="345532"/>
                  </a:lnTo>
                  <a:lnTo>
                    <a:pt x="1084159" y="345229"/>
                  </a:lnTo>
                  <a:lnTo>
                    <a:pt x="1083929" y="344473"/>
                  </a:lnTo>
                  <a:lnTo>
                    <a:pt x="1084741" y="343150"/>
                  </a:lnTo>
                  <a:lnTo>
                    <a:pt x="1085327" y="341482"/>
                  </a:lnTo>
                  <a:lnTo>
                    <a:pt x="1085894" y="341310"/>
                  </a:lnTo>
                  <a:lnTo>
                    <a:pt x="1086967" y="341524"/>
                  </a:lnTo>
                  <a:lnTo>
                    <a:pt x="1087326" y="341242"/>
                  </a:lnTo>
                  <a:lnTo>
                    <a:pt x="1087850" y="338328"/>
                  </a:lnTo>
                  <a:lnTo>
                    <a:pt x="1089336" y="337007"/>
                  </a:lnTo>
                  <a:lnTo>
                    <a:pt x="1090228" y="335769"/>
                  </a:lnTo>
                  <a:lnTo>
                    <a:pt x="1091731" y="335291"/>
                  </a:lnTo>
                  <a:lnTo>
                    <a:pt x="1092534" y="334706"/>
                  </a:lnTo>
                  <a:lnTo>
                    <a:pt x="1093043" y="333460"/>
                  </a:lnTo>
                  <a:lnTo>
                    <a:pt x="1093785" y="332739"/>
                  </a:lnTo>
                  <a:lnTo>
                    <a:pt x="1093272" y="331006"/>
                  </a:lnTo>
                  <a:lnTo>
                    <a:pt x="1093557" y="329502"/>
                  </a:lnTo>
                  <a:lnTo>
                    <a:pt x="1094302" y="328881"/>
                  </a:lnTo>
                  <a:lnTo>
                    <a:pt x="1094992" y="328965"/>
                  </a:lnTo>
                  <a:lnTo>
                    <a:pt x="1095466" y="328613"/>
                  </a:lnTo>
                  <a:lnTo>
                    <a:pt x="1096474" y="327226"/>
                  </a:lnTo>
                  <a:lnTo>
                    <a:pt x="1096919" y="326995"/>
                  </a:lnTo>
                  <a:lnTo>
                    <a:pt x="1096962" y="326564"/>
                  </a:lnTo>
                  <a:lnTo>
                    <a:pt x="1097280" y="326224"/>
                  </a:lnTo>
                  <a:lnTo>
                    <a:pt x="1099414" y="325707"/>
                  </a:lnTo>
                  <a:lnTo>
                    <a:pt x="1099933" y="324967"/>
                  </a:lnTo>
                  <a:lnTo>
                    <a:pt x="1100861" y="324831"/>
                  </a:lnTo>
                  <a:lnTo>
                    <a:pt x="1101246" y="324514"/>
                  </a:lnTo>
                  <a:lnTo>
                    <a:pt x="1102608" y="322061"/>
                  </a:lnTo>
                  <a:lnTo>
                    <a:pt x="1102647" y="320896"/>
                  </a:lnTo>
                  <a:lnTo>
                    <a:pt x="1103088" y="320148"/>
                  </a:lnTo>
                  <a:lnTo>
                    <a:pt x="1103136" y="319204"/>
                  </a:lnTo>
                  <a:lnTo>
                    <a:pt x="1105645" y="318686"/>
                  </a:lnTo>
                  <a:lnTo>
                    <a:pt x="1106574" y="318047"/>
                  </a:lnTo>
                  <a:lnTo>
                    <a:pt x="1107431" y="318096"/>
                  </a:lnTo>
                  <a:lnTo>
                    <a:pt x="1108325" y="319141"/>
                  </a:lnTo>
                  <a:lnTo>
                    <a:pt x="1108846" y="318103"/>
                  </a:lnTo>
                  <a:lnTo>
                    <a:pt x="1109254" y="317766"/>
                  </a:lnTo>
                  <a:lnTo>
                    <a:pt x="1113315" y="317055"/>
                  </a:lnTo>
                  <a:lnTo>
                    <a:pt x="1114335" y="316229"/>
                  </a:lnTo>
                  <a:lnTo>
                    <a:pt x="1114190" y="315472"/>
                  </a:lnTo>
                  <a:lnTo>
                    <a:pt x="1115592" y="314580"/>
                  </a:lnTo>
                  <a:lnTo>
                    <a:pt x="1115894" y="314096"/>
                  </a:lnTo>
                  <a:lnTo>
                    <a:pt x="1115976" y="312566"/>
                  </a:lnTo>
                  <a:lnTo>
                    <a:pt x="1117350" y="308438"/>
                  </a:lnTo>
                  <a:lnTo>
                    <a:pt x="1117977" y="307599"/>
                  </a:lnTo>
                  <a:lnTo>
                    <a:pt x="1119492" y="306429"/>
                  </a:lnTo>
                  <a:lnTo>
                    <a:pt x="1119300" y="305469"/>
                  </a:lnTo>
                  <a:lnTo>
                    <a:pt x="1118487" y="305111"/>
                  </a:lnTo>
                  <a:lnTo>
                    <a:pt x="1118301" y="303674"/>
                  </a:lnTo>
                  <a:lnTo>
                    <a:pt x="1119325" y="301242"/>
                  </a:lnTo>
                  <a:lnTo>
                    <a:pt x="1120159" y="300793"/>
                  </a:lnTo>
                  <a:lnTo>
                    <a:pt x="1120788" y="299815"/>
                  </a:lnTo>
                  <a:lnTo>
                    <a:pt x="1120869" y="299115"/>
                  </a:lnTo>
                  <a:lnTo>
                    <a:pt x="1119211" y="295097"/>
                  </a:lnTo>
                  <a:lnTo>
                    <a:pt x="1119191" y="294009"/>
                  </a:lnTo>
                  <a:lnTo>
                    <a:pt x="1119687" y="293234"/>
                  </a:lnTo>
                  <a:lnTo>
                    <a:pt x="1119771" y="292658"/>
                  </a:lnTo>
                  <a:lnTo>
                    <a:pt x="1119569" y="292461"/>
                  </a:lnTo>
                  <a:lnTo>
                    <a:pt x="1118772" y="292476"/>
                  </a:lnTo>
                  <a:lnTo>
                    <a:pt x="1118549" y="292046"/>
                  </a:lnTo>
                  <a:lnTo>
                    <a:pt x="1118865" y="290807"/>
                  </a:lnTo>
                  <a:lnTo>
                    <a:pt x="1119825" y="290692"/>
                  </a:lnTo>
                  <a:lnTo>
                    <a:pt x="1120569" y="290192"/>
                  </a:lnTo>
                  <a:lnTo>
                    <a:pt x="1119922" y="289435"/>
                  </a:lnTo>
                  <a:lnTo>
                    <a:pt x="1118045" y="289118"/>
                  </a:lnTo>
                  <a:lnTo>
                    <a:pt x="1117298" y="288784"/>
                  </a:lnTo>
                  <a:lnTo>
                    <a:pt x="1115140" y="286940"/>
                  </a:lnTo>
                  <a:lnTo>
                    <a:pt x="1114713" y="286199"/>
                  </a:lnTo>
                  <a:lnTo>
                    <a:pt x="1114531" y="284829"/>
                  </a:lnTo>
                  <a:lnTo>
                    <a:pt x="1114784" y="283825"/>
                  </a:lnTo>
                  <a:lnTo>
                    <a:pt x="1114618" y="283186"/>
                  </a:lnTo>
                  <a:lnTo>
                    <a:pt x="1113973" y="282679"/>
                  </a:lnTo>
                  <a:lnTo>
                    <a:pt x="1113946" y="281748"/>
                  </a:lnTo>
                  <a:lnTo>
                    <a:pt x="1114371" y="281695"/>
                  </a:lnTo>
                  <a:lnTo>
                    <a:pt x="1114176" y="281305"/>
                  </a:lnTo>
                  <a:lnTo>
                    <a:pt x="1114375" y="280881"/>
                  </a:lnTo>
                  <a:lnTo>
                    <a:pt x="1114856" y="281267"/>
                  </a:lnTo>
                  <a:lnTo>
                    <a:pt x="1115308" y="280655"/>
                  </a:lnTo>
                  <a:lnTo>
                    <a:pt x="1114545" y="280548"/>
                  </a:lnTo>
                  <a:lnTo>
                    <a:pt x="1114710" y="279952"/>
                  </a:lnTo>
                  <a:lnTo>
                    <a:pt x="1114817" y="280335"/>
                  </a:lnTo>
                  <a:lnTo>
                    <a:pt x="1115101" y="280404"/>
                  </a:lnTo>
                  <a:lnTo>
                    <a:pt x="1115492" y="279986"/>
                  </a:lnTo>
                  <a:lnTo>
                    <a:pt x="1115264" y="279517"/>
                  </a:lnTo>
                  <a:lnTo>
                    <a:pt x="1114868" y="279520"/>
                  </a:lnTo>
                  <a:lnTo>
                    <a:pt x="1115007" y="279167"/>
                  </a:lnTo>
                  <a:lnTo>
                    <a:pt x="1114408" y="278570"/>
                  </a:lnTo>
                  <a:lnTo>
                    <a:pt x="1114730" y="278306"/>
                  </a:lnTo>
                  <a:lnTo>
                    <a:pt x="1114963" y="277373"/>
                  </a:lnTo>
                  <a:lnTo>
                    <a:pt x="1116126" y="276610"/>
                  </a:lnTo>
                  <a:lnTo>
                    <a:pt x="1116678" y="276717"/>
                  </a:lnTo>
                  <a:lnTo>
                    <a:pt x="1117485" y="276473"/>
                  </a:lnTo>
                  <a:lnTo>
                    <a:pt x="1118373" y="276662"/>
                  </a:lnTo>
                  <a:lnTo>
                    <a:pt x="1118445" y="275670"/>
                  </a:lnTo>
                  <a:lnTo>
                    <a:pt x="1119116" y="275922"/>
                  </a:lnTo>
                  <a:lnTo>
                    <a:pt x="1122182" y="274466"/>
                  </a:lnTo>
                  <a:lnTo>
                    <a:pt x="1122001" y="274073"/>
                  </a:lnTo>
                  <a:lnTo>
                    <a:pt x="1121550" y="273886"/>
                  </a:lnTo>
                  <a:lnTo>
                    <a:pt x="1121632" y="273457"/>
                  </a:lnTo>
                  <a:lnTo>
                    <a:pt x="1122134" y="272991"/>
                  </a:lnTo>
                  <a:lnTo>
                    <a:pt x="1121828" y="272148"/>
                  </a:lnTo>
                  <a:lnTo>
                    <a:pt x="1122280" y="272197"/>
                  </a:lnTo>
                  <a:lnTo>
                    <a:pt x="1122533" y="272507"/>
                  </a:lnTo>
                  <a:lnTo>
                    <a:pt x="1122802" y="271774"/>
                  </a:lnTo>
                  <a:lnTo>
                    <a:pt x="1122307" y="271875"/>
                  </a:lnTo>
                  <a:lnTo>
                    <a:pt x="1122185" y="269183"/>
                  </a:lnTo>
                  <a:lnTo>
                    <a:pt x="1121976" y="269013"/>
                  </a:lnTo>
                  <a:lnTo>
                    <a:pt x="1121581" y="269301"/>
                  </a:lnTo>
                  <a:lnTo>
                    <a:pt x="1121905" y="268571"/>
                  </a:lnTo>
                  <a:lnTo>
                    <a:pt x="1121220" y="267390"/>
                  </a:lnTo>
                  <a:lnTo>
                    <a:pt x="1120722" y="267163"/>
                  </a:lnTo>
                  <a:lnTo>
                    <a:pt x="1120764" y="266492"/>
                  </a:lnTo>
                  <a:lnTo>
                    <a:pt x="1121205" y="266073"/>
                  </a:lnTo>
                  <a:lnTo>
                    <a:pt x="1121386" y="266366"/>
                  </a:lnTo>
                  <a:lnTo>
                    <a:pt x="1121813" y="266123"/>
                  </a:lnTo>
                  <a:lnTo>
                    <a:pt x="1122086" y="266345"/>
                  </a:lnTo>
                  <a:lnTo>
                    <a:pt x="1122695" y="265926"/>
                  </a:lnTo>
                  <a:lnTo>
                    <a:pt x="1122582" y="265547"/>
                  </a:lnTo>
                  <a:lnTo>
                    <a:pt x="1122923" y="265798"/>
                  </a:lnTo>
                  <a:lnTo>
                    <a:pt x="1123680" y="264952"/>
                  </a:lnTo>
                  <a:lnTo>
                    <a:pt x="1123807" y="264019"/>
                  </a:lnTo>
                  <a:lnTo>
                    <a:pt x="1123547" y="263928"/>
                  </a:lnTo>
                  <a:lnTo>
                    <a:pt x="1123892" y="263787"/>
                  </a:lnTo>
                  <a:lnTo>
                    <a:pt x="1123846" y="263260"/>
                  </a:lnTo>
                  <a:lnTo>
                    <a:pt x="1124088" y="263308"/>
                  </a:lnTo>
                  <a:lnTo>
                    <a:pt x="1124253" y="262608"/>
                  </a:lnTo>
                  <a:lnTo>
                    <a:pt x="1124947" y="261825"/>
                  </a:lnTo>
                  <a:lnTo>
                    <a:pt x="1124865" y="261678"/>
                  </a:lnTo>
                  <a:lnTo>
                    <a:pt x="1124583" y="261811"/>
                  </a:lnTo>
                  <a:lnTo>
                    <a:pt x="1124532" y="261437"/>
                  </a:lnTo>
                  <a:lnTo>
                    <a:pt x="1123654" y="261122"/>
                  </a:lnTo>
                  <a:lnTo>
                    <a:pt x="1123877" y="260707"/>
                  </a:lnTo>
                  <a:lnTo>
                    <a:pt x="1125087" y="260538"/>
                  </a:lnTo>
                  <a:lnTo>
                    <a:pt x="1125460" y="259968"/>
                  </a:lnTo>
                  <a:lnTo>
                    <a:pt x="1125685" y="260558"/>
                  </a:lnTo>
                  <a:lnTo>
                    <a:pt x="1125833" y="259894"/>
                  </a:lnTo>
                  <a:lnTo>
                    <a:pt x="1126228" y="260468"/>
                  </a:lnTo>
                  <a:lnTo>
                    <a:pt x="1126267" y="260222"/>
                  </a:lnTo>
                  <a:lnTo>
                    <a:pt x="1127115" y="260485"/>
                  </a:lnTo>
                  <a:lnTo>
                    <a:pt x="1127769" y="260185"/>
                  </a:lnTo>
                  <a:lnTo>
                    <a:pt x="1128053" y="259489"/>
                  </a:lnTo>
                  <a:lnTo>
                    <a:pt x="1128637" y="259035"/>
                  </a:lnTo>
                  <a:lnTo>
                    <a:pt x="1128175" y="258756"/>
                  </a:lnTo>
                  <a:lnTo>
                    <a:pt x="1128562" y="258382"/>
                  </a:lnTo>
                  <a:lnTo>
                    <a:pt x="1128387" y="257469"/>
                  </a:lnTo>
                  <a:lnTo>
                    <a:pt x="1128750" y="257334"/>
                  </a:lnTo>
                  <a:lnTo>
                    <a:pt x="1128742" y="256603"/>
                  </a:lnTo>
                  <a:lnTo>
                    <a:pt x="1128067" y="256100"/>
                  </a:lnTo>
                  <a:lnTo>
                    <a:pt x="1128623" y="255615"/>
                  </a:lnTo>
                  <a:lnTo>
                    <a:pt x="1127876" y="255378"/>
                  </a:lnTo>
                  <a:lnTo>
                    <a:pt x="1127773" y="254952"/>
                  </a:lnTo>
                  <a:lnTo>
                    <a:pt x="1127912" y="254871"/>
                  </a:lnTo>
                  <a:lnTo>
                    <a:pt x="1128086" y="255158"/>
                  </a:lnTo>
                  <a:lnTo>
                    <a:pt x="1128251" y="255038"/>
                  </a:lnTo>
                  <a:lnTo>
                    <a:pt x="1128055" y="254624"/>
                  </a:lnTo>
                  <a:lnTo>
                    <a:pt x="1128247" y="253603"/>
                  </a:lnTo>
                  <a:lnTo>
                    <a:pt x="1128512" y="253393"/>
                  </a:lnTo>
                  <a:lnTo>
                    <a:pt x="1128505" y="252983"/>
                  </a:lnTo>
                  <a:lnTo>
                    <a:pt x="1128986" y="252933"/>
                  </a:lnTo>
                  <a:lnTo>
                    <a:pt x="1129482" y="252449"/>
                  </a:lnTo>
                  <a:lnTo>
                    <a:pt x="1129247" y="251993"/>
                  </a:lnTo>
                  <a:lnTo>
                    <a:pt x="1129773" y="251583"/>
                  </a:lnTo>
                  <a:lnTo>
                    <a:pt x="1129762" y="251194"/>
                  </a:lnTo>
                  <a:lnTo>
                    <a:pt x="1130180" y="251336"/>
                  </a:lnTo>
                  <a:lnTo>
                    <a:pt x="1130626" y="251118"/>
                  </a:lnTo>
                  <a:lnTo>
                    <a:pt x="1130852" y="251459"/>
                  </a:lnTo>
                  <a:lnTo>
                    <a:pt x="1131245" y="251003"/>
                  </a:lnTo>
                  <a:lnTo>
                    <a:pt x="1131534" y="252253"/>
                  </a:lnTo>
                  <a:lnTo>
                    <a:pt x="1132192" y="252819"/>
                  </a:lnTo>
                  <a:lnTo>
                    <a:pt x="1133535" y="253178"/>
                  </a:lnTo>
                  <a:lnTo>
                    <a:pt x="1134375" y="252969"/>
                  </a:lnTo>
                  <a:lnTo>
                    <a:pt x="1135563" y="252120"/>
                  </a:lnTo>
                  <a:lnTo>
                    <a:pt x="1136679" y="251698"/>
                  </a:lnTo>
                  <a:lnTo>
                    <a:pt x="1136888" y="250606"/>
                  </a:lnTo>
                  <a:lnTo>
                    <a:pt x="1136444" y="250404"/>
                  </a:lnTo>
                  <a:lnTo>
                    <a:pt x="1136990" y="249721"/>
                  </a:lnTo>
                  <a:lnTo>
                    <a:pt x="1136645" y="249565"/>
                  </a:lnTo>
                  <a:lnTo>
                    <a:pt x="1136403" y="249750"/>
                  </a:lnTo>
                  <a:lnTo>
                    <a:pt x="1136173" y="249516"/>
                  </a:lnTo>
                  <a:lnTo>
                    <a:pt x="1136862" y="248959"/>
                  </a:lnTo>
                  <a:lnTo>
                    <a:pt x="1136371" y="248412"/>
                  </a:lnTo>
                  <a:lnTo>
                    <a:pt x="1137133" y="248230"/>
                  </a:lnTo>
                  <a:lnTo>
                    <a:pt x="1137170" y="247665"/>
                  </a:lnTo>
                  <a:lnTo>
                    <a:pt x="1137417" y="247692"/>
                  </a:lnTo>
                  <a:lnTo>
                    <a:pt x="1137611" y="247369"/>
                  </a:lnTo>
                  <a:lnTo>
                    <a:pt x="1137074" y="246514"/>
                  </a:lnTo>
                  <a:lnTo>
                    <a:pt x="1137779" y="246494"/>
                  </a:lnTo>
                  <a:lnTo>
                    <a:pt x="1138291" y="245910"/>
                  </a:lnTo>
                  <a:lnTo>
                    <a:pt x="1139316" y="245931"/>
                  </a:lnTo>
                  <a:lnTo>
                    <a:pt x="1139398" y="245647"/>
                  </a:lnTo>
                  <a:lnTo>
                    <a:pt x="1139763" y="245566"/>
                  </a:lnTo>
                  <a:lnTo>
                    <a:pt x="1140002" y="244687"/>
                  </a:lnTo>
                  <a:lnTo>
                    <a:pt x="1139522" y="244390"/>
                  </a:lnTo>
                  <a:lnTo>
                    <a:pt x="1139142" y="244539"/>
                  </a:lnTo>
                  <a:lnTo>
                    <a:pt x="1139440" y="244181"/>
                  </a:lnTo>
                  <a:lnTo>
                    <a:pt x="1139779" y="244150"/>
                  </a:lnTo>
                  <a:lnTo>
                    <a:pt x="1139396" y="243802"/>
                  </a:lnTo>
                  <a:lnTo>
                    <a:pt x="1138973" y="243800"/>
                  </a:lnTo>
                  <a:lnTo>
                    <a:pt x="1139063" y="243450"/>
                  </a:lnTo>
                  <a:lnTo>
                    <a:pt x="1139519" y="243458"/>
                  </a:lnTo>
                  <a:lnTo>
                    <a:pt x="1139474" y="242964"/>
                  </a:lnTo>
                  <a:lnTo>
                    <a:pt x="1138914" y="242758"/>
                  </a:lnTo>
                  <a:lnTo>
                    <a:pt x="1139287" y="242675"/>
                  </a:lnTo>
                  <a:lnTo>
                    <a:pt x="1139287" y="241679"/>
                  </a:lnTo>
                  <a:lnTo>
                    <a:pt x="1139561" y="241344"/>
                  </a:lnTo>
                  <a:lnTo>
                    <a:pt x="1139231" y="240944"/>
                  </a:lnTo>
                  <a:lnTo>
                    <a:pt x="1139656" y="240140"/>
                  </a:lnTo>
                  <a:lnTo>
                    <a:pt x="1139347" y="239555"/>
                  </a:lnTo>
                  <a:lnTo>
                    <a:pt x="1138663" y="239212"/>
                  </a:lnTo>
                  <a:lnTo>
                    <a:pt x="1138647" y="238203"/>
                  </a:lnTo>
                  <a:lnTo>
                    <a:pt x="1138301" y="237569"/>
                  </a:lnTo>
                  <a:lnTo>
                    <a:pt x="1138653" y="237285"/>
                  </a:lnTo>
                  <a:lnTo>
                    <a:pt x="1138560" y="236315"/>
                  </a:lnTo>
                  <a:lnTo>
                    <a:pt x="1137648" y="235278"/>
                  </a:lnTo>
                  <a:lnTo>
                    <a:pt x="1137533" y="234671"/>
                  </a:lnTo>
                  <a:lnTo>
                    <a:pt x="1137707" y="234295"/>
                  </a:lnTo>
                  <a:lnTo>
                    <a:pt x="1137488" y="233900"/>
                  </a:lnTo>
                  <a:lnTo>
                    <a:pt x="1137765" y="233530"/>
                  </a:lnTo>
                  <a:lnTo>
                    <a:pt x="1138417" y="233290"/>
                  </a:lnTo>
                  <a:lnTo>
                    <a:pt x="1138618" y="232693"/>
                  </a:lnTo>
                  <a:lnTo>
                    <a:pt x="1139461" y="231930"/>
                  </a:lnTo>
                  <a:lnTo>
                    <a:pt x="1139761" y="232014"/>
                  </a:lnTo>
                  <a:lnTo>
                    <a:pt x="1140073" y="231568"/>
                  </a:lnTo>
                  <a:lnTo>
                    <a:pt x="1139967" y="231304"/>
                  </a:lnTo>
                  <a:lnTo>
                    <a:pt x="1140281" y="231385"/>
                  </a:lnTo>
                  <a:lnTo>
                    <a:pt x="1140601" y="230610"/>
                  </a:lnTo>
                  <a:lnTo>
                    <a:pt x="1140968" y="230603"/>
                  </a:lnTo>
                  <a:lnTo>
                    <a:pt x="1141128" y="230366"/>
                  </a:lnTo>
                  <a:lnTo>
                    <a:pt x="1141159" y="230144"/>
                  </a:lnTo>
                  <a:lnTo>
                    <a:pt x="1140844" y="230056"/>
                  </a:lnTo>
                  <a:lnTo>
                    <a:pt x="1141227" y="230074"/>
                  </a:lnTo>
                  <a:lnTo>
                    <a:pt x="1141398" y="229721"/>
                  </a:lnTo>
                  <a:lnTo>
                    <a:pt x="1141195" y="229559"/>
                  </a:lnTo>
                  <a:lnTo>
                    <a:pt x="1141314" y="229376"/>
                  </a:lnTo>
                  <a:lnTo>
                    <a:pt x="1140693" y="228916"/>
                  </a:lnTo>
                  <a:lnTo>
                    <a:pt x="1140669" y="228496"/>
                  </a:lnTo>
                  <a:lnTo>
                    <a:pt x="1140943" y="228118"/>
                  </a:lnTo>
                  <a:lnTo>
                    <a:pt x="1140403" y="227346"/>
                  </a:lnTo>
                  <a:lnTo>
                    <a:pt x="1140208" y="225883"/>
                  </a:lnTo>
                  <a:lnTo>
                    <a:pt x="1139526" y="225502"/>
                  </a:lnTo>
                  <a:lnTo>
                    <a:pt x="1139894" y="223622"/>
                  </a:lnTo>
                  <a:lnTo>
                    <a:pt x="1139527" y="222931"/>
                  </a:lnTo>
                  <a:lnTo>
                    <a:pt x="1139408" y="221847"/>
                  </a:lnTo>
                  <a:lnTo>
                    <a:pt x="1139575" y="221250"/>
                  </a:lnTo>
                  <a:lnTo>
                    <a:pt x="1140288" y="220505"/>
                  </a:lnTo>
                  <a:lnTo>
                    <a:pt x="1140609" y="218907"/>
                  </a:lnTo>
                  <a:lnTo>
                    <a:pt x="1140275" y="218738"/>
                  </a:lnTo>
                  <a:lnTo>
                    <a:pt x="1140435" y="218478"/>
                  </a:lnTo>
                  <a:lnTo>
                    <a:pt x="1140208" y="217860"/>
                  </a:lnTo>
                  <a:lnTo>
                    <a:pt x="1139947" y="217811"/>
                  </a:lnTo>
                  <a:lnTo>
                    <a:pt x="1140134" y="217199"/>
                  </a:lnTo>
                  <a:lnTo>
                    <a:pt x="1139660" y="217126"/>
                  </a:lnTo>
                  <a:lnTo>
                    <a:pt x="1139767" y="216868"/>
                  </a:lnTo>
                  <a:lnTo>
                    <a:pt x="1139350" y="216728"/>
                  </a:lnTo>
                  <a:lnTo>
                    <a:pt x="1139128" y="215953"/>
                  </a:lnTo>
                  <a:lnTo>
                    <a:pt x="1138573" y="216013"/>
                  </a:lnTo>
                  <a:lnTo>
                    <a:pt x="1138486" y="215604"/>
                  </a:lnTo>
                  <a:lnTo>
                    <a:pt x="1137823" y="215613"/>
                  </a:lnTo>
                  <a:lnTo>
                    <a:pt x="1137496" y="215099"/>
                  </a:lnTo>
                  <a:lnTo>
                    <a:pt x="1136885" y="214842"/>
                  </a:lnTo>
                  <a:lnTo>
                    <a:pt x="1136567" y="215028"/>
                  </a:lnTo>
                  <a:lnTo>
                    <a:pt x="1136371" y="214530"/>
                  </a:lnTo>
                  <a:lnTo>
                    <a:pt x="1136120" y="214776"/>
                  </a:lnTo>
                  <a:lnTo>
                    <a:pt x="1135768" y="213713"/>
                  </a:lnTo>
                  <a:lnTo>
                    <a:pt x="1135565" y="213724"/>
                  </a:lnTo>
                  <a:lnTo>
                    <a:pt x="1135836" y="213447"/>
                  </a:lnTo>
                  <a:lnTo>
                    <a:pt x="1135810" y="213118"/>
                  </a:lnTo>
                  <a:lnTo>
                    <a:pt x="1135458" y="212799"/>
                  </a:lnTo>
                  <a:lnTo>
                    <a:pt x="1135738" y="212295"/>
                  </a:lnTo>
                  <a:lnTo>
                    <a:pt x="1135653" y="211577"/>
                  </a:lnTo>
                  <a:lnTo>
                    <a:pt x="1135971" y="211208"/>
                  </a:lnTo>
                  <a:lnTo>
                    <a:pt x="1135760" y="211097"/>
                  </a:lnTo>
                  <a:lnTo>
                    <a:pt x="1135842" y="210901"/>
                  </a:lnTo>
                  <a:lnTo>
                    <a:pt x="1136393" y="210685"/>
                  </a:lnTo>
                  <a:lnTo>
                    <a:pt x="1136453" y="210007"/>
                  </a:lnTo>
                  <a:lnTo>
                    <a:pt x="1137584" y="209158"/>
                  </a:lnTo>
                  <a:lnTo>
                    <a:pt x="1137652" y="208507"/>
                  </a:lnTo>
                  <a:lnTo>
                    <a:pt x="1138014" y="208029"/>
                  </a:lnTo>
                  <a:lnTo>
                    <a:pt x="1137733" y="207773"/>
                  </a:lnTo>
                  <a:lnTo>
                    <a:pt x="1137854" y="207348"/>
                  </a:lnTo>
                  <a:lnTo>
                    <a:pt x="1137538" y="207025"/>
                  </a:lnTo>
                  <a:lnTo>
                    <a:pt x="1137569" y="206603"/>
                  </a:lnTo>
                  <a:lnTo>
                    <a:pt x="1137249" y="206661"/>
                  </a:lnTo>
                  <a:lnTo>
                    <a:pt x="1137282" y="206389"/>
                  </a:lnTo>
                  <a:lnTo>
                    <a:pt x="1136813" y="205919"/>
                  </a:lnTo>
                  <a:lnTo>
                    <a:pt x="1136432" y="205927"/>
                  </a:lnTo>
                  <a:lnTo>
                    <a:pt x="1135808" y="205434"/>
                  </a:lnTo>
                  <a:lnTo>
                    <a:pt x="1135651" y="205592"/>
                  </a:lnTo>
                  <a:lnTo>
                    <a:pt x="1135371" y="205131"/>
                  </a:lnTo>
                  <a:lnTo>
                    <a:pt x="1134910" y="204911"/>
                  </a:lnTo>
                  <a:lnTo>
                    <a:pt x="1134598" y="205073"/>
                  </a:lnTo>
                  <a:lnTo>
                    <a:pt x="1134219" y="204623"/>
                  </a:lnTo>
                  <a:lnTo>
                    <a:pt x="1133988" y="204650"/>
                  </a:lnTo>
                  <a:lnTo>
                    <a:pt x="1134194" y="204529"/>
                  </a:lnTo>
                  <a:lnTo>
                    <a:pt x="1133945" y="204363"/>
                  </a:lnTo>
                  <a:lnTo>
                    <a:pt x="1134026" y="203918"/>
                  </a:lnTo>
                  <a:lnTo>
                    <a:pt x="1133293" y="203433"/>
                  </a:lnTo>
                  <a:lnTo>
                    <a:pt x="1133196" y="202891"/>
                  </a:lnTo>
                  <a:lnTo>
                    <a:pt x="1132878" y="202883"/>
                  </a:lnTo>
                  <a:lnTo>
                    <a:pt x="1132446" y="203221"/>
                  </a:lnTo>
                  <a:lnTo>
                    <a:pt x="1132214" y="202570"/>
                  </a:lnTo>
                  <a:lnTo>
                    <a:pt x="1132351" y="202189"/>
                  </a:lnTo>
                  <a:lnTo>
                    <a:pt x="1131860" y="201826"/>
                  </a:lnTo>
                  <a:lnTo>
                    <a:pt x="1132018" y="201405"/>
                  </a:lnTo>
                  <a:lnTo>
                    <a:pt x="1131837" y="200993"/>
                  </a:lnTo>
                  <a:lnTo>
                    <a:pt x="1132169" y="200672"/>
                  </a:lnTo>
                  <a:lnTo>
                    <a:pt x="1131336" y="200228"/>
                  </a:lnTo>
                  <a:lnTo>
                    <a:pt x="1131237" y="199784"/>
                  </a:lnTo>
                  <a:lnTo>
                    <a:pt x="1130639" y="199091"/>
                  </a:lnTo>
                  <a:lnTo>
                    <a:pt x="1130162" y="199110"/>
                  </a:lnTo>
                  <a:lnTo>
                    <a:pt x="1129739" y="198737"/>
                  </a:lnTo>
                  <a:lnTo>
                    <a:pt x="1129606" y="198081"/>
                  </a:lnTo>
                  <a:lnTo>
                    <a:pt x="1129240" y="197962"/>
                  </a:lnTo>
                  <a:lnTo>
                    <a:pt x="1128817" y="197085"/>
                  </a:lnTo>
                  <a:lnTo>
                    <a:pt x="1127832" y="196384"/>
                  </a:lnTo>
                  <a:lnTo>
                    <a:pt x="1127676" y="195962"/>
                  </a:lnTo>
                  <a:lnTo>
                    <a:pt x="1127903" y="195783"/>
                  </a:lnTo>
                  <a:lnTo>
                    <a:pt x="1127519" y="195814"/>
                  </a:lnTo>
                  <a:lnTo>
                    <a:pt x="1127393" y="195450"/>
                  </a:lnTo>
                  <a:lnTo>
                    <a:pt x="1127583" y="195234"/>
                  </a:lnTo>
                  <a:lnTo>
                    <a:pt x="1127382" y="195174"/>
                  </a:lnTo>
                  <a:lnTo>
                    <a:pt x="1127580" y="194933"/>
                  </a:lnTo>
                  <a:lnTo>
                    <a:pt x="1127469" y="194731"/>
                  </a:lnTo>
                  <a:lnTo>
                    <a:pt x="1128040" y="194103"/>
                  </a:lnTo>
                  <a:lnTo>
                    <a:pt x="1127841" y="194030"/>
                  </a:lnTo>
                  <a:lnTo>
                    <a:pt x="1127571" y="193012"/>
                  </a:lnTo>
                  <a:lnTo>
                    <a:pt x="1127803" y="192836"/>
                  </a:lnTo>
                  <a:lnTo>
                    <a:pt x="1127706" y="192364"/>
                  </a:lnTo>
                  <a:lnTo>
                    <a:pt x="1128095" y="191788"/>
                  </a:lnTo>
                  <a:lnTo>
                    <a:pt x="1127934" y="191688"/>
                  </a:lnTo>
                  <a:lnTo>
                    <a:pt x="1128062" y="191020"/>
                  </a:lnTo>
                  <a:lnTo>
                    <a:pt x="1127765" y="190661"/>
                  </a:lnTo>
                  <a:lnTo>
                    <a:pt x="1128053" y="190594"/>
                  </a:lnTo>
                  <a:lnTo>
                    <a:pt x="1127950" y="189988"/>
                  </a:lnTo>
                  <a:lnTo>
                    <a:pt x="1128528" y="188719"/>
                  </a:lnTo>
                  <a:lnTo>
                    <a:pt x="1128619" y="187643"/>
                  </a:lnTo>
                  <a:lnTo>
                    <a:pt x="1129016" y="186547"/>
                  </a:lnTo>
                  <a:lnTo>
                    <a:pt x="1129972" y="184963"/>
                  </a:lnTo>
                  <a:lnTo>
                    <a:pt x="1129664" y="183886"/>
                  </a:lnTo>
                  <a:lnTo>
                    <a:pt x="1129901" y="183451"/>
                  </a:lnTo>
                  <a:lnTo>
                    <a:pt x="1129606" y="182698"/>
                  </a:lnTo>
                  <a:lnTo>
                    <a:pt x="1130030" y="182638"/>
                  </a:lnTo>
                  <a:lnTo>
                    <a:pt x="1130159" y="181822"/>
                  </a:lnTo>
                  <a:lnTo>
                    <a:pt x="1130746" y="181053"/>
                  </a:lnTo>
                  <a:lnTo>
                    <a:pt x="1131116" y="179941"/>
                  </a:lnTo>
                  <a:lnTo>
                    <a:pt x="1131241" y="177914"/>
                  </a:lnTo>
                  <a:lnTo>
                    <a:pt x="1131003" y="176686"/>
                  </a:lnTo>
                  <a:lnTo>
                    <a:pt x="1130745" y="175459"/>
                  </a:lnTo>
                  <a:lnTo>
                    <a:pt x="1131779" y="173312"/>
                  </a:lnTo>
                  <a:lnTo>
                    <a:pt x="1131315" y="171483"/>
                  </a:lnTo>
                  <a:lnTo>
                    <a:pt x="1131512" y="170885"/>
                  </a:lnTo>
                  <a:lnTo>
                    <a:pt x="1130848" y="169282"/>
                  </a:lnTo>
                  <a:lnTo>
                    <a:pt x="1130851" y="168690"/>
                  </a:lnTo>
                  <a:lnTo>
                    <a:pt x="1131854" y="165259"/>
                  </a:lnTo>
                  <a:lnTo>
                    <a:pt x="1132389" y="165235"/>
                  </a:lnTo>
                  <a:lnTo>
                    <a:pt x="1132731" y="164832"/>
                  </a:lnTo>
                  <a:lnTo>
                    <a:pt x="1132533" y="164268"/>
                  </a:lnTo>
                  <a:lnTo>
                    <a:pt x="1132626" y="163337"/>
                  </a:lnTo>
                  <a:lnTo>
                    <a:pt x="1133164" y="162990"/>
                  </a:lnTo>
                  <a:lnTo>
                    <a:pt x="1133074" y="161031"/>
                  </a:lnTo>
                  <a:lnTo>
                    <a:pt x="1132767" y="160351"/>
                  </a:lnTo>
                  <a:lnTo>
                    <a:pt x="1132850" y="158472"/>
                  </a:lnTo>
                  <a:lnTo>
                    <a:pt x="1132410" y="157620"/>
                  </a:lnTo>
                  <a:lnTo>
                    <a:pt x="1131981" y="157344"/>
                  </a:lnTo>
                  <a:lnTo>
                    <a:pt x="1132361" y="156014"/>
                  </a:lnTo>
                  <a:lnTo>
                    <a:pt x="1132198" y="155825"/>
                  </a:lnTo>
                  <a:lnTo>
                    <a:pt x="1132526" y="155650"/>
                  </a:lnTo>
                  <a:lnTo>
                    <a:pt x="1132632" y="155243"/>
                  </a:lnTo>
                  <a:lnTo>
                    <a:pt x="1132447" y="154761"/>
                  </a:lnTo>
                  <a:lnTo>
                    <a:pt x="1132015" y="154638"/>
                  </a:lnTo>
                  <a:lnTo>
                    <a:pt x="1131970" y="154146"/>
                  </a:lnTo>
                  <a:lnTo>
                    <a:pt x="1131550" y="154225"/>
                  </a:lnTo>
                  <a:lnTo>
                    <a:pt x="1131357" y="154027"/>
                  </a:lnTo>
                  <a:lnTo>
                    <a:pt x="1131444" y="153210"/>
                  </a:lnTo>
                  <a:lnTo>
                    <a:pt x="1131135" y="153057"/>
                  </a:lnTo>
                  <a:lnTo>
                    <a:pt x="1131143" y="152669"/>
                  </a:lnTo>
                  <a:lnTo>
                    <a:pt x="1130904" y="152535"/>
                  </a:lnTo>
                  <a:lnTo>
                    <a:pt x="1130974" y="151389"/>
                  </a:lnTo>
                  <a:lnTo>
                    <a:pt x="1130257" y="150795"/>
                  </a:lnTo>
                  <a:lnTo>
                    <a:pt x="1130307" y="149847"/>
                  </a:lnTo>
                  <a:lnTo>
                    <a:pt x="1129957" y="149455"/>
                  </a:lnTo>
                  <a:lnTo>
                    <a:pt x="1130062" y="149142"/>
                  </a:lnTo>
                  <a:lnTo>
                    <a:pt x="1129654" y="148890"/>
                  </a:lnTo>
                  <a:lnTo>
                    <a:pt x="1129891" y="148678"/>
                  </a:lnTo>
                  <a:lnTo>
                    <a:pt x="1129847" y="148223"/>
                  </a:lnTo>
                  <a:lnTo>
                    <a:pt x="1130084" y="148256"/>
                  </a:lnTo>
                  <a:lnTo>
                    <a:pt x="1130470" y="147830"/>
                  </a:lnTo>
                  <a:lnTo>
                    <a:pt x="1130321" y="147598"/>
                  </a:lnTo>
                  <a:lnTo>
                    <a:pt x="1130105" y="147671"/>
                  </a:lnTo>
                  <a:lnTo>
                    <a:pt x="1130226" y="147363"/>
                  </a:lnTo>
                  <a:lnTo>
                    <a:pt x="1129946" y="146687"/>
                  </a:lnTo>
                  <a:lnTo>
                    <a:pt x="1129350" y="145905"/>
                  </a:lnTo>
                  <a:lnTo>
                    <a:pt x="1129310" y="145671"/>
                  </a:lnTo>
                  <a:lnTo>
                    <a:pt x="1129803" y="145137"/>
                  </a:lnTo>
                  <a:lnTo>
                    <a:pt x="1129116" y="144512"/>
                  </a:lnTo>
                  <a:lnTo>
                    <a:pt x="1129171" y="144153"/>
                  </a:lnTo>
                  <a:lnTo>
                    <a:pt x="1128844" y="144067"/>
                  </a:lnTo>
                  <a:lnTo>
                    <a:pt x="1128751" y="144289"/>
                  </a:lnTo>
                  <a:lnTo>
                    <a:pt x="1127979" y="143822"/>
                  </a:lnTo>
                  <a:lnTo>
                    <a:pt x="1127595" y="143970"/>
                  </a:lnTo>
                  <a:lnTo>
                    <a:pt x="1127741" y="143555"/>
                  </a:lnTo>
                  <a:lnTo>
                    <a:pt x="1127096" y="143287"/>
                  </a:lnTo>
                  <a:lnTo>
                    <a:pt x="1127219" y="142812"/>
                  </a:lnTo>
                  <a:lnTo>
                    <a:pt x="1126416" y="142252"/>
                  </a:lnTo>
                  <a:lnTo>
                    <a:pt x="1126068" y="141621"/>
                  </a:lnTo>
                  <a:lnTo>
                    <a:pt x="1126463" y="140903"/>
                  </a:lnTo>
                  <a:lnTo>
                    <a:pt x="1126452" y="139983"/>
                  </a:lnTo>
                  <a:lnTo>
                    <a:pt x="1126665" y="139903"/>
                  </a:lnTo>
                  <a:lnTo>
                    <a:pt x="1126836" y="139281"/>
                  </a:lnTo>
                  <a:lnTo>
                    <a:pt x="1127334" y="138949"/>
                  </a:lnTo>
                  <a:lnTo>
                    <a:pt x="1127392" y="138351"/>
                  </a:lnTo>
                  <a:lnTo>
                    <a:pt x="1127171" y="137895"/>
                  </a:lnTo>
                  <a:lnTo>
                    <a:pt x="1127382" y="137131"/>
                  </a:lnTo>
                  <a:lnTo>
                    <a:pt x="1127114" y="136528"/>
                  </a:lnTo>
                  <a:lnTo>
                    <a:pt x="1127315" y="135107"/>
                  </a:lnTo>
                  <a:lnTo>
                    <a:pt x="1127063" y="134821"/>
                  </a:lnTo>
                  <a:lnTo>
                    <a:pt x="1127130" y="134250"/>
                  </a:lnTo>
                  <a:lnTo>
                    <a:pt x="1126876" y="133571"/>
                  </a:lnTo>
                  <a:lnTo>
                    <a:pt x="1127114" y="133091"/>
                  </a:lnTo>
                  <a:lnTo>
                    <a:pt x="1126741" y="132927"/>
                  </a:lnTo>
                  <a:lnTo>
                    <a:pt x="1126735" y="132482"/>
                  </a:lnTo>
                  <a:lnTo>
                    <a:pt x="1126484" y="132284"/>
                  </a:lnTo>
                  <a:lnTo>
                    <a:pt x="1126733" y="131710"/>
                  </a:lnTo>
                  <a:lnTo>
                    <a:pt x="1126414" y="131074"/>
                  </a:lnTo>
                  <a:lnTo>
                    <a:pt x="1126429" y="130353"/>
                  </a:lnTo>
                  <a:lnTo>
                    <a:pt x="1126669" y="130046"/>
                  </a:lnTo>
                  <a:lnTo>
                    <a:pt x="1126461" y="129698"/>
                  </a:lnTo>
                  <a:lnTo>
                    <a:pt x="1126827" y="129421"/>
                  </a:lnTo>
                  <a:lnTo>
                    <a:pt x="1126932" y="128963"/>
                  </a:lnTo>
                  <a:lnTo>
                    <a:pt x="1126369" y="128435"/>
                  </a:lnTo>
                  <a:lnTo>
                    <a:pt x="1126969" y="127719"/>
                  </a:lnTo>
                  <a:lnTo>
                    <a:pt x="1126878" y="127391"/>
                  </a:lnTo>
                  <a:lnTo>
                    <a:pt x="1127241" y="127187"/>
                  </a:lnTo>
                  <a:lnTo>
                    <a:pt x="1127043" y="126687"/>
                  </a:lnTo>
                  <a:lnTo>
                    <a:pt x="1127650" y="126265"/>
                  </a:lnTo>
                  <a:lnTo>
                    <a:pt x="1128240" y="125154"/>
                  </a:lnTo>
                  <a:lnTo>
                    <a:pt x="1128880" y="124954"/>
                  </a:lnTo>
                  <a:lnTo>
                    <a:pt x="1128754" y="124378"/>
                  </a:lnTo>
                  <a:lnTo>
                    <a:pt x="1129383" y="123855"/>
                  </a:lnTo>
                  <a:lnTo>
                    <a:pt x="1130123" y="123660"/>
                  </a:lnTo>
                  <a:lnTo>
                    <a:pt x="1130837" y="124023"/>
                  </a:lnTo>
                  <a:lnTo>
                    <a:pt x="1131808" y="124118"/>
                  </a:lnTo>
                  <a:lnTo>
                    <a:pt x="1133641" y="124182"/>
                  </a:lnTo>
                  <a:lnTo>
                    <a:pt x="1134513" y="123952"/>
                  </a:lnTo>
                  <a:lnTo>
                    <a:pt x="1135812" y="124740"/>
                  </a:lnTo>
                  <a:lnTo>
                    <a:pt x="1135961" y="124556"/>
                  </a:lnTo>
                  <a:lnTo>
                    <a:pt x="1137014" y="124773"/>
                  </a:lnTo>
                  <a:lnTo>
                    <a:pt x="1137846" y="126402"/>
                  </a:lnTo>
                  <a:lnTo>
                    <a:pt x="1138577" y="126631"/>
                  </a:lnTo>
                  <a:lnTo>
                    <a:pt x="1138375" y="126860"/>
                  </a:lnTo>
                  <a:lnTo>
                    <a:pt x="1138495" y="127016"/>
                  </a:lnTo>
                  <a:lnTo>
                    <a:pt x="1139560" y="127538"/>
                  </a:lnTo>
                  <a:lnTo>
                    <a:pt x="1140291" y="127485"/>
                  </a:lnTo>
                  <a:lnTo>
                    <a:pt x="1140654" y="127923"/>
                  </a:lnTo>
                  <a:lnTo>
                    <a:pt x="1141484" y="128053"/>
                  </a:lnTo>
                  <a:lnTo>
                    <a:pt x="1142205" y="127825"/>
                  </a:lnTo>
                  <a:lnTo>
                    <a:pt x="1142649" y="128249"/>
                  </a:lnTo>
                  <a:lnTo>
                    <a:pt x="1143215" y="128193"/>
                  </a:lnTo>
                  <a:lnTo>
                    <a:pt x="1143697" y="127456"/>
                  </a:lnTo>
                  <a:lnTo>
                    <a:pt x="1144020" y="127357"/>
                  </a:lnTo>
                  <a:lnTo>
                    <a:pt x="1144573" y="128078"/>
                  </a:lnTo>
                  <a:lnTo>
                    <a:pt x="1144827" y="127744"/>
                  </a:lnTo>
                  <a:lnTo>
                    <a:pt x="1145234" y="127960"/>
                  </a:lnTo>
                  <a:lnTo>
                    <a:pt x="1145833" y="127707"/>
                  </a:lnTo>
                  <a:lnTo>
                    <a:pt x="1146428" y="128343"/>
                  </a:lnTo>
                  <a:lnTo>
                    <a:pt x="1147506" y="128222"/>
                  </a:lnTo>
                  <a:lnTo>
                    <a:pt x="1147614" y="127502"/>
                  </a:lnTo>
                  <a:lnTo>
                    <a:pt x="1148420" y="126374"/>
                  </a:lnTo>
                  <a:lnTo>
                    <a:pt x="1148468" y="125693"/>
                  </a:lnTo>
                  <a:lnTo>
                    <a:pt x="1148208" y="125574"/>
                  </a:lnTo>
                  <a:lnTo>
                    <a:pt x="1148634" y="125181"/>
                  </a:lnTo>
                  <a:lnTo>
                    <a:pt x="1148340" y="124937"/>
                  </a:lnTo>
                  <a:lnTo>
                    <a:pt x="1148292" y="124274"/>
                  </a:lnTo>
                  <a:lnTo>
                    <a:pt x="1148780" y="123719"/>
                  </a:lnTo>
                  <a:lnTo>
                    <a:pt x="1148496" y="123245"/>
                  </a:lnTo>
                  <a:lnTo>
                    <a:pt x="1149007" y="122772"/>
                  </a:lnTo>
                  <a:lnTo>
                    <a:pt x="1148836" y="122484"/>
                  </a:lnTo>
                  <a:lnTo>
                    <a:pt x="1149282" y="122276"/>
                  </a:lnTo>
                  <a:lnTo>
                    <a:pt x="1148936" y="121730"/>
                  </a:lnTo>
                  <a:lnTo>
                    <a:pt x="1149125" y="121506"/>
                  </a:lnTo>
                  <a:lnTo>
                    <a:pt x="1148954" y="120341"/>
                  </a:lnTo>
                  <a:lnTo>
                    <a:pt x="1149939" y="119576"/>
                  </a:lnTo>
                  <a:lnTo>
                    <a:pt x="1150359" y="117875"/>
                  </a:lnTo>
                  <a:lnTo>
                    <a:pt x="1150834" y="117222"/>
                  </a:lnTo>
                  <a:lnTo>
                    <a:pt x="1150745" y="116539"/>
                  </a:lnTo>
                  <a:lnTo>
                    <a:pt x="1151404" y="115149"/>
                  </a:lnTo>
                  <a:lnTo>
                    <a:pt x="1151125" y="114869"/>
                  </a:lnTo>
                  <a:lnTo>
                    <a:pt x="1151445" y="114457"/>
                  </a:lnTo>
                  <a:lnTo>
                    <a:pt x="1151075" y="114268"/>
                  </a:lnTo>
                  <a:lnTo>
                    <a:pt x="1150149" y="114490"/>
                  </a:lnTo>
                  <a:lnTo>
                    <a:pt x="1149455" y="115245"/>
                  </a:lnTo>
                  <a:lnTo>
                    <a:pt x="1149066" y="114840"/>
                  </a:lnTo>
                  <a:lnTo>
                    <a:pt x="1148207" y="115009"/>
                  </a:lnTo>
                  <a:lnTo>
                    <a:pt x="1148055" y="114741"/>
                  </a:lnTo>
                  <a:lnTo>
                    <a:pt x="1148592" y="114412"/>
                  </a:lnTo>
                  <a:lnTo>
                    <a:pt x="1148611" y="114088"/>
                  </a:lnTo>
                  <a:lnTo>
                    <a:pt x="1147807" y="113794"/>
                  </a:lnTo>
                  <a:lnTo>
                    <a:pt x="1147456" y="113378"/>
                  </a:lnTo>
                  <a:lnTo>
                    <a:pt x="1146883" y="113765"/>
                  </a:lnTo>
                  <a:lnTo>
                    <a:pt x="1147086" y="113966"/>
                  </a:lnTo>
                  <a:lnTo>
                    <a:pt x="1147686" y="113967"/>
                  </a:lnTo>
                  <a:lnTo>
                    <a:pt x="1147832" y="114443"/>
                  </a:lnTo>
                  <a:lnTo>
                    <a:pt x="1147704" y="114573"/>
                  </a:lnTo>
                  <a:lnTo>
                    <a:pt x="1147120" y="114152"/>
                  </a:lnTo>
                  <a:lnTo>
                    <a:pt x="1146880" y="114831"/>
                  </a:lnTo>
                  <a:lnTo>
                    <a:pt x="1146654" y="114738"/>
                  </a:lnTo>
                  <a:lnTo>
                    <a:pt x="1146582" y="114159"/>
                  </a:lnTo>
                  <a:lnTo>
                    <a:pt x="1145929" y="113698"/>
                  </a:lnTo>
                  <a:lnTo>
                    <a:pt x="1145367" y="113875"/>
                  </a:lnTo>
                  <a:lnTo>
                    <a:pt x="1145309" y="114403"/>
                  </a:lnTo>
                  <a:lnTo>
                    <a:pt x="1143566" y="114310"/>
                  </a:lnTo>
                  <a:lnTo>
                    <a:pt x="1143393" y="114768"/>
                  </a:lnTo>
                  <a:lnTo>
                    <a:pt x="1144211" y="115446"/>
                  </a:lnTo>
                  <a:lnTo>
                    <a:pt x="1143838" y="115748"/>
                  </a:lnTo>
                  <a:lnTo>
                    <a:pt x="1143089" y="115702"/>
                  </a:lnTo>
                  <a:lnTo>
                    <a:pt x="1143084" y="115061"/>
                  </a:lnTo>
                  <a:lnTo>
                    <a:pt x="1142747" y="114732"/>
                  </a:lnTo>
                  <a:lnTo>
                    <a:pt x="1142141" y="115173"/>
                  </a:lnTo>
                  <a:lnTo>
                    <a:pt x="1141461" y="114282"/>
                  </a:lnTo>
                  <a:lnTo>
                    <a:pt x="1141212" y="114443"/>
                  </a:lnTo>
                  <a:lnTo>
                    <a:pt x="1141484" y="114938"/>
                  </a:lnTo>
                  <a:lnTo>
                    <a:pt x="1141364" y="115417"/>
                  </a:lnTo>
                  <a:lnTo>
                    <a:pt x="1140191" y="114780"/>
                  </a:lnTo>
                  <a:lnTo>
                    <a:pt x="1138824" y="114396"/>
                  </a:lnTo>
                  <a:lnTo>
                    <a:pt x="1138486" y="114508"/>
                  </a:lnTo>
                  <a:lnTo>
                    <a:pt x="1138613" y="115142"/>
                  </a:lnTo>
                  <a:lnTo>
                    <a:pt x="1138274" y="115499"/>
                  </a:lnTo>
                  <a:lnTo>
                    <a:pt x="1136216" y="115897"/>
                  </a:lnTo>
                  <a:lnTo>
                    <a:pt x="1134767" y="116657"/>
                  </a:lnTo>
                  <a:lnTo>
                    <a:pt x="1133601" y="116913"/>
                  </a:lnTo>
                  <a:lnTo>
                    <a:pt x="1132573" y="116369"/>
                  </a:lnTo>
                  <a:lnTo>
                    <a:pt x="1131583" y="114496"/>
                  </a:lnTo>
                  <a:lnTo>
                    <a:pt x="1130294" y="113643"/>
                  </a:lnTo>
                  <a:lnTo>
                    <a:pt x="1129756" y="113003"/>
                  </a:lnTo>
                  <a:lnTo>
                    <a:pt x="1129365" y="112944"/>
                  </a:lnTo>
                  <a:lnTo>
                    <a:pt x="1128707" y="113362"/>
                  </a:lnTo>
                  <a:lnTo>
                    <a:pt x="1128105" y="113398"/>
                  </a:lnTo>
                  <a:lnTo>
                    <a:pt x="1127284" y="114001"/>
                  </a:lnTo>
                  <a:lnTo>
                    <a:pt x="1126781" y="113989"/>
                  </a:lnTo>
                  <a:lnTo>
                    <a:pt x="1126433" y="113511"/>
                  </a:lnTo>
                  <a:lnTo>
                    <a:pt x="1125904" y="113410"/>
                  </a:lnTo>
                  <a:lnTo>
                    <a:pt x="1124897" y="111821"/>
                  </a:lnTo>
                  <a:lnTo>
                    <a:pt x="1124199" y="112027"/>
                  </a:lnTo>
                  <a:lnTo>
                    <a:pt x="1123841" y="111413"/>
                  </a:lnTo>
                  <a:lnTo>
                    <a:pt x="1123809" y="110837"/>
                  </a:lnTo>
                  <a:lnTo>
                    <a:pt x="1124211" y="109864"/>
                  </a:lnTo>
                  <a:lnTo>
                    <a:pt x="1123689" y="109112"/>
                  </a:lnTo>
                  <a:lnTo>
                    <a:pt x="1123777" y="108339"/>
                  </a:lnTo>
                  <a:lnTo>
                    <a:pt x="1125073" y="107588"/>
                  </a:lnTo>
                  <a:lnTo>
                    <a:pt x="1125519" y="107631"/>
                  </a:lnTo>
                  <a:lnTo>
                    <a:pt x="1125606" y="107403"/>
                  </a:lnTo>
                  <a:lnTo>
                    <a:pt x="1125242" y="106764"/>
                  </a:lnTo>
                  <a:lnTo>
                    <a:pt x="1125586" y="105653"/>
                  </a:lnTo>
                  <a:lnTo>
                    <a:pt x="1125277" y="105051"/>
                  </a:lnTo>
                  <a:lnTo>
                    <a:pt x="1125195" y="103999"/>
                  </a:lnTo>
                  <a:lnTo>
                    <a:pt x="1124353" y="103781"/>
                  </a:lnTo>
                  <a:lnTo>
                    <a:pt x="1124005" y="101693"/>
                  </a:lnTo>
                  <a:lnTo>
                    <a:pt x="1122271" y="100792"/>
                  </a:lnTo>
                  <a:lnTo>
                    <a:pt x="1121640" y="101245"/>
                  </a:lnTo>
                  <a:lnTo>
                    <a:pt x="1118588" y="101415"/>
                  </a:lnTo>
                  <a:lnTo>
                    <a:pt x="1117847" y="102448"/>
                  </a:lnTo>
                  <a:lnTo>
                    <a:pt x="1117141" y="102932"/>
                  </a:lnTo>
                  <a:lnTo>
                    <a:pt x="1115936" y="102952"/>
                  </a:lnTo>
                  <a:lnTo>
                    <a:pt x="1115360" y="102747"/>
                  </a:lnTo>
                  <a:lnTo>
                    <a:pt x="1112142" y="98290"/>
                  </a:lnTo>
                  <a:lnTo>
                    <a:pt x="1111688" y="97519"/>
                  </a:lnTo>
                  <a:lnTo>
                    <a:pt x="1111611" y="96693"/>
                  </a:lnTo>
                  <a:lnTo>
                    <a:pt x="1109815" y="95672"/>
                  </a:lnTo>
                  <a:lnTo>
                    <a:pt x="1108740" y="94400"/>
                  </a:lnTo>
                  <a:lnTo>
                    <a:pt x="1107907" y="94309"/>
                  </a:lnTo>
                  <a:lnTo>
                    <a:pt x="1106629" y="92325"/>
                  </a:lnTo>
                  <a:lnTo>
                    <a:pt x="1106596" y="91532"/>
                  </a:lnTo>
                  <a:lnTo>
                    <a:pt x="1107248" y="91207"/>
                  </a:lnTo>
                  <a:lnTo>
                    <a:pt x="1107291" y="90692"/>
                  </a:lnTo>
                  <a:lnTo>
                    <a:pt x="1108170" y="90354"/>
                  </a:lnTo>
                  <a:lnTo>
                    <a:pt x="1108621" y="90904"/>
                  </a:lnTo>
                  <a:lnTo>
                    <a:pt x="1108901" y="90419"/>
                  </a:lnTo>
                  <a:lnTo>
                    <a:pt x="1109783" y="90038"/>
                  </a:lnTo>
                  <a:lnTo>
                    <a:pt x="1110204" y="89573"/>
                  </a:lnTo>
                  <a:lnTo>
                    <a:pt x="1110678" y="89676"/>
                  </a:lnTo>
                  <a:lnTo>
                    <a:pt x="1110952" y="89308"/>
                  </a:lnTo>
                  <a:lnTo>
                    <a:pt x="1111880" y="89536"/>
                  </a:lnTo>
                  <a:lnTo>
                    <a:pt x="1113036" y="89194"/>
                  </a:lnTo>
                  <a:lnTo>
                    <a:pt x="1113900" y="88081"/>
                  </a:lnTo>
                  <a:lnTo>
                    <a:pt x="1113592" y="87548"/>
                  </a:lnTo>
                  <a:lnTo>
                    <a:pt x="1114227" y="86833"/>
                  </a:lnTo>
                  <a:lnTo>
                    <a:pt x="1114136" y="85977"/>
                  </a:lnTo>
                  <a:lnTo>
                    <a:pt x="1114383" y="84989"/>
                  </a:lnTo>
                  <a:lnTo>
                    <a:pt x="1114254" y="84793"/>
                  </a:lnTo>
                  <a:lnTo>
                    <a:pt x="1113828" y="84857"/>
                  </a:lnTo>
                  <a:lnTo>
                    <a:pt x="1114356" y="83964"/>
                  </a:lnTo>
                  <a:lnTo>
                    <a:pt x="1114066" y="83532"/>
                  </a:lnTo>
                  <a:lnTo>
                    <a:pt x="1114591" y="83393"/>
                  </a:lnTo>
                  <a:lnTo>
                    <a:pt x="1114690" y="83822"/>
                  </a:lnTo>
                  <a:lnTo>
                    <a:pt x="1115051" y="83687"/>
                  </a:lnTo>
                  <a:lnTo>
                    <a:pt x="1115681" y="81242"/>
                  </a:lnTo>
                  <a:lnTo>
                    <a:pt x="1116312" y="80967"/>
                  </a:lnTo>
                  <a:lnTo>
                    <a:pt x="1116780" y="80443"/>
                  </a:lnTo>
                  <a:lnTo>
                    <a:pt x="1117513" y="78999"/>
                  </a:lnTo>
                  <a:lnTo>
                    <a:pt x="1118339" y="78582"/>
                  </a:lnTo>
                  <a:lnTo>
                    <a:pt x="1118453" y="77402"/>
                  </a:lnTo>
                  <a:lnTo>
                    <a:pt x="1118939" y="77602"/>
                  </a:lnTo>
                  <a:lnTo>
                    <a:pt x="1119196" y="76698"/>
                  </a:lnTo>
                  <a:lnTo>
                    <a:pt x="1119795" y="76930"/>
                  </a:lnTo>
                  <a:lnTo>
                    <a:pt x="1120720" y="76461"/>
                  </a:lnTo>
                  <a:lnTo>
                    <a:pt x="1120416" y="75479"/>
                  </a:lnTo>
                  <a:lnTo>
                    <a:pt x="1120868" y="74561"/>
                  </a:lnTo>
                  <a:lnTo>
                    <a:pt x="1120390" y="74097"/>
                  </a:lnTo>
                  <a:lnTo>
                    <a:pt x="1120863" y="73232"/>
                  </a:lnTo>
                  <a:lnTo>
                    <a:pt x="1121673" y="72734"/>
                  </a:lnTo>
                  <a:lnTo>
                    <a:pt x="1122296" y="71615"/>
                  </a:lnTo>
                  <a:lnTo>
                    <a:pt x="1122397" y="70252"/>
                  </a:lnTo>
                  <a:lnTo>
                    <a:pt x="1122750" y="69524"/>
                  </a:lnTo>
                  <a:lnTo>
                    <a:pt x="1125581" y="68965"/>
                  </a:lnTo>
                  <a:lnTo>
                    <a:pt x="1126556" y="69168"/>
                  </a:lnTo>
                  <a:lnTo>
                    <a:pt x="1127194" y="67718"/>
                  </a:lnTo>
                  <a:lnTo>
                    <a:pt x="1127965" y="67538"/>
                  </a:lnTo>
                  <a:lnTo>
                    <a:pt x="1128412" y="67042"/>
                  </a:lnTo>
                  <a:lnTo>
                    <a:pt x="1129170" y="67066"/>
                  </a:lnTo>
                  <a:lnTo>
                    <a:pt x="1130327" y="66319"/>
                  </a:lnTo>
                  <a:lnTo>
                    <a:pt x="1130706" y="66430"/>
                  </a:lnTo>
                  <a:lnTo>
                    <a:pt x="1131188" y="65522"/>
                  </a:lnTo>
                  <a:lnTo>
                    <a:pt x="1131837" y="64888"/>
                  </a:lnTo>
                  <a:lnTo>
                    <a:pt x="1131740" y="64390"/>
                  </a:lnTo>
                  <a:lnTo>
                    <a:pt x="1132149" y="63749"/>
                  </a:lnTo>
                  <a:lnTo>
                    <a:pt x="1131962" y="61868"/>
                  </a:lnTo>
                  <a:lnTo>
                    <a:pt x="1131399" y="61381"/>
                  </a:lnTo>
                  <a:lnTo>
                    <a:pt x="1130836" y="61256"/>
                  </a:lnTo>
                  <a:lnTo>
                    <a:pt x="1130570" y="60364"/>
                  </a:lnTo>
                  <a:lnTo>
                    <a:pt x="1130692" y="59778"/>
                  </a:lnTo>
                  <a:lnTo>
                    <a:pt x="1130490" y="58550"/>
                  </a:lnTo>
                  <a:lnTo>
                    <a:pt x="1131530" y="56756"/>
                  </a:lnTo>
                  <a:lnTo>
                    <a:pt x="1131449" y="56309"/>
                  </a:lnTo>
                  <a:lnTo>
                    <a:pt x="1131037" y="55855"/>
                  </a:lnTo>
                  <a:lnTo>
                    <a:pt x="1132329" y="54919"/>
                  </a:lnTo>
                  <a:lnTo>
                    <a:pt x="1132375" y="53952"/>
                  </a:lnTo>
                  <a:lnTo>
                    <a:pt x="1133294" y="52991"/>
                  </a:lnTo>
                  <a:lnTo>
                    <a:pt x="1133316" y="51566"/>
                  </a:lnTo>
                  <a:lnTo>
                    <a:pt x="1133105" y="51141"/>
                  </a:lnTo>
                  <a:lnTo>
                    <a:pt x="1133330" y="50100"/>
                  </a:lnTo>
                  <a:lnTo>
                    <a:pt x="1133057" y="48759"/>
                  </a:lnTo>
                  <a:lnTo>
                    <a:pt x="1133649" y="47925"/>
                  </a:lnTo>
                  <a:lnTo>
                    <a:pt x="1133634" y="47230"/>
                  </a:lnTo>
                  <a:lnTo>
                    <a:pt x="1133347" y="47145"/>
                  </a:lnTo>
                  <a:lnTo>
                    <a:pt x="1133410" y="46458"/>
                  </a:lnTo>
                  <a:lnTo>
                    <a:pt x="1133771" y="45099"/>
                  </a:lnTo>
                  <a:lnTo>
                    <a:pt x="1134222" y="44316"/>
                  </a:lnTo>
                  <a:lnTo>
                    <a:pt x="1134099" y="43607"/>
                  </a:lnTo>
                  <a:lnTo>
                    <a:pt x="1134267" y="43315"/>
                  </a:lnTo>
                  <a:lnTo>
                    <a:pt x="1133878" y="42828"/>
                  </a:lnTo>
                  <a:lnTo>
                    <a:pt x="1134046" y="41619"/>
                  </a:lnTo>
                  <a:lnTo>
                    <a:pt x="1133950" y="41225"/>
                  </a:lnTo>
                  <a:lnTo>
                    <a:pt x="1133468" y="40807"/>
                  </a:lnTo>
                  <a:lnTo>
                    <a:pt x="1133514" y="39997"/>
                  </a:lnTo>
                  <a:lnTo>
                    <a:pt x="1133309" y="39844"/>
                  </a:lnTo>
                  <a:lnTo>
                    <a:pt x="1133897" y="39220"/>
                  </a:lnTo>
                  <a:lnTo>
                    <a:pt x="1133692" y="38909"/>
                  </a:lnTo>
                  <a:lnTo>
                    <a:pt x="1134443" y="37995"/>
                  </a:lnTo>
                  <a:lnTo>
                    <a:pt x="1134810" y="37095"/>
                  </a:lnTo>
                  <a:lnTo>
                    <a:pt x="1134576" y="36435"/>
                  </a:lnTo>
                  <a:lnTo>
                    <a:pt x="1134617" y="35066"/>
                  </a:lnTo>
                  <a:lnTo>
                    <a:pt x="1134009" y="34293"/>
                  </a:lnTo>
                  <a:lnTo>
                    <a:pt x="1134261" y="33717"/>
                  </a:lnTo>
                  <a:lnTo>
                    <a:pt x="1133925" y="33228"/>
                  </a:lnTo>
                  <a:lnTo>
                    <a:pt x="1134012" y="32270"/>
                  </a:lnTo>
                  <a:lnTo>
                    <a:pt x="1133503" y="31957"/>
                  </a:lnTo>
                  <a:lnTo>
                    <a:pt x="1133898" y="31681"/>
                  </a:lnTo>
                  <a:lnTo>
                    <a:pt x="1133645" y="31136"/>
                  </a:lnTo>
                  <a:lnTo>
                    <a:pt x="1133882" y="30770"/>
                  </a:lnTo>
                  <a:lnTo>
                    <a:pt x="1133656" y="30485"/>
                  </a:lnTo>
                  <a:lnTo>
                    <a:pt x="1133788" y="29855"/>
                  </a:lnTo>
                  <a:lnTo>
                    <a:pt x="1133618" y="29025"/>
                  </a:lnTo>
                  <a:lnTo>
                    <a:pt x="1134544" y="28049"/>
                  </a:lnTo>
                  <a:lnTo>
                    <a:pt x="1134866" y="26656"/>
                  </a:lnTo>
                  <a:lnTo>
                    <a:pt x="1135152" y="26474"/>
                  </a:lnTo>
                  <a:lnTo>
                    <a:pt x="1135575" y="25457"/>
                  </a:lnTo>
                  <a:lnTo>
                    <a:pt x="1135996" y="25636"/>
                  </a:lnTo>
                  <a:lnTo>
                    <a:pt x="1136347" y="25333"/>
                  </a:lnTo>
                  <a:lnTo>
                    <a:pt x="1138000" y="25044"/>
                  </a:lnTo>
                  <a:lnTo>
                    <a:pt x="1138701" y="24025"/>
                  </a:lnTo>
                  <a:lnTo>
                    <a:pt x="1138651" y="23726"/>
                  </a:lnTo>
                  <a:lnTo>
                    <a:pt x="1139073" y="23494"/>
                  </a:lnTo>
                  <a:lnTo>
                    <a:pt x="1139091" y="23152"/>
                  </a:lnTo>
                  <a:lnTo>
                    <a:pt x="1139675" y="23080"/>
                  </a:lnTo>
                  <a:lnTo>
                    <a:pt x="1139921" y="22497"/>
                  </a:lnTo>
                  <a:lnTo>
                    <a:pt x="1140604" y="22372"/>
                  </a:lnTo>
                  <a:lnTo>
                    <a:pt x="1143001" y="20312"/>
                  </a:lnTo>
                  <a:lnTo>
                    <a:pt x="1144569" y="19562"/>
                  </a:lnTo>
                  <a:lnTo>
                    <a:pt x="1145285" y="18759"/>
                  </a:lnTo>
                  <a:lnTo>
                    <a:pt x="1146067" y="18451"/>
                  </a:lnTo>
                  <a:lnTo>
                    <a:pt x="1148041" y="16504"/>
                  </a:lnTo>
                  <a:lnTo>
                    <a:pt x="1149453" y="15657"/>
                  </a:lnTo>
                  <a:lnTo>
                    <a:pt x="1149941" y="14012"/>
                  </a:lnTo>
                  <a:lnTo>
                    <a:pt x="1150530" y="13060"/>
                  </a:lnTo>
                  <a:lnTo>
                    <a:pt x="1151865" y="11918"/>
                  </a:lnTo>
                  <a:lnTo>
                    <a:pt x="1153000" y="9877"/>
                  </a:lnTo>
                  <a:lnTo>
                    <a:pt x="1153090" y="8503"/>
                  </a:lnTo>
                  <a:lnTo>
                    <a:pt x="1152667" y="3198"/>
                  </a:lnTo>
                  <a:lnTo>
                    <a:pt x="1152956" y="1528"/>
                  </a:lnTo>
                  <a:lnTo>
                    <a:pt x="1155503" y="672"/>
                  </a:lnTo>
                  <a:lnTo>
                    <a:pt x="1156801" y="0"/>
                  </a:lnTo>
                  <a:lnTo>
                    <a:pt x="1157703" y="11"/>
                  </a:lnTo>
                  <a:lnTo>
                    <a:pt x="1160448" y="3123"/>
                  </a:lnTo>
                  <a:lnTo>
                    <a:pt x="1162340" y="4399"/>
                  </a:lnTo>
                  <a:lnTo>
                    <a:pt x="1165154" y="3980"/>
                  </a:lnTo>
                  <a:lnTo>
                    <a:pt x="1169340" y="1798"/>
                  </a:lnTo>
                  <a:lnTo>
                    <a:pt x="1171603" y="1941"/>
                  </a:lnTo>
                  <a:lnTo>
                    <a:pt x="1176414" y="4684"/>
                  </a:lnTo>
                  <a:lnTo>
                    <a:pt x="1183280" y="4496"/>
                  </a:lnTo>
                  <a:lnTo>
                    <a:pt x="1191406" y="9237"/>
                  </a:lnTo>
                  <a:lnTo>
                    <a:pt x="1192289" y="10235"/>
                  </a:lnTo>
                  <a:lnTo>
                    <a:pt x="1198581" y="16654"/>
                  </a:lnTo>
                  <a:lnTo>
                    <a:pt x="1205250" y="22071"/>
                  </a:lnTo>
                  <a:lnTo>
                    <a:pt x="1211840" y="24227"/>
                  </a:lnTo>
                  <a:lnTo>
                    <a:pt x="1216638" y="28729"/>
                  </a:lnTo>
                  <a:lnTo>
                    <a:pt x="1217535" y="29606"/>
                  </a:lnTo>
                  <a:lnTo>
                    <a:pt x="1221423" y="35640"/>
                  </a:lnTo>
                  <a:lnTo>
                    <a:pt x="1224622" y="37861"/>
                  </a:lnTo>
                  <a:lnTo>
                    <a:pt x="1226578" y="38717"/>
                  </a:lnTo>
                  <a:lnTo>
                    <a:pt x="1227426" y="39354"/>
                  </a:lnTo>
                  <a:lnTo>
                    <a:pt x="1228209" y="41077"/>
                  </a:lnTo>
                  <a:lnTo>
                    <a:pt x="1229032" y="41879"/>
                  </a:lnTo>
                  <a:lnTo>
                    <a:pt x="1230412" y="42609"/>
                  </a:lnTo>
                  <a:lnTo>
                    <a:pt x="1231597" y="44365"/>
                  </a:lnTo>
                  <a:lnTo>
                    <a:pt x="1232518" y="44941"/>
                  </a:lnTo>
                  <a:lnTo>
                    <a:pt x="1233864" y="47074"/>
                  </a:lnTo>
                  <a:lnTo>
                    <a:pt x="1237523" y="49936"/>
                  </a:lnTo>
                  <a:lnTo>
                    <a:pt x="1237999" y="50973"/>
                  </a:lnTo>
                  <a:lnTo>
                    <a:pt x="1238777" y="54046"/>
                  </a:lnTo>
                  <a:lnTo>
                    <a:pt x="1238736" y="55898"/>
                  </a:lnTo>
                  <a:lnTo>
                    <a:pt x="1241768" y="56769"/>
                  </a:lnTo>
                  <a:lnTo>
                    <a:pt x="1243884" y="58068"/>
                  </a:lnTo>
                  <a:lnTo>
                    <a:pt x="1244480" y="58837"/>
                  </a:lnTo>
                  <a:lnTo>
                    <a:pt x="1244529" y="59558"/>
                  </a:lnTo>
                  <a:lnTo>
                    <a:pt x="1244512" y="61864"/>
                  </a:lnTo>
                  <a:lnTo>
                    <a:pt x="1245412" y="64185"/>
                  </a:lnTo>
                  <a:lnTo>
                    <a:pt x="1246056" y="64777"/>
                  </a:lnTo>
                  <a:lnTo>
                    <a:pt x="1247312" y="65370"/>
                  </a:lnTo>
                  <a:lnTo>
                    <a:pt x="1251241" y="68681"/>
                  </a:lnTo>
                  <a:lnTo>
                    <a:pt x="1252097" y="69092"/>
                  </a:lnTo>
                  <a:lnTo>
                    <a:pt x="1252203" y="69843"/>
                  </a:lnTo>
                  <a:lnTo>
                    <a:pt x="1252878" y="70765"/>
                  </a:lnTo>
                  <a:lnTo>
                    <a:pt x="1254055" y="71949"/>
                  </a:lnTo>
                  <a:lnTo>
                    <a:pt x="1254951" y="72256"/>
                  </a:lnTo>
                  <a:lnTo>
                    <a:pt x="1256159" y="73390"/>
                  </a:lnTo>
                  <a:lnTo>
                    <a:pt x="1256772" y="75035"/>
                  </a:lnTo>
                  <a:lnTo>
                    <a:pt x="1256671" y="75719"/>
                  </a:lnTo>
                  <a:lnTo>
                    <a:pt x="1258147" y="77659"/>
                  </a:lnTo>
                  <a:lnTo>
                    <a:pt x="1259401" y="78736"/>
                  </a:lnTo>
                  <a:lnTo>
                    <a:pt x="1259817" y="78240"/>
                  </a:lnTo>
                  <a:lnTo>
                    <a:pt x="1260308" y="78706"/>
                  </a:lnTo>
                  <a:lnTo>
                    <a:pt x="1260415" y="79626"/>
                  </a:lnTo>
                  <a:lnTo>
                    <a:pt x="1261772" y="80033"/>
                  </a:lnTo>
                  <a:lnTo>
                    <a:pt x="1261993" y="80518"/>
                  </a:lnTo>
                  <a:lnTo>
                    <a:pt x="1263420" y="78866"/>
                  </a:lnTo>
                  <a:lnTo>
                    <a:pt x="1266999" y="79761"/>
                  </a:lnTo>
                  <a:lnTo>
                    <a:pt x="1269681" y="81167"/>
                  </a:lnTo>
                  <a:lnTo>
                    <a:pt x="1270377" y="81056"/>
                  </a:lnTo>
                  <a:lnTo>
                    <a:pt x="1271618" y="81273"/>
                  </a:lnTo>
                  <a:lnTo>
                    <a:pt x="1272409" y="80987"/>
                  </a:lnTo>
                  <a:lnTo>
                    <a:pt x="1273456" y="81512"/>
                  </a:lnTo>
                  <a:lnTo>
                    <a:pt x="1274368" y="83089"/>
                  </a:lnTo>
                  <a:lnTo>
                    <a:pt x="1274962" y="85229"/>
                  </a:lnTo>
                  <a:lnTo>
                    <a:pt x="1275385" y="85858"/>
                  </a:lnTo>
                  <a:lnTo>
                    <a:pt x="1275244" y="86201"/>
                  </a:lnTo>
                  <a:lnTo>
                    <a:pt x="1275721" y="86935"/>
                  </a:lnTo>
                  <a:lnTo>
                    <a:pt x="1275854" y="87799"/>
                  </a:lnTo>
                  <a:lnTo>
                    <a:pt x="1275482" y="89197"/>
                  </a:lnTo>
                  <a:lnTo>
                    <a:pt x="1275663" y="89842"/>
                  </a:lnTo>
                  <a:lnTo>
                    <a:pt x="1275443" y="90033"/>
                  </a:lnTo>
                  <a:lnTo>
                    <a:pt x="1275463" y="90306"/>
                  </a:lnTo>
                  <a:lnTo>
                    <a:pt x="1275824" y="90488"/>
                  </a:lnTo>
                  <a:lnTo>
                    <a:pt x="1275459" y="90700"/>
                  </a:lnTo>
                  <a:lnTo>
                    <a:pt x="1275791" y="91107"/>
                  </a:lnTo>
                  <a:lnTo>
                    <a:pt x="1275760" y="91470"/>
                  </a:lnTo>
                  <a:lnTo>
                    <a:pt x="1276882" y="91559"/>
                  </a:lnTo>
                  <a:lnTo>
                    <a:pt x="1277269" y="91991"/>
                  </a:lnTo>
                  <a:lnTo>
                    <a:pt x="1277868" y="92056"/>
                  </a:lnTo>
                  <a:lnTo>
                    <a:pt x="1278063" y="92386"/>
                  </a:lnTo>
                  <a:lnTo>
                    <a:pt x="1278529" y="92285"/>
                  </a:lnTo>
                  <a:lnTo>
                    <a:pt x="1279092" y="92617"/>
                  </a:lnTo>
                  <a:lnTo>
                    <a:pt x="1279353" y="92223"/>
                  </a:lnTo>
                  <a:lnTo>
                    <a:pt x="1280061" y="92732"/>
                  </a:lnTo>
                  <a:lnTo>
                    <a:pt x="1280855" y="92629"/>
                  </a:lnTo>
                  <a:lnTo>
                    <a:pt x="1281446" y="92967"/>
                  </a:lnTo>
                  <a:lnTo>
                    <a:pt x="1281988" y="92715"/>
                  </a:lnTo>
                  <a:lnTo>
                    <a:pt x="1282634" y="93226"/>
                  </a:lnTo>
                  <a:lnTo>
                    <a:pt x="1283376" y="93003"/>
                  </a:lnTo>
                  <a:lnTo>
                    <a:pt x="1284633" y="93174"/>
                  </a:lnTo>
                  <a:lnTo>
                    <a:pt x="1285183" y="93564"/>
                  </a:lnTo>
                  <a:lnTo>
                    <a:pt x="1285505" y="93458"/>
                  </a:lnTo>
                  <a:lnTo>
                    <a:pt x="1286278" y="93754"/>
                  </a:lnTo>
                  <a:lnTo>
                    <a:pt x="1286371" y="93514"/>
                  </a:lnTo>
                  <a:lnTo>
                    <a:pt x="1286708" y="93491"/>
                  </a:lnTo>
                  <a:lnTo>
                    <a:pt x="1286975" y="93902"/>
                  </a:lnTo>
                  <a:lnTo>
                    <a:pt x="1287033" y="93680"/>
                  </a:lnTo>
                  <a:lnTo>
                    <a:pt x="1287581" y="93817"/>
                  </a:lnTo>
                  <a:lnTo>
                    <a:pt x="1287792" y="94149"/>
                  </a:lnTo>
                  <a:lnTo>
                    <a:pt x="1288771" y="93672"/>
                  </a:lnTo>
                  <a:lnTo>
                    <a:pt x="1289194" y="93937"/>
                  </a:lnTo>
                  <a:lnTo>
                    <a:pt x="1289825" y="93814"/>
                  </a:lnTo>
                  <a:lnTo>
                    <a:pt x="1289898" y="94043"/>
                  </a:lnTo>
                  <a:lnTo>
                    <a:pt x="1290244" y="93826"/>
                  </a:lnTo>
                  <a:lnTo>
                    <a:pt x="1290891" y="93314"/>
                  </a:lnTo>
                  <a:lnTo>
                    <a:pt x="1291195" y="93391"/>
                  </a:lnTo>
                  <a:lnTo>
                    <a:pt x="1294430" y="95772"/>
                  </a:lnTo>
                  <a:lnTo>
                    <a:pt x="1294951" y="96032"/>
                  </a:lnTo>
                  <a:lnTo>
                    <a:pt x="1296706" y="95994"/>
                  </a:lnTo>
                  <a:lnTo>
                    <a:pt x="1297251" y="96222"/>
                  </a:lnTo>
                  <a:lnTo>
                    <a:pt x="1297544" y="96632"/>
                  </a:lnTo>
                  <a:lnTo>
                    <a:pt x="1297842" y="96690"/>
                  </a:lnTo>
                  <a:lnTo>
                    <a:pt x="1299417" y="98725"/>
                  </a:lnTo>
                  <a:lnTo>
                    <a:pt x="1299985" y="98778"/>
                  </a:lnTo>
                  <a:lnTo>
                    <a:pt x="1300837" y="98497"/>
                  </a:lnTo>
                  <a:lnTo>
                    <a:pt x="1301113" y="98757"/>
                  </a:lnTo>
                  <a:lnTo>
                    <a:pt x="1301858" y="98542"/>
                  </a:lnTo>
                  <a:lnTo>
                    <a:pt x="1302613" y="98646"/>
                  </a:lnTo>
                  <a:lnTo>
                    <a:pt x="1304097" y="97715"/>
                  </a:lnTo>
                  <a:lnTo>
                    <a:pt x="1304453" y="97114"/>
                  </a:lnTo>
                  <a:lnTo>
                    <a:pt x="1305561" y="96938"/>
                  </a:lnTo>
                  <a:lnTo>
                    <a:pt x="1308030" y="97296"/>
                  </a:lnTo>
                  <a:lnTo>
                    <a:pt x="1308820" y="97847"/>
                  </a:lnTo>
                  <a:lnTo>
                    <a:pt x="1309344" y="97831"/>
                  </a:lnTo>
                  <a:lnTo>
                    <a:pt x="1309801" y="98247"/>
                  </a:lnTo>
                  <a:lnTo>
                    <a:pt x="1310518" y="98394"/>
                  </a:lnTo>
                  <a:lnTo>
                    <a:pt x="1311346" y="98144"/>
                  </a:lnTo>
                  <a:lnTo>
                    <a:pt x="1313024" y="98196"/>
                  </a:lnTo>
                  <a:lnTo>
                    <a:pt x="1313918" y="98638"/>
                  </a:lnTo>
                  <a:lnTo>
                    <a:pt x="1314578" y="98037"/>
                  </a:lnTo>
                  <a:lnTo>
                    <a:pt x="1315143" y="98476"/>
                  </a:lnTo>
                  <a:lnTo>
                    <a:pt x="1316118" y="98594"/>
                  </a:lnTo>
                  <a:lnTo>
                    <a:pt x="1316773" y="99025"/>
                  </a:lnTo>
                  <a:lnTo>
                    <a:pt x="1317772" y="98991"/>
                  </a:lnTo>
                  <a:lnTo>
                    <a:pt x="1318831" y="99587"/>
                  </a:lnTo>
                  <a:lnTo>
                    <a:pt x="1319455" y="99301"/>
                  </a:lnTo>
                  <a:lnTo>
                    <a:pt x="1321214" y="99712"/>
                  </a:lnTo>
                  <a:lnTo>
                    <a:pt x="1321528" y="100019"/>
                  </a:lnTo>
                  <a:lnTo>
                    <a:pt x="1322501" y="99828"/>
                  </a:lnTo>
                  <a:lnTo>
                    <a:pt x="1323363" y="100443"/>
                  </a:lnTo>
                  <a:lnTo>
                    <a:pt x="1324026" y="100540"/>
                  </a:lnTo>
                  <a:lnTo>
                    <a:pt x="1324325" y="100291"/>
                  </a:lnTo>
                  <a:lnTo>
                    <a:pt x="1324890" y="100664"/>
                  </a:lnTo>
                  <a:lnTo>
                    <a:pt x="1325751" y="100382"/>
                  </a:lnTo>
                  <a:lnTo>
                    <a:pt x="1327821" y="102545"/>
                  </a:lnTo>
                  <a:lnTo>
                    <a:pt x="1327953" y="104343"/>
                  </a:lnTo>
                  <a:lnTo>
                    <a:pt x="1328956" y="104018"/>
                  </a:lnTo>
                  <a:lnTo>
                    <a:pt x="1329508" y="103567"/>
                  </a:lnTo>
                  <a:lnTo>
                    <a:pt x="1330727" y="104173"/>
                  </a:lnTo>
                  <a:lnTo>
                    <a:pt x="1332699" y="106317"/>
                  </a:lnTo>
                  <a:lnTo>
                    <a:pt x="1331049" y="107940"/>
                  </a:lnTo>
                  <a:lnTo>
                    <a:pt x="1331598" y="110335"/>
                  </a:lnTo>
                  <a:lnTo>
                    <a:pt x="1333241" y="113694"/>
                  </a:lnTo>
                  <a:lnTo>
                    <a:pt x="1333244" y="114256"/>
                  </a:lnTo>
                  <a:lnTo>
                    <a:pt x="1333796" y="114540"/>
                  </a:lnTo>
                  <a:lnTo>
                    <a:pt x="1334477" y="113534"/>
                  </a:lnTo>
                  <a:lnTo>
                    <a:pt x="1336489" y="116425"/>
                  </a:lnTo>
                  <a:lnTo>
                    <a:pt x="1335824" y="118612"/>
                  </a:lnTo>
                  <a:lnTo>
                    <a:pt x="1334621" y="118986"/>
                  </a:lnTo>
                  <a:lnTo>
                    <a:pt x="1333762" y="119923"/>
                  </a:lnTo>
                  <a:lnTo>
                    <a:pt x="1332933" y="121319"/>
                  </a:lnTo>
                  <a:lnTo>
                    <a:pt x="1335369" y="122270"/>
                  </a:lnTo>
                  <a:lnTo>
                    <a:pt x="1335800" y="122043"/>
                  </a:lnTo>
                  <a:lnTo>
                    <a:pt x="1337791" y="119498"/>
                  </a:lnTo>
                  <a:lnTo>
                    <a:pt x="1338272" y="117520"/>
                  </a:lnTo>
                  <a:lnTo>
                    <a:pt x="1338829" y="117459"/>
                  </a:lnTo>
                  <a:lnTo>
                    <a:pt x="1339525" y="119679"/>
                  </a:lnTo>
                  <a:lnTo>
                    <a:pt x="1340557" y="119574"/>
                  </a:lnTo>
                  <a:lnTo>
                    <a:pt x="1341580" y="119850"/>
                  </a:lnTo>
                  <a:lnTo>
                    <a:pt x="1341907" y="123233"/>
                  </a:lnTo>
                  <a:lnTo>
                    <a:pt x="1339885" y="125603"/>
                  </a:lnTo>
                  <a:lnTo>
                    <a:pt x="1339564" y="126102"/>
                  </a:lnTo>
                  <a:lnTo>
                    <a:pt x="1339535" y="126781"/>
                  </a:lnTo>
                  <a:lnTo>
                    <a:pt x="1340040" y="127337"/>
                  </a:lnTo>
                  <a:lnTo>
                    <a:pt x="1341212" y="128033"/>
                  </a:lnTo>
                  <a:lnTo>
                    <a:pt x="1342937" y="128708"/>
                  </a:lnTo>
                  <a:lnTo>
                    <a:pt x="1342832" y="128969"/>
                  </a:lnTo>
                  <a:lnTo>
                    <a:pt x="1344689" y="129369"/>
                  </a:lnTo>
                  <a:lnTo>
                    <a:pt x="1346039" y="130059"/>
                  </a:lnTo>
                  <a:lnTo>
                    <a:pt x="1349253" y="131151"/>
                  </a:lnTo>
                  <a:lnTo>
                    <a:pt x="1349167" y="132976"/>
                  </a:lnTo>
                  <a:lnTo>
                    <a:pt x="1349530" y="134351"/>
                  </a:lnTo>
                  <a:lnTo>
                    <a:pt x="1350871" y="134934"/>
                  </a:lnTo>
                  <a:lnTo>
                    <a:pt x="1351219" y="136205"/>
                  </a:lnTo>
                  <a:lnTo>
                    <a:pt x="1352775" y="137008"/>
                  </a:lnTo>
                  <a:lnTo>
                    <a:pt x="1352674" y="137908"/>
                  </a:lnTo>
                  <a:lnTo>
                    <a:pt x="1351987" y="138156"/>
                  </a:lnTo>
                  <a:lnTo>
                    <a:pt x="1349631" y="137841"/>
                  </a:lnTo>
                  <a:lnTo>
                    <a:pt x="1349971" y="139387"/>
                  </a:lnTo>
                  <a:lnTo>
                    <a:pt x="1348583" y="139487"/>
                  </a:lnTo>
                  <a:lnTo>
                    <a:pt x="1348478" y="140204"/>
                  </a:lnTo>
                  <a:lnTo>
                    <a:pt x="1351604" y="141260"/>
                  </a:lnTo>
                  <a:lnTo>
                    <a:pt x="1353498" y="142722"/>
                  </a:lnTo>
                  <a:lnTo>
                    <a:pt x="1354110" y="143988"/>
                  </a:lnTo>
                  <a:lnTo>
                    <a:pt x="1355462" y="144468"/>
                  </a:lnTo>
                  <a:lnTo>
                    <a:pt x="1356280" y="145523"/>
                  </a:lnTo>
                  <a:lnTo>
                    <a:pt x="1357927" y="145978"/>
                  </a:lnTo>
                  <a:lnTo>
                    <a:pt x="1357705" y="146388"/>
                  </a:lnTo>
                  <a:lnTo>
                    <a:pt x="1357685" y="147406"/>
                  </a:lnTo>
                  <a:lnTo>
                    <a:pt x="1359040" y="149023"/>
                  </a:lnTo>
                  <a:lnTo>
                    <a:pt x="1358669" y="150295"/>
                  </a:lnTo>
                  <a:lnTo>
                    <a:pt x="1359265" y="149832"/>
                  </a:lnTo>
                  <a:lnTo>
                    <a:pt x="1360172" y="149620"/>
                  </a:lnTo>
                  <a:lnTo>
                    <a:pt x="1361046" y="150107"/>
                  </a:lnTo>
                  <a:lnTo>
                    <a:pt x="1361749" y="149534"/>
                  </a:lnTo>
                  <a:lnTo>
                    <a:pt x="1362401" y="150088"/>
                  </a:lnTo>
                  <a:lnTo>
                    <a:pt x="1363570" y="150293"/>
                  </a:lnTo>
                  <a:lnTo>
                    <a:pt x="1363641" y="151636"/>
                  </a:lnTo>
                  <a:lnTo>
                    <a:pt x="1364452" y="151351"/>
                  </a:lnTo>
                  <a:lnTo>
                    <a:pt x="1365640" y="150069"/>
                  </a:lnTo>
                  <a:lnTo>
                    <a:pt x="1367505" y="149854"/>
                  </a:lnTo>
                  <a:lnTo>
                    <a:pt x="1368333" y="149396"/>
                  </a:lnTo>
                  <a:lnTo>
                    <a:pt x="1369366" y="149741"/>
                  </a:lnTo>
                  <a:lnTo>
                    <a:pt x="1370943" y="150795"/>
                  </a:lnTo>
                  <a:lnTo>
                    <a:pt x="1372486" y="151228"/>
                  </a:lnTo>
                  <a:lnTo>
                    <a:pt x="1372948" y="151692"/>
                  </a:lnTo>
                  <a:lnTo>
                    <a:pt x="1373209" y="152447"/>
                  </a:lnTo>
                  <a:lnTo>
                    <a:pt x="1374192" y="152456"/>
                  </a:lnTo>
                  <a:lnTo>
                    <a:pt x="1375162" y="153085"/>
                  </a:lnTo>
                  <a:lnTo>
                    <a:pt x="1377326" y="153123"/>
                  </a:lnTo>
                  <a:lnTo>
                    <a:pt x="1378236" y="152242"/>
                  </a:lnTo>
                  <a:lnTo>
                    <a:pt x="1379471" y="152059"/>
                  </a:lnTo>
                  <a:lnTo>
                    <a:pt x="1381509" y="152368"/>
                  </a:lnTo>
                  <a:lnTo>
                    <a:pt x="1382609" y="153475"/>
                  </a:lnTo>
                  <a:lnTo>
                    <a:pt x="1384927" y="155006"/>
                  </a:lnTo>
                  <a:lnTo>
                    <a:pt x="1385343" y="155072"/>
                  </a:lnTo>
                  <a:lnTo>
                    <a:pt x="1385449" y="155514"/>
                  </a:lnTo>
                  <a:lnTo>
                    <a:pt x="1385995" y="155865"/>
                  </a:lnTo>
                  <a:lnTo>
                    <a:pt x="1385735" y="156096"/>
                  </a:lnTo>
                  <a:lnTo>
                    <a:pt x="1385623" y="157645"/>
                  </a:lnTo>
                  <a:lnTo>
                    <a:pt x="1385118" y="157815"/>
                  </a:lnTo>
                  <a:lnTo>
                    <a:pt x="1385220" y="158217"/>
                  </a:lnTo>
                  <a:lnTo>
                    <a:pt x="1384462" y="158683"/>
                  </a:lnTo>
                  <a:lnTo>
                    <a:pt x="1384642" y="159086"/>
                  </a:lnTo>
                  <a:lnTo>
                    <a:pt x="1384963" y="159180"/>
                  </a:lnTo>
                  <a:lnTo>
                    <a:pt x="1384865" y="159435"/>
                  </a:lnTo>
                  <a:lnTo>
                    <a:pt x="1385142" y="159709"/>
                  </a:lnTo>
                  <a:lnTo>
                    <a:pt x="1384892" y="159891"/>
                  </a:lnTo>
                  <a:lnTo>
                    <a:pt x="1385160" y="160340"/>
                  </a:lnTo>
                  <a:lnTo>
                    <a:pt x="1385105" y="160713"/>
                  </a:lnTo>
                  <a:lnTo>
                    <a:pt x="1385362" y="160924"/>
                  </a:lnTo>
                  <a:lnTo>
                    <a:pt x="1385288" y="161515"/>
                  </a:lnTo>
                  <a:lnTo>
                    <a:pt x="1385805" y="161926"/>
                  </a:lnTo>
                  <a:lnTo>
                    <a:pt x="1385657" y="162488"/>
                  </a:lnTo>
                  <a:lnTo>
                    <a:pt x="1385330" y="162662"/>
                  </a:lnTo>
                  <a:lnTo>
                    <a:pt x="1385188" y="163404"/>
                  </a:lnTo>
                  <a:lnTo>
                    <a:pt x="1384784" y="163492"/>
                  </a:lnTo>
                  <a:lnTo>
                    <a:pt x="1384936" y="164411"/>
                  </a:lnTo>
                  <a:lnTo>
                    <a:pt x="1384453" y="164879"/>
                  </a:lnTo>
                  <a:lnTo>
                    <a:pt x="1384885" y="165394"/>
                  </a:lnTo>
                  <a:lnTo>
                    <a:pt x="1385243" y="167153"/>
                  </a:lnTo>
                  <a:lnTo>
                    <a:pt x="1385518" y="167204"/>
                  </a:lnTo>
                  <a:lnTo>
                    <a:pt x="1385851" y="167861"/>
                  </a:lnTo>
                  <a:lnTo>
                    <a:pt x="1386086" y="167872"/>
                  </a:lnTo>
                  <a:lnTo>
                    <a:pt x="1386333" y="168653"/>
                  </a:lnTo>
                  <a:lnTo>
                    <a:pt x="1385912" y="169305"/>
                  </a:lnTo>
                  <a:lnTo>
                    <a:pt x="1386106" y="170729"/>
                  </a:lnTo>
                  <a:lnTo>
                    <a:pt x="1385118" y="172218"/>
                  </a:lnTo>
                  <a:lnTo>
                    <a:pt x="1384205" y="173083"/>
                  </a:lnTo>
                  <a:lnTo>
                    <a:pt x="1384435" y="173782"/>
                  </a:lnTo>
                  <a:lnTo>
                    <a:pt x="1383942" y="174197"/>
                  </a:lnTo>
                  <a:lnTo>
                    <a:pt x="1383936" y="175514"/>
                  </a:lnTo>
                  <a:lnTo>
                    <a:pt x="1383440" y="176508"/>
                  </a:lnTo>
                  <a:lnTo>
                    <a:pt x="1384385" y="177685"/>
                  </a:lnTo>
                  <a:lnTo>
                    <a:pt x="1384521" y="178729"/>
                  </a:lnTo>
                  <a:lnTo>
                    <a:pt x="1384072" y="179193"/>
                  </a:lnTo>
                  <a:lnTo>
                    <a:pt x="1383795" y="180799"/>
                  </a:lnTo>
                  <a:lnTo>
                    <a:pt x="1382253" y="182466"/>
                  </a:lnTo>
                  <a:lnTo>
                    <a:pt x="1381522" y="182963"/>
                  </a:lnTo>
                  <a:lnTo>
                    <a:pt x="1381158" y="183926"/>
                  </a:lnTo>
                  <a:lnTo>
                    <a:pt x="1380596" y="184275"/>
                  </a:lnTo>
                  <a:lnTo>
                    <a:pt x="1380765" y="184487"/>
                  </a:lnTo>
                  <a:lnTo>
                    <a:pt x="1380433" y="185022"/>
                  </a:lnTo>
                  <a:lnTo>
                    <a:pt x="1380665" y="185233"/>
                  </a:lnTo>
                  <a:lnTo>
                    <a:pt x="1380704" y="185766"/>
                  </a:lnTo>
                  <a:lnTo>
                    <a:pt x="1380310" y="185749"/>
                  </a:lnTo>
                  <a:lnTo>
                    <a:pt x="1379973" y="186345"/>
                  </a:lnTo>
                  <a:lnTo>
                    <a:pt x="1380369" y="186727"/>
                  </a:lnTo>
                  <a:lnTo>
                    <a:pt x="1379397" y="188330"/>
                  </a:lnTo>
                  <a:lnTo>
                    <a:pt x="1378786" y="188769"/>
                  </a:lnTo>
                  <a:lnTo>
                    <a:pt x="1377725" y="188679"/>
                  </a:lnTo>
                  <a:lnTo>
                    <a:pt x="1377067" y="188941"/>
                  </a:lnTo>
                  <a:lnTo>
                    <a:pt x="1376094" y="188167"/>
                  </a:lnTo>
                  <a:lnTo>
                    <a:pt x="1375578" y="188433"/>
                  </a:lnTo>
                  <a:lnTo>
                    <a:pt x="1374978" y="188051"/>
                  </a:lnTo>
                  <a:lnTo>
                    <a:pt x="1373969" y="187963"/>
                  </a:lnTo>
                  <a:lnTo>
                    <a:pt x="1373424" y="187403"/>
                  </a:lnTo>
                  <a:lnTo>
                    <a:pt x="1372898" y="187350"/>
                  </a:lnTo>
                  <a:lnTo>
                    <a:pt x="1371823" y="186580"/>
                  </a:lnTo>
                  <a:lnTo>
                    <a:pt x="1371528" y="186744"/>
                  </a:lnTo>
                  <a:lnTo>
                    <a:pt x="1370421" y="185905"/>
                  </a:lnTo>
                  <a:lnTo>
                    <a:pt x="1369452" y="185864"/>
                  </a:lnTo>
                  <a:lnTo>
                    <a:pt x="1368852" y="186314"/>
                  </a:lnTo>
                  <a:lnTo>
                    <a:pt x="1367546" y="185683"/>
                  </a:lnTo>
                  <a:lnTo>
                    <a:pt x="1367334" y="185899"/>
                  </a:lnTo>
                  <a:lnTo>
                    <a:pt x="1366789" y="185805"/>
                  </a:lnTo>
                  <a:lnTo>
                    <a:pt x="1366656" y="186010"/>
                  </a:lnTo>
                  <a:lnTo>
                    <a:pt x="1366160" y="185568"/>
                  </a:lnTo>
                  <a:lnTo>
                    <a:pt x="1365792" y="185561"/>
                  </a:lnTo>
                  <a:lnTo>
                    <a:pt x="1364574" y="185792"/>
                  </a:lnTo>
                  <a:lnTo>
                    <a:pt x="1363930" y="185640"/>
                  </a:lnTo>
                  <a:lnTo>
                    <a:pt x="1363744" y="185866"/>
                  </a:lnTo>
                  <a:lnTo>
                    <a:pt x="1362804" y="185636"/>
                  </a:lnTo>
                  <a:lnTo>
                    <a:pt x="1362293" y="186352"/>
                  </a:lnTo>
                  <a:lnTo>
                    <a:pt x="1361820" y="186398"/>
                  </a:lnTo>
                  <a:lnTo>
                    <a:pt x="1361356" y="186118"/>
                  </a:lnTo>
                  <a:lnTo>
                    <a:pt x="1360668" y="186460"/>
                  </a:lnTo>
                  <a:lnTo>
                    <a:pt x="1360178" y="186180"/>
                  </a:lnTo>
                  <a:lnTo>
                    <a:pt x="1359751" y="186580"/>
                  </a:lnTo>
                  <a:lnTo>
                    <a:pt x="1359014" y="186172"/>
                  </a:lnTo>
                  <a:lnTo>
                    <a:pt x="1357997" y="186453"/>
                  </a:lnTo>
                  <a:lnTo>
                    <a:pt x="1357844" y="186232"/>
                  </a:lnTo>
                  <a:lnTo>
                    <a:pt x="1357624" y="186415"/>
                  </a:lnTo>
                  <a:lnTo>
                    <a:pt x="1357378" y="186259"/>
                  </a:lnTo>
                  <a:lnTo>
                    <a:pt x="1356475" y="187046"/>
                  </a:lnTo>
                  <a:lnTo>
                    <a:pt x="1354688" y="187746"/>
                  </a:lnTo>
                  <a:lnTo>
                    <a:pt x="1354017" y="188600"/>
                  </a:lnTo>
                  <a:lnTo>
                    <a:pt x="1353315" y="188899"/>
                  </a:lnTo>
                  <a:lnTo>
                    <a:pt x="1351965" y="189066"/>
                  </a:lnTo>
                  <a:lnTo>
                    <a:pt x="1351102" y="188871"/>
                  </a:lnTo>
                  <a:lnTo>
                    <a:pt x="1350968" y="189242"/>
                  </a:lnTo>
                  <a:lnTo>
                    <a:pt x="1349983" y="189688"/>
                  </a:lnTo>
                  <a:lnTo>
                    <a:pt x="1349504" y="189307"/>
                  </a:lnTo>
                  <a:lnTo>
                    <a:pt x="1348519" y="189037"/>
                  </a:lnTo>
                  <a:lnTo>
                    <a:pt x="1348908" y="190272"/>
                  </a:lnTo>
                  <a:lnTo>
                    <a:pt x="1348979" y="192082"/>
                  </a:lnTo>
                  <a:lnTo>
                    <a:pt x="1348394" y="194003"/>
                  </a:lnTo>
                  <a:lnTo>
                    <a:pt x="1348725" y="196116"/>
                  </a:lnTo>
                  <a:lnTo>
                    <a:pt x="1348631" y="197007"/>
                  </a:lnTo>
                  <a:lnTo>
                    <a:pt x="1347667" y="199150"/>
                  </a:lnTo>
                  <a:lnTo>
                    <a:pt x="1347766" y="199479"/>
                  </a:lnTo>
                  <a:lnTo>
                    <a:pt x="1347218" y="200323"/>
                  </a:lnTo>
                  <a:lnTo>
                    <a:pt x="1345660" y="201595"/>
                  </a:lnTo>
                  <a:lnTo>
                    <a:pt x="1344335" y="201961"/>
                  </a:lnTo>
                  <a:lnTo>
                    <a:pt x="1341061" y="204052"/>
                  </a:lnTo>
                  <a:lnTo>
                    <a:pt x="1340345" y="204953"/>
                  </a:lnTo>
                  <a:lnTo>
                    <a:pt x="1340118" y="205949"/>
                  </a:lnTo>
                  <a:lnTo>
                    <a:pt x="1338485" y="208190"/>
                  </a:lnTo>
                  <a:lnTo>
                    <a:pt x="1335475" y="210118"/>
                  </a:lnTo>
                  <a:lnTo>
                    <a:pt x="1334357" y="209820"/>
                  </a:lnTo>
                  <a:lnTo>
                    <a:pt x="1334968" y="210300"/>
                  </a:lnTo>
                  <a:lnTo>
                    <a:pt x="1335228" y="210834"/>
                  </a:lnTo>
                  <a:lnTo>
                    <a:pt x="1337668" y="212178"/>
                  </a:lnTo>
                  <a:lnTo>
                    <a:pt x="1338646" y="212222"/>
                  </a:lnTo>
                  <a:lnTo>
                    <a:pt x="1339697" y="213427"/>
                  </a:lnTo>
                  <a:lnTo>
                    <a:pt x="1341548" y="213567"/>
                  </a:lnTo>
                  <a:lnTo>
                    <a:pt x="1342497" y="214127"/>
                  </a:lnTo>
                  <a:lnTo>
                    <a:pt x="1343163" y="215100"/>
                  </a:lnTo>
                  <a:lnTo>
                    <a:pt x="1344898" y="218883"/>
                  </a:lnTo>
                  <a:lnTo>
                    <a:pt x="1347924" y="221283"/>
                  </a:lnTo>
                  <a:lnTo>
                    <a:pt x="1347550" y="223910"/>
                  </a:lnTo>
                  <a:lnTo>
                    <a:pt x="1351149" y="225373"/>
                  </a:lnTo>
                  <a:lnTo>
                    <a:pt x="1351599" y="225895"/>
                  </a:lnTo>
                  <a:lnTo>
                    <a:pt x="1352537" y="226387"/>
                  </a:lnTo>
                  <a:lnTo>
                    <a:pt x="1354862" y="226646"/>
                  </a:lnTo>
                  <a:lnTo>
                    <a:pt x="1355171" y="226968"/>
                  </a:lnTo>
                  <a:lnTo>
                    <a:pt x="1355074" y="229995"/>
                  </a:lnTo>
                  <a:lnTo>
                    <a:pt x="1353638" y="231084"/>
                  </a:lnTo>
                  <a:lnTo>
                    <a:pt x="1354391" y="230999"/>
                  </a:lnTo>
                  <a:lnTo>
                    <a:pt x="1355483" y="230370"/>
                  </a:lnTo>
                  <a:lnTo>
                    <a:pt x="1356812" y="229050"/>
                  </a:lnTo>
                  <a:lnTo>
                    <a:pt x="1357631" y="228698"/>
                  </a:lnTo>
                  <a:lnTo>
                    <a:pt x="1360226" y="228143"/>
                  </a:lnTo>
                  <a:lnTo>
                    <a:pt x="1363624" y="228653"/>
                  </a:lnTo>
                  <a:lnTo>
                    <a:pt x="1364311" y="228371"/>
                  </a:lnTo>
                  <a:lnTo>
                    <a:pt x="1365199" y="227492"/>
                  </a:lnTo>
                  <a:lnTo>
                    <a:pt x="1366418" y="227303"/>
                  </a:lnTo>
                  <a:lnTo>
                    <a:pt x="1367064" y="226667"/>
                  </a:lnTo>
                  <a:lnTo>
                    <a:pt x="1368081" y="226465"/>
                  </a:lnTo>
                  <a:lnTo>
                    <a:pt x="1368451" y="226876"/>
                  </a:lnTo>
                  <a:lnTo>
                    <a:pt x="1368691" y="226795"/>
                  </a:lnTo>
                  <a:lnTo>
                    <a:pt x="1368927" y="227123"/>
                  </a:lnTo>
                  <a:lnTo>
                    <a:pt x="1369360" y="227226"/>
                  </a:lnTo>
                  <a:lnTo>
                    <a:pt x="1370424" y="227322"/>
                  </a:lnTo>
                  <a:lnTo>
                    <a:pt x="1371388" y="227038"/>
                  </a:lnTo>
                  <a:lnTo>
                    <a:pt x="1372197" y="227917"/>
                  </a:lnTo>
                  <a:lnTo>
                    <a:pt x="1372637" y="227982"/>
                  </a:lnTo>
                  <a:lnTo>
                    <a:pt x="1372993" y="228519"/>
                  </a:lnTo>
                  <a:lnTo>
                    <a:pt x="1374095" y="228986"/>
                  </a:lnTo>
                  <a:lnTo>
                    <a:pt x="1374242" y="229916"/>
                  </a:lnTo>
                  <a:lnTo>
                    <a:pt x="1373445" y="230436"/>
                  </a:lnTo>
                  <a:lnTo>
                    <a:pt x="1372870" y="231564"/>
                  </a:lnTo>
                  <a:lnTo>
                    <a:pt x="1372932" y="232172"/>
                  </a:lnTo>
                  <a:lnTo>
                    <a:pt x="1371601" y="234267"/>
                  </a:lnTo>
                  <a:lnTo>
                    <a:pt x="1371323" y="235143"/>
                  </a:lnTo>
                  <a:lnTo>
                    <a:pt x="1371539" y="235955"/>
                  </a:lnTo>
                  <a:lnTo>
                    <a:pt x="1372149" y="236334"/>
                  </a:lnTo>
                  <a:lnTo>
                    <a:pt x="1372348" y="236984"/>
                  </a:lnTo>
                  <a:lnTo>
                    <a:pt x="1371803" y="238611"/>
                  </a:lnTo>
                  <a:lnTo>
                    <a:pt x="1371687" y="239784"/>
                  </a:lnTo>
                  <a:lnTo>
                    <a:pt x="1371259" y="240334"/>
                  </a:lnTo>
                  <a:lnTo>
                    <a:pt x="1371179" y="241222"/>
                  </a:lnTo>
                  <a:lnTo>
                    <a:pt x="1371624" y="242207"/>
                  </a:lnTo>
                  <a:lnTo>
                    <a:pt x="1371466" y="242515"/>
                  </a:lnTo>
                  <a:lnTo>
                    <a:pt x="1370033" y="243168"/>
                  </a:lnTo>
                  <a:lnTo>
                    <a:pt x="1368189" y="243746"/>
                  </a:lnTo>
                  <a:lnTo>
                    <a:pt x="1366616" y="244861"/>
                  </a:lnTo>
                  <a:lnTo>
                    <a:pt x="1366993" y="245917"/>
                  </a:lnTo>
                  <a:lnTo>
                    <a:pt x="1368138" y="246269"/>
                  </a:lnTo>
                  <a:lnTo>
                    <a:pt x="1368518" y="246716"/>
                  </a:lnTo>
                  <a:lnTo>
                    <a:pt x="1368721" y="247797"/>
                  </a:lnTo>
                  <a:lnTo>
                    <a:pt x="1368571" y="248945"/>
                  </a:lnTo>
                  <a:lnTo>
                    <a:pt x="1369318" y="249655"/>
                  </a:lnTo>
                  <a:lnTo>
                    <a:pt x="1369592" y="250276"/>
                  </a:lnTo>
                  <a:lnTo>
                    <a:pt x="1369222" y="250883"/>
                  </a:lnTo>
                  <a:lnTo>
                    <a:pt x="1368614" y="251152"/>
                  </a:lnTo>
                  <a:lnTo>
                    <a:pt x="1368039" y="252095"/>
                  </a:lnTo>
                  <a:lnTo>
                    <a:pt x="1369295" y="252578"/>
                  </a:lnTo>
                  <a:lnTo>
                    <a:pt x="1369834" y="253031"/>
                  </a:lnTo>
                  <a:lnTo>
                    <a:pt x="1372603" y="253905"/>
                  </a:lnTo>
                  <a:lnTo>
                    <a:pt x="1373538" y="254824"/>
                  </a:lnTo>
                  <a:lnTo>
                    <a:pt x="1375225" y="255127"/>
                  </a:lnTo>
                  <a:lnTo>
                    <a:pt x="1377955" y="257355"/>
                  </a:lnTo>
                  <a:lnTo>
                    <a:pt x="1377200" y="260228"/>
                  </a:lnTo>
                  <a:lnTo>
                    <a:pt x="1378351" y="260684"/>
                  </a:lnTo>
                  <a:lnTo>
                    <a:pt x="1378626" y="260972"/>
                  </a:lnTo>
                  <a:lnTo>
                    <a:pt x="1378671" y="261514"/>
                  </a:lnTo>
                  <a:lnTo>
                    <a:pt x="1379633" y="262130"/>
                  </a:lnTo>
                  <a:lnTo>
                    <a:pt x="1380863" y="265838"/>
                  </a:lnTo>
                  <a:lnTo>
                    <a:pt x="1381689" y="265314"/>
                  </a:lnTo>
                  <a:lnTo>
                    <a:pt x="1381965" y="265713"/>
                  </a:lnTo>
                  <a:lnTo>
                    <a:pt x="1383617" y="264677"/>
                  </a:lnTo>
                  <a:lnTo>
                    <a:pt x="1384856" y="264616"/>
                  </a:lnTo>
                  <a:lnTo>
                    <a:pt x="1385562" y="263975"/>
                  </a:lnTo>
                  <a:lnTo>
                    <a:pt x="1385926" y="264041"/>
                  </a:lnTo>
                  <a:lnTo>
                    <a:pt x="1386179" y="263721"/>
                  </a:lnTo>
                  <a:lnTo>
                    <a:pt x="1385989" y="263426"/>
                  </a:lnTo>
                  <a:lnTo>
                    <a:pt x="1386478" y="262898"/>
                  </a:lnTo>
                  <a:lnTo>
                    <a:pt x="1387280" y="262278"/>
                  </a:lnTo>
                  <a:lnTo>
                    <a:pt x="1387991" y="262056"/>
                  </a:lnTo>
                  <a:lnTo>
                    <a:pt x="1389066" y="261804"/>
                  </a:lnTo>
                  <a:lnTo>
                    <a:pt x="1391353" y="261864"/>
                  </a:lnTo>
                  <a:lnTo>
                    <a:pt x="1393229" y="262524"/>
                  </a:lnTo>
                  <a:lnTo>
                    <a:pt x="1394854" y="262633"/>
                  </a:lnTo>
                  <a:lnTo>
                    <a:pt x="1396368" y="261177"/>
                  </a:lnTo>
                  <a:lnTo>
                    <a:pt x="1397077" y="262264"/>
                  </a:lnTo>
                  <a:lnTo>
                    <a:pt x="1396853" y="265089"/>
                  </a:lnTo>
                  <a:lnTo>
                    <a:pt x="1396686" y="265532"/>
                  </a:lnTo>
                  <a:lnTo>
                    <a:pt x="1396148" y="265414"/>
                  </a:lnTo>
                  <a:lnTo>
                    <a:pt x="1394284" y="268069"/>
                  </a:lnTo>
                  <a:lnTo>
                    <a:pt x="1393960" y="268774"/>
                  </a:lnTo>
                  <a:lnTo>
                    <a:pt x="1393693" y="270564"/>
                  </a:lnTo>
                  <a:lnTo>
                    <a:pt x="1393480" y="270589"/>
                  </a:lnTo>
                  <a:lnTo>
                    <a:pt x="1393821" y="270879"/>
                  </a:lnTo>
                  <a:lnTo>
                    <a:pt x="1393537" y="273045"/>
                  </a:lnTo>
                  <a:lnTo>
                    <a:pt x="1393943" y="275943"/>
                  </a:lnTo>
                  <a:lnTo>
                    <a:pt x="1393734" y="278529"/>
                  </a:lnTo>
                  <a:lnTo>
                    <a:pt x="1394408" y="280444"/>
                  </a:lnTo>
                  <a:lnTo>
                    <a:pt x="1394775" y="279959"/>
                  </a:lnTo>
                  <a:lnTo>
                    <a:pt x="1395451" y="280037"/>
                  </a:lnTo>
                  <a:lnTo>
                    <a:pt x="1396777" y="279434"/>
                  </a:lnTo>
                  <a:lnTo>
                    <a:pt x="1397425" y="277792"/>
                  </a:lnTo>
                  <a:lnTo>
                    <a:pt x="1397846" y="277496"/>
                  </a:lnTo>
                  <a:lnTo>
                    <a:pt x="1397915" y="276333"/>
                  </a:lnTo>
                  <a:lnTo>
                    <a:pt x="1398523" y="275573"/>
                  </a:lnTo>
                  <a:lnTo>
                    <a:pt x="1398469" y="274955"/>
                  </a:lnTo>
                  <a:lnTo>
                    <a:pt x="1398693" y="274955"/>
                  </a:lnTo>
                  <a:lnTo>
                    <a:pt x="1398702" y="274753"/>
                  </a:lnTo>
                  <a:lnTo>
                    <a:pt x="1398383" y="274436"/>
                  </a:lnTo>
                  <a:lnTo>
                    <a:pt x="1398926" y="273623"/>
                  </a:lnTo>
                  <a:lnTo>
                    <a:pt x="1398673" y="273231"/>
                  </a:lnTo>
                  <a:lnTo>
                    <a:pt x="1399037" y="273168"/>
                  </a:lnTo>
                  <a:lnTo>
                    <a:pt x="1399344" y="272671"/>
                  </a:lnTo>
                  <a:lnTo>
                    <a:pt x="1399898" y="272422"/>
                  </a:lnTo>
                  <a:lnTo>
                    <a:pt x="1400510" y="272696"/>
                  </a:lnTo>
                  <a:lnTo>
                    <a:pt x="1400982" y="272355"/>
                  </a:lnTo>
                  <a:lnTo>
                    <a:pt x="1402366" y="272651"/>
                  </a:lnTo>
                  <a:lnTo>
                    <a:pt x="1403945" y="272416"/>
                  </a:lnTo>
                  <a:lnTo>
                    <a:pt x="1406257" y="272857"/>
                  </a:lnTo>
                  <a:lnTo>
                    <a:pt x="1408646" y="272823"/>
                  </a:lnTo>
                  <a:lnTo>
                    <a:pt x="1409945" y="273125"/>
                  </a:lnTo>
                  <a:lnTo>
                    <a:pt x="1414640" y="271936"/>
                  </a:lnTo>
                  <a:lnTo>
                    <a:pt x="1416576" y="272876"/>
                  </a:lnTo>
                  <a:lnTo>
                    <a:pt x="1421275" y="273191"/>
                  </a:lnTo>
                  <a:lnTo>
                    <a:pt x="1423057" y="273658"/>
                  </a:lnTo>
                  <a:lnTo>
                    <a:pt x="1423812" y="273413"/>
                  </a:lnTo>
                  <a:lnTo>
                    <a:pt x="1423810" y="272668"/>
                  </a:lnTo>
                  <a:lnTo>
                    <a:pt x="1426071" y="272232"/>
                  </a:lnTo>
                  <a:lnTo>
                    <a:pt x="1426055" y="272846"/>
                  </a:lnTo>
                  <a:lnTo>
                    <a:pt x="1426514" y="272933"/>
                  </a:lnTo>
                  <a:lnTo>
                    <a:pt x="1426685" y="273259"/>
                  </a:lnTo>
                  <a:lnTo>
                    <a:pt x="1426708" y="273851"/>
                  </a:lnTo>
                  <a:lnTo>
                    <a:pt x="1427100" y="274446"/>
                  </a:lnTo>
                  <a:lnTo>
                    <a:pt x="1427343" y="275490"/>
                  </a:lnTo>
                  <a:lnTo>
                    <a:pt x="1426995" y="276271"/>
                  </a:lnTo>
                  <a:lnTo>
                    <a:pt x="1427083" y="276945"/>
                  </a:lnTo>
                  <a:lnTo>
                    <a:pt x="1424862" y="281483"/>
                  </a:lnTo>
                  <a:lnTo>
                    <a:pt x="1424896" y="282890"/>
                  </a:lnTo>
                  <a:lnTo>
                    <a:pt x="1424599" y="284318"/>
                  </a:lnTo>
                  <a:lnTo>
                    <a:pt x="1431164" y="286779"/>
                  </a:lnTo>
                  <a:lnTo>
                    <a:pt x="1432685" y="287796"/>
                  </a:lnTo>
                  <a:lnTo>
                    <a:pt x="1435331" y="288450"/>
                  </a:lnTo>
                  <a:lnTo>
                    <a:pt x="1435993" y="288591"/>
                  </a:lnTo>
                  <a:lnTo>
                    <a:pt x="1438266" y="288331"/>
                  </a:lnTo>
                  <a:lnTo>
                    <a:pt x="1440804" y="288597"/>
                  </a:lnTo>
                  <a:lnTo>
                    <a:pt x="1443427" y="288374"/>
                  </a:lnTo>
                  <a:lnTo>
                    <a:pt x="1446094" y="288978"/>
                  </a:lnTo>
                  <a:lnTo>
                    <a:pt x="1447854" y="287127"/>
                  </a:lnTo>
                  <a:lnTo>
                    <a:pt x="1449491" y="286681"/>
                  </a:lnTo>
                  <a:lnTo>
                    <a:pt x="1449130" y="285639"/>
                  </a:lnTo>
                  <a:lnTo>
                    <a:pt x="1449655" y="285356"/>
                  </a:lnTo>
                  <a:lnTo>
                    <a:pt x="1449872" y="284374"/>
                  </a:lnTo>
                  <a:lnTo>
                    <a:pt x="1449754" y="283674"/>
                  </a:lnTo>
                  <a:lnTo>
                    <a:pt x="1450253" y="283679"/>
                  </a:lnTo>
                  <a:lnTo>
                    <a:pt x="1450384" y="282912"/>
                  </a:lnTo>
                  <a:lnTo>
                    <a:pt x="1450973" y="282658"/>
                  </a:lnTo>
                  <a:lnTo>
                    <a:pt x="1451319" y="283040"/>
                  </a:lnTo>
                  <a:lnTo>
                    <a:pt x="1452415" y="283165"/>
                  </a:lnTo>
                  <a:lnTo>
                    <a:pt x="1453346" y="282863"/>
                  </a:lnTo>
                  <a:lnTo>
                    <a:pt x="1454288" y="282856"/>
                  </a:lnTo>
                  <a:lnTo>
                    <a:pt x="1454152" y="282478"/>
                  </a:lnTo>
                  <a:lnTo>
                    <a:pt x="1454429" y="282248"/>
                  </a:lnTo>
                  <a:lnTo>
                    <a:pt x="1454611" y="282354"/>
                  </a:lnTo>
                  <a:lnTo>
                    <a:pt x="1455981" y="281255"/>
                  </a:lnTo>
                  <a:lnTo>
                    <a:pt x="1456129" y="280766"/>
                  </a:lnTo>
                  <a:lnTo>
                    <a:pt x="1456238" y="280954"/>
                  </a:lnTo>
                  <a:lnTo>
                    <a:pt x="1456994" y="280538"/>
                  </a:lnTo>
                  <a:lnTo>
                    <a:pt x="1457452" y="279949"/>
                  </a:lnTo>
                  <a:lnTo>
                    <a:pt x="1458634" y="279312"/>
                  </a:lnTo>
                  <a:lnTo>
                    <a:pt x="1458837" y="278658"/>
                  </a:lnTo>
                  <a:lnTo>
                    <a:pt x="1458722" y="278290"/>
                  </a:lnTo>
                  <a:lnTo>
                    <a:pt x="1459049" y="278302"/>
                  </a:lnTo>
                  <a:lnTo>
                    <a:pt x="1459230" y="278041"/>
                  </a:lnTo>
                  <a:lnTo>
                    <a:pt x="1459075" y="277557"/>
                  </a:lnTo>
                  <a:lnTo>
                    <a:pt x="1459352" y="276180"/>
                  </a:lnTo>
                  <a:lnTo>
                    <a:pt x="1459866" y="275826"/>
                  </a:lnTo>
                  <a:lnTo>
                    <a:pt x="1460156" y="276001"/>
                  </a:lnTo>
                  <a:lnTo>
                    <a:pt x="1460161" y="275775"/>
                  </a:lnTo>
                  <a:lnTo>
                    <a:pt x="1460985" y="275184"/>
                  </a:lnTo>
                  <a:lnTo>
                    <a:pt x="1461154" y="275331"/>
                  </a:lnTo>
                  <a:lnTo>
                    <a:pt x="1460979" y="275479"/>
                  </a:lnTo>
                  <a:lnTo>
                    <a:pt x="1461802" y="275758"/>
                  </a:lnTo>
                  <a:lnTo>
                    <a:pt x="1462091" y="275494"/>
                  </a:lnTo>
                  <a:lnTo>
                    <a:pt x="1462849" y="275550"/>
                  </a:lnTo>
                  <a:lnTo>
                    <a:pt x="1463234" y="275941"/>
                  </a:lnTo>
                  <a:lnTo>
                    <a:pt x="1463801" y="275545"/>
                  </a:lnTo>
                  <a:lnTo>
                    <a:pt x="1464272" y="275896"/>
                  </a:lnTo>
                  <a:lnTo>
                    <a:pt x="1464133" y="276248"/>
                  </a:lnTo>
                  <a:lnTo>
                    <a:pt x="1464873" y="276247"/>
                  </a:lnTo>
                  <a:lnTo>
                    <a:pt x="1464892" y="276470"/>
                  </a:lnTo>
                  <a:lnTo>
                    <a:pt x="1465699" y="276740"/>
                  </a:lnTo>
                  <a:lnTo>
                    <a:pt x="1465639" y="277065"/>
                  </a:lnTo>
                  <a:lnTo>
                    <a:pt x="1467008" y="277994"/>
                  </a:lnTo>
                  <a:lnTo>
                    <a:pt x="1467388" y="278715"/>
                  </a:lnTo>
                  <a:lnTo>
                    <a:pt x="1468253" y="278340"/>
                  </a:lnTo>
                  <a:lnTo>
                    <a:pt x="1468531" y="278508"/>
                  </a:lnTo>
                  <a:lnTo>
                    <a:pt x="1468601" y="278333"/>
                  </a:lnTo>
                  <a:lnTo>
                    <a:pt x="1468548" y="278716"/>
                  </a:lnTo>
                  <a:lnTo>
                    <a:pt x="1468781" y="278821"/>
                  </a:lnTo>
                  <a:lnTo>
                    <a:pt x="1468836" y="278662"/>
                  </a:lnTo>
                  <a:lnTo>
                    <a:pt x="1469068" y="278933"/>
                  </a:lnTo>
                  <a:lnTo>
                    <a:pt x="1468890" y="279041"/>
                  </a:lnTo>
                  <a:lnTo>
                    <a:pt x="1469319" y="279298"/>
                  </a:lnTo>
                  <a:lnTo>
                    <a:pt x="1469200" y="279495"/>
                  </a:lnTo>
                  <a:lnTo>
                    <a:pt x="1469934" y="279696"/>
                  </a:lnTo>
                  <a:lnTo>
                    <a:pt x="1470257" y="279518"/>
                  </a:lnTo>
                  <a:lnTo>
                    <a:pt x="1470664" y="280088"/>
                  </a:lnTo>
                  <a:lnTo>
                    <a:pt x="1471721" y="279973"/>
                  </a:lnTo>
                  <a:lnTo>
                    <a:pt x="1472838" y="280596"/>
                  </a:lnTo>
                  <a:lnTo>
                    <a:pt x="1473008" y="281237"/>
                  </a:lnTo>
                  <a:lnTo>
                    <a:pt x="1473368" y="281430"/>
                  </a:lnTo>
                  <a:lnTo>
                    <a:pt x="1474517" y="281035"/>
                  </a:lnTo>
                  <a:lnTo>
                    <a:pt x="1474445" y="280405"/>
                  </a:lnTo>
                  <a:lnTo>
                    <a:pt x="1474945" y="279780"/>
                  </a:lnTo>
                  <a:lnTo>
                    <a:pt x="1475083" y="279960"/>
                  </a:lnTo>
                  <a:lnTo>
                    <a:pt x="1475595" y="279824"/>
                  </a:lnTo>
                  <a:lnTo>
                    <a:pt x="1475850" y="280103"/>
                  </a:lnTo>
                  <a:lnTo>
                    <a:pt x="1477057" y="279959"/>
                  </a:lnTo>
                  <a:lnTo>
                    <a:pt x="1477184" y="280169"/>
                  </a:lnTo>
                  <a:lnTo>
                    <a:pt x="1477760" y="280090"/>
                  </a:lnTo>
                  <a:lnTo>
                    <a:pt x="1477965" y="280291"/>
                  </a:lnTo>
                  <a:lnTo>
                    <a:pt x="1478402" y="279963"/>
                  </a:lnTo>
                  <a:lnTo>
                    <a:pt x="1478734" y="280042"/>
                  </a:lnTo>
                  <a:lnTo>
                    <a:pt x="1478946" y="280494"/>
                  </a:lnTo>
                  <a:lnTo>
                    <a:pt x="1479506" y="280263"/>
                  </a:lnTo>
                  <a:lnTo>
                    <a:pt x="1479765" y="280463"/>
                  </a:lnTo>
                  <a:lnTo>
                    <a:pt x="1480248" y="279949"/>
                  </a:lnTo>
                  <a:lnTo>
                    <a:pt x="1481385" y="279359"/>
                  </a:lnTo>
                  <a:lnTo>
                    <a:pt x="1482280" y="279584"/>
                  </a:lnTo>
                  <a:lnTo>
                    <a:pt x="1482964" y="279451"/>
                  </a:lnTo>
                  <a:lnTo>
                    <a:pt x="1482802" y="278773"/>
                  </a:lnTo>
                  <a:lnTo>
                    <a:pt x="1483838" y="277875"/>
                  </a:lnTo>
                  <a:lnTo>
                    <a:pt x="1484167" y="278008"/>
                  </a:lnTo>
                  <a:lnTo>
                    <a:pt x="1484506" y="277672"/>
                  </a:lnTo>
                  <a:lnTo>
                    <a:pt x="1485165" y="277664"/>
                  </a:lnTo>
                  <a:lnTo>
                    <a:pt x="1485336" y="277942"/>
                  </a:lnTo>
                  <a:lnTo>
                    <a:pt x="1486585" y="277906"/>
                  </a:lnTo>
                  <a:lnTo>
                    <a:pt x="1486937" y="278566"/>
                  </a:lnTo>
                  <a:lnTo>
                    <a:pt x="1487389" y="278712"/>
                  </a:lnTo>
                  <a:lnTo>
                    <a:pt x="1488031" y="279680"/>
                  </a:lnTo>
                  <a:lnTo>
                    <a:pt x="1487828" y="281371"/>
                  </a:lnTo>
                  <a:lnTo>
                    <a:pt x="1488202" y="281439"/>
                  </a:lnTo>
                  <a:lnTo>
                    <a:pt x="1488487" y="281818"/>
                  </a:lnTo>
                  <a:lnTo>
                    <a:pt x="1489328" y="281444"/>
                  </a:lnTo>
                  <a:lnTo>
                    <a:pt x="1489999" y="281803"/>
                  </a:lnTo>
                  <a:lnTo>
                    <a:pt x="1489917" y="282632"/>
                  </a:lnTo>
                  <a:lnTo>
                    <a:pt x="1490436" y="283497"/>
                  </a:lnTo>
                  <a:lnTo>
                    <a:pt x="1493037" y="283560"/>
                  </a:lnTo>
                  <a:lnTo>
                    <a:pt x="1494484" y="282545"/>
                  </a:lnTo>
                  <a:lnTo>
                    <a:pt x="1495449" y="282950"/>
                  </a:lnTo>
                  <a:lnTo>
                    <a:pt x="1495526" y="283795"/>
                  </a:lnTo>
                  <a:lnTo>
                    <a:pt x="1496205" y="284659"/>
                  </a:lnTo>
                  <a:lnTo>
                    <a:pt x="1495541" y="285157"/>
                  </a:lnTo>
                  <a:lnTo>
                    <a:pt x="1495369" y="285571"/>
                  </a:lnTo>
                  <a:lnTo>
                    <a:pt x="1495598" y="287317"/>
                  </a:lnTo>
                  <a:lnTo>
                    <a:pt x="1496256" y="288357"/>
                  </a:lnTo>
                  <a:lnTo>
                    <a:pt x="1497388" y="288110"/>
                  </a:lnTo>
                  <a:lnTo>
                    <a:pt x="1498729" y="287064"/>
                  </a:lnTo>
                  <a:lnTo>
                    <a:pt x="1501854" y="286296"/>
                  </a:lnTo>
                  <a:lnTo>
                    <a:pt x="1504371" y="286749"/>
                  </a:lnTo>
                  <a:lnTo>
                    <a:pt x="1507299" y="284983"/>
                  </a:lnTo>
                  <a:lnTo>
                    <a:pt x="1510932" y="285229"/>
                  </a:lnTo>
                  <a:lnTo>
                    <a:pt x="1510656" y="282708"/>
                  </a:lnTo>
                  <a:lnTo>
                    <a:pt x="1511680" y="282047"/>
                  </a:lnTo>
                  <a:lnTo>
                    <a:pt x="1512017" y="282369"/>
                  </a:lnTo>
                  <a:lnTo>
                    <a:pt x="1512830" y="282305"/>
                  </a:lnTo>
                  <a:lnTo>
                    <a:pt x="1512970" y="282743"/>
                  </a:lnTo>
                  <a:lnTo>
                    <a:pt x="1513434" y="282955"/>
                  </a:lnTo>
                  <a:lnTo>
                    <a:pt x="1514475" y="282277"/>
                  </a:lnTo>
                  <a:lnTo>
                    <a:pt x="1514886" y="281674"/>
                  </a:lnTo>
                  <a:lnTo>
                    <a:pt x="1514858" y="281135"/>
                  </a:lnTo>
                  <a:lnTo>
                    <a:pt x="1515550" y="280719"/>
                  </a:lnTo>
                  <a:lnTo>
                    <a:pt x="1518195" y="281197"/>
                  </a:lnTo>
                  <a:lnTo>
                    <a:pt x="1518930" y="281998"/>
                  </a:lnTo>
                  <a:lnTo>
                    <a:pt x="1519875" y="282180"/>
                  </a:lnTo>
                  <a:lnTo>
                    <a:pt x="1520377" y="282614"/>
                  </a:lnTo>
                  <a:lnTo>
                    <a:pt x="1521245" y="282627"/>
                  </a:lnTo>
                  <a:lnTo>
                    <a:pt x="1521705" y="282881"/>
                  </a:lnTo>
                  <a:lnTo>
                    <a:pt x="1523325" y="282844"/>
                  </a:lnTo>
                  <a:lnTo>
                    <a:pt x="1523762" y="282204"/>
                  </a:lnTo>
                  <a:lnTo>
                    <a:pt x="1524274" y="282077"/>
                  </a:lnTo>
                  <a:lnTo>
                    <a:pt x="1525985" y="282117"/>
                  </a:lnTo>
                  <a:lnTo>
                    <a:pt x="1527242" y="282597"/>
                  </a:lnTo>
                  <a:lnTo>
                    <a:pt x="1527721" y="282399"/>
                  </a:lnTo>
                  <a:lnTo>
                    <a:pt x="1528714" y="282456"/>
                  </a:lnTo>
                  <a:lnTo>
                    <a:pt x="1529639" y="282796"/>
                  </a:lnTo>
                  <a:lnTo>
                    <a:pt x="1529890" y="283261"/>
                  </a:lnTo>
                  <a:lnTo>
                    <a:pt x="1529697" y="283618"/>
                  </a:lnTo>
                  <a:lnTo>
                    <a:pt x="1530345" y="283721"/>
                  </a:lnTo>
                  <a:lnTo>
                    <a:pt x="1531890" y="285278"/>
                  </a:lnTo>
                  <a:lnTo>
                    <a:pt x="1532869" y="285617"/>
                  </a:lnTo>
                  <a:lnTo>
                    <a:pt x="1533138" y="285461"/>
                  </a:lnTo>
                  <a:lnTo>
                    <a:pt x="1533435" y="285733"/>
                  </a:lnTo>
                  <a:lnTo>
                    <a:pt x="1533767" y="285449"/>
                  </a:lnTo>
                  <a:lnTo>
                    <a:pt x="1534311" y="285551"/>
                  </a:lnTo>
                  <a:lnTo>
                    <a:pt x="1535239" y="285942"/>
                  </a:lnTo>
                  <a:lnTo>
                    <a:pt x="1536081" y="286718"/>
                  </a:lnTo>
                  <a:lnTo>
                    <a:pt x="1536596" y="286565"/>
                  </a:lnTo>
                  <a:lnTo>
                    <a:pt x="1537478" y="286829"/>
                  </a:lnTo>
                  <a:lnTo>
                    <a:pt x="1538663" y="285920"/>
                  </a:lnTo>
                  <a:lnTo>
                    <a:pt x="1539638" y="286021"/>
                  </a:lnTo>
                  <a:lnTo>
                    <a:pt x="1540946" y="287975"/>
                  </a:lnTo>
                  <a:lnTo>
                    <a:pt x="1541513" y="288013"/>
                  </a:lnTo>
                  <a:lnTo>
                    <a:pt x="1541780" y="288742"/>
                  </a:lnTo>
                  <a:lnTo>
                    <a:pt x="1542638" y="289008"/>
                  </a:lnTo>
                  <a:lnTo>
                    <a:pt x="1543154" y="289571"/>
                  </a:lnTo>
                  <a:lnTo>
                    <a:pt x="1543613" y="289585"/>
                  </a:lnTo>
                  <a:lnTo>
                    <a:pt x="1543619" y="289366"/>
                  </a:lnTo>
                  <a:lnTo>
                    <a:pt x="1544009" y="289517"/>
                  </a:lnTo>
                  <a:lnTo>
                    <a:pt x="1544279" y="289355"/>
                  </a:lnTo>
                  <a:lnTo>
                    <a:pt x="1544204" y="289145"/>
                  </a:lnTo>
                  <a:lnTo>
                    <a:pt x="1544593" y="289345"/>
                  </a:lnTo>
                  <a:lnTo>
                    <a:pt x="1545107" y="289135"/>
                  </a:lnTo>
                  <a:lnTo>
                    <a:pt x="1546154" y="289745"/>
                  </a:lnTo>
                  <a:lnTo>
                    <a:pt x="1547209" y="289631"/>
                  </a:lnTo>
                  <a:lnTo>
                    <a:pt x="1547653" y="289311"/>
                  </a:lnTo>
                  <a:lnTo>
                    <a:pt x="1548545" y="289792"/>
                  </a:lnTo>
                  <a:lnTo>
                    <a:pt x="1548554" y="290099"/>
                  </a:lnTo>
                  <a:lnTo>
                    <a:pt x="1549056" y="290303"/>
                  </a:lnTo>
                  <a:lnTo>
                    <a:pt x="1549913" y="291157"/>
                  </a:lnTo>
                  <a:lnTo>
                    <a:pt x="1550089" y="291020"/>
                  </a:lnTo>
                  <a:lnTo>
                    <a:pt x="1551317" y="291845"/>
                  </a:lnTo>
                  <a:lnTo>
                    <a:pt x="1551915" y="291793"/>
                  </a:lnTo>
                  <a:lnTo>
                    <a:pt x="1552707" y="292136"/>
                  </a:lnTo>
                  <a:lnTo>
                    <a:pt x="1553144" y="291896"/>
                  </a:lnTo>
                  <a:lnTo>
                    <a:pt x="1554066" y="292437"/>
                  </a:lnTo>
                  <a:lnTo>
                    <a:pt x="1555339" y="292369"/>
                  </a:lnTo>
                  <a:lnTo>
                    <a:pt x="1555943" y="292084"/>
                  </a:lnTo>
                  <a:lnTo>
                    <a:pt x="1557004" y="292294"/>
                  </a:lnTo>
                  <a:lnTo>
                    <a:pt x="1557449" y="292124"/>
                  </a:lnTo>
                  <a:lnTo>
                    <a:pt x="1558716" y="292118"/>
                  </a:lnTo>
                  <a:lnTo>
                    <a:pt x="1559218" y="292656"/>
                  </a:lnTo>
                  <a:lnTo>
                    <a:pt x="1562640" y="293283"/>
                  </a:lnTo>
                  <a:lnTo>
                    <a:pt x="1564478" y="293990"/>
                  </a:lnTo>
                  <a:lnTo>
                    <a:pt x="1567766" y="296405"/>
                  </a:lnTo>
                  <a:lnTo>
                    <a:pt x="1572112" y="298475"/>
                  </a:lnTo>
                  <a:lnTo>
                    <a:pt x="1574154" y="300037"/>
                  </a:lnTo>
                  <a:lnTo>
                    <a:pt x="1574276" y="300724"/>
                  </a:lnTo>
                  <a:lnTo>
                    <a:pt x="1574922" y="301526"/>
                  </a:lnTo>
                  <a:lnTo>
                    <a:pt x="1575649" y="304474"/>
                  </a:lnTo>
                  <a:lnTo>
                    <a:pt x="1576290" y="305410"/>
                  </a:lnTo>
                  <a:lnTo>
                    <a:pt x="1577653" y="305856"/>
                  </a:lnTo>
                  <a:lnTo>
                    <a:pt x="1577850" y="305678"/>
                  </a:lnTo>
                  <a:lnTo>
                    <a:pt x="1578796" y="305846"/>
                  </a:lnTo>
                  <a:lnTo>
                    <a:pt x="1580369" y="305036"/>
                  </a:lnTo>
                  <a:lnTo>
                    <a:pt x="1580862" y="305289"/>
                  </a:lnTo>
                  <a:lnTo>
                    <a:pt x="1581376" y="305099"/>
                  </a:lnTo>
                  <a:lnTo>
                    <a:pt x="1582089" y="304357"/>
                  </a:lnTo>
                  <a:lnTo>
                    <a:pt x="1583690" y="304669"/>
                  </a:lnTo>
                  <a:lnTo>
                    <a:pt x="1584362" y="304316"/>
                  </a:lnTo>
                  <a:lnTo>
                    <a:pt x="1585168" y="305144"/>
                  </a:lnTo>
                  <a:lnTo>
                    <a:pt x="1585722" y="305021"/>
                  </a:lnTo>
                  <a:lnTo>
                    <a:pt x="1586990" y="301768"/>
                  </a:lnTo>
                  <a:lnTo>
                    <a:pt x="1588080" y="301726"/>
                  </a:lnTo>
                  <a:lnTo>
                    <a:pt x="1589688" y="300581"/>
                  </a:lnTo>
                  <a:lnTo>
                    <a:pt x="1590286" y="300589"/>
                  </a:lnTo>
                  <a:lnTo>
                    <a:pt x="1590538" y="300889"/>
                  </a:lnTo>
                  <a:lnTo>
                    <a:pt x="1591715" y="300537"/>
                  </a:lnTo>
                  <a:lnTo>
                    <a:pt x="1591759" y="300800"/>
                  </a:lnTo>
                  <a:lnTo>
                    <a:pt x="1592076" y="300684"/>
                  </a:lnTo>
                  <a:lnTo>
                    <a:pt x="1592338" y="300879"/>
                  </a:lnTo>
                  <a:lnTo>
                    <a:pt x="1593023" y="300283"/>
                  </a:lnTo>
                  <a:lnTo>
                    <a:pt x="1593496" y="300306"/>
                  </a:lnTo>
                  <a:lnTo>
                    <a:pt x="1593693" y="299399"/>
                  </a:lnTo>
                  <a:lnTo>
                    <a:pt x="1594770" y="299361"/>
                  </a:lnTo>
                  <a:lnTo>
                    <a:pt x="1594962" y="299778"/>
                  </a:lnTo>
                  <a:lnTo>
                    <a:pt x="1595527" y="299710"/>
                  </a:lnTo>
                  <a:lnTo>
                    <a:pt x="1595698" y="299916"/>
                  </a:lnTo>
                  <a:lnTo>
                    <a:pt x="1596237" y="299687"/>
                  </a:lnTo>
                  <a:lnTo>
                    <a:pt x="1596755" y="299825"/>
                  </a:lnTo>
                  <a:lnTo>
                    <a:pt x="1597079" y="299135"/>
                  </a:lnTo>
                  <a:lnTo>
                    <a:pt x="1597277" y="299359"/>
                  </a:lnTo>
                  <a:lnTo>
                    <a:pt x="1597616" y="299176"/>
                  </a:lnTo>
                  <a:lnTo>
                    <a:pt x="1598015" y="299460"/>
                  </a:lnTo>
                  <a:lnTo>
                    <a:pt x="1598566" y="298998"/>
                  </a:lnTo>
                  <a:lnTo>
                    <a:pt x="1598760" y="299205"/>
                  </a:lnTo>
                  <a:lnTo>
                    <a:pt x="1599479" y="299260"/>
                  </a:lnTo>
                  <a:lnTo>
                    <a:pt x="1599761" y="299014"/>
                  </a:lnTo>
                  <a:lnTo>
                    <a:pt x="1600693" y="299268"/>
                  </a:lnTo>
                  <a:lnTo>
                    <a:pt x="1601305" y="299876"/>
                  </a:lnTo>
                  <a:lnTo>
                    <a:pt x="1602463" y="299793"/>
                  </a:lnTo>
                  <a:lnTo>
                    <a:pt x="1602991" y="300112"/>
                  </a:lnTo>
                  <a:lnTo>
                    <a:pt x="1603050" y="299883"/>
                  </a:lnTo>
                  <a:lnTo>
                    <a:pt x="1603346" y="299933"/>
                  </a:lnTo>
                  <a:lnTo>
                    <a:pt x="1603497" y="300170"/>
                  </a:lnTo>
                  <a:lnTo>
                    <a:pt x="1605042" y="299215"/>
                  </a:lnTo>
                  <a:lnTo>
                    <a:pt x="1605317" y="299531"/>
                  </a:lnTo>
                  <a:lnTo>
                    <a:pt x="1605720" y="299357"/>
                  </a:lnTo>
                  <a:lnTo>
                    <a:pt x="1606040" y="299749"/>
                  </a:lnTo>
                  <a:lnTo>
                    <a:pt x="1606802" y="299612"/>
                  </a:lnTo>
                  <a:lnTo>
                    <a:pt x="1606985" y="299910"/>
                  </a:lnTo>
                  <a:lnTo>
                    <a:pt x="1607910" y="300184"/>
                  </a:lnTo>
                  <a:lnTo>
                    <a:pt x="1609024" y="300171"/>
                  </a:lnTo>
                  <a:lnTo>
                    <a:pt x="1608991" y="299814"/>
                  </a:lnTo>
                  <a:lnTo>
                    <a:pt x="1609383" y="299479"/>
                  </a:lnTo>
                  <a:lnTo>
                    <a:pt x="1610238" y="299556"/>
                  </a:lnTo>
                  <a:lnTo>
                    <a:pt x="1610056" y="299916"/>
                  </a:lnTo>
                  <a:lnTo>
                    <a:pt x="1610542" y="301083"/>
                  </a:lnTo>
                  <a:lnTo>
                    <a:pt x="1610803" y="301667"/>
                  </a:lnTo>
                  <a:lnTo>
                    <a:pt x="1611455" y="302214"/>
                  </a:lnTo>
                  <a:lnTo>
                    <a:pt x="1611586" y="302986"/>
                  </a:lnTo>
                  <a:lnTo>
                    <a:pt x="1612710" y="304342"/>
                  </a:lnTo>
                  <a:lnTo>
                    <a:pt x="1612670" y="304673"/>
                  </a:lnTo>
                  <a:lnTo>
                    <a:pt x="1612878" y="304787"/>
                  </a:lnTo>
                  <a:lnTo>
                    <a:pt x="1612751" y="305221"/>
                  </a:lnTo>
                  <a:lnTo>
                    <a:pt x="1613225" y="305394"/>
                  </a:lnTo>
                  <a:lnTo>
                    <a:pt x="1613535" y="305912"/>
                  </a:lnTo>
                  <a:lnTo>
                    <a:pt x="1614170" y="306039"/>
                  </a:lnTo>
                  <a:lnTo>
                    <a:pt x="1615329" y="307894"/>
                  </a:lnTo>
                  <a:lnTo>
                    <a:pt x="1616151" y="308617"/>
                  </a:lnTo>
                  <a:lnTo>
                    <a:pt x="1616245" y="309084"/>
                  </a:lnTo>
                  <a:lnTo>
                    <a:pt x="1616929" y="309309"/>
                  </a:lnTo>
                  <a:lnTo>
                    <a:pt x="1616933" y="309682"/>
                  </a:lnTo>
                  <a:lnTo>
                    <a:pt x="1617512" y="309967"/>
                  </a:lnTo>
                  <a:lnTo>
                    <a:pt x="1617747" y="310419"/>
                  </a:lnTo>
                  <a:lnTo>
                    <a:pt x="1618069" y="310521"/>
                  </a:lnTo>
                  <a:lnTo>
                    <a:pt x="1618075" y="310805"/>
                  </a:lnTo>
                  <a:lnTo>
                    <a:pt x="1618677" y="311064"/>
                  </a:lnTo>
                  <a:lnTo>
                    <a:pt x="1619185" y="310877"/>
                  </a:lnTo>
                  <a:lnTo>
                    <a:pt x="1619635" y="311219"/>
                  </a:lnTo>
                  <a:lnTo>
                    <a:pt x="1620377" y="311322"/>
                  </a:lnTo>
                  <a:lnTo>
                    <a:pt x="1623498" y="313079"/>
                  </a:lnTo>
                  <a:lnTo>
                    <a:pt x="1625602" y="313508"/>
                  </a:lnTo>
                  <a:lnTo>
                    <a:pt x="1628905" y="316203"/>
                  </a:lnTo>
                  <a:lnTo>
                    <a:pt x="1630067" y="316660"/>
                  </a:lnTo>
                  <a:lnTo>
                    <a:pt x="1630681" y="316574"/>
                  </a:lnTo>
                  <a:lnTo>
                    <a:pt x="1631037" y="317001"/>
                  </a:lnTo>
                  <a:lnTo>
                    <a:pt x="1631566" y="317061"/>
                  </a:lnTo>
                  <a:lnTo>
                    <a:pt x="1631899" y="317448"/>
                  </a:lnTo>
                  <a:lnTo>
                    <a:pt x="1632229" y="317394"/>
                  </a:lnTo>
                  <a:lnTo>
                    <a:pt x="1634057" y="318908"/>
                  </a:lnTo>
                  <a:lnTo>
                    <a:pt x="1634275" y="318824"/>
                  </a:lnTo>
                  <a:lnTo>
                    <a:pt x="1635270" y="319522"/>
                  </a:lnTo>
                  <a:lnTo>
                    <a:pt x="1635245" y="319878"/>
                  </a:lnTo>
                  <a:lnTo>
                    <a:pt x="1635852" y="320383"/>
                  </a:lnTo>
                  <a:lnTo>
                    <a:pt x="1636181" y="320136"/>
                  </a:lnTo>
                  <a:lnTo>
                    <a:pt x="1636991" y="320558"/>
                  </a:lnTo>
                  <a:lnTo>
                    <a:pt x="1637296" y="321019"/>
                  </a:lnTo>
                  <a:lnTo>
                    <a:pt x="1638706" y="321145"/>
                  </a:lnTo>
                  <a:lnTo>
                    <a:pt x="1639243" y="321563"/>
                  </a:lnTo>
                  <a:lnTo>
                    <a:pt x="1639849" y="321688"/>
                  </a:lnTo>
                  <a:lnTo>
                    <a:pt x="1640077" y="322119"/>
                  </a:lnTo>
                  <a:lnTo>
                    <a:pt x="1640305" y="321990"/>
                  </a:lnTo>
                  <a:lnTo>
                    <a:pt x="1641312" y="322391"/>
                  </a:lnTo>
                  <a:lnTo>
                    <a:pt x="1642850" y="321861"/>
                  </a:lnTo>
                  <a:lnTo>
                    <a:pt x="1643147" y="322250"/>
                  </a:lnTo>
                  <a:lnTo>
                    <a:pt x="1644589" y="322053"/>
                  </a:lnTo>
                  <a:lnTo>
                    <a:pt x="1645138" y="321616"/>
                  </a:lnTo>
                  <a:lnTo>
                    <a:pt x="1648110" y="324602"/>
                  </a:lnTo>
                  <a:lnTo>
                    <a:pt x="1650078" y="326020"/>
                  </a:lnTo>
                  <a:lnTo>
                    <a:pt x="1656726" y="327585"/>
                  </a:lnTo>
                  <a:lnTo>
                    <a:pt x="1659781" y="327439"/>
                  </a:lnTo>
                  <a:lnTo>
                    <a:pt x="1662518" y="328154"/>
                  </a:lnTo>
                  <a:lnTo>
                    <a:pt x="1663319" y="328164"/>
                  </a:lnTo>
                  <a:lnTo>
                    <a:pt x="1666220" y="326079"/>
                  </a:lnTo>
                  <a:lnTo>
                    <a:pt x="1666453" y="329099"/>
                  </a:lnTo>
                  <a:lnTo>
                    <a:pt x="1666874" y="330027"/>
                  </a:lnTo>
                  <a:lnTo>
                    <a:pt x="1667313" y="333052"/>
                  </a:lnTo>
                  <a:lnTo>
                    <a:pt x="1668063" y="334454"/>
                  </a:lnTo>
                  <a:lnTo>
                    <a:pt x="1668241" y="336460"/>
                  </a:lnTo>
                  <a:lnTo>
                    <a:pt x="1669266" y="336550"/>
                  </a:lnTo>
                  <a:lnTo>
                    <a:pt x="1669566" y="341191"/>
                  </a:lnTo>
                  <a:lnTo>
                    <a:pt x="1669359" y="342197"/>
                  </a:lnTo>
                  <a:lnTo>
                    <a:pt x="1669939" y="342912"/>
                  </a:lnTo>
                  <a:lnTo>
                    <a:pt x="1670644" y="343074"/>
                  </a:lnTo>
                  <a:lnTo>
                    <a:pt x="1671801" y="344127"/>
                  </a:lnTo>
                  <a:lnTo>
                    <a:pt x="1672949" y="344612"/>
                  </a:lnTo>
                  <a:lnTo>
                    <a:pt x="1674047" y="344689"/>
                  </a:lnTo>
                  <a:lnTo>
                    <a:pt x="1675828" y="345683"/>
                  </a:lnTo>
                  <a:lnTo>
                    <a:pt x="1677811" y="343988"/>
                  </a:lnTo>
                  <a:lnTo>
                    <a:pt x="1677646" y="343754"/>
                  </a:lnTo>
                  <a:lnTo>
                    <a:pt x="1677838" y="343406"/>
                  </a:lnTo>
                  <a:lnTo>
                    <a:pt x="1678997" y="342782"/>
                  </a:lnTo>
                  <a:lnTo>
                    <a:pt x="1679496" y="341926"/>
                  </a:lnTo>
                  <a:lnTo>
                    <a:pt x="1680172" y="341811"/>
                  </a:lnTo>
                  <a:lnTo>
                    <a:pt x="1680300" y="341579"/>
                  </a:lnTo>
                  <a:lnTo>
                    <a:pt x="1680865" y="342183"/>
                  </a:lnTo>
                  <a:lnTo>
                    <a:pt x="1681571" y="342159"/>
                  </a:lnTo>
                  <a:lnTo>
                    <a:pt x="1683057" y="341014"/>
                  </a:lnTo>
                  <a:lnTo>
                    <a:pt x="1683738" y="341380"/>
                  </a:lnTo>
                  <a:lnTo>
                    <a:pt x="1684423" y="341031"/>
                  </a:lnTo>
                  <a:lnTo>
                    <a:pt x="1685072" y="341200"/>
                  </a:lnTo>
                  <a:lnTo>
                    <a:pt x="1685772" y="340811"/>
                  </a:lnTo>
                  <a:lnTo>
                    <a:pt x="1686374" y="338756"/>
                  </a:lnTo>
                  <a:lnTo>
                    <a:pt x="1688160" y="336901"/>
                  </a:lnTo>
                  <a:lnTo>
                    <a:pt x="1688213" y="335408"/>
                  </a:lnTo>
                  <a:lnTo>
                    <a:pt x="1688034" y="335106"/>
                  </a:lnTo>
                  <a:lnTo>
                    <a:pt x="1688372" y="334153"/>
                  </a:lnTo>
                  <a:lnTo>
                    <a:pt x="1688003" y="333508"/>
                  </a:lnTo>
                  <a:lnTo>
                    <a:pt x="1687775" y="332692"/>
                  </a:lnTo>
                  <a:lnTo>
                    <a:pt x="1687900" y="332512"/>
                  </a:lnTo>
                  <a:lnTo>
                    <a:pt x="1688436" y="332418"/>
                  </a:lnTo>
                  <a:lnTo>
                    <a:pt x="1689152" y="331910"/>
                  </a:lnTo>
                  <a:lnTo>
                    <a:pt x="1689071" y="331723"/>
                  </a:lnTo>
                  <a:lnTo>
                    <a:pt x="1689513" y="331186"/>
                  </a:lnTo>
                  <a:lnTo>
                    <a:pt x="1690048" y="331065"/>
                  </a:lnTo>
                  <a:lnTo>
                    <a:pt x="1691341" y="329517"/>
                  </a:lnTo>
                  <a:lnTo>
                    <a:pt x="1692712" y="329178"/>
                  </a:lnTo>
                  <a:lnTo>
                    <a:pt x="1693836" y="329509"/>
                  </a:lnTo>
                  <a:lnTo>
                    <a:pt x="1694460" y="329392"/>
                  </a:lnTo>
                  <a:lnTo>
                    <a:pt x="1695552" y="328620"/>
                  </a:lnTo>
                  <a:lnTo>
                    <a:pt x="1696612" y="328500"/>
                  </a:lnTo>
                  <a:lnTo>
                    <a:pt x="1696600" y="328009"/>
                  </a:lnTo>
                  <a:lnTo>
                    <a:pt x="1696882" y="327648"/>
                  </a:lnTo>
                  <a:lnTo>
                    <a:pt x="1695670" y="326467"/>
                  </a:lnTo>
                  <a:lnTo>
                    <a:pt x="1695657" y="326225"/>
                  </a:lnTo>
                  <a:lnTo>
                    <a:pt x="1696091" y="326175"/>
                  </a:lnTo>
                  <a:lnTo>
                    <a:pt x="1695790" y="325445"/>
                  </a:lnTo>
                  <a:lnTo>
                    <a:pt x="1695348" y="325240"/>
                  </a:lnTo>
                  <a:lnTo>
                    <a:pt x="1694836" y="324495"/>
                  </a:lnTo>
                  <a:lnTo>
                    <a:pt x="1696380" y="322965"/>
                  </a:lnTo>
                  <a:lnTo>
                    <a:pt x="1696599" y="322379"/>
                  </a:lnTo>
                  <a:lnTo>
                    <a:pt x="1696223" y="321872"/>
                  </a:lnTo>
                  <a:lnTo>
                    <a:pt x="1696371" y="321148"/>
                  </a:lnTo>
                  <a:lnTo>
                    <a:pt x="1695896" y="321193"/>
                  </a:lnTo>
                  <a:lnTo>
                    <a:pt x="1695755" y="320847"/>
                  </a:lnTo>
                  <a:lnTo>
                    <a:pt x="1696008" y="318655"/>
                  </a:lnTo>
                  <a:lnTo>
                    <a:pt x="1695724" y="318313"/>
                  </a:lnTo>
                  <a:lnTo>
                    <a:pt x="1696362" y="317657"/>
                  </a:lnTo>
                  <a:lnTo>
                    <a:pt x="1696199" y="317582"/>
                  </a:lnTo>
                  <a:lnTo>
                    <a:pt x="1696325" y="317310"/>
                  </a:lnTo>
                  <a:lnTo>
                    <a:pt x="1696971" y="317259"/>
                  </a:lnTo>
                  <a:lnTo>
                    <a:pt x="1696400" y="316813"/>
                  </a:lnTo>
                  <a:lnTo>
                    <a:pt x="1696895" y="316732"/>
                  </a:lnTo>
                  <a:lnTo>
                    <a:pt x="1697216" y="316165"/>
                  </a:lnTo>
                  <a:lnTo>
                    <a:pt x="1697380" y="316245"/>
                  </a:lnTo>
                  <a:lnTo>
                    <a:pt x="1697544" y="315499"/>
                  </a:lnTo>
                  <a:lnTo>
                    <a:pt x="1698411" y="314875"/>
                  </a:lnTo>
                  <a:lnTo>
                    <a:pt x="1698688" y="314898"/>
                  </a:lnTo>
                  <a:lnTo>
                    <a:pt x="1698952" y="314532"/>
                  </a:lnTo>
                  <a:lnTo>
                    <a:pt x="1699011" y="314128"/>
                  </a:lnTo>
                  <a:lnTo>
                    <a:pt x="1699443" y="313754"/>
                  </a:lnTo>
                  <a:lnTo>
                    <a:pt x="1699288" y="313326"/>
                  </a:lnTo>
                  <a:lnTo>
                    <a:pt x="1699653" y="313101"/>
                  </a:lnTo>
                  <a:lnTo>
                    <a:pt x="1699882" y="312068"/>
                  </a:lnTo>
                  <a:lnTo>
                    <a:pt x="1700345" y="312398"/>
                  </a:lnTo>
                  <a:lnTo>
                    <a:pt x="1700759" y="311598"/>
                  </a:lnTo>
                  <a:lnTo>
                    <a:pt x="1700573" y="311344"/>
                  </a:lnTo>
                  <a:lnTo>
                    <a:pt x="1701408" y="311144"/>
                  </a:lnTo>
                  <a:lnTo>
                    <a:pt x="1701075" y="310573"/>
                  </a:lnTo>
                  <a:lnTo>
                    <a:pt x="1701328" y="310308"/>
                  </a:lnTo>
                  <a:lnTo>
                    <a:pt x="1701139" y="309871"/>
                  </a:lnTo>
                  <a:lnTo>
                    <a:pt x="1701408" y="309823"/>
                  </a:lnTo>
                  <a:lnTo>
                    <a:pt x="1701452" y="309577"/>
                  </a:lnTo>
                  <a:lnTo>
                    <a:pt x="1701145" y="309589"/>
                  </a:lnTo>
                  <a:lnTo>
                    <a:pt x="1701155" y="309098"/>
                  </a:lnTo>
                  <a:lnTo>
                    <a:pt x="1705339" y="308947"/>
                  </a:lnTo>
                  <a:lnTo>
                    <a:pt x="1706701" y="308642"/>
                  </a:lnTo>
                  <a:lnTo>
                    <a:pt x="1709747" y="307089"/>
                  </a:lnTo>
                  <a:lnTo>
                    <a:pt x="1709999" y="307620"/>
                  </a:lnTo>
                  <a:lnTo>
                    <a:pt x="1710038" y="308934"/>
                  </a:lnTo>
                  <a:lnTo>
                    <a:pt x="1710986" y="310597"/>
                  </a:lnTo>
                  <a:lnTo>
                    <a:pt x="1711854" y="311199"/>
                  </a:lnTo>
                  <a:lnTo>
                    <a:pt x="1712411" y="312396"/>
                  </a:lnTo>
                  <a:lnTo>
                    <a:pt x="1712552" y="313960"/>
                  </a:lnTo>
                  <a:lnTo>
                    <a:pt x="1712358" y="314838"/>
                  </a:lnTo>
                  <a:lnTo>
                    <a:pt x="1712665" y="316599"/>
                  </a:lnTo>
                  <a:lnTo>
                    <a:pt x="1720735" y="317501"/>
                  </a:lnTo>
                  <a:lnTo>
                    <a:pt x="1722717" y="317255"/>
                  </a:lnTo>
                  <a:lnTo>
                    <a:pt x="1724469" y="317340"/>
                  </a:lnTo>
                  <a:lnTo>
                    <a:pt x="1728855" y="315902"/>
                  </a:lnTo>
                  <a:lnTo>
                    <a:pt x="1729975" y="314608"/>
                  </a:lnTo>
                  <a:lnTo>
                    <a:pt x="1733269" y="313065"/>
                  </a:lnTo>
                  <a:lnTo>
                    <a:pt x="1734624" y="310188"/>
                  </a:lnTo>
                  <a:lnTo>
                    <a:pt x="1738463" y="304267"/>
                  </a:lnTo>
                  <a:lnTo>
                    <a:pt x="1739021" y="304099"/>
                  </a:lnTo>
                  <a:lnTo>
                    <a:pt x="1738815" y="301912"/>
                  </a:lnTo>
                  <a:lnTo>
                    <a:pt x="1738152" y="301565"/>
                  </a:lnTo>
                  <a:lnTo>
                    <a:pt x="1737231" y="302076"/>
                  </a:lnTo>
                  <a:lnTo>
                    <a:pt x="1736234" y="301528"/>
                  </a:lnTo>
                  <a:lnTo>
                    <a:pt x="1736068" y="300000"/>
                  </a:lnTo>
                  <a:lnTo>
                    <a:pt x="1736297" y="299234"/>
                  </a:lnTo>
                  <a:lnTo>
                    <a:pt x="1736288" y="297918"/>
                  </a:lnTo>
                  <a:lnTo>
                    <a:pt x="1736741" y="297268"/>
                  </a:lnTo>
                  <a:lnTo>
                    <a:pt x="1736609" y="296772"/>
                  </a:lnTo>
                  <a:lnTo>
                    <a:pt x="1735732" y="296366"/>
                  </a:lnTo>
                  <a:lnTo>
                    <a:pt x="1735468" y="296774"/>
                  </a:lnTo>
                  <a:lnTo>
                    <a:pt x="1734458" y="296262"/>
                  </a:lnTo>
                  <a:lnTo>
                    <a:pt x="1733907" y="296411"/>
                  </a:lnTo>
                  <a:lnTo>
                    <a:pt x="1733152" y="295848"/>
                  </a:lnTo>
                  <a:lnTo>
                    <a:pt x="1732663" y="295030"/>
                  </a:lnTo>
                  <a:lnTo>
                    <a:pt x="1732873" y="294099"/>
                  </a:lnTo>
                  <a:lnTo>
                    <a:pt x="1731947" y="292484"/>
                  </a:lnTo>
                  <a:lnTo>
                    <a:pt x="1732591" y="291766"/>
                  </a:lnTo>
                  <a:lnTo>
                    <a:pt x="1732539" y="291504"/>
                  </a:lnTo>
                  <a:lnTo>
                    <a:pt x="1732007" y="291326"/>
                  </a:lnTo>
                  <a:lnTo>
                    <a:pt x="1732695" y="290857"/>
                  </a:lnTo>
                  <a:lnTo>
                    <a:pt x="1732786" y="290490"/>
                  </a:lnTo>
                  <a:lnTo>
                    <a:pt x="1732463" y="290532"/>
                  </a:lnTo>
                  <a:lnTo>
                    <a:pt x="1732123" y="290082"/>
                  </a:lnTo>
                  <a:lnTo>
                    <a:pt x="1732127" y="289540"/>
                  </a:lnTo>
                  <a:lnTo>
                    <a:pt x="1731662" y="289690"/>
                  </a:lnTo>
                  <a:lnTo>
                    <a:pt x="1731527" y="289096"/>
                  </a:lnTo>
                  <a:lnTo>
                    <a:pt x="1731637" y="288945"/>
                  </a:lnTo>
                  <a:lnTo>
                    <a:pt x="1732171" y="289070"/>
                  </a:lnTo>
                  <a:lnTo>
                    <a:pt x="1732270" y="288650"/>
                  </a:lnTo>
                  <a:lnTo>
                    <a:pt x="1731622" y="287129"/>
                  </a:lnTo>
                  <a:lnTo>
                    <a:pt x="1732436" y="286205"/>
                  </a:lnTo>
                  <a:lnTo>
                    <a:pt x="1732144" y="285700"/>
                  </a:lnTo>
                  <a:lnTo>
                    <a:pt x="1732186" y="284910"/>
                  </a:lnTo>
                  <a:lnTo>
                    <a:pt x="1731368" y="283969"/>
                  </a:lnTo>
                  <a:lnTo>
                    <a:pt x="1731252" y="283053"/>
                  </a:lnTo>
                  <a:lnTo>
                    <a:pt x="1731762" y="282528"/>
                  </a:lnTo>
                  <a:lnTo>
                    <a:pt x="1731449" y="282207"/>
                  </a:lnTo>
                  <a:lnTo>
                    <a:pt x="1731102" y="282296"/>
                  </a:lnTo>
                  <a:lnTo>
                    <a:pt x="1730758" y="281631"/>
                  </a:lnTo>
                  <a:lnTo>
                    <a:pt x="1730399" y="281473"/>
                  </a:lnTo>
                  <a:lnTo>
                    <a:pt x="1730886" y="280062"/>
                  </a:lnTo>
                  <a:lnTo>
                    <a:pt x="1731961" y="280333"/>
                  </a:lnTo>
                  <a:lnTo>
                    <a:pt x="1732664" y="279898"/>
                  </a:lnTo>
                  <a:lnTo>
                    <a:pt x="1733432" y="279888"/>
                  </a:lnTo>
                  <a:lnTo>
                    <a:pt x="1735493" y="279261"/>
                  </a:lnTo>
                  <a:lnTo>
                    <a:pt x="1735949" y="279006"/>
                  </a:lnTo>
                  <a:lnTo>
                    <a:pt x="1736212" y="278120"/>
                  </a:lnTo>
                  <a:lnTo>
                    <a:pt x="1736834" y="277396"/>
                  </a:lnTo>
                  <a:lnTo>
                    <a:pt x="1737668" y="278166"/>
                  </a:lnTo>
                  <a:lnTo>
                    <a:pt x="1737417" y="278589"/>
                  </a:lnTo>
                  <a:lnTo>
                    <a:pt x="1737565" y="278953"/>
                  </a:lnTo>
                  <a:lnTo>
                    <a:pt x="1738531" y="279198"/>
                  </a:lnTo>
                  <a:lnTo>
                    <a:pt x="1739562" y="278479"/>
                  </a:lnTo>
                  <a:lnTo>
                    <a:pt x="1740134" y="278988"/>
                  </a:lnTo>
                  <a:lnTo>
                    <a:pt x="1740732" y="279148"/>
                  </a:lnTo>
                  <a:lnTo>
                    <a:pt x="1740549" y="280724"/>
                  </a:lnTo>
                  <a:lnTo>
                    <a:pt x="1741023" y="280949"/>
                  </a:lnTo>
                  <a:lnTo>
                    <a:pt x="1742117" y="280626"/>
                  </a:lnTo>
                  <a:lnTo>
                    <a:pt x="1743035" y="279821"/>
                  </a:lnTo>
                  <a:lnTo>
                    <a:pt x="1744189" y="279567"/>
                  </a:lnTo>
                  <a:lnTo>
                    <a:pt x="1744632" y="280243"/>
                  </a:lnTo>
                  <a:lnTo>
                    <a:pt x="1745367" y="280486"/>
                  </a:lnTo>
                  <a:lnTo>
                    <a:pt x="1749493" y="278738"/>
                  </a:lnTo>
                  <a:lnTo>
                    <a:pt x="1751080" y="279799"/>
                  </a:lnTo>
                  <a:lnTo>
                    <a:pt x="1751801" y="279847"/>
                  </a:lnTo>
                  <a:lnTo>
                    <a:pt x="1752289" y="280551"/>
                  </a:lnTo>
                  <a:lnTo>
                    <a:pt x="1752663" y="280510"/>
                  </a:lnTo>
                  <a:lnTo>
                    <a:pt x="1753058" y="280806"/>
                  </a:lnTo>
                  <a:lnTo>
                    <a:pt x="1754176" y="280612"/>
                  </a:lnTo>
                  <a:lnTo>
                    <a:pt x="1754987" y="279707"/>
                  </a:lnTo>
                  <a:lnTo>
                    <a:pt x="1755896" y="279458"/>
                  </a:lnTo>
                  <a:lnTo>
                    <a:pt x="1756256" y="279783"/>
                  </a:lnTo>
                  <a:lnTo>
                    <a:pt x="1756329" y="279508"/>
                  </a:lnTo>
                  <a:lnTo>
                    <a:pt x="1756635" y="279500"/>
                  </a:lnTo>
                  <a:lnTo>
                    <a:pt x="1756809" y="280035"/>
                  </a:lnTo>
                  <a:lnTo>
                    <a:pt x="1757011" y="279861"/>
                  </a:lnTo>
                  <a:lnTo>
                    <a:pt x="1757496" y="280192"/>
                  </a:lnTo>
                  <a:lnTo>
                    <a:pt x="1757593" y="279690"/>
                  </a:lnTo>
                  <a:lnTo>
                    <a:pt x="1757841" y="279560"/>
                  </a:lnTo>
                  <a:lnTo>
                    <a:pt x="1757821" y="279825"/>
                  </a:lnTo>
                  <a:lnTo>
                    <a:pt x="1758175" y="279844"/>
                  </a:lnTo>
                  <a:lnTo>
                    <a:pt x="1758181" y="279502"/>
                  </a:lnTo>
                  <a:lnTo>
                    <a:pt x="1758848" y="279854"/>
                  </a:lnTo>
                  <a:lnTo>
                    <a:pt x="1758805" y="280215"/>
                  </a:lnTo>
                  <a:lnTo>
                    <a:pt x="1759276" y="280066"/>
                  </a:lnTo>
                  <a:lnTo>
                    <a:pt x="1759430" y="280408"/>
                  </a:lnTo>
                  <a:lnTo>
                    <a:pt x="1760091" y="279954"/>
                  </a:lnTo>
                  <a:lnTo>
                    <a:pt x="1761658" y="279905"/>
                  </a:lnTo>
                  <a:lnTo>
                    <a:pt x="1761961" y="280278"/>
                  </a:lnTo>
                  <a:lnTo>
                    <a:pt x="1762109" y="280173"/>
                  </a:lnTo>
                  <a:lnTo>
                    <a:pt x="1763143" y="280701"/>
                  </a:lnTo>
                  <a:lnTo>
                    <a:pt x="1763364" y="281242"/>
                  </a:lnTo>
                  <a:lnTo>
                    <a:pt x="1763675" y="281395"/>
                  </a:lnTo>
                  <a:lnTo>
                    <a:pt x="1764614" y="281149"/>
                  </a:lnTo>
                  <a:lnTo>
                    <a:pt x="1766499" y="281785"/>
                  </a:lnTo>
                  <a:lnTo>
                    <a:pt x="1766481" y="282156"/>
                  </a:lnTo>
                  <a:lnTo>
                    <a:pt x="1767305" y="282367"/>
                  </a:lnTo>
                  <a:lnTo>
                    <a:pt x="1767205" y="282724"/>
                  </a:lnTo>
                  <a:lnTo>
                    <a:pt x="1767471" y="283236"/>
                  </a:lnTo>
                  <a:lnTo>
                    <a:pt x="1767755" y="283129"/>
                  </a:lnTo>
                  <a:lnTo>
                    <a:pt x="1767783" y="283371"/>
                  </a:lnTo>
                  <a:lnTo>
                    <a:pt x="1768243" y="283116"/>
                  </a:lnTo>
                  <a:lnTo>
                    <a:pt x="1768254" y="283377"/>
                  </a:lnTo>
                  <a:lnTo>
                    <a:pt x="1768758" y="283519"/>
                  </a:lnTo>
                  <a:lnTo>
                    <a:pt x="1769699" y="284296"/>
                  </a:lnTo>
                  <a:lnTo>
                    <a:pt x="1771599" y="286398"/>
                  </a:lnTo>
                  <a:lnTo>
                    <a:pt x="1772262" y="285648"/>
                  </a:lnTo>
                  <a:lnTo>
                    <a:pt x="1773532" y="285426"/>
                  </a:lnTo>
                  <a:lnTo>
                    <a:pt x="1774660" y="285408"/>
                  </a:lnTo>
                  <a:lnTo>
                    <a:pt x="1777455" y="286005"/>
                  </a:lnTo>
                  <a:lnTo>
                    <a:pt x="1778639" y="284940"/>
                  </a:lnTo>
                  <a:lnTo>
                    <a:pt x="1778836" y="282850"/>
                  </a:lnTo>
                  <a:lnTo>
                    <a:pt x="1779968" y="280446"/>
                  </a:lnTo>
                  <a:lnTo>
                    <a:pt x="1780440" y="280075"/>
                  </a:lnTo>
                  <a:lnTo>
                    <a:pt x="1780656" y="279068"/>
                  </a:lnTo>
                  <a:lnTo>
                    <a:pt x="1781147" y="278388"/>
                  </a:lnTo>
                  <a:lnTo>
                    <a:pt x="1781129" y="277936"/>
                  </a:lnTo>
                  <a:lnTo>
                    <a:pt x="1781566" y="277160"/>
                  </a:lnTo>
                  <a:lnTo>
                    <a:pt x="1781323" y="276682"/>
                  </a:lnTo>
                  <a:lnTo>
                    <a:pt x="1781478" y="275575"/>
                  </a:lnTo>
                  <a:lnTo>
                    <a:pt x="1782461" y="274477"/>
                  </a:lnTo>
                  <a:lnTo>
                    <a:pt x="1782068" y="273349"/>
                  </a:lnTo>
                  <a:lnTo>
                    <a:pt x="1782238" y="272078"/>
                  </a:lnTo>
                  <a:lnTo>
                    <a:pt x="1782524" y="272199"/>
                  </a:lnTo>
                  <a:lnTo>
                    <a:pt x="1782630" y="272004"/>
                  </a:lnTo>
                  <a:lnTo>
                    <a:pt x="1782644" y="270813"/>
                  </a:lnTo>
                  <a:lnTo>
                    <a:pt x="1783409" y="269824"/>
                  </a:lnTo>
                  <a:lnTo>
                    <a:pt x="1784462" y="269857"/>
                  </a:lnTo>
                  <a:lnTo>
                    <a:pt x="1784645" y="269386"/>
                  </a:lnTo>
                  <a:lnTo>
                    <a:pt x="1784917" y="269388"/>
                  </a:lnTo>
                  <a:lnTo>
                    <a:pt x="1785189" y="268926"/>
                  </a:lnTo>
                  <a:lnTo>
                    <a:pt x="1785948" y="268627"/>
                  </a:lnTo>
                  <a:lnTo>
                    <a:pt x="1786118" y="268305"/>
                  </a:lnTo>
                  <a:lnTo>
                    <a:pt x="1786383" y="268409"/>
                  </a:lnTo>
                  <a:lnTo>
                    <a:pt x="1786635" y="267948"/>
                  </a:lnTo>
                  <a:lnTo>
                    <a:pt x="1786899" y="268089"/>
                  </a:lnTo>
                  <a:lnTo>
                    <a:pt x="1787276" y="267741"/>
                  </a:lnTo>
                  <a:lnTo>
                    <a:pt x="1787871" y="267772"/>
                  </a:lnTo>
                  <a:lnTo>
                    <a:pt x="1789244" y="267158"/>
                  </a:lnTo>
                  <a:lnTo>
                    <a:pt x="1789686" y="267260"/>
                  </a:lnTo>
                  <a:lnTo>
                    <a:pt x="1789270" y="267014"/>
                  </a:lnTo>
                  <a:lnTo>
                    <a:pt x="1788786" y="265565"/>
                  </a:lnTo>
                  <a:lnTo>
                    <a:pt x="1789806" y="263403"/>
                  </a:lnTo>
                  <a:lnTo>
                    <a:pt x="1790879" y="261949"/>
                  </a:lnTo>
                  <a:lnTo>
                    <a:pt x="1791014" y="261000"/>
                  </a:lnTo>
                  <a:lnTo>
                    <a:pt x="1790871" y="260470"/>
                  </a:lnTo>
                  <a:lnTo>
                    <a:pt x="1791299" y="259459"/>
                  </a:lnTo>
                  <a:lnTo>
                    <a:pt x="1791144" y="257980"/>
                  </a:lnTo>
                  <a:lnTo>
                    <a:pt x="1791785" y="256233"/>
                  </a:lnTo>
                  <a:lnTo>
                    <a:pt x="1792138" y="254199"/>
                  </a:lnTo>
                  <a:lnTo>
                    <a:pt x="1794954" y="249006"/>
                  </a:lnTo>
                  <a:lnTo>
                    <a:pt x="1795635" y="246813"/>
                  </a:lnTo>
                  <a:lnTo>
                    <a:pt x="1795823" y="246892"/>
                  </a:lnTo>
                  <a:lnTo>
                    <a:pt x="1796108" y="244893"/>
                  </a:lnTo>
                  <a:lnTo>
                    <a:pt x="1796078" y="243167"/>
                  </a:lnTo>
                  <a:lnTo>
                    <a:pt x="1795832" y="241915"/>
                  </a:lnTo>
                  <a:lnTo>
                    <a:pt x="1794846" y="239806"/>
                  </a:lnTo>
                  <a:lnTo>
                    <a:pt x="1794923" y="238045"/>
                  </a:lnTo>
                  <a:lnTo>
                    <a:pt x="1794612" y="236063"/>
                  </a:lnTo>
                  <a:lnTo>
                    <a:pt x="1795276" y="235443"/>
                  </a:lnTo>
                  <a:lnTo>
                    <a:pt x="1796445" y="233447"/>
                  </a:lnTo>
                  <a:lnTo>
                    <a:pt x="1797609" y="232124"/>
                  </a:lnTo>
                  <a:lnTo>
                    <a:pt x="1797680" y="231485"/>
                  </a:lnTo>
                  <a:lnTo>
                    <a:pt x="1798870" y="229552"/>
                  </a:lnTo>
                  <a:lnTo>
                    <a:pt x="1799343" y="228200"/>
                  </a:lnTo>
                  <a:lnTo>
                    <a:pt x="1799781" y="227970"/>
                  </a:lnTo>
                  <a:lnTo>
                    <a:pt x="1800160" y="228196"/>
                  </a:lnTo>
                  <a:lnTo>
                    <a:pt x="1801361" y="228047"/>
                  </a:lnTo>
                  <a:lnTo>
                    <a:pt x="1801597" y="228397"/>
                  </a:lnTo>
                  <a:lnTo>
                    <a:pt x="1801943" y="228399"/>
                  </a:lnTo>
                  <a:lnTo>
                    <a:pt x="1802069" y="228177"/>
                  </a:lnTo>
                  <a:lnTo>
                    <a:pt x="1803220" y="228529"/>
                  </a:lnTo>
                  <a:lnTo>
                    <a:pt x="1803700" y="227463"/>
                  </a:lnTo>
                  <a:lnTo>
                    <a:pt x="1802313" y="224123"/>
                  </a:lnTo>
                  <a:lnTo>
                    <a:pt x="1802850" y="223961"/>
                  </a:lnTo>
                  <a:lnTo>
                    <a:pt x="1800590" y="218186"/>
                  </a:lnTo>
                  <a:lnTo>
                    <a:pt x="1799808" y="216730"/>
                  </a:lnTo>
                  <a:lnTo>
                    <a:pt x="1798827" y="215202"/>
                  </a:lnTo>
                  <a:lnTo>
                    <a:pt x="1797523" y="213862"/>
                  </a:lnTo>
                  <a:lnTo>
                    <a:pt x="1796454" y="212064"/>
                  </a:lnTo>
                  <a:lnTo>
                    <a:pt x="1794027" y="210026"/>
                  </a:lnTo>
                  <a:lnTo>
                    <a:pt x="1792394" y="207529"/>
                  </a:lnTo>
                  <a:lnTo>
                    <a:pt x="1791622" y="205235"/>
                  </a:lnTo>
                  <a:lnTo>
                    <a:pt x="1790966" y="204225"/>
                  </a:lnTo>
                  <a:lnTo>
                    <a:pt x="1790346" y="198594"/>
                  </a:lnTo>
                  <a:lnTo>
                    <a:pt x="1792637" y="198649"/>
                  </a:lnTo>
                  <a:lnTo>
                    <a:pt x="1794565" y="198080"/>
                  </a:lnTo>
                  <a:lnTo>
                    <a:pt x="1800400" y="197701"/>
                  </a:lnTo>
                  <a:lnTo>
                    <a:pt x="1800313" y="196400"/>
                  </a:lnTo>
                  <a:lnTo>
                    <a:pt x="1806536" y="198525"/>
                  </a:lnTo>
                  <a:lnTo>
                    <a:pt x="1806628" y="197118"/>
                  </a:lnTo>
                  <a:lnTo>
                    <a:pt x="1808500" y="196992"/>
                  </a:lnTo>
                  <a:lnTo>
                    <a:pt x="1809390" y="196710"/>
                  </a:lnTo>
                  <a:lnTo>
                    <a:pt x="1811018" y="195964"/>
                  </a:lnTo>
                  <a:lnTo>
                    <a:pt x="1812320" y="194837"/>
                  </a:lnTo>
                  <a:lnTo>
                    <a:pt x="1814356" y="193927"/>
                  </a:lnTo>
                  <a:lnTo>
                    <a:pt x="1815458" y="194299"/>
                  </a:lnTo>
                  <a:lnTo>
                    <a:pt x="1816399" y="193801"/>
                  </a:lnTo>
                  <a:lnTo>
                    <a:pt x="1816822" y="192794"/>
                  </a:lnTo>
                  <a:lnTo>
                    <a:pt x="1816434" y="191941"/>
                  </a:lnTo>
                  <a:lnTo>
                    <a:pt x="1816526" y="191636"/>
                  </a:lnTo>
                  <a:lnTo>
                    <a:pt x="1817503" y="190226"/>
                  </a:lnTo>
                  <a:lnTo>
                    <a:pt x="1817932" y="190190"/>
                  </a:lnTo>
                  <a:lnTo>
                    <a:pt x="1817961" y="190974"/>
                  </a:lnTo>
                  <a:lnTo>
                    <a:pt x="1818676" y="192492"/>
                  </a:lnTo>
                  <a:lnTo>
                    <a:pt x="1819466" y="192920"/>
                  </a:lnTo>
                  <a:lnTo>
                    <a:pt x="1819332" y="193137"/>
                  </a:lnTo>
                  <a:lnTo>
                    <a:pt x="1818655" y="193132"/>
                  </a:lnTo>
                  <a:lnTo>
                    <a:pt x="1818846" y="194004"/>
                  </a:lnTo>
                  <a:lnTo>
                    <a:pt x="1819638" y="195433"/>
                  </a:lnTo>
                  <a:lnTo>
                    <a:pt x="1820164" y="195572"/>
                  </a:lnTo>
                  <a:lnTo>
                    <a:pt x="1820232" y="196537"/>
                  </a:lnTo>
                  <a:lnTo>
                    <a:pt x="1820579" y="196643"/>
                  </a:lnTo>
                  <a:lnTo>
                    <a:pt x="1820625" y="197224"/>
                  </a:lnTo>
                  <a:lnTo>
                    <a:pt x="1821493" y="197827"/>
                  </a:lnTo>
                  <a:lnTo>
                    <a:pt x="1821681" y="197415"/>
                  </a:lnTo>
                  <a:lnTo>
                    <a:pt x="1822137" y="197456"/>
                  </a:lnTo>
                  <a:lnTo>
                    <a:pt x="1822562" y="197853"/>
                  </a:lnTo>
                  <a:lnTo>
                    <a:pt x="1822621" y="197405"/>
                  </a:lnTo>
                  <a:lnTo>
                    <a:pt x="1822886" y="197294"/>
                  </a:lnTo>
                  <a:lnTo>
                    <a:pt x="1823428" y="198057"/>
                  </a:lnTo>
                  <a:lnTo>
                    <a:pt x="1824092" y="198490"/>
                  </a:lnTo>
                  <a:lnTo>
                    <a:pt x="1824204" y="198046"/>
                  </a:lnTo>
                  <a:lnTo>
                    <a:pt x="1824665" y="199134"/>
                  </a:lnTo>
                  <a:lnTo>
                    <a:pt x="1825158" y="198899"/>
                  </a:lnTo>
                  <a:lnTo>
                    <a:pt x="1826031" y="199399"/>
                  </a:lnTo>
                  <a:lnTo>
                    <a:pt x="1826077" y="200706"/>
                  </a:lnTo>
                  <a:lnTo>
                    <a:pt x="1825746" y="200723"/>
                  </a:lnTo>
                  <a:lnTo>
                    <a:pt x="1825775" y="200464"/>
                  </a:lnTo>
                  <a:lnTo>
                    <a:pt x="1825446" y="200741"/>
                  </a:lnTo>
                  <a:lnTo>
                    <a:pt x="1824554" y="200596"/>
                  </a:lnTo>
                  <a:lnTo>
                    <a:pt x="1823775" y="201001"/>
                  </a:lnTo>
                  <a:lnTo>
                    <a:pt x="1823971" y="201764"/>
                  </a:lnTo>
                  <a:lnTo>
                    <a:pt x="1823736" y="202495"/>
                  </a:lnTo>
                  <a:lnTo>
                    <a:pt x="1824448" y="203135"/>
                  </a:lnTo>
                  <a:lnTo>
                    <a:pt x="1824651" y="203745"/>
                  </a:lnTo>
                  <a:lnTo>
                    <a:pt x="1825027" y="203791"/>
                  </a:lnTo>
                  <a:lnTo>
                    <a:pt x="1824986" y="204368"/>
                  </a:lnTo>
                  <a:lnTo>
                    <a:pt x="1825872" y="204632"/>
                  </a:lnTo>
                  <a:lnTo>
                    <a:pt x="1826161" y="205152"/>
                  </a:lnTo>
                  <a:lnTo>
                    <a:pt x="1826959" y="205629"/>
                  </a:lnTo>
                  <a:lnTo>
                    <a:pt x="1827751" y="205533"/>
                  </a:lnTo>
                  <a:lnTo>
                    <a:pt x="1828235" y="205809"/>
                  </a:lnTo>
                  <a:lnTo>
                    <a:pt x="1828894" y="207038"/>
                  </a:lnTo>
                  <a:lnTo>
                    <a:pt x="1829065" y="208190"/>
                  </a:lnTo>
                  <a:lnTo>
                    <a:pt x="1829944" y="208282"/>
                  </a:lnTo>
                  <a:lnTo>
                    <a:pt x="1829686" y="208744"/>
                  </a:lnTo>
                  <a:lnTo>
                    <a:pt x="1830166" y="208949"/>
                  </a:lnTo>
                  <a:lnTo>
                    <a:pt x="1830379" y="208792"/>
                  </a:lnTo>
                  <a:lnTo>
                    <a:pt x="1830469" y="209104"/>
                  </a:lnTo>
                  <a:lnTo>
                    <a:pt x="1830885" y="209167"/>
                  </a:lnTo>
                  <a:lnTo>
                    <a:pt x="1830805" y="209462"/>
                  </a:lnTo>
                  <a:lnTo>
                    <a:pt x="1831799" y="209213"/>
                  </a:lnTo>
                  <a:lnTo>
                    <a:pt x="1831856" y="209661"/>
                  </a:lnTo>
                  <a:lnTo>
                    <a:pt x="1831474" y="210023"/>
                  </a:lnTo>
                  <a:lnTo>
                    <a:pt x="1831701" y="210334"/>
                  </a:lnTo>
                  <a:lnTo>
                    <a:pt x="1832179" y="210293"/>
                  </a:lnTo>
                  <a:lnTo>
                    <a:pt x="1832457" y="211127"/>
                  </a:lnTo>
                  <a:lnTo>
                    <a:pt x="1832830" y="210911"/>
                  </a:lnTo>
                  <a:lnTo>
                    <a:pt x="1832739" y="210347"/>
                  </a:lnTo>
                  <a:lnTo>
                    <a:pt x="1832900" y="210753"/>
                  </a:lnTo>
                  <a:lnTo>
                    <a:pt x="1833287" y="210466"/>
                  </a:lnTo>
                  <a:lnTo>
                    <a:pt x="1833354" y="211056"/>
                  </a:lnTo>
                  <a:lnTo>
                    <a:pt x="1833654" y="210823"/>
                  </a:lnTo>
                  <a:lnTo>
                    <a:pt x="1833802" y="211159"/>
                  </a:lnTo>
                  <a:lnTo>
                    <a:pt x="1834253" y="211200"/>
                  </a:lnTo>
                  <a:lnTo>
                    <a:pt x="1834168" y="212546"/>
                  </a:lnTo>
                  <a:lnTo>
                    <a:pt x="1834656" y="212633"/>
                  </a:lnTo>
                  <a:lnTo>
                    <a:pt x="1834630" y="212135"/>
                  </a:lnTo>
                  <a:lnTo>
                    <a:pt x="1834833" y="212423"/>
                  </a:lnTo>
                  <a:lnTo>
                    <a:pt x="1835438" y="212194"/>
                  </a:lnTo>
                  <a:lnTo>
                    <a:pt x="1835786" y="212831"/>
                  </a:lnTo>
                  <a:lnTo>
                    <a:pt x="1836494" y="212690"/>
                  </a:lnTo>
                  <a:lnTo>
                    <a:pt x="1836332" y="213367"/>
                  </a:lnTo>
                  <a:lnTo>
                    <a:pt x="1836725" y="213371"/>
                  </a:lnTo>
                  <a:lnTo>
                    <a:pt x="1836771" y="213096"/>
                  </a:lnTo>
                  <a:lnTo>
                    <a:pt x="1837431" y="212847"/>
                  </a:lnTo>
                  <a:lnTo>
                    <a:pt x="1837389" y="213486"/>
                  </a:lnTo>
                  <a:lnTo>
                    <a:pt x="1838105" y="214075"/>
                  </a:lnTo>
                  <a:lnTo>
                    <a:pt x="1840350" y="214500"/>
                  </a:lnTo>
                  <a:lnTo>
                    <a:pt x="1841028" y="214040"/>
                  </a:lnTo>
                  <a:lnTo>
                    <a:pt x="1841866" y="213910"/>
                  </a:lnTo>
                  <a:lnTo>
                    <a:pt x="1842427" y="214530"/>
                  </a:lnTo>
                  <a:lnTo>
                    <a:pt x="1842399" y="215026"/>
                  </a:lnTo>
                  <a:lnTo>
                    <a:pt x="1843585" y="216171"/>
                  </a:lnTo>
                  <a:lnTo>
                    <a:pt x="1843649" y="217033"/>
                  </a:lnTo>
                  <a:lnTo>
                    <a:pt x="1844216" y="217520"/>
                  </a:lnTo>
                  <a:lnTo>
                    <a:pt x="1844062" y="217682"/>
                  </a:lnTo>
                  <a:lnTo>
                    <a:pt x="1843631" y="217422"/>
                  </a:lnTo>
                  <a:lnTo>
                    <a:pt x="1843611" y="217810"/>
                  </a:lnTo>
                  <a:lnTo>
                    <a:pt x="1843252" y="217715"/>
                  </a:lnTo>
                  <a:lnTo>
                    <a:pt x="1843073" y="217941"/>
                  </a:lnTo>
                  <a:lnTo>
                    <a:pt x="1843584" y="218143"/>
                  </a:lnTo>
                  <a:lnTo>
                    <a:pt x="1843889" y="218947"/>
                  </a:lnTo>
                  <a:lnTo>
                    <a:pt x="1844236" y="220484"/>
                  </a:lnTo>
                  <a:lnTo>
                    <a:pt x="1843933" y="220885"/>
                  </a:lnTo>
                  <a:lnTo>
                    <a:pt x="1843962" y="221283"/>
                  </a:lnTo>
                  <a:lnTo>
                    <a:pt x="1844435" y="221152"/>
                  </a:lnTo>
                  <a:lnTo>
                    <a:pt x="1845193" y="221595"/>
                  </a:lnTo>
                  <a:lnTo>
                    <a:pt x="1845675" y="223254"/>
                  </a:lnTo>
                  <a:lnTo>
                    <a:pt x="1845424" y="225974"/>
                  </a:lnTo>
                  <a:lnTo>
                    <a:pt x="1844531" y="228931"/>
                  </a:lnTo>
                  <a:lnTo>
                    <a:pt x="1844764" y="230824"/>
                  </a:lnTo>
                  <a:lnTo>
                    <a:pt x="1845915" y="232365"/>
                  </a:lnTo>
                  <a:lnTo>
                    <a:pt x="1848972" y="234006"/>
                  </a:lnTo>
                  <a:lnTo>
                    <a:pt x="1850307" y="235032"/>
                  </a:lnTo>
                  <a:lnTo>
                    <a:pt x="1851412" y="236302"/>
                  </a:lnTo>
                  <a:lnTo>
                    <a:pt x="1852625" y="238310"/>
                  </a:lnTo>
                  <a:lnTo>
                    <a:pt x="1853409" y="238962"/>
                  </a:lnTo>
                  <a:lnTo>
                    <a:pt x="1854886" y="239330"/>
                  </a:lnTo>
                  <a:lnTo>
                    <a:pt x="1856738" y="238978"/>
                  </a:lnTo>
                  <a:lnTo>
                    <a:pt x="1858314" y="238323"/>
                  </a:lnTo>
                  <a:lnTo>
                    <a:pt x="1862249" y="235789"/>
                  </a:lnTo>
                  <a:lnTo>
                    <a:pt x="1863893" y="235263"/>
                  </a:lnTo>
                  <a:lnTo>
                    <a:pt x="1866571" y="234934"/>
                  </a:lnTo>
                  <a:lnTo>
                    <a:pt x="1871696" y="236589"/>
                  </a:lnTo>
                  <a:lnTo>
                    <a:pt x="1872214" y="237250"/>
                  </a:lnTo>
                  <a:lnTo>
                    <a:pt x="1872654" y="237383"/>
                  </a:lnTo>
                  <a:lnTo>
                    <a:pt x="1872645" y="237664"/>
                  </a:lnTo>
                  <a:lnTo>
                    <a:pt x="1873380" y="237901"/>
                  </a:lnTo>
                  <a:lnTo>
                    <a:pt x="1873024" y="238227"/>
                  </a:lnTo>
                  <a:lnTo>
                    <a:pt x="1873448" y="238918"/>
                  </a:lnTo>
                  <a:lnTo>
                    <a:pt x="1873407" y="239354"/>
                  </a:lnTo>
                  <a:lnTo>
                    <a:pt x="1873935" y="239096"/>
                  </a:lnTo>
                  <a:lnTo>
                    <a:pt x="1874572" y="239320"/>
                  </a:lnTo>
                  <a:lnTo>
                    <a:pt x="1874460" y="239793"/>
                  </a:lnTo>
                  <a:lnTo>
                    <a:pt x="1873915" y="240378"/>
                  </a:lnTo>
                  <a:lnTo>
                    <a:pt x="1874642" y="240750"/>
                  </a:lnTo>
                  <a:lnTo>
                    <a:pt x="1875080" y="240643"/>
                  </a:lnTo>
                  <a:lnTo>
                    <a:pt x="1875266" y="240960"/>
                  </a:lnTo>
                  <a:lnTo>
                    <a:pt x="1875711" y="240754"/>
                  </a:lnTo>
                  <a:lnTo>
                    <a:pt x="1875934" y="240974"/>
                  </a:lnTo>
                  <a:lnTo>
                    <a:pt x="1875612" y="241430"/>
                  </a:lnTo>
                  <a:lnTo>
                    <a:pt x="1876061" y="241775"/>
                  </a:lnTo>
                  <a:lnTo>
                    <a:pt x="1877099" y="241625"/>
                  </a:lnTo>
                  <a:lnTo>
                    <a:pt x="1877563" y="242172"/>
                  </a:lnTo>
                  <a:lnTo>
                    <a:pt x="1877633" y="241675"/>
                  </a:lnTo>
                  <a:lnTo>
                    <a:pt x="1877972" y="241661"/>
                  </a:lnTo>
                  <a:lnTo>
                    <a:pt x="1878041" y="241936"/>
                  </a:lnTo>
                  <a:lnTo>
                    <a:pt x="1877792" y="242229"/>
                  </a:lnTo>
                  <a:lnTo>
                    <a:pt x="1878056" y="242880"/>
                  </a:lnTo>
                  <a:lnTo>
                    <a:pt x="1878896" y="242619"/>
                  </a:lnTo>
                  <a:lnTo>
                    <a:pt x="1879237" y="243001"/>
                  </a:lnTo>
                  <a:lnTo>
                    <a:pt x="1879932" y="243104"/>
                  </a:lnTo>
                  <a:lnTo>
                    <a:pt x="1880802" y="242890"/>
                  </a:lnTo>
                  <a:lnTo>
                    <a:pt x="1882138" y="243450"/>
                  </a:lnTo>
                  <a:lnTo>
                    <a:pt x="1882378" y="243015"/>
                  </a:lnTo>
                  <a:lnTo>
                    <a:pt x="1882841" y="242793"/>
                  </a:lnTo>
                  <a:lnTo>
                    <a:pt x="1882929" y="243208"/>
                  </a:lnTo>
                  <a:lnTo>
                    <a:pt x="1883537" y="243362"/>
                  </a:lnTo>
                  <a:lnTo>
                    <a:pt x="1884030" y="242828"/>
                  </a:lnTo>
                  <a:lnTo>
                    <a:pt x="1884414" y="242862"/>
                  </a:lnTo>
                  <a:lnTo>
                    <a:pt x="1884638" y="242634"/>
                  </a:lnTo>
                  <a:lnTo>
                    <a:pt x="1887611" y="242429"/>
                  </a:lnTo>
                  <a:lnTo>
                    <a:pt x="1891045" y="243226"/>
                  </a:lnTo>
                  <a:lnTo>
                    <a:pt x="1892143" y="243074"/>
                  </a:lnTo>
                  <a:lnTo>
                    <a:pt x="1893016" y="242524"/>
                  </a:lnTo>
                  <a:lnTo>
                    <a:pt x="1895910" y="243093"/>
                  </a:lnTo>
                  <a:lnTo>
                    <a:pt x="1896775" y="242730"/>
                  </a:lnTo>
                  <a:lnTo>
                    <a:pt x="1898001" y="244194"/>
                  </a:lnTo>
                  <a:lnTo>
                    <a:pt x="1898307" y="244243"/>
                  </a:lnTo>
                  <a:lnTo>
                    <a:pt x="1899168" y="243668"/>
                  </a:lnTo>
                  <a:lnTo>
                    <a:pt x="1899013" y="242982"/>
                  </a:lnTo>
                  <a:lnTo>
                    <a:pt x="1899281" y="242776"/>
                  </a:lnTo>
                  <a:lnTo>
                    <a:pt x="1899997" y="243175"/>
                  </a:lnTo>
                  <a:lnTo>
                    <a:pt x="1900349" y="244302"/>
                  </a:lnTo>
                  <a:lnTo>
                    <a:pt x="1901686" y="245434"/>
                  </a:lnTo>
                  <a:lnTo>
                    <a:pt x="1902669" y="246892"/>
                  </a:lnTo>
                  <a:lnTo>
                    <a:pt x="1904333" y="248053"/>
                  </a:lnTo>
                  <a:lnTo>
                    <a:pt x="1904585" y="249429"/>
                  </a:lnTo>
                  <a:lnTo>
                    <a:pt x="1904361" y="249981"/>
                  </a:lnTo>
                  <a:lnTo>
                    <a:pt x="1905195" y="251984"/>
                  </a:lnTo>
                  <a:lnTo>
                    <a:pt x="1904997" y="252402"/>
                  </a:lnTo>
                  <a:lnTo>
                    <a:pt x="1904575" y="252616"/>
                  </a:lnTo>
                  <a:lnTo>
                    <a:pt x="1904778" y="253901"/>
                  </a:lnTo>
                  <a:lnTo>
                    <a:pt x="1906845" y="256591"/>
                  </a:lnTo>
                  <a:lnTo>
                    <a:pt x="1907340" y="256841"/>
                  </a:lnTo>
                  <a:lnTo>
                    <a:pt x="1908255" y="256684"/>
                  </a:lnTo>
                  <a:lnTo>
                    <a:pt x="1909771" y="256275"/>
                  </a:lnTo>
                  <a:lnTo>
                    <a:pt x="1910538" y="256332"/>
                  </a:lnTo>
                  <a:lnTo>
                    <a:pt x="1911425" y="257055"/>
                  </a:lnTo>
                  <a:lnTo>
                    <a:pt x="1912664" y="259030"/>
                  </a:lnTo>
                  <a:lnTo>
                    <a:pt x="1914177" y="259785"/>
                  </a:lnTo>
                  <a:lnTo>
                    <a:pt x="1914817" y="259742"/>
                  </a:lnTo>
                  <a:lnTo>
                    <a:pt x="1915651" y="260336"/>
                  </a:lnTo>
                  <a:lnTo>
                    <a:pt x="1916046" y="260325"/>
                  </a:lnTo>
                  <a:lnTo>
                    <a:pt x="1916272" y="259538"/>
                  </a:lnTo>
                  <a:lnTo>
                    <a:pt x="1917188" y="258410"/>
                  </a:lnTo>
                  <a:lnTo>
                    <a:pt x="1917615" y="257447"/>
                  </a:lnTo>
                  <a:lnTo>
                    <a:pt x="1917520" y="255503"/>
                  </a:lnTo>
                  <a:lnTo>
                    <a:pt x="1917786" y="254645"/>
                  </a:lnTo>
                  <a:lnTo>
                    <a:pt x="1917403" y="253133"/>
                  </a:lnTo>
                  <a:lnTo>
                    <a:pt x="1917821" y="252328"/>
                  </a:lnTo>
                  <a:lnTo>
                    <a:pt x="1918313" y="252176"/>
                  </a:lnTo>
                  <a:lnTo>
                    <a:pt x="1919893" y="252390"/>
                  </a:lnTo>
                  <a:lnTo>
                    <a:pt x="1921217" y="252024"/>
                  </a:lnTo>
                  <a:lnTo>
                    <a:pt x="1921978" y="251256"/>
                  </a:lnTo>
                  <a:lnTo>
                    <a:pt x="1922505" y="249702"/>
                  </a:lnTo>
                  <a:lnTo>
                    <a:pt x="1922524" y="248629"/>
                  </a:lnTo>
                  <a:lnTo>
                    <a:pt x="1923427" y="249327"/>
                  </a:lnTo>
                  <a:lnTo>
                    <a:pt x="1924458" y="249126"/>
                  </a:lnTo>
                  <a:lnTo>
                    <a:pt x="1925110" y="248834"/>
                  </a:lnTo>
                  <a:lnTo>
                    <a:pt x="1925494" y="248107"/>
                  </a:lnTo>
                  <a:lnTo>
                    <a:pt x="1925967" y="247764"/>
                  </a:lnTo>
                  <a:lnTo>
                    <a:pt x="1926060" y="247171"/>
                  </a:lnTo>
                  <a:lnTo>
                    <a:pt x="1926431" y="246984"/>
                  </a:lnTo>
                  <a:lnTo>
                    <a:pt x="1927939" y="246877"/>
                  </a:lnTo>
                  <a:lnTo>
                    <a:pt x="1929989" y="247802"/>
                  </a:lnTo>
                  <a:lnTo>
                    <a:pt x="1930370" y="247018"/>
                  </a:lnTo>
                  <a:lnTo>
                    <a:pt x="1929475" y="246119"/>
                  </a:lnTo>
                  <a:lnTo>
                    <a:pt x="1929974" y="245146"/>
                  </a:lnTo>
                  <a:lnTo>
                    <a:pt x="1930165" y="244838"/>
                  </a:lnTo>
                  <a:lnTo>
                    <a:pt x="1931708" y="243990"/>
                  </a:lnTo>
                  <a:lnTo>
                    <a:pt x="1932255" y="242927"/>
                  </a:lnTo>
                  <a:lnTo>
                    <a:pt x="1932259" y="242090"/>
                  </a:lnTo>
                  <a:lnTo>
                    <a:pt x="1932562" y="241687"/>
                  </a:lnTo>
                  <a:lnTo>
                    <a:pt x="1934320" y="241574"/>
                  </a:lnTo>
                  <a:lnTo>
                    <a:pt x="1933984" y="240100"/>
                  </a:lnTo>
                  <a:lnTo>
                    <a:pt x="1935379" y="238551"/>
                  </a:lnTo>
                  <a:lnTo>
                    <a:pt x="1936298" y="238953"/>
                  </a:lnTo>
                  <a:lnTo>
                    <a:pt x="1936722" y="238526"/>
                  </a:lnTo>
                  <a:lnTo>
                    <a:pt x="1937565" y="239642"/>
                  </a:lnTo>
                  <a:lnTo>
                    <a:pt x="1938242" y="239125"/>
                  </a:lnTo>
                  <a:lnTo>
                    <a:pt x="1939082" y="237371"/>
                  </a:lnTo>
                  <a:lnTo>
                    <a:pt x="1941125" y="236680"/>
                  </a:lnTo>
                  <a:lnTo>
                    <a:pt x="1943004" y="237338"/>
                  </a:lnTo>
                  <a:lnTo>
                    <a:pt x="1944584" y="237130"/>
                  </a:lnTo>
                  <a:lnTo>
                    <a:pt x="1945047" y="237783"/>
                  </a:lnTo>
                  <a:lnTo>
                    <a:pt x="1945568" y="236318"/>
                  </a:lnTo>
                  <a:lnTo>
                    <a:pt x="1947798" y="234451"/>
                  </a:lnTo>
                  <a:lnTo>
                    <a:pt x="1948089" y="233425"/>
                  </a:lnTo>
                  <a:lnTo>
                    <a:pt x="1948469" y="233146"/>
                  </a:lnTo>
                  <a:lnTo>
                    <a:pt x="1949241" y="233264"/>
                  </a:lnTo>
                  <a:lnTo>
                    <a:pt x="1950344" y="232995"/>
                  </a:lnTo>
                  <a:lnTo>
                    <a:pt x="1951016" y="232368"/>
                  </a:lnTo>
                  <a:lnTo>
                    <a:pt x="1951096" y="231721"/>
                  </a:lnTo>
                  <a:lnTo>
                    <a:pt x="1950439" y="231038"/>
                  </a:lnTo>
                  <a:lnTo>
                    <a:pt x="1950438" y="230494"/>
                  </a:lnTo>
                  <a:lnTo>
                    <a:pt x="1950956" y="230049"/>
                  </a:lnTo>
                  <a:lnTo>
                    <a:pt x="1951369" y="230003"/>
                  </a:lnTo>
                  <a:lnTo>
                    <a:pt x="1951373" y="229705"/>
                  </a:lnTo>
                  <a:lnTo>
                    <a:pt x="1951956" y="229100"/>
                  </a:lnTo>
                  <a:lnTo>
                    <a:pt x="1952231" y="227927"/>
                  </a:lnTo>
                  <a:lnTo>
                    <a:pt x="1953462" y="226635"/>
                  </a:lnTo>
                  <a:lnTo>
                    <a:pt x="1954046" y="226855"/>
                  </a:lnTo>
                  <a:lnTo>
                    <a:pt x="1954566" y="226441"/>
                  </a:lnTo>
                  <a:lnTo>
                    <a:pt x="1953925" y="226108"/>
                  </a:lnTo>
                  <a:lnTo>
                    <a:pt x="1954267" y="224842"/>
                  </a:lnTo>
                  <a:lnTo>
                    <a:pt x="1955387" y="224974"/>
                  </a:lnTo>
                  <a:lnTo>
                    <a:pt x="1956413" y="224535"/>
                  </a:lnTo>
                  <a:lnTo>
                    <a:pt x="1956940" y="224912"/>
                  </a:lnTo>
                  <a:lnTo>
                    <a:pt x="1957803" y="224378"/>
                  </a:lnTo>
                  <a:lnTo>
                    <a:pt x="1957620" y="223782"/>
                  </a:lnTo>
                  <a:lnTo>
                    <a:pt x="1957843" y="222542"/>
                  </a:lnTo>
                  <a:lnTo>
                    <a:pt x="1957979" y="222356"/>
                  </a:lnTo>
                  <a:lnTo>
                    <a:pt x="1958321" y="222547"/>
                  </a:lnTo>
                  <a:lnTo>
                    <a:pt x="1958471" y="222239"/>
                  </a:lnTo>
                  <a:lnTo>
                    <a:pt x="1957977" y="222018"/>
                  </a:lnTo>
                  <a:lnTo>
                    <a:pt x="1958293" y="221590"/>
                  </a:lnTo>
                  <a:lnTo>
                    <a:pt x="1958215" y="221362"/>
                  </a:lnTo>
                  <a:lnTo>
                    <a:pt x="1958892" y="220925"/>
                  </a:lnTo>
                  <a:lnTo>
                    <a:pt x="1958514" y="220390"/>
                  </a:lnTo>
                  <a:lnTo>
                    <a:pt x="1959586" y="220577"/>
                  </a:lnTo>
                  <a:lnTo>
                    <a:pt x="1960310" y="220161"/>
                  </a:lnTo>
                  <a:lnTo>
                    <a:pt x="1960834" y="220227"/>
                  </a:lnTo>
                  <a:lnTo>
                    <a:pt x="1961896" y="219547"/>
                  </a:lnTo>
                  <a:lnTo>
                    <a:pt x="1962195" y="219920"/>
                  </a:lnTo>
                  <a:lnTo>
                    <a:pt x="1962655" y="219532"/>
                  </a:lnTo>
                  <a:lnTo>
                    <a:pt x="1962640" y="220091"/>
                  </a:lnTo>
                  <a:lnTo>
                    <a:pt x="1962862" y="220306"/>
                  </a:lnTo>
                  <a:lnTo>
                    <a:pt x="1962998" y="219899"/>
                  </a:lnTo>
                  <a:lnTo>
                    <a:pt x="1963249" y="220391"/>
                  </a:lnTo>
                  <a:lnTo>
                    <a:pt x="1963932" y="220191"/>
                  </a:lnTo>
                  <a:lnTo>
                    <a:pt x="1964259" y="220631"/>
                  </a:lnTo>
                  <a:lnTo>
                    <a:pt x="1964655" y="220269"/>
                  </a:lnTo>
                  <a:lnTo>
                    <a:pt x="1964861" y="220389"/>
                  </a:lnTo>
                  <a:lnTo>
                    <a:pt x="1964661" y="220525"/>
                  </a:lnTo>
                  <a:lnTo>
                    <a:pt x="1964852" y="220735"/>
                  </a:lnTo>
                  <a:lnTo>
                    <a:pt x="1964991" y="220606"/>
                  </a:lnTo>
                  <a:lnTo>
                    <a:pt x="1965400" y="220850"/>
                  </a:lnTo>
                  <a:lnTo>
                    <a:pt x="1965532" y="220411"/>
                  </a:lnTo>
                  <a:lnTo>
                    <a:pt x="1965664" y="220674"/>
                  </a:lnTo>
                  <a:lnTo>
                    <a:pt x="1966241" y="220247"/>
                  </a:lnTo>
                  <a:lnTo>
                    <a:pt x="1966186" y="220759"/>
                  </a:lnTo>
                  <a:lnTo>
                    <a:pt x="1966900" y="220637"/>
                  </a:lnTo>
                  <a:lnTo>
                    <a:pt x="1966950" y="220974"/>
                  </a:lnTo>
                  <a:lnTo>
                    <a:pt x="1967237" y="220854"/>
                  </a:lnTo>
                  <a:lnTo>
                    <a:pt x="1968255" y="221549"/>
                  </a:lnTo>
                  <a:lnTo>
                    <a:pt x="1968100" y="221750"/>
                  </a:lnTo>
                  <a:lnTo>
                    <a:pt x="1968261" y="222095"/>
                  </a:lnTo>
                  <a:lnTo>
                    <a:pt x="1968718" y="222433"/>
                  </a:lnTo>
                  <a:lnTo>
                    <a:pt x="1968700" y="222727"/>
                  </a:lnTo>
                  <a:lnTo>
                    <a:pt x="1969205" y="222863"/>
                  </a:lnTo>
                  <a:lnTo>
                    <a:pt x="1969206" y="223329"/>
                  </a:lnTo>
                  <a:lnTo>
                    <a:pt x="1969411" y="223179"/>
                  </a:lnTo>
                  <a:lnTo>
                    <a:pt x="1970209" y="223768"/>
                  </a:lnTo>
                  <a:lnTo>
                    <a:pt x="1970117" y="224278"/>
                  </a:lnTo>
                  <a:lnTo>
                    <a:pt x="1970343" y="224393"/>
                  </a:lnTo>
                  <a:lnTo>
                    <a:pt x="1970148" y="224909"/>
                  </a:lnTo>
                  <a:lnTo>
                    <a:pt x="1970839" y="225195"/>
                  </a:lnTo>
                  <a:lnTo>
                    <a:pt x="1970151" y="226088"/>
                  </a:lnTo>
                  <a:lnTo>
                    <a:pt x="1970587" y="226326"/>
                  </a:lnTo>
                  <a:lnTo>
                    <a:pt x="1970639" y="226591"/>
                  </a:lnTo>
                  <a:lnTo>
                    <a:pt x="1970965" y="226570"/>
                  </a:lnTo>
                  <a:lnTo>
                    <a:pt x="1970936" y="226802"/>
                  </a:lnTo>
                  <a:lnTo>
                    <a:pt x="1971827" y="226778"/>
                  </a:lnTo>
                  <a:lnTo>
                    <a:pt x="1971578" y="227070"/>
                  </a:lnTo>
                  <a:lnTo>
                    <a:pt x="1971864" y="227303"/>
                  </a:lnTo>
                  <a:lnTo>
                    <a:pt x="1971685" y="227543"/>
                  </a:lnTo>
                  <a:lnTo>
                    <a:pt x="1972072" y="227860"/>
                  </a:lnTo>
                  <a:lnTo>
                    <a:pt x="1972142" y="228400"/>
                  </a:lnTo>
                  <a:lnTo>
                    <a:pt x="1972391" y="228413"/>
                  </a:lnTo>
                  <a:lnTo>
                    <a:pt x="1972544" y="229289"/>
                  </a:lnTo>
                  <a:lnTo>
                    <a:pt x="1973426" y="229610"/>
                  </a:lnTo>
                  <a:lnTo>
                    <a:pt x="1973644" y="229464"/>
                  </a:lnTo>
                  <a:lnTo>
                    <a:pt x="1974067" y="229944"/>
                  </a:lnTo>
                  <a:lnTo>
                    <a:pt x="1974306" y="231520"/>
                  </a:lnTo>
                  <a:lnTo>
                    <a:pt x="1974874" y="232226"/>
                  </a:lnTo>
                  <a:lnTo>
                    <a:pt x="1974605" y="232638"/>
                  </a:lnTo>
                  <a:lnTo>
                    <a:pt x="1975242" y="233451"/>
                  </a:lnTo>
                  <a:lnTo>
                    <a:pt x="1975159" y="233834"/>
                  </a:lnTo>
                  <a:lnTo>
                    <a:pt x="1975455" y="233828"/>
                  </a:lnTo>
                  <a:lnTo>
                    <a:pt x="1975716" y="234265"/>
                  </a:lnTo>
                  <a:lnTo>
                    <a:pt x="1975355" y="234392"/>
                  </a:lnTo>
                  <a:lnTo>
                    <a:pt x="1975521" y="235051"/>
                  </a:lnTo>
                  <a:lnTo>
                    <a:pt x="1975200" y="235464"/>
                  </a:lnTo>
                  <a:lnTo>
                    <a:pt x="1975771" y="235795"/>
                  </a:lnTo>
                  <a:lnTo>
                    <a:pt x="1975645" y="236296"/>
                  </a:lnTo>
                  <a:lnTo>
                    <a:pt x="1975933" y="236345"/>
                  </a:lnTo>
                  <a:lnTo>
                    <a:pt x="1976113" y="236780"/>
                  </a:lnTo>
                  <a:lnTo>
                    <a:pt x="1976884" y="236878"/>
                  </a:lnTo>
                  <a:lnTo>
                    <a:pt x="1977122" y="237695"/>
                  </a:lnTo>
                  <a:lnTo>
                    <a:pt x="1976939" y="238297"/>
                  </a:lnTo>
                  <a:lnTo>
                    <a:pt x="1977067" y="238727"/>
                  </a:lnTo>
                  <a:lnTo>
                    <a:pt x="1977852" y="239435"/>
                  </a:lnTo>
                  <a:lnTo>
                    <a:pt x="1977524" y="239752"/>
                  </a:lnTo>
                  <a:lnTo>
                    <a:pt x="1978279" y="239919"/>
                  </a:lnTo>
                  <a:lnTo>
                    <a:pt x="1977875" y="240906"/>
                  </a:lnTo>
                  <a:lnTo>
                    <a:pt x="1978585" y="241960"/>
                  </a:lnTo>
                  <a:lnTo>
                    <a:pt x="1978226" y="242566"/>
                  </a:lnTo>
                  <a:lnTo>
                    <a:pt x="1978373" y="243025"/>
                  </a:lnTo>
                  <a:lnTo>
                    <a:pt x="1978659" y="243174"/>
                  </a:lnTo>
                  <a:lnTo>
                    <a:pt x="1978800" y="243858"/>
                  </a:lnTo>
                  <a:lnTo>
                    <a:pt x="1978031" y="244179"/>
                  </a:lnTo>
                  <a:lnTo>
                    <a:pt x="1978031" y="244441"/>
                  </a:lnTo>
                  <a:lnTo>
                    <a:pt x="1978364" y="244672"/>
                  </a:lnTo>
                  <a:lnTo>
                    <a:pt x="1978159" y="245311"/>
                  </a:lnTo>
                  <a:lnTo>
                    <a:pt x="1978310" y="245509"/>
                  </a:lnTo>
                  <a:lnTo>
                    <a:pt x="1978606" y="245370"/>
                  </a:lnTo>
                  <a:lnTo>
                    <a:pt x="1978853" y="246215"/>
                  </a:lnTo>
                  <a:lnTo>
                    <a:pt x="1979322" y="246306"/>
                  </a:lnTo>
                  <a:lnTo>
                    <a:pt x="1979122" y="246783"/>
                  </a:lnTo>
                  <a:lnTo>
                    <a:pt x="1979631" y="246577"/>
                  </a:lnTo>
                  <a:lnTo>
                    <a:pt x="1979827" y="246704"/>
                  </a:lnTo>
                  <a:lnTo>
                    <a:pt x="1979864" y="247603"/>
                  </a:lnTo>
                  <a:lnTo>
                    <a:pt x="1980166" y="248191"/>
                  </a:lnTo>
                  <a:lnTo>
                    <a:pt x="1979693" y="248344"/>
                  </a:lnTo>
                  <a:lnTo>
                    <a:pt x="1979778" y="248710"/>
                  </a:lnTo>
                  <a:lnTo>
                    <a:pt x="1979545" y="248856"/>
                  </a:lnTo>
                  <a:lnTo>
                    <a:pt x="1979857" y="249246"/>
                  </a:lnTo>
                  <a:lnTo>
                    <a:pt x="1979681" y="249542"/>
                  </a:lnTo>
                  <a:lnTo>
                    <a:pt x="1979848" y="250044"/>
                  </a:lnTo>
                  <a:lnTo>
                    <a:pt x="1979573" y="250533"/>
                  </a:lnTo>
                  <a:lnTo>
                    <a:pt x="1980085" y="251360"/>
                  </a:lnTo>
                  <a:lnTo>
                    <a:pt x="1980662" y="251764"/>
                  </a:lnTo>
                  <a:lnTo>
                    <a:pt x="1980710" y="252380"/>
                  </a:lnTo>
                  <a:lnTo>
                    <a:pt x="1981443" y="252825"/>
                  </a:lnTo>
                  <a:lnTo>
                    <a:pt x="1981205" y="253564"/>
                  </a:lnTo>
                  <a:lnTo>
                    <a:pt x="1981736" y="253887"/>
                  </a:lnTo>
                  <a:lnTo>
                    <a:pt x="1981253" y="254802"/>
                  </a:lnTo>
                  <a:lnTo>
                    <a:pt x="1981299" y="255396"/>
                  </a:lnTo>
                  <a:lnTo>
                    <a:pt x="1982161" y="255586"/>
                  </a:lnTo>
                  <a:lnTo>
                    <a:pt x="1982359" y="256123"/>
                  </a:lnTo>
                  <a:lnTo>
                    <a:pt x="1983017" y="256413"/>
                  </a:lnTo>
                  <a:lnTo>
                    <a:pt x="1983477" y="257348"/>
                  </a:lnTo>
                  <a:lnTo>
                    <a:pt x="1983987" y="257687"/>
                  </a:lnTo>
                  <a:lnTo>
                    <a:pt x="1985214" y="258475"/>
                  </a:lnTo>
                  <a:lnTo>
                    <a:pt x="1985578" y="258208"/>
                  </a:lnTo>
                  <a:lnTo>
                    <a:pt x="1986044" y="258284"/>
                  </a:lnTo>
                  <a:lnTo>
                    <a:pt x="1986998" y="259314"/>
                  </a:lnTo>
                  <a:lnTo>
                    <a:pt x="1988187" y="259502"/>
                  </a:lnTo>
                  <a:lnTo>
                    <a:pt x="1988983" y="259018"/>
                  </a:lnTo>
                  <a:lnTo>
                    <a:pt x="1989351" y="258405"/>
                  </a:lnTo>
                  <a:lnTo>
                    <a:pt x="1989355" y="257580"/>
                  </a:lnTo>
                  <a:lnTo>
                    <a:pt x="1989722" y="257321"/>
                  </a:lnTo>
                  <a:lnTo>
                    <a:pt x="1989444" y="257112"/>
                  </a:lnTo>
                  <a:lnTo>
                    <a:pt x="1990108" y="256602"/>
                  </a:lnTo>
                  <a:lnTo>
                    <a:pt x="1992301" y="257102"/>
                  </a:lnTo>
                  <a:lnTo>
                    <a:pt x="1992614" y="256407"/>
                  </a:lnTo>
                  <a:lnTo>
                    <a:pt x="1993649" y="255555"/>
                  </a:lnTo>
                  <a:lnTo>
                    <a:pt x="1993923" y="254773"/>
                  </a:lnTo>
                  <a:lnTo>
                    <a:pt x="1995991" y="254487"/>
                  </a:lnTo>
                  <a:lnTo>
                    <a:pt x="1996593" y="254111"/>
                  </a:lnTo>
                  <a:lnTo>
                    <a:pt x="1997070" y="254096"/>
                  </a:lnTo>
                  <a:lnTo>
                    <a:pt x="1997338" y="253154"/>
                  </a:lnTo>
                  <a:lnTo>
                    <a:pt x="1997958" y="252652"/>
                  </a:lnTo>
                  <a:lnTo>
                    <a:pt x="1997978" y="252056"/>
                  </a:lnTo>
                  <a:lnTo>
                    <a:pt x="1998389" y="251724"/>
                  </a:lnTo>
                  <a:lnTo>
                    <a:pt x="1998631" y="251888"/>
                  </a:lnTo>
                  <a:lnTo>
                    <a:pt x="1999520" y="251005"/>
                  </a:lnTo>
                  <a:lnTo>
                    <a:pt x="1999696" y="251220"/>
                  </a:lnTo>
                  <a:lnTo>
                    <a:pt x="2000030" y="251026"/>
                  </a:lnTo>
                  <a:lnTo>
                    <a:pt x="2000204" y="250629"/>
                  </a:lnTo>
                  <a:lnTo>
                    <a:pt x="2001267" y="250279"/>
                  </a:lnTo>
                  <a:lnTo>
                    <a:pt x="2001305" y="249751"/>
                  </a:lnTo>
                  <a:lnTo>
                    <a:pt x="2001699" y="249360"/>
                  </a:lnTo>
                  <a:lnTo>
                    <a:pt x="2003145" y="248881"/>
                  </a:lnTo>
                  <a:lnTo>
                    <a:pt x="2003803" y="248300"/>
                  </a:lnTo>
                  <a:lnTo>
                    <a:pt x="2005414" y="248882"/>
                  </a:lnTo>
                  <a:lnTo>
                    <a:pt x="2005405" y="249108"/>
                  </a:lnTo>
                  <a:lnTo>
                    <a:pt x="2006197" y="249634"/>
                  </a:lnTo>
                  <a:lnTo>
                    <a:pt x="2006591" y="250289"/>
                  </a:lnTo>
                  <a:lnTo>
                    <a:pt x="2006505" y="250548"/>
                  </a:lnTo>
                  <a:lnTo>
                    <a:pt x="2006741" y="250586"/>
                  </a:lnTo>
                  <a:lnTo>
                    <a:pt x="2006635" y="250879"/>
                  </a:lnTo>
                  <a:lnTo>
                    <a:pt x="2007195" y="251312"/>
                  </a:lnTo>
                  <a:lnTo>
                    <a:pt x="2007257" y="251862"/>
                  </a:lnTo>
                  <a:lnTo>
                    <a:pt x="2007593" y="251991"/>
                  </a:lnTo>
                  <a:lnTo>
                    <a:pt x="2007661" y="252392"/>
                  </a:lnTo>
                  <a:lnTo>
                    <a:pt x="2008125" y="252656"/>
                  </a:lnTo>
                  <a:lnTo>
                    <a:pt x="2008044" y="252944"/>
                  </a:lnTo>
                  <a:lnTo>
                    <a:pt x="2009890" y="254518"/>
                  </a:lnTo>
                  <a:lnTo>
                    <a:pt x="2010136" y="255114"/>
                  </a:lnTo>
                  <a:lnTo>
                    <a:pt x="2010898" y="255489"/>
                  </a:lnTo>
                  <a:lnTo>
                    <a:pt x="2011934" y="256993"/>
                  </a:lnTo>
                  <a:lnTo>
                    <a:pt x="2012540" y="257300"/>
                  </a:lnTo>
                  <a:lnTo>
                    <a:pt x="2014731" y="263752"/>
                  </a:lnTo>
                  <a:lnTo>
                    <a:pt x="2016747" y="267081"/>
                  </a:lnTo>
                  <a:lnTo>
                    <a:pt x="2022803" y="290749"/>
                  </a:lnTo>
                  <a:lnTo>
                    <a:pt x="2023285" y="292614"/>
                  </a:lnTo>
                  <a:lnTo>
                    <a:pt x="2024818" y="292231"/>
                  </a:lnTo>
                  <a:lnTo>
                    <a:pt x="2026405" y="292209"/>
                  </a:lnTo>
                  <a:lnTo>
                    <a:pt x="2028794" y="293224"/>
                  </a:lnTo>
                  <a:lnTo>
                    <a:pt x="2030095" y="293397"/>
                  </a:lnTo>
                  <a:lnTo>
                    <a:pt x="2031367" y="293157"/>
                  </a:lnTo>
                  <a:lnTo>
                    <a:pt x="2033835" y="292220"/>
                  </a:lnTo>
                  <a:lnTo>
                    <a:pt x="2035858" y="290820"/>
                  </a:lnTo>
                  <a:lnTo>
                    <a:pt x="2036822" y="290577"/>
                  </a:lnTo>
                  <a:lnTo>
                    <a:pt x="2043707" y="291049"/>
                  </a:lnTo>
                  <a:lnTo>
                    <a:pt x="2044197" y="290792"/>
                  </a:lnTo>
                  <a:lnTo>
                    <a:pt x="2045544" y="289208"/>
                  </a:lnTo>
                  <a:lnTo>
                    <a:pt x="2047511" y="288373"/>
                  </a:lnTo>
                  <a:lnTo>
                    <a:pt x="2048777" y="287181"/>
                  </a:lnTo>
                  <a:lnTo>
                    <a:pt x="2050458" y="287062"/>
                  </a:lnTo>
                  <a:lnTo>
                    <a:pt x="2051602" y="287230"/>
                  </a:lnTo>
                  <a:lnTo>
                    <a:pt x="2052489" y="286991"/>
                  </a:lnTo>
                  <a:lnTo>
                    <a:pt x="2052246" y="288394"/>
                  </a:lnTo>
                  <a:lnTo>
                    <a:pt x="2052109" y="289670"/>
                  </a:lnTo>
                  <a:lnTo>
                    <a:pt x="2052280" y="291516"/>
                  </a:lnTo>
                  <a:lnTo>
                    <a:pt x="2052170" y="291805"/>
                  </a:lnTo>
                  <a:lnTo>
                    <a:pt x="2051749" y="291927"/>
                  </a:lnTo>
                  <a:lnTo>
                    <a:pt x="2051494" y="292646"/>
                  </a:lnTo>
                  <a:lnTo>
                    <a:pt x="2053054" y="294292"/>
                  </a:lnTo>
                  <a:lnTo>
                    <a:pt x="2054903" y="294687"/>
                  </a:lnTo>
                  <a:lnTo>
                    <a:pt x="2063861" y="295281"/>
                  </a:lnTo>
                  <a:lnTo>
                    <a:pt x="2065240" y="296179"/>
                  </a:lnTo>
                  <a:lnTo>
                    <a:pt x="2066468" y="295642"/>
                  </a:lnTo>
                  <a:lnTo>
                    <a:pt x="2067268" y="295553"/>
                  </a:lnTo>
                  <a:lnTo>
                    <a:pt x="2067467" y="295271"/>
                  </a:lnTo>
                  <a:lnTo>
                    <a:pt x="2068791" y="294759"/>
                  </a:lnTo>
                  <a:lnTo>
                    <a:pt x="2070464" y="295137"/>
                  </a:lnTo>
                  <a:lnTo>
                    <a:pt x="2070714" y="295500"/>
                  </a:lnTo>
                  <a:lnTo>
                    <a:pt x="2071487" y="295693"/>
                  </a:lnTo>
                  <a:lnTo>
                    <a:pt x="2071755" y="296004"/>
                  </a:lnTo>
                  <a:lnTo>
                    <a:pt x="2072455" y="296062"/>
                  </a:lnTo>
                  <a:lnTo>
                    <a:pt x="2072976" y="296825"/>
                  </a:lnTo>
                  <a:lnTo>
                    <a:pt x="2073476" y="297084"/>
                  </a:lnTo>
                  <a:lnTo>
                    <a:pt x="2073987" y="296830"/>
                  </a:lnTo>
                  <a:lnTo>
                    <a:pt x="2074369" y="296899"/>
                  </a:lnTo>
                  <a:lnTo>
                    <a:pt x="2075562" y="297953"/>
                  </a:lnTo>
                  <a:lnTo>
                    <a:pt x="2076039" y="298943"/>
                  </a:lnTo>
                  <a:lnTo>
                    <a:pt x="2075915" y="299480"/>
                  </a:lnTo>
                  <a:lnTo>
                    <a:pt x="2077557" y="301737"/>
                  </a:lnTo>
                  <a:lnTo>
                    <a:pt x="2077595" y="302221"/>
                  </a:lnTo>
                  <a:lnTo>
                    <a:pt x="2078129" y="302402"/>
                  </a:lnTo>
                  <a:lnTo>
                    <a:pt x="2078246" y="303383"/>
                  </a:lnTo>
                  <a:lnTo>
                    <a:pt x="2078542" y="303501"/>
                  </a:lnTo>
                  <a:lnTo>
                    <a:pt x="2078438" y="303968"/>
                  </a:lnTo>
                  <a:lnTo>
                    <a:pt x="2079188" y="305090"/>
                  </a:lnTo>
                  <a:lnTo>
                    <a:pt x="2079750" y="305384"/>
                  </a:lnTo>
                  <a:lnTo>
                    <a:pt x="2079814" y="305952"/>
                  </a:lnTo>
                  <a:lnTo>
                    <a:pt x="2080139" y="306200"/>
                  </a:lnTo>
                  <a:lnTo>
                    <a:pt x="2080157" y="306946"/>
                  </a:lnTo>
                  <a:lnTo>
                    <a:pt x="2080480" y="306871"/>
                  </a:lnTo>
                  <a:lnTo>
                    <a:pt x="2081818" y="308473"/>
                  </a:lnTo>
                  <a:lnTo>
                    <a:pt x="2083069" y="309111"/>
                  </a:lnTo>
                  <a:lnTo>
                    <a:pt x="2084603" y="310848"/>
                  </a:lnTo>
                  <a:lnTo>
                    <a:pt x="2084918" y="311686"/>
                  </a:lnTo>
                  <a:lnTo>
                    <a:pt x="2084672" y="311981"/>
                  </a:lnTo>
                  <a:lnTo>
                    <a:pt x="2084779" y="312803"/>
                  </a:lnTo>
                  <a:lnTo>
                    <a:pt x="2084278" y="314051"/>
                  </a:lnTo>
                  <a:lnTo>
                    <a:pt x="2084752" y="315346"/>
                  </a:lnTo>
                  <a:lnTo>
                    <a:pt x="2084828" y="317523"/>
                  </a:lnTo>
                  <a:lnTo>
                    <a:pt x="2085264" y="318365"/>
                  </a:lnTo>
                  <a:lnTo>
                    <a:pt x="2086786" y="319557"/>
                  </a:lnTo>
                  <a:lnTo>
                    <a:pt x="2087280" y="320275"/>
                  </a:lnTo>
                  <a:lnTo>
                    <a:pt x="2088162" y="322958"/>
                  </a:lnTo>
                  <a:lnTo>
                    <a:pt x="2089157" y="323049"/>
                  </a:lnTo>
                  <a:lnTo>
                    <a:pt x="2089635" y="323638"/>
                  </a:lnTo>
                  <a:lnTo>
                    <a:pt x="2090196" y="323295"/>
                  </a:lnTo>
                  <a:lnTo>
                    <a:pt x="2094668" y="323307"/>
                  </a:lnTo>
                  <a:lnTo>
                    <a:pt x="2095544" y="324811"/>
                  </a:lnTo>
                  <a:lnTo>
                    <a:pt x="2095740" y="326445"/>
                  </a:lnTo>
                  <a:lnTo>
                    <a:pt x="2096645" y="327074"/>
                  </a:lnTo>
                  <a:lnTo>
                    <a:pt x="2097550" y="327251"/>
                  </a:lnTo>
                  <a:lnTo>
                    <a:pt x="2097670" y="327863"/>
                  </a:lnTo>
                  <a:lnTo>
                    <a:pt x="2098538" y="328257"/>
                  </a:lnTo>
                  <a:lnTo>
                    <a:pt x="2098787" y="328609"/>
                  </a:lnTo>
                  <a:lnTo>
                    <a:pt x="2099701" y="328658"/>
                  </a:lnTo>
                  <a:lnTo>
                    <a:pt x="2102540" y="331480"/>
                  </a:lnTo>
                  <a:lnTo>
                    <a:pt x="2102784" y="332173"/>
                  </a:lnTo>
                  <a:lnTo>
                    <a:pt x="2102405" y="333172"/>
                  </a:lnTo>
                  <a:lnTo>
                    <a:pt x="2102554" y="333539"/>
                  </a:lnTo>
                  <a:lnTo>
                    <a:pt x="2102358" y="334652"/>
                  </a:lnTo>
                  <a:lnTo>
                    <a:pt x="2101620" y="335285"/>
                  </a:lnTo>
                  <a:lnTo>
                    <a:pt x="2101483" y="336502"/>
                  </a:lnTo>
                  <a:lnTo>
                    <a:pt x="2101710" y="336726"/>
                  </a:lnTo>
                  <a:lnTo>
                    <a:pt x="2101062" y="337694"/>
                  </a:lnTo>
                  <a:lnTo>
                    <a:pt x="2100880" y="337602"/>
                  </a:lnTo>
                  <a:lnTo>
                    <a:pt x="2101283" y="338476"/>
                  </a:lnTo>
                  <a:lnTo>
                    <a:pt x="2101759" y="338420"/>
                  </a:lnTo>
                  <a:lnTo>
                    <a:pt x="2102138" y="338700"/>
                  </a:lnTo>
                  <a:lnTo>
                    <a:pt x="2102680" y="338314"/>
                  </a:lnTo>
                  <a:lnTo>
                    <a:pt x="2103377" y="339020"/>
                  </a:lnTo>
                  <a:lnTo>
                    <a:pt x="2104113" y="338833"/>
                  </a:lnTo>
                  <a:lnTo>
                    <a:pt x="2104220" y="339528"/>
                  </a:lnTo>
                  <a:lnTo>
                    <a:pt x="2105471" y="339096"/>
                  </a:lnTo>
                  <a:lnTo>
                    <a:pt x="2105644" y="339594"/>
                  </a:lnTo>
                  <a:lnTo>
                    <a:pt x="2106183" y="339616"/>
                  </a:lnTo>
                  <a:lnTo>
                    <a:pt x="2106666" y="339083"/>
                  </a:lnTo>
                  <a:lnTo>
                    <a:pt x="2106672" y="338604"/>
                  </a:lnTo>
                  <a:lnTo>
                    <a:pt x="2107068" y="338401"/>
                  </a:lnTo>
                  <a:lnTo>
                    <a:pt x="2107317" y="338763"/>
                  </a:lnTo>
                  <a:lnTo>
                    <a:pt x="2108259" y="338388"/>
                  </a:lnTo>
                  <a:lnTo>
                    <a:pt x="2108077" y="338012"/>
                  </a:lnTo>
                  <a:lnTo>
                    <a:pt x="2108825" y="337320"/>
                  </a:lnTo>
                  <a:lnTo>
                    <a:pt x="2108892" y="337110"/>
                  </a:lnTo>
                  <a:lnTo>
                    <a:pt x="2108656" y="336973"/>
                  </a:lnTo>
                  <a:lnTo>
                    <a:pt x="2109324" y="335932"/>
                  </a:lnTo>
                  <a:lnTo>
                    <a:pt x="2108795" y="335651"/>
                  </a:lnTo>
                  <a:lnTo>
                    <a:pt x="2108993" y="334906"/>
                  </a:lnTo>
                  <a:lnTo>
                    <a:pt x="2108338" y="333787"/>
                  </a:lnTo>
                  <a:lnTo>
                    <a:pt x="2108860" y="333043"/>
                  </a:lnTo>
                  <a:lnTo>
                    <a:pt x="2108143" y="332642"/>
                  </a:lnTo>
                  <a:lnTo>
                    <a:pt x="2108123" y="331909"/>
                  </a:lnTo>
                  <a:lnTo>
                    <a:pt x="2107729" y="331600"/>
                  </a:lnTo>
                  <a:lnTo>
                    <a:pt x="2108365" y="330873"/>
                  </a:lnTo>
                  <a:lnTo>
                    <a:pt x="2108196" y="329442"/>
                  </a:lnTo>
                  <a:lnTo>
                    <a:pt x="2107950" y="329326"/>
                  </a:lnTo>
                  <a:lnTo>
                    <a:pt x="2108117" y="328496"/>
                  </a:lnTo>
                  <a:lnTo>
                    <a:pt x="2108960" y="328183"/>
                  </a:lnTo>
                  <a:lnTo>
                    <a:pt x="2110003" y="328453"/>
                  </a:lnTo>
                  <a:lnTo>
                    <a:pt x="2110909" y="327909"/>
                  </a:lnTo>
                  <a:lnTo>
                    <a:pt x="2111195" y="327362"/>
                  </a:lnTo>
                  <a:lnTo>
                    <a:pt x="2112598" y="326226"/>
                  </a:lnTo>
                  <a:lnTo>
                    <a:pt x="2113686" y="324180"/>
                  </a:lnTo>
                  <a:lnTo>
                    <a:pt x="2114664" y="321579"/>
                  </a:lnTo>
                  <a:lnTo>
                    <a:pt x="2116005" y="321187"/>
                  </a:lnTo>
                  <a:lnTo>
                    <a:pt x="2116767" y="321440"/>
                  </a:lnTo>
                  <a:lnTo>
                    <a:pt x="2118859" y="321593"/>
                  </a:lnTo>
                  <a:lnTo>
                    <a:pt x="2119504" y="320925"/>
                  </a:lnTo>
                  <a:lnTo>
                    <a:pt x="2119575" y="320296"/>
                  </a:lnTo>
                  <a:lnTo>
                    <a:pt x="2120110" y="320358"/>
                  </a:lnTo>
                  <a:lnTo>
                    <a:pt x="2120433" y="319941"/>
                  </a:lnTo>
                  <a:lnTo>
                    <a:pt x="2121302" y="320119"/>
                  </a:lnTo>
                  <a:lnTo>
                    <a:pt x="2121946" y="319769"/>
                  </a:lnTo>
                  <a:lnTo>
                    <a:pt x="2123428" y="319539"/>
                  </a:lnTo>
                  <a:lnTo>
                    <a:pt x="2125589" y="319880"/>
                  </a:lnTo>
                  <a:lnTo>
                    <a:pt x="2127178" y="319622"/>
                  </a:lnTo>
                  <a:lnTo>
                    <a:pt x="2127448" y="319374"/>
                  </a:lnTo>
                  <a:lnTo>
                    <a:pt x="2128644" y="319534"/>
                  </a:lnTo>
                  <a:lnTo>
                    <a:pt x="2128953" y="320365"/>
                  </a:lnTo>
                  <a:lnTo>
                    <a:pt x="2128862" y="320926"/>
                  </a:lnTo>
                  <a:lnTo>
                    <a:pt x="2129416" y="320953"/>
                  </a:lnTo>
                  <a:lnTo>
                    <a:pt x="2130064" y="321465"/>
                  </a:lnTo>
                  <a:lnTo>
                    <a:pt x="2130002" y="322091"/>
                  </a:lnTo>
                  <a:lnTo>
                    <a:pt x="2130425" y="322580"/>
                  </a:lnTo>
                  <a:lnTo>
                    <a:pt x="2130195" y="322880"/>
                  </a:lnTo>
                  <a:lnTo>
                    <a:pt x="2130914" y="323400"/>
                  </a:lnTo>
                  <a:lnTo>
                    <a:pt x="2131311" y="323439"/>
                  </a:lnTo>
                  <a:lnTo>
                    <a:pt x="2131237" y="324527"/>
                  </a:lnTo>
                  <a:lnTo>
                    <a:pt x="2132230" y="325461"/>
                  </a:lnTo>
                  <a:lnTo>
                    <a:pt x="2132046" y="325799"/>
                  </a:lnTo>
                  <a:lnTo>
                    <a:pt x="2132415" y="326341"/>
                  </a:lnTo>
                  <a:lnTo>
                    <a:pt x="2132056" y="326685"/>
                  </a:lnTo>
                  <a:lnTo>
                    <a:pt x="2132656" y="327374"/>
                  </a:lnTo>
                  <a:lnTo>
                    <a:pt x="2132625" y="327897"/>
                  </a:lnTo>
                  <a:lnTo>
                    <a:pt x="2132905" y="327864"/>
                  </a:lnTo>
                  <a:lnTo>
                    <a:pt x="2132748" y="328424"/>
                  </a:lnTo>
                  <a:lnTo>
                    <a:pt x="2133300" y="328792"/>
                  </a:lnTo>
                  <a:lnTo>
                    <a:pt x="2133605" y="329337"/>
                  </a:lnTo>
                  <a:lnTo>
                    <a:pt x="2134040" y="329405"/>
                  </a:lnTo>
                  <a:lnTo>
                    <a:pt x="2134089" y="329888"/>
                  </a:lnTo>
                  <a:lnTo>
                    <a:pt x="2134278" y="329773"/>
                  </a:lnTo>
                  <a:lnTo>
                    <a:pt x="2134597" y="330000"/>
                  </a:lnTo>
                  <a:lnTo>
                    <a:pt x="2134901" y="330702"/>
                  </a:lnTo>
                  <a:lnTo>
                    <a:pt x="2135522" y="330988"/>
                  </a:lnTo>
                  <a:lnTo>
                    <a:pt x="2136594" y="330938"/>
                  </a:lnTo>
                  <a:lnTo>
                    <a:pt x="2138182" y="332016"/>
                  </a:lnTo>
                  <a:lnTo>
                    <a:pt x="2139265" y="332324"/>
                  </a:lnTo>
                  <a:lnTo>
                    <a:pt x="2139808" y="332728"/>
                  </a:lnTo>
                  <a:lnTo>
                    <a:pt x="2140397" y="332547"/>
                  </a:lnTo>
                  <a:lnTo>
                    <a:pt x="2140736" y="332715"/>
                  </a:lnTo>
                  <a:lnTo>
                    <a:pt x="2141620" y="332250"/>
                  </a:lnTo>
                  <a:lnTo>
                    <a:pt x="2142000" y="331157"/>
                  </a:lnTo>
                  <a:lnTo>
                    <a:pt x="2143197" y="329777"/>
                  </a:lnTo>
                  <a:lnTo>
                    <a:pt x="2144725" y="326845"/>
                  </a:lnTo>
                  <a:lnTo>
                    <a:pt x="2148033" y="325314"/>
                  </a:lnTo>
                  <a:lnTo>
                    <a:pt x="2150130" y="324786"/>
                  </a:lnTo>
                  <a:lnTo>
                    <a:pt x="2151568" y="325235"/>
                  </a:lnTo>
                  <a:lnTo>
                    <a:pt x="2152474" y="326126"/>
                  </a:lnTo>
                  <a:lnTo>
                    <a:pt x="2152579" y="326546"/>
                  </a:lnTo>
                  <a:lnTo>
                    <a:pt x="2153328" y="326870"/>
                  </a:lnTo>
                  <a:lnTo>
                    <a:pt x="2154718" y="328039"/>
                  </a:lnTo>
                  <a:lnTo>
                    <a:pt x="2155481" y="327681"/>
                  </a:lnTo>
                  <a:lnTo>
                    <a:pt x="2156113" y="326787"/>
                  </a:lnTo>
                  <a:lnTo>
                    <a:pt x="2156953" y="326642"/>
                  </a:lnTo>
                  <a:lnTo>
                    <a:pt x="2157422" y="326913"/>
                  </a:lnTo>
                  <a:lnTo>
                    <a:pt x="2157965" y="326908"/>
                  </a:lnTo>
                  <a:lnTo>
                    <a:pt x="2159539" y="326195"/>
                  </a:lnTo>
                  <a:lnTo>
                    <a:pt x="2160033" y="326513"/>
                  </a:lnTo>
                  <a:lnTo>
                    <a:pt x="2160259" y="327169"/>
                  </a:lnTo>
                  <a:lnTo>
                    <a:pt x="2161076" y="327372"/>
                  </a:lnTo>
                  <a:lnTo>
                    <a:pt x="2161865" y="327944"/>
                  </a:lnTo>
                  <a:lnTo>
                    <a:pt x="2162806" y="329923"/>
                  </a:lnTo>
                  <a:lnTo>
                    <a:pt x="2165348" y="330574"/>
                  </a:lnTo>
                  <a:lnTo>
                    <a:pt x="2168147" y="331717"/>
                  </a:lnTo>
                  <a:lnTo>
                    <a:pt x="2169026" y="331484"/>
                  </a:lnTo>
                  <a:lnTo>
                    <a:pt x="2170416" y="331692"/>
                  </a:lnTo>
                  <a:lnTo>
                    <a:pt x="2172405" y="330949"/>
                  </a:lnTo>
                  <a:lnTo>
                    <a:pt x="2172716" y="330413"/>
                  </a:lnTo>
                  <a:lnTo>
                    <a:pt x="2173219" y="330411"/>
                  </a:lnTo>
                  <a:lnTo>
                    <a:pt x="2173608" y="330845"/>
                  </a:lnTo>
                  <a:lnTo>
                    <a:pt x="2173979" y="330856"/>
                  </a:lnTo>
                  <a:lnTo>
                    <a:pt x="2174790" y="331403"/>
                  </a:lnTo>
                  <a:lnTo>
                    <a:pt x="2176279" y="331127"/>
                  </a:lnTo>
                  <a:lnTo>
                    <a:pt x="2177639" y="332058"/>
                  </a:lnTo>
                  <a:lnTo>
                    <a:pt x="2178736" y="333831"/>
                  </a:lnTo>
                  <a:lnTo>
                    <a:pt x="2179770" y="334603"/>
                  </a:lnTo>
                  <a:lnTo>
                    <a:pt x="2180525" y="335362"/>
                  </a:lnTo>
                  <a:lnTo>
                    <a:pt x="2181124" y="335581"/>
                  </a:lnTo>
                  <a:lnTo>
                    <a:pt x="2181383" y="336414"/>
                  </a:lnTo>
                  <a:lnTo>
                    <a:pt x="2181088" y="338673"/>
                  </a:lnTo>
                  <a:lnTo>
                    <a:pt x="2181434" y="339520"/>
                  </a:lnTo>
                  <a:lnTo>
                    <a:pt x="2181233" y="339793"/>
                  </a:lnTo>
                  <a:lnTo>
                    <a:pt x="2181525" y="340631"/>
                  </a:lnTo>
                  <a:lnTo>
                    <a:pt x="2182556" y="341404"/>
                  </a:lnTo>
                  <a:lnTo>
                    <a:pt x="2182490" y="341663"/>
                  </a:lnTo>
                  <a:lnTo>
                    <a:pt x="2183856" y="342216"/>
                  </a:lnTo>
                  <a:lnTo>
                    <a:pt x="2186275" y="342852"/>
                  </a:lnTo>
                  <a:lnTo>
                    <a:pt x="2186588" y="343178"/>
                  </a:lnTo>
                  <a:lnTo>
                    <a:pt x="2187140" y="343144"/>
                  </a:lnTo>
                  <a:lnTo>
                    <a:pt x="2187456" y="343689"/>
                  </a:lnTo>
                  <a:lnTo>
                    <a:pt x="2188481" y="343884"/>
                  </a:lnTo>
                  <a:lnTo>
                    <a:pt x="2192880" y="344267"/>
                  </a:lnTo>
                  <a:lnTo>
                    <a:pt x="2192926" y="344047"/>
                  </a:lnTo>
                  <a:lnTo>
                    <a:pt x="2193592" y="343750"/>
                  </a:lnTo>
                  <a:lnTo>
                    <a:pt x="2194202" y="343746"/>
                  </a:lnTo>
                  <a:lnTo>
                    <a:pt x="2194481" y="344058"/>
                  </a:lnTo>
                  <a:lnTo>
                    <a:pt x="2195019" y="343688"/>
                  </a:lnTo>
                  <a:lnTo>
                    <a:pt x="2195578" y="343724"/>
                  </a:lnTo>
                  <a:lnTo>
                    <a:pt x="2195974" y="343495"/>
                  </a:lnTo>
                  <a:lnTo>
                    <a:pt x="2196636" y="343651"/>
                  </a:lnTo>
                  <a:lnTo>
                    <a:pt x="2196847" y="344007"/>
                  </a:lnTo>
                  <a:lnTo>
                    <a:pt x="2197320" y="344015"/>
                  </a:lnTo>
                  <a:lnTo>
                    <a:pt x="2198154" y="344612"/>
                  </a:lnTo>
                  <a:lnTo>
                    <a:pt x="2198469" y="344450"/>
                  </a:lnTo>
                  <a:lnTo>
                    <a:pt x="2199079" y="344730"/>
                  </a:lnTo>
                  <a:lnTo>
                    <a:pt x="2199574" y="344539"/>
                  </a:lnTo>
                  <a:lnTo>
                    <a:pt x="2200123" y="344925"/>
                  </a:lnTo>
                  <a:lnTo>
                    <a:pt x="2201241" y="344622"/>
                  </a:lnTo>
                  <a:lnTo>
                    <a:pt x="2201765" y="345452"/>
                  </a:lnTo>
                  <a:lnTo>
                    <a:pt x="2202183" y="345507"/>
                  </a:lnTo>
                  <a:lnTo>
                    <a:pt x="2202369" y="346271"/>
                  </a:lnTo>
                  <a:lnTo>
                    <a:pt x="2203769" y="346423"/>
                  </a:lnTo>
                  <a:lnTo>
                    <a:pt x="2204510" y="347004"/>
                  </a:lnTo>
                  <a:lnTo>
                    <a:pt x="2205683" y="347189"/>
                  </a:lnTo>
                  <a:lnTo>
                    <a:pt x="2206131" y="347688"/>
                  </a:lnTo>
                  <a:lnTo>
                    <a:pt x="2206945" y="348056"/>
                  </a:lnTo>
                  <a:lnTo>
                    <a:pt x="2207468" y="348839"/>
                  </a:lnTo>
                  <a:lnTo>
                    <a:pt x="2207916" y="348949"/>
                  </a:lnTo>
                  <a:lnTo>
                    <a:pt x="2208170" y="349535"/>
                  </a:lnTo>
                  <a:lnTo>
                    <a:pt x="2208602" y="349501"/>
                  </a:lnTo>
                  <a:lnTo>
                    <a:pt x="2209056" y="349855"/>
                  </a:lnTo>
                  <a:lnTo>
                    <a:pt x="2209158" y="350351"/>
                  </a:lnTo>
                  <a:lnTo>
                    <a:pt x="2209407" y="350489"/>
                  </a:lnTo>
                  <a:lnTo>
                    <a:pt x="2209155" y="351340"/>
                  </a:lnTo>
                  <a:lnTo>
                    <a:pt x="2209719" y="352029"/>
                  </a:lnTo>
                  <a:lnTo>
                    <a:pt x="2209744" y="352471"/>
                  </a:lnTo>
                  <a:lnTo>
                    <a:pt x="2210099" y="352948"/>
                  </a:lnTo>
                  <a:lnTo>
                    <a:pt x="2211106" y="353385"/>
                  </a:lnTo>
                  <a:lnTo>
                    <a:pt x="2212081" y="354218"/>
                  </a:lnTo>
                  <a:lnTo>
                    <a:pt x="2212188" y="354557"/>
                  </a:lnTo>
                  <a:lnTo>
                    <a:pt x="2212893" y="355086"/>
                  </a:lnTo>
                  <a:lnTo>
                    <a:pt x="2213203" y="355768"/>
                  </a:lnTo>
                  <a:lnTo>
                    <a:pt x="2213447" y="355652"/>
                  </a:lnTo>
                  <a:lnTo>
                    <a:pt x="2214074" y="356744"/>
                  </a:lnTo>
                  <a:lnTo>
                    <a:pt x="2213916" y="356817"/>
                  </a:lnTo>
                  <a:lnTo>
                    <a:pt x="2214174" y="357355"/>
                  </a:lnTo>
                  <a:lnTo>
                    <a:pt x="2215022" y="357826"/>
                  </a:lnTo>
                  <a:lnTo>
                    <a:pt x="2215082" y="358305"/>
                  </a:lnTo>
                  <a:lnTo>
                    <a:pt x="2215487" y="358267"/>
                  </a:lnTo>
                  <a:lnTo>
                    <a:pt x="2215954" y="358751"/>
                  </a:lnTo>
                  <a:lnTo>
                    <a:pt x="2215877" y="359029"/>
                  </a:lnTo>
                  <a:lnTo>
                    <a:pt x="2216118" y="358887"/>
                  </a:lnTo>
                  <a:lnTo>
                    <a:pt x="2216651" y="359080"/>
                  </a:lnTo>
                  <a:lnTo>
                    <a:pt x="2216965" y="359589"/>
                  </a:lnTo>
                  <a:lnTo>
                    <a:pt x="2217091" y="359432"/>
                  </a:lnTo>
                  <a:lnTo>
                    <a:pt x="2217544" y="359636"/>
                  </a:lnTo>
                  <a:lnTo>
                    <a:pt x="2217827" y="360312"/>
                  </a:lnTo>
                  <a:lnTo>
                    <a:pt x="2218250" y="360648"/>
                  </a:lnTo>
                  <a:lnTo>
                    <a:pt x="2218161" y="360857"/>
                  </a:lnTo>
                  <a:lnTo>
                    <a:pt x="2218379" y="360779"/>
                  </a:lnTo>
                  <a:lnTo>
                    <a:pt x="2218540" y="361089"/>
                  </a:lnTo>
                  <a:lnTo>
                    <a:pt x="2218872" y="360988"/>
                  </a:lnTo>
                  <a:lnTo>
                    <a:pt x="2219180" y="361422"/>
                  </a:lnTo>
                  <a:lnTo>
                    <a:pt x="2219760" y="361524"/>
                  </a:lnTo>
                  <a:lnTo>
                    <a:pt x="2220118" y="362682"/>
                  </a:lnTo>
                  <a:lnTo>
                    <a:pt x="2220521" y="362678"/>
                  </a:lnTo>
                  <a:lnTo>
                    <a:pt x="2220340" y="362840"/>
                  </a:lnTo>
                  <a:lnTo>
                    <a:pt x="2220585" y="363013"/>
                  </a:lnTo>
                  <a:lnTo>
                    <a:pt x="2220712" y="363549"/>
                  </a:lnTo>
                  <a:lnTo>
                    <a:pt x="2220505" y="363841"/>
                  </a:lnTo>
                  <a:lnTo>
                    <a:pt x="2220694" y="364169"/>
                  </a:lnTo>
                  <a:lnTo>
                    <a:pt x="2220435" y="364155"/>
                  </a:lnTo>
                  <a:lnTo>
                    <a:pt x="2220141" y="365124"/>
                  </a:lnTo>
                  <a:lnTo>
                    <a:pt x="2219631" y="365554"/>
                  </a:lnTo>
                  <a:lnTo>
                    <a:pt x="2219594" y="365275"/>
                  </a:lnTo>
                  <a:lnTo>
                    <a:pt x="2219558" y="365602"/>
                  </a:lnTo>
                  <a:lnTo>
                    <a:pt x="2219344" y="365586"/>
                  </a:lnTo>
                  <a:lnTo>
                    <a:pt x="2219357" y="366134"/>
                  </a:lnTo>
                  <a:lnTo>
                    <a:pt x="2219145" y="366115"/>
                  </a:lnTo>
                  <a:lnTo>
                    <a:pt x="2219425" y="366322"/>
                  </a:lnTo>
                  <a:lnTo>
                    <a:pt x="2218816" y="366057"/>
                  </a:lnTo>
                  <a:lnTo>
                    <a:pt x="2218751" y="366332"/>
                  </a:lnTo>
                  <a:lnTo>
                    <a:pt x="2218278" y="366579"/>
                  </a:lnTo>
                  <a:lnTo>
                    <a:pt x="2218490" y="367139"/>
                  </a:lnTo>
                  <a:lnTo>
                    <a:pt x="2218458" y="367559"/>
                  </a:lnTo>
                  <a:lnTo>
                    <a:pt x="2218121" y="367741"/>
                  </a:lnTo>
                  <a:lnTo>
                    <a:pt x="2218193" y="368365"/>
                  </a:lnTo>
                  <a:lnTo>
                    <a:pt x="2217908" y="368578"/>
                  </a:lnTo>
                  <a:lnTo>
                    <a:pt x="2217475" y="368346"/>
                  </a:lnTo>
                  <a:lnTo>
                    <a:pt x="2217457" y="368587"/>
                  </a:lnTo>
                  <a:lnTo>
                    <a:pt x="2217243" y="368596"/>
                  </a:lnTo>
                  <a:lnTo>
                    <a:pt x="2217394" y="368751"/>
                  </a:lnTo>
                  <a:lnTo>
                    <a:pt x="2216354" y="369141"/>
                  </a:lnTo>
                  <a:lnTo>
                    <a:pt x="2215646" y="369731"/>
                  </a:lnTo>
                  <a:lnTo>
                    <a:pt x="2215482" y="370268"/>
                  </a:lnTo>
                  <a:lnTo>
                    <a:pt x="2215902" y="370646"/>
                  </a:lnTo>
                  <a:lnTo>
                    <a:pt x="2215614" y="370629"/>
                  </a:lnTo>
                  <a:lnTo>
                    <a:pt x="2215526" y="371125"/>
                  </a:lnTo>
                  <a:lnTo>
                    <a:pt x="2215979" y="371531"/>
                  </a:lnTo>
                  <a:lnTo>
                    <a:pt x="2216403" y="371523"/>
                  </a:lnTo>
                  <a:lnTo>
                    <a:pt x="2216504" y="371789"/>
                  </a:lnTo>
                  <a:lnTo>
                    <a:pt x="2217013" y="371917"/>
                  </a:lnTo>
                  <a:lnTo>
                    <a:pt x="2217216" y="371685"/>
                  </a:lnTo>
                  <a:lnTo>
                    <a:pt x="2217930" y="371835"/>
                  </a:lnTo>
                  <a:lnTo>
                    <a:pt x="2218496" y="371591"/>
                  </a:lnTo>
                  <a:lnTo>
                    <a:pt x="2218277" y="371804"/>
                  </a:lnTo>
                  <a:lnTo>
                    <a:pt x="2218467" y="371975"/>
                  </a:lnTo>
                  <a:lnTo>
                    <a:pt x="2218855" y="371803"/>
                  </a:lnTo>
                  <a:lnTo>
                    <a:pt x="2218900" y="371989"/>
                  </a:lnTo>
                  <a:lnTo>
                    <a:pt x="2219391" y="371816"/>
                  </a:lnTo>
                  <a:lnTo>
                    <a:pt x="2219556" y="371955"/>
                  </a:lnTo>
                  <a:lnTo>
                    <a:pt x="2220321" y="371224"/>
                  </a:lnTo>
                  <a:lnTo>
                    <a:pt x="2220777" y="371530"/>
                  </a:lnTo>
                  <a:lnTo>
                    <a:pt x="2220850" y="371143"/>
                  </a:lnTo>
                  <a:lnTo>
                    <a:pt x="2221057" y="371222"/>
                  </a:lnTo>
                  <a:lnTo>
                    <a:pt x="2220959" y="371625"/>
                  </a:lnTo>
                  <a:lnTo>
                    <a:pt x="2221969" y="371859"/>
                  </a:lnTo>
                  <a:lnTo>
                    <a:pt x="2222306" y="372375"/>
                  </a:lnTo>
                  <a:lnTo>
                    <a:pt x="2223279" y="372135"/>
                  </a:lnTo>
                  <a:lnTo>
                    <a:pt x="2223727" y="372501"/>
                  </a:lnTo>
                  <a:lnTo>
                    <a:pt x="2223774" y="372282"/>
                  </a:lnTo>
                  <a:lnTo>
                    <a:pt x="2224247" y="372119"/>
                  </a:lnTo>
                  <a:lnTo>
                    <a:pt x="2224239" y="372482"/>
                  </a:lnTo>
                  <a:lnTo>
                    <a:pt x="2224579" y="372290"/>
                  </a:lnTo>
                  <a:lnTo>
                    <a:pt x="2224662" y="372811"/>
                  </a:lnTo>
                  <a:lnTo>
                    <a:pt x="2224898" y="372569"/>
                  </a:lnTo>
                  <a:lnTo>
                    <a:pt x="2225043" y="372862"/>
                  </a:lnTo>
                  <a:lnTo>
                    <a:pt x="2225875" y="373211"/>
                  </a:lnTo>
                  <a:lnTo>
                    <a:pt x="2226772" y="373104"/>
                  </a:lnTo>
                  <a:lnTo>
                    <a:pt x="2227296" y="373373"/>
                  </a:lnTo>
                  <a:lnTo>
                    <a:pt x="2226959" y="373473"/>
                  </a:lnTo>
                  <a:lnTo>
                    <a:pt x="2227366" y="373697"/>
                  </a:lnTo>
                  <a:lnTo>
                    <a:pt x="2227390" y="373438"/>
                  </a:lnTo>
                  <a:lnTo>
                    <a:pt x="2227865" y="373630"/>
                  </a:lnTo>
                  <a:lnTo>
                    <a:pt x="2227808" y="373354"/>
                  </a:lnTo>
                  <a:lnTo>
                    <a:pt x="2228193" y="373459"/>
                  </a:lnTo>
                  <a:lnTo>
                    <a:pt x="2228042" y="373680"/>
                  </a:lnTo>
                  <a:lnTo>
                    <a:pt x="2228328" y="373755"/>
                  </a:lnTo>
                  <a:lnTo>
                    <a:pt x="2228998" y="373494"/>
                  </a:lnTo>
                  <a:lnTo>
                    <a:pt x="2229153" y="373694"/>
                  </a:lnTo>
                  <a:lnTo>
                    <a:pt x="2229584" y="373566"/>
                  </a:lnTo>
                  <a:lnTo>
                    <a:pt x="2229786" y="373065"/>
                  </a:lnTo>
                  <a:lnTo>
                    <a:pt x="2230236" y="373271"/>
                  </a:lnTo>
                  <a:lnTo>
                    <a:pt x="2230348" y="373018"/>
                  </a:lnTo>
                  <a:lnTo>
                    <a:pt x="2231759" y="373957"/>
                  </a:lnTo>
                  <a:lnTo>
                    <a:pt x="2231908" y="373694"/>
                  </a:lnTo>
                  <a:lnTo>
                    <a:pt x="2232165" y="373757"/>
                  </a:lnTo>
                  <a:lnTo>
                    <a:pt x="2232115" y="373500"/>
                  </a:lnTo>
                  <a:lnTo>
                    <a:pt x="2232340" y="373341"/>
                  </a:lnTo>
                  <a:lnTo>
                    <a:pt x="2232370" y="373668"/>
                  </a:lnTo>
                  <a:lnTo>
                    <a:pt x="2232598" y="373558"/>
                  </a:lnTo>
                  <a:lnTo>
                    <a:pt x="2233430" y="374046"/>
                  </a:lnTo>
                  <a:lnTo>
                    <a:pt x="2234254" y="374004"/>
                  </a:lnTo>
                  <a:lnTo>
                    <a:pt x="2235351" y="374958"/>
                  </a:lnTo>
                  <a:lnTo>
                    <a:pt x="2236011" y="374920"/>
                  </a:lnTo>
                  <a:lnTo>
                    <a:pt x="2236382" y="375229"/>
                  </a:lnTo>
                  <a:lnTo>
                    <a:pt x="2236625" y="374722"/>
                  </a:lnTo>
                  <a:lnTo>
                    <a:pt x="2237442" y="374961"/>
                  </a:lnTo>
                  <a:lnTo>
                    <a:pt x="2237633" y="375218"/>
                  </a:lnTo>
                  <a:lnTo>
                    <a:pt x="2238339" y="375216"/>
                  </a:lnTo>
                  <a:lnTo>
                    <a:pt x="2239153" y="375809"/>
                  </a:lnTo>
                  <a:lnTo>
                    <a:pt x="2240083" y="375635"/>
                  </a:lnTo>
                  <a:lnTo>
                    <a:pt x="2240441" y="375428"/>
                  </a:lnTo>
                  <a:lnTo>
                    <a:pt x="2240565" y="375052"/>
                  </a:lnTo>
                  <a:lnTo>
                    <a:pt x="2241043" y="375143"/>
                  </a:lnTo>
                  <a:lnTo>
                    <a:pt x="2240941" y="375376"/>
                  </a:lnTo>
                  <a:lnTo>
                    <a:pt x="2241104" y="375456"/>
                  </a:lnTo>
                  <a:lnTo>
                    <a:pt x="2241533" y="375007"/>
                  </a:lnTo>
                  <a:lnTo>
                    <a:pt x="2241718" y="375371"/>
                  </a:lnTo>
                  <a:lnTo>
                    <a:pt x="2242330" y="375222"/>
                  </a:lnTo>
                  <a:lnTo>
                    <a:pt x="2242749" y="375606"/>
                  </a:lnTo>
                  <a:lnTo>
                    <a:pt x="2243662" y="375413"/>
                  </a:lnTo>
                  <a:lnTo>
                    <a:pt x="2244280" y="375604"/>
                  </a:lnTo>
                  <a:lnTo>
                    <a:pt x="2244547" y="375375"/>
                  </a:lnTo>
                  <a:lnTo>
                    <a:pt x="2245424" y="375504"/>
                  </a:lnTo>
                  <a:lnTo>
                    <a:pt x="2246214" y="374690"/>
                  </a:lnTo>
                  <a:lnTo>
                    <a:pt x="2246838" y="374988"/>
                  </a:lnTo>
                  <a:lnTo>
                    <a:pt x="2247743" y="374944"/>
                  </a:lnTo>
                  <a:lnTo>
                    <a:pt x="2248028" y="374606"/>
                  </a:lnTo>
                  <a:lnTo>
                    <a:pt x="2249952" y="374587"/>
                  </a:lnTo>
                  <a:lnTo>
                    <a:pt x="2251125" y="375426"/>
                  </a:lnTo>
                  <a:lnTo>
                    <a:pt x="2251628" y="375568"/>
                  </a:lnTo>
                  <a:lnTo>
                    <a:pt x="2252083" y="375243"/>
                  </a:lnTo>
                  <a:lnTo>
                    <a:pt x="2252197" y="375541"/>
                  </a:lnTo>
                  <a:lnTo>
                    <a:pt x="2252941" y="375500"/>
                  </a:lnTo>
                  <a:lnTo>
                    <a:pt x="2253340" y="375940"/>
                  </a:lnTo>
                  <a:lnTo>
                    <a:pt x="2253771" y="375792"/>
                  </a:lnTo>
                  <a:lnTo>
                    <a:pt x="2254099" y="375980"/>
                  </a:lnTo>
                  <a:lnTo>
                    <a:pt x="2255004" y="375649"/>
                  </a:lnTo>
                  <a:lnTo>
                    <a:pt x="2255392" y="375893"/>
                  </a:lnTo>
                  <a:lnTo>
                    <a:pt x="2255482" y="376705"/>
                  </a:lnTo>
                  <a:lnTo>
                    <a:pt x="2257495" y="377641"/>
                  </a:lnTo>
                  <a:lnTo>
                    <a:pt x="2257385" y="378294"/>
                  </a:lnTo>
                  <a:lnTo>
                    <a:pt x="2257868" y="378711"/>
                  </a:lnTo>
                  <a:lnTo>
                    <a:pt x="2258226" y="378713"/>
                  </a:lnTo>
                  <a:lnTo>
                    <a:pt x="2258420" y="379051"/>
                  </a:lnTo>
                  <a:lnTo>
                    <a:pt x="2258894" y="379206"/>
                  </a:lnTo>
                  <a:lnTo>
                    <a:pt x="2259670" y="379182"/>
                  </a:lnTo>
                  <a:lnTo>
                    <a:pt x="2260740" y="379956"/>
                  </a:lnTo>
                  <a:lnTo>
                    <a:pt x="2261145" y="379865"/>
                  </a:lnTo>
                  <a:lnTo>
                    <a:pt x="2261901" y="380672"/>
                  </a:lnTo>
                  <a:lnTo>
                    <a:pt x="2263069" y="381040"/>
                  </a:lnTo>
                  <a:lnTo>
                    <a:pt x="2263382" y="381446"/>
                  </a:lnTo>
                  <a:lnTo>
                    <a:pt x="2264300" y="381363"/>
                  </a:lnTo>
                  <a:lnTo>
                    <a:pt x="2265411" y="380535"/>
                  </a:lnTo>
                  <a:lnTo>
                    <a:pt x="2266609" y="381354"/>
                  </a:lnTo>
                  <a:lnTo>
                    <a:pt x="2267610" y="381263"/>
                  </a:lnTo>
                  <a:lnTo>
                    <a:pt x="2267970" y="380826"/>
                  </a:lnTo>
                  <a:lnTo>
                    <a:pt x="2268391" y="381282"/>
                  </a:lnTo>
                  <a:lnTo>
                    <a:pt x="2268991" y="381062"/>
                  </a:lnTo>
                  <a:lnTo>
                    <a:pt x="2269658" y="381406"/>
                  </a:lnTo>
                  <a:lnTo>
                    <a:pt x="2270064" y="381205"/>
                  </a:lnTo>
                  <a:lnTo>
                    <a:pt x="2270709" y="381519"/>
                  </a:lnTo>
                  <a:lnTo>
                    <a:pt x="2270481" y="381634"/>
                  </a:lnTo>
                  <a:lnTo>
                    <a:pt x="2270557" y="381841"/>
                  </a:lnTo>
                  <a:lnTo>
                    <a:pt x="2270929" y="381739"/>
                  </a:lnTo>
                  <a:lnTo>
                    <a:pt x="2270994" y="382031"/>
                  </a:lnTo>
                  <a:lnTo>
                    <a:pt x="2271838" y="382136"/>
                  </a:lnTo>
                  <a:lnTo>
                    <a:pt x="2271924" y="382517"/>
                  </a:lnTo>
                  <a:lnTo>
                    <a:pt x="2272809" y="383132"/>
                  </a:lnTo>
                  <a:lnTo>
                    <a:pt x="2273522" y="383085"/>
                  </a:lnTo>
                  <a:lnTo>
                    <a:pt x="2274229" y="383813"/>
                  </a:lnTo>
                  <a:lnTo>
                    <a:pt x="2274779" y="383968"/>
                  </a:lnTo>
                  <a:lnTo>
                    <a:pt x="2275220" y="384092"/>
                  </a:lnTo>
                  <a:lnTo>
                    <a:pt x="2275378" y="384574"/>
                  </a:lnTo>
                  <a:lnTo>
                    <a:pt x="2275678" y="384698"/>
                  </a:lnTo>
                  <a:lnTo>
                    <a:pt x="2275684" y="384265"/>
                  </a:lnTo>
                  <a:lnTo>
                    <a:pt x="2276300" y="384646"/>
                  </a:lnTo>
                  <a:lnTo>
                    <a:pt x="2276531" y="385211"/>
                  </a:lnTo>
                  <a:lnTo>
                    <a:pt x="2276774" y="385166"/>
                  </a:lnTo>
                  <a:lnTo>
                    <a:pt x="2276818" y="385409"/>
                  </a:lnTo>
                  <a:lnTo>
                    <a:pt x="2276352" y="385445"/>
                  </a:lnTo>
                  <a:lnTo>
                    <a:pt x="2276317" y="385688"/>
                  </a:lnTo>
                  <a:lnTo>
                    <a:pt x="2276760" y="385910"/>
                  </a:lnTo>
                  <a:lnTo>
                    <a:pt x="2277113" y="385730"/>
                  </a:lnTo>
                  <a:lnTo>
                    <a:pt x="2277180" y="386326"/>
                  </a:lnTo>
                  <a:lnTo>
                    <a:pt x="2277788" y="386256"/>
                  </a:lnTo>
                  <a:lnTo>
                    <a:pt x="2277965" y="386935"/>
                  </a:lnTo>
                  <a:lnTo>
                    <a:pt x="2278636" y="387060"/>
                  </a:lnTo>
                  <a:lnTo>
                    <a:pt x="2279382" y="387723"/>
                  </a:lnTo>
                  <a:lnTo>
                    <a:pt x="2279746" y="387707"/>
                  </a:lnTo>
                  <a:lnTo>
                    <a:pt x="2279961" y="388233"/>
                  </a:lnTo>
                  <a:lnTo>
                    <a:pt x="2280488" y="388386"/>
                  </a:lnTo>
                  <a:lnTo>
                    <a:pt x="2280823" y="388711"/>
                  </a:lnTo>
                  <a:lnTo>
                    <a:pt x="2280455" y="388957"/>
                  </a:lnTo>
                  <a:lnTo>
                    <a:pt x="2280755" y="389260"/>
                  </a:lnTo>
                  <a:lnTo>
                    <a:pt x="2281752" y="389206"/>
                  </a:lnTo>
                  <a:lnTo>
                    <a:pt x="2282390" y="390090"/>
                  </a:lnTo>
                  <a:lnTo>
                    <a:pt x="2282618" y="391179"/>
                  </a:lnTo>
                  <a:lnTo>
                    <a:pt x="2283563" y="391269"/>
                  </a:lnTo>
                  <a:lnTo>
                    <a:pt x="2284409" y="391684"/>
                  </a:lnTo>
                  <a:lnTo>
                    <a:pt x="2286049" y="393927"/>
                  </a:lnTo>
                  <a:lnTo>
                    <a:pt x="2286515" y="393987"/>
                  </a:lnTo>
                  <a:lnTo>
                    <a:pt x="2287190" y="394594"/>
                  </a:lnTo>
                  <a:lnTo>
                    <a:pt x="2287275" y="395372"/>
                  </a:lnTo>
                  <a:lnTo>
                    <a:pt x="2287868" y="395713"/>
                  </a:lnTo>
                  <a:lnTo>
                    <a:pt x="2287856" y="396437"/>
                  </a:lnTo>
                  <a:lnTo>
                    <a:pt x="2288163" y="396753"/>
                  </a:lnTo>
                  <a:lnTo>
                    <a:pt x="2287770" y="396999"/>
                  </a:lnTo>
                  <a:lnTo>
                    <a:pt x="2288353" y="397334"/>
                  </a:lnTo>
                  <a:lnTo>
                    <a:pt x="2288074" y="397642"/>
                  </a:lnTo>
                  <a:lnTo>
                    <a:pt x="2288009" y="398406"/>
                  </a:lnTo>
                  <a:lnTo>
                    <a:pt x="2286608" y="398942"/>
                  </a:lnTo>
                  <a:lnTo>
                    <a:pt x="2286265" y="399504"/>
                  </a:lnTo>
                  <a:lnTo>
                    <a:pt x="2286188" y="400198"/>
                  </a:lnTo>
                  <a:lnTo>
                    <a:pt x="2286452" y="401008"/>
                  </a:lnTo>
                  <a:lnTo>
                    <a:pt x="2287229" y="402105"/>
                  </a:lnTo>
                  <a:lnTo>
                    <a:pt x="2286765" y="403335"/>
                  </a:lnTo>
                  <a:lnTo>
                    <a:pt x="2286799" y="403890"/>
                  </a:lnTo>
                  <a:lnTo>
                    <a:pt x="2287607" y="404469"/>
                  </a:lnTo>
                  <a:lnTo>
                    <a:pt x="2287502" y="405237"/>
                  </a:lnTo>
                  <a:lnTo>
                    <a:pt x="2287800" y="406117"/>
                  </a:lnTo>
                  <a:lnTo>
                    <a:pt x="2288936" y="406924"/>
                  </a:lnTo>
                  <a:lnTo>
                    <a:pt x="2289913" y="407208"/>
                  </a:lnTo>
                  <a:lnTo>
                    <a:pt x="2290230" y="407691"/>
                  </a:lnTo>
                  <a:lnTo>
                    <a:pt x="2290823" y="407624"/>
                  </a:lnTo>
                  <a:lnTo>
                    <a:pt x="2290969" y="407192"/>
                  </a:lnTo>
                  <a:lnTo>
                    <a:pt x="2291470" y="407512"/>
                  </a:lnTo>
                  <a:lnTo>
                    <a:pt x="2291957" y="407517"/>
                  </a:lnTo>
                  <a:lnTo>
                    <a:pt x="2292032" y="407316"/>
                  </a:lnTo>
                  <a:lnTo>
                    <a:pt x="2292521" y="407903"/>
                  </a:lnTo>
                  <a:lnTo>
                    <a:pt x="2292993" y="407724"/>
                  </a:lnTo>
                  <a:lnTo>
                    <a:pt x="2293756" y="407942"/>
                  </a:lnTo>
                  <a:lnTo>
                    <a:pt x="2293851" y="408296"/>
                  </a:lnTo>
                  <a:lnTo>
                    <a:pt x="2294207" y="408262"/>
                  </a:lnTo>
                  <a:lnTo>
                    <a:pt x="2294897" y="408240"/>
                  </a:lnTo>
                  <a:lnTo>
                    <a:pt x="2295438" y="408662"/>
                  </a:lnTo>
                  <a:lnTo>
                    <a:pt x="2296315" y="408446"/>
                  </a:lnTo>
                  <a:lnTo>
                    <a:pt x="2296746" y="408532"/>
                  </a:lnTo>
                  <a:lnTo>
                    <a:pt x="2297119" y="408605"/>
                  </a:lnTo>
                  <a:lnTo>
                    <a:pt x="2297878" y="410922"/>
                  </a:lnTo>
                  <a:lnTo>
                    <a:pt x="2295949" y="414237"/>
                  </a:lnTo>
                  <a:lnTo>
                    <a:pt x="2294560" y="419905"/>
                  </a:lnTo>
                  <a:lnTo>
                    <a:pt x="2294204" y="418919"/>
                  </a:lnTo>
                  <a:lnTo>
                    <a:pt x="2293968" y="419128"/>
                  </a:lnTo>
                  <a:lnTo>
                    <a:pt x="2293761" y="418894"/>
                  </a:lnTo>
                  <a:lnTo>
                    <a:pt x="2293452" y="418965"/>
                  </a:lnTo>
                  <a:lnTo>
                    <a:pt x="2293389" y="418603"/>
                  </a:lnTo>
                  <a:lnTo>
                    <a:pt x="2293252" y="418758"/>
                  </a:lnTo>
                  <a:lnTo>
                    <a:pt x="2292919" y="418332"/>
                  </a:lnTo>
                  <a:lnTo>
                    <a:pt x="2292882" y="418628"/>
                  </a:lnTo>
                  <a:lnTo>
                    <a:pt x="2292536" y="418636"/>
                  </a:lnTo>
                  <a:lnTo>
                    <a:pt x="2292585" y="418014"/>
                  </a:lnTo>
                  <a:lnTo>
                    <a:pt x="2292245" y="418053"/>
                  </a:lnTo>
                  <a:lnTo>
                    <a:pt x="2292422" y="418189"/>
                  </a:lnTo>
                  <a:lnTo>
                    <a:pt x="2292202" y="418286"/>
                  </a:lnTo>
                  <a:lnTo>
                    <a:pt x="2292011" y="418007"/>
                  </a:lnTo>
                  <a:lnTo>
                    <a:pt x="2291999" y="418391"/>
                  </a:lnTo>
                  <a:lnTo>
                    <a:pt x="2291758" y="418412"/>
                  </a:lnTo>
                  <a:lnTo>
                    <a:pt x="2290952" y="418107"/>
                  </a:lnTo>
                  <a:lnTo>
                    <a:pt x="2291140" y="417694"/>
                  </a:lnTo>
                  <a:lnTo>
                    <a:pt x="2290859" y="417721"/>
                  </a:lnTo>
                  <a:lnTo>
                    <a:pt x="2291023" y="417584"/>
                  </a:lnTo>
                  <a:lnTo>
                    <a:pt x="2290839" y="417465"/>
                  </a:lnTo>
                  <a:lnTo>
                    <a:pt x="2290770" y="417653"/>
                  </a:lnTo>
                  <a:lnTo>
                    <a:pt x="2290370" y="417619"/>
                  </a:lnTo>
                  <a:lnTo>
                    <a:pt x="2290414" y="417262"/>
                  </a:lnTo>
                  <a:lnTo>
                    <a:pt x="2289579" y="417733"/>
                  </a:lnTo>
                  <a:lnTo>
                    <a:pt x="2289538" y="417394"/>
                  </a:lnTo>
                  <a:lnTo>
                    <a:pt x="2288418" y="417266"/>
                  </a:lnTo>
                  <a:lnTo>
                    <a:pt x="2287676" y="416780"/>
                  </a:lnTo>
                  <a:lnTo>
                    <a:pt x="2287406" y="416965"/>
                  </a:lnTo>
                  <a:lnTo>
                    <a:pt x="2286769" y="416620"/>
                  </a:lnTo>
                  <a:lnTo>
                    <a:pt x="2286696" y="416327"/>
                  </a:lnTo>
                  <a:lnTo>
                    <a:pt x="2286152" y="416409"/>
                  </a:lnTo>
                  <a:lnTo>
                    <a:pt x="2285445" y="416033"/>
                  </a:lnTo>
                  <a:lnTo>
                    <a:pt x="2285128" y="416437"/>
                  </a:lnTo>
                  <a:lnTo>
                    <a:pt x="2284830" y="416310"/>
                  </a:lnTo>
                  <a:lnTo>
                    <a:pt x="2284585" y="416546"/>
                  </a:lnTo>
                  <a:lnTo>
                    <a:pt x="2284445" y="416027"/>
                  </a:lnTo>
                  <a:lnTo>
                    <a:pt x="2284135" y="416283"/>
                  </a:lnTo>
                  <a:lnTo>
                    <a:pt x="2283787" y="415801"/>
                  </a:lnTo>
                  <a:lnTo>
                    <a:pt x="2283530" y="415900"/>
                  </a:lnTo>
                  <a:lnTo>
                    <a:pt x="2283255" y="415660"/>
                  </a:lnTo>
                  <a:lnTo>
                    <a:pt x="2282810" y="415759"/>
                  </a:lnTo>
                  <a:lnTo>
                    <a:pt x="2282657" y="416240"/>
                  </a:lnTo>
                  <a:lnTo>
                    <a:pt x="2281836" y="415981"/>
                  </a:lnTo>
                  <a:lnTo>
                    <a:pt x="2281531" y="416139"/>
                  </a:lnTo>
                  <a:lnTo>
                    <a:pt x="2281433" y="415751"/>
                  </a:lnTo>
                  <a:lnTo>
                    <a:pt x="2281107" y="416056"/>
                  </a:lnTo>
                  <a:lnTo>
                    <a:pt x="2280547" y="415889"/>
                  </a:lnTo>
                  <a:lnTo>
                    <a:pt x="2280187" y="416179"/>
                  </a:lnTo>
                  <a:lnTo>
                    <a:pt x="2280254" y="415808"/>
                  </a:lnTo>
                  <a:lnTo>
                    <a:pt x="2279672" y="416017"/>
                  </a:lnTo>
                  <a:lnTo>
                    <a:pt x="2279219" y="415892"/>
                  </a:lnTo>
                  <a:lnTo>
                    <a:pt x="2278601" y="415253"/>
                  </a:lnTo>
                  <a:lnTo>
                    <a:pt x="2277717" y="415545"/>
                  </a:lnTo>
                  <a:lnTo>
                    <a:pt x="2276849" y="415004"/>
                  </a:lnTo>
                  <a:lnTo>
                    <a:pt x="2276606" y="415385"/>
                  </a:lnTo>
                  <a:lnTo>
                    <a:pt x="2275599" y="415691"/>
                  </a:lnTo>
                  <a:lnTo>
                    <a:pt x="2275448" y="416112"/>
                  </a:lnTo>
                  <a:lnTo>
                    <a:pt x="2274739" y="416118"/>
                  </a:lnTo>
                  <a:lnTo>
                    <a:pt x="2274244" y="416584"/>
                  </a:lnTo>
                  <a:lnTo>
                    <a:pt x="2273302" y="416812"/>
                  </a:lnTo>
                  <a:lnTo>
                    <a:pt x="2273416" y="417122"/>
                  </a:lnTo>
                  <a:lnTo>
                    <a:pt x="2272784" y="417211"/>
                  </a:lnTo>
                  <a:lnTo>
                    <a:pt x="2272486" y="417769"/>
                  </a:lnTo>
                  <a:lnTo>
                    <a:pt x="2272233" y="417500"/>
                  </a:lnTo>
                  <a:lnTo>
                    <a:pt x="2272068" y="417795"/>
                  </a:lnTo>
                  <a:lnTo>
                    <a:pt x="2271117" y="417554"/>
                  </a:lnTo>
                  <a:lnTo>
                    <a:pt x="2270414" y="417811"/>
                  </a:lnTo>
                  <a:lnTo>
                    <a:pt x="2269934" y="418275"/>
                  </a:lnTo>
                  <a:lnTo>
                    <a:pt x="2269907" y="418633"/>
                  </a:lnTo>
                  <a:lnTo>
                    <a:pt x="2269322" y="418956"/>
                  </a:lnTo>
                  <a:lnTo>
                    <a:pt x="2269121" y="418838"/>
                  </a:lnTo>
                  <a:lnTo>
                    <a:pt x="2268740" y="419220"/>
                  </a:lnTo>
                  <a:lnTo>
                    <a:pt x="2267058" y="419954"/>
                  </a:lnTo>
                  <a:lnTo>
                    <a:pt x="2266314" y="420746"/>
                  </a:lnTo>
                  <a:lnTo>
                    <a:pt x="2266032" y="421642"/>
                  </a:lnTo>
                  <a:lnTo>
                    <a:pt x="2265778" y="421794"/>
                  </a:lnTo>
                  <a:lnTo>
                    <a:pt x="2265819" y="424268"/>
                  </a:lnTo>
                  <a:lnTo>
                    <a:pt x="2265636" y="425020"/>
                  </a:lnTo>
                  <a:lnTo>
                    <a:pt x="2265857" y="425950"/>
                  </a:lnTo>
                  <a:lnTo>
                    <a:pt x="2265625" y="427005"/>
                  </a:lnTo>
                  <a:lnTo>
                    <a:pt x="2265891" y="427110"/>
                  </a:lnTo>
                  <a:lnTo>
                    <a:pt x="2265739" y="427275"/>
                  </a:lnTo>
                  <a:lnTo>
                    <a:pt x="2265959" y="427371"/>
                  </a:lnTo>
                  <a:lnTo>
                    <a:pt x="2265915" y="427693"/>
                  </a:lnTo>
                  <a:lnTo>
                    <a:pt x="2266068" y="427556"/>
                  </a:lnTo>
                  <a:lnTo>
                    <a:pt x="2266089" y="428282"/>
                  </a:lnTo>
                  <a:lnTo>
                    <a:pt x="2265691" y="428117"/>
                  </a:lnTo>
                  <a:lnTo>
                    <a:pt x="2265368" y="428587"/>
                  </a:lnTo>
                  <a:lnTo>
                    <a:pt x="2264943" y="428493"/>
                  </a:lnTo>
                  <a:lnTo>
                    <a:pt x="2264654" y="428872"/>
                  </a:lnTo>
                  <a:lnTo>
                    <a:pt x="2264093" y="428885"/>
                  </a:lnTo>
                  <a:lnTo>
                    <a:pt x="2263767" y="429074"/>
                  </a:lnTo>
                  <a:lnTo>
                    <a:pt x="2263899" y="429180"/>
                  </a:lnTo>
                  <a:lnTo>
                    <a:pt x="2262887" y="429436"/>
                  </a:lnTo>
                  <a:lnTo>
                    <a:pt x="2262045" y="430456"/>
                  </a:lnTo>
                  <a:lnTo>
                    <a:pt x="2262987" y="433201"/>
                  </a:lnTo>
                  <a:lnTo>
                    <a:pt x="2263155" y="434414"/>
                  </a:lnTo>
                  <a:lnTo>
                    <a:pt x="2263489" y="435104"/>
                  </a:lnTo>
                  <a:lnTo>
                    <a:pt x="2264232" y="435743"/>
                  </a:lnTo>
                  <a:lnTo>
                    <a:pt x="2264191" y="436203"/>
                  </a:lnTo>
                  <a:lnTo>
                    <a:pt x="2264544" y="436154"/>
                  </a:lnTo>
                  <a:lnTo>
                    <a:pt x="2264585" y="436862"/>
                  </a:lnTo>
                  <a:lnTo>
                    <a:pt x="2264962" y="437177"/>
                  </a:lnTo>
                  <a:lnTo>
                    <a:pt x="2264841" y="437751"/>
                  </a:lnTo>
                  <a:lnTo>
                    <a:pt x="2265087" y="438442"/>
                  </a:lnTo>
                  <a:lnTo>
                    <a:pt x="2264804" y="438925"/>
                  </a:lnTo>
                  <a:lnTo>
                    <a:pt x="2264969" y="439204"/>
                  </a:lnTo>
                  <a:lnTo>
                    <a:pt x="2264785" y="439642"/>
                  </a:lnTo>
                  <a:lnTo>
                    <a:pt x="2263449" y="440425"/>
                  </a:lnTo>
                  <a:lnTo>
                    <a:pt x="2262580" y="440452"/>
                  </a:lnTo>
                  <a:lnTo>
                    <a:pt x="2262136" y="440983"/>
                  </a:lnTo>
                  <a:lnTo>
                    <a:pt x="2261340" y="441029"/>
                  </a:lnTo>
                  <a:lnTo>
                    <a:pt x="2260607" y="441833"/>
                  </a:lnTo>
                  <a:lnTo>
                    <a:pt x="2260264" y="441804"/>
                  </a:lnTo>
                  <a:lnTo>
                    <a:pt x="2257488" y="442954"/>
                  </a:lnTo>
                  <a:lnTo>
                    <a:pt x="2257250" y="443568"/>
                  </a:lnTo>
                  <a:lnTo>
                    <a:pt x="2256842" y="443825"/>
                  </a:lnTo>
                  <a:lnTo>
                    <a:pt x="2256701" y="444645"/>
                  </a:lnTo>
                  <a:lnTo>
                    <a:pt x="2255999" y="445439"/>
                  </a:lnTo>
                  <a:lnTo>
                    <a:pt x="2255692" y="446313"/>
                  </a:lnTo>
                  <a:lnTo>
                    <a:pt x="2255154" y="446583"/>
                  </a:lnTo>
                  <a:lnTo>
                    <a:pt x="2254114" y="447810"/>
                  </a:lnTo>
                  <a:lnTo>
                    <a:pt x="2251274" y="448379"/>
                  </a:lnTo>
                  <a:lnTo>
                    <a:pt x="2250799" y="448738"/>
                  </a:lnTo>
                  <a:lnTo>
                    <a:pt x="2249752" y="448473"/>
                  </a:lnTo>
                  <a:lnTo>
                    <a:pt x="2246807" y="448992"/>
                  </a:lnTo>
                  <a:lnTo>
                    <a:pt x="2246072" y="449385"/>
                  </a:lnTo>
                  <a:lnTo>
                    <a:pt x="2243793" y="449753"/>
                  </a:lnTo>
                  <a:lnTo>
                    <a:pt x="2242175" y="450557"/>
                  </a:lnTo>
                  <a:lnTo>
                    <a:pt x="2240402" y="450606"/>
                  </a:lnTo>
                  <a:lnTo>
                    <a:pt x="2242913" y="453154"/>
                  </a:lnTo>
                  <a:lnTo>
                    <a:pt x="2245051" y="459550"/>
                  </a:lnTo>
                  <a:lnTo>
                    <a:pt x="2245920" y="460173"/>
                  </a:lnTo>
                  <a:lnTo>
                    <a:pt x="2247296" y="460581"/>
                  </a:lnTo>
                  <a:lnTo>
                    <a:pt x="2248216" y="461232"/>
                  </a:lnTo>
                  <a:lnTo>
                    <a:pt x="2248553" y="461603"/>
                  </a:lnTo>
                  <a:lnTo>
                    <a:pt x="2248557" y="463538"/>
                  </a:lnTo>
                  <a:lnTo>
                    <a:pt x="2249792" y="464661"/>
                  </a:lnTo>
                  <a:lnTo>
                    <a:pt x="2250677" y="465950"/>
                  </a:lnTo>
                  <a:lnTo>
                    <a:pt x="2251023" y="465925"/>
                  </a:lnTo>
                  <a:lnTo>
                    <a:pt x="2250705" y="466694"/>
                  </a:lnTo>
                  <a:lnTo>
                    <a:pt x="2251831" y="468216"/>
                  </a:lnTo>
                  <a:lnTo>
                    <a:pt x="2252095" y="468929"/>
                  </a:lnTo>
                  <a:lnTo>
                    <a:pt x="2251493" y="471160"/>
                  </a:lnTo>
                  <a:lnTo>
                    <a:pt x="2252353" y="473063"/>
                  </a:lnTo>
                  <a:lnTo>
                    <a:pt x="2252272" y="473882"/>
                  </a:lnTo>
                  <a:lnTo>
                    <a:pt x="2252485" y="474673"/>
                  </a:lnTo>
                  <a:lnTo>
                    <a:pt x="2252046" y="475206"/>
                  </a:lnTo>
                  <a:lnTo>
                    <a:pt x="2251759" y="476629"/>
                  </a:lnTo>
                  <a:lnTo>
                    <a:pt x="2250753" y="478116"/>
                  </a:lnTo>
                  <a:lnTo>
                    <a:pt x="2250732" y="478944"/>
                  </a:lnTo>
                  <a:lnTo>
                    <a:pt x="2248963" y="481790"/>
                  </a:lnTo>
                  <a:lnTo>
                    <a:pt x="2248719" y="483435"/>
                  </a:lnTo>
                  <a:lnTo>
                    <a:pt x="2248707" y="483964"/>
                  </a:lnTo>
                  <a:lnTo>
                    <a:pt x="2250366" y="486947"/>
                  </a:lnTo>
                  <a:lnTo>
                    <a:pt x="2250176" y="487576"/>
                  </a:lnTo>
                  <a:lnTo>
                    <a:pt x="2250452" y="488694"/>
                  </a:lnTo>
                  <a:lnTo>
                    <a:pt x="2251369" y="489168"/>
                  </a:lnTo>
                  <a:lnTo>
                    <a:pt x="2251562" y="489616"/>
                  </a:lnTo>
                  <a:lnTo>
                    <a:pt x="2252154" y="489592"/>
                  </a:lnTo>
                  <a:lnTo>
                    <a:pt x="2253060" y="490124"/>
                  </a:lnTo>
                  <a:lnTo>
                    <a:pt x="2253476" y="491131"/>
                  </a:lnTo>
                  <a:lnTo>
                    <a:pt x="2254132" y="491639"/>
                  </a:lnTo>
                  <a:lnTo>
                    <a:pt x="2254660" y="491526"/>
                  </a:lnTo>
                  <a:lnTo>
                    <a:pt x="2255012" y="491950"/>
                  </a:lnTo>
                  <a:lnTo>
                    <a:pt x="2255935" y="492404"/>
                  </a:lnTo>
                  <a:lnTo>
                    <a:pt x="2257075" y="492315"/>
                  </a:lnTo>
                  <a:lnTo>
                    <a:pt x="2257286" y="492571"/>
                  </a:lnTo>
                  <a:lnTo>
                    <a:pt x="2257938" y="492708"/>
                  </a:lnTo>
                  <a:lnTo>
                    <a:pt x="2258174" y="493185"/>
                  </a:lnTo>
                  <a:lnTo>
                    <a:pt x="2258951" y="493389"/>
                  </a:lnTo>
                  <a:lnTo>
                    <a:pt x="2260459" y="493290"/>
                  </a:lnTo>
                  <a:lnTo>
                    <a:pt x="2260845" y="493532"/>
                  </a:lnTo>
                  <a:lnTo>
                    <a:pt x="2262349" y="493469"/>
                  </a:lnTo>
                  <a:lnTo>
                    <a:pt x="2262988" y="493068"/>
                  </a:lnTo>
                  <a:lnTo>
                    <a:pt x="2264245" y="493080"/>
                  </a:lnTo>
                  <a:lnTo>
                    <a:pt x="2264649" y="493776"/>
                  </a:lnTo>
                  <a:lnTo>
                    <a:pt x="2265466" y="494067"/>
                  </a:lnTo>
                  <a:lnTo>
                    <a:pt x="2266323" y="494054"/>
                  </a:lnTo>
                  <a:lnTo>
                    <a:pt x="2266830" y="494896"/>
                  </a:lnTo>
                  <a:lnTo>
                    <a:pt x="2267549" y="495129"/>
                  </a:lnTo>
                  <a:lnTo>
                    <a:pt x="2267630" y="495439"/>
                  </a:lnTo>
                  <a:lnTo>
                    <a:pt x="2267920" y="495364"/>
                  </a:lnTo>
                  <a:lnTo>
                    <a:pt x="2268391" y="495827"/>
                  </a:lnTo>
                  <a:lnTo>
                    <a:pt x="2268584" y="496710"/>
                  </a:lnTo>
                  <a:lnTo>
                    <a:pt x="2269018" y="496578"/>
                  </a:lnTo>
                  <a:lnTo>
                    <a:pt x="2269761" y="497064"/>
                  </a:lnTo>
                  <a:lnTo>
                    <a:pt x="2270920" y="497015"/>
                  </a:lnTo>
                  <a:lnTo>
                    <a:pt x="2271550" y="497327"/>
                  </a:lnTo>
                  <a:lnTo>
                    <a:pt x="2272603" y="497203"/>
                  </a:lnTo>
                  <a:lnTo>
                    <a:pt x="2272756" y="496967"/>
                  </a:lnTo>
                  <a:lnTo>
                    <a:pt x="2273464" y="497002"/>
                  </a:lnTo>
                  <a:lnTo>
                    <a:pt x="2273570" y="496728"/>
                  </a:lnTo>
                  <a:lnTo>
                    <a:pt x="2274072" y="496563"/>
                  </a:lnTo>
                  <a:lnTo>
                    <a:pt x="2274075" y="496874"/>
                  </a:lnTo>
                  <a:lnTo>
                    <a:pt x="2274390" y="496582"/>
                  </a:lnTo>
                  <a:lnTo>
                    <a:pt x="2275140" y="496707"/>
                  </a:lnTo>
                  <a:lnTo>
                    <a:pt x="2275401" y="497015"/>
                  </a:lnTo>
                  <a:lnTo>
                    <a:pt x="2275132" y="497221"/>
                  </a:lnTo>
                  <a:lnTo>
                    <a:pt x="2275808" y="497878"/>
                  </a:lnTo>
                  <a:lnTo>
                    <a:pt x="2275728" y="498129"/>
                  </a:lnTo>
                  <a:lnTo>
                    <a:pt x="2276541" y="498268"/>
                  </a:lnTo>
                  <a:lnTo>
                    <a:pt x="2277212" y="499199"/>
                  </a:lnTo>
                  <a:lnTo>
                    <a:pt x="2277209" y="500455"/>
                  </a:lnTo>
                  <a:lnTo>
                    <a:pt x="2277606" y="501041"/>
                  </a:lnTo>
                  <a:lnTo>
                    <a:pt x="2277284" y="500958"/>
                  </a:lnTo>
                  <a:lnTo>
                    <a:pt x="2277129" y="502008"/>
                  </a:lnTo>
                  <a:lnTo>
                    <a:pt x="2277513" y="502339"/>
                  </a:lnTo>
                  <a:lnTo>
                    <a:pt x="2277311" y="502813"/>
                  </a:lnTo>
                  <a:lnTo>
                    <a:pt x="2277578" y="503358"/>
                  </a:lnTo>
                  <a:lnTo>
                    <a:pt x="2279018" y="505375"/>
                  </a:lnTo>
                  <a:lnTo>
                    <a:pt x="2280855" y="507113"/>
                  </a:lnTo>
                  <a:lnTo>
                    <a:pt x="2284614" y="511688"/>
                  </a:lnTo>
                  <a:lnTo>
                    <a:pt x="2286418" y="515017"/>
                  </a:lnTo>
                  <a:lnTo>
                    <a:pt x="2286756" y="515252"/>
                  </a:lnTo>
                  <a:lnTo>
                    <a:pt x="2286778" y="516521"/>
                  </a:lnTo>
                  <a:lnTo>
                    <a:pt x="2287581" y="517834"/>
                  </a:lnTo>
                  <a:lnTo>
                    <a:pt x="2287412" y="518849"/>
                  </a:lnTo>
                  <a:lnTo>
                    <a:pt x="2287819" y="519140"/>
                  </a:lnTo>
                  <a:lnTo>
                    <a:pt x="2287805" y="519408"/>
                  </a:lnTo>
                  <a:lnTo>
                    <a:pt x="2288075" y="519059"/>
                  </a:lnTo>
                  <a:lnTo>
                    <a:pt x="2288205" y="519166"/>
                  </a:lnTo>
                  <a:lnTo>
                    <a:pt x="2288185" y="519654"/>
                  </a:lnTo>
                  <a:lnTo>
                    <a:pt x="2288580" y="519794"/>
                  </a:lnTo>
                  <a:lnTo>
                    <a:pt x="2288269" y="520292"/>
                  </a:lnTo>
                  <a:lnTo>
                    <a:pt x="2289087" y="520974"/>
                  </a:lnTo>
                  <a:lnTo>
                    <a:pt x="2289111" y="521374"/>
                  </a:lnTo>
                  <a:lnTo>
                    <a:pt x="2289663" y="521639"/>
                  </a:lnTo>
                  <a:lnTo>
                    <a:pt x="2289899" y="521819"/>
                  </a:lnTo>
                  <a:lnTo>
                    <a:pt x="2289914" y="522348"/>
                  </a:lnTo>
                  <a:lnTo>
                    <a:pt x="2290755" y="523282"/>
                  </a:lnTo>
                  <a:lnTo>
                    <a:pt x="2290097" y="524348"/>
                  </a:lnTo>
                  <a:lnTo>
                    <a:pt x="2290974" y="525519"/>
                  </a:lnTo>
                  <a:lnTo>
                    <a:pt x="2290673" y="526089"/>
                  </a:lnTo>
                  <a:lnTo>
                    <a:pt x="2290639" y="527071"/>
                  </a:lnTo>
                  <a:lnTo>
                    <a:pt x="2290313" y="527010"/>
                  </a:lnTo>
                  <a:lnTo>
                    <a:pt x="2290140" y="527844"/>
                  </a:lnTo>
                  <a:lnTo>
                    <a:pt x="2289694" y="527923"/>
                  </a:lnTo>
                  <a:lnTo>
                    <a:pt x="2289491" y="527727"/>
                  </a:lnTo>
                  <a:lnTo>
                    <a:pt x="2289335" y="527945"/>
                  </a:lnTo>
                  <a:lnTo>
                    <a:pt x="2289801" y="528807"/>
                  </a:lnTo>
                  <a:lnTo>
                    <a:pt x="2290348" y="528893"/>
                  </a:lnTo>
                  <a:lnTo>
                    <a:pt x="2290817" y="528672"/>
                  </a:lnTo>
                  <a:lnTo>
                    <a:pt x="2291139" y="529208"/>
                  </a:lnTo>
                  <a:lnTo>
                    <a:pt x="2292420" y="529232"/>
                  </a:lnTo>
                  <a:lnTo>
                    <a:pt x="2293607" y="531359"/>
                  </a:lnTo>
                  <a:lnTo>
                    <a:pt x="2293868" y="531160"/>
                  </a:lnTo>
                  <a:lnTo>
                    <a:pt x="2294213" y="531582"/>
                  </a:lnTo>
                  <a:lnTo>
                    <a:pt x="2294706" y="531169"/>
                  </a:lnTo>
                  <a:lnTo>
                    <a:pt x="2295208" y="531662"/>
                  </a:lnTo>
                  <a:lnTo>
                    <a:pt x="2296197" y="531721"/>
                  </a:lnTo>
                  <a:lnTo>
                    <a:pt x="2298171" y="530519"/>
                  </a:lnTo>
                  <a:lnTo>
                    <a:pt x="2298840" y="530433"/>
                  </a:lnTo>
                  <a:lnTo>
                    <a:pt x="2299162" y="530773"/>
                  </a:lnTo>
                  <a:lnTo>
                    <a:pt x="2299939" y="531076"/>
                  </a:lnTo>
                  <a:lnTo>
                    <a:pt x="2300690" y="531827"/>
                  </a:lnTo>
                  <a:lnTo>
                    <a:pt x="2300616" y="532019"/>
                  </a:lnTo>
                  <a:lnTo>
                    <a:pt x="2301025" y="532529"/>
                  </a:lnTo>
                  <a:lnTo>
                    <a:pt x="2302320" y="533294"/>
                  </a:lnTo>
                  <a:lnTo>
                    <a:pt x="2303312" y="534800"/>
                  </a:lnTo>
                  <a:lnTo>
                    <a:pt x="2304017" y="535951"/>
                  </a:lnTo>
                  <a:lnTo>
                    <a:pt x="2305208" y="536668"/>
                  </a:lnTo>
                  <a:lnTo>
                    <a:pt x="2305165" y="537000"/>
                  </a:lnTo>
                  <a:lnTo>
                    <a:pt x="2307139" y="538141"/>
                  </a:lnTo>
                  <a:lnTo>
                    <a:pt x="2307428" y="538557"/>
                  </a:lnTo>
                  <a:lnTo>
                    <a:pt x="2308001" y="538501"/>
                  </a:lnTo>
                  <a:lnTo>
                    <a:pt x="2309752" y="538939"/>
                  </a:lnTo>
                  <a:lnTo>
                    <a:pt x="2310482" y="538722"/>
                  </a:lnTo>
                  <a:lnTo>
                    <a:pt x="2310952" y="539075"/>
                  </a:lnTo>
                  <a:lnTo>
                    <a:pt x="2312525" y="538738"/>
                  </a:lnTo>
                  <a:lnTo>
                    <a:pt x="2313165" y="538251"/>
                  </a:lnTo>
                  <a:lnTo>
                    <a:pt x="2313705" y="538437"/>
                  </a:lnTo>
                  <a:lnTo>
                    <a:pt x="2314073" y="538138"/>
                  </a:lnTo>
                  <a:lnTo>
                    <a:pt x="2314769" y="538067"/>
                  </a:lnTo>
                  <a:lnTo>
                    <a:pt x="2315979" y="538323"/>
                  </a:lnTo>
                  <a:lnTo>
                    <a:pt x="2316040" y="538628"/>
                  </a:lnTo>
                  <a:lnTo>
                    <a:pt x="2316715" y="538996"/>
                  </a:lnTo>
                  <a:lnTo>
                    <a:pt x="2317373" y="538804"/>
                  </a:lnTo>
                  <a:lnTo>
                    <a:pt x="2318810" y="539321"/>
                  </a:lnTo>
                  <a:lnTo>
                    <a:pt x="2319005" y="539931"/>
                  </a:lnTo>
                  <a:lnTo>
                    <a:pt x="2319548" y="540214"/>
                  </a:lnTo>
                  <a:lnTo>
                    <a:pt x="2320260" y="541086"/>
                  </a:lnTo>
                  <a:lnTo>
                    <a:pt x="2320734" y="541187"/>
                  </a:lnTo>
                  <a:lnTo>
                    <a:pt x="2321167" y="541967"/>
                  </a:lnTo>
                  <a:lnTo>
                    <a:pt x="2321165" y="542605"/>
                  </a:lnTo>
                  <a:lnTo>
                    <a:pt x="2322513" y="543603"/>
                  </a:lnTo>
                  <a:lnTo>
                    <a:pt x="2323213" y="544977"/>
                  </a:lnTo>
                  <a:lnTo>
                    <a:pt x="2323007" y="545511"/>
                  </a:lnTo>
                  <a:lnTo>
                    <a:pt x="2321293" y="546422"/>
                  </a:lnTo>
                  <a:lnTo>
                    <a:pt x="2320989" y="546764"/>
                  </a:lnTo>
                  <a:lnTo>
                    <a:pt x="2320848" y="547649"/>
                  </a:lnTo>
                  <a:lnTo>
                    <a:pt x="2320870" y="548637"/>
                  </a:lnTo>
                  <a:lnTo>
                    <a:pt x="2321662" y="550286"/>
                  </a:lnTo>
                  <a:lnTo>
                    <a:pt x="2322677" y="551724"/>
                  </a:lnTo>
                  <a:lnTo>
                    <a:pt x="2323618" y="552237"/>
                  </a:lnTo>
                  <a:lnTo>
                    <a:pt x="2325302" y="554336"/>
                  </a:lnTo>
                  <a:lnTo>
                    <a:pt x="2330180" y="554230"/>
                  </a:lnTo>
                  <a:lnTo>
                    <a:pt x="2330024" y="554552"/>
                  </a:lnTo>
                  <a:lnTo>
                    <a:pt x="2330196" y="555220"/>
                  </a:lnTo>
                  <a:lnTo>
                    <a:pt x="2329951" y="556028"/>
                  </a:lnTo>
                  <a:lnTo>
                    <a:pt x="2329289" y="556525"/>
                  </a:lnTo>
                  <a:lnTo>
                    <a:pt x="2329485" y="557566"/>
                  </a:lnTo>
                  <a:lnTo>
                    <a:pt x="2328326" y="558720"/>
                  </a:lnTo>
                  <a:lnTo>
                    <a:pt x="2327741" y="560193"/>
                  </a:lnTo>
                  <a:lnTo>
                    <a:pt x="2328438" y="561604"/>
                  </a:lnTo>
                  <a:lnTo>
                    <a:pt x="2328363" y="563707"/>
                  </a:lnTo>
                  <a:lnTo>
                    <a:pt x="2323262" y="566184"/>
                  </a:lnTo>
                  <a:lnTo>
                    <a:pt x="2323290" y="566840"/>
                  </a:lnTo>
                  <a:lnTo>
                    <a:pt x="2322596" y="567865"/>
                  </a:lnTo>
                  <a:lnTo>
                    <a:pt x="2322134" y="568092"/>
                  </a:lnTo>
                  <a:lnTo>
                    <a:pt x="2321497" y="568988"/>
                  </a:lnTo>
                  <a:lnTo>
                    <a:pt x="2321266" y="568972"/>
                  </a:lnTo>
                  <a:lnTo>
                    <a:pt x="2321373" y="569750"/>
                  </a:lnTo>
                  <a:lnTo>
                    <a:pt x="2320962" y="569998"/>
                  </a:lnTo>
                  <a:lnTo>
                    <a:pt x="2321008" y="570248"/>
                  </a:lnTo>
                  <a:lnTo>
                    <a:pt x="2319774" y="570589"/>
                  </a:lnTo>
                  <a:lnTo>
                    <a:pt x="2319497" y="570890"/>
                  </a:lnTo>
                  <a:lnTo>
                    <a:pt x="2319632" y="571154"/>
                  </a:lnTo>
                  <a:lnTo>
                    <a:pt x="2319097" y="571639"/>
                  </a:lnTo>
                  <a:lnTo>
                    <a:pt x="2319246" y="571801"/>
                  </a:lnTo>
                  <a:lnTo>
                    <a:pt x="2319047" y="572420"/>
                  </a:lnTo>
                  <a:lnTo>
                    <a:pt x="2319203" y="572557"/>
                  </a:lnTo>
                  <a:lnTo>
                    <a:pt x="2319123" y="573418"/>
                  </a:lnTo>
                  <a:lnTo>
                    <a:pt x="2316702" y="575470"/>
                  </a:lnTo>
                  <a:lnTo>
                    <a:pt x="2316240" y="575588"/>
                  </a:lnTo>
                  <a:lnTo>
                    <a:pt x="2315906" y="575135"/>
                  </a:lnTo>
                  <a:lnTo>
                    <a:pt x="2314850" y="575852"/>
                  </a:lnTo>
                  <a:lnTo>
                    <a:pt x="2314600" y="576389"/>
                  </a:lnTo>
                  <a:lnTo>
                    <a:pt x="2313861" y="576575"/>
                  </a:lnTo>
                  <a:lnTo>
                    <a:pt x="2313003" y="577973"/>
                  </a:lnTo>
                  <a:lnTo>
                    <a:pt x="2312588" y="578062"/>
                  </a:lnTo>
                  <a:lnTo>
                    <a:pt x="2312118" y="578912"/>
                  </a:lnTo>
                  <a:lnTo>
                    <a:pt x="2311292" y="578833"/>
                  </a:lnTo>
                  <a:lnTo>
                    <a:pt x="2310374" y="579448"/>
                  </a:lnTo>
                  <a:lnTo>
                    <a:pt x="2309297" y="579352"/>
                  </a:lnTo>
                  <a:lnTo>
                    <a:pt x="2309060" y="578971"/>
                  </a:lnTo>
                  <a:lnTo>
                    <a:pt x="2307618" y="578577"/>
                  </a:lnTo>
                  <a:lnTo>
                    <a:pt x="2306223" y="578848"/>
                  </a:lnTo>
                  <a:lnTo>
                    <a:pt x="2305822" y="580022"/>
                  </a:lnTo>
                  <a:lnTo>
                    <a:pt x="2306043" y="580286"/>
                  </a:lnTo>
                  <a:lnTo>
                    <a:pt x="2305457" y="580736"/>
                  </a:lnTo>
                  <a:lnTo>
                    <a:pt x="2303719" y="583179"/>
                  </a:lnTo>
                  <a:lnTo>
                    <a:pt x="2302664" y="583465"/>
                  </a:lnTo>
                  <a:lnTo>
                    <a:pt x="2302417" y="584040"/>
                  </a:lnTo>
                  <a:lnTo>
                    <a:pt x="2301409" y="584071"/>
                  </a:lnTo>
                  <a:lnTo>
                    <a:pt x="2300778" y="584590"/>
                  </a:lnTo>
                  <a:lnTo>
                    <a:pt x="2300488" y="584529"/>
                  </a:lnTo>
                  <a:lnTo>
                    <a:pt x="2298452" y="586110"/>
                  </a:lnTo>
                  <a:lnTo>
                    <a:pt x="2298532" y="587176"/>
                  </a:lnTo>
                  <a:lnTo>
                    <a:pt x="2298308" y="587624"/>
                  </a:lnTo>
                  <a:lnTo>
                    <a:pt x="2298675" y="587829"/>
                  </a:lnTo>
                  <a:lnTo>
                    <a:pt x="2298668" y="588215"/>
                  </a:lnTo>
                  <a:lnTo>
                    <a:pt x="2298382" y="588915"/>
                  </a:lnTo>
                  <a:lnTo>
                    <a:pt x="2297781" y="589494"/>
                  </a:lnTo>
                  <a:lnTo>
                    <a:pt x="2297396" y="590788"/>
                  </a:lnTo>
                  <a:lnTo>
                    <a:pt x="2297796" y="591641"/>
                  </a:lnTo>
                  <a:lnTo>
                    <a:pt x="2297743" y="592145"/>
                  </a:lnTo>
                  <a:lnTo>
                    <a:pt x="2295993" y="593056"/>
                  </a:lnTo>
                  <a:lnTo>
                    <a:pt x="2295679" y="593512"/>
                  </a:lnTo>
                  <a:lnTo>
                    <a:pt x="2296020" y="593907"/>
                  </a:lnTo>
                  <a:lnTo>
                    <a:pt x="2296318" y="593916"/>
                  </a:lnTo>
                  <a:lnTo>
                    <a:pt x="2296235" y="594340"/>
                  </a:lnTo>
                  <a:lnTo>
                    <a:pt x="2296978" y="595272"/>
                  </a:lnTo>
                  <a:lnTo>
                    <a:pt x="2297100" y="595061"/>
                  </a:lnTo>
                  <a:lnTo>
                    <a:pt x="2297290" y="595340"/>
                  </a:lnTo>
                  <a:lnTo>
                    <a:pt x="2297672" y="595158"/>
                  </a:lnTo>
                  <a:lnTo>
                    <a:pt x="2299382" y="595796"/>
                  </a:lnTo>
                  <a:lnTo>
                    <a:pt x="2299688" y="595455"/>
                  </a:lnTo>
                  <a:lnTo>
                    <a:pt x="2300595" y="595557"/>
                  </a:lnTo>
                  <a:lnTo>
                    <a:pt x="2302033" y="595160"/>
                  </a:lnTo>
                  <a:lnTo>
                    <a:pt x="2302683" y="595304"/>
                  </a:lnTo>
                  <a:lnTo>
                    <a:pt x="2303209" y="594993"/>
                  </a:lnTo>
                  <a:lnTo>
                    <a:pt x="2303410" y="595171"/>
                  </a:lnTo>
                  <a:lnTo>
                    <a:pt x="2303495" y="594503"/>
                  </a:lnTo>
                  <a:lnTo>
                    <a:pt x="2303775" y="594566"/>
                  </a:lnTo>
                  <a:lnTo>
                    <a:pt x="2304461" y="593516"/>
                  </a:lnTo>
                  <a:lnTo>
                    <a:pt x="2305183" y="593627"/>
                  </a:lnTo>
                  <a:lnTo>
                    <a:pt x="2305557" y="593127"/>
                  </a:lnTo>
                  <a:lnTo>
                    <a:pt x="2306501" y="591952"/>
                  </a:lnTo>
                  <a:lnTo>
                    <a:pt x="2306992" y="590613"/>
                  </a:lnTo>
                  <a:lnTo>
                    <a:pt x="2308863" y="590089"/>
                  </a:lnTo>
                  <a:lnTo>
                    <a:pt x="2309425" y="589425"/>
                  </a:lnTo>
                  <a:lnTo>
                    <a:pt x="2310729" y="588864"/>
                  </a:lnTo>
                  <a:lnTo>
                    <a:pt x="2311194" y="588092"/>
                  </a:lnTo>
                  <a:lnTo>
                    <a:pt x="2311217" y="587579"/>
                  </a:lnTo>
                  <a:lnTo>
                    <a:pt x="2311821" y="587542"/>
                  </a:lnTo>
                  <a:lnTo>
                    <a:pt x="2312199" y="586851"/>
                  </a:lnTo>
                  <a:lnTo>
                    <a:pt x="2312139" y="586553"/>
                  </a:lnTo>
                  <a:lnTo>
                    <a:pt x="2312770" y="585997"/>
                  </a:lnTo>
                  <a:lnTo>
                    <a:pt x="2312958" y="585475"/>
                  </a:lnTo>
                  <a:lnTo>
                    <a:pt x="2313520" y="585488"/>
                  </a:lnTo>
                  <a:lnTo>
                    <a:pt x="2313768" y="584998"/>
                  </a:lnTo>
                  <a:lnTo>
                    <a:pt x="2314751" y="585188"/>
                  </a:lnTo>
                  <a:lnTo>
                    <a:pt x="2315896" y="584702"/>
                  </a:lnTo>
                  <a:lnTo>
                    <a:pt x="2316955" y="583858"/>
                  </a:lnTo>
                  <a:lnTo>
                    <a:pt x="2317820" y="583788"/>
                  </a:lnTo>
                  <a:lnTo>
                    <a:pt x="2319628" y="584815"/>
                  </a:lnTo>
                  <a:lnTo>
                    <a:pt x="2320610" y="584773"/>
                  </a:lnTo>
                  <a:lnTo>
                    <a:pt x="2321614" y="585232"/>
                  </a:lnTo>
                  <a:lnTo>
                    <a:pt x="2321692" y="585534"/>
                  </a:lnTo>
                  <a:lnTo>
                    <a:pt x="2322018" y="585652"/>
                  </a:lnTo>
                  <a:lnTo>
                    <a:pt x="2321980" y="586051"/>
                  </a:lnTo>
                  <a:lnTo>
                    <a:pt x="2322935" y="586426"/>
                  </a:lnTo>
                  <a:lnTo>
                    <a:pt x="2324034" y="586035"/>
                  </a:lnTo>
                  <a:lnTo>
                    <a:pt x="2325396" y="586224"/>
                  </a:lnTo>
                  <a:lnTo>
                    <a:pt x="2325875" y="585945"/>
                  </a:lnTo>
                  <a:lnTo>
                    <a:pt x="2326856" y="586089"/>
                  </a:lnTo>
                  <a:lnTo>
                    <a:pt x="2328250" y="587223"/>
                  </a:lnTo>
                  <a:lnTo>
                    <a:pt x="2328441" y="588051"/>
                  </a:lnTo>
                  <a:lnTo>
                    <a:pt x="2329746" y="588595"/>
                  </a:lnTo>
                  <a:lnTo>
                    <a:pt x="2331123" y="590285"/>
                  </a:lnTo>
                  <a:lnTo>
                    <a:pt x="2332981" y="591415"/>
                  </a:lnTo>
                  <a:lnTo>
                    <a:pt x="2333810" y="591214"/>
                  </a:lnTo>
                  <a:lnTo>
                    <a:pt x="2334775" y="591355"/>
                  </a:lnTo>
                  <a:lnTo>
                    <a:pt x="2336528" y="591180"/>
                  </a:lnTo>
                  <a:lnTo>
                    <a:pt x="2337081" y="591351"/>
                  </a:lnTo>
                  <a:lnTo>
                    <a:pt x="2338295" y="589552"/>
                  </a:lnTo>
                  <a:lnTo>
                    <a:pt x="2338557" y="590607"/>
                  </a:lnTo>
                  <a:lnTo>
                    <a:pt x="2340113" y="591259"/>
                  </a:lnTo>
                  <a:lnTo>
                    <a:pt x="2341357" y="591397"/>
                  </a:lnTo>
                  <a:lnTo>
                    <a:pt x="2342654" y="591871"/>
                  </a:lnTo>
                  <a:lnTo>
                    <a:pt x="2343272" y="592448"/>
                  </a:lnTo>
                  <a:lnTo>
                    <a:pt x="2344330" y="592748"/>
                  </a:lnTo>
                  <a:lnTo>
                    <a:pt x="2344964" y="593209"/>
                  </a:lnTo>
                  <a:lnTo>
                    <a:pt x="2344949" y="593825"/>
                  </a:lnTo>
                  <a:lnTo>
                    <a:pt x="2346310" y="594132"/>
                  </a:lnTo>
                  <a:lnTo>
                    <a:pt x="2346971" y="594846"/>
                  </a:lnTo>
                  <a:lnTo>
                    <a:pt x="2346571" y="596355"/>
                  </a:lnTo>
                  <a:lnTo>
                    <a:pt x="2347441" y="602510"/>
                  </a:lnTo>
                  <a:lnTo>
                    <a:pt x="2346744" y="604480"/>
                  </a:lnTo>
                  <a:lnTo>
                    <a:pt x="2346953" y="606008"/>
                  </a:lnTo>
                  <a:lnTo>
                    <a:pt x="2347327" y="606686"/>
                  </a:lnTo>
                  <a:lnTo>
                    <a:pt x="2347144" y="607886"/>
                  </a:lnTo>
                  <a:lnTo>
                    <a:pt x="2347398" y="608161"/>
                  </a:lnTo>
                  <a:lnTo>
                    <a:pt x="2347168" y="608922"/>
                  </a:lnTo>
                  <a:lnTo>
                    <a:pt x="2347254" y="609694"/>
                  </a:lnTo>
                  <a:lnTo>
                    <a:pt x="2347134" y="610253"/>
                  </a:lnTo>
                  <a:lnTo>
                    <a:pt x="2346344" y="611298"/>
                  </a:lnTo>
                  <a:lnTo>
                    <a:pt x="2345625" y="611786"/>
                  </a:lnTo>
                  <a:lnTo>
                    <a:pt x="2345620" y="612514"/>
                  </a:lnTo>
                  <a:lnTo>
                    <a:pt x="2344103" y="614635"/>
                  </a:lnTo>
                  <a:lnTo>
                    <a:pt x="2344242" y="615139"/>
                  </a:lnTo>
                  <a:lnTo>
                    <a:pt x="2344007" y="615361"/>
                  </a:lnTo>
                  <a:lnTo>
                    <a:pt x="2343480" y="615153"/>
                  </a:lnTo>
                  <a:lnTo>
                    <a:pt x="2342777" y="615395"/>
                  </a:lnTo>
                  <a:lnTo>
                    <a:pt x="2342243" y="615963"/>
                  </a:lnTo>
                  <a:lnTo>
                    <a:pt x="2342110" y="616606"/>
                  </a:lnTo>
                  <a:lnTo>
                    <a:pt x="2341624" y="617214"/>
                  </a:lnTo>
                  <a:lnTo>
                    <a:pt x="2341339" y="619289"/>
                  </a:lnTo>
                  <a:lnTo>
                    <a:pt x="2341546" y="620502"/>
                  </a:lnTo>
                  <a:lnTo>
                    <a:pt x="2341264" y="621704"/>
                  </a:lnTo>
                  <a:lnTo>
                    <a:pt x="2340295" y="622554"/>
                  </a:lnTo>
                  <a:lnTo>
                    <a:pt x="2340198" y="623075"/>
                  </a:lnTo>
                  <a:lnTo>
                    <a:pt x="2339745" y="623353"/>
                  </a:lnTo>
                  <a:lnTo>
                    <a:pt x="2339308" y="624314"/>
                  </a:lnTo>
                  <a:lnTo>
                    <a:pt x="2339320" y="625257"/>
                  </a:lnTo>
                  <a:lnTo>
                    <a:pt x="2338613" y="626928"/>
                  </a:lnTo>
                  <a:lnTo>
                    <a:pt x="2338439" y="628226"/>
                  </a:lnTo>
                  <a:lnTo>
                    <a:pt x="2337947" y="628956"/>
                  </a:lnTo>
                  <a:lnTo>
                    <a:pt x="2338257" y="629775"/>
                  </a:lnTo>
                  <a:lnTo>
                    <a:pt x="2337825" y="631287"/>
                  </a:lnTo>
                  <a:lnTo>
                    <a:pt x="2338009" y="632517"/>
                  </a:lnTo>
                  <a:lnTo>
                    <a:pt x="2336936" y="635497"/>
                  </a:lnTo>
                  <a:lnTo>
                    <a:pt x="2336425" y="635855"/>
                  </a:lnTo>
                  <a:lnTo>
                    <a:pt x="2336141" y="636642"/>
                  </a:lnTo>
                  <a:lnTo>
                    <a:pt x="2336226" y="637353"/>
                  </a:lnTo>
                  <a:lnTo>
                    <a:pt x="2336464" y="637329"/>
                  </a:lnTo>
                  <a:lnTo>
                    <a:pt x="2336736" y="637841"/>
                  </a:lnTo>
                  <a:lnTo>
                    <a:pt x="2336697" y="639378"/>
                  </a:lnTo>
                  <a:lnTo>
                    <a:pt x="2337177" y="640663"/>
                  </a:lnTo>
                  <a:lnTo>
                    <a:pt x="2336857" y="641365"/>
                  </a:lnTo>
                  <a:lnTo>
                    <a:pt x="2337036" y="643316"/>
                  </a:lnTo>
                  <a:lnTo>
                    <a:pt x="2336342" y="643992"/>
                  </a:lnTo>
                  <a:lnTo>
                    <a:pt x="2335728" y="643899"/>
                  </a:lnTo>
                  <a:lnTo>
                    <a:pt x="2335050" y="644449"/>
                  </a:lnTo>
                  <a:lnTo>
                    <a:pt x="2335056" y="645689"/>
                  </a:lnTo>
                  <a:lnTo>
                    <a:pt x="2335396" y="646699"/>
                  </a:lnTo>
                  <a:lnTo>
                    <a:pt x="2334903" y="647104"/>
                  </a:lnTo>
                  <a:lnTo>
                    <a:pt x="2334950" y="647424"/>
                  </a:lnTo>
                  <a:lnTo>
                    <a:pt x="2335408" y="647705"/>
                  </a:lnTo>
                  <a:lnTo>
                    <a:pt x="2335204" y="648242"/>
                  </a:lnTo>
                  <a:lnTo>
                    <a:pt x="2335360" y="649087"/>
                  </a:lnTo>
                  <a:lnTo>
                    <a:pt x="2335745" y="649190"/>
                  </a:lnTo>
                  <a:lnTo>
                    <a:pt x="2336157" y="648751"/>
                  </a:lnTo>
                  <a:lnTo>
                    <a:pt x="2336801" y="649183"/>
                  </a:lnTo>
                  <a:lnTo>
                    <a:pt x="2337055" y="649738"/>
                  </a:lnTo>
                  <a:lnTo>
                    <a:pt x="2336496" y="650485"/>
                  </a:lnTo>
                  <a:lnTo>
                    <a:pt x="2335692" y="650666"/>
                  </a:lnTo>
                  <a:lnTo>
                    <a:pt x="2335130" y="651532"/>
                  </a:lnTo>
                  <a:lnTo>
                    <a:pt x="2335024" y="653717"/>
                  </a:lnTo>
                  <a:lnTo>
                    <a:pt x="2335202" y="654648"/>
                  </a:lnTo>
                  <a:lnTo>
                    <a:pt x="2334891" y="654877"/>
                  </a:lnTo>
                  <a:lnTo>
                    <a:pt x="2334808" y="655300"/>
                  </a:lnTo>
                  <a:lnTo>
                    <a:pt x="2335292" y="656537"/>
                  </a:lnTo>
                  <a:lnTo>
                    <a:pt x="2336136" y="657751"/>
                  </a:lnTo>
                  <a:lnTo>
                    <a:pt x="2335786" y="658206"/>
                  </a:lnTo>
                  <a:lnTo>
                    <a:pt x="2335871" y="658848"/>
                  </a:lnTo>
                  <a:lnTo>
                    <a:pt x="2334985" y="660238"/>
                  </a:lnTo>
                  <a:lnTo>
                    <a:pt x="2334653" y="661669"/>
                  </a:lnTo>
                  <a:lnTo>
                    <a:pt x="2334219" y="662155"/>
                  </a:lnTo>
                  <a:lnTo>
                    <a:pt x="2334569" y="662324"/>
                  </a:lnTo>
                  <a:lnTo>
                    <a:pt x="2334389" y="662568"/>
                  </a:lnTo>
                  <a:lnTo>
                    <a:pt x="2334607" y="663122"/>
                  </a:lnTo>
                  <a:lnTo>
                    <a:pt x="2334322" y="664819"/>
                  </a:lnTo>
                  <a:lnTo>
                    <a:pt x="2334913" y="664731"/>
                  </a:lnTo>
                  <a:lnTo>
                    <a:pt x="2335356" y="664917"/>
                  </a:lnTo>
                  <a:lnTo>
                    <a:pt x="2335789" y="665590"/>
                  </a:lnTo>
                  <a:lnTo>
                    <a:pt x="2335325" y="665983"/>
                  </a:lnTo>
                  <a:lnTo>
                    <a:pt x="2335162" y="667173"/>
                  </a:lnTo>
                  <a:lnTo>
                    <a:pt x="2335354" y="667287"/>
                  </a:lnTo>
                  <a:lnTo>
                    <a:pt x="2335423" y="668096"/>
                  </a:lnTo>
                  <a:lnTo>
                    <a:pt x="2336221" y="668269"/>
                  </a:lnTo>
                  <a:lnTo>
                    <a:pt x="2336092" y="668742"/>
                  </a:lnTo>
                  <a:lnTo>
                    <a:pt x="2336515" y="668922"/>
                  </a:lnTo>
                  <a:lnTo>
                    <a:pt x="2336603" y="669278"/>
                  </a:lnTo>
                  <a:lnTo>
                    <a:pt x="2336161" y="670059"/>
                  </a:lnTo>
                  <a:lnTo>
                    <a:pt x="2335451" y="669919"/>
                  </a:lnTo>
                  <a:lnTo>
                    <a:pt x="2334463" y="670156"/>
                  </a:lnTo>
                  <a:lnTo>
                    <a:pt x="2333697" y="671684"/>
                  </a:lnTo>
                  <a:lnTo>
                    <a:pt x="2332811" y="672130"/>
                  </a:lnTo>
                  <a:lnTo>
                    <a:pt x="2333058" y="672741"/>
                  </a:lnTo>
                  <a:lnTo>
                    <a:pt x="2332644" y="673385"/>
                  </a:lnTo>
                  <a:lnTo>
                    <a:pt x="2332488" y="674203"/>
                  </a:lnTo>
                  <a:lnTo>
                    <a:pt x="2332614" y="674442"/>
                  </a:lnTo>
                  <a:lnTo>
                    <a:pt x="2333092" y="674468"/>
                  </a:lnTo>
                  <a:lnTo>
                    <a:pt x="2333266" y="674823"/>
                  </a:lnTo>
                  <a:lnTo>
                    <a:pt x="2332573" y="676456"/>
                  </a:lnTo>
                  <a:lnTo>
                    <a:pt x="2332192" y="676521"/>
                  </a:lnTo>
                  <a:lnTo>
                    <a:pt x="2331938" y="677091"/>
                  </a:lnTo>
                  <a:lnTo>
                    <a:pt x="2331515" y="677153"/>
                  </a:lnTo>
                  <a:lnTo>
                    <a:pt x="2331521" y="677915"/>
                  </a:lnTo>
                  <a:lnTo>
                    <a:pt x="2330809" y="679042"/>
                  </a:lnTo>
                  <a:lnTo>
                    <a:pt x="2330742" y="680004"/>
                  </a:lnTo>
                  <a:lnTo>
                    <a:pt x="2331062" y="680479"/>
                  </a:lnTo>
                  <a:lnTo>
                    <a:pt x="2330822" y="681038"/>
                  </a:lnTo>
                  <a:lnTo>
                    <a:pt x="2331049" y="681438"/>
                  </a:lnTo>
                  <a:lnTo>
                    <a:pt x="2330788" y="681758"/>
                  </a:lnTo>
                  <a:lnTo>
                    <a:pt x="2331081" y="682233"/>
                  </a:lnTo>
                  <a:lnTo>
                    <a:pt x="2331081" y="683067"/>
                  </a:lnTo>
                  <a:lnTo>
                    <a:pt x="2330342" y="683510"/>
                  </a:lnTo>
                  <a:lnTo>
                    <a:pt x="2330178" y="683926"/>
                  </a:lnTo>
                  <a:lnTo>
                    <a:pt x="2330338" y="684303"/>
                  </a:lnTo>
                  <a:lnTo>
                    <a:pt x="2329930" y="684398"/>
                  </a:lnTo>
                  <a:lnTo>
                    <a:pt x="2329781" y="684738"/>
                  </a:lnTo>
                  <a:lnTo>
                    <a:pt x="2329441" y="686897"/>
                  </a:lnTo>
                  <a:lnTo>
                    <a:pt x="2328479" y="687518"/>
                  </a:lnTo>
                  <a:lnTo>
                    <a:pt x="2328678" y="687649"/>
                  </a:lnTo>
                  <a:lnTo>
                    <a:pt x="2328424" y="688369"/>
                  </a:lnTo>
                  <a:lnTo>
                    <a:pt x="2328761" y="688910"/>
                  </a:lnTo>
                  <a:lnTo>
                    <a:pt x="2328732" y="690219"/>
                  </a:lnTo>
                  <a:lnTo>
                    <a:pt x="2328536" y="690593"/>
                  </a:lnTo>
                  <a:lnTo>
                    <a:pt x="2328011" y="690877"/>
                  </a:lnTo>
                  <a:lnTo>
                    <a:pt x="2327582" y="692834"/>
                  </a:lnTo>
                  <a:lnTo>
                    <a:pt x="2327715" y="693271"/>
                  </a:lnTo>
                  <a:lnTo>
                    <a:pt x="2327332" y="693609"/>
                  </a:lnTo>
                  <a:lnTo>
                    <a:pt x="2327530" y="693960"/>
                  </a:lnTo>
                  <a:lnTo>
                    <a:pt x="2327315" y="694414"/>
                  </a:lnTo>
                  <a:lnTo>
                    <a:pt x="2327024" y="694564"/>
                  </a:lnTo>
                  <a:lnTo>
                    <a:pt x="2326981" y="695616"/>
                  </a:lnTo>
                  <a:lnTo>
                    <a:pt x="2327239" y="696053"/>
                  </a:lnTo>
                  <a:lnTo>
                    <a:pt x="2327085" y="697198"/>
                  </a:lnTo>
                  <a:lnTo>
                    <a:pt x="2328150" y="697385"/>
                  </a:lnTo>
                  <a:lnTo>
                    <a:pt x="2328422" y="697713"/>
                  </a:lnTo>
                  <a:lnTo>
                    <a:pt x="2330619" y="697822"/>
                  </a:lnTo>
                  <a:lnTo>
                    <a:pt x="2332888" y="698455"/>
                  </a:lnTo>
                  <a:lnTo>
                    <a:pt x="2333328" y="698822"/>
                  </a:lnTo>
                  <a:lnTo>
                    <a:pt x="2334398" y="698862"/>
                  </a:lnTo>
                  <a:lnTo>
                    <a:pt x="2335838" y="697848"/>
                  </a:lnTo>
                  <a:lnTo>
                    <a:pt x="2337696" y="697783"/>
                  </a:lnTo>
                  <a:lnTo>
                    <a:pt x="2338000" y="696541"/>
                  </a:lnTo>
                  <a:lnTo>
                    <a:pt x="2338956" y="695500"/>
                  </a:lnTo>
                  <a:lnTo>
                    <a:pt x="2341457" y="695209"/>
                  </a:lnTo>
                  <a:lnTo>
                    <a:pt x="2344580" y="694064"/>
                  </a:lnTo>
                  <a:lnTo>
                    <a:pt x="2345077" y="694299"/>
                  </a:lnTo>
                  <a:lnTo>
                    <a:pt x="2345627" y="694114"/>
                  </a:lnTo>
                  <a:lnTo>
                    <a:pt x="2346675" y="694817"/>
                  </a:lnTo>
                  <a:lnTo>
                    <a:pt x="2347380" y="694960"/>
                  </a:lnTo>
                  <a:lnTo>
                    <a:pt x="2348710" y="696069"/>
                  </a:lnTo>
                  <a:lnTo>
                    <a:pt x="2349628" y="695858"/>
                  </a:lnTo>
                  <a:lnTo>
                    <a:pt x="2351650" y="696589"/>
                  </a:lnTo>
                  <a:lnTo>
                    <a:pt x="2353377" y="697551"/>
                  </a:lnTo>
                  <a:lnTo>
                    <a:pt x="2355323" y="697364"/>
                  </a:lnTo>
                  <a:lnTo>
                    <a:pt x="2359403" y="698951"/>
                  </a:lnTo>
                  <a:lnTo>
                    <a:pt x="2359641" y="698636"/>
                  </a:lnTo>
                  <a:lnTo>
                    <a:pt x="2360157" y="698597"/>
                  </a:lnTo>
                  <a:lnTo>
                    <a:pt x="2360611" y="697978"/>
                  </a:lnTo>
                  <a:lnTo>
                    <a:pt x="2361990" y="697403"/>
                  </a:lnTo>
                  <a:lnTo>
                    <a:pt x="2362090" y="696894"/>
                  </a:lnTo>
                  <a:lnTo>
                    <a:pt x="2362742" y="696913"/>
                  </a:lnTo>
                  <a:lnTo>
                    <a:pt x="2363197" y="696629"/>
                  </a:lnTo>
                  <a:lnTo>
                    <a:pt x="2363695" y="696562"/>
                  </a:lnTo>
                  <a:lnTo>
                    <a:pt x="2364414" y="696923"/>
                  </a:lnTo>
                  <a:lnTo>
                    <a:pt x="2365801" y="696864"/>
                  </a:lnTo>
                  <a:lnTo>
                    <a:pt x="2367161" y="697529"/>
                  </a:lnTo>
                  <a:lnTo>
                    <a:pt x="2367862" y="697588"/>
                  </a:lnTo>
                  <a:lnTo>
                    <a:pt x="2367700" y="698971"/>
                  </a:lnTo>
                  <a:lnTo>
                    <a:pt x="2367929" y="699414"/>
                  </a:lnTo>
                  <a:lnTo>
                    <a:pt x="2368396" y="699659"/>
                  </a:lnTo>
                  <a:lnTo>
                    <a:pt x="2369165" y="700617"/>
                  </a:lnTo>
                  <a:lnTo>
                    <a:pt x="2371620" y="702130"/>
                  </a:lnTo>
                  <a:lnTo>
                    <a:pt x="2372527" y="703226"/>
                  </a:lnTo>
                  <a:lnTo>
                    <a:pt x="2372689" y="703773"/>
                  </a:lnTo>
                  <a:lnTo>
                    <a:pt x="2372450" y="703998"/>
                  </a:lnTo>
                  <a:lnTo>
                    <a:pt x="2372503" y="704531"/>
                  </a:lnTo>
                  <a:lnTo>
                    <a:pt x="2372950" y="704952"/>
                  </a:lnTo>
                  <a:lnTo>
                    <a:pt x="2372953" y="706066"/>
                  </a:lnTo>
                  <a:lnTo>
                    <a:pt x="2373368" y="706595"/>
                  </a:lnTo>
                  <a:lnTo>
                    <a:pt x="2372718" y="707543"/>
                  </a:lnTo>
                  <a:lnTo>
                    <a:pt x="2372703" y="707940"/>
                  </a:lnTo>
                  <a:lnTo>
                    <a:pt x="2372387" y="708066"/>
                  </a:lnTo>
                  <a:lnTo>
                    <a:pt x="2372187" y="710810"/>
                  </a:lnTo>
                  <a:lnTo>
                    <a:pt x="2371468" y="711431"/>
                  </a:lnTo>
                  <a:lnTo>
                    <a:pt x="2371356" y="712446"/>
                  </a:lnTo>
                  <a:lnTo>
                    <a:pt x="2371442" y="713488"/>
                  </a:lnTo>
                  <a:lnTo>
                    <a:pt x="2372013" y="713683"/>
                  </a:lnTo>
                  <a:lnTo>
                    <a:pt x="2372308" y="716677"/>
                  </a:lnTo>
                  <a:lnTo>
                    <a:pt x="2372024" y="717438"/>
                  </a:lnTo>
                  <a:lnTo>
                    <a:pt x="2371374" y="718249"/>
                  </a:lnTo>
                  <a:lnTo>
                    <a:pt x="2371310" y="718764"/>
                  </a:lnTo>
                  <a:lnTo>
                    <a:pt x="2372738" y="721207"/>
                  </a:lnTo>
                  <a:lnTo>
                    <a:pt x="2373335" y="723904"/>
                  </a:lnTo>
                  <a:lnTo>
                    <a:pt x="2373083" y="725686"/>
                  </a:lnTo>
                  <a:lnTo>
                    <a:pt x="2372266" y="727679"/>
                  </a:lnTo>
                  <a:lnTo>
                    <a:pt x="2371794" y="729716"/>
                  </a:lnTo>
                  <a:lnTo>
                    <a:pt x="2371779" y="732486"/>
                  </a:lnTo>
                  <a:lnTo>
                    <a:pt x="2371411" y="733595"/>
                  </a:lnTo>
                  <a:lnTo>
                    <a:pt x="2371946" y="734943"/>
                  </a:lnTo>
                  <a:lnTo>
                    <a:pt x="2371763" y="735332"/>
                  </a:lnTo>
                  <a:lnTo>
                    <a:pt x="2371340" y="735948"/>
                  </a:lnTo>
                  <a:lnTo>
                    <a:pt x="2370868" y="736163"/>
                  </a:lnTo>
                  <a:lnTo>
                    <a:pt x="2370858" y="736597"/>
                  </a:lnTo>
                  <a:lnTo>
                    <a:pt x="2370530" y="736953"/>
                  </a:lnTo>
                  <a:lnTo>
                    <a:pt x="2371171" y="737162"/>
                  </a:lnTo>
                  <a:lnTo>
                    <a:pt x="2371606" y="737751"/>
                  </a:lnTo>
                  <a:lnTo>
                    <a:pt x="2373056" y="738096"/>
                  </a:lnTo>
                  <a:lnTo>
                    <a:pt x="2373516" y="738721"/>
                  </a:lnTo>
                  <a:lnTo>
                    <a:pt x="2373624" y="740281"/>
                  </a:lnTo>
                  <a:lnTo>
                    <a:pt x="2374298" y="741008"/>
                  </a:lnTo>
                  <a:lnTo>
                    <a:pt x="2374255" y="741988"/>
                  </a:lnTo>
                  <a:lnTo>
                    <a:pt x="2373787" y="742344"/>
                  </a:lnTo>
                  <a:lnTo>
                    <a:pt x="2373584" y="743177"/>
                  </a:lnTo>
                  <a:lnTo>
                    <a:pt x="2374285" y="745158"/>
                  </a:lnTo>
                  <a:lnTo>
                    <a:pt x="2373775" y="745483"/>
                  </a:lnTo>
                  <a:lnTo>
                    <a:pt x="2373776" y="746145"/>
                  </a:lnTo>
                  <a:lnTo>
                    <a:pt x="2374707" y="747150"/>
                  </a:lnTo>
                  <a:lnTo>
                    <a:pt x="2375218" y="748177"/>
                  </a:lnTo>
                  <a:lnTo>
                    <a:pt x="2375177" y="749204"/>
                  </a:lnTo>
                  <a:lnTo>
                    <a:pt x="2375340" y="749397"/>
                  </a:lnTo>
                  <a:lnTo>
                    <a:pt x="2374717" y="751121"/>
                  </a:lnTo>
                  <a:lnTo>
                    <a:pt x="2374959" y="751818"/>
                  </a:lnTo>
                  <a:lnTo>
                    <a:pt x="2374888" y="752415"/>
                  </a:lnTo>
                  <a:lnTo>
                    <a:pt x="2375160" y="752861"/>
                  </a:lnTo>
                  <a:lnTo>
                    <a:pt x="2374992" y="753117"/>
                  </a:lnTo>
                  <a:lnTo>
                    <a:pt x="2375499" y="757553"/>
                  </a:lnTo>
                  <a:lnTo>
                    <a:pt x="2375752" y="757785"/>
                  </a:lnTo>
                  <a:lnTo>
                    <a:pt x="2376006" y="761215"/>
                  </a:lnTo>
                  <a:lnTo>
                    <a:pt x="2376692" y="762663"/>
                  </a:lnTo>
                  <a:lnTo>
                    <a:pt x="2376844" y="764104"/>
                  </a:lnTo>
                  <a:lnTo>
                    <a:pt x="2377673" y="765002"/>
                  </a:lnTo>
                  <a:lnTo>
                    <a:pt x="2377544" y="765470"/>
                  </a:lnTo>
                  <a:lnTo>
                    <a:pt x="2377959" y="766363"/>
                  </a:lnTo>
                  <a:lnTo>
                    <a:pt x="2377491" y="768268"/>
                  </a:lnTo>
                  <a:lnTo>
                    <a:pt x="2377885" y="769569"/>
                  </a:lnTo>
                  <a:lnTo>
                    <a:pt x="2376875" y="772193"/>
                  </a:lnTo>
                  <a:lnTo>
                    <a:pt x="2377367" y="775145"/>
                  </a:lnTo>
                  <a:lnTo>
                    <a:pt x="2377205" y="776013"/>
                  </a:lnTo>
                  <a:lnTo>
                    <a:pt x="2377398" y="776801"/>
                  </a:lnTo>
                  <a:lnTo>
                    <a:pt x="2376880" y="777250"/>
                  </a:lnTo>
                  <a:lnTo>
                    <a:pt x="2377095" y="778710"/>
                  </a:lnTo>
                  <a:lnTo>
                    <a:pt x="2376817" y="779126"/>
                  </a:lnTo>
                  <a:lnTo>
                    <a:pt x="2376894" y="780400"/>
                  </a:lnTo>
                  <a:lnTo>
                    <a:pt x="2377245" y="781181"/>
                  </a:lnTo>
                  <a:lnTo>
                    <a:pt x="2377064" y="781969"/>
                  </a:lnTo>
                  <a:lnTo>
                    <a:pt x="2377389" y="782134"/>
                  </a:lnTo>
                  <a:lnTo>
                    <a:pt x="2377966" y="783984"/>
                  </a:lnTo>
                  <a:lnTo>
                    <a:pt x="2378459" y="784181"/>
                  </a:lnTo>
                  <a:lnTo>
                    <a:pt x="2378375" y="784741"/>
                  </a:lnTo>
                  <a:lnTo>
                    <a:pt x="2378633" y="785098"/>
                  </a:lnTo>
                  <a:lnTo>
                    <a:pt x="2377966" y="786669"/>
                  </a:lnTo>
                  <a:lnTo>
                    <a:pt x="2378111" y="788961"/>
                  </a:lnTo>
                  <a:lnTo>
                    <a:pt x="2377911" y="790582"/>
                  </a:lnTo>
                  <a:lnTo>
                    <a:pt x="2377536" y="790926"/>
                  </a:lnTo>
                  <a:lnTo>
                    <a:pt x="2377421" y="791989"/>
                  </a:lnTo>
                  <a:lnTo>
                    <a:pt x="2376518" y="792203"/>
                  </a:lnTo>
                  <a:lnTo>
                    <a:pt x="2376355" y="792869"/>
                  </a:lnTo>
                  <a:lnTo>
                    <a:pt x="2376418" y="793269"/>
                  </a:lnTo>
                  <a:lnTo>
                    <a:pt x="2376871" y="793711"/>
                  </a:lnTo>
                  <a:lnTo>
                    <a:pt x="2377011" y="795031"/>
                  </a:lnTo>
                  <a:lnTo>
                    <a:pt x="2377484" y="794982"/>
                  </a:lnTo>
                  <a:lnTo>
                    <a:pt x="2377751" y="795258"/>
                  </a:lnTo>
                  <a:lnTo>
                    <a:pt x="2377854" y="796537"/>
                  </a:lnTo>
                  <a:lnTo>
                    <a:pt x="2378927" y="796909"/>
                  </a:lnTo>
                  <a:lnTo>
                    <a:pt x="2379254" y="797562"/>
                  </a:lnTo>
                  <a:lnTo>
                    <a:pt x="2379847" y="799818"/>
                  </a:lnTo>
                  <a:lnTo>
                    <a:pt x="2380337" y="800413"/>
                  </a:lnTo>
                  <a:lnTo>
                    <a:pt x="2380344" y="802284"/>
                  </a:lnTo>
                  <a:lnTo>
                    <a:pt x="2380710" y="802724"/>
                  </a:lnTo>
                  <a:lnTo>
                    <a:pt x="2380600" y="803750"/>
                  </a:lnTo>
                  <a:lnTo>
                    <a:pt x="2379427" y="804304"/>
                  </a:lnTo>
                  <a:lnTo>
                    <a:pt x="2377421" y="804268"/>
                  </a:lnTo>
                  <a:lnTo>
                    <a:pt x="2376102" y="804562"/>
                  </a:lnTo>
                  <a:lnTo>
                    <a:pt x="2372954" y="805978"/>
                  </a:lnTo>
                  <a:lnTo>
                    <a:pt x="2372451" y="807053"/>
                  </a:lnTo>
                  <a:lnTo>
                    <a:pt x="2370809" y="808036"/>
                  </a:lnTo>
                  <a:lnTo>
                    <a:pt x="2369320" y="809263"/>
                  </a:lnTo>
                  <a:lnTo>
                    <a:pt x="2367732" y="809833"/>
                  </a:lnTo>
                  <a:lnTo>
                    <a:pt x="2367521" y="810950"/>
                  </a:lnTo>
                  <a:lnTo>
                    <a:pt x="2366922" y="811764"/>
                  </a:lnTo>
                  <a:lnTo>
                    <a:pt x="2366454" y="813809"/>
                  </a:lnTo>
                  <a:lnTo>
                    <a:pt x="2365400" y="815121"/>
                  </a:lnTo>
                  <a:lnTo>
                    <a:pt x="2364330" y="815821"/>
                  </a:lnTo>
                  <a:lnTo>
                    <a:pt x="2363083" y="816130"/>
                  </a:lnTo>
                  <a:lnTo>
                    <a:pt x="2362066" y="816802"/>
                  </a:lnTo>
                  <a:lnTo>
                    <a:pt x="2359601" y="817598"/>
                  </a:lnTo>
                  <a:lnTo>
                    <a:pt x="2358377" y="818575"/>
                  </a:lnTo>
                  <a:lnTo>
                    <a:pt x="2357523" y="820402"/>
                  </a:lnTo>
                  <a:lnTo>
                    <a:pt x="2357737" y="821121"/>
                  </a:lnTo>
                  <a:lnTo>
                    <a:pt x="2357482" y="822169"/>
                  </a:lnTo>
                  <a:lnTo>
                    <a:pt x="2357630" y="823140"/>
                  </a:lnTo>
                  <a:lnTo>
                    <a:pt x="2357421" y="825774"/>
                  </a:lnTo>
                  <a:lnTo>
                    <a:pt x="2357920" y="828456"/>
                  </a:lnTo>
                  <a:lnTo>
                    <a:pt x="2357497" y="829537"/>
                  </a:lnTo>
                  <a:lnTo>
                    <a:pt x="2357843" y="830441"/>
                  </a:lnTo>
                  <a:lnTo>
                    <a:pt x="2357857" y="832002"/>
                  </a:lnTo>
                  <a:lnTo>
                    <a:pt x="2358163" y="832711"/>
                  </a:lnTo>
                  <a:lnTo>
                    <a:pt x="2360353" y="835417"/>
                  </a:lnTo>
                  <a:lnTo>
                    <a:pt x="2361158" y="835888"/>
                  </a:lnTo>
                  <a:lnTo>
                    <a:pt x="2361798" y="835955"/>
                  </a:lnTo>
                  <a:lnTo>
                    <a:pt x="2362879" y="837711"/>
                  </a:lnTo>
                  <a:lnTo>
                    <a:pt x="2361646" y="837657"/>
                  </a:lnTo>
                  <a:lnTo>
                    <a:pt x="2360371" y="839398"/>
                  </a:lnTo>
                  <a:lnTo>
                    <a:pt x="2361125" y="839673"/>
                  </a:lnTo>
                  <a:lnTo>
                    <a:pt x="2358431" y="842500"/>
                  </a:lnTo>
                  <a:lnTo>
                    <a:pt x="2357393" y="841984"/>
                  </a:lnTo>
                  <a:lnTo>
                    <a:pt x="2356562" y="843092"/>
                  </a:lnTo>
                  <a:lnTo>
                    <a:pt x="2355444" y="843610"/>
                  </a:lnTo>
                  <a:lnTo>
                    <a:pt x="2354037" y="842799"/>
                  </a:lnTo>
                  <a:lnTo>
                    <a:pt x="2350998" y="841884"/>
                  </a:lnTo>
                  <a:lnTo>
                    <a:pt x="2350097" y="841999"/>
                  </a:lnTo>
                  <a:lnTo>
                    <a:pt x="2349534" y="842375"/>
                  </a:lnTo>
                  <a:lnTo>
                    <a:pt x="2349423" y="842991"/>
                  </a:lnTo>
                  <a:lnTo>
                    <a:pt x="2349674" y="843700"/>
                  </a:lnTo>
                  <a:lnTo>
                    <a:pt x="2350646" y="844600"/>
                  </a:lnTo>
                  <a:lnTo>
                    <a:pt x="2350762" y="845181"/>
                  </a:lnTo>
                  <a:lnTo>
                    <a:pt x="2350172" y="845399"/>
                  </a:lnTo>
                  <a:lnTo>
                    <a:pt x="2350020" y="846143"/>
                  </a:lnTo>
                  <a:lnTo>
                    <a:pt x="2349035" y="846831"/>
                  </a:lnTo>
                  <a:lnTo>
                    <a:pt x="2348508" y="847659"/>
                  </a:lnTo>
                  <a:lnTo>
                    <a:pt x="2348628" y="848109"/>
                  </a:lnTo>
                  <a:lnTo>
                    <a:pt x="2347639" y="849180"/>
                  </a:lnTo>
                  <a:lnTo>
                    <a:pt x="2347413" y="849878"/>
                  </a:lnTo>
                  <a:lnTo>
                    <a:pt x="2346430" y="850519"/>
                  </a:lnTo>
                  <a:lnTo>
                    <a:pt x="2345482" y="850162"/>
                  </a:lnTo>
                  <a:lnTo>
                    <a:pt x="2345097" y="850992"/>
                  </a:lnTo>
                  <a:lnTo>
                    <a:pt x="2344600" y="851309"/>
                  </a:lnTo>
                  <a:lnTo>
                    <a:pt x="2344415" y="851920"/>
                  </a:lnTo>
                  <a:lnTo>
                    <a:pt x="2344776" y="852603"/>
                  </a:lnTo>
                  <a:lnTo>
                    <a:pt x="2343505" y="854070"/>
                  </a:lnTo>
                  <a:lnTo>
                    <a:pt x="2342253" y="856968"/>
                  </a:lnTo>
                  <a:lnTo>
                    <a:pt x="2341009" y="858542"/>
                  </a:lnTo>
                  <a:lnTo>
                    <a:pt x="2341504" y="859950"/>
                  </a:lnTo>
                  <a:lnTo>
                    <a:pt x="2341214" y="861277"/>
                  </a:lnTo>
                  <a:lnTo>
                    <a:pt x="2340457" y="861769"/>
                  </a:lnTo>
                  <a:lnTo>
                    <a:pt x="2339522" y="863073"/>
                  </a:lnTo>
                  <a:lnTo>
                    <a:pt x="2340893" y="865341"/>
                  </a:lnTo>
                  <a:lnTo>
                    <a:pt x="2342513" y="868760"/>
                  </a:lnTo>
                  <a:lnTo>
                    <a:pt x="2344225" y="868058"/>
                  </a:lnTo>
                  <a:lnTo>
                    <a:pt x="2344659" y="868237"/>
                  </a:lnTo>
                  <a:lnTo>
                    <a:pt x="2345929" y="868158"/>
                  </a:lnTo>
                  <a:lnTo>
                    <a:pt x="2347125" y="868803"/>
                  </a:lnTo>
                  <a:lnTo>
                    <a:pt x="2348501" y="868769"/>
                  </a:lnTo>
                  <a:lnTo>
                    <a:pt x="2348493" y="869003"/>
                  </a:lnTo>
                  <a:lnTo>
                    <a:pt x="2348930" y="869025"/>
                  </a:lnTo>
                  <a:lnTo>
                    <a:pt x="2350214" y="869993"/>
                  </a:lnTo>
                  <a:lnTo>
                    <a:pt x="2350289" y="869773"/>
                  </a:lnTo>
                  <a:lnTo>
                    <a:pt x="2352342" y="869621"/>
                  </a:lnTo>
                  <a:lnTo>
                    <a:pt x="2352272" y="870453"/>
                  </a:lnTo>
                  <a:lnTo>
                    <a:pt x="2353079" y="872097"/>
                  </a:lnTo>
                  <a:lnTo>
                    <a:pt x="2352743" y="872792"/>
                  </a:lnTo>
                  <a:lnTo>
                    <a:pt x="2353602" y="874468"/>
                  </a:lnTo>
                  <a:lnTo>
                    <a:pt x="2354150" y="876422"/>
                  </a:lnTo>
                  <a:lnTo>
                    <a:pt x="2353977" y="877450"/>
                  </a:lnTo>
                  <a:lnTo>
                    <a:pt x="2355187" y="877347"/>
                  </a:lnTo>
                  <a:lnTo>
                    <a:pt x="2357068" y="878371"/>
                  </a:lnTo>
                  <a:lnTo>
                    <a:pt x="2357745" y="879699"/>
                  </a:lnTo>
                  <a:lnTo>
                    <a:pt x="2357120" y="880256"/>
                  </a:lnTo>
                  <a:lnTo>
                    <a:pt x="2355682" y="880705"/>
                  </a:lnTo>
                  <a:lnTo>
                    <a:pt x="2354540" y="881883"/>
                  </a:lnTo>
                  <a:lnTo>
                    <a:pt x="2354337" y="883351"/>
                  </a:lnTo>
                  <a:lnTo>
                    <a:pt x="2354710" y="884068"/>
                  </a:lnTo>
                  <a:lnTo>
                    <a:pt x="2354509" y="884767"/>
                  </a:lnTo>
                  <a:lnTo>
                    <a:pt x="2354630" y="885353"/>
                  </a:lnTo>
                  <a:lnTo>
                    <a:pt x="2353518" y="886183"/>
                  </a:lnTo>
                  <a:lnTo>
                    <a:pt x="2353406" y="886868"/>
                  </a:lnTo>
                  <a:lnTo>
                    <a:pt x="2356449" y="888347"/>
                  </a:lnTo>
                  <a:lnTo>
                    <a:pt x="2358291" y="888744"/>
                  </a:lnTo>
                  <a:lnTo>
                    <a:pt x="2364138" y="891236"/>
                  </a:lnTo>
                  <a:lnTo>
                    <a:pt x="2364282" y="892411"/>
                  </a:lnTo>
                  <a:lnTo>
                    <a:pt x="2363540" y="894820"/>
                  </a:lnTo>
                  <a:lnTo>
                    <a:pt x="2359330" y="892326"/>
                  </a:lnTo>
                  <a:lnTo>
                    <a:pt x="2350988" y="889447"/>
                  </a:lnTo>
                  <a:lnTo>
                    <a:pt x="2349385" y="888078"/>
                  </a:lnTo>
                  <a:lnTo>
                    <a:pt x="2347522" y="885955"/>
                  </a:lnTo>
                  <a:lnTo>
                    <a:pt x="2344439" y="880117"/>
                  </a:lnTo>
                  <a:lnTo>
                    <a:pt x="2343713" y="878159"/>
                  </a:lnTo>
                  <a:lnTo>
                    <a:pt x="2343120" y="875331"/>
                  </a:lnTo>
                  <a:lnTo>
                    <a:pt x="2339744" y="867266"/>
                  </a:lnTo>
                  <a:lnTo>
                    <a:pt x="2337222" y="862868"/>
                  </a:lnTo>
                  <a:lnTo>
                    <a:pt x="2336604" y="861206"/>
                  </a:lnTo>
                  <a:lnTo>
                    <a:pt x="2334424" y="857219"/>
                  </a:lnTo>
                  <a:lnTo>
                    <a:pt x="2331954" y="851716"/>
                  </a:lnTo>
                  <a:lnTo>
                    <a:pt x="2330388" y="849585"/>
                  </a:lnTo>
                  <a:lnTo>
                    <a:pt x="2326028" y="845537"/>
                  </a:lnTo>
                  <a:lnTo>
                    <a:pt x="2323056" y="844337"/>
                  </a:lnTo>
                  <a:lnTo>
                    <a:pt x="2319803" y="843716"/>
                  </a:lnTo>
                  <a:lnTo>
                    <a:pt x="2306314" y="843024"/>
                  </a:lnTo>
                  <a:lnTo>
                    <a:pt x="2299561" y="842053"/>
                  </a:lnTo>
                  <a:lnTo>
                    <a:pt x="2297424" y="842592"/>
                  </a:lnTo>
                  <a:lnTo>
                    <a:pt x="2294247" y="843938"/>
                  </a:lnTo>
                  <a:lnTo>
                    <a:pt x="2289495" y="844687"/>
                  </a:lnTo>
                  <a:lnTo>
                    <a:pt x="2286519" y="845508"/>
                  </a:lnTo>
                  <a:lnTo>
                    <a:pt x="2284308" y="846720"/>
                  </a:lnTo>
                  <a:lnTo>
                    <a:pt x="2283549" y="847561"/>
                  </a:lnTo>
                  <a:lnTo>
                    <a:pt x="2283008" y="848257"/>
                  </a:lnTo>
                  <a:lnTo>
                    <a:pt x="2281362" y="849598"/>
                  </a:lnTo>
                  <a:lnTo>
                    <a:pt x="2280104" y="850113"/>
                  </a:lnTo>
                  <a:lnTo>
                    <a:pt x="2277873" y="850433"/>
                  </a:lnTo>
                  <a:lnTo>
                    <a:pt x="2276499" y="850218"/>
                  </a:lnTo>
                  <a:lnTo>
                    <a:pt x="2275474" y="849605"/>
                  </a:lnTo>
                  <a:lnTo>
                    <a:pt x="2274377" y="848414"/>
                  </a:lnTo>
                  <a:lnTo>
                    <a:pt x="2272744" y="845073"/>
                  </a:lnTo>
                  <a:lnTo>
                    <a:pt x="2271948" y="844033"/>
                  </a:lnTo>
                  <a:lnTo>
                    <a:pt x="2270709" y="843259"/>
                  </a:lnTo>
                  <a:lnTo>
                    <a:pt x="2268522" y="842871"/>
                  </a:lnTo>
                  <a:lnTo>
                    <a:pt x="2266755" y="843203"/>
                  </a:lnTo>
                  <a:lnTo>
                    <a:pt x="2264851" y="843126"/>
                  </a:lnTo>
                  <a:lnTo>
                    <a:pt x="2263682" y="843357"/>
                  </a:lnTo>
                  <a:lnTo>
                    <a:pt x="2261586" y="844975"/>
                  </a:lnTo>
                  <a:lnTo>
                    <a:pt x="2257242" y="847496"/>
                  </a:lnTo>
                  <a:lnTo>
                    <a:pt x="2254911" y="850039"/>
                  </a:lnTo>
                  <a:lnTo>
                    <a:pt x="2253504" y="850862"/>
                  </a:lnTo>
                  <a:lnTo>
                    <a:pt x="2248337" y="851981"/>
                  </a:lnTo>
                  <a:lnTo>
                    <a:pt x="2242563" y="852474"/>
                  </a:lnTo>
                  <a:lnTo>
                    <a:pt x="2240281" y="853435"/>
                  </a:lnTo>
                  <a:lnTo>
                    <a:pt x="2239228" y="854240"/>
                  </a:lnTo>
                  <a:lnTo>
                    <a:pt x="2238651" y="854981"/>
                  </a:lnTo>
                  <a:lnTo>
                    <a:pt x="2238059" y="856745"/>
                  </a:lnTo>
                  <a:lnTo>
                    <a:pt x="2237651" y="860416"/>
                  </a:lnTo>
                  <a:lnTo>
                    <a:pt x="2237801" y="863542"/>
                  </a:lnTo>
                  <a:lnTo>
                    <a:pt x="2239476" y="874770"/>
                  </a:lnTo>
                  <a:lnTo>
                    <a:pt x="2238398" y="877516"/>
                  </a:lnTo>
                  <a:lnTo>
                    <a:pt x="2236664" y="881616"/>
                  </a:lnTo>
                  <a:lnTo>
                    <a:pt x="2232616" y="887331"/>
                  </a:lnTo>
                  <a:lnTo>
                    <a:pt x="2229840" y="892163"/>
                  </a:lnTo>
                  <a:lnTo>
                    <a:pt x="2228050" y="897595"/>
                  </a:lnTo>
                  <a:lnTo>
                    <a:pt x="2227676" y="900312"/>
                  </a:lnTo>
                  <a:lnTo>
                    <a:pt x="2226734" y="902502"/>
                  </a:lnTo>
                  <a:lnTo>
                    <a:pt x="2223876" y="904733"/>
                  </a:lnTo>
                  <a:lnTo>
                    <a:pt x="2222768" y="904961"/>
                  </a:lnTo>
                  <a:lnTo>
                    <a:pt x="2221591" y="905791"/>
                  </a:lnTo>
                  <a:lnTo>
                    <a:pt x="2218986" y="907421"/>
                  </a:lnTo>
                  <a:lnTo>
                    <a:pt x="2213240" y="911733"/>
                  </a:lnTo>
                  <a:lnTo>
                    <a:pt x="2211468" y="912794"/>
                  </a:lnTo>
                  <a:lnTo>
                    <a:pt x="2209563" y="913423"/>
                  </a:lnTo>
                  <a:lnTo>
                    <a:pt x="2206862" y="913768"/>
                  </a:lnTo>
                  <a:lnTo>
                    <a:pt x="2195885" y="914132"/>
                  </a:lnTo>
                  <a:lnTo>
                    <a:pt x="2188664" y="915214"/>
                  </a:lnTo>
                  <a:lnTo>
                    <a:pt x="2185410" y="916118"/>
                  </a:lnTo>
                  <a:lnTo>
                    <a:pt x="2170823" y="923153"/>
                  </a:lnTo>
                  <a:lnTo>
                    <a:pt x="2155163" y="926729"/>
                  </a:lnTo>
                  <a:lnTo>
                    <a:pt x="2146314" y="930441"/>
                  </a:lnTo>
                  <a:lnTo>
                    <a:pt x="2138485" y="933026"/>
                  </a:lnTo>
                  <a:lnTo>
                    <a:pt x="2132689" y="934855"/>
                  </a:lnTo>
                  <a:lnTo>
                    <a:pt x="2126030" y="936226"/>
                  </a:lnTo>
                  <a:lnTo>
                    <a:pt x="2121515" y="937822"/>
                  </a:lnTo>
                  <a:lnTo>
                    <a:pt x="2118701" y="937576"/>
                  </a:lnTo>
                  <a:lnTo>
                    <a:pt x="2114975" y="942126"/>
                  </a:lnTo>
                  <a:lnTo>
                    <a:pt x="2103195" y="934913"/>
                  </a:lnTo>
                  <a:lnTo>
                    <a:pt x="2100339" y="932757"/>
                  </a:lnTo>
                  <a:lnTo>
                    <a:pt x="2097147" y="931853"/>
                  </a:lnTo>
                  <a:lnTo>
                    <a:pt x="2089268" y="932180"/>
                  </a:lnTo>
                  <a:lnTo>
                    <a:pt x="2085314" y="936799"/>
                  </a:lnTo>
                  <a:lnTo>
                    <a:pt x="2080573" y="944863"/>
                  </a:lnTo>
                  <a:lnTo>
                    <a:pt x="2079190" y="948029"/>
                  </a:lnTo>
                  <a:lnTo>
                    <a:pt x="2080494" y="951185"/>
                  </a:lnTo>
                  <a:lnTo>
                    <a:pt x="2080230" y="953826"/>
                  </a:lnTo>
                  <a:lnTo>
                    <a:pt x="2078937" y="957959"/>
                  </a:lnTo>
                  <a:lnTo>
                    <a:pt x="2075783" y="961006"/>
                  </a:lnTo>
                  <a:lnTo>
                    <a:pt x="2067698" y="965859"/>
                  </a:lnTo>
                  <a:lnTo>
                    <a:pt x="2064441" y="966891"/>
                  </a:lnTo>
                  <a:lnTo>
                    <a:pt x="2061271" y="966634"/>
                  </a:lnTo>
                  <a:lnTo>
                    <a:pt x="2057184" y="965642"/>
                  </a:lnTo>
                  <a:lnTo>
                    <a:pt x="2053142" y="964115"/>
                  </a:lnTo>
                  <a:lnTo>
                    <a:pt x="2047626" y="961584"/>
                  </a:lnTo>
                  <a:lnTo>
                    <a:pt x="2044827" y="960149"/>
                  </a:lnTo>
                  <a:lnTo>
                    <a:pt x="2040281" y="957192"/>
                  </a:lnTo>
                  <a:lnTo>
                    <a:pt x="2031905" y="951237"/>
                  </a:lnTo>
                  <a:lnTo>
                    <a:pt x="2033352" y="947139"/>
                  </a:lnTo>
                  <a:lnTo>
                    <a:pt x="2032234" y="945328"/>
                  </a:lnTo>
                  <a:lnTo>
                    <a:pt x="2026894" y="944011"/>
                  </a:lnTo>
                  <a:lnTo>
                    <a:pt x="2022918" y="943303"/>
                  </a:lnTo>
                  <a:lnTo>
                    <a:pt x="2015607" y="941021"/>
                  </a:lnTo>
                  <a:lnTo>
                    <a:pt x="2013251" y="938938"/>
                  </a:lnTo>
                  <a:lnTo>
                    <a:pt x="2010397" y="936327"/>
                  </a:lnTo>
                  <a:lnTo>
                    <a:pt x="2007529" y="934554"/>
                  </a:lnTo>
                  <a:lnTo>
                    <a:pt x="2003389" y="931330"/>
                  </a:lnTo>
                  <a:lnTo>
                    <a:pt x="2001840" y="929474"/>
                  </a:lnTo>
                  <a:lnTo>
                    <a:pt x="1998545" y="923577"/>
                  </a:lnTo>
                  <a:lnTo>
                    <a:pt x="1996041" y="919784"/>
                  </a:lnTo>
                  <a:lnTo>
                    <a:pt x="1993469" y="916628"/>
                  </a:lnTo>
                  <a:lnTo>
                    <a:pt x="1991202" y="914775"/>
                  </a:lnTo>
                  <a:lnTo>
                    <a:pt x="1988615" y="912819"/>
                  </a:lnTo>
                  <a:lnTo>
                    <a:pt x="1982717" y="910439"/>
                  </a:lnTo>
                  <a:lnTo>
                    <a:pt x="1978563" y="906934"/>
                  </a:lnTo>
                  <a:lnTo>
                    <a:pt x="1972888" y="898846"/>
                  </a:lnTo>
                  <a:lnTo>
                    <a:pt x="1968982" y="892311"/>
                  </a:lnTo>
                  <a:lnTo>
                    <a:pt x="1965305" y="887653"/>
                  </a:lnTo>
                  <a:lnTo>
                    <a:pt x="1961040" y="881027"/>
                  </a:lnTo>
                  <a:lnTo>
                    <a:pt x="1959197" y="877763"/>
                  </a:lnTo>
                  <a:lnTo>
                    <a:pt x="1956730" y="871740"/>
                  </a:lnTo>
                  <a:lnTo>
                    <a:pt x="1952160" y="866393"/>
                  </a:lnTo>
                  <a:lnTo>
                    <a:pt x="1947965" y="863061"/>
                  </a:lnTo>
                  <a:lnTo>
                    <a:pt x="1936363" y="857491"/>
                  </a:lnTo>
                  <a:lnTo>
                    <a:pt x="1933709" y="856979"/>
                  </a:lnTo>
                  <a:lnTo>
                    <a:pt x="1933124" y="856586"/>
                  </a:lnTo>
                  <a:lnTo>
                    <a:pt x="1930511" y="855684"/>
                  </a:lnTo>
                  <a:lnTo>
                    <a:pt x="1927553" y="854272"/>
                  </a:lnTo>
                  <a:lnTo>
                    <a:pt x="1923939" y="851840"/>
                  </a:lnTo>
                  <a:lnTo>
                    <a:pt x="1923417" y="851487"/>
                  </a:lnTo>
                  <a:lnTo>
                    <a:pt x="1918447" y="850633"/>
                  </a:lnTo>
                  <a:lnTo>
                    <a:pt x="1916068" y="849273"/>
                  </a:lnTo>
                  <a:lnTo>
                    <a:pt x="1911224" y="848096"/>
                  </a:lnTo>
                  <a:lnTo>
                    <a:pt x="1908808" y="845848"/>
                  </a:lnTo>
                  <a:lnTo>
                    <a:pt x="1902751" y="844300"/>
                  </a:lnTo>
                  <a:lnTo>
                    <a:pt x="1899195" y="842832"/>
                  </a:lnTo>
                  <a:lnTo>
                    <a:pt x="1896070" y="842038"/>
                  </a:lnTo>
                  <a:lnTo>
                    <a:pt x="1894342" y="841600"/>
                  </a:lnTo>
                  <a:lnTo>
                    <a:pt x="1890439" y="841302"/>
                  </a:lnTo>
                  <a:lnTo>
                    <a:pt x="1881668" y="841974"/>
                  </a:lnTo>
                  <a:lnTo>
                    <a:pt x="1879456" y="844664"/>
                  </a:lnTo>
                  <a:lnTo>
                    <a:pt x="1877271" y="846254"/>
                  </a:lnTo>
                  <a:lnTo>
                    <a:pt x="1875777" y="847702"/>
                  </a:lnTo>
                  <a:lnTo>
                    <a:pt x="1866606" y="853870"/>
                  </a:lnTo>
                  <a:lnTo>
                    <a:pt x="1860797" y="856717"/>
                  </a:lnTo>
                  <a:lnTo>
                    <a:pt x="1856021" y="859753"/>
                  </a:lnTo>
                  <a:lnTo>
                    <a:pt x="1852438" y="862504"/>
                  </a:lnTo>
                  <a:lnTo>
                    <a:pt x="1850709" y="864221"/>
                  </a:lnTo>
                  <a:lnTo>
                    <a:pt x="1849394" y="865997"/>
                  </a:lnTo>
                  <a:lnTo>
                    <a:pt x="1848528" y="867472"/>
                  </a:lnTo>
                  <a:lnTo>
                    <a:pt x="1846989" y="872551"/>
                  </a:lnTo>
                  <a:lnTo>
                    <a:pt x="1847068" y="875036"/>
                  </a:lnTo>
                  <a:lnTo>
                    <a:pt x="1845614" y="879143"/>
                  </a:lnTo>
                  <a:lnTo>
                    <a:pt x="1844240" y="886212"/>
                  </a:lnTo>
                  <a:lnTo>
                    <a:pt x="1841452" y="893147"/>
                  </a:lnTo>
                  <a:lnTo>
                    <a:pt x="1840156" y="897124"/>
                  </a:lnTo>
                  <a:lnTo>
                    <a:pt x="1839821" y="899291"/>
                  </a:lnTo>
                  <a:lnTo>
                    <a:pt x="1838960" y="906124"/>
                  </a:lnTo>
                  <a:lnTo>
                    <a:pt x="1838936" y="909319"/>
                  </a:lnTo>
                  <a:lnTo>
                    <a:pt x="1839171" y="910676"/>
                  </a:lnTo>
                  <a:lnTo>
                    <a:pt x="1841459" y="915808"/>
                  </a:lnTo>
                  <a:lnTo>
                    <a:pt x="1841912" y="917707"/>
                  </a:lnTo>
                  <a:lnTo>
                    <a:pt x="1841884" y="919117"/>
                  </a:lnTo>
                  <a:lnTo>
                    <a:pt x="1838583" y="926895"/>
                  </a:lnTo>
                  <a:lnTo>
                    <a:pt x="1838284" y="928050"/>
                  </a:lnTo>
                  <a:lnTo>
                    <a:pt x="1838246" y="930170"/>
                  </a:lnTo>
                  <a:lnTo>
                    <a:pt x="1838629" y="931329"/>
                  </a:lnTo>
                  <a:lnTo>
                    <a:pt x="1841607" y="936480"/>
                  </a:lnTo>
                  <a:lnTo>
                    <a:pt x="1843196" y="939255"/>
                  </a:lnTo>
                  <a:lnTo>
                    <a:pt x="1843619" y="941407"/>
                  </a:lnTo>
                  <a:lnTo>
                    <a:pt x="1843600" y="942651"/>
                  </a:lnTo>
                  <a:lnTo>
                    <a:pt x="1842539" y="947484"/>
                  </a:lnTo>
                  <a:lnTo>
                    <a:pt x="1841086" y="952980"/>
                  </a:lnTo>
                  <a:lnTo>
                    <a:pt x="1837413" y="964696"/>
                  </a:lnTo>
                  <a:lnTo>
                    <a:pt x="1835800" y="967591"/>
                  </a:lnTo>
                  <a:lnTo>
                    <a:pt x="1834579" y="969058"/>
                  </a:lnTo>
                  <a:lnTo>
                    <a:pt x="1831292" y="972177"/>
                  </a:lnTo>
                  <a:lnTo>
                    <a:pt x="1829585" y="974844"/>
                  </a:lnTo>
                  <a:lnTo>
                    <a:pt x="1826727" y="982950"/>
                  </a:lnTo>
                  <a:lnTo>
                    <a:pt x="1826685" y="984251"/>
                  </a:lnTo>
                  <a:lnTo>
                    <a:pt x="1827235" y="985778"/>
                  </a:lnTo>
                  <a:lnTo>
                    <a:pt x="1828720" y="987621"/>
                  </a:lnTo>
                  <a:lnTo>
                    <a:pt x="1833024" y="991756"/>
                  </a:lnTo>
                  <a:lnTo>
                    <a:pt x="1836201" y="995502"/>
                  </a:lnTo>
                  <a:lnTo>
                    <a:pt x="1837296" y="997371"/>
                  </a:lnTo>
                  <a:lnTo>
                    <a:pt x="1837969" y="1001208"/>
                  </a:lnTo>
                  <a:lnTo>
                    <a:pt x="1838029" y="1005937"/>
                  </a:lnTo>
                  <a:lnTo>
                    <a:pt x="1837460" y="1009186"/>
                  </a:lnTo>
                  <a:lnTo>
                    <a:pt x="1834987" y="1012586"/>
                  </a:lnTo>
                  <a:lnTo>
                    <a:pt x="1829533" y="1018259"/>
                  </a:lnTo>
                  <a:lnTo>
                    <a:pt x="1828201" y="1020830"/>
                  </a:lnTo>
                  <a:lnTo>
                    <a:pt x="1827556" y="1025636"/>
                  </a:lnTo>
                  <a:lnTo>
                    <a:pt x="1827693" y="1026488"/>
                  </a:lnTo>
                  <a:lnTo>
                    <a:pt x="1828139" y="1027225"/>
                  </a:lnTo>
                  <a:lnTo>
                    <a:pt x="1829418" y="1028299"/>
                  </a:lnTo>
                  <a:lnTo>
                    <a:pt x="1830531" y="1028743"/>
                  </a:lnTo>
                  <a:lnTo>
                    <a:pt x="1836287" y="1028281"/>
                  </a:lnTo>
                  <a:lnTo>
                    <a:pt x="1837536" y="1028439"/>
                  </a:lnTo>
                  <a:lnTo>
                    <a:pt x="1839871" y="1029471"/>
                  </a:lnTo>
                  <a:lnTo>
                    <a:pt x="1845152" y="1032558"/>
                  </a:lnTo>
                  <a:lnTo>
                    <a:pt x="1850357" y="1034393"/>
                  </a:lnTo>
                  <a:lnTo>
                    <a:pt x="1852690" y="1036843"/>
                  </a:lnTo>
                  <a:lnTo>
                    <a:pt x="1855828" y="1039332"/>
                  </a:lnTo>
                  <a:lnTo>
                    <a:pt x="1856390" y="1040302"/>
                  </a:lnTo>
                  <a:lnTo>
                    <a:pt x="1856530" y="1042178"/>
                  </a:lnTo>
                  <a:lnTo>
                    <a:pt x="1855826" y="1043702"/>
                  </a:lnTo>
                  <a:lnTo>
                    <a:pt x="1854739" y="1045145"/>
                  </a:lnTo>
                  <a:lnTo>
                    <a:pt x="1852182" y="1047033"/>
                  </a:lnTo>
                  <a:lnTo>
                    <a:pt x="1845335" y="1051458"/>
                  </a:lnTo>
                  <a:lnTo>
                    <a:pt x="1840074" y="1054181"/>
                  </a:lnTo>
                  <a:lnTo>
                    <a:pt x="1838104" y="1055596"/>
                  </a:lnTo>
                  <a:lnTo>
                    <a:pt x="1834745" y="1057507"/>
                  </a:lnTo>
                  <a:lnTo>
                    <a:pt x="1833518" y="1057945"/>
                  </a:lnTo>
                  <a:lnTo>
                    <a:pt x="1831805" y="1059071"/>
                  </a:lnTo>
                  <a:lnTo>
                    <a:pt x="1828594" y="1061818"/>
                  </a:lnTo>
                  <a:lnTo>
                    <a:pt x="1827213" y="1063453"/>
                  </a:lnTo>
                  <a:lnTo>
                    <a:pt x="1826881" y="1064321"/>
                  </a:lnTo>
                  <a:lnTo>
                    <a:pt x="1824736" y="1066715"/>
                  </a:lnTo>
                  <a:lnTo>
                    <a:pt x="1822604" y="1070562"/>
                  </a:lnTo>
                  <a:lnTo>
                    <a:pt x="1819053" y="1075606"/>
                  </a:lnTo>
                  <a:lnTo>
                    <a:pt x="1818216" y="1077779"/>
                  </a:lnTo>
                  <a:lnTo>
                    <a:pt x="1817955" y="1079483"/>
                  </a:lnTo>
                  <a:lnTo>
                    <a:pt x="1817889" y="1081296"/>
                  </a:lnTo>
                  <a:lnTo>
                    <a:pt x="1818206" y="1082531"/>
                  </a:lnTo>
                  <a:lnTo>
                    <a:pt x="1818970" y="1083635"/>
                  </a:lnTo>
                  <a:lnTo>
                    <a:pt x="1819809" y="1084183"/>
                  </a:lnTo>
                  <a:lnTo>
                    <a:pt x="1825124" y="1082799"/>
                  </a:lnTo>
                  <a:lnTo>
                    <a:pt x="1828197" y="1081414"/>
                  </a:lnTo>
                  <a:lnTo>
                    <a:pt x="1829417" y="1081361"/>
                  </a:lnTo>
                  <a:lnTo>
                    <a:pt x="1830180" y="1082146"/>
                  </a:lnTo>
                  <a:lnTo>
                    <a:pt x="1830789" y="1083681"/>
                  </a:lnTo>
                  <a:lnTo>
                    <a:pt x="1830656" y="1085462"/>
                  </a:lnTo>
                  <a:lnTo>
                    <a:pt x="1830204" y="1086502"/>
                  </a:lnTo>
                  <a:lnTo>
                    <a:pt x="1828786" y="1088587"/>
                  </a:lnTo>
                  <a:lnTo>
                    <a:pt x="1827146" y="1089633"/>
                  </a:lnTo>
                  <a:lnTo>
                    <a:pt x="1824804" y="1090244"/>
                  </a:lnTo>
                  <a:lnTo>
                    <a:pt x="1821587" y="1090040"/>
                  </a:lnTo>
                  <a:lnTo>
                    <a:pt x="1817368" y="1090686"/>
                  </a:lnTo>
                  <a:lnTo>
                    <a:pt x="1816057" y="1091317"/>
                  </a:lnTo>
                  <a:lnTo>
                    <a:pt x="1814868" y="1092476"/>
                  </a:lnTo>
                  <a:lnTo>
                    <a:pt x="1814261" y="1094556"/>
                  </a:lnTo>
                  <a:lnTo>
                    <a:pt x="1814806" y="1096655"/>
                  </a:lnTo>
                  <a:lnTo>
                    <a:pt x="1816973" y="1100025"/>
                  </a:lnTo>
                  <a:lnTo>
                    <a:pt x="1818552" y="1101606"/>
                  </a:lnTo>
                  <a:lnTo>
                    <a:pt x="1819290" y="1102778"/>
                  </a:lnTo>
                  <a:lnTo>
                    <a:pt x="1819872" y="1105064"/>
                  </a:lnTo>
                  <a:lnTo>
                    <a:pt x="1819347" y="1107585"/>
                  </a:lnTo>
                  <a:lnTo>
                    <a:pt x="1812908" y="1118867"/>
                  </a:lnTo>
                  <a:lnTo>
                    <a:pt x="1817505" y="1120587"/>
                  </a:lnTo>
                  <a:lnTo>
                    <a:pt x="1817776" y="1120136"/>
                  </a:lnTo>
                  <a:lnTo>
                    <a:pt x="1818267" y="1120335"/>
                  </a:lnTo>
                  <a:lnTo>
                    <a:pt x="1820268" y="1121396"/>
                  </a:lnTo>
                  <a:lnTo>
                    <a:pt x="1820135" y="1122043"/>
                  </a:lnTo>
                  <a:lnTo>
                    <a:pt x="1821137" y="1122240"/>
                  </a:lnTo>
                  <a:lnTo>
                    <a:pt x="1820564" y="1123312"/>
                  </a:lnTo>
                  <a:lnTo>
                    <a:pt x="1821205" y="1123598"/>
                  </a:lnTo>
                  <a:lnTo>
                    <a:pt x="1819294" y="1127829"/>
                  </a:lnTo>
                  <a:lnTo>
                    <a:pt x="1819091" y="1129371"/>
                  </a:lnTo>
                  <a:lnTo>
                    <a:pt x="1819249" y="1132273"/>
                  </a:lnTo>
                  <a:lnTo>
                    <a:pt x="1819082" y="1133982"/>
                  </a:lnTo>
                  <a:lnTo>
                    <a:pt x="1819273" y="1135263"/>
                  </a:lnTo>
                  <a:lnTo>
                    <a:pt x="1819692" y="1135988"/>
                  </a:lnTo>
                  <a:lnTo>
                    <a:pt x="1819361" y="1137219"/>
                  </a:lnTo>
                  <a:lnTo>
                    <a:pt x="1819575" y="1138372"/>
                  </a:lnTo>
                  <a:lnTo>
                    <a:pt x="1819196" y="1139136"/>
                  </a:lnTo>
                  <a:lnTo>
                    <a:pt x="1819022" y="1140472"/>
                  </a:lnTo>
                  <a:lnTo>
                    <a:pt x="1816529" y="1143342"/>
                  </a:lnTo>
                  <a:lnTo>
                    <a:pt x="1816239" y="1144260"/>
                  </a:lnTo>
                  <a:lnTo>
                    <a:pt x="1816802" y="1146378"/>
                  </a:lnTo>
                  <a:lnTo>
                    <a:pt x="1817395" y="1146769"/>
                  </a:lnTo>
                  <a:lnTo>
                    <a:pt x="1817315" y="1146939"/>
                  </a:lnTo>
                  <a:lnTo>
                    <a:pt x="1818198" y="1147986"/>
                  </a:lnTo>
                  <a:lnTo>
                    <a:pt x="1819674" y="1148456"/>
                  </a:lnTo>
                  <a:lnTo>
                    <a:pt x="1819012" y="1150362"/>
                  </a:lnTo>
                  <a:lnTo>
                    <a:pt x="1817943" y="1149829"/>
                  </a:lnTo>
                  <a:lnTo>
                    <a:pt x="1817916" y="1150540"/>
                  </a:lnTo>
                  <a:lnTo>
                    <a:pt x="1817098" y="1152011"/>
                  </a:lnTo>
                  <a:lnTo>
                    <a:pt x="1817699" y="1152323"/>
                  </a:lnTo>
                  <a:lnTo>
                    <a:pt x="1819159" y="1152309"/>
                  </a:lnTo>
                  <a:lnTo>
                    <a:pt x="1819754" y="1152573"/>
                  </a:lnTo>
                  <a:lnTo>
                    <a:pt x="1820106" y="1153477"/>
                  </a:lnTo>
                  <a:lnTo>
                    <a:pt x="1820239" y="1155041"/>
                  </a:lnTo>
                  <a:lnTo>
                    <a:pt x="1820892" y="1155878"/>
                  </a:lnTo>
                  <a:lnTo>
                    <a:pt x="1822711" y="1156699"/>
                  </a:lnTo>
                  <a:lnTo>
                    <a:pt x="1823492" y="1156472"/>
                  </a:lnTo>
                  <a:lnTo>
                    <a:pt x="1823960" y="1156660"/>
                  </a:lnTo>
                  <a:lnTo>
                    <a:pt x="1824558" y="1157605"/>
                  </a:lnTo>
                  <a:lnTo>
                    <a:pt x="1826180" y="1158857"/>
                  </a:lnTo>
                  <a:lnTo>
                    <a:pt x="1826762" y="1159083"/>
                  </a:lnTo>
                  <a:lnTo>
                    <a:pt x="1828495" y="1158920"/>
                  </a:lnTo>
                  <a:lnTo>
                    <a:pt x="1830761" y="1159192"/>
                  </a:lnTo>
                  <a:lnTo>
                    <a:pt x="1831904" y="1159705"/>
                  </a:lnTo>
                  <a:lnTo>
                    <a:pt x="1832055" y="1160420"/>
                  </a:lnTo>
                  <a:lnTo>
                    <a:pt x="1831890" y="1161132"/>
                  </a:lnTo>
                  <a:lnTo>
                    <a:pt x="1830909" y="1162554"/>
                  </a:lnTo>
                  <a:lnTo>
                    <a:pt x="1830593" y="1164084"/>
                  </a:lnTo>
                  <a:lnTo>
                    <a:pt x="1829592" y="1165646"/>
                  </a:lnTo>
                  <a:lnTo>
                    <a:pt x="1829462" y="1166486"/>
                  </a:lnTo>
                  <a:lnTo>
                    <a:pt x="1829951" y="1167120"/>
                  </a:lnTo>
                  <a:lnTo>
                    <a:pt x="1833024" y="1168468"/>
                  </a:lnTo>
                  <a:lnTo>
                    <a:pt x="1834435" y="1169932"/>
                  </a:lnTo>
                  <a:lnTo>
                    <a:pt x="1834621" y="1170736"/>
                  </a:lnTo>
                  <a:lnTo>
                    <a:pt x="1834517" y="1171533"/>
                  </a:lnTo>
                  <a:lnTo>
                    <a:pt x="1834812" y="1172307"/>
                  </a:lnTo>
                  <a:lnTo>
                    <a:pt x="1836010" y="1172904"/>
                  </a:lnTo>
                  <a:lnTo>
                    <a:pt x="1836584" y="1173506"/>
                  </a:lnTo>
                  <a:lnTo>
                    <a:pt x="1836490" y="1174113"/>
                  </a:lnTo>
                  <a:lnTo>
                    <a:pt x="1835422" y="1175940"/>
                  </a:lnTo>
                  <a:lnTo>
                    <a:pt x="1835473" y="1177193"/>
                  </a:lnTo>
                  <a:lnTo>
                    <a:pt x="1836974" y="1178800"/>
                  </a:lnTo>
                  <a:lnTo>
                    <a:pt x="1838356" y="1181106"/>
                  </a:lnTo>
                  <a:lnTo>
                    <a:pt x="1840181" y="1181823"/>
                  </a:lnTo>
                  <a:lnTo>
                    <a:pt x="1840896" y="1185130"/>
                  </a:lnTo>
                  <a:lnTo>
                    <a:pt x="1842927" y="1186603"/>
                  </a:lnTo>
                  <a:lnTo>
                    <a:pt x="1843903" y="1187714"/>
                  </a:lnTo>
                  <a:lnTo>
                    <a:pt x="1844748" y="1188149"/>
                  </a:lnTo>
                  <a:lnTo>
                    <a:pt x="1845120" y="1188681"/>
                  </a:lnTo>
                  <a:lnTo>
                    <a:pt x="1845772" y="1190858"/>
                  </a:lnTo>
                  <a:lnTo>
                    <a:pt x="1846298" y="1191606"/>
                  </a:lnTo>
                  <a:lnTo>
                    <a:pt x="1847805" y="1192568"/>
                  </a:lnTo>
                  <a:lnTo>
                    <a:pt x="1848010" y="1193343"/>
                  </a:lnTo>
                  <a:lnTo>
                    <a:pt x="1847854" y="1195460"/>
                  </a:lnTo>
                  <a:lnTo>
                    <a:pt x="1849368" y="1197367"/>
                  </a:lnTo>
                  <a:lnTo>
                    <a:pt x="1849944" y="1199106"/>
                  </a:lnTo>
                  <a:lnTo>
                    <a:pt x="1850751" y="1200350"/>
                  </a:lnTo>
                  <a:lnTo>
                    <a:pt x="1851465" y="1200906"/>
                  </a:lnTo>
                  <a:lnTo>
                    <a:pt x="1852723" y="1200616"/>
                  </a:lnTo>
                  <a:lnTo>
                    <a:pt x="1853344" y="1200736"/>
                  </a:lnTo>
                  <a:lnTo>
                    <a:pt x="1855766" y="1202047"/>
                  </a:lnTo>
                  <a:lnTo>
                    <a:pt x="1856170" y="1202567"/>
                  </a:lnTo>
                  <a:lnTo>
                    <a:pt x="1856548" y="1204424"/>
                  </a:lnTo>
                  <a:lnTo>
                    <a:pt x="1856298" y="1205197"/>
                  </a:lnTo>
                  <a:lnTo>
                    <a:pt x="1854998" y="1207253"/>
                  </a:lnTo>
                  <a:lnTo>
                    <a:pt x="1856488" y="1210095"/>
                  </a:lnTo>
                  <a:lnTo>
                    <a:pt x="1858021" y="1212246"/>
                  </a:lnTo>
                  <a:lnTo>
                    <a:pt x="1858105" y="1213440"/>
                  </a:lnTo>
                  <a:lnTo>
                    <a:pt x="1857761" y="1216445"/>
                  </a:lnTo>
                  <a:lnTo>
                    <a:pt x="1857929" y="1217222"/>
                  </a:lnTo>
                  <a:lnTo>
                    <a:pt x="1858755" y="1218187"/>
                  </a:lnTo>
                  <a:lnTo>
                    <a:pt x="1858322" y="1218734"/>
                  </a:lnTo>
                  <a:lnTo>
                    <a:pt x="1857567" y="1219138"/>
                  </a:lnTo>
                  <a:lnTo>
                    <a:pt x="1857224" y="1221894"/>
                  </a:lnTo>
                  <a:lnTo>
                    <a:pt x="1857608" y="1222900"/>
                  </a:lnTo>
                  <a:lnTo>
                    <a:pt x="1858116" y="1223270"/>
                  </a:lnTo>
                  <a:lnTo>
                    <a:pt x="1858878" y="1223646"/>
                  </a:lnTo>
                  <a:lnTo>
                    <a:pt x="1860373" y="1223775"/>
                  </a:lnTo>
                  <a:lnTo>
                    <a:pt x="1862636" y="1224362"/>
                  </a:lnTo>
                  <a:lnTo>
                    <a:pt x="1864153" y="1225291"/>
                  </a:lnTo>
                  <a:lnTo>
                    <a:pt x="1865347" y="1227015"/>
                  </a:lnTo>
                  <a:lnTo>
                    <a:pt x="1866288" y="1227760"/>
                  </a:lnTo>
                  <a:lnTo>
                    <a:pt x="1867168" y="1228894"/>
                  </a:lnTo>
                  <a:lnTo>
                    <a:pt x="1869183" y="1229709"/>
                  </a:lnTo>
                  <a:lnTo>
                    <a:pt x="1871365" y="1230120"/>
                  </a:lnTo>
                  <a:lnTo>
                    <a:pt x="1873321" y="1229440"/>
                  </a:lnTo>
                  <a:lnTo>
                    <a:pt x="1875683" y="1229396"/>
                  </a:lnTo>
                  <a:lnTo>
                    <a:pt x="1880012" y="1230742"/>
                  </a:lnTo>
                  <a:lnTo>
                    <a:pt x="1884020" y="1230729"/>
                  </a:lnTo>
                  <a:lnTo>
                    <a:pt x="1886133" y="1231328"/>
                  </a:lnTo>
                  <a:lnTo>
                    <a:pt x="1887580" y="1230968"/>
                  </a:lnTo>
                  <a:lnTo>
                    <a:pt x="1889019" y="1231877"/>
                  </a:lnTo>
                  <a:lnTo>
                    <a:pt x="1890869" y="1232313"/>
                  </a:lnTo>
                  <a:lnTo>
                    <a:pt x="1892256" y="1233086"/>
                  </a:lnTo>
                  <a:lnTo>
                    <a:pt x="1892792" y="1232882"/>
                  </a:lnTo>
                  <a:lnTo>
                    <a:pt x="1893711" y="1233134"/>
                  </a:lnTo>
                  <a:lnTo>
                    <a:pt x="1895242" y="1234686"/>
                  </a:lnTo>
                  <a:lnTo>
                    <a:pt x="1895942" y="1235036"/>
                  </a:lnTo>
                  <a:lnTo>
                    <a:pt x="1897049" y="1235334"/>
                  </a:lnTo>
                  <a:lnTo>
                    <a:pt x="1898427" y="1235037"/>
                  </a:lnTo>
                  <a:lnTo>
                    <a:pt x="1899169" y="1235161"/>
                  </a:lnTo>
                  <a:lnTo>
                    <a:pt x="1900803" y="1236222"/>
                  </a:lnTo>
                  <a:lnTo>
                    <a:pt x="1901080" y="1236811"/>
                  </a:lnTo>
                  <a:lnTo>
                    <a:pt x="1904680" y="1238908"/>
                  </a:lnTo>
                  <a:lnTo>
                    <a:pt x="1907712" y="1241930"/>
                  </a:lnTo>
                  <a:lnTo>
                    <a:pt x="1908711" y="1241940"/>
                  </a:lnTo>
                  <a:lnTo>
                    <a:pt x="1910049" y="1242694"/>
                  </a:lnTo>
                  <a:lnTo>
                    <a:pt x="1910587" y="1242352"/>
                  </a:lnTo>
                  <a:lnTo>
                    <a:pt x="1911364" y="1242367"/>
                  </a:lnTo>
                  <a:lnTo>
                    <a:pt x="1912778" y="1243905"/>
                  </a:lnTo>
                  <a:lnTo>
                    <a:pt x="1914185" y="1245034"/>
                  </a:lnTo>
                  <a:lnTo>
                    <a:pt x="1915512" y="1245134"/>
                  </a:lnTo>
                  <a:lnTo>
                    <a:pt x="1919204" y="1245986"/>
                  </a:lnTo>
                  <a:lnTo>
                    <a:pt x="1920216" y="1247336"/>
                  </a:lnTo>
                  <a:lnTo>
                    <a:pt x="1921113" y="1247488"/>
                  </a:lnTo>
                  <a:lnTo>
                    <a:pt x="1922314" y="1247225"/>
                  </a:lnTo>
                  <a:lnTo>
                    <a:pt x="1922850" y="1247406"/>
                  </a:lnTo>
                  <a:lnTo>
                    <a:pt x="1924106" y="1249743"/>
                  </a:lnTo>
                  <a:lnTo>
                    <a:pt x="1924110" y="1250752"/>
                  </a:lnTo>
                  <a:lnTo>
                    <a:pt x="1924165" y="1251820"/>
                  </a:lnTo>
                  <a:lnTo>
                    <a:pt x="1924635" y="1252869"/>
                  </a:lnTo>
                  <a:lnTo>
                    <a:pt x="1926528" y="1254272"/>
                  </a:lnTo>
                  <a:lnTo>
                    <a:pt x="1927204" y="1255867"/>
                  </a:lnTo>
                  <a:lnTo>
                    <a:pt x="1929292" y="1258126"/>
                  </a:lnTo>
                  <a:lnTo>
                    <a:pt x="1931617" y="1259445"/>
                  </a:lnTo>
                  <a:lnTo>
                    <a:pt x="1933353" y="1259272"/>
                  </a:lnTo>
                  <a:lnTo>
                    <a:pt x="1934945" y="1260006"/>
                  </a:lnTo>
                  <a:lnTo>
                    <a:pt x="1936545" y="1259680"/>
                  </a:lnTo>
                  <a:lnTo>
                    <a:pt x="1937391" y="1259938"/>
                  </a:lnTo>
                  <a:lnTo>
                    <a:pt x="1938375" y="1259727"/>
                  </a:lnTo>
                  <a:lnTo>
                    <a:pt x="1938958" y="1259846"/>
                  </a:lnTo>
                  <a:lnTo>
                    <a:pt x="1938982" y="1260468"/>
                  </a:lnTo>
                  <a:lnTo>
                    <a:pt x="1939523" y="1261217"/>
                  </a:lnTo>
                  <a:lnTo>
                    <a:pt x="1941343" y="1261345"/>
                  </a:lnTo>
                  <a:lnTo>
                    <a:pt x="1942227" y="1262099"/>
                  </a:lnTo>
                  <a:lnTo>
                    <a:pt x="1943537" y="1262136"/>
                  </a:lnTo>
                  <a:lnTo>
                    <a:pt x="1943686" y="1262702"/>
                  </a:lnTo>
                  <a:lnTo>
                    <a:pt x="1944483" y="1263032"/>
                  </a:lnTo>
                  <a:lnTo>
                    <a:pt x="1944627" y="1263752"/>
                  </a:lnTo>
                  <a:lnTo>
                    <a:pt x="1945309" y="1264770"/>
                  </a:lnTo>
                  <a:lnTo>
                    <a:pt x="1946681" y="1265334"/>
                  </a:lnTo>
                  <a:lnTo>
                    <a:pt x="1947397" y="1264699"/>
                  </a:lnTo>
                  <a:lnTo>
                    <a:pt x="1948011" y="1264574"/>
                  </a:lnTo>
                  <a:lnTo>
                    <a:pt x="1949118" y="1264994"/>
                  </a:lnTo>
                  <a:lnTo>
                    <a:pt x="1950427" y="1266738"/>
                  </a:lnTo>
                  <a:lnTo>
                    <a:pt x="1951228" y="1267398"/>
                  </a:lnTo>
                  <a:lnTo>
                    <a:pt x="1951110" y="1267787"/>
                  </a:lnTo>
                  <a:lnTo>
                    <a:pt x="1951482" y="1268644"/>
                  </a:lnTo>
                  <a:lnTo>
                    <a:pt x="1953760" y="1269557"/>
                  </a:lnTo>
                  <a:lnTo>
                    <a:pt x="1954235" y="1269528"/>
                  </a:lnTo>
                  <a:lnTo>
                    <a:pt x="1954316" y="1269956"/>
                  </a:lnTo>
                  <a:lnTo>
                    <a:pt x="1954594" y="1270098"/>
                  </a:lnTo>
                  <a:lnTo>
                    <a:pt x="1956811" y="1269978"/>
                  </a:lnTo>
                  <a:lnTo>
                    <a:pt x="1957042" y="1270581"/>
                  </a:lnTo>
                  <a:lnTo>
                    <a:pt x="1957835" y="1271481"/>
                  </a:lnTo>
                  <a:lnTo>
                    <a:pt x="1957500" y="1271906"/>
                  </a:lnTo>
                  <a:lnTo>
                    <a:pt x="1957766" y="1272052"/>
                  </a:lnTo>
                  <a:lnTo>
                    <a:pt x="1957698" y="1272228"/>
                  </a:lnTo>
                  <a:lnTo>
                    <a:pt x="1957411" y="1272442"/>
                  </a:lnTo>
                  <a:lnTo>
                    <a:pt x="1957737" y="1273224"/>
                  </a:lnTo>
                  <a:lnTo>
                    <a:pt x="1958035" y="1273269"/>
                  </a:lnTo>
                  <a:lnTo>
                    <a:pt x="1958275" y="1272918"/>
                  </a:lnTo>
                  <a:lnTo>
                    <a:pt x="1958694" y="1273267"/>
                  </a:lnTo>
                  <a:lnTo>
                    <a:pt x="1958281" y="1273935"/>
                  </a:lnTo>
                  <a:lnTo>
                    <a:pt x="1959110" y="1274140"/>
                  </a:lnTo>
                  <a:lnTo>
                    <a:pt x="1959562" y="1275331"/>
                  </a:lnTo>
                  <a:lnTo>
                    <a:pt x="1960655" y="1276843"/>
                  </a:lnTo>
                  <a:lnTo>
                    <a:pt x="1960243" y="1277493"/>
                  </a:lnTo>
                  <a:lnTo>
                    <a:pt x="1961458" y="1278608"/>
                  </a:lnTo>
                  <a:lnTo>
                    <a:pt x="1961623" y="1279128"/>
                  </a:lnTo>
                  <a:lnTo>
                    <a:pt x="1963317" y="1281215"/>
                  </a:lnTo>
                  <a:lnTo>
                    <a:pt x="1963875" y="1282368"/>
                  </a:lnTo>
                  <a:lnTo>
                    <a:pt x="1964242" y="1282708"/>
                  </a:lnTo>
                  <a:lnTo>
                    <a:pt x="1965805" y="1283225"/>
                  </a:lnTo>
                  <a:lnTo>
                    <a:pt x="1967114" y="1283265"/>
                  </a:lnTo>
                  <a:lnTo>
                    <a:pt x="1968049" y="1284128"/>
                  </a:lnTo>
                  <a:lnTo>
                    <a:pt x="1967988" y="1284454"/>
                  </a:lnTo>
                  <a:lnTo>
                    <a:pt x="1968395" y="1285406"/>
                  </a:lnTo>
                  <a:lnTo>
                    <a:pt x="1969832" y="1286750"/>
                  </a:lnTo>
                  <a:lnTo>
                    <a:pt x="1971381" y="1287498"/>
                  </a:lnTo>
                  <a:lnTo>
                    <a:pt x="1972022" y="1288354"/>
                  </a:lnTo>
                  <a:lnTo>
                    <a:pt x="1972964" y="1288659"/>
                  </a:lnTo>
                  <a:lnTo>
                    <a:pt x="1973525" y="1289124"/>
                  </a:lnTo>
                  <a:lnTo>
                    <a:pt x="1974228" y="1290985"/>
                  </a:lnTo>
                  <a:lnTo>
                    <a:pt x="1975955" y="1293601"/>
                  </a:lnTo>
                  <a:lnTo>
                    <a:pt x="1977257" y="1294403"/>
                  </a:lnTo>
                  <a:lnTo>
                    <a:pt x="1977197" y="1294616"/>
                  </a:lnTo>
                  <a:lnTo>
                    <a:pt x="1980237" y="1297354"/>
                  </a:lnTo>
                  <a:lnTo>
                    <a:pt x="1981102" y="1298444"/>
                  </a:lnTo>
                  <a:lnTo>
                    <a:pt x="1983114" y="1299074"/>
                  </a:lnTo>
                  <a:lnTo>
                    <a:pt x="1984726" y="1298790"/>
                  </a:lnTo>
                  <a:lnTo>
                    <a:pt x="1985156" y="1299316"/>
                  </a:lnTo>
                  <a:lnTo>
                    <a:pt x="1985625" y="1299351"/>
                  </a:lnTo>
                  <a:lnTo>
                    <a:pt x="1985615" y="1299697"/>
                  </a:lnTo>
                  <a:lnTo>
                    <a:pt x="1985975" y="1299889"/>
                  </a:lnTo>
                  <a:lnTo>
                    <a:pt x="1987361" y="1299716"/>
                  </a:lnTo>
                  <a:lnTo>
                    <a:pt x="1987850" y="1300068"/>
                  </a:lnTo>
                  <a:lnTo>
                    <a:pt x="1988021" y="1299941"/>
                  </a:lnTo>
                  <a:lnTo>
                    <a:pt x="1987882" y="1299423"/>
                  </a:lnTo>
                  <a:lnTo>
                    <a:pt x="1988441" y="1299436"/>
                  </a:lnTo>
                  <a:lnTo>
                    <a:pt x="1988769" y="1299991"/>
                  </a:lnTo>
                  <a:lnTo>
                    <a:pt x="1989382" y="1299925"/>
                  </a:lnTo>
                  <a:lnTo>
                    <a:pt x="1989579" y="1300607"/>
                  </a:lnTo>
                  <a:lnTo>
                    <a:pt x="1990074" y="1300143"/>
                  </a:lnTo>
                  <a:lnTo>
                    <a:pt x="1990369" y="1299771"/>
                  </a:lnTo>
                  <a:lnTo>
                    <a:pt x="1991426" y="1299885"/>
                  </a:lnTo>
                  <a:lnTo>
                    <a:pt x="1992559" y="1300688"/>
                  </a:lnTo>
                  <a:lnTo>
                    <a:pt x="1992894" y="1300296"/>
                  </a:lnTo>
                  <a:lnTo>
                    <a:pt x="1993249" y="1300877"/>
                  </a:lnTo>
                  <a:lnTo>
                    <a:pt x="1993509" y="1300646"/>
                  </a:lnTo>
                  <a:lnTo>
                    <a:pt x="1993690" y="1300785"/>
                  </a:lnTo>
                  <a:lnTo>
                    <a:pt x="1994459" y="1300535"/>
                  </a:lnTo>
                  <a:lnTo>
                    <a:pt x="1994685" y="1300623"/>
                  </a:lnTo>
                  <a:lnTo>
                    <a:pt x="1994705" y="1301002"/>
                  </a:lnTo>
                  <a:lnTo>
                    <a:pt x="1995072" y="1301031"/>
                  </a:lnTo>
                  <a:lnTo>
                    <a:pt x="1995309" y="1300730"/>
                  </a:lnTo>
                  <a:lnTo>
                    <a:pt x="1995707" y="1301285"/>
                  </a:lnTo>
                  <a:lnTo>
                    <a:pt x="1996477" y="1301259"/>
                  </a:lnTo>
                  <a:lnTo>
                    <a:pt x="1996784" y="1301512"/>
                  </a:lnTo>
                  <a:lnTo>
                    <a:pt x="1996859" y="1302149"/>
                  </a:lnTo>
                  <a:lnTo>
                    <a:pt x="1997286" y="1302463"/>
                  </a:lnTo>
                  <a:lnTo>
                    <a:pt x="1997558" y="1302926"/>
                  </a:lnTo>
                  <a:lnTo>
                    <a:pt x="1997346" y="1303089"/>
                  </a:lnTo>
                  <a:lnTo>
                    <a:pt x="1997937" y="1303913"/>
                  </a:lnTo>
                  <a:lnTo>
                    <a:pt x="1997678" y="1304450"/>
                  </a:lnTo>
                  <a:lnTo>
                    <a:pt x="1998118" y="1305609"/>
                  </a:lnTo>
                  <a:lnTo>
                    <a:pt x="1998939" y="1306471"/>
                  </a:lnTo>
                  <a:lnTo>
                    <a:pt x="1999926" y="1307098"/>
                  </a:lnTo>
                  <a:lnTo>
                    <a:pt x="2000328" y="1307122"/>
                  </a:lnTo>
                  <a:lnTo>
                    <a:pt x="2000624" y="1307646"/>
                  </a:lnTo>
                  <a:lnTo>
                    <a:pt x="2003637" y="1308105"/>
                  </a:lnTo>
                  <a:lnTo>
                    <a:pt x="2004815" y="1308506"/>
                  </a:lnTo>
                  <a:lnTo>
                    <a:pt x="2006445" y="1307982"/>
                  </a:lnTo>
                  <a:lnTo>
                    <a:pt x="2007430" y="1308029"/>
                  </a:lnTo>
                  <a:lnTo>
                    <a:pt x="2007660" y="1308221"/>
                  </a:lnTo>
                  <a:lnTo>
                    <a:pt x="2010460" y="1306702"/>
                  </a:lnTo>
                  <a:lnTo>
                    <a:pt x="2010919" y="1306849"/>
                  </a:lnTo>
                  <a:lnTo>
                    <a:pt x="2013734" y="1306661"/>
                  </a:lnTo>
                  <a:lnTo>
                    <a:pt x="2016822" y="1307262"/>
                  </a:lnTo>
                  <a:lnTo>
                    <a:pt x="2023336" y="1306905"/>
                  </a:lnTo>
                  <a:lnTo>
                    <a:pt x="2023841" y="1307000"/>
                  </a:lnTo>
                  <a:lnTo>
                    <a:pt x="2024068" y="1307688"/>
                  </a:lnTo>
                  <a:lnTo>
                    <a:pt x="2025279" y="1309014"/>
                  </a:lnTo>
                  <a:lnTo>
                    <a:pt x="2025909" y="1309997"/>
                  </a:lnTo>
                  <a:lnTo>
                    <a:pt x="2026943" y="1310558"/>
                  </a:lnTo>
                  <a:lnTo>
                    <a:pt x="2027440" y="1311146"/>
                  </a:lnTo>
                  <a:lnTo>
                    <a:pt x="2028753" y="1310801"/>
                  </a:lnTo>
                  <a:lnTo>
                    <a:pt x="2032198" y="1310451"/>
                  </a:lnTo>
                  <a:lnTo>
                    <a:pt x="2033586" y="1311138"/>
                  </a:lnTo>
                  <a:lnTo>
                    <a:pt x="2033678" y="1311906"/>
                  </a:lnTo>
                  <a:lnTo>
                    <a:pt x="2036376" y="1311437"/>
                  </a:lnTo>
                  <a:lnTo>
                    <a:pt x="2037716" y="1312239"/>
                  </a:lnTo>
                  <a:lnTo>
                    <a:pt x="2039282" y="1312273"/>
                  </a:lnTo>
                  <a:lnTo>
                    <a:pt x="2040841" y="1312989"/>
                  </a:lnTo>
                  <a:lnTo>
                    <a:pt x="2043732" y="1313774"/>
                  </a:lnTo>
                  <a:lnTo>
                    <a:pt x="2043372" y="1314624"/>
                  </a:lnTo>
                  <a:lnTo>
                    <a:pt x="2043817" y="1315693"/>
                  </a:lnTo>
                  <a:lnTo>
                    <a:pt x="2048564" y="1319972"/>
                  </a:lnTo>
                  <a:lnTo>
                    <a:pt x="2048468" y="1320382"/>
                  </a:lnTo>
                  <a:lnTo>
                    <a:pt x="2049024" y="1320333"/>
                  </a:lnTo>
                  <a:lnTo>
                    <a:pt x="2050281" y="1319429"/>
                  </a:lnTo>
                  <a:lnTo>
                    <a:pt x="2051048" y="1319722"/>
                  </a:lnTo>
                  <a:lnTo>
                    <a:pt x="2052895" y="1319549"/>
                  </a:lnTo>
                  <a:lnTo>
                    <a:pt x="2054706" y="1322838"/>
                  </a:lnTo>
                  <a:lnTo>
                    <a:pt x="2058887" y="1324154"/>
                  </a:lnTo>
                  <a:lnTo>
                    <a:pt x="2059209" y="1324386"/>
                  </a:lnTo>
                  <a:lnTo>
                    <a:pt x="2060422" y="1326620"/>
                  </a:lnTo>
                  <a:lnTo>
                    <a:pt x="2063782" y="1328640"/>
                  </a:lnTo>
                  <a:lnTo>
                    <a:pt x="2065359" y="1329099"/>
                  </a:lnTo>
                  <a:lnTo>
                    <a:pt x="2067307" y="1328759"/>
                  </a:lnTo>
                  <a:lnTo>
                    <a:pt x="2068965" y="1329032"/>
                  </a:lnTo>
                  <a:lnTo>
                    <a:pt x="2072965" y="1330748"/>
                  </a:lnTo>
                  <a:lnTo>
                    <a:pt x="2074565" y="1331762"/>
                  </a:lnTo>
                  <a:lnTo>
                    <a:pt x="2074924" y="1331440"/>
                  </a:lnTo>
                  <a:lnTo>
                    <a:pt x="2075344" y="1331415"/>
                  </a:lnTo>
                  <a:lnTo>
                    <a:pt x="2075515" y="1331597"/>
                  </a:lnTo>
                  <a:lnTo>
                    <a:pt x="2077842" y="1331574"/>
                  </a:lnTo>
                  <a:lnTo>
                    <a:pt x="2081553" y="1333664"/>
                  </a:lnTo>
                  <a:lnTo>
                    <a:pt x="2082392" y="1333710"/>
                  </a:lnTo>
                  <a:lnTo>
                    <a:pt x="2084096" y="1334284"/>
                  </a:lnTo>
                  <a:lnTo>
                    <a:pt x="2085761" y="1332271"/>
                  </a:lnTo>
                  <a:lnTo>
                    <a:pt x="2087114" y="1331384"/>
                  </a:lnTo>
                  <a:lnTo>
                    <a:pt x="2088121" y="1328254"/>
                  </a:lnTo>
                  <a:lnTo>
                    <a:pt x="2087991" y="1326836"/>
                  </a:lnTo>
                  <a:lnTo>
                    <a:pt x="2089503" y="1324387"/>
                  </a:lnTo>
                  <a:lnTo>
                    <a:pt x="2091496" y="1323968"/>
                  </a:lnTo>
                  <a:lnTo>
                    <a:pt x="2095409" y="1323831"/>
                  </a:lnTo>
                  <a:lnTo>
                    <a:pt x="2098596" y="1323050"/>
                  </a:lnTo>
                  <a:lnTo>
                    <a:pt x="2100674" y="1322243"/>
                  </a:lnTo>
                  <a:lnTo>
                    <a:pt x="2101766" y="1321277"/>
                  </a:lnTo>
                  <a:lnTo>
                    <a:pt x="2102444" y="1321005"/>
                  </a:lnTo>
                  <a:lnTo>
                    <a:pt x="2104422" y="1319784"/>
                  </a:lnTo>
                  <a:lnTo>
                    <a:pt x="2105813" y="1319207"/>
                  </a:lnTo>
                  <a:lnTo>
                    <a:pt x="2109574" y="1318954"/>
                  </a:lnTo>
                  <a:lnTo>
                    <a:pt x="2110911" y="1323331"/>
                  </a:lnTo>
                  <a:lnTo>
                    <a:pt x="2110670" y="1324163"/>
                  </a:lnTo>
                  <a:lnTo>
                    <a:pt x="2111001" y="1324351"/>
                  </a:lnTo>
                  <a:lnTo>
                    <a:pt x="2111596" y="1325663"/>
                  </a:lnTo>
                  <a:lnTo>
                    <a:pt x="2111281" y="1331503"/>
                  </a:lnTo>
                  <a:lnTo>
                    <a:pt x="2111713" y="1332245"/>
                  </a:lnTo>
                  <a:lnTo>
                    <a:pt x="2110946" y="1333542"/>
                  </a:lnTo>
                  <a:lnTo>
                    <a:pt x="2111248" y="1335771"/>
                  </a:lnTo>
                  <a:lnTo>
                    <a:pt x="2112888" y="1337869"/>
                  </a:lnTo>
                  <a:lnTo>
                    <a:pt x="2114155" y="1338519"/>
                  </a:lnTo>
                  <a:lnTo>
                    <a:pt x="2114859" y="1339241"/>
                  </a:lnTo>
                  <a:lnTo>
                    <a:pt x="2118819" y="1341995"/>
                  </a:lnTo>
                  <a:lnTo>
                    <a:pt x="2122283" y="1343690"/>
                  </a:lnTo>
                  <a:lnTo>
                    <a:pt x="2123641" y="1346419"/>
                  </a:lnTo>
                  <a:lnTo>
                    <a:pt x="2125908" y="1346272"/>
                  </a:lnTo>
                  <a:lnTo>
                    <a:pt x="2126721" y="1346449"/>
                  </a:lnTo>
                  <a:lnTo>
                    <a:pt x="2128428" y="1352545"/>
                  </a:lnTo>
                  <a:lnTo>
                    <a:pt x="2129868" y="1354487"/>
                  </a:lnTo>
                  <a:lnTo>
                    <a:pt x="2130164" y="1354543"/>
                  </a:lnTo>
                  <a:lnTo>
                    <a:pt x="2130850" y="1356397"/>
                  </a:lnTo>
                  <a:lnTo>
                    <a:pt x="2131513" y="1357455"/>
                  </a:lnTo>
                  <a:lnTo>
                    <a:pt x="2131704" y="1359086"/>
                  </a:lnTo>
                  <a:lnTo>
                    <a:pt x="2133028" y="1360488"/>
                  </a:lnTo>
                  <a:lnTo>
                    <a:pt x="2135605" y="1361436"/>
                  </a:lnTo>
                  <a:lnTo>
                    <a:pt x="2137844" y="1363342"/>
                  </a:lnTo>
                  <a:lnTo>
                    <a:pt x="2137809" y="1364123"/>
                  </a:lnTo>
                  <a:lnTo>
                    <a:pt x="2138170" y="1365216"/>
                  </a:lnTo>
                  <a:lnTo>
                    <a:pt x="2138493" y="1365133"/>
                  </a:lnTo>
                  <a:lnTo>
                    <a:pt x="2139549" y="1368012"/>
                  </a:lnTo>
                  <a:lnTo>
                    <a:pt x="2141231" y="1369138"/>
                  </a:lnTo>
                  <a:lnTo>
                    <a:pt x="2141390" y="1369452"/>
                  </a:lnTo>
                  <a:lnTo>
                    <a:pt x="2142074" y="1369693"/>
                  </a:lnTo>
                  <a:lnTo>
                    <a:pt x="2143465" y="1372103"/>
                  </a:lnTo>
                  <a:lnTo>
                    <a:pt x="2144480" y="1373083"/>
                  </a:lnTo>
                  <a:lnTo>
                    <a:pt x="2144085" y="1375123"/>
                  </a:lnTo>
                  <a:lnTo>
                    <a:pt x="2143643" y="1376058"/>
                  </a:lnTo>
                  <a:lnTo>
                    <a:pt x="2143613" y="1378980"/>
                  </a:lnTo>
                  <a:lnTo>
                    <a:pt x="2144522" y="1380398"/>
                  </a:lnTo>
                  <a:lnTo>
                    <a:pt x="2146436" y="1381795"/>
                  </a:lnTo>
                  <a:lnTo>
                    <a:pt x="2149214" y="1386121"/>
                  </a:lnTo>
                  <a:lnTo>
                    <a:pt x="2151621" y="1387648"/>
                  </a:lnTo>
                  <a:lnTo>
                    <a:pt x="2152436" y="1388647"/>
                  </a:lnTo>
                  <a:lnTo>
                    <a:pt x="2153721" y="1391539"/>
                  </a:lnTo>
                  <a:lnTo>
                    <a:pt x="2153841" y="1392519"/>
                  </a:lnTo>
                  <a:lnTo>
                    <a:pt x="2154765" y="1394024"/>
                  </a:lnTo>
                  <a:lnTo>
                    <a:pt x="2154879" y="1394772"/>
                  </a:lnTo>
                  <a:lnTo>
                    <a:pt x="2156156" y="1395802"/>
                  </a:lnTo>
                  <a:lnTo>
                    <a:pt x="2156246" y="1396548"/>
                  </a:lnTo>
                  <a:lnTo>
                    <a:pt x="2156834" y="1397028"/>
                  </a:lnTo>
                  <a:lnTo>
                    <a:pt x="2157858" y="1399381"/>
                  </a:lnTo>
                  <a:lnTo>
                    <a:pt x="2158126" y="1400584"/>
                  </a:lnTo>
                  <a:lnTo>
                    <a:pt x="2156653" y="1402200"/>
                  </a:lnTo>
                  <a:lnTo>
                    <a:pt x="2156643" y="1403303"/>
                  </a:lnTo>
                  <a:lnTo>
                    <a:pt x="2156099" y="1404132"/>
                  </a:lnTo>
                  <a:lnTo>
                    <a:pt x="2155666" y="1406038"/>
                  </a:lnTo>
                  <a:lnTo>
                    <a:pt x="2154533" y="1407242"/>
                  </a:lnTo>
                  <a:lnTo>
                    <a:pt x="2154312" y="1408796"/>
                  </a:lnTo>
                  <a:lnTo>
                    <a:pt x="2154442" y="1409988"/>
                  </a:lnTo>
                  <a:lnTo>
                    <a:pt x="2152042" y="1411543"/>
                  </a:lnTo>
                  <a:lnTo>
                    <a:pt x="2151280" y="1415036"/>
                  </a:lnTo>
                  <a:lnTo>
                    <a:pt x="2150368" y="1415719"/>
                  </a:lnTo>
                  <a:lnTo>
                    <a:pt x="2148606" y="1417881"/>
                  </a:lnTo>
                  <a:lnTo>
                    <a:pt x="2146827" y="1418880"/>
                  </a:lnTo>
                  <a:lnTo>
                    <a:pt x="2145133" y="1421182"/>
                  </a:lnTo>
                  <a:lnTo>
                    <a:pt x="2144655" y="1421890"/>
                  </a:lnTo>
                  <a:lnTo>
                    <a:pt x="2143826" y="1424103"/>
                  </a:lnTo>
                  <a:lnTo>
                    <a:pt x="2143835" y="1424605"/>
                  </a:lnTo>
                  <a:lnTo>
                    <a:pt x="2141133" y="1426579"/>
                  </a:lnTo>
                  <a:lnTo>
                    <a:pt x="2139353" y="1427591"/>
                  </a:lnTo>
                  <a:lnTo>
                    <a:pt x="2138151" y="1428129"/>
                  </a:lnTo>
                  <a:lnTo>
                    <a:pt x="2135676" y="1428507"/>
                  </a:lnTo>
                  <a:lnTo>
                    <a:pt x="2132927" y="1428414"/>
                  </a:lnTo>
                  <a:lnTo>
                    <a:pt x="2128904" y="1429868"/>
                  </a:lnTo>
                  <a:lnTo>
                    <a:pt x="2128258" y="1429691"/>
                  </a:lnTo>
                  <a:lnTo>
                    <a:pt x="2127284" y="1430065"/>
                  </a:lnTo>
                  <a:lnTo>
                    <a:pt x="2125126" y="1430104"/>
                  </a:lnTo>
                  <a:lnTo>
                    <a:pt x="2121854" y="1431289"/>
                  </a:lnTo>
                  <a:lnTo>
                    <a:pt x="2120456" y="1431572"/>
                  </a:lnTo>
                  <a:lnTo>
                    <a:pt x="2119037" y="1432202"/>
                  </a:lnTo>
                  <a:lnTo>
                    <a:pt x="2118373" y="1432857"/>
                  </a:lnTo>
                  <a:lnTo>
                    <a:pt x="2117519" y="1434197"/>
                  </a:lnTo>
                  <a:lnTo>
                    <a:pt x="2116743" y="1434583"/>
                  </a:lnTo>
                  <a:lnTo>
                    <a:pt x="2115514" y="1436745"/>
                  </a:lnTo>
                  <a:lnTo>
                    <a:pt x="2114344" y="1437726"/>
                  </a:lnTo>
                  <a:lnTo>
                    <a:pt x="2112683" y="1438404"/>
                  </a:lnTo>
                  <a:lnTo>
                    <a:pt x="2110887" y="1438491"/>
                  </a:lnTo>
                  <a:lnTo>
                    <a:pt x="2106629" y="1439566"/>
                  </a:lnTo>
                  <a:lnTo>
                    <a:pt x="2106096" y="1441129"/>
                  </a:lnTo>
                  <a:lnTo>
                    <a:pt x="2104173" y="1443730"/>
                  </a:lnTo>
                  <a:lnTo>
                    <a:pt x="2100231" y="1446313"/>
                  </a:lnTo>
                  <a:lnTo>
                    <a:pt x="2098293" y="1447159"/>
                  </a:lnTo>
                  <a:lnTo>
                    <a:pt x="2097667" y="1447773"/>
                  </a:lnTo>
                  <a:lnTo>
                    <a:pt x="2096117" y="1450153"/>
                  </a:lnTo>
                  <a:lnTo>
                    <a:pt x="2093828" y="1452016"/>
                  </a:lnTo>
                  <a:lnTo>
                    <a:pt x="2092858" y="1453194"/>
                  </a:lnTo>
                  <a:lnTo>
                    <a:pt x="2093094" y="1455108"/>
                  </a:lnTo>
                  <a:lnTo>
                    <a:pt x="2094143" y="1457101"/>
                  </a:lnTo>
                  <a:lnTo>
                    <a:pt x="2094482" y="1458811"/>
                  </a:lnTo>
                  <a:lnTo>
                    <a:pt x="2094232" y="1460310"/>
                  </a:lnTo>
                  <a:lnTo>
                    <a:pt x="2094994" y="1460941"/>
                  </a:lnTo>
                  <a:lnTo>
                    <a:pt x="2096658" y="1461708"/>
                  </a:lnTo>
                  <a:lnTo>
                    <a:pt x="2101836" y="1462582"/>
                  </a:lnTo>
                  <a:lnTo>
                    <a:pt x="2105250" y="1463581"/>
                  </a:lnTo>
                  <a:lnTo>
                    <a:pt x="2106990" y="1465301"/>
                  </a:lnTo>
                  <a:lnTo>
                    <a:pt x="2107886" y="1465894"/>
                  </a:lnTo>
                  <a:lnTo>
                    <a:pt x="2108728" y="1467040"/>
                  </a:lnTo>
                  <a:lnTo>
                    <a:pt x="2109124" y="1468038"/>
                  </a:lnTo>
                  <a:lnTo>
                    <a:pt x="2107951" y="1470064"/>
                  </a:lnTo>
                  <a:lnTo>
                    <a:pt x="2107031" y="1471182"/>
                  </a:lnTo>
                  <a:lnTo>
                    <a:pt x="2106639" y="1471465"/>
                  </a:lnTo>
                  <a:lnTo>
                    <a:pt x="2105347" y="1471396"/>
                  </a:lnTo>
                  <a:lnTo>
                    <a:pt x="2105328" y="1477431"/>
                  </a:lnTo>
                  <a:lnTo>
                    <a:pt x="2106405" y="1481183"/>
                  </a:lnTo>
                  <a:lnTo>
                    <a:pt x="2107062" y="1482247"/>
                  </a:lnTo>
                  <a:lnTo>
                    <a:pt x="2102915" y="1486925"/>
                  </a:lnTo>
                  <a:lnTo>
                    <a:pt x="2101798" y="1487829"/>
                  </a:lnTo>
                  <a:lnTo>
                    <a:pt x="2100367" y="1488138"/>
                  </a:lnTo>
                  <a:lnTo>
                    <a:pt x="2098052" y="1490936"/>
                  </a:lnTo>
                  <a:lnTo>
                    <a:pt x="2097223" y="1492949"/>
                  </a:lnTo>
                  <a:lnTo>
                    <a:pt x="2095437" y="1494504"/>
                  </a:lnTo>
                  <a:lnTo>
                    <a:pt x="2093804" y="1496475"/>
                  </a:lnTo>
                  <a:lnTo>
                    <a:pt x="2093424" y="1497584"/>
                  </a:lnTo>
                  <a:lnTo>
                    <a:pt x="2093915" y="1498981"/>
                  </a:lnTo>
                  <a:lnTo>
                    <a:pt x="2093124" y="1501529"/>
                  </a:lnTo>
                  <a:lnTo>
                    <a:pt x="2093541" y="1503137"/>
                  </a:lnTo>
                  <a:lnTo>
                    <a:pt x="2094281" y="1504076"/>
                  </a:lnTo>
                  <a:lnTo>
                    <a:pt x="2095187" y="1506305"/>
                  </a:lnTo>
                  <a:lnTo>
                    <a:pt x="2095298" y="1509130"/>
                  </a:lnTo>
                  <a:lnTo>
                    <a:pt x="2096784" y="1511827"/>
                  </a:lnTo>
                  <a:lnTo>
                    <a:pt x="2100620" y="1513739"/>
                  </a:lnTo>
                  <a:lnTo>
                    <a:pt x="2102326" y="1515320"/>
                  </a:lnTo>
                  <a:lnTo>
                    <a:pt x="2106695" y="1518195"/>
                  </a:lnTo>
                  <a:lnTo>
                    <a:pt x="2110554" y="1523706"/>
                  </a:lnTo>
                  <a:lnTo>
                    <a:pt x="2115575" y="1526496"/>
                  </a:lnTo>
                  <a:lnTo>
                    <a:pt x="2117528" y="1526689"/>
                  </a:lnTo>
                  <a:lnTo>
                    <a:pt x="2116676" y="1528567"/>
                  </a:lnTo>
                  <a:lnTo>
                    <a:pt x="2116211" y="1531992"/>
                  </a:lnTo>
                  <a:lnTo>
                    <a:pt x="2117269" y="1534618"/>
                  </a:lnTo>
                  <a:lnTo>
                    <a:pt x="2113828" y="1535813"/>
                  </a:lnTo>
                  <a:lnTo>
                    <a:pt x="2110975" y="1538267"/>
                  </a:lnTo>
                  <a:lnTo>
                    <a:pt x="2110250" y="1540271"/>
                  </a:lnTo>
                  <a:lnTo>
                    <a:pt x="2105144" y="1542888"/>
                  </a:lnTo>
                  <a:lnTo>
                    <a:pt x="2102798" y="1543842"/>
                  </a:lnTo>
                  <a:lnTo>
                    <a:pt x="2100706" y="1546017"/>
                  </a:lnTo>
                  <a:lnTo>
                    <a:pt x="2096573" y="1549315"/>
                  </a:lnTo>
                  <a:lnTo>
                    <a:pt x="2096639" y="1549481"/>
                  </a:lnTo>
                  <a:lnTo>
                    <a:pt x="2099875" y="1557431"/>
                  </a:lnTo>
                  <a:lnTo>
                    <a:pt x="2102828" y="1562011"/>
                  </a:lnTo>
                  <a:lnTo>
                    <a:pt x="2104227" y="1569484"/>
                  </a:lnTo>
                  <a:lnTo>
                    <a:pt x="2103950" y="1571959"/>
                  </a:lnTo>
                  <a:lnTo>
                    <a:pt x="2107310" y="1575224"/>
                  </a:lnTo>
                  <a:lnTo>
                    <a:pt x="2108588" y="1578233"/>
                  </a:lnTo>
                  <a:lnTo>
                    <a:pt x="2108335" y="1581643"/>
                  </a:lnTo>
                  <a:lnTo>
                    <a:pt x="2107785" y="1581945"/>
                  </a:lnTo>
                  <a:lnTo>
                    <a:pt x="2108489" y="1584185"/>
                  </a:lnTo>
                  <a:lnTo>
                    <a:pt x="2109616" y="1585930"/>
                  </a:lnTo>
                  <a:lnTo>
                    <a:pt x="2110888" y="1587508"/>
                  </a:lnTo>
                  <a:lnTo>
                    <a:pt x="2111792" y="1588058"/>
                  </a:lnTo>
                  <a:lnTo>
                    <a:pt x="2113751" y="1587198"/>
                  </a:lnTo>
                  <a:lnTo>
                    <a:pt x="2120172" y="1593501"/>
                  </a:lnTo>
                  <a:lnTo>
                    <a:pt x="2123196" y="1598355"/>
                  </a:lnTo>
                  <a:lnTo>
                    <a:pt x="2127934" y="1599315"/>
                  </a:lnTo>
                  <a:lnTo>
                    <a:pt x="2131005" y="1600331"/>
                  </a:lnTo>
                  <a:lnTo>
                    <a:pt x="2131646" y="1599908"/>
                  </a:lnTo>
                  <a:lnTo>
                    <a:pt x="2134462" y="1602895"/>
                  </a:lnTo>
                  <a:lnTo>
                    <a:pt x="2130636" y="1605890"/>
                  </a:lnTo>
                  <a:lnTo>
                    <a:pt x="2129212" y="1607395"/>
                  </a:lnTo>
                  <a:lnTo>
                    <a:pt x="2129830" y="1608234"/>
                  </a:lnTo>
                  <a:lnTo>
                    <a:pt x="2128095" y="1610343"/>
                  </a:lnTo>
                  <a:lnTo>
                    <a:pt x="2126545" y="1614788"/>
                  </a:lnTo>
                  <a:lnTo>
                    <a:pt x="2126207" y="1614485"/>
                  </a:lnTo>
                  <a:lnTo>
                    <a:pt x="2121182" y="1609986"/>
                  </a:lnTo>
                  <a:lnTo>
                    <a:pt x="2118502" y="1609167"/>
                  </a:lnTo>
                  <a:lnTo>
                    <a:pt x="2116623" y="1608189"/>
                  </a:lnTo>
                  <a:lnTo>
                    <a:pt x="2115040" y="1607040"/>
                  </a:lnTo>
                  <a:lnTo>
                    <a:pt x="2112679" y="1604741"/>
                  </a:lnTo>
                  <a:lnTo>
                    <a:pt x="2111108" y="1604344"/>
                  </a:lnTo>
                  <a:lnTo>
                    <a:pt x="2108052" y="1604114"/>
                  </a:lnTo>
                  <a:lnTo>
                    <a:pt x="2105749" y="1602347"/>
                  </a:lnTo>
                  <a:lnTo>
                    <a:pt x="2104769" y="1600474"/>
                  </a:lnTo>
                  <a:lnTo>
                    <a:pt x="2104320" y="1600272"/>
                  </a:lnTo>
                  <a:lnTo>
                    <a:pt x="2103679" y="1599257"/>
                  </a:lnTo>
                  <a:lnTo>
                    <a:pt x="2102175" y="1597973"/>
                  </a:lnTo>
                  <a:lnTo>
                    <a:pt x="2101455" y="1596563"/>
                  </a:lnTo>
                  <a:lnTo>
                    <a:pt x="2100817" y="1596237"/>
                  </a:lnTo>
                  <a:lnTo>
                    <a:pt x="2100659" y="1595922"/>
                  </a:lnTo>
                  <a:lnTo>
                    <a:pt x="2099640" y="1595870"/>
                  </a:lnTo>
                  <a:lnTo>
                    <a:pt x="2098634" y="1595179"/>
                  </a:lnTo>
                  <a:lnTo>
                    <a:pt x="2098218" y="1595526"/>
                  </a:lnTo>
                  <a:lnTo>
                    <a:pt x="2096814" y="1595142"/>
                  </a:lnTo>
                  <a:lnTo>
                    <a:pt x="2095420" y="1595577"/>
                  </a:lnTo>
                  <a:lnTo>
                    <a:pt x="2091377" y="1596142"/>
                  </a:lnTo>
                  <a:lnTo>
                    <a:pt x="2088808" y="1594900"/>
                  </a:lnTo>
                  <a:lnTo>
                    <a:pt x="2088263" y="1593497"/>
                  </a:lnTo>
                  <a:lnTo>
                    <a:pt x="2087472" y="1592616"/>
                  </a:lnTo>
                  <a:lnTo>
                    <a:pt x="2087741" y="1591732"/>
                  </a:lnTo>
                  <a:lnTo>
                    <a:pt x="2087097" y="1590806"/>
                  </a:lnTo>
                  <a:lnTo>
                    <a:pt x="2086870" y="1589966"/>
                  </a:lnTo>
                  <a:lnTo>
                    <a:pt x="2083004" y="1589837"/>
                  </a:lnTo>
                  <a:lnTo>
                    <a:pt x="2082521" y="1589323"/>
                  </a:lnTo>
                  <a:lnTo>
                    <a:pt x="2082151" y="1589238"/>
                  </a:lnTo>
                  <a:lnTo>
                    <a:pt x="2081747" y="1588212"/>
                  </a:lnTo>
                  <a:lnTo>
                    <a:pt x="2081289" y="1588158"/>
                  </a:lnTo>
                  <a:lnTo>
                    <a:pt x="2080412" y="1589032"/>
                  </a:lnTo>
                  <a:lnTo>
                    <a:pt x="2079377" y="1589264"/>
                  </a:lnTo>
                  <a:lnTo>
                    <a:pt x="2079177" y="1590722"/>
                  </a:lnTo>
                  <a:lnTo>
                    <a:pt x="2078698" y="1591245"/>
                  </a:lnTo>
                  <a:lnTo>
                    <a:pt x="2078536" y="1591946"/>
                  </a:lnTo>
                  <a:lnTo>
                    <a:pt x="2078371" y="1592235"/>
                  </a:lnTo>
                  <a:lnTo>
                    <a:pt x="2077604" y="1592594"/>
                  </a:lnTo>
                  <a:lnTo>
                    <a:pt x="2077489" y="1593233"/>
                  </a:lnTo>
                  <a:lnTo>
                    <a:pt x="2076660" y="1593815"/>
                  </a:lnTo>
                  <a:lnTo>
                    <a:pt x="2076627" y="1594310"/>
                  </a:lnTo>
                  <a:lnTo>
                    <a:pt x="2075895" y="1595460"/>
                  </a:lnTo>
                  <a:lnTo>
                    <a:pt x="2074987" y="1596172"/>
                  </a:lnTo>
                  <a:lnTo>
                    <a:pt x="2074548" y="1596928"/>
                  </a:lnTo>
                  <a:lnTo>
                    <a:pt x="2072579" y="1597697"/>
                  </a:lnTo>
                  <a:lnTo>
                    <a:pt x="2072147" y="1598744"/>
                  </a:lnTo>
                  <a:lnTo>
                    <a:pt x="2071576" y="1599220"/>
                  </a:lnTo>
                  <a:lnTo>
                    <a:pt x="2070952" y="1601398"/>
                  </a:lnTo>
                  <a:lnTo>
                    <a:pt x="2070625" y="1601802"/>
                  </a:lnTo>
                  <a:lnTo>
                    <a:pt x="2070313" y="1605453"/>
                  </a:lnTo>
                  <a:lnTo>
                    <a:pt x="2070072" y="1605848"/>
                  </a:lnTo>
                  <a:lnTo>
                    <a:pt x="2069349" y="1606235"/>
                  </a:lnTo>
                  <a:lnTo>
                    <a:pt x="2069083" y="1607997"/>
                  </a:lnTo>
                  <a:lnTo>
                    <a:pt x="2068868" y="1608332"/>
                  </a:lnTo>
                  <a:lnTo>
                    <a:pt x="2068025" y="1608323"/>
                  </a:lnTo>
                  <a:lnTo>
                    <a:pt x="2067799" y="1609816"/>
                  </a:lnTo>
                  <a:lnTo>
                    <a:pt x="2067592" y="1610039"/>
                  </a:lnTo>
                  <a:lnTo>
                    <a:pt x="2066758" y="1610125"/>
                  </a:lnTo>
                  <a:lnTo>
                    <a:pt x="2067064" y="1611115"/>
                  </a:lnTo>
                  <a:lnTo>
                    <a:pt x="2066681" y="1612023"/>
                  </a:lnTo>
                  <a:lnTo>
                    <a:pt x="2065751" y="1613125"/>
                  </a:lnTo>
                  <a:lnTo>
                    <a:pt x="2064448" y="1613662"/>
                  </a:lnTo>
                  <a:lnTo>
                    <a:pt x="2064313" y="1614599"/>
                  </a:lnTo>
                  <a:lnTo>
                    <a:pt x="2063510" y="1615727"/>
                  </a:lnTo>
                  <a:lnTo>
                    <a:pt x="2062549" y="1616300"/>
                  </a:lnTo>
                  <a:lnTo>
                    <a:pt x="2061353" y="1617436"/>
                  </a:lnTo>
                  <a:lnTo>
                    <a:pt x="2060454" y="1617857"/>
                  </a:lnTo>
                  <a:lnTo>
                    <a:pt x="2060664" y="1618849"/>
                  </a:lnTo>
                  <a:lnTo>
                    <a:pt x="2060537" y="1619648"/>
                  </a:lnTo>
                  <a:lnTo>
                    <a:pt x="2060009" y="1620200"/>
                  </a:lnTo>
                  <a:lnTo>
                    <a:pt x="2059332" y="1620477"/>
                  </a:lnTo>
                  <a:lnTo>
                    <a:pt x="2058222" y="1621952"/>
                  </a:lnTo>
                  <a:lnTo>
                    <a:pt x="2058222" y="1622426"/>
                  </a:lnTo>
                  <a:lnTo>
                    <a:pt x="2058483" y="1622602"/>
                  </a:lnTo>
                  <a:lnTo>
                    <a:pt x="2058357" y="1623019"/>
                  </a:lnTo>
                  <a:lnTo>
                    <a:pt x="2057482" y="1623546"/>
                  </a:lnTo>
                  <a:lnTo>
                    <a:pt x="2056968" y="1624501"/>
                  </a:lnTo>
                  <a:lnTo>
                    <a:pt x="2055902" y="1624836"/>
                  </a:lnTo>
                  <a:lnTo>
                    <a:pt x="2055456" y="1625542"/>
                  </a:lnTo>
                  <a:lnTo>
                    <a:pt x="2054505" y="1626228"/>
                  </a:lnTo>
                  <a:lnTo>
                    <a:pt x="2054396" y="1627236"/>
                  </a:lnTo>
                  <a:lnTo>
                    <a:pt x="2053904" y="1627601"/>
                  </a:lnTo>
                  <a:lnTo>
                    <a:pt x="2052805" y="1628055"/>
                  </a:lnTo>
                  <a:lnTo>
                    <a:pt x="2052250" y="1627713"/>
                  </a:lnTo>
                  <a:lnTo>
                    <a:pt x="2051221" y="1628491"/>
                  </a:lnTo>
                  <a:lnTo>
                    <a:pt x="2050375" y="1628550"/>
                  </a:lnTo>
                  <a:lnTo>
                    <a:pt x="2049652" y="1629537"/>
                  </a:lnTo>
                  <a:lnTo>
                    <a:pt x="2048710" y="1629710"/>
                  </a:lnTo>
                  <a:lnTo>
                    <a:pt x="2048355" y="1630429"/>
                  </a:lnTo>
                  <a:lnTo>
                    <a:pt x="2046599" y="1631127"/>
                  </a:lnTo>
                  <a:lnTo>
                    <a:pt x="2046184" y="1631235"/>
                  </a:lnTo>
                  <a:lnTo>
                    <a:pt x="2044933" y="1630913"/>
                  </a:lnTo>
                  <a:lnTo>
                    <a:pt x="2043346" y="1631518"/>
                  </a:lnTo>
                  <a:lnTo>
                    <a:pt x="2042830" y="1631115"/>
                  </a:lnTo>
                  <a:lnTo>
                    <a:pt x="2042482" y="1630293"/>
                  </a:lnTo>
                  <a:lnTo>
                    <a:pt x="2040745" y="1629790"/>
                  </a:lnTo>
                  <a:lnTo>
                    <a:pt x="2039289" y="1630367"/>
                  </a:lnTo>
                  <a:lnTo>
                    <a:pt x="2037792" y="1631620"/>
                  </a:lnTo>
                  <a:lnTo>
                    <a:pt x="2036010" y="1631335"/>
                  </a:lnTo>
                  <a:lnTo>
                    <a:pt x="2035264" y="1632193"/>
                  </a:lnTo>
                  <a:lnTo>
                    <a:pt x="2034160" y="1632511"/>
                  </a:lnTo>
                  <a:lnTo>
                    <a:pt x="2034177" y="1633524"/>
                  </a:lnTo>
                  <a:lnTo>
                    <a:pt x="2033859" y="1634615"/>
                  </a:lnTo>
                  <a:lnTo>
                    <a:pt x="2031021" y="1639401"/>
                  </a:lnTo>
                  <a:lnTo>
                    <a:pt x="2029013" y="1644760"/>
                  </a:lnTo>
                  <a:lnTo>
                    <a:pt x="2028666" y="1646840"/>
                  </a:lnTo>
                  <a:lnTo>
                    <a:pt x="2028762" y="1647414"/>
                  </a:lnTo>
                  <a:lnTo>
                    <a:pt x="2029382" y="1649065"/>
                  </a:lnTo>
                  <a:lnTo>
                    <a:pt x="2030494" y="1650965"/>
                  </a:lnTo>
                  <a:lnTo>
                    <a:pt x="2030516" y="1651715"/>
                  </a:lnTo>
                  <a:lnTo>
                    <a:pt x="2030380" y="1652170"/>
                  </a:lnTo>
                  <a:lnTo>
                    <a:pt x="2029575" y="1652755"/>
                  </a:lnTo>
                  <a:lnTo>
                    <a:pt x="2028086" y="1653155"/>
                  </a:lnTo>
                  <a:lnTo>
                    <a:pt x="2027090" y="1652109"/>
                  </a:lnTo>
                  <a:lnTo>
                    <a:pt x="2026449" y="1651993"/>
                  </a:lnTo>
                  <a:lnTo>
                    <a:pt x="2025929" y="1651476"/>
                  </a:lnTo>
                  <a:lnTo>
                    <a:pt x="2025784" y="1650388"/>
                  </a:lnTo>
                  <a:lnTo>
                    <a:pt x="2025241" y="1649920"/>
                  </a:lnTo>
                  <a:lnTo>
                    <a:pt x="2023072" y="1649758"/>
                  </a:lnTo>
                  <a:lnTo>
                    <a:pt x="2022009" y="1649436"/>
                  </a:lnTo>
                  <a:lnTo>
                    <a:pt x="2020820" y="1650136"/>
                  </a:lnTo>
                  <a:lnTo>
                    <a:pt x="2019431" y="1649375"/>
                  </a:lnTo>
                  <a:lnTo>
                    <a:pt x="2015694" y="1648848"/>
                  </a:lnTo>
                  <a:lnTo>
                    <a:pt x="2014924" y="1649135"/>
                  </a:lnTo>
                  <a:lnTo>
                    <a:pt x="2014339" y="1649767"/>
                  </a:lnTo>
                  <a:lnTo>
                    <a:pt x="2014317" y="1650484"/>
                  </a:lnTo>
                  <a:lnTo>
                    <a:pt x="2014963" y="1651216"/>
                  </a:lnTo>
                  <a:lnTo>
                    <a:pt x="2014853" y="1651608"/>
                  </a:lnTo>
                  <a:lnTo>
                    <a:pt x="2012029" y="1652351"/>
                  </a:lnTo>
                  <a:lnTo>
                    <a:pt x="2011636" y="1652242"/>
                  </a:lnTo>
                  <a:lnTo>
                    <a:pt x="2011574" y="1652003"/>
                  </a:lnTo>
                  <a:lnTo>
                    <a:pt x="2011756" y="1650310"/>
                  </a:lnTo>
                  <a:lnTo>
                    <a:pt x="2011581" y="1648646"/>
                  </a:lnTo>
                  <a:lnTo>
                    <a:pt x="2009865" y="1648865"/>
                  </a:lnTo>
                  <a:lnTo>
                    <a:pt x="2007742" y="1646798"/>
                  </a:lnTo>
                  <a:lnTo>
                    <a:pt x="2007211" y="1646733"/>
                  </a:lnTo>
                  <a:lnTo>
                    <a:pt x="2005926" y="1647690"/>
                  </a:lnTo>
                  <a:lnTo>
                    <a:pt x="2004536" y="1647958"/>
                  </a:lnTo>
                  <a:lnTo>
                    <a:pt x="2002216" y="1647452"/>
                  </a:lnTo>
                  <a:lnTo>
                    <a:pt x="2000682" y="1646526"/>
                  </a:lnTo>
                  <a:lnTo>
                    <a:pt x="1999890" y="1646571"/>
                  </a:lnTo>
                  <a:lnTo>
                    <a:pt x="1999083" y="1645920"/>
                  </a:lnTo>
                  <a:lnTo>
                    <a:pt x="1997999" y="1645469"/>
                  </a:lnTo>
                  <a:lnTo>
                    <a:pt x="1995944" y="1645359"/>
                  </a:lnTo>
                  <a:lnTo>
                    <a:pt x="1993391" y="1645773"/>
                  </a:lnTo>
                  <a:lnTo>
                    <a:pt x="1991522" y="1647838"/>
                  </a:lnTo>
                  <a:lnTo>
                    <a:pt x="1991038" y="1648742"/>
                  </a:lnTo>
                  <a:lnTo>
                    <a:pt x="1989583" y="1649348"/>
                  </a:lnTo>
                  <a:lnTo>
                    <a:pt x="1986643" y="1648889"/>
                  </a:lnTo>
                  <a:lnTo>
                    <a:pt x="1985898" y="1648980"/>
                  </a:lnTo>
                  <a:lnTo>
                    <a:pt x="1984977" y="1649486"/>
                  </a:lnTo>
                  <a:lnTo>
                    <a:pt x="1982793" y="1649910"/>
                  </a:lnTo>
                  <a:lnTo>
                    <a:pt x="1982386" y="1649671"/>
                  </a:lnTo>
                  <a:lnTo>
                    <a:pt x="1982380" y="1649430"/>
                  </a:lnTo>
                  <a:lnTo>
                    <a:pt x="1983478" y="1648187"/>
                  </a:lnTo>
                  <a:lnTo>
                    <a:pt x="1983524" y="1647842"/>
                  </a:lnTo>
                  <a:lnTo>
                    <a:pt x="1983403" y="1647568"/>
                  </a:lnTo>
                  <a:lnTo>
                    <a:pt x="1982108" y="1647153"/>
                  </a:lnTo>
                  <a:lnTo>
                    <a:pt x="1979997" y="1650568"/>
                  </a:lnTo>
                  <a:lnTo>
                    <a:pt x="1978391" y="1650515"/>
                  </a:lnTo>
                  <a:lnTo>
                    <a:pt x="1977459" y="1651161"/>
                  </a:lnTo>
                  <a:lnTo>
                    <a:pt x="1975945" y="1652860"/>
                  </a:lnTo>
                  <a:lnTo>
                    <a:pt x="1973952" y="1656776"/>
                  </a:lnTo>
                  <a:lnTo>
                    <a:pt x="1972462" y="1655845"/>
                  </a:lnTo>
                  <a:lnTo>
                    <a:pt x="1970183" y="1656643"/>
                  </a:lnTo>
                  <a:lnTo>
                    <a:pt x="1969935" y="1656968"/>
                  </a:lnTo>
                  <a:lnTo>
                    <a:pt x="1969470" y="1660618"/>
                  </a:lnTo>
                  <a:lnTo>
                    <a:pt x="1967909" y="1662514"/>
                  </a:lnTo>
                  <a:lnTo>
                    <a:pt x="1966487" y="1663671"/>
                  </a:lnTo>
                  <a:lnTo>
                    <a:pt x="1965185" y="1664300"/>
                  </a:lnTo>
                  <a:lnTo>
                    <a:pt x="1964981" y="1664536"/>
                  </a:lnTo>
                  <a:lnTo>
                    <a:pt x="1964931" y="1665487"/>
                  </a:lnTo>
                  <a:lnTo>
                    <a:pt x="1963728" y="1665710"/>
                  </a:lnTo>
                  <a:lnTo>
                    <a:pt x="1961503" y="1664946"/>
                  </a:lnTo>
                  <a:lnTo>
                    <a:pt x="1960677" y="1664995"/>
                  </a:lnTo>
                  <a:lnTo>
                    <a:pt x="1959860" y="1665486"/>
                  </a:lnTo>
                  <a:lnTo>
                    <a:pt x="1958328" y="1667481"/>
                  </a:lnTo>
                  <a:lnTo>
                    <a:pt x="1956664" y="1666313"/>
                  </a:lnTo>
                  <a:lnTo>
                    <a:pt x="1954768" y="1666153"/>
                  </a:lnTo>
                  <a:lnTo>
                    <a:pt x="1953616" y="1666458"/>
                  </a:lnTo>
                  <a:lnTo>
                    <a:pt x="1952223" y="1667645"/>
                  </a:lnTo>
                  <a:lnTo>
                    <a:pt x="1949996" y="1668151"/>
                  </a:lnTo>
                  <a:lnTo>
                    <a:pt x="1949353" y="1668787"/>
                  </a:lnTo>
                  <a:lnTo>
                    <a:pt x="1947771" y="1668978"/>
                  </a:lnTo>
                  <a:lnTo>
                    <a:pt x="1946575" y="1667931"/>
                  </a:lnTo>
                  <a:lnTo>
                    <a:pt x="1945851" y="1667586"/>
                  </a:lnTo>
                  <a:lnTo>
                    <a:pt x="1944207" y="1668192"/>
                  </a:lnTo>
                  <a:lnTo>
                    <a:pt x="1943269" y="1668203"/>
                  </a:lnTo>
                  <a:lnTo>
                    <a:pt x="1940288" y="1666576"/>
                  </a:lnTo>
                  <a:lnTo>
                    <a:pt x="1937326" y="1666162"/>
                  </a:lnTo>
                  <a:lnTo>
                    <a:pt x="1935416" y="1665078"/>
                  </a:lnTo>
                  <a:lnTo>
                    <a:pt x="1932917" y="1664650"/>
                  </a:lnTo>
                  <a:lnTo>
                    <a:pt x="1930652" y="1664640"/>
                  </a:lnTo>
                  <a:lnTo>
                    <a:pt x="1928845" y="1663919"/>
                  </a:lnTo>
                  <a:lnTo>
                    <a:pt x="1927865" y="1664606"/>
                  </a:lnTo>
                  <a:lnTo>
                    <a:pt x="1925869" y="1664876"/>
                  </a:lnTo>
                  <a:lnTo>
                    <a:pt x="1924707" y="1665978"/>
                  </a:lnTo>
                  <a:lnTo>
                    <a:pt x="1921212" y="1667599"/>
                  </a:lnTo>
                  <a:lnTo>
                    <a:pt x="1919741" y="1669139"/>
                  </a:lnTo>
                  <a:lnTo>
                    <a:pt x="1918244" y="1669521"/>
                  </a:lnTo>
                  <a:lnTo>
                    <a:pt x="1917090" y="1670323"/>
                  </a:lnTo>
                  <a:lnTo>
                    <a:pt x="1915923" y="1670642"/>
                  </a:lnTo>
                  <a:lnTo>
                    <a:pt x="1915039" y="1671486"/>
                  </a:lnTo>
                  <a:lnTo>
                    <a:pt x="1913000" y="1672394"/>
                  </a:lnTo>
                  <a:lnTo>
                    <a:pt x="1911292" y="1673702"/>
                  </a:lnTo>
                  <a:lnTo>
                    <a:pt x="1909706" y="1673754"/>
                  </a:lnTo>
                  <a:lnTo>
                    <a:pt x="1908704" y="1674251"/>
                  </a:lnTo>
                  <a:lnTo>
                    <a:pt x="1906868" y="1673704"/>
                  </a:lnTo>
                  <a:lnTo>
                    <a:pt x="1905839" y="1673775"/>
                  </a:lnTo>
                  <a:lnTo>
                    <a:pt x="1904594" y="1676259"/>
                  </a:lnTo>
                  <a:lnTo>
                    <a:pt x="1904314" y="1677806"/>
                  </a:lnTo>
                  <a:lnTo>
                    <a:pt x="1902999" y="1678392"/>
                  </a:lnTo>
                  <a:lnTo>
                    <a:pt x="1902428" y="1679997"/>
                  </a:lnTo>
                  <a:lnTo>
                    <a:pt x="1901387" y="1680422"/>
                  </a:lnTo>
                  <a:lnTo>
                    <a:pt x="1900730" y="1682452"/>
                  </a:lnTo>
                  <a:lnTo>
                    <a:pt x="1898950" y="1683754"/>
                  </a:lnTo>
                  <a:lnTo>
                    <a:pt x="1897668" y="1683884"/>
                  </a:lnTo>
                  <a:lnTo>
                    <a:pt x="1897383" y="1684307"/>
                  </a:lnTo>
                  <a:lnTo>
                    <a:pt x="1896727" y="1686820"/>
                  </a:lnTo>
                  <a:lnTo>
                    <a:pt x="1896016" y="1687251"/>
                  </a:lnTo>
                  <a:lnTo>
                    <a:pt x="1895704" y="1688627"/>
                  </a:lnTo>
                  <a:lnTo>
                    <a:pt x="1894473" y="1689631"/>
                  </a:lnTo>
                  <a:lnTo>
                    <a:pt x="1894820" y="1690559"/>
                  </a:lnTo>
                  <a:lnTo>
                    <a:pt x="1895933" y="1691819"/>
                  </a:lnTo>
                  <a:lnTo>
                    <a:pt x="1896240" y="1692477"/>
                  </a:lnTo>
                  <a:lnTo>
                    <a:pt x="1896033" y="1694374"/>
                  </a:lnTo>
                  <a:lnTo>
                    <a:pt x="1897044" y="1695153"/>
                  </a:lnTo>
                  <a:lnTo>
                    <a:pt x="1897621" y="1696408"/>
                  </a:lnTo>
                  <a:lnTo>
                    <a:pt x="1898848" y="1697607"/>
                  </a:lnTo>
                  <a:lnTo>
                    <a:pt x="1899357" y="1699978"/>
                  </a:lnTo>
                  <a:lnTo>
                    <a:pt x="1900315" y="1700403"/>
                  </a:lnTo>
                  <a:lnTo>
                    <a:pt x="1900878" y="1701971"/>
                  </a:lnTo>
                  <a:lnTo>
                    <a:pt x="1901110" y="1702159"/>
                  </a:lnTo>
                  <a:lnTo>
                    <a:pt x="1901726" y="1702123"/>
                  </a:lnTo>
                  <a:lnTo>
                    <a:pt x="1901913" y="1702695"/>
                  </a:lnTo>
                  <a:lnTo>
                    <a:pt x="1900756" y="1703962"/>
                  </a:lnTo>
                  <a:lnTo>
                    <a:pt x="1900024" y="1705445"/>
                  </a:lnTo>
                  <a:lnTo>
                    <a:pt x="1899873" y="1706346"/>
                  </a:lnTo>
                  <a:lnTo>
                    <a:pt x="1900530" y="1707518"/>
                  </a:lnTo>
                  <a:lnTo>
                    <a:pt x="1900616" y="1708086"/>
                  </a:lnTo>
                  <a:lnTo>
                    <a:pt x="1899641" y="1708766"/>
                  </a:lnTo>
                  <a:lnTo>
                    <a:pt x="1899113" y="1710500"/>
                  </a:lnTo>
                  <a:lnTo>
                    <a:pt x="1898602" y="1711215"/>
                  </a:lnTo>
                  <a:lnTo>
                    <a:pt x="1898661" y="1712457"/>
                  </a:lnTo>
                  <a:lnTo>
                    <a:pt x="1897826" y="1713720"/>
                  </a:lnTo>
                  <a:lnTo>
                    <a:pt x="1897589" y="1715456"/>
                  </a:lnTo>
                  <a:lnTo>
                    <a:pt x="1896221" y="1716719"/>
                  </a:lnTo>
                  <a:lnTo>
                    <a:pt x="1896001" y="1717632"/>
                  </a:lnTo>
                  <a:lnTo>
                    <a:pt x="1894789" y="1718228"/>
                  </a:lnTo>
                  <a:lnTo>
                    <a:pt x="1894191" y="1720164"/>
                  </a:lnTo>
                  <a:lnTo>
                    <a:pt x="1893060" y="1720692"/>
                  </a:lnTo>
                  <a:lnTo>
                    <a:pt x="1892139" y="1721525"/>
                  </a:lnTo>
                  <a:lnTo>
                    <a:pt x="1890855" y="1724623"/>
                  </a:lnTo>
                  <a:lnTo>
                    <a:pt x="1889508" y="1724985"/>
                  </a:lnTo>
                  <a:lnTo>
                    <a:pt x="1887963" y="1726202"/>
                  </a:lnTo>
                  <a:lnTo>
                    <a:pt x="1886850" y="1726545"/>
                  </a:lnTo>
                  <a:lnTo>
                    <a:pt x="1885761" y="1728010"/>
                  </a:lnTo>
                  <a:lnTo>
                    <a:pt x="1884641" y="1728414"/>
                  </a:lnTo>
                  <a:lnTo>
                    <a:pt x="1883278" y="1729444"/>
                  </a:lnTo>
                  <a:lnTo>
                    <a:pt x="1881593" y="1729547"/>
                  </a:lnTo>
                  <a:lnTo>
                    <a:pt x="1880160" y="1729172"/>
                  </a:lnTo>
                  <a:lnTo>
                    <a:pt x="1879660" y="1728753"/>
                  </a:lnTo>
                  <a:lnTo>
                    <a:pt x="1879200" y="1728754"/>
                  </a:lnTo>
                  <a:lnTo>
                    <a:pt x="1878343" y="1729271"/>
                  </a:lnTo>
                  <a:lnTo>
                    <a:pt x="1877316" y="1729374"/>
                  </a:lnTo>
                  <a:lnTo>
                    <a:pt x="1875689" y="1730504"/>
                  </a:lnTo>
                  <a:lnTo>
                    <a:pt x="1874391" y="1730660"/>
                  </a:lnTo>
                  <a:lnTo>
                    <a:pt x="1872254" y="1729815"/>
                  </a:lnTo>
                  <a:lnTo>
                    <a:pt x="1870386" y="1729959"/>
                  </a:lnTo>
                  <a:lnTo>
                    <a:pt x="1869860" y="1729423"/>
                  </a:lnTo>
                  <a:lnTo>
                    <a:pt x="1869488" y="1727770"/>
                  </a:lnTo>
                  <a:lnTo>
                    <a:pt x="1868342" y="1727158"/>
                  </a:lnTo>
                  <a:lnTo>
                    <a:pt x="1867090" y="1726865"/>
                  </a:lnTo>
                  <a:lnTo>
                    <a:pt x="1866444" y="1727038"/>
                  </a:lnTo>
                  <a:lnTo>
                    <a:pt x="1864935" y="1726129"/>
                  </a:lnTo>
                  <a:lnTo>
                    <a:pt x="1863302" y="1725925"/>
                  </a:lnTo>
                  <a:lnTo>
                    <a:pt x="1862035" y="1725200"/>
                  </a:lnTo>
                  <a:lnTo>
                    <a:pt x="1861482" y="1725154"/>
                  </a:lnTo>
                  <a:lnTo>
                    <a:pt x="1861285" y="1724842"/>
                  </a:lnTo>
                  <a:lnTo>
                    <a:pt x="1860153" y="1724772"/>
                  </a:lnTo>
                  <a:lnTo>
                    <a:pt x="1859281" y="1725444"/>
                  </a:lnTo>
                  <a:lnTo>
                    <a:pt x="1859142" y="1726407"/>
                  </a:lnTo>
                  <a:lnTo>
                    <a:pt x="1858176" y="1726314"/>
                  </a:lnTo>
                  <a:lnTo>
                    <a:pt x="1857802" y="1726542"/>
                  </a:lnTo>
                  <a:lnTo>
                    <a:pt x="1856197" y="1726614"/>
                  </a:lnTo>
                  <a:lnTo>
                    <a:pt x="1855536" y="1727452"/>
                  </a:lnTo>
                  <a:lnTo>
                    <a:pt x="1854966" y="1727668"/>
                  </a:lnTo>
                  <a:lnTo>
                    <a:pt x="1854716" y="1728016"/>
                  </a:lnTo>
                  <a:lnTo>
                    <a:pt x="1854007" y="1727842"/>
                  </a:lnTo>
                  <a:lnTo>
                    <a:pt x="1853620" y="1728005"/>
                  </a:lnTo>
                  <a:lnTo>
                    <a:pt x="1853474" y="1728485"/>
                  </a:lnTo>
                  <a:lnTo>
                    <a:pt x="1851800" y="1729657"/>
                  </a:lnTo>
                  <a:lnTo>
                    <a:pt x="1851560" y="1730178"/>
                  </a:lnTo>
                  <a:lnTo>
                    <a:pt x="1850735" y="1730640"/>
                  </a:lnTo>
                  <a:lnTo>
                    <a:pt x="1850618" y="1731270"/>
                  </a:lnTo>
                  <a:lnTo>
                    <a:pt x="1849703" y="1731843"/>
                  </a:lnTo>
                  <a:lnTo>
                    <a:pt x="1848015" y="1735007"/>
                  </a:lnTo>
                  <a:lnTo>
                    <a:pt x="1847578" y="1735378"/>
                  </a:lnTo>
                  <a:lnTo>
                    <a:pt x="1845132" y="1736171"/>
                  </a:lnTo>
                  <a:lnTo>
                    <a:pt x="1844988" y="1737606"/>
                  </a:lnTo>
                  <a:lnTo>
                    <a:pt x="1844450" y="1738697"/>
                  </a:lnTo>
                  <a:lnTo>
                    <a:pt x="1844302" y="1739814"/>
                  </a:lnTo>
                  <a:lnTo>
                    <a:pt x="1843991" y="1740508"/>
                  </a:lnTo>
                  <a:lnTo>
                    <a:pt x="1842756" y="1741947"/>
                  </a:lnTo>
                  <a:lnTo>
                    <a:pt x="1842688" y="1743694"/>
                  </a:lnTo>
                  <a:lnTo>
                    <a:pt x="1842109" y="1744509"/>
                  </a:lnTo>
                  <a:lnTo>
                    <a:pt x="1841933" y="1745348"/>
                  </a:lnTo>
                  <a:lnTo>
                    <a:pt x="1836207" y="1745077"/>
                  </a:lnTo>
                  <a:lnTo>
                    <a:pt x="1831947" y="1747989"/>
                  </a:lnTo>
                  <a:lnTo>
                    <a:pt x="1823709" y="1752772"/>
                  </a:lnTo>
                  <a:lnTo>
                    <a:pt x="1818496" y="1754360"/>
                  </a:lnTo>
                  <a:lnTo>
                    <a:pt x="1816973" y="1759822"/>
                  </a:lnTo>
                  <a:lnTo>
                    <a:pt x="1816493" y="1765613"/>
                  </a:lnTo>
                  <a:lnTo>
                    <a:pt x="1813215" y="1767749"/>
                  </a:lnTo>
                  <a:lnTo>
                    <a:pt x="1805159" y="1772398"/>
                  </a:lnTo>
                  <a:lnTo>
                    <a:pt x="1790936" y="1772022"/>
                  </a:lnTo>
                  <a:lnTo>
                    <a:pt x="1788104" y="1766257"/>
                  </a:lnTo>
                  <a:lnTo>
                    <a:pt x="1779762" y="1769031"/>
                  </a:lnTo>
                  <a:lnTo>
                    <a:pt x="1763096" y="1772835"/>
                  </a:lnTo>
                  <a:lnTo>
                    <a:pt x="1757997" y="1779669"/>
                  </a:lnTo>
                  <a:lnTo>
                    <a:pt x="1758178" y="1784876"/>
                  </a:lnTo>
                  <a:lnTo>
                    <a:pt x="1760751" y="1796390"/>
                  </a:lnTo>
                  <a:lnTo>
                    <a:pt x="1757093" y="1799461"/>
                  </a:lnTo>
                  <a:lnTo>
                    <a:pt x="1754986" y="1800621"/>
                  </a:lnTo>
                  <a:lnTo>
                    <a:pt x="1754317" y="1801607"/>
                  </a:lnTo>
                  <a:lnTo>
                    <a:pt x="1753028" y="1802087"/>
                  </a:lnTo>
                  <a:lnTo>
                    <a:pt x="1751257" y="1801841"/>
                  </a:lnTo>
                  <a:lnTo>
                    <a:pt x="1750782" y="1801495"/>
                  </a:lnTo>
                  <a:lnTo>
                    <a:pt x="1749903" y="1801314"/>
                  </a:lnTo>
                  <a:lnTo>
                    <a:pt x="1745671" y="1802716"/>
                  </a:lnTo>
                  <a:lnTo>
                    <a:pt x="1744668" y="1803633"/>
                  </a:lnTo>
                  <a:lnTo>
                    <a:pt x="1740467" y="1806254"/>
                  </a:lnTo>
                  <a:lnTo>
                    <a:pt x="1739569" y="1807031"/>
                  </a:lnTo>
                  <a:lnTo>
                    <a:pt x="1737805" y="1809360"/>
                  </a:lnTo>
                  <a:lnTo>
                    <a:pt x="1735090" y="1810730"/>
                  </a:lnTo>
                  <a:lnTo>
                    <a:pt x="1734368" y="1810845"/>
                  </a:lnTo>
                  <a:lnTo>
                    <a:pt x="1731680" y="1810121"/>
                  </a:lnTo>
                  <a:lnTo>
                    <a:pt x="1730682" y="1808943"/>
                  </a:lnTo>
                  <a:lnTo>
                    <a:pt x="1727700" y="1811086"/>
                  </a:lnTo>
                  <a:lnTo>
                    <a:pt x="1726265" y="1811102"/>
                  </a:lnTo>
                  <a:lnTo>
                    <a:pt x="1724818" y="1810706"/>
                  </a:lnTo>
                  <a:lnTo>
                    <a:pt x="1723880" y="1811067"/>
                  </a:lnTo>
                  <a:lnTo>
                    <a:pt x="1720963" y="1812913"/>
                  </a:lnTo>
                  <a:lnTo>
                    <a:pt x="1719087" y="1814425"/>
                  </a:lnTo>
                  <a:lnTo>
                    <a:pt x="1718051" y="1814799"/>
                  </a:lnTo>
                  <a:lnTo>
                    <a:pt x="1716924" y="1815918"/>
                  </a:lnTo>
                  <a:lnTo>
                    <a:pt x="1713842" y="1818226"/>
                  </a:lnTo>
                  <a:lnTo>
                    <a:pt x="1708614" y="1820722"/>
                  </a:lnTo>
                  <a:lnTo>
                    <a:pt x="1707597" y="1821834"/>
                  </a:lnTo>
                  <a:lnTo>
                    <a:pt x="1699726" y="1827110"/>
                  </a:lnTo>
                  <a:lnTo>
                    <a:pt x="1697205" y="1828317"/>
                  </a:lnTo>
                  <a:lnTo>
                    <a:pt x="1696225" y="1828195"/>
                  </a:lnTo>
                  <a:lnTo>
                    <a:pt x="1695159" y="1832439"/>
                  </a:lnTo>
                  <a:lnTo>
                    <a:pt x="1690726" y="1839369"/>
                  </a:lnTo>
                  <a:lnTo>
                    <a:pt x="1689803" y="1841911"/>
                  </a:lnTo>
                  <a:lnTo>
                    <a:pt x="1687756" y="1845455"/>
                  </a:lnTo>
                  <a:lnTo>
                    <a:pt x="1686145" y="1844501"/>
                  </a:lnTo>
                  <a:lnTo>
                    <a:pt x="1681849" y="1844028"/>
                  </a:lnTo>
                  <a:lnTo>
                    <a:pt x="1680792" y="1844847"/>
                  </a:lnTo>
                  <a:lnTo>
                    <a:pt x="1679520" y="1845104"/>
                  </a:lnTo>
                  <a:lnTo>
                    <a:pt x="1678865" y="1844886"/>
                  </a:lnTo>
                  <a:lnTo>
                    <a:pt x="1677291" y="1844864"/>
                  </a:lnTo>
                  <a:lnTo>
                    <a:pt x="1675020" y="1845758"/>
                  </a:lnTo>
                  <a:lnTo>
                    <a:pt x="1673012" y="1847536"/>
                  </a:lnTo>
                  <a:lnTo>
                    <a:pt x="1671329" y="1846808"/>
                  </a:lnTo>
                  <a:lnTo>
                    <a:pt x="1670876" y="1846980"/>
                  </a:lnTo>
                  <a:lnTo>
                    <a:pt x="1670572" y="1846840"/>
                  </a:lnTo>
                  <a:lnTo>
                    <a:pt x="1670035" y="1846308"/>
                  </a:lnTo>
                  <a:lnTo>
                    <a:pt x="1669777" y="1845207"/>
                  </a:lnTo>
                  <a:lnTo>
                    <a:pt x="1669330" y="1845048"/>
                  </a:lnTo>
                  <a:lnTo>
                    <a:pt x="1669237" y="1844771"/>
                  </a:lnTo>
                  <a:lnTo>
                    <a:pt x="1665460" y="1843886"/>
                  </a:lnTo>
                  <a:lnTo>
                    <a:pt x="1662426" y="1842534"/>
                  </a:lnTo>
                  <a:lnTo>
                    <a:pt x="1659798" y="1842770"/>
                  </a:lnTo>
                  <a:lnTo>
                    <a:pt x="1658080" y="1844115"/>
                  </a:lnTo>
                  <a:lnTo>
                    <a:pt x="1655621" y="1845328"/>
                  </a:lnTo>
                  <a:lnTo>
                    <a:pt x="1655266" y="1844546"/>
                  </a:lnTo>
                  <a:lnTo>
                    <a:pt x="1654768" y="1844434"/>
                  </a:lnTo>
                  <a:lnTo>
                    <a:pt x="1654173" y="1844922"/>
                  </a:lnTo>
                  <a:lnTo>
                    <a:pt x="1653562" y="1843884"/>
                  </a:lnTo>
                  <a:lnTo>
                    <a:pt x="1651896" y="1843749"/>
                  </a:lnTo>
                  <a:lnTo>
                    <a:pt x="1645728" y="1840209"/>
                  </a:lnTo>
                  <a:lnTo>
                    <a:pt x="1644701" y="1838875"/>
                  </a:lnTo>
                  <a:lnTo>
                    <a:pt x="1639895" y="1834984"/>
                  </a:lnTo>
                  <a:lnTo>
                    <a:pt x="1621135" y="1841641"/>
                  </a:lnTo>
                  <a:lnTo>
                    <a:pt x="1619122" y="1840571"/>
                  </a:lnTo>
                  <a:lnTo>
                    <a:pt x="1611338" y="1837996"/>
                  </a:lnTo>
                  <a:lnTo>
                    <a:pt x="1610401" y="1835298"/>
                  </a:lnTo>
                  <a:lnTo>
                    <a:pt x="1608336" y="1831367"/>
                  </a:lnTo>
                  <a:lnTo>
                    <a:pt x="1605673" y="1827955"/>
                  </a:lnTo>
                  <a:lnTo>
                    <a:pt x="1596162" y="1820480"/>
                  </a:lnTo>
                  <a:lnTo>
                    <a:pt x="1588765" y="1814301"/>
                  </a:lnTo>
                  <a:lnTo>
                    <a:pt x="1583062" y="1804488"/>
                  </a:lnTo>
                  <a:lnTo>
                    <a:pt x="1576196" y="1791864"/>
                  </a:lnTo>
                  <a:lnTo>
                    <a:pt x="1577078" y="1790520"/>
                  </a:lnTo>
                  <a:lnTo>
                    <a:pt x="1581054" y="1785959"/>
                  </a:lnTo>
                  <a:lnTo>
                    <a:pt x="1586190" y="1778275"/>
                  </a:lnTo>
                  <a:lnTo>
                    <a:pt x="1571136" y="1779115"/>
                  </a:lnTo>
                  <a:lnTo>
                    <a:pt x="1557440" y="1775571"/>
                  </a:lnTo>
                  <a:lnTo>
                    <a:pt x="1555953" y="1776313"/>
                  </a:lnTo>
                  <a:lnTo>
                    <a:pt x="1550606" y="1780559"/>
                  </a:lnTo>
                  <a:lnTo>
                    <a:pt x="1545101" y="1786742"/>
                  </a:lnTo>
                  <a:lnTo>
                    <a:pt x="1543105" y="1788381"/>
                  </a:lnTo>
                  <a:lnTo>
                    <a:pt x="1542007" y="1788651"/>
                  </a:lnTo>
                  <a:lnTo>
                    <a:pt x="1537284" y="1788945"/>
                  </a:lnTo>
                  <a:lnTo>
                    <a:pt x="1536765" y="1790270"/>
                  </a:lnTo>
                  <a:lnTo>
                    <a:pt x="1532486" y="1797113"/>
                  </a:lnTo>
                  <a:lnTo>
                    <a:pt x="1529916" y="1797869"/>
                  </a:lnTo>
                  <a:lnTo>
                    <a:pt x="1527426" y="1799072"/>
                  </a:lnTo>
                  <a:lnTo>
                    <a:pt x="1525482" y="1799511"/>
                  </a:lnTo>
                  <a:lnTo>
                    <a:pt x="1519746" y="1796657"/>
                  </a:lnTo>
                  <a:lnTo>
                    <a:pt x="1517928" y="1796046"/>
                  </a:lnTo>
                  <a:lnTo>
                    <a:pt x="1512657" y="1797958"/>
                  </a:lnTo>
                  <a:lnTo>
                    <a:pt x="1508611" y="1801400"/>
                  </a:lnTo>
                  <a:lnTo>
                    <a:pt x="1505513" y="1802001"/>
                  </a:lnTo>
                  <a:lnTo>
                    <a:pt x="1501279" y="1800570"/>
                  </a:lnTo>
                  <a:lnTo>
                    <a:pt x="1499268" y="1801898"/>
                  </a:lnTo>
                  <a:lnTo>
                    <a:pt x="1498512" y="1801210"/>
                  </a:lnTo>
                  <a:lnTo>
                    <a:pt x="1493122" y="1800890"/>
                  </a:lnTo>
                  <a:lnTo>
                    <a:pt x="1490866" y="1801973"/>
                  </a:lnTo>
                  <a:lnTo>
                    <a:pt x="1489974" y="1803471"/>
                  </a:lnTo>
                  <a:lnTo>
                    <a:pt x="1487219" y="1804389"/>
                  </a:lnTo>
                  <a:lnTo>
                    <a:pt x="1486723" y="1805430"/>
                  </a:lnTo>
                  <a:lnTo>
                    <a:pt x="1483054" y="1806156"/>
                  </a:lnTo>
                  <a:lnTo>
                    <a:pt x="1480999" y="1809112"/>
                  </a:lnTo>
                  <a:lnTo>
                    <a:pt x="1479375" y="1812453"/>
                  </a:lnTo>
                  <a:lnTo>
                    <a:pt x="1468651" y="1816167"/>
                  </a:lnTo>
                  <a:lnTo>
                    <a:pt x="1461630" y="1816710"/>
                  </a:lnTo>
                  <a:lnTo>
                    <a:pt x="1455681" y="1816776"/>
                  </a:lnTo>
                  <a:lnTo>
                    <a:pt x="1451806" y="1818480"/>
                  </a:lnTo>
                  <a:lnTo>
                    <a:pt x="1446682" y="1821218"/>
                  </a:lnTo>
                  <a:lnTo>
                    <a:pt x="1446042" y="1823237"/>
                  </a:lnTo>
                  <a:lnTo>
                    <a:pt x="1439567" y="1823467"/>
                  </a:lnTo>
                  <a:lnTo>
                    <a:pt x="1438496" y="1824394"/>
                  </a:lnTo>
                  <a:lnTo>
                    <a:pt x="1437055" y="1829240"/>
                  </a:lnTo>
                  <a:lnTo>
                    <a:pt x="1429957" y="1829224"/>
                  </a:lnTo>
                  <a:lnTo>
                    <a:pt x="1422951" y="1829726"/>
                  </a:lnTo>
                  <a:lnTo>
                    <a:pt x="1412997" y="1834014"/>
                  </a:lnTo>
                  <a:lnTo>
                    <a:pt x="1406572" y="1835303"/>
                  </a:lnTo>
                  <a:lnTo>
                    <a:pt x="1401574" y="1831999"/>
                  </a:lnTo>
                  <a:lnTo>
                    <a:pt x="1396161" y="1832440"/>
                  </a:lnTo>
                  <a:lnTo>
                    <a:pt x="1391624" y="1833453"/>
                  </a:lnTo>
                  <a:lnTo>
                    <a:pt x="1391502" y="1828031"/>
                  </a:lnTo>
                  <a:lnTo>
                    <a:pt x="1392969" y="1826961"/>
                  </a:lnTo>
                  <a:lnTo>
                    <a:pt x="1395447" y="1820690"/>
                  </a:lnTo>
                  <a:lnTo>
                    <a:pt x="1393526" y="1818991"/>
                  </a:lnTo>
                  <a:lnTo>
                    <a:pt x="1386700" y="1818748"/>
                  </a:lnTo>
                  <a:lnTo>
                    <a:pt x="1389148" y="1802085"/>
                  </a:lnTo>
                  <a:lnTo>
                    <a:pt x="1395872" y="1752845"/>
                  </a:lnTo>
                  <a:lnTo>
                    <a:pt x="1387543" y="1742563"/>
                  </a:lnTo>
                  <a:lnTo>
                    <a:pt x="1381883" y="1738386"/>
                  </a:lnTo>
                  <a:lnTo>
                    <a:pt x="1375868" y="1735042"/>
                  </a:lnTo>
                  <a:lnTo>
                    <a:pt x="1364286" y="1722705"/>
                  </a:lnTo>
                  <a:lnTo>
                    <a:pt x="1357373" y="1716782"/>
                  </a:lnTo>
                  <a:lnTo>
                    <a:pt x="1354357" y="1712459"/>
                  </a:lnTo>
                  <a:lnTo>
                    <a:pt x="1347329" y="1700863"/>
                  </a:lnTo>
                  <a:lnTo>
                    <a:pt x="1337777" y="1697520"/>
                  </a:lnTo>
                  <a:lnTo>
                    <a:pt x="1331499" y="1699648"/>
                  </a:lnTo>
                  <a:lnTo>
                    <a:pt x="1330944" y="1702694"/>
                  </a:lnTo>
                  <a:lnTo>
                    <a:pt x="1321397" y="1704670"/>
                  </a:lnTo>
                  <a:lnTo>
                    <a:pt x="1318187" y="1706876"/>
                  </a:lnTo>
                  <a:lnTo>
                    <a:pt x="1308512" y="1701572"/>
                  </a:lnTo>
                  <a:lnTo>
                    <a:pt x="1307881" y="1702181"/>
                  </a:lnTo>
                  <a:lnTo>
                    <a:pt x="1302803" y="1696891"/>
                  </a:lnTo>
                  <a:lnTo>
                    <a:pt x="1298027" y="1694249"/>
                  </a:lnTo>
                  <a:lnTo>
                    <a:pt x="1284078" y="1687472"/>
                  </a:lnTo>
                  <a:lnTo>
                    <a:pt x="1277935" y="1688390"/>
                  </a:lnTo>
                  <a:lnTo>
                    <a:pt x="1266436" y="1687604"/>
                  </a:lnTo>
                  <a:lnTo>
                    <a:pt x="1250131" y="1694958"/>
                  </a:lnTo>
                  <a:lnTo>
                    <a:pt x="1236014" y="1685548"/>
                  </a:lnTo>
                  <a:lnTo>
                    <a:pt x="1231968" y="1677701"/>
                  </a:lnTo>
                  <a:lnTo>
                    <a:pt x="1232216" y="1675165"/>
                  </a:lnTo>
                  <a:lnTo>
                    <a:pt x="1224196" y="1675496"/>
                  </a:lnTo>
                  <a:lnTo>
                    <a:pt x="1214725" y="1669300"/>
                  </a:lnTo>
                  <a:lnTo>
                    <a:pt x="1214425" y="1668472"/>
                  </a:lnTo>
                  <a:lnTo>
                    <a:pt x="1211877" y="1668160"/>
                  </a:lnTo>
                  <a:lnTo>
                    <a:pt x="1209824" y="1667528"/>
                  </a:lnTo>
                  <a:lnTo>
                    <a:pt x="1205423" y="1669230"/>
                  </a:lnTo>
                  <a:lnTo>
                    <a:pt x="1205407" y="1665758"/>
                  </a:lnTo>
                  <a:lnTo>
                    <a:pt x="1204792" y="1663076"/>
                  </a:lnTo>
                  <a:lnTo>
                    <a:pt x="1204571" y="1662466"/>
                  </a:lnTo>
                  <a:lnTo>
                    <a:pt x="1204219" y="1662211"/>
                  </a:lnTo>
                  <a:lnTo>
                    <a:pt x="1203177" y="1661889"/>
                  </a:lnTo>
                  <a:lnTo>
                    <a:pt x="1200941" y="1662702"/>
                  </a:lnTo>
                  <a:lnTo>
                    <a:pt x="1200382" y="1665373"/>
                  </a:lnTo>
                  <a:lnTo>
                    <a:pt x="1194505" y="1666210"/>
                  </a:lnTo>
                  <a:lnTo>
                    <a:pt x="1185934" y="1660301"/>
                  </a:lnTo>
                  <a:lnTo>
                    <a:pt x="1185956" y="1660612"/>
                  </a:lnTo>
                  <a:lnTo>
                    <a:pt x="1188090" y="1662274"/>
                  </a:lnTo>
                  <a:lnTo>
                    <a:pt x="1180794" y="1676232"/>
                  </a:lnTo>
                  <a:lnTo>
                    <a:pt x="1175946" y="1680735"/>
                  </a:lnTo>
                  <a:lnTo>
                    <a:pt x="1164485" y="1673914"/>
                  </a:lnTo>
                  <a:lnTo>
                    <a:pt x="1146469" y="1678619"/>
                  </a:lnTo>
                  <a:lnTo>
                    <a:pt x="1121317" y="1681703"/>
                  </a:lnTo>
                  <a:lnTo>
                    <a:pt x="1116783" y="1682869"/>
                  </a:lnTo>
                  <a:lnTo>
                    <a:pt x="1113961" y="1684223"/>
                  </a:lnTo>
                  <a:lnTo>
                    <a:pt x="1104146" y="1678684"/>
                  </a:lnTo>
                  <a:lnTo>
                    <a:pt x="1102059" y="1676181"/>
                  </a:lnTo>
                  <a:lnTo>
                    <a:pt x="1098422" y="1674687"/>
                  </a:lnTo>
                  <a:lnTo>
                    <a:pt x="1097446" y="1674970"/>
                  </a:lnTo>
                  <a:lnTo>
                    <a:pt x="1098457" y="1675646"/>
                  </a:lnTo>
                  <a:lnTo>
                    <a:pt x="1099255" y="1676850"/>
                  </a:lnTo>
                  <a:lnTo>
                    <a:pt x="1098587" y="1678690"/>
                  </a:lnTo>
                  <a:lnTo>
                    <a:pt x="1097226" y="1681001"/>
                  </a:lnTo>
                  <a:lnTo>
                    <a:pt x="1090454" y="1686705"/>
                  </a:lnTo>
                  <a:lnTo>
                    <a:pt x="1086259" y="1694618"/>
                  </a:lnTo>
                  <a:lnTo>
                    <a:pt x="1079209" y="1701523"/>
                  </a:lnTo>
                  <a:lnTo>
                    <a:pt x="1077260" y="1701946"/>
                  </a:lnTo>
                  <a:lnTo>
                    <a:pt x="1075258" y="1702943"/>
                  </a:lnTo>
                  <a:lnTo>
                    <a:pt x="1073615" y="1704331"/>
                  </a:lnTo>
                  <a:lnTo>
                    <a:pt x="1072847" y="1705536"/>
                  </a:lnTo>
                  <a:lnTo>
                    <a:pt x="1071587" y="1711132"/>
                  </a:lnTo>
                  <a:lnTo>
                    <a:pt x="1070422" y="1711599"/>
                  </a:lnTo>
                  <a:lnTo>
                    <a:pt x="1069488" y="1717271"/>
                  </a:lnTo>
                  <a:lnTo>
                    <a:pt x="1067667" y="1724298"/>
                  </a:lnTo>
                  <a:lnTo>
                    <a:pt x="1055696" y="1726611"/>
                  </a:lnTo>
                  <a:lnTo>
                    <a:pt x="1055709" y="1726947"/>
                  </a:lnTo>
                  <a:lnTo>
                    <a:pt x="1055115" y="1727423"/>
                  </a:lnTo>
                  <a:lnTo>
                    <a:pt x="1053761" y="1728400"/>
                  </a:lnTo>
                  <a:lnTo>
                    <a:pt x="1052772" y="1728797"/>
                  </a:lnTo>
                  <a:lnTo>
                    <a:pt x="1052334" y="1728797"/>
                  </a:lnTo>
                  <a:lnTo>
                    <a:pt x="1051227" y="1728061"/>
                  </a:lnTo>
                  <a:lnTo>
                    <a:pt x="1050816" y="1730164"/>
                  </a:lnTo>
                  <a:lnTo>
                    <a:pt x="1051605" y="1735884"/>
                  </a:lnTo>
                  <a:lnTo>
                    <a:pt x="1052233" y="1738469"/>
                  </a:lnTo>
                  <a:lnTo>
                    <a:pt x="1053598" y="1739507"/>
                  </a:lnTo>
                  <a:lnTo>
                    <a:pt x="1054044" y="1740842"/>
                  </a:lnTo>
                  <a:lnTo>
                    <a:pt x="1054511" y="1743238"/>
                  </a:lnTo>
                  <a:lnTo>
                    <a:pt x="1054220" y="1745431"/>
                  </a:lnTo>
                  <a:lnTo>
                    <a:pt x="1052302" y="1746650"/>
                  </a:lnTo>
                  <a:lnTo>
                    <a:pt x="1051785" y="1746534"/>
                  </a:lnTo>
                  <a:lnTo>
                    <a:pt x="1051110" y="1746866"/>
                  </a:lnTo>
                  <a:lnTo>
                    <a:pt x="1050429" y="1746476"/>
                  </a:lnTo>
                  <a:lnTo>
                    <a:pt x="1047237" y="1747214"/>
                  </a:lnTo>
                  <a:lnTo>
                    <a:pt x="1042854" y="1747848"/>
                  </a:lnTo>
                  <a:lnTo>
                    <a:pt x="1042350" y="1748031"/>
                  </a:lnTo>
                  <a:lnTo>
                    <a:pt x="1042239" y="1748736"/>
                  </a:lnTo>
                  <a:lnTo>
                    <a:pt x="1041820" y="1749423"/>
                  </a:lnTo>
                  <a:lnTo>
                    <a:pt x="1040437" y="1749452"/>
                  </a:lnTo>
                  <a:lnTo>
                    <a:pt x="1039731" y="1750584"/>
                  </a:lnTo>
                  <a:lnTo>
                    <a:pt x="1033793" y="1752068"/>
                  </a:lnTo>
                  <a:lnTo>
                    <a:pt x="1033366" y="1752784"/>
                  </a:lnTo>
                  <a:lnTo>
                    <a:pt x="1032253" y="1752656"/>
                  </a:lnTo>
                  <a:lnTo>
                    <a:pt x="1031735" y="1752997"/>
                  </a:lnTo>
                  <a:lnTo>
                    <a:pt x="1031629" y="1753427"/>
                  </a:lnTo>
                  <a:lnTo>
                    <a:pt x="1030445" y="1754572"/>
                  </a:lnTo>
                  <a:lnTo>
                    <a:pt x="1029750" y="1754769"/>
                  </a:lnTo>
                  <a:lnTo>
                    <a:pt x="1029571" y="1754586"/>
                  </a:lnTo>
                  <a:lnTo>
                    <a:pt x="1029363" y="1754941"/>
                  </a:lnTo>
                  <a:lnTo>
                    <a:pt x="1029114" y="1754816"/>
                  </a:lnTo>
                  <a:lnTo>
                    <a:pt x="1028083" y="1756027"/>
                  </a:lnTo>
                  <a:lnTo>
                    <a:pt x="1027565" y="1756138"/>
                  </a:lnTo>
                  <a:lnTo>
                    <a:pt x="1027622" y="1756366"/>
                  </a:lnTo>
                  <a:lnTo>
                    <a:pt x="1027403" y="1756497"/>
                  </a:lnTo>
                  <a:lnTo>
                    <a:pt x="1028135" y="1757593"/>
                  </a:lnTo>
                  <a:lnTo>
                    <a:pt x="1027046" y="1757959"/>
                  </a:lnTo>
                  <a:lnTo>
                    <a:pt x="1025859" y="1758894"/>
                  </a:lnTo>
                  <a:lnTo>
                    <a:pt x="1024598" y="1759123"/>
                  </a:lnTo>
                  <a:lnTo>
                    <a:pt x="1023737" y="1758989"/>
                  </a:lnTo>
                  <a:lnTo>
                    <a:pt x="1023030" y="1759277"/>
                  </a:lnTo>
                  <a:lnTo>
                    <a:pt x="1021857" y="1760448"/>
                  </a:lnTo>
                  <a:lnTo>
                    <a:pt x="1021603" y="1761030"/>
                  </a:lnTo>
                  <a:lnTo>
                    <a:pt x="1022228" y="1763525"/>
                  </a:lnTo>
                  <a:lnTo>
                    <a:pt x="1023471" y="1765687"/>
                  </a:lnTo>
                  <a:lnTo>
                    <a:pt x="1022973" y="1768002"/>
                  </a:lnTo>
                  <a:lnTo>
                    <a:pt x="1023802" y="1768934"/>
                  </a:lnTo>
                  <a:lnTo>
                    <a:pt x="1023729" y="1769972"/>
                  </a:lnTo>
                  <a:lnTo>
                    <a:pt x="1024100" y="1771705"/>
                  </a:lnTo>
                  <a:lnTo>
                    <a:pt x="1023113" y="1773618"/>
                  </a:lnTo>
                  <a:lnTo>
                    <a:pt x="1023168" y="1774772"/>
                  </a:lnTo>
                  <a:lnTo>
                    <a:pt x="1022596" y="1775618"/>
                  </a:lnTo>
                  <a:lnTo>
                    <a:pt x="1022595" y="1775979"/>
                  </a:lnTo>
                  <a:lnTo>
                    <a:pt x="1022155" y="1776208"/>
                  </a:lnTo>
                  <a:lnTo>
                    <a:pt x="1021095" y="1777836"/>
                  </a:lnTo>
                  <a:lnTo>
                    <a:pt x="1020817" y="1777953"/>
                  </a:lnTo>
                  <a:lnTo>
                    <a:pt x="1020688" y="1779071"/>
                  </a:lnTo>
                  <a:lnTo>
                    <a:pt x="1020044" y="1780996"/>
                  </a:lnTo>
                  <a:lnTo>
                    <a:pt x="1020290" y="1781275"/>
                  </a:lnTo>
                  <a:lnTo>
                    <a:pt x="1020397" y="1783442"/>
                  </a:lnTo>
                  <a:lnTo>
                    <a:pt x="1020064" y="1783722"/>
                  </a:lnTo>
                  <a:lnTo>
                    <a:pt x="1019393" y="1785280"/>
                  </a:lnTo>
                  <a:lnTo>
                    <a:pt x="1019150" y="1786874"/>
                  </a:lnTo>
                  <a:lnTo>
                    <a:pt x="1019445" y="1787349"/>
                  </a:lnTo>
                  <a:lnTo>
                    <a:pt x="1019253" y="1788120"/>
                  </a:lnTo>
                  <a:lnTo>
                    <a:pt x="1019514" y="1788695"/>
                  </a:lnTo>
                  <a:lnTo>
                    <a:pt x="1019719" y="1790818"/>
                  </a:lnTo>
                  <a:lnTo>
                    <a:pt x="1019690" y="1791356"/>
                  </a:lnTo>
                  <a:lnTo>
                    <a:pt x="1019242" y="1791985"/>
                  </a:lnTo>
                  <a:lnTo>
                    <a:pt x="1018825" y="1793465"/>
                  </a:lnTo>
                  <a:lnTo>
                    <a:pt x="1017961" y="1794528"/>
                  </a:lnTo>
                  <a:lnTo>
                    <a:pt x="1017365" y="1794595"/>
                  </a:lnTo>
                  <a:lnTo>
                    <a:pt x="1017393" y="1794932"/>
                  </a:lnTo>
                  <a:lnTo>
                    <a:pt x="1016750" y="1795269"/>
                  </a:lnTo>
                  <a:lnTo>
                    <a:pt x="1016298" y="1795883"/>
                  </a:lnTo>
                  <a:lnTo>
                    <a:pt x="1015288" y="1798338"/>
                  </a:lnTo>
                  <a:lnTo>
                    <a:pt x="1015332" y="1798787"/>
                  </a:lnTo>
                  <a:lnTo>
                    <a:pt x="1014809" y="1799714"/>
                  </a:lnTo>
                  <a:lnTo>
                    <a:pt x="1014688" y="1800382"/>
                  </a:lnTo>
                  <a:lnTo>
                    <a:pt x="1015267" y="1801530"/>
                  </a:lnTo>
                  <a:lnTo>
                    <a:pt x="1015371" y="1803535"/>
                  </a:lnTo>
                  <a:lnTo>
                    <a:pt x="1014899" y="1806230"/>
                  </a:lnTo>
                  <a:lnTo>
                    <a:pt x="1014453" y="1806571"/>
                  </a:lnTo>
                  <a:lnTo>
                    <a:pt x="1014390" y="1807005"/>
                  </a:lnTo>
                  <a:lnTo>
                    <a:pt x="1013156" y="1808486"/>
                  </a:lnTo>
                  <a:lnTo>
                    <a:pt x="1012869" y="1808566"/>
                  </a:lnTo>
                  <a:lnTo>
                    <a:pt x="1012995" y="1808888"/>
                  </a:lnTo>
                  <a:lnTo>
                    <a:pt x="1012620" y="1808895"/>
                  </a:lnTo>
                  <a:lnTo>
                    <a:pt x="1011425" y="1810263"/>
                  </a:lnTo>
                  <a:lnTo>
                    <a:pt x="1010125" y="1811314"/>
                  </a:lnTo>
                  <a:lnTo>
                    <a:pt x="1010327" y="1811775"/>
                  </a:lnTo>
                  <a:lnTo>
                    <a:pt x="1010813" y="1812073"/>
                  </a:lnTo>
                  <a:lnTo>
                    <a:pt x="1008551" y="1826481"/>
                  </a:lnTo>
                  <a:lnTo>
                    <a:pt x="1010716" y="1842027"/>
                  </a:lnTo>
                  <a:lnTo>
                    <a:pt x="1013302" y="1856750"/>
                  </a:lnTo>
                  <a:lnTo>
                    <a:pt x="1013486" y="1860063"/>
                  </a:lnTo>
                  <a:lnTo>
                    <a:pt x="1013639" y="1862368"/>
                  </a:lnTo>
                  <a:lnTo>
                    <a:pt x="1014077" y="1864028"/>
                  </a:lnTo>
                  <a:lnTo>
                    <a:pt x="1014565" y="1864706"/>
                  </a:lnTo>
                  <a:lnTo>
                    <a:pt x="1014470" y="1865559"/>
                  </a:lnTo>
                  <a:lnTo>
                    <a:pt x="1013556" y="1866269"/>
                  </a:lnTo>
                  <a:lnTo>
                    <a:pt x="1011627" y="1869390"/>
                  </a:lnTo>
                  <a:lnTo>
                    <a:pt x="1010684" y="1870396"/>
                  </a:lnTo>
                  <a:lnTo>
                    <a:pt x="1010387" y="1873156"/>
                  </a:lnTo>
                  <a:lnTo>
                    <a:pt x="1009210" y="1874764"/>
                  </a:lnTo>
                  <a:lnTo>
                    <a:pt x="1008218" y="1876652"/>
                  </a:lnTo>
                  <a:lnTo>
                    <a:pt x="1006694" y="1879735"/>
                  </a:lnTo>
                  <a:lnTo>
                    <a:pt x="1006230" y="1881243"/>
                  </a:lnTo>
                  <a:lnTo>
                    <a:pt x="1007597" y="1882435"/>
                  </a:lnTo>
                  <a:lnTo>
                    <a:pt x="1007609" y="1883639"/>
                  </a:lnTo>
                  <a:lnTo>
                    <a:pt x="1008245" y="1884464"/>
                  </a:lnTo>
                  <a:lnTo>
                    <a:pt x="1007978" y="1884974"/>
                  </a:lnTo>
                  <a:lnTo>
                    <a:pt x="1007780" y="1887061"/>
                  </a:lnTo>
                  <a:lnTo>
                    <a:pt x="1008103" y="1888690"/>
                  </a:lnTo>
                  <a:lnTo>
                    <a:pt x="1008604" y="1889054"/>
                  </a:lnTo>
                  <a:lnTo>
                    <a:pt x="1009804" y="1890764"/>
                  </a:lnTo>
                  <a:lnTo>
                    <a:pt x="1009508" y="1891498"/>
                  </a:lnTo>
                  <a:lnTo>
                    <a:pt x="1010293" y="1893507"/>
                  </a:lnTo>
                  <a:lnTo>
                    <a:pt x="1009113" y="1895154"/>
                  </a:lnTo>
                  <a:lnTo>
                    <a:pt x="1009189" y="1895973"/>
                  </a:lnTo>
                  <a:lnTo>
                    <a:pt x="1009446" y="1896257"/>
                  </a:lnTo>
                  <a:lnTo>
                    <a:pt x="1017850" y="1892609"/>
                  </a:lnTo>
                  <a:lnTo>
                    <a:pt x="1018262" y="1892636"/>
                  </a:lnTo>
                  <a:lnTo>
                    <a:pt x="1018897" y="1893195"/>
                  </a:lnTo>
                  <a:lnTo>
                    <a:pt x="1023567" y="1895217"/>
                  </a:lnTo>
                  <a:lnTo>
                    <a:pt x="1025883" y="1895075"/>
                  </a:lnTo>
                  <a:lnTo>
                    <a:pt x="1029130" y="1895701"/>
                  </a:lnTo>
                  <a:lnTo>
                    <a:pt x="1028511" y="1899358"/>
                  </a:lnTo>
                  <a:lnTo>
                    <a:pt x="1029417" y="1902402"/>
                  </a:lnTo>
                  <a:lnTo>
                    <a:pt x="1032955" y="1901609"/>
                  </a:lnTo>
                  <a:lnTo>
                    <a:pt x="1033407" y="1901289"/>
                  </a:lnTo>
                  <a:lnTo>
                    <a:pt x="1034735" y="190141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pg125">
              <a:extLst>
                <a:ext uri="{FF2B5EF4-FFF2-40B4-BE49-F238E27FC236}">
                  <a16:creationId xmlns:a16="http://schemas.microsoft.com/office/drawing/2014/main" id="{893AC378-5B02-228A-9D21-982ADB0DD40F}"/>
                </a:ext>
              </a:extLst>
            </p:cNvPr>
            <p:cNvSpPr/>
            <p:nvPr/>
          </p:nvSpPr>
          <p:spPr>
            <a:xfrm>
              <a:off x="3174494" y="1764920"/>
              <a:ext cx="2077106" cy="1742277"/>
            </a:xfrm>
            <a:custGeom>
              <a:avLst/>
              <a:gdLst/>
              <a:ahLst/>
              <a:cxnLst/>
              <a:rect l="0" t="0" r="0" b="0"/>
              <a:pathLst>
                <a:path w="2077106" h="1742277">
                  <a:moveTo>
                    <a:pt x="1642473" y="1566404"/>
                  </a:moveTo>
                  <a:lnTo>
                    <a:pt x="1641993" y="1565197"/>
                  </a:lnTo>
                  <a:lnTo>
                    <a:pt x="1640743" y="1566505"/>
                  </a:lnTo>
                  <a:lnTo>
                    <a:pt x="1639702" y="1567186"/>
                  </a:lnTo>
                  <a:lnTo>
                    <a:pt x="1638358" y="1567315"/>
                  </a:lnTo>
                  <a:lnTo>
                    <a:pt x="1637135" y="1567617"/>
                  </a:lnTo>
                  <a:lnTo>
                    <a:pt x="1635843" y="1567015"/>
                  </a:lnTo>
                  <a:lnTo>
                    <a:pt x="1635036" y="1567957"/>
                  </a:lnTo>
                  <a:lnTo>
                    <a:pt x="1633061" y="1569280"/>
                  </a:lnTo>
                  <a:lnTo>
                    <a:pt x="1630690" y="1569908"/>
                  </a:lnTo>
                  <a:lnTo>
                    <a:pt x="1630455" y="1569766"/>
                  </a:lnTo>
                  <a:lnTo>
                    <a:pt x="1629245" y="1571059"/>
                  </a:lnTo>
                  <a:lnTo>
                    <a:pt x="1627414" y="1571525"/>
                  </a:lnTo>
                  <a:lnTo>
                    <a:pt x="1623428" y="1570904"/>
                  </a:lnTo>
                  <a:lnTo>
                    <a:pt x="1620117" y="1569610"/>
                  </a:lnTo>
                  <a:lnTo>
                    <a:pt x="1615376" y="1568126"/>
                  </a:lnTo>
                  <a:lnTo>
                    <a:pt x="1614534" y="1568291"/>
                  </a:lnTo>
                  <a:lnTo>
                    <a:pt x="1613915" y="1567966"/>
                  </a:lnTo>
                  <a:lnTo>
                    <a:pt x="1613015" y="1567979"/>
                  </a:lnTo>
                  <a:lnTo>
                    <a:pt x="1610606" y="1567263"/>
                  </a:lnTo>
                  <a:lnTo>
                    <a:pt x="1609021" y="1566410"/>
                  </a:lnTo>
                  <a:lnTo>
                    <a:pt x="1603699" y="1565401"/>
                  </a:lnTo>
                  <a:lnTo>
                    <a:pt x="1602731" y="1564276"/>
                  </a:lnTo>
                  <a:lnTo>
                    <a:pt x="1601781" y="1563936"/>
                  </a:lnTo>
                  <a:lnTo>
                    <a:pt x="1599716" y="1562416"/>
                  </a:lnTo>
                  <a:lnTo>
                    <a:pt x="1599323" y="1561793"/>
                  </a:lnTo>
                  <a:lnTo>
                    <a:pt x="1599135" y="1560870"/>
                  </a:lnTo>
                  <a:lnTo>
                    <a:pt x="1598323" y="1560811"/>
                  </a:lnTo>
                  <a:lnTo>
                    <a:pt x="1597384" y="1560104"/>
                  </a:lnTo>
                  <a:lnTo>
                    <a:pt x="1596575" y="1559860"/>
                  </a:lnTo>
                  <a:lnTo>
                    <a:pt x="1596252" y="1560159"/>
                  </a:lnTo>
                  <a:lnTo>
                    <a:pt x="1595833" y="1560175"/>
                  </a:lnTo>
                  <a:lnTo>
                    <a:pt x="1594493" y="1559631"/>
                  </a:lnTo>
                  <a:lnTo>
                    <a:pt x="1593802" y="1559581"/>
                  </a:lnTo>
                  <a:lnTo>
                    <a:pt x="1593059" y="1560209"/>
                  </a:lnTo>
                  <a:lnTo>
                    <a:pt x="1592288" y="1559941"/>
                  </a:lnTo>
                  <a:lnTo>
                    <a:pt x="1588912" y="1557917"/>
                  </a:lnTo>
                  <a:lnTo>
                    <a:pt x="1588355" y="1557017"/>
                  </a:lnTo>
                  <a:lnTo>
                    <a:pt x="1587450" y="1556252"/>
                  </a:lnTo>
                  <a:lnTo>
                    <a:pt x="1586189" y="1555965"/>
                  </a:lnTo>
                  <a:lnTo>
                    <a:pt x="1585964" y="1556130"/>
                  </a:lnTo>
                  <a:lnTo>
                    <a:pt x="1583571" y="1555517"/>
                  </a:lnTo>
                  <a:lnTo>
                    <a:pt x="1582062" y="1554460"/>
                  </a:lnTo>
                  <a:lnTo>
                    <a:pt x="1581090" y="1552954"/>
                  </a:lnTo>
                  <a:lnTo>
                    <a:pt x="1580852" y="1553140"/>
                  </a:lnTo>
                  <a:lnTo>
                    <a:pt x="1580586" y="1552709"/>
                  </a:lnTo>
                  <a:lnTo>
                    <a:pt x="1579815" y="1552596"/>
                  </a:lnTo>
                  <a:lnTo>
                    <a:pt x="1579255" y="1552102"/>
                  </a:lnTo>
                  <a:lnTo>
                    <a:pt x="1578557" y="1552127"/>
                  </a:lnTo>
                  <a:lnTo>
                    <a:pt x="1577576" y="1551679"/>
                  </a:lnTo>
                  <a:lnTo>
                    <a:pt x="1576060" y="1552442"/>
                  </a:lnTo>
                  <a:lnTo>
                    <a:pt x="1573902" y="1552153"/>
                  </a:lnTo>
                  <a:lnTo>
                    <a:pt x="1572294" y="1551196"/>
                  </a:lnTo>
                  <a:lnTo>
                    <a:pt x="1570916" y="1550873"/>
                  </a:lnTo>
                  <a:lnTo>
                    <a:pt x="1566994" y="1548528"/>
                  </a:lnTo>
                  <a:lnTo>
                    <a:pt x="1565279" y="1547843"/>
                  </a:lnTo>
                  <a:lnTo>
                    <a:pt x="1564383" y="1546518"/>
                  </a:lnTo>
                  <a:lnTo>
                    <a:pt x="1563072" y="1545495"/>
                  </a:lnTo>
                  <a:lnTo>
                    <a:pt x="1562064" y="1545579"/>
                  </a:lnTo>
                  <a:lnTo>
                    <a:pt x="1560875" y="1545242"/>
                  </a:lnTo>
                  <a:lnTo>
                    <a:pt x="1560244" y="1545309"/>
                  </a:lnTo>
                  <a:lnTo>
                    <a:pt x="1559826" y="1545630"/>
                  </a:lnTo>
                  <a:lnTo>
                    <a:pt x="1558210" y="1545660"/>
                  </a:lnTo>
                  <a:lnTo>
                    <a:pt x="1555608" y="1545010"/>
                  </a:lnTo>
                  <a:lnTo>
                    <a:pt x="1553683" y="1545142"/>
                  </a:lnTo>
                  <a:lnTo>
                    <a:pt x="1552748" y="1543717"/>
                  </a:lnTo>
                  <a:lnTo>
                    <a:pt x="1551244" y="1543028"/>
                  </a:lnTo>
                  <a:lnTo>
                    <a:pt x="1550710" y="1542512"/>
                  </a:lnTo>
                  <a:lnTo>
                    <a:pt x="1549216" y="1542843"/>
                  </a:lnTo>
                  <a:lnTo>
                    <a:pt x="1548505" y="1542647"/>
                  </a:lnTo>
                  <a:lnTo>
                    <a:pt x="1546540" y="1542846"/>
                  </a:lnTo>
                  <a:lnTo>
                    <a:pt x="1546085" y="1542653"/>
                  </a:lnTo>
                  <a:lnTo>
                    <a:pt x="1543064" y="1543044"/>
                  </a:lnTo>
                  <a:lnTo>
                    <a:pt x="1542585" y="1541621"/>
                  </a:lnTo>
                  <a:lnTo>
                    <a:pt x="1542045" y="1541094"/>
                  </a:lnTo>
                  <a:lnTo>
                    <a:pt x="1541923" y="1540315"/>
                  </a:lnTo>
                  <a:lnTo>
                    <a:pt x="1541700" y="1540184"/>
                  </a:lnTo>
                  <a:lnTo>
                    <a:pt x="1540623" y="1540178"/>
                  </a:lnTo>
                  <a:lnTo>
                    <a:pt x="1538416" y="1539182"/>
                  </a:lnTo>
                  <a:lnTo>
                    <a:pt x="1536499" y="1539072"/>
                  </a:lnTo>
                  <a:lnTo>
                    <a:pt x="1536016" y="1538727"/>
                  </a:lnTo>
                  <a:lnTo>
                    <a:pt x="1534115" y="1538909"/>
                  </a:lnTo>
                  <a:lnTo>
                    <a:pt x="1531659" y="1537911"/>
                  </a:lnTo>
                  <a:lnTo>
                    <a:pt x="1528565" y="1537771"/>
                  </a:lnTo>
                  <a:lnTo>
                    <a:pt x="1527337" y="1537507"/>
                  </a:lnTo>
                  <a:lnTo>
                    <a:pt x="1526055" y="1536439"/>
                  </a:lnTo>
                  <a:lnTo>
                    <a:pt x="1525292" y="1536407"/>
                  </a:lnTo>
                  <a:lnTo>
                    <a:pt x="1523754" y="1535833"/>
                  </a:lnTo>
                  <a:lnTo>
                    <a:pt x="1523245" y="1535242"/>
                  </a:lnTo>
                  <a:lnTo>
                    <a:pt x="1521977" y="1534775"/>
                  </a:lnTo>
                  <a:lnTo>
                    <a:pt x="1521104" y="1533667"/>
                  </a:lnTo>
                  <a:lnTo>
                    <a:pt x="1519067" y="1534065"/>
                  </a:lnTo>
                  <a:lnTo>
                    <a:pt x="1518493" y="1533732"/>
                  </a:lnTo>
                  <a:lnTo>
                    <a:pt x="1517890" y="1533751"/>
                  </a:lnTo>
                  <a:lnTo>
                    <a:pt x="1517391" y="1534094"/>
                  </a:lnTo>
                  <a:lnTo>
                    <a:pt x="1513934" y="1532815"/>
                  </a:lnTo>
                  <a:lnTo>
                    <a:pt x="1512409" y="1532781"/>
                  </a:lnTo>
                  <a:lnTo>
                    <a:pt x="1512270" y="1532376"/>
                  </a:lnTo>
                  <a:lnTo>
                    <a:pt x="1511750" y="1532072"/>
                  </a:lnTo>
                  <a:lnTo>
                    <a:pt x="1510169" y="1531644"/>
                  </a:lnTo>
                  <a:lnTo>
                    <a:pt x="1509628" y="1531207"/>
                  </a:lnTo>
                  <a:lnTo>
                    <a:pt x="1508786" y="1530982"/>
                  </a:lnTo>
                  <a:lnTo>
                    <a:pt x="1506835" y="1530828"/>
                  </a:lnTo>
                  <a:lnTo>
                    <a:pt x="1505772" y="1531219"/>
                  </a:lnTo>
                  <a:lnTo>
                    <a:pt x="1504416" y="1531171"/>
                  </a:lnTo>
                  <a:lnTo>
                    <a:pt x="1502967" y="1530094"/>
                  </a:lnTo>
                  <a:lnTo>
                    <a:pt x="1502032" y="1529721"/>
                  </a:lnTo>
                  <a:lnTo>
                    <a:pt x="1500528" y="1529376"/>
                  </a:lnTo>
                  <a:lnTo>
                    <a:pt x="1498077" y="1529439"/>
                  </a:lnTo>
                  <a:lnTo>
                    <a:pt x="1495640" y="1528241"/>
                  </a:lnTo>
                  <a:lnTo>
                    <a:pt x="1493921" y="1526878"/>
                  </a:lnTo>
                  <a:lnTo>
                    <a:pt x="1491234" y="1527396"/>
                  </a:lnTo>
                  <a:lnTo>
                    <a:pt x="1490723" y="1527690"/>
                  </a:lnTo>
                  <a:lnTo>
                    <a:pt x="1489675" y="1527725"/>
                  </a:lnTo>
                  <a:lnTo>
                    <a:pt x="1488495" y="1528244"/>
                  </a:lnTo>
                  <a:lnTo>
                    <a:pt x="1487285" y="1528130"/>
                  </a:lnTo>
                  <a:lnTo>
                    <a:pt x="1486063" y="1528540"/>
                  </a:lnTo>
                  <a:lnTo>
                    <a:pt x="1482360" y="1529093"/>
                  </a:lnTo>
                  <a:lnTo>
                    <a:pt x="1480913" y="1530049"/>
                  </a:lnTo>
                  <a:lnTo>
                    <a:pt x="1479642" y="1529874"/>
                  </a:lnTo>
                  <a:lnTo>
                    <a:pt x="1476272" y="1530675"/>
                  </a:lnTo>
                  <a:lnTo>
                    <a:pt x="1473692" y="1530735"/>
                  </a:lnTo>
                  <a:lnTo>
                    <a:pt x="1471846" y="1529878"/>
                  </a:lnTo>
                  <a:lnTo>
                    <a:pt x="1470799" y="1529855"/>
                  </a:lnTo>
                  <a:lnTo>
                    <a:pt x="1467805" y="1528798"/>
                  </a:lnTo>
                  <a:lnTo>
                    <a:pt x="1464560" y="1527122"/>
                  </a:lnTo>
                  <a:lnTo>
                    <a:pt x="1463560" y="1526937"/>
                  </a:lnTo>
                  <a:lnTo>
                    <a:pt x="1462839" y="1525842"/>
                  </a:lnTo>
                  <a:lnTo>
                    <a:pt x="1461866" y="1525920"/>
                  </a:lnTo>
                  <a:lnTo>
                    <a:pt x="1461083" y="1525249"/>
                  </a:lnTo>
                  <a:lnTo>
                    <a:pt x="1460589" y="1525589"/>
                  </a:lnTo>
                  <a:lnTo>
                    <a:pt x="1459577" y="1525807"/>
                  </a:lnTo>
                  <a:lnTo>
                    <a:pt x="1459133" y="1526602"/>
                  </a:lnTo>
                  <a:lnTo>
                    <a:pt x="1458608" y="1526906"/>
                  </a:lnTo>
                  <a:lnTo>
                    <a:pt x="1454611" y="1528514"/>
                  </a:lnTo>
                  <a:lnTo>
                    <a:pt x="1453494" y="1530006"/>
                  </a:lnTo>
                  <a:lnTo>
                    <a:pt x="1452673" y="1530359"/>
                  </a:lnTo>
                  <a:lnTo>
                    <a:pt x="1451728" y="1530383"/>
                  </a:lnTo>
                  <a:lnTo>
                    <a:pt x="1450003" y="1531320"/>
                  </a:lnTo>
                  <a:lnTo>
                    <a:pt x="1448610" y="1533252"/>
                  </a:lnTo>
                  <a:lnTo>
                    <a:pt x="1448698" y="1533723"/>
                  </a:lnTo>
                  <a:lnTo>
                    <a:pt x="1448126" y="1534460"/>
                  </a:lnTo>
                  <a:lnTo>
                    <a:pt x="1447756" y="1535467"/>
                  </a:lnTo>
                  <a:lnTo>
                    <a:pt x="1447368" y="1535707"/>
                  </a:lnTo>
                  <a:lnTo>
                    <a:pt x="1446302" y="1537248"/>
                  </a:lnTo>
                  <a:lnTo>
                    <a:pt x="1445645" y="1537537"/>
                  </a:lnTo>
                  <a:lnTo>
                    <a:pt x="1445290" y="1538202"/>
                  </a:lnTo>
                  <a:lnTo>
                    <a:pt x="1444180" y="1538882"/>
                  </a:lnTo>
                  <a:lnTo>
                    <a:pt x="1443479" y="1539611"/>
                  </a:lnTo>
                  <a:lnTo>
                    <a:pt x="1442980" y="1541147"/>
                  </a:lnTo>
                  <a:lnTo>
                    <a:pt x="1441094" y="1541867"/>
                  </a:lnTo>
                  <a:lnTo>
                    <a:pt x="1439845" y="1543278"/>
                  </a:lnTo>
                  <a:lnTo>
                    <a:pt x="1438096" y="1544524"/>
                  </a:lnTo>
                  <a:lnTo>
                    <a:pt x="1436119" y="1544339"/>
                  </a:lnTo>
                  <a:lnTo>
                    <a:pt x="1434771" y="1543847"/>
                  </a:lnTo>
                  <a:lnTo>
                    <a:pt x="1434221" y="1544125"/>
                  </a:lnTo>
                  <a:lnTo>
                    <a:pt x="1432558" y="1543357"/>
                  </a:lnTo>
                  <a:lnTo>
                    <a:pt x="1430142" y="1542780"/>
                  </a:lnTo>
                  <a:lnTo>
                    <a:pt x="1430050" y="1543025"/>
                  </a:lnTo>
                  <a:lnTo>
                    <a:pt x="1429109" y="1542553"/>
                  </a:lnTo>
                  <a:lnTo>
                    <a:pt x="1427871" y="1541512"/>
                  </a:lnTo>
                  <a:lnTo>
                    <a:pt x="1427857" y="1541102"/>
                  </a:lnTo>
                  <a:lnTo>
                    <a:pt x="1427376" y="1540783"/>
                  </a:lnTo>
                  <a:lnTo>
                    <a:pt x="1426784" y="1539430"/>
                  </a:lnTo>
                  <a:lnTo>
                    <a:pt x="1425630" y="1538294"/>
                  </a:lnTo>
                  <a:lnTo>
                    <a:pt x="1423345" y="1537880"/>
                  </a:lnTo>
                  <a:lnTo>
                    <a:pt x="1421919" y="1536786"/>
                  </a:lnTo>
                  <a:lnTo>
                    <a:pt x="1421067" y="1535807"/>
                  </a:lnTo>
                  <a:lnTo>
                    <a:pt x="1418166" y="1534551"/>
                  </a:lnTo>
                  <a:lnTo>
                    <a:pt x="1417188" y="1533515"/>
                  </a:lnTo>
                  <a:lnTo>
                    <a:pt x="1417572" y="1533289"/>
                  </a:lnTo>
                  <a:lnTo>
                    <a:pt x="1417650" y="1532564"/>
                  </a:lnTo>
                  <a:lnTo>
                    <a:pt x="1414912" y="1530165"/>
                  </a:lnTo>
                  <a:lnTo>
                    <a:pt x="1414750" y="1529705"/>
                  </a:lnTo>
                  <a:lnTo>
                    <a:pt x="1413009" y="1527938"/>
                  </a:lnTo>
                  <a:lnTo>
                    <a:pt x="1412854" y="1527361"/>
                  </a:lnTo>
                  <a:lnTo>
                    <a:pt x="1411707" y="1527003"/>
                  </a:lnTo>
                  <a:lnTo>
                    <a:pt x="1411561" y="1525868"/>
                  </a:lnTo>
                  <a:lnTo>
                    <a:pt x="1410905" y="1524714"/>
                  </a:lnTo>
                  <a:lnTo>
                    <a:pt x="1410581" y="1523093"/>
                  </a:lnTo>
                  <a:lnTo>
                    <a:pt x="1411028" y="1521520"/>
                  </a:lnTo>
                  <a:lnTo>
                    <a:pt x="1411020" y="1518890"/>
                  </a:lnTo>
                  <a:lnTo>
                    <a:pt x="1411344" y="1518245"/>
                  </a:lnTo>
                  <a:lnTo>
                    <a:pt x="1411113" y="1518027"/>
                  </a:lnTo>
                  <a:lnTo>
                    <a:pt x="1410938" y="1515813"/>
                  </a:lnTo>
                  <a:lnTo>
                    <a:pt x="1410292" y="1513839"/>
                  </a:lnTo>
                  <a:lnTo>
                    <a:pt x="1410511" y="1510605"/>
                  </a:lnTo>
                  <a:lnTo>
                    <a:pt x="1409677" y="1507428"/>
                  </a:lnTo>
                  <a:lnTo>
                    <a:pt x="1409182" y="1507503"/>
                  </a:lnTo>
                  <a:lnTo>
                    <a:pt x="1408460" y="1506795"/>
                  </a:lnTo>
                  <a:lnTo>
                    <a:pt x="1404840" y="1505425"/>
                  </a:lnTo>
                  <a:lnTo>
                    <a:pt x="1399618" y="1502768"/>
                  </a:lnTo>
                  <a:lnTo>
                    <a:pt x="1398546" y="1502788"/>
                  </a:lnTo>
                  <a:lnTo>
                    <a:pt x="1396599" y="1502295"/>
                  </a:lnTo>
                  <a:lnTo>
                    <a:pt x="1394798" y="1501067"/>
                  </a:lnTo>
                  <a:lnTo>
                    <a:pt x="1393329" y="1499637"/>
                  </a:lnTo>
                  <a:lnTo>
                    <a:pt x="1392394" y="1498360"/>
                  </a:lnTo>
                  <a:lnTo>
                    <a:pt x="1390938" y="1497635"/>
                  </a:lnTo>
                  <a:lnTo>
                    <a:pt x="1390320" y="1497742"/>
                  </a:lnTo>
                  <a:lnTo>
                    <a:pt x="1389746" y="1497496"/>
                  </a:lnTo>
                  <a:lnTo>
                    <a:pt x="1389386" y="1497916"/>
                  </a:lnTo>
                  <a:lnTo>
                    <a:pt x="1389055" y="1497903"/>
                  </a:lnTo>
                  <a:lnTo>
                    <a:pt x="1389032" y="1498135"/>
                  </a:lnTo>
                  <a:lnTo>
                    <a:pt x="1387750" y="1497988"/>
                  </a:lnTo>
                  <a:lnTo>
                    <a:pt x="1386528" y="1498278"/>
                  </a:lnTo>
                  <a:lnTo>
                    <a:pt x="1383335" y="1499358"/>
                  </a:lnTo>
                  <a:lnTo>
                    <a:pt x="1382520" y="1499854"/>
                  </a:lnTo>
                  <a:lnTo>
                    <a:pt x="1382171" y="1500350"/>
                  </a:lnTo>
                  <a:lnTo>
                    <a:pt x="1381833" y="1500328"/>
                  </a:lnTo>
                  <a:lnTo>
                    <a:pt x="1372932" y="1502781"/>
                  </a:lnTo>
                  <a:lnTo>
                    <a:pt x="1370633" y="1502083"/>
                  </a:lnTo>
                  <a:lnTo>
                    <a:pt x="1365619" y="1503038"/>
                  </a:lnTo>
                  <a:lnTo>
                    <a:pt x="1364251" y="1502760"/>
                  </a:lnTo>
                  <a:lnTo>
                    <a:pt x="1358067" y="1502704"/>
                  </a:lnTo>
                  <a:lnTo>
                    <a:pt x="1350058" y="1506772"/>
                  </a:lnTo>
                  <a:lnTo>
                    <a:pt x="1348291" y="1510252"/>
                  </a:lnTo>
                  <a:lnTo>
                    <a:pt x="1340019" y="1512571"/>
                  </a:lnTo>
                  <a:lnTo>
                    <a:pt x="1335043" y="1514611"/>
                  </a:lnTo>
                  <a:lnTo>
                    <a:pt x="1333617" y="1517799"/>
                  </a:lnTo>
                  <a:lnTo>
                    <a:pt x="1325760" y="1516790"/>
                  </a:lnTo>
                  <a:lnTo>
                    <a:pt x="1322616" y="1515161"/>
                  </a:lnTo>
                  <a:lnTo>
                    <a:pt x="1319252" y="1509647"/>
                  </a:lnTo>
                  <a:lnTo>
                    <a:pt x="1311981" y="1504622"/>
                  </a:lnTo>
                  <a:lnTo>
                    <a:pt x="1298110" y="1503408"/>
                  </a:lnTo>
                  <a:lnTo>
                    <a:pt x="1288572" y="1508827"/>
                  </a:lnTo>
                  <a:lnTo>
                    <a:pt x="1285752" y="1509834"/>
                  </a:lnTo>
                  <a:lnTo>
                    <a:pt x="1280062" y="1512583"/>
                  </a:lnTo>
                  <a:lnTo>
                    <a:pt x="1273556" y="1514949"/>
                  </a:lnTo>
                  <a:lnTo>
                    <a:pt x="1269431" y="1515673"/>
                  </a:lnTo>
                  <a:lnTo>
                    <a:pt x="1268268" y="1515514"/>
                  </a:lnTo>
                  <a:lnTo>
                    <a:pt x="1266469" y="1518258"/>
                  </a:lnTo>
                  <a:lnTo>
                    <a:pt x="1266306" y="1521222"/>
                  </a:lnTo>
                  <a:lnTo>
                    <a:pt x="1263533" y="1529651"/>
                  </a:lnTo>
                  <a:lnTo>
                    <a:pt x="1259022" y="1535570"/>
                  </a:lnTo>
                  <a:lnTo>
                    <a:pt x="1257369" y="1540473"/>
                  </a:lnTo>
                  <a:lnTo>
                    <a:pt x="1256930" y="1540879"/>
                  </a:lnTo>
                  <a:lnTo>
                    <a:pt x="1263603" y="1546726"/>
                  </a:lnTo>
                  <a:lnTo>
                    <a:pt x="1266888" y="1573011"/>
                  </a:lnTo>
                  <a:lnTo>
                    <a:pt x="1266375" y="1574162"/>
                  </a:lnTo>
                  <a:lnTo>
                    <a:pt x="1244472" y="1579762"/>
                  </a:lnTo>
                  <a:lnTo>
                    <a:pt x="1230103" y="1584438"/>
                  </a:lnTo>
                  <a:lnTo>
                    <a:pt x="1224130" y="1584108"/>
                  </a:lnTo>
                  <a:lnTo>
                    <a:pt x="1218751" y="1584646"/>
                  </a:lnTo>
                  <a:lnTo>
                    <a:pt x="1210888" y="1586790"/>
                  </a:lnTo>
                  <a:lnTo>
                    <a:pt x="1201306" y="1586694"/>
                  </a:lnTo>
                  <a:lnTo>
                    <a:pt x="1197428" y="1584912"/>
                  </a:lnTo>
                  <a:lnTo>
                    <a:pt x="1191190" y="1587429"/>
                  </a:lnTo>
                  <a:lnTo>
                    <a:pt x="1188452" y="1589445"/>
                  </a:lnTo>
                  <a:lnTo>
                    <a:pt x="1182895" y="1588051"/>
                  </a:lnTo>
                  <a:lnTo>
                    <a:pt x="1179059" y="1589522"/>
                  </a:lnTo>
                  <a:lnTo>
                    <a:pt x="1177615" y="1591397"/>
                  </a:lnTo>
                  <a:lnTo>
                    <a:pt x="1172825" y="1595499"/>
                  </a:lnTo>
                  <a:lnTo>
                    <a:pt x="1165885" y="1597963"/>
                  </a:lnTo>
                  <a:lnTo>
                    <a:pt x="1161829" y="1597733"/>
                  </a:lnTo>
                  <a:lnTo>
                    <a:pt x="1156225" y="1598751"/>
                  </a:lnTo>
                  <a:lnTo>
                    <a:pt x="1149003" y="1597157"/>
                  </a:lnTo>
                  <a:lnTo>
                    <a:pt x="1148129" y="1598122"/>
                  </a:lnTo>
                  <a:lnTo>
                    <a:pt x="1146742" y="1599030"/>
                  </a:lnTo>
                  <a:lnTo>
                    <a:pt x="1142249" y="1598822"/>
                  </a:lnTo>
                  <a:lnTo>
                    <a:pt x="1141580" y="1598974"/>
                  </a:lnTo>
                  <a:lnTo>
                    <a:pt x="1138581" y="1603051"/>
                  </a:lnTo>
                  <a:lnTo>
                    <a:pt x="1137171" y="1606864"/>
                  </a:lnTo>
                  <a:lnTo>
                    <a:pt x="1136144" y="1608296"/>
                  </a:lnTo>
                  <a:lnTo>
                    <a:pt x="1134774" y="1611271"/>
                  </a:lnTo>
                  <a:lnTo>
                    <a:pt x="1131157" y="1612011"/>
                  </a:lnTo>
                  <a:lnTo>
                    <a:pt x="1127375" y="1612327"/>
                  </a:lnTo>
                  <a:lnTo>
                    <a:pt x="1118729" y="1613757"/>
                  </a:lnTo>
                  <a:lnTo>
                    <a:pt x="1112497" y="1612417"/>
                  </a:lnTo>
                  <a:lnTo>
                    <a:pt x="1109449" y="1614049"/>
                  </a:lnTo>
                  <a:lnTo>
                    <a:pt x="1106261" y="1614339"/>
                  </a:lnTo>
                  <a:lnTo>
                    <a:pt x="1100751" y="1613751"/>
                  </a:lnTo>
                  <a:lnTo>
                    <a:pt x="1098682" y="1612794"/>
                  </a:lnTo>
                  <a:lnTo>
                    <a:pt x="1096583" y="1612375"/>
                  </a:lnTo>
                  <a:lnTo>
                    <a:pt x="1094254" y="1610064"/>
                  </a:lnTo>
                  <a:lnTo>
                    <a:pt x="1093823" y="1610121"/>
                  </a:lnTo>
                  <a:lnTo>
                    <a:pt x="1093071" y="1611248"/>
                  </a:lnTo>
                  <a:lnTo>
                    <a:pt x="1091898" y="1611931"/>
                  </a:lnTo>
                  <a:lnTo>
                    <a:pt x="1090355" y="1610260"/>
                  </a:lnTo>
                  <a:lnTo>
                    <a:pt x="1084138" y="1611500"/>
                  </a:lnTo>
                  <a:lnTo>
                    <a:pt x="1083248" y="1615298"/>
                  </a:lnTo>
                  <a:lnTo>
                    <a:pt x="1083151" y="1618742"/>
                  </a:lnTo>
                  <a:lnTo>
                    <a:pt x="1083498" y="1621840"/>
                  </a:lnTo>
                  <a:lnTo>
                    <a:pt x="1082216" y="1625011"/>
                  </a:lnTo>
                  <a:lnTo>
                    <a:pt x="1079567" y="1629137"/>
                  </a:lnTo>
                  <a:lnTo>
                    <a:pt x="1076124" y="1632749"/>
                  </a:lnTo>
                  <a:lnTo>
                    <a:pt x="1072159" y="1631514"/>
                  </a:lnTo>
                  <a:lnTo>
                    <a:pt x="1062137" y="1626527"/>
                  </a:lnTo>
                  <a:lnTo>
                    <a:pt x="1059647" y="1626069"/>
                  </a:lnTo>
                  <a:lnTo>
                    <a:pt x="1056238" y="1622924"/>
                  </a:lnTo>
                  <a:lnTo>
                    <a:pt x="1050240" y="1618362"/>
                  </a:lnTo>
                  <a:lnTo>
                    <a:pt x="1048010" y="1618141"/>
                  </a:lnTo>
                  <a:lnTo>
                    <a:pt x="1045738" y="1619945"/>
                  </a:lnTo>
                  <a:lnTo>
                    <a:pt x="1039529" y="1616315"/>
                  </a:lnTo>
                  <a:lnTo>
                    <a:pt x="1034857" y="1612036"/>
                  </a:lnTo>
                  <a:lnTo>
                    <a:pt x="1033020" y="1610836"/>
                  </a:lnTo>
                  <a:lnTo>
                    <a:pt x="1031519" y="1610765"/>
                  </a:lnTo>
                  <a:lnTo>
                    <a:pt x="1024188" y="1609257"/>
                  </a:lnTo>
                  <a:lnTo>
                    <a:pt x="1018496" y="1605911"/>
                  </a:lnTo>
                  <a:lnTo>
                    <a:pt x="1020417" y="1597134"/>
                  </a:lnTo>
                  <a:lnTo>
                    <a:pt x="1020049" y="1591391"/>
                  </a:lnTo>
                  <a:lnTo>
                    <a:pt x="1016420" y="1587976"/>
                  </a:lnTo>
                  <a:lnTo>
                    <a:pt x="1012441" y="1587201"/>
                  </a:lnTo>
                  <a:lnTo>
                    <a:pt x="1000378" y="1584088"/>
                  </a:lnTo>
                  <a:lnTo>
                    <a:pt x="992454" y="1592341"/>
                  </a:lnTo>
                  <a:lnTo>
                    <a:pt x="981064" y="1597134"/>
                  </a:lnTo>
                  <a:lnTo>
                    <a:pt x="978137" y="1592691"/>
                  </a:lnTo>
                  <a:lnTo>
                    <a:pt x="975238" y="1592083"/>
                  </a:lnTo>
                  <a:lnTo>
                    <a:pt x="971080" y="1592335"/>
                  </a:lnTo>
                  <a:lnTo>
                    <a:pt x="966294" y="1593483"/>
                  </a:lnTo>
                  <a:lnTo>
                    <a:pt x="958824" y="1591637"/>
                  </a:lnTo>
                  <a:lnTo>
                    <a:pt x="954797" y="1587621"/>
                  </a:lnTo>
                  <a:lnTo>
                    <a:pt x="950179" y="1584881"/>
                  </a:lnTo>
                  <a:lnTo>
                    <a:pt x="946053" y="1575286"/>
                  </a:lnTo>
                  <a:lnTo>
                    <a:pt x="947320" y="1573054"/>
                  </a:lnTo>
                  <a:lnTo>
                    <a:pt x="948943" y="1567418"/>
                  </a:lnTo>
                  <a:lnTo>
                    <a:pt x="937508" y="1561312"/>
                  </a:lnTo>
                  <a:lnTo>
                    <a:pt x="935492" y="1559401"/>
                  </a:lnTo>
                  <a:lnTo>
                    <a:pt x="935319" y="1552222"/>
                  </a:lnTo>
                  <a:lnTo>
                    <a:pt x="931235" y="1541243"/>
                  </a:lnTo>
                  <a:lnTo>
                    <a:pt x="928249" y="1537325"/>
                  </a:lnTo>
                  <a:lnTo>
                    <a:pt x="929213" y="1532722"/>
                  </a:lnTo>
                  <a:lnTo>
                    <a:pt x="929477" y="1532465"/>
                  </a:lnTo>
                  <a:lnTo>
                    <a:pt x="920770" y="1528122"/>
                  </a:lnTo>
                  <a:lnTo>
                    <a:pt x="917789" y="1527170"/>
                  </a:lnTo>
                  <a:lnTo>
                    <a:pt x="916737" y="1526419"/>
                  </a:lnTo>
                  <a:lnTo>
                    <a:pt x="909782" y="1523728"/>
                  </a:lnTo>
                  <a:lnTo>
                    <a:pt x="906775" y="1523949"/>
                  </a:lnTo>
                  <a:lnTo>
                    <a:pt x="904574" y="1523747"/>
                  </a:lnTo>
                  <a:lnTo>
                    <a:pt x="903364" y="1524153"/>
                  </a:lnTo>
                  <a:lnTo>
                    <a:pt x="896993" y="1524617"/>
                  </a:lnTo>
                  <a:lnTo>
                    <a:pt x="893204" y="1523948"/>
                  </a:lnTo>
                  <a:lnTo>
                    <a:pt x="890473" y="1524933"/>
                  </a:lnTo>
                  <a:lnTo>
                    <a:pt x="884183" y="1524024"/>
                  </a:lnTo>
                  <a:lnTo>
                    <a:pt x="883873" y="1524478"/>
                  </a:lnTo>
                  <a:lnTo>
                    <a:pt x="882661" y="1524157"/>
                  </a:lnTo>
                  <a:lnTo>
                    <a:pt x="880687" y="1524077"/>
                  </a:lnTo>
                  <a:lnTo>
                    <a:pt x="877627" y="1522314"/>
                  </a:lnTo>
                  <a:lnTo>
                    <a:pt x="875514" y="1520447"/>
                  </a:lnTo>
                  <a:lnTo>
                    <a:pt x="873490" y="1519082"/>
                  </a:lnTo>
                  <a:lnTo>
                    <a:pt x="872695" y="1518783"/>
                  </a:lnTo>
                  <a:lnTo>
                    <a:pt x="869917" y="1519218"/>
                  </a:lnTo>
                  <a:lnTo>
                    <a:pt x="867565" y="1518805"/>
                  </a:lnTo>
                  <a:lnTo>
                    <a:pt x="865641" y="1518969"/>
                  </a:lnTo>
                  <a:lnTo>
                    <a:pt x="864636" y="1519396"/>
                  </a:lnTo>
                  <a:lnTo>
                    <a:pt x="857265" y="1516036"/>
                  </a:lnTo>
                  <a:lnTo>
                    <a:pt x="856235" y="1516776"/>
                  </a:lnTo>
                  <a:lnTo>
                    <a:pt x="855050" y="1517096"/>
                  </a:lnTo>
                  <a:lnTo>
                    <a:pt x="853921" y="1518213"/>
                  </a:lnTo>
                  <a:lnTo>
                    <a:pt x="853046" y="1518640"/>
                  </a:lnTo>
                  <a:lnTo>
                    <a:pt x="851471" y="1518547"/>
                  </a:lnTo>
                  <a:lnTo>
                    <a:pt x="849542" y="1520324"/>
                  </a:lnTo>
                  <a:lnTo>
                    <a:pt x="846147" y="1522822"/>
                  </a:lnTo>
                  <a:lnTo>
                    <a:pt x="845114" y="1524826"/>
                  </a:lnTo>
                  <a:lnTo>
                    <a:pt x="838033" y="1523346"/>
                  </a:lnTo>
                  <a:lnTo>
                    <a:pt x="832955" y="1523178"/>
                  </a:lnTo>
                  <a:lnTo>
                    <a:pt x="830727" y="1523962"/>
                  </a:lnTo>
                  <a:lnTo>
                    <a:pt x="830344" y="1522991"/>
                  </a:lnTo>
                  <a:lnTo>
                    <a:pt x="824507" y="1521802"/>
                  </a:lnTo>
                  <a:lnTo>
                    <a:pt x="822842" y="1521782"/>
                  </a:lnTo>
                  <a:lnTo>
                    <a:pt x="820222" y="1521306"/>
                  </a:lnTo>
                  <a:lnTo>
                    <a:pt x="819353" y="1519592"/>
                  </a:lnTo>
                  <a:lnTo>
                    <a:pt x="818178" y="1518954"/>
                  </a:lnTo>
                  <a:lnTo>
                    <a:pt x="817510" y="1516054"/>
                  </a:lnTo>
                  <a:lnTo>
                    <a:pt x="816302" y="1513273"/>
                  </a:lnTo>
                  <a:lnTo>
                    <a:pt x="814891" y="1508705"/>
                  </a:lnTo>
                  <a:lnTo>
                    <a:pt x="813232" y="1507561"/>
                  </a:lnTo>
                  <a:lnTo>
                    <a:pt x="809930" y="1507145"/>
                  </a:lnTo>
                  <a:lnTo>
                    <a:pt x="807144" y="1505331"/>
                  </a:lnTo>
                  <a:lnTo>
                    <a:pt x="805235" y="1501717"/>
                  </a:lnTo>
                  <a:lnTo>
                    <a:pt x="802508" y="1497584"/>
                  </a:lnTo>
                  <a:lnTo>
                    <a:pt x="800845" y="1498745"/>
                  </a:lnTo>
                  <a:lnTo>
                    <a:pt x="800177" y="1498884"/>
                  </a:lnTo>
                  <a:lnTo>
                    <a:pt x="799341" y="1498685"/>
                  </a:lnTo>
                  <a:lnTo>
                    <a:pt x="798737" y="1498002"/>
                  </a:lnTo>
                  <a:lnTo>
                    <a:pt x="798220" y="1497993"/>
                  </a:lnTo>
                  <a:lnTo>
                    <a:pt x="796514" y="1496964"/>
                  </a:lnTo>
                  <a:lnTo>
                    <a:pt x="796551" y="1496727"/>
                  </a:lnTo>
                  <a:lnTo>
                    <a:pt x="795730" y="1496919"/>
                  </a:lnTo>
                  <a:lnTo>
                    <a:pt x="795223" y="1497370"/>
                  </a:lnTo>
                  <a:lnTo>
                    <a:pt x="794402" y="1497485"/>
                  </a:lnTo>
                  <a:lnTo>
                    <a:pt x="794263" y="1497780"/>
                  </a:lnTo>
                  <a:lnTo>
                    <a:pt x="791651" y="1497534"/>
                  </a:lnTo>
                  <a:lnTo>
                    <a:pt x="790824" y="1497739"/>
                  </a:lnTo>
                  <a:lnTo>
                    <a:pt x="785711" y="1496934"/>
                  </a:lnTo>
                  <a:lnTo>
                    <a:pt x="784889" y="1499280"/>
                  </a:lnTo>
                  <a:lnTo>
                    <a:pt x="784737" y="1500890"/>
                  </a:lnTo>
                  <a:lnTo>
                    <a:pt x="779221" y="1502414"/>
                  </a:lnTo>
                  <a:lnTo>
                    <a:pt x="775013" y="1504980"/>
                  </a:lnTo>
                  <a:lnTo>
                    <a:pt x="769377" y="1503595"/>
                  </a:lnTo>
                  <a:lnTo>
                    <a:pt x="766830" y="1505047"/>
                  </a:lnTo>
                  <a:lnTo>
                    <a:pt x="764054" y="1505598"/>
                  </a:lnTo>
                  <a:lnTo>
                    <a:pt x="762866" y="1505473"/>
                  </a:lnTo>
                  <a:lnTo>
                    <a:pt x="761617" y="1504706"/>
                  </a:lnTo>
                  <a:lnTo>
                    <a:pt x="760978" y="1505044"/>
                  </a:lnTo>
                  <a:lnTo>
                    <a:pt x="760506" y="1504718"/>
                  </a:lnTo>
                  <a:lnTo>
                    <a:pt x="760040" y="1503743"/>
                  </a:lnTo>
                  <a:lnTo>
                    <a:pt x="759392" y="1500185"/>
                  </a:lnTo>
                  <a:lnTo>
                    <a:pt x="759098" y="1499540"/>
                  </a:lnTo>
                  <a:lnTo>
                    <a:pt x="757115" y="1497715"/>
                  </a:lnTo>
                  <a:lnTo>
                    <a:pt x="755031" y="1496998"/>
                  </a:lnTo>
                  <a:lnTo>
                    <a:pt x="751993" y="1492618"/>
                  </a:lnTo>
                  <a:lnTo>
                    <a:pt x="751026" y="1492023"/>
                  </a:lnTo>
                  <a:lnTo>
                    <a:pt x="749590" y="1492794"/>
                  </a:lnTo>
                  <a:lnTo>
                    <a:pt x="747775" y="1494367"/>
                  </a:lnTo>
                  <a:lnTo>
                    <a:pt x="744087" y="1494342"/>
                  </a:lnTo>
                  <a:lnTo>
                    <a:pt x="742450" y="1493123"/>
                  </a:lnTo>
                  <a:lnTo>
                    <a:pt x="741691" y="1492951"/>
                  </a:lnTo>
                  <a:lnTo>
                    <a:pt x="739110" y="1493396"/>
                  </a:lnTo>
                  <a:lnTo>
                    <a:pt x="736780" y="1494764"/>
                  </a:lnTo>
                  <a:lnTo>
                    <a:pt x="734501" y="1496601"/>
                  </a:lnTo>
                  <a:lnTo>
                    <a:pt x="733022" y="1497003"/>
                  </a:lnTo>
                  <a:lnTo>
                    <a:pt x="731073" y="1496666"/>
                  </a:lnTo>
                  <a:lnTo>
                    <a:pt x="727642" y="1495436"/>
                  </a:lnTo>
                  <a:lnTo>
                    <a:pt x="725671" y="1494389"/>
                  </a:lnTo>
                  <a:lnTo>
                    <a:pt x="725113" y="1493869"/>
                  </a:lnTo>
                  <a:lnTo>
                    <a:pt x="723329" y="1494079"/>
                  </a:lnTo>
                  <a:lnTo>
                    <a:pt x="720873" y="1494829"/>
                  </a:lnTo>
                  <a:lnTo>
                    <a:pt x="717939" y="1493469"/>
                  </a:lnTo>
                  <a:lnTo>
                    <a:pt x="714239" y="1492740"/>
                  </a:lnTo>
                  <a:lnTo>
                    <a:pt x="711901" y="1490891"/>
                  </a:lnTo>
                  <a:lnTo>
                    <a:pt x="710177" y="1488555"/>
                  </a:lnTo>
                  <a:lnTo>
                    <a:pt x="708961" y="1487539"/>
                  </a:lnTo>
                  <a:lnTo>
                    <a:pt x="708013" y="1486232"/>
                  </a:lnTo>
                  <a:lnTo>
                    <a:pt x="708844" y="1484558"/>
                  </a:lnTo>
                  <a:lnTo>
                    <a:pt x="708800" y="1482947"/>
                  </a:lnTo>
                  <a:lnTo>
                    <a:pt x="710916" y="1474957"/>
                  </a:lnTo>
                  <a:lnTo>
                    <a:pt x="710128" y="1472717"/>
                  </a:lnTo>
                  <a:lnTo>
                    <a:pt x="710221" y="1472504"/>
                  </a:lnTo>
                  <a:lnTo>
                    <a:pt x="709563" y="1471636"/>
                  </a:lnTo>
                  <a:lnTo>
                    <a:pt x="707730" y="1451651"/>
                  </a:lnTo>
                  <a:lnTo>
                    <a:pt x="705995" y="1443961"/>
                  </a:lnTo>
                  <a:lnTo>
                    <a:pt x="704716" y="1444084"/>
                  </a:lnTo>
                  <a:lnTo>
                    <a:pt x="700052" y="1443454"/>
                  </a:lnTo>
                  <a:lnTo>
                    <a:pt x="699162" y="1444253"/>
                  </a:lnTo>
                  <a:lnTo>
                    <a:pt x="694471" y="1446348"/>
                  </a:lnTo>
                  <a:lnTo>
                    <a:pt x="693435" y="1446292"/>
                  </a:lnTo>
                  <a:lnTo>
                    <a:pt x="692660" y="1446548"/>
                  </a:lnTo>
                  <a:lnTo>
                    <a:pt x="691955" y="1446416"/>
                  </a:lnTo>
                  <a:lnTo>
                    <a:pt x="688300" y="1448880"/>
                  </a:lnTo>
                  <a:lnTo>
                    <a:pt x="687538" y="1449019"/>
                  </a:lnTo>
                  <a:lnTo>
                    <a:pt x="686582" y="1448456"/>
                  </a:lnTo>
                  <a:lnTo>
                    <a:pt x="686229" y="1451313"/>
                  </a:lnTo>
                  <a:lnTo>
                    <a:pt x="685195" y="1453351"/>
                  </a:lnTo>
                  <a:lnTo>
                    <a:pt x="683649" y="1454197"/>
                  </a:lnTo>
                  <a:lnTo>
                    <a:pt x="682612" y="1453541"/>
                  </a:lnTo>
                  <a:lnTo>
                    <a:pt x="681555" y="1453990"/>
                  </a:lnTo>
                  <a:lnTo>
                    <a:pt x="677251" y="1457991"/>
                  </a:lnTo>
                  <a:lnTo>
                    <a:pt x="676644" y="1458813"/>
                  </a:lnTo>
                  <a:lnTo>
                    <a:pt x="676017" y="1457716"/>
                  </a:lnTo>
                  <a:lnTo>
                    <a:pt x="673090" y="1457281"/>
                  </a:lnTo>
                  <a:lnTo>
                    <a:pt x="669281" y="1458545"/>
                  </a:lnTo>
                  <a:lnTo>
                    <a:pt x="666145" y="1457733"/>
                  </a:lnTo>
                  <a:lnTo>
                    <a:pt x="663836" y="1456591"/>
                  </a:lnTo>
                  <a:lnTo>
                    <a:pt x="663638" y="1455514"/>
                  </a:lnTo>
                  <a:lnTo>
                    <a:pt x="660522" y="1454201"/>
                  </a:lnTo>
                  <a:lnTo>
                    <a:pt x="659298" y="1455326"/>
                  </a:lnTo>
                  <a:lnTo>
                    <a:pt x="656775" y="1456950"/>
                  </a:lnTo>
                  <a:lnTo>
                    <a:pt x="654954" y="1457634"/>
                  </a:lnTo>
                  <a:lnTo>
                    <a:pt x="653605" y="1457975"/>
                  </a:lnTo>
                  <a:lnTo>
                    <a:pt x="649817" y="1458245"/>
                  </a:lnTo>
                  <a:lnTo>
                    <a:pt x="642384" y="1459773"/>
                  </a:lnTo>
                  <a:lnTo>
                    <a:pt x="640290" y="1459690"/>
                  </a:lnTo>
                  <a:lnTo>
                    <a:pt x="637453" y="1458524"/>
                  </a:lnTo>
                  <a:lnTo>
                    <a:pt x="636852" y="1458148"/>
                  </a:lnTo>
                  <a:lnTo>
                    <a:pt x="635704" y="1456340"/>
                  </a:lnTo>
                  <a:lnTo>
                    <a:pt x="635802" y="1459177"/>
                  </a:lnTo>
                  <a:lnTo>
                    <a:pt x="636943" y="1461111"/>
                  </a:lnTo>
                  <a:lnTo>
                    <a:pt x="636019" y="1464101"/>
                  </a:lnTo>
                  <a:lnTo>
                    <a:pt x="636371" y="1467024"/>
                  </a:lnTo>
                  <a:lnTo>
                    <a:pt x="636877" y="1467814"/>
                  </a:lnTo>
                  <a:lnTo>
                    <a:pt x="637756" y="1470570"/>
                  </a:lnTo>
                  <a:lnTo>
                    <a:pt x="639880" y="1472814"/>
                  </a:lnTo>
                  <a:lnTo>
                    <a:pt x="640238" y="1473802"/>
                  </a:lnTo>
                  <a:lnTo>
                    <a:pt x="641728" y="1475400"/>
                  </a:lnTo>
                  <a:lnTo>
                    <a:pt x="642912" y="1477943"/>
                  </a:lnTo>
                  <a:lnTo>
                    <a:pt x="640889" y="1479186"/>
                  </a:lnTo>
                  <a:lnTo>
                    <a:pt x="640761" y="1480909"/>
                  </a:lnTo>
                  <a:lnTo>
                    <a:pt x="640471" y="1481821"/>
                  </a:lnTo>
                  <a:lnTo>
                    <a:pt x="635382" y="1484437"/>
                  </a:lnTo>
                  <a:lnTo>
                    <a:pt x="632413" y="1486767"/>
                  </a:lnTo>
                  <a:lnTo>
                    <a:pt x="630835" y="1488408"/>
                  </a:lnTo>
                  <a:lnTo>
                    <a:pt x="629508" y="1488747"/>
                  </a:lnTo>
                  <a:lnTo>
                    <a:pt x="627577" y="1489980"/>
                  </a:lnTo>
                  <a:lnTo>
                    <a:pt x="627431" y="1490332"/>
                  </a:lnTo>
                  <a:lnTo>
                    <a:pt x="626622" y="1490852"/>
                  </a:lnTo>
                  <a:lnTo>
                    <a:pt x="625391" y="1492488"/>
                  </a:lnTo>
                  <a:lnTo>
                    <a:pt x="625297" y="1493278"/>
                  </a:lnTo>
                  <a:lnTo>
                    <a:pt x="622615" y="1492088"/>
                  </a:lnTo>
                  <a:lnTo>
                    <a:pt x="619439" y="1492110"/>
                  </a:lnTo>
                  <a:lnTo>
                    <a:pt x="614850" y="1489088"/>
                  </a:lnTo>
                  <a:lnTo>
                    <a:pt x="612816" y="1488779"/>
                  </a:lnTo>
                  <a:lnTo>
                    <a:pt x="612559" y="1488290"/>
                  </a:lnTo>
                  <a:lnTo>
                    <a:pt x="611060" y="1486914"/>
                  </a:lnTo>
                  <a:lnTo>
                    <a:pt x="609129" y="1486611"/>
                  </a:lnTo>
                  <a:lnTo>
                    <a:pt x="608681" y="1485298"/>
                  </a:lnTo>
                  <a:lnTo>
                    <a:pt x="606566" y="1484104"/>
                  </a:lnTo>
                  <a:lnTo>
                    <a:pt x="605547" y="1482945"/>
                  </a:lnTo>
                  <a:lnTo>
                    <a:pt x="605228" y="1481518"/>
                  </a:lnTo>
                  <a:lnTo>
                    <a:pt x="603175" y="1479191"/>
                  </a:lnTo>
                  <a:lnTo>
                    <a:pt x="602442" y="1477603"/>
                  </a:lnTo>
                  <a:lnTo>
                    <a:pt x="600243" y="1474953"/>
                  </a:lnTo>
                  <a:lnTo>
                    <a:pt x="599123" y="1473910"/>
                  </a:lnTo>
                  <a:lnTo>
                    <a:pt x="597853" y="1473274"/>
                  </a:lnTo>
                  <a:lnTo>
                    <a:pt x="597119" y="1471565"/>
                  </a:lnTo>
                  <a:lnTo>
                    <a:pt x="595595" y="1469115"/>
                  </a:lnTo>
                  <a:lnTo>
                    <a:pt x="595236" y="1467487"/>
                  </a:lnTo>
                  <a:lnTo>
                    <a:pt x="591643" y="1465110"/>
                  </a:lnTo>
                  <a:lnTo>
                    <a:pt x="588325" y="1461801"/>
                  </a:lnTo>
                  <a:lnTo>
                    <a:pt x="585846" y="1461262"/>
                  </a:lnTo>
                  <a:lnTo>
                    <a:pt x="584614" y="1459899"/>
                  </a:lnTo>
                  <a:lnTo>
                    <a:pt x="581982" y="1458027"/>
                  </a:lnTo>
                  <a:lnTo>
                    <a:pt x="580302" y="1458162"/>
                  </a:lnTo>
                  <a:lnTo>
                    <a:pt x="578971" y="1457999"/>
                  </a:lnTo>
                  <a:lnTo>
                    <a:pt x="575808" y="1456236"/>
                  </a:lnTo>
                  <a:lnTo>
                    <a:pt x="572553" y="1455167"/>
                  </a:lnTo>
                  <a:lnTo>
                    <a:pt x="568131" y="1454483"/>
                  </a:lnTo>
                  <a:lnTo>
                    <a:pt x="561233" y="1451813"/>
                  </a:lnTo>
                  <a:lnTo>
                    <a:pt x="558632" y="1451648"/>
                  </a:lnTo>
                  <a:lnTo>
                    <a:pt x="555637" y="1452374"/>
                  </a:lnTo>
                  <a:lnTo>
                    <a:pt x="550662" y="1440899"/>
                  </a:lnTo>
                  <a:lnTo>
                    <a:pt x="550147" y="1440744"/>
                  </a:lnTo>
                  <a:lnTo>
                    <a:pt x="549046" y="1441126"/>
                  </a:lnTo>
                  <a:lnTo>
                    <a:pt x="541240" y="1441261"/>
                  </a:lnTo>
                  <a:lnTo>
                    <a:pt x="536236" y="1438096"/>
                  </a:lnTo>
                  <a:lnTo>
                    <a:pt x="527785" y="1434392"/>
                  </a:lnTo>
                  <a:lnTo>
                    <a:pt x="523167" y="1436609"/>
                  </a:lnTo>
                  <a:lnTo>
                    <a:pt x="520789" y="1438434"/>
                  </a:lnTo>
                  <a:lnTo>
                    <a:pt x="512944" y="1447606"/>
                  </a:lnTo>
                  <a:lnTo>
                    <a:pt x="506911" y="1445611"/>
                  </a:lnTo>
                  <a:lnTo>
                    <a:pt x="504672" y="1445516"/>
                  </a:lnTo>
                  <a:lnTo>
                    <a:pt x="503546" y="1444175"/>
                  </a:lnTo>
                  <a:lnTo>
                    <a:pt x="486157" y="1431395"/>
                  </a:lnTo>
                  <a:lnTo>
                    <a:pt x="483898" y="1418693"/>
                  </a:lnTo>
                  <a:lnTo>
                    <a:pt x="479469" y="1410719"/>
                  </a:lnTo>
                  <a:lnTo>
                    <a:pt x="469197" y="1409083"/>
                  </a:lnTo>
                  <a:lnTo>
                    <a:pt x="454225" y="1401189"/>
                  </a:lnTo>
                  <a:lnTo>
                    <a:pt x="446968" y="1401192"/>
                  </a:lnTo>
                  <a:lnTo>
                    <a:pt x="438387" y="1398807"/>
                  </a:lnTo>
                  <a:lnTo>
                    <a:pt x="436332" y="1409035"/>
                  </a:lnTo>
                  <a:lnTo>
                    <a:pt x="418691" y="1420014"/>
                  </a:lnTo>
                  <a:lnTo>
                    <a:pt x="402852" y="1420881"/>
                  </a:lnTo>
                  <a:lnTo>
                    <a:pt x="385301" y="1409888"/>
                  </a:lnTo>
                  <a:lnTo>
                    <a:pt x="379251" y="1413334"/>
                  </a:lnTo>
                  <a:lnTo>
                    <a:pt x="373938" y="1420424"/>
                  </a:lnTo>
                  <a:lnTo>
                    <a:pt x="373047" y="1420607"/>
                  </a:lnTo>
                  <a:lnTo>
                    <a:pt x="372217" y="1421177"/>
                  </a:lnTo>
                  <a:lnTo>
                    <a:pt x="366920" y="1422630"/>
                  </a:lnTo>
                  <a:lnTo>
                    <a:pt x="361656" y="1420827"/>
                  </a:lnTo>
                  <a:lnTo>
                    <a:pt x="360551" y="1419506"/>
                  </a:lnTo>
                  <a:lnTo>
                    <a:pt x="355101" y="1415035"/>
                  </a:lnTo>
                  <a:lnTo>
                    <a:pt x="347312" y="1405768"/>
                  </a:lnTo>
                  <a:lnTo>
                    <a:pt x="307823" y="1423415"/>
                  </a:lnTo>
                  <a:lnTo>
                    <a:pt x="302363" y="1462397"/>
                  </a:lnTo>
                  <a:lnTo>
                    <a:pt x="288042" y="1474166"/>
                  </a:lnTo>
                  <a:lnTo>
                    <a:pt x="280434" y="1475622"/>
                  </a:lnTo>
                  <a:lnTo>
                    <a:pt x="272534" y="1475865"/>
                  </a:lnTo>
                  <a:lnTo>
                    <a:pt x="266099" y="1476795"/>
                  </a:lnTo>
                  <a:lnTo>
                    <a:pt x="261477" y="1479374"/>
                  </a:lnTo>
                  <a:lnTo>
                    <a:pt x="252703" y="1483791"/>
                  </a:lnTo>
                  <a:lnTo>
                    <a:pt x="249733" y="1487601"/>
                  </a:lnTo>
                  <a:lnTo>
                    <a:pt x="247611" y="1499256"/>
                  </a:lnTo>
                  <a:lnTo>
                    <a:pt x="220646" y="1499834"/>
                  </a:lnTo>
                  <a:lnTo>
                    <a:pt x="209610" y="1514270"/>
                  </a:lnTo>
                  <a:lnTo>
                    <a:pt x="195996" y="1530987"/>
                  </a:lnTo>
                  <a:lnTo>
                    <a:pt x="173458" y="1536314"/>
                  </a:lnTo>
                  <a:lnTo>
                    <a:pt x="171932" y="1535137"/>
                  </a:lnTo>
                  <a:lnTo>
                    <a:pt x="171121" y="1535058"/>
                  </a:lnTo>
                  <a:lnTo>
                    <a:pt x="169858" y="1534447"/>
                  </a:lnTo>
                  <a:lnTo>
                    <a:pt x="167786" y="1530571"/>
                  </a:lnTo>
                  <a:lnTo>
                    <a:pt x="166338" y="1529261"/>
                  </a:lnTo>
                  <a:lnTo>
                    <a:pt x="165585" y="1527792"/>
                  </a:lnTo>
                  <a:lnTo>
                    <a:pt x="164638" y="1526766"/>
                  </a:lnTo>
                  <a:lnTo>
                    <a:pt x="164149" y="1526636"/>
                  </a:lnTo>
                  <a:lnTo>
                    <a:pt x="163915" y="1526060"/>
                  </a:lnTo>
                  <a:lnTo>
                    <a:pt x="163029" y="1525677"/>
                  </a:lnTo>
                  <a:lnTo>
                    <a:pt x="162415" y="1525060"/>
                  </a:lnTo>
                  <a:lnTo>
                    <a:pt x="160011" y="1519914"/>
                  </a:lnTo>
                  <a:lnTo>
                    <a:pt x="159551" y="1516966"/>
                  </a:lnTo>
                  <a:lnTo>
                    <a:pt x="158788" y="1515548"/>
                  </a:lnTo>
                  <a:lnTo>
                    <a:pt x="156635" y="1514558"/>
                  </a:lnTo>
                  <a:lnTo>
                    <a:pt x="155616" y="1513684"/>
                  </a:lnTo>
                  <a:lnTo>
                    <a:pt x="155076" y="1513488"/>
                  </a:lnTo>
                  <a:lnTo>
                    <a:pt x="149792" y="1512328"/>
                  </a:lnTo>
                  <a:lnTo>
                    <a:pt x="148291" y="1512248"/>
                  </a:lnTo>
                  <a:lnTo>
                    <a:pt x="147580" y="1510695"/>
                  </a:lnTo>
                  <a:lnTo>
                    <a:pt x="146375" y="1509064"/>
                  </a:lnTo>
                  <a:lnTo>
                    <a:pt x="144348" y="1508652"/>
                  </a:lnTo>
                  <a:lnTo>
                    <a:pt x="142237" y="1508838"/>
                  </a:lnTo>
                  <a:lnTo>
                    <a:pt x="139769" y="1508154"/>
                  </a:lnTo>
                  <a:lnTo>
                    <a:pt x="138469" y="1508539"/>
                  </a:lnTo>
                  <a:lnTo>
                    <a:pt x="137149" y="1508575"/>
                  </a:lnTo>
                  <a:lnTo>
                    <a:pt x="136325" y="1508398"/>
                  </a:lnTo>
                  <a:lnTo>
                    <a:pt x="133617" y="1507147"/>
                  </a:lnTo>
                  <a:lnTo>
                    <a:pt x="132129" y="1507407"/>
                  </a:lnTo>
                  <a:lnTo>
                    <a:pt x="130611" y="1506865"/>
                  </a:lnTo>
                  <a:lnTo>
                    <a:pt x="127568" y="1504585"/>
                  </a:lnTo>
                  <a:lnTo>
                    <a:pt x="126091" y="1505009"/>
                  </a:lnTo>
                  <a:lnTo>
                    <a:pt x="125713" y="1504613"/>
                  </a:lnTo>
                  <a:lnTo>
                    <a:pt x="124054" y="1504226"/>
                  </a:lnTo>
                  <a:lnTo>
                    <a:pt x="123325" y="1503263"/>
                  </a:lnTo>
                  <a:lnTo>
                    <a:pt x="120508" y="1501670"/>
                  </a:lnTo>
                  <a:lnTo>
                    <a:pt x="119434" y="1501329"/>
                  </a:lnTo>
                  <a:lnTo>
                    <a:pt x="118860" y="1500764"/>
                  </a:lnTo>
                  <a:lnTo>
                    <a:pt x="117170" y="1500562"/>
                  </a:lnTo>
                  <a:lnTo>
                    <a:pt x="114563" y="1498971"/>
                  </a:lnTo>
                  <a:lnTo>
                    <a:pt x="113632" y="1499888"/>
                  </a:lnTo>
                  <a:lnTo>
                    <a:pt x="111466" y="1500767"/>
                  </a:lnTo>
                  <a:lnTo>
                    <a:pt x="110256" y="1500897"/>
                  </a:lnTo>
                  <a:lnTo>
                    <a:pt x="108688" y="1500438"/>
                  </a:lnTo>
                  <a:lnTo>
                    <a:pt x="108201" y="1501603"/>
                  </a:lnTo>
                  <a:lnTo>
                    <a:pt x="106378" y="1503255"/>
                  </a:lnTo>
                  <a:lnTo>
                    <a:pt x="106175" y="1504130"/>
                  </a:lnTo>
                  <a:lnTo>
                    <a:pt x="105481" y="1505447"/>
                  </a:lnTo>
                  <a:lnTo>
                    <a:pt x="101422" y="1506803"/>
                  </a:lnTo>
                  <a:lnTo>
                    <a:pt x="97864" y="1506725"/>
                  </a:lnTo>
                  <a:lnTo>
                    <a:pt x="97079" y="1506941"/>
                  </a:lnTo>
                  <a:lnTo>
                    <a:pt x="96350" y="1508295"/>
                  </a:lnTo>
                  <a:lnTo>
                    <a:pt x="94768" y="1509294"/>
                  </a:lnTo>
                  <a:lnTo>
                    <a:pt x="91644" y="1512429"/>
                  </a:lnTo>
                  <a:lnTo>
                    <a:pt x="90183" y="1513173"/>
                  </a:lnTo>
                  <a:lnTo>
                    <a:pt x="89083" y="1514045"/>
                  </a:lnTo>
                  <a:lnTo>
                    <a:pt x="87633" y="1514860"/>
                  </a:lnTo>
                  <a:lnTo>
                    <a:pt x="85789" y="1515506"/>
                  </a:lnTo>
                  <a:lnTo>
                    <a:pt x="84610" y="1515749"/>
                  </a:lnTo>
                  <a:lnTo>
                    <a:pt x="83818" y="1515576"/>
                  </a:lnTo>
                  <a:lnTo>
                    <a:pt x="82899" y="1515709"/>
                  </a:lnTo>
                  <a:lnTo>
                    <a:pt x="79977" y="1516670"/>
                  </a:lnTo>
                  <a:lnTo>
                    <a:pt x="78864" y="1517254"/>
                  </a:lnTo>
                  <a:lnTo>
                    <a:pt x="76932" y="1518841"/>
                  </a:lnTo>
                  <a:lnTo>
                    <a:pt x="76578" y="1518626"/>
                  </a:lnTo>
                  <a:lnTo>
                    <a:pt x="73533" y="1518333"/>
                  </a:lnTo>
                  <a:lnTo>
                    <a:pt x="70902" y="1517072"/>
                  </a:lnTo>
                  <a:lnTo>
                    <a:pt x="68036" y="1517266"/>
                  </a:lnTo>
                  <a:lnTo>
                    <a:pt x="65133" y="1517792"/>
                  </a:lnTo>
                  <a:lnTo>
                    <a:pt x="63419" y="1517343"/>
                  </a:lnTo>
                  <a:lnTo>
                    <a:pt x="61517" y="1516200"/>
                  </a:lnTo>
                  <a:lnTo>
                    <a:pt x="60121" y="1516378"/>
                  </a:lnTo>
                  <a:lnTo>
                    <a:pt x="58993" y="1514890"/>
                  </a:lnTo>
                  <a:lnTo>
                    <a:pt x="55308" y="1506256"/>
                  </a:lnTo>
                  <a:lnTo>
                    <a:pt x="52657" y="1501533"/>
                  </a:lnTo>
                  <a:lnTo>
                    <a:pt x="51299" y="1501213"/>
                  </a:lnTo>
                  <a:lnTo>
                    <a:pt x="48684" y="1497313"/>
                  </a:lnTo>
                  <a:lnTo>
                    <a:pt x="49344" y="1494536"/>
                  </a:lnTo>
                  <a:lnTo>
                    <a:pt x="49541" y="1489903"/>
                  </a:lnTo>
                  <a:lnTo>
                    <a:pt x="51967" y="1480028"/>
                  </a:lnTo>
                  <a:lnTo>
                    <a:pt x="53578" y="1478825"/>
                  </a:lnTo>
                  <a:lnTo>
                    <a:pt x="53552" y="1477124"/>
                  </a:lnTo>
                  <a:lnTo>
                    <a:pt x="52157" y="1473284"/>
                  </a:lnTo>
                  <a:lnTo>
                    <a:pt x="51977" y="1470179"/>
                  </a:lnTo>
                  <a:lnTo>
                    <a:pt x="51615" y="1469254"/>
                  </a:lnTo>
                  <a:lnTo>
                    <a:pt x="51295" y="1469177"/>
                  </a:lnTo>
                  <a:lnTo>
                    <a:pt x="49941" y="1466846"/>
                  </a:lnTo>
                  <a:lnTo>
                    <a:pt x="48873" y="1464050"/>
                  </a:lnTo>
                  <a:lnTo>
                    <a:pt x="47885" y="1463603"/>
                  </a:lnTo>
                  <a:lnTo>
                    <a:pt x="46716" y="1462292"/>
                  </a:lnTo>
                  <a:lnTo>
                    <a:pt x="46263" y="1462121"/>
                  </a:lnTo>
                  <a:lnTo>
                    <a:pt x="45734" y="1460362"/>
                  </a:lnTo>
                  <a:lnTo>
                    <a:pt x="44309" y="1458392"/>
                  </a:lnTo>
                  <a:lnTo>
                    <a:pt x="43441" y="1457830"/>
                  </a:lnTo>
                  <a:lnTo>
                    <a:pt x="41721" y="1455938"/>
                  </a:lnTo>
                  <a:lnTo>
                    <a:pt x="40563" y="1454203"/>
                  </a:lnTo>
                  <a:lnTo>
                    <a:pt x="40149" y="1452755"/>
                  </a:lnTo>
                  <a:lnTo>
                    <a:pt x="37942" y="1450877"/>
                  </a:lnTo>
                  <a:lnTo>
                    <a:pt x="36933" y="1446134"/>
                  </a:lnTo>
                  <a:lnTo>
                    <a:pt x="37308" y="1444040"/>
                  </a:lnTo>
                  <a:lnTo>
                    <a:pt x="38000" y="1442011"/>
                  </a:lnTo>
                  <a:lnTo>
                    <a:pt x="37771" y="1436959"/>
                  </a:lnTo>
                  <a:lnTo>
                    <a:pt x="38009" y="1435740"/>
                  </a:lnTo>
                  <a:lnTo>
                    <a:pt x="37399" y="1434436"/>
                  </a:lnTo>
                  <a:lnTo>
                    <a:pt x="36813" y="1433932"/>
                  </a:lnTo>
                  <a:lnTo>
                    <a:pt x="36610" y="1430320"/>
                  </a:lnTo>
                  <a:lnTo>
                    <a:pt x="35990" y="1428765"/>
                  </a:lnTo>
                  <a:lnTo>
                    <a:pt x="36605" y="1427251"/>
                  </a:lnTo>
                  <a:lnTo>
                    <a:pt x="35802" y="1426338"/>
                  </a:lnTo>
                  <a:lnTo>
                    <a:pt x="35305" y="1424119"/>
                  </a:lnTo>
                  <a:lnTo>
                    <a:pt x="34109" y="1422299"/>
                  </a:lnTo>
                  <a:lnTo>
                    <a:pt x="33114" y="1421940"/>
                  </a:lnTo>
                  <a:lnTo>
                    <a:pt x="30741" y="1420178"/>
                  </a:lnTo>
                  <a:lnTo>
                    <a:pt x="27409" y="1418672"/>
                  </a:lnTo>
                  <a:lnTo>
                    <a:pt x="26103" y="1417745"/>
                  </a:lnTo>
                  <a:lnTo>
                    <a:pt x="24898" y="1417423"/>
                  </a:lnTo>
                  <a:lnTo>
                    <a:pt x="23964" y="1416610"/>
                  </a:lnTo>
                  <a:lnTo>
                    <a:pt x="23251" y="1416465"/>
                  </a:lnTo>
                  <a:lnTo>
                    <a:pt x="22215" y="1415790"/>
                  </a:lnTo>
                  <a:lnTo>
                    <a:pt x="21095" y="1415700"/>
                  </a:lnTo>
                  <a:lnTo>
                    <a:pt x="20900" y="1415122"/>
                  </a:lnTo>
                  <a:lnTo>
                    <a:pt x="19154" y="1414181"/>
                  </a:lnTo>
                  <a:lnTo>
                    <a:pt x="16590" y="1413239"/>
                  </a:lnTo>
                  <a:lnTo>
                    <a:pt x="15420" y="1411832"/>
                  </a:lnTo>
                  <a:lnTo>
                    <a:pt x="15185" y="1411064"/>
                  </a:lnTo>
                  <a:lnTo>
                    <a:pt x="16030" y="1407422"/>
                  </a:lnTo>
                  <a:lnTo>
                    <a:pt x="16271" y="1404551"/>
                  </a:lnTo>
                  <a:lnTo>
                    <a:pt x="16265" y="1402012"/>
                  </a:lnTo>
                  <a:lnTo>
                    <a:pt x="15868" y="1399707"/>
                  </a:lnTo>
                  <a:lnTo>
                    <a:pt x="16037" y="1394997"/>
                  </a:lnTo>
                  <a:lnTo>
                    <a:pt x="15568" y="1392066"/>
                  </a:lnTo>
                  <a:lnTo>
                    <a:pt x="16108" y="1389276"/>
                  </a:lnTo>
                  <a:lnTo>
                    <a:pt x="15514" y="1383933"/>
                  </a:lnTo>
                  <a:lnTo>
                    <a:pt x="14265" y="1379779"/>
                  </a:lnTo>
                  <a:lnTo>
                    <a:pt x="14475" y="1378052"/>
                  </a:lnTo>
                  <a:lnTo>
                    <a:pt x="12249" y="1376627"/>
                  </a:lnTo>
                  <a:lnTo>
                    <a:pt x="11664" y="1376895"/>
                  </a:lnTo>
                  <a:lnTo>
                    <a:pt x="11243" y="1376816"/>
                  </a:lnTo>
                  <a:lnTo>
                    <a:pt x="9307" y="1375832"/>
                  </a:lnTo>
                  <a:lnTo>
                    <a:pt x="9376" y="1374859"/>
                  </a:lnTo>
                  <a:lnTo>
                    <a:pt x="8531" y="1373703"/>
                  </a:lnTo>
                  <a:lnTo>
                    <a:pt x="8074" y="1372595"/>
                  </a:lnTo>
                  <a:lnTo>
                    <a:pt x="8541" y="1371373"/>
                  </a:lnTo>
                  <a:lnTo>
                    <a:pt x="8546" y="1370864"/>
                  </a:lnTo>
                  <a:lnTo>
                    <a:pt x="8281" y="1370489"/>
                  </a:lnTo>
                  <a:lnTo>
                    <a:pt x="8527" y="1369555"/>
                  </a:lnTo>
                  <a:lnTo>
                    <a:pt x="9622" y="1367802"/>
                  </a:lnTo>
                  <a:lnTo>
                    <a:pt x="9792" y="1366522"/>
                  </a:lnTo>
                  <a:lnTo>
                    <a:pt x="9565" y="1366267"/>
                  </a:lnTo>
                  <a:lnTo>
                    <a:pt x="11921" y="1364838"/>
                  </a:lnTo>
                  <a:lnTo>
                    <a:pt x="11655" y="1363158"/>
                  </a:lnTo>
                  <a:lnTo>
                    <a:pt x="11851" y="1362720"/>
                  </a:lnTo>
                  <a:lnTo>
                    <a:pt x="11319" y="1361578"/>
                  </a:lnTo>
                  <a:lnTo>
                    <a:pt x="11363" y="1361154"/>
                  </a:lnTo>
                  <a:lnTo>
                    <a:pt x="10925" y="1360893"/>
                  </a:lnTo>
                  <a:lnTo>
                    <a:pt x="10940" y="1360276"/>
                  </a:lnTo>
                  <a:lnTo>
                    <a:pt x="10533" y="1359600"/>
                  </a:lnTo>
                  <a:lnTo>
                    <a:pt x="10726" y="1358833"/>
                  </a:lnTo>
                  <a:lnTo>
                    <a:pt x="10306" y="1358115"/>
                  </a:lnTo>
                  <a:lnTo>
                    <a:pt x="10681" y="1357115"/>
                  </a:lnTo>
                  <a:lnTo>
                    <a:pt x="10586" y="1355763"/>
                  </a:lnTo>
                  <a:lnTo>
                    <a:pt x="9022" y="1353582"/>
                  </a:lnTo>
                  <a:lnTo>
                    <a:pt x="7437" y="1351990"/>
                  </a:lnTo>
                  <a:lnTo>
                    <a:pt x="6662" y="1349711"/>
                  </a:lnTo>
                  <a:lnTo>
                    <a:pt x="5898" y="1348270"/>
                  </a:lnTo>
                  <a:lnTo>
                    <a:pt x="6753" y="1343362"/>
                  </a:lnTo>
                  <a:lnTo>
                    <a:pt x="6393" y="1343102"/>
                  </a:lnTo>
                  <a:lnTo>
                    <a:pt x="6559" y="1342090"/>
                  </a:lnTo>
                  <a:lnTo>
                    <a:pt x="5020" y="1340976"/>
                  </a:lnTo>
                  <a:lnTo>
                    <a:pt x="4507" y="1340018"/>
                  </a:lnTo>
                  <a:lnTo>
                    <a:pt x="4227" y="1338904"/>
                  </a:lnTo>
                  <a:lnTo>
                    <a:pt x="4521" y="1336248"/>
                  </a:lnTo>
                  <a:lnTo>
                    <a:pt x="4297" y="1334913"/>
                  </a:lnTo>
                  <a:lnTo>
                    <a:pt x="5265" y="1333567"/>
                  </a:lnTo>
                  <a:lnTo>
                    <a:pt x="5341" y="1332790"/>
                  </a:lnTo>
                  <a:lnTo>
                    <a:pt x="6821" y="1331782"/>
                  </a:lnTo>
                  <a:lnTo>
                    <a:pt x="6733" y="1331538"/>
                  </a:lnTo>
                  <a:lnTo>
                    <a:pt x="8651" y="1329827"/>
                  </a:lnTo>
                  <a:lnTo>
                    <a:pt x="9097" y="1328406"/>
                  </a:lnTo>
                  <a:lnTo>
                    <a:pt x="10356" y="1327599"/>
                  </a:lnTo>
                  <a:lnTo>
                    <a:pt x="10632" y="1326493"/>
                  </a:lnTo>
                  <a:lnTo>
                    <a:pt x="10341" y="1325976"/>
                  </a:lnTo>
                  <a:lnTo>
                    <a:pt x="10635" y="1325268"/>
                  </a:lnTo>
                  <a:lnTo>
                    <a:pt x="10582" y="1324223"/>
                  </a:lnTo>
                  <a:lnTo>
                    <a:pt x="10346" y="1324033"/>
                  </a:lnTo>
                  <a:lnTo>
                    <a:pt x="10189" y="1323274"/>
                  </a:lnTo>
                  <a:lnTo>
                    <a:pt x="9255" y="1322780"/>
                  </a:lnTo>
                  <a:lnTo>
                    <a:pt x="10239" y="1318920"/>
                  </a:lnTo>
                  <a:lnTo>
                    <a:pt x="12293" y="1316063"/>
                  </a:lnTo>
                  <a:lnTo>
                    <a:pt x="13550" y="1314791"/>
                  </a:lnTo>
                  <a:lnTo>
                    <a:pt x="12050" y="1313225"/>
                  </a:lnTo>
                  <a:lnTo>
                    <a:pt x="10704" y="1310620"/>
                  </a:lnTo>
                  <a:lnTo>
                    <a:pt x="10781" y="1309547"/>
                  </a:lnTo>
                  <a:lnTo>
                    <a:pt x="11366" y="1308750"/>
                  </a:lnTo>
                  <a:lnTo>
                    <a:pt x="10935" y="1307858"/>
                  </a:lnTo>
                  <a:lnTo>
                    <a:pt x="10710" y="1305574"/>
                  </a:lnTo>
                  <a:lnTo>
                    <a:pt x="9508" y="1301614"/>
                  </a:lnTo>
                  <a:lnTo>
                    <a:pt x="13608" y="1299241"/>
                  </a:lnTo>
                  <a:lnTo>
                    <a:pt x="15836" y="1296765"/>
                  </a:lnTo>
                  <a:lnTo>
                    <a:pt x="17237" y="1294608"/>
                  </a:lnTo>
                  <a:lnTo>
                    <a:pt x="20363" y="1288432"/>
                  </a:lnTo>
                  <a:lnTo>
                    <a:pt x="20203" y="1287865"/>
                  </a:lnTo>
                  <a:lnTo>
                    <a:pt x="20924" y="1287475"/>
                  </a:lnTo>
                  <a:lnTo>
                    <a:pt x="20446" y="1286478"/>
                  </a:lnTo>
                  <a:lnTo>
                    <a:pt x="21540" y="1285701"/>
                  </a:lnTo>
                  <a:lnTo>
                    <a:pt x="22084" y="1284607"/>
                  </a:lnTo>
                  <a:lnTo>
                    <a:pt x="22799" y="1283907"/>
                  </a:lnTo>
                  <a:lnTo>
                    <a:pt x="22903" y="1281346"/>
                  </a:lnTo>
                  <a:lnTo>
                    <a:pt x="23479" y="1280448"/>
                  </a:lnTo>
                  <a:lnTo>
                    <a:pt x="23842" y="1278686"/>
                  </a:lnTo>
                  <a:lnTo>
                    <a:pt x="23692" y="1277822"/>
                  </a:lnTo>
                  <a:lnTo>
                    <a:pt x="25097" y="1273796"/>
                  </a:lnTo>
                  <a:lnTo>
                    <a:pt x="26251" y="1272944"/>
                  </a:lnTo>
                  <a:lnTo>
                    <a:pt x="26755" y="1272196"/>
                  </a:lnTo>
                  <a:lnTo>
                    <a:pt x="27491" y="1268918"/>
                  </a:lnTo>
                  <a:lnTo>
                    <a:pt x="27855" y="1268401"/>
                  </a:lnTo>
                  <a:lnTo>
                    <a:pt x="28620" y="1268340"/>
                  </a:lnTo>
                  <a:lnTo>
                    <a:pt x="29568" y="1267711"/>
                  </a:lnTo>
                  <a:lnTo>
                    <a:pt x="30397" y="1267630"/>
                  </a:lnTo>
                  <a:lnTo>
                    <a:pt x="31976" y="1267901"/>
                  </a:lnTo>
                  <a:lnTo>
                    <a:pt x="32113" y="1266518"/>
                  </a:lnTo>
                  <a:lnTo>
                    <a:pt x="32331" y="1266193"/>
                  </a:lnTo>
                  <a:lnTo>
                    <a:pt x="32213" y="1264679"/>
                  </a:lnTo>
                  <a:lnTo>
                    <a:pt x="32002" y="1264373"/>
                  </a:lnTo>
                  <a:lnTo>
                    <a:pt x="32534" y="1263674"/>
                  </a:lnTo>
                  <a:lnTo>
                    <a:pt x="34756" y="1263056"/>
                  </a:lnTo>
                  <a:lnTo>
                    <a:pt x="34750" y="1262839"/>
                  </a:lnTo>
                  <a:lnTo>
                    <a:pt x="35998" y="1262333"/>
                  </a:lnTo>
                  <a:lnTo>
                    <a:pt x="37153" y="1260955"/>
                  </a:lnTo>
                  <a:lnTo>
                    <a:pt x="37026" y="1258932"/>
                  </a:lnTo>
                  <a:lnTo>
                    <a:pt x="36369" y="1257266"/>
                  </a:lnTo>
                  <a:lnTo>
                    <a:pt x="35075" y="1255423"/>
                  </a:lnTo>
                  <a:lnTo>
                    <a:pt x="34320" y="1252103"/>
                  </a:lnTo>
                  <a:lnTo>
                    <a:pt x="33944" y="1251771"/>
                  </a:lnTo>
                  <a:lnTo>
                    <a:pt x="33292" y="1250089"/>
                  </a:lnTo>
                  <a:lnTo>
                    <a:pt x="33030" y="1249886"/>
                  </a:lnTo>
                  <a:lnTo>
                    <a:pt x="32558" y="1248062"/>
                  </a:lnTo>
                  <a:lnTo>
                    <a:pt x="32291" y="1247798"/>
                  </a:lnTo>
                  <a:lnTo>
                    <a:pt x="32257" y="1247143"/>
                  </a:lnTo>
                  <a:lnTo>
                    <a:pt x="31209" y="1245058"/>
                  </a:lnTo>
                  <a:lnTo>
                    <a:pt x="28755" y="1243749"/>
                  </a:lnTo>
                  <a:lnTo>
                    <a:pt x="28527" y="1236317"/>
                  </a:lnTo>
                  <a:lnTo>
                    <a:pt x="27307" y="1234750"/>
                  </a:lnTo>
                  <a:lnTo>
                    <a:pt x="26386" y="1233947"/>
                  </a:lnTo>
                  <a:lnTo>
                    <a:pt x="23706" y="1233065"/>
                  </a:lnTo>
                  <a:lnTo>
                    <a:pt x="19181" y="1232408"/>
                  </a:lnTo>
                  <a:lnTo>
                    <a:pt x="18096" y="1231817"/>
                  </a:lnTo>
                  <a:lnTo>
                    <a:pt x="17169" y="1231855"/>
                  </a:lnTo>
                  <a:lnTo>
                    <a:pt x="16210" y="1231303"/>
                  </a:lnTo>
                  <a:lnTo>
                    <a:pt x="15188" y="1229881"/>
                  </a:lnTo>
                  <a:lnTo>
                    <a:pt x="14645" y="1228556"/>
                  </a:lnTo>
                  <a:lnTo>
                    <a:pt x="8770" y="1222478"/>
                  </a:lnTo>
                  <a:lnTo>
                    <a:pt x="5763" y="1220630"/>
                  </a:lnTo>
                  <a:lnTo>
                    <a:pt x="2802" y="1218364"/>
                  </a:lnTo>
                  <a:lnTo>
                    <a:pt x="905" y="1217992"/>
                  </a:lnTo>
                  <a:lnTo>
                    <a:pt x="0" y="1215392"/>
                  </a:lnTo>
                  <a:lnTo>
                    <a:pt x="2593" y="1211969"/>
                  </a:lnTo>
                  <a:lnTo>
                    <a:pt x="3285" y="1209661"/>
                  </a:lnTo>
                  <a:lnTo>
                    <a:pt x="2821" y="1206548"/>
                  </a:lnTo>
                  <a:lnTo>
                    <a:pt x="6257" y="1199469"/>
                  </a:lnTo>
                  <a:lnTo>
                    <a:pt x="6457" y="1197612"/>
                  </a:lnTo>
                  <a:lnTo>
                    <a:pt x="11416" y="1194751"/>
                  </a:lnTo>
                  <a:lnTo>
                    <a:pt x="11623" y="1193394"/>
                  </a:lnTo>
                  <a:lnTo>
                    <a:pt x="15522" y="1191731"/>
                  </a:lnTo>
                  <a:lnTo>
                    <a:pt x="18157" y="1191723"/>
                  </a:lnTo>
                  <a:lnTo>
                    <a:pt x="19960" y="1190196"/>
                  </a:lnTo>
                  <a:lnTo>
                    <a:pt x="20486" y="1189002"/>
                  </a:lnTo>
                  <a:lnTo>
                    <a:pt x="21190" y="1185125"/>
                  </a:lnTo>
                  <a:lnTo>
                    <a:pt x="22259" y="1182975"/>
                  </a:lnTo>
                  <a:lnTo>
                    <a:pt x="23497" y="1182017"/>
                  </a:lnTo>
                  <a:lnTo>
                    <a:pt x="25349" y="1180061"/>
                  </a:lnTo>
                  <a:lnTo>
                    <a:pt x="25367" y="1179334"/>
                  </a:lnTo>
                  <a:lnTo>
                    <a:pt x="26060" y="1178658"/>
                  </a:lnTo>
                  <a:lnTo>
                    <a:pt x="29697" y="1177560"/>
                  </a:lnTo>
                  <a:lnTo>
                    <a:pt x="29475" y="1177094"/>
                  </a:lnTo>
                  <a:lnTo>
                    <a:pt x="29973" y="1172010"/>
                  </a:lnTo>
                  <a:lnTo>
                    <a:pt x="30432" y="1170607"/>
                  </a:lnTo>
                  <a:lnTo>
                    <a:pt x="32147" y="1170044"/>
                  </a:lnTo>
                  <a:lnTo>
                    <a:pt x="32914" y="1168943"/>
                  </a:lnTo>
                  <a:lnTo>
                    <a:pt x="34446" y="1165132"/>
                  </a:lnTo>
                  <a:lnTo>
                    <a:pt x="36385" y="1164045"/>
                  </a:lnTo>
                  <a:lnTo>
                    <a:pt x="38503" y="1160931"/>
                  </a:lnTo>
                  <a:lnTo>
                    <a:pt x="42473" y="1157527"/>
                  </a:lnTo>
                  <a:lnTo>
                    <a:pt x="47157" y="1162377"/>
                  </a:lnTo>
                  <a:lnTo>
                    <a:pt x="49617" y="1163776"/>
                  </a:lnTo>
                  <a:lnTo>
                    <a:pt x="52366" y="1164502"/>
                  </a:lnTo>
                  <a:lnTo>
                    <a:pt x="54975" y="1166982"/>
                  </a:lnTo>
                  <a:lnTo>
                    <a:pt x="55939" y="1168923"/>
                  </a:lnTo>
                  <a:lnTo>
                    <a:pt x="59141" y="1172960"/>
                  </a:lnTo>
                  <a:lnTo>
                    <a:pt x="59003" y="1174647"/>
                  </a:lnTo>
                  <a:lnTo>
                    <a:pt x="61067" y="1175746"/>
                  </a:lnTo>
                  <a:lnTo>
                    <a:pt x="62758" y="1177029"/>
                  </a:lnTo>
                  <a:lnTo>
                    <a:pt x="65442" y="1177974"/>
                  </a:lnTo>
                  <a:lnTo>
                    <a:pt x="66498" y="1178811"/>
                  </a:lnTo>
                  <a:lnTo>
                    <a:pt x="66675" y="1179162"/>
                  </a:lnTo>
                  <a:lnTo>
                    <a:pt x="66835" y="1182429"/>
                  </a:lnTo>
                  <a:lnTo>
                    <a:pt x="68394" y="1184114"/>
                  </a:lnTo>
                  <a:lnTo>
                    <a:pt x="73943" y="1187097"/>
                  </a:lnTo>
                  <a:lnTo>
                    <a:pt x="74187" y="1185859"/>
                  </a:lnTo>
                  <a:lnTo>
                    <a:pt x="78759" y="1181973"/>
                  </a:lnTo>
                  <a:lnTo>
                    <a:pt x="84088" y="1179791"/>
                  </a:lnTo>
                  <a:lnTo>
                    <a:pt x="85679" y="1178649"/>
                  </a:lnTo>
                  <a:lnTo>
                    <a:pt x="88418" y="1174968"/>
                  </a:lnTo>
                  <a:lnTo>
                    <a:pt x="87979" y="1172979"/>
                  </a:lnTo>
                  <a:lnTo>
                    <a:pt x="90649" y="1172789"/>
                  </a:lnTo>
                  <a:lnTo>
                    <a:pt x="93182" y="1171351"/>
                  </a:lnTo>
                  <a:lnTo>
                    <a:pt x="96721" y="1170598"/>
                  </a:lnTo>
                  <a:lnTo>
                    <a:pt x="96440" y="1166145"/>
                  </a:lnTo>
                  <a:lnTo>
                    <a:pt x="101751" y="1164282"/>
                  </a:lnTo>
                  <a:lnTo>
                    <a:pt x="106814" y="1165340"/>
                  </a:lnTo>
                  <a:lnTo>
                    <a:pt x="113272" y="1168313"/>
                  </a:lnTo>
                  <a:lnTo>
                    <a:pt x="115447" y="1166211"/>
                  </a:lnTo>
                  <a:lnTo>
                    <a:pt x="116698" y="1166410"/>
                  </a:lnTo>
                  <a:lnTo>
                    <a:pt x="119967" y="1168200"/>
                  </a:lnTo>
                  <a:lnTo>
                    <a:pt x="122514" y="1167041"/>
                  </a:lnTo>
                  <a:lnTo>
                    <a:pt x="124480" y="1166893"/>
                  </a:lnTo>
                  <a:lnTo>
                    <a:pt x="129650" y="1171327"/>
                  </a:lnTo>
                  <a:lnTo>
                    <a:pt x="131352" y="1171568"/>
                  </a:lnTo>
                  <a:lnTo>
                    <a:pt x="132206" y="1170129"/>
                  </a:lnTo>
                  <a:lnTo>
                    <a:pt x="135129" y="1170021"/>
                  </a:lnTo>
                  <a:lnTo>
                    <a:pt x="136587" y="1167550"/>
                  </a:lnTo>
                  <a:lnTo>
                    <a:pt x="140554" y="1166878"/>
                  </a:lnTo>
                  <a:lnTo>
                    <a:pt x="143456" y="1165912"/>
                  </a:lnTo>
                  <a:lnTo>
                    <a:pt x="144402" y="1163467"/>
                  </a:lnTo>
                  <a:lnTo>
                    <a:pt x="151422" y="1154107"/>
                  </a:lnTo>
                  <a:lnTo>
                    <a:pt x="152383" y="1151235"/>
                  </a:lnTo>
                  <a:lnTo>
                    <a:pt x="155370" y="1151783"/>
                  </a:lnTo>
                  <a:lnTo>
                    <a:pt x="158149" y="1150752"/>
                  </a:lnTo>
                  <a:lnTo>
                    <a:pt x="159681" y="1149391"/>
                  </a:lnTo>
                  <a:lnTo>
                    <a:pt x="162654" y="1148926"/>
                  </a:lnTo>
                  <a:lnTo>
                    <a:pt x="163404" y="1148976"/>
                  </a:lnTo>
                  <a:lnTo>
                    <a:pt x="167280" y="1150519"/>
                  </a:lnTo>
                  <a:lnTo>
                    <a:pt x="168700" y="1152659"/>
                  </a:lnTo>
                  <a:lnTo>
                    <a:pt x="168833" y="1153917"/>
                  </a:lnTo>
                  <a:lnTo>
                    <a:pt x="170016" y="1157355"/>
                  </a:lnTo>
                  <a:lnTo>
                    <a:pt x="169008" y="1160928"/>
                  </a:lnTo>
                  <a:lnTo>
                    <a:pt x="169400" y="1161799"/>
                  </a:lnTo>
                  <a:lnTo>
                    <a:pt x="170572" y="1162448"/>
                  </a:lnTo>
                  <a:lnTo>
                    <a:pt x="171547" y="1164120"/>
                  </a:lnTo>
                  <a:lnTo>
                    <a:pt x="173863" y="1165914"/>
                  </a:lnTo>
                  <a:lnTo>
                    <a:pt x="174934" y="1167435"/>
                  </a:lnTo>
                  <a:lnTo>
                    <a:pt x="178351" y="1166224"/>
                  </a:lnTo>
                  <a:lnTo>
                    <a:pt x="179152" y="1165534"/>
                  </a:lnTo>
                  <a:lnTo>
                    <a:pt x="184117" y="1165557"/>
                  </a:lnTo>
                  <a:lnTo>
                    <a:pt x="186306" y="1164940"/>
                  </a:lnTo>
                  <a:lnTo>
                    <a:pt x="191079" y="1157956"/>
                  </a:lnTo>
                  <a:lnTo>
                    <a:pt x="191654" y="1157887"/>
                  </a:lnTo>
                  <a:lnTo>
                    <a:pt x="193870" y="1157355"/>
                  </a:lnTo>
                  <a:lnTo>
                    <a:pt x="195775" y="1158452"/>
                  </a:lnTo>
                  <a:lnTo>
                    <a:pt x="197879" y="1161475"/>
                  </a:lnTo>
                  <a:lnTo>
                    <a:pt x="199687" y="1163303"/>
                  </a:lnTo>
                  <a:lnTo>
                    <a:pt x="203920" y="1166631"/>
                  </a:lnTo>
                  <a:lnTo>
                    <a:pt x="206423" y="1165618"/>
                  </a:lnTo>
                  <a:lnTo>
                    <a:pt x="208723" y="1161560"/>
                  </a:lnTo>
                  <a:lnTo>
                    <a:pt x="210799" y="1160119"/>
                  </a:lnTo>
                  <a:lnTo>
                    <a:pt x="213151" y="1157880"/>
                  </a:lnTo>
                  <a:lnTo>
                    <a:pt x="214279" y="1157301"/>
                  </a:lnTo>
                  <a:lnTo>
                    <a:pt x="217902" y="1151733"/>
                  </a:lnTo>
                  <a:lnTo>
                    <a:pt x="220798" y="1149502"/>
                  </a:lnTo>
                  <a:lnTo>
                    <a:pt x="221481" y="1146468"/>
                  </a:lnTo>
                  <a:lnTo>
                    <a:pt x="225205" y="1144451"/>
                  </a:lnTo>
                  <a:lnTo>
                    <a:pt x="227585" y="1142397"/>
                  </a:lnTo>
                  <a:lnTo>
                    <a:pt x="229518" y="1137961"/>
                  </a:lnTo>
                  <a:lnTo>
                    <a:pt x="234269" y="1134828"/>
                  </a:lnTo>
                  <a:lnTo>
                    <a:pt x="234263" y="1133433"/>
                  </a:lnTo>
                  <a:lnTo>
                    <a:pt x="235002" y="1131787"/>
                  </a:lnTo>
                  <a:lnTo>
                    <a:pt x="236928" y="1130360"/>
                  </a:lnTo>
                  <a:lnTo>
                    <a:pt x="238379" y="1128807"/>
                  </a:lnTo>
                  <a:lnTo>
                    <a:pt x="239454" y="1126014"/>
                  </a:lnTo>
                  <a:lnTo>
                    <a:pt x="239666" y="1118845"/>
                  </a:lnTo>
                  <a:lnTo>
                    <a:pt x="247935" y="1122408"/>
                  </a:lnTo>
                  <a:lnTo>
                    <a:pt x="250946" y="1121582"/>
                  </a:lnTo>
                  <a:lnTo>
                    <a:pt x="254530" y="1122978"/>
                  </a:lnTo>
                  <a:lnTo>
                    <a:pt x="256580" y="1122811"/>
                  </a:lnTo>
                  <a:lnTo>
                    <a:pt x="259786" y="1123319"/>
                  </a:lnTo>
                  <a:lnTo>
                    <a:pt x="261465" y="1123817"/>
                  </a:lnTo>
                  <a:lnTo>
                    <a:pt x="262047" y="1124936"/>
                  </a:lnTo>
                  <a:lnTo>
                    <a:pt x="262134" y="1126568"/>
                  </a:lnTo>
                  <a:lnTo>
                    <a:pt x="263548" y="1130132"/>
                  </a:lnTo>
                  <a:lnTo>
                    <a:pt x="279798" y="1127434"/>
                  </a:lnTo>
                  <a:lnTo>
                    <a:pt x="281075" y="1126832"/>
                  </a:lnTo>
                  <a:lnTo>
                    <a:pt x="281295" y="1125885"/>
                  </a:lnTo>
                  <a:lnTo>
                    <a:pt x="282610" y="1130154"/>
                  </a:lnTo>
                  <a:lnTo>
                    <a:pt x="282880" y="1131929"/>
                  </a:lnTo>
                  <a:lnTo>
                    <a:pt x="286137" y="1133185"/>
                  </a:lnTo>
                  <a:lnTo>
                    <a:pt x="288098" y="1136184"/>
                  </a:lnTo>
                  <a:lnTo>
                    <a:pt x="288691" y="1136696"/>
                  </a:lnTo>
                  <a:lnTo>
                    <a:pt x="292418" y="1137908"/>
                  </a:lnTo>
                  <a:lnTo>
                    <a:pt x="293209" y="1137747"/>
                  </a:lnTo>
                  <a:lnTo>
                    <a:pt x="295122" y="1138370"/>
                  </a:lnTo>
                  <a:lnTo>
                    <a:pt x="296737" y="1140998"/>
                  </a:lnTo>
                  <a:lnTo>
                    <a:pt x="297950" y="1142079"/>
                  </a:lnTo>
                  <a:lnTo>
                    <a:pt x="301909" y="1142519"/>
                  </a:lnTo>
                  <a:lnTo>
                    <a:pt x="304902" y="1142035"/>
                  </a:lnTo>
                  <a:lnTo>
                    <a:pt x="307252" y="1143150"/>
                  </a:lnTo>
                  <a:lnTo>
                    <a:pt x="309973" y="1144842"/>
                  </a:lnTo>
                  <a:lnTo>
                    <a:pt x="311707" y="1147194"/>
                  </a:lnTo>
                  <a:lnTo>
                    <a:pt x="312769" y="1147837"/>
                  </a:lnTo>
                  <a:lnTo>
                    <a:pt x="314311" y="1149381"/>
                  </a:lnTo>
                  <a:lnTo>
                    <a:pt x="315832" y="1149758"/>
                  </a:lnTo>
                  <a:lnTo>
                    <a:pt x="317714" y="1149305"/>
                  </a:lnTo>
                  <a:lnTo>
                    <a:pt x="319803" y="1151372"/>
                  </a:lnTo>
                  <a:lnTo>
                    <a:pt x="321535" y="1152522"/>
                  </a:lnTo>
                  <a:lnTo>
                    <a:pt x="322451" y="1152736"/>
                  </a:lnTo>
                  <a:lnTo>
                    <a:pt x="323077" y="1152637"/>
                  </a:lnTo>
                  <a:lnTo>
                    <a:pt x="323421" y="1153748"/>
                  </a:lnTo>
                  <a:lnTo>
                    <a:pt x="331723" y="1150816"/>
                  </a:lnTo>
                  <a:lnTo>
                    <a:pt x="335554" y="1148885"/>
                  </a:lnTo>
                  <a:lnTo>
                    <a:pt x="335907" y="1149018"/>
                  </a:lnTo>
                  <a:lnTo>
                    <a:pt x="338657" y="1148516"/>
                  </a:lnTo>
                  <a:lnTo>
                    <a:pt x="346775" y="1148220"/>
                  </a:lnTo>
                  <a:lnTo>
                    <a:pt x="349110" y="1148667"/>
                  </a:lnTo>
                  <a:lnTo>
                    <a:pt x="351753" y="1149480"/>
                  </a:lnTo>
                  <a:lnTo>
                    <a:pt x="353509" y="1150396"/>
                  </a:lnTo>
                  <a:lnTo>
                    <a:pt x="356299" y="1150992"/>
                  </a:lnTo>
                  <a:lnTo>
                    <a:pt x="362085" y="1150553"/>
                  </a:lnTo>
                  <a:lnTo>
                    <a:pt x="362050" y="1150368"/>
                  </a:lnTo>
                  <a:lnTo>
                    <a:pt x="363618" y="1149119"/>
                  </a:lnTo>
                  <a:lnTo>
                    <a:pt x="365974" y="1147508"/>
                  </a:lnTo>
                  <a:lnTo>
                    <a:pt x="365712" y="1147185"/>
                  </a:lnTo>
                  <a:lnTo>
                    <a:pt x="366595" y="1144105"/>
                  </a:lnTo>
                  <a:lnTo>
                    <a:pt x="369569" y="1139300"/>
                  </a:lnTo>
                  <a:lnTo>
                    <a:pt x="370848" y="1138084"/>
                  </a:lnTo>
                  <a:lnTo>
                    <a:pt x="379543" y="1134062"/>
                  </a:lnTo>
                  <a:lnTo>
                    <a:pt x="396400" y="1127138"/>
                  </a:lnTo>
                  <a:lnTo>
                    <a:pt x="399327" y="1128006"/>
                  </a:lnTo>
                  <a:lnTo>
                    <a:pt x="399930" y="1128554"/>
                  </a:lnTo>
                  <a:lnTo>
                    <a:pt x="403737" y="1130375"/>
                  </a:lnTo>
                  <a:lnTo>
                    <a:pt x="407105" y="1129895"/>
                  </a:lnTo>
                  <a:lnTo>
                    <a:pt x="413181" y="1131795"/>
                  </a:lnTo>
                  <a:lnTo>
                    <a:pt x="416989" y="1132669"/>
                  </a:lnTo>
                  <a:lnTo>
                    <a:pt x="421323" y="1132632"/>
                  </a:lnTo>
                  <a:lnTo>
                    <a:pt x="423670" y="1133139"/>
                  </a:lnTo>
                  <a:lnTo>
                    <a:pt x="424901" y="1134604"/>
                  </a:lnTo>
                  <a:lnTo>
                    <a:pt x="426464" y="1135163"/>
                  </a:lnTo>
                  <a:lnTo>
                    <a:pt x="429387" y="1132863"/>
                  </a:lnTo>
                  <a:lnTo>
                    <a:pt x="433539" y="1132048"/>
                  </a:lnTo>
                  <a:lnTo>
                    <a:pt x="435708" y="1131105"/>
                  </a:lnTo>
                  <a:lnTo>
                    <a:pt x="438208" y="1127835"/>
                  </a:lnTo>
                  <a:lnTo>
                    <a:pt x="438629" y="1126176"/>
                  </a:lnTo>
                  <a:lnTo>
                    <a:pt x="439813" y="1126266"/>
                  </a:lnTo>
                  <a:lnTo>
                    <a:pt x="445357" y="1113504"/>
                  </a:lnTo>
                  <a:lnTo>
                    <a:pt x="446604" y="1112724"/>
                  </a:lnTo>
                  <a:lnTo>
                    <a:pt x="449442" y="1112552"/>
                  </a:lnTo>
                  <a:lnTo>
                    <a:pt x="449979" y="1111945"/>
                  </a:lnTo>
                  <a:lnTo>
                    <a:pt x="453066" y="1112827"/>
                  </a:lnTo>
                  <a:lnTo>
                    <a:pt x="454136" y="1113812"/>
                  </a:lnTo>
                  <a:lnTo>
                    <a:pt x="453683" y="1107551"/>
                  </a:lnTo>
                  <a:lnTo>
                    <a:pt x="456291" y="1105399"/>
                  </a:lnTo>
                  <a:lnTo>
                    <a:pt x="456881" y="1103188"/>
                  </a:lnTo>
                  <a:lnTo>
                    <a:pt x="457695" y="1102249"/>
                  </a:lnTo>
                  <a:lnTo>
                    <a:pt x="456959" y="1098459"/>
                  </a:lnTo>
                  <a:lnTo>
                    <a:pt x="457519" y="1095963"/>
                  </a:lnTo>
                  <a:lnTo>
                    <a:pt x="457984" y="1095175"/>
                  </a:lnTo>
                  <a:lnTo>
                    <a:pt x="455873" y="1096130"/>
                  </a:lnTo>
                  <a:lnTo>
                    <a:pt x="454258" y="1096309"/>
                  </a:lnTo>
                  <a:lnTo>
                    <a:pt x="450956" y="1092478"/>
                  </a:lnTo>
                  <a:lnTo>
                    <a:pt x="444661" y="1089840"/>
                  </a:lnTo>
                  <a:lnTo>
                    <a:pt x="444523" y="1087354"/>
                  </a:lnTo>
                  <a:lnTo>
                    <a:pt x="444836" y="1082525"/>
                  </a:lnTo>
                  <a:lnTo>
                    <a:pt x="446433" y="1079736"/>
                  </a:lnTo>
                  <a:lnTo>
                    <a:pt x="446626" y="1078733"/>
                  </a:lnTo>
                  <a:lnTo>
                    <a:pt x="443236" y="1076945"/>
                  </a:lnTo>
                  <a:lnTo>
                    <a:pt x="439580" y="1073873"/>
                  </a:lnTo>
                  <a:lnTo>
                    <a:pt x="437077" y="1069860"/>
                  </a:lnTo>
                  <a:lnTo>
                    <a:pt x="437508" y="1067971"/>
                  </a:lnTo>
                  <a:lnTo>
                    <a:pt x="438937" y="1064535"/>
                  </a:lnTo>
                  <a:lnTo>
                    <a:pt x="437949" y="1063833"/>
                  </a:lnTo>
                  <a:lnTo>
                    <a:pt x="437147" y="1064679"/>
                  </a:lnTo>
                  <a:lnTo>
                    <a:pt x="437573" y="1060323"/>
                  </a:lnTo>
                  <a:lnTo>
                    <a:pt x="439962" y="1055488"/>
                  </a:lnTo>
                  <a:lnTo>
                    <a:pt x="440638" y="1050146"/>
                  </a:lnTo>
                  <a:lnTo>
                    <a:pt x="441289" y="1049341"/>
                  </a:lnTo>
                  <a:lnTo>
                    <a:pt x="445425" y="1048320"/>
                  </a:lnTo>
                  <a:lnTo>
                    <a:pt x="446217" y="1048470"/>
                  </a:lnTo>
                  <a:lnTo>
                    <a:pt x="447388" y="1047400"/>
                  </a:lnTo>
                  <a:lnTo>
                    <a:pt x="449912" y="1046877"/>
                  </a:lnTo>
                  <a:lnTo>
                    <a:pt x="451379" y="1046913"/>
                  </a:lnTo>
                  <a:lnTo>
                    <a:pt x="452211" y="1045569"/>
                  </a:lnTo>
                  <a:lnTo>
                    <a:pt x="453860" y="1045466"/>
                  </a:lnTo>
                  <a:lnTo>
                    <a:pt x="455589" y="1045778"/>
                  </a:lnTo>
                  <a:lnTo>
                    <a:pt x="457915" y="1043958"/>
                  </a:lnTo>
                  <a:lnTo>
                    <a:pt x="457696" y="1043479"/>
                  </a:lnTo>
                  <a:lnTo>
                    <a:pt x="459005" y="1039399"/>
                  </a:lnTo>
                  <a:lnTo>
                    <a:pt x="458770" y="1037156"/>
                  </a:lnTo>
                  <a:lnTo>
                    <a:pt x="460298" y="1035577"/>
                  </a:lnTo>
                  <a:lnTo>
                    <a:pt x="461015" y="1033464"/>
                  </a:lnTo>
                  <a:lnTo>
                    <a:pt x="461508" y="1032709"/>
                  </a:lnTo>
                  <a:lnTo>
                    <a:pt x="463231" y="1031231"/>
                  </a:lnTo>
                  <a:lnTo>
                    <a:pt x="464502" y="1029588"/>
                  </a:lnTo>
                  <a:lnTo>
                    <a:pt x="464537" y="1029073"/>
                  </a:lnTo>
                  <a:lnTo>
                    <a:pt x="465897" y="1026474"/>
                  </a:lnTo>
                  <a:lnTo>
                    <a:pt x="466843" y="1023871"/>
                  </a:lnTo>
                  <a:lnTo>
                    <a:pt x="471439" y="1025087"/>
                  </a:lnTo>
                  <a:lnTo>
                    <a:pt x="476552" y="1025189"/>
                  </a:lnTo>
                  <a:lnTo>
                    <a:pt x="477512" y="1025854"/>
                  </a:lnTo>
                  <a:lnTo>
                    <a:pt x="480635" y="1027184"/>
                  </a:lnTo>
                  <a:lnTo>
                    <a:pt x="484802" y="1029613"/>
                  </a:lnTo>
                  <a:lnTo>
                    <a:pt x="485715" y="1029499"/>
                  </a:lnTo>
                  <a:lnTo>
                    <a:pt x="490627" y="1028123"/>
                  </a:lnTo>
                  <a:lnTo>
                    <a:pt x="493705" y="1027805"/>
                  </a:lnTo>
                  <a:lnTo>
                    <a:pt x="495402" y="1026239"/>
                  </a:lnTo>
                  <a:lnTo>
                    <a:pt x="506247" y="1023115"/>
                  </a:lnTo>
                  <a:lnTo>
                    <a:pt x="509534" y="1019913"/>
                  </a:lnTo>
                  <a:lnTo>
                    <a:pt x="509183" y="1018101"/>
                  </a:lnTo>
                  <a:lnTo>
                    <a:pt x="510055" y="1017883"/>
                  </a:lnTo>
                  <a:lnTo>
                    <a:pt x="510721" y="1018522"/>
                  </a:lnTo>
                  <a:lnTo>
                    <a:pt x="514524" y="1017644"/>
                  </a:lnTo>
                  <a:lnTo>
                    <a:pt x="517045" y="1016395"/>
                  </a:lnTo>
                  <a:lnTo>
                    <a:pt x="518308" y="1016432"/>
                  </a:lnTo>
                  <a:lnTo>
                    <a:pt x="519735" y="1015745"/>
                  </a:lnTo>
                  <a:lnTo>
                    <a:pt x="523557" y="1017868"/>
                  </a:lnTo>
                  <a:lnTo>
                    <a:pt x="525743" y="1017445"/>
                  </a:lnTo>
                  <a:lnTo>
                    <a:pt x="527562" y="1015999"/>
                  </a:lnTo>
                  <a:lnTo>
                    <a:pt x="528237" y="1015941"/>
                  </a:lnTo>
                  <a:lnTo>
                    <a:pt x="528723" y="1016229"/>
                  </a:lnTo>
                  <a:lnTo>
                    <a:pt x="528757" y="1016654"/>
                  </a:lnTo>
                  <a:lnTo>
                    <a:pt x="528150" y="1019708"/>
                  </a:lnTo>
                  <a:lnTo>
                    <a:pt x="528441" y="1021665"/>
                  </a:lnTo>
                  <a:lnTo>
                    <a:pt x="529880" y="1023483"/>
                  </a:lnTo>
                  <a:lnTo>
                    <a:pt x="533440" y="1024007"/>
                  </a:lnTo>
                  <a:lnTo>
                    <a:pt x="534693" y="1024936"/>
                  </a:lnTo>
                  <a:lnTo>
                    <a:pt x="536861" y="1025284"/>
                  </a:lnTo>
                  <a:lnTo>
                    <a:pt x="537624" y="1026669"/>
                  </a:lnTo>
                  <a:lnTo>
                    <a:pt x="543124" y="1027509"/>
                  </a:lnTo>
                  <a:lnTo>
                    <a:pt x="545014" y="1027262"/>
                  </a:lnTo>
                  <a:lnTo>
                    <a:pt x="546047" y="1025940"/>
                  </a:lnTo>
                  <a:lnTo>
                    <a:pt x="547916" y="1024777"/>
                  </a:lnTo>
                  <a:lnTo>
                    <a:pt x="550650" y="1021839"/>
                  </a:lnTo>
                  <a:lnTo>
                    <a:pt x="553836" y="1019374"/>
                  </a:lnTo>
                  <a:lnTo>
                    <a:pt x="555560" y="1017577"/>
                  </a:lnTo>
                  <a:lnTo>
                    <a:pt x="556718" y="1015516"/>
                  </a:lnTo>
                  <a:lnTo>
                    <a:pt x="557646" y="1014732"/>
                  </a:lnTo>
                  <a:lnTo>
                    <a:pt x="557929" y="1013029"/>
                  </a:lnTo>
                  <a:lnTo>
                    <a:pt x="557070" y="1010558"/>
                  </a:lnTo>
                  <a:lnTo>
                    <a:pt x="558780" y="1009133"/>
                  </a:lnTo>
                  <a:lnTo>
                    <a:pt x="560269" y="1005161"/>
                  </a:lnTo>
                  <a:lnTo>
                    <a:pt x="561591" y="1004675"/>
                  </a:lnTo>
                  <a:lnTo>
                    <a:pt x="563950" y="1003338"/>
                  </a:lnTo>
                  <a:lnTo>
                    <a:pt x="565301" y="1002985"/>
                  </a:lnTo>
                  <a:lnTo>
                    <a:pt x="566289" y="1000826"/>
                  </a:lnTo>
                  <a:lnTo>
                    <a:pt x="567395" y="1000146"/>
                  </a:lnTo>
                  <a:lnTo>
                    <a:pt x="568081" y="999133"/>
                  </a:lnTo>
                  <a:lnTo>
                    <a:pt x="568169" y="996855"/>
                  </a:lnTo>
                  <a:lnTo>
                    <a:pt x="569230" y="995585"/>
                  </a:lnTo>
                  <a:lnTo>
                    <a:pt x="569598" y="994657"/>
                  </a:lnTo>
                  <a:lnTo>
                    <a:pt x="570475" y="994282"/>
                  </a:lnTo>
                  <a:lnTo>
                    <a:pt x="571704" y="993184"/>
                  </a:lnTo>
                  <a:lnTo>
                    <a:pt x="574693" y="993779"/>
                  </a:lnTo>
                  <a:lnTo>
                    <a:pt x="578150" y="992081"/>
                  </a:lnTo>
                  <a:lnTo>
                    <a:pt x="579788" y="990742"/>
                  </a:lnTo>
                  <a:lnTo>
                    <a:pt x="584137" y="988409"/>
                  </a:lnTo>
                  <a:lnTo>
                    <a:pt x="588246" y="989505"/>
                  </a:lnTo>
                  <a:lnTo>
                    <a:pt x="589914" y="989138"/>
                  </a:lnTo>
                  <a:lnTo>
                    <a:pt x="590909" y="988032"/>
                  </a:lnTo>
                  <a:lnTo>
                    <a:pt x="591084" y="987516"/>
                  </a:lnTo>
                  <a:lnTo>
                    <a:pt x="592529" y="986616"/>
                  </a:lnTo>
                  <a:lnTo>
                    <a:pt x="592807" y="986195"/>
                  </a:lnTo>
                  <a:lnTo>
                    <a:pt x="593329" y="984779"/>
                  </a:lnTo>
                  <a:lnTo>
                    <a:pt x="593033" y="983979"/>
                  </a:lnTo>
                  <a:lnTo>
                    <a:pt x="593171" y="982625"/>
                  </a:lnTo>
                  <a:lnTo>
                    <a:pt x="595014" y="980063"/>
                  </a:lnTo>
                  <a:lnTo>
                    <a:pt x="594543" y="979095"/>
                  </a:lnTo>
                  <a:lnTo>
                    <a:pt x="594555" y="976896"/>
                  </a:lnTo>
                  <a:lnTo>
                    <a:pt x="595177" y="975568"/>
                  </a:lnTo>
                  <a:lnTo>
                    <a:pt x="596348" y="975124"/>
                  </a:lnTo>
                  <a:lnTo>
                    <a:pt x="596961" y="974543"/>
                  </a:lnTo>
                  <a:lnTo>
                    <a:pt x="597762" y="968520"/>
                  </a:lnTo>
                  <a:lnTo>
                    <a:pt x="603472" y="964926"/>
                  </a:lnTo>
                  <a:lnTo>
                    <a:pt x="605547" y="959623"/>
                  </a:lnTo>
                  <a:lnTo>
                    <a:pt x="609173" y="957863"/>
                  </a:lnTo>
                  <a:lnTo>
                    <a:pt x="610145" y="950028"/>
                  </a:lnTo>
                  <a:lnTo>
                    <a:pt x="608570" y="945441"/>
                  </a:lnTo>
                  <a:lnTo>
                    <a:pt x="608670" y="942141"/>
                  </a:lnTo>
                  <a:lnTo>
                    <a:pt x="609619" y="937584"/>
                  </a:lnTo>
                  <a:lnTo>
                    <a:pt x="609276" y="937531"/>
                  </a:lnTo>
                  <a:lnTo>
                    <a:pt x="605875" y="934659"/>
                  </a:lnTo>
                  <a:lnTo>
                    <a:pt x="604320" y="933913"/>
                  </a:lnTo>
                  <a:lnTo>
                    <a:pt x="605282" y="929278"/>
                  </a:lnTo>
                  <a:lnTo>
                    <a:pt x="604559" y="927903"/>
                  </a:lnTo>
                  <a:lnTo>
                    <a:pt x="604550" y="927178"/>
                  </a:lnTo>
                  <a:lnTo>
                    <a:pt x="603912" y="926815"/>
                  </a:lnTo>
                  <a:lnTo>
                    <a:pt x="603305" y="925785"/>
                  </a:lnTo>
                  <a:lnTo>
                    <a:pt x="602407" y="923139"/>
                  </a:lnTo>
                  <a:lnTo>
                    <a:pt x="602291" y="921639"/>
                  </a:lnTo>
                  <a:lnTo>
                    <a:pt x="602567" y="919081"/>
                  </a:lnTo>
                  <a:lnTo>
                    <a:pt x="603412" y="917555"/>
                  </a:lnTo>
                  <a:lnTo>
                    <a:pt x="603401" y="915380"/>
                  </a:lnTo>
                  <a:lnTo>
                    <a:pt x="603645" y="914494"/>
                  </a:lnTo>
                  <a:lnTo>
                    <a:pt x="602965" y="913765"/>
                  </a:lnTo>
                  <a:lnTo>
                    <a:pt x="602969" y="913381"/>
                  </a:lnTo>
                  <a:lnTo>
                    <a:pt x="603930" y="912570"/>
                  </a:lnTo>
                  <a:lnTo>
                    <a:pt x="604758" y="912516"/>
                  </a:lnTo>
                  <a:lnTo>
                    <a:pt x="604971" y="912044"/>
                  </a:lnTo>
                  <a:lnTo>
                    <a:pt x="605432" y="912155"/>
                  </a:lnTo>
                  <a:lnTo>
                    <a:pt x="606127" y="910732"/>
                  </a:lnTo>
                  <a:lnTo>
                    <a:pt x="607462" y="909826"/>
                  </a:lnTo>
                  <a:lnTo>
                    <a:pt x="608031" y="909720"/>
                  </a:lnTo>
                  <a:lnTo>
                    <a:pt x="608874" y="910542"/>
                  </a:lnTo>
                  <a:lnTo>
                    <a:pt x="609856" y="910754"/>
                  </a:lnTo>
                  <a:lnTo>
                    <a:pt x="612583" y="908288"/>
                  </a:lnTo>
                  <a:lnTo>
                    <a:pt x="613713" y="908000"/>
                  </a:lnTo>
                  <a:lnTo>
                    <a:pt x="614340" y="908257"/>
                  </a:lnTo>
                  <a:lnTo>
                    <a:pt x="617341" y="907732"/>
                  </a:lnTo>
                  <a:lnTo>
                    <a:pt x="622171" y="908774"/>
                  </a:lnTo>
                  <a:lnTo>
                    <a:pt x="625952" y="908857"/>
                  </a:lnTo>
                  <a:lnTo>
                    <a:pt x="631021" y="910821"/>
                  </a:lnTo>
                  <a:lnTo>
                    <a:pt x="637121" y="912250"/>
                  </a:lnTo>
                  <a:lnTo>
                    <a:pt x="638104" y="913179"/>
                  </a:lnTo>
                  <a:lnTo>
                    <a:pt x="639417" y="913299"/>
                  </a:lnTo>
                  <a:lnTo>
                    <a:pt x="641606" y="910977"/>
                  </a:lnTo>
                  <a:lnTo>
                    <a:pt x="647133" y="909586"/>
                  </a:lnTo>
                  <a:lnTo>
                    <a:pt x="648202" y="909734"/>
                  </a:lnTo>
                  <a:lnTo>
                    <a:pt x="649988" y="908334"/>
                  </a:lnTo>
                  <a:lnTo>
                    <a:pt x="650952" y="907071"/>
                  </a:lnTo>
                  <a:lnTo>
                    <a:pt x="651749" y="906679"/>
                  </a:lnTo>
                  <a:lnTo>
                    <a:pt x="654107" y="904050"/>
                  </a:lnTo>
                  <a:lnTo>
                    <a:pt x="659875" y="898342"/>
                  </a:lnTo>
                  <a:lnTo>
                    <a:pt x="662674" y="899024"/>
                  </a:lnTo>
                  <a:lnTo>
                    <a:pt x="668669" y="895356"/>
                  </a:lnTo>
                  <a:lnTo>
                    <a:pt x="672940" y="894341"/>
                  </a:lnTo>
                  <a:lnTo>
                    <a:pt x="676583" y="892836"/>
                  </a:lnTo>
                  <a:lnTo>
                    <a:pt x="673302" y="885794"/>
                  </a:lnTo>
                  <a:lnTo>
                    <a:pt x="674769" y="880883"/>
                  </a:lnTo>
                  <a:lnTo>
                    <a:pt x="674412" y="877598"/>
                  </a:lnTo>
                  <a:lnTo>
                    <a:pt x="674098" y="876555"/>
                  </a:lnTo>
                  <a:lnTo>
                    <a:pt x="670934" y="873200"/>
                  </a:lnTo>
                  <a:lnTo>
                    <a:pt x="663223" y="871535"/>
                  </a:lnTo>
                  <a:lnTo>
                    <a:pt x="661401" y="869116"/>
                  </a:lnTo>
                  <a:lnTo>
                    <a:pt x="650774" y="858903"/>
                  </a:lnTo>
                  <a:lnTo>
                    <a:pt x="647195" y="857927"/>
                  </a:lnTo>
                  <a:lnTo>
                    <a:pt x="644390" y="844377"/>
                  </a:lnTo>
                  <a:lnTo>
                    <a:pt x="639869" y="847769"/>
                  </a:lnTo>
                  <a:lnTo>
                    <a:pt x="638356" y="845190"/>
                  </a:lnTo>
                  <a:lnTo>
                    <a:pt x="637649" y="844416"/>
                  </a:lnTo>
                  <a:lnTo>
                    <a:pt x="635434" y="840385"/>
                  </a:lnTo>
                  <a:lnTo>
                    <a:pt x="632816" y="831600"/>
                  </a:lnTo>
                  <a:lnTo>
                    <a:pt x="632981" y="829012"/>
                  </a:lnTo>
                  <a:lnTo>
                    <a:pt x="630381" y="819234"/>
                  </a:lnTo>
                  <a:lnTo>
                    <a:pt x="630044" y="815925"/>
                  </a:lnTo>
                  <a:lnTo>
                    <a:pt x="628676" y="811467"/>
                  </a:lnTo>
                  <a:lnTo>
                    <a:pt x="628763" y="810767"/>
                  </a:lnTo>
                  <a:lnTo>
                    <a:pt x="628206" y="809225"/>
                  </a:lnTo>
                  <a:lnTo>
                    <a:pt x="627426" y="803609"/>
                  </a:lnTo>
                  <a:lnTo>
                    <a:pt x="627486" y="801853"/>
                  </a:lnTo>
                  <a:lnTo>
                    <a:pt x="628463" y="798912"/>
                  </a:lnTo>
                  <a:lnTo>
                    <a:pt x="627917" y="799475"/>
                  </a:lnTo>
                  <a:lnTo>
                    <a:pt x="624718" y="799356"/>
                  </a:lnTo>
                  <a:lnTo>
                    <a:pt x="622278" y="797655"/>
                  </a:lnTo>
                  <a:lnTo>
                    <a:pt x="618458" y="796195"/>
                  </a:lnTo>
                  <a:lnTo>
                    <a:pt x="616764" y="792126"/>
                  </a:lnTo>
                  <a:lnTo>
                    <a:pt x="614559" y="791325"/>
                  </a:lnTo>
                  <a:lnTo>
                    <a:pt x="609683" y="788580"/>
                  </a:lnTo>
                  <a:lnTo>
                    <a:pt x="607499" y="784308"/>
                  </a:lnTo>
                  <a:lnTo>
                    <a:pt x="600724" y="778374"/>
                  </a:lnTo>
                  <a:lnTo>
                    <a:pt x="605739" y="775226"/>
                  </a:lnTo>
                  <a:lnTo>
                    <a:pt x="608168" y="775377"/>
                  </a:lnTo>
                  <a:lnTo>
                    <a:pt x="610747" y="773939"/>
                  </a:lnTo>
                  <a:lnTo>
                    <a:pt x="615270" y="770634"/>
                  </a:lnTo>
                  <a:lnTo>
                    <a:pt x="620364" y="760441"/>
                  </a:lnTo>
                  <a:lnTo>
                    <a:pt x="624402" y="753159"/>
                  </a:lnTo>
                  <a:lnTo>
                    <a:pt x="626337" y="752653"/>
                  </a:lnTo>
                  <a:lnTo>
                    <a:pt x="626630" y="746529"/>
                  </a:lnTo>
                  <a:lnTo>
                    <a:pt x="632313" y="741917"/>
                  </a:lnTo>
                  <a:lnTo>
                    <a:pt x="635399" y="738743"/>
                  </a:lnTo>
                  <a:lnTo>
                    <a:pt x="642444" y="732560"/>
                  </a:lnTo>
                  <a:lnTo>
                    <a:pt x="641893" y="732211"/>
                  </a:lnTo>
                  <a:lnTo>
                    <a:pt x="640531" y="730449"/>
                  </a:lnTo>
                  <a:lnTo>
                    <a:pt x="636189" y="726157"/>
                  </a:lnTo>
                  <a:lnTo>
                    <a:pt x="633059" y="721683"/>
                  </a:lnTo>
                  <a:lnTo>
                    <a:pt x="628548" y="717509"/>
                  </a:lnTo>
                  <a:lnTo>
                    <a:pt x="627522" y="715744"/>
                  </a:lnTo>
                  <a:lnTo>
                    <a:pt x="622458" y="713247"/>
                  </a:lnTo>
                  <a:lnTo>
                    <a:pt x="620115" y="711737"/>
                  </a:lnTo>
                  <a:lnTo>
                    <a:pt x="617627" y="711742"/>
                  </a:lnTo>
                  <a:lnTo>
                    <a:pt x="615106" y="710096"/>
                  </a:lnTo>
                  <a:lnTo>
                    <a:pt x="614876" y="709003"/>
                  </a:lnTo>
                  <a:lnTo>
                    <a:pt x="612385" y="708794"/>
                  </a:lnTo>
                  <a:lnTo>
                    <a:pt x="610563" y="709245"/>
                  </a:lnTo>
                  <a:lnTo>
                    <a:pt x="599484" y="704038"/>
                  </a:lnTo>
                  <a:lnTo>
                    <a:pt x="593021" y="701736"/>
                  </a:lnTo>
                  <a:lnTo>
                    <a:pt x="587391" y="701290"/>
                  </a:lnTo>
                  <a:lnTo>
                    <a:pt x="583331" y="699949"/>
                  </a:lnTo>
                  <a:lnTo>
                    <a:pt x="579798" y="699966"/>
                  </a:lnTo>
                  <a:lnTo>
                    <a:pt x="577829" y="698986"/>
                  </a:lnTo>
                  <a:lnTo>
                    <a:pt x="577236" y="698198"/>
                  </a:lnTo>
                  <a:lnTo>
                    <a:pt x="573304" y="695743"/>
                  </a:lnTo>
                  <a:lnTo>
                    <a:pt x="569709" y="694730"/>
                  </a:lnTo>
                  <a:lnTo>
                    <a:pt x="564352" y="693647"/>
                  </a:lnTo>
                  <a:lnTo>
                    <a:pt x="556799" y="693095"/>
                  </a:lnTo>
                  <a:lnTo>
                    <a:pt x="549916" y="691131"/>
                  </a:lnTo>
                  <a:lnTo>
                    <a:pt x="547928" y="691807"/>
                  </a:lnTo>
                  <a:lnTo>
                    <a:pt x="543919" y="689785"/>
                  </a:lnTo>
                  <a:lnTo>
                    <a:pt x="541925" y="682753"/>
                  </a:lnTo>
                  <a:lnTo>
                    <a:pt x="539342" y="679067"/>
                  </a:lnTo>
                  <a:lnTo>
                    <a:pt x="539245" y="671816"/>
                  </a:lnTo>
                  <a:lnTo>
                    <a:pt x="540585" y="667675"/>
                  </a:lnTo>
                  <a:lnTo>
                    <a:pt x="541420" y="660027"/>
                  </a:lnTo>
                  <a:lnTo>
                    <a:pt x="542451" y="656903"/>
                  </a:lnTo>
                  <a:lnTo>
                    <a:pt x="543116" y="653551"/>
                  </a:lnTo>
                  <a:lnTo>
                    <a:pt x="543615" y="652186"/>
                  </a:lnTo>
                  <a:lnTo>
                    <a:pt x="544353" y="647894"/>
                  </a:lnTo>
                  <a:lnTo>
                    <a:pt x="544881" y="646396"/>
                  </a:lnTo>
                  <a:lnTo>
                    <a:pt x="545524" y="645169"/>
                  </a:lnTo>
                  <a:lnTo>
                    <a:pt x="547920" y="643739"/>
                  </a:lnTo>
                  <a:lnTo>
                    <a:pt x="548111" y="643406"/>
                  </a:lnTo>
                  <a:lnTo>
                    <a:pt x="548605" y="639009"/>
                  </a:lnTo>
                  <a:lnTo>
                    <a:pt x="551239" y="633791"/>
                  </a:lnTo>
                  <a:lnTo>
                    <a:pt x="553543" y="622641"/>
                  </a:lnTo>
                  <a:lnTo>
                    <a:pt x="560121" y="609353"/>
                  </a:lnTo>
                  <a:lnTo>
                    <a:pt x="568873" y="592958"/>
                  </a:lnTo>
                  <a:lnTo>
                    <a:pt x="572140" y="590350"/>
                  </a:lnTo>
                  <a:lnTo>
                    <a:pt x="574463" y="588943"/>
                  </a:lnTo>
                  <a:lnTo>
                    <a:pt x="575063" y="585887"/>
                  </a:lnTo>
                  <a:lnTo>
                    <a:pt x="575932" y="583326"/>
                  </a:lnTo>
                  <a:lnTo>
                    <a:pt x="577472" y="581783"/>
                  </a:lnTo>
                  <a:lnTo>
                    <a:pt x="578363" y="581764"/>
                  </a:lnTo>
                  <a:lnTo>
                    <a:pt x="580188" y="580966"/>
                  </a:lnTo>
                  <a:lnTo>
                    <a:pt x="582089" y="580700"/>
                  </a:lnTo>
                  <a:lnTo>
                    <a:pt x="582608" y="581241"/>
                  </a:lnTo>
                  <a:lnTo>
                    <a:pt x="584115" y="581846"/>
                  </a:lnTo>
                  <a:lnTo>
                    <a:pt x="584800" y="581723"/>
                  </a:lnTo>
                  <a:lnTo>
                    <a:pt x="585868" y="582003"/>
                  </a:lnTo>
                  <a:lnTo>
                    <a:pt x="587168" y="582759"/>
                  </a:lnTo>
                  <a:lnTo>
                    <a:pt x="588670" y="583164"/>
                  </a:lnTo>
                  <a:lnTo>
                    <a:pt x="589509" y="582887"/>
                  </a:lnTo>
                  <a:lnTo>
                    <a:pt x="589678" y="583101"/>
                  </a:lnTo>
                  <a:lnTo>
                    <a:pt x="590388" y="583099"/>
                  </a:lnTo>
                  <a:lnTo>
                    <a:pt x="593701" y="582305"/>
                  </a:lnTo>
                  <a:lnTo>
                    <a:pt x="594787" y="581752"/>
                  </a:lnTo>
                  <a:lnTo>
                    <a:pt x="595720" y="581564"/>
                  </a:lnTo>
                  <a:lnTo>
                    <a:pt x="596445" y="580251"/>
                  </a:lnTo>
                  <a:lnTo>
                    <a:pt x="597260" y="579397"/>
                  </a:lnTo>
                  <a:lnTo>
                    <a:pt x="598916" y="579315"/>
                  </a:lnTo>
                  <a:lnTo>
                    <a:pt x="599386" y="579621"/>
                  </a:lnTo>
                  <a:lnTo>
                    <a:pt x="600585" y="579117"/>
                  </a:lnTo>
                  <a:lnTo>
                    <a:pt x="601287" y="579149"/>
                  </a:lnTo>
                  <a:lnTo>
                    <a:pt x="601897" y="578907"/>
                  </a:lnTo>
                  <a:lnTo>
                    <a:pt x="602702" y="578083"/>
                  </a:lnTo>
                  <a:lnTo>
                    <a:pt x="603646" y="577517"/>
                  </a:lnTo>
                  <a:lnTo>
                    <a:pt x="604621" y="577238"/>
                  </a:lnTo>
                  <a:lnTo>
                    <a:pt x="606195" y="577914"/>
                  </a:lnTo>
                  <a:lnTo>
                    <a:pt x="609046" y="580730"/>
                  </a:lnTo>
                  <a:lnTo>
                    <a:pt x="611082" y="581967"/>
                  </a:lnTo>
                  <a:lnTo>
                    <a:pt x="611231" y="581863"/>
                  </a:lnTo>
                  <a:lnTo>
                    <a:pt x="612290" y="584221"/>
                  </a:lnTo>
                  <a:lnTo>
                    <a:pt x="613857" y="585548"/>
                  </a:lnTo>
                  <a:lnTo>
                    <a:pt x="615118" y="584254"/>
                  </a:lnTo>
                  <a:lnTo>
                    <a:pt x="617043" y="583369"/>
                  </a:lnTo>
                  <a:lnTo>
                    <a:pt x="617774" y="582615"/>
                  </a:lnTo>
                  <a:lnTo>
                    <a:pt x="618535" y="582393"/>
                  </a:lnTo>
                  <a:lnTo>
                    <a:pt x="619041" y="581770"/>
                  </a:lnTo>
                  <a:lnTo>
                    <a:pt x="619908" y="581969"/>
                  </a:lnTo>
                  <a:lnTo>
                    <a:pt x="620028" y="581666"/>
                  </a:lnTo>
                  <a:lnTo>
                    <a:pt x="621228" y="581613"/>
                  </a:lnTo>
                  <a:lnTo>
                    <a:pt x="622672" y="582541"/>
                  </a:lnTo>
                  <a:lnTo>
                    <a:pt x="622927" y="583339"/>
                  </a:lnTo>
                  <a:lnTo>
                    <a:pt x="622854" y="584565"/>
                  </a:lnTo>
                  <a:lnTo>
                    <a:pt x="623883" y="586233"/>
                  </a:lnTo>
                  <a:lnTo>
                    <a:pt x="624076" y="587088"/>
                  </a:lnTo>
                  <a:lnTo>
                    <a:pt x="626164" y="585895"/>
                  </a:lnTo>
                  <a:lnTo>
                    <a:pt x="626608" y="585084"/>
                  </a:lnTo>
                  <a:lnTo>
                    <a:pt x="627380" y="584623"/>
                  </a:lnTo>
                  <a:lnTo>
                    <a:pt x="631163" y="584037"/>
                  </a:lnTo>
                  <a:lnTo>
                    <a:pt x="631771" y="581943"/>
                  </a:lnTo>
                  <a:lnTo>
                    <a:pt x="633289" y="581053"/>
                  </a:lnTo>
                  <a:lnTo>
                    <a:pt x="633742" y="577746"/>
                  </a:lnTo>
                  <a:lnTo>
                    <a:pt x="635562" y="575670"/>
                  </a:lnTo>
                  <a:lnTo>
                    <a:pt x="638758" y="573639"/>
                  </a:lnTo>
                  <a:lnTo>
                    <a:pt x="639003" y="573157"/>
                  </a:lnTo>
                  <a:lnTo>
                    <a:pt x="641454" y="571611"/>
                  </a:lnTo>
                  <a:lnTo>
                    <a:pt x="642481" y="570421"/>
                  </a:lnTo>
                  <a:lnTo>
                    <a:pt x="643295" y="569917"/>
                  </a:lnTo>
                  <a:lnTo>
                    <a:pt x="644420" y="570317"/>
                  </a:lnTo>
                  <a:lnTo>
                    <a:pt x="646744" y="570395"/>
                  </a:lnTo>
                  <a:lnTo>
                    <a:pt x="647921" y="570659"/>
                  </a:lnTo>
                  <a:lnTo>
                    <a:pt x="649509" y="570066"/>
                  </a:lnTo>
                  <a:lnTo>
                    <a:pt x="650734" y="569911"/>
                  </a:lnTo>
                  <a:lnTo>
                    <a:pt x="651073" y="569592"/>
                  </a:lnTo>
                  <a:lnTo>
                    <a:pt x="655912" y="567875"/>
                  </a:lnTo>
                  <a:lnTo>
                    <a:pt x="661420" y="567458"/>
                  </a:lnTo>
                  <a:lnTo>
                    <a:pt x="662727" y="567747"/>
                  </a:lnTo>
                  <a:lnTo>
                    <a:pt x="663155" y="568731"/>
                  </a:lnTo>
                  <a:lnTo>
                    <a:pt x="663073" y="569385"/>
                  </a:lnTo>
                  <a:lnTo>
                    <a:pt x="663800" y="569703"/>
                  </a:lnTo>
                  <a:lnTo>
                    <a:pt x="665876" y="569232"/>
                  </a:lnTo>
                  <a:lnTo>
                    <a:pt x="668202" y="569857"/>
                  </a:lnTo>
                  <a:lnTo>
                    <a:pt x="668908" y="569244"/>
                  </a:lnTo>
                  <a:lnTo>
                    <a:pt x="673617" y="568992"/>
                  </a:lnTo>
                  <a:lnTo>
                    <a:pt x="675171" y="568310"/>
                  </a:lnTo>
                  <a:lnTo>
                    <a:pt x="680444" y="572395"/>
                  </a:lnTo>
                  <a:lnTo>
                    <a:pt x="685145" y="570120"/>
                  </a:lnTo>
                  <a:lnTo>
                    <a:pt x="689205" y="573506"/>
                  </a:lnTo>
                  <a:lnTo>
                    <a:pt x="689880" y="574528"/>
                  </a:lnTo>
                  <a:lnTo>
                    <a:pt x="695943" y="577905"/>
                  </a:lnTo>
                  <a:lnTo>
                    <a:pt x="698535" y="577601"/>
                  </a:lnTo>
                  <a:lnTo>
                    <a:pt x="701142" y="576484"/>
                  </a:lnTo>
                  <a:lnTo>
                    <a:pt x="702660" y="575382"/>
                  </a:lnTo>
                  <a:lnTo>
                    <a:pt x="704180" y="574932"/>
                  </a:lnTo>
                  <a:lnTo>
                    <a:pt x="707028" y="574823"/>
                  </a:lnTo>
                  <a:lnTo>
                    <a:pt x="707878" y="574278"/>
                  </a:lnTo>
                  <a:lnTo>
                    <a:pt x="709756" y="574049"/>
                  </a:lnTo>
                  <a:lnTo>
                    <a:pt x="711355" y="573309"/>
                  </a:lnTo>
                  <a:lnTo>
                    <a:pt x="712856" y="573645"/>
                  </a:lnTo>
                  <a:lnTo>
                    <a:pt x="713788" y="572679"/>
                  </a:lnTo>
                  <a:lnTo>
                    <a:pt x="714690" y="572828"/>
                  </a:lnTo>
                  <a:lnTo>
                    <a:pt x="716169" y="573826"/>
                  </a:lnTo>
                  <a:lnTo>
                    <a:pt x="717448" y="575313"/>
                  </a:lnTo>
                  <a:lnTo>
                    <a:pt x="719752" y="576010"/>
                  </a:lnTo>
                  <a:lnTo>
                    <a:pt x="720156" y="575953"/>
                  </a:lnTo>
                  <a:lnTo>
                    <a:pt x="720794" y="576617"/>
                  </a:lnTo>
                  <a:lnTo>
                    <a:pt x="720838" y="577288"/>
                  </a:lnTo>
                  <a:lnTo>
                    <a:pt x="721645" y="578276"/>
                  </a:lnTo>
                  <a:lnTo>
                    <a:pt x="722923" y="578536"/>
                  </a:lnTo>
                  <a:lnTo>
                    <a:pt x="723939" y="578120"/>
                  </a:lnTo>
                  <a:lnTo>
                    <a:pt x="724859" y="578572"/>
                  </a:lnTo>
                  <a:lnTo>
                    <a:pt x="725723" y="578440"/>
                  </a:lnTo>
                  <a:lnTo>
                    <a:pt x="727056" y="578776"/>
                  </a:lnTo>
                  <a:lnTo>
                    <a:pt x="727868" y="579116"/>
                  </a:lnTo>
                  <a:lnTo>
                    <a:pt x="729013" y="580239"/>
                  </a:lnTo>
                  <a:lnTo>
                    <a:pt x="729420" y="581223"/>
                  </a:lnTo>
                  <a:lnTo>
                    <a:pt x="730150" y="581875"/>
                  </a:lnTo>
                  <a:lnTo>
                    <a:pt x="730224" y="582323"/>
                  </a:lnTo>
                  <a:lnTo>
                    <a:pt x="731920" y="583398"/>
                  </a:lnTo>
                  <a:lnTo>
                    <a:pt x="732899" y="585092"/>
                  </a:lnTo>
                  <a:lnTo>
                    <a:pt x="733968" y="585575"/>
                  </a:lnTo>
                  <a:lnTo>
                    <a:pt x="733770" y="587300"/>
                  </a:lnTo>
                  <a:lnTo>
                    <a:pt x="734731" y="588369"/>
                  </a:lnTo>
                  <a:lnTo>
                    <a:pt x="735127" y="589414"/>
                  </a:lnTo>
                  <a:lnTo>
                    <a:pt x="736066" y="589797"/>
                  </a:lnTo>
                  <a:lnTo>
                    <a:pt x="737387" y="590935"/>
                  </a:lnTo>
                  <a:lnTo>
                    <a:pt x="738175" y="591196"/>
                  </a:lnTo>
                  <a:lnTo>
                    <a:pt x="737816" y="592297"/>
                  </a:lnTo>
                  <a:lnTo>
                    <a:pt x="737897" y="593047"/>
                  </a:lnTo>
                  <a:lnTo>
                    <a:pt x="739532" y="594115"/>
                  </a:lnTo>
                  <a:lnTo>
                    <a:pt x="739032" y="595433"/>
                  </a:lnTo>
                  <a:lnTo>
                    <a:pt x="739365" y="595932"/>
                  </a:lnTo>
                  <a:lnTo>
                    <a:pt x="739561" y="597322"/>
                  </a:lnTo>
                  <a:lnTo>
                    <a:pt x="740554" y="597507"/>
                  </a:lnTo>
                  <a:lnTo>
                    <a:pt x="740407" y="598166"/>
                  </a:lnTo>
                  <a:lnTo>
                    <a:pt x="740803" y="599295"/>
                  </a:lnTo>
                  <a:lnTo>
                    <a:pt x="741607" y="599131"/>
                  </a:lnTo>
                  <a:lnTo>
                    <a:pt x="742437" y="598637"/>
                  </a:lnTo>
                  <a:lnTo>
                    <a:pt x="744907" y="594753"/>
                  </a:lnTo>
                  <a:lnTo>
                    <a:pt x="746015" y="593687"/>
                  </a:lnTo>
                  <a:lnTo>
                    <a:pt x="747395" y="592982"/>
                  </a:lnTo>
                  <a:lnTo>
                    <a:pt x="749555" y="592678"/>
                  </a:lnTo>
                  <a:lnTo>
                    <a:pt x="751139" y="592865"/>
                  </a:lnTo>
                  <a:lnTo>
                    <a:pt x="753423" y="593820"/>
                  </a:lnTo>
                  <a:lnTo>
                    <a:pt x="755676" y="595263"/>
                  </a:lnTo>
                  <a:lnTo>
                    <a:pt x="756772" y="595291"/>
                  </a:lnTo>
                  <a:lnTo>
                    <a:pt x="758385" y="593933"/>
                  </a:lnTo>
                  <a:lnTo>
                    <a:pt x="762987" y="586943"/>
                  </a:lnTo>
                  <a:lnTo>
                    <a:pt x="763374" y="585862"/>
                  </a:lnTo>
                  <a:lnTo>
                    <a:pt x="764182" y="584695"/>
                  </a:lnTo>
                  <a:lnTo>
                    <a:pt x="766630" y="582371"/>
                  </a:lnTo>
                  <a:lnTo>
                    <a:pt x="768045" y="584705"/>
                  </a:lnTo>
                  <a:lnTo>
                    <a:pt x="769702" y="585995"/>
                  </a:lnTo>
                  <a:lnTo>
                    <a:pt x="768247" y="588393"/>
                  </a:lnTo>
                  <a:lnTo>
                    <a:pt x="768600" y="589379"/>
                  </a:lnTo>
                  <a:lnTo>
                    <a:pt x="768153" y="589667"/>
                  </a:lnTo>
                  <a:lnTo>
                    <a:pt x="767398" y="591739"/>
                  </a:lnTo>
                  <a:lnTo>
                    <a:pt x="767279" y="593583"/>
                  </a:lnTo>
                  <a:lnTo>
                    <a:pt x="766585" y="594376"/>
                  </a:lnTo>
                  <a:lnTo>
                    <a:pt x="765794" y="596071"/>
                  </a:lnTo>
                  <a:lnTo>
                    <a:pt x="763142" y="599735"/>
                  </a:lnTo>
                  <a:lnTo>
                    <a:pt x="763577" y="602836"/>
                  </a:lnTo>
                  <a:lnTo>
                    <a:pt x="762230" y="604273"/>
                  </a:lnTo>
                  <a:lnTo>
                    <a:pt x="761250" y="604307"/>
                  </a:lnTo>
                  <a:lnTo>
                    <a:pt x="759608" y="606176"/>
                  </a:lnTo>
                  <a:lnTo>
                    <a:pt x="757764" y="607415"/>
                  </a:lnTo>
                  <a:lnTo>
                    <a:pt x="757610" y="607968"/>
                  </a:lnTo>
                  <a:lnTo>
                    <a:pt x="754790" y="609023"/>
                  </a:lnTo>
                  <a:lnTo>
                    <a:pt x="754421" y="609936"/>
                  </a:lnTo>
                  <a:lnTo>
                    <a:pt x="753927" y="610345"/>
                  </a:lnTo>
                  <a:lnTo>
                    <a:pt x="751906" y="611457"/>
                  </a:lnTo>
                  <a:lnTo>
                    <a:pt x="750034" y="611625"/>
                  </a:lnTo>
                  <a:lnTo>
                    <a:pt x="747420" y="610906"/>
                  </a:lnTo>
                  <a:lnTo>
                    <a:pt x="746331" y="611141"/>
                  </a:lnTo>
                  <a:lnTo>
                    <a:pt x="746094" y="611536"/>
                  </a:lnTo>
                  <a:lnTo>
                    <a:pt x="744409" y="612163"/>
                  </a:lnTo>
                  <a:lnTo>
                    <a:pt x="743652" y="613236"/>
                  </a:lnTo>
                  <a:lnTo>
                    <a:pt x="743053" y="613543"/>
                  </a:lnTo>
                  <a:lnTo>
                    <a:pt x="741966" y="615426"/>
                  </a:lnTo>
                  <a:lnTo>
                    <a:pt x="742129" y="617533"/>
                  </a:lnTo>
                  <a:lnTo>
                    <a:pt x="743276" y="619652"/>
                  </a:lnTo>
                  <a:lnTo>
                    <a:pt x="745229" y="620889"/>
                  </a:lnTo>
                  <a:lnTo>
                    <a:pt x="749002" y="624984"/>
                  </a:lnTo>
                  <a:lnTo>
                    <a:pt x="749041" y="626425"/>
                  </a:lnTo>
                  <a:lnTo>
                    <a:pt x="749293" y="626785"/>
                  </a:lnTo>
                  <a:lnTo>
                    <a:pt x="749362" y="627962"/>
                  </a:lnTo>
                  <a:lnTo>
                    <a:pt x="749892" y="629669"/>
                  </a:lnTo>
                  <a:lnTo>
                    <a:pt x="751398" y="631080"/>
                  </a:lnTo>
                  <a:lnTo>
                    <a:pt x="751919" y="631132"/>
                  </a:lnTo>
                  <a:lnTo>
                    <a:pt x="753442" y="632110"/>
                  </a:lnTo>
                  <a:lnTo>
                    <a:pt x="753714" y="632712"/>
                  </a:lnTo>
                  <a:lnTo>
                    <a:pt x="754899" y="633880"/>
                  </a:lnTo>
                  <a:lnTo>
                    <a:pt x="755580" y="635359"/>
                  </a:lnTo>
                  <a:lnTo>
                    <a:pt x="755827" y="636769"/>
                  </a:lnTo>
                  <a:lnTo>
                    <a:pt x="756222" y="637626"/>
                  </a:lnTo>
                  <a:lnTo>
                    <a:pt x="758339" y="639829"/>
                  </a:lnTo>
                  <a:lnTo>
                    <a:pt x="759193" y="640386"/>
                  </a:lnTo>
                  <a:lnTo>
                    <a:pt x="759908" y="641531"/>
                  </a:lnTo>
                  <a:lnTo>
                    <a:pt x="761149" y="642574"/>
                  </a:lnTo>
                  <a:lnTo>
                    <a:pt x="762105" y="643792"/>
                  </a:lnTo>
                  <a:lnTo>
                    <a:pt x="763102" y="644506"/>
                  </a:lnTo>
                  <a:lnTo>
                    <a:pt x="763116" y="644989"/>
                  </a:lnTo>
                  <a:lnTo>
                    <a:pt x="763748" y="645690"/>
                  </a:lnTo>
                  <a:lnTo>
                    <a:pt x="764465" y="645855"/>
                  </a:lnTo>
                  <a:lnTo>
                    <a:pt x="764760" y="646446"/>
                  </a:lnTo>
                  <a:lnTo>
                    <a:pt x="765611" y="647117"/>
                  </a:lnTo>
                  <a:lnTo>
                    <a:pt x="765837" y="647671"/>
                  </a:lnTo>
                  <a:lnTo>
                    <a:pt x="770251" y="648557"/>
                  </a:lnTo>
                  <a:lnTo>
                    <a:pt x="772114" y="647376"/>
                  </a:lnTo>
                  <a:lnTo>
                    <a:pt x="774988" y="646690"/>
                  </a:lnTo>
                  <a:lnTo>
                    <a:pt x="775327" y="646897"/>
                  </a:lnTo>
                  <a:lnTo>
                    <a:pt x="783747" y="655781"/>
                  </a:lnTo>
                  <a:lnTo>
                    <a:pt x="786123" y="656441"/>
                  </a:lnTo>
                  <a:lnTo>
                    <a:pt x="785577" y="658380"/>
                  </a:lnTo>
                  <a:lnTo>
                    <a:pt x="798029" y="666019"/>
                  </a:lnTo>
                  <a:lnTo>
                    <a:pt x="812451" y="680689"/>
                  </a:lnTo>
                  <a:lnTo>
                    <a:pt x="810693" y="684633"/>
                  </a:lnTo>
                  <a:lnTo>
                    <a:pt x="808998" y="684093"/>
                  </a:lnTo>
                  <a:lnTo>
                    <a:pt x="805904" y="682522"/>
                  </a:lnTo>
                  <a:lnTo>
                    <a:pt x="802420" y="682100"/>
                  </a:lnTo>
                  <a:lnTo>
                    <a:pt x="800403" y="680807"/>
                  </a:lnTo>
                  <a:lnTo>
                    <a:pt x="797413" y="682742"/>
                  </a:lnTo>
                  <a:lnTo>
                    <a:pt x="794046" y="683503"/>
                  </a:lnTo>
                  <a:lnTo>
                    <a:pt x="791511" y="685622"/>
                  </a:lnTo>
                  <a:lnTo>
                    <a:pt x="789508" y="688147"/>
                  </a:lnTo>
                  <a:lnTo>
                    <a:pt x="789082" y="691167"/>
                  </a:lnTo>
                  <a:lnTo>
                    <a:pt x="788154" y="691108"/>
                  </a:lnTo>
                  <a:lnTo>
                    <a:pt x="787397" y="690565"/>
                  </a:lnTo>
                  <a:lnTo>
                    <a:pt x="786523" y="691359"/>
                  </a:lnTo>
                  <a:lnTo>
                    <a:pt x="785431" y="691454"/>
                  </a:lnTo>
                  <a:lnTo>
                    <a:pt x="783334" y="693748"/>
                  </a:lnTo>
                  <a:lnTo>
                    <a:pt x="782318" y="696860"/>
                  </a:lnTo>
                  <a:lnTo>
                    <a:pt x="779954" y="697306"/>
                  </a:lnTo>
                  <a:lnTo>
                    <a:pt x="778382" y="698761"/>
                  </a:lnTo>
                  <a:lnTo>
                    <a:pt x="777964" y="700780"/>
                  </a:lnTo>
                  <a:lnTo>
                    <a:pt x="777124" y="701405"/>
                  </a:lnTo>
                  <a:lnTo>
                    <a:pt x="776687" y="702259"/>
                  </a:lnTo>
                  <a:lnTo>
                    <a:pt x="776617" y="702915"/>
                  </a:lnTo>
                  <a:lnTo>
                    <a:pt x="776886" y="703796"/>
                  </a:lnTo>
                  <a:lnTo>
                    <a:pt x="777587" y="704288"/>
                  </a:lnTo>
                  <a:lnTo>
                    <a:pt x="778221" y="706523"/>
                  </a:lnTo>
                  <a:lnTo>
                    <a:pt x="778805" y="706582"/>
                  </a:lnTo>
                  <a:lnTo>
                    <a:pt x="779629" y="707171"/>
                  </a:lnTo>
                  <a:lnTo>
                    <a:pt x="779820" y="708426"/>
                  </a:lnTo>
                  <a:lnTo>
                    <a:pt x="780444" y="709275"/>
                  </a:lnTo>
                  <a:lnTo>
                    <a:pt x="780411" y="709633"/>
                  </a:lnTo>
                  <a:lnTo>
                    <a:pt x="780995" y="710206"/>
                  </a:lnTo>
                  <a:lnTo>
                    <a:pt x="780878" y="710667"/>
                  </a:lnTo>
                  <a:lnTo>
                    <a:pt x="779010" y="713864"/>
                  </a:lnTo>
                  <a:lnTo>
                    <a:pt x="777426" y="714744"/>
                  </a:lnTo>
                  <a:lnTo>
                    <a:pt x="777183" y="715293"/>
                  </a:lnTo>
                  <a:lnTo>
                    <a:pt x="776303" y="715528"/>
                  </a:lnTo>
                  <a:lnTo>
                    <a:pt x="775435" y="716243"/>
                  </a:lnTo>
                  <a:lnTo>
                    <a:pt x="773759" y="716988"/>
                  </a:lnTo>
                  <a:lnTo>
                    <a:pt x="773316" y="717519"/>
                  </a:lnTo>
                  <a:lnTo>
                    <a:pt x="772514" y="717593"/>
                  </a:lnTo>
                  <a:lnTo>
                    <a:pt x="771773" y="718720"/>
                  </a:lnTo>
                  <a:lnTo>
                    <a:pt x="771894" y="719292"/>
                  </a:lnTo>
                  <a:lnTo>
                    <a:pt x="771519" y="721192"/>
                  </a:lnTo>
                  <a:lnTo>
                    <a:pt x="770744" y="721687"/>
                  </a:lnTo>
                  <a:lnTo>
                    <a:pt x="770358" y="722363"/>
                  </a:lnTo>
                  <a:lnTo>
                    <a:pt x="769471" y="722287"/>
                  </a:lnTo>
                  <a:lnTo>
                    <a:pt x="768747" y="723180"/>
                  </a:lnTo>
                  <a:lnTo>
                    <a:pt x="768322" y="723371"/>
                  </a:lnTo>
                  <a:lnTo>
                    <a:pt x="767880" y="724337"/>
                  </a:lnTo>
                  <a:lnTo>
                    <a:pt x="767798" y="725149"/>
                  </a:lnTo>
                  <a:lnTo>
                    <a:pt x="767222" y="725658"/>
                  </a:lnTo>
                  <a:lnTo>
                    <a:pt x="766840" y="726579"/>
                  </a:lnTo>
                  <a:lnTo>
                    <a:pt x="766466" y="726719"/>
                  </a:lnTo>
                  <a:lnTo>
                    <a:pt x="765967" y="727433"/>
                  </a:lnTo>
                  <a:lnTo>
                    <a:pt x="766279" y="728344"/>
                  </a:lnTo>
                  <a:lnTo>
                    <a:pt x="766133" y="729530"/>
                  </a:lnTo>
                  <a:lnTo>
                    <a:pt x="765356" y="729888"/>
                  </a:lnTo>
                  <a:lnTo>
                    <a:pt x="764399" y="732227"/>
                  </a:lnTo>
                  <a:lnTo>
                    <a:pt x="763504" y="732470"/>
                  </a:lnTo>
                  <a:lnTo>
                    <a:pt x="763424" y="732853"/>
                  </a:lnTo>
                  <a:lnTo>
                    <a:pt x="763927" y="733108"/>
                  </a:lnTo>
                  <a:lnTo>
                    <a:pt x="764426" y="733983"/>
                  </a:lnTo>
                  <a:lnTo>
                    <a:pt x="764837" y="735887"/>
                  </a:lnTo>
                  <a:lnTo>
                    <a:pt x="764677" y="737411"/>
                  </a:lnTo>
                  <a:lnTo>
                    <a:pt x="765065" y="737703"/>
                  </a:lnTo>
                  <a:lnTo>
                    <a:pt x="764980" y="738892"/>
                  </a:lnTo>
                  <a:lnTo>
                    <a:pt x="764296" y="740043"/>
                  </a:lnTo>
                  <a:lnTo>
                    <a:pt x="765135" y="740146"/>
                  </a:lnTo>
                  <a:lnTo>
                    <a:pt x="765072" y="740383"/>
                  </a:lnTo>
                  <a:lnTo>
                    <a:pt x="766031" y="740920"/>
                  </a:lnTo>
                  <a:lnTo>
                    <a:pt x="766936" y="742882"/>
                  </a:lnTo>
                  <a:lnTo>
                    <a:pt x="767298" y="744829"/>
                  </a:lnTo>
                  <a:lnTo>
                    <a:pt x="768015" y="746598"/>
                  </a:lnTo>
                  <a:lnTo>
                    <a:pt x="768686" y="747572"/>
                  </a:lnTo>
                  <a:lnTo>
                    <a:pt x="768784" y="749055"/>
                  </a:lnTo>
                  <a:lnTo>
                    <a:pt x="769665" y="749881"/>
                  </a:lnTo>
                  <a:lnTo>
                    <a:pt x="771009" y="750413"/>
                  </a:lnTo>
                  <a:lnTo>
                    <a:pt x="771748" y="751765"/>
                  </a:lnTo>
                  <a:lnTo>
                    <a:pt x="773260" y="751958"/>
                  </a:lnTo>
                  <a:lnTo>
                    <a:pt x="774060" y="753804"/>
                  </a:lnTo>
                  <a:lnTo>
                    <a:pt x="775725" y="754922"/>
                  </a:lnTo>
                  <a:lnTo>
                    <a:pt x="776970" y="754779"/>
                  </a:lnTo>
                  <a:lnTo>
                    <a:pt x="777422" y="755084"/>
                  </a:lnTo>
                  <a:lnTo>
                    <a:pt x="777711" y="756220"/>
                  </a:lnTo>
                  <a:lnTo>
                    <a:pt x="777648" y="758605"/>
                  </a:lnTo>
                  <a:lnTo>
                    <a:pt x="777982" y="758895"/>
                  </a:lnTo>
                  <a:lnTo>
                    <a:pt x="778090" y="761582"/>
                  </a:lnTo>
                  <a:lnTo>
                    <a:pt x="777875" y="763076"/>
                  </a:lnTo>
                  <a:lnTo>
                    <a:pt x="778045" y="763786"/>
                  </a:lnTo>
                  <a:lnTo>
                    <a:pt x="778729" y="764629"/>
                  </a:lnTo>
                  <a:lnTo>
                    <a:pt x="779429" y="767946"/>
                  </a:lnTo>
                  <a:lnTo>
                    <a:pt x="781548" y="769799"/>
                  </a:lnTo>
                  <a:lnTo>
                    <a:pt x="782968" y="770630"/>
                  </a:lnTo>
                  <a:lnTo>
                    <a:pt x="783448" y="771653"/>
                  </a:lnTo>
                  <a:lnTo>
                    <a:pt x="784537" y="772108"/>
                  </a:lnTo>
                  <a:lnTo>
                    <a:pt x="787105" y="775066"/>
                  </a:lnTo>
                  <a:lnTo>
                    <a:pt x="787811" y="776038"/>
                  </a:lnTo>
                  <a:lnTo>
                    <a:pt x="787924" y="776663"/>
                  </a:lnTo>
                  <a:lnTo>
                    <a:pt x="789723" y="778967"/>
                  </a:lnTo>
                  <a:lnTo>
                    <a:pt x="792470" y="780542"/>
                  </a:lnTo>
                  <a:lnTo>
                    <a:pt x="793287" y="781754"/>
                  </a:lnTo>
                  <a:lnTo>
                    <a:pt x="795493" y="783263"/>
                  </a:lnTo>
                  <a:lnTo>
                    <a:pt x="796414" y="783646"/>
                  </a:lnTo>
                  <a:lnTo>
                    <a:pt x="797538" y="783341"/>
                  </a:lnTo>
                  <a:lnTo>
                    <a:pt x="799764" y="784899"/>
                  </a:lnTo>
                  <a:lnTo>
                    <a:pt x="801332" y="785122"/>
                  </a:lnTo>
                  <a:lnTo>
                    <a:pt x="801843" y="784933"/>
                  </a:lnTo>
                  <a:lnTo>
                    <a:pt x="803043" y="786550"/>
                  </a:lnTo>
                  <a:lnTo>
                    <a:pt x="803727" y="786713"/>
                  </a:lnTo>
                  <a:lnTo>
                    <a:pt x="804479" y="787368"/>
                  </a:lnTo>
                  <a:lnTo>
                    <a:pt x="805498" y="786800"/>
                  </a:lnTo>
                  <a:lnTo>
                    <a:pt x="809648" y="785831"/>
                  </a:lnTo>
                  <a:lnTo>
                    <a:pt x="811671" y="786902"/>
                  </a:lnTo>
                  <a:lnTo>
                    <a:pt x="816081" y="787899"/>
                  </a:lnTo>
                  <a:lnTo>
                    <a:pt x="819010" y="787166"/>
                  </a:lnTo>
                  <a:lnTo>
                    <a:pt x="822142" y="787238"/>
                  </a:lnTo>
                  <a:lnTo>
                    <a:pt x="823544" y="787491"/>
                  </a:lnTo>
                  <a:lnTo>
                    <a:pt x="824414" y="787271"/>
                  </a:lnTo>
                  <a:lnTo>
                    <a:pt x="824890" y="786623"/>
                  </a:lnTo>
                  <a:lnTo>
                    <a:pt x="827992" y="786444"/>
                  </a:lnTo>
                  <a:lnTo>
                    <a:pt x="830401" y="785221"/>
                  </a:lnTo>
                  <a:lnTo>
                    <a:pt x="831283" y="784443"/>
                  </a:lnTo>
                  <a:lnTo>
                    <a:pt x="835058" y="785689"/>
                  </a:lnTo>
                  <a:lnTo>
                    <a:pt x="835923" y="785500"/>
                  </a:lnTo>
                  <a:lnTo>
                    <a:pt x="836705" y="785851"/>
                  </a:lnTo>
                  <a:lnTo>
                    <a:pt x="836679" y="786384"/>
                  </a:lnTo>
                  <a:lnTo>
                    <a:pt x="837509" y="788403"/>
                  </a:lnTo>
                  <a:lnTo>
                    <a:pt x="837051" y="790512"/>
                  </a:lnTo>
                  <a:lnTo>
                    <a:pt x="837362" y="791602"/>
                  </a:lnTo>
                  <a:lnTo>
                    <a:pt x="837704" y="791769"/>
                  </a:lnTo>
                  <a:lnTo>
                    <a:pt x="837979" y="792642"/>
                  </a:lnTo>
                  <a:lnTo>
                    <a:pt x="838730" y="793182"/>
                  </a:lnTo>
                  <a:lnTo>
                    <a:pt x="839340" y="794001"/>
                  </a:lnTo>
                  <a:lnTo>
                    <a:pt x="839463" y="794594"/>
                  </a:lnTo>
                  <a:lnTo>
                    <a:pt x="838910" y="795623"/>
                  </a:lnTo>
                  <a:lnTo>
                    <a:pt x="839003" y="796454"/>
                  </a:lnTo>
                  <a:lnTo>
                    <a:pt x="838703" y="796809"/>
                  </a:lnTo>
                  <a:lnTo>
                    <a:pt x="838693" y="797831"/>
                  </a:lnTo>
                  <a:lnTo>
                    <a:pt x="839236" y="798240"/>
                  </a:lnTo>
                  <a:lnTo>
                    <a:pt x="838802" y="798871"/>
                  </a:lnTo>
                  <a:lnTo>
                    <a:pt x="838966" y="799415"/>
                  </a:lnTo>
                  <a:lnTo>
                    <a:pt x="838726" y="799887"/>
                  </a:lnTo>
                  <a:lnTo>
                    <a:pt x="839195" y="800947"/>
                  </a:lnTo>
                  <a:lnTo>
                    <a:pt x="838362" y="801480"/>
                  </a:lnTo>
                  <a:lnTo>
                    <a:pt x="838439" y="802212"/>
                  </a:lnTo>
                  <a:lnTo>
                    <a:pt x="839062" y="802904"/>
                  </a:lnTo>
                  <a:lnTo>
                    <a:pt x="839216" y="803762"/>
                  </a:lnTo>
                  <a:lnTo>
                    <a:pt x="839206" y="806287"/>
                  </a:lnTo>
                  <a:lnTo>
                    <a:pt x="839792" y="807990"/>
                  </a:lnTo>
                  <a:lnTo>
                    <a:pt x="840857" y="809987"/>
                  </a:lnTo>
                  <a:lnTo>
                    <a:pt x="842150" y="810773"/>
                  </a:lnTo>
                  <a:lnTo>
                    <a:pt x="842438" y="811681"/>
                  </a:lnTo>
                  <a:lnTo>
                    <a:pt x="843037" y="811468"/>
                  </a:lnTo>
                  <a:lnTo>
                    <a:pt x="844057" y="811644"/>
                  </a:lnTo>
                  <a:lnTo>
                    <a:pt x="844094" y="812506"/>
                  </a:lnTo>
                  <a:lnTo>
                    <a:pt x="844357" y="813012"/>
                  </a:lnTo>
                  <a:lnTo>
                    <a:pt x="845354" y="813388"/>
                  </a:lnTo>
                  <a:lnTo>
                    <a:pt x="845834" y="814199"/>
                  </a:lnTo>
                  <a:lnTo>
                    <a:pt x="846228" y="815575"/>
                  </a:lnTo>
                  <a:lnTo>
                    <a:pt x="846797" y="816148"/>
                  </a:lnTo>
                  <a:lnTo>
                    <a:pt x="847467" y="816402"/>
                  </a:lnTo>
                  <a:lnTo>
                    <a:pt x="848275" y="816408"/>
                  </a:lnTo>
                  <a:lnTo>
                    <a:pt x="848784" y="815728"/>
                  </a:lnTo>
                  <a:lnTo>
                    <a:pt x="849165" y="815978"/>
                  </a:lnTo>
                  <a:lnTo>
                    <a:pt x="850242" y="815532"/>
                  </a:lnTo>
                  <a:lnTo>
                    <a:pt x="851014" y="815653"/>
                  </a:lnTo>
                  <a:lnTo>
                    <a:pt x="851529" y="814971"/>
                  </a:lnTo>
                  <a:lnTo>
                    <a:pt x="851806" y="815081"/>
                  </a:lnTo>
                  <a:lnTo>
                    <a:pt x="852750" y="814291"/>
                  </a:lnTo>
                  <a:lnTo>
                    <a:pt x="853654" y="814583"/>
                  </a:lnTo>
                  <a:lnTo>
                    <a:pt x="854214" y="815856"/>
                  </a:lnTo>
                  <a:lnTo>
                    <a:pt x="854186" y="816552"/>
                  </a:lnTo>
                  <a:lnTo>
                    <a:pt x="853823" y="816841"/>
                  </a:lnTo>
                  <a:lnTo>
                    <a:pt x="853906" y="817309"/>
                  </a:lnTo>
                  <a:lnTo>
                    <a:pt x="854586" y="817785"/>
                  </a:lnTo>
                  <a:lnTo>
                    <a:pt x="854801" y="819023"/>
                  </a:lnTo>
                  <a:lnTo>
                    <a:pt x="855231" y="819163"/>
                  </a:lnTo>
                  <a:lnTo>
                    <a:pt x="856309" y="820173"/>
                  </a:lnTo>
                  <a:lnTo>
                    <a:pt x="856572" y="819713"/>
                  </a:lnTo>
                  <a:lnTo>
                    <a:pt x="857445" y="820913"/>
                  </a:lnTo>
                  <a:lnTo>
                    <a:pt x="857989" y="821067"/>
                  </a:lnTo>
                  <a:lnTo>
                    <a:pt x="858643" y="820864"/>
                  </a:lnTo>
                  <a:lnTo>
                    <a:pt x="858931" y="821105"/>
                  </a:lnTo>
                  <a:lnTo>
                    <a:pt x="859619" y="820735"/>
                  </a:lnTo>
                  <a:lnTo>
                    <a:pt x="860181" y="821368"/>
                  </a:lnTo>
                  <a:lnTo>
                    <a:pt x="860924" y="821136"/>
                  </a:lnTo>
                  <a:lnTo>
                    <a:pt x="861517" y="821534"/>
                  </a:lnTo>
                  <a:lnTo>
                    <a:pt x="862115" y="821314"/>
                  </a:lnTo>
                  <a:lnTo>
                    <a:pt x="862303" y="821012"/>
                  </a:lnTo>
                  <a:lnTo>
                    <a:pt x="863585" y="822135"/>
                  </a:lnTo>
                  <a:lnTo>
                    <a:pt x="864695" y="822470"/>
                  </a:lnTo>
                  <a:lnTo>
                    <a:pt x="865165" y="822946"/>
                  </a:lnTo>
                  <a:lnTo>
                    <a:pt x="865599" y="822970"/>
                  </a:lnTo>
                  <a:lnTo>
                    <a:pt x="866346" y="822540"/>
                  </a:lnTo>
                  <a:lnTo>
                    <a:pt x="868294" y="823773"/>
                  </a:lnTo>
                  <a:lnTo>
                    <a:pt x="868837" y="823251"/>
                  </a:lnTo>
                  <a:lnTo>
                    <a:pt x="870027" y="824044"/>
                  </a:lnTo>
                  <a:lnTo>
                    <a:pt x="870697" y="823870"/>
                  </a:lnTo>
                  <a:lnTo>
                    <a:pt x="871407" y="824347"/>
                  </a:lnTo>
                  <a:lnTo>
                    <a:pt x="871919" y="824370"/>
                  </a:lnTo>
                  <a:lnTo>
                    <a:pt x="872471" y="825080"/>
                  </a:lnTo>
                  <a:lnTo>
                    <a:pt x="874258" y="826341"/>
                  </a:lnTo>
                  <a:lnTo>
                    <a:pt x="874551" y="827175"/>
                  </a:lnTo>
                  <a:lnTo>
                    <a:pt x="875811" y="827969"/>
                  </a:lnTo>
                  <a:lnTo>
                    <a:pt x="876488" y="829699"/>
                  </a:lnTo>
                  <a:lnTo>
                    <a:pt x="876854" y="829747"/>
                  </a:lnTo>
                  <a:lnTo>
                    <a:pt x="876261" y="830768"/>
                  </a:lnTo>
                  <a:lnTo>
                    <a:pt x="876297" y="831316"/>
                  </a:lnTo>
                  <a:lnTo>
                    <a:pt x="875841" y="832516"/>
                  </a:lnTo>
                  <a:lnTo>
                    <a:pt x="876355" y="832750"/>
                  </a:lnTo>
                  <a:lnTo>
                    <a:pt x="876032" y="833645"/>
                  </a:lnTo>
                  <a:lnTo>
                    <a:pt x="876086" y="834620"/>
                  </a:lnTo>
                  <a:lnTo>
                    <a:pt x="877079" y="836088"/>
                  </a:lnTo>
                  <a:lnTo>
                    <a:pt x="876216" y="837370"/>
                  </a:lnTo>
                  <a:lnTo>
                    <a:pt x="875945" y="838856"/>
                  </a:lnTo>
                  <a:lnTo>
                    <a:pt x="877791" y="839377"/>
                  </a:lnTo>
                  <a:lnTo>
                    <a:pt x="877919" y="840200"/>
                  </a:lnTo>
                  <a:lnTo>
                    <a:pt x="878908" y="840627"/>
                  </a:lnTo>
                  <a:lnTo>
                    <a:pt x="896505" y="858930"/>
                  </a:lnTo>
                  <a:lnTo>
                    <a:pt x="901865" y="864091"/>
                  </a:lnTo>
                  <a:lnTo>
                    <a:pt x="903995" y="865167"/>
                  </a:lnTo>
                  <a:lnTo>
                    <a:pt x="904674" y="865143"/>
                  </a:lnTo>
                  <a:lnTo>
                    <a:pt x="905354" y="865514"/>
                  </a:lnTo>
                  <a:lnTo>
                    <a:pt x="918514" y="873700"/>
                  </a:lnTo>
                  <a:lnTo>
                    <a:pt x="923116" y="875669"/>
                  </a:lnTo>
                  <a:lnTo>
                    <a:pt x="924144" y="876682"/>
                  </a:lnTo>
                  <a:lnTo>
                    <a:pt x="924645" y="877794"/>
                  </a:lnTo>
                  <a:lnTo>
                    <a:pt x="925701" y="877697"/>
                  </a:lnTo>
                  <a:lnTo>
                    <a:pt x="926795" y="878846"/>
                  </a:lnTo>
                  <a:lnTo>
                    <a:pt x="927571" y="878077"/>
                  </a:lnTo>
                  <a:lnTo>
                    <a:pt x="931624" y="880909"/>
                  </a:lnTo>
                  <a:lnTo>
                    <a:pt x="941243" y="886855"/>
                  </a:lnTo>
                  <a:lnTo>
                    <a:pt x="949071" y="892566"/>
                  </a:lnTo>
                  <a:lnTo>
                    <a:pt x="951484" y="893758"/>
                  </a:lnTo>
                  <a:lnTo>
                    <a:pt x="957344" y="895968"/>
                  </a:lnTo>
                  <a:lnTo>
                    <a:pt x="958168" y="896925"/>
                  </a:lnTo>
                  <a:lnTo>
                    <a:pt x="961006" y="898790"/>
                  </a:lnTo>
                  <a:lnTo>
                    <a:pt x="963222" y="899544"/>
                  </a:lnTo>
                  <a:lnTo>
                    <a:pt x="967087" y="900449"/>
                  </a:lnTo>
                  <a:lnTo>
                    <a:pt x="969140" y="900670"/>
                  </a:lnTo>
                  <a:lnTo>
                    <a:pt x="970452" y="900509"/>
                  </a:lnTo>
                  <a:lnTo>
                    <a:pt x="970875" y="899599"/>
                  </a:lnTo>
                  <a:lnTo>
                    <a:pt x="970507" y="898780"/>
                  </a:lnTo>
                  <a:lnTo>
                    <a:pt x="970652" y="898146"/>
                  </a:lnTo>
                  <a:lnTo>
                    <a:pt x="970208" y="897343"/>
                  </a:lnTo>
                  <a:lnTo>
                    <a:pt x="970578" y="896267"/>
                  </a:lnTo>
                  <a:lnTo>
                    <a:pt x="970530" y="893762"/>
                  </a:lnTo>
                  <a:lnTo>
                    <a:pt x="970962" y="892538"/>
                  </a:lnTo>
                  <a:lnTo>
                    <a:pt x="972288" y="890483"/>
                  </a:lnTo>
                  <a:lnTo>
                    <a:pt x="972458" y="889806"/>
                  </a:lnTo>
                  <a:lnTo>
                    <a:pt x="972396" y="888909"/>
                  </a:lnTo>
                  <a:lnTo>
                    <a:pt x="972063" y="888598"/>
                  </a:lnTo>
                  <a:lnTo>
                    <a:pt x="971479" y="887041"/>
                  </a:lnTo>
                  <a:lnTo>
                    <a:pt x="971494" y="886190"/>
                  </a:lnTo>
                  <a:lnTo>
                    <a:pt x="972113" y="885485"/>
                  </a:lnTo>
                  <a:lnTo>
                    <a:pt x="972562" y="884155"/>
                  </a:lnTo>
                  <a:lnTo>
                    <a:pt x="973306" y="883382"/>
                  </a:lnTo>
                  <a:lnTo>
                    <a:pt x="974626" y="883727"/>
                  </a:lnTo>
                  <a:lnTo>
                    <a:pt x="975037" y="883442"/>
                  </a:lnTo>
                  <a:lnTo>
                    <a:pt x="976021" y="884017"/>
                  </a:lnTo>
                  <a:lnTo>
                    <a:pt x="976370" y="883946"/>
                  </a:lnTo>
                  <a:lnTo>
                    <a:pt x="975849" y="885429"/>
                  </a:lnTo>
                  <a:lnTo>
                    <a:pt x="976236" y="886710"/>
                  </a:lnTo>
                  <a:lnTo>
                    <a:pt x="978991" y="887002"/>
                  </a:lnTo>
                  <a:lnTo>
                    <a:pt x="979682" y="886714"/>
                  </a:lnTo>
                  <a:lnTo>
                    <a:pt x="981965" y="888235"/>
                  </a:lnTo>
                  <a:lnTo>
                    <a:pt x="983192" y="888343"/>
                  </a:lnTo>
                  <a:lnTo>
                    <a:pt x="984513" y="889091"/>
                  </a:lnTo>
                  <a:lnTo>
                    <a:pt x="984403" y="889931"/>
                  </a:lnTo>
                  <a:lnTo>
                    <a:pt x="984794" y="890666"/>
                  </a:lnTo>
                  <a:lnTo>
                    <a:pt x="985413" y="890901"/>
                  </a:lnTo>
                  <a:lnTo>
                    <a:pt x="985170" y="892307"/>
                  </a:lnTo>
                  <a:lnTo>
                    <a:pt x="986688" y="893861"/>
                  </a:lnTo>
                  <a:lnTo>
                    <a:pt x="988588" y="895312"/>
                  </a:lnTo>
                  <a:lnTo>
                    <a:pt x="990904" y="893775"/>
                  </a:lnTo>
                  <a:lnTo>
                    <a:pt x="994416" y="893653"/>
                  </a:lnTo>
                  <a:lnTo>
                    <a:pt x="993565" y="901821"/>
                  </a:lnTo>
                  <a:lnTo>
                    <a:pt x="992855" y="904634"/>
                  </a:lnTo>
                  <a:lnTo>
                    <a:pt x="997136" y="908048"/>
                  </a:lnTo>
                  <a:lnTo>
                    <a:pt x="1001045" y="916899"/>
                  </a:lnTo>
                  <a:lnTo>
                    <a:pt x="1003860" y="917884"/>
                  </a:lnTo>
                  <a:lnTo>
                    <a:pt x="1007054" y="916325"/>
                  </a:lnTo>
                  <a:lnTo>
                    <a:pt x="1008990" y="914060"/>
                  </a:lnTo>
                  <a:lnTo>
                    <a:pt x="1011060" y="909731"/>
                  </a:lnTo>
                  <a:lnTo>
                    <a:pt x="1014896" y="906860"/>
                  </a:lnTo>
                  <a:lnTo>
                    <a:pt x="1015937" y="906377"/>
                  </a:lnTo>
                  <a:lnTo>
                    <a:pt x="1017431" y="904455"/>
                  </a:lnTo>
                  <a:lnTo>
                    <a:pt x="1018841" y="900546"/>
                  </a:lnTo>
                  <a:lnTo>
                    <a:pt x="1019221" y="900037"/>
                  </a:lnTo>
                  <a:lnTo>
                    <a:pt x="1019439" y="899751"/>
                  </a:lnTo>
                  <a:lnTo>
                    <a:pt x="1019778" y="897536"/>
                  </a:lnTo>
                  <a:lnTo>
                    <a:pt x="1020210" y="897147"/>
                  </a:lnTo>
                  <a:lnTo>
                    <a:pt x="1020452" y="897195"/>
                  </a:lnTo>
                  <a:lnTo>
                    <a:pt x="1021222" y="895647"/>
                  </a:lnTo>
                  <a:lnTo>
                    <a:pt x="1021936" y="895562"/>
                  </a:lnTo>
                  <a:lnTo>
                    <a:pt x="1022908" y="895815"/>
                  </a:lnTo>
                  <a:lnTo>
                    <a:pt x="1023009" y="895510"/>
                  </a:lnTo>
                  <a:lnTo>
                    <a:pt x="1023632" y="895432"/>
                  </a:lnTo>
                  <a:lnTo>
                    <a:pt x="1024086" y="893920"/>
                  </a:lnTo>
                  <a:lnTo>
                    <a:pt x="1024095" y="893114"/>
                  </a:lnTo>
                  <a:lnTo>
                    <a:pt x="1024722" y="892665"/>
                  </a:lnTo>
                  <a:lnTo>
                    <a:pt x="1024909" y="892098"/>
                  </a:lnTo>
                  <a:lnTo>
                    <a:pt x="1025899" y="891422"/>
                  </a:lnTo>
                  <a:lnTo>
                    <a:pt x="1026354" y="889870"/>
                  </a:lnTo>
                  <a:lnTo>
                    <a:pt x="1026402" y="888524"/>
                  </a:lnTo>
                  <a:lnTo>
                    <a:pt x="1028111" y="887056"/>
                  </a:lnTo>
                  <a:lnTo>
                    <a:pt x="1028553" y="886133"/>
                  </a:lnTo>
                  <a:lnTo>
                    <a:pt x="1027816" y="883517"/>
                  </a:lnTo>
                  <a:lnTo>
                    <a:pt x="1028240" y="881769"/>
                  </a:lnTo>
                  <a:lnTo>
                    <a:pt x="1029005" y="880994"/>
                  </a:lnTo>
                  <a:lnTo>
                    <a:pt x="1032192" y="880569"/>
                  </a:lnTo>
                  <a:lnTo>
                    <a:pt x="1033858" y="880840"/>
                  </a:lnTo>
                  <a:lnTo>
                    <a:pt x="1035052" y="880729"/>
                  </a:lnTo>
                  <a:lnTo>
                    <a:pt x="1036977" y="879711"/>
                  </a:lnTo>
                  <a:lnTo>
                    <a:pt x="1037604" y="878336"/>
                  </a:lnTo>
                  <a:lnTo>
                    <a:pt x="1039102" y="877157"/>
                  </a:lnTo>
                  <a:lnTo>
                    <a:pt x="1041360" y="877498"/>
                  </a:lnTo>
                  <a:lnTo>
                    <a:pt x="1042409" y="877975"/>
                  </a:lnTo>
                  <a:lnTo>
                    <a:pt x="1044203" y="877652"/>
                  </a:lnTo>
                  <a:lnTo>
                    <a:pt x="1045140" y="877814"/>
                  </a:lnTo>
                  <a:lnTo>
                    <a:pt x="1045844" y="877086"/>
                  </a:lnTo>
                  <a:lnTo>
                    <a:pt x="1046166" y="875895"/>
                  </a:lnTo>
                  <a:lnTo>
                    <a:pt x="1047702" y="874270"/>
                  </a:lnTo>
                  <a:lnTo>
                    <a:pt x="1048811" y="874036"/>
                  </a:lnTo>
                  <a:lnTo>
                    <a:pt x="1050024" y="872858"/>
                  </a:lnTo>
                  <a:lnTo>
                    <a:pt x="1051383" y="872386"/>
                  </a:lnTo>
                  <a:lnTo>
                    <a:pt x="1049599" y="868414"/>
                  </a:lnTo>
                  <a:lnTo>
                    <a:pt x="1051865" y="865689"/>
                  </a:lnTo>
                  <a:lnTo>
                    <a:pt x="1052096" y="862873"/>
                  </a:lnTo>
                  <a:lnTo>
                    <a:pt x="1051628" y="858726"/>
                  </a:lnTo>
                  <a:lnTo>
                    <a:pt x="1050667" y="856765"/>
                  </a:lnTo>
                  <a:lnTo>
                    <a:pt x="1049780" y="853995"/>
                  </a:lnTo>
                  <a:lnTo>
                    <a:pt x="1050713" y="850763"/>
                  </a:lnTo>
                  <a:lnTo>
                    <a:pt x="1050117" y="848786"/>
                  </a:lnTo>
                  <a:lnTo>
                    <a:pt x="1050298" y="846435"/>
                  </a:lnTo>
                  <a:lnTo>
                    <a:pt x="1049783" y="843447"/>
                  </a:lnTo>
                  <a:lnTo>
                    <a:pt x="1050501" y="836493"/>
                  </a:lnTo>
                  <a:lnTo>
                    <a:pt x="1049854" y="834868"/>
                  </a:lnTo>
                  <a:lnTo>
                    <a:pt x="1048545" y="834331"/>
                  </a:lnTo>
                  <a:lnTo>
                    <a:pt x="1047368" y="834386"/>
                  </a:lnTo>
                  <a:lnTo>
                    <a:pt x="1046928" y="833382"/>
                  </a:lnTo>
                  <a:lnTo>
                    <a:pt x="1047126" y="831786"/>
                  </a:lnTo>
                  <a:lnTo>
                    <a:pt x="1046969" y="830034"/>
                  </a:lnTo>
                  <a:lnTo>
                    <a:pt x="1047773" y="829701"/>
                  </a:lnTo>
                  <a:lnTo>
                    <a:pt x="1046842" y="828273"/>
                  </a:lnTo>
                  <a:lnTo>
                    <a:pt x="1047964" y="827399"/>
                  </a:lnTo>
                  <a:lnTo>
                    <a:pt x="1049842" y="827383"/>
                  </a:lnTo>
                  <a:lnTo>
                    <a:pt x="1050532" y="826968"/>
                  </a:lnTo>
                  <a:lnTo>
                    <a:pt x="1051181" y="825807"/>
                  </a:lnTo>
                  <a:lnTo>
                    <a:pt x="1050385" y="824194"/>
                  </a:lnTo>
                  <a:lnTo>
                    <a:pt x="1050059" y="822023"/>
                  </a:lnTo>
                  <a:lnTo>
                    <a:pt x="1046799" y="819244"/>
                  </a:lnTo>
                  <a:lnTo>
                    <a:pt x="1045744" y="817986"/>
                  </a:lnTo>
                  <a:lnTo>
                    <a:pt x="1040560" y="816062"/>
                  </a:lnTo>
                  <a:lnTo>
                    <a:pt x="1038738" y="813418"/>
                  </a:lnTo>
                  <a:lnTo>
                    <a:pt x="1037910" y="812681"/>
                  </a:lnTo>
                  <a:lnTo>
                    <a:pt x="1037305" y="812570"/>
                  </a:lnTo>
                  <a:lnTo>
                    <a:pt x="1035983" y="811744"/>
                  </a:lnTo>
                  <a:lnTo>
                    <a:pt x="1035717" y="810927"/>
                  </a:lnTo>
                  <a:lnTo>
                    <a:pt x="1033654" y="808166"/>
                  </a:lnTo>
                  <a:lnTo>
                    <a:pt x="1034040" y="807372"/>
                  </a:lnTo>
                  <a:lnTo>
                    <a:pt x="1033711" y="806667"/>
                  </a:lnTo>
                  <a:lnTo>
                    <a:pt x="1033804" y="805623"/>
                  </a:lnTo>
                  <a:lnTo>
                    <a:pt x="1034494" y="803458"/>
                  </a:lnTo>
                  <a:lnTo>
                    <a:pt x="1037029" y="801824"/>
                  </a:lnTo>
                  <a:lnTo>
                    <a:pt x="1037950" y="798139"/>
                  </a:lnTo>
                  <a:lnTo>
                    <a:pt x="1039116" y="797819"/>
                  </a:lnTo>
                  <a:lnTo>
                    <a:pt x="1039874" y="797241"/>
                  </a:lnTo>
                  <a:lnTo>
                    <a:pt x="1040195" y="796655"/>
                  </a:lnTo>
                  <a:lnTo>
                    <a:pt x="1040361" y="795341"/>
                  </a:lnTo>
                  <a:lnTo>
                    <a:pt x="1041438" y="794596"/>
                  </a:lnTo>
                  <a:lnTo>
                    <a:pt x="1039937" y="793123"/>
                  </a:lnTo>
                  <a:lnTo>
                    <a:pt x="1040435" y="791861"/>
                  </a:lnTo>
                  <a:lnTo>
                    <a:pt x="1044679" y="789119"/>
                  </a:lnTo>
                  <a:lnTo>
                    <a:pt x="1046361" y="787012"/>
                  </a:lnTo>
                  <a:lnTo>
                    <a:pt x="1047270" y="786770"/>
                  </a:lnTo>
                  <a:lnTo>
                    <a:pt x="1048346" y="785328"/>
                  </a:lnTo>
                  <a:lnTo>
                    <a:pt x="1048933" y="783733"/>
                  </a:lnTo>
                  <a:lnTo>
                    <a:pt x="1048589" y="780049"/>
                  </a:lnTo>
                  <a:lnTo>
                    <a:pt x="1049422" y="779191"/>
                  </a:lnTo>
                  <a:lnTo>
                    <a:pt x="1051591" y="778331"/>
                  </a:lnTo>
                  <a:lnTo>
                    <a:pt x="1053084" y="777034"/>
                  </a:lnTo>
                  <a:lnTo>
                    <a:pt x="1056563" y="773511"/>
                  </a:lnTo>
                  <a:lnTo>
                    <a:pt x="1059369" y="769887"/>
                  </a:lnTo>
                  <a:lnTo>
                    <a:pt x="1060432" y="768924"/>
                  </a:lnTo>
                  <a:lnTo>
                    <a:pt x="1059886" y="765358"/>
                  </a:lnTo>
                  <a:lnTo>
                    <a:pt x="1061330" y="764110"/>
                  </a:lnTo>
                  <a:lnTo>
                    <a:pt x="1061316" y="761949"/>
                  </a:lnTo>
                  <a:lnTo>
                    <a:pt x="1062404" y="761283"/>
                  </a:lnTo>
                  <a:lnTo>
                    <a:pt x="1057831" y="760719"/>
                  </a:lnTo>
                  <a:lnTo>
                    <a:pt x="1056386" y="760028"/>
                  </a:lnTo>
                  <a:lnTo>
                    <a:pt x="1055123" y="759052"/>
                  </a:lnTo>
                  <a:lnTo>
                    <a:pt x="1054674" y="757818"/>
                  </a:lnTo>
                  <a:lnTo>
                    <a:pt x="1054126" y="757175"/>
                  </a:lnTo>
                  <a:lnTo>
                    <a:pt x="1053873" y="755636"/>
                  </a:lnTo>
                  <a:lnTo>
                    <a:pt x="1053096" y="753721"/>
                  </a:lnTo>
                  <a:lnTo>
                    <a:pt x="1052683" y="753555"/>
                  </a:lnTo>
                  <a:lnTo>
                    <a:pt x="1052313" y="752701"/>
                  </a:lnTo>
                  <a:lnTo>
                    <a:pt x="1051694" y="752314"/>
                  </a:lnTo>
                  <a:lnTo>
                    <a:pt x="1050360" y="750618"/>
                  </a:lnTo>
                  <a:lnTo>
                    <a:pt x="1051252" y="749940"/>
                  </a:lnTo>
                  <a:lnTo>
                    <a:pt x="1050779" y="749279"/>
                  </a:lnTo>
                  <a:lnTo>
                    <a:pt x="1050309" y="747506"/>
                  </a:lnTo>
                  <a:lnTo>
                    <a:pt x="1048302" y="746079"/>
                  </a:lnTo>
                  <a:lnTo>
                    <a:pt x="1047469" y="743530"/>
                  </a:lnTo>
                  <a:lnTo>
                    <a:pt x="1046507" y="742860"/>
                  </a:lnTo>
                  <a:lnTo>
                    <a:pt x="1045951" y="740000"/>
                  </a:lnTo>
                  <a:lnTo>
                    <a:pt x="1045358" y="738457"/>
                  </a:lnTo>
                  <a:lnTo>
                    <a:pt x="1045731" y="737872"/>
                  </a:lnTo>
                  <a:lnTo>
                    <a:pt x="1047142" y="737013"/>
                  </a:lnTo>
                  <a:lnTo>
                    <a:pt x="1047460" y="737087"/>
                  </a:lnTo>
                  <a:lnTo>
                    <a:pt x="1047984" y="735921"/>
                  </a:lnTo>
                  <a:lnTo>
                    <a:pt x="1048875" y="735116"/>
                  </a:lnTo>
                  <a:lnTo>
                    <a:pt x="1049183" y="734151"/>
                  </a:lnTo>
                  <a:lnTo>
                    <a:pt x="1048965" y="733615"/>
                  </a:lnTo>
                  <a:lnTo>
                    <a:pt x="1049084" y="732581"/>
                  </a:lnTo>
                  <a:lnTo>
                    <a:pt x="1048633" y="731947"/>
                  </a:lnTo>
                  <a:lnTo>
                    <a:pt x="1048113" y="731653"/>
                  </a:lnTo>
                  <a:lnTo>
                    <a:pt x="1047847" y="730440"/>
                  </a:lnTo>
                  <a:lnTo>
                    <a:pt x="1047973" y="728353"/>
                  </a:lnTo>
                  <a:lnTo>
                    <a:pt x="1047632" y="727548"/>
                  </a:lnTo>
                  <a:lnTo>
                    <a:pt x="1050269" y="727084"/>
                  </a:lnTo>
                  <a:lnTo>
                    <a:pt x="1052772" y="726177"/>
                  </a:lnTo>
                  <a:lnTo>
                    <a:pt x="1055859" y="725723"/>
                  </a:lnTo>
                  <a:lnTo>
                    <a:pt x="1056914" y="725048"/>
                  </a:lnTo>
                  <a:lnTo>
                    <a:pt x="1061330" y="723986"/>
                  </a:lnTo>
                  <a:lnTo>
                    <a:pt x="1063461" y="723736"/>
                  </a:lnTo>
                  <a:lnTo>
                    <a:pt x="1065735" y="724132"/>
                  </a:lnTo>
                  <a:lnTo>
                    <a:pt x="1066195" y="723683"/>
                  </a:lnTo>
                  <a:lnTo>
                    <a:pt x="1067444" y="723297"/>
                  </a:lnTo>
                  <a:lnTo>
                    <a:pt x="1069579" y="722889"/>
                  </a:lnTo>
                  <a:lnTo>
                    <a:pt x="1070374" y="723008"/>
                  </a:lnTo>
                  <a:lnTo>
                    <a:pt x="1070886" y="722748"/>
                  </a:lnTo>
                  <a:lnTo>
                    <a:pt x="1074369" y="723763"/>
                  </a:lnTo>
                  <a:lnTo>
                    <a:pt x="1075357" y="723366"/>
                  </a:lnTo>
                  <a:lnTo>
                    <a:pt x="1075990" y="722394"/>
                  </a:lnTo>
                  <a:lnTo>
                    <a:pt x="1076653" y="721905"/>
                  </a:lnTo>
                  <a:lnTo>
                    <a:pt x="1077688" y="720047"/>
                  </a:lnTo>
                  <a:lnTo>
                    <a:pt x="1078204" y="719671"/>
                  </a:lnTo>
                  <a:lnTo>
                    <a:pt x="1077599" y="718318"/>
                  </a:lnTo>
                  <a:lnTo>
                    <a:pt x="1077598" y="717276"/>
                  </a:lnTo>
                  <a:lnTo>
                    <a:pt x="1077570" y="716024"/>
                  </a:lnTo>
                  <a:lnTo>
                    <a:pt x="1077203" y="715249"/>
                  </a:lnTo>
                  <a:lnTo>
                    <a:pt x="1077174" y="714485"/>
                  </a:lnTo>
                  <a:lnTo>
                    <a:pt x="1076457" y="714068"/>
                  </a:lnTo>
                  <a:lnTo>
                    <a:pt x="1074468" y="713894"/>
                  </a:lnTo>
                  <a:lnTo>
                    <a:pt x="1073978" y="713626"/>
                  </a:lnTo>
                  <a:lnTo>
                    <a:pt x="1073025" y="711003"/>
                  </a:lnTo>
                  <a:lnTo>
                    <a:pt x="1071934" y="709957"/>
                  </a:lnTo>
                  <a:lnTo>
                    <a:pt x="1071845" y="709546"/>
                  </a:lnTo>
                  <a:lnTo>
                    <a:pt x="1070735" y="708779"/>
                  </a:lnTo>
                  <a:lnTo>
                    <a:pt x="1069761" y="707218"/>
                  </a:lnTo>
                  <a:lnTo>
                    <a:pt x="1069321" y="704844"/>
                  </a:lnTo>
                  <a:lnTo>
                    <a:pt x="1069525" y="704094"/>
                  </a:lnTo>
                  <a:lnTo>
                    <a:pt x="1069444" y="702906"/>
                  </a:lnTo>
                  <a:lnTo>
                    <a:pt x="1068563" y="701766"/>
                  </a:lnTo>
                  <a:lnTo>
                    <a:pt x="1068095" y="698887"/>
                  </a:lnTo>
                  <a:lnTo>
                    <a:pt x="1068977" y="698473"/>
                  </a:lnTo>
                  <a:lnTo>
                    <a:pt x="1068619" y="697655"/>
                  </a:lnTo>
                  <a:lnTo>
                    <a:pt x="1068873" y="697325"/>
                  </a:lnTo>
                  <a:lnTo>
                    <a:pt x="1069195" y="697366"/>
                  </a:lnTo>
                  <a:lnTo>
                    <a:pt x="1069786" y="696392"/>
                  </a:lnTo>
                  <a:lnTo>
                    <a:pt x="1071495" y="695601"/>
                  </a:lnTo>
                  <a:lnTo>
                    <a:pt x="1071918" y="694924"/>
                  </a:lnTo>
                  <a:lnTo>
                    <a:pt x="1072860" y="695048"/>
                  </a:lnTo>
                  <a:lnTo>
                    <a:pt x="1074016" y="694210"/>
                  </a:lnTo>
                  <a:lnTo>
                    <a:pt x="1074757" y="694079"/>
                  </a:lnTo>
                  <a:lnTo>
                    <a:pt x="1074927" y="693741"/>
                  </a:lnTo>
                  <a:lnTo>
                    <a:pt x="1075510" y="693576"/>
                  </a:lnTo>
                  <a:lnTo>
                    <a:pt x="1077582" y="689999"/>
                  </a:lnTo>
                  <a:lnTo>
                    <a:pt x="1077769" y="688080"/>
                  </a:lnTo>
                  <a:lnTo>
                    <a:pt x="1078240" y="686786"/>
                  </a:lnTo>
                  <a:lnTo>
                    <a:pt x="1077781" y="685311"/>
                  </a:lnTo>
                  <a:lnTo>
                    <a:pt x="1077869" y="684473"/>
                  </a:lnTo>
                  <a:lnTo>
                    <a:pt x="1078610" y="683179"/>
                  </a:lnTo>
                  <a:lnTo>
                    <a:pt x="1080306" y="681626"/>
                  </a:lnTo>
                  <a:lnTo>
                    <a:pt x="1081785" y="680743"/>
                  </a:lnTo>
                  <a:lnTo>
                    <a:pt x="1082346" y="679359"/>
                  </a:lnTo>
                  <a:lnTo>
                    <a:pt x="1084050" y="678323"/>
                  </a:lnTo>
                  <a:lnTo>
                    <a:pt x="1084485" y="677812"/>
                  </a:lnTo>
                  <a:lnTo>
                    <a:pt x="1084531" y="676952"/>
                  </a:lnTo>
                  <a:lnTo>
                    <a:pt x="1085080" y="676022"/>
                  </a:lnTo>
                  <a:lnTo>
                    <a:pt x="1085171" y="675163"/>
                  </a:lnTo>
                  <a:lnTo>
                    <a:pt x="1085416" y="674687"/>
                  </a:lnTo>
                  <a:lnTo>
                    <a:pt x="1086212" y="674525"/>
                  </a:lnTo>
                  <a:lnTo>
                    <a:pt x="1086724" y="673068"/>
                  </a:lnTo>
                  <a:lnTo>
                    <a:pt x="1086769" y="672102"/>
                  </a:lnTo>
                  <a:lnTo>
                    <a:pt x="1087519" y="671157"/>
                  </a:lnTo>
                  <a:lnTo>
                    <a:pt x="1088316" y="670250"/>
                  </a:lnTo>
                  <a:lnTo>
                    <a:pt x="1088666" y="670081"/>
                  </a:lnTo>
                  <a:lnTo>
                    <a:pt x="1089717" y="670219"/>
                  </a:lnTo>
                  <a:lnTo>
                    <a:pt x="1090228" y="669521"/>
                  </a:lnTo>
                  <a:lnTo>
                    <a:pt x="1092448" y="668141"/>
                  </a:lnTo>
                  <a:lnTo>
                    <a:pt x="1094917" y="665467"/>
                  </a:lnTo>
                  <a:lnTo>
                    <a:pt x="1098855" y="662032"/>
                  </a:lnTo>
                  <a:lnTo>
                    <a:pt x="1099637" y="660266"/>
                  </a:lnTo>
                  <a:lnTo>
                    <a:pt x="1100992" y="658407"/>
                  </a:lnTo>
                  <a:lnTo>
                    <a:pt x="1102312" y="657927"/>
                  </a:lnTo>
                  <a:lnTo>
                    <a:pt x="1103145" y="657063"/>
                  </a:lnTo>
                  <a:lnTo>
                    <a:pt x="1103994" y="656854"/>
                  </a:lnTo>
                  <a:lnTo>
                    <a:pt x="1103773" y="656335"/>
                  </a:lnTo>
                  <a:lnTo>
                    <a:pt x="1104904" y="653043"/>
                  </a:lnTo>
                  <a:lnTo>
                    <a:pt x="1104859" y="650885"/>
                  </a:lnTo>
                  <a:lnTo>
                    <a:pt x="1106217" y="647780"/>
                  </a:lnTo>
                  <a:lnTo>
                    <a:pt x="1106574" y="646330"/>
                  </a:lnTo>
                  <a:lnTo>
                    <a:pt x="1107069" y="646080"/>
                  </a:lnTo>
                  <a:lnTo>
                    <a:pt x="1107275" y="645483"/>
                  </a:lnTo>
                  <a:lnTo>
                    <a:pt x="1106874" y="644421"/>
                  </a:lnTo>
                  <a:lnTo>
                    <a:pt x="1106849" y="642798"/>
                  </a:lnTo>
                  <a:lnTo>
                    <a:pt x="1105846" y="639599"/>
                  </a:lnTo>
                  <a:lnTo>
                    <a:pt x="1105258" y="636669"/>
                  </a:lnTo>
                  <a:lnTo>
                    <a:pt x="1103176" y="633468"/>
                  </a:lnTo>
                  <a:lnTo>
                    <a:pt x="1102026" y="632327"/>
                  </a:lnTo>
                  <a:lnTo>
                    <a:pt x="1099925" y="630979"/>
                  </a:lnTo>
                  <a:lnTo>
                    <a:pt x="1099659" y="630600"/>
                  </a:lnTo>
                  <a:lnTo>
                    <a:pt x="1098437" y="626926"/>
                  </a:lnTo>
                  <a:lnTo>
                    <a:pt x="1096802" y="625200"/>
                  </a:lnTo>
                  <a:lnTo>
                    <a:pt x="1097051" y="624198"/>
                  </a:lnTo>
                  <a:lnTo>
                    <a:pt x="1096148" y="623278"/>
                  </a:lnTo>
                  <a:lnTo>
                    <a:pt x="1096411" y="622735"/>
                  </a:lnTo>
                  <a:lnTo>
                    <a:pt x="1095877" y="621786"/>
                  </a:lnTo>
                  <a:lnTo>
                    <a:pt x="1096153" y="621230"/>
                  </a:lnTo>
                  <a:lnTo>
                    <a:pt x="1096186" y="620087"/>
                  </a:lnTo>
                  <a:lnTo>
                    <a:pt x="1096637" y="619651"/>
                  </a:lnTo>
                  <a:lnTo>
                    <a:pt x="1097445" y="615635"/>
                  </a:lnTo>
                  <a:lnTo>
                    <a:pt x="1096710" y="614212"/>
                  </a:lnTo>
                  <a:lnTo>
                    <a:pt x="1096395" y="614217"/>
                  </a:lnTo>
                  <a:lnTo>
                    <a:pt x="1095900" y="613686"/>
                  </a:lnTo>
                  <a:lnTo>
                    <a:pt x="1095411" y="612288"/>
                  </a:lnTo>
                  <a:lnTo>
                    <a:pt x="1093227" y="609115"/>
                  </a:lnTo>
                  <a:lnTo>
                    <a:pt x="1091854" y="605238"/>
                  </a:lnTo>
                  <a:lnTo>
                    <a:pt x="1089696" y="604162"/>
                  </a:lnTo>
                  <a:lnTo>
                    <a:pt x="1088244" y="602685"/>
                  </a:lnTo>
                  <a:lnTo>
                    <a:pt x="1087157" y="602029"/>
                  </a:lnTo>
                  <a:lnTo>
                    <a:pt x="1086210" y="598169"/>
                  </a:lnTo>
                  <a:lnTo>
                    <a:pt x="1084889" y="594321"/>
                  </a:lnTo>
                  <a:lnTo>
                    <a:pt x="1084137" y="589488"/>
                  </a:lnTo>
                  <a:lnTo>
                    <a:pt x="1083782" y="588755"/>
                  </a:lnTo>
                  <a:lnTo>
                    <a:pt x="1084085" y="586068"/>
                  </a:lnTo>
                  <a:lnTo>
                    <a:pt x="1083813" y="585578"/>
                  </a:lnTo>
                  <a:lnTo>
                    <a:pt x="1084170" y="584259"/>
                  </a:lnTo>
                  <a:lnTo>
                    <a:pt x="1085025" y="582823"/>
                  </a:lnTo>
                  <a:lnTo>
                    <a:pt x="1084725" y="578593"/>
                  </a:lnTo>
                  <a:lnTo>
                    <a:pt x="1085881" y="573442"/>
                  </a:lnTo>
                  <a:lnTo>
                    <a:pt x="1085878" y="572029"/>
                  </a:lnTo>
                  <a:lnTo>
                    <a:pt x="1086899" y="571267"/>
                  </a:lnTo>
                  <a:lnTo>
                    <a:pt x="1086511" y="569581"/>
                  </a:lnTo>
                  <a:lnTo>
                    <a:pt x="1086776" y="569500"/>
                  </a:lnTo>
                  <a:lnTo>
                    <a:pt x="1086712" y="567269"/>
                  </a:lnTo>
                  <a:lnTo>
                    <a:pt x="1087259" y="564631"/>
                  </a:lnTo>
                  <a:lnTo>
                    <a:pt x="1087929" y="563320"/>
                  </a:lnTo>
                  <a:lnTo>
                    <a:pt x="1088029" y="563051"/>
                  </a:lnTo>
                  <a:lnTo>
                    <a:pt x="1086580" y="562261"/>
                  </a:lnTo>
                  <a:lnTo>
                    <a:pt x="1085515" y="561302"/>
                  </a:lnTo>
                  <a:lnTo>
                    <a:pt x="1085102" y="560386"/>
                  </a:lnTo>
                  <a:lnTo>
                    <a:pt x="1084087" y="559471"/>
                  </a:lnTo>
                  <a:lnTo>
                    <a:pt x="1083628" y="558646"/>
                  </a:lnTo>
                  <a:lnTo>
                    <a:pt x="1081076" y="555357"/>
                  </a:lnTo>
                  <a:lnTo>
                    <a:pt x="1080795" y="555576"/>
                  </a:lnTo>
                  <a:lnTo>
                    <a:pt x="1079886" y="555572"/>
                  </a:lnTo>
                  <a:lnTo>
                    <a:pt x="1079650" y="555179"/>
                  </a:lnTo>
                  <a:lnTo>
                    <a:pt x="1079159" y="555076"/>
                  </a:lnTo>
                  <a:lnTo>
                    <a:pt x="1077439" y="555591"/>
                  </a:lnTo>
                  <a:lnTo>
                    <a:pt x="1076615" y="555198"/>
                  </a:lnTo>
                  <a:lnTo>
                    <a:pt x="1075672" y="555224"/>
                  </a:lnTo>
                  <a:lnTo>
                    <a:pt x="1074040" y="553372"/>
                  </a:lnTo>
                  <a:lnTo>
                    <a:pt x="1073753" y="552636"/>
                  </a:lnTo>
                  <a:lnTo>
                    <a:pt x="1071927" y="551130"/>
                  </a:lnTo>
                  <a:lnTo>
                    <a:pt x="1070683" y="549178"/>
                  </a:lnTo>
                  <a:lnTo>
                    <a:pt x="1069640" y="549228"/>
                  </a:lnTo>
                  <a:lnTo>
                    <a:pt x="1068657" y="548797"/>
                  </a:lnTo>
                  <a:lnTo>
                    <a:pt x="1066762" y="546921"/>
                  </a:lnTo>
                  <a:lnTo>
                    <a:pt x="1065028" y="543906"/>
                  </a:lnTo>
                  <a:lnTo>
                    <a:pt x="1064411" y="542368"/>
                  </a:lnTo>
                  <a:lnTo>
                    <a:pt x="1062342" y="539724"/>
                  </a:lnTo>
                  <a:lnTo>
                    <a:pt x="1061259" y="536377"/>
                  </a:lnTo>
                  <a:lnTo>
                    <a:pt x="1059789" y="534893"/>
                  </a:lnTo>
                  <a:lnTo>
                    <a:pt x="1058114" y="533967"/>
                  </a:lnTo>
                  <a:lnTo>
                    <a:pt x="1057826" y="533260"/>
                  </a:lnTo>
                  <a:lnTo>
                    <a:pt x="1055916" y="530643"/>
                  </a:lnTo>
                  <a:lnTo>
                    <a:pt x="1054341" y="528769"/>
                  </a:lnTo>
                  <a:lnTo>
                    <a:pt x="1053081" y="527829"/>
                  </a:lnTo>
                  <a:lnTo>
                    <a:pt x="1054667" y="525617"/>
                  </a:lnTo>
                  <a:lnTo>
                    <a:pt x="1052049" y="523459"/>
                  </a:lnTo>
                  <a:lnTo>
                    <a:pt x="1052026" y="523194"/>
                  </a:lnTo>
                  <a:lnTo>
                    <a:pt x="1050859" y="522160"/>
                  </a:lnTo>
                  <a:lnTo>
                    <a:pt x="1046929" y="521945"/>
                  </a:lnTo>
                  <a:lnTo>
                    <a:pt x="1047715" y="520177"/>
                  </a:lnTo>
                  <a:lnTo>
                    <a:pt x="1045973" y="519842"/>
                  </a:lnTo>
                  <a:lnTo>
                    <a:pt x="1044434" y="519194"/>
                  </a:lnTo>
                  <a:lnTo>
                    <a:pt x="1043222" y="517925"/>
                  </a:lnTo>
                  <a:lnTo>
                    <a:pt x="1040769" y="517325"/>
                  </a:lnTo>
                  <a:lnTo>
                    <a:pt x="1037528" y="516096"/>
                  </a:lnTo>
                  <a:lnTo>
                    <a:pt x="1034668" y="515488"/>
                  </a:lnTo>
                  <a:lnTo>
                    <a:pt x="1033127" y="516829"/>
                  </a:lnTo>
                  <a:lnTo>
                    <a:pt x="1032473" y="517096"/>
                  </a:lnTo>
                  <a:lnTo>
                    <a:pt x="1030553" y="515960"/>
                  </a:lnTo>
                  <a:lnTo>
                    <a:pt x="1030066" y="514268"/>
                  </a:lnTo>
                  <a:lnTo>
                    <a:pt x="1028223" y="512479"/>
                  </a:lnTo>
                  <a:lnTo>
                    <a:pt x="1028181" y="511538"/>
                  </a:lnTo>
                  <a:lnTo>
                    <a:pt x="1027746" y="511230"/>
                  </a:lnTo>
                  <a:lnTo>
                    <a:pt x="1027123" y="510235"/>
                  </a:lnTo>
                  <a:lnTo>
                    <a:pt x="1026807" y="510340"/>
                  </a:lnTo>
                  <a:lnTo>
                    <a:pt x="1026211" y="508995"/>
                  </a:lnTo>
                  <a:lnTo>
                    <a:pt x="1026005" y="509217"/>
                  </a:lnTo>
                  <a:lnTo>
                    <a:pt x="1025298" y="509175"/>
                  </a:lnTo>
                  <a:lnTo>
                    <a:pt x="1025205" y="508884"/>
                  </a:lnTo>
                  <a:lnTo>
                    <a:pt x="1024494" y="508510"/>
                  </a:lnTo>
                  <a:lnTo>
                    <a:pt x="1023897" y="508640"/>
                  </a:lnTo>
                  <a:lnTo>
                    <a:pt x="1023582" y="508344"/>
                  </a:lnTo>
                  <a:lnTo>
                    <a:pt x="1022522" y="508108"/>
                  </a:lnTo>
                  <a:lnTo>
                    <a:pt x="1021708" y="507023"/>
                  </a:lnTo>
                  <a:lnTo>
                    <a:pt x="1021528" y="506011"/>
                  </a:lnTo>
                  <a:lnTo>
                    <a:pt x="1020902" y="505892"/>
                  </a:lnTo>
                  <a:lnTo>
                    <a:pt x="1019898" y="505795"/>
                  </a:lnTo>
                  <a:lnTo>
                    <a:pt x="1017854" y="506271"/>
                  </a:lnTo>
                  <a:lnTo>
                    <a:pt x="1016595" y="506022"/>
                  </a:lnTo>
                  <a:lnTo>
                    <a:pt x="1015691" y="506319"/>
                  </a:lnTo>
                  <a:lnTo>
                    <a:pt x="1015489" y="506635"/>
                  </a:lnTo>
                  <a:lnTo>
                    <a:pt x="1013758" y="506215"/>
                  </a:lnTo>
                  <a:lnTo>
                    <a:pt x="1012960" y="505773"/>
                  </a:lnTo>
                  <a:lnTo>
                    <a:pt x="1012309" y="506307"/>
                  </a:lnTo>
                  <a:lnTo>
                    <a:pt x="1011975" y="506268"/>
                  </a:lnTo>
                  <a:lnTo>
                    <a:pt x="1011817" y="506779"/>
                  </a:lnTo>
                  <a:lnTo>
                    <a:pt x="1010964" y="506629"/>
                  </a:lnTo>
                  <a:lnTo>
                    <a:pt x="1010578" y="506970"/>
                  </a:lnTo>
                  <a:lnTo>
                    <a:pt x="1010141" y="509963"/>
                  </a:lnTo>
                  <a:lnTo>
                    <a:pt x="1009753" y="509601"/>
                  </a:lnTo>
                  <a:lnTo>
                    <a:pt x="1009181" y="510501"/>
                  </a:lnTo>
                  <a:lnTo>
                    <a:pt x="1009124" y="511165"/>
                  </a:lnTo>
                  <a:lnTo>
                    <a:pt x="1008382" y="511677"/>
                  </a:lnTo>
                  <a:lnTo>
                    <a:pt x="1007867" y="512834"/>
                  </a:lnTo>
                  <a:lnTo>
                    <a:pt x="1006741" y="513470"/>
                  </a:lnTo>
                  <a:lnTo>
                    <a:pt x="1008035" y="515263"/>
                  </a:lnTo>
                  <a:lnTo>
                    <a:pt x="1007061" y="516176"/>
                  </a:lnTo>
                  <a:lnTo>
                    <a:pt x="1006496" y="518116"/>
                  </a:lnTo>
                  <a:lnTo>
                    <a:pt x="1005812" y="518133"/>
                  </a:lnTo>
                  <a:lnTo>
                    <a:pt x="1004892" y="518989"/>
                  </a:lnTo>
                  <a:lnTo>
                    <a:pt x="1004082" y="520894"/>
                  </a:lnTo>
                  <a:lnTo>
                    <a:pt x="1002198" y="521219"/>
                  </a:lnTo>
                  <a:lnTo>
                    <a:pt x="996224" y="521361"/>
                  </a:lnTo>
                  <a:lnTo>
                    <a:pt x="994751" y="523516"/>
                  </a:lnTo>
                  <a:lnTo>
                    <a:pt x="993379" y="524214"/>
                  </a:lnTo>
                  <a:lnTo>
                    <a:pt x="993457" y="524616"/>
                  </a:lnTo>
                  <a:lnTo>
                    <a:pt x="992144" y="526696"/>
                  </a:lnTo>
                  <a:lnTo>
                    <a:pt x="992458" y="528360"/>
                  </a:lnTo>
                  <a:lnTo>
                    <a:pt x="987860" y="530297"/>
                  </a:lnTo>
                  <a:lnTo>
                    <a:pt x="980035" y="530185"/>
                  </a:lnTo>
                  <a:lnTo>
                    <a:pt x="975237" y="529869"/>
                  </a:lnTo>
                  <a:lnTo>
                    <a:pt x="973499" y="530645"/>
                  </a:lnTo>
                  <a:lnTo>
                    <a:pt x="972355" y="530585"/>
                  </a:lnTo>
                  <a:lnTo>
                    <a:pt x="971509" y="530086"/>
                  </a:lnTo>
                  <a:lnTo>
                    <a:pt x="968978" y="529305"/>
                  </a:lnTo>
                  <a:lnTo>
                    <a:pt x="968055" y="529614"/>
                  </a:lnTo>
                  <a:lnTo>
                    <a:pt x="967025" y="529199"/>
                  </a:lnTo>
                  <a:lnTo>
                    <a:pt x="965472" y="529274"/>
                  </a:lnTo>
                  <a:lnTo>
                    <a:pt x="964434" y="528376"/>
                  </a:lnTo>
                  <a:lnTo>
                    <a:pt x="961618" y="526882"/>
                  </a:lnTo>
                  <a:lnTo>
                    <a:pt x="960249" y="527477"/>
                  </a:lnTo>
                  <a:lnTo>
                    <a:pt x="958306" y="527204"/>
                  </a:lnTo>
                  <a:lnTo>
                    <a:pt x="955223" y="529522"/>
                  </a:lnTo>
                  <a:lnTo>
                    <a:pt x="953932" y="529525"/>
                  </a:lnTo>
                  <a:lnTo>
                    <a:pt x="951123" y="527485"/>
                  </a:lnTo>
                  <a:lnTo>
                    <a:pt x="948749" y="524723"/>
                  </a:lnTo>
                  <a:lnTo>
                    <a:pt x="948078" y="524317"/>
                  </a:lnTo>
                  <a:lnTo>
                    <a:pt x="946072" y="523764"/>
                  </a:lnTo>
                  <a:lnTo>
                    <a:pt x="944226" y="522530"/>
                  </a:lnTo>
                  <a:lnTo>
                    <a:pt x="942284" y="523075"/>
                  </a:lnTo>
                  <a:lnTo>
                    <a:pt x="942259" y="523416"/>
                  </a:lnTo>
                  <a:lnTo>
                    <a:pt x="941902" y="523617"/>
                  </a:lnTo>
                  <a:lnTo>
                    <a:pt x="941031" y="523212"/>
                  </a:lnTo>
                  <a:lnTo>
                    <a:pt x="938494" y="522862"/>
                  </a:lnTo>
                  <a:lnTo>
                    <a:pt x="936703" y="523351"/>
                  </a:lnTo>
                  <a:lnTo>
                    <a:pt x="936326" y="523195"/>
                  </a:lnTo>
                  <a:lnTo>
                    <a:pt x="929972" y="526629"/>
                  </a:lnTo>
                  <a:lnTo>
                    <a:pt x="924732" y="526243"/>
                  </a:lnTo>
                  <a:lnTo>
                    <a:pt x="923135" y="525082"/>
                  </a:lnTo>
                  <a:lnTo>
                    <a:pt x="922260" y="525453"/>
                  </a:lnTo>
                  <a:lnTo>
                    <a:pt x="921106" y="525387"/>
                  </a:lnTo>
                  <a:lnTo>
                    <a:pt x="921325" y="524849"/>
                  </a:lnTo>
                  <a:lnTo>
                    <a:pt x="921327" y="524583"/>
                  </a:lnTo>
                  <a:lnTo>
                    <a:pt x="921067" y="524477"/>
                  </a:lnTo>
                  <a:lnTo>
                    <a:pt x="921220" y="524215"/>
                  </a:lnTo>
                  <a:lnTo>
                    <a:pt x="920524" y="524132"/>
                  </a:lnTo>
                  <a:lnTo>
                    <a:pt x="920031" y="523586"/>
                  </a:lnTo>
                  <a:lnTo>
                    <a:pt x="919978" y="522644"/>
                  </a:lnTo>
                  <a:lnTo>
                    <a:pt x="919607" y="522464"/>
                  </a:lnTo>
                  <a:lnTo>
                    <a:pt x="919678" y="521887"/>
                  </a:lnTo>
                  <a:lnTo>
                    <a:pt x="919955" y="521712"/>
                  </a:lnTo>
                  <a:lnTo>
                    <a:pt x="919408" y="520566"/>
                  </a:lnTo>
                  <a:lnTo>
                    <a:pt x="919050" y="520483"/>
                  </a:lnTo>
                  <a:lnTo>
                    <a:pt x="919109" y="519744"/>
                  </a:lnTo>
                  <a:lnTo>
                    <a:pt x="918495" y="519497"/>
                  </a:lnTo>
                  <a:lnTo>
                    <a:pt x="918069" y="518873"/>
                  </a:lnTo>
                  <a:lnTo>
                    <a:pt x="917918" y="519261"/>
                  </a:lnTo>
                  <a:lnTo>
                    <a:pt x="917523" y="519276"/>
                  </a:lnTo>
                  <a:lnTo>
                    <a:pt x="917193" y="518982"/>
                  </a:lnTo>
                  <a:lnTo>
                    <a:pt x="916407" y="518904"/>
                  </a:lnTo>
                  <a:lnTo>
                    <a:pt x="916506" y="518561"/>
                  </a:lnTo>
                  <a:lnTo>
                    <a:pt x="916071" y="518290"/>
                  </a:lnTo>
                  <a:lnTo>
                    <a:pt x="915258" y="518321"/>
                  </a:lnTo>
                  <a:lnTo>
                    <a:pt x="914596" y="517876"/>
                  </a:lnTo>
                  <a:lnTo>
                    <a:pt x="914218" y="517924"/>
                  </a:lnTo>
                  <a:lnTo>
                    <a:pt x="912965" y="516538"/>
                  </a:lnTo>
                  <a:lnTo>
                    <a:pt x="912216" y="514844"/>
                  </a:lnTo>
                  <a:lnTo>
                    <a:pt x="911436" y="514594"/>
                  </a:lnTo>
                  <a:lnTo>
                    <a:pt x="910704" y="514997"/>
                  </a:lnTo>
                  <a:lnTo>
                    <a:pt x="908313" y="514110"/>
                  </a:lnTo>
                  <a:lnTo>
                    <a:pt x="908213" y="513578"/>
                  </a:lnTo>
                  <a:lnTo>
                    <a:pt x="907863" y="513238"/>
                  </a:lnTo>
                  <a:lnTo>
                    <a:pt x="908057" y="512279"/>
                  </a:lnTo>
                  <a:lnTo>
                    <a:pt x="906832" y="511120"/>
                  </a:lnTo>
                  <a:lnTo>
                    <a:pt x="906490" y="509638"/>
                  </a:lnTo>
                  <a:lnTo>
                    <a:pt x="904959" y="507965"/>
                  </a:lnTo>
                  <a:lnTo>
                    <a:pt x="904235" y="507499"/>
                  </a:lnTo>
                  <a:lnTo>
                    <a:pt x="903347" y="506027"/>
                  </a:lnTo>
                  <a:lnTo>
                    <a:pt x="902253" y="505711"/>
                  </a:lnTo>
                  <a:lnTo>
                    <a:pt x="901855" y="505237"/>
                  </a:lnTo>
                  <a:lnTo>
                    <a:pt x="901195" y="505279"/>
                  </a:lnTo>
                  <a:lnTo>
                    <a:pt x="900167" y="504408"/>
                  </a:lnTo>
                  <a:lnTo>
                    <a:pt x="899661" y="501777"/>
                  </a:lnTo>
                  <a:lnTo>
                    <a:pt x="899105" y="500916"/>
                  </a:lnTo>
                  <a:lnTo>
                    <a:pt x="899612" y="499340"/>
                  </a:lnTo>
                  <a:lnTo>
                    <a:pt x="899357" y="498624"/>
                  </a:lnTo>
                  <a:lnTo>
                    <a:pt x="899472" y="498019"/>
                  </a:lnTo>
                  <a:lnTo>
                    <a:pt x="900627" y="497427"/>
                  </a:lnTo>
                  <a:lnTo>
                    <a:pt x="900639" y="496551"/>
                  </a:lnTo>
                  <a:lnTo>
                    <a:pt x="901497" y="496359"/>
                  </a:lnTo>
                  <a:lnTo>
                    <a:pt x="903186" y="495126"/>
                  </a:lnTo>
                  <a:lnTo>
                    <a:pt x="903196" y="494258"/>
                  </a:lnTo>
                  <a:lnTo>
                    <a:pt x="904412" y="492984"/>
                  </a:lnTo>
                  <a:lnTo>
                    <a:pt x="904612" y="492452"/>
                  </a:lnTo>
                  <a:lnTo>
                    <a:pt x="905176" y="492343"/>
                  </a:lnTo>
                  <a:lnTo>
                    <a:pt x="906025" y="491581"/>
                  </a:lnTo>
                  <a:lnTo>
                    <a:pt x="906834" y="490066"/>
                  </a:lnTo>
                  <a:lnTo>
                    <a:pt x="906781" y="489043"/>
                  </a:lnTo>
                  <a:lnTo>
                    <a:pt x="907217" y="488467"/>
                  </a:lnTo>
                  <a:lnTo>
                    <a:pt x="907103" y="488182"/>
                  </a:lnTo>
                  <a:lnTo>
                    <a:pt x="906765" y="488081"/>
                  </a:lnTo>
                  <a:lnTo>
                    <a:pt x="906652" y="485678"/>
                  </a:lnTo>
                  <a:lnTo>
                    <a:pt x="907921" y="484182"/>
                  </a:lnTo>
                  <a:lnTo>
                    <a:pt x="907867" y="482898"/>
                  </a:lnTo>
                  <a:lnTo>
                    <a:pt x="909017" y="482171"/>
                  </a:lnTo>
                  <a:lnTo>
                    <a:pt x="909625" y="482268"/>
                  </a:lnTo>
                  <a:lnTo>
                    <a:pt x="910100" y="481808"/>
                  </a:lnTo>
                  <a:lnTo>
                    <a:pt x="910464" y="481216"/>
                  </a:lnTo>
                  <a:lnTo>
                    <a:pt x="910843" y="479204"/>
                  </a:lnTo>
                  <a:lnTo>
                    <a:pt x="911463" y="479096"/>
                  </a:lnTo>
                  <a:lnTo>
                    <a:pt x="911929" y="479449"/>
                  </a:lnTo>
                  <a:lnTo>
                    <a:pt x="912424" y="478353"/>
                  </a:lnTo>
                  <a:lnTo>
                    <a:pt x="912489" y="477431"/>
                  </a:lnTo>
                  <a:lnTo>
                    <a:pt x="913190" y="476241"/>
                  </a:lnTo>
                  <a:lnTo>
                    <a:pt x="913482" y="475050"/>
                  </a:lnTo>
                  <a:lnTo>
                    <a:pt x="914351" y="474324"/>
                  </a:lnTo>
                  <a:lnTo>
                    <a:pt x="914237" y="474077"/>
                  </a:lnTo>
                  <a:lnTo>
                    <a:pt x="917353" y="472621"/>
                  </a:lnTo>
                  <a:lnTo>
                    <a:pt x="917531" y="471578"/>
                  </a:lnTo>
                  <a:lnTo>
                    <a:pt x="925257" y="470524"/>
                  </a:lnTo>
                  <a:lnTo>
                    <a:pt x="927907" y="470543"/>
                  </a:lnTo>
                  <a:lnTo>
                    <a:pt x="928013" y="469483"/>
                  </a:lnTo>
                  <a:lnTo>
                    <a:pt x="929431" y="467995"/>
                  </a:lnTo>
                  <a:lnTo>
                    <a:pt x="929935" y="466619"/>
                  </a:lnTo>
                  <a:lnTo>
                    <a:pt x="931331" y="465515"/>
                  </a:lnTo>
                  <a:lnTo>
                    <a:pt x="931726" y="466166"/>
                  </a:lnTo>
                  <a:lnTo>
                    <a:pt x="932450" y="466646"/>
                  </a:lnTo>
                  <a:lnTo>
                    <a:pt x="933621" y="463892"/>
                  </a:lnTo>
                  <a:lnTo>
                    <a:pt x="933300" y="456230"/>
                  </a:lnTo>
                  <a:lnTo>
                    <a:pt x="935429" y="451844"/>
                  </a:lnTo>
                  <a:lnTo>
                    <a:pt x="935077" y="450884"/>
                  </a:lnTo>
                  <a:lnTo>
                    <a:pt x="935469" y="449895"/>
                  </a:lnTo>
                  <a:lnTo>
                    <a:pt x="935369" y="449498"/>
                  </a:lnTo>
                  <a:lnTo>
                    <a:pt x="934391" y="449289"/>
                  </a:lnTo>
                  <a:lnTo>
                    <a:pt x="933826" y="449839"/>
                  </a:lnTo>
                  <a:lnTo>
                    <a:pt x="933922" y="450537"/>
                  </a:lnTo>
                  <a:lnTo>
                    <a:pt x="933661" y="451057"/>
                  </a:lnTo>
                  <a:lnTo>
                    <a:pt x="932854" y="451274"/>
                  </a:lnTo>
                  <a:lnTo>
                    <a:pt x="932457" y="449798"/>
                  </a:lnTo>
                  <a:lnTo>
                    <a:pt x="933721" y="448331"/>
                  </a:lnTo>
                  <a:lnTo>
                    <a:pt x="934805" y="448295"/>
                  </a:lnTo>
                  <a:lnTo>
                    <a:pt x="936852" y="447293"/>
                  </a:lnTo>
                  <a:lnTo>
                    <a:pt x="937418" y="447734"/>
                  </a:lnTo>
                  <a:lnTo>
                    <a:pt x="937714" y="447505"/>
                  </a:lnTo>
                  <a:lnTo>
                    <a:pt x="937744" y="447039"/>
                  </a:lnTo>
                  <a:lnTo>
                    <a:pt x="937932" y="446771"/>
                  </a:lnTo>
                  <a:lnTo>
                    <a:pt x="938477" y="446774"/>
                  </a:lnTo>
                  <a:lnTo>
                    <a:pt x="941426" y="441942"/>
                  </a:lnTo>
                  <a:lnTo>
                    <a:pt x="942884" y="439561"/>
                  </a:lnTo>
                  <a:lnTo>
                    <a:pt x="940175" y="429111"/>
                  </a:lnTo>
                  <a:lnTo>
                    <a:pt x="932185" y="430325"/>
                  </a:lnTo>
                  <a:lnTo>
                    <a:pt x="932252" y="429632"/>
                  </a:lnTo>
                  <a:lnTo>
                    <a:pt x="932834" y="428975"/>
                  </a:lnTo>
                  <a:lnTo>
                    <a:pt x="933206" y="427492"/>
                  </a:lnTo>
                  <a:lnTo>
                    <a:pt x="933097" y="427228"/>
                  </a:lnTo>
                  <a:lnTo>
                    <a:pt x="932231" y="427010"/>
                  </a:lnTo>
                  <a:lnTo>
                    <a:pt x="930283" y="428623"/>
                  </a:lnTo>
                  <a:lnTo>
                    <a:pt x="930008" y="429527"/>
                  </a:lnTo>
                  <a:lnTo>
                    <a:pt x="928137" y="429638"/>
                  </a:lnTo>
                  <a:lnTo>
                    <a:pt x="926753" y="430361"/>
                  </a:lnTo>
                  <a:lnTo>
                    <a:pt x="926784" y="430798"/>
                  </a:lnTo>
                  <a:lnTo>
                    <a:pt x="926435" y="431094"/>
                  </a:lnTo>
                  <a:lnTo>
                    <a:pt x="925701" y="431262"/>
                  </a:lnTo>
                  <a:lnTo>
                    <a:pt x="924628" y="430772"/>
                  </a:lnTo>
                  <a:lnTo>
                    <a:pt x="926671" y="425886"/>
                  </a:lnTo>
                  <a:lnTo>
                    <a:pt x="929403" y="422160"/>
                  </a:lnTo>
                  <a:lnTo>
                    <a:pt x="932120" y="420235"/>
                  </a:lnTo>
                  <a:lnTo>
                    <a:pt x="936370" y="418499"/>
                  </a:lnTo>
                  <a:lnTo>
                    <a:pt x="937343" y="417486"/>
                  </a:lnTo>
                  <a:lnTo>
                    <a:pt x="937629" y="416536"/>
                  </a:lnTo>
                  <a:lnTo>
                    <a:pt x="937591" y="414901"/>
                  </a:lnTo>
                  <a:lnTo>
                    <a:pt x="936184" y="409640"/>
                  </a:lnTo>
                  <a:lnTo>
                    <a:pt x="936342" y="408787"/>
                  </a:lnTo>
                  <a:lnTo>
                    <a:pt x="937143" y="407223"/>
                  </a:lnTo>
                  <a:lnTo>
                    <a:pt x="937914" y="406397"/>
                  </a:lnTo>
                  <a:lnTo>
                    <a:pt x="938890" y="405817"/>
                  </a:lnTo>
                  <a:lnTo>
                    <a:pt x="941510" y="404930"/>
                  </a:lnTo>
                  <a:lnTo>
                    <a:pt x="942622" y="404947"/>
                  </a:lnTo>
                  <a:lnTo>
                    <a:pt x="944648" y="405090"/>
                  </a:lnTo>
                  <a:lnTo>
                    <a:pt x="946161" y="403976"/>
                  </a:lnTo>
                  <a:lnTo>
                    <a:pt x="948898" y="399101"/>
                  </a:lnTo>
                  <a:lnTo>
                    <a:pt x="950786" y="396547"/>
                  </a:lnTo>
                  <a:lnTo>
                    <a:pt x="954670" y="392694"/>
                  </a:lnTo>
                  <a:lnTo>
                    <a:pt x="960415" y="387589"/>
                  </a:lnTo>
                  <a:lnTo>
                    <a:pt x="961856" y="386018"/>
                  </a:lnTo>
                  <a:lnTo>
                    <a:pt x="963864" y="383158"/>
                  </a:lnTo>
                  <a:lnTo>
                    <a:pt x="966770" y="378179"/>
                  </a:lnTo>
                  <a:lnTo>
                    <a:pt x="971053" y="370982"/>
                  </a:lnTo>
                  <a:lnTo>
                    <a:pt x="977690" y="358141"/>
                  </a:lnTo>
                  <a:lnTo>
                    <a:pt x="982799" y="345410"/>
                  </a:lnTo>
                  <a:lnTo>
                    <a:pt x="984505" y="341161"/>
                  </a:lnTo>
                  <a:lnTo>
                    <a:pt x="985927" y="338503"/>
                  </a:lnTo>
                  <a:lnTo>
                    <a:pt x="987359" y="336471"/>
                  </a:lnTo>
                  <a:lnTo>
                    <a:pt x="990745" y="332501"/>
                  </a:lnTo>
                  <a:lnTo>
                    <a:pt x="999779" y="324181"/>
                  </a:lnTo>
                  <a:lnTo>
                    <a:pt x="1004042" y="318976"/>
                  </a:lnTo>
                  <a:lnTo>
                    <a:pt x="1005233" y="317285"/>
                  </a:lnTo>
                  <a:lnTo>
                    <a:pt x="1005963" y="315770"/>
                  </a:lnTo>
                  <a:lnTo>
                    <a:pt x="1006861" y="312059"/>
                  </a:lnTo>
                  <a:lnTo>
                    <a:pt x="1006920" y="308734"/>
                  </a:lnTo>
                  <a:lnTo>
                    <a:pt x="1006284" y="304423"/>
                  </a:lnTo>
                  <a:lnTo>
                    <a:pt x="1004545" y="299407"/>
                  </a:lnTo>
                  <a:lnTo>
                    <a:pt x="1004078" y="296934"/>
                  </a:lnTo>
                  <a:lnTo>
                    <a:pt x="989441" y="273369"/>
                  </a:lnTo>
                  <a:lnTo>
                    <a:pt x="986258" y="267652"/>
                  </a:lnTo>
                  <a:lnTo>
                    <a:pt x="983049" y="261239"/>
                  </a:lnTo>
                  <a:lnTo>
                    <a:pt x="977808" y="249046"/>
                  </a:lnTo>
                  <a:lnTo>
                    <a:pt x="967087" y="223278"/>
                  </a:lnTo>
                  <a:lnTo>
                    <a:pt x="963062" y="215640"/>
                  </a:lnTo>
                  <a:lnTo>
                    <a:pt x="950428" y="197635"/>
                  </a:lnTo>
                  <a:lnTo>
                    <a:pt x="947645" y="192783"/>
                  </a:lnTo>
                  <a:lnTo>
                    <a:pt x="943042" y="183000"/>
                  </a:lnTo>
                  <a:lnTo>
                    <a:pt x="941420" y="178558"/>
                  </a:lnTo>
                  <a:lnTo>
                    <a:pt x="939868" y="173063"/>
                  </a:lnTo>
                  <a:lnTo>
                    <a:pt x="938335" y="165972"/>
                  </a:lnTo>
                  <a:lnTo>
                    <a:pt x="937894" y="162062"/>
                  </a:lnTo>
                  <a:lnTo>
                    <a:pt x="937948" y="156873"/>
                  </a:lnTo>
                  <a:lnTo>
                    <a:pt x="936862" y="154991"/>
                  </a:lnTo>
                  <a:lnTo>
                    <a:pt x="935714" y="154237"/>
                  </a:lnTo>
                  <a:lnTo>
                    <a:pt x="934787" y="154319"/>
                  </a:lnTo>
                  <a:lnTo>
                    <a:pt x="934186" y="155075"/>
                  </a:lnTo>
                  <a:lnTo>
                    <a:pt x="933712" y="156456"/>
                  </a:lnTo>
                  <a:lnTo>
                    <a:pt x="933449" y="158597"/>
                  </a:lnTo>
                  <a:lnTo>
                    <a:pt x="932831" y="159575"/>
                  </a:lnTo>
                  <a:lnTo>
                    <a:pt x="932008" y="160270"/>
                  </a:lnTo>
                  <a:lnTo>
                    <a:pt x="930275" y="160944"/>
                  </a:lnTo>
                  <a:lnTo>
                    <a:pt x="926906" y="161823"/>
                  </a:lnTo>
                  <a:lnTo>
                    <a:pt x="923145" y="162189"/>
                  </a:lnTo>
                  <a:lnTo>
                    <a:pt x="920585" y="161588"/>
                  </a:lnTo>
                  <a:lnTo>
                    <a:pt x="918699" y="160101"/>
                  </a:lnTo>
                  <a:lnTo>
                    <a:pt x="917842" y="158880"/>
                  </a:lnTo>
                  <a:lnTo>
                    <a:pt x="917175" y="157221"/>
                  </a:lnTo>
                  <a:lnTo>
                    <a:pt x="916959" y="153849"/>
                  </a:lnTo>
                  <a:lnTo>
                    <a:pt x="917014" y="152376"/>
                  </a:lnTo>
                  <a:lnTo>
                    <a:pt x="918480" y="145158"/>
                  </a:lnTo>
                  <a:lnTo>
                    <a:pt x="918633" y="143277"/>
                  </a:lnTo>
                  <a:lnTo>
                    <a:pt x="918243" y="140651"/>
                  </a:lnTo>
                  <a:lnTo>
                    <a:pt x="917225" y="138769"/>
                  </a:lnTo>
                  <a:lnTo>
                    <a:pt x="915889" y="137336"/>
                  </a:lnTo>
                  <a:lnTo>
                    <a:pt x="912331" y="134886"/>
                  </a:lnTo>
                  <a:lnTo>
                    <a:pt x="908869" y="133343"/>
                  </a:lnTo>
                  <a:lnTo>
                    <a:pt x="905873" y="132612"/>
                  </a:lnTo>
                  <a:lnTo>
                    <a:pt x="895600" y="131684"/>
                  </a:lnTo>
                  <a:lnTo>
                    <a:pt x="883856" y="130537"/>
                  </a:lnTo>
                  <a:lnTo>
                    <a:pt x="879452" y="129400"/>
                  </a:lnTo>
                  <a:lnTo>
                    <a:pt x="877343" y="128549"/>
                  </a:lnTo>
                  <a:lnTo>
                    <a:pt x="873849" y="126605"/>
                  </a:lnTo>
                  <a:lnTo>
                    <a:pt x="870985" y="124437"/>
                  </a:lnTo>
                  <a:lnTo>
                    <a:pt x="868846" y="122277"/>
                  </a:lnTo>
                  <a:lnTo>
                    <a:pt x="866764" y="119649"/>
                  </a:lnTo>
                  <a:lnTo>
                    <a:pt x="865021" y="116579"/>
                  </a:lnTo>
                  <a:lnTo>
                    <a:pt x="863194" y="110987"/>
                  </a:lnTo>
                  <a:lnTo>
                    <a:pt x="861290" y="102148"/>
                  </a:lnTo>
                  <a:lnTo>
                    <a:pt x="856719" y="78017"/>
                  </a:lnTo>
                  <a:lnTo>
                    <a:pt x="854521" y="70234"/>
                  </a:lnTo>
                  <a:lnTo>
                    <a:pt x="856839" y="70005"/>
                  </a:lnTo>
                  <a:lnTo>
                    <a:pt x="868579" y="70891"/>
                  </a:lnTo>
                  <a:lnTo>
                    <a:pt x="871478" y="70795"/>
                  </a:lnTo>
                  <a:lnTo>
                    <a:pt x="872252" y="70386"/>
                  </a:lnTo>
                  <a:lnTo>
                    <a:pt x="877940" y="72630"/>
                  </a:lnTo>
                  <a:lnTo>
                    <a:pt x="878002" y="73227"/>
                  </a:lnTo>
                  <a:lnTo>
                    <a:pt x="877282" y="74841"/>
                  </a:lnTo>
                  <a:lnTo>
                    <a:pt x="877618" y="75086"/>
                  </a:lnTo>
                  <a:lnTo>
                    <a:pt x="878893" y="74978"/>
                  </a:lnTo>
                  <a:lnTo>
                    <a:pt x="879020" y="76101"/>
                  </a:lnTo>
                  <a:lnTo>
                    <a:pt x="879444" y="76605"/>
                  </a:lnTo>
                  <a:lnTo>
                    <a:pt x="879685" y="76631"/>
                  </a:lnTo>
                  <a:lnTo>
                    <a:pt x="880178" y="76113"/>
                  </a:lnTo>
                  <a:lnTo>
                    <a:pt x="881159" y="76249"/>
                  </a:lnTo>
                  <a:lnTo>
                    <a:pt x="881514" y="76496"/>
                  </a:lnTo>
                  <a:lnTo>
                    <a:pt x="881809" y="77241"/>
                  </a:lnTo>
                  <a:lnTo>
                    <a:pt x="883263" y="77550"/>
                  </a:lnTo>
                  <a:lnTo>
                    <a:pt x="885115" y="78544"/>
                  </a:lnTo>
                  <a:lnTo>
                    <a:pt x="886219" y="79502"/>
                  </a:lnTo>
                  <a:lnTo>
                    <a:pt x="888384" y="79375"/>
                  </a:lnTo>
                  <a:lnTo>
                    <a:pt x="888784" y="78922"/>
                  </a:lnTo>
                  <a:lnTo>
                    <a:pt x="887994" y="78164"/>
                  </a:lnTo>
                  <a:lnTo>
                    <a:pt x="887876" y="77142"/>
                  </a:lnTo>
                  <a:lnTo>
                    <a:pt x="888666" y="76631"/>
                  </a:lnTo>
                  <a:lnTo>
                    <a:pt x="888830" y="76054"/>
                  </a:lnTo>
                  <a:lnTo>
                    <a:pt x="888881" y="75676"/>
                  </a:lnTo>
                  <a:lnTo>
                    <a:pt x="888412" y="74777"/>
                  </a:lnTo>
                  <a:lnTo>
                    <a:pt x="888728" y="73174"/>
                  </a:lnTo>
                  <a:lnTo>
                    <a:pt x="889067" y="73136"/>
                  </a:lnTo>
                  <a:lnTo>
                    <a:pt x="889489" y="73721"/>
                  </a:lnTo>
                  <a:lnTo>
                    <a:pt x="890002" y="73722"/>
                  </a:lnTo>
                  <a:lnTo>
                    <a:pt x="890327" y="73408"/>
                  </a:lnTo>
                  <a:lnTo>
                    <a:pt x="890335" y="72228"/>
                  </a:lnTo>
                  <a:lnTo>
                    <a:pt x="890669" y="71148"/>
                  </a:lnTo>
                  <a:lnTo>
                    <a:pt x="890463" y="70265"/>
                  </a:lnTo>
                  <a:lnTo>
                    <a:pt x="890643" y="69010"/>
                  </a:lnTo>
                  <a:lnTo>
                    <a:pt x="890408" y="67893"/>
                  </a:lnTo>
                  <a:lnTo>
                    <a:pt x="891414" y="67635"/>
                  </a:lnTo>
                  <a:lnTo>
                    <a:pt x="892057" y="67017"/>
                  </a:lnTo>
                  <a:lnTo>
                    <a:pt x="892238" y="65422"/>
                  </a:lnTo>
                  <a:lnTo>
                    <a:pt x="893445" y="64629"/>
                  </a:lnTo>
                  <a:lnTo>
                    <a:pt x="894068" y="63780"/>
                  </a:lnTo>
                  <a:lnTo>
                    <a:pt x="893513" y="62528"/>
                  </a:lnTo>
                  <a:lnTo>
                    <a:pt x="894232" y="61317"/>
                  </a:lnTo>
                  <a:lnTo>
                    <a:pt x="894373" y="60584"/>
                  </a:lnTo>
                  <a:lnTo>
                    <a:pt x="893424" y="59893"/>
                  </a:lnTo>
                  <a:lnTo>
                    <a:pt x="893513" y="59454"/>
                  </a:lnTo>
                  <a:lnTo>
                    <a:pt x="893850" y="59164"/>
                  </a:lnTo>
                  <a:lnTo>
                    <a:pt x="894328" y="59194"/>
                  </a:lnTo>
                  <a:lnTo>
                    <a:pt x="894617" y="58970"/>
                  </a:lnTo>
                  <a:lnTo>
                    <a:pt x="894237" y="57549"/>
                  </a:lnTo>
                  <a:lnTo>
                    <a:pt x="894505" y="56708"/>
                  </a:lnTo>
                  <a:lnTo>
                    <a:pt x="895108" y="56079"/>
                  </a:lnTo>
                  <a:lnTo>
                    <a:pt x="898556" y="55358"/>
                  </a:lnTo>
                  <a:lnTo>
                    <a:pt x="899117" y="55049"/>
                  </a:lnTo>
                  <a:lnTo>
                    <a:pt x="900653" y="51211"/>
                  </a:lnTo>
                  <a:lnTo>
                    <a:pt x="901633" y="50015"/>
                  </a:lnTo>
                  <a:lnTo>
                    <a:pt x="902472" y="42433"/>
                  </a:lnTo>
                  <a:lnTo>
                    <a:pt x="902778" y="41728"/>
                  </a:lnTo>
                  <a:lnTo>
                    <a:pt x="906051" y="39205"/>
                  </a:lnTo>
                  <a:lnTo>
                    <a:pt x="906594" y="38511"/>
                  </a:lnTo>
                  <a:lnTo>
                    <a:pt x="907626" y="31581"/>
                  </a:lnTo>
                  <a:lnTo>
                    <a:pt x="908040" y="30545"/>
                  </a:lnTo>
                  <a:lnTo>
                    <a:pt x="908732" y="29664"/>
                  </a:lnTo>
                  <a:lnTo>
                    <a:pt x="909765" y="28956"/>
                  </a:lnTo>
                  <a:lnTo>
                    <a:pt x="910908" y="28674"/>
                  </a:lnTo>
                  <a:lnTo>
                    <a:pt x="914184" y="29300"/>
                  </a:lnTo>
                  <a:lnTo>
                    <a:pt x="917017" y="29185"/>
                  </a:lnTo>
                  <a:lnTo>
                    <a:pt x="918453" y="28793"/>
                  </a:lnTo>
                  <a:lnTo>
                    <a:pt x="919742" y="28069"/>
                  </a:lnTo>
                  <a:lnTo>
                    <a:pt x="922432" y="25115"/>
                  </a:lnTo>
                  <a:lnTo>
                    <a:pt x="926501" y="18795"/>
                  </a:lnTo>
                  <a:lnTo>
                    <a:pt x="930681" y="14250"/>
                  </a:lnTo>
                  <a:lnTo>
                    <a:pt x="933031" y="11170"/>
                  </a:lnTo>
                  <a:lnTo>
                    <a:pt x="934010" y="10135"/>
                  </a:lnTo>
                  <a:lnTo>
                    <a:pt x="937874" y="8250"/>
                  </a:lnTo>
                  <a:lnTo>
                    <a:pt x="939404" y="7549"/>
                  </a:lnTo>
                  <a:lnTo>
                    <a:pt x="940353" y="7122"/>
                  </a:lnTo>
                  <a:lnTo>
                    <a:pt x="942906" y="6873"/>
                  </a:lnTo>
                  <a:lnTo>
                    <a:pt x="949373" y="6795"/>
                  </a:lnTo>
                  <a:lnTo>
                    <a:pt x="949784" y="6952"/>
                  </a:lnTo>
                  <a:lnTo>
                    <a:pt x="949635" y="7108"/>
                  </a:lnTo>
                  <a:lnTo>
                    <a:pt x="949772" y="7738"/>
                  </a:lnTo>
                  <a:lnTo>
                    <a:pt x="950769" y="11206"/>
                  </a:lnTo>
                  <a:lnTo>
                    <a:pt x="951235" y="11183"/>
                  </a:lnTo>
                  <a:lnTo>
                    <a:pt x="951332" y="10345"/>
                  </a:lnTo>
                  <a:lnTo>
                    <a:pt x="951650" y="9801"/>
                  </a:lnTo>
                  <a:lnTo>
                    <a:pt x="952607" y="9518"/>
                  </a:lnTo>
                  <a:lnTo>
                    <a:pt x="952632" y="9287"/>
                  </a:lnTo>
                  <a:lnTo>
                    <a:pt x="953479" y="9225"/>
                  </a:lnTo>
                  <a:lnTo>
                    <a:pt x="954853" y="10026"/>
                  </a:lnTo>
                  <a:lnTo>
                    <a:pt x="955060" y="10785"/>
                  </a:lnTo>
                  <a:lnTo>
                    <a:pt x="956306" y="11778"/>
                  </a:lnTo>
                  <a:lnTo>
                    <a:pt x="957135" y="12779"/>
                  </a:lnTo>
                  <a:lnTo>
                    <a:pt x="958729" y="12884"/>
                  </a:lnTo>
                  <a:lnTo>
                    <a:pt x="959266" y="13114"/>
                  </a:lnTo>
                  <a:lnTo>
                    <a:pt x="959904" y="12477"/>
                  </a:lnTo>
                  <a:lnTo>
                    <a:pt x="960656" y="12809"/>
                  </a:lnTo>
                  <a:lnTo>
                    <a:pt x="960933" y="12590"/>
                  </a:lnTo>
                  <a:lnTo>
                    <a:pt x="961360" y="12958"/>
                  </a:lnTo>
                  <a:lnTo>
                    <a:pt x="962728" y="13464"/>
                  </a:lnTo>
                  <a:lnTo>
                    <a:pt x="963308" y="14046"/>
                  </a:lnTo>
                  <a:lnTo>
                    <a:pt x="964690" y="16321"/>
                  </a:lnTo>
                  <a:lnTo>
                    <a:pt x="965932" y="17652"/>
                  </a:lnTo>
                  <a:lnTo>
                    <a:pt x="967149" y="19835"/>
                  </a:lnTo>
                  <a:lnTo>
                    <a:pt x="969616" y="22985"/>
                  </a:lnTo>
                  <a:lnTo>
                    <a:pt x="970222" y="23476"/>
                  </a:lnTo>
                  <a:lnTo>
                    <a:pt x="970226" y="23759"/>
                  </a:lnTo>
                  <a:lnTo>
                    <a:pt x="971515" y="24817"/>
                  </a:lnTo>
                  <a:lnTo>
                    <a:pt x="972062" y="25888"/>
                  </a:lnTo>
                  <a:lnTo>
                    <a:pt x="972378" y="25914"/>
                  </a:lnTo>
                  <a:lnTo>
                    <a:pt x="973120" y="26927"/>
                  </a:lnTo>
                  <a:lnTo>
                    <a:pt x="973116" y="27486"/>
                  </a:lnTo>
                  <a:lnTo>
                    <a:pt x="974846" y="28219"/>
                  </a:lnTo>
                  <a:lnTo>
                    <a:pt x="975507" y="28072"/>
                  </a:lnTo>
                  <a:lnTo>
                    <a:pt x="975955" y="28329"/>
                  </a:lnTo>
                  <a:lnTo>
                    <a:pt x="976774" y="28363"/>
                  </a:lnTo>
                  <a:lnTo>
                    <a:pt x="977546" y="28124"/>
                  </a:lnTo>
                  <a:lnTo>
                    <a:pt x="979703" y="28177"/>
                  </a:lnTo>
                  <a:lnTo>
                    <a:pt x="980716" y="27703"/>
                  </a:lnTo>
                  <a:lnTo>
                    <a:pt x="983148" y="25776"/>
                  </a:lnTo>
                  <a:lnTo>
                    <a:pt x="984740" y="24163"/>
                  </a:lnTo>
                  <a:lnTo>
                    <a:pt x="985983" y="23966"/>
                  </a:lnTo>
                  <a:lnTo>
                    <a:pt x="986965" y="23494"/>
                  </a:lnTo>
                  <a:lnTo>
                    <a:pt x="988558" y="21896"/>
                  </a:lnTo>
                  <a:lnTo>
                    <a:pt x="988573" y="21433"/>
                  </a:lnTo>
                  <a:lnTo>
                    <a:pt x="989177" y="21386"/>
                  </a:lnTo>
                  <a:lnTo>
                    <a:pt x="989487" y="21866"/>
                  </a:lnTo>
                  <a:lnTo>
                    <a:pt x="989707" y="21320"/>
                  </a:lnTo>
                  <a:lnTo>
                    <a:pt x="990172" y="21093"/>
                  </a:lnTo>
                  <a:lnTo>
                    <a:pt x="990370" y="20707"/>
                  </a:lnTo>
                  <a:lnTo>
                    <a:pt x="991010" y="20838"/>
                  </a:lnTo>
                  <a:lnTo>
                    <a:pt x="991453" y="20505"/>
                  </a:lnTo>
                  <a:lnTo>
                    <a:pt x="991682" y="20872"/>
                  </a:lnTo>
                  <a:lnTo>
                    <a:pt x="992148" y="20957"/>
                  </a:lnTo>
                  <a:lnTo>
                    <a:pt x="992341" y="21340"/>
                  </a:lnTo>
                  <a:lnTo>
                    <a:pt x="992609" y="21159"/>
                  </a:lnTo>
                  <a:lnTo>
                    <a:pt x="992716" y="21414"/>
                  </a:lnTo>
                  <a:lnTo>
                    <a:pt x="992888" y="20870"/>
                  </a:lnTo>
                  <a:lnTo>
                    <a:pt x="994018" y="20371"/>
                  </a:lnTo>
                  <a:lnTo>
                    <a:pt x="994657" y="20751"/>
                  </a:lnTo>
                  <a:lnTo>
                    <a:pt x="996495" y="21114"/>
                  </a:lnTo>
                  <a:lnTo>
                    <a:pt x="996924" y="20413"/>
                  </a:lnTo>
                  <a:lnTo>
                    <a:pt x="997542" y="20175"/>
                  </a:lnTo>
                  <a:lnTo>
                    <a:pt x="998346" y="19373"/>
                  </a:lnTo>
                  <a:lnTo>
                    <a:pt x="998694" y="19718"/>
                  </a:lnTo>
                  <a:lnTo>
                    <a:pt x="998880" y="19420"/>
                  </a:lnTo>
                  <a:lnTo>
                    <a:pt x="999208" y="19615"/>
                  </a:lnTo>
                  <a:lnTo>
                    <a:pt x="999536" y="19343"/>
                  </a:lnTo>
                  <a:lnTo>
                    <a:pt x="999770" y="19576"/>
                  </a:lnTo>
                  <a:lnTo>
                    <a:pt x="1000307" y="19235"/>
                  </a:lnTo>
                  <a:lnTo>
                    <a:pt x="1000419" y="19559"/>
                  </a:lnTo>
                  <a:lnTo>
                    <a:pt x="1001975" y="19274"/>
                  </a:lnTo>
                  <a:lnTo>
                    <a:pt x="1002613" y="19288"/>
                  </a:lnTo>
                  <a:lnTo>
                    <a:pt x="1002675" y="19545"/>
                  </a:lnTo>
                  <a:lnTo>
                    <a:pt x="1002768" y="19310"/>
                  </a:lnTo>
                  <a:lnTo>
                    <a:pt x="1002961" y="19469"/>
                  </a:lnTo>
                  <a:lnTo>
                    <a:pt x="1003638" y="19321"/>
                  </a:lnTo>
                  <a:lnTo>
                    <a:pt x="1003923" y="19539"/>
                  </a:lnTo>
                  <a:lnTo>
                    <a:pt x="1004091" y="19354"/>
                  </a:lnTo>
                  <a:lnTo>
                    <a:pt x="1004777" y="19472"/>
                  </a:lnTo>
                  <a:lnTo>
                    <a:pt x="1006225" y="19193"/>
                  </a:lnTo>
                  <a:lnTo>
                    <a:pt x="1007105" y="18220"/>
                  </a:lnTo>
                  <a:lnTo>
                    <a:pt x="1008450" y="17641"/>
                  </a:lnTo>
                  <a:lnTo>
                    <a:pt x="1008668" y="18360"/>
                  </a:lnTo>
                  <a:lnTo>
                    <a:pt x="1009383" y="17709"/>
                  </a:lnTo>
                  <a:lnTo>
                    <a:pt x="1009920" y="17552"/>
                  </a:lnTo>
                  <a:lnTo>
                    <a:pt x="1010478" y="16124"/>
                  </a:lnTo>
                  <a:lnTo>
                    <a:pt x="1012337" y="15858"/>
                  </a:lnTo>
                  <a:lnTo>
                    <a:pt x="1012647" y="14758"/>
                  </a:lnTo>
                  <a:lnTo>
                    <a:pt x="1014352" y="12832"/>
                  </a:lnTo>
                  <a:lnTo>
                    <a:pt x="1014595" y="12846"/>
                  </a:lnTo>
                  <a:lnTo>
                    <a:pt x="1014680" y="11962"/>
                  </a:lnTo>
                  <a:lnTo>
                    <a:pt x="1014062" y="10389"/>
                  </a:lnTo>
                  <a:lnTo>
                    <a:pt x="1014028" y="9277"/>
                  </a:lnTo>
                  <a:lnTo>
                    <a:pt x="1015040" y="8574"/>
                  </a:lnTo>
                  <a:lnTo>
                    <a:pt x="1016944" y="7744"/>
                  </a:lnTo>
                  <a:lnTo>
                    <a:pt x="1019722" y="6956"/>
                  </a:lnTo>
                  <a:lnTo>
                    <a:pt x="1022040" y="7063"/>
                  </a:lnTo>
                  <a:lnTo>
                    <a:pt x="1023463" y="8063"/>
                  </a:lnTo>
                  <a:lnTo>
                    <a:pt x="1024803" y="9667"/>
                  </a:lnTo>
                  <a:lnTo>
                    <a:pt x="1025301" y="11610"/>
                  </a:lnTo>
                  <a:lnTo>
                    <a:pt x="1026353" y="12783"/>
                  </a:lnTo>
                  <a:lnTo>
                    <a:pt x="1026136" y="13944"/>
                  </a:lnTo>
                  <a:lnTo>
                    <a:pt x="1027456" y="14100"/>
                  </a:lnTo>
                  <a:lnTo>
                    <a:pt x="1027836" y="13439"/>
                  </a:lnTo>
                  <a:lnTo>
                    <a:pt x="1028259" y="13223"/>
                  </a:lnTo>
                  <a:lnTo>
                    <a:pt x="1029886" y="13964"/>
                  </a:lnTo>
                  <a:lnTo>
                    <a:pt x="1030912" y="13811"/>
                  </a:lnTo>
                  <a:lnTo>
                    <a:pt x="1031618" y="14214"/>
                  </a:lnTo>
                  <a:lnTo>
                    <a:pt x="1033707" y="14384"/>
                  </a:lnTo>
                  <a:lnTo>
                    <a:pt x="1034724" y="14176"/>
                  </a:lnTo>
                  <a:lnTo>
                    <a:pt x="1035676" y="12625"/>
                  </a:lnTo>
                  <a:lnTo>
                    <a:pt x="1035606" y="12131"/>
                  </a:lnTo>
                  <a:lnTo>
                    <a:pt x="1036914" y="10731"/>
                  </a:lnTo>
                  <a:lnTo>
                    <a:pt x="1040587" y="9031"/>
                  </a:lnTo>
                  <a:lnTo>
                    <a:pt x="1040677" y="8112"/>
                  </a:lnTo>
                  <a:lnTo>
                    <a:pt x="1041888" y="6451"/>
                  </a:lnTo>
                  <a:lnTo>
                    <a:pt x="1041697" y="5809"/>
                  </a:lnTo>
                  <a:lnTo>
                    <a:pt x="1042328" y="5122"/>
                  </a:lnTo>
                  <a:lnTo>
                    <a:pt x="1043266" y="4023"/>
                  </a:lnTo>
                  <a:lnTo>
                    <a:pt x="1044618" y="5046"/>
                  </a:lnTo>
                  <a:lnTo>
                    <a:pt x="1045651" y="3923"/>
                  </a:lnTo>
                  <a:lnTo>
                    <a:pt x="1046642" y="2105"/>
                  </a:lnTo>
                  <a:lnTo>
                    <a:pt x="1048772" y="0"/>
                  </a:lnTo>
                  <a:lnTo>
                    <a:pt x="1049551" y="550"/>
                  </a:lnTo>
                  <a:lnTo>
                    <a:pt x="1050909" y="796"/>
                  </a:lnTo>
                  <a:lnTo>
                    <a:pt x="1054162" y="2380"/>
                  </a:lnTo>
                  <a:lnTo>
                    <a:pt x="1053987" y="3837"/>
                  </a:lnTo>
                  <a:lnTo>
                    <a:pt x="1053407" y="5591"/>
                  </a:lnTo>
                  <a:lnTo>
                    <a:pt x="1053908" y="6539"/>
                  </a:lnTo>
                  <a:lnTo>
                    <a:pt x="1054685" y="7050"/>
                  </a:lnTo>
                  <a:lnTo>
                    <a:pt x="1055202" y="8873"/>
                  </a:lnTo>
                  <a:lnTo>
                    <a:pt x="1054891" y="10097"/>
                  </a:lnTo>
                  <a:lnTo>
                    <a:pt x="1055382" y="10326"/>
                  </a:lnTo>
                  <a:lnTo>
                    <a:pt x="1055565" y="10820"/>
                  </a:lnTo>
                  <a:lnTo>
                    <a:pt x="1055212" y="11042"/>
                  </a:lnTo>
                  <a:lnTo>
                    <a:pt x="1054905" y="11842"/>
                  </a:lnTo>
                  <a:lnTo>
                    <a:pt x="1054440" y="12058"/>
                  </a:lnTo>
                  <a:lnTo>
                    <a:pt x="1054543" y="12326"/>
                  </a:lnTo>
                  <a:lnTo>
                    <a:pt x="1054067" y="12915"/>
                  </a:lnTo>
                  <a:lnTo>
                    <a:pt x="1053501" y="14820"/>
                  </a:lnTo>
                  <a:lnTo>
                    <a:pt x="1052265" y="14537"/>
                  </a:lnTo>
                  <a:lnTo>
                    <a:pt x="1052047" y="14711"/>
                  </a:lnTo>
                  <a:lnTo>
                    <a:pt x="1051814" y="17027"/>
                  </a:lnTo>
                  <a:lnTo>
                    <a:pt x="1051137" y="17105"/>
                  </a:lnTo>
                  <a:lnTo>
                    <a:pt x="1051156" y="18323"/>
                  </a:lnTo>
                  <a:lnTo>
                    <a:pt x="1050880" y="19108"/>
                  </a:lnTo>
                  <a:lnTo>
                    <a:pt x="1051436" y="19309"/>
                  </a:lnTo>
                  <a:lnTo>
                    <a:pt x="1050772" y="21100"/>
                  </a:lnTo>
                  <a:lnTo>
                    <a:pt x="1054010" y="21865"/>
                  </a:lnTo>
                  <a:lnTo>
                    <a:pt x="1054073" y="22582"/>
                  </a:lnTo>
                  <a:lnTo>
                    <a:pt x="1055653" y="22135"/>
                  </a:lnTo>
                  <a:lnTo>
                    <a:pt x="1055920" y="21865"/>
                  </a:lnTo>
                  <a:lnTo>
                    <a:pt x="1056430" y="21950"/>
                  </a:lnTo>
                  <a:lnTo>
                    <a:pt x="1056683" y="20777"/>
                  </a:lnTo>
                  <a:lnTo>
                    <a:pt x="1057654" y="20381"/>
                  </a:lnTo>
                  <a:lnTo>
                    <a:pt x="1060806" y="18291"/>
                  </a:lnTo>
                  <a:lnTo>
                    <a:pt x="1061664" y="18099"/>
                  </a:lnTo>
                  <a:lnTo>
                    <a:pt x="1062081" y="18412"/>
                  </a:lnTo>
                  <a:lnTo>
                    <a:pt x="1062724" y="18161"/>
                  </a:lnTo>
                  <a:lnTo>
                    <a:pt x="1064167" y="18491"/>
                  </a:lnTo>
                  <a:lnTo>
                    <a:pt x="1065262" y="18236"/>
                  </a:lnTo>
                  <a:lnTo>
                    <a:pt x="1065334" y="18484"/>
                  </a:lnTo>
                  <a:lnTo>
                    <a:pt x="1066380" y="18767"/>
                  </a:lnTo>
                  <a:lnTo>
                    <a:pt x="1066608" y="19480"/>
                  </a:lnTo>
                  <a:lnTo>
                    <a:pt x="1066241" y="20003"/>
                  </a:lnTo>
                  <a:lnTo>
                    <a:pt x="1064740" y="20384"/>
                  </a:lnTo>
                  <a:lnTo>
                    <a:pt x="1064370" y="22006"/>
                  </a:lnTo>
                  <a:lnTo>
                    <a:pt x="1063686" y="21965"/>
                  </a:lnTo>
                  <a:lnTo>
                    <a:pt x="1063130" y="25185"/>
                  </a:lnTo>
                  <a:lnTo>
                    <a:pt x="1063957" y="25472"/>
                  </a:lnTo>
                  <a:lnTo>
                    <a:pt x="1063926" y="26831"/>
                  </a:lnTo>
                  <a:lnTo>
                    <a:pt x="1064660" y="28341"/>
                  </a:lnTo>
                  <a:lnTo>
                    <a:pt x="1065653" y="28526"/>
                  </a:lnTo>
                  <a:lnTo>
                    <a:pt x="1065303" y="30404"/>
                  </a:lnTo>
                  <a:lnTo>
                    <a:pt x="1067418" y="31165"/>
                  </a:lnTo>
                  <a:lnTo>
                    <a:pt x="1067988" y="32018"/>
                  </a:lnTo>
                  <a:lnTo>
                    <a:pt x="1068880" y="32290"/>
                  </a:lnTo>
                  <a:lnTo>
                    <a:pt x="1069455" y="32766"/>
                  </a:lnTo>
                  <a:lnTo>
                    <a:pt x="1069812" y="33754"/>
                  </a:lnTo>
                  <a:lnTo>
                    <a:pt x="1070375" y="33754"/>
                  </a:lnTo>
                  <a:lnTo>
                    <a:pt x="1070941" y="34145"/>
                  </a:lnTo>
                  <a:lnTo>
                    <a:pt x="1071157" y="35659"/>
                  </a:lnTo>
                  <a:lnTo>
                    <a:pt x="1070734" y="36264"/>
                  </a:lnTo>
                  <a:lnTo>
                    <a:pt x="1070086" y="35576"/>
                  </a:lnTo>
                  <a:lnTo>
                    <a:pt x="1068843" y="35634"/>
                  </a:lnTo>
                  <a:lnTo>
                    <a:pt x="1068467" y="35844"/>
                  </a:lnTo>
                  <a:lnTo>
                    <a:pt x="1069323" y="37267"/>
                  </a:lnTo>
                  <a:lnTo>
                    <a:pt x="1067549" y="38705"/>
                  </a:lnTo>
                  <a:lnTo>
                    <a:pt x="1066418" y="39967"/>
                  </a:lnTo>
                  <a:lnTo>
                    <a:pt x="1065614" y="41615"/>
                  </a:lnTo>
                  <a:lnTo>
                    <a:pt x="1065135" y="43661"/>
                  </a:lnTo>
                  <a:lnTo>
                    <a:pt x="1065134" y="44809"/>
                  </a:lnTo>
                  <a:lnTo>
                    <a:pt x="1066681" y="44847"/>
                  </a:lnTo>
                  <a:lnTo>
                    <a:pt x="1067114" y="44932"/>
                  </a:lnTo>
                  <a:lnTo>
                    <a:pt x="1067062" y="45150"/>
                  </a:lnTo>
                  <a:lnTo>
                    <a:pt x="1068062" y="44306"/>
                  </a:lnTo>
                  <a:lnTo>
                    <a:pt x="1068965" y="43889"/>
                  </a:lnTo>
                  <a:lnTo>
                    <a:pt x="1069146" y="44185"/>
                  </a:lnTo>
                  <a:lnTo>
                    <a:pt x="1070051" y="43189"/>
                  </a:lnTo>
                  <a:lnTo>
                    <a:pt x="1070853" y="43026"/>
                  </a:lnTo>
                  <a:lnTo>
                    <a:pt x="1071433" y="41498"/>
                  </a:lnTo>
                  <a:lnTo>
                    <a:pt x="1071054" y="40723"/>
                  </a:lnTo>
                  <a:lnTo>
                    <a:pt x="1073358" y="40648"/>
                  </a:lnTo>
                  <a:lnTo>
                    <a:pt x="1073534" y="41549"/>
                  </a:lnTo>
                  <a:lnTo>
                    <a:pt x="1073905" y="41795"/>
                  </a:lnTo>
                  <a:lnTo>
                    <a:pt x="1077847" y="42084"/>
                  </a:lnTo>
                  <a:lnTo>
                    <a:pt x="1079129" y="42873"/>
                  </a:lnTo>
                  <a:lnTo>
                    <a:pt x="1080031" y="41834"/>
                  </a:lnTo>
                  <a:lnTo>
                    <a:pt x="1081586" y="40839"/>
                  </a:lnTo>
                  <a:lnTo>
                    <a:pt x="1082339" y="42697"/>
                  </a:lnTo>
                  <a:lnTo>
                    <a:pt x="1083144" y="43356"/>
                  </a:lnTo>
                  <a:lnTo>
                    <a:pt x="1083685" y="44867"/>
                  </a:lnTo>
                  <a:lnTo>
                    <a:pt x="1085073" y="46755"/>
                  </a:lnTo>
                  <a:lnTo>
                    <a:pt x="1086621" y="48365"/>
                  </a:lnTo>
                  <a:lnTo>
                    <a:pt x="1084568" y="49217"/>
                  </a:lnTo>
                  <a:lnTo>
                    <a:pt x="1084295" y="49736"/>
                  </a:lnTo>
                  <a:lnTo>
                    <a:pt x="1085536" y="51504"/>
                  </a:lnTo>
                  <a:lnTo>
                    <a:pt x="1081862" y="54972"/>
                  </a:lnTo>
                  <a:lnTo>
                    <a:pt x="1083661" y="59567"/>
                  </a:lnTo>
                  <a:lnTo>
                    <a:pt x="1084481" y="59237"/>
                  </a:lnTo>
                  <a:lnTo>
                    <a:pt x="1084219" y="58589"/>
                  </a:lnTo>
                  <a:lnTo>
                    <a:pt x="1084483" y="58242"/>
                  </a:lnTo>
                  <a:lnTo>
                    <a:pt x="1084827" y="58056"/>
                  </a:lnTo>
                  <a:lnTo>
                    <a:pt x="1085784" y="58238"/>
                  </a:lnTo>
                  <a:lnTo>
                    <a:pt x="1086665" y="57833"/>
                  </a:lnTo>
                  <a:lnTo>
                    <a:pt x="1087202" y="58015"/>
                  </a:lnTo>
                  <a:lnTo>
                    <a:pt x="1087150" y="58583"/>
                  </a:lnTo>
                  <a:lnTo>
                    <a:pt x="1087648" y="58371"/>
                  </a:lnTo>
                  <a:lnTo>
                    <a:pt x="1088677" y="60006"/>
                  </a:lnTo>
                  <a:lnTo>
                    <a:pt x="1088937" y="59929"/>
                  </a:lnTo>
                  <a:lnTo>
                    <a:pt x="1089303" y="61257"/>
                  </a:lnTo>
                  <a:lnTo>
                    <a:pt x="1089819" y="60218"/>
                  </a:lnTo>
                  <a:lnTo>
                    <a:pt x="1090190" y="61691"/>
                  </a:lnTo>
                  <a:lnTo>
                    <a:pt x="1092370" y="61661"/>
                  </a:lnTo>
                  <a:lnTo>
                    <a:pt x="1093296" y="62117"/>
                  </a:lnTo>
                  <a:lnTo>
                    <a:pt x="1093838" y="61214"/>
                  </a:lnTo>
                  <a:lnTo>
                    <a:pt x="1094692" y="60502"/>
                  </a:lnTo>
                  <a:lnTo>
                    <a:pt x="1092808" y="58317"/>
                  </a:lnTo>
                  <a:lnTo>
                    <a:pt x="1094045" y="57496"/>
                  </a:lnTo>
                  <a:lnTo>
                    <a:pt x="1096825" y="62159"/>
                  </a:lnTo>
                  <a:lnTo>
                    <a:pt x="1097616" y="61840"/>
                  </a:lnTo>
                  <a:lnTo>
                    <a:pt x="1099289" y="60343"/>
                  </a:lnTo>
                  <a:lnTo>
                    <a:pt x="1100777" y="63595"/>
                  </a:lnTo>
                  <a:lnTo>
                    <a:pt x="1101043" y="65033"/>
                  </a:lnTo>
                  <a:lnTo>
                    <a:pt x="1099932" y="65754"/>
                  </a:lnTo>
                  <a:lnTo>
                    <a:pt x="1099968" y="65990"/>
                  </a:lnTo>
                  <a:lnTo>
                    <a:pt x="1099121" y="67249"/>
                  </a:lnTo>
                  <a:lnTo>
                    <a:pt x="1103702" y="70520"/>
                  </a:lnTo>
                  <a:lnTo>
                    <a:pt x="1103069" y="71216"/>
                  </a:lnTo>
                  <a:lnTo>
                    <a:pt x="1103815" y="72678"/>
                  </a:lnTo>
                  <a:lnTo>
                    <a:pt x="1104272" y="72346"/>
                  </a:lnTo>
                  <a:lnTo>
                    <a:pt x="1104869" y="72318"/>
                  </a:lnTo>
                  <a:lnTo>
                    <a:pt x="1105643" y="71458"/>
                  </a:lnTo>
                  <a:lnTo>
                    <a:pt x="1108419" y="69655"/>
                  </a:lnTo>
                  <a:lnTo>
                    <a:pt x="1108856" y="69748"/>
                  </a:lnTo>
                  <a:lnTo>
                    <a:pt x="1109778" y="69287"/>
                  </a:lnTo>
                  <a:lnTo>
                    <a:pt x="1111801" y="69190"/>
                  </a:lnTo>
                  <a:lnTo>
                    <a:pt x="1112404" y="69313"/>
                  </a:lnTo>
                  <a:lnTo>
                    <a:pt x="1113123" y="69951"/>
                  </a:lnTo>
                  <a:lnTo>
                    <a:pt x="1114370" y="71241"/>
                  </a:lnTo>
                  <a:lnTo>
                    <a:pt x="1115595" y="71877"/>
                  </a:lnTo>
                  <a:lnTo>
                    <a:pt x="1116739" y="71652"/>
                  </a:lnTo>
                  <a:lnTo>
                    <a:pt x="1116141" y="72702"/>
                  </a:lnTo>
                  <a:lnTo>
                    <a:pt x="1116564" y="73179"/>
                  </a:lnTo>
                  <a:lnTo>
                    <a:pt x="1117113" y="73150"/>
                  </a:lnTo>
                  <a:lnTo>
                    <a:pt x="1118029" y="72141"/>
                  </a:lnTo>
                  <a:lnTo>
                    <a:pt x="1118541" y="72004"/>
                  </a:lnTo>
                  <a:lnTo>
                    <a:pt x="1119459" y="72499"/>
                  </a:lnTo>
                  <a:lnTo>
                    <a:pt x="1119920" y="72333"/>
                  </a:lnTo>
                  <a:lnTo>
                    <a:pt x="1120030" y="72067"/>
                  </a:lnTo>
                  <a:lnTo>
                    <a:pt x="1120404" y="72057"/>
                  </a:lnTo>
                  <a:lnTo>
                    <a:pt x="1121171" y="73333"/>
                  </a:lnTo>
                  <a:lnTo>
                    <a:pt x="1123448" y="74916"/>
                  </a:lnTo>
                  <a:lnTo>
                    <a:pt x="1124444" y="75898"/>
                  </a:lnTo>
                  <a:lnTo>
                    <a:pt x="1125651" y="75503"/>
                  </a:lnTo>
                  <a:lnTo>
                    <a:pt x="1128418" y="73725"/>
                  </a:lnTo>
                  <a:lnTo>
                    <a:pt x="1129222" y="73585"/>
                  </a:lnTo>
                  <a:lnTo>
                    <a:pt x="1129962" y="74741"/>
                  </a:lnTo>
                  <a:lnTo>
                    <a:pt x="1131843" y="73757"/>
                  </a:lnTo>
                  <a:lnTo>
                    <a:pt x="1132453" y="73154"/>
                  </a:lnTo>
                  <a:lnTo>
                    <a:pt x="1133604" y="74509"/>
                  </a:lnTo>
                  <a:lnTo>
                    <a:pt x="1136021" y="72208"/>
                  </a:lnTo>
                  <a:lnTo>
                    <a:pt x="1135188" y="74769"/>
                  </a:lnTo>
                  <a:lnTo>
                    <a:pt x="1135079" y="76146"/>
                  </a:lnTo>
                  <a:lnTo>
                    <a:pt x="1133972" y="78656"/>
                  </a:lnTo>
                  <a:lnTo>
                    <a:pt x="1133890" y="79408"/>
                  </a:lnTo>
                  <a:lnTo>
                    <a:pt x="1133490" y="79756"/>
                  </a:lnTo>
                  <a:lnTo>
                    <a:pt x="1133460" y="80381"/>
                  </a:lnTo>
                  <a:lnTo>
                    <a:pt x="1133125" y="80668"/>
                  </a:lnTo>
                  <a:lnTo>
                    <a:pt x="1133295" y="81390"/>
                  </a:lnTo>
                  <a:lnTo>
                    <a:pt x="1132826" y="82164"/>
                  </a:lnTo>
                  <a:lnTo>
                    <a:pt x="1132875" y="83350"/>
                  </a:lnTo>
                  <a:lnTo>
                    <a:pt x="1133277" y="83396"/>
                  </a:lnTo>
                  <a:lnTo>
                    <a:pt x="1134880" y="82789"/>
                  </a:lnTo>
                  <a:lnTo>
                    <a:pt x="1137950" y="83906"/>
                  </a:lnTo>
                  <a:lnTo>
                    <a:pt x="1140582" y="84000"/>
                  </a:lnTo>
                  <a:lnTo>
                    <a:pt x="1142309" y="84715"/>
                  </a:lnTo>
                  <a:lnTo>
                    <a:pt x="1143687" y="84561"/>
                  </a:lnTo>
                  <a:lnTo>
                    <a:pt x="1143687" y="82739"/>
                  </a:lnTo>
                  <a:lnTo>
                    <a:pt x="1144169" y="82095"/>
                  </a:lnTo>
                  <a:lnTo>
                    <a:pt x="1145406" y="81871"/>
                  </a:lnTo>
                  <a:lnTo>
                    <a:pt x="1146856" y="81116"/>
                  </a:lnTo>
                  <a:lnTo>
                    <a:pt x="1148521" y="80868"/>
                  </a:lnTo>
                  <a:lnTo>
                    <a:pt x="1152258" y="78949"/>
                  </a:lnTo>
                  <a:lnTo>
                    <a:pt x="1153930" y="78834"/>
                  </a:lnTo>
                  <a:lnTo>
                    <a:pt x="1153825" y="78082"/>
                  </a:lnTo>
                  <a:lnTo>
                    <a:pt x="1154307" y="77191"/>
                  </a:lnTo>
                  <a:lnTo>
                    <a:pt x="1156602" y="75798"/>
                  </a:lnTo>
                  <a:lnTo>
                    <a:pt x="1157500" y="75519"/>
                  </a:lnTo>
                  <a:lnTo>
                    <a:pt x="1160511" y="73874"/>
                  </a:lnTo>
                  <a:lnTo>
                    <a:pt x="1162675" y="74178"/>
                  </a:lnTo>
                  <a:lnTo>
                    <a:pt x="1163127" y="74421"/>
                  </a:lnTo>
                  <a:lnTo>
                    <a:pt x="1163789" y="75300"/>
                  </a:lnTo>
                  <a:lnTo>
                    <a:pt x="1164783" y="77577"/>
                  </a:lnTo>
                  <a:lnTo>
                    <a:pt x="1164591" y="78792"/>
                  </a:lnTo>
                  <a:lnTo>
                    <a:pt x="1163964" y="79731"/>
                  </a:lnTo>
                  <a:lnTo>
                    <a:pt x="1162844" y="80147"/>
                  </a:lnTo>
                  <a:lnTo>
                    <a:pt x="1159680" y="82497"/>
                  </a:lnTo>
                  <a:lnTo>
                    <a:pt x="1159226" y="83880"/>
                  </a:lnTo>
                  <a:lnTo>
                    <a:pt x="1158885" y="87300"/>
                  </a:lnTo>
                  <a:lnTo>
                    <a:pt x="1158454" y="87801"/>
                  </a:lnTo>
                  <a:lnTo>
                    <a:pt x="1156068" y="89215"/>
                  </a:lnTo>
                  <a:lnTo>
                    <a:pt x="1154084" y="89928"/>
                  </a:lnTo>
                  <a:lnTo>
                    <a:pt x="1152877" y="90089"/>
                  </a:lnTo>
                  <a:lnTo>
                    <a:pt x="1153431" y="90653"/>
                  </a:lnTo>
                  <a:lnTo>
                    <a:pt x="1153550" y="91494"/>
                  </a:lnTo>
                  <a:lnTo>
                    <a:pt x="1153306" y="91722"/>
                  </a:lnTo>
                  <a:lnTo>
                    <a:pt x="1153541" y="92479"/>
                  </a:lnTo>
                  <a:lnTo>
                    <a:pt x="1153389" y="92793"/>
                  </a:lnTo>
                  <a:lnTo>
                    <a:pt x="1153504" y="93875"/>
                  </a:lnTo>
                  <a:lnTo>
                    <a:pt x="1154327" y="95527"/>
                  </a:lnTo>
                  <a:lnTo>
                    <a:pt x="1153087" y="96475"/>
                  </a:lnTo>
                  <a:lnTo>
                    <a:pt x="1154704" y="101054"/>
                  </a:lnTo>
                  <a:lnTo>
                    <a:pt x="1156866" y="100824"/>
                  </a:lnTo>
                  <a:lnTo>
                    <a:pt x="1157653" y="103677"/>
                  </a:lnTo>
                  <a:lnTo>
                    <a:pt x="1159839" y="102504"/>
                  </a:lnTo>
                  <a:lnTo>
                    <a:pt x="1160087" y="102740"/>
                  </a:lnTo>
                  <a:lnTo>
                    <a:pt x="1157207" y="104366"/>
                  </a:lnTo>
                  <a:lnTo>
                    <a:pt x="1157906" y="106904"/>
                  </a:lnTo>
                  <a:lnTo>
                    <a:pt x="1158244" y="106948"/>
                  </a:lnTo>
                  <a:lnTo>
                    <a:pt x="1158518" y="106815"/>
                  </a:lnTo>
                  <a:lnTo>
                    <a:pt x="1158423" y="106582"/>
                  </a:lnTo>
                  <a:lnTo>
                    <a:pt x="1158917" y="106473"/>
                  </a:lnTo>
                  <a:lnTo>
                    <a:pt x="1160225" y="108237"/>
                  </a:lnTo>
                  <a:lnTo>
                    <a:pt x="1161060" y="108722"/>
                  </a:lnTo>
                  <a:lnTo>
                    <a:pt x="1160083" y="110942"/>
                  </a:lnTo>
                  <a:lnTo>
                    <a:pt x="1159926" y="112547"/>
                  </a:lnTo>
                  <a:lnTo>
                    <a:pt x="1159356" y="113830"/>
                  </a:lnTo>
                  <a:lnTo>
                    <a:pt x="1160710" y="114060"/>
                  </a:lnTo>
                  <a:lnTo>
                    <a:pt x="1164548" y="112916"/>
                  </a:lnTo>
                  <a:lnTo>
                    <a:pt x="1164547" y="112475"/>
                  </a:lnTo>
                  <a:lnTo>
                    <a:pt x="1164971" y="112231"/>
                  </a:lnTo>
                  <a:lnTo>
                    <a:pt x="1165352" y="112699"/>
                  </a:lnTo>
                  <a:lnTo>
                    <a:pt x="1165939" y="112437"/>
                  </a:lnTo>
                  <a:lnTo>
                    <a:pt x="1166531" y="111617"/>
                  </a:lnTo>
                  <a:lnTo>
                    <a:pt x="1167623" y="110874"/>
                  </a:lnTo>
                  <a:lnTo>
                    <a:pt x="1168322" y="109502"/>
                  </a:lnTo>
                  <a:lnTo>
                    <a:pt x="1170554" y="108498"/>
                  </a:lnTo>
                  <a:lnTo>
                    <a:pt x="1170883" y="107894"/>
                  </a:lnTo>
                  <a:lnTo>
                    <a:pt x="1171122" y="108186"/>
                  </a:lnTo>
                  <a:lnTo>
                    <a:pt x="1172156" y="108305"/>
                  </a:lnTo>
                  <a:lnTo>
                    <a:pt x="1173133" y="106804"/>
                  </a:lnTo>
                  <a:lnTo>
                    <a:pt x="1174252" y="106765"/>
                  </a:lnTo>
                  <a:lnTo>
                    <a:pt x="1175254" y="105850"/>
                  </a:lnTo>
                  <a:lnTo>
                    <a:pt x="1177779" y="105404"/>
                  </a:lnTo>
                  <a:lnTo>
                    <a:pt x="1179103" y="104755"/>
                  </a:lnTo>
                  <a:lnTo>
                    <a:pt x="1180494" y="104489"/>
                  </a:lnTo>
                  <a:lnTo>
                    <a:pt x="1181347" y="104687"/>
                  </a:lnTo>
                  <a:lnTo>
                    <a:pt x="1181499" y="105342"/>
                  </a:lnTo>
                  <a:lnTo>
                    <a:pt x="1181023" y="106048"/>
                  </a:lnTo>
                  <a:lnTo>
                    <a:pt x="1181857" y="106865"/>
                  </a:lnTo>
                  <a:lnTo>
                    <a:pt x="1181709" y="107495"/>
                  </a:lnTo>
                  <a:lnTo>
                    <a:pt x="1185436" y="108402"/>
                  </a:lnTo>
                  <a:lnTo>
                    <a:pt x="1187089" y="107936"/>
                  </a:lnTo>
                  <a:lnTo>
                    <a:pt x="1188222" y="107934"/>
                  </a:lnTo>
                  <a:lnTo>
                    <a:pt x="1189400" y="108194"/>
                  </a:lnTo>
                  <a:lnTo>
                    <a:pt x="1191712" y="108162"/>
                  </a:lnTo>
                  <a:lnTo>
                    <a:pt x="1192371" y="108480"/>
                  </a:lnTo>
                  <a:lnTo>
                    <a:pt x="1192898" y="107386"/>
                  </a:lnTo>
                  <a:lnTo>
                    <a:pt x="1193728" y="107216"/>
                  </a:lnTo>
                  <a:lnTo>
                    <a:pt x="1195140" y="108160"/>
                  </a:lnTo>
                  <a:lnTo>
                    <a:pt x="1195556" y="107802"/>
                  </a:lnTo>
                  <a:lnTo>
                    <a:pt x="1195927" y="107845"/>
                  </a:lnTo>
                  <a:lnTo>
                    <a:pt x="1197062" y="108927"/>
                  </a:lnTo>
                  <a:lnTo>
                    <a:pt x="1198273" y="109104"/>
                  </a:lnTo>
                  <a:lnTo>
                    <a:pt x="1199038" y="108904"/>
                  </a:lnTo>
                  <a:lnTo>
                    <a:pt x="1199385" y="109222"/>
                  </a:lnTo>
                  <a:lnTo>
                    <a:pt x="1200160" y="108780"/>
                  </a:lnTo>
                  <a:lnTo>
                    <a:pt x="1201340" y="108750"/>
                  </a:lnTo>
                  <a:lnTo>
                    <a:pt x="1203805" y="107891"/>
                  </a:lnTo>
                  <a:lnTo>
                    <a:pt x="1205879" y="107994"/>
                  </a:lnTo>
                  <a:lnTo>
                    <a:pt x="1207767" y="107415"/>
                  </a:lnTo>
                  <a:lnTo>
                    <a:pt x="1209767" y="107148"/>
                  </a:lnTo>
                  <a:lnTo>
                    <a:pt x="1213512" y="107705"/>
                  </a:lnTo>
                  <a:lnTo>
                    <a:pt x="1215303" y="107342"/>
                  </a:lnTo>
                  <a:lnTo>
                    <a:pt x="1214708" y="104628"/>
                  </a:lnTo>
                  <a:lnTo>
                    <a:pt x="1219117" y="102130"/>
                  </a:lnTo>
                  <a:lnTo>
                    <a:pt x="1219354" y="101589"/>
                  </a:lnTo>
                  <a:lnTo>
                    <a:pt x="1223149" y="101010"/>
                  </a:lnTo>
                  <a:lnTo>
                    <a:pt x="1224097" y="100076"/>
                  </a:lnTo>
                  <a:lnTo>
                    <a:pt x="1224529" y="99148"/>
                  </a:lnTo>
                  <a:lnTo>
                    <a:pt x="1225973" y="99315"/>
                  </a:lnTo>
                  <a:lnTo>
                    <a:pt x="1227258" y="99786"/>
                  </a:lnTo>
                  <a:lnTo>
                    <a:pt x="1228078" y="99647"/>
                  </a:lnTo>
                  <a:lnTo>
                    <a:pt x="1230088" y="97746"/>
                  </a:lnTo>
                  <a:lnTo>
                    <a:pt x="1229067" y="97287"/>
                  </a:lnTo>
                  <a:lnTo>
                    <a:pt x="1229287" y="95540"/>
                  </a:lnTo>
                  <a:lnTo>
                    <a:pt x="1229104" y="94377"/>
                  </a:lnTo>
                  <a:lnTo>
                    <a:pt x="1230284" y="94194"/>
                  </a:lnTo>
                  <a:lnTo>
                    <a:pt x="1231228" y="94337"/>
                  </a:lnTo>
                  <a:lnTo>
                    <a:pt x="1231364" y="94664"/>
                  </a:lnTo>
                  <a:lnTo>
                    <a:pt x="1232238" y="94881"/>
                  </a:lnTo>
                  <a:lnTo>
                    <a:pt x="1232315" y="95657"/>
                  </a:lnTo>
                  <a:lnTo>
                    <a:pt x="1232697" y="95568"/>
                  </a:lnTo>
                  <a:lnTo>
                    <a:pt x="1233378" y="96031"/>
                  </a:lnTo>
                  <a:lnTo>
                    <a:pt x="1234081" y="95927"/>
                  </a:lnTo>
                  <a:lnTo>
                    <a:pt x="1234537" y="94736"/>
                  </a:lnTo>
                  <a:lnTo>
                    <a:pt x="1236814" y="94207"/>
                  </a:lnTo>
                  <a:lnTo>
                    <a:pt x="1237401" y="93688"/>
                  </a:lnTo>
                  <a:lnTo>
                    <a:pt x="1239476" y="93971"/>
                  </a:lnTo>
                  <a:lnTo>
                    <a:pt x="1239775" y="93507"/>
                  </a:lnTo>
                  <a:lnTo>
                    <a:pt x="1240596" y="93120"/>
                  </a:lnTo>
                  <a:lnTo>
                    <a:pt x="1241998" y="91779"/>
                  </a:lnTo>
                  <a:lnTo>
                    <a:pt x="1242366" y="91181"/>
                  </a:lnTo>
                  <a:lnTo>
                    <a:pt x="1242742" y="89790"/>
                  </a:lnTo>
                  <a:lnTo>
                    <a:pt x="1242315" y="87737"/>
                  </a:lnTo>
                  <a:lnTo>
                    <a:pt x="1243129" y="85546"/>
                  </a:lnTo>
                  <a:lnTo>
                    <a:pt x="1244082" y="85040"/>
                  </a:lnTo>
                  <a:lnTo>
                    <a:pt x="1245302" y="86182"/>
                  </a:lnTo>
                  <a:lnTo>
                    <a:pt x="1245852" y="85923"/>
                  </a:lnTo>
                  <a:lnTo>
                    <a:pt x="1247776" y="86612"/>
                  </a:lnTo>
                  <a:lnTo>
                    <a:pt x="1250442" y="86093"/>
                  </a:lnTo>
                  <a:lnTo>
                    <a:pt x="1251465" y="86162"/>
                  </a:lnTo>
                  <a:lnTo>
                    <a:pt x="1252901" y="85759"/>
                  </a:lnTo>
                  <a:lnTo>
                    <a:pt x="1252857" y="85012"/>
                  </a:lnTo>
                  <a:lnTo>
                    <a:pt x="1253544" y="84774"/>
                  </a:lnTo>
                  <a:lnTo>
                    <a:pt x="1253701" y="82913"/>
                  </a:lnTo>
                  <a:lnTo>
                    <a:pt x="1254987" y="83544"/>
                  </a:lnTo>
                  <a:lnTo>
                    <a:pt x="1255874" y="84206"/>
                  </a:lnTo>
                  <a:lnTo>
                    <a:pt x="1258249" y="81699"/>
                  </a:lnTo>
                  <a:lnTo>
                    <a:pt x="1260735" y="79999"/>
                  </a:lnTo>
                  <a:lnTo>
                    <a:pt x="1262277" y="79123"/>
                  </a:lnTo>
                  <a:lnTo>
                    <a:pt x="1262999" y="79900"/>
                  </a:lnTo>
                  <a:lnTo>
                    <a:pt x="1264179" y="80282"/>
                  </a:lnTo>
                  <a:lnTo>
                    <a:pt x="1264144" y="79709"/>
                  </a:lnTo>
                  <a:lnTo>
                    <a:pt x="1265799" y="82067"/>
                  </a:lnTo>
                  <a:lnTo>
                    <a:pt x="1266196" y="82267"/>
                  </a:lnTo>
                  <a:lnTo>
                    <a:pt x="1266809" y="81465"/>
                  </a:lnTo>
                  <a:lnTo>
                    <a:pt x="1267597" y="82748"/>
                  </a:lnTo>
                  <a:lnTo>
                    <a:pt x="1268076" y="82481"/>
                  </a:lnTo>
                  <a:lnTo>
                    <a:pt x="1268294" y="82622"/>
                  </a:lnTo>
                  <a:lnTo>
                    <a:pt x="1268070" y="80541"/>
                  </a:lnTo>
                  <a:lnTo>
                    <a:pt x="1269371" y="80970"/>
                  </a:lnTo>
                  <a:lnTo>
                    <a:pt x="1270762" y="78254"/>
                  </a:lnTo>
                  <a:lnTo>
                    <a:pt x="1272420" y="77984"/>
                  </a:lnTo>
                  <a:lnTo>
                    <a:pt x="1274448" y="78533"/>
                  </a:lnTo>
                  <a:lnTo>
                    <a:pt x="1277504" y="80385"/>
                  </a:lnTo>
                  <a:lnTo>
                    <a:pt x="1278122" y="78888"/>
                  </a:lnTo>
                  <a:lnTo>
                    <a:pt x="1280440" y="77829"/>
                  </a:lnTo>
                  <a:lnTo>
                    <a:pt x="1286561" y="76638"/>
                  </a:lnTo>
                  <a:lnTo>
                    <a:pt x="1286523" y="76402"/>
                  </a:lnTo>
                  <a:lnTo>
                    <a:pt x="1286938" y="76036"/>
                  </a:lnTo>
                  <a:lnTo>
                    <a:pt x="1288637" y="75050"/>
                  </a:lnTo>
                  <a:lnTo>
                    <a:pt x="1288480" y="74340"/>
                  </a:lnTo>
                  <a:lnTo>
                    <a:pt x="1288757" y="74236"/>
                  </a:lnTo>
                  <a:lnTo>
                    <a:pt x="1288236" y="72644"/>
                  </a:lnTo>
                  <a:lnTo>
                    <a:pt x="1289603" y="72602"/>
                  </a:lnTo>
                  <a:lnTo>
                    <a:pt x="1291084" y="73065"/>
                  </a:lnTo>
                  <a:lnTo>
                    <a:pt x="1293351" y="72107"/>
                  </a:lnTo>
                  <a:lnTo>
                    <a:pt x="1292965" y="71321"/>
                  </a:lnTo>
                  <a:lnTo>
                    <a:pt x="1295863" y="70053"/>
                  </a:lnTo>
                  <a:lnTo>
                    <a:pt x="1296795" y="69880"/>
                  </a:lnTo>
                  <a:lnTo>
                    <a:pt x="1297807" y="70439"/>
                  </a:lnTo>
                  <a:lnTo>
                    <a:pt x="1299808" y="72349"/>
                  </a:lnTo>
                  <a:lnTo>
                    <a:pt x="1301204" y="72053"/>
                  </a:lnTo>
                  <a:lnTo>
                    <a:pt x="1301295" y="71399"/>
                  </a:lnTo>
                  <a:lnTo>
                    <a:pt x="1302763" y="70980"/>
                  </a:lnTo>
                  <a:lnTo>
                    <a:pt x="1303698" y="71329"/>
                  </a:lnTo>
                  <a:lnTo>
                    <a:pt x="1304639" y="71254"/>
                  </a:lnTo>
                  <a:lnTo>
                    <a:pt x="1304359" y="70231"/>
                  </a:lnTo>
                  <a:lnTo>
                    <a:pt x="1303432" y="69059"/>
                  </a:lnTo>
                  <a:lnTo>
                    <a:pt x="1303466" y="68820"/>
                  </a:lnTo>
                  <a:lnTo>
                    <a:pt x="1304475" y="68451"/>
                  </a:lnTo>
                  <a:lnTo>
                    <a:pt x="1302239" y="65018"/>
                  </a:lnTo>
                  <a:lnTo>
                    <a:pt x="1303546" y="63677"/>
                  </a:lnTo>
                  <a:lnTo>
                    <a:pt x="1303736" y="63136"/>
                  </a:lnTo>
                  <a:lnTo>
                    <a:pt x="1304834" y="61777"/>
                  </a:lnTo>
                  <a:lnTo>
                    <a:pt x="1304605" y="60994"/>
                  </a:lnTo>
                  <a:lnTo>
                    <a:pt x="1303064" y="58519"/>
                  </a:lnTo>
                  <a:lnTo>
                    <a:pt x="1303542" y="58258"/>
                  </a:lnTo>
                  <a:lnTo>
                    <a:pt x="1304552" y="58206"/>
                  </a:lnTo>
                  <a:lnTo>
                    <a:pt x="1304676" y="56834"/>
                  </a:lnTo>
                  <a:lnTo>
                    <a:pt x="1305966" y="55239"/>
                  </a:lnTo>
                  <a:lnTo>
                    <a:pt x="1307710" y="54012"/>
                  </a:lnTo>
                  <a:lnTo>
                    <a:pt x="1308519" y="53856"/>
                  </a:lnTo>
                  <a:lnTo>
                    <a:pt x="1309842" y="53048"/>
                  </a:lnTo>
                  <a:lnTo>
                    <a:pt x="1310329" y="51243"/>
                  </a:lnTo>
                  <a:lnTo>
                    <a:pt x="1313494" y="51171"/>
                  </a:lnTo>
                  <a:lnTo>
                    <a:pt x="1313939" y="51556"/>
                  </a:lnTo>
                  <a:lnTo>
                    <a:pt x="1314303" y="53137"/>
                  </a:lnTo>
                  <a:lnTo>
                    <a:pt x="1316860" y="52570"/>
                  </a:lnTo>
                  <a:lnTo>
                    <a:pt x="1318277" y="54893"/>
                  </a:lnTo>
                  <a:lnTo>
                    <a:pt x="1318470" y="54785"/>
                  </a:lnTo>
                  <a:lnTo>
                    <a:pt x="1317930" y="51895"/>
                  </a:lnTo>
                  <a:lnTo>
                    <a:pt x="1318111" y="50094"/>
                  </a:lnTo>
                  <a:lnTo>
                    <a:pt x="1320018" y="49541"/>
                  </a:lnTo>
                  <a:lnTo>
                    <a:pt x="1323566" y="49865"/>
                  </a:lnTo>
                  <a:lnTo>
                    <a:pt x="1325848" y="51241"/>
                  </a:lnTo>
                  <a:lnTo>
                    <a:pt x="1326173" y="52087"/>
                  </a:lnTo>
                  <a:lnTo>
                    <a:pt x="1327817" y="53035"/>
                  </a:lnTo>
                  <a:lnTo>
                    <a:pt x="1327920" y="53258"/>
                  </a:lnTo>
                  <a:lnTo>
                    <a:pt x="1327574" y="53946"/>
                  </a:lnTo>
                  <a:lnTo>
                    <a:pt x="1327401" y="55218"/>
                  </a:lnTo>
                  <a:lnTo>
                    <a:pt x="1326401" y="55357"/>
                  </a:lnTo>
                  <a:lnTo>
                    <a:pt x="1326991" y="59706"/>
                  </a:lnTo>
                  <a:lnTo>
                    <a:pt x="1327868" y="59227"/>
                  </a:lnTo>
                  <a:lnTo>
                    <a:pt x="1328017" y="60757"/>
                  </a:lnTo>
                  <a:lnTo>
                    <a:pt x="1326399" y="60847"/>
                  </a:lnTo>
                  <a:lnTo>
                    <a:pt x="1324554" y="61270"/>
                  </a:lnTo>
                  <a:lnTo>
                    <a:pt x="1322519" y="61932"/>
                  </a:lnTo>
                  <a:lnTo>
                    <a:pt x="1321545" y="62488"/>
                  </a:lnTo>
                  <a:lnTo>
                    <a:pt x="1323624" y="64559"/>
                  </a:lnTo>
                  <a:lnTo>
                    <a:pt x="1323215" y="67835"/>
                  </a:lnTo>
                  <a:lnTo>
                    <a:pt x="1324078" y="70439"/>
                  </a:lnTo>
                  <a:lnTo>
                    <a:pt x="1324010" y="71356"/>
                  </a:lnTo>
                  <a:lnTo>
                    <a:pt x="1324701" y="73437"/>
                  </a:lnTo>
                  <a:lnTo>
                    <a:pt x="1324625" y="73807"/>
                  </a:lnTo>
                  <a:lnTo>
                    <a:pt x="1325536" y="73425"/>
                  </a:lnTo>
                  <a:lnTo>
                    <a:pt x="1326169" y="73634"/>
                  </a:lnTo>
                  <a:lnTo>
                    <a:pt x="1329204" y="73509"/>
                  </a:lnTo>
                  <a:lnTo>
                    <a:pt x="1329196" y="73660"/>
                  </a:lnTo>
                  <a:lnTo>
                    <a:pt x="1330766" y="73683"/>
                  </a:lnTo>
                  <a:lnTo>
                    <a:pt x="1330995" y="75071"/>
                  </a:lnTo>
                  <a:lnTo>
                    <a:pt x="1332424" y="74614"/>
                  </a:lnTo>
                  <a:lnTo>
                    <a:pt x="1332449" y="77537"/>
                  </a:lnTo>
                  <a:lnTo>
                    <a:pt x="1332545" y="77727"/>
                  </a:lnTo>
                  <a:lnTo>
                    <a:pt x="1335208" y="77610"/>
                  </a:lnTo>
                  <a:lnTo>
                    <a:pt x="1337003" y="77977"/>
                  </a:lnTo>
                  <a:lnTo>
                    <a:pt x="1339233" y="78481"/>
                  </a:lnTo>
                  <a:lnTo>
                    <a:pt x="1340866" y="78589"/>
                  </a:lnTo>
                  <a:lnTo>
                    <a:pt x="1346068" y="78496"/>
                  </a:lnTo>
                  <a:lnTo>
                    <a:pt x="1346289" y="79738"/>
                  </a:lnTo>
                  <a:lnTo>
                    <a:pt x="1345912" y="81422"/>
                  </a:lnTo>
                  <a:lnTo>
                    <a:pt x="1346475" y="81842"/>
                  </a:lnTo>
                  <a:lnTo>
                    <a:pt x="1347913" y="79548"/>
                  </a:lnTo>
                  <a:lnTo>
                    <a:pt x="1349026" y="78655"/>
                  </a:lnTo>
                  <a:lnTo>
                    <a:pt x="1351696" y="79832"/>
                  </a:lnTo>
                  <a:lnTo>
                    <a:pt x="1351881" y="80578"/>
                  </a:lnTo>
                  <a:lnTo>
                    <a:pt x="1353316" y="81436"/>
                  </a:lnTo>
                  <a:lnTo>
                    <a:pt x="1353185" y="81800"/>
                  </a:lnTo>
                  <a:lnTo>
                    <a:pt x="1354115" y="82219"/>
                  </a:lnTo>
                  <a:lnTo>
                    <a:pt x="1355496" y="83344"/>
                  </a:lnTo>
                  <a:lnTo>
                    <a:pt x="1356020" y="86507"/>
                  </a:lnTo>
                  <a:lnTo>
                    <a:pt x="1359103" y="87101"/>
                  </a:lnTo>
                  <a:lnTo>
                    <a:pt x="1361348" y="86555"/>
                  </a:lnTo>
                  <a:lnTo>
                    <a:pt x="1362412" y="88549"/>
                  </a:lnTo>
                  <a:lnTo>
                    <a:pt x="1364600" y="91184"/>
                  </a:lnTo>
                  <a:lnTo>
                    <a:pt x="1367613" y="92815"/>
                  </a:lnTo>
                  <a:lnTo>
                    <a:pt x="1368765" y="93083"/>
                  </a:lnTo>
                  <a:lnTo>
                    <a:pt x="1370498" y="93149"/>
                  </a:lnTo>
                  <a:lnTo>
                    <a:pt x="1372322" y="92731"/>
                  </a:lnTo>
                  <a:lnTo>
                    <a:pt x="1372799" y="93828"/>
                  </a:lnTo>
                  <a:lnTo>
                    <a:pt x="1373623" y="94499"/>
                  </a:lnTo>
                  <a:lnTo>
                    <a:pt x="1374517" y="94807"/>
                  </a:lnTo>
                  <a:lnTo>
                    <a:pt x="1375191" y="96378"/>
                  </a:lnTo>
                  <a:lnTo>
                    <a:pt x="1376390" y="96984"/>
                  </a:lnTo>
                  <a:lnTo>
                    <a:pt x="1376461" y="97536"/>
                  </a:lnTo>
                  <a:lnTo>
                    <a:pt x="1377038" y="97816"/>
                  </a:lnTo>
                  <a:lnTo>
                    <a:pt x="1377021" y="98299"/>
                  </a:lnTo>
                  <a:lnTo>
                    <a:pt x="1377687" y="99268"/>
                  </a:lnTo>
                  <a:lnTo>
                    <a:pt x="1378030" y="98944"/>
                  </a:lnTo>
                  <a:lnTo>
                    <a:pt x="1378340" y="99048"/>
                  </a:lnTo>
                  <a:lnTo>
                    <a:pt x="1378376" y="99360"/>
                  </a:lnTo>
                  <a:lnTo>
                    <a:pt x="1379024" y="99707"/>
                  </a:lnTo>
                  <a:lnTo>
                    <a:pt x="1379275" y="100222"/>
                  </a:lnTo>
                  <a:lnTo>
                    <a:pt x="1380009" y="100612"/>
                  </a:lnTo>
                  <a:lnTo>
                    <a:pt x="1380311" y="100529"/>
                  </a:lnTo>
                  <a:lnTo>
                    <a:pt x="1380465" y="101018"/>
                  </a:lnTo>
                  <a:lnTo>
                    <a:pt x="1381001" y="100918"/>
                  </a:lnTo>
                  <a:lnTo>
                    <a:pt x="1381948" y="101580"/>
                  </a:lnTo>
                  <a:lnTo>
                    <a:pt x="1381977" y="101081"/>
                  </a:lnTo>
                  <a:lnTo>
                    <a:pt x="1383423" y="100988"/>
                  </a:lnTo>
                  <a:lnTo>
                    <a:pt x="1384256" y="101325"/>
                  </a:lnTo>
                  <a:lnTo>
                    <a:pt x="1384388" y="101607"/>
                  </a:lnTo>
                  <a:lnTo>
                    <a:pt x="1385734" y="101919"/>
                  </a:lnTo>
                  <a:lnTo>
                    <a:pt x="1386409" y="101314"/>
                  </a:lnTo>
                  <a:lnTo>
                    <a:pt x="1386732" y="101515"/>
                  </a:lnTo>
                  <a:lnTo>
                    <a:pt x="1387217" y="101268"/>
                  </a:lnTo>
                  <a:lnTo>
                    <a:pt x="1387522" y="101480"/>
                  </a:lnTo>
                  <a:lnTo>
                    <a:pt x="1388398" y="101171"/>
                  </a:lnTo>
                  <a:lnTo>
                    <a:pt x="1389123" y="101317"/>
                  </a:lnTo>
                  <a:lnTo>
                    <a:pt x="1389649" y="101915"/>
                  </a:lnTo>
                  <a:lnTo>
                    <a:pt x="1390792" y="101988"/>
                  </a:lnTo>
                  <a:lnTo>
                    <a:pt x="1390889" y="101788"/>
                  </a:lnTo>
                  <a:lnTo>
                    <a:pt x="1391613" y="102031"/>
                  </a:lnTo>
                  <a:lnTo>
                    <a:pt x="1392255" y="102325"/>
                  </a:lnTo>
                  <a:lnTo>
                    <a:pt x="1392208" y="102661"/>
                  </a:lnTo>
                  <a:lnTo>
                    <a:pt x="1392651" y="102568"/>
                  </a:lnTo>
                  <a:lnTo>
                    <a:pt x="1393392" y="102832"/>
                  </a:lnTo>
                  <a:lnTo>
                    <a:pt x="1393078" y="103288"/>
                  </a:lnTo>
                  <a:lnTo>
                    <a:pt x="1393945" y="103080"/>
                  </a:lnTo>
                  <a:lnTo>
                    <a:pt x="1395228" y="103724"/>
                  </a:lnTo>
                  <a:lnTo>
                    <a:pt x="1395456" y="104055"/>
                  </a:lnTo>
                  <a:lnTo>
                    <a:pt x="1396197" y="103617"/>
                  </a:lnTo>
                  <a:lnTo>
                    <a:pt x="1397201" y="103529"/>
                  </a:lnTo>
                  <a:lnTo>
                    <a:pt x="1397255" y="102892"/>
                  </a:lnTo>
                  <a:lnTo>
                    <a:pt x="1399066" y="102752"/>
                  </a:lnTo>
                  <a:lnTo>
                    <a:pt x="1399398" y="103240"/>
                  </a:lnTo>
                  <a:lnTo>
                    <a:pt x="1399682" y="103253"/>
                  </a:lnTo>
                  <a:lnTo>
                    <a:pt x="1399528" y="103674"/>
                  </a:lnTo>
                  <a:lnTo>
                    <a:pt x="1400049" y="106992"/>
                  </a:lnTo>
                  <a:lnTo>
                    <a:pt x="1400006" y="108051"/>
                  </a:lnTo>
                  <a:lnTo>
                    <a:pt x="1400641" y="109605"/>
                  </a:lnTo>
                  <a:lnTo>
                    <a:pt x="1399782" y="110944"/>
                  </a:lnTo>
                  <a:lnTo>
                    <a:pt x="1397821" y="111962"/>
                  </a:lnTo>
                  <a:lnTo>
                    <a:pt x="1398506" y="113211"/>
                  </a:lnTo>
                  <a:lnTo>
                    <a:pt x="1398960" y="115105"/>
                  </a:lnTo>
                  <a:lnTo>
                    <a:pt x="1398833" y="115768"/>
                  </a:lnTo>
                  <a:lnTo>
                    <a:pt x="1399357" y="116136"/>
                  </a:lnTo>
                  <a:lnTo>
                    <a:pt x="1399962" y="118132"/>
                  </a:lnTo>
                  <a:lnTo>
                    <a:pt x="1400767" y="119077"/>
                  </a:lnTo>
                  <a:lnTo>
                    <a:pt x="1401680" y="120747"/>
                  </a:lnTo>
                  <a:lnTo>
                    <a:pt x="1398876" y="124258"/>
                  </a:lnTo>
                  <a:lnTo>
                    <a:pt x="1395812" y="126211"/>
                  </a:lnTo>
                  <a:lnTo>
                    <a:pt x="1396219" y="126680"/>
                  </a:lnTo>
                  <a:lnTo>
                    <a:pt x="1395858" y="127007"/>
                  </a:lnTo>
                  <a:lnTo>
                    <a:pt x="1395498" y="126847"/>
                  </a:lnTo>
                  <a:lnTo>
                    <a:pt x="1395444" y="126544"/>
                  </a:lnTo>
                  <a:lnTo>
                    <a:pt x="1394865" y="127058"/>
                  </a:lnTo>
                  <a:lnTo>
                    <a:pt x="1395027" y="127243"/>
                  </a:lnTo>
                  <a:lnTo>
                    <a:pt x="1394742" y="127126"/>
                  </a:lnTo>
                  <a:lnTo>
                    <a:pt x="1394391" y="127349"/>
                  </a:lnTo>
                  <a:lnTo>
                    <a:pt x="1392952" y="129186"/>
                  </a:lnTo>
                  <a:lnTo>
                    <a:pt x="1392715" y="129869"/>
                  </a:lnTo>
                  <a:lnTo>
                    <a:pt x="1393579" y="131556"/>
                  </a:lnTo>
                  <a:lnTo>
                    <a:pt x="1394993" y="133256"/>
                  </a:lnTo>
                  <a:lnTo>
                    <a:pt x="1394041" y="134017"/>
                  </a:lnTo>
                  <a:lnTo>
                    <a:pt x="1392150" y="133526"/>
                  </a:lnTo>
                  <a:lnTo>
                    <a:pt x="1391419" y="133842"/>
                  </a:lnTo>
                  <a:lnTo>
                    <a:pt x="1390815" y="134517"/>
                  </a:lnTo>
                  <a:lnTo>
                    <a:pt x="1389966" y="134920"/>
                  </a:lnTo>
                  <a:lnTo>
                    <a:pt x="1388224" y="137018"/>
                  </a:lnTo>
                  <a:lnTo>
                    <a:pt x="1388499" y="138248"/>
                  </a:lnTo>
                  <a:lnTo>
                    <a:pt x="1388080" y="138999"/>
                  </a:lnTo>
                  <a:lnTo>
                    <a:pt x="1388201" y="140511"/>
                  </a:lnTo>
                  <a:lnTo>
                    <a:pt x="1388315" y="140920"/>
                  </a:lnTo>
                  <a:lnTo>
                    <a:pt x="1389188" y="141430"/>
                  </a:lnTo>
                  <a:lnTo>
                    <a:pt x="1388605" y="145150"/>
                  </a:lnTo>
                  <a:lnTo>
                    <a:pt x="1388979" y="146201"/>
                  </a:lnTo>
                  <a:lnTo>
                    <a:pt x="1389652" y="147176"/>
                  </a:lnTo>
                  <a:lnTo>
                    <a:pt x="1390532" y="151962"/>
                  </a:lnTo>
                  <a:lnTo>
                    <a:pt x="1389058" y="153973"/>
                  </a:lnTo>
                  <a:lnTo>
                    <a:pt x="1389813" y="154002"/>
                  </a:lnTo>
                  <a:lnTo>
                    <a:pt x="1390698" y="155259"/>
                  </a:lnTo>
                  <a:lnTo>
                    <a:pt x="1388062" y="156788"/>
                  </a:lnTo>
                  <a:lnTo>
                    <a:pt x="1387029" y="157057"/>
                  </a:lnTo>
                  <a:lnTo>
                    <a:pt x="1387013" y="156705"/>
                  </a:lnTo>
                  <a:lnTo>
                    <a:pt x="1386670" y="157103"/>
                  </a:lnTo>
                  <a:lnTo>
                    <a:pt x="1386401" y="156920"/>
                  </a:lnTo>
                  <a:lnTo>
                    <a:pt x="1386043" y="158622"/>
                  </a:lnTo>
                  <a:lnTo>
                    <a:pt x="1386482" y="160377"/>
                  </a:lnTo>
                  <a:lnTo>
                    <a:pt x="1385808" y="160651"/>
                  </a:lnTo>
                  <a:lnTo>
                    <a:pt x="1385813" y="162122"/>
                  </a:lnTo>
                  <a:lnTo>
                    <a:pt x="1385005" y="162252"/>
                  </a:lnTo>
                  <a:lnTo>
                    <a:pt x="1384144" y="161198"/>
                  </a:lnTo>
                  <a:lnTo>
                    <a:pt x="1383896" y="160342"/>
                  </a:lnTo>
                  <a:lnTo>
                    <a:pt x="1382934" y="160225"/>
                  </a:lnTo>
                  <a:lnTo>
                    <a:pt x="1382251" y="159675"/>
                  </a:lnTo>
                  <a:lnTo>
                    <a:pt x="1380756" y="159408"/>
                  </a:lnTo>
                  <a:lnTo>
                    <a:pt x="1378421" y="159833"/>
                  </a:lnTo>
                  <a:lnTo>
                    <a:pt x="1377774" y="159171"/>
                  </a:lnTo>
                  <a:lnTo>
                    <a:pt x="1377212" y="159011"/>
                  </a:lnTo>
                  <a:lnTo>
                    <a:pt x="1377010" y="159303"/>
                  </a:lnTo>
                  <a:lnTo>
                    <a:pt x="1376291" y="159085"/>
                  </a:lnTo>
                  <a:lnTo>
                    <a:pt x="1375785" y="157753"/>
                  </a:lnTo>
                  <a:lnTo>
                    <a:pt x="1375123" y="157055"/>
                  </a:lnTo>
                  <a:lnTo>
                    <a:pt x="1373244" y="156063"/>
                  </a:lnTo>
                  <a:lnTo>
                    <a:pt x="1372552" y="154392"/>
                  </a:lnTo>
                  <a:lnTo>
                    <a:pt x="1370677" y="155080"/>
                  </a:lnTo>
                  <a:lnTo>
                    <a:pt x="1370027" y="155507"/>
                  </a:lnTo>
                  <a:lnTo>
                    <a:pt x="1369608" y="156122"/>
                  </a:lnTo>
                  <a:lnTo>
                    <a:pt x="1368989" y="156402"/>
                  </a:lnTo>
                  <a:lnTo>
                    <a:pt x="1368013" y="156568"/>
                  </a:lnTo>
                  <a:lnTo>
                    <a:pt x="1366956" y="156413"/>
                  </a:lnTo>
                  <a:lnTo>
                    <a:pt x="1366182" y="156162"/>
                  </a:lnTo>
                  <a:lnTo>
                    <a:pt x="1365595" y="155562"/>
                  </a:lnTo>
                  <a:lnTo>
                    <a:pt x="1364658" y="151096"/>
                  </a:lnTo>
                  <a:lnTo>
                    <a:pt x="1363771" y="149553"/>
                  </a:lnTo>
                  <a:lnTo>
                    <a:pt x="1364186" y="149227"/>
                  </a:lnTo>
                  <a:lnTo>
                    <a:pt x="1364474" y="148271"/>
                  </a:lnTo>
                  <a:lnTo>
                    <a:pt x="1364735" y="148150"/>
                  </a:lnTo>
                  <a:lnTo>
                    <a:pt x="1364469" y="146990"/>
                  </a:lnTo>
                  <a:lnTo>
                    <a:pt x="1365858" y="145184"/>
                  </a:lnTo>
                  <a:lnTo>
                    <a:pt x="1366085" y="144102"/>
                  </a:lnTo>
                  <a:lnTo>
                    <a:pt x="1367193" y="143002"/>
                  </a:lnTo>
                  <a:lnTo>
                    <a:pt x="1366040" y="141736"/>
                  </a:lnTo>
                  <a:lnTo>
                    <a:pt x="1364187" y="140695"/>
                  </a:lnTo>
                  <a:lnTo>
                    <a:pt x="1363122" y="139185"/>
                  </a:lnTo>
                  <a:lnTo>
                    <a:pt x="1360942" y="139810"/>
                  </a:lnTo>
                  <a:lnTo>
                    <a:pt x="1359966" y="139642"/>
                  </a:lnTo>
                  <a:lnTo>
                    <a:pt x="1359335" y="139397"/>
                  </a:lnTo>
                  <a:lnTo>
                    <a:pt x="1358236" y="137760"/>
                  </a:lnTo>
                  <a:lnTo>
                    <a:pt x="1357338" y="136928"/>
                  </a:lnTo>
                  <a:lnTo>
                    <a:pt x="1355837" y="136410"/>
                  </a:lnTo>
                  <a:lnTo>
                    <a:pt x="1353927" y="136014"/>
                  </a:lnTo>
                  <a:lnTo>
                    <a:pt x="1351455" y="136210"/>
                  </a:lnTo>
                  <a:lnTo>
                    <a:pt x="1350768" y="135282"/>
                  </a:lnTo>
                  <a:lnTo>
                    <a:pt x="1348927" y="134759"/>
                  </a:lnTo>
                  <a:lnTo>
                    <a:pt x="1343333" y="134445"/>
                  </a:lnTo>
                  <a:lnTo>
                    <a:pt x="1340067" y="133721"/>
                  </a:lnTo>
                  <a:lnTo>
                    <a:pt x="1337360" y="133521"/>
                  </a:lnTo>
                  <a:lnTo>
                    <a:pt x="1335154" y="128678"/>
                  </a:lnTo>
                  <a:lnTo>
                    <a:pt x="1332578" y="125449"/>
                  </a:lnTo>
                  <a:lnTo>
                    <a:pt x="1331393" y="123600"/>
                  </a:lnTo>
                  <a:lnTo>
                    <a:pt x="1329683" y="124292"/>
                  </a:lnTo>
                  <a:lnTo>
                    <a:pt x="1329189" y="123318"/>
                  </a:lnTo>
                  <a:lnTo>
                    <a:pt x="1326941" y="124033"/>
                  </a:lnTo>
                  <a:lnTo>
                    <a:pt x="1324139" y="124585"/>
                  </a:lnTo>
                  <a:lnTo>
                    <a:pt x="1321153" y="125873"/>
                  </a:lnTo>
                  <a:lnTo>
                    <a:pt x="1318814" y="127582"/>
                  </a:lnTo>
                  <a:lnTo>
                    <a:pt x="1319117" y="127660"/>
                  </a:lnTo>
                  <a:lnTo>
                    <a:pt x="1319057" y="128023"/>
                  </a:lnTo>
                  <a:lnTo>
                    <a:pt x="1317935" y="129045"/>
                  </a:lnTo>
                  <a:lnTo>
                    <a:pt x="1317784" y="129600"/>
                  </a:lnTo>
                  <a:lnTo>
                    <a:pt x="1316829" y="129609"/>
                  </a:lnTo>
                  <a:lnTo>
                    <a:pt x="1313953" y="128879"/>
                  </a:lnTo>
                  <a:lnTo>
                    <a:pt x="1313420" y="129769"/>
                  </a:lnTo>
                  <a:lnTo>
                    <a:pt x="1312568" y="129272"/>
                  </a:lnTo>
                  <a:lnTo>
                    <a:pt x="1312377" y="129956"/>
                  </a:lnTo>
                  <a:lnTo>
                    <a:pt x="1310477" y="130769"/>
                  </a:lnTo>
                  <a:lnTo>
                    <a:pt x="1309884" y="132204"/>
                  </a:lnTo>
                  <a:lnTo>
                    <a:pt x="1308592" y="133649"/>
                  </a:lnTo>
                  <a:lnTo>
                    <a:pt x="1308372" y="134889"/>
                  </a:lnTo>
                  <a:lnTo>
                    <a:pt x="1306025" y="136283"/>
                  </a:lnTo>
                  <a:lnTo>
                    <a:pt x="1303219" y="137387"/>
                  </a:lnTo>
                  <a:lnTo>
                    <a:pt x="1302316" y="138354"/>
                  </a:lnTo>
                  <a:lnTo>
                    <a:pt x="1304220" y="139638"/>
                  </a:lnTo>
                  <a:lnTo>
                    <a:pt x="1304408" y="140584"/>
                  </a:lnTo>
                  <a:lnTo>
                    <a:pt x="1303493" y="142681"/>
                  </a:lnTo>
                  <a:lnTo>
                    <a:pt x="1302035" y="144778"/>
                  </a:lnTo>
                  <a:lnTo>
                    <a:pt x="1299941" y="146284"/>
                  </a:lnTo>
                  <a:lnTo>
                    <a:pt x="1299673" y="150184"/>
                  </a:lnTo>
                  <a:lnTo>
                    <a:pt x="1300038" y="154560"/>
                  </a:lnTo>
                  <a:lnTo>
                    <a:pt x="1300792" y="154664"/>
                  </a:lnTo>
                  <a:lnTo>
                    <a:pt x="1301651" y="155835"/>
                  </a:lnTo>
                  <a:lnTo>
                    <a:pt x="1302868" y="156078"/>
                  </a:lnTo>
                  <a:lnTo>
                    <a:pt x="1302537" y="157356"/>
                  </a:lnTo>
                  <a:lnTo>
                    <a:pt x="1303185" y="157569"/>
                  </a:lnTo>
                  <a:lnTo>
                    <a:pt x="1302715" y="159742"/>
                  </a:lnTo>
                  <a:lnTo>
                    <a:pt x="1302770" y="161445"/>
                  </a:lnTo>
                  <a:lnTo>
                    <a:pt x="1303238" y="163615"/>
                  </a:lnTo>
                  <a:lnTo>
                    <a:pt x="1304221" y="166379"/>
                  </a:lnTo>
                  <a:lnTo>
                    <a:pt x="1302925" y="166754"/>
                  </a:lnTo>
                  <a:lnTo>
                    <a:pt x="1304244" y="169162"/>
                  </a:lnTo>
                  <a:lnTo>
                    <a:pt x="1304954" y="171239"/>
                  </a:lnTo>
                  <a:lnTo>
                    <a:pt x="1306634" y="174709"/>
                  </a:lnTo>
                  <a:lnTo>
                    <a:pt x="1306820" y="176367"/>
                  </a:lnTo>
                  <a:lnTo>
                    <a:pt x="1307566" y="178819"/>
                  </a:lnTo>
                  <a:lnTo>
                    <a:pt x="1307642" y="180490"/>
                  </a:lnTo>
                  <a:lnTo>
                    <a:pt x="1307423" y="181075"/>
                  </a:lnTo>
                  <a:lnTo>
                    <a:pt x="1306220" y="181670"/>
                  </a:lnTo>
                  <a:lnTo>
                    <a:pt x="1305116" y="182902"/>
                  </a:lnTo>
                  <a:lnTo>
                    <a:pt x="1304199" y="183220"/>
                  </a:lnTo>
                  <a:lnTo>
                    <a:pt x="1303724" y="183891"/>
                  </a:lnTo>
                  <a:lnTo>
                    <a:pt x="1304942" y="187115"/>
                  </a:lnTo>
                  <a:lnTo>
                    <a:pt x="1305109" y="188087"/>
                  </a:lnTo>
                  <a:lnTo>
                    <a:pt x="1305074" y="188905"/>
                  </a:lnTo>
                  <a:lnTo>
                    <a:pt x="1304488" y="189927"/>
                  </a:lnTo>
                  <a:lnTo>
                    <a:pt x="1300236" y="191467"/>
                  </a:lnTo>
                  <a:lnTo>
                    <a:pt x="1299392" y="192388"/>
                  </a:lnTo>
                  <a:lnTo>
                    <a:pt x="1299473" y="193037"/>
                  </a:lnTo>
                  <a:lnTo>
                    <a:pt x="1300730" y="194695"/>
                  </a:lnTo>
                  <a:lnTo>
                    <a:pt x="1301716" y="197229"/>
                  </a:lnTo>
                  <a:lnTo>
                    <a:pt x="1301902" y="198323"/>
                  </a:lnTo>
                  <a:lnTo>
                    <a:pt x="1304518" y="202540"/>
                  </a:lnTo>
                  <a:lnTo>
                    <a:pt x="1303956" y="203591"/>
                  </a:lnTo>
                  <a:lnTo>
                    <a:pt x="1303967" y="204603"/>
                  </a:lnTo>
                  <a:lnTo>
                    <a:pt x="1303406" y="205566"/>
                  </a:lnTo>
                  <a:lnTo>
                    <a:pt x="1304001" y="209478"/>
                  </a:lnTo>
                  <a:lnTo>
                    <a:pt x="1303142" y="210420"/>
                  </a:lnTo>
                  <a:lnTo>
                    <a:pt x="1302829" y="211990"/>
                  </a:lnTo>
                  <a:lnTo>
                    <a:pt x="1301227" y="214265"/>
                  </a:lnTo>
                  <a:lnTo>
                    <a:pt x="1301752" y="216497"/>
                  </a:lnTo>
                  <a:lnTo>
                    <a:pt x="1303156" y="217892"/>
                  </a:lnTo>
                  <a:lnTo>
                    <a:pt x="1302700" y="220209"/>
                  </a:lnTo>
                  <a:lnTo>
                    <a:pt x="1302625" y="222044"/>
                  </a:lnTo>
                  <a:lnTo>
                    <a:pt x="1302324" y="222795"/>
                  </a:lnTo>
                  <a:lnTo>
                    <a:pt x="1302326" y="223876"/>
                  </a:lnTo>
                  <a:lnTo>
                    <a:pt x="1302012" y="224272"/>
                  </a:lnTo>
                  <a:lnTo>
                    <a:pt x="1302274" y="225378"/>
                  </a:lnTo>
                  <a:lnTo>
                    <a:pt x="1303034" y="226566"/>
                  </a:lnTo>
                  <a:lnTo>
                    <a:pt x="1303133" y="227350"/>
                  </a:lnTo>
                  <a:lnTo>
                    <a:pt x="1303214" y="229675"/>
                  </a:lnTo>
                  <a:lnTo>
                    <a:pt x="1302468" y="232821"/>
                  </a:lnTo>
                  <a:lnTo>
                    <a:pt x="1299797" y="235212"/>
                  </a:lnTo>
                  <a:lnTo>
                    <a:pt x="1298909" y="235172"/>
                  </a:lnTo>
                  <a:lnTo>
                    <a:pt x="1297993" y="234657"/>
                  </a:lnTo>
                  <a:lnTo>
                    <a:pt x="1296974" y="234432"/>
                  </a:lnTo>
                  <a:lnTo>
                    <a:pt x="1296350" y="234535"/>
                  </a:lnTo>
                  <a:lnTo>
                    <a:pt x="1294527" y="235938"/>
                  </a:lnTo>
                  <a:lnTo>
                    <a:pt x="1292936" y="237735"/>
                  </a:lnTo>
                  <a:lnTo>
                    <a:pt x="1291375" y="238859"/>
                  </a:lnTo>
                  <a:lnTo>
                    <a:pt x="1291904" y="241484"/>
                  </a:lnTo>
                  <a:lnTo>
                    <a:pt x="1292569" y="242836"/>
                  </a:lnTo>
                  <a:lnTo>
                    <a:pt x="1292875" y="246937"/>
                  </a:lnTo>
                  <a:lnTo>
                    <a:pt x="1294565" y="247705"/>
                  </a:lnTo>
                  <a:lnTo>
                    <a:pt x="1296148" y="249016"/>
                  </a:lnTo>
                  <a:lnTo>
                    <a:pt x="1297598" y="250398"/>
                  </a:lnTo>
                  <a:lnTo>
                    <a:pt x="1298290" y="251799"/>
                  </a:lnTo>
                  <a:lnTo>
                    <a:pt x="1298557" y="253356"/>
                  </a:lnTo>
                  <a:lnTo>
                    <a:pt x="1297558" y="256327"/>
                  </a:lnTo>
                  <a:lnTo>
                    <a:pt x="1297026" y="259243"/>
                  </a:lnTo>
                  <a:lnTo>
                    <a:pt x="1297539" y="261713"/>
                  </a:lnTo>
                  <a:lnTo>
                    <a:pt x="1300943" y="262955"/>
                  </a:lnTo>
                  <a:lnTo>
                    <a:pt x="1302050" y="264198"/>
                  </a:lnTo>
                  <a:lnTo>
                    <a:pt x="1302824" y="265990"/>
                  </a:lnTo>
                  <a:lnTo>
                    <a:pt x="1304051" y="266991"/>
                  </a:lnTo>
                  <a:lnTo>
                    <a:pt x="1306367" y="267739"/>
                  </a:lnTo>
                  <a:lnTo>
                    <a:pt x="1307419" y="268484"/>
                  </a:lnTo>
                  <a:lnTo>
                    <a:pt x="1307023" y="269429"/>
                  </a:lnTo>
                  <a:lnTo>
                    <a:pt x="1306963" y="270633"/>
                  </a:lnTo>
                  <a:lnTo>
                    <a:pt x="1308474" y="271552"/>
                  </a:lnTo>
                  <a:lnTo>
                    <a:pt x="1309446" y="272862"/>
                  </a:lnTo>
                  <a:lnTo>
                    <a:pt x="1311159" y="274227"/>
                  </a:lnTo>
                  <a:lnTo>
                    <a:pt x="1311409" y="277475"/>
                  </a:lnTo>
                  <a:lnTo>
                    <a:pt x="1312951" y="278968"/>
                  </a:lnTo>
                  <a:lnTo>
                    <a:pt x="1313717" y="280645"/>
                  </a:lnTo>
                  <a:lnTo>
                    <a:pt x="1316144" y="282613"/>
                  </a:lnTo>
                  <a:lnTo>
                    <a:pt x="1315937" y="282820"/>
                  </a:lnTo>
                  <a:lnTo>
                    <a:pt x="1315545" y="283576"/>
                  </a:lnTo>
                  <a:lnTo>
                    <a:pt x="1315603" y="284582"/>
                  </a:lnTo>
                  <a:lnTo>
                    <a:pt x="1315090" y="285729"/>
                  </a:lnTo>
                  <a:lnTo>
                    <a:pt x="1315830" y="286475"/>
                  </a:lnTo>
                  <a:lnTo>
                    <a:pt x="1316405" y="289456"/>
                  </a:lnTo>
                  <a:lnTo>
                    <a:pt x="1318611" y="293566"/>
                  </a:lnTo>
                  <a:lnTo>
                    <a:pt x="1318708" y="295097"/>
                  </a:lnTo>
                  <a:lnTo>
                    <a:pt x="1317657" y="295114"/>
                  </a:lnTo>
                  <a:lnTo>
                    <a:pt x="1316435" y="294564"/>
                  </a:lnTo>
                  <a:lnTo>
                    <a:pt x="1315636" y="294758"/>
                  </a:lnTo>
                  <a:lnTo>
                    <a:pt x="1314730" y="294458"/>
                  </a:lnTo>
                  <a:lnTo>
                    <a:pt x="1313654" y="294940"/>
                  </a:lnTo>
                  <a:lnTo>
                    <a:pt x="1311076" y="295368"/>
                  </a:lnTo>
                  <a:lnTo>
                    <a:pt x="1309815" y="295836"/>
                  </a:lnTo>
                  <a:lnTo>
                    <a:pt x="1310129" y="296258"/>
                  </a:lnTo>
                  <a:lnTo>
                    <a:pt x="1310095" y="296771"/>
                  </a:lnTo>
                  <a:lnTo>
                    <a:pt x="1309859" y="298189"/>
                  </a:lnTo>
                  <a:lnTo>
                    <a:pt x="1310559" y="299777"/>
                  </a:lnTo>
                  <a:lnTo>
                    <a:pt x="1312890" y="300912"/>
                  </a:lnTo>
                  <a:lnTo>
                    <a:pt x="1313590" y="300978"/>
                  </a:lnTo>
                  <a:lnTo>
                    <a:pt x="1314196" y="301908"/>
                  </a:lnTo>
                  <a:lnTo>
                    <a:pt x="1314296" y="302399"/>
                  </a:lnTo>
                  <a:lnTo>
                    <a:pt x="1313879" y="304409"/>
                  </a:lnTo>
                  <a:lnTo>
                    <a:pt x="1314293" y="307048"/>
                  </a:lnTo>
                  <a:lnTo>
                    <a:pt x="1314097" y="307399"/>
                  </a:lnTo>
                  <a:lnTo>
                    <a:pt x="1311635" y="309194"/>
                  </a:lnTo>
                  <a:lnTo>
                    <a:pt x="1311348" y="309657"/>
                  </a:lnTo>
                  <a:lnTo>
                    <a:pt x="1310465" y="309768"/>
                  </a:lnTo>
                  <a:lnTo>
                    <a:pt x="1309150" y="310755"/>
                  </a:lnTo>
                  <a:lnTo>
                    <a:pt x="1306734" y="310879"/>
                  </a:lnTo>
                  <a:lnTo>
                    <a:pt x="1306161" y="313818"/>
                  </a:lnTo>
                  <a:lnTo>
                    <a:pt x="1306358" y="317138"/>
                  </a:lnTo>
                  <a:lnTo>
                    <a:pt x="1307760" y="317018"/>
                  </a:lnTo>
                  <a:lnTo>
                    <a:pt x="1309757" y="316451"/>
                  </a:lnTo>
                  <a:lnTo>
                    <a:pt x="1310600" y="316592"/>
                  </a:lnTo>
                  <a:lnTo>
                    <a:pt x="1310343" y="322318"/>
                  </a:lnTo>
                  <a:lnTo>
                    <a:pt x="1310390" y="323306"/>
                  </a:lnTo>
                  <a:lnTo>
                    <a:pt x="1310632" y="323302"/>
                  </a:lnTo>
                  <a:lnTo>
                    <a:pt x="1310712" y="323971"/>
                  </a:lnTo>
                  <a:lnTo>
                    <a:pt x="1310936" y="327292"/>
                  </a:lnTo>
                  <a:lnTo>
                    <a:pt x="1309581" y="327436"/>
                  </a:lnTo>
                  <a:lnTo>
                    <a:pt x="1309143" y="328160"/>
                  </a:lnTo>
                  <a:lnTo>
                    <a:pt x="1309218" y="328692"/>
                  </a:lnTo>
                  <a:lnTo>
                    <a:pt x="1308980" y="329117"/>
                  </a:lnTo>
                  <a:lnTo>
                    <a:pt x="1309348" y="331521"/>
                  </a:lnTo>
                  <a:lnTo>
                    <a:pt x="1308650" y="334722"/>
                  </a:lnTo>
                  <a:lnTo>
                    <a:pt x="1308719" y="336080"/>
                  </a:lnTo>
                  <a:lnTo>
                    <a:pt x="1310493" y="337980"/>
                  </a:lnTo>
                  <a:lnTo>
                    <a:pt x="1311480" y="337931"/>
                  </a:lnTo>
                  <a:lnTo>
                    <a:pt x="1312171" y="338485"/>
                  </a:lnTo>
                  <a:lnTo>
                    <a:pt x="1311821" y="339858"/>
                  </a:lnTo>
                  <a:lnTo>
                    <a:pt x="1312374" y="343669"/>
                  </a:lnTo>
                  <a:lnTo>
                    <a:pt x="1312244" y="345370"/>
                  </a:lnTo>
                  <a:lnTo>
                    <a:pt x="1315019" y="344797"/>
                  </a:lnTo>
                  <a:lnTo>
                    <a:pt x="1316662" y="344769"/>
                  </a:lnTo>
                  <a:lnTo>
                    <a:pt x="1319849" y="345659"/>
                  </a:lnTo>
                  <a:lnTo>
                    <a:pt x="1322266" y="347010"/>
                  </a:lnTo>
                  <a:lnTo>
                    <a:pt x="1323340" y="346955"/>
                  </a:lnTo>
                  <a:lnTo>
                    <a:pt x="1324220" y="347458"/>
                  </a:lnTo>
                  <a:lnTo>
                    <a:pt x="1327240" y="348287"/>
                  </a:lnTo>
                  <a:lnTo>
                    <a:pt x="1327669" y="348757"/>
                  </a:lnTo>
                  <a:lnTo>
                    <a:pt x="1327525" y="349685"/>
                  </a:lnTo>
                  <a:lnTo>
                    <a:pt x="1328809" y="350833"/>
                  </a:lnTo>
                  <a:lnTo>
                    <a:pt x="1331826" y="349633"/>
                  </a:lnTo>
                  <a:lnTo>
                    <a:pt x="1332953" y="349777"/>
                  </a:lnTo>
                  <a:lnTo>
                    <a:pt x="1333532" y="350144"/>
                  </a:lnTo>
                  <a:lnTo>
                    <a:pt x="1334701" y="352717"/>
                  </a:lnTo>
                  <a:lnTo>
                    <a:pt x="1334930" y="355809"/>
                  </a:lnTo>
                  <a:lnTo>
                    <a:pt x="1335864" y="359630"/>
                  </a:lnTo>
                  <a:lnTo>
                    <a:pt x="1335488" y="362289"/>
                  </a:lnTo>
                  <a:lnTo>
                    <a:pt x="1336299" y="363715"/>
                  </a:lnTo>
                  <a:lnTo>
                    <a:pt x="1339965" y="364404"/>
                  </a:lnTo>
                  <a:lnTo>
                    <a:pt x="1341203" y="364371"/>
                  </a:lnTo>
                  <a:lnTo>
                    <a:pt x="1342650" y="363849"/>
                  </a:lnTo>
                  <a:lnTo>
                    <a:pt x="1343534" y="363963"/>
                  </a:lnTo>
                  <a:lnTo>
                    <a:pt x="1344046" y="363695"/>
                  </a:lnTo>
                  <a:lnTo>
                    <a:pt x="1346707" y="363234"/>
                  </a:lnTo>
                  <a:lnTo>
                    <a:pt x="1347570" y="364273"/>
                  </a:lnTo>
                  <a:lnTo>
                    <a:pt x="1349132" y="363900"/>
                  </a:lnTo>
                  <a:lnTo>
                    <a:pt x="1354759" y="364093"/>
                  </a:lnTo>
                  <a:lnTo>
                    <a:pt x="1359607" y="363484"/>
                  </a:lnTo>
                  <a:lnTo>
                    <a:pt x="1361652" y="363617"/>
                  </a:lnTo>
                  <a:lnTo>
                    <a:pt x="1362343" y="362950"/>
                  </a:lnTo>
                  <a:lnTo>
                    <a:pt x="1363826" y="362730"/>
                  </a:lnTo>
                  <a:lnTo>
                    <a:pt x="1366693" y="363849"/>
                  </a:lnTo>
                  <a:lnTo>
                    <a:pt x="1368151" y="363193"/>
                  </a:lnTo>
                  <a:lnTo>
                    <a:pt x="1368809" y="363350"/>
                  </a:lnTo>
                  <a:lnTo>
                    <a:pt x="1369529" y="362906"/>
                  </a:lnTo>
                  <a:lnTo>
                    <a:pt x="1370436" y="362986"/>
                  </a:lnTo>
                  <a:lnTo>
                    <a:pt x="1371678" y="363557"/>
                  </a:lnTo>
                  <a:lnTo>
                    <a:pt x="1374610" y="361989"/>
                  </a:lnTo>
                  <a:lnTo>
                    <a:pt x="1376384" y="364185"/>
                  </a:lnTo>
                  <a:lnTo>
                    <a:pt x="1377759" y="368303"/>
                  </a:lnTo>
                  <a:lnTo>
                    <a:pt x="1393496" y="375239"/>
                  </a:lnTo>
                  <a:lnTo>
                    <a:pt x="1396743" y="380303"/>
                  </a:lnTo>
                  <a:lnTo>
                    <a:pt x="1400661" y="382303"/>
                  </a:lnTo>
                  <a:lnTo>
                    <a:pt x="1401302" y="382314"/>
                  </a:lnTo>
                  <a:lnTo>
                    <a:pt x="1402107" y="382690"/>
                  </a:lnTo>
                  <a:lnTo>
                    <a:pt x="1403283" y="384403"/>
                  </a:lnTo>
                  <a:lnTo>
                    <a:pt x="1403910" y="384295"/>
                  </a:lnTo>
                  <a:lnTo>
                    <a:pt x="1405359" y="384555"/>
                  </a:lnTo>
                  <a:lnTo>
                    <a:pt x="1411542" y="387235"/>
                  </a:lnTo>
                  <a:lnTo>
                    <a:pt x="1413591" y="387451"/>
                  </a:lnTo>
                  <a:lnTo>
                    <a:pt x="1416672" y="389103"/>
                  </a:lnTo>
                  <a:lnTo>
                    <a:pt x="1416587" y="390830"/>
                  </a:lnTo>
                  <a:lnTo>
                    <a:pt x="1417587" y="391188"/>
                  </a:lnTo>
                  <a:lnTo>
                    <a:pt x="1417807" y="392387"/>
                  </a:lnTo>
                  <a:lnTo>
                    <a:pt x="1418789" y="393163"/>
                  </a:lnTo>
                  <a:lnTo>
                    <a:pt x="1419365" y="393248"/>
                  </a:lnTo>
                  <a:lnTo>
                    <a:pt x="1419761" y="392691"/>
                  </a:lnTo>
                  <a:lnTo>
                    <a:pt x="1420448" y="392657"/>
                  </a:lnTo>
                  <a:lnTo>
                    <a:pt x="1420980" y="392228"/>
                  </a:lnTo>
                  <a:lnTo>
                    <a:pt x="1422041" y="392356"/>
                  </a:lnTo>
                  <a:lnTo>
                    <a:pt x="1422366" y="392599"/>
                  </a:lnTo>
                  <a:lnTo>
                    <a:pt x="1423200" y="392262"/>
                  </a:lnTo>
                  <a:lnTo>
                    <a:pt x="1423459" y="391601"/>
                  </a:lnTo>
                  <a:lnTo>
                    <a:pt x="1424175" y="391558"/>
                  </a:lnTo>
                  <a:lnTo>
                    <a:pt x="1424731" y="391870"/>
                  </a:lnTo>
                  <a:lnTo>
                    <a:pt x="1424478" y="390464"/>
                  </a:lnTo>
                  <a:lnTo>
                    <a:pt x="1425089" y="390144"/>
                  </a:lnTo>
                  <a:lnTo>
                    <a:pt x="1425441" y="390382"/>
                  </a:lnTo>
                  <a:lnTo>
                    <a:pt x="1425990" y="390272"/>
                  </a:lnTo>
                  <a:lnTo>
                    <a:pt x="1425886" y="389669"/>
                  </a:lnTo>
                  <a:lnTo>
                    <a:pt x="1428185" y="387413"/>
                  </a:lnTo>
                  <a:lnTo>
                    <a:pt x="1428686" y="386479"/>
                  </a:lnTo>
                  <a:lnTo>
                    <a:pt x="1429805" y="386046"/>
                  </a:lnTo>
                  <a:lnTo>
                    <a:pt x="1430518" y="385285"/>
                  </a:lnTo>
                  <a:lnTo>
                    <a:pt x="1432326" y="384544"/>
                  </a:lnTo>
                  <a:lnTo>
                    <a:pt x="1435990" y="385086"/>
                  </a:lnTo>
                  <a:lnTo>
                    <a:pt x="1437334" y="385603"/>
                  </a:lnTo>
                  <a:lnTo>
                    <a:pt x="1437911" y="386644"/>
                  </a:lnTo>
                  <a:lnTo>
                    <a:pt x="1439611" y="386055"/>
                  </a:lnTo>
                  <a:lnTo>
                    <a:pt x="1441228" y="385860"/>
                  </a:lnTo>
                  <a:lnTo>
                    <a:pt x="1443489" y="386202"/>
                  </a:lnTo>
                  <a:lnTo>
                    <a:pt x="1445339" y="385827"/>
                  </a:lnTo>
                  <a:lnTo>
                    <a:pt x="1446985" y="386138"/>
                  </a:lnTo>
                  <a:lnTo>
                    <a:pt x="1447839" y="385901"/>
                  </a:lnTo>
                  <a:lnTo>
                    <a:pt x="1449627" y="385980"/>
                  </a:lnTo>
                  <a:lnTo>
                    <a:pt x="1451749" y="385541"/>
                  </a:lnTo>
                  <a:lnTo>
                    <a:pt x="1452958" y="385049"/>
                  </a:lnTo>
                  <a:lnTo>
                    <a:pt x="1454134" y="385103"/>
                  </a:lnTo>
                  <a:lnTo>
                    <a:pt x="1455369" y="384609"/>
                  </a:lnTo>
                  <a:lnTo>
                    <a:pt x="1457116" y="382301"/>
                  </a:lnTo>
                  <a:lnTo>
                    <a:pt x="1461161" y="382285"/>
                  </a:lnTo>
                  <a:lnTo>
                    <a:pt x="1463872" y="382558"/>
                  </a:lnTo>
                  <a:lnTo>
                    <a:pt x="1464026" y="383786"/>
                  </a:lnTo>
                  <a:lnTo>
                    <a:pt x="1464584" y="383999"/>
                  </a:lnTo>
                  <a:lnTo>
                    <a:pt x="1465434" y="384082"/>
                  </a:lnTo>
                  <a:lnTo>
                    <a:pt x="1466440" y="383762"/>
                  </a:lnTo>
                  <a:lnTo>
                    <a:pt x="1467292" y="383797"/>
                  </a:lnTo>
                  <a:lnTo>
                    <a:pt x="1469356" y="383222"/>
                  </a:lnTo>
                  <a:lnTo>
                    <a:pt x="1469499" y="382839"/>
                  </a:lnTo>
                  <a:lnTo>
                    <a:pt x="1470879" y="381904"/>
                  </a:lnTo>
                  <a:lnTo>
                    <a:pt x="1475371" y="380173"/>
                  </a:lnTo>
                  <a:lnTo>
                    <a:pt x="1476610" y="380041"/>
                  </a:lnTo>
                  <a:lnTo>
                    <a:pt x="1476650" y="380373"/>
                  </a:lnTo>
                  <a:lnTo>
                    <a:pt x="1478410" y="380934"/>
                  </a:lnTo>
                  <a:lnTo>
                    <a:pt x="1479503" y="380438"/>
                  </a:lnTo>
                  <a:lnTo>
                    <a:pt x="1480198" y="380474"/>
                  </a:lnTo>
                  <a:lnTo>
                    <a:pt x="1484377" y="378347"/>
                  </a:lnTo>
                  <a:lnTo>
                    <a:pt x="1484174" y="378058"/>
                  </a:lnTo>
                  <a:lnTo>
                    <a:pt x="1485142" y="377332"/>
                  </a:lnTo>
                  <a:lnTo>
                    <a:pt x="1487582" y="378344"/>
                  </a:lnTo>
                  <a:lnTo>
                    <a:pt x="1488811" y="379343"/>
                  </a:lnTo>
                  <a:lnTo>
                    <a:pt x="1489408" y="379476"/>
                  </a:lnTo>
                  <a:lnTo>
                    <a:pt x="1490739" y="379206"/>
                  </a:lnTo>
                  <a:lnTo>
                    <a:pt x="1493146" y="379357"/>
                  </a:lnTo>
                  <a:lnTo>
                    <a:pt x="1493993" y="378879"/>
                  </a:lnTo>
                  <a:lnTo>
                    <a:pt x="1494380" y="378158"/>
                  </a:lnTo>
                  <a:lnTo>
                    <a:pt x="1497263" y="378009"/>
                  </a:lnTo>
                  <a:lnTo>
                    <a:pt x="1498506" y="378234"/>
                  </a:lnTo>
                  <a:lnTo>
                    <a:pt x="1499238" y="379545"/>
                  </a:lnTo>
                  <a:lnTo>
                    <a:pt x="1499786" y="379614"/>
                  </a:lnTo>
                  <a:lnTo>
                    <a:pt x="1500322" y="378639"/>
                  </a:lnTo>
                  <a:lnTo>
                    <a:pt x="1501402" y="377756"/>
                  </a:lnTo>
                  <a:lnTo>
                    <a:pt x="1502206" y="377679"/>
                  </a:lnTo>
                  <a:lnTo>
                    <a:pt x="1503111" y="378437"/>
                  </a:lnTo>
                  <a:lnTo>
                    <a:pt x="1510480" y="380703"/>
                  </a:lnTo>
                  <a:lnTo>
                    <a:pt x="1511285" y="381220"/>
                  </a:lnTo>
                  <a:lnTo>
                    <a:pt x="1512562" y="382593"/>
                  </a:lnTo>
                  <a:lnTo>
                    <a:pt x="1513848" y="383059"/>
                  </a:lnTo>
                  <a:lnTo>
                    <a:pt x="1514902" y="383020"/>
                  </a:lnTo>
                  <a:lnTo>
                    <a:pt x="1517346" y="380968"/>
                  </a:lnTo>
                  <a:lnTo>
                    <a:pt x="1517934" y="380937"/>
                  </a:lnTo>
                  <a:lnTo>
                    <a:pt x="1518519" y="381305"/>
                  </a:lnTo>
                  <a:lnTo>
                    <a:pt x="1518030" y="382739"/>
                  </a:lnTo>
                  <a:lnTo>
                    <a:pt x="1518066" y="383328"/>
                  </a:lnTo>
                  <a:lnTo>
                    <a:pt x="1519366" y="384007"/>
                  </a:lnTo>
                  <a:lnTo>
                    <a:pt x="1519283" y="384166"/>
                  </a:lnTo>
                  <a:lnTo>
                    <a:pt x="1519866" y="385041"/>
                  </a:lnTo>
                  <a:lnTo>
                    <a:pt x="1519602" y="385455"/>
                  </a:lnTo>
                  <a:lnTo>
                    <a:pt x="1519543" y="386525"/>
                  </a:lnTo>
                  <a:lnTo>
                    <a:pt x="1519756" y="386688"/>
                  </a:lnTo>
                  <a:lnTo>
                    <a:pt x="1519761" y="387323"/>
                  </a:lnTo>
                  <a:lnTo>
                    <a:pt x="1520047" y="387900"/>
                  </a:lnTo>
                  <a:lnTo>
                    <a:pt x="1520255" y="394124"/>
                  </a:lnTo>
                  <a:lnTo>
                    <a:pt x="1520702" y="395760"/>
                  </a:lnTo>
                  <a:lnTo>
                    <a:pt x="1521376" y="396711"/>
                  </a:lnTo>
                  <a:lnTo>
                    <a:pt x="1521636" y="397741"/>
                  </a:lnTo>
                  <a:lnTo>
                    <a:pt x="1522205" y="398576"/>
                  </a:lnTo>
                  <a:lnTo>
                    <a:pt x="1523723" y="399289"/>
                  </a:lnTo>
                  <a:lnTo>
                    <a:pt x="1524473" y="400370"/>
                  </a:lnTo>
                  <a:lnTo>
                    <a:pt x="1526784" y="401143"/>
                  </a:lnTo>
                  <a:lnTo>
                    <a:pt x="1527622" y="400757"/>
                  </a:lnTo>
                  <a:lnTo>
                    <a:pt x="1529335" y="397714"/>
                  </a:lnTo>
                  <a:lnTo>
                    <a:pt x="1531156" y="397230"/>
                  </a:lnTo>
                  <a:lnTo>
                    <a:pt x="1531941" y="396649"/>
                  </a:lnTo>
                  <a:lnTo>
                    <a:pt x="1533330" y="397666"/>
                  </a:lnTo>
                  <a:lnTo>
                    <a:pt x="1533485" y="398334"/>
                  </a:lnTo>
                  <a:lnTo>
                    <a:pt x="1534565" y="399177"/>
                  </a:lnTo>
                  <a:lnTo>
                    <a:pt x="1535036" y="400105"/>
                  </a:lnTo>
                  <a:lnTo>
                    <a:pt x="1534967" y="400534"/>
                  </a:lnTo>
                  <a:lnTo>
                    <a:pt x="1536037" y="401037"/>
                  </a:lnTo>
                  <a:lnTo>
                    <a:pt x="1537746" y="400757"/>
                  </a:lnTo>
                  <a:lnTo>
                    <a:pt x="1539292" y="400880"/>
                  </a:lnTo>
                  <a:lnTo>
                    <a:pt x="1540871" y="400677"/>
                  </a:lnTo>
                  <a:lnTo>
                    <a:pt x="1541483" y="400223"/>
                  </a:lnTo>
                  <a:lnTo>
                    <a:pt x="1542476" y="400011"/>
                  </a:lnTo>
                  <a:lnTo>
                    <a:pt x="1544805" y="398897"/>
                  </a:lnTo>
                  <a:lnTo>
                    <a:pt x="1545720" y="398284"/>
                  </a:lnTo>
                  <a:lnTo>
                    <a:pt x="1546898" y="395851"/>
                  </a:lnTo>
                  <a:lnTo>
                    <a:pt x="1546737" y="395767"/>
                  </a:lnTo>
                  <a:lnTo>
                    <a:pt x="1546875" y="394877"/>
                  </a:lnTo>
                  <a:lnTo>
                    <a:pt x="1546632" y="393243"/>
                  </a:lnTo>
                  <a:lnTo>
                    <a:pt x="1546927" y="391535"/>
                  </a:lnTo>
                  <a:lnTo>
                    <a:pt x="1548988" y="388710"/>
                  </a:lnTo>
                  <a:lnTo>
                    <a:pt x="1550220" y="388545"/>
                  </a:lnTo>
                  <a:lnTo>
                    <a:pt x="1552752" y="389214"/>
                  </a:lnTo>
                  <a:lnTo>
                    <a:pt x="1553245" y="389898"/>
                  </a:lnTo>
                  <a:lnTo>
                    <a:pt x="1553492" y="389980"/>
                  </a:lnTo>
                  <a:lnTo>
                    <a:pt x="1553581" y="389769"/>
                  </a:lnTo>
                  <a:lnTo>
                    <a:pt x="1554230" y="390205"/>
                  </a:lnTo>
                  <a:lnTo>
                    <a:pt x="1556348" y="388796"/>
                  </a:lnTo>
                  <a:lnTo>
                    <a:pt x="1557304" y="388502"/>
                  </a:lnTo>
                  <a:lnTo>
                    <a:pt x="1558226" y="388542"/>
                  </a:lnTo>
                  <a:lnTo>
                    <a:pt x="1559951" y="387637"/>
                  </a:lnTo>
                  <a:lnTo>
                    <a:pt x="1562623" y="388023"/>
                  </a:lnTo>
                  <a:lnTo>
                    <a:pt x="1564922" y="387962"/>
                  </a:lnTo>
                  <a:lnTo>
                    <a:pt x="1565789" y="388283"/>
                  </a:lnTo>
                  <a:lnTo>
                    <a:pt x="1567546" y="388072"/>
                  </a:lnTo>
                  <a:lnTo>
                    <a:pt x="1568790" y="388561"/>
                  </a:lnTo>
                  <a:lnTo>
                    <a:pt x="1568036" y="390985"/>
                  </a:lnTo>
                  <a:lnTo>
                    <a:pt x="1566021" y="394588"/>
                  </a:lnTo>
                  <a:lnTo>
                    <a:pt x="1567130" y="394599"/>
                  </a:lnTo>
                  <a:lnTo>
                    <a:pt x="1568374" y="394216"/>
                  </a:lnTo>
                  <a:lnTo>
                    <a:pt x="1569356" y="395912"/>
                  </a:lnTo>
                  <a:lnTo>
                    <a:pt x="1570880" y="396906"/>
                  </a:lnTo>
                  <a:lnTo>
                    <a:pt x="1571235" y="397610"/>
                  </a:lnTo>
                  <a:lnTo>
                    <a:pt x="1571669" y="399864"/>
                  </a:lnTo>
                  <a:lnTo>
                    <a:pt x="1572676" y="401179"/>
                  </a:lnTo>
                  <a:lnTo>
                    <a:pt x="1573358" y="402995"/>
                  </a:lnTo>
                  <a:lnTo>
                    <a:pt x="1576344" y="406220"/>
                  </a:lnTo>
                  <a:lnTo>
                    <a:pt x="1576981" y="408491"/>
                  </a:lnTo>
                  <a:lnTo>
                    <a:pt x="1577556" y="408835"/>
                  </a:lnTo>
                  <a:lnTo>
                    <a:pt x="1578454" y="410618"/>
                  </a:lnTo>
                  <a:lnTo>
                    <a:pt x="1578716" y="411848"/>
                  </a:lnTo>
                  <a:lnTo>
                    <a:pt x="1576932" y="413912"/>
                  </a:lnTo>
                  <a:lnTo>
                    <a:pt x="1576856" y="416854"/>
                  </a:lnTo>
                  <a:lnTo>
                    <a:pt x="1575350" y="419645"/>
                  </a:lnTo>
                  <a:lnTo>
                    <a:pt x="1575200" y="421718"/>
                  </a:lnTo>
                  <a:lnTo>
                    <a:pt x="1573358" y="422186"/>
                  </a:lnTo>
                  <a:lnTo>
                    <a:pt x="1571489" y="422998"/>
                  </a:lnTo>
                  <a:lnTo>
                    <a:pt x="1568058" y="423830"/>
                  </a:lnTo>
                  <a:lnTo>
                    <a:pt x="1566040" y="425015"/>
                  </a:lnTo>
                  <a:lnTo>
                    <a:pt x="1563103" y="424623"/>
                  </a:lnTo>
                  <a:lnTo>
                    <a:pt x="1561265" y="425642"/>
                  </a:lnTo>
                  <a:lnTo>
                    <a:pt x="1559028" y="426352"/>
                  </a:lnTo>
                  <a:lnTo>
                    <a:pt x="1557837" y="427116"/>
                  </a:lnTo>
                  <a:lnTo>
                    <a:pt x="1553641" y="428320"/>
                  </a:lnTo>
                  <a:lnTo>
                    <a:pt x="1551043" y="426246"/>
                  </a:lnTo>
                  <a:lnTo>
                    <a:pt x="1549768" y="424933"/>
                  </a:lnTo>
                  <a:lnTo>
                    <a:pt x="1548567" y="425359"/>
                  </a:lnTo>
                  <a:lnTo>
                    <a:pt x="1546077" y="425490"/>
                  </a:lnTo>
                  <a:lnTo>
                    <a:pt x="1543121" y="424551"/>
                  </a:lnTo>
                  <a:lnTo>
                    <a:pt x="1537943" y="421815"/>
                  </a:lnTo>
                  <a:lnTo>
                    <a:pt x="1536188" y="418950"/>
                  </a:lnTo>
                  <a:lnTo>
                    <a:pt x="1530735" y="415909"/>
                  </a:lnTo>
                  <a:lnTo>
                    <a:pt x="1530593" y="416165"/>
                  </a:lnTo>
                  <a:lnTo>
                    <a:pt x="1528122" y="415373"/>
                  </a:lnTo>
                  <a:lnTo>
                    <a:pt x="1526189" y="414535"/>
                  </a:lnTo>
                  <a:lnTo>
                    <a:pt x="1522910" y="412262"/>
                  </a:lnTo>
                  <a:lnTo>
                    <a:pt x="1521426" y="412611"/>
                  </a:lnTo>
                  <a:lnTo>
                    <a:pt x="1521509" y="412942"/>
                  </a:lnTo>
                  <a:lnTo>
                    <a:pt x="1520893" y="413172"/>
                  </a:lnTo>
                  <a:lnTo>
                    <a:pt x="1520560" y="412842"/>
                  </a:lnTo>
                  <a:lnTo>
                    <a:pt x="1519988" y="412855"/>
                  </a:lnTo>
                  <a:lnTo>
                    <a:pt x="1519640" y="412470"/>
                  </a:lnTo>
                  <a:lnTo>
                    <a:pt x="1517441" y="412026"/>
                  </a:lnTo>
                  <a:lnTo>
                    <a:pt x="1516421" y="412281"/>
                  </a:lnTo>
                  <a:lnTo>
                    <a:pt x="1515158" y="411985"/>
                  </a:lnTo>
                  <a:lnTo>
                    <a:pt x="1513797" y="412017"/>
                  </a:lnTo>
                  <a:lnTo>
                    <a:pt x="1511741" y="410814"/>
                  </a:lnTo>
                  <a:lnTo>
                    <a:pt x="1511770" y="410424"/>
                  </a:lnTo>
                  <a:lnTo>
                    <a:pt x="1511167" y="409261"/>
                  </a:lnTo>
                  <a:lnTo>
                    <a:pt x="1509101" y="408529"/>
                  </a:lnTo>
                  <a:lnTo>
                    <a:pt x="1507278" y="406798"/>
                  </a:lnTo>
                  <a:lnTo>
                    <a:pt x="1503130" y="405831"/>
                  </a:lnTo>
                  <a:lnTo>
                    <a:pt x="1500124" y="405971"/>
                  </a:lnTo>
                  <a:lnTo>
                    <a:pt x="1498761" y="409314"/>
                  </a:lnTo>
                  <a:lnTo>
                    <a:pt x="1496593" y="411634"/>
                  </a:lnTo>
                  <a:lnTo>
                    <a:pt x="1496587" y="412054"/>
                  </a:lnTo>
                  <a:lnTo>
                    <a:pt x="1495169" y="413754"/>
                  </a:lnTo>
                  <a:lnTo>
                    <a:pt x="1494310" y="414198"/>
                  </a:lnTo>
                  <a:lnTo>
                    <a:pt x="1493531" y="416743"/>
                  </a:lnTo>
                  <a:lnTo>
                    <a:pt x="1493160" y="416766"/>
                  </a:lnTo>
                  <a:lnTo>
                    <a:pt x="1492106" y="419020"/>
                  </a:lnTo>
                  <a:lnTo>
                    <a:pt x="1490287" y="420115"/>
                  </a:lnTo>
                  <a:lnTo>
                    <a:pt x="1487523" y="422791"/>
                  </a:lnTo>
                  <a:lnTo>
                    <a:pt x="1485903" y="423539"/>
                  </a:lnTo>
                  <a:lnTo>
                    <a:pt x="1480826" y="427674"/>
                  </a:lnTo>
                  <a:lnTo>
                    <a:pt x="1480757" y="428075"/>
                  </a:lnTo>
                  <a:lnTo>
                    <a:pt x="1479855" y="428472"/>
                  </a:lnTo>
                  <a:lnTo>
                    <a:pt x="1477211" y="439000"/>
                  </a:lnTo>
                  <a:lnTo>
                    <a:pt x="1476796" y="442431"/>
                  </a:lnTo>
                  <a:lnTo>
                    <a:pt x="1477053" y="443189"/>
                  </a:lnTo>
                  <a:lnTo>
                    <a:pt x="1476521" y="444656"/>
                  </a:lnTo>
                  <a:lnTo>
                    <a:pt x="1476936" y="445840"/>
                  </a:lnTo>
                  <a:lnTo>
                    <a:pt x="1478560" y="448534"/>
                  </a:lnTo>
                  <a:lnTo>
                    <a:pt x="1478515" y="449243"/>
                  </a:lnTo>
                  <a:lnTo>
                    <a:pt x="1477880" y="451669"/>
                  </a:lnTo>
                  <a:lnTo>
                    <a:pt x="1477228" y="453432"/>
                  </a:lnTo>
                  <a:lnTo>
                    <a:pt x="1476455" y="454631"/>
                  </a:lnTo>
                  <a:lnTo>
                    <a:pt x="1476152" y="455430"/>
                  </a:lnTo>
                  <a:lnTo>
                    <a:pt x="1476119" y="456439"/>
                  </a:lnTo>
                  <a:lnTo>
                    <a:pt x="1474174" y="461130"/>
                  </a:lnTo>
                  <a:lnTo>
                    <a:pt x="1474031" y="462281"/>
                  </a:lnTo>
                  <a:lnTo>
                    <a:pt x="1474712" y="463510"/>
                  </a:lnTo>
                  <a:lnTo>
                    <a:pt x="1474569" y="464165"/>
                  </a:lnTo>
                  <a:lnTo>
                    <a:pt x="1473719" y="465036"/>
                  </a:lnTo>
                  <a:lnTo>
                    <a:pt x="1473565" y="465737"/>
                  </a:lnTo>
                  <a:lnTo>
                    <a:pt x="1472490" y="467066"/>
                  </a:lnTo>
                  <a:lnTo>
                    <a:pt x="1471261" y="467514"/>
                  </a:lnTo>
                  <a:lnTo>
                    <a:pt x="1470953" y="468258"/>
                  </a:lnTo>
                  <a:lnTo>
                    <a:pt x="1470926" y="468779"/>
                  </a:lnTo>
                  <a:lnTo>
                    <a:pt x="1471188" y="469246"/>
                  </a:lnTo>
                  <a:lnTo>
                    <a:pt x="1470977" y="469881"/>
                  </a:lnTo>
                  <a:lnTo>
                    <a:pt x="1471098" y="470861"/>
                  </a:lnTo>
                  <a:lnTo>
                    <a:pt x="1471647" y="471737"/>
                  </a:lnTo>
                  <a:lnTo>
                    <a:pt x="1471356" y="472499"/>
                  </a:lnTo>
                  <a:lnTo>
                    <a:pt x="1471711" y="473174"/>
                  </a:lnTo>
                  <a:lnTo>
                    <a:pt x="1471573" y="473841"/>
                  </a:lnTo>
                  <a:lnTo>
                    <a:pt x="1470769" y="474835"/>
                  </a:lnTo>
                  <a:lnTo>
                    <a:pt x="1470406" y="475725"/>
                  </a:lnTo>
                  <a:lnTo>
                    <a:pt x="1470354" y="476789"/>
                  </a:lnTo>
                  <a:lnTo>
                    <a:pt x="1470638" y="477612"/>
                  </a:lnTo>
                  <a:lnTo>
                    <a:pt x="1469211" y="479262"/>
                  </a:lnTo>
                  <a:lnTo>
                    <a:pt x="1468978" y="480120"/>
                  </a:lnTo>
                  <a:lnTo>
                    <a:pt x="1469332" y="480805"/>
                  </a:lnTo>
                  <a:lnTo>
                    <a:pt x="1469176" y="481615"/>
                  </a:lnTo>
                  <a:lnTo>
                    <a:pt x="1498069" y="496841"/>
                  </a:lnTo>
                  <a:lnTo>
                    <a:pt x="1512415" y="504352"/>
                  </a:lnTo>
                  <a:lnTo>
                    <a:pt x="1522550" y="507649"/>
                  </a:lnTo>
                  <a:lnTo>
                    <a:pt x="1530955" y="506651"/>
                  </a:lnTo>
                  <a:lnTo>
                    <a:pt x="1535154" y="506441"/>
                  </a:lnTo>
                  <a:lnTo>
                    <a:pt x="1536424" y="506696"/>
                  </a:lnTo>
                  <a:lnTo>
                    <a:pt x="1540770" y="508042"/>
                  </a:lnTo>
                  <a:lnTo>
                    <a:pt x="1543740" y="508606"/>
                  </a:lnTo>
                  <a:lnTo>
                    <a:pt x="1544193" y="508894"/>
                  </a:lnTo>
                  <a:lnTo>
                    <a:pt x="1544671" y="509822"/>
                  </a:lnTo>
                  <a:lnTo>
                    <a:pt x="1544327" y="510943"/>
                  </a:lnTo>
                  <a:lnTo>
                    <a:pt x="1541721" y="512617"/>
                  </a:lnTo>
                  <a:lnTo>
                    <a:pt x="1541887" y="513213"/>
                  </a:lnTo>
                  <a:lnTo>
                    <a:pt x="1542415" y="513744"/>
                  </a:lnTo>
                  <a:lnTo>
                    <a:pt x="1543847" y="514371"/>
                  </a:lnTo>
                  <a:lnTo>
                    <a:pt x="1549030" y="514721"/>
                  </a:lnTo>
                  <a:lnTo>
                    <a:pt x="1549864" y="514336"/>
                  </a:lnTo>
                  <a:lnTo>
                    <a:pt x="1550352" y="513238"/>
                  </a:lnTo>
                  <a:lnTo>
                    <a:pt x="1550852" y="512795"/>
                  </a:lnTo>
                  <a:lnTo>
                    <a:pt x="1551684" y="512690"/>
                  </a:lnTo>
                  <a:lnTo>
                    <a:pt x="1553369" y="513207"/>
                  </a:lnTo>
                  <a:lnTo>
                    <a:pt x="1555696" y="512633"/>
                  </a:lnTo>
                  <a:lnTo>
                    <a:pt x="1560545" y="513106"/>
                  </a:lnTo>
                  <a:lnTo>
                    <a:pt x="1564636" y="515773"/>
                  </a:lnTo>
                  <a:lnTo>
                    <a:pt x="1565261" y="515977"/>
                  </a:lnTo>
                  <a:lnTo>
                    <a:pt x="1566303" y="515963"/>
                  </a:lnTo>
                  <a:lnTo>
                    <a:pt x="1569295" y="514905"/>
                  </a:lnTo>
                  <a:lnTo>
                    <a:pt x="1570144" y="514852"/>
                  </a:lnTo>
                  <a:lnTo>
                    <a:pt x="1572102" y="515820"/>
                  </a:lnTo>
                  <a:lnTo>
                    <a:pt x="1577873" y="517503"/>
                  </a:lnTo>
                  <a:lnTo>
                    <a:pt x="1583792" y="518358"/>
                  </a:lnTo>
                  <a:lnTo>
                    <a:pt x="1589259" y="520543"/>
                  </a:lnTo>
                  <a:lnTo>
                    <a:pt x="1590718" y="520581"/>
                  </a:lnTo>
                  <a:lnTo>
                    <a:pt x="1592048" y="520172"/>
                  </a:lnTo>
                  <a:lnTo>
                    <a:pt x="1591663" y="522991"/>
                  </a:lnTo>
                  <a:lnTo>
                    <a:pt x="1590764" y="523418"/>
                  </a:lnTo>
                  <a:lnTo>
                    <a:pt x="1590598" y="523884"/>
                  </a:lnTo>
                  <a:lnTo>
                    <a:pt x="1590900" y="524542"/>
                  </a:lnTo>
                  <a:lnTo>
                    <a:pt x="1589778" y="525586"/>
                  </a:lnTo>
                  <a:lnTo>
                    <a:pt x="1589587" y="526748"/>
                  </a:lnTo>
                  <a:lnTo>
                    <a:pt x="1590288" y="527264"/>
                  </a:lnTo>
                  <a:lnTo>
                    <a:pt x="1589906" y="527998"/>
                  </a:lnTo>
                  <a:lnTo>
                    <a:pt x="1590071" y="528598"/>
                  </a:lnTo>
                  <a:lnTo>
                    <a:pt x="1588927" y="529188"/>
                  </a:lnTo>
                  <a:lnTo>
                    <a:pt x="1588498" y="529735"/>
                  </a:lnTo>
                  <a:lnTo>
                    <a:pt x="1588668" y="530534"/>
                  </a:lnTo>
                  <a:lnTo>
                    <a:pt x="1587824" y="532585"/>
                  </a:lnTo>
                  <a:lnTo>
                    <a:pt x="1587829" y="533438"/>
                  </a:lnTo>
                  <a:lnTo>
                    <a:pt x="1587014" y="534753"/>
                  </a:lnTo>
                  <a:lnTo>
                    <a:pt x="1586961" y="536237"/>
                  </a:lnTo>
                  <a:lnTo>
                    <a:pt x="1587270" y="537154"/>
                  </a:lnTo>
                  <a:lnTo>
                    <a:pt x="1587226" y="538087"/>
                  </a:lnTo>
                  <a:lnTo>
                    <a:pt x="1586088" y="539403"/>
                  </a:lnTo>
                  <a:lnTo>
                    <a:pt x="1584750" y="539778"/>
                  </a:lnTo>
                  <a:lnTo>
                    <a:pt x="1583789" y="541455"/>
                  </a:lnTo>
                  <a:lnTo>
                    <a:pt x="1583657" y="542107"/>
                  </a:lnTo>
                  <a:lnTo>
                    <a:pt x="1580433" y="544082"/>
                  </a:lnTo>
                  <a:lnTo>
                    <a:pt x="1579760" y="544858"/>
                  </a:lnTo>
                  <a:lnTo>
                    <a:pt x="1579142" y="545030"/>
                  </a:lnTo>
                  <a:lnTo>
                    <a:pt x="1578534" y="545887"/>
                  </a:lnTo>
                  <a:lnTo>
                    <a:pt x="1578596" y="546399"/>
                  </a:lnTo>
                  <a:lnTo>
                    <a:pt x="1577701" y="547224"/>
                  </a:lnTo>
                  <a:lnTo>
                    <a:pt x="1575786" y="550102"/>
                  </a:lnTo>
                  <a:lnTo>
                    <a:pt x="1575312" y="551579"/>
                  </a:lnTo>
                  <a:lnTo>
                    <a:pt x="1575549" y="552208"/>
                  </a:lnTo>
                  <a:lnTo>
                    <a:pt x="1574994" y="553513"/>
                  </a:lnTo>
                  <a:lnTo>
                    <a:pt x="1574575" y="553808"/>
                  </a:lnTo>
                  <a:lnTo>
                    <a:pt x="1574610" y="554337"/>
                  </a:lnTo>
                  <a:lnTo>
                    <a:pt x="1574035" y="554776"/>
                  </a:lnTo>
                  <a:lnTo>
                    <a:pt x="1574093" y="555344"/>
                  </a:lnTo>
                  <a:lnTo>
                    <a:pt x="1573553" y="557794"/>
                  </a:lnTo>
                  <a:lnTo>
                    <a:pt x="1573638" y="558378"/>
                  </a:lnTo>
                  <a:lnTo>
                    <a:pt x="1573381" y="559001"/>
                  </a:lnTo>
                  <a:lnTo>
                    <a:pt x="1573719" y="559287"/>
                  </a:lnTo>
                  <a:lnTo>
                    <a:pt x="1573518" y="562077"/>
                  </a:lnTo>
                  <a:lnTo>
                    <a:pt x="1573861" y="563425"/>
                  </a:lnTo>
                  <a:lnTo>
                    <a:pt x="1573490" y="566765"/>
                  </a:lnTo>
                  <a:lnTo>
                    <a:pt x="1573764" y="567444"/>
                  </a:lnTo>
                  <a:lnTo>
                    <a:pt x="1573106" y="569279"/>
                  </a:lnTo>
                  <a:lnTo>
                    <a:pt x="1572634" y="570064"/>
                  </a:lnTo>
                  <a:lnTo>
                    <a:pt x="1568579" y="573540"/>
                  </a:lnTo>
                  <a:lnTo>
                    <a:pt x="1566851" y="574275"/>
                  </a:lnTo>
                  <a:lnTo>
                    <a:pt x="1565727" y="574192"/>
                  </a:lnTo>
                  <a:lnTo>
                    <a:pt x="1562083" y="574981"/>
                  </a:lnTo>
                  <a:lnTo>
                    <a:pt x="1560892" y="576300"/>
                  </a:lnTo>
                  <a:lnTo>
                    <a:pt x="1558264" y="578078"/>
                  </a:lnTo>
                  <a:lnTo>
                    <a:pt x="1555833" y="581538"/>
                  </a:lnTo>
                  <a:lnTo>
                    <a:pt x="1553581" y="580198"/>
                  </a:lnTo>
                  <a:lnTo>
                    <a:pt x="1551418" y="579716"/>
                  </a:lnTo>
                  <a:lnTo>
                    <a:pt x="1550097" y="578510"/>
                  </a:lnTo>
                  <a:lnTo>
                    <a:pt x="1547395" y="580279"/>
                  </a:lnTo>
                  <a:lnTo>
                    <a:pt x="1543970" y="586603"/>
                  </a:lnTo>
                  <a:lnTo>
                    <a:pt x="1537722" y="591956"/>
                  </a:lnTo>
                  <a:lnTo>
                    <a:pt x="1537087" y="593855"/>
                  </a:lnTo>
                  <a:lnTo>
                    <a:pt x="1536504" y="593965"/>
                  </a:lnTo>
                  <a:lnTo>
                    <a:pt x="1537062" y="595230"/>
                  </a:lnTo>
                  <a:lnTo>
                    <a:pt x="1538561" y="597380"/>
                  </a:lnTo>
                  <a:lnTo>
                    <a:pt x="1538857" y="598589"/>
                  </a:lnTo>
                  <a:lnTo>
                    <a:pt x="1538129" y="607980"/>
                  </a:lnTo>
                  <a:lnTo>
                    <a:pt x="1536801" y="610034"/>
                  </a:lnTo>
                  <a:lnTo>
                    <a:pt x="1534815" y="614835"/>
                  </a:lnTo>
                  <a:lnTo>
                    <a:pt x="1531833" y="620476"/>
                  </a:lnTo>
                  <a:lnTo>
                    <a:pt x="1529173" y="623194"/>
                  </a:lnTo>
                  <a:lnTo>
                    <a:pt x="1526721" y="627788"/>
                  </a:lnTo>
                  <a:lnTo>
                    <a:pt x="1527703" y="631789"/>
                  </a:lnTo>
                  <a:lnTo>
                    <a:pt x="1524480" y="634948"/>
                  </a:lnTo>
                  <a:lnTo>
                    <a:pt x="1520699" y="635595"/>
                  </a:lnTo>
                  <a:lnTo>
                    <a:pt x="1521039" y="637822"/>
                  </a:lnTo>
                  <a:lnTo>
                    <a:pt x="1520875" y="641545"/>
                  </a:lnTo>
                  <a:lnTo>
                    <a:pt x="1522666" y="645391"/>
                  </a:lnTo>
                  <a:lnTo>
                    <a:pt x="1522718" y="647789"/>
                  </a:lnTo>
                  <a:lnTo>
                    <a:pt x="1524709" y="649369"/>
                  </a:lnTo>
                  <a:lnTo>
                    <a:pt x="1525892" y="650956"/>
                  </a:lnTo>
                  <a:lnTo>
                    <a:pt x="1526926" y="653392"/>
                  </a:lnTo>
                  <a:lnTo>
                    <a:pt x="1527747" y="653291"/>
                  </a:lnTo>
                  <a:lnTo>
                    <a:pt x="1529222" y="652582"/>
                  </a:lnTo>
                  <a:lnTo>
                    <a:pt x="1530471" y="653229"/>
                  </a:lnTo>
                  <a:lnTo>
                    <a:pt x="1532417" y="653485"/>
                  </a:lnTo>
                  <a:lnTo>
                    <a:pt x="1533644" y="653372"/>
                  </a:lnTo>
                  <a:lnTo>
                    <a:pt x="1535676" y="652448"/>
                  </a:lnTo>
                  <a:lnTo>
                    <a:pt x="1537181" y="652900"/>
                  </a:lnTo>
                  <a:lnTo>
                    <a:pt x="1537359" y="653480"/>
                  </a:lnTo>
                  <a:lnTo>
                    <a:pt x="1538494" y="653668"/>
                  </a:lnTo>
                  <a:lnTo>
                    <a:pt x="1540057" y="655808"/>
                  </a:lnTo>
                  <a:lnTo>
                    <a:pt x="1543598" y="655469"/>
                  </a:lnTo>
                  <a:lnTo>
                    <a:pt x="1551891" y="649632"/>
                  </a:lnTo>
                  <a:lnTo>
                    <a:pt x="1551898" y="651172"/>
                  </a:lnTo>
                  <a:lnTo>
                    <a:pt x="1553675" y="652189"/>
                  </a:lnTo>
                  <a:lnTo>
                    <a:pt x="1556599" y="654852"/>
                  </a:lnTo>
                  <a:lnTo>
                    <a:pt x="1557586" y="656026"/>
                  </a:lnTo>
                  <a:lnTo>
                    <a:pt x="1557040" y="657437"/>
                  </a:lnTo>
                  <a:lnTo>
                    <a:pt x="1556775" y="659396"/>
                  </a:lnTo>
                  <a:lnTo>
                    <a:pt x="1556990" y="660962"/>
                  </a:lnTo>
                  <a:lnTo>
                    <a:pt x="1559616" y="662811"/>
                  </a:lnTo>
                  <a:lnTo>
                    <a:pt x="1559606" y="664670"/>
                  </a:lnTo>
                  <a:lnTo>
                    <a:pt x="1562864" y="672368"/>
                  </a:lnTo>
                  <a:lnTo>
                    <a:pt x="1559986" y="677507"/>
                  </a:lnTo>
                  <a:lnTo>
                    <a:pt x="1557802" y="680076"/>
                  </a:lnTo>
                  <a:lnTo>
                    <a:pt x="1556603" y="682467"/>
                  </a:lnTo>
                  <a:lnTo>
                    <a:pt x="1553485" y="684324"/>
                  </a:lnTo>
                  <a:lnTo>
                    <a:pt x="1553002" y="687141"/>
                  </a:lnTo>
                  <a:lnTo>
                    <a:pt x="1544699" y="700323"/>
                  </a:lnTo>
                  <a:lnTo>
                    <a:pt x="1544568" y="703739"/>
                  </a:lnTo>
                  <a:lnTo>
                    <a:pt x="1544942" y="706609"/>
                  </a:lnTo>
                  <a:lnTo>
                    <a:pt x="1544714" y="707508"/>
                  </a:lnTo>
                  <a:lnTo>
                    <a:pt x="1544325" y="708340"/>
                  </a:lnTo>
                  <a:lnTo>
                    <a:pt x="1543771" y="708829"/>
                  </a:lnTo>
                  <a:lnTo>
                    <a:pt x="1543529" y="709700"/>
                  </a:lnTo>
                  <a:lnTo>
                    <a:pt x="1544032" y="715608"/>
                  </a:lnTo>
                  <a:lnTo>
                    <a:pt x="1545553" y="721466"/>
                  </a:lnTo>
                  <a:lnTo>
                    <a:pt x="1543627" y="730123"/>
                  </a:lnTo>
                  <a:lnTo>
                    <a:pt x="1537007" y="731486"/>
                  </a:lnTo>
                  <a:lnTo>
                    <a:pt x="1528266" y="738021"/>
                  </a:lnTo>
                  <a:lnTo>
                    <a:pt x="1519379" y="746999"/>
                  </a:lnTo>
                  <a:lnTo>
                    <a:pt x="1514720" y="752181"/>
                  </a:lnTo>
                  <a:lnTo>
                    <a:pt x="1517161" y="758428"/>
                  </a:lnTo>
                  <a:lnTo>
                    <a:pt x="1517911" y="762356"/>
                  </a:lnTo>
                  <a:lnTo>
                    <a:pt x="1518141" y="763567"/>
                  </a:lnTo>
                  <a:lnTo>
                    <a:pt x="1517998" y="765210"/>
                  </a:lnTo>
                  <a:lnTo>
                    <a:pt x="1518261" y="765698"/>
                  </a:lnTo>
                  <a:lnTo>
                    <a:pt x="1519211" y="765724"/>
                  </a:lnTo>
                  <a:lnTo>
                    <a:pt x="1519859" y="766103"/>
                  </a:lnTo>
                  <a:lnTo>
                    <a:pt x="1520984" y="767596"/>
                  </a:lnTo>
                  <a:lnTo>
                    <a:pt x="1520219" y="768854"/>
                  </a:lnTo>
                  <a:lnTo>
                    <a:pt x="1519809" y="770453"/>
                  </a:lnTo>
                  <a:lnTo>
                    <a:pt x="1520481" y="774665"/>
                  </a:lnTo>
                  <a:lnTo>
                    <a:pt x="1521690" y="776478"/>
                  </a:lnTo>
                  <a:lnTo>
                    <a:pt x="1521122" y="780356"/>
                  </a:lnTo>
                  <a:lnTo>
                    <a:pt x="1520300" y="782223"/>
                  </a:lnTo>
                  <a:lnTo>
                    <a:pt x="1517489" y="783593"/>
                  </a:lnTo>
                  <a:lnTo>
                    <a:pt x="1516861" y="784559"/>
                  </a:lnTo>
                  <a:lnTo>
                    <a:pt x="1515405" y="785099"/>
                  </a:lnTo>
                  <a:lnTo>
                    <a:pt x="1515185" y="785675"/>
                  </a:lnTo>
                  <a:lnTo>
                    <a:pt x="1515698" y="786549"/>
                  </a:lnTo>
                  <a:lnTo>
                    <a:pt x="1515096" y="787706"/>
                  </a:lnTo>
                  <a:lnTo>
                    <a:pt x="1514784" y="789228"/>
                  </a:lnTo>
                  <a:lnTo>
                    <a:pt x="1514029" y="790159"/>
                  </a:lnTo>
                  <a:lnTo>
                    <a:pt x="1511624" y="791904"/>
                  </a:lnTo>
                  <a:lnTo>
                    <a:pt x="1513403" y="793319"/>
                  </a:lnTo>
                  <a:lnTo>
                    <a:pt x="1513090" y="794878"/>
                  </a:lnTo>
                  <a:lnTo>
                    <a:pt x="1513118" y="797478"/>
                  </a:lnTo>
                  <a:lnTo>
                    <a:pt x="1513709" y="799391"/>
                  </a:lnTo>
                  <a:lnTo>
                    <a:pt x="1513603" y="802283"/>
                  </a:lnTo>
                  <a:lnTo>
                    <a:pt x="1514556" y="804200"/>
                  </a:lnTo>
                  <a:lnTo>
                    <a:pt x="1513031" y="807160"/>
                  </a:lnTo>
                  <a:lnTo>
                    <a:pt x="1512547" y="808982"/>
                  </a:lnTo>
                  <a:lnTo>
                    <a:pt x="1513359" y="810176"/>
                  </a:lnTo>
                  <a:lnTo>
                    <a:pt x="1513127" y="812245"/>
                  </a:lnTo>
                  <a:lnTo>
                    <a:pt x="1513880" y="812927"/>
                  </a:lnTo>
                  <a:lnTo>
                    <a:pt x="1513583" y="813633"/>
                  </a:lnTo>
                  <a:lnTo>
                    <a:pt x="1515713" y="816971"/>
                  </a:lnTo>
                  <a:lnTo>
                    <a:pt x="1515647" y="817643"/>
                  </a:lnTo>
                  <a:lnTo>
                    <a:pt x="1516235" y="819885"/>
                  </a:lnTo>
                  <a:lnTo>
                    <a:pt x="1518130" y="821819"/>
                  </a:lnTo>
                  <a:lnTo>
                    <a:pt x="1518121" y="824172"/>
                  </a:lnTo>
                  <a:lnTo>
                    <a:pt x="1520187" y="826529"/>
                  </a:lnTo>
                  <a:lnTo>
                    <a:pt x="1524159" y="829218"/>
                  </a:lnTo>
                  <a:lnTo>
                    <a:pt x="1527497" y="839304"/>
                  </a:lnTo>
                  <a:lnTo>
                    <a:pt x="1532766" y="839434"/>
                  </a:lnTo>
                  <a:lnTo>
                    <a:pt x="1534260" y="840464"/>
                  </a:lnTo>
                  <a:lnTo>
                    <a:pt x="1540353" y="841730"/>
                  </a:lnTo>
                  <a:lnTo>
                    <a:pt x="1545233" y="847655"/>
                  </a:lnTo>
                  <a:lnTo>
                    <a:pt x="1552692" y="855477"/>
                  </a:lnTo>
                  <a:lnTo>
                    <a:pt x="1555567" y="863187"/>
                  </a:lnTo>
                  <a:lnTo>
                    <a:pt x="1555657" y="865852"/>
                  </a:lnTo>
                  <a:lnTo>
                    <a:pt x="1560104" y="869281"/>
                  </a:lnTo>
                  <a:lnTo>
                    <a:pt x="1561565" y="869549"/>
                  </a:lnTo>
                  <a:lnTo>
                    <a:pt x="1563069" y="869067"/>
                  </a:lnTo>
                  <a:lnTo>
                    <a:pt x="1568288" y="868896"/>
                  </a:lnTo>
                  <a:lnTo>
                    <a:pt x="1573607" y="868172"/>
                  </a:lnTo>
                  <a:lnTo>
                    <a:pt x="1575188" y="868302"/>
                  </a:lnTo>
                  <a:lnTo>
                    <a:pt x="1576094" y="870651"/>
                  </a:lnTo>
                  <a:lnTo>
                    <a:pt x="1581473" y="874380"/>
                  </a:lnTo>
                  <a:lnTo>
                    <a:pt x="1585516" y="875772"/>
                  </a:lnTo>
                  <a:lnTo>
                    <a:pt x="1589621" y="876008"/>
                  </a:lnTo>
                  <a:lnTo>
                    <a:pt x="1595897" y="880588"/>
                  </a:lnTo>
                  <a:lnTo>
                    <a:pt x="1597713" y="882271"/>
                  </a:lnTo>
                  <a:lnTo>
                    <a:pt x="1600201" y="882198"/>
                  </a:lnTo>
                  <a:lnTo>
                    <a:pt x="1601554" y="882477"/>
                  </a:lnTo>
                  <a:lnTo>
                    <a:pt x="1603117" y="883790"/>
                  </a:lnTo>
                  <a:lnTo>
                    <a:pt x="1604586" y="886442"/>
                  </a:lnTo>
                  <a:lnTo>
                    <a:pt x="1605892" y="886501"/>
                  </a:lnTo>
                  <a:lnTo>
                    <a:pt x="1611754" y="887939"/>
                  </a:lnTo>
                  <a:lnTo>
                    <a:pt x="1617140" y="891275"/>
                  </a:lnTo>
                  <a:lnTo>
                    <a:pt x="1619306" y="894790"/>
                  </a:lnTo>
                  <a:lnTo>
                    <a:pt x="1625885" y="898698"/>
                  </a:lnTo>
                  <a:lnTo>
                    <a:pt x="1630561" y="900113"/>
                  </a:lnTo>
                  <a:lnTo>
                    <a:pt x="1631492" y="902868"/>
                  </a:lnTo>
                  <a:lnTo>
                    <a:pt x="1633434" y="903661"/>
                  </a:lnTo>
                  <a:lnTo>
                    <a:pt x="1633887" y="905380"/>
                  </a:lnTo>
                  <a:lnTo>
                    <a:pt x="1633806" y="905972"/>
                  </a:lnTo>
                  <a:lnTo>
                    <a:pt x="1633397" y="906488"/>
                  </a:lnTo>
                  <a:lnTo>
                    <a:pt x="1633342" y="907497"/>
                  </a:lnTo>
                  <a:lnTo>
                    <a:pt x="1636413" y="905683"/>
                  </a:lnTo>
                  <a:lnTo>
                    <a:pt x="1637313" y="910191"/>
                  </a:lnTo>
                  <a:lnTo>
                    <a:pt x="1636617" y="912816"/>
                  </a:lnTo>
                  <a:lnTo>
                    <a:pt x="1635554" y="913978"/>
                  </a:lnTo>
                  <a:lnTo>
                    <a:pt x="1637275" y="917092"/>
                  </a:lnTo>
                  <a:lnTo>
                    <a:pt x="1637287" y="920740"/>
                  </a:lnTo>
                  <a:lnTo>
                    <a:pt x="1638177" y="921920"/>
                  </a:lnTo>
                  <a:lnTo>
                    <a:pt x="1638181" y="922706"/>
                  </a:lnTo>
                  <a:lnTo>
                    <a:pt x="1637300" y="923720"/>
                  </a:lnTo>
                  <a:lnTo>
                    <a:pt x="1636399" y="925405"/>
                  </a:lnTo>
                  <a:lnTo>
                    <a:pt x="1635923" y="925874"/>
                  </a:lnTo>
                  <a:lnTo>
                    <a:pt x="1635784" y="926487"/>
                  </a:lnTo>
                  <a:lnTo>
                    <a:pt x="1634965" y="927478"/>
                  </a:lnTo>
                  <a:lnTo>
                    <a:pt x="1635235" y="928469"/>
                  </a:lnTo>
                  <a:lnTo>
                    <a:pt x="1634999" y="929436"/>
                  </a:lnTo>
                  <a:lnTo>
                    <a:pt x="1634523" y="929929"/>
                  </a:lnTo>
                  <a:lnTo>
                    <a:pt x="1633873" y="929926"/>
                  </a:lnTo>
                  <a:lnTo>
                    <a:pt x="1632463" y="930542"/>
                  </a:lnTo>
                  <a:lnTo>
                    <a:pt x="1631526" y="932265"/>
                  </a:lnTo>
                  <a:lnTo>
                    <a:pt x="1631485" y="932705"/>
                  </a:lnTo>
                  <a:lnTo>
                    <a:pt x="1630810" y="933311"/>
                  </a:lnTo>
                  <a:lnTo>
                    <a:pt x="1630744" y="934113"/>
                  </a:lnTo>
                  <a:lnTo>
                    <a:pt x="1631093" y="935658"/>
                  </a:lnTo>
                  <a:lnTo>
                    <a:pt x="1631019" y="937864"/>
                  </a:lnTo>
                  <a:lnTo>
                    <a:pt x="1629951" y="940167"/>
                  </a:lnTo>
                  <a:lnTo>
                    <a:pt x="1630067" y="942133"/>
                  </a:lnTo>
                  <a:lnTo>
                    <a:pt x="1629647" y="942812"/>
                  </a:lnTo>
                  <a:lnTo>
                    <a:pt x="1629908" y="943928"/>
                  </a:lnTo>
                  <a:lnTo>
                    <a:pt x="1628571" y="944754"/>
                  </a:lnTo>
                  <a:lnTo>
                    <a:pt x="1627374" y="947530"/>
                  </a:lnTo>
                  <a:lnTo>
                    <a:pt x="1626528" y="948612"/>
                  </a:lnTo>
                  <a:lnTo>
                    <a:pt x="1625547" y="949275"/>
                  </a:lnTo>
                  <a:lnTo>
                    <a:pt x="1625380" y="950353"/>
                  </a:lnTo>
                  <a:lnTo>
                    <a:pt x="1623961" y="952392"/>
                  </a:lnTo>
                  <a:lnTo>
                    <a:pt x="1623070" y="952759"/>
                  </a:lnTo>
                  <a:lnTo>
                    <a:pt x="1623172" y="955427"/>
                  </a:lnTo>
                  <a:lnTo>
                    <a:pt x="1622383" y="956239"/>
                  </a:lnTo>
                  <a:lnTo>
                    <a:pt x="1622343" y="957272"/>
                  </a:lnTo>
                  <a:lnTo>
                    <a:pt x="1620836" y="958699"/>
                  </a:lnTo>
                  <a:lnTo>
                    <a:pt x="1620655" y="960259"/>
                  </a:lnTo>
                  <a:lnTo>
                    <a:pt x="1620106" y="961706"/>
                  </a:lnTo>
                  <a:lnTo>
                    <a:pt x="1620423" y="963329"/>
                  </a:lnTo>
                  <a:lnTo>
                    <a:pt x="1620146" y="964518"/>
                  </a:lnTo>
                  <a:lnTo>
                    <a:pt x="1620544" y="965199"/>
                  </a:lnTo>
                  <a:lnTo>
                    <a:pt x="1619905" y="966880"/>
                  </a:lnTo>
                  <a:lnTo>
                    <a:pt x="1619880" y="968280"/>
                  </a:lnTo>
                  <a:lnTo>
                    <a:pt x="1619250" y="970031"/>
                  </a:lnTo>
                  <a:lnTo>
                    <a:pt x="1618723" y="971239"/>
                  </a:lnTo>
                  <a:lnTo>
                    <a:pt x="1618167" y="971781"/>
                  </a:lnTo>
                  <a:lnTo>
                    <a:pt x="1618170" y="972687"/>
                  </a:lnTo>
                  <a:lnTo>
                    <a:pt x="1618444" y="973306"/>
                  </a:lnTo>
                  <a:lnTo>
                    <a:pt x="1618038" y="974399"/>
                  </a:lnTo>
                  <a:lnTo>
                    <a:pt x="1618148" y="976030"/>
                  </a:lnTo>
                  <a:lnTo>
                    <a:pt x="1616421" y="978064"/>
                  </a:lnTo>
                  <a:lnTo>
                    <a:pt x="1614886" y="978157"/>
                  </a:lnTo>
                  <a:lnTo>
                    <a:pt x="1613891" y="978456"/>
                  </a:lnTo>
                  <a:lnTo>
                    <a:pt x="1614014" y="979081"/>
                  </a:lnTo>
                  <a:lnTo>
                    <a:pt x="1613385" y="979643"/>
                  </a:lnTo>
                  <a:lnTo>
                    <a:pt x="1612032" y="980188"/>
                  </a:lnTo>
                  <a:lnTo>
                    <a:pt x="1612001" y="980847"/>
                  </a:lnTo>
                  <a:lnTo>
                    <a:pt x="1611358" y="981643"/>
                  </a:lnTo>
                  <a:lnTo>
                    <a:pt x="1610163" y="982245"/>
                  </a:lnTo>
                  <a:lnTo>
                    <a:pt x="1609541" y="983496"/>
                  </a:lnTo>
                  <a:lnTo>
                    <a:pt x="1608781" y="983898"/>
                  </a:lnTo>
                  <a:lnTo>
                    <a:pt x="1608079" y="985289"/>
                  </a:lnTo>
                  <a:lnTo>
                    <a:pt x="1606782" y="986476"/>
                  </a:lnTo>
                  <a:lnTo>
                    <a:pt x="1606876" y="987178"/>
                  </a:lnTo>
                  <a:lnTo>
                    <a:pt x="1607568" y="988055"/>
                  </a:lnTo>
                  <a:lnTo>
                    <a:pt x="1607339" y="988909"/>
                  </a:lnTo>
                  <a:lnTo>
                    <a:pt x="1607640" y="990275"/>
                  </a:lnTo>
                  <a:lnTo>
                    <a:pt x="1607844" y="991009"/>
                  </a:lnTo>
                  <a:lnTo>
                    <a:pt x="1608252" y="991355"/>
                  </a:lnTo>
                  <a:lnTo>
                    <a:pt x="1608104" y="992465"/>
                  </a:lnTo>
                  <a:lnTo>
                    <a:pt x="1608497" y="993463"/>
                  </a:lnTo>
                  <a:lnTo>
                    <a:pt x="1607734" y="997122"/>
                  </a:lnTo>
                  <a:lnTo>
                    <a:pt x="1608110" y="999191"/>
                  </a:lnTo>
                  <a:lnTo>
                    <a:pt x="1609956" y="1001163"/>
                  </a:lnTo>
                  <a:lnTo>
                    <a:pt x="1610463" y="1001267"/>
                  </a:lnTo>
                  <a:lnTo>
                    <a:pt x="1611684" y="1000680"/>
                  </a:lnTo>
                  <a:lnTo>
                    <a:pt x="1612152" y="1000908"/>
                  </a:lnTo>
                  <a:lnTo>
                    <a:pt x="1612641" y="1001769"/>
                  </a:lnTo>
                  <a:lnTo>
                    <a:pt x="1612699" y="1002616"/>
                  </a:lnTo>
                  <a:lnTo>
                    <a:pt x="1613253" y="1003112"/>
                  </a:lnTo>
                  <a:lnTo>
                    <a:pt x="1614251" y="1005488"/>
                  </a:lnTo>
                  <a:lnTo>
                    <a:pt x="1614499" y="1007202"/>
                  </a:lnTo>
                  <a:lnTo>
                    <a:pt x="1615868" y="1008685"/>
                  </a:lnTo>
                  <a:lnTo>
                    <a:pt x="1616951" y="1009325"/>
                  </a:lnTo>
                  <a:lnTo>
                    <a:pt x="1618184" y="1009690"/>
                  </a:lnTo>
                  <a:lnTo>
                    <a:pt x="1618190" y="1010832"/>
                  </a:lnTo>
                  <a:lnTo>
                    <a:pt x="1618539" y="1011749"/>
                  </a:lnTo>
                  <a:lnTo>
                    <a:pt x="1618249" y="1013062"/>
                  </a:lnTo>
                  <a:lnTo>
                    <a:pt x="1618332" y="1014778"/>
                  </a:lnTo>
                  <a:lnTo>
                    <a:pt x="1617965" y="1015197"/>
                  </a:lnTo>
                  <a:lnTo>
                    <a:pt x="1618242" y="1015629"/>
                  </a:lnTo>
                  <a:lnTo>
                    <a:pt x="1618283" y="1016523"/>
                  </a:lnTo>
                  <a:lnTo>
                    <a:pt x="1618368" y="1017676"/>
                  </a:lnTo>
                  <a:lnTo>
                    <a:pt x="1616400" y="1029505"/>
                  </a:lnTo>
                  <a:lnTo>
                    <a:pt x="1616567" y="1029898"/>
                  </a:lnTo>
                  <a:lnTo>
                    <a:pt x="1620149" y="1038194"/>
                  </a:lnTo>
                  <a:lnTo>
                    <a:pt x="1621053" y="1039657"/>
                  </a:lnTo>
                  <a:lnTo>
                    <a:pt x="1625820" y="1044474"/>
                  </a:lnTo>
                  <a:lnTo>
                    <a:pt x="1626805" y="1046915"/>
                  </a:lnTo>
                  <a:lnTo>
                    <a:pt x="1626841" y="1047371"/>
                  </a:lnTo>
                  <a:lnTo>
                    <a:pt x="1626398" y="1048068"/>
                  </a:lnTo>
                  <a:lnTo>
                    <a:pt x="1625659" y="1050731"/>
                  </a:lnTo>
                  <a:lnTo>
                    <a:pt x="1625669" y="1052222"/>
                  </a:lnTo>
                  <a:lnTo>
                    <a:pt x="1626615" y="1055605"/>
                  </a:lnTo>
                  <a:lnTo>
                    <a:pt x="1626604" y="1056550"/>
                  </a:lnTo>
                  <a:lnTo>
                    <a:pt x="1627329" y="1059385"/>
                  </a:lnTo>
                  <a:lnTo>
                    <a:pt x="1629326" y="1063198"/>
                  </a:lnTo>
                  <a:lnTo>
                    <a:pt x="1628284" y="1065840"/>
                  </a:lnTo>
                  <a:lnTo>
                    <a:pt x="1627643" y="1068427"/>
                  </a:lnTo>
                  <a:lnTo>
                    <a:pt x="1628928" y="1071174"/>
                  </a:lnTo>
                  <a:lnTo>
                    <a:pt x="1629791" y="1072206"/>
                  </a:lnTo>
                  <a:lnTo>
                    <a:pt x="1630746" y="1074211"/>
                  </a:lnTo>
                  <a:lnTo>
                    <a:pt x="1631111" y="1080915"/>
                  </a:lnTo>
                  <a:lnTo>
                    <a:pt x="1635321" y="1084043"/>
                  </a:lnTo>
                  <a:lnTo>
                    <a:pt x="1635185" y="1085680"/>
                  </a:lnTo>
                  <a:lnTo>
                    <a:pt x="1635475" y="1086189"/>
                  </a:lnTo>
                  <a:lnTo>
                    <a:pt x="1635444" y="1086971"/>
                  </a:lnTo>
                  <a:lnTo>
                    <a:pt x="1635911" y="1087736"/>
                  </a:lnTo>
                  <a:lnTo>
                    <a:pt x="1635653" y="1089083"/>
                  </a:lnTo>
                  <a:lnTo>
                    <a:pt x="1635989" y="1091691"/>
                  </a:lnTo>
                  <a:lnTo>
                    <a:pt x="1638121" y="1093558"/>
                  </a:lnTo>
                  <a:lnTo>
                    <a:pt x="1639745" y="1095729"/>
                  </a:lnTo>
                  <a:lnTo>
                    <a:pt x="1639923" y="1096683"/>
                  </a:lnTo>
                  <a:lnTo>
                    <a:pt x="1639734" y="1097108"/>
                  </a:lnTo>
                  <a:lnTo>
                    <a:pt x="1640636" y="1098694"/>
                  </a:lnTo>
                  <a:lnTo>
                    <a:pt x="1641254" y="1101693"/>
                  </a:lnTo>
                  <a:lnTo>
                    <a:pt x="1642387" y="1103891"/>
                  </a:lnTo>
                  <a:lnTo>
                    <a:pt x="1643150" y="1106933"/>
                  </a:lnTo>
                  <a:lnTo>
                    <a:pt x="1644091" y="1109030"/>
                  </a:lnTo>
                  <a:lnTo>
                    <a:pt x="1646400" y="1113018"/>
                  </a:lnTo>
                  <a:lnTo>
                    <a:pt x="1645187" y="1114308"/>
                  </a:lnTo>
                  <a:lnTo>
                    <a:pt x="1644885" y="1114996"/>
                  </a:lnTo>
                  <a:lnTo>
                    <a:pt x="1644820" y="1116009"/>
                  </a:lnTo>
                  <a:lnTo>
                    <a:pt x="1645173" y="1116893"/>
                  </a:lnTo>
                  <a:lnTo>
                    <a:pt x="1646102" y="1118050"/>
                  </a:lnTo>
                  <a:lnTo>
                    <a:pt x="1647334" y="1118912"/>
                  </a:lnTo>
                  <a:lnTo>
                    <a:pt x="1647445" y="1121955"/>
                  </a:lnTo>
                  <a:lnTo>
                    <a:pt x="1647967" y="1123746"/>
                  </a:lnTo>
                  <a:lnTo>
                    <a:pt x="1648027" y="1126179"/>
                  </a:lnTo>
                  <a:lnTo>
                    <a:pt x="1649361" y="1128017"/>
                  </a:lnTo>
                  <a:lnTo>
                    <a:pt x="1649854" y="1128343"/>
                  </a:lnTo>
                  <a:lnTo>
                    <a:pt x="1650529" y="1129838"/>
                  </a:lnTo>
                  <a:lnTo>
                    <a:pt x="1650595" y="1130492"/>
                  </a:lnTo>
                  <a:lnTo>
                    <a:pt x="1649216" y="1134075"/>
                  </a:lnTo>
                  <a:lnTo>
                    <a:pt x="1646196" y="1137344"/>
                  </a:lnTo>
                  <a:lnTo>
                    <a:pt x="1645960" y="1139501"/>
                  </a:lnTo>
                  <a:lnTo>
                    <a:pt x="1645090" y="1142398"/>
                  </a:lnTo>
                  <a:lnTo>
                    <a:pt x="1643105" y="1148240"/>
                  </a:lnTo>
                  <a:lnTo>
                    <a:pt x="1641951" y="1149898"/>
                  </a:lnTo>
                  <a:lnTo>
                    <a:pt x="1642839" y="1152417"/>
                  </a:lnTo>
                  <a:lnTo>
                    <a:pt x="1642040" y="1154119"/>
                  </a:lnTo>
                  <a:lnTo>
                    <a:pt x="1642344" y="1157494"/>
                  </a:lnTo>
                  <a:lnTo>
                    <a:pt x="1644120" y="1159114"/>
                  </a:lnTo>
                  <a:lnTo>
                    <a:pt x="1648705" y="1159314"/>
                  </a:lnTo>
                  <a:lnTo>
                    <a:pt x="1649951" y="1160387"/>
                  </a:lnTo>
                  <a:lnTo>
                    <a:pt x="1648920" y="1164294"/>
                  </a:lnTo>
                  <a:lnTo>
                    <a:pt x="1648892" y="1168664"/>
                  </a:lnTo>
                  <a:lnTo>
                    <a:pt x="1649330" y="1175363"/>
                  </a:lnTo>
                  <a:lnTo>
                    <a:pt x="1646905" y="1178409"/>
                  </a:lnTo>
                  <a:lnTo>
                    <a:pt x="1646681" y="1180711"/>
                  </a:lnTo>
                  <a:lnTo>
                    <a:pt x="1647535" y="1182710"/>
                  </a:lnTo>
                  <a:lnTo>
                    <a:pt x="1647231" y="1183946"/>
                  </a:lnTo>
                  <a:lnTo>
                    <a:pt x="1646451" y="1184604"/>
                  </a:lnTo>
                  <a:lnTo>
                    <a:pt x="1645253" y="1186769"/>
                  </a:lnTo>
                  <a:lnTo>
                    <a:pt x="1644664" y="1187295"/>
                  </a:lnTo>
                  <a:lnTo>
                    <a:pt x="1644491" y="1187953"/>
                  </a:lnTo>
                  <a:lnTo>
                    <a:pt x="1644726" y="1188409"/>
                  </a:lnTo>
                  <a:lnTo>
                    <a:pt x="1645365" y="1188833"/>
                  </a:lnTo>
                  <a:lnTo>
                    <a:pt x="1645337" y="1189352"/>
                  </a:lnTo>
                  <a:lnTo>
                    <a:pt x="1647086" y="1190179"/>
                  </a:lnTo>
                  <a:lnTo>
                    <a:pt x="1647989" y="1191448"/>
                  </a:lnTo>
                  <a:lnTo>
                    <a:pt x="1648510" y="1194268"/>
                  </a:lnTo>
                  <a:lnTo>
                    <a:pt x="1649870" y="1195582"/>
                  </a:lnTo>
                  <a:lnTo>
                    <a:pt x="1651162" y="1197889"/>
                  </a:lnTo>
                  <a:lnTo>
                    <a:pt x="1653322" y="1200275"/>
                  </a:lnTo>
                  <a:lnTo>
                    <a:pt x="1653556" y="1201783"/>
                  </a:lnTo>
                  <a:lnTo>
                    <a:pt x="1655611" y="1203999"/>
                  </a:lnTo>
                  <a:lnTo>
                    <a:pt x="1656303" y="1204386"/>
                  </a:lnTo>
                  <a:lnTo>
                    <a:pt x="1660340" y="1203474"/>
                  </a:lnTo>
                  <a:lnTo>
                    <a:pt x="1661587" y="1203969"/>
                  </a:lnTo>
                  <a:lnTo>
                    <a:pt x="1663234" y="1204217"/>
                  </a:lnTo>
                  <a:lnTo>
                    <a:pt x="1667813" y="1204366"/>
                  </a:lnTo>
                  <a:lnTo>
                    <a:pt x="1669775" y="1204673"/>
                  </a:lnTo>
                  <a:lnTo>
                    <a:pt x="1670802" y="1204358"/>
                  </a:lnTo>
                  <a:lnTo>
                    <a:pt x="1670877" y="1205099"/>
                  </a:lnTo>
                  <a:lnTo>
                    <a:pt x="1671547" y="1206741"/>
                  </a:lnTo>
                  <a:lnTo>
                    <a:pt x="1671626" y="1207969"/>
                  </a:lnTo>
                  <a:lnTo>
                    <a:pt x="1672541" y="1210449"/>
                  </a:lnTo>
                  <a:lnTo>
                    <a:pt x="1681081" y="1218819"/>
                  </a:lnTo>
                  <a:lnTo>
                    <a:pt x="1683098" y="1218715"/>
                  </a:lnTo>
                  <a:lnTo>
                    <a:pt x="1686827" y="1219064"/>
                  </a:lnTo>
                  <a:lnTo>
                    <a:pt x="1688857" y="1217787"/>
                  </a:lnTo>
                  <a:lnTo>
                    <a:pt x="1692144" y="1218560"/>
                  </a:lnTo>
                  <a:lnTo>
                    <a:pt x="1693336" y="1218070"/>
                  </a:lnTo>
                  <a:lnTo>
                    <a:pt x="1695289" y="1216929"/>
                  </a:lnTo>
                  <a:lnTo>
                    <a:pt x="1698563" y="1216042"/>
                  </a:lnTo>
                  <a:lnTo>
                    <a:pt x="1699698" y="1216214"/>
                  </a:lnTo>
                  <a:lnTo>
                    <a:pt x="1702662" y="1214478"/>
                  </a:lnTo>
                  <a:lnTo>
                    <a:pt x="1705055" y="1214676"/>
                  </a:lnTo>
                  <a:lnTo>
                    <a:pt x="1707200" y="1216976"/>
                  </a:lnTo>
                  <a:lnTo>
                    <a:pt x="1709432" y="1218098"/>
                  </a:lnTo>
                  <a:lnTo>
                    <a:pt x="1711318" y="1218253"/>
                  </a:lnTo>
                  <a:lnTo>
                    <a:pt x="1713443" y="1219828"/>
                  </a:lnTo>
                  <a:lnTo>
                    <a:pt x="1721808" y="1221915"/>
                  </a:lnTo>
                  <a:lnTo>
                    <a:pt x="1727959" y="1217694"/>
                  </a:lnTo>
                  <a:lnTo>
                    <a:pt x="1729418" y="1218369"/>
                  </a:lnTo>
                  <a:lnTo>
                    <a:pt x="1730533" y="1219614"/>
                  </a:lnTo>
                  <a:lnTo>
                    <a:pt x="1733267" y="1224038"/>
                  </a:lnTo>
                  <a:lnTo>
                    <a:pt x="1736265" y="1226537"/>
                  </a:lnTo>
                  <a:lnTo>
                    <a:pt x="1744211" y="1228355"/>
                  </a:lnTo>
                  <a:lnTo>
                    <a:pt x="1744705" y="1229160"/>
                  </a:lnTo>
                  <a:lnTo>
                    <a:pt x="1750480" y="1232699"/>
                  </a:lnTo>
                  <a:lnTo>
                    <a:pt x="1750260" y="1235686"/>
                  </a:lnTo>
                  <a:lnTo>
                    <a:pt x="1750882" y="1240142"/>
                  </a:lnTo>
                  <a:lnTo>
                    <a:pt x="1750745" y="1240615"/>
                  </a:lnTo>
                  <a:lnTo>
                    <a:pt x="1752578" y="1240522"/>
                  </a:lnTo>
                  <a:lnTo>
                    <a:pt x="1753525" y="1240165"/>
                  </a:lnTo>
                  <a:lnTo>
                    <a:pt x="1757460" y="1239527"/>
                  </a:lnTo>
                  <a:lnTo>
                    <a:pt x="1761448" y="1241026"/>
                  </a:lnTo>
                  <a:lnTo>
                    <a:pt x="1763511" y="1241476"/>
                  </a:lnTo>
                  <a:lnTo>
                    <a:pt x="1764047" y="1241150"/>
                  </a:lnTo>
                  <a:lnTo>
                    <a:pt x="1768092" y="1241461"/>
                  </a:lnTo>
                  <a:lnTo>
                    <a:pt x="1768290" y="1233628"/>
                  </a:lnTo>
                  <a:lnTo>
                    <a:pt x="1768744" y="1230303"/>
                  </a:lnTo>
                  <a:lnTo>
                    <a:pt x="1769830" y="1227423"/>
                  </a:lnTo>
                  <a:lnTo>
                    <a:pt x="1770171" y="1224486"/>
                  </a:lnTo>
                  <a:lnTo>
                    <a:pt x="1771835" y="1221646"/>
                  </a:lnTo>
                  <a:lnTo>
                    <a:pt x="1773476" y="1220794"/>
                  </a:lnTo>
                  <a:lnTo>
                    <a:pt x="1776014" y="1218725"/>
                  </a:lnTo>
                  <a:lnTo>
                    <a:pt x="1776585" y="1217290"/>
                  </a:lnTo>
                  <a:lnTo>
                    <a:pt x="1776434" y="1215570"/>
                  </a:lnTo>
                  <a:lnTo>
                    <a:pt x="1778020" y="1214191"/>
                  </a:lnTo>
                  <a:lnTo>
                    <a:pt x="1782496" y="1211600"/>
                  </a:lnTo>
                  <a:lnTo>
                    <a:pt x="1784221" y="1212517"/>
                  </a:lnTo>
                  <a:lnTo>
                    <a:pt x="1784862" y="1213219"/>
                  </a:lnTo>
                  <a:lnTo>
                    <a:pt x="1787085" y="1213613"/>
                  </a:lnTo>
                  <a:lnTo>
                    <a:pt x="1789579" y="1212489"/>
                  </a:lnTo>
                  <a:lnTo>
                    <a:pt x="1797074" y="1211446"/>
                  </a:lnTo>
                  <a:lnTo>
                    <a:pt x="1806701" y="1212185"/>
                  </a:lnTo>
                  <a:lnTo>
                    <a:pt x="1810641" y="1215018"/>
                  </a:lnTo>
                  <a:lnTo>
                    <a:pt x="1813040" y="1219738"/>
                  </a:lnTo>
                  <a:lnTo>
                    <a:pt x="1820764" y="1230441"/>
                  </a:lnTo>
                  <a:lnTo>
                    <a:pt x="1827661" y="1225335"/>
                  </a:lnTo>
                  <a:lnTo>
                    <a:pt x="1829522" y="1224205"/>
                  </a:lnTo>
                  <a:lnTo>
                    <a:pt x="1836224" y="1221578"/>
                  </a:lnTo>
                  <a:lnTo>
                    <a:pt x="1839337" y="1217988"/>
                  </a:lnTo>
                  <a:lnTo>
                    <a:pt x="1844030" y="1216543"/>
                  </a:lnTo>
                  <a:lnTo>
                    <a:pt x="1845005" y="1216559"/>
                  </a:lnTo>
                  <a:lnTo>
                    <a:pt x="1845857" y="1216044"/>
                  </a:lnTo>
                  <a:lnTo>
                    <a:pt x="1846595" y="1214710"/>
                  </a:lnTo>
                  <a:lnTo>
                    <a:pt x="1847330" y="1213942"/>
                  </a:lnTo>
                  <a:lnTo>
                    <a:pt x="1848337" y="1211809"/>
                  </a:lnTo>
                  <a:lnTo>
                    <a:pt x="1850779" y="1208687"/>
                  </a:lnTo>
                  <a:lnTo>
                    <a:pt x="1852366" y="1207566"/>
                  </a:lnTo>
                  <a:lnTo>
                    <a:pt x="1853588" y="1206176"/>
                  </a:lnTo>
                  <a:lnTo>
                    <a:pt x="1851464" y="1202529"/>
                  </a:lnTo>
                  <a:lnTo>
                    <a:pt x="1850881" y="1202147"/>
                  </a:lnTo>
                  <a:lnTo>
                    <a:pt x="1850620" y="1197815"/>
                  </a:lnTo>
                  <a:lnTo>
                    <a:pt x="1851567" y="1194143"/>
                  </a:lnTo>
                  <a:lnTo>
                    <a:pt x="1853271" y="1194522"/>
                  </a:lnTo>
                  <a:lnTo>
                    <a:pt x="1854004" y="1195347"/>
                  </a:lnTo>
                  <a:lnTo>
                    <a:pt x="1855468" y="1195448"/>
                  </a:lnTo>
                  <a:lnTo>
                    <a:pt x="1856585" y="1196180"/>
                  </a:lnTo>
                  <a:lnTo>
                    <a:pt x="1858839" y="1196763"/>
                  </a:lnTo>
                  <a:lnTo>
                    <a:pt x="1859458" y="1196524"/>
                  </a:lnTo>
                  <a:lnTo>
                    <a:pt x="1860499" y="1196676"/>
                  </a:lnTo>
                  <a:lnTo>
                    <a:pt x="1863243" y="1194967"/>
                  </a:lnTo>
                  <a:lnTo>
                    <a:pt x="1864215" y="1193880"/>
                  </a:lnTo>
                  <a:lnTo>
                    <a:pt x="1865009" y="1193412"/>
                  </a:lnTo>
                  <a:lnTo>
                    <a:pt x="1865539" y="1192639"/>
                  </a:lnTo>
                  <a:lnTo>
                    <a:pt x="1865981" y="1192735"/>
                  </a:lnTo>
                  <a:lnTo>
                    <a:pt x="1866532" y="1192053"/>
                  </a:lnTo>
                  <a:lnTo>
                    <a:pt x="1865930" y="1190093"/>
                  </a:lnTo>
                  <a:lnTo>
                    <a:pt x="1867958" y="1188182"/>
                  </a:lnTo>
                  <a:lnTo>
                    <a:pt x="1870703" y="1187115"/>
                  </a:lnTo>
                  <a:lnTo>
                    <a:pt x="1872068" y="1187029"/>
                  </a:lnTo>
                  <a:lnTo>
                    <a:pt x="1873528" y="1186358"/>
                  </a:lnTo>
                  <a:lnTo>
                    <a:pt x="1873700" y="1186064"/>
                  </a:lnTo>
                  <a:lnTo>
                    <a:pt x="1876739" y="1185433"/>
                  </a:lnTo>
                  <a:lnTo>
                    <a:pt x="1879229" y="1183755"/>
                  </a:lnTo>
                  <a:lnTo>
                    <a:pt x="1881577" y="1182570"/>
                  </a:lnTo>
                  <a:lnTo>
                    <a:pt x="1882639" y="1183779"/>
                  </a:lnTo>
                  <a:lnTo>
                    <a:pt x="1888103" y="1185756"/>
                  </a:lnTo>
                  <a:lnTo>
                    <a:pt x="1890433" y="1187263"/>
                  </a:lnTo>
                  <a:lnTo>
                    <a:pt x="1888948" y="1189493"/>
                  </a:lnTo>
                  <a:lnTo>
                    <a:pt x="1887919" y="1192055"/>
                  </a:lnTo>
                  <a:lnTo>
                    <a:pt x="1888598" y="1197135"/>
                  </a:lnTo>
                  <a:lnTo>
                    <a:pt x="1889474" y="1199216"/>
                  </a:lnTo>
                  <a:lnTo>
                    <a:pt x="1891579" y="1201484"/>
                  </a:lnTo>
                  <a:lnTo>
                    <a:pt x="1892474" y="1203471"/>
                  </a:lnTo>
                  <a:lnTo>
                    <a:pt x="1891747" y="1205535"/>
                  </a:lnTo>
                  <a:lnTo>
                    <a:pt x="1889440" y="1209767"/>
                  </a:lnTo>
                  <a:lnTo>
                    <a:pt x="1888609" y="1210271"/>
                  </a:lnTo>
                  <a:lnTo>
                    <a:pt x="1888461" y="1211116"/>
                  </a:lnTo>
                  <a:lnTo>
                    <a:pt x="1891409" y="1214582"/>
                  </a:lnTo>
                  <a:lnTo>
                    <a:pt x="1892679" y="1217395"/>
                  </a:lnTo>
                  <a:lnTo>
                    <a:pt x="1888427" y="1218874"/>
                  </a:lnTo>
                  <a:lnTo>
                    <a:pt x="1887263" y="1222462"/>
                  </a:lnTo>
                  <a:lnTo>
                    <a:pt x="1886329" y="1223866"/>
                  </a:lnTo>
                  <a:lnTo>
                    <a:pt x="1886987" y="1224653"/>
                  </a:lnTo>
                  <a:lnTo>
                    <a:pt x="1888117" y="1226740"/>
                  </a:lnTo>
                  <a:lnTo>
                    <a:pt x="1888833" y="1228867"/>
                  </a:lnTo>
                  <a:lnTo>
                    <a:pt x="1890568" y="1229597"/>
                  </a:lnTo>
                  <a:lnTo>
                    <a:pt x="1892024" y="1229782"/>
                  </a:lnTo>
                  <a:lnTo>
                    <a:pt x="1892960" y="1230536"/>
                  </a:lnTo>
                  <a:lnTo>
                    <a:pt x="1896442" y="1231808"/>
                  </a:lnTo>
                  <a:lnTo>
                    <a:pt x="1897741" y="1233018"/>
                  </a:lnTo>
                  <a:lnTo>
                    <a:pt x="1899357" y="1233933"/>
                  </a:lnTo>
                  <a:lnTo>
                    <a:pt x="1900915" y="1234292"/>
                  </a:lnTo>
                  <a:lnTo>
                    <a:pt x="1902537" y="1234188"/>
                  </a:lnTo>
                  <a:lnTo>
                    <a:pt x="1905057" y="1235161"/>
                  </a:lnTo>
                  <a:lnTo>
                    <a:pt x="1906204" y="1236156"/>
                  </a:lnTo>
                  <a:lnTo>
                    <a:pt x="1907009" y="1237326"/>
                  </a:lnTo>
                  <a:lnTo>
                    <a:pt x="1909814" y="1238103"/>
                  </a:lnTo>
                  <a:lnTo>
                    <a:pt x="1911633" y="1238132"/>
                  </a:lnTo>
                  <a:lnTo>
                    <a:pt x="1912363" y="1239153"/>
                  </a:lnTo>
                  <a:lnTo>
                    <a:pt x="1914084" y="1240010"/>
                  </a:lnTo>
                  <a:lnTo>
                    <a:pt x="1914771" y="1241205"/>
                  </a:lnTo>
                  <a:lnTo>
                    <a:pt x="1917638" y="1242729"/>
                  </a:lnTo>
                  <a:lnTo>
                    <a:pt x="1918500" y="1243454"/>
                  </a:lnTo>
                  <a:lnTo>
                    <a:pt x="1919219" y="1244729"/>
                  </a:lnTo>
                  <a:lnTo>
                    <a:pt x="1922313" y="1245860"/>
                  </a:lnTo>
                  <a:lnTo>
                    <a:pt x="1926551" y="1248044"/>
                  </a:lnTo>
                  <a:lnTo>
                    <a:pt x="1930863" y="1249151"/>
                  </a:lnTo>
                  <a:lnTo>
                    <a:pt x="1932836" y="1252148"/>
                  </a:lnTo>
                  <a:lnTo>
                    <a:pt x="1934275" y="1256967"/>
                  </a:lnTo>
                  <a:lnTo>
                    <a:pt x="1934806" y="1257672"/>
                  </a:lnTo>
                  <a:lnTo>
                    <a:pt x="1935133" y="1258827"/>
                  </a:lnTo>
                  <a:lnTo>
                    <a:pt x="1935973" y="1259945"/>
                  </a:lnTo>
                  <a:lnTo>
                    <a:pt x="1936921" y="1263156"/>
                  </a:lnTo>
                  <a:lnTo>
                    <a:pt x="1936766" y="1265115"/>
                  </a:lnTo>
                  <a:lnTo>
                    <a:pt x="1937201" y="1265844"/>
                  </a:lnTo>
                  <a:lnTo>
                    <a:pt x="1937548" y="1267577"/>
                  </a:lnTo>
                  <a:lnTo>
                    <a:pt x="1937223" y="1269785"/>
                  </a:lnTo>
                  <a:lnTo>
                    <a:pt x="1935421" y="1271208"/>
                  </a:lnTo>
                  <a:lnTo>
                    <a:pt x="1934246" y="1274160"/>
                  </a:lnTo>
                  <a:lnTo>
                    <a:pt x="1932767" y="1274536"/>
                  </a:lnTo>
                  <a:lnTo>
                    <a:pt x="1931445" y="1275233"/>
                  </a:lnTo>
                  <a:lnTo>
                    <a:pt x="1930199" y="1276857"/>
                  </a:lnTo>
                  <a:lnTo>
                    <a:pt x="1928602" y="1277674"/>
                  </a:lnTo>
                  <a:lnTo>
                    <a:pt x="1928067" y="1278806"/>
                  </a:lnTo>
                  <a:lnTo>
                    <a:pt x="1927352" y="1279343"/>
                  </a:lnTo>
                  <a:lnTo>
                    <a:pt x="1926844" y="1281168"/>
                  </a:lnTo>
                  <a:lnTo>
                    <a:pt x="1920815" y="1282862"/>
                  </a:lnTo>
                  <a:lnTo>
                    <a:pt x="1919948" y="1283406"/>
                  </a:lnTo>
                  <a:lnTo>
                    <a:pt x="1919795" y="1285128"/>
                  </a:lnTo>
                  <a:lnTo>
                    <a:pt x="1918100" y="1286058"/>
                  </a:lnTo>
                  <a:lnTo>
                    <a:pt x="1917740" y="1287282"/>
                  </a:lnTo>
                  <a:lnTo>
                    <a:pt x="1919078" y="1290959"/>
                  </a:lnTo>
                  <a:lnTo>
                    <a:pt x="1920017" y="1292459"/>
                  </a:lnTo>
                  <a:lnTo>
                    <a:pt x="1921655" y="1294004"/>
                  </a:lnTo>
                  <a:lnTo>
                    <a:pt x="1923599" y="1293890"/>
                  </a:lnTo>
                  <a:lnTo>
                    <a:pt x="1925374" y="1294317"/>
                  </a:lnTo>
                  <a:lnTo>
                    <a:pt x="1927174" y="1295896"/>
                  </a:lnTo>
                  <a:lnTo>
                    <a:pt x="1928095" y="1297088"/>
                  </a:lnTo>
                  <a:lnTo>
                    <a:pt x="1929965" y="1298660"/>
                  </a:lnTo>
                  <a:lnTo>
                    <a:pt x="1933796" y="1303330"/>
                  </a:lnTo>
                  <a:lnTo>
                    <a:pt x="1933788" y="1305196"/>
                  </a:lnTo>
                  <a:lnTo>
                    <a:pt x="1934149" y="1306268"/>
                  </a:lnTo>
                  <a:lnTo>
                    <a:pt x="1935315" y="1307847"/>
                  </a:lnTo>
                  <a:lnTo>
                    <a:pt x="1934522" y="1308311"/>
                  </a:lnTo>
                  <a:lnTo>
                    <a:pt x="1934476" y="1308907"/>
                  </a:lnTo>
                  <a:lnTo>
                    <a:pt x="1935517" y="1310508"/>
                  </a:lnTo>
                  <a:lnTo>
                    <a:pt x="1938647" y="1311910"/>
                  </a:lnTo>
                  <a:lnTo>
                    <a:pt x="1940426" y="1313551"/>
                  </a:lnTo>
                  <a:lnTo>
                    <a:pt x="1941746" y="1314292"/>
                  </a:lnTo>
                  <a:lnTo>
                    <a:pt x="1942044" y="1314824"/>
                  </a:lnTo>
                  <a:lnTo>
                    <a:pt x="1942900" y="1315259"/>
                  </a:lnTo>
                  <a:lnTo>
                    <a:pt x="1943988" y="1315316"/>
                  </a:lnTo>
                  <a:lnTo>
                    <a:pt x="1944348" y="1316565"/>
                  </a:lnTo>
                  <a:lnTo>
                    <a:pt x="1945659" y="1318393"/>
                  </a:lnTo>
                  <a:lnTo>
                    <a:pt x="1946018" y="1319792"/>
                  </a:lnTo>
                  <a:lnTo>
                    <a:pt x="1947791" y="1321819"/>
                  </a:lnTo>
                  <a:lnTo>
                    <a:pt x="1950668" y="1324345"/>
                  </a:lnTo>
                  <a:lnTo>
                    <a:pt x="1951808" y="1326551"/>
                  </a:lnTo>
                  <a:lnTo>
                    <a:pt x="1953155" y="1328047"/>
                  </a:lnTo>
                  <a:lnTo>
                    <a:pt x="1955649" y="1329635"/>
                  </a:lnTo>
                  <a:lnTo>
                    <a:pt x="1957794" y="1330298"/>
                  </a:lnTo>
                  <a:lnTo>
                    <a:pt x="1958008" y="1331076"/>
                  </a:lnTo>
                  <a:lnTo>
                    <a:pt x="1958694" y="1331696"/>
                  </a:lnTo>
                  <a:lnTo>
                    <a:pt x="1959263" y="1331732"/>
                  </a:lnTo>
                  <a:lnTo>
                    <a:pt x="1960027" y="1332841"/>
                  </a:lnTo>
                  <a:lnTo>
                    <a:pt x="1961132" y="1333896"/>
                  </a:lnTo>
                  <a:lnTo>
                    <a:pt x="1963327" y="1335453"/>
                  </a:lnTo>
                  <a:lnTo>
                    <a:pt x="1965854" y="1336858"/>
                  </a:lnTo>
                  <a:lnTo>
                    <a:pt x="1966500" y="1337840"/>
                  </a:lnTo>
                  <a:lnTo>
                    <a:pt x="1968271" y="1338191"/>
                  </a:lnTo>
                  <a:lnTo>
                    <a:pt x="1969301" y="1338749"/>
                  </a:lnTo>
                  <a:lnTo>
                    <a:pt x="1970197" y="1338930"/>
                  </a:lnTo>
                  <a:lnTo>
                    <a:pt x="1972283" y="1340511"/>
                  </a:lnTo>
                  <a:lnTo>
                    <a:pt x="1972776" y="1340453"/>
                  </a:lnTo>
                  <a:lnTo>
                    <a:pt x="1973255" y="1340796"/>
                  </a:lnTo>
                  <a:lnTo>
                    <a:pt x="1973797" y="1341219"/>
                  </a:lnTo>
                  <a:lnTo>
                    <a:pt x="1974445" y="1342217"/>
                  </a:lnTo>
                  <a:lnTo>
                    <a:pt x="1975676" y="1343032"/>
                  </a:lnTo>
                  <a:lnTo>
                    <a:pt x="1975730" y="1344435"/>
                  </a:lnTo>
                  <a:lnTo>
                    <a:pt x="1974678" y="1345032"/>
                  </a:lnTo>
                  <a:lnTo>
                    <a:pt x="1973712" y="1348424"/>
                  </a:lnTo>
                  <a:lnTo>
                    <a:pt x="1972044" y="1348726"/>
                  </a:lnTo>
                  <a:lnTo>
                    <a:pt x="1970812" y="1348589"/>
                  </a:lnTo>
                  <a:lnTo>
                    <a:pt x="1970174" y="1348735"/>
                  </a:lnTo>
                  <a:lnTo>
                    <a:pt x="1969458" y="1349237"/>
                  </a:lnTo>
                  <a:lnTo>
                    <a:pt x="1968632" y="1352443"/>
                  </a:lnTo>
                  <a:lnTo>
                    <a:pt x="1968597" y="1354029"/>
                  </a:lnTo>
                  <a:lnTo>
                    <a:pt x="1968237" y="1354998"/>
                  </a:lnTo>
                  <a:lnTo>
                    <a:pt x="1968651" y="1355190"/>
                  </a:lnTo>
                  <a:lnTo>
                    <a:pt x="1968471" y="1355921"/>
                  </a:lnTo>
                  <a:lnTo>
                    <a:pt x="1968010" y="1356580"/>
                  </a:lnTo>
                  <a:lnTo>
                    <a:pt x="1967087" y="1356685"/>
                  </a:lnTo>
                  <a:lnTo>
                    <a:pt x="1966073" y="1357835"/>
                  </a:lnTo>
                  <a:lnTo>
                    <a:pt x="1967836" y="1359083"/>
                  </a:lnTo>
                  <a:lnTo>
                    <a:pt x="1968451" y="1359280"/>
                  </a:lnTo>
                  <a:lnTo>
                    <a:pt x="1970878" y="1362186"/>
                  </a:lnTo>
                  <a:lnTo>
                    <a:pt x="1971254" y="1362331"/>
                  </a:lnTo>
                  <a:lnTo>
                    <a:pt x="1971844" y="1362069"/>
                  </a:lnTo>
                  <a:lnTo>
                    <a:pt x="1971887" y="1361124"/>
                  </a:lnTo>
                  <a:lnTo>
                    <a:pt x="1972134" y="1361113"/>
                  </a:lnTo>
                  <a:lnTo>
                    <a:pt x="1972492" y="1360442"/>
                  </a:lnTo>
                  <a:lnTo>
                    <a:pt x="1973113" y="1360139"/>
                  </a:lnTo>
                  <a:lnTo>
                    <a:pt x="1974395" y="1359978"/>
                  </a:lnTo>
                  <a:lnTo>
                    <a:pt x="1974693" y="1359847"/>
                  </a:lnTo>
                  <a:lnTo>
                    <a:pt x="1974774" y="1359514"/>
                  </a:lnTo>
                  <a:lnTo>
                    <a:pt x="1975742" y="1359435"/>
                  </a:lnTo>
                  <a:lnTo>
                    <a:pt x="1976144" y="1359965"/>
                  </a:lnTo>
                  <a:lnTo>
                    <a:pt x="1977019" y="1360441"/>
                  </a:lnTo>
                  <a:lnTo>
                    <a:pt x="1978355" y="1360042"/>
                  </a:lnTo>
                  <a:lnTo>
                    <a:pt x="1980370" y="1360465"/>
                  </a:lnTo>
                  <a:lnTo>
                    <a:pt x="1981129" y="1360151"/>
                  </a:lnTo>
                  <a:lnTo>
                    <a:pt x="1981424" y="1359954"/>
                  </a:lnTo>
                  <a:lnTo>
                    <a:pt x="1981804" y="1358938"/>
                  </a:lnTo>
                  <a:lnTo>
                    <a:pt x="1982010" y="1357455"/>
                  </a:lnTo>
                  <a:lnTo>
                    <a:pt x="1985322" y="1362670"/>
                  </a:lnTo>
                  <a:lnTo>
                    <a:pt x="1985588" y="1363539"/>
                  </a:lnTo>
                  <a:lnTo>
                    <a:pt x="1986327" y="1364696"/>
                  </a:lnTo>
                  <a:lnTo>
                    <a:pt x="1987273" y="1364993"/>
                  </a:lnTo>
                  <a:lnTo>
                    <a:pt x="1987894" y="1365619"/>
                  </a:lnTo>
                  <a:lnTo>
                    <a:pt x="1988098" y="1365563"/>
                  </a:lnTo>
                  <a:lnTo>
                    <a:pt x="1988170" y="1365889"/>
                  </a:lnTo>
                  <a:lnTo>
                    <a:pt x="1989210" y="1366836"/>
                  </a:lnTo>
                  <a:lnTo>
                    <a:pt x="1989751" y="1369181"/>
                  </a:lnTo>
                  <a:lnTo>
                    <a:pt x="1989556" y="1371169"/>
                  </a:lnTo>
                  <a:lnTo>
                    <a:pt x="1989801" y="1372902"/>
                  </a:lnTo>
                  <a:lnTo>
                    <a:pt x="1990304" y="1374401"/>
                  </a:lnTo>
                  <a:lnTo>
                    <a:pt x="1991266" y="1375130"/>
                  </a:lnTo>
                  <a:lnTo>
                    <a:pt x="1991286" y="1378885"/>
                  </a:lnTo>
                  <a:lnTo>
                    <a:pt x="1990854" y="1379567"/>
                  </a:lnTo>
                  <a:lnTo>
                    <a:pt x="1990692" y="1381268"/>
                  </a:lnTo>
                  <a:lnTo>
                    <a:pt x="1991197" y="1381946"/>
                  </a:lnTo>
                  <a:lnTo>
                    <a:pt x="1992741" y="1380863"/>
                  </a:lnTo>
                  <a:lnTo>
                    <a:pt x="1993796" y="1379418"/>
                  </a:lnTo>
                  <a:lnTo>
                    <a:pt x="1995504" y="1379093"/>
                  </a:lnTo>
                  <a:lnTo>
                    <a:pt x="1997415" y="1379357"/>
                  </a:lnTo>
                  <a:lnTo>
                    <a:pt x="2001960" y="1380590"/>
                  </a:lnTo>
                  <a:lnTo>
                    <a:pt x="2004311" y="1381662"/>
                  </a:lnTo>
                  <a:lnTo>
                    <a:pt x="2005821" y="1382923"/>
                  </a:lnTo>
                  <a:lnTo>
                    <a:pt x="2009442" y="1383490"/>
                  </a:lnTo>
                  <a:lnTo>
                    <a:pt x="2011371" y="1382930"/>
                  </a:lnTo>
                  <a:lnTo>
                    <a:pt x="2013505" y="1383953"/>
                  </a:lnTo>
                  <a:lnTo>
                    <a:pt x="2013747" y="1384361"/>
                  </a:lnTo>
                  <a:lnTo>
                    <a:pt x="2016514" y="1385403"/>
                  </a:lnTo>
                  <a:lnTo>
                    <a:pt x="2018849" y="1387735"/>
                  </a:lnTo>
                  <a:lnTo>
                    <a:pt x="2020447" y="1387002"/>
                  </a:lnTo>
                  <a:lnTo>
                    <a:pt x="2025449" y="1388751"/>
                  </a:lnTo>
                  <a:lnTo>
                    <a:pt x="2029160" y="1390870"/>
                  </a:lnTo>
                  <a:lnTo>
                    <a:pt x="2032858" y="1393911"/>
                  </a:lnTo>
                  <a:lnTo>
                    <a:pt x="2033427" y="1394935"/>
                  </a:lnTo>
                  <a:lnTo>
                    <a:pt x="2035231" y="1395766"/>
                  </a:lnTo>
                  <a:lnTo>
                    <a:pt x="2036046" y="1397250"/>
                  </a:lnTo>
                  <a:lnTo>
                    <a:pt x="2037394" y="1398647"/>
                  </a:lnTo>
                  <a:lnTo>
                    <a:pt x="2038129" y="1398544"/>
                  </a:lnTo>
                  <a:lnTo>
                    <a:pt x="2038000" y="1398716"/>
                  </a:lnTo>
                  <a:lnTo>
                    <a:pt x="2038822" y="1400699"/>
                  </a:lnTo>
                  <a:lnTo>
                    <a:pt x="2039896" y="1401434"/>
                  </a:lnTo>
                  <a:lnTo>
                    <a:pt x="2040233" y="1402280"/>
                  </a:lnTo>
                  <a:lnTo>
                    <a:pt x="2040701" y="1402556"/>
                  </a:lnTo>
                  <a:lnTo>
                    <a:pt x="2040844" y="1403915"/>
                  </a:lnTo>
                  <a:lnTo>
                    <a:pt x="2041978" y="1404820"/>
                  </a:lnTo>
                  <a:lnTo>
                    <a:pt x="2043373" y="1407546"/>
                  </a:lnTo>
                  <a:lnTo>
                    <a:pt x="2043983" y="1408147"/>
                  </a:lnTo>
                  <a:lnTo>
                    <a:pt x="2044314" y="1409754"/>
                  </a:lnTo>
                  <a:lnTo>
                    <a:pt x="2044948" y="1411001"/>
                  </a:lnTo>
                  <a:lnTo>
                    <a:pt x="2046292" y="1412682"/>
                  </a:lnTo>
                  <a:lnTo>
                    <a:pt x="2047144" y="1412963"/>
                  </a:lnTo>
                  <a:lnTo>
                    <a:pt x="2048514" y="1414262"/>
                  </a:lnTo>
                  <a:lnTo>
                    <a:pt x="2051146" y="1415158"/>
                  </a:lnTo>
                  <a:lnTo>
                    <a:pt x="2052663" y="1416019"/>
                  </a:lnTo>
                  <a:lnTo>
                    <a:pt x="2055688" y="1418790"/>
                  </a:lnTo>
                  <a:lnTo>
                    <a:pt x="2056666" y="1419330"/>
                  </a:lnTo>
                  <a:lnTo>
                    <a:pt x="2060712" y="1420004"/>
                  </a:lnTo>
                  <a:lnTo>
                    <a:pt x="2062974" y="1421135"/>
                  </a:lnTo>
                  <a:lnTo>
                    <a:pt x="2063639" y="1421952"/>
                  </a:lnTo>
                  <a:lnTo>
                    <a:pt x="2066641" y="1422266"/>
                  </a:lnTo>
                  <a:lnTo>
                    <a:pt x="2068567" y="1423834"/>
                  </a:lnTo>
                  <a:lnTo>
                    <a:pt x="2072046" y="1425385"/>
                  </a:lnTo>
                  <a:lnTo>
                    <a:pt x="2073487" y="1425646"/>
                  </a:lnTo>
                  <a:lnTo>
                    <a:pt x="2074231" y="1425927"/>
                  </a:lnTo>
                  <a:lnTo>
                    <a:pt x="2074132" y="1427586"/>
                  </a:lnTo>
                  <a:lnTo>
                    <a:pt x="2074814" y="1428697"/>
                  </a:lnTo>
                  <a:lnTo>
                    <a:pt x="2074758" y="1430010"/>
                  </a:lnTo>
                  <a:lnTo>
                    <a:pt x="2074086" y="1430337"/>
                  </a:lnTo>
                  <a:lnTo>
                    <a:pt x="2073691" y="1430864"/>
                  </a:lnTo>
                  <a:lnTo>
                    <a:pt x="2073267" y="1430922"/>
                  </a:lnTo>
                  <a:lnTo>
                    <a:pt x="2072625" y="1431670"/>
                  </a:lnTo>
                  <a:lnTo>
                    <a:pt x="2072127" y="1433058"/>
                  </a:lnTo>
                  <a:lnTo>
                    <a:pt x="2072225" y="1434463"/>
                  </a:lnTo>
                  <a:lnTo>
                    <a:pt x="2072601" y="1435258"/>
                  </a:lnTo>
                  <a:lnTo>
                    <a:pt x="2076328" y="1439177"/>
                  </a:lnTo>
                  <a:lnTo>
                    <a:pt x="2077106" y="1440592"/>
                  </a:lnTo>
                  <a:lnTo>
                    <a:pt x="2073620" y="1446294"/>
                  </a:lnTo>
                  <a:lnTo>
                    <a:pt x="2068725" y="1448854"/>
                  </a:lnTo>
                  <a:lnTo>
                    <a:pt x="2068181" y="1449732"/>
                  </a:lnTo>
                  <a:lnTo>
                    <a:pt x="2067596" y="1451841"/>
                  </a:lnTo>
                  <a:lnTo>
                    <a:pt x="2063343" y="1453149"/>
                  </a:lnTo>
                  <a:lnTo>
                    <a:pt x="2058273" y="1452483"/>
                  </a:lnTo>
                  <a:lnTo>
                    <a:pt x="2057201" y="1451426"/>
                  </a:lnTo>
                  <a:lnTo>
                    <a:pt x="2054159" y="1450269"/>
                  </a:lnTo>
                  <a:lnTo>
                    <a:pt x="2051645" y="1450112"/>
                  </a:lnTo>
                  <a:lnTo>
                    <a:pt x="2044404" y="1451783"/>
                  </a:lnTo>
                  <a:lnTo>
                    <a:pt x="2041575" y="1453726"/>
                  </a:lnTo>
                  <a:lnTo>
                    <a:pt x="2037990" y="1455326"/>
                  </a:lnTo>
                  <a:lnTo>
                    <a:pt x="2035119" y="1454926"/>
                  </a:lnTo>
                  <a:lnTo>
                    <a:pt x="2033177" y="1453512"/>
                  </a:lnTo>
                  <a:lnTo>
                    <a:pt x="2031463" y="1452884"/>
                  </a:lnTo>
                  <a:lnTo>
                    <a:pt x="2029220" y="1448856"/>
                  </a:lnTo>
                  <a:lnTo>
                    <a:pt x="2025806" y="1446342"/>
                  </a:lnTo>
                  <a:lnTo>
                    <a:pt x="2024278" y="1441486"/>
                  </a:lnTo>
                  <a:lnTo>
                    <a:pt x="2022966" y="1439301"/>
                  </a:lnTo>
                  <a:lnTo>
                    <a:pt x="2021811" y="1438302"/>
                  </a:lnTo>
                  <a:lnTo>
                    <a:pt x="2021348" y="1436938"/>
                  </a:lnTo>
                  <a:lnTo>
                    <a:pt x="2020326" y="1435089"/>
                  </a:lnTo>
                  <a:lnTo>
                    <a:pt x="2016347" y="1435287"/>
                  </a:lnTo>
                  <a:lnTo>
                    <a:pt x="2014519" y="1435786"/>
                  </a:lnTo>
                  <a:lnTo>
                    <a:pt x="2011552" y="1437495"/>
                  </a:lnTo>
                  <a:lnTo>
                    <a:pt x="2009968" y="1439334"/>
                  </a:lnTo>
                  <a:lnTo>
                    <a:pt x="2008682" y="1440398"/>
                  </a:lnTo>
                  <a:lnTo>
                    <a:pt x="2006597" y="1441375"/>
                  </a:lnTo>
                  <a:lnTo>
                    <a:pt x="2005024" y="1443169"/>
                  </a:lnTo>
                  <a:lnTo>
                    <a:pt x="2004178" y="1443733"/>
                  </a:lnTo>
                  <a:lnTo>
                    <a:pt x="2002862" y="1446100"/>
                  </a:lnTo>
                  <a:lnTo>
                    <a:pt x="2001141" y="1446660"/>
                  </a:lnTo>
                  <a:lnTo>
                    <a:pt x="1999044" y="1446836"/>
                  </a:lnTo>
                  <a:lnTo>
                    <a:pt x="1997692" y="1447549"/>
                  </a:lnTo>
                  <a:lnTo>
                    <a:pt x="1996583" y="1446670"/>
                  </a:lnTo>
                  <a:lnTo>
                    <a:pt x="1995869" y="1447894"/>
                  </a:lnTo>
                  <a:lnTo>
                    <a:pt x="1995248" y="1448210"/>
                  </a:lnTo>
                  <a:lnTo>
                    <a:pt x="1994941" y="1448116"/>
                  </a:lnTo>
                  <a:lnTo>
                    <a:pt x="1994706" y="1449229"/>
                  </a:lnTo>
                  <a:lnTo>
                    <a:pt x="1993013" y="1449971"/>
                  </a:lnTo>
                  <a:lnTo>
                    <a:pt x="1992791" y="1450628"/>
                  </a:lnTo>
                  <a:lnTo>
                    <a:pt x="1990528" y="1451493"/>
                  </a:lnTo>
                  <a:lnTo>
                    <a:pt x="1990342" y="1452402"/>
                  </a:lnTo>
                  <a:lnTo>
                    <a:pt x="1989484" y="1453282"/>
                  </a:lnTo>
                  <a:lnTo>
                    <a:pt x="1989267" y="1454027"/>
                  </a:lnTo>
                  <a:lnTo>
                    <a:pt x="1988292" y="1455116"/>
                  </a:lnTo>
                  <a:lnTo>
                    <a:pt x="1988097" y="1455677"/>
                  </a:lnTo>
                  <a:lnTo>
                    <a:pt x="1987475" y="1455887"/>
                  </a:lnTo>
                  <a:lnTo>
                    <a:pt x="1984749" y="1455742"/>
                  </a:lnTo>
                  <a:lnTo>
                    <a:pt x="1982913" y="1455225"/>
                  </a:lnTo>
                  <a:lnTo>
                    <a:pt x="1982927" y="1456309"/>
                  </a:lnTo>
                  <a:lnTo>
                    <a:pt x="1982622" y="1456898"/>
                  </a:lnTo>
                  <a:lnTo>
                    <a:pt x="1980592" y="1459303"/>
                  </a:lnTo>
                  <a:lnTo>
                    <a:pt x="1979592" y="1460822"/>
                  </a:lnTo>
                  <a:lnTo>
                    <a:pt x="1979384" y="1461541"/>
                  </a:lnTo>
                  <a:lnTo>
                    <a:pt x="1976339" y="1464824"/>
                  </a:lnTo>
                  <a:lnTo>
                    <a:pt x="1976266" y="1465500"/>
                  </a:lnTo>
                  <a:lnTo>
                    <a:pt x="1975657" y="1466805"/>
                  </a:lnTo>
                  <a:lnTo>
                    <a:pt x="1974770" y="1467999"/>
                  </a:lnTo>
                  <a:lnTo>
                    <a:pt x="1973704" y="1468755"/>
                  </a:lnTo>
                  <a:lnTo>
                    <a:pt x="1971592" y="1470881"/>
                  </a:lnTo>
                  <a:lnTo>
                    <a:pt x="1971079" y="1471697"/>
                  </a:lnTo>
                  <a:lnTo>
                    <a:pt x="1969691" y="1470340"/>
                  </a:lnTo>
                  <a:lnTo>
                    <a:pt x="1964962" y="1470934"/>
                  </a:lnTo>
                  <a:lnTo>
                    <a:pt x="1962675" y="1473313"/>
                  </a:lnTo>
                  <a:lnTo>
                    <a:pt x="1959451" y="1478020"/>
                  </a:lnTo>
                  <a:lnTo>
                    <a:pt x="1954953" y="1478427"/>
                  </a:lnTo>
                  <a:lnTo>
                    <a:pt x="1952817" y="1480995"/>
                  </a:lnTo>
                  <a:lnTo>
                    <a:pt x="1954945" y="1485818"/>
                  </a:lnTo>
                  <a:lnTo>
                    <a:pt x="1954713" y="1486831"/>
                  </a:lnTo>
                  <a:lnTo>
                    <a:pt x="1953442" y="1487879"/>
                  </a:lnTo>
                  <a:lnTo>
                    <a:pt x="1951411" y="1490432"/>
                  </a:lnTo>
                  <a:lnTo>
                    <a:pt x="1950444" y="1492791"/>
                  </a:lnTo>
                  <a:lnTo>
                    <a:pt x="1949913" y="1493100"/>
                  </a:lnTo>
                  <a:lnTo>
                    <a:pt x="1950076" y="1494367"/>
                  </a:lnTo>
                  <a:lnTo>
                    <a:pt x="1949835" y="1496398"/>
                  </a:lnTo>
                  <a:lnTo>
                    <a:pt x="1948909" y="1497876"/>
                  </a:lnTo>
                  <a:lnTo>
                    <a:pt x="1949334" y="1499075"/>
                  </a:lnTo>
                  <a:lnTo>
                    <a:pt x="1949335" y="1501329"/>
                  </a:lnTo>
                  <a:lnTo>
                    <a:pt x="1949902" y="1502849"/>
                  </a:lnTo>
                  <a:lnTo>
                    <a:pt x="1950726" y="1502823"/>
                  </a:lnTo>
                  <a:lnTo>
                    <a:pt x="1952218" y="1504323"/>
                  </a:lnTo>
                  <a:lnTo>
                    <a:pt x="1954030" y="1505113"/>
                  </a:lnTo>
                  <a:lnTo>
                    <a:pt x="1955541" y="1505267"/>
                  </a:lnTo>
                  <a:lnTo>
                    <a:pt x="1956199" y="1505939"/>
                  </a:lnTo>
                  <a:lnTo>
                    <a:pt x="1957222" y="1506196"/>
                  </a:lnTo>
                  <a:lnTo>
                    <a:pt x="1958409" y="1507339"/>
                  </a:lnTo>
                  <a:lnTo>
                    <a:pt x="1959756" y="1510238"/>
                  </a:lnTo>
                  <a:lnTo>
                    <a:pt x="1959878" y="1512702"/>
                  </a:lnTo>
                  <a:lnTo>
                    <a:pt x="1961029" y="1514314"/>
                  </a:lnTo>
                  <a:lnTo>
                    <a:pt x="1961406" y="1516078"/>
                  </a:lnTo>
                  <a:lnTo>
                    <a:pt x="1962178" y="1517448"/>
                  </a:lnTo>
                  <a:lnTo>
                    <a:pt x="1963880" y="1518633"/>
                  </a:lnTo>
                  <a:lnTo>
                    <a:pt x="1964566" y="1519601"/>
                  </a:lnTo>
                  <a:lnTo>
                    <a:pt x="1964510" y="1520267"/>
                  </a:lnTo>
                  <a:lnTo>
                    <a:pt x="1965136" y="1521099"/>
                  </a:lnTo>
                  <a:lnTo>
                    <a:pt x="1966542" y="1521622"/>
                  </a:lnTo>
                  <a:lnTo>
                    <a:pt x="1967282" y="1524018"/>
                  </a:lnTo>
                  <a:lnTo>
                    <a:pt x="1967881" y="1524327"/>
                  </a:lnTo>
                  <a:lnTo>
                    <a:pt x="1968471" y="1525358"/>
                  </a:lnTo>
                  <a:lnTo>
                    <a:pt x="1969418" y="1525987"/>
                  </a:lnTo>
                  <a:lnTo>
                    <a:pt x="1970912" y="1529289"/>
                  </a:lnTo>
                  <a:lnTo>
                    <a:pt x="1972786" y="1530974"/>
                  </a:lnTo>
                  <a:lnTo>
                    <a:pt x="1974045" y="1533228"/>
                  </a:lnTo>
                  <a:lnTo>
                    <a:pt x="1976172" y="1535751"/>
                  </a:lnTo>
                  <a:lnTo>
                    <a:pt x="1976484" y="1536538"/>
                  </a:lnTo>
                  <a:lnTo>
                    <a:pt x="1978128" y="1537843"/>
                  </a:lnTo>
                  <a:lnTo>
                    <a:pt x="1978637" y="1538620"/>
                  </a:lnTo>
                  <a:lnTo>
                    <a:pt x="1981013" y="1540922"/>
                  </a:lnTo>
                  <a:lnTo>
                    <a:pt x="1980573" y="1541393"/>
                  </a:lnTo>
                  <a:lnTo>
                    <a:pt x="1978975" y="1544527"/>
                  </a:lnTo>
                  <a:lnTo>
                    <a:pt x="1979760" y="1545260"/>
                  </a:lnTo>
                  <a:lnTo>
                    <a:pt x="1978956" y="1545968"/>
                  </a:lnTo>
                  <a:lnTo>
                    <a:pt x="1978818" y="1546541"/>
                  </a:lnTo>
                  <a:lnTo>
                    <a:pt x="1978524" y="1546700"/>
                  </a:lnTo>
                  <a:lnTo>
                    <a:pt x="1978389" y="1547619"/>
                  </a:lnTo>
                  <a:lnTo>
                    <a:pt x="1977814" y="1548245"/>
                  </a:lnTo>
                  <a:lnTo>
                    <a:pt x="1978108" y="1549782"/>
                  </a:lnTo>
                  <a:lnTo>
                    <a:pt x="1978020" y="1551134"/>
                  </a:lnTo>
                  <a:lnTo>
                    <a:pt x="1977624" y="1552381"/>
                  </a:lnTo>
                  <a:lnTo>
                    <a:pt x="1976115" y="1553329"/>
                  </a:lnTo>
                  <a:lnTo>
                    <a:pt x="1975004" y="1554489"/>
                  </a:lnTo>
                  <a:lnTo>
                    <a:pt x="1974742" y="1555188"/>
                  </a:lnTo>
                  <a:lnTo>
                    <a:pt x="1974319" y="1555598"/>
                  </a:lnTo>
                  <a:lnTo>
                    <a:pt x="1974825" y="1556682"/>
                  </a:lnTo>
                  <a:lnTo>
                    <a:pt x="1974316" y="1557651"/>
                  </a:lnTo>
                  <a:lnTo>
                    <a:pt x="1971923" y="1559841"/>
                  </a:lnTo>
                  <a:lnTo>
                    <a:pt x="1971377" y="1560901"/>
                  </a:lnTo>
                  <a:lnTo>
                    <a:pt x="1970327" y="1561861"/>
                  </a:lnTo>
                  <a:lnTo>
                    <a:pt x="1969779" y="1562971"/>
                  </a:lnTo>
                  <a:lnTo>
                    <a:pt x="1968580" y="1563554"/>
                  </a:lnTo>
                  <a:lnTo>
                    <a:pt x="1967231" y="1563787"/>
                  </a:lnTo>
                  <a:lnTo>
                    <a:pt x="1966752" y="1564431"/>
                  </a:lnTo>
                  <a:lnTo>
                    <a:pt x="1964396" y="1565621"/>
                  </a:lnTo>
                  <a:lnTo>
                    <a:pt x="1963566" y="1566848"/>
                  </a:lnTo>
                  <a:lnTo>
                    <a:pt x="1963319" y="1567603"/>
                  </a:lnTo>
                  <a:lnTo>
                    <a:pt x="1963280" y="1569375"/>
                  </a:lnTo>
                  <a:lnTo>
                    <a:pt x="1962575" y="1570824"/>
                  </a:lnTo>
                  <a:lnTo>
                    <a:pt x="1962515" y="1572132"/>
                  </a:lnTo>
                  <a:lnTo>
                    <a:pt x="1961995" y="1572950"/>
                  </a:lnTo>
                  <a:lnTo>
                    <a:pt x="1960413" y="1577402"/>
                  </a:lnTo>
                  <a:lnTo>
                    <a:pt x="1959528" y="1578270"/>
                  </a:lnTo>
                  <a:lnTo>
                    <a:pt x="1959332" y="1579403"/>
                  </a:lnTo>
                  <a:lnTo>
                    <a:pt x="1957704" y="1580128"/>
                  </a:lnTo>
                  <a:lnTo>
                    <a:pt x="1956821" y="1581679"/>
                  </a:lnTo>
                  <a:lnTo>
                    <a:pt x="1956810" y="1583270"/>
                  </a:lnTo>
                  <a:lnTo>
                    <a:pt x="1956403" y="1585350"/>
                  </a:lnTo>
                  <a:lnTo>
                    <a:pt x="1955706" y="1586723"/>
                  </a:lnTo>
                  <a:lnTo>
                    <a:pt x="1954962" y="1589751"/>
                  </a:lnTo>
                  <a:lnTo>
                    <a:pt x="1953833" y="1591836"/>
                  </a:lnTo>
                  <a:lnTo>
                    <a:pt x="1952444" y="1593235"/>
                  </a:lnTo>
                  <a:lnTo>
                    <a:pt x="1951234" y="1596280"/>
                  </a:lnTo>
                  <a:lnTo>
                    <a:pt x="1948940" y="1600461"/>
                  </a:lnTo>
                  <a:lnTo>
                    <a:pt x="1946909" y="1602831"/>
                  </a:lnTo>
                  <a:lnTo>
                    <a:pt x="1946190" y="1603081"/>
                  </a:lnTo>
                  <a:lnTo>
                    <a:pt x="1945536" y="1602949"/>
                  </a:lnTo>
                  <a:lnTo>
                    <a:pt x="1945218" y="1603936"/>
                  </a:lnTo>
                  <a:lnTo>
                    <a:pt x="1944312" y="1604719"/>
                  </a:lnTo>
                  <a:lnTo>
                    <a:pt x="1942987" y="1607139"/>
                  </a:lnTo>
                  <a:lnTo>
                    <a:pt x="1942597" y="1608750"/>
                  </a:lnTo>
                  <a:lnTo>
                    <a:pt x="1940942" y="1610804"/>
                  </a:lnTo>
                  <a:lnTo>
                    <a:pt x="1938886" y="1614090"/>
                  </a:lnTo>
                  <a:lnTo>
                    <a:pt x="1938861" y="1614431"/>
                  </a:lnTo>
                  <a:lnTo>
                    <a:pt x="1938432" y="1614726"/>
                  </a:lnTo>
                  <a:lnTo>
                    <a:pt x="1938027" y="1616038"/>
                  </a:lnTo>
                  <a:lnTo>
                    <a:pt x="1937275" y="1617084"/>
                  </a:lnTo>
                  <a:lnTo>
                    <a:pt x="1937084" y="1617727"/>
                  </a:lnTo>
                  <a:lnTo>
                    <a:pt x="1935780" y="1619171"/>
                  </a:lnTo>
                  <a:lnTo>
                    <a:pt x="1935451" y="1620736"/>
                  </a:lnTo>
                  <a:lnTo>
                    <a:pt x="1934991" y="1621037"/>
                  </a:lnTo>
                  <a:lnTo>
                    <a:pt x="1934946" y="1622318"/>
                  </a:lnTo>
                  <a:lnTo>
                    <a:pt x="1935531" y="1625851"/>
                  </a:lnTo>
                  <a:lnTo>
                    <a:pt x="1936075" y="1627609"/>
                  </a:lnTo>
                  <a:lnTo>
                    <a:pt x="1935276" y="1629515"/>
                  </a:lnTo>
                  <a:lnTo>
                    <a:pt x="1934985" y="1630856"/>
                  </a:lnTo>
                  <a:lnTo>
                    <a:pt x="1935035" y="1632002"/>
                  </a:lnTo>
                  <a:lnTo>
                    <a:pt x="1934283" y="1636768"/>
                  </a:lnTo>
                  <a:lnTo>
                    <a:pt x="1934580" y="1639389"/>
                  </a:lnTo>
                  <a:lnTo>
                    <a:pt x="1935490" y="1642732"/>
                  </a:lnTo>
                  <a:lnTo>
                    <a:pt x="1935623" y="1644231"/>
                  </a:lnTo>
                  <a:lnTo>
                    <a:pt x="1934388" y="1649628"/>
                  </a:lnTo>
                  <a:lnTo>
                    <a:pt x="1934290" y="1651238"/>
                  </a:lnTo>
                  <a:lnTo>
                    <a:pt x="1934404" y="1652136"/>
                  </a:lnTo>
                  <a:lnTo>
                    <a:pt x="1936058" y="1655124"/>
                  </a:lnTo>
                  <a:lnTo>
                    <a:pt x="1936282" y="1658405"/>
                  </a:lnTo>
                  <a:lnTo>
                    <a:pt x="1933402" y="1660177"/>
                  </a:lnTo>
                  <a:lnTo>
                    <a:pt x="1930871" y="1660593"/>
                  </a:lnTo>
                  <a:lnTo>
                    <a:pt x="1929396" y="1662508"/>
                  </a:lnTo>
                  <a:lnTo>
                    <a:pt x="1928478" y="1664534"/>
                  </a:lnTo>
                  <a:lnTo>
                    <a:pt x="1928076" y="1664755"/>
                  </a:lnTo>
                  <a:lnTo>
                    <a:pt x="1925993" y="1665720"/>
                  </a:lnTo>
                  <a:lnTo>
                    <a:pt x="1917007" y="1668930"/>
                  </a:lnTo>
                  <a:lnTo>
                    <a:pt x="1914794" y="1670104"/>
                  </a:lnTo>
                  <a:lnTo>
                    <a:pt x="1913672" y="1672215"/>
                  </a:lnTo>
                  <a:lnTo>
                    <a:pt x="1912313" y="1674107"/>
                  </a:lnTo>
                  <a:lnTo>
                    <a:pt x="1912679" y="1675910"/>
                  </a:lnTo>
                  <a:lnTo>
                    <a:pt x="1914189" y="1677617"/>
                  </a:lnTo>
                  <a:lnTo>
                    <a:pt x="1912683" y="1678297"/>
                  </a:lnTo>
                  <a:lnTo>
                    <a:pt x="1911660" y="1684559"/>
                  </a:lnTo>
                  <a:lnTo>
                    <a:pt x="1910480" y="1686585"/>
                  </a:lnTo>
                  <a:lnTo>
                    <a:pt x="1907425" y="1688177"/>
                  </a:lnTo>
                  <a:lnTo>
                    <a:pt x="1905262" y="1690704"/>
                  </a:lnTo>
                  <a:lnTo>
                    <a:pt x="1904282" y="1692490"/>
                  </a:lnTo>
                  <a:lnTo>
                    <a:pt x="1902882" y="1692386"/>
                  </a:lnTo>
                  <a:lnTo>
                    <a:pt x="1901269" y="1694528"/>
                  </a:lnTo>
                  <a:lnTo>
                    <a:pt x="1901467" y="1701830"/>
                  </a:lnTo>
                  <a:lnTo>
                    <a:pt x="1900894" y="1702743"/>
                  </a:lnTo>
                  <a:lnTo>
                    <a:pt x="1900795" y="1703857"/>
                  </a:lnTo>
                  <a:lnTo>
                    <a:pt x="1900437" y="1704574"/>
                  </a:lnTo>
                  <a:lnTo>
                    <a:pt x="1900861" y="1705308"/>
                  </a:lnTo>
                  <a:lnTo>
                    <a:pt x="1900969" y="1706036"/>
                  </a:lnTo>
                  <a:lnTo>
                    <a:pt x="1900748" y="1707680"/>
                  </a:lnTo>
                  <a:lnTo>
                    <a:pt x="1899234" y="1709784"/>
                  </a:lnTo>
                  <a:lnTo>
                    <a:pt x="1898194" y="1710574"/>
                  </a:lnTo>
                  <a:lnTo>
                    <a:pt x="1896411" y="1712546"/>
                  </a:lnTo>
                  <a:lnTo>
                    <a:pt x="1896154" y="1713609"/>
                  </a:lnTo>
                  <a:lnTo>
                    <a:pt x="1893345" y="1715156"/>
                  </a:lnTo>
                  <a:lnTo>
                    <a:pt x="1890703" y="1717338"/>
                  </a:lnTo>
                  <a:lnTo>
                    <a:pt x="1888680" y="1718199"/>
                  </a:lnTo>
                  <a:lnTo>
                    <a:pt x="1887102" y="1718166"/>
                  </a:lnTo>
                  <a:lnTo>
                    <a:pt x="1886596" y="1718650"/>
                  </a:lnTo>
                  <a:lnTo>
                    <a:pt x="1885460" y="1719001"/>
                  </a:lnTo>
                  <a:lnTo>
                    <a:pt x="1884730" y="1719593"/>
                  </a:lnTo>
                  <a:lnTo>
                    <a:pt x="1884565" y="1721296"/>
                  </a:lnTo>
                  <a:lnTo>
                    <a:pt x="1884099" y="1721750"/>
                  </a:lnTo>
                  <a:lnTo>
                    <a:pt x="1883557" y="1723400"/>
                  </a:lnTo>
                  <a:lnTo>
                    <a:pt x="1882900" y="1724321"/>
                  </a:lnTo>
                  <a:lnTo>
                    <a:pt x="1883050" y="1724830"/>
                  </a:lnTo>
                  <a:lnTo>
                    <a:pt x="1882309" y="1725687"/>
                  </a:lnTo>
                  <a:lnTo>
                    <a:pt x="1882094" y="1727135"/>
                  </a:lnTo>
                  <a:lnTo>
                    <a:pt x="1880423" y="1729440"/>
                  </a:lnTo>
                  <a:lnTo>
                    <a:pt x="1879631" y="1729940"/>
                  </a:lnTo>
                  <a:lnTo>
                    <a:pt x="1877935" y="1730544"/>
                  </a:lnTo>
                  <a:lnTo>
                    <a:pt x="1877132" y="1730458"/>
                  </a:lnTo>
                  <a:lnTo>
                    <a:pt x="1875749" y="1731562"/>
                  </a:lnTo>
                  <a:lnTo>
                    <a:pt x="1874401" y="1731009"/>
                  </a:lnTo>
                  <a:lnTo>
                    <a:pt x="1873036" y="1730828"/>
                  </a:lnTo>
                  <a:lnTo>
                    <a:pt x="1872174" y="1730946"/>
                  </a:lnTo>
                  <a:lnTo>
                    <a:pt x="1871870" y="1730780"/>
                  </a:lnTo>
                  <a:lnTo>
                    <a:pt x="1870355" y="1731112"/>
                  </a:lnTo>
                  <a:lnTo>
                    <a:pt x="1868507" y="1730599"/>
                  </a:lnTo>
                  <a:lnTo>
                    <a:pt x="1867560" y="1730615"/>
                  </a:lnTo>
                  <a:lnTo>
                    <a:pt x="1867233" y="1731041"/>
                  </a:lnTo>
                  <a:lnTo>
                    <a:pt x="1864573" y="1731989"/>
                  </a:lnTo>
                  <a:lnTo>
                    <a:pt x="1862545" y="1733446"/>
                  </a:lnTo>
                  <a:lnTo>
                    <a:pt x="1860121" y="1736018"/>
                  </a:lnTo>
                  <a:lnTo>
                    <a:pt x="1858657" y="1737128"/>
                  </a:lnTo>
                  <a:lnTo>
                    <a:pt x="1856341" y="1740781"/>
                  </a:lnTo>
                  <a:lnTo>
                    <a:pt x="1849691" y="1742277"/>
                  </a:lnTo>
                  <a:lnTo>
                    <a:pt x="1848653" y="1741998"/>
                  </a:lnTo>
                  <a:lnTo>
                    <a:pt x="1848398" y="1742180"/>
                  </a:lnTo>
                  <a:lnTo>
                    <a:pt x="1847077" y="1741948"/>
                  </a:lnTo>
                  <a:lnTo>
                    <a:pt x="1843431" y="1740823"/>
                  </a:lnTo>
                  <a:lnTo>
                    <a:pt x="1842689" y="1739848"/>
                  </a:lnTo>
                  <a:lnTo>
                    <a:pt x="1842442" y="1738242"/>
                  </a:lnTo>
                  <a:lnTo>
                    <a:pt x="1841714" y="1737187"/>
                  </a:lnTo>
                  <a:lnTo>
                    <a:pt x="1840161" y="1735865"/>
                  </a:lnTo>
                  <a:lnTo>
                    <a:pt x="1839759" y="1735353"/>
                  </a:lnTo>
                  <a:lnTo>
                    <a:pt x="1840575" y="1734197"/>
                  </a:lnTo>
                  <a:lnTo>
                    <a:pt x="1838465" y="1728387"/>
                  </a:lnTo>
                  <a:lnTo>
                    <a:pt x="1841060" y="1725631"/>
                  </a:lnTo>
                  <a:lnTo>
                    <a:pt x="1842391" y="1723832"/>
                  </a:lnTo>
                  <a:lnTo>
                    <a:pt x="1842331" y="1720788"/>
                  </a:lnTo>
                  <a:lnTo>
                    <a:pt x="1841827" y="1718377"/>
                  </a:lnTo>
                  <a:lnTo>
                    <a:pt x="1838943" y="1715885"/>
                  </a:lnTo>
                  <a:lnTo>
                    <a:pt x="1837505" y="1713368"/>
                  </a:lnTo>
                  <a:lnTo>
                    <a:pt x="1838269" y="1703059"/>
                  </a:lnTo>
                  <a:lnTo>
                    <a:pt x="1835337" y="1689595"/>
                  </a:lnTo>
                  <a:lnTo>
                    <a:pt x="1834545" y="1688760"/>
                  </a:lnTo>
                  <a:lnTo>
                    <a:pt x="1834042" y="1687680"/>
                  </a:lnTo>
                  <a:lnTo>
                    <a:pt x="1833241" y="1687021"/>
                  </a:lnTo>
                  <a:lnTo>
                    <a:pt x="1832558" y="1686024"/>
                  </a:lnTo>
                  <a:lnTo>
                    <a:pt x="1830094" y="1683890"/>
                  </a:lnTo>
                  <a:lnTo>
                    <a:pt x="1825871" y="1682183"/>
                  </a:lnTo>
                  <a:lnTo>
                    <a:pt x="1823688" y="1681769"/>
                  </a:lnTo>
                  <a:lnTo>
                    <a:pt x="1822174" y="1682089"/>
                  </a:lnTo>
                  <a:lnTo>
                    <a:pt x="1820975" y="1681412"/>
                  </a:lnTo>
                  <a:lnTo>
                    <a:pt x="1820441" y="1679840"/>
                  </a:lnTo>
                  <a:lnTo>
                    <a:pt x="1820677" y="1679087"/>
                  </a:lnTo>
                  <a:lnTo>
                    <a:pt x="1820961" y="1678954"/>
                  </a:lnTo>
                  <a:lnTo>
                    <a:pt x="1820424" y="1677856"/>
                  </a:lnTo>
                  <a:lnTo>
                    <a:pt x="1820716" y="1674194"/>
                  </a:lnTo>
                  <a:lnTo>
                    <a:pt x="1821277" y="1672686"/>
                  </a:lnTo>
                  <a:lnTo>
                    <a:pt x="1820776" y="1671688"/>
                  </a:lnTo>
                  <a:lnTo>
                    <a:pt x="1820719" y="1670465"/>
                  </a:lnTo>
                  <a:lnTo>
                    <a:pt x="1819855" y="1670765"/>
                  </a:lnTo>
                  <a:lnTo>
                    <a:pt x="1817047" y="1668430"/>
                  </a:lnTo>
                  <a:lnTo>
                    <a:pt x="1814613" y="1665983"/>
                  </a:lnTo>
                  <a:lnTo>
                    <a:pt x="1813081" y="1665132"/>
                  </a:lnTo>
                  <a:lnTo>
                    <a:pt x="1810340" y="1663931"/>
                  </a:lnTo>
                  <a:lnTo>
                    <a:pt x="1806424" y="1663034"/>
                  </a:lnTo>
                  <a:lnTo>
                    <a:pt x="1805799" y="1663067"/>
                  </a:lnTo>
                  <a:lnTo>
                    <a:pt x="1804213" y="1663920"/>
                  </a:lnTo>
                  <a:lnTo>
                    <a:pt x="1798339" y="1669025"/>
                  </a:lnTo>
                  <a:lnTo>
                    <a:pt x="1796604" y="1669291"/>
                  </a:lnTo>
                  <a:lnTo>
                    <a:pt x="1795557" y="1669645"/>
                  </a:lnTo>
                  <a:lnTo>
                    <a:pt x="1795258" y="1670131"/>
                  </a:lnTo>
                  <a:lnTo>
                    <a:pt x="1793906" y="1670505"/>
                  </a:lnTo>
                  <a:lnTo>
                    <a:pt x="1791116" y="1670108"/>
                  </a:lnTo>
                  <a:lnTo>
                    <a:pt x="1790339" y="1669795"/>
                  </a:lnTo>
                  <a:lnTo>
                    <a:pt x="1788863" y="1668412"/>
                  </a:lnTo>
                  <a:lnTo>
                    <a:pt x="1787743" y="1667931"/>
                  </a:lnTo>
                  <a:lnTo>
                    <a:pt x="1785788" y="1668111"/>
                  </a:lnTo>
                  <a:lnTo>
                    <a:pt x="1781593" y="1667404"/>
                  </a:lnTo>
                  <a:lnTo>
                    <a:pt x="1779571" y="1666038"/>
                  </a:lnTo>
                  <a:lnTo>
                    <a:pt x="1776895" y="1665363"/>
                  </a:lnTo>
                  <a:lnTo>
                    <a:pt x="1772517" y="1662853"/>
                  </a:lnTo>
                  <a:lnTo>
                    <a:pt x="1769856" y="1662093"/>
                  </a:lnTo>
                  <a:lnTo>
                    <a:pt x="1766683" y="1660748"/>
                  </a:lnTo>
                  <a:lnTo>
                    <a:pt x="1764800" y="1660786"/>
                  </a:lnTo>
                  <a:lnTo>
                    <a:pt x="1764529" y="1660548"/>
                  </a:lnTo>
                  <a:lnTo>
                    <a:pt x="1764400" y="1659882"/>
                  </a:lnTo>
                  <a:lnTo>
                    <a:pt x="1763817" y="1660104"/>
                  </a:lnTo>
                  <a:lnTo>
                    <a:pt x="1763721" y="1659676"/>
                  </a:lnTo>
                  <a:lnTo>
                    <a:pt x="1763975" y="1659374"/>
                  </a:lnTo>
                  <a:lnTo>
                    <a:pt x="1763566" y="1658178"/>
                  </a:lnTo>
                  <a:lnTo>
                    <a:pt x="1760978" y="1655498"/>
                  </a:lnTo>
                  <a:lnTo>
                    <a:pt x="1759337" y="1654265"/>
                  </a:lnTo>
                  <a:lnTo>
                    <a:pt x="1759036" y="1651249"/>
                  </a:lnTo>
                  <a:lnTo>
                    <a:pt x="1759489" y="1650558"/>
                  </a:lnTo>
                  <a:lnTo>
                    <a:pt x="1758250" y="1649811"/>
                  </a:lnTo>
                  <a:lnTo>
                    <a:pt x="1757025" y="1648442"/>
                  </a:lnTo>
                  <a:lnTo>
                    <a:pt x="1756320" y="1648391"/>
                  </a:lnTo>
                  <a:lnTo>
                    <a:pt x="1755773" y="1646722"/>
                  </a:lnTo>
                  <a:lnTo>
                    <a:pt x="1754802" y="1645841"/>
                  </a:lnTo>
                  <a:lnTo>
                    <a:pt x="1754295" y="1646046"/>
                  </a:lnTo>
                  <a:lnTo>
                    <a:pt x="1754014" y="1645684"/>
                  </a:lnTo>
                  <a:lnTo>
                    <a:pt x="1751897" y="1645239"/>
                  </a:lnTo>
                  <a:lnTo>
                    <a:pt x="1750268" y="1643920"/>
                  </a:lnTo>
                  <a:lnTo>
                    <a:pt x="1749761" y="1642829"/>
                  </a:lnTo>
                  <a:lnTo>
                    <a:pt x="1749925" y="1641898"/>
                  </a:lnTo>
                  <a:lnTo>
                    <a:pt x="1748533" y="1639143"/>
                  </a:lnTo>
                  <a:lnTo>
                    <a:pt x="1750604" y="1637240"/>
                  </a:lnTo>
                  <a:lnTo>
                    <a:pt x="1747756" y="1634775"/>
                  </a:lnTo>
                  <a:lnTo>
                    <a:pt x="1748871" y="1632698"/>
                  </a:lnTo>
                  <a:lnTo>
                    <a:pt x="1745789" y="1630004"/>
                  </a:lnTo>
                  <a:lnTo>
                    <a:pt x="1746918" y="1629057"/>
                  </a:lnTo>
                  <a:lnTo>
                    <a:pt x="1747139" y="1626786"/>
                  </a:lnTo>
                  <a:lnTo>
                    <a:pt x="1746872" y="1626446"/>
                  </a:lnTo>
                  <a:lnTo>
                    <a:pt x="1747083" y="1626181"/>
                  </a:lnTo>
                  <a:lnTo>
                    <a:pt x="1746799" y="1625025"/>
                  </a:lnTo>
                  <a:lnTo>
                    <a:pt x="1747340" y="1624618"/>
                  </a:lnTo>
                  <a:lnTo>
                    <a:pt x="1747482" y="1622786"/>
                  </a:lnTo>
                  <a:lnTo>
                    <a:pt x="1745961" y="1619268"/>
                  </a:lnTo>
                  <a:lnTo>
                    <a:pt x="1746246" y="1617328"/>
                  </a:lnTo>
                  <a:lnTo>
                    <a:pt x="1743392" y="1607435"/>
                  </a:lnTo>
                  <a:lnTo>
                    <a:pt x="1743872" y="1607228"/>
                  </a:lnTo>
                  <a:lnTo>
                    <a:pt x="1745293" y="1605763"/>
                  </a:lnTo>
                  <a:lnTo>
                    <a:pt x="1745723" y="1605744"/>
                  </a:lnTo>
                  <a:lnTo>
                    <a:pt x="1746986" y="1604851"/>
                  </a:lnTo>
                  <a:lnTo>
                    <a:pt x="1749209" y="1602729"/>
                  </a:lnTo>
                  <a:lnTo>
                    <a:pt x="1750282" y="1601317"/>
                  </a:lnTo>
                  <a:lnTo>
                    <a:pt x="1752060" y="1600694"/>
                  </a:lnTo>
                  <a:lnTo>
                    <a:pt x="1751710" y="1600034"/>
                  </a:lnTo>
                  <a:lnTo>
                    <a:pt x="1752045" y="1597542"/>
                  </a:lnTo>
                  <a:lnTo>
                    <a:pt x="1751736" y="1595087"/>
                  </a:lnTo>
                  <a:lnTo>
                    <a:pt x="1750836" y="1595513"/>
                  </a:lnTo>
                  <a:lnTo>
                    <a:pt x="1749672" y="1594529"/>
                  </a:lnTo>
                  <a:lnTo>
                    <a:pt x="1749927" y="1593726"/>
                  </a:lnTo>
                  <a:lnTo>
                    <a:pt x="1749213" y="1592546"/>
                  </a:lnTo>
                  <a:lnTo>
                    <a:pt x="1749196" y="1591511"/>
                  </a:lnTo>
                  <a:lnTo>
                    <a:pt x="1749665" y="1589788"/>
                  </a:lnTo>
                  <a:lnTo>
                    <a:pt x="1742286" y="1590440"/>
                  </a:lnTo>
                  <a:lnTo>
                    <a:pt x="1738309" y="1590400"/>
                  </a:lnTo>
                  <a:lnTo>
                    <a:pt x="1738123" y="1590549"/>
                  </a:lnTo>
                  <a:lnTo>
                    <a:pt x="1737658" y="1590355"/>
                  </a:lnTo>
                  <a:lnTo>
                    <a:pt x="1737383" y="1589407"/>
                  </a:lnTo>
                  <a:lnTo>
                    <a:pt x="1737748" y="1588357"/>
                  </a:lnTo>
                  <a:lnTo>
                    <a:pt x="1737340" y="1588250"/>
                  </a:lnTo>
                  <a:lnTo>
                    <a:pt x="1735717" y="1588922"/>
                  </a:lnTo>
                  <a:lnTo>
                    <a:pt x="1735156" y="1589917"/>
                  </a:lnTo>
                  <a:lnTo>
                    <a:pt x="1732669" y="1590084"/>
                  </a:lnTo>
                  <a:lnTo>
                    <a:pt x="1731397" y="1590435"/>
                  </a:lnTo>
                  <a:lnTo>
                    <a:pt x="1730156" y="1588174"/>
                  </a:lnTo>
                  <a:lnTo>
                    <a:pt x="1728974" y="1588621"/>
                  </a:lnTo>
                  <a:lnTo>
                    <a:pt x="1728558" y="1589890"/>
                  </a:lnTo>
                  <a:lnTo>
                    <a:pt x="1728055" y="1590507"/>
                  </a:lnTo>
                  <a:lnTo>
                    <a:pt x="1726379" y="1590782"/>
                  </a:lnTo>
                  <a:lnTo>
                    <a:pt x="1725482" y="1591513"/>
                  </a:lnTo>
                  <a:lnTo>
                    <a:pt x="1723305" y="1591517"/>
                  </a:lnTo>
                  <a:lnTo>
                    <a:pt x="1722286" y="1589870"/>
                  </a:lnTo>
                  <a:lnTo>
                    <a:pt x="1720939" y="1589259"/>
                  </a:lnTo>
                  <a:lnTo>
                    <a:pt x="1720233" y="1589660"/>
                  </a:lnTo>
                  <a:lnTo>
                    <a:pt x="1719595" y="1589638"/>
                  </a:lnTo>
                  <a:lnTo>
                    <a:pt x="1719227" y="1590208"/>
                  </a:lnTo>
                  <a:lnTo>
                    <a:pt x="1717743" y="1591024"/>
                  </a:lnTo>
                  <a:lnTo>
                    <a:pt x="1717300" y="1590209"/>
                  </a:lnTo>
                  <a:lnTo>
                    <a:pt x="1716206" y="1590049"/>
                  </a:lnTo>
                  <a:lnTo>
                    <a:pt x="1714528" y="1590315"/>
                  </a:lnTo>
                  <a:lnTo>
                    <a:pt x="1713780" y="1590089"/>
                  </a:lnTo>
                  <a:lnTo>
                    <a:pt x="1713720" y="1589185"/>
                  </a:lnTo>
                  <a:lnTo>
                    <a:pt x="1713373" y="1588730"/>
                  </a:lnTo>
                  <a:lnTo>
                    <a:pt x="1711792" y="1587875"/>
                  </a:lnTo>
                  <a:lnTo>
                    <a:pt x="1710197" y="1588417"/>
                  </a:lnTo>
                  <a:lnTo>
                    <a:pt x="1709923" y="1589236"/>
                  </a:lnTo>
                  <a:lnTo>
                    <a:pt x="1708251" y="1590787"/>
                  </a:lnTo>
                  <a:lnTo>
                    <a:pt x="1701531" y="1591635"/>
                  </a:lnTo>
                  <a:lnTo>
                    <a:pt x="1699397" y="1590907"/>
                  </a:lnTo>
                  <a:lnTo>
                    <a:pt x="1697767" y="1589855"/>
                  </a:lnTo>
                  <a:lnTo>
                    <a:pt x="1695748" y="1587151"/>
                  </a:lnTo>
                  <a:lnTo>
                    <a:pt x="1696042" y="1585663"/>
                  </a:lnTo>
                  <a:lnTo>
                    <a:pt x="1689103" y="1565762"/>
                  </a:lnTo>
                  <a:lnTo>
                    <a:pt x="1665242" y="1560054"/>
                  </a:lnTo>
                  <a:lnTo>
                    <a:pt x="1664235" y="1560941"/>
                  </a:lnTo>
                  <a:lnTo>
                    <a:pt x="1662087" y="1562199"/>
                  </a:lnTo>
                  <a:lnTo>
                    <a:pt x="1660825" y="1563359"/>
                  </a:lnTo>
                  <a:lnTo>
                    <a:pt x="1655292" y="1565194"/>
                  </a:lnTo>
                  <a:lnTo>
                    <a:pt x="1653508" y="1565330"/>
                  </a:lnTo>
                  <a:lnTo>
                    <a:pt x="1651644" y="1565592"/>
                  </a:lnTo>
                  <a:lnTo>
                    <a:pt x="1649321" y="1566818"/>
                  </a:lnTo>
                  <a:lnTo>
                    <a:pt x="1647192" y="1567011"/>
                  </a:lnTo>
                  <a:lnTo>
                    <a:pt x="1645990" y="1567555"/>
                  </a:lnTo>
                  <a:lnTo>
                    <a:pt x="1643730" y="1567516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pg126">
              <a:extLst>
                <a:ext uri="{FF2B5EF4-FFF2-40B4-BE49-F238E27FC236}">
                  <a16:creationId xmlns:a16="http://schemas.microsoft.com/office/drawing/2014/main" id="{8F9B70BE-5675-39B2-6A4A-B301975CB3E0}"/>
                </a:ext>
              </a:extLst>
            </p:cNvPr>
            <p:cNvSpPr/>
            <p:nvPr/>
          </p:nvSpPr>
          <p:spPr>
            <a:xfrm>
              <a:off x="4781277" y="2077142"/>
              <a:ext cx="2817874" cy="1926304"/>
            </a:xfrm>
            <a:custGeom>
              <a:avLst/>
              <a:gdLst/>
              <a:ahLst/>
              <a:cxnLst/>
              <a:rect l="0" t="0" r="0" b="0"/>
              <a:pathLst>
                <a:path w="2817874" h="1926304">
                  <a:moveTo>
                    <a:pt x="1683166" y="1869243"/>
                  </a:moveTo>
                  <a:lnTo>
                    <a:pt x="1682516" y="1870714"/>
                  </a:lnTo>
                  <a:lnTo>
                    <a:pt x="1681125" y="1871254"/>
                  </a:lnTo>
                  <a:lnTo>
                    <a:pt x="1680927" y="1871686"/>
                  </a:lnTo>
                  <a:lnTo>
                    <a:pt x="1679150" y="1871737"/>
                  </a:lnTo>
                  <a:lnTo>
                    <a:pt x="1677922" y="1871520"/>
                  </a:lnTo>
                  <a:lnTo>
                    <a:pt x="1675592" y="1871727"/>
                  </a:lnTo>
                  <a:lnTo>
                    <a:pt x="1674528" y="1872309"/>
                  </a:lnTo>
                  <a:lnTo>
                    <a:pt x="1673885" y="1872235"/>
                  </a:lnTo>
                  <a:lnTo>
                    <a:pt x="1670549" y="1873358"/>
                  </a:lnTo>
                  <a:lnTo>
                    <a:pt x="1671555" y="1873738"/>
                  </a:lnTo>
                  <a:lnTo>
                    <a:pt x="1671800" y="1874266"/>
                  </a:lnTo>
                  <a:lnTo>
                    <a:pt x="1667600" y="1879268"/>
                  </a:lnTo>
                  <a:lnTo>
                    <a:pt x="1666900" y="1881198"/>
                  </a:lnTo>
                  <a:lnTo>
                    <a:pt x="1664760" y="1884358"/>
                  </a:lnTo>
                  <a:lnTo>
                    <a:pt x="1662849" y="1883136"/>
                  </a:lnTo>
                  <a:lnTo>
                    <a:pt x="1662716" y="1882507"/>
                  </a:lnTo>
                  <a:lnTo>
                    <a:pt x="1658029" y="1878565"/>
                  </a:lnTo>
                  <a:lnTo>
                    <a:pt x="1656222" y="1877540"/>
                  </a:lnTo>
                  <a:lnTo>
                    <a:pt x="1656286" y="1877197"/>
                  </a:lnTo>
                  <a:lnTo>
                    <a:pt x="1655013" y="1877151"/>
                  </a:lnTo>
                  <a:lnTo>
                    <a:pt x="1653898" y="1876676"/>
                  </a:lnTo>
                  <a:lnTo>
                    <a:pt x="1652499" y="1877169"/>
                  </a:lnTo>
                  <a:lnTo>
                    <a:pt x="1651738" y="1877094"/>
                  </a:lnTo>
                  <a:lnTo>
                    <a:pt x="1647720" y="1874762"/>
                  </a:lnTo>
                  <a:lnTo>
                    <a:pt x="1646170" y="1874418"/>
                  </a:lnTo>
                  <a:lnTo>
                    <a:pt x="1645602" y="1873813"/>
                  </a:lnTo>
                  <a:lnTo>
                    <a:pt x="1645402" y="1871657"/>
                  </a:lnTo>
                  <a:lnTo>
                    <a:pt x="1644850" y="1870673"/>
                  </a:lnTo>
                  <a:lnTo>
                    <a:pt x="1644328" y="1865079"/>
                  </a:lnTo>
                  <a:lnTo>
                    <a:pt x="1644153" y="1864194"/>
                  </a:lnTo>
                  <a:lnTo>
                    <a:pt x="1643549" y="1863056"/>
                  </a:lnTo>
                  <a:lnTo>
                    <a:pt x="1642330" y="1861883"/>
                  </a:lnTo>
                  <a:lnTo>
                    <a:pt x="1639242" y="1861295"/>
                  </a:lnTo>
                  <a:lnTo>
                    <a:pt x="1637323" y="1861337"/>
                  </a:lnTo>
                  <a:lnTo>
                    <a:pt x="1635677" y="1859962"/>
                  </a:lnTo>
                  <a:lnTo>
                    <a:pt x="1633273" y="1860092"/>
                  </a:lnTo>
                  <a:lnTo>
                    <a:pt x="1632981" y="1858715"/>
                  </a:lnTo>
                  <a:lnTo>
                    <a:pt x="1628762" y="1852429"/>
                  </a:lnTo>
                  <a:lnTo>
                    <a:pt x="1627788" y="1851834"/>
                  </a:lnTo>
                  <a:lnTo>
                    <a:pt x="1627775" y="1850206"/>
                  </a:lnTo>
                  <a:lnTo>
                    <a:pt x="1628269" y="1849188"/>
                  </a:lnTo>
                  <a:lnTo>
                    <a:pt x="1628387" y="1848263"/>
                  </a:lnTo>
                  <a:lnTo>
                    <a:pt x="1629258" y="1846805"/>
                  </a:lnTo>
                  <a:lnTo>
                    <a:pt x="1629175" y="1845497"/>
                  </a:lnTo>
                  <a:lnTo>
                    <a:pt x="1628486" y="1845367"/>
                  </a:lnTo>
                  <a:lnTo>
                    <a:pt x="1626587" y="1846561"/>
                  </a:lnTo>
                  <a:lnTo>
                    <a:pt x="1624659" y="1846383"/>
                  </a:lnTo>
                  <a:lnTo>
                    <a:pt x="1623860" y="1847203"/>
                  </a:lnTo>
                  <a:lnTo>
                    <a:pt x="1621911" y="1848168"/>
                  </a:lnTo>
                  <a:lnTo>
                    <a:pt x="1621922" y="1849674"/>
                  </a:lnTo>
                  <a:lnTo>
                    <a:pt x="1621632" y="1850268"/>
                  </a:lnTo>
                  <a:lnTo>
                    <a:pt x="1618901" y="1850909"/>
                  </a:lnTo>
                  <a:lnTo>
                    <a:pt x="1617846" y="1850994"/>
                  </a:lnTo>
                  <a:lnTo>
                    <a:pt x="1616447" y="1850710"/>
                  </a:lnTo>
                  <a:lnTo>
                    <a:pt x="1615783" y="1851077"/>
                  </a:lnTo>
                  <a:lnTo>
                    <a:pt x="1614984" y="1852070"/>
                  </a:lnTo>
                  <a:lnTo>
                    <a:pt x="1613156" y="1852209"/>
                  </a:lnTo>
                  <a:lnTo>
                    <a:pt x="1611799" y="1852589"/>
                  </a:lnTo>
                  <a:lnTo>
                    <a:pt x="1609931" y="1851204"/>
                  </a:lnTo>
                  <a:lnTo>
                    <a:pt x="1608284" y="1850563"/>
                  </a:lnTo>
                  <a:lnTo>
                    <a:pt x="1607398" y="1849564"/>
                  </a:lnTo>
                  <a:lnTo>
                    <a:pt x="1605549" y="1848168"/>
                  </a:lnTo>
                  <a:lnTo>
                    <a:pt x="1602979" y="1847907"/>
                  </a:lnTo>
                  <a:lnTo>
                    <a:pt x="1600622" y="1846716"/>
                  </a:lnTo>
                  <a:lnTo>
                    <a:pt x="1599298" y="1845166"/>
                  </a:lnTo>
                  <a:lnTo>
                    <a:pt x="1599395" y="1843844"/>
                  </a:lnTo>
                  <a:lnTo>
                    <a:pt x="1598235" y="1842413"/>
                  </a:lnTo>
                  <a:lnTo>
                    <a:pt x="1598254" y="1841019"/>
                  </a:lnTo>
                  <a:lnTo>
                    <a:pt x="1598659" y="1839985"/>
                  </a:lnTo>
                  <a:lnTo>
                    <a:pt x="1599416" y="1840141"/>
                  </a:lnTo>
                  <a:lnTo>
                    <a:pt x="1600598" y="1839678"/>
                  </a:lnTo>
                  <a:lnTo>
                    <a:pt x="1600538" y="1837594"/>
                  </a:lnTo>
                  <a:lnTo>
                    <a:pt x="1600963" y="1836503"/>
                  </a:lnTo>
                  <a:lnTo>
                    <a:pt x="1601909" y="1836362"/>
                  </a:lnTo>
                  <a:lnTo>
                    <a:pt x="1602451" y="1835967"/>
                  </a:lnTo>
                  <a:lnTo>
                    <a:pt x="1602912" y="1835181"/>
                  </a:lnTo>
                  <a:lnTo>
                    <a:pt x="1603686" y="1834741"/>
                  </a:lnTo>
                  <a:lnTo>
                    <a:pt x="1605752" y="1834575"/>
                  </a:lnTo>
                  <a:lnTo>
                    <a:pt x="1606324" y="1834263"/>
                  </a:lnTo>
                  <a:lnTo>
                    <a:pt x="1606819" y="1833447"/>
                  </a:lnTo>
                  <a:lnTo>
                    <a:pt x="1606699" y="1828070"/>
                  </a:lnTo>
                  <a:lnTo>
                    <a:pt x="1607243" y="1825590"/>
                  </a:lnTo>
                  <a:lnTo>
                    <a:pt x="1608002" y="1823973"/>
                  </a:lnTo>
                  <a:lnTo>
                    <a:pt x="1608359" y="1821144"/>
                  </a:lnTo>
                  <a:lnTo>
                    <a:pt x="1608917" y="1819015"/>
                  </a:lnTo>
                  <a:lnTo>
                    <a:pt x="1609101" y="1815500"/>
                  </a:lnTo>
                  <a:lnTo>
                    <a:pt x="1608633" y="1812354"/>
                  </a:lnTo>
                  <a:lnTo>
                    <a:pt x="1610068" y="1809473"/>
                  </a:lnTo>
                  <a:lnTo>
                    <a:pt x="1610564" y="1807262"/>
                  </a:lnTo>
                  <a:lnTo>
                    <a:pt x="1610113" y="1806524"/>
                  </a:lnTo>
                  <a:lnTo>
                    <a:pt x="1610424" y="1805286"/>
                  </a:lnTo>
                  <a:lnTo>
                    <a:pt x="1610068" y="1803259"/>
                  </a:lnTo>
                  <a:lnTo>
                    <a:pt x="1610296" y="1801270"/>
                  </a:lnTo>
                  <a:lnTo>
                    <a:pt x="1611117" y="1799496"/>
                  </a:lnTo>
                  <a:lnTo>
                    <a:pt x="1610755" y="1793754"/>
                  </a:lnTo>
                  <a:lnTo>
                    <a:pt x="1610606" y="1792794"/>
                  </a:lnTo>
                  <a:lnTo>
                    <a:pt x="1610163" y="1791904"/>
                  </a:lnTo>
                  <a:lnTo>
                    <a:pt x="1610475" y="1789746"/>
                  </a:lnTo>
                  <a:lnTo>
                    <a:pt x="1610313" y="1789161"/>
                  </a:lnTo>
                  <a:lnTo>
                    <a:pt x="1611380" y="1786939"/>
                  </a:lnTo>
                  <a:lnTo>
                    <a:pt x="1612430" y="1783380"/>
                  </a:lnTo>
                  <a:lnTo>
                    <a:pt x="1613639" y="1781655"/>
                  </a:lnTo>
                  <a:lnTo>
                    <a:pt x="1614534" y="1780803"/>
                  </a:lnTo>
                  <a:lnTo>
                    <a:pt x="1616013" y="1780383"/>
                  </a:lnTo>
                  <a:lnTo>
                    <a:pt x="1617512" y="1779418"/>
                  </a:lnTo>
                  <a:lnTo>
                    <a:pt x="1620726" y="1774899"/>
                  </a:lnTo>
                  <a:lnTo>
                    <a:pt x="1620321" y="1771865"/>
                  </a:lnTo>
                  <a:lnTo>
                    <a:pt x="1618507" y="1766985"/>
                  </a:lnTo>
                  <a:lnTo>
                    <a:pt x="1618242" y="1765094"/>
                  </a:lnTo>
                  <a:lnTo>
                    <a:pt x="1619582" y="1764833"/>
                  </a:lnTo>
                  <a:lnTo>
                    <a:pt x="1619291" y="1763594"/>
                  </a:lnTo>
                  <a:lnTo>
                    <a:pt x="1618539" y="1761918"/>
                  </a:lnTo>
                  <a:lnTo>
                    <a:pt x="1618577" y="1761084"/>
                  </a:lnTo>
                  <a:lnTo>
                    <a:pt x="1617334" y="1759828"/>
                  </a:lnTo>
                  <a:lnTo>
                    <a:pt x="1614987" y="1759143"/>
                  </a:lnTo>
                  <a:lnTo>
                    <a:pt x="1613358" y="1757470"/>
                  </a:lnTo>
                  <a:lnTo>
                    <a:pt x="1612898" y="1757261"/>
                  </a:lnTo>
                  <a:lnTo>
                    <a:pt x="1610986" y="1753531"/>
                  </a:lnTo>
                  <a:lnTo>
                    <a:pt x="1612377" y="1752060"/>
                  </a:lnTo>
                  <a:lnTo>
                    <a:pt x="1612494" y="1751398"/>
                  </a:lnTo>
                  <a:lnTo>
                    <a:pt x="1614305" y="1748064"/>
                  </a:lnTo>
                  <a:lnTo>
                    <a:pt x="1614489" y="1747304"/>
                  </a:lnTo>
                  <a:lnTo>
                    <a:pt x="1614898" y="1746842"/>
                  </a:lnTo>
                  <a:lnTo>
                    <a:pt x="1618931" y="1746999"/>
                  </a:lnTo>
                  <a:lnTo>
                    <a:pt x="1620352" y="1745862"/>
                  </a:lnTo>
                  <a:lnTo>
                    <a:pt x="1619964" y="1745042"/>
                  </a:lnTo>
                  <a:lnTo>
                    <a:pt x="1618831" y="1744504"/>
                  </a:lnTo>
                  <a:lnTo>
                    <a:pt x="1617744" y="1742283"/>
                  </a:lnTo>
                  <a:lnTo>
                    <a:pt x="1616637" y="1741081"/>
                  </a:lnTo>
                  <a:lnTo>
                    <a:pt x="1613482" y="1740156"/>
                  </a:lnTo>
                  <a:lnTo>
                    <a:pt x="1607517" y="1730960"/>
                  </a:lnTo>
                  <a:lnTo>
                    <a:pt x="1607444" y="1729699"/>
                  </a:lnTo>
                  <a:lnTo>
                    <a:pt x="1605668" y="1725919"/>
                  </a:lnTo>
                  <a:lnTo>
                    <a:pt x="1605678" y="1724509"/>
                  </a:lnTo>
                  <a:lnTo>
                    <a:pt x="1606065" y="1723098"/>
                  </a:lnTo>
                  <a:lnTo>
                    <a:pt x="1606339" y="1722321"/>
                  </a:lnTo>
                  <a:lnTo>
                    <a:pt x="1607025" y="1721666"/>
                  </a:lnTo>
                  <a:lnTo>
                    <a:pt x="1607467" y="1720843"/>
                  </a:lnTo>
                  <a:lnTo>
                    <a:pt x="1607793" y="1720074"/>
                  </a:lnTo>
                  <a:lnTo>
                    <a:pt x="1607722" y="1719347"/>
                  </a:lnTo>
                  <a:lnTo>
                    <a:pt x="1604762" y="1712849"/>
                  </a:lnTo>
                  <a:lnTo>
                    <a:pt x="1603400" y="1711676"/>
                  </a:lnTo>
                  <a:lnTo>
                    <a:pt x="1601686" y="1709489"/>
                  </a:lnTo>
                  <a:lnTo>
                    <a:pt x="1600493" y="1704388"/>
                  </a:lnTo>
                  <a:lnTo>
                    <a:pt x="1600858" y="1703530"/>
                  </a:lnTo>
                  <a:lnTo>
                    <a:pt x="1600683" y="1702551"/>
                  </a:lnTo>
                  <a:lnTo>
                    <a:pt x="1601397" y="1700890"/>
                  </a:lnTo>
                  <a:lnTo>
                    <a:pt x="1601370" y="1699449"/>
                  </a:lnTo>
                  <a:lnTo>
                    <a:pt x="1602699" y="1699018"/>
                  </a:lnTo>
                  <a:lnTo>
                    <a:pt x="1603088" y="1698614"/>
                  </a:lnTo>
                  <a:lnTo>
                    <a:pt x="1603230" y="1698177"/>
                  </a:lnTo>
                  <a:lnTo>
                    <a:pt x="1602815" y="1697784"/>
                  </a:lnTo>
                  <a:lnTo>
                    <a:pt x="1603132" y="1696571"/>
                  </a:lnTo>
                  <a:lnTo>
                    <a:pt x="1603741" y="1696244"/>
                  </a:lnTo>
                  <a:lnTo>
                    <a:pt x="1604191" y="1695222"/>
                  </a:lnTo>
                  <a:lnTo>
                    <a:pt x="1603992" y="1693923"/>
                  </a:lnTo>
                  <a:lnTo>
                    <a:pt x="1604302" y="1690742"/>
                  </a:lnTo>
                  <a:lnTo>
                    <a:pt x="1604040" y="1689158"/>
                  </a:lnTo>
                  <a:lnTo>
                    <a:pt x="1603311" y="1687730"/>
                  </a:lnTo>
                  <a:lnTo>
                    <a:pt x="1602544" y="1686930"/>
                  </a:lnTo>
                  <a:lnTo>
                    <a:pt x="1601302" y="1686599"/>
                  </a:lnTo>
                  <a:lnTo>
                    <a:pt x="1599697" y="1685320"/>
                  </a:lnTo>
                  <a:lnTo>
                    <a:pt x="1599475" y="1684814"/>
                  </a:lnTo>
                  <a:lnTo>
                    <a:pt x="1599479" y="1683770"/>
                  </a:lnTo>
                  <a:lnTo>
                    <a:pt x="1598115" y="1683669"/>
                  </a:lnTo>
                  <a:lnTo>
                    <a:pt x="1596897" y="1683290"/>
                  </a:lnTo>
                  <a:lnTo>
                    <a:pt x="1596338" y="1682817"/>
                  </a:lnTo>
                  <a:lnTo>
                    <a:pt x="1593652" y="1682871"/>
                  </a:lnTo>
                  <a:lnTo>
                    <a:pt x="1591366" y="1682645"/>
                  </a:lnTo>
                  <a:lnTo>
                    <a:pt x="1567492" y="1674194"/>
                  </a:lnTo>
                  <a:lnTo>
                    <a:pt x="1566413" y="1670998"/>
                  </a:lnTo>
                  <a:lnTo>
                    <a:pt x="1559379" y="1670362"/>
                  </a:lnTo>
                  <a:lnTo>
                    <a:pt x="1557093" y="1669800"/>
                  </a:lnTo>
                  <a:lnTo>
                    <a:pt x="1553877" y="1669677"/>
                  </a:lnTo>
                  <a:lnTo>
                    <a:pt x="1552447" y="1669920"/>
                  </a:lnTo>
                  <a:lnTo>
                    <a:pt x="1546952" y="1667232"/>
                  </a:lnTo>
                  <a:lnTo>
                    <a:pt x="1544023" y="1665186"/>
                  </a:lnTo>
                  <a:lnTo>
                    <a:pt x="1545130" y="1660662"/>
                  </a:lnTo>
                  <a:lnTo>
                    <a:pt x="1546588" y="1658503"/>
                  </a:lnTo>
                  <a:lnTo>
                    <a:pt x="1547326" y="1654450"/>
                  </a:lnTo>
                  <a:lnTo>
                    <a:pt x="1546375" y="1646735"/>
                  </a:lnTo>
                  <a:lnTo>
                    <a:pt x="1547375" y="1639412"/>
                  </a:lnTo>
                  <a:lnTo>
                    <a:pt x="1548590" y="1634077"/>
                  </a:lnTo>
                  <a:lnTo>
                    <a:pt x="1549425" y="1631476"/>
                  </a:lnTo>
                  <a:lnTo>
                    <a:pt x="1552242" y="1627706"/>
                  </a:lnTo>
                  <a:lnTo>
                    <a:pt x="1555682" y="1625777"/>
                  </a:lnTo>
                  <a:lnTo>
                    <a:pt x="1555423" y="1623603"/>
                  </a:lnTo>
                  <a:lnTo>
                    <a:pt x="1557622" y="1615443"/>
                  </a:lnTo>
                  <a:lnTo>
                    <a:pt x="1558149" y="1605107"/>
                  </a:lnTo>
                  <a:lnTo>
                    <a:pt x="1560386" y="1603826"/>
                  </a:lnTo>
                  <a:lnTo>
                    <a:pt x="1563496" y="1596963"/>
                  </a:lnTo>
                  <a:lnTo>
                    <a:pt x="1568624" y="1593537"/>
                  </a:lnTo>
                  <a:lnTo>
                    <a:pt x="1574775" y="1589868"/>
                  </a:lnTo>
                  <a:lnTo>
                    <a:pt x="1581460" y="1588440"/>
                  </a:lnTo>
                  <a:lnTo>
                    <a:pt x="1582848" y="1587455"/>
                  </a:lnTo>
                  <a:lnTo>
                    <a:pt x="1584149" y="1583666"/>
                  </a:lnTo>
                  <a:lnTo>
                    <a:pt x="1585257" y="1579305"/>
                  </a:lnTo>
                  <a:lnTo>
                    <a:pt x="1585848" y="1575890"/>
                  </a:lnTo>
                  <a:lnTo>
                    <a:pt x="1589271" y="1569759"/>
                  </a:lnTo>
                  <a:lnTo>
                    <a:pt x="1588688" y="1568449"/>
                  </a:lnTo>
                  <a:lnTo>
                    <a:pt x="1586769" y="1566267"/>
                  </a:lnTo>
                  <a:lnTo>
                    <a:pt x="1584622" y="1562911"/>
                  </a:lnTo>
                  <a:lnTo>
                    <a:pt x="1583219" y="1561546"/>
                  </a:lnTo>
                  <a:lnTo>
                    <a:pt x="1582129" y="1559269"/>
                  </a:lnTo>
                  <a:lnTo>
                    <a:pt x="1581585" y="1558763"/>
                  </a:lnTo>
                  <a:lnTo>
                    <a:pt x="1581032" y="1557640"/>
                  </a:lnTo>
                  <a:lnTo>
                    <a:pt x="1580602" y="1557220"/>
                  </a:lnTo>
                  <a:lnTo>
                    <a:pt x="1580443" y="1557374"/>
                  </a:lnTo>
                  <a:lnTo>
                    <a:pt x="1580192" y="1556951"/>
                  </a:lnTo>
                  <a:lnTo>
                    <a:pt x="1580098" y="1555913"/>
                  </a:lnTo>
                  <a:lnTo>
                    <a:pt x="1578440" y="1553689"/>
                  </a:lnTo>
                  <a:lnTo>
                    <a:pt x="1577401" y="1550516"/>
                  </a:lnTo>
                  <a:lnTo>
                    <a:pt x="1577260" y="1549054"/>
                  </a:lnTo>
                  <a:lnTo>
                    <a:pt x="1576950" y="1548279"/>
                  </a:lnTo>
                  <a:lnTo>
                    <a:pt x="1576684" y="1544615"/>
                  </a:lnTo>
                  <a:lnTo>
                    <a:pt x="1576476" y="1542738"/>
                  </a:lnTo>
                  <a:lnTo>
                    <a:pt x="1576603" y="1541270"/>
                  </a:lnTo>
                  <a:lnTo>
                    <a:pt x="1577220" y="1538642"/>
                  </a:lnTo>
                  <a:lnTo>
                    <a:pt x="1578193" y="1530411"/>
                  </a:lnTo>
                  <a:lnTo>
                    <a:pt x="1578585" y="1530348"/>
                  </a:lnTo>
                  <a:lnTo>
                    <a:pt x="1578332" y="1528602"/>
                  </a:lnTo>
                  <a:lnTo>
                    <a:pt x="1578738" y="1527633"/>
                  </a:lnTo>
                  <a:lnTo>
                    <a:pt x="1578536" y="1526155"/>
                  </a:lnTo>
                  <a:lnTo>
                    <a:pt x="1575970" y="1522564"/>
                  </a:lnTo>
                  <a:lnTo>
                    <a:pt x="1575421" y="1519037"/>
                  </a:lnTo>
                  <a:lnTo>
                    <a:pt x="1575628" y="1513493"/>
                  </a:lnTo>
                  <a:lnTo>
                    <a:pt x="1576672" y="1513765"/>
                  </a:lnTo>
                  <a:lnTo>
                    <a:pt x="1577854" y="1513270"/>
                  </a:lnTo>
                  <a:lnTo>
                    <a:pt x="1578315" y="1513355"/>
                  </a:lnTo>
                  <a:lnTo>
                    <a:pt x="1580005" y="1512373"/>
                  </a:lnTo>
                  <a:lnTo>
                    <a:pt x="1580728" y="1512300"/>
                  </a:lnTo>
                  <a:lnTo>
                    <a:pt x="1581450" y="1511621"/>
                  </a:lnTo>
                  <a:lnTo>
                    <a:pt x="1582837" y="1511828"/>
                  </a:lnTo>
                  <a:lnTo>
                    <a:pt x="1582860" y="1511151"/>
                  </a:lnTo>
                  <a:lnTo>
                    <a:pt x="1584107" y="1508334"/>
                  </a:lnTo>
                  <a:lnTo>
                    <a:pt x="1585635" y="1507378"/>
                  </a:lnTo>
                  <a:lnTo>
                    <a:pt x="1584817" y="1506796"/>
                  </a:lnTo>
                  <a:lnTo>
                    <a:pt x="1585491" y="1505475"/>
                  </a:lnTo>
                  <a:lnTo>
                    <a:pt x="1585802" y="1503619"/>
                  </a:lnTo>
                  <a:lnTo>
                    <a:pt x="1585304" y="1502383"/>
                  </a:lnTo>
                  <a:lnTo>
                    <a:pt x="1585374" y="1501737"/>
                  </a:lnTo>
                  <a:lnTo>
                    <a:pt x="1586865" y="1498422"/>
                  </a:lnTo>
                  <a:lnTo>
                    <a:pt x="1587360" y="1494010"/>
                  </a:lnTo>
                  <a:lnTo>
                    <a:pt x="1588070" y="1491846"/>
                  </a:lnTo>
                  <a:lnTo>
                    <a:pt x="1589688" y="1489229"/>
                  </a:lnTo>
                  <a:lnTo>
                    <a:pt x="1590597" y="1485962"/>
                  </a:lnTo>
                  <a:lnTo>
                    <a:pt x="1589912" y="1483423"/>
                  </a:lnTo>
                  <a:lnTo>
                    <a:pt x="1592014" y="1482025"/>
                  </a:lnTo>
                  <a:lnTo>
                    <a:pt x="1591789" y="1476803"/>
                  </a:lnTo>
                  <a:lnTo>
                    <a:pt x="1592706" y="1475494"/>
                  </a:lnTo>
                  <a:lnTo>
                    <a:pt x="1593548" y="1474903"/>
                  </a:lnTo>
                  <a:lnTo>
                    <a:pt x="1594682" y="1472519"/>
                  </a:lnTo>
                  <a:lnTo>
                    <a:pt x="1594941" y="1472421"/>
                  </a:lnTo>
                  <a:lnTo>
                    <a:pt x="1595669" y="1470598"/>
                  </a:lnTo>
                  <a:lnTo>
                    <a:pt x="1595953" y="1468873"/>
                  </a:lnTo>
                  <a:lnTo>
                    <a:pt x="1595492" y="1467773"/>
                  </a:lnTo>
                  <a:lnTo>
                    <a:pt x="1595042" y="1465628"/>
                  </a:lnTo>
                  <a:lnTo>
                    <a:pt x="1594752" y="1464448"/>
                  </a:lnTo>
                  <a:lnTo>
                    <a:pt x="1593714" y="1463537"/>
                  </a:lnTo>
                  <a:lnTo>
                    <a:pt x="1593545" y="1462789"/>
                  </a:lnTo>
                  <a:lnTo>
                    <a:pt x="1592621" y="1461568"/>
                  </a:lnTo>
                  <a:lnTo>
                    <a:pt x="1592235" y="1460147"/>
                  </a:lnTo>
                  <a:lnTo>
                    <a:pt x="1590573" y="1458696"/>
                  </a:lnTo>
                  <a:lnTo>
                    <a:pt x="1589610" y="1458259"/>
                  </a:lnTo>
                  <a:lnTo>
                    <a:pt x="1587320" y="1455745"/>
                  </a:lnTo>
                  <a:lnTo>
                    <a:pt x="1587198" y="1453857"/>
                  </a:lnTo>
                  <a:lnTo>
                    <a:pt x="1587559" y="1451259"/>
                  </a:lnTo>
                  <a:lnTo>
                    <a:pt x="1583847" y="1445312"/>
                  </a:lnTo>
                  <a:lnTo>
                    <a:pt x="1582715" y="1444850"/>
                  </a:lnTo>
                  <a:lnTo>
                    <a:pt x="1581612" y="1443557"/>
                  </a:lnTo>
                  <a:lnTo>
                    <a:pt x="1581317" y="1442833"/>
                  </a:lnTo>
                  <a:lnTo>
                    <a:pt x="1579658" y="1442901"/>
                  </a:lnTo>
                  <a:lnTo>
                    <a:pt x="1576713" y="1440790"/>
                  </a:lnTo>
                  <a:lnTo>
                    <a:pt x="1575675" y="1439602"/>
                  </a:lnTo>
                  <a:lnTo>
                    <a:pt x="1575409" y="1438260"/>
                  </a:lnTo>
                  <a:lnTo>
                    <a:pt x="1574628" y="1436926"/>
                  </a:lnTo>
                  <a:lnTo>
                    <a:pt x="1572770" y="1434551"/>
                  </a:lnTo>
                  <a:lnTo>
                    <a:pt x="1572009" y="1433897"/>
                  </a:lnTo>
                  <a:lnTo>
                    <a:pt x="1570496" y="1433906"/>
                  </a:lnTo>
                  <a:lnTo>
                    <a:pt x="1569739" y="1434319"/>
                  </a:lnTo>
                  <a:lnTo>
                    <a:pt x="1566950" y="1431771"/>
                  </a:lnTo>
                  <a:lnTo>
                    <a:pt x="1566466" y="1431611"/>
                  </a:lnTo>
                  <a:lnTo>
                    <a:pt x="1563527" y="1432789"/>
                  </a:lnTo>
                  <a:lnTo>
                    <a:pt x="1561593" y="1432521"/>
                  </a:lnTo>
                  <a:lnTo>
                    <a:pt x="1563534" y="1430307"/>
                  </a:lnTo>
                  <a:lnTo>
                    <a:pt x="1562835" y="1429221"/>
                  </a:lnTo>
                  <a:lnTo>
                    <a:pt x="1561608" y="1428247"/>
                  </a:lnTo>
                  <a:lnTo>
                    <a:pt x="1560485" y="1426138"/>
                  </a:lnTo>
                  <a:lnTo>
                    <a:pt x="1559189" y="1425197"/>
                  </a:lnTo>
                  <a:lnTo>
                    <a:pt x="1556754" y="1421003"/>
                  </a:lnTo>
                  <a:lnTo>
                    <a:pt x="1556319" y="1420645"/>
                  </a:lnTo>
                  <a:lnTo>
                    <a:pt x="1556340" y="1420155"/>
                  </a:lnTo>
                  <a:lnTo>
                    <a:pt x="1557146" y="1419471"/>
                  </a:lnTo>
                  <a:lnTo>
                    <a:pt x="1557503" y="1418683"/>
                  </a:lnTo>
                  <a:lnTo>
                    <a:pt x="1557327" y="1418404"/>
                  </a:lnTo>
                  <a:lnTo>
                    <a:pt x="1557499" y="1418003"/>
                  </a:lnTo>
                  <a:lnTo>
                    <a:pt x="1558028" y="1417598"/>
                  </a:lnTo>
                  <a:lnTo>
                    <a:pt x="1558203" y="1417063"/>
                  </a:lnTo>
                  <a:lnTo>
                    <a:pt x="1557867" y="1416798"/>
                  </a:lnTo>
                  <a:lnTo>
                    <a:pt x="1557377" y="1415436"/>
                  </a:lnTo>
                  <a:lnTo>
                    <a:pt x="1554773" y="1413872"/>
                  </a:lnTo>
                  <a:lnTo>
                    <a:pt x="1552751" y="1411026"/>
                  </a:lnTo>
                  <a:lnTo>
                    <a:pt x="1552624" y="1408589"/>
                  </a:lnTo>
                  <a:lnTo>
                    <a:pt x="1551758" y="1405465"/>
                  </a:lnTo>
                  <a:lnTo>
                    <a:pt x="1551661" y="1404327"/>
                  </a:lnTo>
                  <a:lnTo>
                    <a:pt x="1551126" y="1403199"/>
                  </a:lnTo>
                  <a:lnTo>
                    <a:pt x="1551270" y="1402751"/>
                  </a:lnTo>
                  <a:lnTo>
                    <a:pt x="1549127" y="1399821"/>
                  </a:lnTo>
                  <a:lnTo>
                    <a:pt x="1549334" y="1399204"/>
                  </a:lnTo>
                  <a:lnTo>
                    <a:pt x="1548681" y="1398324"/>
                  </a:lnTo>
                  <a:lnTo>
                    <a:pt x="1548624" y="1397577"/>
                  </a:lnTo>
                  <a:lnTo>
                    <a:pt x="1546886" y="1395756"/>
                  </a:lnTo>
                  <a:lnTo>
                    <a:pt x="1546252" y="1395434"/>
                  </a:lnTo>
                  <a:lnTo>
                    <a:pt x="1544295" y="1393080"/>
                  </a:lnTo>
                  <a:lnTo>
                    <a:pt x="1543149" y="1392285"/>
                  </a:lnTo>
                  <a:lnTo>
                    <a:pt x="1541990" y="1390571"/>
                  </a:lnTo>
                  <a:lnTo>
                    <a:pt x="1541595" y="1388727"/>
                  </a:lnTo>
                  <a:lnTo>
                    <a:pt x="1541752" y="1387055"/>
                  </a:lnTo>
                  <a:lnTo>
                    <a:pt x="1541251" y="1384466"/>
                  </a:lnTo>
                  <a:lnTo>
                    <a:pt x="1541298" y="1382266"/>
                  </a:lnTo>
                  <a:lnTo>
                    <a:pt x="1541084" y="1381285"/>
                  </a:lnTo>
                  <a:lnTo>
                    <a:pt x="1539486" y="1378743"/>
                  </a:lnTo>
                  <a:lnTo>
                    <a:pt x="1537706" y="1375828"/>
                  </a:lnTo>
                  <a:lnTo>
                    <a:pt x="1536868" y="1375342"/>
                  </a:lnTo>
                  <a:lnTo>
                    <a:pt x="1536133" y="1375285"/>
                  </a:lnTo>
                  <a:lnTo>
                    <a:pt x="1535206" y="1374840"/>
                  </a:lnTo>
                  <a:lnTo>
                    <a:pt x="1533918" y="1373358"/>
                  </a:lnTo>
                  <a:lnTo>
                    <a:pt x="1533625" y="1370873"/>
                  </a:lnTo>
                  <a:lnTo>
                    <a:pt x="1533276" y="1369819"/>
                  </a:lnTo>
                  <a:lnTo>
                    <a:pt x="1533379" y="1369027"/>
                  </a:lnTo>
                  <a:lnTo>
                    <a:pt x="1532125" y="1364197"/>
                  </a:lnTo>
                  <a:lnTo>
                    <a:pt x="1531679" y="1363780"/>
                  </a:lnTo>
                  <a:lnTo>
                    <a:pt x="1530899" y="1363522"/>
                  </a:lnTo>
                  <a:lnTo>
                    <a:pt x="1531075" y="1363215"/>
                  </a:lnTo>
                  <a:lnTo>
                    <a:pt x="1528804" y="1360585"/>
                  </a:lnTo>
                  <a:lnTo>
                    <a:pt x="1528671" y="1359967"/>
                  </a:lnTo>
                  <a:lnTo>
                    <a:pt x="1527481" y="1358111"/>
                  </a:lnTo>
                  <a:lnTo>
                    <a:pt x="1527971" y="1356351"/>
                  </a:lnTo>
                  <a:lnTo>
                    <a:pt x="1527449" y="1353134"/>
                  </a:lnTo>
                  <a:lnTo>
                    <a:pt x="1526919" y="1351973"/>
                  </a:lnTo>
                  <a:lnTo>
                    <a:pt x="1521875" y="1348688"/>
                  </a:lnTo>
                  <a:lnTo>
                    <a:pt x="1521678" y="1348143"/>
                  </a:lnTo>
                  <a:lnTo>
                    <a:pt x="1521833" y="1347310"/>
                  </a:lnTo>
                  <a:lnTo>
                    <a:pt x="1521219" y="1347392"/>
                  </a:lnTo>
                  <a:lnTo>
                    <a:pt x="1520649" y="1345452"/>
                  </a:lnTo>
                  <a:lnTo>
                    <a:pt x="1517829" y="1341875"/>
                  </a:lnTo>
                  <a:lnTo>
                    <a:pt x="1516034" y="1340750"/>
                  </a:lnTo>
                  <a:lnTo>
                    <a:pt x="1514942" y="1341083"/>
                  </a:lnTo>
                  <a:lnTo>
                    <a:pt x="1513809" y="1340142"/>
                  </a:lnTo>
                  <a:lnTo>
                    <a:pt x="1512157" y="1339202"/>
                  </a:lnTo>
                  <a:lnTo>
                    <a:pt x="1512241" y="1338891"/>
                  </a:lnTo>
                  <a:lnTo>
                    <a:pt x="1511826" y="1338140"/>
                  </a:lnTo>
                  <a:lnTo>
                    <a:pt x="1511043" y="1337196"/>
                  </a:lnTo>
                  <a:lnTo>
                    <a:pt x="1507783" y="1335238"/>
                  </a:lnTo>
                  <a:lnTo>
                    <a:pt x="1505870" y="1335813"/>
                  </a:lnTo>
                  <a:lnTo>
                    <a:pt x="1501409" y="1336113"/>
                  </a:lnTo>
                  <a:lnTo>
                    <a:pt x="1496160" y="1335535"/>
                  </a:lnTo>
                  <a:lnTo>
                    <a:pt x="1493481" y="1334954"/>
                  </a:lnTo>
                  <a:lnTo>
                    <a:pt x="1491369" y="1334196"/>
                  </a:lnTo>
                  <a:lnTo>
                    <a:pt x="1483138" y="1332113"/>
                  </a:lnTo>
                  <a:lnTo>
                    <a:pt x="1481289" y="1331089"/>
                  </a:lnTo>
                  <a:lnTo>
                    <a:pt x="1478213" y="1330124"/>
                  </a:lnTo>
                  <a:lnTo>
                    <a:pt x="1478079" y="1329838"/>
                  </a:lnTo>
                  <a:lnTo>
                    <a:pt x="1475129" y="1329593"/>
                  </a:lnTo>
                  <a:lnTo>
                    <a:pt x="1471656" y="1328222"/>
                  </a:lnTo>
                  <a:lnTo>
                    <a:pt x="1468293" y="1327398"/>
                  </a:lnTo>
                  <a:lnTo>
                    <a:pt x="1468499" y="1326704"/>
                  </a:lnTo>
                  <a:lnTo>
                    <a:pt x="1458300" y="1324650"/>
                  </a:lnTo>
                  <a:lnTo>
                    <a:pt x="1453109" y="1319555"/>
                  </a:lnTo>
                  <a:lnTo>
                    <a:pt x="1448877" y="1316237"/>
                  </a:lnTo>
                  <a:lnTo>
                    <a:pt x="1446977" y="1315006"/>
                  </a:lnTo>
                  <a:lnTo>
                    <a:pt x="1445025" y="1312968"/>
                  </a:lnTo>
                  <a:lnTo>
                    <a:pt x="1443975" y="1312244"/>
                  </a:lnTo>
                  <a:lnTo>
                    <a:pt x="1441188" y="1311725"/>
                  </a:lnTo>
                  <a:lnTo>
                    <a:pt x="1440605" y="1311235"/>
                  </a:lnTo>
                  <a:lnTo>
                    <a:pt x="1438807" y="1309171"/>
                  </a:lnTo>
                  <a:lnTo>
                    <a:pt x="1436840" y="1305906"/>
                  </a:lnTo>
                  <a:lnTo>
                    <a:pt x="1433811" y="1299948"/>
                  </a:lnTo>
                  <a:lnTo>
                    <a:pt x="1431797" y="1297887"/>
                  </a:lnTo>
                  <a:lnTo>
                    <a:pt x="1429381" y="1295902"/>
                  </a:lnTo>
                  <a:lnTo>
                    <a:pt x="1427790" y="1294545"/>
                  </a:lnTo>
                  <a:lnTo>
                    <a:pt x="1425282" y="1291037"/>
                  </a:lnTo>
                  <a:lnTo>
                    <a:pt x="1424199" y="1290031"/>
                  </a:lnTo>
                  <a:lnTo>
                    <a:pt x="1420059" y="1288948"/>
                  </a:lnTo>
                  <a:lnTo>
                    <a:pt x="1415692" y="1286902"/>
                  </a:lnTo>
                  <a:lnTo>
                    <a:pt x="1408882" y="1285889"/>
                  </a:lnTo>
                  <a:lnTo>
                    <a:pt x="1405633" y="1286031"/>
                  </a:lnTo>
                  <a:lnTo>
                    <a:pt x="1405450" y="1284823"/>
                  </a:lnTo>
                  <a:lnTo>
                    <a:pt x="1400229" y="1278923"/>
                  </a:lnTo>
                  <a:lnTo>
                    <a:pt x="1395361" y="1274047"/>
                  </a:lnTo>
                  <a:lnTo>
                    <a:pt x="1393049" y="1269943"/>
                  </a:lnTo>
                  <a:lnTo>
                    <a:pt x="1389155" y="1266793"/>
                  </a:lnTo>
                  <a:lnTo>
                    <a:pt x="1388048" y="1265570"/>
                  </a:lnTo>
                  <a:lnTo>
                    <a:pt x="1388234" y="1261171"/>
                  </a:lnTo>
                  <a:lnTo>
                    <a:pt x="1387625" y="1259363"/>
                  </a:lnTo>
                  <a:lnTo>
                    <a:pt x="1391171" y="1250812"/>
                  </a:lnTo>
                  <a:lnTo>
                    <a:pt x="1392182" y="1250038"/>
                  </a:lnTo>
                  <a:lnTo>
                    <a:pt x="1391900" y="1249861"/>
                  </a:lnTo>
                  <a:lnTo>
                    <a:pt x="1389946" y="1249217"/>
                  </a:lnTo>
                  <a:lnTo>
                    <a:pt x="1388244" y="1249208"/>
                  </a:lnTo>
                  <a:lnTo>
                    <a:pt x="1388004" y="1249501"/>
                  </a:lnTo>
                  <a:lnTo>
                    <a:pt x="1386811" y="1249658"/>
                  </a:lnTo>
                  <a:lnTo>
                    <a:pt x="1382120" y="1250006"/>
                  </a:lnTo>
                  <a:lnTo>
                    <a:pt x="1380808" y="1249639"/>
                  </a:lnTo>
                  <a:lnTo>
                    <a:pt x="1379323" y="1248344"/>
                  </a:lnTo>
                  <a:lnTo>
                    <a:pt x="1378219" y="1247942"/>
                  </a:lnTo>
                  <a:lnTo>
                    <a:pt x="1377016" y="1247994"/>
                  </a:lnTo>
                  <a:lnTo>
                    <a:pt x="1375400" y="1249163"/>
                  </a:lnTo>
                  <a:lnTo>
                    <a:pt x="1371712" y="1250261"/>
                  </a:lnTo>
                  <a:lnTo>
                    <a:pt x="1370706" y="1251001"/>
                  </a:lnTo>
                  <a:lnTo>
                    <a:pt x="1369425" y="1253270"/>
                  </a:lnTo>
                  <a:lnTo>
                    <a:pt x="1369576" y="1254184"/>
                  </a:lnTo>
                  <a:lnTo>
                    <a:pt x="1369333" y="1254894"/>
                  </a:lnTo>
                  <a:lnTo>
                    <a:pt x="1367246" y="1256500"/>
                  </a:lnTo>
                  <a:lnTo>
                    <a:pt x="1363643" y="1257421"/>
                  </a:lnTo>
                  <a:lnTo>
                    <a:pt x="1362842" y="1258346"/>
                  </a:lnTo>
                  <a:lnTo>
                    <a:pt x="1362635" y="1260048"/>
                  </a:lnTo>
                  <a:lnTo>
                    <a:pt x="1360307" y="1261807"/>
                  </a:lnTo>
                  <a:lnTo>
                    <a:pt x="1359256" y="1262278"/>
                  </a:lnTo>
                  <a:lnTo>
                    <a:pt x="1357494" y="1262049"/>
                  </a:lnTo>
                  <a:lnTo>
                    <a:pt x="1355290" y="1263858"/>
                  </a:lnTo>
                  <a:lnTo>
                    <a:pt x="1352513" y="1265329"/>
                  </a:lnTo>
                  <a:lnTo>
                    <a:pt x="1351959" y="1265167"/>
                  </a:lnTo>
                  <a:lnTo>
                    <a:pt x="1351030" y="1264143"/>
                  </a:lnTo>
                  <a:lnTo>
                    <a:pt x="1350325" y="1264255"/>
                  </a:lnTo>
                  <a:lnTo>
                    <a:pt x="1349960" y="1265304"/>
                  </a:lnTo>
                  <a:lnTo>
                    <a:pt x="1349483" y="1265502"/>
                  </a:lnTo>
                  <a:lnTo>
                    <a:pt x="1348458" y="1265449"/>
                  </a:lnTo>
                  <a:lnTo>
                    <a:pt x="1348266" y="1265066"/>
                  </a:lnTo>
                  <a:lnTo>
                    <a:pt x="1347384" y="1264975"/>
                  </a:lnTo>
                  <a:lnTo>
                    <a:pt x="1346919" y="1265525"/>
                  </a:lnTo>
                  <a:lnTo>
                    <a:pt x="1345990" y="1265938"/>
                  </a:lnTo>
                  <a:lnTo>
                    <a:pt x="1344618" y="1266248"/>
                  </a:lnTo>
                  <a:lnTo>
                    <a:pt x="1343485" y="1266099"/>
                  </a:lnTo>
                  <a:lnTo>
                    <a:pt x="1343094" y="1266332"/>
                  </a:lnTo>
                  <a:lnTo>
                    <a:pt x="1342027" y="1266308"/>
                  </a:lnTo>
                  <a:lnTo>
                    <a:pt x="1340656" y="1267342"/>
                  </a:lnTo>
                  <a:lnTo>
                    <a:pt x="1339866" y="1268997"/>
                  </a:lnTo>
                  <a:lnTo>
                    <a:pt x="1339128" y="1269451"/>
                  </a:lnTo>
                  <a:lnTo>
                    <a:pt x="1337470" y="1269552"/>
                  </a:lnTo>
                  <a:lnTo>
                    <a:pt x="1335887" y="1268058"/>
                  </a:lnTo>
                  <a:lnTo>
                    <a:pt x="1334437" y="1267675"/>
                  </a:lnTo>
                  <a:lnTo>
                    <a:pt x="1333870" y="1267252"/>
                  </a:lnTo>
                  <a:lnTo>
                    <a:pt x="1333611" y="1266552"/>
                  </a:lnTo>
                  <a:lnTo>
                    <a:pt x="1331742" y="1265842"/>
                  </a:lnTo>
                  <a:lnTo>
                    <a:pt x="1330638" y="1265980"/>
                  </a:lnTo>
                  <a:lnTo>
                    <a:pt x="1328483" y="1266997"/>
                  </a:lnTo>
                  <a:lnTo>
                    <a:pt x="1328141" y="1267768"/>
                  </a:lnTo>
                  <a:lnTo>
                    <a:pt x="1326612" y="1268120"/>
                  </a:lnTo>
                  <a:lnTo>
                    <a:pt x="1326096" y="1268029"/>
                  </a:lnTo>
                  <a:lnTo>
                    <a:pt x="1325538" y="1268324"/>
                  </a:lnTo>
                  <a:lnTo>
                    <a:pt x="1324650" y="1267932"/>
                  </a:lnTo>
                  <a:lnTo>
                    <a:pt x="1322169" y="1267559"/>
                  </a:lnTo>
                  <a:lnTo>
                    <a:pt x="1317912" y="1265857"/>
                  </a:lnTo>
                  <a:lnTo>
                    <a:pt x="1315677" y="1265328"/>
                  </a:lnTo>
                  <a:lnTo>
                    <a:pt x="1314230" y="1265303"/>
                  </a:lnTo>
                  <a:lnTo>
                    <a:pt x="1313804" y="1264962"/>
                  </a:lnTo>
                  <a:lnTo>
                    <a:pt x="1313529" y="1265017"/>
                  </a:lnTo>
                  <a:lnTo>
                    <a:pt x="1313178" y="1265196"/>
                  </a:lnTo>
                  <a:lnTo>
                    <a:pt x="1312867" y="1265786"/>
                  </a:lnTo>
                  <a:lnTo>
                    <a:pt x="1311954" y="1266219"/>
                  </a:lnTo>
                  <a:lnTo>
                    <a:pt x="1311501" y="1266035"/>
                  </a:lnTo>
                  <a:lnTo>
                    <a:pt x="1308560" y="1266870"/>
                  </a:lnTo>
                  <a:lnTo>
                    <a:pt x="1305817" y="1269058"/>
                  </a:lnTo>
                  <a:lnTo>
                    <a:pt x="1304902" y="1269186"/>
                  </a:lnTo>
                  <a:lnTo>
                    <a:pt x="1304394" y="1269757"/>
                  </a:lnTo>
                  <a:lnTo>
                    <a:pt x="1301574" y="1271477"/>
                  </a:lnTo>
                  <a:lnTo>
                    <a:pt x="1300761" y="1272485"/>
                  </a:lnTo>
                  <a:lnTo>
                    <a:pt x="1299218" y="1272974"/>
                  </a:lnTo>
                  <a:lnTo>
                    <a:pt x="1298321" y="1273772"/>
                  </a:lnTo>
                  <a:lnTo>
                    <a:pt x="1297767" y="1273741"/>
                  </a:lnTo>
                  <a:lnTo>
                    <a:pt x="1296941" y="1274092"/>
                  </a:lnTo>
                  <a:lnTo>
                    <a:pt x="1295340" y="1275717"/>
                  </a:lnTo>
                  <a:lnTo>
                    <a:pt x="1294096" y="1275277"/>
                  </a:lnTo>
                  <a:lnTo>
                    <a:pt x="1293690" y="1275734"/>
                  </a:lnTo>
                  <a:lnTo>
                    <a:pt x="1291366" y="1276288"/>
                  </a:lnTo>
                  <a:lnTo>
                    <a:pt x="1290762" y="1276756"/>
                  </a:lnTo>
                  <a:lnTo>
                    <a:pt x="1288880" y="1276990"/>
                  </a:lnTo>
                  <a:lnTo>
                    <a:pt x="1287997" y="1277839"/>
                  </a:lnTo>
                  <a:lnTo>
                    <a:pt x="1286560" y="1278208"/>
                  </a:lnTo>
                  <a:lnTo>
                    <a:pt x="1286102" y="1278658"/>
                  </a:lnTo>
                  <a:lnTo>
                    <a:pt x="1285019" y="1278822"/>
                  </a:lnTo>
                  <a:lnTo>
                    <a:pt x="1282479" y="1280192"/>
                  </a:lnTo>
                  <a:lnTo>
                    <a:pt x="1280850" y="1280339"/>
                  </a:lnTo>
                  <a:lnTo>
                    <a:pt x="1278242" y="1282485"/>
                  </a:lnTo>
                  <a:lnTo>
                    <a:pt x="1274020" y="1284526"/>
                  </a:lnTo>
                  <a:lnTo>
                    <a:pt x="1273434" y="1285137"/>
                  </a:lnTo>
                  <a:lnTo>
                    <a:pt x="1272913" y="1285142"/>
                  </a:lnTo>
                  <a:lnTo>
                    <a:pt x="1272048" y="1285960"/>
                  </a:lnTo>
                  <a:lnTo>
                    <a:pt x="1271131" y="1286080"/>
                  </a:lnTo>
                  <a:lnTo>
                    <a:pt x="1269775" y="1288096"/>
                  </a:lnTo>
                  <a:lnTo>
                    <a:pt x="1268690" y="1289906"/>
                  </a:lnTo>
                  <a:lnTo>
                    <a:pt x="1268385" y="1290082"/>
                  </a:lnTo>
                  <a:lnTo>
                    <a:pt x="1268421" y="1290696"/>
                  </a:lnTo>
                  <a:lnTo>
                    <a:pt x="1267790" y="1291174"/>
                  </a:lnTo>
                  <a:lnTo>
                    <a:pt x="1267688" y="1292198"/>
                  </a:lnTo>
                  <a:lnTo>
                    <a:pt x="1267295" y="1292225"/>
                  </a:lnTo>
                  <a:lnTo>
                    <a:pt x="1266694" y="1292764"/>
                  </a:lnTo>
                  <a:lnTo>
                    <a:pt x="1266266" y="1292650"/>
                  </a:lnTo>
                  <a:lnTo>
                    <a:pt x="1265283" y="1293270"/>
                  </a:lnTo>
                  <a:lnTo>
                    <a:pt x="1265499" y="1293715"/>
                  </a:lnTo>
                  <a:lnTo>
                    <a:pt x="1265330" y="1295035"/>
                  </a:lnTo>
                  <a:lnTo>
                    <a:pt x="1265719" y="1296276"/>
                  </a:lnTo>
                  <a:lnTo>
                    <a:pt x="1266439" y="1296852"/>
                  </a:lnTo>
                  <a:lnTo>
                    <a:pt x="1266309" y="1297506"/>
                  </a:lnTo>
                  <a:lnTo>
                    <a:pt x="1267297" y="1298517"/>
                  </a:lnTo>
                  <a:lnTo>
                    <a:pt x="1267003" y="1299215"/>
                  </a:lnTo>
                  <a:lnTo>
                    <a:pt x="1267291" y="1299919"/>
                  </a:lnTo>
                  <a:lnTo>
                    <a:pt x="1267090" y="1301176"/>
                  </a:lnTo>
                  <a:lnTo>
                    <a:pt x="1267860" y="1303333"/>
                  </a:lnTo>
                  <a:lnTo>
                    <a:pt x="1265961" y="1301813"/>
                  </a:lnTo>
                  <a:lnTo>
                    <a:pt x="1265219" y="1300726"/>
                  </a:lnTo>
                  <a:lnTo>
                    <a:pt x="1265309" y="1299615"/>
                  </a:lnTo>
                  <a:lnTo>
                    <a:pt x="1264343" y="1299378"/>
                  </a:lnTo>
                  <a:lnTo>
                    <a:pt x="1263567" y="1298466"/>
                  </a:lnTo>
                  <a:lnTo>
                    <a:pt x="1262663" y="1298027"/>
                  </a:lnTo>
                  <a:lnTo>
                    <a:pt x="1261664" y="1296473"/>
                  </a:lnTo>
                  <a:lnTo>
                    <a:pt x="1260698" y="1296131"/>
                  </a:lnTo>
                  <a:lnTo>
                    <a:pt x="1258373" y="1297324"/>
                  </a:lnTo>
                  <a:lnTo>
                    <a:pt x="1255941" y="1297665"/>
                  </a:lnTo>
                  <a:lnTo>
                    <a:pt x="1254897" y="1298752"/>
                  </a:lnTo>
                  <a:lnTo>
                    <a:pt x="1254326" y="1299767"/>
                  </a:lnTo>
                  <a:lnTo>
                    <a:pt x="1253603" y="1300163"/>
                  </a:lnTo>
                  <a:lnTo>
                    <a:pt x="1252705" y="1299725"/>
                  </a:lnTo>
                  <a:lnTo>
                    <a:pt x="1252394" y="1299313"/>
                  </a:lnTo>
                  <a:lnTo>
                    <a:pt x="1250721" y="1299374"/>
                  </a:lnTo>
                  <a:lnTo>
                    <a:pt x="1250533" y="1297941"/>
                  </a:lnTo>
                  <a:lnTo>
                    <a:pt x="1248971" y="1296981"/>
                  </a:lnTo>
                  <a:lnTo>
                    <a:pt x="1245191" y="1297485"/>
                  </a:lnTo>
                  <a:lnTo>
                    <a:pt x="1243774" y="1298950"/>
                  </a:lnTo>
                  <a:lnTo>
                    <a:pt x="1240532" y="1297609"/>
                  </a:lnTo>
                  <a:lnTo>
                    <a:pt x="1240153" y="1298946"/>
                  </a:lnTo>
                  <a:lnTo>
                    <a:pt x="1239360" y="1300124"/>
                  </a:lnTo>
                  <a:lnTo>
                    <a:pt x="1237129" y="1301285"/>
                  </a:lnTo>
                  <a:lnTo>
                    <a:pt x="1235860" y="1302287"/>
                  </a:lnTo>
                  <a:lnTo>
                    <a:pt x="1234827" y="1303481"/>
                  </a:lnTo>
                  <a:lnTo>
                    <a:pt x="1232183" y="1301530"/>
                  </a:lnTo>
                  <a:lnTo>
                    <a:pt x="1229482" y="1300595"/>
                  </a:lnTo>
                  <a:lnTo>
                    <a:pt x="1228286" y="1300616"/>
                  </a:lnTo>
                  <a:lnTo>
                    <a:pt x="1227429" y="1300028"/>
                  </a:lnTo>
                  <a:lnTo>
                    <a:pt x="1226674" y="1300096"/>
                  </a:lnTo>
                  <a:lnTo>
                    <a:pt x="1225285" y="1299542"/>
                  </a:lnTo>
                  <a:lnTo>
                    <a:pt x="1222851" y="1300179"/>
                  </a:lnTo>
                  <a:lnTo>
                    <a:pt x="1220780" y="1300107"/>
                  </a:lnTo>
                  <a:lnTo>
                    <a:pt x="1218440" y="1300914"/>
                  </a:lnTo>
                  <a:lnTo>
                    <a:pt x="1217687" y="1300650"/>
                  </a:lnTo>
                  <a:lnTo>
                    <a:pt x="1214377" y="1301739"/>
                  </a:lnTo>
                  <a:lnTo>
                    <a:pt x="1212865" y="1301339"/>
                  </a:lnTo>
                  <a:lnTo>
                    <a:pt x="1211190" y="1301684"/>
                  </a:lnTo>
                  <a:lnTo>
                    <a:pt x="1208943" y="1301551"/>
                  </a:lnTo>
                  <a:lnTo>
                    <a:pt x="1208015" y="1301178"/>
                  </a:lnTo>
                  <a:lnTo>
                    <a:pt x="1207934" y="1301334"/>
                  </a:lnTo>
                  <a:lnTo>
                    <a:pt x="1203587" y="1300809"/>
                  </a:lnTo>
                  <a:lnTo>
                    <a:pt x="1202493" y="1301176"/>
                  </a:lnTo>
                  <a:lnTo>
                    <a:pt x="1199307" y="1300815"/>
                  </a:lnTo>
                  <a:lnTo>
                    <a:pt x="1198057" y="1300889"/>
                  </a:lnTo>
                  <a:lnTo>
                    <a:pt x="1197012" y="1301518"/>
                  </a:lnTo>
                  <a:lnTo>
                    <a:pt x="1194103" y="1302024"/>
                  </a:lnTo>
                  <a:lnTo>
                    <a:pt x="1189020" y="1303589"/>
                  </a:lnTo>
                  <a:lnTo>
                    <a:pt x="1187630" y="1304921"/>
                  </a:lnTo>
                  <a:lnTo>
                    <a:pt x="1185319" y="1305772"/>
                  </a:lnTo>
                  <a:lnTo>
                    <a:pt x="1182116" y="1307817"/>
                  </a:lnTo>
                  <a:lnTo>
                    <a:pt x="1180399" y="1307291"/>
                  </a:lnTo>
                  <a:lnTo>
                    <a:pt x="1174986" y="1308143"/>
                  </a:lnTo>
                  <a:lnTo>
                    <a:pt x="1173123" y="1307536"/>
                  </a:lnTo>
                  <a:lnTo>
                    <a:pt x="1169892" y="1306962"/>
                  </a:lnTo>
                  <a:lnTo>
                    <a:pt x="1165865" y="1307873"/>
                  </a:lnTo>
                  <a:lnTo>
                    <a:pt x="1165318" y="1307522"/>
                  </a:lnTo>
                  <a:lnTo>
                    <a:pt x="1163681" y="1307653"/>
                  </a:lnTo>
                  <a:lnTo>
                    <a:pt x="1163572" y="1308371"/>
                  </a:lnTo>
                  <a:lnTo>
                    <a:pt x="1163167" y="1309062"/>
                  </a:lnTo>
                  <a:lnTo>
                    <a:pt x="1160715" y="1308837"/>
                  </a:lnTo>
                  <a:lnTo>
                    <a:pt x="1160019" y="1309273"/>
                  </a:lnTo>
                  <a:lnTo>
                    <a:pt x="1157894" y="1309091"/>
                  </a:lnTo>
                  <a:lnTo>
                    <a:pt x="1156850" y="1310706"/>
                  </a:lnTo>
                  <a:lnTo>
                    <a:pt x="1155677" y="1310688"/>
                  </a:lnTo>
                  <a:lnTo>
                    <a:pt x="1154711" y="1311475"/>
                  </a:lnTo>
                  <a:lnTo>
                    <a:pt x="1154829" y="1313044"/>
                  </a:lnTo>
                  <a:lnTo>
                    <a:pt x="1154253" y="1314210"/>
                  </a:lnTo>
                  <a:lnTo>
                    <a:pt x="1153000" y="1315882"/>
                  </a:lnTo>
                  <a:lnTo>
                    <a:pt x="1152531" y="1317197"/>
                  </a:lnTo>
                  <a:lnTo>
                    <a:pt x="1152732" y="1317592"/>
                  </a:lnTo>
                  <a:lnTo>
                    <a:pt x="1152585" y="1318162"/>
                  </a:lnTo>
                  <a:lnTo>
                    <a:pt x="1151643" y="1320301"/>
                  </a:lnTo>
                  <a:lnTo>
                    <a:pt x="1148079" y="1324434"/>
                  </a:lnTo>
                  <a:lnTo>
                    <a:pt x="1146564" y="1327617"/>
                  </a:lnTo>
                  <a:lnTo>
                    <a:pt x="1144745" y="1334127"/>
                  </a:lnTo>
                  <a:lnTo>
                    <a:pt x="1138824" y="1333182"/>
                  </a:lnTo>
                  <a:lnTo>
                    <a:pt x="1130736" y="1329742"/>
                  </a:lnTo>
                  <a:lnTo>
                    <a:pt x="1129594" y="1330082"/>
                  </a:lnTo>
                  <a:lnTo>
                    <a:pt x="1126348" y="1329374"/>
                  </a:lnTo>
                  <a:lnTo>
                    <a:pt x="1123342" y="1328717"/>
                  </a:lnTo>
                  <a:lnTo>
                    <a:pt x="1120214" y="1328676"/>
                  </a:lnTo>
                  <a:lnTo>
                    <a:pt x="1117292" y="1325426"/>
                  </a:lnTo>
                  <a:lnTo>
                    <a:pt x="1114467" y="1317284"/>
                  </a:lnTo>
                  <a:lnTo>
                    <a:pt x="1113256" y="1314556"/>
                  </a:lnTo>
                  <a:lnTo>
                    <a:pt x="1113450" y="1313094"/>
                  </a:lnTo>
                  <a:lnTo>
                    <a:pt x="1112522" y="1312787"/>
                  </a:lnTo>
                  <a:lnTo>
                    <a:pt x="1108140" y="1312438"/>
                  </a:lnTo>
                  <a:lnTo>
                    <a:pt x="1104714" y="1311599"/>
                  </a:lnTo>
                  <a:lnTo>
                    <a:pt x="1102790" y="1311379"/>
                  </a:lnTo>
                  <a:lnTo>
                    <a:pt x="1101793" y="1311762"/>
                  </a:lnTo>
                  <a:lnTo>
                    <a:pt x="1101076" y="1311478"/>
                  </a:lnTo>
                  <a:lnTo>
                    <a:pt x="1100557" y="1311601"/>
                  </a:lnTo>
                  <a:lnTo>
                    <a:pt x="1098707" y="1312580"/>
                  </a:lnTo>
                  <a:lnTo>
                    <a:pt x="1095525" y="1312342"/>
                  </a:lnTo>
                  <a:lnTo>
                    <a:pt x="1095165" y="1312097"/>
                  </a:lnTo>
                  <a:lnTo>
                    <a:pt x="1093683" y="1312277"/>
                  </a:lnTo>
                  <a:lnTo>
                    <a:pt x="1091582" y="1312031"/>
                  </a:lnTo>
                  <a:lnTo>
                    <a:pt x="1091314" y="1311777"/>
                  </a:lnTo>
                  <a:lnTo>
                    <a:pt x="1089827" y="1311872"/>
                  </a:lnTo>
                  <a:lnTo>
                    <a:pt x="1088409" y="1312411"/>
                  </a:lnTo>
                  <a:lnTo>
                    <a:pt x="1087598" y="1312248"/>
                  </a:lnTo>
                  <a:lnTo>
                    <a:pt x="1086335" y="1312431"/>
                  </a:lnTo>
                  <a:lnTo>
                    <a:pt x="1085178" y="1311910"/>
                  </a:lnTo>
                  <a:lnTo>
                    <a:pt x="1084302" y="1310617"/>
                  </a:lnTo>
                  <a:lnTo>
                    <a:pt x="1082346" y="1310637"/>
                  </a:lnTo>
                  <a:lnTo>
                    <a:pt x="1081343" y="1311067"/>
                  </a:lnTo>
                  <a:lnTo>
                    <a:pt x="1079974" y="1312284"/>
                  </a:lnTo>
                  <a:lnTo>
                    <a:pt x="1079291" y="1312386"/>
                  </a:lnTo>
                  <a:lnTo>
                    <a:pt x="1078287" y="1313160"/>
                  </a:lnTo>
                  <a:lnTo>
                    <a:pt x="1074180" y="1313618"/>
                  </a:lnTo>
                  <a:lnTo>
                    <a:pt x="1072939" y="1312909"/>
                  </a:lnTo>
                  <a:lnTo>
                    <a:pt x="1071584" y="1311507"/>
                  </a:lnTo>
                  <a:lnTo>
                    <a:pt x="1068621" y="1311042"/>
                  </a:lnTo>
                  <a:lnTo>
                    <a:pt x="1067202" y="1312374"/>
                  </a:lnTo>
                  <a:lnTo>
                    <a:pt x="1066279" y="1312402"/>
                  </a:lnTo>
                  <a:lnTo>
                    <a:pt x="1065007" y="1312071"/>
                  </a:lnTo>
                  <a:lnTo>
                    <a:pt x="1063826" y="1312277"/>
                  </a:lnTo>
                  <a:lnTo>
                    <a:pt x="1063645" y="1313009"/>
                  </a:lnTo>
                  <a:lnTo>
                    <a:pt x="1063364" y="1313233"/>
                  </a:lnTo>
                  <a:lnTo>
                    <a:pt x="1062345" y="1312996"/>
                  </a:lnTo>
                  <a:lnTo>
                    <a:pt x="1060776" y="1313444"/>
                  </a:lnTo>
                  <a:lnTo>
                    <a:pt x="1060198" y="1313259"/>
                  </a:lnTo>
                  <a:lnTo>
                    <a:pt x="1058381" y="1313312"/>
                  </a:lnTo>
                  <a:lnTo>
                    <a:pt x="1057840" y="1313611"/>
                  </a:lnTo>
                  <a:lnTo>
                    <a:pt x="1055886" y="1313697"/>
                  </a:lnTo>
                  <a:lnTo>
                    <a:pt x="1055173" y="1313998"/>
                  </a:lnTo>
                  <a:lnTo>
                    <a:pt x="1054698" y="1313583"/>
                  </a:lnTo>
                  <a:lnTo>
                    <a:pt x="1054015" y="1313695"/>
                  </a:lnTo>
                  <a:lnTo>
                    <a:pt x="1052946" y="1314818"/>
                  </a:lnTo>
                  <a:lnTo>
                    <a:pt x="1051652" y="1315205"/>
                  </a:lnTo>
                  <a:lnTo>
                    <a:pt x="1050747" y="1316767"/>
                  </a:lnTo>
                  <a:lnTo>
                    <a:pt x="1048962" y="1317734"/>
                  </a:lnTo>
                  <a:lnTo>
                    <a:pt x="1048255" y="1317871"/>
                  </a:lnTo>
                  <a:lnTo>
                    <a:pt x="1047452" y="1317644"/>
                  </a:lnTo>
                  <a:lnTo>
                    <a:pt x="1047082" y="1317916"/>
                  </a:lnTo>
                  <a:lnTo>
                    <a:pt x="1046266" y="1317974"/>
                  </a:lnTo>
                  <a:lnTo>
                    <a:pt x="1045701" y="1317720"/>
                  </a:lnTo>
                  <a:lnTo>
                    <a:pt x="1045192" y="1317773"/>
                  </a:lnTo>
                  <a:lnTo>
                    <a:pt x="1044107" y="1317374"/>
                  </a:lnTo>
                  <a:lnTo>
                    <a:pt x="1042496" y="1317381"/>
                  </a:lnTo>
                  <a:lnTo>
                    <a:pt x="1042077" y="1317170"/>
                  </a:lnTo>
                  <a:lnTo>
                    <a:pt x="1040072" y="1317559"/>
                  </a:lnTo>
                  <a:lnTo>
                    <a:pt x="1038691" y="1316962"/>
                  </a:lnTo>
                  <a:lnTo>
                    <a:pt x="1038155" y="1317243"/>
                  </a:lnTo>
                  <a:lnTo>
                    <a:pt x="1037173" y="1317014"/>
                  </a:lnTo>
                  <a:lnTo>
                    <a:pt x="1036833" y="1317297"/>
                  </a:lnTo>
                  <a:lnTo>
                    <a:pt x="1037098" y="1317896"/>
                  </a:lnTo>
                  <a:lnTo>
                    <a:pt x="1036836" y="1318391"/>
                  </a:lnTo>
                  <a:lnTo>
                    <a:pt x="1036593" y="1318807"/>
                  </a:lnTo>
                  <a:lnTo>
                    <a:pt x="1036237" y="1318779"/>
                  </a:lnTo>
                  <a:lnTo>
                    <a:pt x="1036693" y="1317845"/>
                  </a:lnTo>
                  <a:lnTo>
                    <a:pt x="1036189" y="1317474"/>
                  </a:lnTo>
                  <a:lnTo>
                    <a:pt x="1036613" y="1316781"/>
                  </a:lnTo>
                  <a:lnTo>
                    <a:pt x="1036419" y="1316085"/>
                  </a:lnTo>
                  <a:lnTo>
                    <a:pt x="1036144" y="1315928"/>
                  </a:lnTo>
                  <a:lnTo>
                    <a:pt x="1036304" y="1315405"/>
                  </a:lnTo>
                  <a:lnTo>
                    <a:pt x="1036112" y="1315264"/>
                  </a:lnTo>
                  <a:lnTo>
                    <a:pt x="1036241" y="1314897"/>
                  </a:lnTo>
                  <a:lnTo>
                    <a:pt x="1036606" y="1315001"/>
                  </a:lnTo>
                  <a:lnTo>
                    <a:pt x="1036466" y="1314711"/>
                  </a:lnTo>
                  <a:lnTo>
                    <a:pt x="1037091" y="1312804"/>
                  </a:lnTo>
                  <a:lnTo>
                    <a:pt x="1036942" y="1311258"/>
                  </a:lnTo>
                  <a:lnTo>
                    <a:pt x="1035807" y="1310446"/>
                  </a:lnTo>
                  <a:lnTo>
                    <a:pt x="1035263" y="1309738"/>
                  </a:lnTo>
                  <a:lnTo>
                    <a:pt x="1034106" y="1310100"/>
                  </a:lnTo>
                  <a:lnTo>
                    <a:pt x="1033710" y="1310057"/>
                  </a:lnTo>
                  <a:lnTo>
                    <a:pt x="1033546" y="1309771"/>
                  </a:lnTo>
                  <a:lnTo>
                    <a:pt x="1032715" y="1309984"/>
                  </a:lnTo>
                  <a:lnTo>
                    <a:pt x="1032941" y="1309447"/>
                  </a:lnTo>
                  <a:lnTo>
                    <a:pt x="1032752" y="1309175"/>
                  </a:lnTo>
                  <a:lnTo>
                    <a:pt x="1031688" y="1308941"/>
                  </a:lnTo>
                  <a:lnTo>
                    <a:pt x="1031801" y="1308511"/>
                  </a:lnTo>
                  <a:lnTo>
                    <a:pt x="1031314" y="1308617"/>
                  </a:lnTo>
                  <a:lnTo>
                    <a:pt x="1031173" y="1309051"/>
                  </a:lnTo>
                  <a:lnTo>
                    <a:pt x="1030994" y="1308442"/>
                  </a:lnTo>
                  <a:lnTo>
                    <a:pt x="1029912" y="1308181"/>
                  </a:lnTo>
                  <a:lnTo>
                    <a:pt x="1029767" y="1308704"/>
                  </a:lnTo>
                  <a:lnTo>
                    <a:pt x="1029540" y="1308693"/>
                  </a:lnTo>
                  <a:lnTo>
                    <a:pt x="1029407" y="1308083"/>
                  </a:lnTo>
                  <a:lnTo>
                    <a:pt x="1029007" y="1308224"/>
                  </a:lnTo>
                  <a:lnTo>
                    <a:pt x="1029124" y="1308042"/>
                  </a:lnTo>
                  <a:lnTo>
                    <a:pt x="1028921" y="1307763"/>
                  </a:lnTo>
                  <a:lnTo>
                    <a:pt x="1028236" y="1307646"/>
                  </a:lnTo>
                  <a:lnTo>
                    <a:pt x="1028487" y="1307024"/>
                  </a:lnTo>
                  <a:lnTo>
                    <a:pt x="1028290" y="1307182"/>
                  </a:lnTo>
                  <a:lnTo>
                    <a:pt x="1027729" y="1306848"/>
                  </a:lnTo>
                  <a:lnTo>
                    <a:pt x="1027512" y="1306996"/>
                  </a:lnTo>
                  <a:lnTo>
                    <a:pt x="1027436" y="1306201"/>
                  </a:lnTo>
                  <a:lnTo>
                    <a:pt x="1026411" y="1306200"/>
                  </a:lnTo>
                  <a:lnTo>
                    <a:pt x="1026359" y="1305694"/>
                  </a:lnTo>
                  <a:lnTo>
                    <a:pt x="1026036" y="1305663"/>
                  </a:lnTo>
                  <a:lnTo>
                    <a:pt x="1025226" y="1304761"/>
                  </a:lnTo>
                  <a:lnTo>
                    <a:pt x="1025221" y="1304256"/>
                  </a:lnTo>
                  <a:lnTo>
                    <a:pt x="1024429" y="1304456"/>
                  </a:lnTo>
                  <a:lnTo>
                    <a:pt x="1023792" y="1303420"/>
                  </a:lnTo>
                  <a:lnTo>
                    <a:pt x="1022674" y="1302966"/>
                  </a:lnTo>
                  <a:lnTo>
                    <a:pt x="1022481" y="1302595"/>
                  </a:lnTo>
                  <a:lnTo>
                    <a:pt x="1022552" y="1301539"/>
                  </a:lnTo>
                  <a:lnTo>
                    <a:pt x="1023224" y="1300869"/>
                  </a:lnTo>
                  <a:lnTo>
                    <a:pt x="1023330" y="1299993"/>
                  </a:lnTo>
                  <a:lnTo>
                    <a:pt x="1022369" y="1297565"/>
                  </a:lnTo>
                  <a:lnTo>
                    <a:pt x="1022358" y="1297046"/>
                  </a:lnTo>
                  <a:lnTo>
                    <a:pt x="1023843" y="1294935"/>
                  </a:lnTo>
                  <a:lnTo>
                    <a:pt x="1024561" y="1294388"/>
                  </a:lnTo>
                  <a:lnTo>
                    <a:pt x="1024100" y="1292821"/>
                  </a:lnTo>
                  <a:lnTo>
                    <a:pt x="1024224" y="1290718"/>
                  </a:lnTo>
                  <a:lnTo>
                    <a:pt x="1025123" y="1290216"/>
                  </a:lnTo>
                  <a:lnTo>
                    <a:pt x="1025608" y="1289612"/>
                  </a:lnTo>
                  <a:lnTo>
                    <a:pt x="1025809" y="1288375"/>
                  </a:lnTo>
                  <a:lnTo>
                    <a:pt x="1025064" y="1287928"/>
                  </a:lnTo>
                  <a:lnTo>
                    <a:pt x="1022466" y="1291259"/>
                  </a:lnTo>
                  <a:lnTo>
                    <a:pt x="1021957" y="1290622"/>
                  </a:lnTo>
                  <a:lnTo>
                    <a:pt x="1020733" y="1291722"/>
                  </a:lnTo>
                  <a:lnTo>
                    <a:pt x="1020121" y="1290991"/>
                  </a:lnTo>
                  <a:lnTo>
                    <a:pt x="1019523" y="1291578"/>
                  </a:lnTo>
                  <a:lnTo>
                    <a:pt x="1019476" y="1291328"/>
                  </a:lnTo>
                  <a:lnTo>
                    <a:pt x="1018494" y="1291806"/>
                  </a:lnTo>
                  <a:lnTo>
                    <a:pt x="1017491" y="1291884"/>
                  </a:lnTo>
                  <a:lnTo>
                    <a:pt x="1015569" y="1291249"/>
                  </a:lnTo>
                  <a:lnTo>
                    <a:pt x="1015055" y="1291873"/>
                  </a:lnTo>
                  <a:lnTo>
                    <a:pt x="1014588" y="1292028"/>
                  </a:lnTo>
                  <a:lnTo>
                    <a:pt x="1014263" y="1292894"/>
                  </a:lnTo>
                  <a:lnTo>
                    <a:pt x="1013850" y="1293314"/>
                  </a:lnTo>
                  <a:lnTo>
                    <a:pt x="1010369" y="1293354"/>
                  </a:lnTo>
                  <a:lnTo>
                    <a:pt x="1009282" y="1293912"/>
                  </a:lnTo>
                  <a:lnTo>
                    <a:pt x="1009052" y="1295412"/>
                  </a:lnTo>
                  <a:lnTo>
                    <a:pt x="1007827" y="1296511"/>
                  </a:lnTo>
                  <a:lnTo>
                    <a:pt x="1007088" y="1296841"/>
                  </a:lnTo>
                  <a:lnTo>
                    <a:pt x="1003743" y="1297226"/>
                  </a:lnTo>
                  <a:lnTo>
                    <a:pt x="1001762" y="1299495"/>
                  </a:lnTo>
                  <a:lnTo>
                    <a:pt x="1000870" y="1299915"/>
                  </a:lnTo>
                  <a:lnTo>
                    <a:pt x="999804" y="1299690"/>
                  </a:lnTo>
                  <a:lnTo>
                    <a:pt x="998001" y="1300243"/>
                  </a:lnTo>
                  <a:lnTo>
                    <a:pt x="998324" y="1300744"/>
                  </a:lnTo>
                  <a:lnTo>
                    <a:pt x="997815" y="1301212"/>
                  </a:lnTo>
                  <a:lnTo>
                    <a:pt x="996433" y="1302076"/>
                  </a:lnTo>
                  <a:lnTo>
                    <a:pt x="995076" y="1302393"/>
                  </a:lnTo>
                  <a:lnTo>
                    <a:pt x="993331" y="1304431"/>
                  </a:lnTo>
                  <a:lnTo>
                    <a:pt x="994183" y="1304977"/>
                  </a:lnTo>
                  <a:lnTo>
                    <a:pt x="993263" y="1305955"/>
                  </a:lnTo>
                  <a:lnTo>
                    <a:pt x="992321" y="1307849"/>
                  </a:lnTo>
                  <a:lnTo>
                    <a:pt x="992515" y="1307987"/>
                  </a:lnTo>
                  <a:lnTo>
                    <a:pt x="992231" y="1308928"/>
                  </a:lnTo>
                  <a:lnTo>
                    <a:pt x="992148" y="1311024"/>
                  </a:lnTo>
                  <a:lnTo>
                    <a:pt x="992648" y="1312676"/>
                  </a:lnTo>
                  <a:lnTo>
                    <a:pt x="991854" y="1314465"/>
                  </a:lnTo>
                  <a:lnTo>
                    <a:pt x="991659" y="1314447"/>
                  </a:lnTo>
                  <a:lnTo>
                    <a:pt x="991040" y="1317666"/>
                  </a:lnTo>
                  <a:lnTo>
                    <a:pt x="990285" y="1319571"/>
                  </a:lnTo>
                  <a:lnTo>
                    <a:pt x="988729" y="1321049"/>
                  </a:lnTo>
                  <a:lnTo>
                    <a:pt x="988139" y="1321143"/>
                  </a:lnTo>
                  <a:lnTo>
                    <a:pt x="988028" y="1319976"/>
                  </a:lnTo>
                  <a:lnTo>
                    <a:pt x="987267" y="1318818"/>
                  </a:lnTo>
                  <a:lnTo>
                    <a:pt x="987327" y="1318459"/>
                  </a:lnTo>
                  <a:lnTo>
                    <a:pt x="988083" y="1317926"/>
                  </a:lnTo>
                  <a:lnTo>
                    <a:pt x="988131" y="1316622"/>
                  </a:lnTo>
                  <a:lnTo>
                    <a:pt x="987831" y="1316023"/>
                  </a:lnTo>
                  <a:lnTo>
                    <a:pt x="985077" y="1315458"/>
                  </a:lnTo>
                  <a:lnTo>
                    <a:pt x="984160" y="1316315"/>
                  </a:lnTo>
                  <a:lnTo>
                    <a:pt x="983423" y="1316273"/>
                  </a:lnTo>
                  <a:lnTo>
                    <a:pt x="981953" y="1316677"/>
                  </a:lnTo>
                  <a:lnTo>
                    <a:pt x="980540" y="1317935"/>
                  </a:lnTo>
                  <a:lnTo>
                    <a:pt x="980182" y="1317647"/>
                  </a:lnTo>
                  <a:lnTo>
                    <a:pt x="978726" y="1317339"/>
                  </a:lnTo>
                  <a:lnTo>
                    <a:pt x="976415" y="1315859"/>
                  </a:lnTo>
                  <a:lnTo>
                    <a:pt x="975803" y="1315876"/>
                  </a:lnTo>
                  <a:lnTo>
                    <a:pt x="974591" y="1311464"/>
                  </a:lnTo>
                  <a:lnTo>
                    <a:pt x="974272" y="1310802"/>
                  </a:lnTo>
                  <a:lnTo>
                    <a:pt x="973939" y="1311091"/>
                  </a:lnTo>
                  <a:lnTo>
                    <a:pt x="973546" y="1313215"/>
                  </a:lnTo>
                  <a:lnTo>
                    <a:pt x="972541" y="1315097"/>
                  </a:lnTo>
                  <a:lnTo>
                    <a:pt x="972527" y="1316979"/>
                  </a:lnTo>
                  <a:lnTo>
                    <a:pt x="972862" y="1317951"/>
                  </a:lnTo>
                  <a:lnTo>
                    <a:pt x="974306" y="1318927"/>
                  </a:lnTo>
                  <a:lnTo>
                    <a:pt x="975253" y="1320185"/>
                  </a:lnTo>
                  <a:lnTo>
                    <a:pt x="975984" y="1322005"/>
                  </a:lnTo>
                  <a:lnTo>
                    <a:pt x="976066" y="1322977"/>
                  </a:lnTo>
                  <a:lnTo>
                    <a:pt x="975293" y="1325283"/>
                  </a:lnTo>
                  <a:lnTo>
                    <a:pt x="975735" y="1327482"/>
                  </a:lnTo>
                  <a:lnTo>
                    <a:pt x="975806" y="1330913"/>
                  </a:lnTo>
                  <a:lnTo>
                    <a:pt x="974284" y="1337312"/>
                  </a:lnTo>
                  <a:lnTo>
                    <a:pt x="973232" y="1337130"/>
                  </a:lnTo>
                  <a:lnTo>
                    <a:pt x="972526" y="1339981"/>
                  </a:lnTo>
                  <a:lnTo>
                    <a:pt x="970788" y="1340149"/>
                  </a:lnTo>
                  <a:lnTo>
                    <a:pt x="969048" y="1341090"/>
                  </a:lnTo>
                  <a:lnTo>
                    <a:pt x="966237" y="1341619"/>
                  </a:lnTo>
                  <a:lnTo>
                    <a:pt x="964004" y="1342422"/>
                  </a:lnTo>
                  <a:lnTo>
                    <a:pt x="963155" y="1340476"/>
                  </a:lnTo>
                  <a:lnTo>
                    <a:pt x="963089" y="1338949"/>
                  </a:lnTo>
                  <a:lnTo>
                    <a:pt x="962450" y="1336335"/>
                  </a:lnTo>
                  <a:lnTo>
                    <a:pt x="962057" y="1337555"/>
                  </a:lnTo>
                  <a:lnTo>
                    <a:pt x="960905" y="1339199"/>
                  </a:lnTo>
                  <a:lnTo>
                    <a:pt x="959133" y="1339405"/>
                  </a:lnTo>
                  <a:lnTo>
                    <a:pt x="956054" y="1340219"/>
                  </a:lnTo>
                  <a:lnTo>
                    <a:pt x="957437" y="1338347"/>
                  </a:lnTo>
                  <a:lnTo>
                    <a:pt x="954501" y="1337602"/>
                  </a:lnTo>
                  <a:lnTo>
                    <a:pt x="953455" y="1338949"/>
                  </a:lnTo>
                  <a:lnTo>
                    <a:pt x="952665" y="1338842"/>
                  </a:lnTo>
                  <a:lnTo>
                    <a:pt x="951432" y="1339200"/>
                  </a:lnTo>
                  <a:lnTo>
                    <a:pt x="950615" y="1339182"/>
                  </a:lnTo>
                  <a:lnTo>
                    <a:pt x="948377" y="1338561"/>
                  </a:lnTo>
                  <a:lnTo>
                    <a:pt x="948112" y="1337648"/>
                  </a:lnTo>
                  <a:lnTo>
                    <a:pt x="948706" y="1336146"/>
                  </a:lnTo>
                  <a:lnTo>
                    <a:pt x="947874" y="1335572"/>
                  </a:lnTo>
                  <a:lnTo>
                    <a:pt x="946867" y="1335305"/>
                  </a:lnTo>
                  <a:lnTo>
                    <a:pt x="946584" y="1335509"/>
                  </a:lnTo>
                  <a:lnTo>
                    <a:pt x="946257" y="1335220"/>
                  </a:lnTo>
                  <a:lnTo>
                    <a:pt x="945366" y="1335021"/>
                  </a:lnTo>
                  <a:lnTo>
                    <a:pt x="943791" y="1333978"/>
                  </a:lnTo>
                  <a:lnTo>
                    <a:pt x="943651" y="1333614"/>
                  </a:lnTo>
                  <a:lnTo>
                    <a:pt x="943880" y="1333290"/>
                  </a:lnTo>
                  <a:lnTo>
                    <a:pt x="943649" y="1333180"/>
                  </a:lnTo>
                  <a:lnTo>
                    <a:pt x="942124" y="1334558"/>
                  </a:lnTo>
                  <a:lnTo>
                    <a:pt x="943873" y="1337273"/>
                  </a:lnTo>
                  <a:lnTo>
                    <a:pt x="944446" y="1338683"/>
                  </a:lnTo>
                  <a:lnTo>
                    <a:pt x="942471" y="1339878"/>
                  </a:lnTo>
                  <a:lnTo>
                    <a:pt x="941744" y="1340018"/>
                  </a:lnTo>
                  <a:lnTo>
                    <a:pt x="940076" y="1339043"/>
                  </a:lnTo>
                  <a:lnTo>
                    <a:pt x="938987" y="1339186"/>
                  </a:lnTo>
                  <a:lnTo>
                    <a:pt x="937515" y="1340259"/>
                  </a:lnTo>
                  <a:lnTo>
                    <a:pt x="938276" y="1341498"/>
                  </a:lnTo>
                  <a:lnTo>
                    <a:pt x="938310" y="1342058"/>
                  </a:lnTo>
                  <a:lnTo>
                    <a:pt x="937132" y="1342563"/>
                  </a:lnTo>
                  <a:lnTo>
                    <a:pt x="936472" y="1343489"/>
                  </a:lnTo>
                  <a:lnTo>
                    <a:pt x="935922" y="1343642"/>
                  </a:lnTo>
                  <a:lnTo>
                    <a:pt x="934312" y="1344922"/>
                  </a:lnTo>
                  <a:lnTo>
                    <a:pt x="934325" y="1345127"/>
                  </a:lnTo>
                  <a:lnTo>
                    <a:pt x="933410" y="1345467"/>
                  </a:lnTo>
                  <a:lnTo>
                    <a:pt x="932099" y="1345061"/>
                  </a:lnTo>
                  <a:lnTo>
                    <a:pt x="931510" y="1345159"/>
                  </a:lnTo>
                  <a:lnTo>
                    <a:pt x="928224" y="1346307"/>
                  </a:lnTo>
                  <a:lnTo>
                    <a:pt x="925975" y="1347962"/>
                  </a:lnTo>
                  <a:lnTo>
                    <a:pt x="924842" y="1348439"/>
                  </a:lnTo>
                  <a:lnTo>
                    <a:pt x="924321" y="1349584"/>
                  </a:lnTo>
                  <a:lnTo>
                    <a:pt x="922249" y="1350075"/>
                  </a:lnTo>
                  <a:lnTo>
                    <a:pt x="920967" y="1349563"/>
                  </a:lnTo>
                  <a:lnTo>
                    <a:pt x="920411" y="1350265"/>
                  </a:lnTo>
                  <a:lnTo>
                    <a:pt x="918713" y="1350300"/>
                  </a:lnTo>
                  <a:lnTo>
                    <a:pt x="918309" y="1350846"/>
                  </a:lnTo>
                  <a:lnTo>
                    <a:pt x="917424" y="1350936"/>
                  </a:lnTo>
                  <a:lnTo>
                    <a:pt x="916743" y="1351544"/>
                  </a:lnTo>
                  <a:lnTo>
                    <a:pt x="916690" y="1352016"/>
                  </a:lnTo>
                  <a:lnTo>
                    <a:pt x="916037" y="1352384"/>
                  </a:lnTo>
                  <a:lnTo>
                    <a:pt x="915600" y="1353031"/>
                  </a:lnTo>
                  <a:lnTo>
                    <a:pt x="914536" y="1353479"/>
                  </a:lnTo>
                  <a:lnTo>
                    <a:pt x="914253" y="1353254"/>
                  </a:lnTo>
                  <a:lnTo>
                    <a:pt x="914156" y="1353738"/>
                  </a:lnTo>
                  <a:lnTo>
                    <a:pt x="913391" y="1353929"/>
                  </a:lnTo>
                  <a:lnTo>
                    <a:pt x="913401" y="1354528"/>
                  </a:lnTo>
                  <a:lnTo>
                    <a:pt x="911198" y="1358095"/>
                  </a:lnTo>
                  <a:lnTo>
                    <a:pt x="911102" y="1359512"/>
                  </a:lnTo>
                  <a:lnTo>
                    <a:pt x="910503" y="1360742"/>
                  </a:lnTo>
                  <a:lnTo>
                    <a:pt x="909488" y="1362226"/>
                  </a:lnTo>
                  <a:lnTo>
                    <a:pt x="908017" y="1363464"/>
                  </a:lnTo>
                  <a:lnTo>
                    <a:pt x="907137" y="1365104"/>
                  </a:lnTo>
                  <a:lnTo>
                    <a:pt x="905873" y="1365809"/>
                  </a:lnTo>
                  <a:lnTo>
                    <a:pt x="902846" y="1365986"/>
                  </a:lnTo>
                  <a:lnTo>
                    <a:pt x="902073" y="1363263"/>
                  </a:lnTo>
                  <a:lnTo>
                    <a:pt x="901789" y="1363118"/>
                  </a:lnTo>
                  <a:lnTo>
                    <a:pt x="899399" y="1363958"/>
                  </a:lnTo>
                  <a:lnTo>
                    <a:pt x="899155" y="1364461"/>
                  </a:lnTo>
                  <a:lnTo>
                    <a:pt x="898451" y="1364842"/>
                  </a:lnTo>
                  <a:lnTo>
                    <a:pt x="898040" y="1365782"/>
                  </a:lnTo>
                  <a:lnTo>
                    <a:pt x="895976" y="1366367"/>
                  </a:lnTo>
                  <a:lnTo>
                    <a:pt x="895780" y="1363365"/>
                  </a:lnTo>
                  <a:lnTo>
                    <a:pt x="894910" y="1362844"/>
                  </a:lnTo>
                  <a:lnTo>
                    <a:pt x="894982" y="1361929"/>
                  </a:lnTo>
                  <a:lnTo>
                    <a:pt x="892614" y="1361037"/>
                  </a:lnTo>
                  <a:lnTo>
                    <a:pt x="892050" y="1358608"/>
                  </a:lnTo>
                  <a:lnTo>
                    <a:pt x="892446" y="1357625"/>
                  </a:lnTo>
                  <a:lnTo>
                    <a:pt x="892746" y="1357569"/>
                  </a:lnTo>
                  <a:lnTo>
                    <a:pt x="892621" y="1357251"/>
                  </a:lnTo>
                  <a:lnTo>
                    <a:pt x="891706" y="1357141"/>
                  </a:lnTo>
                  <a:lnTo>
                    <a:pt x="891630" y="1356913"/>
                  </a:lnTo>
                  <a:lnTo>
                    <a:pt x="891414" y="1355184"/>
                  </a:lnTo>
                  <a:lnTo>
                    <a:pt x="891739" y="1353052"/>
                  </a:lnTo>
                  <a:lnTo>
                    <a:pt x="891238" y="1352296"/>
                  </a:lnTo>
                  <a:lnTo>
                    <a:pt x="891417" y="1351578"/>
                  </a:lnTo>
                  <a:lnTo>
                    <a:pt x="891126" y="1350425"/>
                  </a:lnTo>
                  <a:lnTo>
                    <a:pt x="889959" y="1348607"/>
                  </a:lnTo>
                  <a:lnTo>
                    <a:pt x="889563" y="1348397"/>
                  </a:lnTo>
                  <a:lnTo>
                    <a:pt x="889674" y="1347877"/>
                  </a:lnTo>
                  <a:lnTo>
                    <a:pt x="886517" y="1347200"/>
                  </a:lnTo>
                  <a:lnTo>
                    <a:pt x="885843" y="1345048"/>
                  </a:lnTo>
                  <a:lnTo>
                    <a:pt x="885653" y="1338085"/>
                  </a:lnTo>
                  <a:lnTo>
                    <a:pt x="886677" y="1336233"/>
                  </a:lnTo>
                  <a:lnTo>
                    <a:pt x="886674" y="1334240"/>
                  </a:lnTo>
                  <a:lnTo>
                    <a:pt x="887139" y="1333598"/>
                  </a:lnTo>
                  <a:lnTo>
                    <a:pt x="886872" y="1332865"/>
                  </a:lnTo>
                  <a:lnTo>
                    <a:pt x="887578" y="1332079"/>
                  </a:lnTo>
                  <a:lnTo>
                    <a:pt x="888660" y="1329871"/>
                  </a:lnTo>
                  <a:lnTo>
                    <a:pt x="888694" y="1328783"/>
                  </a:lnTo>
                  <a:lnTo>
                    <a:pt x="888650" y="1328127"/>
                  </a:lnTo>
                  <a:lnTo>
                    <a:pt x="888370" y="1328385"/>
                  </a:lnTo>
                  <a:lnTo>
                    <a:pt x="887514" y="1328034"/>
                  </a:lnTo>
                  <a:lnTo>
                    <a:pt x="887264" y="1327307"/>
                  </a:lnTo>
                  <a:lnTo>
                    <a:pt x="888059" y="1326090"/>
                  </a:lnTo>
                  <a:lnTo>
                    <a:pt x="887924" y="1325490"/>
                  </a:lnTo>
                  <a:lnTo>
                    <a:pt x="888604" y="1324751"/>
                  </a:lnTo>
                  <a:lnTo>
                    <a:pt x="886219" y="1323171"/>
                  </a:lnTo>
                  <a:lnTo>
                    <a:pt x="885820" y="1323260"/>
                  </a:lnTo>
                  <a:lnTo>
                    <a:pt x="885657" y="1322172"/>
                  </a:lnTo>
                  <a:lnTo>
                    <a:pt x="885813" y="1321491"/>
                  </a:lnTo>
                  <a:lnTo>
                    <a:pt x="887360" y="1320847"/>
                  </a:lnTo>
                  <a:lnTo>
                    <a:pt x="888647" y="1318847"/>
                  </a:lnTo>
                  <a:lnTo>
                    <a:pt x="889061" y="1318838"/>
                  </a:lnTo>
                  <a:lnTo>
                    <a:pt x="889366" y="1317864"/>
                  </a:lnTo>
                  <a:lnTo>
                    <a:pt x="890593" y="1315798"/>
                  </a:lnTo>
                  <a:lnTo>
                    <a:pt x="891732" y="1314350"/>
                  </a:lnTo>
                  <a:lnTo>
                    <a:pt x="891302" y="1313340"/>
                  </a:lnTo>
                  <a:lnTo>
                    <a:pt x="891874" y="1312447"/>
                  </a:lnTo>
                  <a:lnTo>
                    <a:pt x="891621" y="1312449"/>
                  </a:lnTo>
                  <a:lnTo>
                    <a:pt x="891685" y="1312145"/>
                  </a:lnTo>
                  <a:lnTo>
                    <a:pt x="890521" y="1310063"/>
                  </a:lnTo>
                  <a:lnTo>
                    <a:pt x="888174" y="1308460"/>
                  </a:lnTo>
                  <a:lnTo>
                    <a:pt x="887663" y="1308513"/>
                  </a:lnTo>
                  <a:lnTo>
                    <a:pt x="886345" y="1307235"/>
                  </a:lnTo>
                  <a:lnTo>
                    <a:pt x="885723" y="1307364"/>
                  </a:lnTo>
                  <a:lnTo>
                    <a:pt x="885628" y="1307703"/>
                  </a:lnTo>
                  <a:lnTo>
                    <a:pt x="885330" y="1307339"/>
                  </a:lnTo>
                  <a:lnTo>
                    <a:pt x="883211" y="1306902"/>
                  </a:lnTo>
                  <a:lnTo>
                    <a:pt x="881432" y="1305329"/>
                  </a:lnTo>
                  <a:lnTo>
                    <a:pt x="879484" y="1304608"/>
                  </a:lnTo>
                  <a:lnTo>
                    <a:pt x="878583" y="1303126"/>
                  </a:lnTo>
                  <a:lnTo>
                    <a:pt x="878235" y="1299731"/>
                  </a:lnTo>
                  <a:lnTo>
                    <a:pt x="877957" y="1299237"/>
                  </a:lnTo>
                  <a:lnTo>
                    <a:pt x="877623" y="1298864"/>
                  </a:lnTo>
                  <a:lnTo>
                    <a:pt x="875385" y="1298304"/>
                  </a:lnTo>
                  <a:lnTo>
                    <a:pt x="874656" y="1297443"/>
                  </a:lnTo>
                  <a:lnTo>
                    <a:pt x="873389" y="1296672"/>
                  </a:lnTo>
                  <a:lnTo>
                    <a:pt x="873129" y="1295749"/>
                  </a:lnTo>
                  <a:lnTo>
                    <a:pt x="871574" y="1295306"/>
                  </a:lnTo>
                  <a:lnTo>
                    <a:pt x="870613" y="1294761"/>
                  </a:lnTo>
                  <a:lnTo>
                    <a:pt x="869747" y="1294745"/>
                  </a:lnTo>
                  <a:lnTo>
                    <a:pt x="868714" y="1294867"/>
                  </a:lnTo>
                  <a:lnTo>
                    <a:pt x="865940" y="1295960"/>
                  </a:lnTo>
                  <a:lnTo>
                    <a:pt x="865009" y="1296006"/>
                  </a:lnTo>
                  <a:lnTo>
                    <a:pt x="863527" y="1294846"/>
                  </a:lnTo>
                  <a:lnTo>
                    <a:pt x="862014" y="1294845"/>
                  </a:lnTo>
                  <a:lnTo>
                    <a:pt x="861594" y="1295399"/>
                  </a:lnTo>
                  <a:lnTo>
                    <a:pt x="860286" y="1294919"/>
                  </a:lnTo>
                  <a:lnTo>
                    <a:pt x="859247" y="1295011"/>
                  </a:lnTo>
                  <a:lnTo>
                    <a:pt x="857736" y="1294513"/>
                  </a:lnTo>
                  <a:lnTo>
                    <a:pt x="855836" y="1294394"/>
                  </a:lnTo>
                  <a:lnTo>
                    <a:pt x="855459" y="1294193"/>
                  </a:lnTo>
                  <a:lnTo>
                    <a:pt x="854413" y="1294389"/>
                  </a:lnTo>
                  <a:lnTo>
                    <a:pt x="853468" y="1294054"/>
                  </a:lnTo>
                  <a:lnTo>
                    <a:pt x="851579" y="1293890"/>
                  </a:lnTo>
                  <a:lnTo>
                    <a:pt x="850207" y="1294034"/>
                  </a:lnTo>
                  <a:lnTo>
                    <a:pt x="848892" y="1294613"/>
                  </a:lnTo>
                  <a:lnTo>
                    <a:pt x="846252" y="1297484"/>
                  </a:lnTo>
                  <a:lnTo>
                    <a:pt x="845733" y="1297443"/>
                  </a:lnTo>
                  <a:lnTo>
                    <a:pt x="842592" y="1296831"/>
                  </a:lnTo>
                  <a:lnTo>
                    <a:pt x="839178" y="1294681"/>
                  </a:lnTo>
                  <a:lnTo>
                    <a:pt x="838541" y="1294192"/>
                  </a:lnTo>
                  <a:lnTo>
                    <a:pt x="837318" y="1292271"/>
                  </a:lnTo>
                  <a:lnTo>
                    <a:pt x="836985" y="1292220"/>
                  </a:lnTo>
                  <a:lnTo>
                    <a:pt x="836319" y="1291367"/>
                  </a:lnTo>
                  <a:lnTo>
                    <a:pt x="835809" y="1290215"/>
                  </a:lnTo>
                  <a:lnTo>
                    <a:pt x="835450" y="1290008"/>
                  </a:lnTo>
                  <a:lnTo>
                    <a:pt x="835057" y="1290103"/>
                  </a:lnTo>
                  <a:lnTo>
                    <a:pt x="834440" y="1289134"/>
                  </a:lnTo>
                  <a:lnTo>
                    <a:pt x="834209" y="1288849"/>
                  </a:lnTo>
                  <a:lnTo>
                    <a:pt x="833322" y="1288931"/>
                  </a:lnTo>
                  <a:lnTo>
                    <a:pt x="832814" y="1288632"/>
                  </a:lnTo>
                  <a:lnTo>
                    <a:pt x="832604" y="1288125"/>
                  </a:lnTo>
                  <a:lnTo>
                    <a:pt x="832109" y="1288352"/>
                  </a:lnTo>
                  <a:lnTo>
                    <a:pt x="831930" y="1288206"/>
                  </a:lnTo>
                  <a:lnTo>
                    <a:pt x="830120" y="1289037"/>
                  </a:lnTo>
                  <a:lnTo>
                    <a:pt x="828584" y="1289104"/>
                  </a:lnTo>
                  <a:lnTo>
                    <a:pt x="825773" y="1290199"/>
                  </a:lnTo>
                  <a:lnTo>
                    <a:pt x="824914" y="1290009"/>
                  </a:lnTo>
                  <a:lnTo>
                    <a:pt x="823992" y="1290110"/>
                  </a:lnTo>
                  <a:lnTo>
                    <a:pt x="822115" y="1291181"/>
                  </a:lnTo>
                  <a:lnTo>
                    <a:pt x="818337" y="1290828"/>
                  </a:lnTo>
                  <a:lnTo>
                    <a:pt x="816414" y="1290241"/>
                  </a:lnTo>
                  <a:lnTo>
                    <a:pt x="816287" y="1289920"/>
                  </a:lnTo>
                  <a:lnTo>
                    <a:pt x="814647" y="1290421"/>
                  </a:lnTo>
                  <a:lnTo>
                    <a:pt x="813211" y="1289541"/>
                  </a:lnTo>
                  <a:lnTo>
                    <a:pt x="812338" y="1289448"/>
                  </a:lnTo>
                  <a:lnTo>
                    <a:pt x="809805" y="1291443"/>
                  </a:lnTo>
                  <a:lnTo>
                    <a:pt x="807897" y="1291928"/>
                  </a:lnTo>
                  <a:lnTo>
                    <a:pt x="807390" y="1291044"/>
                  </a:lnTo>
                  <a:lnTo>
                    <a:pt x="805605" y="1290063"/>
                  </a:lnTo>
                  <a:lnTo>
                    <a:pt x="804950" y="1289949"/>
                  </a:lnTo>
                  <a:lnTo>
                    <a:pt x="804026" y="1290700"/>
                  </a:lnTo>
                  <a:lnTo>
                    <a:pt x="802418" y="1291476"/>
                  </a:lnTo>
                  <a:lnTo>
                    <a:pt x="801768" y="1292432"/>
                  </a:lnTo>
                  <a:lnTo>
                    <a:pt x="801101" y="1292569"/>
                  </a:lnTo>
                  <a:lnTo>
                    <a:pt x="800305" y="1293190"/>
                  </a:lnTo>
                  <a:lnTo>
                    <a:pt x="799736" y="1292517"/>
                  </a:lnTo>
                  <a:lnTo>
                    <a:pt x="798786" y="1291966"/>
                  </a:lnTo>
                  <a:lnTo>
                    <a:pt x="797900" y="1291934"/>
                  </a:lnTo>
                  <a:lnTo>
                    <a:pt x="796903" y="1292949"/>
                  </a:lnTo>
                  <a:lnTo>
                    <a:pt x="796222" y="1293176"/>
                  </a:lnTo>
                  <a:lnTo>
                    <a:pt x="794675" y="1293324"/>
                  </a:lnTo>
                  <a:lnTo>
                    <a:pt x="793728" y="1293158"/>
                  </a:lnTo>
                  <a:lnTo>
                    <a:pt x="791957" y="1293499"/>
                  </a:lnTo>
                  <a:lnTo>
                    <a:pt x="791858" y="1294558"/>
                  </a:lnTo>
                  <a:lnTo>
                    <a:pt x="790651" y="1295091"/>
                  </a:lnTo>
                  <a:lnTo>
                    <a:pt x="789510" y="1294613"/>
                  </a:lnTo>
                  <a:lnTo>
                    <a:pt x="788834" y="1294653"/>
                  </a:lnTo>
                  <a:lnTo>
                    <a:pt x="788379" y="1294151"/>
                  </a:lnTo>
                  <a:lnTo>
                    <a:pt x="787852" y="1292899"/>
                  </a:lnTo>
                  <a:lnTo>
                    <a:pt x="787926" y="1292006"/>
                  </a:lnTo>
                  <a:lnTo>
                    <a:pt x="787617" y="1291687"/>
                  </a:lnTo>
                  <a:lnTo>
                    <a:pt x="786529" y="1291716"/>
                  </a:lnTo>
                  <a:lnTo>
                    <a:pt x="785873" y="1290560"/>
                  </a:lnTo>
                  <a:lnTo>
                    <a:pt x="785247" y="1291136"/>
                  </a:lnTo>
                  <a:lnTo>
                    <a:pt x="784718" y="1291183"/>
                  </a:lnTo>
                  <a:lnTo>
                    <a:pt x="784672" y="1290846"/>
                  </a:lnTo>
                  <a:lnTo>
                    <a:pt x="784034" y="1290307"/>
                  </a:lnTo>
                  <a:lnTo>
                    <a:pt x="783264" y="1289980"/>
                  </a:lnTo>
                  <a:lnTo>
                    <a:pt x="782429" y="1290389"/>
                  </a:lnTo>
                  <a:lnTo>
                    <a:pt x="781930" y="1291987"/>
                  </a:lnTo>
                  <a:lnTo>
                    <a:pt x="781670" y="1292102"/>
                  </a:lnTo>
                  <a:lnTo>
                    <a:pt x="781394" y="1291574"/>
                  </a:lnTo>
                  <a:lnTo>
                    <a:pt x="780500" y="1292621"/>
                  </a:lnTo>
                  <a:lnTo>
                    <a:pt x="780155" y="1292612"/>
                  </a:lnTo>
                  <a:lnTo>
                    <a:pt x="779488" y="1293196"/>
                  </a:lnTo>
                  <a:lnTo>
                    <a:pt x="779345" y="1293865"/>
                  </a:lnTo>
                  <a:lnTo>
                    <a:pt x="778385" y="1294573"/>
                  </a:lnTo>
                  <a:lnTo>
                    <a:pt x="777726" y="1294698"/>
                  </a:lnTo>
                  <a:lnTo>
                    <a:pt x="777166" y="1294348"/>
                  </a:lnTo>
                  <a:lnTo>
                    <a:pt x="776875" y="1293246"/>
                  </a:lnTo>
                  <a:lnTo>
                    <a:pt x="776596" y="1293175"/>
                  </a:lnTo>
                  <a:lnTo>
                    <a:pt x="775826" y="1293200"/>
                  </a:lnTo>
                  <a:lnTo>
                    <a:pt x="774565" y="1294045"/>
                  </a:lnTo>
                  <a:lnTo>
                    <a:pt x="773077" y="1292312"/>
                  </a:lnTo>
                  <a:lnTo>
                    <a:pt x="773126" y="1291191"/>
                  </a:lnTo>
                  <a:lnTo>
                    <a:pt x="771147" y="1289888"/>
                  </a:lnTo>
                  <a:lnTo>
                    <a:pt x="770922" y="1289864"/>
                  </a:lnTo>
                  <a:lnTo>
                    <a:pt x="770865" y="1290208"/>
                  </a:lnTo>
                  <a:lnTo>
                    <a:pt x="769771" y="1289536"/>
                  </a:lnTo>
                  <a:lnTo>
                    <a:pt x="767685" y="1290543"/>
                  </a:lnTo>
                  <a:lnTo>
                    <a:pt x="766899" y="1290573"/>
                  </a:lnTo>
                  <a:lnTo>
                    <a:pt x="766058" y="1292113"/>
                  </a:lnTo>
                  <a:lnTo>
                    <a:pt x="764011" y="1293046"/>
                  </a:lnTo>
                  <a:lnTo>
                    <a:pt x="763543" y="1295128"/>
                  </a:lnTo>
                  <a:lnTo>
                    <a:pt x="760512" y="1293905"/>
                  </a:lnTo>
                  <a:lnTo>
                    <a:pt x="758738" y="1292153"/>
                  </a:lnTo>
                  <a:lnTo>
                    <a:pt x="758031" y="1292130"/>
                  </a:lnTo>
                  <a:lnTo>
                    <a:pt x="755118" y="1289957"/>
                  </a:lnTo>
                  <a:lnTo>
                    <a:pt x="753655" y="1289308"/>
                  </a:lnTo>
                  <a:lnTo>
                    <a:pt x="753399" y="1288051"/>
                  </a:lnTo>
                  <a:lnTo>
                    <a:pt x="750524" y="1284010"/>
                  </a:lnTo>
                  <a:lnTo>
                    <a:pt x="747521" y="1281332"/>
                  </a:lnTo>
                  <a:lnTo>
                    <a:pt x="745235" y="1282086"/>
                  </a:lnTo>
                  <a:lnTo>
                    <a:pt x="742854" y="1283881"/>
                  </a:lnTo>
                  <a:lnTo>
                    <a:pt x="741949" y="1285492"/>
                  </a:lnTo>
                  <a:lnTo>
                    <a:pt x="741288" y="1285817"/>
                  </a:lnTo>
                  <a:lnTo>
                    <a:pt x="741203" y="1286140"/>
                  </a:lnTo>
                  <a:lnTo>
                    <a:pt x="740221" y="1286474"/>
                  </a:lnTo>
                  <a:lnTo>
                    <a:pt x="738696" y="1289088"/>
                  </a:lnTo>
                  <a:lnTo>
                    <a:pt x="736258" y="1291497"/>
                  </a:lnTo>
                  <a:lnTo>
                    <a:pt x="735485" y="1291728"/>
                  </a:lnTo>
                  <a:lnTo>
                    <a:pt x="734022" y="1291605"/>
                  </a:lnTo>
                  <a:lnTo>
                    <a:pt x="732070" y="1292126"/>
                  </a:lnTo>
                  <a:lnTo>
                    <a:pt x="732004" y="1293886"/>
                  </a:lnTo>
                  <a:lnTo>
                    <a:pt x="732538" y="1294361"/>
                  </a:lnTo>
                  <a:lnTo>
                    <a:pt x="732589" y="1295638"/>
                  </a:lnTo>
                  <a:lnTo>
                    <a:pt x="731184" y="1295657"/>
                  </a:lnTo>
                  <a:lnTo>
                    <a:pt x="729153" y="1291930"/>
                  </a:lnTo>
                  <a:lnTo>
                    <a:pt x="728384" y="1291195"/>
                  </a:lnTo>
                  <a:lnTo>
                    <a:pt x="728021" y="1289965"/>
                  </a:lnTo>
                  <a:lnTo>
                    <a:pt x="726180" y="1286259"/>
                  </a:lnTo>
                  <a:lnTo>
                    <a:pt x="722997" y="1283625"/>
                  </a:lnTo>
                  <a:lnTo>
                    <a:pt x="722373" y="1283521"/>
                  </a:lnTo>
                  <a:lnTo>
                    <a:pt x="721358" y="1282860"/>
                  </a:lnTo>
                  <a:lnTo>
                    <a:pt x="721270" y="1282255"/>
                  </a:lnTo>
                  <a:lnTo>
                    <a:pt x="720541" y="1281085"/>
                  </a:lnTo>
                  <a:lnTo>
                    <a:pt x="719516" y="1280466"/>
                  </a:lnTo>
                  <a:lnTo>
                    <a:pt x="719353" y="1279522"/>
                  </a:lnTo>
                  <a:lnTo>
                    <a:pt x="719493" y="1278545"/>
                  </a:lnTo>
                  <a:lnTo>
                    <a:pt x="718729" y="1276554"/>
                  </a:lnTo>
                  <a:lnTo>
                    <a:pt x="718330" y="1276428"/>
                  </a:lnTo>
                  <a:lnTo>
                    <a:pt x="718440" y="1276053"/>
                  </a:lnTo>
                  <a:lnTo>
                    <a:pt x="718192" y="1275688"/>
                  </a:lnTo>
                  <a:lnTo>
                    <a:pt x="718172" y="1274897"/>
                  </a:lnTo>
                  <a:lnTo>
                    <a:pt x="718556" y="1274272"/>
                  </a:lnTo>
                  <a:lnTo>
                    <a:pt x="718306" y="1272850"/>
                  </a:lnTo>
                  <a:lnTo>
                    <a:pt x="718483" y="1272372"/>
                  </a:lnTo>
                  <a:lnTo>
                    <a:pt x="718160" y="1272103"/>
                  </a:lnTo>
                  <a:lnTo>
                    <a:pt x="718302" y="1271479"/>
                  </a:lnTo>
                  <a:lnTo>
                    <a:pt x="717925" y="1271195"/>
                  </a:lnTo>
                  <a:lnTo>
                    <a:pt x="718048" y="1270605"/>
                  </a:lnTo>
                  <a:lnTo>
                    <a:pt x="717290" y="1269777"/>
                  </a:lnTo>
                  <a:lnTo>
                    <a:pt x="717595" y="1268829"/>
                  </a:lnTo>
                  <a:lnTo>
                    <a:pt x="717366" y="1267948"/>
                  </a:lnTo>
                  <a:lnTo>
                    <a:pt x="717554" y="1266243"/>
                  </a:lnTo>
                  <a:lnTo>
                    <a:pt x="717227" y="1265912"/>
                  </a:lnTo>
                  <a:lnTo>
                    <a:pt x="717370" y="1265345"/>
                  </a:lnTo>
                  <a:lnTo>
                    <a:pt x="717160" y="1265013"/>
                  </a:lnTo>
                  <a:lnTo>
                    <a:pt x="717420" y="1264193"/>
                  </a:lnTo>
                  <a:lnTo>
                    <a:pt x="717227" y="1263603"/>
                  </a:lnTo>
                  <a:lnTo>
                    <a:pt x="717351" y="1261445"/>
                  </a:lnTo>
                  <a:lnTo>
                    <a:pt x="717599" y="1260883"/>
                  </a:lnTo>
                  <a:lnTo>
                    <a:pt x="716869" y="1257730"/>
                  </a:lnTo>
                  <a:lnTo>
                    <a:pt x="716832" y="1256693"/>
                  </a:lnTo>
                  <a:lnTo>
                    <a:pt x="715561" y="1254801"/>
                  </a:lnTo>
                  <a:lnTo>
                    <a:pt x="715601" y="1253751"/>
                  </a:lnTo>
                  <a:lnTo>
                    <a:pt x="714117" y="1251819"/>
                  </a:lnTo>
                  <a:lnTo>
                    <a:pt x="714059" y="1250849"/>
                  </a:lnTo>
                  <a:lnTo>
                    <a:pt x="713509" y="1249063"/>
                  </a:lnTo>
                  <a:lnTo>
                    <a:pt x="712888" y="1248467"/>
                  </a:lnTo>
                  <a:lnTo>
                    <a:pt x="711645" y="1246345"/>
                  </a:lnTo>
                  <a:lnTo>
                    <a:pt x="710979" y="1246244"/>
                  </a:lnTo>
                  <a:lnTo>
                    <a:pt x="710226" y="1245799"/>
                  </a:lnTo>
                  <a:lnTo>
                    <a:pt x="709906" y="1244489"/>
                  </a:lnTo>
                  <a:lnTo>
                    <a:pt x="709347" y="1243679"/>
                  </a:lnTo>
                  <a:lnTo>
                    <a:pt x="709170" y="1241189"/>
                  </a:lnTo>
                  <a:lnTo>
                    <a:pt x="709436" y="1240294"/>
                  </a:lnTo>
                  <a:lnTo>
                    <a:pt x="710386" y="1238966"/>
                  </a:lnTo>
                  <a:lnTo>
                    <a:pt x="708187" y="1237275"/>
                  </a:lnTo>
                  <a:lnTo>
                    <a:pt x="707294" y="1235853"/>
                  </a:lnTo>
                  <a:lnTo>
                    <a:pt x="706225" y="1234725"/>
                  </a:lnTo>
                  <a:lnTo>
                    <a:pt x="704987" y="1234224"/>
                  </a:lnTo>
                  <a:lnTo>
                    <a:pt x="704342" y="1233082"/>
                  </a:lnTo>
                  <a:lnTo>
                    <a:pt x="703091" y="1232120"/>
                  </a:lnTo>
                  <a:lnTo>
                    <a:pt x="702630" y="1230837"/>
                  </a:lnTo>
                  <a:lnTo>
                    <a:pt x="702142" y="1230655"/>
                  </a:lnTo>
                  <a:lnTo>
                    <a:pt x="702084" y="1230430"/>
                  </a:lnTo>
                  <a:lnTo>
                    <a:pt x="701233" y="1230461"/>
                  </a:lnTo>
                  <a:lnTo>
                    <a:pt x="701124" y="1229293"/>
                  </a:lnTo>
                  <a:lnTo>
                    <a:pt x="700741" y="1229440"/>
                  </a:lnTo>
                  <a:lnTo>
                    <a:pt x="699312" y="1226758"/>
                  </a:lnTo>
                  <a:lnTo>
                    <a:pt x="698409" y="1225903"/>
                  </a:lnTo>
                  <a:lnTo>
                    <a:pt x="697637" y="1224018"/>
                  </a:lnTo>
                  <a:lnTo>
                    <a:pt x="696859" y="1223650"/>
                  </a:lnTo>
                  <a:lnTo>
                    <a:pt x="697507" y="1221995"/>
                  </a:lnTo>
                  <a:lnTo>
                    <a:pt x="698000" y="1221387"/>
                  </a:lnTo>
                  <a:lnTo>
                    <a:pt x="697565" y="1220454"/>
                  </a:lnTo>
                  <a:lnTo>
                    <a:pt x="697492" y="1218693"/>
                  </a:lnTo>
                  <a:lnTo>
                    <a:pt x="696472" y="1218166"/>
                  </a:lnTo>
                  <a:lnTo>
                    <a:pt x="696383" y="1217647"/>
                  </a:lnTo>
                  <a:lnTo>
                    <a:pt x="697043" y="1216500"/>
                  </a:lnTo>
                  <a:lnTo>
                    <a:pt x="696620" y="1215941"/>
                  </a:lnTo>
                  <a:lnTo>
                    <a:pt x="696720" y="1215594"/>
                  </a:lnTo>
                  <a:lnTo>
                    <a:pt x="696499" y="1215157"/>
                  </a:lnTo>
                  <a:lnTo>
                    <a:pt x="695742" y="1214511"/>
                  </a:lnTo>
                  <a:lnTo>
                    <a:pt x="695391" y="1214923"/>
                  </a:lnTo>
                  <a:lnTo>
                    <a:pt x="694885" y="1216548"/>
                  </a:lnTo>
                  <a:lnTo>
                    <a:pt x="693036" y="1218306"/>
                  </a:lnTo>
                  <a:lnTo>
                    <a:pt x="692154" y="1218737"/>
                  </a:lnTo>
                  <a:lnTo>
                    <a:pt x="690884" y="1220250"/>
                  </a:lnTo>
                  <a:lnTo>
                    <a:pt x="689518" y="1220546"/>
                  </a:lnTo>
                  <a:lnTo>
                    <a:pt x="688884" y="1221756"/>
                  </a:lnTo>
                  <a:lnTo>
                    <a:pt x="687497" y="1221678"/>
                  </a:lnTo>
                  <a:lnTo>
                    <a:pt x="686594" y="1222378"/>
                  </a:lnTo>
                  <a:lnTo>
                    <a:pt x="685602" y="1222190"/>
                  </a:lnTo>
                  <a:lnTo>
                    <a:pt x="684179" y="1223396"/>
                  </a:lnTo>
                  <a:lnTo>
                    <a:pt x="683465" y="1223474"/>
                  </a:lnTo>
                  <a:lnTo>
                    <a:pt x="682525" y="1224292"/>
                  </a:lnTo>
                  <a:lnTo>
                    <a:pt x="681987" y="1225471"/>
                  </a:lnTo>
                  <a:lnTo>
                    <a:pt x="681070" y="1225737"/>
                  </a:lnTo>
                  <a:lnTo>
                    <a:pt x="680674" y="1227291"/>
                  </a:lnTo>
                  <a:lnTo>
                    <a:pt x="679884" y="1227770"/>
                  </a:lnTo>
                  <a:lnTo>
                    <a:pt x="679783" y="1228855"/>
                  </a:lnTo>
                  <a:lnTo>
                    <a:pt x="679400" y="1229177"/>
                  </a:lnTo>
                  <a:lnTo>
                    <a:pt x="678985" y="1229005"/>
                  </a:lnTo>
                  <a:lnTo>
                    <a:pt x="678478" y="1229121"/>
                  </a:lnTo>
                  <a:lnTo>
                    <a:pt x="677589" y="1230631"/>
                  </a:lnTo>
                  <a:lnTo>
                    <a:pt x="677051" y="1231032"/>
                  </a:lnTo>
                  <a:lnTo>
                    <a:pt x="676332" y="1231060"/>
                  </a:lnTo>
                  <a:lnTo>
                    <a:pt x="676146" y="1231244"/>
                  </a:lnTo>
                  <a:lnTo>
                    <a:pt x="676276" y="1232037"/>
                  </a:lnTo>
                  <a:lnTo>
                    <a:pt x="675407" y="1232370"/>
                  </a:lnTo>
                  <a:lnTo>
                    <a:pt x="675001" y="1233373"/>
                  </a:lnTo>
                  <a:lnTo>
                    <a:pt x="671106" y="1234531"/>
                  </a:lnTo>
                  <a:lnTo>
                    <a:pt x="670495" y="1234363"/>
                  </a:lnTo>
                  <a:lnTo>
                    <a:pt x="669442" y="1234568"/>
                  </a:lnTo>
                  <a:lnTo>
                    <a:pt x="667906" y="1236653"/>
                  </a:lnTo>
                  <a:lnTo>
                    <a:pt x="667376" y="1236938"/>
                  </a:lnTo>
                  <a:lnTo>
                    <a:pt x="666684" y="1238169"/>
                  </a:lnTo>
                  <a:lnTo>
                    <a:pt x="665237" y="1238656"/>
                  </a:lnTo>
                  <a:lnTo>
                    <a:pt x="664655" y="1238548"/>
                  </a:lnTo>
                  <a:lnTo>
                    <a:pt x="664467" y="1240386"/>
                  </a:lnTo>
                  <a:lnTo>
                    <a:pt x="663782" y="1241561"/>
                  </a:lnTo>
                  <a:lnTo>
                    <a:pt x="663126" y="1241913"/>
                  </a:lnTo>
                  <a:lnTo>
                    <a:pt x="662577" y="1244257"/>
                  </a:lnTo>
                  <a:lnTo>
                    <a:pt x="662333" y="1244681"/>
                  </a:lnTo>
                  <a:lnTo>
                    <a:pt x="661998" y="1244774"/>
                  </a:lnTo>
                  <a:lnTo>
                    <a:pt x="661854" y="1245637"/>
                  </a:lnTo>
                  <a:lnTo>
                    <a:pt x="660655" y="1245598"/>
                  </a:lnTo>
                  <a:lnTo>
                    <a:pt x="659641" y="1246373"/>
                  </a:lnTo>
                  <a:lnTo>
                    <a:pt x="658532" y="1248396"/>
                  </a:lnTo>
                  <a:lnTo>
                    <a:pt x="657184" y="1249869"/>
                  </a:lnTo>
                  <a:lnTo>
                    <a:pt x="656475" y="1249941"/>
                  </a:lnTo>
                  <a:lnTo>
                    <a:pt x="656137" y="1250458"/>
                  </a:lnTo>
                  <a:lnTo>
                    <a:pt x="654452" y="1251650"/>
                  </a:lnTo>
                  <a:lnTo>
                    <a:pt x="654322" y="1251966"/>
                  </a:lnTo>
                  <a:lnTo>
                    <a:pt x="653017" y="1252417"/>
                  </a:lnTo>
                  <a:lnTo>
                    <a:pt x="651937" y="1254346"/>
                  </a:lnTo>
                  <a:lnTo>
                    <a:pt x="650999" y="1254321"/>
                  </a:lnTo>
                  <a:lnTo>
                    <a:pt x="650022" y="1253939"/>
                  </a:lnTo>
                  <a:lnTo>
                    <a:pt x="646870" y="1252277"/>
                  </a:lnTo>
                  <a:lnTo>
                    <a:pt x="645285" y="1251761"/>
                  </a:lnTo>
                  <a:lnTo>
                    <a:pt x="645202" y="1251518"/>
                  </a:lnTo>
                  <a:lnTo>
                    <a:pt x="643442" y="1250492"/>
                  </a:lnTo>
                  <a:lnTo>
                    <a:pt x="642071" y="1250350"/>
                  </a:lnTo>
                  <a:lnTo>
                    <a:pt x="640475" y="1248527"/>
                  </a:lnTo>
                  <a:lnTo>
                    <a:pt x="639831" y="1248188"/>
                  </a:lnTo>
                  <a:lnTo>
                    <a:pt x="639613" y="1247536"/>
                  </a:lnTo>
                  <a:lnTo>
                    <a:pt x="638220" y="1245557"/>
                  </a:lnTo>
                  <a:lnTo>
                    <a:pt x="636919" y="1245201"/>
                  </a:lnTo>
                  <a:lnTo>
                    <a:pt x="635892" y="1244569"/>
                  </a:lnTo>
                  <a:lnTo>
                    <a:pt x="634515" y="1244055"/>
                  </a:lnTo>
                  <a:lnTo>
                    <a:pt x="633542" y="1243961"/>
                  </a:lnTo>
                  <a:lnTo>
                    <a:pt x="632545" y="1243412"/>
                  </a:lnTo>
                  <a:lnTo>
                    <a:pt x="629830" y="1242948"/>
                  </a:lnTo>
                  <a:lnTo>
                    <a:pt x="627719" y="1243041"/>
                  </a:lnTo>
                  <a:lnTo>
                    <a:pt x="627671" y="1242040"/>
                  </a:lnTo>
                  <a:lnTo>
                    <a:pt x="627112" y="1241652"/>
                  </a:lnTo>
                  <a:lnTo>
                    <a:pt x="626169" y="1242376"/>
                  </a:lnTo>
                  <a:lnTo>
                    <a:pt x="625707" y="1243059"/>
                  </a:lnTo>
                  <a:lnTo>
                    <a:pt x="625649" y="1243541"/>
                  </a:lnTo>
                  <a:lnTo>
                    <a:pt x="624421" y="1243891"/>
                  </a:lnTo>
                  <a:lnTo>
                    <a:pt x="623501" y="1242733"/>
                  </a:lnTo>
                  <a:lnTo>
                    <a:pt x="623237" y="1241639"/>
                  </a:lnTo>
                  <a:lnTo>
                    <a:pt x="622613" y="1240663"/>
                  </a:lnTo>
                  <a:lnTo>
                    <a:pt x="622073" y="1240181"/>
                  </a:lnTo>
                  <a:lnTo>
                    <a:pt x="621644" y="1240155"/>
                  </a:lnTo>
                  <a:lnTo>
                    <a:pt x="620297" y="1238977"/>
                  </a:lnTo>
                  <a:lnTo>
                    <a:pt x="619319" y="1238881"/>
                  </a:lnTo>
                  <a:lnTo>
                    <a:pt x="618489" y="1239601"/>
                  </a:lnTo>
                  <a:lnTo>
                    <a:pt x="617616" y="1239433"/>
                  </a:lnTo>
                  <a:lnTo>
                    <a:pt x="616826" y="1240800"/>
                  </a:lnTo>
                  <a:lnTo>
                    <a:pt x="616390" y="1240546"/>
                  </a:lnTo>
                  <a:lnTo>
                    <a:pt x="615869" y="1241045"/>
                  </a:lnTo>
                  <a:lnTo>
                    <a:pt x="614817" y="1241418"/>
                  </a:lnTo>
                  <a:lnTo>
                    <a:pt x="613568" y="1243804"/>
                  </a:lnTo>
                  <a:lnTo>
                    <a:pt x="611471" y="1245810"/>
                  </a:lnTo>
                  <a:lnTo>
                    <a:pt x="609595" y="1249362"/>
                  </a:lnTo>
                  <a:lnTo>
                    <a:pt x="609686" y="1250370"/>
                  </a:lnTo>
                  <a:lnTo>
                    <a:pt x="610671" y="1252296"/>
                  </a:lnTo>
                  <a:lnTo>
                    <a:pt x="611108" y="1253930"/>
                  </a:lnTo>
                  <a:lnTo>
                    <a:pt x="610869" y="1256887"/>
                  </a:lnTo>
                  <a:lnTo>
                    <a:pt x="609934" y="1258344"/>
                  </a:lnTo>
                  <a:lnTo>
                    <a:pt x="609680" y="1259847"/>
                  </a:lnTo>
                  <a:lnTo>
                    <a:pt x="609887" y="1261180"/>
                  </a:lnTo>
                  <a:lnTo>
                    <a:pt x="611546" y="1264146"/>
                  </a:lnTo>
                  <a:lnTo>
                    <a:pt x="612199" y="1265939"/>
                  </a:lnTo>
                  <a:lnTo>
                    <a:pt x="611570" y="1267489"/>
                  </a:lnTo>
                  <a:lnTo>
                    <a:pt x="610283" y="1268881"/>
                  </a:lnTo>
                  <a:lnTo>
                    <a:pt x="609788" y="1270958"/>
                  </a:lnTo>
                  <a:lnTo>
                    <a:pt x="608180" y="1271145"/>
                  </a:lnTo>
                  <a:lnTo>
                    <a:pt x="607290" y="1271628"/>
                  </a:lnTo>
                  <a:lnTo>
                    <a:pt x="605439" y="1273311"/>
                  </a:lnTo>
                  <a:lnTo>
                    <a:pt x="604762" y="1274579"/>
                  </a:lnTo>
                  <a:lnTo>
                    <a:pt x="603796" y="1273841"/>
                  </a:lnTo>
                  <a:lnTo>
                    <a:pt x="601644" y="1273107"/>
                  </a:lnTo>
                  <a:lnTo>
                    <a:pt x="600034" y="1273377"/>
                  </a:lnTo>
                  <a:lnTo>
                    <a:pt x="598478" y="1273041"/>
                  </a:lnTo>
                  <a:lnTo>
                    <a:pt x="596549" y="1273181"/>
                  </a:lnTo>
                  <a:lnTo>
                    <a:pt x="594265" y="1274288"/>
                  </a:lnTo>
                  <a:lnTo>
                    <a:pt x="593831" y="1274795"/>
                  </a:lnTo>
                  <a:lnTo>
                    <a:pt x="592535" y="1275318"/>
                  </a:lnTo>
                  <a:lnTo>
                    <a:pt x="591184" y="1276463"/>
                  </a:lnTo>
                  <a:lnTo>
                    <a:pt x="590292" y="1276663"/>
                  </a:lnTo>
                  <a:lnTo>
                    <a:pt x="589246" y="1277398"/>
                  </a:lnTo>
                  <a:lnTo>
                    <a:pt x="588015" y="1277798"/>
                  </a:lnTo>
                  <a:lnTo>
                    <a:pt x="586328" y="1277696"/>
                  </a:lnTo>
                  <a:lnTo>
                    <a:pt x="586437" y="1281832"/>
                  </a:lnTo>
                  <a:lnTo>
                    <a:pt x="586137" y="1282685"/>
                  </a:lnTo>
                  <a:lnTo>
                    <a:pt x="583307" y="1283308"/>
                  </a:lnTo>
                  <a:lnTo>
                    <a:pt x="582395" y="1283781"/>
                  </a:lnTo>
                  <a:lnTo>
                    <a:pt x="580884" y="1283806"/>
                  </a:lnTo>
                  <a:lnTo>
                    <a:pt x="580017" y="1284431"/>
                  </a:lnTo>
                  <a:lnTo>
                    <a:pt x="579173" y="1285285"/>
                  </a:lnTo>
                  <a:lnTo>
                    <a:pt x="578550" y="1288084"/>
                  </a:lnTo>
                  <a:lnTo>
                    <a:pt x="577163" y="1291258"/>
                  </a:lnTo>
                  <a:lnTo>
                    <a:pt x="574967" y="1291940"/>
                  </a:lnTo>
                  <a:lnTo>
                    <a:pt x="572700" y="1291984"/>
                  </a:lnTo>
                  <a:lnTo>
                    <a:pt x="570927" y="1292800"/>
                  </a:lnTo>
                  <a:lnTo>
                    <a:pt x="568081" y="1296297"/>
                  </a:lnTo>
                  <a:lnTo>
                    <a:pt x="563789" y="1300408"/>
                  </a:lnTo>
                  <a:lnTo>
                    <a:pt x="563042" y="1302333"/>
                  </a:lnTo>
                  <a:lnTo>
                    <a:pt x="561968" y="1303468"/>
                  </a:lnTo>
                  <a:lnTo>
                    <a:pt x="560056" y="1305096"/>
                  </a:lnTo>
                  <a:lnTo>
                    <a:pt x="557634" y="1307833"/>
                  </a:lnTo>
                  <a:lnTo>
                    <a:pt x="555225" y="1316762"/>
                  </a:lnTo>
                  <a:lnTo>
                    <a:pt x="554693" y="1318419"/>
                  </a:lnTo>
                  <a:lnTo>
                    <a:pt x="554043" y="1319056"/>
                  </a:lnTo>
                  <a:lnTo>
                    <a:pt x="553364" y="1319507"/>
                  </a:lnTo>
                  <a:lnTo>
                    <a:pt x="552897" y="1319471"/>
                  </a:lnTo>
                  <a:lnTo>
                    <a:pt x="552093" y="1319833"/>
                  </a:lnTo>
                  <a:lnTo>
                    <a:pt x="550024" y="1322043"/>
                  </a:lnTo>
                  <a:lnTo>
                    <a:pt x="547110" y="1323517"/>
                  </a:lnTo>
                  <a:lnTo>
                    <a:pt x="546103" y="1324746"/>
                  </a:lnTo>
                  <a:lnTo>
                    <a:pt x="545188" y="1325244"/>
                  </a:lnTo>
                  <a:lnTo>
                    <a:pt x="544550" y="1325441"/>
                  </a:lnTo>
                  <a:lnTo>
                    <a:pt x="543104" y="1325354"/>
                  </a:lnTo>
                  <a:lnTo>
                    <a:pt x="542228" y="1325774"/>
                  </a:lnTo>
                  <a:lnTo>
                    <a:pt x="540650" y="1326040"/>
                  </a:lnTo>
                  <a:lnTo>
                    <a:pt x="540079" y="1326528"/>
                  </a:lnTo>
                  <a:lnTo>
                    <a:pt x="537588" y="1327517"/>
                  </a:lnTo>
                  <a:lnTo>
                    <a:pt x="536820" y="1328373"/>
                  </a:lnTo>
                  <a:lnTo>
                    <a:pt x="535605" y="1329052"/>
                  </a:lnTo>
                  <a:lnTo>
                    <a:pt x="534089" y="1329623"/>
                  </a:lnTo>
                  <a:lnTo>
                    <a:pt x="533159" y="1330307"/>
                  </a:lnTo>
                  <a:lnTo>
                    <a:pt x="532080" y="1330572"/>
                  </a:lnTo>
                  <a:lnTo>
                    <a:pt x="530518" y="1331874"/>
                  </a:lnTo>
                  <a:lnTo>
                    <a:pt x="529481" y="1332418"/>
                  </a:lnTo>
                  <a:lnTo>
                    <a:pt x="524875" y="1331982"/>
                  </a:lnTo>
                  <a:lnTo>
                    <a:pt x="522761" y="1332505"/>
                  </a:lnTo>
                  <a:lnTo>
                    <a:pt x="522071" y="1332145"/>
                  </a:lnTo>
                  <a:lnTo>
                    <a:pt x="521156" y="1332086"/>
                  </a:lnTo>
                  <a:lnTo>
                    <a:pt x="518426" y="1331303"/>
                  </a:lnTo>
                  <a:lnTo>
                    <a:pt x="516136" y="1331312"/>
                  </a:lnTo>
                  <a:lnTo>
                    <a:pt x="514866" y="1330433"/>
                  </a:lnTo>
                  <a:lnTo>
                    <a:pt x="513217" y="1330297"/>
                  </a:lnTo>
                  <a:lnTo>
                    <a:pt x="512424" y="1329565"/>
                  </a:lnTo>
                  <a:lnTo>
                    <a:pt x="511371" y="1329204"/>
                  </a:lnTo>
                  <a:lnTo>
                    <a:pt x="510338" y="1328279"/>
                  </a:lnTo>
                  <a:lnTo>
                    <a:pt x="509793" y="1328372"/>
                  </a:lnTo>
                  <a:lnTo>
                    <a:pt x="508133" y="1327907"/>
                  </a:lnTo>
                  <a:lnTo>
                    <a:pt x="505010" y="1328298"/>
                  </a:lnTo>
                  <a:lnTo>
                    <a:pt x="504292" y="1328841"/>
                  </a:lnTo>
                  <a:lnTo>
                    <a:pt x="503396" y="1329083"/>
                  </a:lnTo>
                  <a:lnTo>
                    <a:pt x="503120" y="1329630"/>
                  </a:lnTo>
                  <a:lnTo>
                    <a:pt x="501738" y="1329913"/>
                  </a:lnTo>
                  <a:lnTo>
                    <a:pt x="500285" y="1330839"/>
                  </a:lnTo>
                  <a:lnTo>
                    <a:pt x="498951" y="1331321"/>
                  </a:lnTo>
                  <a:lnTo>
                    <a:pt x="498048" y="1331222"/>
                  </a:lnTo>
                  <a:lnTo>
                    <a:pt x="494747" y="1333139"/>
                  </a:lnTo>
                  <a:lnTo>
                    <a:pt x="493434" y="1332592"/>
                  </a:lnTo>
                  <a:lnTo>
                    <a:pt x="492384" y="1332940"/>
                  </a:lnTo>
                  <a:lnTo>
                    <a:pt x="490741" y="1333016"/>
                  </a:lnTo>
                  <a:lnTo>
                    <a:pt x="490539" y="1333249"/>
                  </a:lnTo>
                  <a:lnTo>
                    <a:pt x="489927" y="1332933"/>
                  </a:lnTo>
                  <a:lnTo>
                    <a:pt x="489614" y="1333657"/>
                  </a:lnTo>
                  <a:lnTo>
                    <a:pt x="489650" y="1334743"/>
                  </a:lnTo>
                  <a:lnTo>
                    <a:pt x="490328" y="1335499"/>
                  </a:lnTo>
                  <a:lnTo>
                    <a:pt x="491931" y="1335757"/>
                  </a:lnTo>
                  <a:lnTo>
                    <a:pt x="492175" y="1336115"/>
                  </a:lnTo>
                  <a:lnTo>
                    <a:pt x="492066" y="1339362"/>
                  </a:lnTo>
                  <a:lnTo>
                    <a:pt x="492420" y="1340661"/>
                  </a:lnTo>
                  <a:lnTo>
                    <a:pt x="492332" y="1341956"/>
                  </a:lnTo>
                  <a:lnTo>
                    <a:pt x="492426" y="1342363"/>
                  </a:lnTo>
                  <a:lnTo>
                    <a:pt x="493235" y="1342732"/>
                  </a:lnTo>
                  <a:lnTo>
                    <a:pt x="493293" y="1345982"/>
                  </a:lnTo>
                  <a:lnTo>
                    <a:pt x="493763" y="1348278"/>
                  </a:lnTo>
                  <a:lnTo>
                    <a:pt x="493255" y="1349911"/>
                  </a:lnTo>
                  <a:lnTo>
                    <a:pt x="492697" y="1350387"/>
                  </a:lnTo>
                  <a:lnTo>
                    <a:pt x="492603" y="1351506"/>
                  </a:lnTo>
                  <a:lnTo>
                    <a:pt x="493086" y="1354142"/>
                  </a:lnTo>
                  <a:lnTo>
                    <a:pt x="493456" y="1355013"/>
                  </a:lnTo>
                  <a:lnTo>
                    <a:pt x="494152" y="1355474"/>
                  </a:lnTo>
                  <a:lnTo>
                    <a:pt x="494328" y="1356426"/>
                  </a:lnTo>
                  <a:lnTo>
                    <a:pt x="494265" y="1358699"/>
                  </a:lnTo>
                  <a:lnTo>
                    <a:pt x="492288" y="1359606"/>
                  </a:lnTo>
                  <a:lnTo>
                    <a:pt x="490816" y="1361051"/>
                  </a:lnTo>
                  <a:lnTo>
                    <a:pt x="490390" y="1362532"/>
                  </a:lnTo>
                  <a:lnTo>
                    <a:pt x="488976" y="1362790"/>
                  </a:lnTo>
                  <a:lnTo>
                    <a:pt x="488045" y="1363776"/>
                  </a:lnTo>
                  <a:lnTo>
                    <a:pt x="487718" y="1364639"/>
                  </a:lnTo>
                  <a:lnTo>
                    <a:pt x="486530" y="1365513"/>
                  </a:lnTo>
                  <a:lnTo>
                    <a:pt x="486324" y="1366558"/>
                  </a:lnTo>
                  <a:lnTo>
                    <a:pt x="484855" y="1368673"/>
                  </a:lnTo>
                  <a:lnTo>
                    <a:pt x="484829" y="1370209"/>
                  </a:lnTo>
                  <a:lnTo>
                    <a:pt x="483491" y="1372765"/>
                  </a:lnTo>
                  <a:lnTo>
                    <a:pt x="482834" y="1373276"/>
                  </a:lnTo>
                  <a:lnTo>
                    <a:pt x="482791" y="1374040"/>
                  </a:lnTo>
                  <a:lnTo>
                    <a:pt x="483490" y="1375131"/>
                  </a:lnTo>
                  <a:lnTo>
                    <a:pt x="484081" y="1377075"/>
                  </a:lnTo>
                  <a:lnTo>
                    <a:pt x="485491" y="1377410"/>
                  </a:lnTo>
                  <a:lnTo>
                    <a:pt x="485962" y="1377767"/>
                  </a:lnTo>
                  <a:lnTo>
                    <a:pt x="486752" y="1379020"/>
                  </a:lnTo>
                  <a:lnTo>
                    <a:pt x="486800" y="1381012"/>
                  </a:lnTo>
                  <a:lnTo>
                    <a:pt x="486444" y="1381940"/>
                  </a:lnTo>
                  <a:lnTo>
                    <a:pt x="485709" y="1382842"/>
                  </a:lnTo>
                  <a:lnTo>
                    <a:pt x="484952" y="1383157"/>
                  </a:lnTo>
                  <a:lnTo>
                    <a:pt x="484235" y="1384810"/>
                  </a:lnTo>
                  <a:lnTo>
                    <a:pt x="483799" y="1385060"/>
                  </a:lnTo>
                  <a:lnTo>
                    <a:pt x="483334" y="1385953"/>
                  </a:lnTo>
                  <a:lnTo>
                    <a:pt x="481274" y="1386060"/>
                  </a:lnTo>
                  <a:lnTo>
                    <a:pt x="478478" y="1386836"/>
                  </a:lnTo>
                  <a:lnTo>
                    <a:pt x="477003" y="1386910"/>
                  </a:lnTo>
                  <a:lnTo>
                    <a:pt x="475991" y="1387936"/>
                  </a:lnTo>
                  <a:lnTo>
                    <a:pt x="474847" y="1388215"/>
                  </a:lnTo>
                  <a:lnTo>
                    <a:pt x="474309" y="1389061"/>
                  </a:lnTo>
                  <a:lnTo>
                    <a:pt x="473557" y="1388706"/>
                  </a:lnTo>
                  <a:lnTo>
                    <a:pt x="472648" y="1388682"/>
                  </a:lnTo>
                  <a:lnTo>
                    <a:pt x="471469" y="1389853"/>
                  </a:lnTo>
                  <a:lnTo>
                    <a:pt x="470972" y="1389734"/>
                  </a:lnTo>
                  <a:lnTo>
                    <a:pt x="470704" y="1391108"/>
                  </a:lnTo>
                  <a:lnTo>
                    <a:pt x="470035" y="1392022"/>
                  </a:lnTo>
                  <a:lnTo>
                    <a:pt x="468651" y="1393097"/>
                  </a:lnTo>
                  <a:lnTo>
                    <a:pt x="467416" y="1392839"/>
                  </a:lnTo>
                  <a:lnTo>
                    <a:pt x="466478" y="1393064"/>
                  </a:lnTo>
                  <a:lnTo>
                    <a:pt x="465814" y="1392658"/>
                  </a:lnTo>
                  <a:lnTo>
                    <a:pt x="465069" y="1393096"/>
                  </a:lnTo>
                  <a:lnTo>
                    <a:pt x="464427" y="1392705"/>
                  </a:lnTo>
                  <a:lnTo>
                    <a:pt x="462273" y="1392896"/>
                  </a:lnTo>
                  <a:lnTo>
                    <a:pt x="461463" y="1392222"/>
                  </a:lnTo>
                  <a:lnTo>
                    <a:pt x="460679" y="1392243"/>
                  </a:lnTo>
                  <a:lnTo>
                    <a:pt x="459900" y="1391965"/>
                  </a:lnTo>
                  <a:lnTo>
                    <a:pt x="459446" y="1392237"/>
                  </a:lnTo>
                  <a:lnTo>
                    <a:pt x="459351" y="1392022"/>
                  </a:lnTo>
                  <a:lnTo>
                    <a:pt x="458714" y="1392053"/>
                  </a:lnTo>
                  <a:lnTo>
                    <a:pt x="458602" y="1392373"/>
                  </a:lnTo>
                  <a:lnTo>
                    <a:pt x="457831" y="1392314"/>
                  </a:lnTo>
                  <a:lnTo>
                    <a:pt x="457474" y="1392558"/>
                  </a:lnTo>
                  <a:lnTo>
                    <a:pt x="456780" y="1392603"/>
                  </a:lnTo>
                  <a:lnTo>
                    <a:pt x="456215" y="1392336"/>
                  </a:lnTo>
                  <a:lnTo>
                    <a:pt x="455480" y="1393045"/>
                  </a:lnTo>
                  <a:lnTo>
                    <a:pt x="453863" y="1393475"/>
                  </a:lnTo>
                  <a:lnTo>
                    <a:pt x="453314" y="1393298"/>
                  </a:lnTo>
                  <a:lnTo>
                    <a:pt x="452379" y="1393572"/>
                  </a:lnTo>
                  <a:lnTo>
                    <a:pt x="451624" y="1393323"/>
                  </a:lnTo>
                  <a:lnTo>
                    <a:pt x="450865" y="1393962"/>
                  </a:lnTo>
                  <a:lnTo>
                    <a:pt x="450558" y="1394831"/>
                  </a:lnTo>
                  <a:lnTo>
                    <a:pt x="449604" y="1395002"/>
                  </a:lnTo>
                  <a:lnTo>
                    <a:pt x="449260" y="1395421"/>
                  </a:lnTo>
                  <a:lnTo>
                    <a:pt x="448754" y="1395443"/>
                  </a:lnTo>
                  <a:lnTo>
                    <a:pt x="448229" y="1396192"/>
                  </a:lnTo>
                  <a:lnTo>
                    <a:pt x="446594" y="1396515"/>
                  </a:lnTo>
                  <a:lnTo>
                    <a:pt x="446285" y="1397260"/>
                  </a:lnTo>
                  <a:lnTo>
                    <a:pt x="445726" y="1397782"/>
                  </a:lnTo>
                  <a:lnTo>
                    <a:pt x="445139" y="1397502"/>
                  </a:lnTo>
                  <a:lnTo>
                    <a:pt x="443823" y="1398082"/>
                  </a:lnTo>
                  <a:lnTo>
                    <a:pt x="442213" y="1398193"/>
                  </a:lnTo>
                  <a:lnTo>
                    <a:pt x="441764" y="1397911"/>
                  </a:lnTo>
                  <a:lnTo>
                    <a:pt x="439697" y="1397659"/>
                  </a:lnTo>
                  <a:lnTo>
                    <a:pt x="437642" y="1398578"/>
                  </a:lnTo>
                  <a:lnTo>
                    <a:pt x="436947" y="1399539"/>
                  </a:lnTo>
                  <a:lnTo>
                    <a:pt x="436604" y="1399661"/>
                  </a:lnTo>
                  <a:lnTo>
                    <a:pt x="436167" y="1400998"/>
                  </a:lnTo>
                  <a:lnTo>
                    <a:pt x="433999" y="1404008"/>
                  </a:lnTo>
                  <a:lnTo>
                    <a:pt x="432509" y="1404399"/>
                  </a:lnTo>
                  <a:lnTo>
                    <a:pt x="430950" y="1406307"/>
                  </a:lnTo>
                  <a:lnTo>
                    <a:pt x="427906" y="1409003"/>
                  </a:lnTo>
                  <a:lnTo>
                    <a:pt x="426653" y="1408980"/>
                  </a:lnTo>
                  <a:lnTo>
                    <a:pt x="424121" y="1406259"/>
                  </a:lnTo>
                  <a:lnTo>
                    <a:pt x="422341" y="1406061"/>
                  </a:lnTo>
                  <a:lnTo>
                    <a:pt x="422177" y="1406503"/>
                  </a:lnTo>
                  <a:lnTo>
                    <a:pt x="422360" y="1408371"/>
                  </a:lnTo>
                  <a:lnTo>
                    <a:pt x="423431" y="1410433"/>
                  </a:lnTo>
                  <a:lnTo>
                    <a:pt x="423634" y="1411505"/>
                  </a:lnTo>
                  <a:lnTo>
                    <a:pt x="423312" y="1411898"/>
                  </a:lnTo>
                  <a:lnTo>
                    <a:pt x="422930" y="1413946"/>
                  </a:lnTo>
                  <a:lnTo>
                    <a:pt x="423898" y="1416770"/>
                  </a:lnTo>
                  <a:lnTo>
                    <a:pt x="423605" y="1418965"/>
                  </a:lnTo>
                  <a:lnTo>
                    <a:pt x="422595" y="1421603"/>
                  </a:lnTo>
                  <a:lnTo>
                    <a:pt x="422932" y="1425810"/>
                  </a:lnTo>
                  <a:lnTo>
                    <a:pt x="423498" y="1426371"/>
                  </a:lnTo>
                  <a:lnTo>
                    <a:pt x="423651" y="1427167"/>
                  </a:lnTo>
                  <a:lnTo>
                    <a:pt x="423425" y="1428339"/>
                  </a:lnTo>
                  <a:lnTo>
                    <a:pt x="424450" y="1429575"/>
                  </a:lnTo>
                  <a:lnTo>
                    <a:pt x="424522" y="1430776"/>
                  </a:lnTo>
                  <a:lnTo>
                    <a:pt x="423970" y="1431273"/>
                  </a:lnTo>
                  <a:lnTo>
                    <a:pt x="422752" y="1431554"/>
                  </a:lnTo>
                  <a:lnTo>
                    <a:pt x="420650" y="1432761"/>
                  </a:lnTo>
                  <a:lnTo>
                    <a:pt x="419188" y="1433977"/>
                  </a:lnTo>
                  <a:lnTo>
                    <a:pt x="416785" y="1432910"/>
                  </a:lnTo>
                  <a:lnTo>
                    <a:pt x="413731" y="1432853"/>
                  </a:lnTo>
                  <a:lnTo>
                    <a:pt x="409815" y="1430317"/>
                  </a:lnTo>
                  <a:lnTo>
                    <a:pt x="408393" y="1428770"/>
                  </a:lnTo>
                  <a:lnTo>
                    <a:pt x="407056" y="1426447"/>
                  </a:lnTo>
                  <a:lnTo>
                    <a:pt x="405754" y="1426163"/>
                  </a:lnTo>
                  <a:lnTo>
                    <a:pt x="400097" y="1429717"/>
                  </a:lnTo>
                  <a:lnTo>
                    <a:pt x="398355" y="1431180"/>
                  </a:lnTo>
                  <a:lnTo>
                    <a:pt x="396159" y="1432014"/>
                  </a:lnTo>
                  <a:lnTo>
                    <a:pt x="395429" y="1432661"/>
                  </a:lnTo>
                  <a:lnTo>
                    <a:pt x="388756" y="1435542"/>
                  </a:lnTo>
                  <a:lnTo>
                    <a:pt x="385921" y="1439188"/>
                  </a:lnTo>
                  <a:lnTo>
                    <a:pt x="384298" y="1440431"/>
                  </a:lnTo>
                  <a:lnTo>
                    <a:pt x="383231" y="1441666"/>
                  </a:lnTo>
                  <a:lnTo>
                    <a:pt x="381556" y="1444702"/>
                  </a:lnTo>
                  <a:lnTo>
                    <a:pt x="381426" y="1445950"/>
                  </a:lnTo>
                  <a:lnTo>
                    <a:pt x="380932" y="1446301"/>
                  </a:lnTo>
                  <a:lnTo>
                    <a:pt x="379141" y="1446415"/>
                  </a:lnTo>
                  <a:lnTo>
                    <a:pt x="378598" y="1446139"/>
                  </a:lnTo>
                  <a:lnTo>
                    <a:pt x="375325" y="1446524"/>
                  </a:lnTo>
                  <a:lnTo>
                    <a:pt x="374744" y="1446339"/>
                  </a:lnTo>
                  <a:lnTo>
                    <a:pt x="373679" y="1446581"/>
                  </a:lnTo>
                  <a:lnTo>
                    <a:pt x="371537" y="1446041"/>
                  </a:lnTo>
                  <a:lnTo>
                    <a:pt x="370114" y="1445332"/>
                  </a:lnTo>
                  <a:lnTo>
                    <a:pt x="369655" y="1445851"/>
                  </a:lnTo>
                  <a:lnTo>
                    <a:pt x="368231" y="1445354"/>
                  </a:lnTo>
                  <a:lnTo>
                    <a:pt x="368595" y="1446517"/>
                  </a:lnTo>
                  <a:lnTo>
                    <a:pt x="367444" y="1447858"/>
                  </a:lnTo>
                  <a:lnTo>
                    <a:pt x="366504" y="1449926"/>
                  </a:lnTo>
                  <a:lnTo>
                    <a:pt x="365657" y="1452736"/>
                  </a:lnTo>
                  <a:lnTo>
                    <a:pt x="365272" y="1455466"/>
                  </a:lnTo>
                  <a:lnTo>
                    <a:pt x="363495" y="1455698"/>
                  </a:lnTo>
                  <a:lnTo>
                    <a:pt x="360962" y="1456791"/>
                  </a:lnTo>
                  <a:lnTo>
                    <a:pt x="360162" y="1457654"/>
                  </a:lnTo>
                  <a:lnTo>
                    <a:pt x="355876" y="1458990"/>
                  </a:lnTo>
                  <a:lnTo>
                    <a:pt x="355020" y="1459918"/>
                  </a:lnTo>
                  <a:lnTo>
                    <a:pt x="355014" y="1460964"/>
                  </a:lnTo>
                  <a:lnTo>
                    <a:pt x="354185" y="1462239"/>
                  </a:lnTo>
                  <a:lnTo>
                    <a:pt x="351972" y="1462903"/>
                  </a:lnTo>
                  <a:lnTo>
                    <a:pt x="351252" y="1463456"/>
                  </a:lnTo>
                  <a:lnTo>
                    <a:pt x="349932" y="1467111"/>
                  </a:lnTo>
                  <a:lnTo>
                    <a:pt x="349914" y="1468047"/>
                  </a:lnTo>
                  <a:lnTo>
                    <a:pt x="348930" y="1470745"/>
                  </a:lnTo>
                  <a:lnTo>
                    <a:pt x="347834" y="1472024"/>
                  </a:lnTo>
                  <a:lnTo>
                    <a:pt x="345795" y="1470118"/>
                  </a:lnTo>
                  <a:lnTo>
                    <a:pt x="340391" y="1470649"/>
                  </a:lnTo>
                  <a:lnTo>
                    <a:pt x="340197" y="1470424"/>
                  </a:lnTo>
                  <a:lnTo>
                    <a:pt x="339115" y="1470346"/>
                  </a:lnTo>
                  <a:lnTo>
                    <a:pt x="338649" y="1470687"/>
                  </a:lnTo>
                  <a:lnTo>
                    <a:pt x="337022" y="1470712"/>
                  </a:lnTo>
                  <a:lnTo>
                    <a:pt x="336488" y="1470973"/>
                  </a:lnTo>
                  <a:lnTo>
                    <a:pt x="335812" y="1469600"/>
                  </a:lnTo>
                  <a:lnTo>
                    <a:pt x="335148" y="1469742"/>
                  </a:lnTo>
                  <a:lnTo>
                    <a:pt x="334615" y="1468687"/>
                  </a:lnTo>
                  <a:lnTo>
                    <a:pt x="333583" y="1467814"/>
                  </a:lnTo>
                  <a:lnTo>
                    <a:pt x="332890" y="1467634"/>
                  </a:lnTo>
                  <a:lnTo>
                    <a:pt x="332259" y="1467166"/>
                  </a:lnTo>
                  <a:lnTo>
                    <a:pt x="331653" y="1467233"/>
                  </a:lnTo>
                  <a:lnTo>
                    <a:pt x="330641" y="1468030"/>
                  </a:lnTo>
                  <a:lnTo>
                    <a:pt x="330689" y="1468413"/>
                  </a:lnTo>
                  <a:lnTo>
                    <a:pt x="330339" y="1468917"/>
                  </a:lnTo>
                  <a:lnTo>
                    <a:pt x="328791" y="1470198"/>
                  </a:lnTo>
                  <a:lnTo>
                    <a:pt x="324324" y="1471252"/>
                  </a:lnTo>
                  <a:lnTo>
                    <a:pt x="320890" y="1471735"/>
                  </a:lnTo>
                  <a:lnTo>
                    <a:pt x="319380" y="1475476"/>
                  </a:lnTo>
                  <a:lnTo>
                    <a:pt x="317676" y="1477921"/>
                  </a:lnTo>
                  <a:lnTo>
                    <a:pt x="317043" y="1478345"/>
                  </a:lnTo>
                  <a:lnTo>
                    <a:pt x="315088" y="1480721"/>
                  </a:lnTo>
                  <a:lnTo>
                    <a:pt x="314177" y="1483872"/>
                  </a:lnTo>
                  <a:lnTo>
                    <a:pt x="313940" y="1484144"/>
                  </a:lnTo>
                  <a:lnTo>
                    <a:pt x="312363" y="1484539"/>
                  </a:lnTo>
                  <a:lnTo>
                    <a:pt x="311240" y="1484187"/>
                  </a:lnTo>
                  <a:lnTo>
                    <a:pt x="308445" y="1482384"/>
                  </a:lnTo>
                  <a:lnTo>
                    <a:pt x="307806" y="1481685"/>
                  </a:lnTo>
                  <a:lnTo>
                    <a:pt x="307427" y="1481189"/>
                  </a:lnTo>
                  <a:lnTo>
                    <a:pt x="306741" y="1479280"/>
                  </a:lnTo>
                  <a:lnTo>
                    <a:pt x="306290" y="1477179"/>
                  </a:lnTo>
                  <a:lnTo>
                    <a:pt x="305543" y="1477725"/>
                  </a:lnTo>
                  <a:lnTo>
                    <a:pt x="303375" y="1477155"/>
                  </a:lnTo>
                  <a:lnTo>
                    <a:pt x="301398" y="1479259"/>
                  </a:lnTo>
                  <a:lnTo>
                    <a:pt x="300481" y="1477870"/>
                  </a:lnTo>
                  <a:lnTo>
                    <a:pt x="299794" y="1477625"/>
                  </a:lnTo>
                  <a:lnTo>
                    <a:pt x="298650" y="1476725"/>
                  </a:lnTo>
                  <a:lnTo>
                    <a:pt x="297806" y="1475514"/>
                  </a:lnTo>
                  <a:lnTo>
                    <a:pt x="297230" y="1476203"/>
                  </a:lnTo>
                  <a:lnTo>
                    <a:pt x="293542" y="1478068"/>
                  </a:lnTo>
                  <a:lnTo>
                    <a:pt x="291213" y="1478408"/>
                  </a:lnTo>
                  <a:lnTo>
                    <a:pt x="289671" y="1476352"/>
                  </a:lnTo>
                  <a:lnTo>
                    <a:pt x="286759" y="1474994"/>
                  </a:lnTo>
                  <a:lnTo>
                    <a:pt x="284132" y="1473194"/>
                  </a:lnTo>
                  <a:lnTo>
                    <a:pt x="283430" y="1472354"/>
                  </a:lnTo>
                  <a:lnTo>
                    <a:pt x="280562" y="1470566"/>
                  </a:lnTo>
                  <a:lnTo>
                    <a:pt x="277901" y="1471276"/>
                  </a:lnTo>
                  <a:lnTo>
                    <a:pt x="276533" y="1470104"/>
                  </a:lnTo>
                  <a:lnTo>
                    <a:pt x="275561" y="1468105"/>
                  </a:lnTo>
                  <a:lnTo>
                    <a:pt x="274437" y="1467114"/>
                  </a:lnTo>
                  <a:lnTo>
                    <a:pt x="272616" y="1464433"/>
                  </a:lnTo>
                  <a:lnTo>
                    <a:pt x="271915" y="1462689"/>
                  </a:lnTo>
                  <a:lnTo>
                    <a:pt x="271696" y="1460460"/>
                  </a:lnTo>
                  <a:lnTo>
                    <a:pt x="271010" y="1459053"/>
                  </a:lnTo>
                  <a:lnTo>
                    <a:pt x="267229" y="1456232"/>
                  </a:lnTo>
                  <a:lnTo>
                    <a:pt x="266726" y="1455305"/>
                  </a:lnTo>
                  <a:lnTo>
                    <a:pt x="264880" y="1453812"/>
                  </a:lnTo>
                  <a:lnTo>
                    <a:pt x="264505" y="1453136"/>
                  </a:lnTo>
                  <a:lnTo>
                    <a:pt x="263314" y="1452613"/>
                  </a:lnTo>
                  <a:lnTo>
                    <a:pt x="260177" y="1452567"/>
                  </a:lnTo>
                  <a:lnTo>
                    <a:pt x="254289" y="1446141"/>
                  </a:lnTo>
                  <a:lnTo>
                    <a:pt x="253730" y="1443686"/>
                  </a:lnTo>
                  <a:lnTo>
                    <a:pt x="253308" y="1443255"/>
                  </a:lnTo>
                  <a:lnTo>
                    <a:pt x="251442" y="1442082"/>
                  </a:lnTo>
                  <a:lnTo>
                    <a:pt x="250631" y="1442143"/>
                  </a:lnTo>
                  <a:lnTo>
                    <a:pt x="249127" y="1441571"/>
                  </a:lnTo>
                  <a:lnTo>
                    <a:pt x="247795" y="1441436"/>
                  </a:lnTo>
                  <a:lnTo>
                    <a:pt x="246125" y="1440478"/>
                  </a:lnTo>
                  <a:lnTo>
                    <a:pt x="243110" y="1440047"/>
                  </a:lnTo>
                  <a:lnTo>
                    <a:pt x="241992" y="1438832"/>
                  </a:lnTo>
                  <a:lnTo>
                    <a:pt x="241637" y="1436593"/>
                  </a:lnTo>
                  <a:lnTo>
                    <a:pt x="242273" y="1435107"/>
                  </a:lnTo>
                  <a:lnTo>
                    <a:pt x="243086" y="1431719"/>
                  </a:lnTo>
                  <a:lnTo>
                    <a:pt x="242909" y="1430055"/>
                  </a:lnTo>
                  <a:lnTo>
                    <a:pt x="249558" y="1428559"/>
                  </a:lnTo>
                  <a:lnTo>
                    <a:pt x="251874" y="1424906"/>
                  </a:lnTo>
                  <a:lnTo>
                    <a:pt x="253338" y="1423796"/>
                  </a:lnTo>
                  <a:lnTo>
                    <a:pt x="255762" y="1421224"/>
                  </a:lnTo>
                  <a:lnTo>
                    <a:pt x="257790" y="1419767"/>
                  </a:lnTo>
                  <a:lnTo>
                    <a:pt x="260450" y="1418819"/>
                  </a:lnTo>
                  <a:lnTo>
                    <a:pt x="260777" y="1418393"/>
                  </a:lnTo>
                  <a:lnTo>
                    <a:pt x="261724" y="1418377"/>
                  </a:lnTo>
                  <a:lnTo>
                    <a:pt x="263572" y="1418889"/>
                  </a:lnTo>
                  <a:lnTo>
                    <a:pt x="265087" y="1418558"/>
                  </a:lnTo>
                  <a:lnTo>
                    <a:pt x="265391" y="1418724"/>
                  </a:lnTo>
                  <a:lnTo>
                    <a:pt x="266253" y="1418606"/>
                  </a:lnTo>
                  <a:lnTo>
                    <a:pt x="267618" y="1418787"/>
                  </a:lnTo>
                  <a:lnTo>
                    <a:pt x="268966" y="1419340"/>
                  </a:lnTo>
                  <a:lnTo>
                    <a:pt x="270349" y="1418235"/>
                  </a:lnTo>
                  <a:lnTo>
                    <a:pt x="271152" y="1418322"/>
                  </a:lnTo>
                  <a:lnTo>
                    <a:pt x="272848" y="1417718"/>
                  </a:lnTo>
                  <a:lnTo>
                    <a:pt x="273640" y="1417218"/>
                  </a:lnTo>
                  <a:lnTo>
                    <a:pt x="275311" y="1414913"/>
                  </a:lnTo>
                  <a:lnTo>
                    <a:pt x="275526" y="1413465"/>
                  </a:lnTo>
                  <a:lnTo>
                    <a:pt x="276268" y="1412608"/>
                  </a:lnTo>
                  <a:lnTo>
                    <a:pt x="276117" y="1412099"/>
                  </a:lnTo>
                  <a:lnTo>
                    <a:pt x="276774" y="1411178"/>
                  </a:lnTo>
                  <a:lnTo>
                    <a:pt x="277316" y="1409528"/>
                  </a:lnTo>
                  <a:lnTo>
                    <a:pt x="277782" y="1409074"/>
                  </a:lnTo>
                  <a:lnTo>
                    <a:pt x="277947" y="1407371"/>
                  </a:lnTo>
                  <a:lnTo>
                    <a:pt x="278677" y="1406779"/>
                  </a:lnTo>
                  <a:lnTo>
                    <a:pt x="279813" y="1406428"/>
                  </a:lnTo>
                  <a:lnTo>
                    <a:pt x="280319" y="1405944"/>
                  </a:lnTo>
                  <a:lnTo>
                    <a:pt x="281897" y="1405977"/>
                  </a:lnTo>
                  <a:lnTo>
                    <a:pt x="283920" y="1405116"/>
                  </a:lnTo>
                  <a:lnTo>
                    <a:pt x="286562" y="1402934"/>
                  </a:lnTo>
                  <a:lnTo>
                    <a:pt x="289371" y="1401387"/>
                  </a:lnTo>
                  <a:lnTo>
                    <a:pt x="289628" y="1400324"/>
                  </a:lnTo>
                  <a:lnTo>
                    <a:pt x="291412" y="1398352"/>
                  </a:lnTo>
                  <a:lnTo>
                    <a:pt x="292451" y="1397562"/>
                  </a:lnTo>
                  <a:lnTo>
                    <a:pt x="293965" y="1395458"/>
                  </a:lnTo>
                  <a:lnTo>
                    <a:pt x="294186" y="1393814"/>
                  </a:lnTo>
                  <a:lnTo>
                    <a:pt x="294078" y="1393086"/>
                  </a:lnTo>
                  <a:lnTo>
                    <a:pt x="293654" y="1392352"/>
                  </a:lnTo>
                  <a:lnTo>
                    <a:pt x="294013" y="1391635"/>
                  </a:lnTo>
                  <a:lnTo>
                    <a:pt x="294111" y="1390521"/>
                  </a:lnTo>
                  <a:lnTo>
                    <a:pt x="294684" y="1389608"/>
                  </a:lnTo>
                  <a:lnTo>
                    <a:pt x="294486" y="1382306"/>
                  </a:lnTo>
                  <a:lnTo>
                    <a:pt x="296099" y="1380164"/>
                  </a:lnTo>
                  <a:lnTo>
                    <a:pt x="297500" y="1380268"/>
                  </a:lnTo>
                  <a:lnTo>
                    <a:pt x="298479" y="1378482"/>
                  </a:lnTo>
                  <a:lnTo>
                    <a:pt x="300642" y="1375955"/>
                  </a:lnTo>
                  <a:lnTo>
                    <a:pt x="303697" y="1374363"/>
                  </a:lnTo>
                  <a:lnTo>
                    <a:pt x="304877" y="1372337"/>
                  </a:lnTo>
                  <a:lnTo>
                    <a:pt x="305900" y="1366074"/>
                  </a:lnTo>
                  <a:lnTo>
                    <a:pt x="307406" y="1365394"/>
                  </a:lnTo>
                  <a:lnTo>
                    <a:pt x="305896" y="1363688"/>
                  </a:lnTo>
                  <a:lnTo>
                    <a:pt x="305530" y="1361885"/>
                  </a:lnTo>
                  <a:lnTo>
                    <a:pt x="306889" y="1359992"/>
                  </a:lnTo>
                  <a:lnTo>
                    <a:pt x="308011" y="1357881"/>
                  </a:lnTo>
                  <a:lnTo>
                    <a:pt x="310224" y="1356708"/>
                  </a:lnTo>
                  <a:lnTo>
                    <a:pt x="319210" y="1353498"/>
                  </a:lnTo>
                  <a:lnTo>
                    <a:pt x="321294" y="1352533"/>
                  </a:lnTo>
                  <a:lnTo>
                    <a:pt x="321695" y="1352311"/>
                  </a:lnTo>
                  <a:lnTo>
                    <a:pt x="322613" y="1350286"/>
                  </a:lnTo>
                  <a:lnTo>
                    <a:pt x="324088" y="1348371"/>
                  </a:lnTo>
                  <a:lnTo>
                    <a:pt x="326619" y="1347955"/>
                  </a:lnTo>
                  <a:lnTo>
                    <a:pt x="329499" y="1346183"/>
                  </a:lnTo>
                  <a:lnTo>
                    <a:pt x="329275" y="1342901"/>
                  </a:lnTo>
                  <a:lnTo>
                    <a:pt x="327621" y="1339913"/>
                  </a:lnTo>
                  <a:lnTo>
                    <a:pt x="327507" y="1339016"/>
                  </a:lnTo>
                  <a:lnTo>
                    <a:pt x="327605" y="1337406"/>
                  </a:lnTo>
                  <a:lnTo>
                    <a:pt x="328840" y="1332009"/>
                  </a:lnTo>
                  <a:lnTo>
                    <a:pt x="328707" y="1330510"/>
                  </a:lnTo>
                  <a:lnTo>
                    <a:pt x="327797" y="1327167"/>
                  </a:lnTo>
                  <a:lnTo>
                    <a:pt x="327500" y="1324545"/>
                  </a:lnTo>
                  <a:lnTo>
                    <a:pt x="328252" y="1319780"/>
                  </a:lnTo>
                  <a:lnTo>
                    <a:pt x="328202" y="1318633"/>
                  </a:lnTo>
                  <a:lnTo>
                    <a:pt x="328493" y="1317293"/>
                  </a:lnTo>
                  <a:lnTo>
                    <a:pt x="329292" y="1315387"/>
                  </a:lnTo>
                  <a:lnTo>
                    <a:pt x="328748" y="1313629"/>
                  </a:lnTo>
                  <a:lnTo>
                    <a:pt x="328163" y="1310096"/>
                  </a:lnTo>
                  <a:lnTo>
                    <a:pt x="328208" y="1308815"/>
                  </a:lnTo>
                  <a:lnTo>
                    <a:pt x="328668" y="1308514"/>
                  </a:lnTo>
                  <a:lnTo>
                    <a:pt x="328997" y="1306949"/>
                  </a:lnTo>
                  <a:lnTo>
                    <a:pt x="330301" y="1305505"/>
                  </a:lnTo>
                  <a:lnTo>
                    <a:pt x="330492" y="1304862"/>
                  </a:lnTo>
                  <a:lnTo>
                    <a:pt x="331244" y="1303816"/>
                  </a:lnTo>
                  <a:lnTo>
                    <a:pt x="331649" y="1302504"/>
                  </a:lnTo>
                  <a:lnTo>
                    <a:pt x="332078" y="1302209"/>
                  </a:lnTo>
                  <a:lnTo>
                    <a:pt x="332103" y="1301868"/>
                  </a:lnTo>
                  <a:lnTo>
                    <a:pt x="334159" y="1298582"/>
                  </a:lnTo>
                  <a:lnTo>
                    <a:pt x="335814" y="1296528"/>
                  </a:lnTo>
                  <a:lnTo>
                    <a:pt x="336204" y="1294917"/>
                  </a:lnTo>
                  <a:lnTo>
                    <a:pt x="337529" y="1292497"/>
                  </a:lnTo>
                  <a:lnTo>
                    <a:pt x="338435" y="1291714"/>
                  </a:lnTo>
                  <a:lnTo>
                    <a:pt x="338753" y="1290727"/>
                  </a:lnTo>
                  <a:lnTo>
                    <a:pt x="339407" y="1290859"/>
                  </a:lnTo>
                  <a:lnTo>
                    <a:pt x="340126" y="1290609"/>
                  </a:lnTo>
                  <a:lnTo>
                    <a:pt x="342157" y="1288239"/>
                  </a:lnTo>
                  <a:lnTo>
                    <a:pt x="344451" y="1284058"/>
                  </a:lnTo>
                  <a:lnTo>
                    <a:pt x="345661" y="1281013"/>
                  </a:lnTo>
                  <a:lnTo>
                    <a:pt x="347050" y="1279613"/>
                  </a:lnTo>
                  <a:lnTo>
                    <a:pt x="348179" y="1277529"/>
                  </a:lnTo>
                  <a:lnTo>
                    <a:pt x="348923" y="1274501"/>
                  </a:lnTo>
                  <a:lnTo>
                    <a:pt x="349620" y="1273128"/>
                  </a:lnTo>
                  <a:lnTo>
                    <a:pt x="350027" y="1271048"/>
                  </a:lnTo>
                  <a:lnTo>
                    <a:pt x="350038" y="1269457"/>
                  </a:lnTo>
                  <a:lnTo>
                    <a:pt x="350921" y="1267906"/>
                  </a:lnTo>
                  <a:lnTo>
                    <a:pt x="352549" y="1267181"/>
                  </a:lnTo>
                  <a:lnTo>
                    <a:pt x="352745" y="1266048"/>
                  </a:lnTo>
                  <a:lnTo>
                    <a:pt x="353630" y="1265180"/>
                  </a:lnTo>
                  <a:lnTo>
                    <a:pt x="355212" y="1260728"/>
                  </a:lnTo>
                  <a:lnTo>
                    <a:pt x="355732" y="1259910"/>
                  </a:lnTo>
                  <a:lnTo>
                    <a:pt x="355792" y="1258601"/>
                  </a:lnTo>
                  <a:lnTo>
                    <a:pt x="356497" y="1257153"/>
                  </a:lnTo>
                  <a:lnTo>
                    <a:pt x="356536" y="1255381"/>
                  </a:lnTo>
                  <a:lnTo>
                    <a:pt x="356783" y="1254626"/>
                  </a:lnTo>
                  <a:lnTo>
                    <a:pt x="357613" y="1253399"/>
                  </a:lnTo>
                  <a:lnTo>
                    <a:pt x="359969" y="1252209"/>
                  </a:lnTo>
                  <a:lnTo>
                    <a:pt x="360448" y="1251565"/>
                  </a:lnTo>
                  <a:lnTo>
                    <a:pt x="361797" y="1251331"/>
                  </a:lnTo>
                  <a:lnTo>
                    <a:pt x="362996" y="1250749"/>
                  </a:lnTo>
                  <a:lnTo>
                    <a:pt x="363544" y="1249639"/>
                  </a:lnTo>
                  <a:lnTo>
                    <a:pt x="364594" y="1248679"/>
                  </a:lnTo>
                  <a:lnTo>
                    <a:pt x="365140" y="1247619"/>
                  </a:lnTo>
                  <a:lnTo>
                    <a:pt x="367533" y="1245428"/>
                  </a:lnTo>
                  <a:lnTo>
                    <a:pt x="368042" y="1244459"/>
                  </a:lnTo>
                  <a:lnTo>
                    <a:pt x="367536" y="1243376"/>
                  </a:lnTo>
                  <a:lnTo>
                    <a:pt x="367959" y="1242966"/>
                  </a:lnTo>
                  <a:lnTo>
                    <a:pt x="368221" y="1242266"/>
                  </a:lnTo>
                  <a:lnTo>
                    <a:pt x="369332" y="1241106"/>
                  </a:lnTo>
                  <a:lnTo>
                    <a:pt x="370841" y="1240159"/>
                  </a:lnTo>
                  <a:lnTo>
                    <a:pt x="371237" y="1238912"/>
                  </a:lnTo>
                  <a:lnTo>
                    <a:pt x="371325" y="1237560"/>
                  </a:lnTo>
                  <a:lnTo>
                    <a:pt x="371031" y="1236023"/>
                  </a:lnTo>
                  <a:lnTo>
                    <a:pt x="371606" y="1235397"/>
                  </a:lnTo>
                  <a:lnTo>
                    <a:pt x="371741" y="1234478"/>
                  </a:lnTo>
                  <a:lnTo>
                    <a:pt x="372035" y="1234319"/>
                  </a:lnTo>
                  <a:lnTo>
                    <a:pt x="372173" y="1233746"/>
                  </a:lnTo>
                  <a:lnTo>
                    <a:pt x="372977" y="1233038"/>
                  </a:lnTo>
                  <a:lnTo>
                    <a:pt x="372192" y="1232305"/>
                  </a:lnTo>
                  <a:lnTo>
                    <a:pt x="373791" y="1229171"/>
                  </a:lnTo>
                  <a:lnTo>
                    <a:pt x="374230" y="1228700"/>
                  </a:lnTo>
                  <a:lnTo>
                    <a:pt x="371854" y="1226398"/>
                  </a:lnTo>
                  <a:lnTo>
                    <a:pt x="371345" y="1225621"/>
                  </a:lnTo>
                  <a:lnTo>
                    <a:pt x="369701" y="1224316"/>
                  </a:lnTo>
                  <a:lnTo>
                    <a:pt x="369389" y="1223528"/>
                  </a:lnTo>
                  <a:lnTo>
                    <a:pt x="367262" y="1221006"/>
                  </a:lnTo>
                  <a:lnTo>
                    <a:pt x="366003" y="1218752"/>
                  </a:lnTo>
                  <a:lnTo>
                    <a:pt x="364129" y="1217067"/>
                  </a:lnTo>
                  <a:lnTo>
                    <a:pt x="362636" y="1213765"/>
                  </a:lnTo>
                  <a:lnTo>
                    <a:pt x="361688" y="1213136"/>
                  </a:lnTo>
                  <a:lnTo>
                    <a:pt x="361098" y="1212105"/>
                  </a:lnTo>
                  <a:lnTo>
                    <a:pt x="360499" y="1211796"/>
                  </a:lnTo>
                  <a:lnTo>
                    <a:pt x="359759" y="1209399"/>
                  </a:lnTo>
                  <a:lnTo>
                    <a:pt x="358353" y="1208877"/>
                  </a:lnTo>
                  <a:lnTo>
                    <a:pt x="357727" y="1208045"/>
                  </a:lnTo>
                  <a:lnTo>
                    <a:pt x="357783" y="1207379"/>
                  </a:lnTo>
                  <a:lnTo>
                    <a:pt x="357097" y="1206411"/>
                  </a:lnTo>
                  <a:lnTo>
                    <a:pt x="355395" y="1205225"/>
                  </a:lnTo>
                  <a:lnTo>
                    <a:pt x="354623" y="1203855"/>
                  </a:lnTo>
                  <a:lnTo>
                    <a:pt x="354246" y="1202092"/>
                  </a:lnTo>
                  <a:lnTo>
                    <a:pt x="353095" y="1200479"/>
                  </a:lnTo>
                  <a:lnTo>
                    <a:pt x="352973" y="1198016"/>
                  </a:lnTo>
                  <a:lnTo>
                    <a:pt x="351626" y="1195117"/>
                  </a:lnTo>
                  <a:lnTo>
                    <a:pt x="350439" y="1193973"/>
                  </a:lnTo>
                  <a:lnTo>
                    <a:pt x="349416" y="1193716"/>
                  </a:lnTo>
                  <a:lnTo>
                    <a:pt x="348758" y="1193044"/>
                  </a:lnTo>
                  <a:lnTo>
                    <a:pt x="347247" y="1192891"/>
                  </a:lnTo>
                  <a:lnTo>
                    <a:pt x="345435" y="1192101"/>
                  </a:lnTo>
                  <a:lnTo>
                    <a:pt x="343943" y="1190600"/>
                  </a:lnTo>
                  <a:lnTo>
                    <a:pt x="343119" y="1190627"/>
                  </a:lnTo>
                  <a:lnTo>
                    <a:pt x="342552" y="1189107"/>
                  </a:lnTo>
                  <a:lnTo>
                    <a:pt x="342551" y="1186853"/>
                  </a:lnTo>
                  <a:lnTo>
                    <a:pt x="342126" y="1185654"/>
                  </a:lnTo>
                  <a:lnTo>
                    <a:pt x="343053" y="1184176"/>
                  </a:lnTo>
                  <a:lnTo>
                    <a:pt x="343293" y="1182145"/>
                  </a:lnTo>
                  <a:lnTo>
                    <a:pt x="343130" y="1180878"/>
                  </a:lnTo>
                  <a:lnTo>
                    <a:pt x="343661" y="1180569"/>
                  </a:lnTo>
                  <a:lnTo>
                    <a:pt x="344628" y="1178210"/>
                  </a:lnTo>
                  <a:lnTo>
                    <a:pt x="346659" y="1175656"/>
                  </a:lnTo>
                  <a:lnTo>
                    <a:pt x="347930" y="1174609"/>
                  </a:lnTo>
                  <a:lnTo>
                    <a:pt x="348162" y="1173596"/>
                  </a:lnTo>
                  <a:lnTo>
                    <a:pt x="346034" y="1168773"/>
                  </a:lnTo>
                  <a:lnTo>
                    <a:pt x="348171" y="1166204"/>
                  </a:lnTo>
                  <a:lnTo>
                    <a:pt x="352668" y="1165798"/>
                  </a:lnTo>
                  <a:lnTo>
                    <a:pt x="355892" y="1161090"/>
                  </a:lnTo>
                  <a:lnTo>
                    <a:pt x="358179" y="1158712"/>
                  </a:lnTo>
                  <a:lnTo>
                    <a:pt x="362908" y="1158118"/>
                  </a:lnTo>
                  <a:lnTo>
                    <a:pt x="364296" y="1159474"/>
                  </a:lnTo>
                  <a:lnTo>
                    <a:pt x="364809" y="1158659"/>
                  </a:lnTo>
                  <a:lnTo>
                    <a:pt x="366921" y="1156533"/>
                  </a:lnTo>
                  <a:lnTo>
                    <a:pt x="367987" y="1155777"/>
                  </a:lnTo>
                  <a:lnTo>
                    <a:pt x="368875" y="1154583"/>
                  </a:lnTo>
                  <a:lnTo>
                    <a:pt x="369483" y="1153278"/>
                  </a:lnTo>
                  <a:lnTo>
                    <a:pt x="369556" y="1152602"/>
                  </a:lnTo>
                  <a:lnTo>
                    <a:pt x="372601" y="1149318"/>
                  </a:lnTo>
                  <a:lnTo>
                    <a:pt x="372809" y="1148600"/>
                  </a:lnTo>
                  <a:lnTo>
                    <a:pt x="373809" y="1147081"/>
                  </a:lnTo>
                  <a:lnTo>
                    <a:pt x="375839" y="1144675"/>
                  </a:lnTo>
                  <a:lnTo>
                    <a:pt x="376144" y="1144087"/>
                  </a:lnTo>
                  <a:lnTo>
                    <a:pt x="376130" y="1143003"/>
                  </a:lnTo>
                  <a:lnTo>
                    <a:pt x="377966" y="1143519"/>
                  </a:lnTo>
                  <a:lnTo>
                    <a:pt x="380692" y="1143665"/>
                  </a:lnTo>
                  <a:lnTo>
                    <a:pt x="381314" y="1143454"/>
                  </a:lnTo>
                  <a:lnTo>
                    <a:pt x="381509" y="1142894"/>
                  </a:lnTo>
                  <a:lnTo>
                    <a:pt x="382484" y="1141805"/>
                  </a:lnTo>
                  <a:lnTo>
                    <a:pt x="382701" y="1141060"/>
                  </a:lnTo>
                  <a:lnTo>
                    <a:pt x="383559" y="1140180"/>
                  </a:lnTo>
                  <a:lnTo>
                    <a:pt x="383745" y="1139271"/>
                  </a:lnTo>
                  <a:lnTo>
                    <a:pt x="386008" y="1138406"/>
                  </a:lnTo>
                  <a:lnTo>
                    <a:pt x="386230" y="1137749"/>
                  </a:lnTo>
                  <a:lnTo>
                    <a:pt x="387923" y="1137007"/>
                  </a:lnTo>
                  <a:lnTo>
                    <a:pt x="388158" y="1135894"/>
                  </a:lnTo>
                  <a:lnTo>
                    <a:pt x="388465" y="1135988"/>
                  </a:lnTo>
                  <a:lnTo>
                    <a:pt x="389086" y="1135672"/>
                  </a:lnTo>
                  <a:lnTo>
                    <a:pt x="389800" y="1134448"/>
                  </a:lnTo>
                  <a:lnTo>
                    <a:pt x="390909" y="1135327"/>
                  </a:lnTo>
                  <a:lnTo>
                    <a:pt x="392261" y="1134614"/>
                  </a:lnTo>
                  <a:lnTo>
                    <a:pt x="394358" y="1134438"/>
                  </a:lnTo>
                  <a:lnTo>
                    <a:pt x="396079" y="1133878"/>
                  </a:lnTo>
                  <a:lnTo>
                    <a:pt x="397395" y="1131511"/>
                  </a:lnTo>
                  <a:lnTo>
                    <a:pt x="398242" y="1130947"/>
                  </a:lnTo>
                  <a:lnTo>
                    <a:pt x="399814" y="1129153"/>
                  </a:lnTo>
                  <a:lnTo>
                    <a:pt x="401899" y="1128176"/>
                  </a:lnTo>
                  <a:lnTo>
                    <a:pt x="403185" y="1127112"/>
                  </a:lnTo>
                  <a:lnTo>
                    <a:pt x="404769" y="1125273"/>
                  </a:lnTo>
                  <a:lnTo>
                    <a:pt x="407736" y="1123563"/>
                  </a:lnTo>
                  <a:lnTo>
                    <a:pt x="409564" y="1123064"/>
                  </a:lnTo>
                  <a:lnTo>
                    <a:pt x="413543" y="1122867"/>
                  </a:lnTo>
                  <a:lnTo>
                    <a:pt x="414565" y="1124716"/>
                  </a:lnTo>
                  <a:lnTo>
                    <a:pt x="415029" y="1126079"/>
                  </a:lnTo>
                  <a:lnTo>
                    <a:pt x="416183" y="1127079"/>
                  </a:lnTo>
                  <a:lnTo>
                    <a:pt x="417495" y="1129264"/>
                  </a:lnTo>
                  <a:lnTo>
                    <a:pt x="419023" y="1134120"/>
                  </a:lnTo>
                  <a:lnTo>
                    <a:pt x="422437" y="1136634"/>
                  </a:lnTo>
                  <a:lnTo>
                    <a:pt x="424680" y="1140662"/>
                  </a:lnTo>
                  <a:lnTo>
                    <a:pt x="426394" y="1141290"/>
                  </a:lnTo>
                  <a:lnTo>
                    <a:pt x="428336" y="1142704"/>
                  </a:lnTo>
                  <a:lnTo>
                    <a:pt x="431207" y="1143104"/>
                  </a:lnTo>
                  <a:lnTo>
                    <a:pt x="434793" y="1141504"/>
                  </a:lnTo>
                  <a:lnTo>
                    <a:pt x="437621" y="1139561"/>
                  </a:lnTo>
                  <a:lnTo>
                    <a:pt x="444862" y="1137890"/>
                  </a:lnTo>
                  <a:lnTo>
                    <a:pt x="447376" y="1138047"/>
                  </a:lnTo>
                  <a:lnTo>
                    <a:pt x="450418" y="1139203"/>
                  </a:lnTo>
                  <a:lnTo>
                    <a:pt x="451490" y="1140260"/>
                  </a:lnTo>
                  <a:lnTo>
                    <a:pt x="456560" y="1140927"/>
                  </a:lnTo>
                  <a:lnTo>
                    <a:pt x="460813" y="1139619"/>
                  </a:lnTo>
                  <a:lnTo>
                    <a:pt x="461398" y="1137510"/>
                  </a:lnTo>
                  <a:lnTo>
                    <a:pt x="461942" y="1136632"/>
                  </a:lnTo>
                  <a:lnTo>
                    <a:pt x="466837" y="1134072"/>
                  </a:lnTo>
                  <a:lnTo>
                    <a:pt x="470323" y="1128370"/>
                  </a:lnTo>
                  <a:lnTo>
                    <a:pt x="469545" y="1126955"/>
                  </a:lnTo>
                  <a:lnTo>
                    <a:pt x="465818" y="1123036"/>
                  </a:lnTo>
                  <a:lnTo>
                    <a:pt x="465442" y="1122241"/>
                  </a:lnTo>
                  <a:lnTo>
                    <a:pt x="465344" y="1120836"/>
                  </a:lnTo>
                  <a:lnTo>
                    <a:pt x="465842" y="1119448"/>
                  </a:lnTo>
                  <a:lnTo>
                    <a:pt x="466484" y="1118700"/>
                  </a:lnTo>
                  <a:lnTo>
                    <a:pt x="466908" y="1118642"/>
                  </a:lnTo>
                  <a:lnTo>
                    <a:pt x="467303" y="1118115"/>
                  </a:lnTo>
                  <a:lnTo>
                    <a:pt x="467975" y="1117788"/>
                  </a:lnTo>
                  <a:lnTo>
                    <a:pt x="468031" y="1116475"/>
                  </a:lnTo>
                  <a:lnTo>
                    <a:pt x="467349" y="1115364"/>
                  </a:lnTo>
                  <a:lnTo>
                    <a:pt x="467448" y="1113705"/>
                  </a:lnTo>
                  <a:lnTo>
                    <a:pt x="466704" y="1113424"/>
                  </a:lnTo>
                  <a:lnTo>
                    <a:pt x="465263" y="1113163"/>
                  </a:lnTo>
                  <a:lnTo>
                    <a:pt x="461784" y="1111612"/>
                  </a:lnTo>
                  <a:lnTo>
                    <a:pt x="459858" y="1110044"/>
                  </a:lnTo>
                  <a:lnTo>
                    <a:pt x="456856" y="1109730"/>
                  </a:lnTo>
                  <a:lnTo>
                    <a:pt x="456192" y="1108913"/>
                  </a:lnTo>
                  <a:lnTo>
                    <a:pt x="453929" y="1107782"/>
                  </a:lnTo>
                  <a:lnTo>
                    <a:pt x="449883" y="1107108"/>
                  </a:lnTo>
                  <a:lnTo>
                    <a:pt x="448905" y="1106568"/>
                  </a:lnTo>
                  <a:lnTo>
                    <a:pt x="445880" y="1103797"/>
                  </a:lnTo>
                  <a:lnTo>
                    <a:pt x="444363" y="1102936"/>
                  </a:lnTo>
                  <a:lnTo>
                    <a:pt x="441731" y="1102040"/>
                  </a:lnTo>
                  <a:lnTo>
                    <a:pt x="440361" y="1100741"/>
                  </a:lnTo>
                  <a:lnTo>
                    <a:pt x="439509" y="1100460"/>
                  </a:lnTo>
                  <a:lnTo>
                    <a:pt x="438165" y="1098779"/>
                  </a:lnTo>
                  <a:lnTo>
                    <a:pt x="437531" y="1097532"/>
                  </a:lnTo>
                  <a:lnTo>
                    <a:pt x="437200" y="1095924"/>
                  </a:lnTo>
                  <a:lnTo>
                    <a:pt x="436590" y="1095324"/>
                  </a:lnTo>
                  <a:lnTo>
                    <a:pt x="435195" y="1092598"/>
                  </a:lnTo>
                  <a:lnTo>
                    <a:pt x="434061" y="1091693"/>
                  </a:lnTo>
                  <a:lnTo>
                    <a:pt x="433918" y="1090334"/>
                  </a:lnTo>
                  <a:lnTo>
                    <a:pt x="433450" y="1090058"/>
                  </a:lnTo>
                  <a:lnTo>
                    <a:pt x="433113" y="1089211"/>
                  </a:lnTo>
                  <a:lnTo>
                    <a:pt x="432039" y="1088477"/>
                  </a:lnTo>
                  <a:lnTo>
                    <a:pt x="431217" y="1086494"/>
                  </a:lnTo>
                  <a:lnTo>
                    <a:pt x="431346" y="1086322"/>
                  </a:lnTo>
                  <a:lnTo>
                    <a:pt x="430611" y="1086425"/>
                  </a:lnTo>
                  <a:lnTo>
                    <a:pt x="429263" y="1085027"/>
                  </a:lnTo>
                  <a:lnTo>
                    <a:pt x="428448" y="1083543"/>
                  </a:lnTo>
                  <a:lnTo>
                    <a:pt x="426645" y="1082713"/>
                  </a:lnTo>
                  <a:lnTo>
                    <a:pt x="426075" y="1081689"/>
                  </a:lnTo>
                  <a:lnTo>
                    <a:pt x="422377" y="1078648"/>
                  </a:lnTo>
                  <a:lnTo>
                    <a:pt x="418666" y="1076529"/>
                  </a:lnTo>
                  <a:lnTo>
                    <a:pt x="413664" y="1074780"/>
                  </a:lnTo>
                  <a:lnTo>
                    <a:pt x="412066" y="1075512"/>
                  </a:lnTo>
                  <a:lnTo>
                    <a:pt x="409731" y="1073181"/>
                  </a:lnTo>
                  <a:lnTo>
                    <a:pt x="406964" y="1072139"/>
                  </a:lnTo>
                  <a:lnTo>
                    <a:pt x="406722" y="1071731"/>
                  </a:lnTo>
                  <a:lnTo>
                    <a:pt x="404588" y="1070707"/>
                  </a:lnTo>
                  <a:lnTo>
                    <a:pt x="402659" y="1071268"/>
                  </a:lnTo>
                  <a:lnTo>
                    <a:pt x="399038" y="1070701"/>
                  </a:lnTo>
                  <a:lnTo>
                    <a:pt x="397528" y="1069440"/>
                  </a:lnTo>
                  <a:lnTo>
                    <a:pt x="395177" y="1068368"/>
                  </a:lnTo>
                  <a:lnTo>
                    <a:pt x="390632" y="1067134"/>
                  </a:lnTo>
                  <a:lnTo>
                    <a:pt x="388721" y="1066870"/>
                  </a:lnTo>
                  <a:lnTo>
                    <a:pt x="387013" y="1067196"/>
                  </a:lnTo>
                  <a:lnTo>
                    <a:pt x="385958" y="1068641"/>
                  </a:lnTo>
                  <a:lnTo>
                    <a:pt x="384414" y="1069723"/>
                  </a:lnTo>
                  <a:lnTo>
                    <a:pt x="383909" y="1069045"/>
                  </a:lnTo>
                  <a:lnTo>
                    <a:pt x="384071" y="1067344"/>
                  </a:lnTo>
                  <a:lnTo>
                    <a:pt x="384503" y="1066662"/>
                  </a:lnTo>
                  <a:lnTo>
                    <a:pt x="384483" y="1062907"/>
                  </a:lnTo>
                  <a:lnTo>
                    <a:pt x="383521" y="1062178"/>
                  </a:lnTo>
                  <a:lnTo>
                    <a:pt x="383018" y="1060680"/>
                  </a:lnTo>
                  <a:lnTo>
                    <a:pt x="382773" y="1058947"/>
                  </a:lnTo>
                  <a:lnTo>
                    <a:pt x="382968" y="1056959"/>
                  </a:lnTo>
                  <a:lnTo>
                    <a:pt x="382427" y="1054614"/>
                  </a:lnTo>
                  <a:lnTo>
                    <a:pt x="381387" y="1053667"/>
                  </a:lnTo>
                  <a:lnTo>
                    <a:pt x="381315" y="1053341"/>
                  </a:lnTo>
                  <a:lnTo>
                    <a:pt x="381111" y="1053397"/>
                  </a:lnTo>
                  <a:lnTo>
                    <a:pt x="380490" y="1052771"/>
                  </a:lnTo>
                  <a:lnTo>
                    <a:pt x="379544" y="1052474"/>
                  </a:lnTo>
                  <a:lnTo>
                    <a:pt x="378805" y="1051317"/>
                  </a:lnTo>
                  <a:lnTo>
                    <a:pt x="378539" y="1050448"/>
                  </a:lnTo>
                  <a:lnTo>
                    <a:pt x="375227" y="1045232"/>
                  </a:lnTo>
                  <a:lnTo>
                    <a:pt x="375021" y="1046715"/>
                  </a:lnTo>
                  <a:lnTo>
                    <a:pt x="374641" y="1047732"/>
                  </a:lnTo>
                  <a:lnTo>
                    <a:pt x="374346" y="1047929"/>
                  </a:lnTo>
                  <a:lnTo>
                    <a:pt x="373587" y="1048243"/>
                  </a:lnTo>
                  <a:lnTo>
                    <a:pt x="371572" y="1047820"/>
                  </a:lnTo>
                  <a:lnTo>
                    <a:pt x="370236" y="1048219"/>
                  </a:lnTo>
                  <a:lnTo>
                    <a:pt x="369361" y="1047743"/>
                  </a:lnTo>
                  <a:lnTo>
                    <a:pt x="368959" y="1047213"/>
                  </a:lnTo>
                  <a:lnTo>
                    <a:pt x="367991" y="1047292"/>
                  </a:lnTo>
                  <a:lnTo>
                    <a:pt x="367910" y="1047624"/>
                  </a:lnTo>
                  <a:lnTo>
                    <a:pt x="367612" y="1047756"/>
                  </a:lnTo>
                  <a:lnTo>
                    <a:pt x="366330" y="1047916"/>
                  </a:lnTo>
                  <a:lnTo>
                    <a:pt x="365709" y="1048220"/>
                  </a:lnTo>
                  <a:lnTo>
                    <a:pt x="365351" y="1048890"/>
                  </a:lnTo>
                  <a:lnTo>
                    <a:pt x="365104" y="1048902"/>
                  </a:lnTo>
                  <a:lnTo>
                    <a:pt x="365061" y="1049846"/>
                  </a:lnTo>
                  <a:lnTo>
                    <a:pt x="364471" y="1050109"/>
                  </a:lnTo>
                  <a:lnTo>
                    <a:pt x="364095" y="1049964"/>
                  </a:lnTo>
                  <a:lnTo>
                    <a:pt x="361668" y="1047058"/>
                  </a:lnTo>
                  <a:lnTo>
                    <a:pt x="361053" y="1046861"/>
                  </a:lnTo>
                  <a:lnTo>
                    <a:pt x="359290" y="1045613"/>
                  </a:lnTo>
                  <a:lnTo>
                    <a:pt x="360304" y="1044463"/>
                  </a:lnTo>
                  <a:lnTo>
                    <a:pt x="361227" y="1044358"/>
                  </a:lnTo>
                  <a:lnTo>
                    <a:pt x="361688" y="1043699"/>
                  </a:lnTo>
                  <a:lnTo>
                    <a:pt x="361868" y="1042968"/>
                  </a:lnTo>
                  <a:lnTo>
                    <a:pt x="361454" y="1042776"/>
                  </a:lnTo>
                  <a:lnTo>
                    <a:pt x="361814" y="1041807"/>
                  </a:lnTo>
                  <a:lnTo>
                    <a:pt x="361849" y="1040221"/>
                  </a:lnTo>
                  <a:lnTo>
                    <a:pt x="362675" y="1037015"/>
                  </a:lnTo>
                  <a:lnTo>
                    <a:pt x="363391" y="1036513"/>
                  </a:lnTo>
                  <a:lnTo>
                    <a:pt x="364029" y="1036367"/>
                  </a:lnTo>
                  <a:lnTo>
                    <a:pt x="365261" y="1036504"/>
                  </a:lnTo>
                  <a:lnTo>
                    <a:pt x="366929" y="1036202"/>
                  </a:lnTo>
                  <a:lnTo>
                    <a:pt x="367895" y="1032810"/>
                  </a:lnTo>
                  <a:lnTo>
                    <a:pt x="368947" y="1032213"/>
                  </a:lnTo>
                  <a:lnTo>
                    <a:pt x="368893" y="1030810"/>
                  </a:lnTo>
                  <a:lnTo>
                    <a:pt x="367662" y="1029995"/>
                  </a:lnTo>
                  <a:lnTo>
                    <a:pt x="367014" y="1028997"/>
                  </a:lnTo>
                  <a:lnTo>
                    <a:pt x="366472" y="1028574"/>
                  </a:lnTo>
                  <a:lnTo>
                    <a:pt x="365993" y="1028231"/>
                  </a:lnTo>
                  <a:lnTo>
                    <a:pt x="365500" y="1028288"/>
                  </a:lnTo>
                  <a:lnTo>
                    <a:pt x="363414" y="1026708"/>
                  </a:lnTo>
                  <a:lnTo>
                    <a:pt x="362518" y="1026527"/>
                  </a:lnTo>
                  <a:lnTo>
                    <a:pt x="361488" y="1025969"/>
                  </a:lnTo>
                  <a:lnTo>
                    <a:pt x="359717" y="1025618"/>
                  </a:lnTo>
                  <a:lnTo>
                    <a:pt x="359071" y="1024636"/>
                  </a:lnTo>
                  <a:lnTo>
                    <a:pt x="356544" y="1023231"/>
                  </a:lnTo>
                  <a:lnTo>
                    <a:pt x="354349" y="1021674"/>
                  </a:lnTo>
                  <a:lnTo>
                    <a:pt x="353244" y="1020619"/>
                  </a:lnTo>
                  <a:lnTo>
                    <a:pt x="352480" y="1019510"/>
                  </a:lnTo>
                  <a:lnTo>
                    <a:pt x="351911" y="1019474"/>
                  </a:lnTo>
                  <a:lnTo>
                    <a:pt x="351225" y="1018854"/>
                  </a:lnTo>
                  <a:lnTo>
                    <a:pt x="351011" y="1018076"/>
                  </a:lnTo>
                  <a:lnTo>
                    <a:pt x="348866" y="1017413"/>
                  </a:lnTo>
                  <a:lnTo>
                    <a:pt x="346372" y="1015824"/>
                  </a:lnTo>
                  <a:lnTo>
                    <a:pt x="345025" y="1014329"/>
                  </a:lnTo>
                  <a:lnTo>
                    <a:pt x="343885" y="1012123"/>
                  </a:lnTo>
                  <a:lnTo>
                    <a:pt x="341008" y="1009597"/>
                  </a:lnTo>
                  <a:lnTo>
                    <a:pt x="339235" y="1007570"/>
                  </a:lnTo>
                  <a:lnTo>
                    <a:pt x="338876" y="1006171"/>
                  </a:lnTo>
                  <a:lnTo>
                    <a:pt x="337565" y="1004343"/>
                  </a:lnTo>
                  <a:lnTo>
                    <a:pt x="337206" y="1003094"/>
                  </a:lnTo>
                  <a:lnTo>
                    <a:pt x="336117" y="1003037"/>
                  </a:lnTo>
                  <a:lnTo>
                    <a:pt x="335261" y="1002602"/>
                  </a:lnTo>
                  <a:lnTo>
                    <a:pt x="334963" y="1002070"/>
                  </a:lnTo>
                  <a:lnTo>
                    <a:pt x="333643" y="1001329"/>
                  </a:lnTo>
                  <a:lnTo>
                    <a:pt x="331864" y="999688"/>
                  </a:lnTo>
                  <a:lnTo>
                    <a:pt x="328734" y="998286"/>
                  </a:lnTo>
                  <a:lnTo>
                    <a:pt x="327694" y="996684"/>
                  </a:lnTo>
                  <a:lnTo>
                    <a:pt x="327739" y="996089"/>
                  </a:lnTo>
                  <a:lnTo>
                    <a:pt x="328532" y="995625"/>
                  </a:lnTo>
                  <a:lnTo>
                    <a:pt x="327366" y="994046"/>
                  </a:lnTo>
                  <a:lnTo>
                    <a:pt x="327005" y="992973"/>
                  </a:lnTo>
                  <a:lnTo>
                    <a:pt x="327013" y="991108"/>
                  </a:lnTo>
                  <a:lnTo>
                    <a:pt x="323182" y="986438"/>
                  </a:lnTo>
                  <a:lnTo>
                    <a:pt x="321312" y="984866"/>
                  </a:lnTo>
                  <a:lnTo>
                    <a:pt x="320391" y="983674"/>
                  </a:lnTo>
                  <a:lnTo>
                    <a:pt x="318591" y="982095"/>
                  </a:lnTo>
                  <a:lnTo>
                    <a:pt x="316816" y="981668"/>
                  </a:lnTo>
                  <a:lnTo>
                    <a:pt x="314872" y="981782"/>
                  </a:lnTo>
                  <a:lnTo>
                    <a:pt x="313234" y="980237"/>
                  </a:lnTo>
                  <a:lnTo>
                    <a:pt x="312295" y="978737"/>
                  </a:lnTo>
                  <a:lnTo>
                    <a:pt x="310957" y="975060"/>
                  </a:lnTo>
                  <a:lnTo>
                    <a:pt x="311318" y="973836"/>
                  </a:lnTo>
                  <a:lnTo>
                    <a:pt x="313012" y="972905"/>
                  </a:lnTo>
                  <a:lnTo>
                    <a:pt x="313165" y="971183"/>
                  </a:lnTo>
                  <a:lnTo>
                    <a:pt x="314032" y="970640"/>
                  </a:lnTo>
                  <a:lnTo>
                    <a:pt x="320061" y="968946"/>
                  </a:lnTo>
                  <a:lnTo>
                    <a:pt x="320569" y="967121"/>
                  </a:lnTo>
                  <a:lnTo>
                    <a:pt x="321284" y="966584"/>
                  </a:lnTo>
                  <a:lnTo>
                    <a:pt x="321819" y="965452"/>
                  </a:lnTo>
                  <a:lnTo>
                    <a:pt x="323416" y="964634"/>
                  </a:lnTo>
                  <a:lnTo>
                    <a:pt x="324662" y="963011"/>
                  </a:lnTo>
                  <a:lnTo>
                    <a:pt x="325984" y="962314"/>
                  </a:lnTo>
                  <a:lnTo>
                    <a:pt x="327463" y="961938"/>
                  </a:lnTo>
                  <a:lnTo>
                    <a:pt x="328638" y="958985"/>
                  </a:lnTo>
                  <a:lnTo>
                    <a:pt x="330440" y="957563"/>
                  </a:lnTo>
                  <a:lnTo>
                    <a:pt x="330765" y="955355"/>
                  </a:lnTo>
                  <a:lnTo>
                    <a:pt x="330418" y="953622"/>
                  </a:lnTo>
                  <a:lnTo>
                    <a:pt x="329983" y="952893"/>
                  </a:lnTo>
                  <a:lnTo>
                    <a:pt x="330138" y="950934"/>
                  </a:lnTo>
                  <a:lnTo>
                    <a:pt x="329190" y="947722"/>
                  </a:lnTo>
                  <a:lnTo>
                    <a:pt x="328350" y="946605"/>
                  </a:lnTo>
                  <a:lnTo>
                    <a:pt x="328023" y="945450"/>
                  </a:lnTo>
                  <a:lnTo>
                    <a:pt x="327492" y="944745"/>
                  </a:lnTo>
                  <a:lnTo>
                    <a:pt x="326053" y="939926"/>
                  </a:lnTo>
                  <a:lnTo>
                    <a:pt x="324080" y="936929"/>
                  </a:lnTo>
                  <a:lnTo>
                    <a:pt x="319768" y="935822"/>
                  </a:lnTo>
                  <a:lnTo>
                    <a:pt x="315530" y="933637"/>
                  </a:lnTo>
                  <a:lnTo>
                    <a:pt x="312436" y="932507"/>
                  </a:lnTo>
                  <a:lnTo>
                    <a:pt x="311717" y="931232"/>
                  </a:lnTo>
                  <a:lnTo>
                    <a:pt x="310855" y="930507"/>
                  </a:lnTo>
                  <a:lnTo>
                    <a:pt x="307988" y="928983"/>
                  </a:lnTo>
                  <a:lnTo>
                    <a:pt x="307301" y="927788"/>
                  </a:lnTo>
                  <a:lnTo>
                    <a:pt x="305580" y="926931"/>
                  </a:lnTo>
                  <a:lnTo>
                    <a:pt x="304850" y="925910"/>
                  </a:lnTo>
                  <a:lnTo>
                    <a:pt x="303031" y="925881"/>
                  </a:lnTo>
                  <a:lnTo>
                    <a:pt x="300226" y="925104"/>
                  </a:lnTo>
                  <a:lnTo>
                    <a:pt x="299421" y="923934"/>
                  </a:lnTo>
                  <a:lnTo>
                    <a:pt x="298274" y="922939"/>
                  </a:lnTo>
                  <a:lnTo>
                    <a:pt x="295754" y="921966"/>
                  </a:lnTo>
                  <a:lnTo>
                    <a:pt x="294132" y="922070"/>
                  </a:lnTo>
                  <a:lnTo>
                    <a:pt x="292574" y="921711"/>
                  </a:lnTo>
                  <a:lnTo>
                    <a:pt x="290958" y="920796"/>
                  </a:lnTo>
                  <a:lnTo>
                    <a:pt x="289659" y="919585"/>
                  </a:lnTo>
                  <a:lnTo>
                    <a:pt x="286177" y="918314"/>
                  </a:lnTo>
                  <a:lnTo>
                    <a:pt x="285241" y="917559"/>
                  </a:lnTo>
                  <a:lnTo>
                    <a:pt x="283785" y="917375"/>
                  </a:lnTo>
                  <a:lnTo>
                    <a:pt x="282050" y="916645"/>
                  </a:lnTo>
                  <a:lnTo>
                    <a:pt x="281334" y="914518"/>
                  </a:lnTo>
                  <a:lnTo>
                    <a:pt x="280204" y="912431"/>
                  </a:lnTo>
                  <a:lnTo>
                    <a:pt x="279546" y="911644"/>
                  </a:lnTo>
                  <a:lnTo>
                    <a:pt x="280480" y="910240"/>
                  </a:lnTo>
                  <a:lnTo>
                    <a:pt x="281644" y="906651"/>
                  </a:lnTo>
                  <a:lnTo>
                    <a:pt x="285896" y="905173"/>
                  </a:lnTo>
                  <a:lnTo>
                    <a:pt x="284626" y="902360"/>
                  </a:lnTo>
                  <a:lnTo>
                    <a:pt x="281678" y="898894"/>
                  </a:lnTo>
                  <a:lnTo>
                    <a:pt x="281826" y="898049"/>
                  </a:lnTo>
                  <a:lnTo>
                    <a:pt x="282657" y="897545"/>
                  </a:lnTo>
                  <a:lnTo>
                    <a:pt x="284964" y="893313"/>
                  </a:lnTo>
                  <a:lnTo>
                    <a:pt x="285691" y="891248"/>
                  </a:lnTo>
                  <a:lnTo>
                    <a:pt x="284796" y="889262"/>
                  </a:lnTo>
                  <a:lnTo>
                    <a:pt x="282691" y="886994"/>
                  </a:lnTo>
                  <a:lnTo>
                    <a:pt x="281815" y="884913"/>
                  </a:lnTo>
                  <a:lnTo>
                    <a:pt x="281136" y="879833"/>
                  </a:lnTo>
                  <a:lnTo>
                    <a:pt x="282165" y="877270"/>
                  </a:lnTo>
                  <a:lnTo>
                    <a:pt x="283650" y="875041"/>
                  </a:lnTo>
                  <a:lnTo>
                    <a:pt x="281320" y="873534"/>
                  </a:lnTo>
                  <a:lnTo>
                    <a:pt x="275856" y="871557"/>
                  </a:lnTo>
                  <a:lnTo>
                    <a:pt x="274794" y="870348"/>
                  </a:lnTo>
                  <a:lnTo>
                    <a:pt x="272446" y="871533"/>
                  </a:lnTo>
                  <a:lnTo>
                    <a:pt x="269956" y="873211"/>
                  </a:lnTo>
                  <a:lnTo>
                    <a:pt x="266917" y="873842"/>
                  </a:lnTo>
                  <a:lnTo>
                    <a:pt x="266745" y="874136"/>
                  </a:lnTo>
                  <a:lnTo>
                    <a:pt x="265285" y="874807"/>
                  </a:lnTo>
                  <a:lnTo>
                    <a:pt x="263920" y="874893"/>
                  </a:lnTo>
                  <a:lnTo>
                    <a:pt x="261175" y="875960"/>
                  </a:lnTo>
                  <a:lnTo>
                    <a:pt x="259147" y="877871"/>
                  </a:lnTo>
                  <a:lnTo>
                    <a:pt x="259749" y="879831"/>
                  </a:lnTo>
                  <a:lnTo>
                    <a:pt x="259198" y="880513"/>
                  </a:lnTo>
                  <a:lnTo>
                    <a:pt x="258756" y="880417"/>
                  </a:lnTo>
                  <a:lnTo>
                    <a:pt x="258226" y="881189"/>
                  </a:lnTo>
                  <a:lnTo>
                    <a:pt x="257432" y="881658"/>
                  </a:lnTo>
                  <a:lnTo>
                    <a:pt x="256460" y="882745"/>
                  </a:lnTo>
                  <a:lnTo>
                    <a:pt x="253716" y="884453"/>
                  </a:lnTo>
                  <a:lnTo>
                    <a:pt x="252675" y="884302"/>
                  </a:lnTo>
                  <a:lnTo>
                    <a:pt x="252056" y="884541"/>
                  </a:lnTo>
                  <a:lnTo>
                    <a:pt x="249802" y="883958"/>
                  </a:lnTo>
                  <a:lnTo>
                    <a:pt x="248685" y="883226"/>
                  </a:lnTo>
                  <a:lnTo>
                    <a:pt x="247221" y="883125"/>
                  </a:lnTo>
                  <a:lnTo>
                    <a:pt x="246488" y="882300"/>
                  </a:lnTo>
                  <a:lnTo>
                    <a:pt x="244784" y="881921"/>
                  </a:lnTo>
                  <a:lnTo>
                    <a:pt x="243837" y="885593"/>
                  </a:lnTo>
                  <a:lnTo>
                    <a:pt x="244098" y="889925"/>
                  </a:lnTo>
                  <a:lnTo>
                    <a:pt x="244682" y="890306"/>
                  </a:lnTo>
                  <a:lnTo>
                    <a:pt x="246805" y="893954"/>
                  </a:lnTo>
                  <a:lnTo>
                    <a:pt x="245583" y="895344"/>
                  </a:lnTo>
                  <a:lnTo>
                    <a:pt x="243996" y="896465"/>
                  </a:lnTo>
                  <a:lnTo>
                    <a:pt x="241554" y="899587"/>
                  </a:lnTo>
                  <a:lnTo>
                    <a:pt x="240547" y="901719"/>
                  </a:lnTo>
                  <a:lnTo>
                    <a:pt x="239812" y="902488"/>
                  </a:lnTo>
                  <a:lnTo>
                    <a:pt x="239074" y="903822"/>
                  </a:lnTo>
                  <a:lnTo>
                    <a:pt x="238222" y="904336"/>
                  </a:lnTo>
                  <a:lnTo>
                    <a:pt x="237247" y="904320"/>
                  </a:lnTo>
                  <a:lnTo>
                    <a:pt x="232554" y="905766"/>
                  </a:lnTo>
                  <a:lnTo>
                    <a:pt x="229441" y="909356"/>
                  </a:lnTo>
                  <a:lnTo>
                    <a:pt x="222739" y="911983"/>
                  </a:lnTo>
                  <a:lnTo>
                    <a:pt x="220879" y="913113"/>
                  </a:lnTo>
                  <a:lnTo>
                    <a:pt x="213981" y="918219"/>
                  </a:lnTo>
                  <a:lnTo>
                    <a:pt x="206257" y="907516"/>
                  </a:lnTo>
                  <a:lnTo>
                    <a:pt x="203858" y="902796"/>
                  </a:lnTo>
                  <a:lnTo>
                    <a:pt x="199918" y="899963"/>
                  </a:lnTo>
                  <a:lnTo>
                    <a:pt x="190291" y="899224"/>
                  </a:lnTo>
                  <a:lnTo>
                    <a:pt x="182796" y="900267"/>
                  </a:lnTo>
                  <a:lnTo>
                    <a:pt x="180302" y="901391"/>
                  </a:lnTo>
                  <a:lnTo>
                    <a:pt x="178079" y="900997"/>
                  </a:lnTo>
                  <a:lnTo>
                    <a:pt x="177438" y="900295"/>
                  </a:lnTo>
                  <a:lnTo>
                    <a:pt x="175714" y="899378"/>
                  </a:lnTo>
                  <a:lnTo>
                    <a:pt x="171237" y="901969"/>
                  </a:lnTo>
                  <a:lnTo>
                    <a:pt x="169651" y="903348"/>
                  </a:lnTo>
                  <a:lnTo>
                    <a:pt x="169802" y="905068"/>
                  </a:lnTo>
                  <a:lnTo>
                    <a:pt x="169231" y="906503"/>
                  </a:lnTo>
                  <a:lnTo>
                    <a:pt x="166693" y="908571"/>
                  </a:lnTo>
                  <a:lnTo>
                    <a:pt x="165052" y="909423"/>
                  </a:lnTo>
                  <a:lnTo>
                    <a:pt x="163388" y="912264"/>
                  </a:lnTo>
                  <a:lnTo>
                    <a:pt x="163047" y="915201"/>
                  </a:lnTo>
                  <a:lnTo>
                    <a:pt x="161961" y="918081"/>
                  </a:lnTo>
                  <a:lnTo>
                    <a:pt x="161507" y="921406"/>
                  </a:lnTo>
                  <a:lnTo>
                    <a:pt x="161309" y="929239"/>
                  </a:lnTo>
                  <a:lnTo>
                    <a:pt x="157264" y="928928"/>
                  </a:lnTo>
                  <a:lnTo>
                    <a:pt x="156728" y="929253"/>
                  </a:lnTo>
                  <a:lnTo>
                    <a:pt x="154665" y="928804"/>
                  </a:lnTo>
                  <a:lnTo>
                    <a:pt x="150677" y="927305"/>
                  </a:lnTo>
                  <a:lnTo>
                    <a:pt x="146742" y="927943"/>
                  </a:lnTo>
                  <a:lnTo>
                    <a:pt x="145795" y="928299"/>
                  </a:lnTo>
                  <a:lnTo>
                    <a:pt x="143962" y="928393"/>
                  </a:lnTo>
                  <a:lnTo>
                    <a:pt x="144100" y="927919"/>
                  </a:lnTo>
                  <a:lnTo>
                    <a:pt x="143478" y="923464"/>
                  </a:lnTo>
                  <a:lnTo>
                    <a:pt x="143697" y="920477"/>
                  </a:lnTo>
                  <a:lnTo>
                    <a:pt x="137922" y="916938"/>
                  </a:lnTo>
                  <a:lnTo>
                    <a:pt x="137428" y="916133"/>
                  </a:lnTo>
                  <a:lnTo>
                    <a:pt x="129482" y="914315"/>
                  </a:lnTo>
                  <a:lnTo>
                    <a:pt x="126484" y="911816"/>
                  </a:lnTo>
                  <a:lnTo>
                    <a:pt x="123750" y="907391"/>
                  </a:lnTo>
                  <a:lnTo>
                    <a:pt x="122635" y="906147"/>
                  </a:lnTo>
                  <a:lnTo>
                    <a:pt x="121176" y="905472"/>
                  </a:lnTo>
                  <a:lnTo>
                    <a:pt x="115026" y="909692"/>
                  </a:lnTo>
                  <a:lnTo>
                    <a:pt x="106660" y="907605"/>
                  </a:lnTo>
                  <a:lnTo>
                    <a:pt x="104535" y="906031"/>
                  </a:lnTo>
                  <a:lnTo>
                    <a:pt x="102649" y="905875"/>
                  </a:lnTo>
                  <a:lnTo>
                    <a:pt x="100418" y="904754"/>
                  </a:lnTo>
                  <a:lnTo>
                    <a:pt x="98272" y="902454"/>
                  </a:lnTo>
                  <a:lnTo>
                    <a:pt x="95879" y="902256"/>
                  </a:lnTo>
                  <a:lnTo>
                    <a:pt x="92915" y="903991"/>
                  </a:lnTo>
                  <a:lnTo>
                    <a:pt x="91780" y="903820"/>
                  </a:lnTo>
                  <a:lnTo>
                    <a:pt x="88506" y="904707"/>
                  </a:lnTo>
                  <a:lnTo>
                    <a:pt x="86553" y="905848"/>
                  </a:lnTo>
                  <a:lnTo>
                    <a:pt x="85361" y="906338"/>
                  </a:lnTo>
                  <a:lnTo>
                    <a:pt x="82074" y="905565"/>
                  </a:lnTo>
                  <a:lnTo>
                    <a:pt x="80044" y="906842"/>
                  </a:lnTo>
                  <a:lnTo>
                    <a:pt x="76315" y="906493"/>
                  </a:lnTo>
                  <a:lnTo>
                    <a:pt x="74298" y="906597"/>
                  </a:lnTo>
                  <a:lnTo>
                    <a:pt x="65758" y="898227"/>
                  </a:lnTo>
                  <a:lnTo>
                    <a:pt x="64843" y="895747"/>
                  </a:lnTo>
                  <a:lnTo>
                    <a:pt x="64764" y="894519"/>
                  </a:lnTo>
                  <a:lnTo>
                    <a:pt x="64094" y="892877"/>
                  </a:lnTo>
                  <a:lnTo>
                    <a:pt x="64019" y="892136"/>
                  </a:lnTo>
                  <a:lnTo>
                    <a:pt x="62992" y="892451"/>
                  </a:lnTo>
                  <a:lnTo>
                    <a:pt x="61030" y="892144"/>
                  </a:lnTo>
                  <a:lnTo>
                    <a:pt x="56451" y="891995"/>
                  </a:lnTo>
                  <a:lnTo>
                    <a:pt x="54804" y="891747"/>
                  </a:lnTo>
                  <a:lnTo>
                    <a:pt x="53557" y="891252"/>
                  </a:lnTo>
                  <a:lnTo>
                    <a:pt x="49520" y="892164"/>
                  </a:lnTo>
                  <a:lnTo>
                    <a:pt x="48828" y="891777"/>
                  </a:lnTo>
                  <a:lnTo>
                    <a:pt x="46773" y="889561"/>
                  </a:lnTo>
                  <a:lnTo>
                    <a:pt x="46539" y="888052"/>
                  </a:lnTo>
                  <a:lnTo>
                    <a:pt x="44379" y="885667"/>
                  </a:lnTo>
                  <a:lnTo>
                    <a:pt x="43087" y="883360"/>
                  </a:lnTo>
                  <a:lnTo>
                    <a:pt x="41727" y="882046"/>
                  </a:lnTo>
                  <a:lnTo>
                    <a:pt x="41206" y="879225"/>
                  </a:lnTo>
                  <a:lnTo>
                    <a:pt x="40303" y="877957"/>
                  </a:lnTo>
                  <a:lnTo>
                    <a:pt x="38554" y="877130"/>
                  </a:lnTo>
                  <a:lnTo>
                    <a:pt x="38582" y="876611"/>
                  </a:lnTo>
                  <a:lnTo>
                    <a:pt x="37943" y="876186"/>
                  </a:lnTo>
                  <a:lnTo>
                    <a:pt x="37709" y="875731"/>
                  </a:lnTo>
                  <a:lnTo>
                    <a:pt x="37881" y="875073"/>
                  </a:lnTo>
                  <a:lnTo>
                    <a:pt x="38470" y="874547"/>
                  </a:lnTo>
                  <a:lnTo>
                    <a:pt x="39668" y="872381"/>
                  </a:lnTo>
                  <a:lnTo>
                    <a:pt x="40448" y="871724"/>
                  </a:lnTo>
                  <a:lnTo>
                    <a:pt x="40752" y="870487"/>
                  </a:lnTo>
                  <a:lnTo>
                    <a:pt x="39898" y="868488"/>
                  </a:lnTo>
                  <a:lnTo>
                    <a:pt x="40122" y="866187"/>
                  </a:lnTo>
                  <a:lnTo>
                    <a:pt x="42547" y="863140"/>
                  </a:lnTo>
                  <a:lnTo>
                    <a:pt x="42109" y="856442"/>
                  </a:lnTo>
                  <a:lnTo>
                    <a:pt x="42137" y="852072"/>
                  </a:lnTo>
                  <a:lnTo>
                    <a:pt x="43168" y="848165"/>
                  </a:lnTo>
                  <a:lnTo>
                    <a:pt x="41922" y="847092"/>
                  </a:lnTo>
                  <a:lnTo>
                    <a:pt x="37337" y="846891"/>
                  </a:lnTo>
                  <a:lnTo>
                    <a:pt x="35561" y="845272"/>
                  </a:lnTo>
                  <a:lnTo>
                    <a:pt x="35257" y="841897"/>
                  </a:lnTo>
                  <a:lnTo>
                    <a:pt x="36056" y="840195"/>
                  </a:lnTo>
                  <a:lnTo>
                    <a:pt x="35168" y="837676"/>
                  </a:lnTo>
                  <a:lnTo>
                    <a:pt x="36322" y="836018"/>
                  </a:lnTo>
                  <a:lnTo>
                    <a:pt x="38307" y="830175"/>
                  </a:lnTo>
                  <a:lnTo>
                    <a:pt x="39177" y="827279"/>
                  </a:lnTo>
                  <a:lnTo>
                    <a:pt x="39413" y="825122"/>
                  </a:lnTo>
                  <a:lnTo>
                    <a:pt x="42433" y="821853"/>
                  </a:lnTo>
                  <a:lnTo>
                    <a:pt x="43812" y="818270"/>
                  </a:lnTo>
                  <a:lnTo>
                    <a:pt x="43746" y="817616"/>
                  </a:lnTo>
                  <a:lnTo>
                    <a:pt x="43071" y="816121"/>
                  </a:lnTo>
                  <a:lnTo>
                    <a:pt x="42578" y="815795"/>
                  </a:lnTo>
                  <a:lnTo>
                    <a:pt x="41244" y="813957"/>
                  </a:lnTo>
                  <a:lnTo>
                    <a:pt x="41184" y="811523"/>
                  </a:lnTo>
                  <a:lnTo>
                    <a:pt x="40662" y="809733"/>
                  </a:lnTo>
                  <a:lnTo>
                    <a:pt x="40551" y="806690"/>
                  </a:lnTo>
                  <a:lnTo>
                    <a:pt x="39319" y="805828"/>
                  </a:lnTo>
                  <a:lnTo>
                    <a:pt x="38390" y="804671"/>
                  </a:lnTo>
                  <a:lnTo>
                    <a:pt x="38037" y="803787"/>
                  </a:lnTo>
                  <a:lnTo>
                    <a:pt x="38102" y="802774"/>
                  </a:lnTo>
                  <a:lnTo>
                    <a:pt x="38404" y="802086"/>
                  </a:lnTo>
                  <a:lnTo>
                    <a:pt x="39617" y="800796"/>
                  </a:lnTo>
                  <a:lnTo>
                    <a:pt x="37308" y="796808"/>
                  </a:lnTo>
                  <a:lnTo>
                    <a:pt x="36367" y="794711"/>
                  </a:lnTo>
                  <a:lnTo>
                    <a:pt x="35604" y="791669"/>
                  </a:lnTo>
                  <a:lnTo>
                    <a:pt x="34471" y="789471"/>
                  </a:lnTo>
                  <a:lnTo>
                    <a:pt x="33853" y="786472"/>
                  </a:lnTo>
                  <a:lnTo>
                    <a:pt x="32951" y="784886"/>
                  </a:lnTo>
                  <a:lnTo>
                    <a:pt x="33140" y="784460"/>
                  </a:lnTo>
                  <a:lnTo>
                    <a:pt x="32962" y="783507"/>
                  </a:lnTo>
                  <a:lnTo>
                    <a:pt x="31338" y="781336"/>
                  </a:lnTo>
                  <a:lnTo>
                    <a:pt x="29206" y="779469"/>
                  </a:lnTo>
                  <a:lnTo>
                    <a:pt x="28870" y="776860"/>
                  </a:lnTo>
                  <a:lnTo>
                    <a:pt x="29128" y="775514"/>
                  </a:lnTo>
                  <a:lnTo>
                    <a:pt x="28661" y="774748"/>
                  </a:lnTo>
                  <a:lnTo>
                    <a:pt x="28692" y="773966"/>
                  </a:lnTo>
                  <a:lnTo>
                    <a:pt x="28402" y="773458"/>
                  </a:lnTo>
                  <a:lnTo>
                    <a:pt x="28538" y="771821"/>
                  </a:lnTo>
                  <a:lnTo>
                    <a:pt x="24328" y="768693"/>
                  </a:lnTo>
                  <a:lnTo>
                    <a:pt x="23963" y="761989"/>
                  </a:lnTo>
                  <a:lnTo>
                    <a:pt x="23008" y="759983"/>
                  </a:lnTo>
                  <a:lnTo>
                    <a:pt x="22145" y="758952"/>
                  </a:lnTo>
                  <a:lnTo>
                    <a:pt x="20860" y="756205"/>
                  </a:lnTo>
                  <a:lnTo>
                    <a:pt x="21501" y="753618"/>
                  </a:lnTo>
                  <a:lnTo>
                    <a:pt x="22543" y="750976"/>
                  </a:lnTo>
                  <a:lnTo>
                    <a:pt x="20546" y="747163"/>
                  </a:lnTo>
                  <a:lnTo>
                    <a:pt x="19821" y="744328"/>
                  </a:lnTo>
                  <a:lnTo>
                    <a:pt x="19832" y="743383"/>
                  </a:lnTo>
                  <a:lnTo>
                    <a:pt x="18886" y="740000"/>
                  </a:lnTo>
                  <a:lnTo>
                    <a:pt x="18876" y="738509"/>
                  </a:lnTo>
                  <a:lnTo>
                    <a:pt x="19615" y="735845"/>
                  </a:lnTo>
                  <a:lnTo>
                    <a:pt x="20058" y="735149"/>
                  </a:lnTo>
                  <a:lnTo>
                    <a:pt x="20022" y="734693"/>
                  </a:lnTo>
                  <a:lnTo>
                    <a:pt x="19037" y="732252"/>
                  </a:lnTo>
                  <a:lnTo>
                    <a:pt x="14270" y="727435"/>
                  </a:lnTo>
                  <a:lnTo>
                    <a:pt x="13366" y="725972"/>
                  </a:lnTo>
                  <a:lnTo>
                    <a:pt x="9784" y="717676"/>
                  </a:lnTo>
                  <a:lnTo>
                    <a:pt x="9617" y="717283"/>
                  </a:lnTo>
                  <a:lnTo>
                    <a:pt x="11585" y="705454"/>
                  </a:lnTo>
                  <a:lnTo>
                    <a:pt x="11500" y="704301"/>
                  </a:lnTo>
                  <a:lnTo>
                    <a:pt x="11459" y="703406"/>
                  </a:lnTo>
                  <a:lnTo>
                    <a:pt x="11182" y="702975"/>
                  </a:lnTo>
                  <a:lnTo>
                    <a:pt x="11549" y="702556"/>
                  </a:lnTo>
                  <a:lnTo>
                    <a:pt x="11466" y="700840"/>
                  </a:lnTo>
                  <a:lnTo>
                    <a:pt x="11756" y="699526"/>
                  </a:lnTo>
                  <a:lnTo>
                    <a:pt x="11407" y="698609"/>
                  </a:lnTo>
                  <a:lnTo>
                    <a:pt x="11401" y="697468"/>
                  </a:lnTo>
                  <a:lnTo>
                    <a:pt x="10168" y="697103"/>
                  </a:lnTo>
                  <a:lnTo>
                    <a:pt x="9085" y="696463"/>
                  </a:lnTo>
                  <a:lnTo>
                    <a:pt x="7716" y="694979"/>
                  </a:lnTo>
                  <a:lnTo>
                    <a:pt x="7468" y="693266"/>
                  </a:lnTo>
                  <a:lnTo>
                    <a:pt x="6470" y="690890"/>
                  </a:lnTo>
                  <a:lnTo>
                    <a:pt x="5916" y="690394"/>
                  </a:lnTo>
                  <a:lnTo>
                    <a:pt x="5858" y="689547"/>
                  </a:lnTo>
                  <a:lnTo>
                    <a:pt x="5369" y="688685"/>
                  </a:lnTo>
                  <a:lnTo>
                    <a:pt x="4901" y="688458"/>
                  </a:lnTo>
                  <a:lnTo>
                    <a:pt x="3680" y="689045"/>
                  </a:lnTo>
                  <a:lnTo>
                    <a:pt x="3173" y="688941"/>
                  </a:lnTo>
                  <a:lnTo>
                    <a:pt x="1327" y="686969"/>
                  </a:lnTo>
                  <a:lnTo>
                    <a:pt x="951" y="684900"/>
                  </a:lnTo>
                  <a:lnTo>
                    <a:pt x="1714" y="681241"/>
                  </a:lnTo>
                  <a:lnTo>
                    <a:pt x="1321" y="680243"/>
                  </a:lnTo>
                  <a:lnTo>
                    <a:pt x="1469" y="679132"/>
                  </a:lnTo>
                  <a:lnTo>
                    <a:pt x="1061" y="678787"/>
                  </a:lnTo>
                  <a:lnTo>
                    <a:pt x="857" y="678053"/>
                  </a:lnTo>
                  <a:lnTo>
                    <a:pt x="556" y="676687"/>
                  </a:lnTo>
                  <a:lnTo>
                    <a:pt x="785" y="675833"/>
                  </a:lnTo>
                  <a:lnTo>
                    <a:pt x="93" y="674956"/>
                  </a:lnTo>
                  <a:lnTo>
                    <a:pt x="0" y="674254"/>
                  </a:lnTo>
                  <a:lnTo>
                    <a:pt x="1296" y="673067"/>
                  </a:lnTo>
                  <a:lnTo>
                    <a:pt x="1998" y="671676"/>
                  </a:lnTo>
                  <a:lnTo>
                    <a:pt x="2758" y="671274"/>
                  </a:lnTo>
                  <a:lnTo>
                    <a:pt x="3380" y="670023"/>
                  </a:lnTo>
                  <a:lnTo>
                    <a:pt x="4575" y="669421"/>
                  </a:lnTo>
                  <a:lnTo>
                    <a:pt x="5218" y="668625"/>
                  </a:lnTo>
                  <a:lnTo>
                    <a:pt x="5249" y="667966"/>
                  </a:lnTo>
                  <a:lnTo>
                    <a:pt x="6602" y="667421"/>
                  </a:lnTo>
                  <a:lnTo>
                    <a:pt x="7231" y="666859"/>
                  </a:lnTo>
                  <a:lnTo>
                    <a:pt x="7109" y="666234"/>
                  </a:lnTo>
                  <a:lnTo>
                    <a:pt x="8103" y="665935"/>
                  </a:lnTo>
                  <a:lnTo>
                    <a:pt x="9638" y="665842"/>
                  </a:lnTo>
                  <a:lnTo>
                    <a:pt x="11365" y="663808"/>
                  </a:lnTo>
                  <a:lnTo>
                    <a:pt x="11255" y="662177"/>
                  </a:lnTo>
                  <a:lnTo>
                    <a:pt x="11661" y="661084"/>
                  </a:lnTo>
                  <a:lnTo>
                    <a:pt x="11387" y="660465"/>
                  </a:lnTo>
                  <a:lnTo>
                    <a:pt x="11384" y="659559"/>
                  </a:lnTo>
                  <a:lnTo>
                    <a:pt x="11940" y="659017"/>
                  </a:lnTo>
                  <a:lnTo>
                    <a:pt x="12467" y="657809"/>
                  </a:lnTo>
                  <a:lnTo>
                    <a:pt x="13097" y="656058"/>
                  </a:lnTo>
                  <a:lnTo>
                    <a:pt x="13122" y="654658"/>
                  </a:lnTo>
                  <a:lnTo>
                    <a:pt x="13761" y="652977"/>
                  </a:lnTo>
                  <a:lnTo>
                    <a:pt x="13363" y="652296"/>
                  </a:lnTo>
                  <a:lnTo>
                    <a:pt x="13640" y="651107"/>
                  </a:lnTo>
                  <a:lnTo>
                    <a:pt x="13323" y="649484"/>
                  </a:lnTo>
                  <a:lnTo>
                    <a:pt x="13872" y="648037"/>
                  </a:lnTo>
                  <a:lnTo>
                    <a:pt x="14053" y="646477"/>
                  </a:lnTo>
                  <a:lnTo>
                    <a:pt x="15560" y="645050"/>
                  </a:lnTo>
                  <a:lnTo>
                    <a:pt x="15600" y="644016"/>
                  </a:lnTo>
                  <a:lnTo>
                    <a:pt x="16389" y="643205"/>
                  </a:lnTo>
                  <a:lnTo>
                    <a:pt x="16287" y="640537"/>
                  </a:lnTo>
                  <a:lnTo>
                    <a:pt x="17178" y="640169"/>
                  </a:lnTo>
                  <a:lnTo>
                    <a:pt x="18597" y="638131"/>
                  </a:lnTo>
                  <a:lnTo>
                    <a:pt x="18764" y="637053"/>
                  </a:lnTo>
                  <a:lnTo>
                    <a:pt x="19745" y="636390"/>
                  </a:lnTo>
                  <a:lnTo>
                    <a:pt x="20591" y="635308"/>
                  </a:lnTo>
                  <a:lnTo>
                    <a:pt x="21789" y="632532"/>
                  </a:lnTo>
                  <a:lnTo>
                    <a:pt x="23125" y="631706"/>
                  </a:lnTo>
                  <a:lnTo>
                    <a:pt x="22864" y="630590"/>
                  </a:lnTo>
                  <a:lnTo>
                    <a:pt x="23284" y="629911"/>
                  </a:lnTo>
                  <a:lnTo>
                    <a:pt x="23168" y="627945"/>
                  </a:lnTo>
                  <a:lnTo>
                    <a:pt x="24236" y="625642"/>
                  </a:lnTo>
                  <a:lnTo>
                    <a:pt x="24310" y="623436"/>
                  </a:lnTo>
                  <a:lnTo>
                    <a:pt x="23961" y="621891"/>
                  </a:lnTo>
                  <a:lnTo>
                    <a:pt x="24027" y="621088"/>
                  </a:lnTo>
                  <a:lnTo>
                    <a:pt x="24702" y="620483"/>
                  </a:lnTo>
                  <a:lnTo>
                    <a:pt x="24743" y="620043"/>
                  </a:lnTo>
                  <a:lnTo>
                    <a:pt x="25680" y="618320"/>
                  </a:lnTo>
                  <a:lnTo>
                    <a:pt x="27090" y="617704"/>
                  </a:lnTo>
                  <a:lnTo>
                    <a:pt x="27740" y="617707"/>
                  </a:lnTo>
                  <a:lnTo>
                    <a:pt x="28216" y="617214"/>
                  </a:lnTo>
                  <a:lnTo>
                    <a:pt x="28452" y="616247"/>
                  </a:lnTo>
                  <a:lnTo>
                    <a:pt x="28182" y="615256"/>
                  </a:lnTo>
                  <a:lnTo>
                    <a:pt x="29001" y="614265"/>
                  </a:lnTo>
                  <a:lnTo>
                    <a:pt x="29140" y="613652"/>
                  </a:lnTo>
                  <a:lnTo>
                    <a:pt x="29616" y="613182"/>
                  </a:lnTo>
                  <a:lnTo>
                    <a:pt x="30517" y="611498"/>
                  </a:lnTo>
                  <a:lnTo>
                    <a:pt x="31398" y="610484"/>
                  </a:lnTo>
                  <a:lnTo>
                    <a:pt x="31394" y="609698"/>
                  </a:lnTo>
                  <a:lnTo>
                    <a:pt x="30504" y="608518"/>
                  </a:lnTo>
                  <a:lnTo>
                    <a:pt x="30492" y="604870"/>
                  </a:lnTo>
                  <a:lnTo>
                    <a:pt x="28771" y="601756"/>
                  </a:lnTo>
                  <a:lnTo>
                    <a:pt x="29834" y="600593"/>
                  </a:lnTo>
                  <a:lnTo>
                    <a:pt x="30530" y="597969"/>
                  </a:lnTo>
                  <a:lnTo>
                    <a:pt x="29630" y="593461"/>
                  </a:lnTo>
                  <a:lnTo>
                    <a:pt x="26559" y="595275"/>
                  </a:lnTo>
                  <a:lnTo>
                    <a:pt x="26614" y="594266"/>
                  </a:lnTo>
                  <a:lnTo>
                    <a:pt x="27023" y="593750"/>
                  </a:lnTo>
                  <a:lnTo>
                    <a:pt x="27104" y="593158"/>
                  </a:lnTo>
                  <a:lnTo>
                    <a:pt x="26651" y="591439"/>
                  </a:lnTo>
                  <a:lnTo>
                    <a:pt x="24709" y="590646"/>
                  </a:lnTo>
                  <a:lnTo>
                    <a:pt x="23778" y="587891"/>
                  </a:lnTo>
                  <a:lnTo>
                    <a:pt x="25708" y="589979"/>
                  </a:lnTo>
                  <a:lnTo>
                    <a:pt x="27397" y="590683"/>
                  </a:lnTo>
                  <a:lnTo>
                    <a:pt x="28107" y="590695"/>
                  </a:lnTo>
                  <a:lnTo>
                    <a:pt x="29444" y="589846"/>
                  </a:lnTo>
                  <a:lnTo>
                    <a:pt x="30289" y="589683"/>
                  </a:lnTo>
                  <a:lnTo>
                    <a:pt x="32520" y="588623"/>
                  </a:lnTo>
                  <a:lnTo>
                    <a:pt x="34225" y="587564"/>
                  </a:lnTo>
                  <a:lnTo>
                    <a:pt x="35122" y="586577"/>
                  </a:lnTo>
                  <a:lnTo>
                    <a:pt x="35777" y="587274"/>
                  </a:lnTo>
                  <a:lnTo>
                    <a:pt x="37790" y="588666"/>
                  </a:lnTo>
                  <a:lnTo>
                    <a:pt x="40712" y="589053"/>
                  </a:lnTo>
                  <a:lnTo>
                    <a:pt x="41935" y="588918"/>
                  </a:lnTo>
                  <a:lnTo>
                    <a:pt x="43542" y="588172"/>
                  </a:lnTo>
                  <a:lnTo>
                    <a:pt x="44108" y="587584"/>
                  </a:lnTo>
                  <a:lnTo>
                    <a:pt x="45331" y="587203"/>
                  </a:lnTo>
                  <a:lnTo>
                    <a:pt x="46413" y="587510"/>
                  </a:lnTo>
                  <a:lnTo>
                    <a:pt x="48632" y="587272"/>
                  </a:lnTo>
                  <a:lnTo>
                    <a:pt x="49932" y="587252"/>
                  </a:lnTo>
                  <a:lnTo>
                    <a:pt x="50722" y="587936"/>
                  </a:lnTo>
                  <a:lnTo>
                    <a:pt x="50762" y="588219"/>
                  </a:lnTo>
                  <a:lnTo>
                    <a:pt x="51156" y="588230"/>
                  </a:lnTo>
                  <a:lnTo>
                    <a:pt x="51807" y="588669"/>
                  </a:lnTo>
                  <a:lnTo>
                    <a:pt x="52512" y="589471"/>
                  </a:lnTo>
                  <a:lnTo>
                    <a:pt x="52763" y="590182"/>
                  </a:lnTo>
                  <a:lnTo>
                    <a:pt x="53352" y="589918"/>
                  </a:lnTo>
                  <a:lnTo>
                    <a:pt x="54585" y="590836"/>
                  </a:lnTo>
                  <a:lnTo>
                    <a:pt x="57504" y="591653"/>
                  </a:lnTo>
                  <a:lnTo>
                    <a:pt x="59006" y="590849"/>
                  </a:lnTo>
                  <a:lnTo>
                    <a:pt x="59621" y="592572"/>
                  </a:lnTo>
                  <a:lnTo>
                    <a:pt x="60567" y="592706"/>
                  </a:lnTo>
                  <a:lnTo>
                    <a:pt x="61695" y="593613"/>
                  </a:lnTo>
                  <a:lnTo>
                    <a:pt x="62915" y="593705"/>
                  </a:lnTo>
                  <a:lnTo>
                    <a:pt x="64834" y="594720"/>
                  </a:lnTo>
                  <a:lnTo>
                    <a:pt x="66818" y="596130"/>
                  </a:lnTo>
                  <a:lnTo>
                    <a:pt x="66813" y="597551"/>
                  </a:lnTo>
                  <a:lnTo>
                    <a:pt x="67352" y="598336"/>
                  </a:lnTo>
                  <a:lnTo>
                    <a:pt x="67373" y="599424"/>
                  </a:lnTo>
                  <a:lnTo>
                    <a:pt x="69851" y="599739"/>
                  </a:lnTo>
                  <a:lnTo>
                    <a:pt x="71986" y="601114"/>
                  </a:lnTo>
                  <a:lnTo>
                    <a:pt x="73264" y="601348"/>
                  </a:lnTo>
                  <a:lnTo>
                    <a:pt x="75577" y="601674"/>
                  </a:lnTo>
                  <a:lnTo>
                    <a:pt x="77622" y="601084"/>
                  </a:lnTo>
                  <a:lnTo>
                    <a:pt x="81926" y="600832"/>
                  </a:lnTo>
                  <a:lnTo>
                    <a:pt x="104312" y="605399"/>
                  </a:lnTo>
                  <a:lnTo>
                    <a:pt x="112145" y="606781"/>
                  </a:lnTo>
                  <a:lnTo>
                    <a:pt x="152981" y="604689"/>
                  </a:lnTo>
                  <a:lnTo>
                    <a:pt x="158867" y="606932"/>
                  </a:lnTo>
                  <a:lnTo>
                    <a:pt x="160509" y="608903"/>
                  </a:lnTo>
                  <a:lnTo>
                    <a:pt x="165103" y="609055"/>
                  </a:lnTo>
                  <a:lnTo>
                    <a:pt x="169200" y="607538"/>
                  </a:lnTo>
                  <a:lnTo>
                    <a:pt x="171273" y="607437"/>
                  </a:lnTo>
                  <a:lnTo>
                    <a:pt x="168510" y="598815"/>
                  </a:lnTo>
                  <a:lnTo>
                    <a:pt x="167229" y="595660"/>
                  </a:lnTo>
                  <a:lnTo>
                    <a:pt x="165479" y="589132"/>
                  </a:lnTo>
                  <a:lnTo>
                    <a:pt x="165996" y="585463"/>
                  </a:lnTo>
                  <a:lnTo>
                    <a:pt x="167798" y="578468"/>
                  </a:lnTo>
                  <a:lnTo>
                    <a:pt x="171281" y="571328"/>
                  </a:lnTo>
                  <a:lnTo>
                    <a:pt x="174554" y="567780"/>
                  </a:lnTo>
                  <a:lnTo>
                    <a:pt x="176151" y="564939"/>
                  </a:lnTo>
                  <a:lnTo>
                    <a:pt x="177784" y="562696"/>
                  </a:lnTo>
                  <a:lnTo>
                    <a:pt x="186448" y="554331"/>
                  </a:lnTo>
                  <a:lnTo>
                    <a:pt x="191134" y="550688"/>
                  </a:lnTo>
                  <a:lnTo>
                    <a:pt x="197305" y="546830"/>
                  </a:lnTo>
                  <a:lnTo>
                    <a:pt x="199555" y="544562"/>
                  </a:lnTo>
                  <a:lnTo>
                    <a:pt x="211809" y="514819"/>
                  </a:lnTo>
                  <a:lnTo>
                    <a:pt x="202448" y="505393"/>
                  </a:lnTo>
                  <a:lnTo>
                    <a:pt x="196968" y="482426"/>
                  </a:lnTo>
                  <a:lnTo>
                    <a:pt x="196150" y="480971"/>
                  </a:lnTo>
                  <a:lnTo>
                    <a:pt x="196078" y="479165"/>
                  </a:lnTo>
                  <a:lnTo>
                    <a:pt x="196864" y="477800"/>
                  </a:lnTo>
                  <a:lnTo>
                    <a:pt x="197518" y="477472"/>
                  </a:lnTo>
                  <a:lnTo>
                    <a:pt x="207691" y="475871"/>
                  </a:lnTo>
                  <a:lnTo>
                    <a:pt x="206434" y="463345"/>
                  </a:lnTo>
                  <a:lnTo>
                    <a:pt x="189765" y="437621"/>
                  </a:lnTo>
                  <a:lnTo>
                    <a:pt x="187106" y="431956"/>
                  </a:lnTo>
                  <a:lnTo>
                    <a:pt x="184226" y="424883"/>
                  </a:lnTo>
                  <a:lnTo>
                    <a:pt x="178335" y="424933"/>
                  </a:lnTo>
                  <a:lnTo>
                    <a:pt x="176916" y="425441"/>
                  </a:lnTo>
                  <a:lnTo>
                    <a:pt x="172863" y="425701"/>
                  </a:lnTo>
                  <a:lnTo>
                    <a:pt x="168357" y="426430"/>
                  </a:lnTo>
                  <a:lnTo>
                    <a:pt x="165584" y="426679"/>
                  </a:lnTo>
                  <a:lnTo>
                    <a:pt x="164256" y="426557"/>
                  </a:lnTo>
                  <a:lnTo>
                    <a:pt x="163804" y="426876"/>
                  </a:lnTo>
                  <a:lnTo>
                    <a:pt x="160266" y="427670"/>
                  </a:lnTo>
                  <a:lnTo>
                    <a:pt x="159360" y="424625"/>
                  </a:lnTo>
                  <a:lnTo>
                    <a:pt x="159979" y="420969"/>
                  </a:lnTo>
                  <a:lnTo>
                    <a:pt x="156732" y="420342"/>
                  </a:lnTo>
                  <a:lnTo>
                    <a:pt x="154416" y="420484"/>
                  </a:lnTo>
                  <a:lnTo>
                    <a:pt x="149745" y="418462"/>
                  </a:lnTo>
                  <a:lnTo>
                    <a:pt x="149110" y="417903"/>
                  </a:lnTo>
                  <a:lnTo>
                    <a:pt x="148698" y="417876"/>
                  </a:lnTo>
                  <a:lnTo>
                    <a:pt x="140295" y="421524"/>
                  </a:lnTo>
                  <a:lnTo>
                    <a:pt x="140037" y="421240"/>
                  </a:lnTo>
                  <a:lnTo>
                    <a:pt x="139961" y="420422"/>
                  </a:lnTo>
                  <a:lnTo>
                    <a:pt x="141142" y="418774"/>
                  </a:lnTo>
                  <a:lnTo>
                    <a:pt x="140356" y="416765"/>
                  </a:lnTo>
                  <a:lnTo>
                    <a:pt x="140653" y="416031"/>
                  </a:lnTo>
                  <a:lnTo>
                    <a:pt x="139452" y="414321"/>
                  </a:lnTo>
                  <a:lnTo>
                    <a:pt x="138951" y="413958"/>
                  </a:lnTo>
                  <a:lnTo>
                    <a:pt x="138628" y="412328"/>
                  </a:lnTo>
                  <a:lnTo>
                    <a:pt x="138827" y="410241"/>
                  </a:lnTo>
                  <a:lnTo>
                    <a:pt x="139093" y="409731"/>
                  </a:lnTo>
                  <a:lnTo>
                    <a:pt x="138457" y="408906"/>
                  </a:lnTo>
                  <a:lnTo>
                    <a:pt x="138446" y="407703"/>
                  </a:lnTo>
                  <a:lnTo>
                    <a:pt x="137078" y="406510"/>
                  </a:lnTo>
                  <a:lnTo>
                    <a:pt x="137542" y="405002"/>
                  </a:lnTo>
                  <a:lnTo>
                    <a:pt x="139067" y="401919"/>
                  </a:lnTo>
                  <a:lnTo>
                    <a:pt x="140059" y="400031"/>
                  </a:lnTo>
                  <a:lnTo>
                    <a:pt x="141236" y="398424"/>
                  </a:lnTo>
                  <a:lnTo>
                    <a:pt x="141533" y="395663"/>
                  </a:lnTo>
                  <a:lnTo>
                    <a:pt x="142475" y="394657"/>
                  </a:lnTo>
                  <a:lnTo>
                    <a:pt x="144404" y="391537"/>
                  </a:lnTo>
                  <a:lnTo>
                    <a:pt x="145319" y="390826"/>
                  </a:lnTo>
                  <a:lnTo>
                    <a:pt x="145414" y="389973"/>
                  </a:lnTo>
                  <a:lnTo>
                    <a:pt x="144926" y="389295"/>
                  </a:lnTo>
                  <a:lnTo>
                    <a:pt x="144487" y="387635"/>
                  </a:lnTo>
                  <a:lnTo>
                    <a:pt x="144334" y="385330"/>
                  </a:lnTo>
                  <a:lnTo>
                    <a:pt x="144150" y="382017"/>
                  </a:lnTo>
                  <a:lnTo>
                    <a:pt x="141564" y="367295"/>
                  </a:lnTo>
                  <a:lnTo>
                    <a:pt x="139400" y="351749"/>
                  </a:lnTo>
                  <a:lnTo>
                    <a:pt x="141662" y="337340"/>
                  </a:lnTo>
                  <a:lnTo>
                    <a:pt x="141176" y="337042"/>
                  </a:lnTo>
                  <a:lnTo>
                    <a:pt x="140973" y="336582"/>
                  </a:lnTo>
                  <a:lnTo>
                    <a:pt x="142273" y="335530"/>
                  </a:lnTo>
                  <a:lnTo>
                    <a:pt x="143468" y="334163"/>
                  </a:lnTo>
                  <a:lnTo>
                    <a:pt x="143844" y="334155"/>
                  </a:lnTo>
                  <a:lnTo>
                    <a:pt x="143717" y="333834"/>
                  </a:lnTo>
                  <a:lnTo>
                    <a:pt x="144005" y="333754"/>
                  </a:lnTo>
                  <a:lnTo>
                    <a:pt x="145238" y="332272"/>
                  </a:lnTo>
                  <a:lnTo>
                    <a:pt x="145302" y="331838"/>
                  </a:lnTo>
                  <a:lnTo>
                    <a:pt x="145747" y="331497"/>
                  </a:lnTo>
                  <a:lnTo>
                    <a:pt x="146219" y="328802"/>
                  </a:lnTo>
                  <a:lnTo>
                    <a:pt x="146115" y="326797"/>
                  </a:lnTo>
                  <a:lnTo>
                    <a:pt x="145537" y="325650"/>
                  </a:lnTo>
                  <a:lnTo>
                    <a:pt x="145657" y="324981"/>
                  </a:lnTo>
                  <a:lnTo>
                    <a:pt x="146180" y="324054"/>
                  </a:lnTo>
                  <a:lnTo>
                    <a:pt x="146137" y="323605"/>
                  </a:lnTo>
                  <a:lnTo>
                    <a:pt x="147147" y="321150"/>
                  </a:lnTo>
                  <a:lnTo>
                    <a:pt x="147599" y="320536"/>
                  </a:lnTo>
                  <a:lnTo>
                    <a:pt x="148242" y="320199"/>
                  </a:lnTo>
                  <a:lnTo>
                    <a:pt x="148213" y="319862"/>
                  </a:lnTo>
                  <a:lnTo>
                    <a:pt x="148810" y="319795"/>
                  </a:lnTo>
                  <a:lnTo>
                    <a:pt x="149674" y="318732"/>
                  </a:lnTo>
                  <a:lnTo>
                    <a:pt x="150091" y="317252"/>
                  </a:lnTo>
                  <a:lnTo>
                    <a:pt x="150538" y="316623"/>
                  </a:lnTo>
                  <a:lnTo>
                    <a:pt x="150568" y="316085"/>
                  </a:lnTo>
                  <a:lnTo>
                    <a:pt x="150362" y="313963"/>
                  </a:lnTo>
                  <a:lnTo>
                    <a:pt x="150101" y="313387"/>
                  </a:lnTo>
                  <a:lnTo>
                    <a:pt x="150294" y="312617"/>
                  </a:lnTo>
                  <a:lnTo>
                    <a:pt x="149999" y="312142"/>
                  </a:lnTo>
                  <a:lnTo>
                    <a:pt x="150241" y="310547"/>
                  </a:lnTo>
                  <a:lnTo>
                    <a:pt x="150912" y="308989"/>
                  </a:lnTo>
                  <a:lnTo>
                    <a:pt x="151246" y="308709"/>
                  </a:lnTo>
                  <a:lnTo>
                    <a:pt x="151138" y="306542"/>
                  </a:lnTo>
                  <a:lnTo>
                    <a:pt x="150893" y="306264"/>
                  </a:lnTo>
                  <a:lnTo>
                    <a:pt x="151536" y="304339"/>
                  </a:lnTo>
                  <a:lnTo>
                    <a:pt x="151665" y="303220"/>
                  </a:lnTo>
                  <a:lnTo>
                    <a:pt x="151943" y="303104"/>
                  </a:lnTo>
                  <a:lnTo>
                    <a:pt x="153004" y="301475"/>
                  </a:lnTo>
                  <a:lnTo>
                    <a:pt x="153444" y="301246"/>
                  </a:lnTo>
                  <a:lnTo>
                    <a:pt x="153445" y="300885"/>
                  </a:lnTo>
                  <a:lnTo>
                    <a:pt x="154016" y="300039"/>
                  </a:lnTo>
                  <a:lnTo>
                    <a:pt x="153961" y="298886"/>
                  </a:lnTo>
                  <a:lnTo>
                    <a:pt x="154948" y="296973"/>
                  </a:lnTo>
                  <a:lnTo>
                    <a:pt x="154577" y="295239"/>
                  </a:lnTo>
                  <a:lnTo>
                    <a:pt x="154650" y="294202"/>
                  </a:lnTo>
                  <a:lnTo>
                    <a:pt x="153822" y="293270"/>
                  </a:lnTo>
                  <a:lnTo>
                    <a:pt x="154320" y="290955"/>
                  </a:lnTo>
                  <a:lnTo>
                    <a:pt x="153077" y="288792"/>
                  </a:lnTo>
                  <a:lnTo>
                    <a:pt x="152452" y="286297"/>
                  </a:lnTo>
                  <a:lnTo>
                    <a:pt x="152706" y="285716"/>
                  </a:lnTo>
                  <a:lnTo>
                    <a:pt x="153879" y="284544"/>
                  </a:lnTo>
                  <a:lnTo>
                    <a:pt x="154586" y="284257"/>
                  </a:lnTo>
                  <a:lnTo>
                    <a:pt x="155447" y="284390"/>
                  </a:lnTo>
                  <a:lnTo>
                    <a:pt x="156707" y="284161"/>
                  </a:lnTo>
                  <a:lnTo>
                    <a:pt x="157894" y="283226"/>
                  </a:lnTo>
                  <a:lnTo>
                    <a:pt x="158983" y="282860"/>
                  </a:lnTo>
                  <a:lnTo>
                    <a:pt x="158251" y="281764"/>
                  </a:lnTo>
                  <a:lnTo>
                    <a:pt x="158470" y="281634"/>
                  </a:lnTo>
                  <a:lnTo>
                    <a:pt x="158414" y="281405"/>
                  </a:lnTo>
                  <a:lnTo>
                    <a:pt x="158931" y="281294"/>
                  </a:lnTo>
                  <a:lnTo>
                    <a:pt x="159962" y="280084"/>
                  </a:lnTo>
                  <a:lnTo>
                    <a:pt x="160212" y="280208"/>
                  </a:lnTo>
                  <a:lnTo>
                    <a:pt x="160419" y="279854"/>
                  </a:lnTo>
                  <a:lnTo>
                    <a:pt x="160599" y="280036"/>
                  </a:lnTo>
                  <a:lnTo>
                    <a:pt x="161293" y="279839"/>
                  </a:lnTo>
                  <a:lnTo>
                    <a:pt x="162478" y="278694"/>
                  </a:lnTo>
                  <a:lnTo>
                    <a:pt x="162583" y="278264"/>
                  </a:lnTo>
                  <a:lnTo>
                    <a:pt x="163102" y="277924"/>
                  </a:lnTo>
                  <a:lnTo>
                    <a:pt x="164214" y="278052"/>
                  </a:lnTo>
                  <a:lnTo>
                    <a:pt x="164642" y="277336"/>
                  </a:lnTo>
                  <a:lnTo>
                    <a:pt x="170580" y="275851"/>
                  </a:lnTo>
                  <a:lnTo>
                    <a:pt x="171286" y="274719"/>
                  </a:lnTo>
                  <a:lnTo>
                    <a:pt x="172668" y="274690"/>
                  </a:lnTo>
                  <a:lnTo>
                    <a:pt x="173087" y="274004"/>
                  </a:lnTo>
                  <a:lnTo>
                    <a:pt x="173199" y="273298"/>
                  </a:lnTo>
                  <a:lnTo>
                    <a:pt x="173703" y="273115"/>
                  </a:lnTo>
                  <a:lnTo>
                    <a:pt x="178086" y="272482"/>
                  </a:lnTo>
                  <a:lnTo>
                    <a:pt x="181278" y="271743"/>
                  </a:lnTo>
                  <a:lnTo>
                    <a:pt x="181958" y="272133"/>
                  </a:lnTo>
                  <a:lnTo>
                    <a:pt x="182634" y="271801"/>
                  </a:lnTo>
                  <a:lnTo>
                    <a:pt x="183151" y="271917"/>
                  </a:lnTo>
                  <a:lnTo>
                    <a:pt x="185068" y="270699"/>
                  </a:lnTo>
                  <a:lnTo>
                    <a:pt x="185359" y="268505"/>
                  </a:lnTo>
                  <a:lnTo>
                    <a:pt x="184892" y="266110"/>
                  </a:lnTo>
                  <a:lnTo>
                    <a:pt x="184447" y="264774"/>
                  </a:lnTo>
                  <a:lnTo>
                    <a:pt x="183082" y="263736"/>
                  </a:lnTo>
                  <a:lnTo>
                    <a:pt x="182453" y="261152"/>
                  </a:lnTo>
                  <a:lnTo>
                    <a:pt x="181665" y="255431"/>
                  </a:lnTo>
                  <a:lnTo>
                    <a:pt x="182075" y="253328"/>
                  </a:lnTo>
                  <a:lnTo>
                    <a:pt x="183183" y="254064"/>
                  </a:lnTo>
                  <a:lnTo>
                    <a:pt x="183620" y="254065"/>
                  </a:lnTo>
                  <a:lnTo>
                    <a:pt x="184609" y="253667"/>
                  </a:lnTo>
                  <a:lnTo>
                    <a:pt x="185963" y="252690"/>
                  </a:lnTo>
                  <a:lnTo>
                    <a:pt x="186557" y="252215"/>
                  </a:lnTo>
                  <a:lnTo>
                    <a:pt x="186545" y="251878"/>
                  </a:lnTo>
                  <a:lnTo>
                    <a:pt x="198515" y="249565"/>
                  </a:lnTo>
                  <a:lnTo>
                    <a:pt x="200337" y="242539"/>
                  </a:lnTo>
                  <a:lnTo>
                    <a:pt x="201271" y="236866"/>
                  </a:lnTo>
                  <a:lnTo>
                    <a:pt x="202436" y="236399"/>
                  </a:lnTo>
                  <a:lnTo>
                    <a:pt x="203696" y="230803"/>
                  </a:lnTo>
                  <a:lnTo>
                    <a:pt x="204463" y="229598"/>
                  </a:lnTo>
                  <a:lnTo>
                    <a:pt x="206106" y="228211"/>
                  </a:lnTo>
                  <a:lnTo>
                    <a:pt x="208109" y="227213"/>
                  </a:lnTo>
                  <a:lnTo>
                    <a:pt x="210058" y="226790"/>
                  </a:lnTo>
                  <a:lnTo>
                    <a:pt x="217107" y="219885"/>
                  </a:lnTo>
                  <a:lnTo>
                    <a:pt x="221302" y="211972"/>
                  </a:lnTo>
                  <a:lnTo>
                    <a:pt x="228074" y="206268"/>
                  </a:lnTo>
                  <a:lnTo>
                    <a:pt x="229436" y="203958"/>
                  </a:lnTo>
                  <a:lnTo>
                    <a:pt x="230104" y="202118"/>
                  </a:lnTo>
                  <a:lnTo>
                    <a:pt x="229306" y="200914"/>
                  </a:lnTo>
                  <a:lnTo>
                    <a:pt x="228294" y="200237"/>
                  </a:lnTo>
                  <a:lnTo>
                    <a:pt x="229271" y="199954"/>
                  </a:lnTo>
                  <a:lnTo>
                    <a:pt x="232907" y="201448"/>
                  </a:lnTo>
                  <a:lnTo>
                    <a:pt x="234995" y="203951"/>
                  </a:lnTo>
                  <a:lnTo>
                    <a:pt x="244809" y="209491"/>
                  </a:lnTo>
                  <a:lnTo>
                    <a:pt x="247632" y="208136"/>
                  </a:lnTo>
                  <a:lnTo>
                    <a:pt x="252165" y="206970"/>
                  </a:lnTo>
                  <a:lnTo>
                    <a:pt x="277317" y="203886"/>
                  </a:lnTo>
                  <a:lnTo>
                    <a:pt x="295333" y="199181"/>
                  </a:lnTo>
                  <a:lnTo>
                    <a:pt x="306795" y="206002"/>
                  </a:lnTo>
                  <a:lnTo>
                    <a:pt x="311642" y="201500"/>
                  </a:lnTo>
                  <a:lnTo>
                    <a:pt x="318938" y="187542"/>
                  </a:lnTo>
                  <a:lnTo>
                    <a:pt x="316805" y="185880"/>
                  </a:lnTo>
                  <a:lnTo>
                    <a:pt x="316782" y="185569"/>
                  </a:lnTo>
                  <a:lnTo>
                    <a:pt x="325354" y="191477"/>
                  </a:lnTo>
                  <a:lnTo>
                    <a:pt x="331230" y="190640"/>
                  </a:lnTo>
                  <a:lnTo>
                    <a:pt x="331789" y="187969"/>
                  </a:lnTo>
                  <a:lnTo>
                    <a:pt x="334026" y="187157"/>
                  </a:lnTo>
                  <a:lnTo>
                    <a:pt x="335068" y="187478"/>
                  </a:lnTo>
                  <a:lnTo>
                    <a:pt x="335420" y="187733"/>
                  </a:lnTo>
                  <a:lnTo>
                    <a:pt x="335640" y="188343"/>
                  </a:lnTo>
                  <a:lnTo>
                    <a:pt x="336256" y="191025"/>
                  </a:lnTo>
                  <a:lnTo>
                    <a:pt x="336271" y="194497"/>
                  </a:lnTo>
                  <a:lnTo>
                    <a:pt x="340673" y="192795"/>
                  </a:lnTo>
                  <a:lnTo>
                    <a:pt x="342726" y="193428"/>
                  </a:lnTo>
                  <a:lnTo>
                    <a:pt x="345274" y="193739"/>
                  </a:lnTo>
                  <a:lnTo>
                    <a:pt x="345574" y="194567"/>
                  </a:lnTo>
                  <a:lnTo>
                    <a:pt x="355044" y="200764"/>
                  </a:lnTo>
                  <a:lnTo>
                    <a:pt x="363064" y="200433"/>
                  </a:lnTo>
                  <a:lnTo>
                    <a:pt x="362816" y="202968"/>
                  </a:lnTo>
                  <a:lnTo>
                    <a:pt x="366863" y="210815"/>
                  </a:lnTo>
                  <a:lnTo>
                    <a:pt x="380980" y="220225"/>
                  </a:lnTo>
                  <a:lnTo>
                    <a:pt x="397284" y="212872"/>
                  </a:lnTo>
                  <a:lnTo>
                    <a:pt x="408784" y="213657"/>
                  </a:lnTo>
                  <a:lnTo>
                    <a:pt x="414927" y="212739"/>
                  </a:lnTo>
                  <a:lnTo>
                    <a:pt x="428875" y="219516"/>
                  </a:lnTo>
                  <a:lnTo>
                    <a:pt x="433652" y="222158"/>
                  </a:lnTo>
                  <a:lnTo>
                    <a:pt x="438729" y="227448"/>
                  </a:lnTo>
                  <a:lnTo>
                    <a:pt x="439360" y="226840"/>
                  </a:lnTo>
                  <a:lnTo>
                    <a:pt x="449036" y="232143"/>
                  </a:lnTo>
                  <a:lnTo>
                    <a:pt x="452245" y="229937"/>
                  </a:lnTo>
                  <a:lnTo>
                    <a:pt x="461793" y="227961"/>
                  </a:lnTo>
                  <a:lnTo>
                    <a:pt x="462348" y="224915"/>
                  </a:lnTo>
                  <a:lnTo>
                    <a:pt x="468626" y="222788"/>
                  </a:lnTo>
                  <a:lnTo>
                    <a:pt x="478177" y="226131"/>
                  </a:lnTo>
                  <a:lnTo>
                    <a:pt x="485206" y="237726"/>
                  </a:lnTo>
                  <a:lnTo>
                    <a:pt x="488221" y="242050"/>
                  </a:lnTo>
                  <a:lnTo>
                    <a:pt x="495134" y="247972"/>
                  </a:lnTo>
                  <a:lnTo>
                    <a:pt x="506717" y="260309"/>
                  </a:lnTo>
                  <a:lnTo>
                    <a:pt x="512731" y="263653"/>
                  </a:lnTo>
                  <a:lnTo>
                    <a:pt x="518392" y="267831"/>
                  </a:lnTo>
                  <a:lnTo>
                    <a:pt x="526721" y="278112"/>
                  </a:lnTo>
                  <a:lnTo>
                    <a:pt x="519997" y="327353"/>
                  </a:lnTo>
                  <a:lnTo>
                    <a:pt x="517548" y="344015"/>
                  </a:lnTo>
                  <a:lnTo>
                    <a:pt x="524375" y="344258"/>
                  </a:lnTo>
                  <a:lnTo>
                    <a:pt x="526296" y="345958"/>
                  </a:lnTo>
                  <a:lnTo>
                    <a:pt x="523817" y="352228"/>
                  </a:lnTo>
                  <a:lnTo>
                    <a:pt x="522350" y="353298"/>
                  </a:lnTo>
                  <a:lnTo>
                    <a:pt x="522473" y="358720"/>
                  </a:lnTo>
                  <a:lnTo>
                    <a:pt x="527009" y="357707"/>
                  </a:lnTo>
                  <a:lnTo>
                    <a:pt x="532423" y="357266"/>
                  </a:lnTo>
                  <a:lnTo>
                    <a:pt x="537420" y="360570"/>
                  </a:lnTo>
                  <a:lnTo>
                    <a:pt x="543845" y="359282"/>
                  </a:lnTo>
                  <a:lnTo>
                    <a:pt x="553799" y="354993"/>
                  </a:lnTo>
                  <a:lnTo>
                    <a:pt x="560806" y="354492"/>
                  </a:lnTo>
                  <a:lnTo>
                    <a:pt x="567903" y="354507"/>
                  </a:lnTo>
                  <a:lnTo>
                    <a:pt x="569345" y="349662"/>
                  </a:lnTo>
                  <a:lnTo>
                    <a:pt x="570416" y="348734"/>
                  </a:lnTo>
                  <a:lnTo>
                    <a:pt x="576891" y="348504"/>
                  </a:lnTo>
                  <a:lnTo>
                    <a:pt x="577530" y="346486"/>
                  </a:lnTo>
                  <a:lnTo>
                    <a:pt x="582654" y="343748"/>
                  </a:lnTo>
                  <a:lnTo>
                    <a:pt x="586530" y="342043"/>
                  </a:lnTo>
                  <a:lnTo>
                    <a:pt x="592479" y="341977"/>
                  </a:lnTo>
                  <a:lnTo>
                    <a:pt x="599499" y="341435"/>
                  </a:lnTo>
                  <a:lnTo>
                    <a:pt x="610223" y="337720"/>
                  </a:lnTo>
                  <a:lnTo>
                    <a:pt x="611848" y="334379"/>
                  </a:lnTo>
                  <a:lnTo>
                    <a:pt x="613902" y="331423"/>
                  </a:lnTo>
                  <a:lnTo>
                    <a:pt x="617571" y="330697"/>
                  </a:lnTo>
                  <a:lnTo>
                    <a:pt x="618068" y="329656"/>
                  </a:lnTo>
                  <a:lnTo>
                    <a:pt x="620822" y="328738"/>
                  </a:lnTo>
                  <a:lnTo>
                    <a:pt x="621715" y="327240"/>
                  </a:lnTo>
                  <a:lnTo>
                    <a:pt x="623970" y="326157"/>
                  </a:lnTo>
                  <a:lnTo>
                    <a:pt x="629361" y="326477"/>
                  </a:lnTo>
                  <a:lnTo>
                    <a:pt x="630117" y="327165"/>
                  </a:lnTo>
                  <a:lnTo>
                    <a:pt x="632128" y="325837"/>
                  </a:lnTo>
                  <a:lnTo>
                    <a:pt x="636362" y="327268"/>
                  </a:lnTo>
                  <a:lnTo>
                    <a:pt x="639460" y="326667"/>
                  </a:lnTo>
                  <a:lnTo>
                    <a:pt x="643505" y="323226"/>
                  </a:lnTo>
                  <a:lnTo>
                    <a:pt x="648776" y="321313"/>
                  </a:lnTo>
                  <a:lnTo>
                    <a:pt x="650595" y="321924"/>
                  </a:lnTo>
                  <a:lnTo>
                    <a:pt x="656331" y="324779"/>
                  </a:lnTo>
                  <a:lnTo>
                    <a:pt x="658274" y="324340"/>
                  </a:lnTo>
                  <a:lnTo>
                    <a:pt x="660764" y="323137"/>
                  </a:lnTo>
                  <a:lnTo>
                    <a:pt x="663335" y="322380"/>
                  </a:lnTo>
                  <a:lnTo>
                    <a:pt x="667614" y="315537"/>
                  </a:lnTo>
                  <a:lnTo>
                    <a:pt x="668133" y="314212"/>
                  </a:lnTo>
                  <a:lnTo>
                    <a:pt x="672856" y="313919"/>
                  </a:lnTo>
                  <a:lnTo>
                    <a:pt x="673954" y="313649"/>
                  </a:lnTo>
                  <a:lnTo>
                    <a:pt x="675949" y="312009"/>
                  </a:lnTo>
                  <a:lnTo>
                    <a:pt x="681454" y="305826"/>
                  </a:lnTo>
                  <a:lnTo>
                    <a:pt x="686801" y="301580"/>
                  </a:lnTo>
                  <a:lnTo>
                    <a:pt x="688289" y="300838"/>
                  </a:lnTo>
                  <a:lnTo>
                    <a:pt x="701985" y="304383"/>
                  </a:lnTo>
                  <a:lnTo>
                    <a:pt x="717038" y="303542"/>
                  </a:lnTo>
                  <a:lnTo>
                    <a:pt x="711902" y="311227"/>
                  </a:lnTo>
                  <a:lnTo>
                    <a:pt x="707926" y="315788"/>
                  </a:lnTo>
                  <a:lnTo>
                    <a:pt x="707045" y="317131"/>
                  </a:lnTo>
                  <a:lnTo>
                    <a:pt x="713910" y="329756"/>
                  </a:lnTo>
                  <a:lnTo>
                    <a:pt x="719613" y="339569"/>
                  </a:lnTo>
                  <a:lnTo>
                    <a:pt x="727010" y="345748"/>
                  </a:lnTo>
                  <a:lnTo>
                    <a:pt x="736522" y="353222"/>
                  </a:lnTo>
                  <a:lnTo>
                    <a:pt x="739185" y="356635"/>
                  </a:lnTo>
                  <a:lnTo>
                    <a:pt x="741249" y="360566"/>
                  </a:lnTo>
                  <a:lnTo>
                    <a:pt x="742187" y="363263"/>
                  </a:lnTo>
                  <a:lnTo>
                    <a:pt x="749971" y="365838"/>
                  </a:lnTo>
                  <a:lnTo>
                    <a:pt x="751984" y="366908"/>
                  </a:lnTo>
                  <a:lnTo>
                    <a:pt x="770744" y="360251"/>
                  </a:lnTo>
                  <a:lnTo>
                    <a:pt x="775550" y="364143"/>
                  </a:lnTo>
                  <a:lnTo>
                    <a:pt x="776576" y="365477"/>
                  </a:lnTo>
                  <a:lnTo>
                    <a:pt x="782745" y="369017"/>
                  </a:lnTo>
                  <a:lnTo>
                    <a:pt x="784410" y="369151"/>
                  </a:lnTo>
                  <a:lnTo>
                    <a:pt x="785022" y="370189"/>
                  </a:lnTo>
                  <a:lnTo>
                    <a:pt x="785616" y="369702"/>
                  </a:lnTo>
                  <a:lnTo>
                    <a:pt x="786114" y="369814"/>
                  </a:lnTo>
                  <a:lnTo>
                    <a:pt x="786470" y="370595"/>
                  </a:lnTo>
                  <a:lnTo>
                    <a:pt x="788928" y="369383"/>
                  </a:lnTo>
                  <a:lnTo>
                    <a:pt x="790647" y="368038"/>
                  </a:lnTo>
                  <a:lnTo>
                    <a:pt x="793275" y="367801"/>
                  </a:lnTo>
                  <a:lnTo>
                    <a:pt x="796309" y="369154"/>
                  </a:lnTo>
                  <a:lnTo>
                    <a:pt x="800085" y="370038"/>
                  </a:lnTo>
                  <a:lnTo>
                    <a:pt x="800179" y="370315"/>
                  </a:lnTo>
                  <a:lnTo>
                    <a:pt x="800625" y="370475"/>
                  </a:lnTo>
                  <a:lnTo>
                    <a:pt x="800883" y="371576"/>
                  </a:lnTo>
                  <a:lnTo>
                    <a:pt x="801420" y="372107"/>
                  </a:lnTo>
                  <a:lnTo>
                    <a:pt x="801725" y="372247"/>
                  </a:lnTo>
                  <a:lnTo>
                    <a:pt x="802178" y="372075"/>
                  </a:lnTo>
                  <a:lnTo>
                    <a:pt x="803861" y="372803"/>
                  </a:lnTo>
                  <a:lnTo>
                    <a:pt x="805869" y="371025"/>
                  </a:lnTo>
                  <a:lnTo>
                    <a:pt x="808140" y="370131"/>
                  </a:lnTo>
                  <a:lnTo>
                    <a:pt x="809713" y="370153"/>
                  </a:lnTo>
                  <a:lnTo>
                    <a:pt x="810369" y="370372"/>
                  </a:lnTo>
                  <a:lnTo>
                    <a:pt x="811641" y="370114"/>
                  </a:lnTo>
                  <a:lnTo>
                    <a:pt x="812698" y="369295"/>
                  </a:lnTo>
                  <a:lnTo>
                    <a:pt x="816993" y="369768"/>
                  </a:lnTo>
                  <a:lnTo>
                    <a:pt x="818604" y="370722"/>
                  </a:lnTo>
                  <a:lnTo>
                    <a:pt x="820651" y="367178"/>
                  </a:lnTo>
                  <a:lnTo>
                    <a:pt x="821575" y="364636"/>
                  </a:lnTo>
                  <a:lnTo>
                    <a:pt x="826008" y="357706"/>
                  </a:lnTo>
                  <a:lnTo>
                    <a:pt x="827074" y="353463"/>
                  </a:lnTo>
                  <a:lnTo>
                    <a:pt x="828053" y="353584"/>
                  </a:lnTo>
                  <a:lnTo>
                    <a:pt x="830574" y="352378"/>
                  </a:lnTo>
                  <a:lnTo>
                    <a:pt x="838445" y="347102"/>
                  </a:lnTo>
                  <a:lnTo>
                    <a:pt x="839463" y="345990"/>
                  </a:lnTo>
                  <a:lnTo>
                    <a:pt x="844690" y="343493"/>
                  </a:lnTo>
                  <a:lnTo>
                    <a:pt x="847773" y="341185"/>
                  </a:lnTo>
                  <a:lnTo>
                    <a:pt x="848899" y="340066"/>
                  </a:lnTo>
                  <a:lnTo>
                    <a:pt x="849936" y="339692"/>
                  </a:lnTo>
                  <a:lnTo>
                    <a:pt x="851812" y="338180"/>
                  </a:lnTo>
                  <a:lnTo>
                    <a:pt x="854729" y="336334"/>
                  </a:lnTo>
                  <a:lnTo>
                    <a:pt x="855666" y="335973"/>
                  </a:lnTo>
                  <a:lnTo>
                    <a:pt x="857113" y="336369"/>
                  </a:lnTo>
                  <a:lnTo>
                    <a:pt x="858548" y="336353"/>
                  </a:lnTo>
                  <a:lnTo>
                    <a:pt x="861530" y="334211"/>
                  </a:lnTo>
                  <a:lnTo>
                    <a:pt x="862528" y="335388"/>
                  </a:lnTo>
                  <a:lnTo>
                    <a:pt x="865216" y="336112"/>
                  </a:lnTo>
                  <a:lnTo>
                    <a:pt x="865938" y="335997"/>
                  </a:lnTo>
                  <a:lnTo>
                    <a:pt x="868654" y="334627"/>
                  </a:lnTo>
                  <a:lnTo>
                    <a:pt x="870417" y="332298"/>
                  </a:lnTo>
                  <a:lnTo>
                    <a:pt x="871315" y="331521"/>
                  </a:lnTo>
                  <a:lnTo>
                    <a:pt x="875517" y="328900"/>
                  </a:lnTo>
                  <a:lnTo>
                    <a:pt x="876519" y="327983"/>
                  </a:lnTo>
                  <a:lnTo>
                    <a:pt x="880752" y="326581"/>
                  </a:lnTo>
                  <a:lnTo>
                    <a:pt x="881631" y="326762"/>
                  </a:lnTo>
                  <a:lnTo>
                    <a:pt x="882105" y="327108"/>
                  </a:lnTo>
                  <a:lnTo>
                    <a:pt x="883876" y="327354"/>
                  </a:lnTo>
                  <a:lnTo>
                    <a:pt x="885166" y="326874"/>
                  </a:lnTo>
                  <a:lnTo>
                    <a:pt x="885834" y="325889"/>
                  </a:lnTo>
                  <a:lnTo>
                    <a:pt x="887942" y="324728"/>
                  </a:lnTo>
                  <a:lnTo>
                    <a:pt x="891600" y="321657"/>
                  </a:lnTo>
                  <a:lnTo>
                    <a:pt x="889027" y="310143"/>
                  </a:lnTo>
                  <a:lnTo>
                    <a:pt x="888846" y="304936"/>
                  </a:lnTo>
                  <a:lnTo>
                    <a:pt x="893944" y="298103"/>
                  </a:lnTo>
                  <a:lnTo>
                    <a:pt x="910611" y="294299"/>
                  </a:lnTo>
                  <a:lnTo>
                    <a:pt x="918953" y="291525"/>
                  </a:lnTo>
                  <a:lnTo>
                    <a:pt x="921785" y="297290"/>
                  </a:lnTo>
                  <a:lnTo>
                    <a:pt x="936008" y="297666"/>
                  </a:lnTo>
                  <a:lnTo>
                    <a:pt x="944064" y="293016"/>
                  </a:lnTo>
                  <a:lnTo>
                    <a:pt x="947341" y="290880"/>
                  </a:lnTo>
                  <a:lnTo>
                    <a:pt x="947821" y="285089"/>
                  </a:lnTo>
                  <a:lnTo>
                    <a:pt x="949345" y="279628"/>
                  </a:lnTo>
                  <a:lnTo>
                    <a:pt x="954558" y="278039"/>
                  </a:lnTo>
                  <a:lnTo>
                    <a:pt x="962796" y="273256"/>
                  </a:lnTo>
                  <a:lnTo>
                    <a:pt x="967055" y="270345"/>
                  </a:lnTo>
                  <a:lnTo>
                    <a:pt x="972781" y="270615"/>
                  </a:lnTo>
                  <a:lnTo>
                    <a:pt x="972958" y="269776"/>
                  </a:lnTo>
                  <a:lnTo>
                    <a:pt x="973536" y="268961"/>
                  </a:lnTo>
                  <a:lnTo>
                    <a:pt x="973604" y="267214"/>
                  </a:lnTo>
                  <a:lnTo>
                    <a:pt x="974840" y="265776"/>
                  </a:lnTo>
                  <a:lnTo>
                    <a:pt x="975151" y="265081"/>
                  </a:lnTo>
                  <a:lnTo>
                    <a:pt x="975298" y="263964"/>
                  </a:lnTo>
                  <a:lnTo>
                    <a:pt x="975837" y="262873"/>
                  </a:lnTo>
                  <a:lnTo>
                    <a:pt x="975981" y="261439"/>
                  </a:lnTo>
                  <a:lnTo>
                    <a:pt x="978427" y="260645"/>
                  </a:lnTo>
                  <a:lnTo>
                    <a:pt x="978864" y="260274"/>
                  </a:lnTo>
                  <a:lnTo>
                    <a:pt x="980552" y="257110"/>
                  </a:lnTo>
                  <a:lnTo>
                    <a:pt x="981467" y="256537"/>
                  </a:lnTo>
                  <a:lnTo>
                    <a:pt x="981583" y="255908"/>
                  </a:lnTo>
                  <a:lnTo>
                    <a:pt x="982409" y="255446"/>
                  </a:lnTo>
                  <a:lnTo>
                    <a:pt x="982649" y="254925"/>
                  </a:lnTo>
                  <a:lnTo>
                    <a:pt x="984323" y="253752"/>
                  </a:lnTo>
                  <a:lnTo>
                    <a:pt x="984468" y="253272"/>
                  </a:lnTo>
                  <a:lnTo>
                    <a:pt x="984856" y="253109"/>
                  </a:lnTo>
                  <a:lnTo>
                    <a:pt x="985565" y="253283"/>
                  </a:lnTo>
                  <a:lnTo>
                    <a:pt x="985815" y="252935"/>
                  </a:lnTo>
                  <a:lnTo>
                    <a:pt x="986384" y="252719"/>
                  </a:lnTo>
                  <a:lnTo>
                    <a:pt x="987045" y="251882"/>
                  </a:lnTo>
                  <a:lnTo>
                    <a:pt x="988650" y="251809"/>
                  </a:lnTo>
                  <a:lnTo>
                    <a:pt x="989024" y="251581"/>
                  </a:lnTo>
                  <a:lnTo>
                    <a:pt x="989991" y="251674"/>
                  </a:lnTo>
                  <a:lnTo>
                    <a:pt x="990130" y="250711"/>
                  </a:lnTo>
                  <a:lnTo>
                    <a:pt x="991001" y="250039"/>
                  </a:lnTo>
                  <a:lnTo>
                    <a:pt x="992134" y="250110"/>
                  </a:lnTo>
                  <a:lnTo>
                    <a:pt x="992331" y="250422"/>
                  </a:lnTo>
                  <a:lnTo>
                    <a:pt x="992884" y="250468"/>
                  </a:lnTo>
                  <a:lnTo>
                    <a:pt x="994150" y="251192"/>
                  </a:lnTo>
                  <a:lnTo>
                    <a:pt x="995783" y="251396"/>
                  </a:lnTo>
                  <a:lnTo>
                    <a:pt x="997292" y="252306"/>
                  </a:lnTo>
                  <a:lnTo>
                    <a:pt x="997939" y="252132"/>
                  </a:lnTo>
                  <a:lnTo>
                    <a:pt x="999190" y="252425"/>
                  </a:lnTo>
                  <a:lnTo>
                    <a:pt x="1000337" y="253037"/>
                  </a:lnTo>
                  <a:lnTo>
                    <a:pt x="1000709" y="254690"/>
                  </a:lnTo>
                  <a:lnTo>
                    <a:pt x="1001234" y="255227"/>
                  </a:lnTo>
                  <a:lnTo>
                    <a:pt x="1003103" y="255082"/>
                  </a:lnTo>
                  <a:lnTo>
                    <a:pt x="1005240" y="255927"/>
                  </a:lnTo>
                  <a:lnTo>
                    <a:pt x="1006538" y="255772"/>
                  </a:lnTo>
                  <a:lnTo>
                    <a:pt x="1008164" y="254641"/>
                  </a:lnTo>
                  <a:lnTo>
                    <a:pt x="1009191" y="254538"/>
                  </a:lnTo>
                  <a:lnTo>
                    <a:pt x="1010049" y="254021"/>
                  </a:lnTo>
                  <a:lnTo>
                    <a:pt x="1010509" y="254021"/>
                  </a:lnTo>
                  <a:lnTo>
                    <a:pt x="1011009" y="254439"/>
                  </a:lnTo>
                  <a:lnTo>
                    <a:pt x="1012442" y="254814"/>
                  </a:lnTo>
                  <a:lnTo>
                    <a:pt x="1014126" y="254712"/>
                  </a:lnTo>
                  <a:lnTo>
                    <a:pt x="1015489" y="253682"/>
                  </a:lnTo>
                  <a:lnTo>
                    <a:pt x="1016609" y="253277"/>
                  </a:lnTo>
                  <a:lnTo>
                    <a:pt x="1017699" y="251813"/>
                  </a:lnTo>
                  <a:lnTo>
                    <a:pt x="1018811" y="251469"/>
                  </a:lnTo>
                  <a:lnTo>
                    <a:pt x="1020356" y="250253"/>
                  </a:lnTo>
                  <a:lnTo>
                    <a:pt x="1021704" y="249890"/>
                  </a:lnTo>
                  <a:lnTo>
                    <a:pt x="1022987" y="246793"/>
                  </a:lnTo>
                  <a:lnTo>
                    <a:pt x="1023909" y="245959"/>
                  </a:lnTo>
                  <a:lnTo>
                    <a:pt x="1025039" y="245432"/>
                  </a:lnTo>
                  <a:lnTo>
                    <a:pt x="1025637" y="243495"/>
                  </a:lnTo>
                  <a:lnTo>
                    <a:pt x="1026850" y="242900"/>
                  </a:lnTo>
                  <a:lnTo>
                    <a:pt x="1027070" y="241987"/>
                  </a:lnTo>
                  <a:lnTo>
                    <a:pt x="1028438" y="240723"/>
                  </a:lnTo>
                  <a:lnTo>
                    <a:pt x="1028675" y="238988"/>
                  </a:lnTo>
                  <a:lnTo>
                    <a:pt x="1029510" y="237724"/>
                  </a:lnTo>
                  <a:lnTo>
                    <a:pt x="1029450" y="236483"/>
                  </a:lnTo>
                  <a:lnTo>
                    <a:pt x="1029962" y="235767"/>
                  </a:lnTo>
                  <a:lnTo>
                    <a:pt x="1030490" y="234033"/>
                  </a:lnTo>
                  <a:lnTo>
                    <a:pt x="1031465" y="233354"/>
                  </a:lnTo>
                  <a:lnTo>
                    <a:pt x="1031378" y="232785"/>
                  </a:lnTo>
                  <a:lnTo>
                    <a:pt x="1030722" y="231613"/>
                  </a:lnTo>
                  <a:lnTo>
                    <a:pt x="1030873" y="230713"/>
                  </a:lnTo>
                  <a:lnTo>
                    <a:pt x="1031604" y="229230"/>
                  </a:lnTo>
                  <a:lnTo>
                    <a:pt x="1032761" y="227963"/>
                  </a:lnTo>
                  <a:lnTo>
                    <a:pt x="1032574" y="227390"/>
                  </a:lnTo>
                  <a:lnTo>
                    <a:pt x="1031958" y="227427"/>
                  </a:lnTo>
                  <a:lnTo>
                    <a:pt x="1031727" y="227238"/>
                  </a:lnTo>
                  <a:lnTo>
                    <a:pt x="1031163" y="225670"/>
                  </a:lnTo>
                  <a:lnTo>
                    <a:pt x="1030205" y="225246"/>
                  </a:lnTo>
                  <a:lnTo>
                    <a:pt x="1029697" y="222875"/>
                  </a:lnTo>
                  <a:lnTo>
                    <a:pt x="1028470" y="221675"/>
                  </a:lnTo>
                  <a:lnTo>
                    <a:pt x="1027893" y="220420"/>
                  </a:lnTo>
                  <a:lnTo>
                    <a:pt x="1026882" y="219642"/>
                  </a:lnTo>
                  <a:lnTo>
                    <a:pt x="1027088" y="217745"/>
                  </a:lnTo>
                  <a:lnTo>
                    <a:pt x="1026782" y="217086"/>
                  </a:lnTo>
                  <a:lnTo>
                    <a:pt x="1025668" y="215826"/>
                  </a:lnTo>
                  <a:lnTo>
                    <a:pt x="1025322" y="214898"/>
                  </a:lnTo>
                  <a:lnTo>
                    <a:pt x="1026552" y="213894"/>
                  </a:lnTo>
                  <a:lnTo>
                    <a:pt x="1026865" y="212518"/>
                  </a:lnTo>
                  <a:lnTo>
                    <a:pt x="1027575" y="212087"/>
                  </a:lnTo>
                  <a:lnTo>
                    <a:pt x="1028231" y="209574"/>
                  </a:lnTo>
                  <a:lnTo>
                    <a:pt x="1028517" y="209151"/>
                  </a:lnTo>
                  <a:lnTo>
                    <a:pt x="1029799" y="209022"/>
                  </a:lnTo>
                  <a:lnTo>
                    <a:pt x="1031579" y="207720"/>
                  </a:lnTo>
                  <a:lnTo>
                    <a:pt x="1032236" y="205690"/>
                  </a:lnTo>
                  <a:lnTo>
                    <a:pt x="1033277" y="205264"/>
                  </a:lnTo>
                  <a:lnTo>
                    <a:pt x="1033847" y="203659"/>
                  </a:lnTo>
                  <a:lnTo>
                    <a:pt x="1035163" y="203073"/>
                  </a:lnTo>
                  <a:lnTo>
                    <a:pt x="1035443" y="201526"/>
                  </a:lnTo>
                  <a:lnTo>
                    <a:pt x="1036688" y="199042"/>
                  </a:lnTo>
                  <a:lnTo>
                    <a:pt x="1037717" y="198971"/>
                  </a:lnTo>
                  <a:lnTo>
                    <a:pt x="1039553" y="199519"/>
                  </a:lnTo>
                  <a:lnTo>
                    <a:pt x="1040555" y="199022"/>
                  </a:lnTo>
                  <a:lnTo>
                    <a:pt x="1042140" y="198969"/>
                  </a:lnTo>
                  <a:lnTo>
                    <a:pt x="1043849" y="197661"/>
                  </a:lnTo>
                  <a:lnTo>
                    <a:pt x="1045887" y="196753"/>
                  </a:lnTo>
                  <a:lnTo>
                    <a:pt x="1046772" y="195910"/>
                  </a:lnTo>
                  <a:lnTo>
                    <a:pt x="1047939" y="195590"/>
                  </a:lnTo>
                  <a:lnTo>
                    <a:pt x="1049093" y="194788"/>
                  </a:lnTo>
                  <a:lnTo>
                    <a:pt x="1050590" y="194407"/>
                  </a:lnTo>
                  <a:lnTo>
                    <a:pt x="1052060" y="192866"/>
                  </a:lnTo>
                  <a:lnTo>
                    <a:pt x="1055556" y="191245"/>
                  </a:lnTo>
                  <a:lnTo>
                    <a:pt x="1056717" y="190144"/>
                  </a:lnTo>
                  <a:lnTo>
                    <a:pt x="1058713" y="189873"/>
                  </a:lnTo>
                  <a:lnTo>
                    <a:pt x="1059694" y="189186"/>
                  </a:lnTo>
                  <a:lnTo>
                    <a:pt x="1061500" y="189907"/>
                  </a:lnTo>
                  <a:lnTo>
                    <a:pt x="1063766" y="189918"/>
                  </a:lnTo>
                  <a:lnTo>
                    <a:pt x="1066264" y="190346"/>
                  </a:lnTo>
                  <a:lnTo>
                    <a:pt x="1068175" y="191429"/>
                  </a:lnTo>
                  <a:lnTo>
                    <a:pt x="1071137" y="191843"/>
                  </a:lnTo>
                  <a:lnTo>
                    <a:pt x="1074118" y="193471"/>
                  </a:lnTo>
                  <a:lnTo>
                    <a:pt x="1075055" y="193460"/>
                  </a:lnTo>
                  <a:lnTo>
                    <a:pt x="1076699" y="192853"/>
                  </a:lnTo>
                  <a:lnTo>
                    <a:pt x="1077424" y="193198"/>
                  </a:lnTo>
                  <a:lnTo>
                    <a:pt x="1078619" y="194245"/>
                  </a:lnTo>
                  <a:lnTo>
                    <a:pt x="1080202" y="194055"/>
                  </a:lnTo>
                  <a:lnTo>
                    <a:pt x="1080844" y="193418"/>
                  </a:lnTo>
                  <a:lnTo>
                    <a:pt x="1083072" y="192912"/>
                  </a:lnTo>
                  <a:lnTo>
                    <a:pt x="1084464" y="191726"/>
                  </a:lnTo>
                  <a:lnTo>
                    <a:pt x="1085617" y="191420"/>
                  </a:lnTo>
                  <a:lnTo>
                    <a:pt x="1087512" y="191580"/>
                  </a:lnTo>
                  <a:lnTo>
                    <a:pt x="1089176" y="192748"/>
                  </a:lnTo>
                  <a:lnTo>
                    <a:pt x="1090708" y="190754"/>
                  </a:lnTo>
                  <a:lnTo>
                    <a:pt x="1091526" y="190262"/>
                  </a:lnTo>
                  <a:lnTo>
                    <a:pt x="1092351" y="190213"/>
                  </a:lnTo>
                  <a:lnTo>
                    <a:pt x="1094576" y="190978"/>
                  </a:lnTo>
                  <a:lnTo>
                    <a:pt x="1095779" y="190754"/>
                  </a:lnTo>
                  <a:lnTo>
                    <a:pt x="1095830" y="189803"/>
                  </a:lnTo>
                  <a:lnTo>
                    <a:pt x="1096033" y="189567"/>
                  </a:lnTo>
                  <a:lnTo>
                    <a:pt x="1097336" y="188939"/>
                  </a:lnTo>
                  <a:lnTo>
                    <a:pt x="1098758" y="187781"/>
                  </a:lnTo>
                  <a:lnTo>
                    <a:pt x="1100318" y="185886"/>
                  </a:lnTo>
                  <a:lnTo>
                    <a:pt x="1100784" y="182236"/>
                  </a:lnTo>
                  <a:lnTo>
                    <a:pt x="1101031" y="181910"/>
                  </a:lnTo>
                  <a:lnTo>
                    <a:pt x="1103310" y="181113"/>
                  </a:lnTo>
                  <a:lnTo>
                    <a:pt x="1104801" y="182044"/>
                  </a:lnTo>
                  <a:lnTo>
                    <a:pt x="1106794" y="178127"/>
                  </a:lnTo>
                  <a:lnTo>
                    <a:pt x="1108308" y="176428"/>
                  </a:lnTo>
                  <a:lnTo>
                    <a:pt x="1109239" y="175783"/>
                  </a:lnTo>
                  <a:lnTo>
                    <a:pt x="1110846" y="175835"/>
                  </a:lnTo>
                  <a:lnTo>
                    <a:pt x="1112957" y="172421"/>
                  </a:lnTo>
                  <a:lnTo>
                    <a:pt x="1114252" y="172835"/>
                  </a:lnTo>
                  <a:lnTo>
                    <a:pt x="1114372" y="173109"/>
                  </a:lnTo>
                  <a:lnTo>
                    <a:pt x="1114326" y="173454"/>
                  </a:lnTo>
                  <a:lnTo>
                    <a:pt x="1113229" y="174697"/>
                  </a:lnTo>
                  <a:lnTo>
                    <a:pt x="1113235" y="174938"/>
                  </a:lnTo>
                  <a:lnTo>
                    <a:pt x="1113641" y="175177"/>
                  </a:lnTo>
                  <a:lnTo>
                    <a:pt x="1115825" y="174754"/>
                  </a:lnTo>
                  <a:lnTo>
                    <a:pt x="1116746" y="174247"/>
                  </a:lnTo>
                  <a:lnTo>
                    <a:pt x="1117492" y="174157"/>
                  </a:lnTo>
                  <a:lnTo>
                    <a:pt x="1120432" y="174615"/>
                  </a:lnTo>
                  <a:lnTo>
                    <a:pt x="1121886" y="174009"/>
                  </a:lnTo>
                  <a:lnTo>
                    <a:pt x="1122371" y="173105"/>
                  </a:lnTo>
                  <a:lnTo>
                    <a:pt x="1124239" y="171040"/>
                  </a:lnTo>
                  <a:lnTo>
                    <a:pt x="1126792" y="170626"/>
                  </a:lnTo>
                  <a:lnTo>
                    <a:pt x="1128848" y="170736"/>
                  </a:lnTo>
                  <a:lnTo>
                    <a:pt x="1129931" y="171188"/>
                  </a:lnTo>
                  <a:lnTo>
                    <a:pt x="1130738" y="171838"/>
                  </a:lnTo>
                  <a:lnTo>
                    <a:pt x="1131530" y="171794"/>
                  </a:lnTo>
                  <a:lnTo>
                    <a:pt x="1133064" y="172720"/>
                  </a:lnTo>
                  <a:lnTo>
                    <a:pt x="1135384" y="173226"/>
                  </a:lnTo>
                  <a:lnTo>
                    <a:pt x="1136775" y="172957"/>
                  </a:lnTo>
                  <a:lnTo>
                    <a:pt x="1138060" y="172000"/>
                  </a:lnTo>
                  <a:lnTo>
                    <a:pt x="1138590" y="172065"/>
                  </a:lnTo>
                  <a:lnTo>
                    <a:pt x="1140714" y="174133"/>
                  </a:lnTo>
                  <a:lnTo>
                    <a:pt x="1142430" y="173913"/>
                  </a:lnTo>
                  <a:lnTo>
                    <a:pt x="1142604" y="175577"/>
                  </a:lnTo>
                  <a:lnTo>
                    <a:pt x="1142422" y="177270"/>
                  </a:lnTo>
                  <a:lnTo>
                    <a:pt x="1142485" y="177510"/>
                  </a:lnTo>
                  <a:lnTo>
                    <a:pt x="1142878" y="177619"/>
                  </a:lnTo>
                  <a:lnTo>
                    <a:pt x="1145702" y="176876"/>
                  </a:lnTo>
                  <a:lnTo>
                    <a:pt x="1145812" y="176484"/>
                  </a:lnTo>
                  <a:lnTo>
                    <a:pt x="1145166" y="175752"/>
                  </a:lnTo>
                  <a:lnTo>
                    <a:pt x="1145187" y="175035"/>
                  </a:lnTo>
                  <a:lnTo>
                    <a:pt x="1145772" y="174402"/>
                  </a:lnTo>
                  <a:lnTo>
                    <a:pt x="1146542" y="174116"/>
                  </a:lnTo>
                  <a:lnTo>
                    <a:pt x="1150280" y="174642"/>
                  </a:lnTo>
                  <a:lnTo>
                    <a:pt x="1151668" y="175403"/>
                  </a:lnTo>
                  <a:lnTo>
                    <a:pt x="1152858" y="174703"/>
                  </a:lnTo>
                  <a:lnTo>
                    <a:pt x="1153921" y="175025"/>
                  </a:lnTo>
                  <a:lnTo>
                    <a:pt x="1156090" y="175188"/>
                  </a:lnTo>
                  <a:lnTo>
                    <a:pt x="1156633" y="175655"/>
                  </a:lnTo>
                  <a:lnTo>
                    <a:pt x="1156778" y="176743"/>
                  </a:lnTo>
                  <a:lnTo>
                    <a:pt x="1157297" y="177260"/>
                  </a:lnTo>
                  <a:lnTo>
                    <a:pt x="1157939" y="177377"/>
                  </a:lnTo>
                  <a:lnTo>
                    <a:pt x="1158935" y="178422"/>
                  </a:lnTo>
                  <a:lnTo>
                    <a:pt x="1160424" y="178022"/>
                  </a:lnTo>
                  <a:lnTo>
                    <a:pt x="1161229" y="177437"/>
                  </a:lnTo>
                  <a:lnTo>
                    <a:pt x="1161365" y="176982"/>
                  </a:lnTo>
                  <a:lnTo>
                    <a:pt x="1161343" y="176232"/>
                  </a:lnTo>
                  <a:lnTo>
                    <a:pt x="1160230" y="174332"/>
                  </a:lnTo>
                  <a:lnTo>
                    <a:pt x="1159611" y="172682"/>
                  </a:lnTo>
                  <a:lnTo>
                    <a:pt x="1159514" y="172107"/>
                  </a:lnTo>
                  <a:lnTo>
                    <a:pt x="1159862" y="170028"/>
                  </a:lnTo>
                  <a:lnTo>
                    <a:pt x="1161870" y="164669"/>
                  </a:lnTo>
                  <a:lnTo>
                    <a:pt x="1164707" y="159883"/>
                  </a:lnTo>
                  <a:lnTo>
                    <a:pt x="1165025" y="158791"/>
                  </a:lnTo>
                  <a:lnTo>
                    <a:pt x="1165009" y="157778"/>
                  </a:lnTo>
                  <a:lnTo>
                    <a:pt x="1166113" y="157461"/>
                  </a:lnTo>
                  <a:lnTo>
                    <a:pt x="1166859" y="156602"/>
                  </a:lnTo>
                  <a:lnTo>
                    <a:pt x="1168640" y="156887"/>
                  </a:lnTo>
                  <a:lnTo>
                    <a:pt x="1170138" y="155634"/>
                  </a:lnTo>
                  <a:lnTo>
                    <a:pt x="1171593" y="155058"/>
                  </a:lnTo>
                  <a:lnTo>
                    <a:pt x="1173330" y="155560"/>
                  </a:lnTo>
                  <a:lnTo>
                    <a:pt x="1173678" y="156382"/>
                  </a:lnTo>
                  <a:lnTo>
                    <a:pt x="1174195" y="156785"/>
                  </a:lnTo>
                  <a:lnTo>
                    <a:pt x="1175781" y="156180"/>
                  </a:lnTo>
                  <a:lnTo>
                    <a:pt x="1177033" y="156502"/>
                  </a:lnTo>
                  <a:lnTo>
                    <a:pt x="1177448" y="156395"/>
                  </a:lnTo>
                  <a:lnTo>
                    <a:pt x="1179204" y="155696"/>
                  </a:lnTo>
                  <a:lnTo>
                    <a:pt x="1179558" y="154977"/>
                  </a:lnTo>
                  <a:lnTo>
                    <a:pt x="1180501" y="154804"/>
                  </a:lnTo>
                  <a:lnTo>
                    <a:pt x="1181224" y="153818"/>
                  </a:lnTo>
                  <a:lnTo>
                    <a:pt x="1182069" y="153758"/>
                  </a:lnTo>
                  <a:lnTo>
                    <a:pt x="1183099" y="152981"/>
                  </a:lnTo>
                  <a:lnTo>
                    <a:pt x="1183654" y="153322"/>
                  </a:lnTo>
                  <a:lnTo>
                    <a:pt x="1184753" y="152869"/>
                  </a:lnTo>
                  <a:lnTo>
                    <a:pt x="1185245" y="152503"/>
                  </a:lnTo>
                  <a:lnTo>
                    <a:pt x="1185354" y="151496"/>
                  </a:lnTo>
                  <a:lnTo>
                    <a:pt x="1186304" y="150809"/>
                  </a:lnTo>
                  <a:lnTo>
                    <a:pt x="1186750" y="150104"/>
                  </a:lnTo>
                  <a:lnTo>
                    <a:pt x="1187817" y="149768"/>
                  </a:lnTo>
                  <a:lnTo>
                    <a:pt x="1188330" y="148814"/>
                  </a:lnTo>
                  <a:lnTo>
                    <a:pt x="1189206" y="148287"/>
                  </a:lnTo>
                  <a:lnTo>
                    <a:pt x="1189332" y="147870"/>
                  </a:lnTo>
                  <a:lnTo>
                    <a:pt x="1189070" y="147693"/>
                  </a:lnTo>
                  <a:lnTo>
                    <a:pt x="1189071" y="147219"/>
                  </a:lnTo>
                  <a:lnTo>
                    <a:pt x="1190180" y="145744"/>
                  </a:lnTo>
                  <a:lnTo>
                    <a:pt x="1190857" y="145467"/>
                  </a:lnTo>
                  <a:lnTo>
                    <a:pt x="1191385" y="144916"/>
                  </a:lnTo>
                  <a:lnTo>
                    <a:pt x="1191513" y="144116"/>
                  </a:lnTo>
                  <a:lnTo>
                    <a:pt x="1191303" y="143124"/>
                  </a:lnTo>
                  <a:lnTo>
                    <a:pt x="1192202" y="142703"/>
                  </a:lnTo>
                  <a:lnTo>
                    <a:pt x="1193398" y="141567"/>
                  </a:lnTo>
                  <a:lnTo>
                    <a:pt x="1194358" y="140994"/>
                  </a:lnTo>
                  <a:lnTo>
                    <a:pt x="1195161" y="139866"/>
                  </a:lnTo>
                  <a:lnTo>
                    <a:pt x="1195297" y="138929"/>
                  </a:lnTo>
                  <a:lnTo>
                    <a:pt x="1196600" y="138392"/>
                  </a:lnTo>
                  <a:lnTo>
                    <a:pt x="1197529" y="137290"/>
                  </a:lnTo>
                  <a:lnTo>
                    <a:pt x="1197912" y="136382"/>
                  </a:lnTo>
                  <a:lnTo>
                    <a:pt x="1197607" y="135392"/>
                  </a:lnTo>
                  <a:lnTo>
                    <a:pt x="1198441" y="135307"/>
                  </a:lnTo>
                  <a:lnTo>
                    <a:pt x="1198647" y="135083"/>
                  </a:lnTo>
                  <a:lnTo>
                    <a:pt x="1198874" y="133590"/>
                  </a:lnTo>
                  <a:lnTo>
                    <a:pt x="1199716" y="133599"/>
                  </a:lnTo>
                  <a:lnTo>
                    <a:pt x="1199931" y="133264"/>
                  </a:lnTo>
                  <a:lnTo>
                    <a:pt x="1200198" y="131502"/>
                  </a:lnTo>
                  <a:lnTo>
                    <a:pt x="1200920" y="131116"/>
                  </a:lnTo>
                  <a:lnTo>
                    <a:pt x="1201161" y="130720"/>
                  </a:lnTo>
                  <a:lnTo>
                    <a:pt x="1201474" y="127069"/>
                  </a:lnTo>
                  <a:lnTo>
                    <a:pt x="1201800" y="126665"/>
                  </a:lnTo>
                  <a:lnTo>
                    <a:pt x="1202424" y="124487"/>
                  </a:lnTo>
                  <a:lnTo>
                    <a:pt x="1202995" y="124012"/>
                  </a:lnTo>
                  <a:lnTo>
                    <a:pt x="1203427" y="122965"/>
                  </a:lnTo>
                  <a:lnTo>
                    <a:pt x="1205397" y="122195"/>
                  </a:lnTo>
                  <a:lnTo>
                    <a:pt x="1205835" y="121439"/>
                  </a:lnTo>
                  <a:lnTo>
                    <a:pt x="1206744" y="120727"/>
                  </a:lnTo>
                  <a:lnTo>
                    <a:pt x="1207475" y="119578"/>
                  </a:lnTo>
                  <a:lnTo>
                    <a:pt x="1207509" y="119083"/>
                  </a:lnTo>
                  <a:lnTo>
                    <a:pt x="1208338" y="118500"/>
                  </a:lnTo>
                  <a:lnTo>
                    <a:pt x="1208452" y="117861"/>
                  </a:lnTo>
                  <a:lnTo>
                    <a:pt x="1209220" y="117502"/>
                  </a:lnTo>
                  <a:lnTo>
                    <a:pt x="1209385" y="117214"/>
                  </a:lnTo>
                  <a:lnTo>
                    <a:pt x="1209546" y="116513"/>
                  </a:lnTo>
                  <a:lnTo>
                    <a:pt x="1210025" y="115990"/>
                  </a:lnTo>
                  <a:lnTo>
                    <a:pt x="1210225" y="114531"/>
                  </a:lnTo>
                  <a:lnTo>
                    <a:pt x="1211261" y="114299"/>
                  </a:lnTo>
                  <a:lnTo>
                    <a:pt x="1212138" y="113425"/>
                  </a:lnTo>
                  <a:lnTo>
                    <a:pt x="1212595" y="113480"/>
                  </a:lnTo>
                  <a:lnTo>
                    <a:pt x="1213000" y="114505"/>
                  </a:lnTo>
                  <a:lnTo>
                    <a:pt x="1213370" y="114590"/>
                  </a:lnTo>
                  <a:lnTo>
                    <a:pt x="1213853" y="115104"/>
                  </a:lnTo>
                  <a:lnTo>
                    <a:pt x="1217719" y="115234"/>
                  </a:lnTo>
                  <a:lnTo>
                    <a:pt x="1217946" y="116073"/>
                  </a:lnTo>
                  <a:lnTo>
                    <a:pt x="1218589" y="116999"/>
                  </a:lnTo>
                  <a:lnTo>
                    <a:pt x="1218320" y="117884"/>
                  </a:lnTo>
                  <a:lnTo>
                    <a:pt x="1219111" y="118764"/>
                  </a:lnTo>
                  <a:lnTo>
                    <a:pt x="1219656" y="120167"/>
                  </a:lnTo>
                  <a:lnTo>
                    <a:pt x="1222225" y="121409"/>
                  </a:lnTo>
                  <a:lnTo>
                    <a:pt x="1226269" y="120844"/>
                  </a:lnTo>
                  <a:lnTo>
                    <a:pt x="1227663" y="120410"/>
                  </a:lnTo>
                  <a:lnTo>
                    <a:pt x="1229066" y="120794"/>
                  </a:lnTo>
                  <a:lnTo>
                    <a:pt x="1229482" y="120447"/>
                  </a:lnTo>
                  <a:lnTo>
                    <a:pt x="1230489" y="121137"/>
                  </a:lnTo>
                  <a:lnTo>
                    <a:pt x="1231508" y="121189"/>
                  </a:lnTo>
                  <a:lnTo>
                    <a:pt x="1231665" y="121505"/>
                  </a:lnTo>
                  <a:lnTo>
                    <a:pt x="1232304" y="121830"/>
                  </a:lnTo>
                  <a:lnTo>
                    <a:pt x="1233024" y="123241"/>
                  </a:lnTo>
                  <a:lnTo>
                    <a:pt x="1234528" y="124524"/>
                  </a:lnTo>
                  <a:lnTo>
                    <a:pt x="1235168" y="125539"/>
                  </a:lnTo>
                  <a:lnTo>
                    <a:pt x="1235617" y="125742"/>
                  </a:lnTo>
                  <a:lnTo>
                    <a:pt x="1236597" y="127614"/>
                  </a:lnTo>
                  <a:lnTo>
                    <a:pt x="1238901" y="129381"/>
                  </a:lnTo>
                  <a:lnTo>
                    <a:pt x="1241956" y="129612"/>
                  </a:lnTo>
                  <a:lnTo>
                    <a:pt x="1243528" y="130008"/>
                  </a:lnTo>
                  <a:lnTo>
                    <a:pt x="1245888" y="132308"/>
                  </a:lnTo>
                  <a:lnTo>
                    <a:pt x="1247472" y="133457"/>
                  </a:lnTo>
                  <a:lnTo>
                    <a:pt x="1249350" y="134435"/>
                  </a:lnTo>
                  <a:lnTo>
                    <a:pt x="1252031" y="135253"/>
                  </a:lnTo>
                  <a:lnTo>
                    <a:pt x="1257056" y="139752"/>
                  </a:lnTo>
                  <a:lnTo>
                    <a:pt x="1254517" y="143058"/>
                  </a:lnTo>
                  <a:lnTo>
                    <a:pt x="1254595" y="145800"/>
                  </a:lnTo>
                  <a:lnTo>
                    <a:pt x="1259183" y="151280"/>
                  </a:lnTo>
                  <a:lnTo>
                    <a:pt x="1270074" y="159298"/>
                  </a:lnTo>
                  <a:lnTo>
                    <a:pt x="1278296" y="161126"/>
                  </a:lnTo>
                  <a:lnTo>
                    <a:pt x="1281873" y="164111"/>
                  </a:lnTo>
                  <a:lnTo>
                    <a:pt x="1288325" y="174785"/>
                  </a:lnTo>
                  <a:lnTo>
                    <a:pt x="1292552" y="172539"/>
                  </a:lnTo>
                  <a:lnTo>
                    <a:pt x="1297786" y="171249"/>
                  </a:lnTo>
                  <a:lnTo>
                    <a:pt x="1299120" y="170255"/>
                  </a:lnTo>
                  <a:lnTo>
                    <a:pt x="1299225" y="169758"/>
                  </a:lnTo>
                  <a:lnTo>
                    <a:pt x="1309356" y="164898"/>
                  </a:lnTo>
                  <a:lnTo>
                    <a:pt x="1310299" y="163733"/>
                  </a:lnTo>
                  <a:lnTo>
                    <a:pt x="1314630" y="159993"/>
                  </a:lnTo>
                  <a:lnTo>
                    <a:pt x="1317524" y="159596"/>
                  </a:lnTo>
                  <a:lnTo>
                    <a:pt x="1320489" y="158574"/>
                  </a:lnTo>
                  <a:lnTo>
                    <a:pt x="1321840" y="156658"/>
                  </a:lnTo>
                  <a:lnTo>
                    <a:pt x="1322262" y="155407"/>
                  </a:lnTo>
                  <a:lnTo>
                    <a:pt x="1327368" y="154501"/>
                  </a:lnTo>
                  <a:lnTo>
                    <a:pt x="1333323" y="156741"/>
                  </a:lnTo>
                  <a:lnTo>
                    <a:pt x="1342707" y="145337"/>
                  </a:lnTo>
                  <a:lnTo>
                    <a:pt x="1345798" y="145111"/>
                  </a:lnTo>
                  <a:lnTo>
                    <a:pt x="1358315" y="145818"/>
                  </a:lnTo>
                  <a:lnTo>
                    <a:pt x="1358292" y="147208"/>
                  </a:lnTo>
                  <a:lnTo>
                    <a:pt x="1356043" y="150784"/>
                  </a:lnTo>
                  <a:lnTo>
                    <a:pt x="1356348" y="153445"/>
                  </a:lnTo>
                  <a:lnTo>
                    <a:pt x="1360174" y="157133"/>
                  </a:lnTo>
                  <a:lnTo>
                    <a:pt x="1363803" y="156985"/>
                  </a:lnTo>
                  <a:lnTo>
                    <a:pt x="1366221" y="161164"/>
                  </a:lnTo>
                  <a:lnTo>
                    <a:pt x="1373945" y="156831"/>
                  </a:lnTo>
                  <a:lnTo>
                    <a:pt x="1376243" y="154885"/>
                  </a:lnTo>
                  <a:lnTo>
                    <a:pt x="1378929" y="154089"/>
                  </a:lnTo>
                  <a:lnTo>
                    <a:pt x="1385390" y="150414"/>
                  </a:lnTo>
                  <a:lnTo>
                    <a:pt x="1388039" y="148970"/>
                  </a:lnTo>
                  <a:lnTo>
                    <a:pt x="1390845" y="151536"/>
                  </a:lnTo>
                  <a:lnTo>
                    <a:pt x="1398728" y="162128"/>
                  </a:lnTo>
                  <a:lnTo>
                    <a:pt x="1399261" y="162038"/>
                  </a:lnTo>
                  <a:lnTo>
                    <a:pt x="1399974" y="162380"/>
                  </a:lnTo>
                  <a:lnTo>
                    <a:pt x="1401239" y="164340"/>
                  </a:lnTo>
                  <a:lnTo>
                    <a:pt x="1402354" y="166801"/>
                  </a:lnTo>
                  <a:lnTo>
                    <a:pt x="1403167" y="168012"/>
                  </a:lnTo>
                  <a:lnTo>
                    <a:pt x="1403122" y="168617"/>
                  </a:lnTo>
                  <a:lnTo>
                    <a:pt x="1404016" y="169851"/>
                  </a:lnTo>
                  <a:lnTo>
                    <a:pt x="1405663" y="172956"/>
                  </a:lnTo>
                  <a:lnTo>
                    <a:pt x="1405526" y="173627"/>
                  </a:lnTo>
                  <a:lnTo>
                    <a:pt x="1405846" y="177480"/>
                  </a:lnTo>
                  <a:lnTo>
                    <a:pt x="1405640" y="178383"/>
                  </a:lnTo>
                  <a:lnTo>
                    <a:pt x="1406330" y="179650"/>
                  </a:lnTo>
                  <a:lnTo>
                    <a:pt x="1406105" y="183293"/>
                  </a:lnTo>
                  <a:lnTo>
                    <a:pt x="1406767" y="185700"/>
                  </a:lnTo>
                  <a:lnTo>
                    <a:pt x="1406063" y="188854"/>
                  </a:lnTo>
                  <a:lnTo>
                    <a:pt x="1412833" y="192025"/>
                  </a:lnTo>
                  <a:lnTo>
                    <a:pt x="1413452" y="192800"/>
                  </a:lnTo>
                  <a:lnTo>
                    <a:pt x="1424528" y="193146"/>
                  </a:lnTo>
                  <a:lnTo>
                    <a:pt x="1428941" y="196552"/>
                  </a:lnTo>
                  <a:lnTo>
                    <a:pt x="1432557" y="196596"/>
                  </a:lnTo>
                  <a:lnTo>
                    <a:pt x="1437938" y="197552"/>
                  </a:lnTo>
                  <a:lnTo>
                    <a:pt x="1439042" y="197778"/>
                  </a:lnTo>
                  <a:lnTo>
                    <a:pt x="1441968" y="196923"/>
                  </a:lnTo>
                  <a:lnTo>
                    <a:pt x="1445079" y="199258"/>
                  </a:lnTo>
                  <a:lnTo>
                    <a:pt x="1447432" y="196381"/>
                  </a:lnTo>
                  <a:lnTo>
                    <a:pt x="1461009" y="196316"/>
                  </a:lnTo>
                  <a:lnTo>
                    <a:pt x="1463375" y="192734"/>
                  </a:lnTo>
                  <a:lnTo>
                    <a:pt x="1463766" y="188651"/>
                  </a:lnTo>
                  <a:lnTo>
                    <a:pt x="1464664" y="185641"/>
                  </a:lnTo>
                  <a:lnTo>
                    <a:pt x="1469157" y="183368"/>
                  </a:lnTo>
                  <a:lnTo>
                    <a:pt x="1470240" y="180451"/>
                  </a:lnTo>
                  <a:lnTo>
                    <a:pt x="1473859" y="178134"/>
                  </a:lnTo>
                  <a:lnTo>
                    <a:pt x="1476854" y="174437"/>
                  </a:lnTo>
                  <a:lnTo>
                    <a:pt x="1476193" y="171912"/>
                  </a:lnTo>
                  <a:lnTo>
                    <a:pt x="1480377" y="168844"/>
                  </a:lnTo>
                  <a:lnTo>
                    <a:pt x="1482938" y="165794"/>
                  </a:lnTo>
                  <a:lnTo>
                    <a:pt x="1485272" y="162523"/>
                  </a:lnTo>
                  <a:lnTo>
                    <a:pt x="1486248" y="160499"/>
                  </a:lnTo>
                  <a:lnTo>
                    <a:pt x="1488587" y="159723"/>
                  </a:lnTo>
                  <a:lnTo>
                    <a:pt x="1493368" y="155969"/>
                  </a:lnTo>
                  <a:lnTo>
                    <a:pt x="1498387" y="154913"/>
                  </a:lnTo>
                  <a:lnTo>
                    <a:pt x="1502866" y="153164"/>
                  </a:lnTo>
                  <a:lnTo>
                    <a:pt x="1503634" y="151394"/>
                  </a:lnTo>
                  <a:lnTo>
                    <a:pt x="1503218" y="149081"/>
                  </a:lnTo>
                  <a:lnTo>
                    <a:pt x="1506184" y="145905"/>
                  </a:lnTo>
                  <a:lnTo>
                    <a:pt x="1508216" y="142977"/>
                  </a:lnTo>
                  <a:lnTo>
                    <a:pt x="1509994" y="142979"/>
                  </a:lnTo>
                  <a:lnTo>
                    <a:pt x="1513912" y="144227"/>
                  </a:lnTo>
                  <a:lnTo>
                    <a:pt x="1518930" y="147458"/>
                  </a:lnTo>
                  <a:lnTo>
                    <a:pt x="1522882" y="148191"/>
                  </a:lnTo>
                  <a:lnTo>
                    <a:pt x="1525106" y="147414"/>
                  </a:lnTo>
                  <a:lnTo>
                    <a:pt x="1529833" y="146399"/>
                  </a:lnTo>
                  <a:lnTo>
                    <a:pt x="1534409" y="145869"/>
                  </a:lnTo>
                  <a:lnTo>
                    <a:pt x="1539657" y="142606"/>
                  </a:lnTo>
                  <a:lnTo>
                    <a:pt x="1540684" y="141435"/>
                  </a:lnTo>
                  <a:lnTo>
                    <a:pt x="1545909" y="140179"/>
                  </a:lnTo>
                  <a:lnTo>
                    <a:pt x="1547842" y="140009"/>
                  </a:lnTo>
                  <a:lnTo>
                    <a:pt x="1550171" y="138509"/>
                  </a:lnTo>
                  <a:lnTo>
                    <a:pt x="1552876" y="138166"/>
                  </a:lnTo>
                  <a:lnTo>
                    <a:pt x="1554821" y="136881"/>
                  </a:lnTo>
                  <a:lnTo>
                    <a:pt x="1560098" y="135030"/>
                  </a:lnTo>
                  <a:lnTo>
                    <a:pt x="1561944" y="132830"/>
                  </a:lnTo>
                  <a:lnTo>
                    <a:pt x="1563973" y="132315"/>
                  </a:lnTo>
                  <a:lnTo>
                    <a:pt x="1564570" y="131958"/>
                  </a:lnTo>
                  <a:lnTo>
                    <a:pt x="1566947" y="129503"/>
                  </a:lnTo>
                  <a:lnTo>
                    <a:pt x="1567272" y="127921"/>
                  </a:lnTo>
                  <a:lnTo>
                    <a:pt x="1568339" y="127356"/>
                  </a:lnTo>
                  <a:lnTo>
                    <a:pt x="1568583" y="127485"/>
                  </a:lnTo>
                  <a:lnTo>
                    <a:pt x="1569959" y="127197"/>
                  </a:lnTo>
                  <a:lnTo>
                    <a:pt x="1573040" y="127436"/>
                  </a:lnTo>
                  <a:lnTo>
                    <a:pt x="1574170" y="127044"/>
                  </a:lnTo>
                  <a:lnTo>
                    <a:pt x="1597246" y="145377"/>
                  </a:lnTo>
                  <a:lnTo>
                    <a:pt x="1597097" y="145595"/>
                  </a:lnTo>
                  <a:lnTo>
                    <a:pt x="1597794" y="145573"/>
                  </a:lnTo>
                  <a:lnTo>
                    <a:pt x="1599995" y="146163"/>
                  </a:lnTo>
                  <a:lnTo>
                    <a:pt x="1602123" y="145584"/>
                  </a:lnTo>
                  <a:lnTo>
                    <a:pt x="1604760" y="143905"/>
                  </a:lnTo>
                  <a:lnTo>
                    <a:pt x="1605284" y="143785"/>
                  </a:lnTo>
                  <a:lnTo>
                    <a:pt x="1606297" y="144001"/>
                  </a:lnTo>
                  <a:lnTo>
                    <a:pt x="1608384" y="145156"/>
                  </a:lnTo>
                  <a:lnTo>
                    <a:pt x="1610900" y="145641"/>
                  </a:lnTo>
                  <a:lnTo>
                    <a:pt x="1611805" y="145040"/>
                  </a:lnTo>
                  <a:lnTo>
                    <a:pt x="1613605" y="142577"/>
                  </a:lnTo>
                  <a:lnTo>
                    <a:pt x="1614589" y="142387"/>
                  </a:lnTo>
                  <a:lnTo>
                    <a:pt x="1615640" y="142975"/>
                  </a:lnTo>
                  <a:lnTo>
                    <a:pt x="1616892" y="143033"/>
                  </a:lnTo>
                  <a:lnTo>
                    <a:pt x="1618252" y="142163"/>
                  </a:lnTo>
                  <a:lnTo>
                    <a:pt x="1619722" y="142485"/>
                  </a:lnTo>
                  <a:lnTo>
                    <a:pt x="1622009" y="141694"/>
                  </a:lnTo>
                  <a:lnTo>
                    <a:pt x="1627302" y="141974"/>
                  </a:lnTo>
                  <a:lnTo>
                    <a:pt x="1627776" y="143429"/>
                  </a:lnTo>
                  <a:lnTo>
                    <a:pt x="1629381" y="143232"/>
                  </a:lnTo>
                  <a:lnTo>
                    <a:pt x="1632963" y="143640"/>
                  </a:lnTo>
                  <a:lnTo>
                    <a:pt x="1632985" y="143435"/>
                  </a:lnTo>
                  <a:lnTo>
                    <a:pt x="1635937" y="142988"/>
                  </a:lnTo>
                  <a:lnTo>
                    <a:pt x="1639395" y="141993"/>
                  </a:lnTo>
                  <a:lnTo>
                    <a:pt x="1642227" y="140597"/>
                  </a:lnTo>
                  <a:lnTo>
                    <a:pt x="1649220" y="140094"/>
                  </a:lnTo>
                  <a:lnTo>
                    <a:pt x="1651809" y="139670"/>
                  </a:lnTo>
                  <a:lnTo>
                    <a:pt x="1659337" y="137839"/>
                  </a:lnTo>
                  <a:lnTo>
                    <a:pt x="1661261" y="137580"/>
                  </a:lnTo>
                  <a:lnTo>
                    <a:pt x="1664871" y="136469"/>
                  </a:lnTo>
                  <a:lnTo>
                    <a:pt x="1668119" y="134875"/>
                  </a:lnTo>
                  <a:lnTo>
                    <a:pt x="1672128" y="135332"/>
                  </a:lnTo>
                  <a:lnTo>
                    <a:pt x="1676574" y="133566"/>
                  </a:lnTo>
                  <a:lnTo>
                    <a:pt x="1678058" y="132565"/>
                  </a:lnTo>
                  <a:lnTo>
                    <a:pt x="1678810" y="130882"/>
                  </a:lnTo>
                  <a:lnTo>
                    <a:pt x="1678790" y="130132"/>
                  </a:lnTo>
                  <a:lnTo>
                    <a:pt x="1677721" y="128376"/>
                  </a:lnTo>
                  <a:lnTo>
                    <a:pt x="1676294" y="124343"/>
                  </a:lnTo>
                  <a:lnTo>
                    <a:pt x="1678737" y="124338"/>
                  </a:lnTo>
                  <a:lnTo>
                    <a:pt x="1680938" y="119299"/>
                  </a:lnTo>
                  <a:lnTo>
                    <a:pt x="1681178" y="116281"/>
                  </a:lnTo>
                  <a:lnTo>
                    <a:pt x="1682435" y="114135"/>
                  </a:lnTo>
                  <a:lnTo>
                    <a:pt x="1685271" y="111050"/>
                  </a:lnTo>
                  <a:lnTo>
                    <a:pt x="1685945" y="110708"/>
                  </a:lnTo>
                  <a:lnTo>
                    <a:pt x="1687073" y="110831"/>
                  </a:lnTo>
                  <a:lnTo>
                    <a:pt x="1689064" y="114332"/>
                  </a:lnTo>
                  <a:lnTo>
                    <a:pt x="1690166" y="114471"/>
                  </a:lnTo>
                  <a:lnTo>
                    <a:pt x="1690325" y="115816"/>
                  </a:lnTo>
                  <a:lnTo>
                    <a:pt x="1691887" y="117073"/>
                  </a:lnTo>
                  <a:lnTo>
                    <a:pt x="1692758" y="117285"/>
                  </a:lnTo>
                  <a:lnTo>
                    <a:pt x="1694591" y="116089"/>
                  </a:lnTo>
                  <a:lnTo>
                    <a:pt x="1695474" y="115870"/>
                  </a:lnTo>
                  <a:lnTo>
                    <a:pt x="1697034" y="116758"/>
                  </a:lnTo>
                  <a:lnTo>
                    <a:pt x="1699460" y="116336"/>
                  </a:lnTo>
                  <a:lnTo>
                    <a:pt x="1701240" y="115092"/>
                  </a:lnTo>
                  <a:lnTo>
                    <a:pt x="1702315" y="115462"/>
                  </a:lnTo>
                  <a:lnTo>
                    <a:pt x="1702651" y="116103"/>
                  </a:lnTo>
                  <a:lnTo>
                    <a:pt x="1706448" y="116030"/>
                  </a:lnTo>
                  <a:lnTo>
                    <a:pt x="1706995" y="114996"/>
                  </a:lnTo>
                  <a:lnTo>
                    <a:pt x="1711736" y="118301"/>
                  </a:lnTo>
                  <a:lnTo>
                    <a:pt x="1713734" y="118331"/>
                  </a:lnTo>
                  <a:lnTo>
                    <a:pt x="1717427" y="122217"/>
                  </a:lnTo>
                  <a:lnTo>
                    <a:pt x="1720831" y="120154"/>
                  </a:lnTo>
                  <a:lnTo>
                    <a:pt x="1724087" y="118765"/>
                  </a:lnTo>
                  <a:lnTo>
                    <a:pt x="1727965" y="118328"/>
                  </a:lnTo>
                  <a:lnTo>
                    <a:pt x="1733118" y="117081"/>
                  </a:lnTo>
                  <a:lnTo>
                    <a:pt x="1733815" y="118251"/>
                  </a:lnTo>
                  <a:lnTo>
                    <a:pt x="1737667" y="118458"/>
                  </a:lnTo>
                  <a:lnTo>
                    <a:pt x="1742249" y="117666"/>
                  </a:lnTo>
                  <a:lnTo>
                    <a:pt x="1744464" y="118332"/>
                  </a:lnTo>
                  <a:lnTo>
                    <a:pt x="1748324" y="120809"/>
                  </a:lnTo>
                  <a:lnTo>
                    <a:pt x="1750451" y="121913"/>
                  </a:lnTo>
                  <a:lnTo>
                    <a:pt x="1751800" y="121314"/>
                  </a:lnTo>
                  <a:lnTo>
                    <a:pt x="1752077" y="118798"/>
                  </a:lnTo>
                  <a:lnTo>
                    <a:pt x="1754145" y="117276"/>
                  </a:lnTo>
                  <a:lnTo>
                    <a:pt x="1755603" y="114379"/>
                  </a:lnTo>
                  <a:lnTo>
                    <a:pt x="1757958" y="111297"/>
                  </a:lnTo>
                  <a:lnTo>
                    <a:pt x="1759297" y="110744"/>
                  </a:lnTo>
                  <a:lnTo>
                    <a:pt x="1760263" y="108439"/>
                  </a:lnTo>
                  <a:lnTo>
                    <a:pt x="1761889" y="106233"/>
                  </a:lnTo>
                  <a:lnTo>
                    <a:pt x="1761720" y="105645"/>
                  </a:lnTo>
                  <a:lnTo>
                    <a:pt x="1761898" y="104142"/>
                  </a:lnTo>
                  <a:lnTo>
                    <a:pt x="1760083" y="102871"/>
                  </a:lnTo>
                  <a:lnTo>
                    <a:pt x="1758957" y="99903"/>
                  </a:lnTo>
                  <a:lnTo>
                    <a:pt x="1761358" y="97047"/>
                  </a:lnTo>
                  <a:lnTo>
                    <a:pt x="1759125" y="94450"/>
                  </a:lnTo>
                  <a:lnTo>
                    <a:pt x="1756594" y="95596"/>
                  </a:lnTo>
                  <a:lnTo>
                    <a:pt x="1754450" y="95402"/>
                  </a:lnTo>
                  <a:lnTo>
                    <a:pt x="1752897" y="94726"/>
                  </a:lnTo>
                  <a:lnTo>
                    <a:pt x="1752757" y="92782"/>
                  </a:lnTo>
                  <a:lnTo>
                    <a:pt x="1751206" y="87543"/>
                  </a:lnTo>
                  <a:lnTo>
                    <a:pt x="1757178" y="83120"/>
                  </a:lnTo>
                  <a:lnTo>
                    <a:pt x="1757085" y="82003"/>
                  </a:lnTo>
                  <a:lnTo>
                    <a:pt x="1756375" y="79710"/>
                  </a:lnTo>
                  <a:lnTo>
                    <a:pt x="1757882" y="77337"/>
                  </a:lnTo>
                  <a:lnTo>
                    <a:pt x="1756570" y="76099"/>
                  </a:lnTo>
                  <a:lnTo>
                    <a:pt x="1757879" y="74698"/>
                  </a:lnTo>
                  <a:lnTo>
                    <a:pt x="1758357" y="71436"/>
                  </a:lnTo>
                  <a:lnTo>
                    <a:pt x="1758068" y="70211"/>
                  </a:lnTo>
                  <a:lnTo>
                    <a:pt x="1758532" y="69907"/>
                  </a:lnTo>
                  <a:lnTo>
                    <a:pt x="1758258" y="69216"/>
                  </a:lnTo>
                  <a:lnTo>
                    <a:pt x="1758709" y="67942"/>
                  </a:lnTo>
                  <a:lnTo>
                    <a:pt x="1758524" y="67089"/>
                  </a:lnTo>
                  <a:lnTo>
                    <a:pt x="1759901" y="65811"/>
                  </a:lnTo>
                  <a:lnTo>
                    <a:pt x="1759772" y="64940"/>
                  </a:lnTo>
                  <a:lnTo>
                    <a:pt x="1760014" y="64711"/>
                  </a:lnTo>
                  <a:lnTo>
                    <a:pt x="1760461" y="64717"/>
                  </a:lnTo>
                  <a:lnTo>
                    <a:pt x="1761886" y="63735"/>
                  </a:lnTo>
                  <a:lnTo>
                    <a:pt x="1765149" y="63127"/>
                  </a:lnTo>
                  <a:lnTo>
                    <a:pt x="1765811" y="62554"/>
                  </a:lnTo>
                  <a:lnTo>
                    <a:pt x="1765975" y="61674"/>
                  </a:lnTo>
                  <a:lnTo>
                    <a:pt x="1765728" y="61367"/>
                  </a:lnTo>
                  <a:lnTo>
                    <a:pt x="1765794" y="61014"/>
                  </a:lnTo>
                  <a:lnTo>
                    <a:pt x="1766946" y="58718"/>
                  </a:lnTo>
                  <a:lnTo>
                    <a:pt x="1766740" y="56213"/>
                  </a:lnTo>
                  <a:lnTo>
                    <a:pt x="1766863" y="55095"/>
                  </a:lnTo>
                  <a:lnTo>
                    <a:pt x="1768008" y="53814"/>
                  </a:lnTo>
                  <a:lnTo>
                    <a:pt x="1771420" y="54202"/>
                  </a:lnTo>
                  <a:lnTo>
                    <a:pt x="1776391" y="52115"/>
                  </a:lnTo>
                  <a:lnTo>
                    <a:pt x="1779483" y="51576"/>
                  </a:lnTo>
                  <a:lnTo>
                    <a:pt x="1781377" y="50704"/>
                  </a:lnTo>
                  <a:lnTo>
                    <a:pt x="1784889" y="49844"/>
                  </a:lnTo>
                  <a:lnTo>
                    <a:pt x="1786073" y="48969"/>
                  </a:lnTo>
                  <a:lnTo>
                    <a:pt x="1788630" y="49676"/>
                  </a:lnTo>
                  <a:lnTo>
                    <a:pt x="1790853" y="51000"/>
                  </a:lnTo>
                  <a:lnTo>
                    <a:pt x="1791729" y="50951"/>
                  </a:lnTo>
                  <a:lnTo>
                    <a:pt x="1793598" y="51332"/>
                  </a:lnTo>
                  <a:lnTo>
                    <a:pt x="1794756" y="51166"/>
                  </a:lnTo>
                  <a:lnTo>
                    <a:pt x="1795301" y="51400"/>
                  </a:lnTo>
                  <a:lnTo>
                    <a:pt x="1796516" y="52531"/>
                  </a:lnTo>
                  <a:lnTo>
                    <a:pt x="1799353" y="53049"/>
                  </a:lnTo>
                  <a:lnTo>
                    <a:pt x="1799736" y="54058"/>
                  </a:lnTo>
                  <a:lnTo>
                    <a:pt x="1800124" y="54389"/>
                  </a:lnTo>
                  <a:lnTo>
                    <a:pt x="1800970" y="54540"/>
                  </a:lnTo>
                  <a:lnTo>
                    <a:pt x="1801926" y="55301"/>
                  </a:lnTo>
                  <a:lnTo>
                    <a:pt x="1804672" y="56449"/>
                  </a:lnTo>
                  <a:lnTo>
                    <a:pt x="1804953" y="57292"/>
                  </a:lnTo>
                  <a:lnTo>
                    <a:pt x="1806945" y="58052"/>
                  </a:lnTo>
                  <a:lnTo>
                    <a:pt x="1809685" y="58003"/>
                  </a:lnTo>
                  <a:lnTo>
                    <a:pt x="1811393" y="59023"/>
                  </a:lnTo>
                  <a:lnTo>
                    <a:pt x="1811766" y="58754"/>
                  </a:lnTo>
                  <a:lnTo>
                    <a:pt x="1811511" y="57923"/>
                  </a:lnTo>
                  <a:lnTo>
                    <a:pt x="1811687" y="57502"/>
                  </a:lnTo>
                  <a:lnTo>
                    <a:pt x="1812714" y="57651"/>
                  </a:lnTo>
                  <a:lnTo>
                    <a:pt x="1812946" y="57352"/>
                  </a:lnTo>
                  <a:lnTo>
                    <a:pt x="1813540" y="57473"/>
                  </a:lnTo>
                  <a:lnTo>
                    <a:pt x="1814757" y="56560"/>
                  </a:lnTo>
                  <a:lnTo>
                    <a:pt x="1816428" y="56581"/>
                  </a:lnTo>
                  <a:lnTo>
                    <a:pt x="1837072" y="59438"/>
                  </a:lnTo>
                  <a:lnTo>
                    <a:pt x="1837573" y="60013"/>
                  </a:lnTo>
                  <a:lnTo>
                    <a:pt x="1840241" y="60820"/>
                  </a:lnTo>
                  <a:lnTo>
                    <a:pt x="1840706" y="61323"/>
                  </a:lnTo>
                  <a:lnTo>
                    <a:pt x="1842986" y="61246"/>
                  </a:lnTo>
                  <a:lnTo>
                    <a:pt x="1843505" y="60624"/>
                  </a:lnTo>
                  <a:lnTo>
                    <a:pt x="1844159" y="60516"/>
                  </a:lnTo>
                  <a:lnTo>
                    <a:pt x="1844763" y="59624"/>
                  </a:lnTo>
                  <a:lnTo>
                    <a:pt x="1844987" y="58215"/>
                  </a:lnTo>
                  <a:lnTo>
                    <a:pt x="1846723" y="56197"/>
                  </a:lnTo>
                  <a:lnTo>
                    <a:pt x="1846643" y="55025"/>
                  </a:lnTo>
                  <a:lnTo>
                    <a:pt x="1845877" y="53442"/>
                  </a:lnTo>
                  <a:lnTo>
                    <a:pt x="1845561" y="52006"/>
                  </a:lnTo>
                  <a:lnTo>
                    <a:pt x="1845748" y="51553"/>
                  </a:lnTo>
                  <a:lnTo>
                    <a:pt x="1845765" y="49871"/>
                  </a:lnTo>
                  <a:lnTo>
                    <a:pt x="1847073" y="49146"/>
                  </a:lnTo>
                  <a:lnTo>
                    <a:pt x="1847329" y="48742"/>
                  </a:lnTo>
                  <a:lnTo>
                    <a:pt x="1846658" y="48135"/>
                  </a:lnTo>
                  <a:lnTo>
                    <a:pt x="1846964" y="46924"/>
                  </a:lnTo>
                  <a:lnTo>
                    <a:pt x="1847935" y="46409"/>
                  </a:lnTo>
                  <a:lnTo>
                    <a:pt x="1848454" y="45602"/>
                  </a:lnTo>
                  <a:lnTo>
                    <a:pt x="1848809" y="45575"/>
                  </a:lnTo>
                  <a:lnTo>
                    <a:pt x="1849159" y="46139"/>
                  </a:lnTo>
                  <a:lnTo>
                    <a:pt x="1849811" y="46331"/>
                  </a:lnTo>
                  <a:lnTo>
                    <a:pt x="1850292" y="46153"/>
                  </a:lnTo>
                  <a:lnTo>
                    <a:pt x="1850460" y="45099"/>
                  </a:lnTo>
                  <a:lnTo>
                    <a:pt x="1851129" y="44700"/>
                  </a:lnTo>
                  <a:lnTo>
                    <a:pt x="1850682" y="43599"/>
                  </a:lnTo>
                  <a:lnTo>
                    <a:pt x="1851432" y="42545"/>
                  </a:lnTo>
                  <a:lnTo>
                    <a:pt x="1851423" y="42208"/>
                  </a:lnTo>
                  <a:lnTo>
                    <a:pt x="1850557" y="40937"/>
                  </a:lnTo>
                  <a:lnTo>
                    <a:pt x="1851077" y="40136"/>
                  </a:lnTo>
                  <a:lnTo>
                    <a:pt x="1850829" y="38668"/>
                  </a:lnTo>
                  <a:lnTo>
                    <a:pt x="1850418" y="38160"/>
                  </a:lnTo>
                  <a:lnTo>
                    <a:pt x="1850852" y="37651"/>
                  </a:lnTo>
                  <a:lnTo>
                    <a:pt x="1851000" y="36429"/>
                  </a:lnTo>
                  <a:lnTo>
                    <a:pt x="1850302" y="36403"/>
                  </a:lnTo>
                  <a:lnTo>
                    <a:pt x="1850153" y="35672"/>
                  </a:lnTo>
                  <a:lnTo>
                    <a:pt x="1849470" y="35450"/>
                  </a:lnTo>
                  <a:lnTo>
                    <a:pt x="1849650" y="34084"/>
                  </a:lnTo>
                  <a:lnTo>
                    <a:pt x="1848582" y="33077"/>
                  </a:lnTo>
                  <a:lnTo>
                    <a:pt x="1848614" y="32889"/>
                  </a:lnTo>
                  <a:lnTo>
                    <a:pt x="1849383" y="32678"/>
                  </a:lnTo>
                  <a:lnTo>
                    <a:pt x="1847992" y="30421"/>
                  </a:lnTo>
                  <a:lnTo>
                    <a:pt x="1848391" y="30158"/>
                  </a:lnTo>
                  <a:lnTo>
                    <a:pt x="1849662" y="30077"/>
                  </a:lnTo>
                  <a:lnTo>
                    <a:pt x="1849803" y="29344"/>
                  </a:lnTo>
                  <a:lnTo>
                    <a:pt x="1849464" y="28541"/>
                  </a:lnTo>
                  <a:lnTo>
                    <a:pt x="1849825" y="28102"/>
                  </a:lnTo>
                  <a:lnTo>
                    <a:pt x="1849841" y="27667"/>
                  </a:lnTo>
                  <a:lnTo>
                    <a:pt x="1850204" y="27688"/>
                  </a:lnTo>
                  <a:lnTo>
                    <a:pt x="1850394" y="27385"/>
                  </a:lnTo>
                  <a:lnTo>
                    <a:pt x="1850311" y="26607"/>
                  </a:lnTo>
                  <a:lnTo>
                    <a:pt x="1850730" y="26596"/>
                  </a:lnTo>
                  <a:lnTo>
                    <a:pt x="1851072" y="25971"/>
                  </a:lnTo>
                  <a:lnTo>
                    <a:pt x="1850778" y="24955"/>
                  </a:lnTo>
                  <a:lnTo>
                    <a:pt x="1850162" y="25195"/>
                  </a:lnTo>
                  <a:lnTo>
                    <a:pt x="1850085" y="24854"/>
                  </a:lnTo>
                  <a:lnTo>
                    <a:pt x="1850363" y="24275"/>
                  </a:lnTo>
                  <a:lnTo>
                    <a:pt x="1850977" y="24418"/>
                  </a:lnTo>
                  <a:lnTo>
                    <a:pt x="1851411" y="24178"/>
                  </a:lnTo>
                  <a:lnTo>
                    <a:pt x="1852221" y="22431"/>
                  </a:lnTo>
                  <a:lnTo>
                    <a:pt x="1852577" y="20754"/>
                  </a:lnTo>
                  <a:lnTo>
                    <a:pt x="1852395" y="20046"/>
                  </a:lnTo>
                  <a:lnTo>
                    <a:pt x="1852541" y="19471"/>
                  </a:lnTo>
                  <a:lnTo>
                    <a:pt x="1851689" y="18903"/>
                  </a:lnTo>
                  <a:lnTo>
                    <a:pt x="1851479" y="18090"/>
                  </a:lnTo>
                  <a:lnTo>
                    <a:pt x="1852315" y="16197"/>
                  </a:lnTo>
                  <a:lnTo>
                    <a:pt x="1853395" y="15645"/>
                  </a:lnTo>
                  <a:lnTo>
                    <a:pt x="1853439" y="15037"/>
                  </a:lnTo>
                  <a:lnTo>
                    <a:pt x="1854015" y="14552"/>
                  </a:lnTo>
                  <a:lnTo>
                    <a:pt x="1853830" y="12572"/>
                  </a:lnTo>
                  <a:lnTo>
                    <a:pt x="1854144" y="12591"/>
                  </a:lnTo>
                  <a:lnTo>
                    <a:pt x="1855293" y="11912"/>
                  </a:lnTo>
                  <a:lnTo>
                    <a:pt x="1855937" y="12061"/>
                  </a:lnTo>
                  <a:lnTo>
                    <a:pt x="1857977" y="11738"/>
                  </a:lnTo>
                  <a:lnTo>
                    <a:pt x="1858403" y="11492"/>
                  </a:lnTo>
                  <a:lnTo>
                    <a:pt x="1859123" y="11648"/>
                  </a:lnTo>
                  <a:lnTo>
                    <a:pt x="1859095" y="11815"/>
                  </a:lnTo>
                  <a:lnTo>
                    <a:pt x="1860143" y="11875"/>
                  </a:lnTo>
                  <a:lnTo>
                    <a:pt x="1862423" y="13385"/>
                  </a:lnTo>
                  <a:lnTo>
                    <a:pt x="1862876" y="13184"/>
                  </a:lnTo>
                  <a:lnTo>
                    <a:pt x="1863657" y="13517"/>
                  </a:lnTo>
                  <a:lnTo>
                    <a:pt x="1864177" y="13455"/>
                  </a:lnTo>
                  <a:lnTo>
                    <a:pt x="1864983" y="12796"/>
                  </a:lnTo>
                  <a:lnTo>
                    <a:pt x="1865261" y="12167"/>
                  </a:lnTo>
                  <a:lnTo>
                    <a:pt x="1865673" y="12067"/>
                  </a:lnTo>
                  <a:lnTo>
                    <a:pt x="1866103" y="11606"/>
                  </a:lnTo>
                  <a:lnTo>
                    <a:pt x="1866103" y="10958"/>
                  </a:lnTo>
                  <a:lnTo>
                    <a:pt x="1866535" y="10544"/>
                  </a:lnTo>
                  <a:lnTo>
                    <a:pt x="1866489" y="10228"/>
                  </a:lnTo>
                  <a:lnTo>
                    <a:pt x="1867746" y="9095"/>
                  </a:lnTo>
                  <a:lnTo>
                    <a:pt x="1869120" y="9121"/>
                  </a:lnTo>
                  <a:lnTo>
                    <a:pt x="1869545" y="9365"/>
                  </a:lnTo>
                  <a:lnTo>
                    <a:pt x="1869685" y="9782"/>
                  </a:lnTo>
                  <a:lnTo>
                    <a:pt x="1870195" y="9850"/>
                  </a:lnTo>
                  <a:lnTo>
                    <a:pt x="1873176" y="8396"/>
                  </a:lnTo>
                  <a:lnTo>
                    <a:pt x="1873579" y="8720"/>
                  </a:lnTo>
                  <a:lnTo>
                    <a:pt x="1874277" y="8780"/>
                  </a:lnTo>
                  <a:lnTo>
                    <a:pt x="1874909" y="9237"/>
                  </a:lnTo>
                  <a:lnTo>
                    <a:pt x="1875580" y="9386"/>
                  </a:lnTo>
                  <a:lnTo>
                    <a:pt x="1875896" y="9690"/>
                  </a:lnTo>
                  <a:lnTo>
                    <a:pt x="1875782" y="10063"/>
                  </a:lnTo>
                  <a:lnTo>
                    <a:pt x="1876027" y="10727"/>
                  </a:lnTo>
                  <a:lnTo>
                    <a:pt x="1877088" y="11318"/>
                  </a:lnTo>
                  <a:lnTo>
                    <a:pt x="1877428" y="11044"/>
                  </a:lnTo>
                  <a:lnTo>
                    <a:pt x="1878923" y="11687"/>
                  </a:lnTo>
                  <a:lnTo>
                    <a:pt x="1880245" y="11413"/>
                  </a:lnTo>
                  <a:lnTo>
                    <a:pt x="1880713" y="11518"/>
                  </a:lnTo>
                  <a:lnTo>
                    <a:pt x="1881433" y="10894"/>
                  </a:lnTo>
                  <a:lnTo>
                    <a:pt x="1882361" y="10705"/>
                  </a:lnTo>
                  <a:lnTo>
                    <a:pt x="1882883" y="9661"/>
                  </a:lnTo>
                  <a:lnTo>
                    <a:pt x="1883718" y="9455"/>
                  </a:lnTo>
                  <a:lnTo>
                    <a:pt x="1884705" y="7882"/>
                  </a:lnTo>
                  <a:lnTo>
                    <a:pt x="1885699" y="7063"/>
                  </a:lnTo>
                  <a:lnTo>
                    <a:pt x="1887850" y="3730"/>
                  </a:lnTo>
                  <a:lnTo>
                    <a:pt x="1888959" y="2570"/>
                  </a:lnTo>
                  <a:lnTo>
                    <a:pt x="1890753" y="980"/>
                  </a:lnTo>
                  <a:lnTo>
                    <a:pt x="1892057" y="481"/>
                  </a:lnTo>
                  <a:lnTo>
                    <a:pt x="1895682" y="0"/>
                  </a:lnTo>
                  <a:lnTo>
                    <a:pt x="1898686" y="35"/>
                  </a:lnTo>
                  <a:lnTo>
                    <a:pt x="1900299" y="1006"/>
                  </a:lnTo>
                  <a:lnTo>
                    <a:pt x="1901593" y="1419"/>
                  </a:lnTo>
                  <a:lnTo>
                    <a:pt x="1902405" y="3047"/>
                  </a:lnTo>
                  <a:lnTo>
                    <a:pt x="1903199" y="3408"/>
                  </a:lnTo>
                  <a:lnTo>
                    <a:pt x="1903619" y="3320"/>
                  </a:lnTo>
                  <a:lnTo>
                    <a:pt x="1904344" y="3168"/>
                  </a:lnTo>
                  <a:lnTo>
                    <a:pt x="1905875" y="3257"/>
                  </a:lnTo>
                  <a:lnTo>
                    <a:pt x="1909901" y="2095"/>
                  </a:lnTo>
                  <a:lnTo>
                    <a:pt x="1912094" y="1949"/>
                  </a:lnTo>
                  <a:lnTo>
                    <a:pt x="1913355" y="1624"/>
                  </a:lnTo>
                  <a:lnTo>
                    <a:pt x="1919187" y="2940"/>
                  </a:lnTo>
                  <a:lnTo>
                    <a:pt x="1919113" y="3285"/>
                  </a:lnTo>
                  <a:lnTo>
                    <a:pt x="1919939" y="3648"/>
                  </a:lnTo>
                  <a:lnTo>
                    <a:pt x="1920332" y="4170"/>
                  </a:lnTo>
                  <a:lnTo>
                    <a:pt x="1920291" y="5923"/>
                  </a:lnTo>
                  <a:lnTo>
                    <a:pt x="1920924" y="5697"/>
                  </a:lnTo>
                  <a:lnTo>
                    <a:pt x="1922180" y="4736"/>
                  </a:lnTo>
                  <a:lnTo>
                    <a:pt x="1924454" y="3850"/>
                  </a:lnTo>
                  <a:lnTo>
                    <a:pt x="1928522" y="4117"/>
                  </a:lnTo>
                  <a:lnTo>
                    <a:pt x="1929006" y="4501"/>
                  </a:lnTo>
                  <a:lnTo>
                    <a:pt x="1930523" y="4262"/>
                  </a:lnTo>
                  <a:lnTo>
                    <a:pt x="1930623" y="3675"/>
                  </a:lnTo>
                  <a:lnTo>
                    <a:pt x="1933735" y="3639"/>
                  </a:lnTo>
                  <a:lnTo>
                    <a:pt x="1935423" y="2958"/>
                  </a:lnTo>
                  <a:lnTo>
                    <a:pt x="1935387" y="4256"/>
                  </a:lnTo>
                  <a:lnTo>
                    <a:pt x="1935812" y="4387"/>
                  </a:lnTo>
                  <a:lnTo>
                    <a:pt x="1935788" y="4827"/>
                  </a:lnTo>
                  <a:lnTo>
                    <a:pt x="1936334" y="4855"/>
                  </a:lnTo>
                  <a:lnTo>
                    <a:pt x="1936233" y="5035"/>
                  </a:lnTo>
                  <a:lnTo>
                    <a:pt x="1936489" y="5149"/>
                  </a:lnTo>
                  <a:lnTo>
                    <a:pt x="1937930" y="4738"/>
                  </a:lnTo>
                  <a:lnTo>
                    <a:pt x="1938269" y="4953"/>
                  </a:lnTo>
                  <a:lnTo>
                    <a:pt x="1938223" y="5211"/>
                  </a:lnTo>
                  <a:lnTo>
                    <a:pt x="1938952" y="5335"/>
                  </a:lnTo>
                  <a:lnTo>
                    <a:pt x="1939318" y="5107"/>
                  </a:lnTo>
                  <a:lnTo>
                    <a:pt x="1939513" y="5399"/>
                  </a:lnTo>
                  <a:lnTo>
                    <a:pt x="1939857" y="5299"/>
                  </a:lnTo>
                  <a:lnTo>
                    <a:pt x="1940717" y="6233"/>
                  </a:lnTo>
                  <a:lnTo>
                    <a:pt x="1941643" y="6671"/>
                  </a:lnTo>
                  <a:lnTo>
                    <a:pt x="1942770" y="8377"/>
                  </a:lnTo>
                  <a:lnTo>
                    <a:pt x="1944046" y="9458"/>
                  </a:lnTo>
                  <a:lnTo>
                    <a:pt x="1944746" y="10534"/>
                  </a:lnTo>
                  <a:lnTo>
                    <a:pt x="1947223" y="12402"/>
                  </a:lnTo>
                  <a:lnTo>
                    <a:pt x="1947678" y="12406"/>
                  </a:lnTo>
                  <a:lnTo>
                    <a:pt x="1947956" y="13232"/>
                  </a:lnTo>
                  <a:lnTo>
                    <a:pt x="1948758" y="13851"/>
                  </a:lnTo>
                  <a:lnTo>
                    <a:pt x="1949514" y="15125"/>
                  </a:lnTo>
                  <a:lnTo>
                    <a:pt x="1950516" y="15519"/>
                  </a:lnTo>
                  <a:lnTo>
                    <a:pt x="1951085" y="16010"/>
                  </a:lnTo>
                  <a:lnTo>
                    <a:pt x="1952546" y="16311"/>
                  </a:lnTo>
                  <a:lnTo>
                    <a:pt x="1952760" y="16680"/>
                  </a:lnTo>
                  <a:lnTo>
                    <a:pt x="1952674" y="17410"/>
                  </a:lnTo>
                  <a:lnTo>
                    <a:pt x="1953053" y="19192"/>
                  </a:lnTo>
                  <a:lnTo>
                    <a:pt x="1953766" y="20843"/>
                  </a:lnTo>
                  <a:lnTo>
                    <a:pt x="1953299" y="21650"/>
                  </a:lnTo>
                  <a:lnTo>
                    <a:pt x="1953348" y="22383"/>
                  </a:lnTo>
                  <a:lnTo>
                    <a:pt x="1953989" y="22468"/>
                  </a:lnTo>
                  <a:lnTo>
                    <a:pt x="1955135" y="21205"/>
                  </a:lnTo>
                  <a:lnTo>
                    <a:pt x="1955987" y="20819"/>
                  </a:lnTo>
                  <a:lnTo>
                    <a:pt x="1957453" y="21786"/>
                  </a:lnTo>
                  <a:lnTo>
                    <a:pt x="1958124" y="21628"/>
                  </a:lnTo>
                  <a:lnTo>
                    <a:pt x="1958390" y="21475"/>
                  </a:lnTo>
                  <a:lnTo>
                    <a:pt x="1958331" y="21267"/>
                  </a:lnTo>
                  <a:lnTo>
                    <a:pt x="1957662" y="20857"/>
                  </a:lnTo>
                  <a:lnTo>
                    <a:pt x="1957661" y="20473"/>
                  </a:lnTo>
                  <a:lnTo>
                    <a:pt x="1958870" y="20075"/>
                  </a:lnTo>
                  <a:lnTo>
                    <a:pt x="1959122" y="20699"/>
                  </a:lnTo>
                  <a:lnTo>
                    <a:pt x="1959415" y="20770"/>
                  </a:lnTo>
                  <a:lnTo>
                    <a:pt x="1959620" y="20077"/>
                  </a:lnTo>
                  <a:lnTo>
                    <a:pt x="1961514" y="19957"/>
                  </a:lnTo>
                  <a:lnTo>
                    <a:pt x="1961291" y="20420"/>
                  </a:lnTo>
                  <a:lnTo>
                    <a:pt x="1961652" y="21031"/>
                  </a:lnTo>
                  <a:lnTo>
                    <a:pt x="1962352" y="20939"/>
                  </a:lnTo>
                  <a:lnTo>
                    <a:pt x="1962835" y="20109"/>
                  </a:lnTo>
                  <a:lnTo>
                    <a:pt x="1962648" y="19512"/>
                  </a:lnTo>
                  <a:lnTo>
                    <a:pt x="1963808" y="19018"/>
                  </a:lnTo>
                  <a:lnTo>
                    <a:pt x="1964036" y="19611"/>
                  </a:lnTo>
                  <a:lnTo>
                    <a:pt x="1964377" y="19570"/>
                  </a:lnTo>
                  <a:lnTo>
                    <a:pt x="1964585" y="19200"/>
                  </a:lnTo>
                  <a:lnTo>
                    <a:pt x="1965319" y="19719"/>
                  </a:lnTo>
                  <a:lnTo>
                    <a:pt x="1965278" y="20105"/>
                  </a:lnTo>
                  <a:lnTo>
                    <a:pt x="1966021" y="20599"/>
                  </a:lnTo>
                  <a:lnTo>
                    <a:pt x="1967014" y="20679"/>
                  </a:lnTo>
                  <a:lnTo>
                    <a:pt x="1967970" y="21615"/>
                  </a:lnTo>
                  <a:lnTo>
                    <a:pt x="1969247" y="22040"/>
                  </a:lnTo>
                  <a:lnTo>
                    <a:pt x="1969224" y="23410"/>
                  </a:lnTo>
                  <a:lnTo>
                    <a:pt x="1967741" y="25402"/>
                  </a:lnTo>
                  <a:lnTo>
                    <a:pt x="1967408" y="26303"/>
                  </a:lnTo>
                  <a:lnTo>
                    <a:pt x="1967765" y="26967"/>
                  </a:lnTo>
                  <a:lnTo>
                    <a:pt x="1967582" y="27847"/>
                  </a:lnTo>
                  <a:lnTo>
                    <a:pt x="1967255" y="28228"/>
                  </a:lnTo>
                  <a:lnTo>
                    <a:pt x="1967487" y="28807"/>
                  </a:lnTo>
                  <a:lnTo>
                    <a:pt x="1967172" y="29456"/>
                  </a:lnTo>
                  <a:lnTo>
                    <a:pt x="1967350" y="32171"/>
                  </a:lnTo>
                  <a:lnTo>
                    <a:pt x="1968387" y="34778"/>
                  </a:lnTo>
                  <a:lnTo>
                    <a:pt x="1967496" y="36668"/>
                  </a:lnTo>
                  <a:lnTo>
                    <a:pt x="1967388" y="37834"/>
                  </a:lnTo>
                  <a:lnTo>
                    <a:pt x="1966800" y="39406"/>
                  </a:lnTo>
                  <a:lnTo>
                    <a:pt x="1966929" y="40495"/>
                  </a:lnTo>
                  <a:lnTo>
                    <a:pt x="1966605" y="41853"/>
                  </a:lnTo>
                  <a:lnTo>
                    <a:pt x="1966995" y="42434"/>
                  </a:lnTo>
                  <a:lnTo>
                    <a:pt x="1966987" y="43329"/>
                  </a:lnTo>
                  <a:lnTo>
                    <a:pt x="1967769" y="44158"/>
                  </a:lnTo>
                  <a:lnTo>
                    <a:pt x="1967939" y="44864"/>
                  </a:lnTo>
                  <a:lnTo>
                    <a:pt x="1968307" y="45198"/>
                  </a:lnTo>
                  <a:lnTo>
                    <a:pt x="1968303" y="45838"/>
                  </a:lnTo>
                  <a:lnTo>
                    <a:pt x="1969284" y="47290"/>
                  </a:lnTo>
                  <a:lnTo>
                    <a:pt x="1969190" y="47854"/>
                  </a:lnTo>
                  <a:lnTo>
                    <a:pt x="1969545" y="48182"/>
                  </a:lnTo>
                  <a:lnTo>
                    <a:pt x="1970292" y="51635"/>
                  </a:lnTo>
                  <a:lnTo>
                    <a:pt x="1971271" y="52892"/>
                  </a:lnTo>
                  <a:lnTo>
                    <a:pt x="1971200" y="53439"/>
                  </a:lnTo>
                  <a:lnTo>
                    <a:pt x="1971885" y="55451"/>
                  </a:lnTo>
                  <a:lnTo>
                    <a:pt x="1971826" y="56347"/>
                  </a:lnTo>
                  <a:lnTo>
                    <a:pt x="1972525" y="58661"/>
                  </a:lnTo>
                  <a:lnTo>
                    <a:pt x="1972485" y="59832"/>
                  </a:lnTo>
                  <a:lnTo>
                    <a:pt x="1972780" y="61210"/>
                  </a:lnTo>
                  <a:lnTo>
                    <a:pt x="1973586" y="62574"/>
                  </a:lnTo>
                  <a:lnTo>
                    <a:pt x="1974263" y="65111"/>
                  </a:lnTo>
                  <a:lnTo>
                    <a:pt x="1975144" y="66366"/>
                  </a:lnTo>
                  <a:lnTo>
                    <a:pt x="1976729" y="67006"/>
                  </a:lnTo>
                  <a:lnTo>
                    <a:pt x="1978004" y="66979"/>
                  </a:lnTo>
                  <a:lnTo>
                    <a:pt x="1979161" y="66753"/>
                  </a:lnTo>
                  <a:lnTo>
                    <a:pt x="1980526" y="65872"/>
                  </a:lnTo>
                  <a:lnTo>
                    <a:pt x="1981489" y="66346"/>
                  </a:lnTo>
                  <a:lnTo>
                    <a:pt x="1982355" y="66010"/>
                  </a:lnTo>
                  <a:lnTo>
                    <a:pt x="1983696" y="66076"/>
                  </a:lnTo>
                  <a:lnTo>
                    <a:pt x="1984608" y="65783"/>
                  </a:lnTo>
                  <a:lnTo>
                    <a:pt x="1985510" y="66187"/>
                  </a:lnTo>
                  <a:lnTo>
                    <a:pt x="1987121" y="65634"/>
                  </a:lnTo>
                  <a:lnTo>
                    <a:pt x="1987901" y="65635"/>
                  </a:lnTo>
                  <a:lnTo>
                    <a:pt x="1988845" y="65183"/>
                  </a:lnTo>
                  <a:lnTo>
                    <a:pt x="1989867" y="63563"/>
                  </a:lnTo>
                  <a:lnTo>
                    <a:pt x="1992190" y="61851"/>
                  </a:lnTo>
                  <a:lnTo>
                    <a:pt x="1993510" y="59178"/>
                  </a:lnTo>
                  <a:lnTo>
                    <a:pt x="1996203" y="57772"/>
                  </a:lnTo>
                  <a:lnTo>
                    <a:pt x="1997459" y="57636"/>
                  </a:lnTo>
                  <a:lnTo>
                    <a:pt x="1998558" y="57000"/>
                  </a:lnTo>
                  <a:lnTo>
                    <a:pt x="1999378" y="54913"/>
                  </a:lnTo>
                  <a:lnTo>
                    <a:pt x="2005062" y="56004"/>
                  </a:lnTo>
                  <a:lnTo>
                    <a:pt x="2006449" y="56598"/>
                  </a:lnTo>
                  <a:lnTo>
                    <a:pt x="2006817" y="57375"/>
                  </a:lnTo>
                  <a:lnTo>
                    <a:pt x="2007207" y="60572"/>
                  </a:lnTo>
                  <a:lnTo>
                    <a:pt x="2007114" y="61996"/>
                  </a:lnTo>
                  <a:lnTo>
                    <a:pt x="2007878" y="64128"/>
                  </a:lnTo>
                  <a:lnTo>
                    <a:pt x="2008856" y="65977"/>
                  </a:lnTo>
                  <a:lnTo>
                    <a:pt x="2009577" y="66765"/>
                  </a:lnTo>
                  <a:lnTo>
                    <a:pt x="2010821" y="68823"/>
                  </a:lnTo>
                  <a:lnTo>
                    <a:pt x="2012852" y="73046"/>
                  </a:lnTo>
                  <a:lnTo>
                    <a:pt x="2014200" y="77761"/>
                  </a:lnTo>
                  <a:lnTo>
                    <a:pt x="2014738" y="78904"/>
                  </a:lnTo>
                  <a:lnTo>
                    <a:pt x="2016518" y="80771"/>
                  </a:lnTo>
                  <a:lnTo>
                    <a:pt x="2017797" y="82923"/>
                  </a:lnTo>
                  <a:lnTo>
                    <a:pt x="2018015" y="83575"/>
                  </a:lnTo>
                  <a:lnTo>
                    <a:pt x="2017927" y="84399"/>
                  </a:lnTo>
                  <a:lnTo>
                    <a:pt x="2019106" y="84495"/>
                  </a:lnTo>
                  <a:lnTo>
                    <a:pt x="2020132" y="83847"/>
                  </a:lnTo>
                  <a:lnTo>
                    <a:pt x="2023090" y="84011"/>
                  </a:lnTo>
                  <a:lnTo>
                    <a:pt x="2023479" y="84744"/>
                  </a:lnTo>
                  <a:lnTo>
                    <a:pt x="2024987" y="85233"/>
                  </a:lnTo>
                  <a:lnTo>
                    <a:pt x="2025982" y="86243"/>
                  </a:lnTo>
                  <a:lnTo>
                    <a:pt x="2027508" y="86908"/>
                  </a:lnTo>
                  <a:lnTo>
                    <a:pt x="2028057" y="87860"/>
                  </a:lnTo>
                  <a:lnTo>
                    <a:pt x="2029637" y="88497"/>
                  </a:lnTo>
                  <a:lnTo>
                    <a:pt x="2029804" y="88816"/>
                  </a:lnTo>
                  <a:lnTo>
                    <a:pt x="2031465" y="88136"/>
                  </a:lnTo>
                  <a:lnTo>
                    <a:pt x="2033084" y="86910"/>
                  </a:lnTo>
                  <a:lnTo>
                    <a:pt x="2034239" y="87043"/>
                  </a:lnTo>
                  <a:lnTo>
                    <a:pt x="2035442" y="86860"/>
                  </a:lnTo>
                  <a:lnTo>
                    <a:pt x="2035679" y="87066"/>
                  </a:lnTo>
                  <a:lnTo>
                    <a:pt x="2035951" y="86731"/>
                  </a:lnTo>
                  <a:lnTo>
                    <a:pt x="2038483" y="86100"/>
                  </a:lnTo>
                  <a:lnTo>
                    <a:pt x="2042604" y="86024"/>
                  </a:lnTo>
                  <a:lnTo>
                    <a:pt x="2043886" y="86172"/>
                  </a:lnTo>
                  <a:lnTo>
                    <a:pt x="2044246" y="86616"/>
                  </a:lnTo>
                  <a:lnTo>
                    <a:pt x="2045879" y="86573"/>
                  </a:lnTo>
                  <a:lnTo>
                    <a:pt x="2046419" y="87149"/>
                  </a:lnTo>
                  <a:lnTo>
                    <a:pt x="2047303" y="87248"/>
                  </a:lnTo>
                  <a:lnTo>
                    <a:pt x="2054984" y="86651"/>
                  </a:lnTo>
                  <a:lnTo>
                    <a:pt x="2061716" y="89138"/>
                  </a:lnTo>
                  <a:lnTo>
                    <a:pt x="2062691" y="90279"/>
                  </a:lnTo>
                  <a:lnTo>
                    <a:pt x="2064187" y="90062"/>
                  </a:lnTo>
                  <a:lnTo>
                    <a:pt x="2065042" y="89569"/>
                  </a:lnTo>
                  <a:lnTo>
                    <a:pt x="2065594" y="89559"/>
                  </a:lnTo>
                  <a:lnTo>
                    <a:pt x="2066585" y="88799"/>
                  </a:lnTo>
                  <a:lnTo>
                    <a:pt x="2067427" y="88606"/>
                  </a:lnTo>
                  <a:lnTo>
                    <a:pt x="2067883" y="89144"/>
                  </a:lnTo>
                  <a:lnTo>
                    <a:pt x="2068401" y="89155"/>
                  </a:lnTo>
                  <a:lnTo>
                    <a:pt x="2068581" y="88819"/>
                  </a:lnTo>
                  <a:lnTo>
                    <a:pt x="2069155" y="88771"/>
                  </a:lnTo>
                  <a:lnTo>
                    <a:pt x="2069771" y="89429"/>
                  </a:lnTo>
                  <a:lnTo>
                    <a:pt x="2070637" y="89153"/>
                  </a:lnTo>
                  <a:lnTo>
                    <a:pt x="2071872" y="89264"/>
                  </a:lnTo>
                  <a:lnTo>
                    <a:pt x="2071916" y="89594"/>
                  </a:lnTo>
                  <a:lnTo>
                    <a:pt x="2072589" y="89875"/>
                  </a:lnTo>
                  <a:lnTo>
                    <a:pt x="2072892" y="89338"/>
                  </a:lnTo>
                  <a:lnTo>
                    <a:pt x="2073810" y="88864"/>
                  </a:lnTo>
                  <a:lnTo>
                    <a:pt x="2074719" y="89577"/>
                  </a:lnTo>
                  <a:lnTo>
                    <a:pt x="2076471" y="89609"/>
                  </a:lnTo>
                  <a:lnTo>
                    <a:pt x="2076697" y="90108"/>
                  </a:lnTo>
                  <a:lnTo>
                    <a:pt x="2077126" y="89965"/>
                  </a:lnTo>
                  <a:lnTo>
                    <a:pt x="2077260" y="90505"/>
                  </a:lnTo>
                  <a:lnTo>
                    <a:pt x="2077712" y="90398"/>
                  </a:lnTo>
                  <a:lnTo>
                    <a:pt x="2077798" y="90827"/>
                  </a:lnTo>
                  <a:lnTo>
                    <a:pt x="2078460" y="90341"/>
                  </a:lnTo>
                  <a:lnTo>
                    <a:pt x="2078749" y="90560"/>
                  </a:lnTo>
                  <a:lnTo>
                    <a:pt x="2079299" y="90510"/>
                  </a:lnTo>
                  <a:lnTo>
                    <a:pt x="2079676" y="90727"/>
                  </a:lnTo>
                  <a:lnTo>
                    <a:pt x="2079713" y="91035"/>
                  </a:lnTo>
                  <a:lnTo>
                    <a:pt x="2080805" y="91561"/>
                  </a:lnTo>
                  <a:lnTo>
                    <a:pt x="2081344" y="91537"/>
                  </a:lnTo>
                  <a:lnTo>
                    <a:pt x="2081408" y="92164"/>
                  </a:lnTo>
                  <a:lnTo>
                    <a:pt x="2082834" y="92320"/>
                  </a:lnTo>
                  <a:lnTo>
                    <a:pt x="2083075" y="92674"/>
                  </a:lnTo>
                  <a:lnTo>
                    <a:pt x="2082930" y="93323"/>
                  </a:lnTo>
                  <a:lnTo>
                    <a:pt x="2084460" y="94022"/>
                  </a:lnTo>
                  <a:lnTo>
                    <a:pt x="2084918" y="94694"/>
                  </a:lnTo>
                  <a:lnTo>
                    <a:pt x="2085436" y="94946"/>
                  </a:lnTo>
                  <a:lnTo>
                    <a:pt x="2085464" y="95500"/>
                  </a:lnTo>
                  <a:lnTo>
                    <a:pt x="2085899" y="96013"/>
                  </a:lnTo>
                  <a:lnTo>
                    <a:pt x="2088194" y="97511"/>
                  </a:lnTo>
                  <a:lnTo>
                    <a:pt x="2089254" y="97765"/>
                  </a:lnTo>
                  <a:lnTo>
                    <a:pt x="2089360" y="99140"/>
                  </a:lnTo>
                  <a:lnTo>
                    <a:pt x="2089826" y="99736"/>
                  </a:lnTo>
                  <a:lnTo>
                    <a:pt x="2089384" y="100607"/>
                  </a:lnTo>
                  <a:lnTo>
                    <a:pt x="2089220" y="102914"/>
                  </a:lnTo>
                  <a:lnTo>
                    <a:pt x="2089296" y="103822"/>
                  </a:lnTo>
                  <a:lnTo>
                    <a:pt x="2089820" y="104838"/>
                  </a:lnTo>
                  <a:lnTo>
                    <a:pt x="2089301" y="105559"/>
                  </a:lnTo>
                  <a:lnTo>
                    <a:pt x="2087783" y="106297"/>
                  </a:lnTo>
                  <a:lnTo>
                    <a:pt x="2087692" y="106856"/>
                  </a:lnTo>
                  <a:lnTo>
                    <a:pt x="2087981" y="107811"/>
                  </a:lnTo>
                  <a:lnTo>
                    <a:pt x="2087559" y="109940"/>
                  </a:lnTo>
                  <a:lnTo>
                    <a:pt x="2086942" y="110273"/>
                  </a:lnTo>
                  <a:lnTo>
                    <a:pt x="2086073" y="110130"/>
                  </a:lnTo>
                  <a:lnTo>
                    <a:pt x="2085571" y="111459"/>
                  </a:lnTo>
                  <a:lnTo>
                    <a:pt x="2084873" y="112359"/>
                  </a:lnTo>
                  <a:lnTo>
                    <a:pt x="2083495" y="112706"/>
                  </a:lnTo>
                  <a:lnTo>
                    <a:pt x="2082809" y="113300"/>
                  </a:lnTo>
                  <a:lnTo>
                    <a:pt x="2081469" y="113937"/>
                  </a:lnTo>
                  <a:lnTo>
                    <a:pt x="2081833" y="114236"/>
                  </a:lnTo>
                  <a:lnTo>
                    <a:pt x="2082907" y="115437"/>
                  </a:lnTo>
                  <a:lnTo>
                    <a:pt x="2083071" y="117327"/>
                  </a:lnTo>
                  <a:lnTo>
                    <a:pt x="2084114" y="119344"/>
                  </a:lnTo>
                  <a:lnTo>
                    <a:pt x="2085364" y="120007"/>
                  </a:lnTo>
                  <a:lnTo>
                    <a:pt x="2086210" y="120764"/>
                  </a:lnTo>
                  <a:lnTo>
                    <a:pt x="2086322" y="122357"/>
                  </a:lnTo>
                  <a:lnTo>
                    <a:pt x="2086954" y="123082"/>
                  </a:lnTo>
                  <a:lnTo>
                    <a:pt x="2087169" y="123905"/>
                  </a:lnTo>
                  <a:lnTo>
                    <a:pt x="2087495" y="124136"/>
                  </a:lnTo>
                  <a:lnTo>
                    <a:pt x="2088549" y="124306"/>
                  </a:lnTo>
                  <a:lnTo>
                    <a:pt x="2090337" y="123642"/>
                  </a:lnTo>
                  <a:lnTo>
                    <a:pt x="2091841" y="124700"/>
                  </a:lnTo>
                  <a:lnTo>
                    <a:pt x="2092200" y="124724"/>
                  </a:lnTo>
                  <a:lnTo>
                    <a:pt x="2093268" y="123795"/>
                  </a:lnTo>
                  <a:lnTo>
                    <a:pt x="2094105" y="122597"/>
                  </a:lnTo>
                  <a:lnTo>
                    <a:pt x="2095038" y="122003"/>
                  </a:lnTo>
                  <a:lnTo>
                    <a:pt x="2098404" y="122570"/>
                  </a:lnTo>
                  <a:lnTo>
                    <a:pt x="2100137" y="123636"/>
                  </a:lnTo>
                  <a:lnTo>
                    <a:pt x="2103325" y="124709"/>
                  </a:lnTo>
                  <a:lnTo>
                    <a:pt x="2105128" y="123895"/>
                  </a:lnTo>
                  <a:lnTo>
                    <a:pt x="2110436" y="122706"/>
                  </a:lnTo>
                  <a:lnTo>
                    <a:pt x="2111275" y="122051"/>
                  </a:lnTo>
                  <a:lnTo>
                    <a:pt x="2112298" y="121699"/>
                  </a:lnTo>
                  <a:lnTo>
                    <a:pt x="2112909" y="120798"/>
                  </a:lnTo>
                  <a:lnTo>
                    <a:pt x="2113415" y="120822"/>
                  </a:lnTo>
                  <a:lnTo>
                    <a:pt x="2114080" y="121224"/>
                  </a:lnTo>
                  <a:lnTo>
                    <a:pt x="2114922" y="121220"/>
                  </a:lnTo>
                  <a:lnTo>
                    <a:pt x="2116822" y="120230"/>
                  </a:lnTo>
                  <a:lnTo>
                    <a:pt x="2117934" y="120164"/>
                  </a:lnTo>
                  <a:lnTo>
                    <a:pt x="2120527" y="119166"/>
                  </a:lnTo>
                  <a:lnTo>
                    <a:pt x="2121815" y="119459"/>
                  </a:lnTo>
                  <a:lnTo>
                    <a:pt x="2123301" y="118694"/>
                  </a:lnTo>
                  <a:lnTo>
                    <a:pt x="2127228" y="118217"/>
                  </a:lnTo>
                  <a:lnTo>
                    <a:pt x="2128409" y="118558"/>
                  </a:lnTo>
                  <a:lnTo>
                    <a:pt x="2129633" y="119758"/>
                  </a:lnTo>
                  <a:lnTo>
                    <a:pt x="2129961" y="120734"/>
                  </a:lnTo>
                  <a:lnTo>
                    <a:pt x="2129985" y="122159"/>
                  </a:lnTo>
                  <a:lnTo>
                    <a:pt x="2130450" y="122854"/>
                  </a:lnTo>
                  <a:lnTo>
                    <a:pt x="2131856" y="123409"/>
                  </a:lnTo>
                  <a:lnTo>
                    <a:pt x="2133407" y="122963"/>
                  </a:lnTo>
                  <a:lnTo>
                    <a:pt x="2134518" y="123707"/>
                  </a:lnTo>
                  <a:lnTo>
                    <a:pt x="2138318" y="124334"/>
                  </a:lnTo>
                  <a:lnTo>
                    <a:pt x="2139195" y="123903"/>
                  </a:lnTo>
                  <a:lnTo>
                    <a:pt x="2140206" y="123027"/>
                  </a:lnTo>
                  <a:lnTo>
                    <a:pt x="2141155" y="121905"/>
                  </a:lnTo>
                  <a:lnTo>
                    <a:pt x="2141003" y="121388"/>
                  </a:lnTo>
                  <a:lnTo>
                    <a:pt x="2141177" y="121015"/>
                  </a:lnTo>
                  <a:lnTo>
                    <a:pt x="2141957" y="120682"/>
                  </a:lnTo>
                  <a:lnTo>
                    <a:pt x="2142445" y="120071"/>
                  </a:lnTo>
                  <a:lnTo>
                    <a:pt x="2143691" y="119572"/>
                  </a:lnTo>
                  <a:lnTo>
                    <a:pt x="2144589" y="118763"/>
                  </a:lnTo>
                  <a:lnTo>
                    <a:pt x="2145987" y="118256"/>
                  </a:lnTo>
                  <a:lnTo>
                    <a:pt x="2146664" y="118467"/>
                  </a:lnTo>
                  <a:lnTo>
                    <a:pt x="2147223" y="117869"/>
                  </a:lnTo>
                  <a:lnTo>
                    <a:pt x="2148702" y="117730"/>
                  </a:lnTo>
                  <a:lnTo>
                    <a:pt x="2149882" y="117247"/>
                  </a:lnTo>
                  <a:lnTo>
                    <a:pt x="2150413" y="117451"/>
                  </a:lnTo>
                  <a:lnTo>
                    <a:pt x="2151155" y="117274"/>
                  </a:lnTo>
                  <a:lnTo>
                    <a:pt x="2151740" y="117685"/>
                  </a:lnTo>
                  <a:lnTo>
                    <a:pt x="2152447" y="117443"/>
                  </a:lnTo>
                  <a:lnTo>
                    <a:pt x="2153397" y="117461"/>
                  </a:lnTo>
                  <a:lnTo>
                    <a:pt x="2154089" y="117786"/>
                  </a:lnTo>
                  <a:lnTo>
                    <a:pt x="2154514" y="117355"/>
                  </a:lnTo>
                  <a:lnTo>
                    <a:pt x="2154986" y="117267"/>
                  </a:lnTo>
                  <a:lnTo>
                    <a:pt x="2155628" y="117517"/>
                  </a:lnTo>
                  <a:lnTo>
                    <a:pt x="2157406" y="117647"/>
                  </a:lnTo>
                  <a:lnTo>
                    <a:pt x="2159409" y="118505"/>
                  </a:lnTo>
                  <a:lnTo>
                    <a:pt x="2161108" y="118127"/>
                  </a:lnTo>
                  <a:lnTo>
                    <a:pt x="2161576" y="118410"/>
                  </a:lnTo>
                  <a:lnTo>
                    <a:pt x="2162989" y="118535"/>
                  </a:lnTo>
                  <a:lnTo>
                    <a:pt x="2163476" y="118072"/>
                  </a:lnTo>
                  <a:lnTo>
                    <a:pt x="2164358" y="118503"/>
                  </a:lnTo>
                  <a:lnTo>
                    <a:pt x="2165010" y="117713"/>
                  </a:lnTo>
                  <a:lnTo>
                    <a:pt x="2165556" y="117603"/>
                  </a:lnTo>
                  <a:lnTo>
                    <a:pt x="2166071" y="117781"/>
                  </a:lnTo>
                  <a:lnTo>
                    <a:pt x="2166549" y="117430"/>
                  </a:lnTo>
                  <a:lnTo>
                    <a:pt x="2167992" y="117306"/>
                  </a:lnTo>
                  <a:lnTo>
                    <a:pt x="2169544" y="116464"/>
                  </a:lnTo>
                  <a:lnTo>
                    <a:pt x="2171098" y="116370"/>
                  </a:lnTo>
                  <a:lnTo>
                    <a:pt x="2171830" y="115732"/>
                  </a:lnTo>
                  <a:lnTo>
                    <a:pt x="2173405" y="116067"/>
                  </a:lnTo>
                  <a:lnTo>
                    <a:pt x="2174336" y="115854"/>
                  </a:lnTo>
                  <a:lnTo>
                    <a:pt x="2176602" y="114646"/>
                  </a:lnTo>
                  <a:lnTo>
                    <a:pt x="2177060" y="114774"/>
                  </a:lnTo>
                  <a:lnTo>
                    <a:pt x="2178302" y="114542"/>
                  </a:lnTo>
                  <a:lnTo>
                    <a:pt x="2180128" y="113550"/>
                  </a:lnTo>
                  <a:lnTo>
                    <a:pt x="2182292" y="112926"/>
                  </a:lnTo>
                  <a:lnTo>
                    <a:pt x="2182673" y="113062"/>
                  </a:lnTo>
                  <a:lnTo>
                    <a:pt x="2184019" y="112598"/>
                  </a:lnTo>
                  <a:lnTo>
                    <a:pt x="2185080" y="112607"/>
                  </a:lnTo>
                  <a:lnTo>
                    <a:pt x="2186074" y="112148"/>
                  </a:lnTo>
                  <a:lnTo>
                    <a:pt x="2188035" y="112396"/>
                  </a:lnTo>
                  <a:lnTo>
                    <a:pt x="2190222" y="113732"/>
                  </a:lnTo>
                  <a:lnTo>
                    <a:pt x="2192011" y="113869"/>
                  </a:lnTo>
                  <a:lnTo>
                    <a:pt x="2193469" y="120568"/>
                  </a:lnTo>
                  <a:lnTo>
                    <a:pt x="2196355" y="120540"/>
                  </a:lnTo>
                  <a:lnTo>
                    <a:pt x="2197941" y="125423"/>
                  </a:lnTo>
                  <a:lnTo>
                    <a:pt x="2199278" y="128101"/>
                  </a:lnTo>
                  <a:lnTo>
                    <a:pt x="2200778" y="129085"/>
                  </a:lnTo>
                  <a:lnTo>
                    <a:pt x="2201260" y="132517"/>
                  </a:lnTo>
                  <a:lnTo>
                    <a:pt x="2201633" y="133669"/>
                  </a:lnTo>
                  <a:lnTo>
                    <a:pt x="2200456" y="135402"/>
                  </a:lnTo>
                  <a:lnTo>
                    <a:pt x="2201260" y="135290"/>
                  </a:lnTo>
                  <a:lnTo>
                    <a:pt x="2202836" y="135990"/>
                  </a:lnTo>
                  <a:lnTo>
                    <a:pt x="2204040" y="137040"/>
                  </a:lnTo>
                  <a:lnTo>
                    <a:pt x="2204868" y="140109"/>
                  </a:lnTo>
                  <a:lnTo>
                    <a:pt x="2204785" y="140567"/>
                  </a:lnTo>
                  <a:lnTo>
                    <a:pt x="2206214" y="143056"/>
                  </a:lnTo>
                  <a:lnTo>
                    <a:pt x="2207045" y="143780"/>
                  </a:lnTo>
                  <a:lnTo>
                    <a:pt x="2208905" y="144808"/>
                  </a:lnTo>
                  <a:lnTo>
                    <a:pt x="2210237" y="147147"/>
                  </a:lnTo>
                  <a:lnTo>
                    <a:pt x="2210864" y="149054"/>
                  </a:lnTo>
                  <a:lnTo>
                    <a:pt x="2211809" y="150936"/>
                  </a:lnTo>
                  <a:lnTo>
                    <a:pt x="2211600" y="152064"/>
                  </a:lnTo>
                  <a:lnTo>
                    <a:pt x="2211846" y="153655"/>
                  </a:lnTo>
                  <a:lnTo>
                    <a:pt x="2211737" y="155841"/>
                  </a:lnTo>
                  <a:lnTo>
                    <a:pt x="2211990" y="155913"/>
                  </a:lnTo>
                  <a:lnTo>
                    <a:pt x="2212604" y="157014"/>
                  </a:lnTo>
                  <a:lnTo>
                    <a:pt x="2214008" y="158279"/>
                  </a:lnTo>
                  <a:lnTo>
                    <a:pt x="2215747" y="160605"/>
                  </a:lnTo>
                  <a:lnTo>
                    <a:pt x="2216916" y="162676"/>
                  </a:lnTo>
                  <a:lnTo>
                    <a:pt x="2218556" y="167496"/>
                  </a:lnTo>
                  <a:lnTo>
                    <a:pt x="2219646" y="169721"/>
                  </a:lnTo>
                  <a:lnTo>
                    <a:pt x="2221398" y="169540"/>
                  </a:lnTo>
                  <a:lnTo>
                    <a:pt x="2225937" y="166207"/>
                  </a:lnTo>
                  <a:lnTo>
                    <a:pt x="2227501" y="166371"/>
                  </a:lnTo>
                  <a:lnTo>
                    <a:pt x="2228589" y="167227"/>
                  </a:lnTo>
                  <a:lnTo>
                    <a:pt x="2229413" y="167242"/>
                  </a:lnTo>
                  <a:lnTo>
                    <a:pt x="2231930" y="166313"/>
                  </a:lnTo>
                  <a:lnTo>
                    <a:pt x="2232801" y="166615"/>
                  </a:lnTo>
                  <a:lnTo>
                    <a:pt x="2233430" y="166584"/>
                  </a:lnTo>
                  <a:lnTo>
                    <a:pt x="2235159" y="166327"/>
                  </a:lnTo>
                  <a:lnTo>
                    <a:pt x="2236487" y="165688"/>
                  </a:lnTo>
                  <a:lnTo>
                    <a:pt x="2238370" y="168065"/>
                  </a:lnTo>
                  <a:lnTo>
                    <a:pt x="2243900" y="171272"/>
                  </a:lnTo>
                  <a:lnTo>
                    <a:pt x="2245496" y="171981"/>
                  </a:lnTo>
                  <a:lnTo>
                    <a:pt x="2247819" y="174353"/>
                  </a:lnTo>
                  <a:lnTo>
                    <a:pt x="2249360" y="174601"/>
                  </a:lnTo>
                  <a:lnTo>
                    <a:pt x="2253923" y="176618"/>
                  </a:lnTo>
                  <a:lnTo>
                    <a:pt x="2255998" y="177234"/>
                  </a:lnTo>
                  <a:lnTo>
                    <a:pt x="2256632" y="177229"/>
                  </a:lnTo>
                  <a:lnTo>
                    <a:pt x="2257695" y="178731"/>
                  </a:lnTo>
                  <a:lnTo>
                    <a:pt x="2258299" y="179016"/>
                  </a:lnTo>
                  <a:lnTo>
                    <a:pt x="2258286" y="179391"/>
                  </a:lnTo>
                  <a:lnTo>
                    <a:pt x="2259390" y="180963"/>
                  </a:lnTo>
                  <a:lnTo>
                    <a:pt x="2259243" y="181883"/>
                  </a:lnTo>
                  <a:lnTo>
                    <a:pt x="2259436" y="182707"/>
                  </a:lnTo>
                  <a:lnTo>
                    <a:pt x="2260157" y="183142"/>
                  </a:lnTo>
                  <a:lnTo>
                    <a:pt x="2266254" y="194426"/>
                  </a:lnTo>
                  <a:lnTo>
                    <a:pt x="2271027" y="191143"/>
                  </a:lnTo>
                  <a:lnTo>
                    <a:pt x="2272338" y="188806"/>
                  </a:lnTo>
                  <a:lnTo>
                    <a:pt x="2274673" y="186993"/>
                  </a:lnTo>
                  <a:lnTo>
                    <a:pt x="2275848" y="185558"/>
                  </a:lnTo>
                  <a:lnTo>
                    <a:pt x="2278147" y="185538"/>
                  </a:lnTo>
                  <a:lnTo>
                    <a:pt x="2279597" y="184087"/>
                  </a:lnTo>
                  <a:lnTo>
                    <a:pt x="2279942" y="183022"/>
                  </a:lnTo>
                  <a:lnTo>
                    <a:pt x="2280295" y="179398"/>
                  </a:lnTo>
                  <a:lnTo>
                    <a:pt x="2284823" y="171771"/>
                  </a:lnTo>
                  <a:lnTo>
                    <a:pt x="2285186" y="171548"/>
                  </a:lnTo>
                  <a:lnTo>
                    <a:pt x="2286665" y="171163"/>
                  </a:lnTo>
                  <a:lnTo>
                    <a:pt x="2287163" y="171337"/>
                  </a:lnTo>
                  <a:lnTo>
                    <a:pt x="2288430" y="170905"/>
                  </a:lnTo>
                  <a:lnTo>
                    <a:pt x="2292793" y="171493"/>
                  </a:lnTo>
                  <a:lnTo>
                    <a:pt x="2295257" y="170905"/>
                  </a:lnTo>
                  <a:lnTo>
                    <a:pt x="2298619" y="171810"/>
                  </a:lnTo>
                  <a:lnTo>
                    <a:pt x="2304918" y="171560"/>
                  </a:lnTo>
                  <a:lnTo>
                    <a:pt x="2307308" y="173340"/>
                  </a:lnTo>
                  <a:lnTo>
                    <a:pt x="2309032" y="175825"/>
                  </a:lnTo>
                  <a:lnTo>
                    <a:pt x="2309237" y="177623"/>
                  </a:lnTo>
                  <a:lnTo>
                    <a:pt x="2308653" y="183852"/>
                  </a:lnTo>
                  <a:lnTo>
                    <a:pt x="2306391" y="185876"/>
                  </a:lnTo>
                  <a:lnTo>
                    <a:pt x="2305761" y="186834"/>
                  </a:lnTo>
                  <a:lnTo>
                    <a:pt x="2305498" y="190144"/>
                  </a:lnTo>
                  <a:lnTo>
                    <a:pt x="2304346" y="194833"/>
                  </a:lnTo>
                  <a:lnTo>
                    <a:pt x="2304590" y="197096"/>
                  </a:lnTo>
                  <a:lnTo>
                    <a:pt x="2305211" y="197838"/>
                  </a:lnTo>
                  <a:lnTo>
                    <a:pt x="2305354" y="199235"/>
                  </a:lnTo>
                  <a:lnTo>
                    <a:pt x="2307381" y="201190"/>
                  </a:lnTo>
                  <a:lnTo>
                    <a:pt x="2308491" y="202635"/>
                  </a:lnTo>
                  <a:lnTo>
                    <a:pt x="2309854" y="205304"/>
                  </a:lnTo>
                  <a:lnTo>
                    <a:pt x="2310388" y="207030"/>
                  </a:lnTo>
                  <a:lnTo>
                    <a:pt x="2310353" y="208602"/>
                  </a:lnTo>
                  <a:lnTo>
                    <a:pt x="2309191" y="211070"/>
                  </a:lnTo>
                  <a:lnTo>
                    <a:pt x="2309412" y="211321"/>
                  </a:lnTo>
                  <a:lnTo>
                    <a:pt x="2309312" y="213563"/>
                  </a:lnTo>
                  <a:lnTo>
                    <a:pt x="2308884" y="214172"/>
                  </a:lnTo>
                  <a:lnTo>
                    <a:pt x="2308786" y="216249"/>
                  </a:lnTo>
                  <a:lnTo>
                    <a:pt x="2309288" y="217447"/>
                  </a:lnTo>
                  <a:lnTo>
                    <a:pt x="2311794" y="220015"/>
                  </a:lnTo>
                  <a:lnTo>
                    <a:pt x="2312523" y="221547"/>
                  </a:lnTo>
                  <a:lnTo>
                    <a:pt x="2312260" y="222998"/>
                  </a:lnTo>
                  <a:lnTo>
                    <a:pt x="2313533" y="224315"/>
                  </a:lnTo>
                  <a:lnTo>
                    <a:pt x="2313610" y="225839"/>
                  </a:lnTo>
                  <a:lnTo>
                    <a:pt x="2314585" y="227057"/>
                  </a:lnTo>
                  <a:lnTo>
                    <a:pt x="2315043" y="230309"/>
                  </a:lnTo>
                  <a:lnTo>
                    <a:pt x="2315767" y="232101"/>
                  </a:lnTo>
                  <a:lnTo>
                    <a:pt x="2315499" y="232582"/>
                  </a:lnTo>
                  <a:lnTo>
                    <a:pt x="2316201" y="234322"/>
                  </a:lnTo>
                  <a:lnTo>
                    <a:pt x="2316289" y="236826"/>
                  </a:lnTo>
                  <a:lnTo>
                    <a:pt x="2316892" y="238231"/>
                  </a:lnTo>
                  <a:lnTo>
                    <a:pt x="2316991" y="239699"/>
                  </a:lnTo>
                  <a:lnTo>
                    <a:pt x="2318574" y="241939"/>
                  </a:lnTo>
                  <a:lnTo>
                    <a:pt x="2319545" y="242718"/>
                  </a:lnTo>
                  <a:lnTo>
                    <a:pt x="2320523" y="245505"/>
                  </a:lnTo>
                  <a:lnTo>
                    <a:pt x="2321216" y="246754"/>
                  </a:lnTo>
                  <a:lnTo>
                    <a:pt x="2321486" y="248061"/>
                  </a:lnTo>
                  <a:lnTo>
                    <a:pt x="2322048" y="257061"/>
                  </a:lnTo>
                  <a:lnTo>
                    <a:pt x="2321471" y="259791"/>
                  </a:lnTo>
                  <a:lnTo>
                    <a:pt x="2321668" y="260489"/>
                  </a:lnTo>
                  <a:lnTo>
                    <a:pt x="2319190" y="264618"/>
                  </a:lnTo>
                  <a:lnTo>
                    <a:pt x="2319505" y="266361"/>
                  </a:lnTo>
                  <a:lnTo>
                    <a:pt x="2318346" y="268623"/>
                  </a:lnTo>
                  <a:lnTo>
                    <a:pt x="2318106" y="274107"/>
                  </a:lnTo>
                  <a:lnTo>
                    <a:pt x="2318511" y="276313"/>
                  </a:lnTo>
                  <a:lnTo>
                    <a:pt x="2320433" y="277724"/>
                  </a:lnTo>
                  <a:lnTo>
                    <a:pt x="2321045" y="277796"/>
                  </a:lnTo>
                  <a:lnTo>
                    <a:pt x="2322525" y="277461"/>
                  </a:lnTo>
                  <a:lnTo>
                    <a:pt x="2323562" y="277987"/>
                  </a:lnTo>
                  <a:lnTo>
                    <a:pt x="2326170" y="277539"/>
                  </a:lnTo>
                  <a:lnTo>
                    <a:pt x="2327526" y="277534"/>
                  </a:lnTo>
                  <a:lnTo>
                    <a:pt x="2328611" y="277409"/>
                  </a:lnTo>
                  <a:lnTo>
                    <a:pt x="2329097" y="277634"/>
                  </a:lnTo>
                  <a:lnTo>
                    <a:pt x="2330155" y="278629"/>
                  </a:lnTo>
                  <a:lnTo>
                    <a:pt x="2331513" y="279054"/>
                  </a:lnTo>
                  <a:lnTo>
                    <a:pt x="2332140" y="279693"/>
                  </a:lnTo>
                  <a:lnTo>
                    <a:pt x="2332661" y="280680"/>
                  </a:lnTo>
                  <a:lnTo>
                    <a:pt x="2333612" y="281209"/>
                  </a:lnTo>
                  <a:lnTo>
                    <a:pt x="2336545" y="281882"/>
                  </a:lnTo>
                  <a:lnTo>
                    <a:pt x="2337176" y="282483"/>
                  </a:lnTo>
                  <a:lnTo>
                    <a:pt x="2339151" y="284375"/>
                  </a:lnTo>
                  <a:lnTo>
                    <a:pt x="2340102" y="286457"/>
                  </a:lnTo>
                  <a:lnTo>
                    <a:pt x="2340368" y="288003"/>
                  </a:lnTo>
                  <a:lnTo>
                    <a:pt x="2336849" y="294669"/>
                  </a:lnTo>
                  <a:lnTo>
                    <a:pt x="2336156" y="296721"/>
                  </a:lnTo>
                  <a:lnTo>
                    <a:pt x="2339934" y="298828"/>
                  </a:lnTo>
                  <a:lnTo>
                    <a:pt x="2340883" y="298939"/>
                  </a:lnTo>
                  <a:lnTo>
                    <a:pt x="2342052" y="298727"/>
                  </a:lnTo>
                  <a:lnTo>
                    <a:pt x="2344232" y="298015"/>
                  </a:lnTo>
                  <a:lnTo>
                    <a:pt x="2346204" y="297983"/>
                  </a:lnTo>
                  <a:lnTo>
                    <a:pt x="2350818" y="295872"/>
                  </a:lnTo>
                  <a:lnTo>
                    <a:pt x="2359843" y="293198"/>
                  </a:lnTo>
                  <a:lnTo>
                    <a:pt x="2361213" y="291810"/>
                  </a:lnTo>
                  <a:lnTo>
                    <a:pt x="2361306" y="291070"/>
                  </a:lnTo>
                  <a:lnTo>
                    <a:pt x="2361970" y="289720"/>
                  </a:lnTo>
                  <a:lnTo>
                    <a:pt x="2364704" y="287520"/>
                  </a:lnTo>
                  <a:lnTo>
                    <a:pt x="2365555" y="286260"/>
                  </a:lnTo>
                  <a:lnTo>
                    <a:pt x="2367108" y="284958"/>
                  </a:lnTo>
                  <a:lnTo>
                    <a:pt x="2369792" y="283577"/>
                  </a:lnTo>
                  <a:lnTo>
                    <a:pt x="2371995" y="283142"/>
                  </a:lnTo>
                  <a:lnTo>
                    <a:pt x="2377687" y="280630"/>
                  </a:lnTo>
                  <a:lnTo>
                    <a:pt x="2378314" y="280609"/>
                  </a:lnTo>
                  <a:lnTo>
                    <a:pt x="2379032" y="281032"/>
                  </a:lnTo>
                  <a:lnTo>
                    <a:pt x="2379553" y="282485"/>
                  </a:lnTo>
                  <a:lnTo>
                    <a:pt x="2379496" y="285204"/>
                  </a:lnTo>
                  <a:lnTo>
                    <a:pt x="2379658" y="285917"/>
                  </a:lnTo>
                  <a:lnTo>
                    <a:pt x="2380071" y="286107"/>
                  </a:lnTo>
                  <a:lnTo>
                    <a:pt x="2381276" y="286442"/>
                  </a:lnTo>
                  <a:lnTo>
                    <a:pt x="2382740" y="286374"/>
                  </a:lnTo>
                  <a:lnTo>
                    <a:pt x="2384115" y="286084"/>
                  </a:lnTo>
                  <a:lnTo>
                    <a:pt x="2387834" y="284589"/>
                  </a:lnTo>
                  <a:lnTo>
                    <a:pt x="2389904" y="285523"/>
                  </a:lnTo>
                  <a:lnTo>
                    <a:pt x="2391697" y="287379"/>
                  </a:lnTo>
                  <a:lnTo>
                    <a:pt x="2392820" y="287982"/>
                  </a:lnTo>
                  <a:lnTo>
                    <a:pt x="2394468" y="289471"/>
                  </a:lnTo>
                  <a:lnTo>
                    <a:pt x="2395429" y="289847"/>
                  </a:lnTo>
                  <a:lnTo>
                    <a:pt x="2398619" y="290252"/>
                  </a:lnTo>
                  <a:lnTo>
                    <a:pt x="2400658" y="290136"/>
                  </a:lnTo>
                  <a:lnTo>
                    <a:pt x="2402385" y="290348"/>
                  </a:lnTo>
                  <a:lnTo>
                    <a:pt x="2404546" y="291248"/>
                  </a:lnTo>
                  <a:lnTo>
                    <a:pt x="2404928" y="291653"/>
                  </a:lnTo>
                  <a:lnTo>
                    <a:pt x="2407209" y="291443"/>
                  </a:lnTo>
                  <a:lnTo>
                    <a:pt x="2407987" y="290666"/>
                  </a:lnTo>
                  <a:lnTo>
                    <a:pt x="2409401" y="289957"/>
                  </a:lnTo>
                  <a:lnTo>
                    <a:pt x="2409640" y="289611"/>
                  </a:lnTo>
                  <a:lnTo>
                    <a:pt x="2411872" y="288536"/>
                  </a:lnTo>
                  <a:lnTo>
                    <a:pt x="2412985" y="288474"/>
                  </a:lnTo>
                  <a:lnTo>
                    <a:pt x="2414378" y="288817"/>
                  </a:lnTo>
                  <a:lnTo>
                    <a:pt x="2416054" y="288672"/>
                  </a:lnTo>
                  <a:lnTo>
                    <a:pt x="2417442" y="288246"/>
                  </a:lnTo>
                  <a:lnTo>
                    <a:pt x="2418607" y="287297"/>
                  </a:lnTo>
                  <a:lnTo>
                    <a:pt x="2419847" y="287630"/>
                  </a:lnTo>
                  <a:lnTo>
                    <a:pt x="2422644" y="286551"/>
                  </a:lnTo>
                  <a:lnTo>
                    <a:pt x="2425094" y="288432"/>
                  </a:lnTo>
                  <a:lnTo>
                    <a:pt x="2426976" y="290577"/>
                  </a:lnTo>
                  <a:lnTo>
                    <a:pt x="2427905" y="291212"/>
                  </a:lnTo>
                  <a:lnTo>
                    <a:pt x="2431321" y="294450"/>
                  </a:lnTo>
                  <a:lnTo>
                    <a:pt x="2431850" y="295539"/>
                  </a:lnTo>
                  <a:lnTo>
                    <a:pt x="2432146" y="297345"/>
                  </a:lnTo>
                  <a:lnTo>
                    <a:pt x="2432469" y="297772"/>
                  </a:lnTo>
                  <a:lnTo>
                    <a:pt x="2433741" y="303726"/>
                  </a:lnTo>
                  <a:lnTo>
                    <a:pt x="2434806" y="305232"/>
                  </a:lnTo>
                  <a:lnTo>
                    <a:pt x="2435494" y="308595"/>
                  </a:lnTo>
                  <a:lnTo>
                    <a:pt x="2435466" y="310888"/>
                  </a:lnTo>
                  <a:lnTo>
                    <a:pt x="2437017" y="311698"/>
                  </a:lnTo>
                  <a:lnTo>
                    <a:pt x="2437893" y="312946"/>
                  </a:lnTo>
                  <a:lnTo>
                    <a:pt x="2439389" y="313787"/>
                  </a:lnTo>
                  <a:lnTo>
                    <a:pt x="2443526" y="317427"/>
                  </a:lnTo>
                  <a:lnTo>
                    <a:pt x="2445371" y="318162"/>
                  </a:lnTo>
                  <a:lnTo>
                    <a:pt x="2448215" y="318816"/>
                  </a:lnTo>
                  <a:lnTo>
                    <a:pt x="2450692" y="318248"/>
                  </a:lnTo>
                  <a:lnTo>
                    <a:pt x="2454727" y="316059"/>
                  </a:lnTo>
                  <a:lnTo>
                    <a:pt x="2455880" y="315726"/>
                  </a:lnTo>
                  <a:lnTo>
                    <a:pt x="2459462" y="314050"/>
                  </a:lnTo>
                  <a:lnTo>
                    <a:pt x="2461036" y="312543"/>
                  </a:lnTo>
                  <a:lnTo>
                    <a:pt x="2463413" y="315773"/>
                  </a:lnTo>
                  <a:lnTo>
                    <a:pt x="2464722" y="316625"/>
                  </a:lnTo>
                  <a:lnTo>
                    <a:pt x="2465352" y="318983"/>
                  </a:lnTo>
                  <a:lnTo>
                    <a:pt x="2466262" y="321984"/>
                  </a:lnTo>
                  <a:lnTo>
                    <a:pt x="2467406" y="323474"/>
                  </a:lnTo>
                  <a:lnTo>
                    <a:pt x="2467407" y="323759"/>
                  </a:lnTo>
                  <a:lnTo>
                    <a:pt x="2465980" y="325460"/>
                  </a:lnTo>
                  <a:lnTo>
                    <a:pt x="2465684" y="329956"/>
                  </a:lnTo>
                  <a:lnTo>
                    <a:pt x="2464736" y="331828"/>
                  </a:lnTo>
                  <a:lnTo>
                    <a:pt x="2463409" y="332871"/>
                  </a:lnTo>
                  <a:lnTo>
                    <a:pt x="2461654" y="335931"/>
                  </a:lnTo>
                  <a:lnTo>
                    <a:pt x="2461466" y="337565"/>
                  </a:lnTo>
                  <a:lnTo>
                    <a:pt x="2461727" y="338532"/>
                  </a:lnTo>
                  <a:lnTo>
                    <a:pt x="2461727" y="340502"/>
                  </a:lnTo>
                  <a:lnTo>
                    <a:pt x="2460865" y="342514"/>
                  </a:lnTo>
                  <a:lnTo>
                    <a:pt x="2460069" y="343149"/>
                  </a:lnTo>
                  <a:lnTo>
                    <a:pt x="2458956" y="345555"/>
                  </a:lnTo>
                  <a:lnTo>
                    <a:pt x="2457168" y="346958"/>
                  </a:lnTo>
                  <a:lnTo>
                    <a:pt x="2456724" y="348409"/>
                  </a:lnTo>
                  <a:lnTo>
                    <a:pt x="2455807" y="349049"/>
                  </a:lnTo>
                  <a:lnTo>
                    <a:pt x="2455009" y="349037"/>
                  </a:lnTo>
                  <a:lnTo>
                    <a:pt x="2454634" y="349259"/>
                  </a:lnTo>
                  <a:lnTo>
                    <a:pt x="2452883" y="351023"/>
                  </a:lnTo>
                  <a:lnTo>
                    <a:pt x="2453366" y="352700"/>
                  </a:lnTo>
                  <a:lnTo>
                    <a:pt x="2453392" y="355975"/>
                  </a:lnTo>
                  <a:lnTo>
                    <a:pt x="2453810" y="357293"/>
                  </a:lnTo>
                  <a:lnTo>
                    <a:pt x="2454224" y="360719"/>
                  </a:lnTo>
                  <a:lnTo>
                    <a:pt x="2453808" y="361390"/>
                  </a:lnTo>
                  <a:lnTo>
                    <a:pt x="2453093" y="361401"/>
                  </a:lnTo>
                  <a:lnTo>
                    <a:pt x="2452922" y="361748"/>
                  </a:lnTo>
                  <a:lnTo>
                    <a:pt x="2453035" y="362912"/>
                  </a:lnTo>
                  <a:lnTo>
                    <a:pt x="2452440" y="363728"/>
                  </a:lnTo>
                  <a:lnTo>
                    <a:pt x="2451534" y="365921"/>
                  </a:lnTo>
                  <a:lnTo>
                    <a:pt x="2450846" y="366034"/>
                  </a:lnTo>
                  <a:lnTo>
                    <a:pt x="2450268" y="366564"/>
                  </a:lnTo>
                  <a:lnTo>
                    <a:pt x="2449688" y="367745"/>
                  </a:lnTo>
                  <a:lnTo>
                    <a:pt x="2450732" y="371554"/>
                  </a:lnTo>
                  <a:lnTo>
                    <a:pt x="2450652" y="373246"/>
                  </a:lnTo>
                  <a:lnTo>
                    <a:pt x="2451779" y="376903"/>
                  </a:lnTo>
                  <a:lnTo>
                    <a:pt x="2451794" y="379990"/>
                  </a:lnTo>
                  <a:lnTo>
                    <a:pt x="2451511" y="382557"/>
                  </a:lnTo>
                  <a:lnTo>
                    <a:pt x="2450832" y="384255"/>
                  </a:lnTo>
                  <a:lnTo>
                    <a:pt x="2452736" y="388178"/>
                  </a:lnTo>
                  <a:lnTo>
                    <a:pt x="2453518" y="390937"/>
                  </a:lnTo>
                  <a:lnTo>
                    <a:pt x="2453414" y="393255"/>
                  </a:lnTo>
                  <a:lnTo>
                    <a:pt x="2452865" y="394831"/>
                  </a:lnTo>
                  <a:lnTo>
                    <a:pt x="2453366" y="396448"/>
                  </a:lnTo>
                  <a:lnTo>
                    <a:pt x="2453311" y="397052"/>
                  </a:lnTo>
                  <a:lnTo>
                    <a:pt x="2455254" y="397920"/>
                  </a:lnTo>
                  <a:lnTo>
                    <a:pt x="2455310" y="399206"/>
                  </a:lnTo>
                  <a:lnTo>
                    <a:pt x="2458306" y="399638"/>
                  </a:lnTo>
                  <a:lnTo>
                    <a:pt x="2459516" y="398929"/>
                  </a:lnTo>
                  <a:lnTo>
                    <a:pt x="2461106" y="398384"/>
                  </a:lnTo>
                  <a:lnTo>
                    <a:pt x="2464982" y="397955"/>
                  </a:lnTo>
                  <a:lnTo>
                    <a:pt x="2469158" y="398052"/>
                  </a:lnTo>
                  <a:lnTo>
                    <a:pt x="2470743" y="399342"/>
                  </a:lnTo>
                  <a:lnTo>
                    <a:pt x="2471839" y="399560"/>
                  </a:lnTo>
                  <a:lnTo>
                    <a:pt x="2472379" y="398801"/>
                  </a:lnTo>
                  <a:lnTo>
                    <a:pt x="2472670" y="397518"/>
                  </a:lnTo>
                  <a:lnTo>
                    <a:pt x="2473239" y="396842"/>
                  </a:lnTo>
                  <a:lnTo>
                    <a:pt x="2475828" y="391657"/>
                  </a:lnTo>
                  <a:lnTo>
                    <a:pt x="2476590" y="390467"/>
                  </a:lnTo>
                  <a:lnTo>
                    <a:pt x="2477380" y="389850"/>
                  </a:lnTo>
                  <a:lnTo>
                    <a:pt x="2478919" y="389276"/>
                  </a:lnTo>
                  <a:lnTo>
                    <a:pt x="2481171" y="387665"/>
                  </a:lnTo>
                  <a:lnTo>
                    <a:pt x="2482384" y="387276"/>
                  </a:lnTo>
                  <a:lnTo>
                    <a:pt x="2483725" y="387721"/>
                  </a:lnTo>
                  <a:lnTo>
                    <a:pt x="2489196" y="388364"/>
                  </a:lnTo>
                  <a:lnTo>
                    <a:pt x="2492640" y="388995"/>
                  </a:lnTo>
                  <a:lnTo>
                    <a:pt x="2494907" y="389879"/>
                  </a:lnTo>
                  <a:lnTo>
                    <a:pt x="2497069" y="390174"/>
                  </a:lnTo>
                  <a:lnTo>
                    <a:pt x="2499477" y="391555"/>
                  </a:lnTo>
                  <a:lnTo>
                    <a:pt x="2503571" y="394758"/>
                  </a:lnTo>
                  <a:lnTo>
                    <a:pt x="2505786" y="396166"/>
                  </a:lnTo>
                  <a:lnTo>
                    <a:pt x="2509545" y="399863"/>
                  </a:lnTo>
                  <a:lnTo>
                    <a:pt x="2515169" y="403028"/>
                  </a:lnTo>
                  <a:lnTo>
                    <a:pt x="2516447" y="405630"/>
                  </a:lnTo>
                  <a:lnTo>
                    <a:pt x="2516467" y="407672"/>
                  </a:lnTo>
                  <a:lnTo>
                    <a:pt x="2516616" y="410584"/>
                  </a:lnTo>
                  <a:lnTo>
                    <a:pt x="2514073" y="415629"/>
                  </a:lnTo>
                  <a:lnTo>
                    <a:pt x="2514496" y="427596"/>
                  </a:lnTo>
                  <a:lnTo>
                    <a:pt x="2513876" y="429157"/>
                  </a:lnTo>
                  <a:lnTo>
                    <a:pt x="2514979" y="431768"/>
                  </a:lnTo>
                  <a:lnTo>
                    <a:pt x="2515907" y="435267"/>
                  </a:lnTo>
                  <a:lnTo>
                    <a:pt x="2517005" y="435908"/>
                  </a:lnTo>
                  <a:lnTo>
                    <a:pt x="2520023" y="439197"/>
                  </a:lnTo>
                  <a:lnTo>
                    <a:pt x="2524973" y="445565"/>
                  </a:lnTo>
                  <a:lnTo>
                    <a:pt x="2524713" y="449414"/>
                  </a:lnTo>
                  <a:lnTo>
                    <a:pt x="2525104" y="451523"/>
                  </a:lnTo>
                  <a:lnTo>
                    <a:pt x="2527091" y="454001"/>
                  </a:lnTo>
                  <a:lnTo>
                    <a:pt x="2534251" y="454412"/>
                  </a:lnTo>
                  <a:lnTo>
                    <a:pt x="2535597" y="454354"/>
                  </a:lnTo>
                  <a:lnTo>
                    <a:pt x="2540933" y="455687"/>
                  </a:lnTo>
                  <a:lnTo>
                    <a:pt x="2551409" y="459685"/>
                  </a:lnTo>
                  <a:lnTo>
                    <a:pt x="2558331" y="463920"/>
                  </a:lnTo>
                  <a:lnTo>
                    <a:pt x="2567799" y="471885"/>
                  </a:lnTo>
                  <a:lnTo>
                    <a:pt x="2573351" y="473641"/>
                  </a:lnTo>
                  <a:lnTo>
                    <a:pt x="2575773" y="472349"/>
                  </a:lnTo>
                  <a:lnTo>
                    <a:pt x="2576700" y="472109"/>
                  </a:lnTo>
                  <a:lnTo>
                    <a:pt x="2577132" y="472298"/>
                  </a:lnTo>
                  <a:lnTo>
                    <a:pt x="2578930" y="471778"/>
                  </a:lnTo>
                  <a:lnTo>
                    <a:pt x="2583043" y="471142"/>
                  </a:lnTo>
                  <a:lnTo>
                    <a:pt x="2583525" y="470301"/>
                  </a:lnTo>
                  <a:lnTo>
                    <a:pt x="2584951" y="469638"/>
                  </a:lnTo>
                  <a:lnTo>
                    <a:pt x="2586489" y="469868"/>
                  </a:lnTo>
                  <a:lnTo>
                    <a:pt x="2587121" y="469455"/>
                  </a:lnTo>
                  <a:lnTo>
                    <a:pt x="2592334" y="468019"/>
                  </a:lnTo>
                  <a:lnTo>
                    <a:pt x="2594824" y="468164"/>
                  </a:lnTo>
                  <a:lnTo>
                    <a:pt x="2597077" y="469375"/>
                  </a:lnTo>
                  <a:lnTo>
                    <a:pt x="2599666" y="471196"/>
                  </a:lnTo>
                  <a:lnTo>
                    <a:pt x="2602367" y="472179"/>
                  </a:lnTo>
                  <a:lnTo>
                    <a:pt x="2604566" y="472569"/>
                  </a:lnTo>
                  <a:lnTo>
                    <a:pt x="2607573" y="472471"/>
                  </a:lnTo>
                  <a:lnTo>
                    <a:pt x="2608787" y="472720"/>
                  </a:lnTo>
                  <a:lnTo>
                    <a:pt x="2610674" y="472688"/>
                  </a:lnTo>
                  <a:lnTo>
                    <a:pt x="2611076" y="472421"/>
                  </a:lnTo>
                  <a:lnTo>
                    <a:pt x="2611523" y="472688"/>
                  </a:lnTo>
                  <a:lnTo>
                    <a:pt x="2612989" y="472915"/>
                  </a:lnTo>
                  <a:lnTo>
                    <a:pt x="2616103" y="472966"/>
                  </a:lnTo>
                  <a:lnTo>
                    <a:pt x="2616826" y="473416"/>
                  </a:lnTo>
                  <a:lnTo>
                    <a:pt x="2619211" y="473568"/>
                  </a:lnTo>
                  <a:lnTo>
                    <a:pt x="2620557" y="474027"/>
                  </a:lnTo>
                  <a:lnTo>
                    <a:pt x="2622207" y="474710"/>
                  </a:lnTo>
                  <a:lnTo>
                    <a:pt x="2624044" y="473851"/>
                  </a:lnTo>
                  <a:lnTo>
                    <a:pt x="2625888" y="472465"/>
                  </a:lnTo>
                  <a:lnTo>
                    <a:pt x="2625747" y="472245"/>
                  </a:lnTo>
                  <a:lnTo>
                    <a:pt x="2627127" y="471521"/>
                  </a:lnTo>
                  <a:lnTo>
                    <a:pt x="2629428" y="470995"/>
                  </a:lnTo>
                  <a:lnTo>
                    <a:pt x="2631718" y="470900"/>
                  </a:lnTo>
                  <a:lnTo>
                    <a:pt x="2632349" y="471215"/>
                  </a:lnTo>
                  <a:lnTo>
                    <a:pt x="2636738" y="471781"/>
                  </a:lnTo>
                  <a:lnTo>
                    <a:pt x="2637665" y="471550"/>
                  </a:lnTo>
                  <a:lnTo>
                    <a:pt x="2639013" y="472488"/>
                  </a:lnTo>
                  <a:lnTo>
                    <a:pt x="2640196" y="472800"/>
                  </a:lnTo>
                  <a:lnTo>
                    <a:pt x="2640893" y="473392"/>
                  </a:lnTo>
                  <a:lnTo>
                    <a:pt x="2642266" y="473771"/>
                  </a:lnTo>
                  <a:lnTo>
                    <a:pt x="2643460" y="474501"/>
                  </a:lnTo>
                  <a:lnTo>
                    <a:pt x="2644903" y="475777"/>
                  </a:lnTo>
                  <a:lnTo>
                    <a:pt x="2648943" y="478065"/>
                  </a:lnTo>
                  <a:lnTo>
                    <a:pt x="2650192" y="479369"/>
                  </a:lnTo>
                  <a:lnTo>
                    <a:pt x="2650567" y="480373"/>
                  </a:lnTo>
                  <a:lnTo>
                    <a:pt x="2650614" y="481230"/>
                  </a:lnTo>
                  <a:lnTo>
                    <a:pt x="2651661" y="482425"/>
                  </a:lnTo>
                  <a:lnTo>
                    <a:pt x="2652011" y="483752"/>
                  </a:lnTo>
                  <a:lnTo>
                    <a:pt x="2651834" y="484705"/>
                  </a:lnTo>
                  <a:lnTo>
                    <a:pt x="2652324" y="485825"/>
                  </a:lnTo>
                  <a:lnTo>
                    <a:pt x="2653481" y="486517"/>
                  </a:lnTo>
                  <a:lnTo>
                    <a:pt x="2653755" y="486986"/>
                  </a:lnTo>
                  <a:lnTo>
                    <a:pt x="2654514" y="487329"/>
                  </a:lnTo>
                  <a:lnTo>
                    <a:pt x="2655534" y="488335"/>
                  </a:lnTo>
                  <a:lnTo>
                    <a:pt x="2655870" y="488977"/>
                  </a:lnTo>
                  <a:lnTo>
                    <a:pt x="2655737" y="489851"/>
                  </a:lnTo>
                  <a:lnTo>
                    <a:pt x="2656438" y="491213"/>
                  </a:lnTo>
                  <a:lnTo>
                    <a:pt x="2656954" y="491440"/>
                  </a:lnTo>
                  <a:lnTo>
                    <a:pt x="2658130" y="491231"/>
                  </a:lnTo>
                  <a:lnTo>
                    <a:pt x="2659530" y="491513"/>
                  </a:lnTo>
                  <a:lnTo>
                    <a:pt x="2660171" y="491995"/>
                  </a:lnTo>
                  <a:lnTo>
                    <a:pt x="2661279" y="492325"/>
                  </a:lnTo>
                  <a:lnTo>
                    <a:pt x="2661943" y="494125"/>
                  </a:lnTo>
                  <a:lnTo>
                    <a:pt x="2663690" y="494898"/>
                  </a:lnTo>
                  <a:lnTo>
                    <a:pt x="2665094" y="496198"/>
                  </a:lnTo>
                  <a:lnTo>
                    <a:pt x="2665623" y="496368"/>
                  </a:lnTo>
                  <a:lnTo>
                    <a:pt x="2665656" y="497538"/>
                  </a:lnTo>
                  <a:lnTo>
                    <a:pt x="2666019" y="498246"/>
                  </a:lnTo>
                  <a:lnTo>
                    <a:pt x="2666114" y="499133"/>
                  </a:lnTo>
                  <a:lnTo>
                    <a:pt x="2666829" y="500311"/>
                  </a:lnTo>
                  <a:lnTo>
                    <a:pt x="2666619" y="500817"/>
                  </a:lnTo>
                  <a:lnTo>
                    <a:pt x="2667835" y="502730"/>
                  </a:lnTo>
                  <a:lnTo>
                    <a:pt x="2667508" y="502974"/>
                  </a:lnTo>
                  <a:lnTo>
                    <a:pt x="2668652" y="504507"/>
                  </a:lnTo>
                  <a:lnTo>
                    <a:pt x="2669215" y="505316"/>
                  </a:lnTo>
                  <a:lnTo>
                    <a:pt x="2669204" y="506386"/>
                  </a:lnTo>
                  <a:lnTo>
                    <a:pt x="2669429" y="506917"/>
                  </a:lnTo>
                  <a:lnTo>
                    <a:pt x="2670272" y="507904"/>
                  </a:lnTo>
                  <a:lnTo>
                    <a:pt x="2670445" y="508821"/>
                  </a:lnTo>
                  <a:lnTo>
                    <a:pt x="2671159" y="509440"/>
                  </a:lnTo>
                  <a:lnTo>
                    <a:pt x="2671829" y="511040"/>
                  </a:lnTo>
                  <a:lnTo>
                    <a:pt x="2673984" y="512771"/>
                  </a:lnTo>
                  <a:lnTo>
                    <a:pt x="2675125" y="513175"/>
                  </a:lnTo>
                  <a:lnTo>
                    <a:pt x="2675619" y="514007"/>
                  </a:lnTo>
                  <a:lnTo>
                    <a:pt x="2676609" y="514400"/>
                  </a:lnTo>
                  <a:lnTo>
                    <a:pt x="2676930" y="515110"/>
                  </a:lnTo>
                  <a:lnTo>
                    <a:pt x="2679461" y="516871"/>
                  </a:lnTo>
                  <a:lnTo>
                    <a:pt x="2680073" y="518374"/>
                  </a:lnTo>
                  <a:lnTo>
                    <a:pt x="2680898" y="518783"/>
                  </a:lnTo>
                  <a:lnTo>
                    <a:pt x="2684229" y="521471"/>
                  </a:lnTo>
                  <a:lnTo>
                    <a:pt x="2685907" y="520849"/>
                  </a:lnTo>
                  <a:lnTo>
                    <a:pt x="2688241" y="520815"/>
                  </a:lnTo>
                  <a:lnTo>
                    <a:pt x="2692108" y="518424"/>
                  </a:lnTo>
                  <a:lnTo>
                    <a:pt x="2692230" y="517664"/>
                  </a:lnTo>
                  <a:lnTo>
                    <a:pt x="2692016" y="516885"/>
                  </a:lnTo>
                  <a:lnTo>
                    <a:pt x="2691463" y="516627"/>
                  </a:lnTo>
                  <a:lnTo>
                    <a:pt x="2691569" y="515860"/>
                  </a:lnTo>
                  <a:lnTo>
                    <a:pt x="2691328" y="515385"/>
                  </a:lnTo>
                  <a:lnTo>
                    <a:pt x="2690632" y="515469"/>
                  </a:lnTo>
                  <a:lnTo>
                    <a:pt x="2689914" y="513961"/>
                  </a:lnTo>
                  <a:lnTo>
                    <a:pt x="2690253" y="513919"/>
                  </a:lnTo>
                  <a:lnTo>
                    <a:pt x="2690503" y="513416"/>
                  </a:lnTo>
                  <a:lnTo>
                    <a:pt x="2690944" y="511905"/>
                  </a:lnTo>
                  <a:lnTo>
                    <a:pt x="2690663" y="510805"/>
                  </a:lnTo>
                  <a:lnTo>
                    <a:pt x="2691606" y="508945"/>
                  </a:lnTo>
                  <a:lnTo>
                    <a:pt x="2691264" y="508734"/>
                  </a:lnTo>
                  <a:lnTo>
                    <a:pt x="2691186" y="508067"/>
                  </a:lnTo>
                  <a:lnTo>
                    <a:pt x="2691626" y="506740"/>
                  </a:lnTo>
                  <a:lnTo>
                    <a:pt x="2691302" y="506392"/>
                  </a:lnTo>
                  <a:lnTo>
                    <a:pt x="2691252" y="505866"/>
                  </a:lnTo>
                  <a:lnTo>
                    <a:pt x="2691852" y="505660"/>
                  </a:lnTo>
                  <a:lnTo>
                    <a:pt x="2692035" y="504941"/>
                  </a:lnTo>
                  <a:lnTo>
                    <a:pt x="2691427" y="504099"/>
                  </a:lnTo>
                  <a:lnTo>
                    <a:pt x="2692014" y="503409"/>
                  </a:lnTo>
                  <a:lnTo>
                    <a:pt x="2692032" y="502680"/>
                  </a:lnTo>
                  <a:lnTo>
                    <a:pt x="2691282" y="502517"/>
                  </a:lnTo>
                  <a:lnTo>
                    <a:pt x="2691122" y="501615"/>
                  </a:lnTo>
                  <a:lnTo>
                    <a:pt x="2691382" y="500970"/>
                  </a:lnTo>
                  <a:lnTo>
                    <a:pt x="2691408" y="499809"/>
                  </a:lnTo>
                  <a:lnTo>
                    <a:pt x="2691375" y="498773"/>
                  </a:lnTo>
                  <a:lnTo>
                    <a:pt x="2691181" y="498624"/>
                  </a:lnTo>
                  <a:lnTo>
                    <a:pt x="2691279" y="497758"/>
                  </a:lnTo>
                  <a:lnTo>
                    <a:pt x="2691000" y="497365"/>
                  </a:lnTo>
                  <a:lnTo>
                    <a:pt x="2691381" y="496913"/>
                  </a:lnTo>
                  <a:lnTo>
                    <a:pt x="2691333" y="496433"/>
                  </a:lnTo>
                  <a:lnTo>
                    <a:pt x="2690872" y="495723"/>
                  </a:lnTo>
                  <a:lnTo>
                    <a:pt x="2691343" y="493721"/>
                  </a:lnTo>
                  <a:lnTo>
                    <a:pt x="2692071" y="493630"/>
                  </a:lnTo>
                  <a:lnTo>
                    <a:pt x="2692130" y="493194"/>
                  </a:lnTo>
                  <a:lnTo>
                    <a:pt x="2692453" y="493317"/>
                  </a:lnTo>
                  <a:lnTo>
                    <a:pt x="2692660" y="492596"/>
                  </a:lnTo>
                  <a:lnTo>
                    <a:pt x="2693903" y="492083"/>
                  </a:lnTo>
                  <a:lnTo>
                    <a:pt x="2694054" y="491747"/>
                  </a:lnTo>
                  <a:lnTo>
                    <a:pt x="2695076" y="491794"/>
                  </a:lnTo>
                  <a:lnTo>
                    <a:pt x="2695457" y="492019"/>
                  </a:lnTo>
                  <a:lnTo>
                    <a:pt x="2698954" y="491253"/>
                  </a:lnTo>
                  <a:lnTo>
                    <a:pt x="2701513" y="491573"/>
                  </a:lnTo>
                  <a:lnTo>
                    <a:pt x="2701647" y="493634"/>
                  </a:lnTo>
                  <a:lnTo>
                    <a:pt x="2702250" y="494825"/>
                  </a:lnTo>
                  <a:lnTo>
                    <a:pt x="2704859" y="496683"/>
                  </a:lnTo>
                  <a:lnTo>
                    <a:pt x="2705567" y="497448"/>
                  </a:lnTo>
                  <a:lnTo>
                    <a:pt x="2706387" y="497155"/>
                  </a:lnTo>
                  <a:lnTo>
                    <a:pt x="2706599" y="496222"/>
                  </a:lnTo>
                  <a:lnTo>
                    <a:pt x="2707494" y="494611"/>
                  </a:lnTo>
                  <a:lnTo>
                    <a:pt x="2706932" y="493423"/>
                  </a:lnTo>
                  <a:lnTo>
                    <a:pt x="2706856" y="492546"/>
                  </a:lnTo>
                  <a:lnTo>
                    <a:pt x="2707484" y="491448"/>
                  </a:lnTo>
                  <a:lnTo>
                    <a:pt x="2707209" y="490028"/>
                  </a:lnTo>
                  <a:lnTo>
                    <a:pt x="2707527" y="488529"/>
                  </a:lnTo>
                  <a:lnTo>
                    <a:pt x="2707751" y="487885"/>
                  </a:lnTo>
                  <a:lnTo>
                    <a:pt x="2708435" y="487157"/>
                  </a:lnTo>
                  <a:lnTo>
                    <a:pt x="2708534" y="486627"/>
                  </a:lnTo>
                  <a:lnTo>
                    <a:pt x="2709312" y="486422"/>
                  </a:lnTo>
                  <a:lnTo>
                    <a:pt x="2710175" y="485566"/>
                  </a:lnTo>
                  <a:lnTo>
                    <a:pt x="2711917" y="484828"/>
                  </a:lnTo>
                  <a:lnTo>
                    <a:pt x="2714938" y="484533"/>
                  </a:lnTo>
                  <a:lnTo>
                    <a:pt x="2716777" y="484318"/>
                  </a:lnTo>
                  <a:lnTo>
                    <a:pt x="2718229" y="483466"/>
                  </a:lnTo>
                  <a:lnTo>
                    <a:pt x="2720229" y="479771"/>
                  </a:lnTo>
                  <a:lnTo>
                    <a:pt x="2722005" y="477735"/>
                  </a:lnTo>
                  <a:lnTo>
                    <a:pt x="2722310" y="476634"/>
                  </a:lnTo>
                  <a:lnTo>
                    <a:pt x="2721514" y="473663"/>
                  </a:lnTo>
                  <a:lnTo>
                    <a:pt x="2721084" y="470404"/>
                  </a:lnTo>
                  <a:lnTo>
                    <a:pt x="2721282" y="469928"/>
                  </a:lnTo>
                  <a:lnTo>
                    <a:pt x="2721373" y="467699"/>
                  </a:lnTo>
                  <a:lnTo>
                    <a:pt x="2721460" y="467280"/>
                  </a:lnTo>
                  <a:lnTo>
                    <a:pt x="2721790" y="467009"/>
                  </a:lnTo>
                  <a:lnTo>
                    <a:pt x="2722912" y="466737"/>
                  </a:lnTo>
                  <a:lnTo>
                    <a:pt x="2723542" y="466811"/>
                  </a:lnTo>
                  <a:lnTo>
                    <a:pt x="2723890" y="463216"/>
                  </a:lnTo>
                  <a:lnTo>
                    <a:pt x="2724760" y="461722"/>
                  </a:lnTo>
                  <a:lnTo>
                    <a:pt x="2724279" y="460354"/>
                  </a:lnTo>
                  <a:lnTo>
                    <a:pt x="2724293" y="458992"/>
                  </a:lnTo>
                  <a:lnTo>
                    <a:pt x="2725151" y="457281"/>
                  </a:lnTo>
                  <a:lnTo>
                    <a:pt x="2728660" y="459323"/>
                  </a:lnTo>
                  <a:lnTo>
                    <a:pt x="2728639" y="458412"/>
                  </a:lnTo>
                  <a:lnTo>
                    <a:pt x="2731031" y="457842"/>
                  </a:lnTo>
                  <a:lnTo>
                    <a:pt x="2732215" y="457115"/>
                  </a:lnTo>
                  <a:lnTo>
                    <a:pt x="2736513" y="455513"/>
                  </a:lnTo>
                  <a:lnTo>
                    <a:pt x="2737660" y="455382"/>
                  </a:lnTo>
                  <a:lnTo>
                    <a:pt x="2737736" y="456242"/>
                  </a:lnTo>
                  <a:lnTo>
                    <a:pt x="2738178" y="457044"/>
                  </a:lnTo>
                  <a:lnTo>
                    <a:pt x="2738084" y="457613"/>
                  </a:lnTo>
                  <a:lnTo>
                    <a:pt x="2738597" y="458170"/>
                  </a:lnTo>
                  <a:lnTo>
                    <a:pt x="2738773" y="458936"/>
                  </a:lnTo>
                  <a:lnTo>
                    <a:pt x="2739019" y="459205"/>
                  </a:lnTo>
                  <a:lnTo>
                    <a:pt x="2739840" y="459412"/>
                  </a:lnTo>
                  <a:lnTo>
                    <a:pt x="2739697" y="460108"/>
                  </a:lnTo>
                  <a:lnTo>
                    <a:pt x="2739931" y="462167"/>
                  </a:lnTo>
                  <a:lnTo>
                    <a:pt x="2740565" y="465342"/>
                  </a:lnTo>
                  <a:lnTo>
                    <a:pt x="2740488" y="468845"/>
                  </a:lnTo>
                  <a:lnTo>
                    <a:pt x="2741598" y="468913"/>
                  </a:lnTo>
                  <a:lnTo>
                    <a:pt x="2743046" y="470440"/>
                  </a:lnTo>
                  <a:lnTo>
                    <a:pt x="2743825" y="470461"/>
                  </a:lnTo>
                  <a:lnTo>
                    <a:pt x="2744261" y="470079"/>
                  </a:lnTo>
                  <a:lnTo>
                    <a:pt x="2745194" y="470262"/>
                  </a:lnTo>
                  <a:lnTo>
                    <a:pt x="2745319" y="470528"/>
                  </a:lnTo>
                  <a:lnTo>
                    <a:pt x="2745026" y="471553"/>
                  </a:lnTo>
                  <a:lnTo>
                    <a:pt x="2744282" y="472319"/>
                  </a:lnTo>
                  <a:lnTo>
                    <a:pt x="2744253" y="472903"/>
                  </a:lnTo>
                  <a:lnTo>
                    <a:pt x="2743921" y="473042"/>
                  </a:lnTo>
                  <a:lnTo>
                    <a:pt x="2743698" y="474053"/>
                  </a:lnTo>
                  <a:lnTo>
                    <a:pt x="2742813" y="475200"/>
                  </a:lnTo>
                  <a:lnTo>
                    <a:pt x="2742345" y="475259"/>
                  </a:lnTo>
                  <a:lnTo>
                    <a:pt x="2742238" y="475801"/>
                  </a:lnTo>
                  <a:lnTo>
                    <a:pt x="2740631" y="477208"/>
                  </a:lnTo>
                  <a:lnTo>
                    <a:pt x="2740604" y="477673"/>
                  </a:lnTo>
                  <a:lnTo>
                    <a:pt x="2739828" y="478712"/>
                  </a:lnTo>
                  <a:lnTo>
                    <a:pt x="2740031" y="478672"/>
                  </a:lnTo>
                  <a:lnTo>
                    <a:pt x="2740290" y="479698"/>
                  </a:lnTo>
                  <a:lnTo>
                    <a:pt x="2741844" y="482973"/>
                  </a:lnTo>
                  <a:lnTo>
                    <a:pt x="2743740" y="484093"/>
                  </a:lnTo>
                  <a:lnTo>
                    <a:pt x="2744079" y="483308"/>
                  </a:lnTo>
                  <a:lnTo>
                    <a:pt x="2743911" y="483104"/>
                  </a:lnTo>
                  <a:lnTo>
                    <a:pt x="2744393" y="482567"/>
                  </a:lnTo>
                  <a:lnTo>
                    <a:pt x="2744398" y="482223"/>
                  </a:lnTo>
                  <a:lnTo>
                    <a:pt x="2744764" y="482068"/>
                  </a:lnTo>
                  <a:lnTo>
                    <a:pt x="2744838" y="481632"/>
                  </a:lnTo>
                  <a:lnTo>
                    <a:pt x="2745542" y="481009"/>
                  </a:lnTo>
                  <a:lnTo>
                    <a:pt x="2745795" y="480111"/>
                  </a:lnTo>
                  <a:lnTo>
                    <a:pt x="2746649" y="479401"/>
                  </a:lnTo>
                  <a:lnTo>
                    <a:pt x="2747313" y="479304"/>
                  </a:lnTo>
                  <a:lnTo>
                    <a:pt x="2747348" y="479107"/>
                  </a:lnTo>
                  <a:lnTo>
                    <a:pt x="2747967" y="478863"/>
                  </a:lnTo>
                  <a:lnTo>
                    <a:pt x="2748007" y="478518"/>
                  </a:lnTo>
                  <a:lnTo>
                    <a:pt x="2748573" y="478284"/>
                  </a:lnTo>
                  <a:lnTo>
                    <a:pt x="2748606" y="477982"/>
                  </a:lnTo>
                  <a:lnTo>
                    <a:pt x="2748877" y="477839"/>
                  </a:lnTo>
                  <a:lnTo>
                    <a:pt x="2749465" y="476625"/>
                  </a:lnTo>
                  <a:lnTo>
                    <a:pt x="2750609" y="475931"/>
                  </a:lnTo>
                  <a:lnTo>
                    <a:pt x="2751322" y="477045"/>
                  </a:lnTo>
                  <a:lnTo>
                    <a:pt x="2751268" y="477462"/>
                  </a:lnTo>
                  <a:lnTo>
                    <a:pt x="2750578" y="478232"/>
                  </a:lnTo>
                  <a:lnTo>
                    <a:pt x="2750277" y="479867"/>
                  </a:lnTo>
                  <a:lnTo>
                    <a:pt x="2749468" y="480559"/>
                  </a:lnTo>
                  <a:lnTo>
                    <a:pt x="2748424" y="482111"/>
                  </a:lnTo>
                  <a:lnTo>
                    <a:pt x="2748643" y="485397"/>
                  </a:lnTo>
                  <a:lnTo>
                    <a:pt x="2747905" y="487679"/>
                  </a:lnTo>
                  <a:lnTo>
                    <a:pt x="2748314" y="488762"/>
                  </a:lnTo>
                  <a:lnTo>
                    <a:pt x="2748190" y="492079"/>
                  </a:lnTo>
                  <a:lnTo>
                    <a:pt x="2747664" y="491801"/>
                  </a:lnTo>
                  <a:lnTo>
                    <a:pt x="2746903" y="492293"/>
                  </a:lnTo>
                  <a:lnTo>
                    <a:pt x="2745846" y="492581"/>
                  </a:lnTo>
                  <a:lnTo>
                    <a:pt x="2745550" y="492464"/>
                  </a:lnTo>
                  <a:lnTo>
                    <a:pt x="2744884" y="493010"/>
                  </a:lnTo>
                  <a:lnTo>
                    <a:pt x="2744530" y="493528"/>
                  </a:lnTo>
                  <a:lnTo>
                    <a:pt x="2744344" y="494886"/>
                  </a:lnTo>
                  <a:lnTo>
                    <a:pt x="2743929" y="495577"/>
                  </a:lnTo>
                  <a:lnTo>
                    <a:pt x="2743966" y="496085"/>
                  </a:lnTo>
                  <a:lnTo>
                    <a:pt x="2744288" y="496465"/>
                  </a:lnTo>
                  <a:lnTo>
                    <a:pt x="2744095" y="496602"/>
                  </a:lnTo>
                  <a:lnTo>
                    <a:pt x="2744271" y="497322"/>
                  </a:lnTo>
                  <a:lnTo>
                    <a:pt x="2743855" y="498191"/>
                  </a:lnTo>
                  <a:lnTo>
                    <a:pt x="2743578" y="498192"/>
                  </a:lnTo>
                  <a:lnTo>
                    <a:pt x="2743253" y="497818"/>
                  </a:lnTo>
                  <a:lnTo>
                    <a:pt x="2742753" y="498402"/>
                  </a:lnTo>
                  <a:lnTo>
                    <a:pt x="2742936" y="499598"/>
                  </a:lnTo>
                  <a:lnTo>
                    <a:pt x="2746185" y="503442"/>
                  </a:lnTo>
                  <a:lnTo>
                    <a:pt x="2745872" y="504784"/>
                  </a:lnTo>
                  <a:lnTo>
                    <a:pt x="2746032" y="505929"/>
                  </a:lnTo>
                  <a:lnTo>
                    <a:pt x="2745375" y="506709"/>
                  </a:lnTo>
                  <a:lnTo>
                    <a:pt x="2745266" y="507306"/>
                  </a:lnTo>
                  <a:lnTo>
                    <a:pt x="2746426" y="509730"/>
                  </a:lnTo>
                  <a:lnTo>
                    <a:pt x="2746788" y="511795"/>
                  </a:lnTo>
                  <a:lnTo>
                    <a:pt x="2748603" y="512624"/>
                  </a:lnTo>
                  <a:lnTo>
                    <a:pt x="2750995" y="514155"/>
                  </a:lnTo>
                  <a:lnTo>
                    <a:pt x="2752360" y="513888"/>
                  </a:lnTo>
                  <a:lnTo>
                    <a:pt x="2752198" y="514764"/>
                  </a:lnTo>
                  <a:lnTo>
                    <a:pt x="2751126" y="516052"/>
                  </a:lnTo>
                  <a:lnTo>
                    <a:pt x="2750831" y="516796"/>
                  </a:lnTo>
                  <a:lnTo>
                    <a:pt x="2751097" y="517967"/>
                  </a:lnTo>
                  <a:lnTo>
                    <a:pt x="2750953" y="518953"/>
                  </a:lnTo>
                  <a:lnTo>
                    <a:pt x="2750680" y="519993"/>
                  </a:lnTo>
                  <a:lnTo>
                    <a:pt x="2749754" y="521698"/>
                  </a:lnTo>
                  <a:lnTo>
                    <a:pt x="2750189" y="523659"/>
                  </a:lnTo>
                  <a:lnTo>
                    <a:pt x="2750068" y="525510"/>
                  </a:lnTo>
                  <a:lnTo>
                    <a:pt x="2750406" y="525665"/>
                  </a:lnTo>
                  <a:lnTo>
                    <a:pt x="2750506" y="526317"/>
                  </a:lnTo>
                  <a:lnTo>
                    <a:pt x="2751370" y="527462"/>
                  </a:lnTo>
                  <a:lnTo>
                    <a:pt x="2751959" y="529689"/>
                  </a:lnTo>
                  <a:lnTo>
                    <a:pt x="2751293" y="531143"/>
                  </a:lnTo>
                  <a:lnTo>
                    <a:pt x="2750121" y="531724"/>
                  </a:lnTo>
                  <a:lnTo>
                    <a:pt x="2748957" y="531753"/>
                  </a:lnTo>
                  <a:lnTo>
                    <a:pt x="2747998" y="532477"/>
                  </a:lnTo>
                  <a:lnTo>
                    <a:pt x="2747999" y="532987"/>
                  </a:lnTo>
                  <a:lnTo>
                    <a:pt x="2746994" y="534171"/>
                  </a:lnTo>
                  <a:lnTo>
                    <a:pt x="2746634" y="535572"/>
                  </a:lnTo>
                  <a:lnTo>
                    <a:pt x="2748830" y="535874"/>
                  </a:lnTo>
                  <a:lnTo>
                    <a:pt x="2748964" y="536099"/>
                  </a:lnTo>
                  <a:lnTo>
                    <a:pt x="2749438" y="536059"/>
                  </a:lnTo>
                  <a:lnTo>
                    <a:pt x="2749990" y="535565"/>
                  </a:lnTo>
                  <a:lnTo>
                    <a:pt x="2750292" y="535705"/>
                  </a:lnTo>
                  <a:lnTo>
                    <a:pt x="2751579" y="535219"/>
                  </a:lnTo>
                  <a:lnTo>
                    <a:pt x="2752841" y="535254"/>
                  </a:lnTo>
                  <a:lnTo>
                    <a:pt x="2753359" y="535500"/>
                  </a:lnTo>
                  <a:lnTo>
                    <a:pt x="2754208" y="535402"/>
                  </a:lnTo>
                  <a:lnTo>
                    <a:pt x="2754994" y="535740"/>
                  </a:lnTo>
                  <a:lnTo>
                    <a:pt x="2755494" y="535634"/>
                  </a:lnTo>
                  <a:lnTo>
                    <a:pt x="2756750" y="536635"/>
                  </a:lnTo>
                  <a:lnTo>
                    <a:pt x="2755026" y="538020"/>
                  </a:lnTo>
                  <a:lnTo>
                    <a:pt x="2754441" y="539622"/>
                  </a:lnTo>
                  <a:lnTo>
                    <a:pt x="2754633" y="540490"/>
                  </a:lnTo>
                  <a:lnTo>
                    <a:pt x="2754940" y="540821"/>
                  </a:lnTo>
                  <a:lnTo>
                    <a:pt x="2756337" y="541082"/>
                  </a:lnTo>
                  <a:lnTo>
                    <a:pt x="2757564" y="542438"/>
                  </a:lnTo>
                  <a:lnTo>
                    <a:pt x="2758494" y="544132"/>
                  </a:lnTo>
                  <a:lnTo>
                    <a:pt x="2759438" y="544622"/>
                  </a:lnTo>
                  <a:lnTo>
                    <a:pt x="2760998" y="544879"/>
                  </a:lnTo>
                  <a:lnTo>
                    <a:pt x="2761285" y="544576"/>
                  </a:lnTo>
                  <a:lnTo>
                    <a:pt x="2761880" y="544612"/>
                  </a:lnTo>
                  <a:lnTo>
                    <a:pt x="2766122" y="542536"/>
                  </a:lnTo>
                  <a:lnTo>
                    <a:pt x="2766857" y="544791"/>
                  </a:lnTo>
                  <a:lnTo>
                    <a:pt x="2767256" y="544958"/>
                  </a:lnTo>
                  <a:lnTo>
                    <a:pt x="2767174" y="545415"/>
                  </a:lnTo>
                  <a:lnTo>
                    <a:pt x="2768746" y="547008"/>
                  </a:lnTo>
                  <a:lnTo>
                    <a:pt x="2768661" y="547525"/>
                  </a:lnTo>
                  <a:lnTo>
                    <a:pt x="2769484" y="549109"/>
                  </a:lnTo>
                  <a:lnTo>
                    <a:pt x="2769498" y="549954"/>
                  </a:lnTo>
                  <a:lnTo>
                    <a:pt x="2769912" y="550429"/>
                  </a:lnTo>
                  <a:lnTo>
                    <a:pt x="2769929" y="552445"/>
                  </a:lnTo>
                  <a:lnTo>
                    <a:pt x="2770386" y="553479"/>
                  </a:lnTo>
                  <a:lnTo>
                    <a:pt x="2770985" y="554378"/>
                  </a:lnTo>
                  <a:lnTo>
                    <a:pt x="2771943" y="555147"/>
                  </a:lnTo>
                  <a:lnTo>
                    <a:pt x="2771499" y="555798"/>
                  </a:lnTo>
                  <a:lnTo>
                    <a:pt x="2770495" y="556008"/>
                  </a:lnTo>
                  <a:lnTo>
                    <a:pt x="2769704" y="556689"/>
                  </a:lnTo>
                  <a:lnTo>
                    <a:pt x="2768886" y="556890"/>
                  </a:lnTo>
                  <a:lnTo>
                    <a:pt x="2767062" y="558332"/>
                  </a:lnTo>
                  <a:lnTo>
                    <a:pt x="2766794" y="558789"/>
                  </a:lnTo>
                  <a:lnTo>
                    <a:pt x="2766434" y="561814"/>
                  </a:lnTo>
                  <a:lnTo>
                    <a:pt x="2766826" y="565348"/>
                  </a:lnTo>
                  <a:lnTo>
                    <a:pt x="2766141" y="566488"/>
                  </a:lnTo>
                  <a:lnTo>
                    <a:pt x="2765862" y="568084"/>
                  </a:lnTo>
                  <a:lnTo>
                    <a:pt x="2766163" y="569045"/>
                  </a:lnTo>
                  <a:lnTo>
                    <a:pt x="2768549" y="571466"/>
                  </a:lnTo>
                  <a:lnTo>
                    <a:pt x="2769510" y="571591"/>
                  </a:lnTo>
                  <a:lnTo>
                    <a:pt x="2770976" y="572620"/>
                  </a:lnTo>
                  <a:lnTo>
                    <a:pt x="2772150" y="572663"/>
                  </a:lnTo>
                  <a:lnTo>
                    <a:pt x="2773555" y="574919"/>
                  </a:lnTo>
                  <a:lnTo>
                    <a:pt x="2774221" y="576463"/>
                  </a:lnTo>
                  <a:lnTo>
                    <a:pt x="2775640" y="577869"/>
                  </a:lnTo>
                  <a:lnTo>
                    <a:pt x="2775477" y="578205"/>
                  </a:lnTo>
                  <a:lnTo>
                    <a:pt x="2775729" y="578562"/>
                  </a:lnTo>
                  <a:lnTo>
                    <a:pt x="2775621" y="579348"/>
                  </a:lnTo>
                  <a:lnTo>
                    <a:pt x="2774847" y="582258"/>
                  </a:lnTo>
                  <a:lnTo>
                    <a:pt x="2775101" y="583474"/>
                  </a:lnTo>
                  <a:lnTo>
                    <a:pt x="2775487" y="583745"/>
                  </a:lnTo>
                  <a:lnTo>
                    <a:pt x="2775494" y="584431"/>
                  </a:lnTo>
                  <a:lnTo>
                    <a:pt x="2776196" y="586526"/>
                  </a:lnTo>
                  <a:lnTo>
                    <a:pt x="2779825" y="592147"/>
                  </a:lnTo>
                  <a:lnTo>
                    <a:pt x="2780761" y="592855"/>
                  </a:lnTo>
                  <a:lnTo>
                    <a:pt x="2782180" y="593372"/>
                  </a:lnTo>
                  <a:lnTo>
                    <a:pt x="2784719" y="595293"/>
                  </a:lnTo>
                  <a:lnTo>
                    <a:pt x="2786397" y="597430"/>
                  </a:lnTo>
                  <a:lnTo>
                    <a:pt x="2789386" y="598572"/>
                  </a:lnTo>
                  <a:lnTo>
                    <a:pt x="2791169" y="601845"/>
                  </a:lnTo>
                  <a:lnTo>
                    <a:pt x="2793948" y="603109"/>
                  </a:lnTo>
                  <a:lnTo>
                    <a:pt x="2795617" y="604535"/>
                  </a:lnTo>
                  <a:lnTo>
                    <a:pt x="2797025" y="605343"/>
                  </a:lnTo>
                  <a:lnTo>
                    <a:pt x="2797263" y="607910"/>
                  </a:lnTo>
                  <a:lnTo>
                    <a:pt x="2798158" y="609712"/>
                  </a:lnTo>
                  <a:lnTo>
                    <a:pt x="2799332" y="610011"/>
                  </a:lnTo>
                  <a:lnTo>
                    <a:pt x="2802444" y="609742"/>
                  </a:lnTo>
                  <a:lnTo>
                    <a:pt x="2805254" y="609993"/>
                  </a:lnTo>
                  <a:lnTo>
                    <a:pt x="2806192" y="610739"/>
                  </a:lnTo>
                  <a:lnTo>
                    <a:pt x="2806926" y="611996"/>
                  </a:lnTo>
                  <a:lnTo>
                    <a:pt x="2807473" y="612428"/>
                  </a:lnTo>
                  <a:lnTo>
                    <a:pt x="2807389" y="612846"/>
                  </a:lnTo>
                  <a:lnTo>
                    <a:pt x="2807730" y="613656"/>
                  </a:lnTo>
                  <a:lnTo>
                    <a:pt x="2808636" y="613984"/>
                  </a:lnTo>
                  <a:lnTo>
                    <a:pt x="2810576" y="615779"/>
                  </a:lnTo>
                  <a:lnTo>
                    <a:pt x="2808342" y="617074"/>
                  </a:lnTo>
                  <a:lnTo>
                    <a:pt x="2807011" y="617434"/>
                  </a:lnTo>
                  <a:lnTo>
                    <a:pt x="2804914" y="618992"/>
                  </a:lnTo>
                  <a:lnTo>
                    <a:pt x="2803424" y="618666"/>
                  </a:lnTo>
                  <a:lnTo>
                    <a:pt x="2800810" y="619200"/>
                  </a:lnTo>
                  <a:lnTo>
                    <a:pt x="2797731" y="619300"/>
                  </a:lnTo>
                  <a:lnTo>
                    <a:pt x="2796116" y="619804"/>
                  </a:lnTo>
                  <a:lnTo>
                    <a:pt x="2794511" y="619880"/>
                  </a:lnTo>
                  <a:lnTo>
                    <a:pt x="2794134" y="620491"/>
                  </a:lnTo>
                  <a:lnTo>
                    <a:pt x="2790747" y="620092"/>
                  </a:lnTo>
                  <a:lnTo>
                    <a:pt x="2787716" y="621149"/>
                  </a:lnTo>
                  <a:lnTo>
                    <a:pt x="2787031" y="621150"/>
                  </a:lnTo>
                  <a:lnTo>
                    <a:pt x="2785190" y="622144"/>
                  </a:lnTo>
                  <a:lnTo>
                    <a:pt x="2783297" y="624089"/>
                  </a:lnTo>
                  <a:lnTo>
                    <a:pt x="2780066" y="626247"/>
                  </a:lnTo>
                  <a:lnTo>
                    <a:pt x="2779869" y="625589"/>
                  </a:lnTo>
                  <a:lnTo>
                    <a:pt x="2779332" y="624921"/>
                  </a:lnTo>
                  <a:lnTo>
                    <a:pt x="2778669" y="624570"/>
                  </a:lnTo>
                  <a:lnTo>
                    <a:pt x="2778455" y="624718"/>
                  </a:lnTo>
                  <a:lnTo>
                    <a:pt x="2775751" y="627010"/>
                  </a:lnTo>
                  <a:lnTo>
                    <a:pt x="2774069" y="627864"/>
                  </a:lnTo>
                  <a:lnTo>
                    <a:pt x="2772065" y="628102"/>
                  </a:lnTo>
                  <a:lnTo>
                    <a:pt x="2769720" y="628032"/>
                  </a:lnTo>
                  <a:lnTo>
                    <a:pt x="2768841" y="628592"/>
                  </a:lnTo>
                  <a:lnTo>
                    <a:pt x="2768237" y="629580"/>
                  </a:lnTo>
                  <a:lnTo>
                    <a:pt x="2766514" y="631355"/>
                  </a:lnTo>
                  <a:lnTo>
                    <a:pt x="2766077" y="631401"/>
                  </a:lnTo>
                  <a:lnTo>
                    <a:pt x="2766036" y="631973"/>
                  </a:lnTo>
                  <a:lnTo>
                    <a:pt x="2765586" y="631740"/>
                  </a:lnTo>
                  <a:lnTo>
                    <a:pt x="2764418" y="632000"/>
                  </a:lnTo>
                  <a:lnTo>
                    <a:pt x="2763422" y="631907"/>
                  </a:lnTo>
                  <a:lnTo>
                    <a:pt x="2762815" y="632628"/>
                  </a:lnTo>
                  <a:lnTo>
                    <a:pt x="2761734" y="632873"/>
                  </a:lnTo>
                  <a:lnTo>
                    <a:pt x="2760205" y="633052"/>
                  </a:lnTo>
                  <a:lnTo>
                    <a:pt x="2757060" y="632926"/>
                  </a:lnTo>
                  <a:lnTo>
                    <a:pt x="2754598" y="632306"/>
                  </a:lnTo>
                  <a:lnTo>
                    <a:pt x="2753234" y="632196"/>
                  </a:lnTo>
                  <a:lnTo>
                    <a:pt x="2752507" y="631929"/>
                  </a:lnTo>
                  <a:lnTo>
                    <a:pt x="2751855" y="631340"/>
                  </a:lnTo>
                  <a:lnTo>
                    <a:pt x="2751147" y="631480"/>
                  </a:lnTo>
                  <a:lnTo>
                    <a:pt x="2750373" y="630114"/>
                  </a:lnTo>
                  <a:lnTo>
                    <a:pt x="2750049" y="630208"/>
                  </a:lnTo>
                  <a:lnTo>
                    <a:pt x="2748916" y="631633"/>
                  </a:lnTo>
                  <a:lnTo>
                    <a:pt x="2747733" y="632057"/>
                  </a:lnTo>
                  <a:lnTo>
                    <a:pt x="2746434" y="631961"/>
                  </a:lnTo>
                  <a:lnTo>
                    <a:pt x="2746007" y="631673"/>
                  </a:lnTo>
                  <a:lnTo>
                    <a:pt x="2745646" y="630986"/>
                  </a:lnTo>
                  <a:lnTo>
                    <a:pt x="2744235" y="631352"/>
                  </a:lnTo>
                  <a:lnTo>
                    <a:pt x="2743537" y="631173"/>
                  </a:lnTo>
                  <a:lnTo>
                    <a:pt x="2743748" y="630543"/>
                  </a:lnTo>
                  <a:lnTo>
                    <a:pt x="2740530" y="631484"/>
                  </a:lnTo>
                  <a:lnTo>
                    <a:pt x="2739084" y="631560"/>
                  </a:lnTo>
                  <a:lnTo>
                    <a:pt x="2735144" y="630654"/>
                  </a:lnTo>
                  <a:lnTo>
                    <a:pt x="2734227" y="632386"/>
                  </a:lnTo>
                  <a:lnTo>
                    <a:pt x="2734590" y="632615"/>
                  </a:lnTo>
                  <a:lnTo>
                    <a:pt x="2733784" y="634438"/>
                  </a:lnTo>
                  <a:lnTo>
                    <a:pt x="2733556" y="635770"/>
                  </a:lnTo>
                  <a:lnTo>
                    <a:pt x="2733646" y="638961"/>
                  </a:lnTo>
                  <a:lnTo>
                    <a:pt x="2734415" y="642327"/>
                  </a:lnTo>
                  <a:lnTo>
                    <a:pt x="2734264" y="642833"/>
                  </a:lnTo>
                  <a:lnTo>
                    <a:pt x="2736730" y="647169"/>
                  </a:lnTo>
                  <a:lnTo>
                    <a:pt x="2738114" y="648660"/>
                  </a:lnTo>
                  <a:lnTo>
                    <a:pt x="2738925" y="649213"/>
                  </a:lnTo>
                  <a:lnTo>
                    <a:pt x="2739663" y="651498"/>
                  </a:lnTo>
                  <a:lnTo>
                    <a:pt x="2739841" y="651659"/>
                  </a:lnTo>
                  <a:lnTo>
                    <a:pt x="2740337" y="651082"/>
                  </a:lnTo>
                  <a:lnTo>
                    <a:pt x="2741706" y="650378"/>
                  </a:lnTo>
                  <a:lnTo>
                    <a:pt x="2742284" y="650283"/>
                  </a:lnTo>
                  <a:lnTo>
                    <a:pt x="2742629" y="650872"/>
                  </a:lnTo>
                  <a:lnTo>
                    <a:pt x="2741936" y="651247"/>
                  </a:lnTo>
                  <a:lnTo>
                    <a:pt x="2741238" y="652002"/>
                  </a:lnTo>
                  <a:lnTo>
                    <a:pt x="2740516" y="653895"/>
                  </a:lnTo>
                  <a:lnTo>
                    <a:pt x="2740867" y="655235"/>
                  </a:lnTo>
                  <a:lnTo>
                    <a:pt x="2740128" y="655391"/>
                  </a:lnTo>
                  <a:lnTo>
                    <a:pt x="2740888" y="656055"/>
                  </a:lnTo>
                  <a:lnTo>
                    <a:pt x="2742642" y="659070"/>
                  </a:lnTo>
                  <a:lnTo>
                    <a:pt x="2742179" y="659446"/>
                  </a:lnTo>
                  <a:lnTo>
                    <a:pt x="2741980" y="659999"/>
                  </a:lnTo>
                  <a:lnTo>
                    <a:pt x="2742182" y="661681"/>
                  </a:lnTo>
                  <a:lnTo>
                    <a:pt x="2742054" y="662064"/>
                  </a:lnTo>
                  <a:lnTo>
                    <a:pt x="2740397" y="662945"/>
                  </a:lnTo>
                  <a:lnTo>
                    <a:pt x="2739886" y="662502"/>
                  </a:lnTo>
                  <a:lnTo>
                    <a:pt x="2739405" y="661602"/>
                  </a:lnTo>
                  <a:lnTo>
                    <a:pt x="2738839" y="661300"/>
                  </a:lnTo>
                  <a:lnTo>
                    <a:pt x="2738034" y="661498"/>
                  </a:lnTo>
                  <a:lnTo>
                    <a:pt x="2737765" y="661247"/>
                  </a:lnTo>
                  <a:lnTo>
                    <a:pt x="2736765" y="662239"/>
                  </a:lnTo>
                  <a:lnTo>
                    <a:pt x="2736599" y="662819"/>
                  </a:lnTo>
                  <a:lnTo>
                    <a:pt x="2735694" y="663091"/>
                  </a:lnTo>
                  <a:lnTo>
                    <a:pt x="2735137" y="664320"/>
                  </a:lnTo>
                  <a:lnTo>
                    <a:pt x="2734237" y="665005"/>
                  </a:lnTo>
                  <a:lnTo>
                    <a:pt x="2733607" y="666000"/>
                  </a:lnTo>
                  <a:lnTo>
                    <a:pt x="2733323" y="666227"/>
                  </a:lnTo>
                  <a:lnTo>
                    <a:pt x="2732783" y="666153"/>
                  </a:lnTo>
                  <a:lnTo>
                    <a:pt x="2731911" y="666909"/>
                  </a:lnTo>
                  <a:lnTo>
                    <a:pt x="2731220" y="667167"/>
                  </a:lnTo>
                  <a:lnTo>
                    <a:pt x="2729222" y="669342"/>
                  </a:lnTo>
                  <a:lnTo>
                    <a:pt x="2727526" y="670034"/>
                  </a:lnTo>
                  <a:lnTo>
                    <a:pt x="2727246" y="669829"/>
                  </a:lnTo>
                  <a:lnTo>
                    <a:pt x="2725892" y="667513"/>
                  </a:lnTo>
                  <a:lnTo>
                    <a:pt x="2723520" y="666152"/>
                  </a:lnTo>
                  <a:lnTo>
                    <a:pt x="2722949" y="664813"/>
                  </a:lnTo>
                  <a:lnTo>
                    <a:pt x="2722462" y="664253"/>
                  </a:lnTo>
                  <a:lnTo>
                    <a:pt x="2717104" y="661159"/>
                  </a:lnTo>
                  <a:lnTo>
                    <a:pt x="2715887" y="659929"/>
                  </a:lnTo>
                  <a:lnTo>
                    <a:pt x="2715482" y="659006"/>
                  </a:lnTo>
                  <a:lnTo>
                    <a:pt x="2716025" y="658192"/>
                  </a:lnTo>
                  <a:lnTo>
                    <a:pt x="2717727" y="657664"/>
                  </a:lnTo>
                  <a:lnTo>
                    <a:pt x="2720186" y="656245"/>
                  </a:lnTo>
                  <a:lnTo>
                    <a:pt x="2721555" y="656206"/>
                  </a:lnTo>
                  <a:lnTo>
                    <a:pt x="2723036" y="653431"/>
                  </a:lnTo>
                  <a:lnTo>
                    <a:pt x="2720929" y="649033"/>
                  </a:lnTo>
                  <a:lnTo>
                    <a:pt x="2720881" y="646902"/>
                  </a:lnTo>
                  <a:lnTo>
                    <a:pt x="2721397" y="646104"/>
                  </a:lnTo>
                  <a:lnTo>
                    <a:pt x="2723191" y="645144"/>
                  </a:lnTo>
                  <a:lnTo>
                    <a:pt x="2724444" y="644978"/>
                  </a:lnTo>
                  <a:lnTo>
                    <a:pt x="2726231" y="644144"/>
                  </a:lnTo>
                  <a:lnTo>
                    <a:pt x="2728500" y="644676"/>
                  </a:lnTo>
                  <a:lnTo>
                    <a:pt x="2729267" y="643532"/>
                  </a:lnTo>
                  <a:lnTo>
                    <a:pt x="2730348" y="644090"/>
                  </a:lnTo>
                  <a:lnTo>
                    <a:pt x="2730634" y="643916"/>
                  </a:lnTo>
                  <a:lnTo>
                    <a:pt x="2729786" y="642082"/>
                  </a:lnTo>
                  <a:lnTo>
                    <a:pt x="2729618" y="641127"/>
                  </a:lnTo>
                  <a:lnTo>
                    <a:pt x="2728993" y="640430"/>
                  </a:lnTo>
                  <a:lnTo>
                    <a:pt x="2725342" y="641311"/>
                  </a:lnTo>
                  <a:lnTo>
                    <a:pt x="2724519" y="641074"/>
                  </a:lnTo>
                  <a:lnTo>
                    <a:pt x="2724657" y="641422"/>
                  </a:lnTo>
                  <a:lnTo>
                    <a:pt x="2724200" y="641931"/>
                  </a:lnTo>
                  <a:lnTo>
                    <a:pt x="2722943" y="642261"/>
                  </a:lnTo>
                  <a:lnTo>
                    <a:pt x="2722047" y="643239"/>
                  </a:lnTo>
                  <a:lnTo>
                    <a:pt x="2721256" y="643403"/>
                  </a:lnTo>
                  <a:lnTo>
                    <a:pt x="2720241" y="642615"/>
                  </a:lnTo>
                  <a:lnTo>
                    <a:pt x="2719563" y="642824"/>
                  </a:lnTo>
                  <a:lnTo>
                    <a:pt x="2719099" y="642689"/>
                  </a:lnTo>
                  <a:lnTo>
                    <a:pt x="2719294" y="642521"/>
                  </a:lnTo>
                  <a:lnTo>
                    <a:pt x="2718602" y="642331"/>
                  </a:lnTo>
                  <a:lnTo>
                    <a:pt x="2718413" y="641801"/>
                  </a:lnTo>
                  <a:lnTo>
                    <a:pt x="2718075" y="641717"/>
                  </a:lnTo>
                  <a:lnTo>
                    <a:pt x="2718269" y="641643"/>
                  </a:lnTo>
                  <a:lnTo>
                    <a:pt x="2718068" y="641292"/>
                  </a:lnTo>
                  <a:lnTo>
                    <a:pt x="2717855" y="641350"/>
                  </a:lnTo>
                  <a:lnTo>
                    <a:pt x="2718087" y="640731"/>
                  </a:lnTo>
                  <a:lnTo>
                    <a:pt x="2717068" y="640442"/>
                  </a:lnTo>
                  <a:lnTo>
                    <a:pt x="2716907" y="640191"/>
                  </a:lnTo>
                  <a:lnTo>
                    <a:pt x="2712858" y="645110"/>
                  </a:lnTo>
                  <a:lnTo>
                    <a:pt x="2711030" y="646634"/>
                  </a:lnTo>
                  <a:lnTo>
                    <a:pt x="2709943" y="647017"/>
                  </a:lnTo>
                  <a:lnTo>
                    <a:pt x="2708865" y="647772"/>
                  </a:lnTo>
                  <a:lnTo>
                    <a:pt x="2705757" y="648185"/>
                  </a:lnTo>
                  <a:lnTo>
                    <a:pt x="2705241" y="648726"/>
                  </a:lnTo>
                  <a:lnTo>
                    <a:pt x="2703846" y="648634"/>
                  </a:lnTo>
                  <a:lnTo>
                    <a:pt x="2704183" y="649389"/>
                  </a:lnTo>
                  <a:lnTo>
                    <a:pt x="2703767" y="649597"/>
                  </a:lnTo>
                  <a:lnTo>
                    <a:pt x="2704106" y="650124"/>
                  </a:lnTo>
                  <a:lnTo>
                    <a:pt x="2703412" y="650537"/>
                  </a:lnTo>
                  <a:lnTo>
                    <a:pt x="2703158" y="651058"/>
                  </a:lnTo>
                  <a:lnTo>
                    <a:pt x="2703007" y="651642"/>
                  </a:lnTo>
                  <a:lnTo>
                    <a:pt x="2703215" y="651714"/>
                  </a:lnTo>
                  <a:lnTo>
                    <a:pt x="2703325" y="652227"/>
                  </a:lnTo>
                  <a:lnTo>
                    <a:pt x="2703091" y="652393"/>
                  </a:lnTo>
                  <a:lnTo>
                    <a:pt x="2703282" y="652786"/>
                  </a:lnTo>
                  <a:lnTo>
                    <a:pt x="2702590" y="652923"/>
                  </a:lnTo>
                  <a:lnTo>
                    <a:pt x="2702820" y="653713"/>
                  </a:lnTo>
                  <a:lnTo>
                    <a:pt x="2702570" y="654315"/>
                  </a:lnTo>
                  <a:lnTo>
                    <a:pt x="2702754" y="654874"/>
                  </a:lnTo>
                  <a:lnTo>
                    <a:pt x="2702413" y="655475"/>
                  </a:lnTo>
                  <a:lnTo>
                    <a:pt x="2702145" y="655320"/>
                  </a:lnTo>
                  <a:lnTo>
                    <a:pt x="2701851" y="655538"/>
                  </a:lnTo>
                  <a:lnTo>
                    <a:pt x="2701672" y="656737"/>
                  </a:lnTo>
                  <a:lnTo>
                    <a:pt x="2700874" y="657791"/>
                  </a:lnTo>
                  <a:lnTo>
                    <a:pt x="2698575" y="659055"/>
                  </a:lnTo>
                  <a:lnTo>
                    <a:pt x="2698341" y="660044"/>
                  </a:lnTo>
                  <a:lnTo>
                    <a:pt x="2698565" y="662127"/>
                  </a:lnTo>
                  <a:lnTo>
                    <a:pt x="2698425" y="663106"/>
                  </a:lnTo>
                  <a:lnTo>
                    <a:pt x="2698335" y="663422"/>
                  </a:lnTo>
                  <a:lnTo>
                    <a:pt x="2697492" y="663869"/>
                  </a:lnTo>
                  <a:lnTo>
                    <a:pt x="2697046" y="664405"/>
                  </a:lnTo>
                  <a:lnTo>
                    <a:pt x="2696447" y="668133"/>
                  </a:lnTo>
                  <a:lnTo>
                    <a:pt x="2695943" y="669403"/>
                  </a:lnTo>
                  <a:lnTo>
                    <a:pt x="2696688" y="671335"/>
                  </a:lnTo>
                  <a:lnTo>
                    <a:pt x="2697810" y="671121"/>
                  </a:lnTo>
                  <a:lnTo>
                    <a:pt x="2697908" y="672997"/>
                  </a:lnTo>
                  <a:lnTo>
                    <a:pt x="2698318" y="674024"/>
                  </a:lnTo>
                  <a:lnTo>
                    <a:pt x="2698185" y="675074"/>
                  </a:lnTo>
                  <a:lnTo>
                    <a:pt x="2698498" y="675495"/>
                  </a:lnTo>
                  <a:lnTo>
                    <a:pt x="2696681" y="678593"/>
                  </a:lnTo>
                  <a:lnTo>
                    <a:pt x="2696478" y="679362"/>
                  </a:lnTo>
                  <a:lnTo>
                    <a:pt x="2695511" y="680075"/>
                  </a:lnTo>
                  <a:lnTo>
                    <a:pt x="2694025" y="680183"/>
                  </a:lnTo>
                  <a:lnTo>
                    <a:pt x="2692768" y="680634"/>
                  </a:lnTo>
                  <a:lnTo>
                    <a:pt x="2690997" y="681383"/>
                  </a:lnTo>
                  <a:lnTo>
                    <a:pt x="2690155" y="680444"/>
                  </a:lnTo>
                  <a:lnTo>
                    <a:pt x="2686862" y="681457"/>
                  </a:lnTo>
                  <a:lnTo>
                    <a:pt x="2685897" y="681303"/>
                  </a:lnTo>
                  <a:lnTo>
                    <a:pt x="2684429" y="682704"/>
                  </a:lnTo>
                  <a:lnTo>
                    <a:pt x="2682902" y="683403"/>
                  </a:lnTo>
                  <a:lnTo>
                    <a:pt x="2681797" y="683545"/>
                  </a:lnTo>
                  <a:lnTo>
                    <a:pt x="2678952" y="683338"/>
                  </a:lnTo>
                  <a:lnTo>
                    <a:pt x="2675742" y="684129"/>
                  </a:lnTo>
                  <a:lnTo>
                    <a:pt x="2674497" y="683965"/>
                  </a:lnTo>
                  <a:lnTo>
                    <a:pt x="2673606" y="684183"/>
                  </a:lnTo>
                  <a:lnTo>
                    <a:pt x="2671997" y="684714"/>
                  </a:lnTo>
                  <a:lnTo>
                    <a:pt x="2671301" y="685380"/>
                  </a:lnTo>
                  <a:lnTo>
                    <a:pt x="2669568" y="686185"/>
                  </a:lnTo>
                  <a:lnTo>
                    <a:pt x="2666334" y="686851"/>
                  </a:lnTo>
                  <a:lnTo>
                    <a:pt x="2664433" y="687539"/>
                  </a:lnTo>
                  <a:lnTo>
                    <a:pt x="2661220" y="689356"/>
                  </a:lnTo>
                  <a:lnTo>
                    <a:pt x="2660373" y="689628"/>
                  </a:lnTo>
                  <a:lnTo>
                    <a:pt x="2661821" y="693163"/>
                  </a:lnTo>
                  <a:lnTo>
                    <a:pt x="2664073" y="696409"/>
                  </a:lnTo>
                  <a:lnTo>
                    <a:pt x="2664305" y="697734"/>
                  </a:lnTo>
                  <a:lnTo>
                    <a:pt x="2664819" y="698934"/>
                  </a:lnTo>
                  <a:lnTo>
                    <a:pt x="2665001" y="700743"/>
                  </a:lnTo>
                  <a:lnTo>
                    <a:pt x="2663029" y="701678"/>
                  </a:lnTo>
                  <a:lnTo>
                    <a:pt x="2660920" y="702142"/>
                  </a:lnTo>
                  <a:lnTo>
                    <a:pt x="2660789" y="702595"/>
                  </a:lnTo>
                  <a:lnTo>
                    <a:pt x="2657962" y="703217"/>
                  </a:lnTo>
                  <a:lnTo>
                    <a:pt x="2655896" y="704367"/>
                  </a:lnTo>
                  <a:lnTo>
                    <a:pt x="2653588" y="705258"/>
                  </a:lnTo>
                  <a:lnTo>
                    <a:pt x="2650952" y="705857"/>
                  </a:lnTo>
                  <a:lnTo>
                    <a:pt x="2645769" y="707751"/>
                  </a:lnTo>
                  <a:lnTo>
                    <a:pt x="2644918" y="709490"/>
                  </a:lnTo>
                  <a:lnTo>
                    <a:pt x="2645628" y="710434"/>
                  </a:lnTo>
                  <a:lnTo>
                    <a:pt x="2647089" y="711193"/>
                  </a:lnTo>
                  <a:lnTo>
                    <a:pt x="2649546" y="713699"/>
                  </a:lnTo>
                  <a:lnTo>
                    <a:pt x="2650312" y="714146"/>
                  </a:lnTo>
                  <a:lnTo>
                    <a:pt x="2651487" y="714317"/>
                  </a:lnTo>
                  <a:lnTo>
                    <a:pt x="2651993" y="715910"/>
                  </a:lnTo>
                  <a:lnTo>
                    <a:pt x="2651264" y="716806"/>
                  </a:lnTo>
                  <a:lnTo>
                    <a:pt x="2651349" y="717644"/>
                  </a:lnTo>
                  <a:lnTo>
                    <a:pt x="2652932" y="717903"/>
                  </a:lnTo>
                  <a:lnTo>
                    <a:pt x="2653416" y="717318"/>
                  </a:lnTo>
                  <a:lnTo>
                    <a:pt x="2653950" y="715741"/>
                  </a:lnTo>
                  <a:lnTo>
                    <a:pt x="2655036" y="715248"/>
                  </a:lnTo>
                  <a:lnTo>
                    <a:pt x="2656536" y="716926"/>
                  </a:lnTo>
                  <a:lnTo>
                    <a:pt x="2656896" y="718383"/>
                  </a:lnTo>
                  <a:lnTo>
                    <a:pt x="2657086" y="718322"/>
                  </a:lnTo>
                  <a:lnTo>
                    <a:pt x="2658309" y="719167"/>
                  </a:lnTo>
                  <a:lnTo>
                    <a:pt x="2657233" y="720434"/>
                  </a:lnTo>
                  <a:lnTo>
                    <a:pt x="2657436" y="720793"/>
                  </a:lnTo>
                  <a:lnTo>
                    <a:pt x="2658132" y="721445"/>
                  </a:lnTo>
                  <a:lnTo>
                    <a:pt x="2659946" y="720390"/>
                  </a:lnTo>
                  <a:lnTo>
                    <a:pt x="2660071" y="721373"/>
                  </a:lnTo>
                  <a:lnTo>
                    <a:pt x="2659866" y="722741"/>
                  </a:lnTo>
                  <a:lnTo>
                    <a:pt x="2659392" y="722673"/>
                  </a:lnTo>
                  <a:lnTo>
                    <a:pt x="2658754" y="722003"/>
                  </a:lnTo>
                  <a:lnTo>
                    <a:pt x="2658394" y="722123"/>
                  </a:lnTo>
                  <a:lnTo>
                    <a:pt x="2658411" y="722811"/>
                  </a:lnTo>
                  <a:lnTo>
                    <a:pt x="2658019" y="723618"/>
                  </a:lnTo>
                  <a:lnTo>
                    <a:pt x="2658466" y="724497"/>
                  </a:lnTo>
                  <a:lnTo>
                    <a:pt x="2658990" y="724808"/>
                  </a:lnTo>
                  <a:lnTo>
                    <a:pt x="2658968" y="725513"/>
                  </a:lnTo>
                  <a:lnTo>
                    <a:pt x="2659530" y="726001"/>
                  </a:lnTo>
                  <a:lnTo>
                    <a:pt x="2659867" y="725961"/>
                  </a:lnTo>
                  <a:lnTo>
                    <a:pt x="2659969" y="724797"/>
                  </a:lnTo>
                  <a:lnTo>
                    <a:pt x="2660460" y="724524"/>
                  </a:lnTo>
                  <a:lnTo>
                    <a:pt x="2661215" y="726096"/>
                  </a:lnTo>
                  <a:lnTo>
                    <a:pt x="2662202" y="726679"/>
                  </a:lnTo>
                  <a:lnTo>
                    <a:pt x="2662620" y="727236"/>
                  </a:lnTo>
                  <a:lnTo>
                    <a:pt x="2662350" y="728491"/>
                  </a:lnTo>
                  <a:lnTo>
                    <a:pt x="2662557" y="728849"/>
                  </a:lnTo>
                  <a:lnTo>
                    <a:pt x="2663140" y="728405"/>
                  </a:lnTo>
                  <a:lnTo>
                    <a:pt x="2664168" y="726274"/>
                  </a:lnTo>
                  <a:lnTo>
                    <a:pt x="2665594" y="725580"/>
                  </a:lnTo>
                  <a:lnTo>
                    <a:pt x="2666022" y="725762"/>
                  </a:lnTo>
                  <a:lnTo>
                    <a:pt x="2666414" y="727049"/>
                  </a:lnTo>
                  <a:lnTo>
                    <a:pt x="2665418" y="727769"/>
                  </a:lnTo>
                  <a:lnTo>
                    <a:pt x="2665830" y="728238"/>
                  </a:lnTo>
                  <a:lnTo>
                    <a:pt x="2665864" y="730460"/>
                  </a:lnTo>
                  <a:lnTo>
                    <a:pt x="2665556" y="731137"/>
                  </a:lnTo>
                  <a:lnTo>
                    <a:pt x="2664690" y="731792"/>
                  </a:lnTo>
                  <a:lnTo>
                    <a:pt x="2664907" y="732603"/>
                  </a:lnTo>
                  <a:lnTo>
                    <a:pt x="2666067" y="734868"/>
                  </a:lnTo>
                  <a:lnTo>
                    <a:pt x="2667669" y="734051"/>
                  </a:lnTo>
                  <a:lnTo>
                    <a:pt x="2667500" y="733064"/>
                  </a:lnTo>
                  <a:lnTo>
                    <a:pt x="2667892" y="732926"/>
                  </a:lnTo>
                  <a:lnTo>
                    <a:pt x="2668822" y="734227"/>
                  </a:lnTo>
                  <a:lnTo>
                    <a:pt x="2668587" y="735180"/>
                  </a:lnTo>
                  <a:lnTo>
                    <a:pt x="2667944" y="736193"/>
                  </a:lnTo>
                  <a:lnTo>
                    <a:pt x="2667324" y="736243"/>
                  </a:lnTo>
                  <a:lnTo>
                    <a:pt x="2667016" y="735447"/>
                  </a:lnTo>
                  <a:lnTo>
                    <a:pt x="2666050" y="735454"/>
                  </a:lnTo>
                  <a:lnTo>
                    <a:pt x="2665611" y="735830"/>
                  </a:lnTo>
                  <a:lnTo>
                    <a:pt x="2665465" y="737899"/>
                  </a:lnTo>
                  <a:lnTo>
                    <a:pt x="2665679" y="738220"/>
                  </a:lnTo>
                  <a:lnTo>
                    <a:pt x="2666546" y="738358"/>
                  </a:lnTo>
                  <a:lnTo>
                    <a:pt x="2667556" y="737268"/>
                  </a:lnTo>
                  <a:lnTo>
                    <a:pt x="2668290" y="738410"/>
                  </a:lnTo>
                  <a:lnTo>
                    <a:pt x="2670223" y="738383"/>
                  </a:lnTo>
                  <a:lnTo>
                    <a:pt x="2670215" y="739055"/>
                  </a:lnTo>
                  <a:lnTo>
                    <a:pt x="2669848" y="739364"/>
                  </a:lnTo>
                  <a:lnTo>
                    <a:pt x="2668339" y="739931"/>
                  </a:lnTo>
                  <a:lnTo>
                    <a:pt x="2667525" y="740521"/>
                  </a:lnTo>
                  <a:lnTo>
                    <a:pt x="2666995" y="740376"/>
                  </a:lnTo>
                  <a:lnTo>
                    <a:pt x="2666657" y="740574"/>
                  </a:lnTo>
                  <a:lnTo>
                    <a:pt x="2666603" y="741050"/>
                  </a:lnTo>
                  <a:lnTo>
                    <a:pt x="2667045" y="741739"/>
                  </a:lnTo>
                  <a:lnTo>
                    <a:pt x="2668686" y="742413"/>
                  </a:lnTo>
                  <a:lnTo>
                    <a:pt x="2669579" y="743166"/>
                  </a:lnTo>
                  <a:lnTo>
                    <a:pt x="2669832" y="743908"/>
                  </a:lnTo>
                  <a:lnTo>
                    <a:pt x="2669304" y="745130"/>
                  </a:lnTo>
                  <a:lnTo>
                    <a:pt x="2668181" y="744581"/>
                  </a:lnTo>
                  <a:lnTo>
                    <a:pt x="2667765" y="745128"/>
                  </a:lnTo>
                  <a:lnTo>
                    <a:pt x="2668800" y="745857"/>
                  </a:lnTo>
                  <a:lnTo>
                    <a:pt x="2669617" y="747061"/>
                  </a:lnTo>
                  <a:lnTo>
                    <a:pt x="2669821" y="747079"/>
                  </a:lnTo>
                  <a:lnTo>
                    <a:pt x="2672099" y="746091"/>
                  </a:lnTo>
                  <a:lnTo>
                    <a:pt x="2672674" y="746874"/>
                  </a:lnTo>
                  <a:lnTo>
                    <a:pt x="2673952" y="745891"/>
                  </a:lnTo>
                  <a:lnTo>
                    <a:pt x="2674644" y="746948"/>
                  </a:lnTo>
                  <a:lnTo>
                    <a:pt x="2675160" y="746762"/>
                  </a:lnTo>
                  <a:lnTo>
                    <a:pt x="2675255" y="745586"/>
                  </a:lnTo>
                  <a:lnTo>
                    <a:pt x="2675615" y="745410"/>
                  </a:lnTo>
                  <a:lnTo>
                    <a:pt x="2676822" y="746382"/>
                  </a:lnTo>
                  <a:lnTo>
                    <a:pt x="2676693" y="748041"/>
                  </a:lnTo>
                  <a:lnTo>
                    <a:pt x="2677426" y="749260"/>
                  </a:lnTo>
                  <a:lnTo>
                    <a:pt x="2677118" y="750978"/>
                  </a:lnTo>
                  <a:lnTo>
                    <a:pt x="2676643" y="750907"/>
                  </a:lnTo>
                  <a:lnTo>
                    <a:pt x="2675950" y="751491"/>
                  </a:lnTo>
                  <a:lnTo>
                    <a:pt x="2675556" y="752540"/>
                  </a:lnTo>
                  <a:lnTo>
                    <a:pt x="2676548" y="752912"/>
                  </a:lnTo>
                  <a:lnTo>
                    <a:pt x="2677435" y="754643"/>
                  </a:lnTo>
                  <a:lnTo>
                    <a:pt x="2678985" y="755835"/>
                  </a:lnTo>
                  <a:lnTo>
                    <a:pt x="2678942" y="757491"/>
                  </a:lnTo>
                  <a:lnTo>
                    <a:pt x="2680005" y="758542"/>
                  </a:lnTo>
                  <a:lnTo>
                    <a:pt x="2682080" y="757843"/>
                  </a:lnTo>
                  <a:lnTo>
                    <a:pt x="2682480" y="758418"/>
                  </a:lnTo>
                  <a:lnTo>
                    <a:pt x="2682586" y="759665"/>
                  </a:lnTo>
                  <a:lnTo>
                    <a:pt x="2683239" y="760087"/>
                  </a:lnTo>
                  <a:lnTo>
                    <a:pt x="2684159" y="759537"/>
                  </a:lnTo>
                  <a:lnTo>
                    <a:pt x="2685468" y="761569"/>
                  </a:lnTo>
                  <a:lnTo>
                    <a:pt x="2685563" y="763852"/>
                  </a:lnTo>
                  <a:lnTo>
                    <a:pt x="2684759" y="763569"/>
                  </a:lnTo>
                  <a:lnTo>
                    <a:pt x="2684069" y="762898"/>
                  </a:lnTo>
                  <a:lnTo>
                    <a:pt x="2684182" y="761836"/>
                  </a:lnTo>
                  <a:lnTo>
                    <a:pt x="2683290" y="762642"/>
                  </a:lnTo>
                  <a:lnTo>
                    <a:pt x="2683509" y="763875"/>
                  </a:lnTo>
                  <a:lnTo>
                    <a:pt x="2683947" y="764125"/>
                  </a:lnTo>
                  <a:lnTo>
                    <a:pt x="2683395" y="764534"/>
                  </a:lnTo>
                  <a:lnTo>
                    <a:pt x="2683550" y="765111"/>
                  </a:lnTo>
                  <a:lnTo>
                    <a:pt x="2682884" y="765332"/>
                  </a:lnTo>
                  <a:lnTo>
                    <a:pt x="2682833" y="765083"/>
                  </a:lnTo>
                  <a:lnTo>
                    <a:pt x="2682368" y="764835"/>
                  </a:lnTo>
                  <a:lnTo>
                    <a:pt x="2681743" y="765407"/>
                  </a:lnTo>
                  <a:lnTo>
                    <a:pt x="2682307" y="765852"/>
                  </a:lnTo>
                  <a:lnTo>
                    <a:pt x="2684151" y="765392"/>
                  </a:lnTo>
                  <a:lnTo>
                    <a:pt x="2684189" y="765567"/>
                  </a:lnTo>
                  <a:lnTo>
                    <a:pt x="2684203" y="766125"/>
                  </a:lnTo>
                  <a:lnTo>
                    <a:pt x="2683393" y="767639"/>
                  </a:lnTo>
                  <a:lnTo>
                    <a:pt x="2683505" y="768321"/>
                  </a:lnTo>
                  <a:lnTo>
                    <a:pt x="2682752" y="770256"/>
                  </a:lnTo>
                  <a:lnTo>
                    <a:pt x="2682331" y="771171"/>
                  </a:lnTo>
                  <a:lnTo>
                    <a:pt x="2681875" y="771411"/>
                  </a:lnTo>
                  <a:lnTo>
                    <a:pt x="2682328" y="771928"/>
                  </a:lnTo>
                  <a:lnTo>
                    <a:pt x="2683559" y="771857"/>
                  </a:lnTo>
                  <a:lnTo>
                    <a:pt x="2683824" y="772159"/>
                  </a:lnTo>
                  <a:lnTo>
                    <a:pt x="2683131" y="772720"/>
                  </a:lnTo>
                  <a:lnTo>
                    <a:pt x="2683464" y="773215"/>
                  </a:lnTo>
                  <a:lnTo>
                    <a:pt x="2683316" y="773927"/>
                  </a:lnTo>
                  <a:lnTo>
                    <a:pt x="2683502" y="774082"/>
                  </a:lnTo>
                  <a:lnTo>
                    <a:pt x="2684038" y="773757"/>
                  </a:lnTo>
                  <a:lnTo>
                    <a:pt x="2684417" y="773897"/>
                  </a:lnTo>
                  <a:lnTo>
                    <a:pt x="2684483" y="774249"/>
                  </a:lnTo>
                  <a:lnTo>
                    <a:pt x="2683589" y="774465"/>
                  </a:lnTo>
                  <a:lnTo>
                    <a:pt x="2683438" y="775833"/>
                  </a:lnTo>
                  <a:lnTo>
                    <a:pt x="2683933" y="775974"/>
                  </a:lnTo>
                  <a:lnTo>
                    <a:pt x="2684328" y="774741"/>
                  </a:lnTo>
                  <a:lnTo>
                    <a:pt x="2684889" y="774487"/>
                  </a:lnTo>
                  <a:lnTo>
                    <a:pt x="2685535" y="775449"/>
                  </a:lnTo>
                  <a:lnTo>
                    <a:pt x="2686344" y="775988"/>
                  </a:lnTo>
                  <a:lnTo>
                    <a:pt x="2685716" y="776676"/>
                  </a:lnTo>
                  <a:lnTo>
                    <a:pt x="2686140" y="777394"/>
                  </a:lnTo>
                  <a:lnTo>
                    <a:pt x="2687829" y="777647"/>
                  </a:lnTo>
                  <a:lnTo>
                    <a:pt x="2687837" y="778369"/>
                  </a:lnTo>
                  <a:lnTo>
                    <a:pt x="2688237" y="778884"/>
                  </a:lnTo>
                  <a:lnTo>
                    <a:pt x="2688317" y="779468"/>
                  </a:lnTo>
                  <a:lnTo>
                    <a:pt x="2687102" y="780371"/>
                  </a:lnTo>
                  <a:lnTo>
                    <a:pt x="2686920" y="779706"/>
                  </a:lnTo>
                  <a:lnTo>
                    <a:pt x="2686030" y="780518"/>
                  </a:lnTo>
                  <a:lnTo>
                    <a:pt x="2685609" y="780538"/>
                  </a:lnTo>
                  <a:lnTo>
                    <a:pt x="2685846" y="781373"/>
                  </a:lnTo>
                  <a:lnTo>
                    <a:pt x="2686233" y="781601"/>
                  </a:lnTo>
                  <a:lnTo>
                    <a:pt x="2685565" y="782045"/>
                  </a:lnTo>
                  <a:lnTo>
                    <a:pt x="2685945" y="782442"/>
                  </a:lnTo>
                  <a:lnTo>
                    <a:pt x="2685800" y="783236"/>
                  </a:lnTo>
                  <a:lnTo>
                    <a:pt x="2687061" y="783431"/>
                  </a:lnTo>
                  <a:lnTo>
                    <a:pt x="2687082" y="782550"/>
                  </a:lnTo>
                  <a:lnTo>
                    <a:pt x="2687313" y="782353"/>
                  </a:lnTo>
                  <a:lnTo>
                    <a:pt x="2687556" y="782588"/>
                  </a:lnTo>
                  <a:lnTo>
                    <a:pt x="2687462" y="783672"/>
                  </a:lnTo>
                  <a:lnTo>
                    <a:pt x="2688063" y="784092"/>
                  </a:lnTo>
                  <a:lnTo>
                    <a:pt x="2689267" y="783979"/>
                  </a:lnTo>
                  <a:lnTo>
                    <a:pt x="2687939" y="784891"/>
                  </a:lnTo>
                  <a:lnTo>
                    <a:pt x="2687253" y="784423"/>
                  </a:lnTo>
                  <a:lnTo>
                    <a:pt x="2686468" y="785001"/>
                  </a:lnTo>
                  <a:lnTo>
                    <a:pt x="2685945" y="784289"/>
                  </a:lnTo>
                  <a:lnTo>
                    <a:pt x="2684928" y="784448"/>
                  </a:lnTo>
                  <a:lnTo>
                    <a:pt x="2684899" y="784959"/>
                  </a:lnTo>
                  <a:lnTo>
                    <a:pt x="2685755" y="785374"/>
                  </a:lnTo>
                  <a:lnTo>
                    <a:pt x="2686188" y="785217"/>
                  </a:lnTo>
                  <a:lnTo>
                    <a:pt x="2686779" y="785613"/>
                  </a:lnTo>
                  <a:lnTo>
                    <a:pt x="2686775" y="786154"/>
                  </a:lnTo>
                  <a:lnTo>
                    <a:pt x="2686556" y="786253"/>
                  </a:lnTo>
                  <a:lnTo>
                    <a:pt x="2686891" y="786854"/>
                  </a:lnTo>
                  <a:lnTo>
                    <a:pt x="2686350" y="787368"/>
                  </a:lnTo>
                  <a:lnTo>
                    <a:pt x="2685943" y="787407"/>
                  </a:lnTo>
                  <a:lnTo>
                    <a:pt x="2685797" y="787765"/>
                  </a:lnTo>
                  <a:lnTo>
                    <a:pt x="2686001" y="787932"/>
                  </a:lnTo>
                  <a:lnTo>
                    <a:pt x="2686957" y="787744"/>
                  </a:lnTo>
                  <a:lnTo>
                    <a:pt x="2687447" y="787059"/>
                  </a:lnTo>
                  <a:lnTo>
                    <a:pt x="2688158" y="787022"/>
                  </a:lnTo>
                  <a:lnTo>
                    <a:pt x="2688223" y="786314"/>
                  </a:lnTo>
                  <a:lnTo>
                    <a:pt x="2688632" y="786020"/>
                  </a:lnTo>
                  <a:lnTo>
                    <a:pt x="2689021" y="786955"/>
                  </a:lnTo>
                  <a:lnTo>
                    <a:pt x="2688609" y="787941"/>
                  </a:lnTo>
                  <a:lnTo>
                    <a:pt x="2688830" y="788411"/>
                  </a:lnTo>
                  <a:lnTo>
                    <a:pt x="2689451" y="788804"/>
                  </a:lnTo>
                  <a:lnTo>
                    <a:pt x="2689734" y="789493"/>
                  </a:lnTo>
                  <a:lnTo>
                    <a:pt x="2690946" y="789809"/>
                  </a:lnTo>
                  <a:lnTo>
                    <a:pt x="2691605" y="789221"/>
                  </a:lnTo>
                  <a:lnTo>
                    <a:pt x="2691734" y="788800"/>
                  </a:lnTo>
                  <a:lnTo>
                    <a:pt x="2690850" y="788135"/>
                  </a:lnTo>
                  <a:lnTo>
                    <a:pt x="2690723" y="787553"/>
                  </a:lnTo>
                  <a:lnTo>
                    <a:pt x="2691898" y="786811"/>
                  </a:lnTo>
                  <a:lnTo>
                    <a:pt x="2692711" y="787407"/>
                  </a:lnTo>
                  <a:lnTo>
                    <a:pt x="2692998" y="788725"/>
                  </a:lnTo>
                  <a:lnTo>
                    <a:pt x="2693843" y="788857"/>
                  </a:lnTo>
                  <a:lnTo>
                    <a:pt x="2694614" y="789723"/>
                  </a:lnTo>
                  <a:lnTo>
                    <a:pt x="2695480" y="789789"/>
                  </a:lnTo>
                  <a:lnTo>
                    <a:pt x="2695767" y="790440"/>
                  </a:lnTo>
                  <a:lnTo>
                    <a:pt x="2695668" y="791044"/>
                  </a:lnTo>
                  <a:lnTo>
                    <a:pt x="2695517" y="791855"/>
                  </a:lnTo>
                  <a:lnTo>
                    <a:pt x="2695705" y="792221"/>
                  </a:lnTo>
                  <a:lnTo>
                    <a:pt x="2696414" y="792587"/>
                  </a:lnTo>
                  <a:lnTo>
                    <a:pt x="2696539" y="793895"/>
                  </a:lnTo>
                  <a:lnTo>
                    <a:pt x="2696210" y="794282"/>
                  </a:lnTo>
                  <a:lnTo>
                    <a:pt x="2695829" y="794305"/>
                  </a:lnTo>
                  <a:lnTo>
                    <a:pt x="2695636" y="794004"/>
                  </a:lnTo>
                  <a:lnTo>
                    <a:pt x="2695209" y="794249"/>
                  </a:lnTo>
                  <a:lnTo>
                    <a:pt x="2694420" y="793971"/>
                  </a:lnTo>
                  <a:lnTo>
                    <a:pt x="2694769" y="798334"/>
                  </a:lnTo>
                  <a:lnTo>
                    <a:pt x="2696258" y="798569"/>
                  </a:lnTo>
                  <a:lnTo>
                    <a:pt x="2696310" y="798886"/>
                  </a:lnTo>
                  <a:lnTo>
                    <a:pt x="2695568" y="798900"/>
                  </a:lnTo>
                  <a:lnTo>
                    <a:pt x="2694730" y="799540"/>
                  </a:lnTo>
                  <a:lnTo>
                    <a:pt x="2694784" y="800274"/>
                  </a:lnTo>
                  <a:lnTo>
                    <a:pt x="2695727" y="801896"/>
                  </a:lnTo>
                  <a:lnTo>
                    <a:pt x="2695056" y="802369"/>
                  </a:lnTo>
                  <a:lnTo>
                    <a:pt x="2694548" y="803848"/>
                  </a:lnTo>
                  <a:lnTo>
                    <a:pt x="2695596" y="804907"/>
                  </a:lnTo>
                  <a:lnTo>
                    <a:pt x="2696100" y="804994"/>
                  </a:lnTo>
                  <a:lnTo>
                    <a:pt x="2696556" y="805431"/>
                  </a:lnTo>
                  <a:lnTo>
                    <a:pt x="2697422" y="805093"/>
                  </a:lnTo>
                  <a:lnTo>
                    <a:pt x="2697504" y="805371"/>
                  </a:lnTo>
                  <a:lnTo>
                    <a:pt x="2697199" y="805780"/>
                  </a:lnTo>
                  <a:lnTo>
                    <a:pt x="2697485" y="806127"/>
                  </a:lnTo>
                  <a:lnTo>
                    <a:pt x="2697760" y="805986"/>
                  </a:lnTo>
                  <a:lnTo>
                    <a:pt x="2698822" y="806413"/>
                  </a:lnTo>
                  <a:lnTo>
                    <a:pt x="2698058" y="807194"/>
                  </a:lnTo>
                  <a:lnTo>
                    <a:pt x="2699434" y="806725"/>
                  </a:lnTo>
                  <a:lnTo>
                    <a:pt x="2699566" y="807086"/>
                  </a:lnTo>
                  <a:lnTo>
                    <a:pt x="2697911" y="807483"/>
                  </a:lnTo>
                  <a:lnTo>
                    <a:pt x="2697757" y="807762"/>
                  </a:lnTo>
                  <a:lnTo>
                    <a:pt x="2697890" y="808158"/>
                  </a:lnTo>
                  <a:lnTo>
                    <a:pt x="2697477" y="808392"/>
                  </a:lnTo>
                  <a:lnTo>
                    <a:pt x="2698801" y="809778"/>
                  </a:lnTo>
                  <a:lnTo>
                    <a:pt x="2699493" y="809657"/>
                  </a:lnTo>
                  <a:lnTo>
                    <a:pt x="2699937" y="809998"/>
                  </a:lnTo>
                  <a:lnTo>
                    <a:pt x="2699160" y="810542"/>
                  </a:lnTo>
                  <a:lnTo>
                    <a:pt x="2698653" y="810320"/>
                  </a:lnTo>
                  <a:lnTo>
                    <a:pt x="2697673" y="810504"/>
                  </a:lnTo>
                  <a:lnTo>
                    <a:pt x="2697151" y="811037"/>
                  </a:lnTo>
                  <a:lnTo>
                    <a:pt x="2697281" y="811268"/>
                  </a:lnTo>
                  <a:lnTo>
                    <a:pt x="2697916" y="811296"/>
                  </a:lnTo>
                  <a:lnTo>
                    <a:pt x="2698479" y="812089"/>
                  </a:lnTo>
                  <a:lnTo>
                    <a:pt x="2697184" y="811588"/>
                  </a:lnTo>
                  <a:lnTo>
                    <a:pt x="2696959" y="811747"/>
                  </a:lnTo>
                  <a:lnTo>
                    <a:pt x="2697292" y="812541"/>
                  </a:lnTo>
                  <a:lnTo>
                    <a:pt x="2698109" y="812374"/>
                  </a:lnTo>
                  <a:lnTo>
                    <a:pt x="2698171" y="813151"/>
                  </a:lnTo>
                  <a:lnTo>
                    <a:pt x="2697582" y="813620"/>
                  </a:lnTo>
                  <a:lnTo>
                    <a:pt x="2697722" y="814019"/>
                  </a:lnTo>
                  <a:lnTo>
                    <a:pt x="2697435" y="814209"/>
                  </a:lnTo>
                  <a:lnTo>
                    <a:pt x="2697904" y="814524"/>
                  </a:lnTo>
                  <a:lnTo>
                    <a:pt x="2697250" y="815977"/>
                  </a:lnTo>
                  <a:lnTo>
                    <a:pt x="2698249" y="815297"/>
                  </a:lnTo>
                  <a:lnTo>
                    <a:pt x="2699408" y="815173"/>
                  </a:lnTo>
                  <a:lnTo>
                    <a:pt x="2700068" y="815488"/>
                  </a:lnTo>
                  <a:lnTo>
                    <a:pt x="2699996" y="815722"/>
                  </a:lnTo>
                  <a:lnTo>
                    <a:pt x="2698954" y="816075"/>
                  </a:lnTo>
                  <a:lnTo>
                    <a:pt x="2698627" y="816500"/>
                  </a:lnTo>
                  <a:lnTo>
                    <a:pt x="2699690" y="817875"/>
                  </a:lnTo>
                  <a:lnTo>
                    <a:pt x="2698709" y="818046"/>
                  </a:lnTo>
                  <a:lnTo>
                    <a:pt x="2697985" y="819026"/>
                  </a:lnTo>
                  <a:lnTo>
                    <a:pt x="2696996" y="819051"/>
                  </a:lnTo>
                  <a:lnTo>
                    <a:pt x="2697231" y="820088"/>
                  </a:lnTo>
                  <a:lnTo>
                    <a:pt x="2696720" y="821070"/>
                  </a:lnTo>
                  <a:lnTo>
                    <a:pt x="2696586" y="820139"/>
                  </a:lnTo>
                  <a:lnTo>
                    <a:pt x="2696114" y="819921"/>
                  </a:lnTo>
                  <a:lnTo>
                    <a:pt x="2696054" y="821157"/>
                  </a:lnTo>
                  <a:lnTo>
                    <a:pt x="2696151" y="821371"/>
                  </a:lnTo>
                  <a:lnTo>
                    <a:pt x="2696612" y="821386"/>
                  </a:lnTo>
                  <a:lnTo>
                    <a:pt x="2696623" y="821586"/>
                  </a:lnTo>
                  <a:lnTo>
                    <a:pt x="2697213" y="821792"/>
                  </a:lnTo>
                  <a:lnTo>
                    <a:pt x="2698372" y="821061"/>
                  </a:lnTo>
                  <a:lnTo>
                    <a:pt x="2698825" y="821102"/>
                  </a:lnTo>
                  <a:lnTo>
                    <a:pt x="2699386" y="821733"/>
                  </a:lnTo>
                  <a:lnTo>
                    <a:pt x="2699586" y="821625"/>
                  </a:lnTo>
                  <a:lnTo>
                    <a:pt x="2700307" y="822188"/>
                  </a:lnTo>
                  <a:lnTo>
                    <a:pt x="2700155" y="822371"/>
                  </a:lnTo>
                  <a:lnTo>
                    <a:pt x="2699624" y="822336"/>
                  </a:lnTo>
                  <a:lnTo>
                    <a:pt x="2698574" y="823233"/>
                  </a:lnTo>
                  <a:lnTo>
                    <a:pt x="2698938" y="823139"/>
                  </a:lnTo>
                  <a:lnTo>
                    <a:pt x="2699741" y="823718"/>
                  </a:lnTo>
                  <a:lnTo>
                    <a:pt x="2700344" y="823695"/>
                  </a:lnTo>
                  <a:lnTo>
                    <a:pt x="2701017" y="824308"/>
                  </a:lnTo>
                  <a:lnTo>
                    <a:pt x="2701282" y="824247"/>
                  </a:lnTo>
                  <a:lnTo>
                    <a:pt x="2701388" y="823830"/>
                  </a:lnTo>
                  <a:lnTo>
                    <a:pt x="2701092" y="823450"/>
                  </a:lnTo>
                  <a:lnTo>
                    <a:pt x="2701046" y="822868"/>
                  </a:lnTo>
                  <a:lnTo>
                    <a:pt x="2701985" y="822240"/>
                  </a:lnTo>
                  <a:lnTo>
                    <a:pt x="2702412" y="822646"/>
                  </a:lnTo>
                  <a:lnTo>
                    <a:pt x="2702538" y="823620"/>
                  </a:lnTo>
                  <a:lnTo>
                    <a:pt x="2701947" y="823938"/>
                  </a:lnTo>
                  <a:lnTo>
                    <a:pt x="2702298" y="824396"/>
                  </a:lnTo>
                  <a:lnTo>
                    <a:pt x="2702851" y="824542"/>
                  </a:lnTo>
                  <a:lnTo>
                    <a:pt x="2702921" y="824884"/>
                  </a:lnTo>
                  <a:lnTo>
                    <a:pt x="2702475" y="825129"/>
                  </a:lnTo>
                  <a:lnTo>
                    <a:pt x="2702024" y="824921"/>
                  </a:lnTo>
                  <a:lnTo>
                    <a:pt x="2701689" y="825020"/>
                  </a:lnTo>
                  <a:lnTo>
                    <a:pt x="2701352" y="826218"/>
                  </a:lnTo>
                  <a:lnTo>
                    <a:pt x="2701945" y="826139"/>
                  </a:lnTo>
                  <a:lnTo>
                    <a:pt x="2702197" y="825843"/>
                  </a:lnTo>
                  <a:lnTo>
                    <a:pt x="2703309" y="825943"/>
                  </a:lnTo>
                  <a:lnTo>
                    <a:pt x="2703509" y="827142"/>
                  </a:lnTo>
                  <a:lnTo>
                    <a:pt x="2703909" y="827348"/>
                  </a:lnTo>
                  <a:lnTo>
                    <a:pt x="2704053" y="828023"/>
                  </a:lnTo>
                  <a:lnTo>
                    <a:pt x="2704620" y="828585"/>
                  </a:lnTo>
                  <a:lnTo>
                    <a:pt x="2703234" y="828904"/>
                  </a:lnTo>
                  <a:lnTo>
                    <a:pt x="2703866" y="829911"/>
                  </a:lnTo>
                  <a:lnTo>
                    <a:pt x="2704326" y="829998"/>
                  </a:lnTo>
                  <a:lnTo>
                    <a:pt x="2704089" y="830448"/>
                  </a:lnTo>
                  <a:lnTo>
                    <a:pt x="2703382" y="830549"/>
                  </a:lnTo>
                  <a:lnTo>
                    <a:pt x="2703383" y="831000"/>
                  </a:lnTo>
                  <a:lnTo>
                    <a:pt x="2702943" y="831323"/>
                  </a:lnTo>
                  <a:lnTo>
                    <a:pt x="2702071" y="831108"/>
                  </a:lnTo>
                  <a:lnTo>
                    <a:pt x="2703169" y="832395"/>
                  </a:lnTo>
                  <a:lnTo>
                    <a:pt x="2703120" y="832901"/>
                  </a:lnTo>
                  <a:lnTo>
                    <a:pt x="2703384" y="833747"/>
                  </a:lnTo>
                  <a:lnTo>
                    <a:pt x="2703153" y="835039"/>
                  </a:lnTo>
                  <a:lnTo>
                    <a:pt x="2701485" y="835375"/>
                  </a:lnTo>
                  <a:lnTo>
                    <a:pt x="2701340" y="835661"/>
                  </a:lnTo>
                  <a:lnTo>
                    <a:pt x="2702067" y="836150"/>
                  </a:lnTo>
                  <a:lnTo>
                    <a:pt x="2702749" y="837012"/>
                  </a:lnTo>
                  <a:lnTo>
                    <a:pt x="2703067" y="836938"/>
                  </a:lnTo>
                  <a:lnTo>
                    <a:pt x="2703330" y="836511"/>
                  </a:lnTo>
                  <a:lnTo>
                    <a:pt x="2703286" y="836248"/>
                  </a:lnTo>
                  <a:lnTo>
                    <a:pt x="2702854" y="836095"/>
                  </a:lnTo>
                  <a:lnTo>
                    <a:pt x="2703054" y="835751"/>
                  </a:lnTo>
                  <a:lnTo>
                    <a:pt x="2704108" y="835768"/>
                  </a:lnTo>
                  <a:lnTo>
                    <a:pt x="2705065" y="836345"/>
                  </a:lnTo>
                  <a:lnTo>
                    <a:pt x="2705158" y="836824"/>
                  </a:lnTo>
                  <a:lnTo>
                    <a:pt x="2704845" y="837708"/>
                  </a:lnTo>
                  <a:lnTo>
                    <a:pt x="2703818" y="837863"/>
                  </a:lnTo>
                  <a:lnTo>
                    <a:pt x="2703797" y="838697"/>
                  </a:lnTo>
                  <a:lnTo>
                    <a:pt x="2704617" y="839497"/>
                  </a:lnTo>
                  <a:lnTo>
                    <a:pt x="2705461" y="839778"/>
                  </a:lnTo>
                  <a:lnTo>
                    <a:pt x="2704607" y="839981"/>
                  </a:lnTo>
                  <a:lnTo>
                    <a:pt x="2703956" y="840679"/>
                  </a:lnTo>
                  <a:lnTo>
                    <a:pt x="2703993" y="840942"/>
                  </a:lnTo>
                  <a:lnTo>
                    <a:pt x="2705101" y="840870"/>
                  </a:lnTo>
                  <a:lnTo>
                    <a:pt x="2705021" y="840288"/>
                  </a:lnTo>
                  <a:lnTo>
                    <a:pt x="2705332" y="840197"/>
                  </a:lnTo>
                  <a:lnTo>
                    <a:pt x="2705610" y="840509"/>
                  </a:lnTo>
                  <a:lnTo>
                    <a:pt x="2705847" y="841594"/>
                  </a:lnTo>
                  <a:lnTo>
                    <a:pt x="2706223" y="841572"/>
                  </a:lnTo>
                  <a:lnTo>
                    <a:pt x="2705883" y="842116"/>
                  </a:lnTo>
                  <a:lnTo>
                    <a:pt x="2706482" y="843579"/>
                  </a:lnTo>
                  <a:lnTo>
                    <a:pt x="2706815" y="843857"/>
                  </a:lnTo>
                  <a:lnTo>
                    <a:pt x="2707387" y="843894"/>
                  </a:lnTo>
                  <a:lnTo>
                    <a:pt x="2707991" y="845181"/>
                  </a:lnTo>
                  <a:lnTo>
                    <a:pt x="2708601" y="845479"/>
                  </a:lnTo>
                  <a:lnTo>
                    <a:pt x="2710036" y="845002"/>
                  </a:lnTo>
                  <a:lnTo>
                    <a:pt x="2710153" y="847404"/>
                  </a:lnTo>
                  <a:lnTo>
                    <a:pt x="2710718" y="848034"/>
                  </a:lnTo>
                  <a:lnTo>
                    <a:pt x="2711638" y="848318"/>
                  </a:lnTo>
                  <a:lnTo>
                    <a:pt x="2711255" y="849137"/>
                  </a:lnTo>
                  <a:lnTo>
                    <a:pt x="2711703" y="849213"/>
                  </a:lnTo>
                  <a:lnTo>
                    <a:pt x="2711746" y="849744"/>
                  </a:lnTo>
                  <a:lnTo>
                    <a:pt x="2712220" y="850321"/>
                  </a:lnTo>
                  <a:lnTo>
                    <a:pt x="2713278" y="850555"/>
                  </a:lnTo>
                  <a:lnTo>
                    <a:pt x="2713194" y="851305"/>
                  </a:lnTo>
                  <a:lnTo>
                    <a:pt x="2713926" y="851195"/>
                  </a:lnTo>
                  <a:lnTo>
                    <a:pt x="2714107" y="851800"/>
                  </a:lnTo>
                  <a:lnTo>
                    <a:pt x="2714548" y="851851"/>
                  </a:lnTo>
                  <a:lnTo>
                    <a:pt x="2714666" y="852190"/>
                  </a:lnTo>
                  <a:lnTo>
                    <a:pt x="2713932" y="852919"/>
                  </a:lnTo>
                  <a:lnTo>
                    <a:pt x="2714325" y="853955"/>
                  </a:lnTo>
                  <a:lnTo>
                    <a:pt x="2714003" y="854181"/>
                  </a:lnTo>
                  <a:lnTo>
                    <a:pt x="2714077" y="854701"/>
                  </a:lnTo>
                  <a:lnTo>
                    <a:pt x="2714694" y="855171"/>
                  </a:lnTo>
                  <a:lnTo>
                    <a:pt x="2714688" y="855389"/>
                  </a:lnTo>
                  <a:lnTo>
                    <a:pt x="2713689" y="855453"/>
                  </a:lnTo>
                  <a:lnTo>
                    <a:pt x="2713786" y="855811"/>
                  </a:lnTo>
                  <a:lnTo>
                    <a:pt x="2714563" y="856051"/>
                  </a:lnTo>
                  <a:lnTo>
                    <a:pt x="2714756" y="856498"/>
                  </a:lnTo>
                  <a:lnTo>
                    <a:pt x="2716215" y="856882"/>
                  </a:lnTo>
                  <a:lnTo>
                    <a:pt x="2713931" y="857530"/>
                  </a:lnTo>
                  <a:lnTo>
                    <a:pt x="2714629" y="857416"/>
                  </a:lnTo>
                  <a:lnTo>
                    <a:pt x="2714694" y="857666"/>
                  </a:lnTo>
                  <a:lnTo>
                    <a:pt x="2714409" y="857866"/>
                  </a:lnTo>
                  <a:lnTo>
                    <a:pt x="2714865" y="858311"/>
                  </a:lnTo>
                  <a:lnTo>
                    <a:pt x="2715316" y="858040"/>
                  </a:lnTo>
                  <a:lnTo>
                    <a:pt x="2715592" y="858162"/>
                  </a:lnTo>
                  <a:lnTo>
                    <a:pt x="2715599" y="858332"/>
                  </a:lnTo>
                  <a:lnTo>
                    <a:pt x="2714952" y="858470"/>
                  </a:lnTo>
                  <a:lnTo>
                    <a:pt x="2715046" y="858830"/>
                  </a:lnTo>
                  <a:lnTo>
                    <a:pt x="2715661" y="858772"/>
                  </a:lnTo>
                  <a:lnTo>
                    <a:pt x="2715803" y="859040"/>
                  </a:lnTo>
                  <a:lnTo>
                    <a:pt x="2716155" y="858752"/>
                  </a:lnTo>
                  <a:lnTo>
                    <a:pt x="2715950" y="858497"/>
                  </a:lnTo>
                  <a:lnTo>
                    <a:pt x="2716119" y="857946"/>
                  </a:lnTo>
                  <a:lnTo>
                    <a:pt x="2716587" y="858642"/>
                  </a:lnTo>
                  <a:lnTo>
                    <a:pt x="2716783" y="858458"/>
                  </a:lnTo>
                  <a:lnTo>
                    <a:pt x="2716492" y="857703"/>
                  </a:lnTo>
                  <a:lnTo>
                    <a:pt x="2717550" y="857908"/>
                  </a:lnTo>
                  <a:lnTo>
                    <a:pt x="2717752" y="858661"/>
                  </a:lnTo>
                  <a:lnTo>
                    <a:pt x="2717212" y="859845"/>
                  </a:lnTo>
                  <a:lnTo>
                    <a:pt x="2717650" y="860157"/>
                  </a:lnTo>
                  <a:lnTo>
                    <a:pt x="2717983" y="860873"/>
                  </a:lnTo>
                  <a:lnTo>
                    <a:pt x="2717536" y="861386"/>
                  </a:lnTo>
                  <a:lnTo>
                    <a:pt x="2718469" y="861771"/>
                  </a:lnTo>
                  <a:lnTo>
                    <a:pt x="2717882" y="861941"/>
                  </a:lnTo>
                  <a:lnTo>
                    <a:pt x="2717689" y="862276"/>
                  </a:lnTo>
                  <a:lnTo>
                    <a:pt x="2718393" y="862521"/>
                  </a:lnTo>
                  <a:lnTo>
                    <a:pt x="2718683" y="862974"/>
                  </a:lnTo>
                  <a:lnTo>
                    <a:pt x="2718528" y="863206"/>
                  </a:lnTo>
                  <a:lnTo>
                    <a:pt x="2717332" y="862841"/>
                  </a:lnTo>
                  <a:lnTo>
                    <a:pt x="2717436" y="863772"/>
                  </a:lnTo>
                  <a:lnTo>
                    <a:pt x="2716878" y="864181"/>
                  </a:lnTo>
                  <a:lnTo>
                    <a:pt x="2716918" y="864769"/>
                  </a:lnTo>
                  <a:lnTo>
                    <a:pt x="2717970" y="864209"/>
                  </a:lnTo>
                  <a:lnTo>
                    <a:pt x="2718137" y="863887"/>
                  </a:lnTo>
                  <a:lnTo>
                    <a:pt x="2718468" y="863927"/>
                  </a:lnTo>
                  <a:lnTo>
                    <a:pt x="2718608" y="864292"/>
                  </a:lnTo>
                  <a:lnTo>
                    <a:pt x="2718515" y="865242"/>
                  </a:lnTo>
                  <a:lnTo>
                    <a:pt x="2718117" y="864931"/>
                  </a:lnTo>
                  <a:lnTo>
                    <a:pt x="2717861" y="865005"/>
                  </a:lnTo>
                  <a:lnTo>
                    <a:pt x="2717271" y="865568"/>
                  </a:lnTo>
                  <a:lnTo>
                    <a:pt x="2717122" y="866330"/>
                  </a:lnTo>
                  <a:lnTo>
                    <a:pt x="2719823" y="867031"/>
                  </a:lnTo>
                  <a:lnTo>
                    <a:pt x="2720033" y="868648"/>
                  </a:lnTo>
                  <a:lnTo>
                    <a:pt x="2720578" y="868663"/>
                  </a:lnTo>
                  <a:lnTo>
                    <a:pt x="2720966" y="868381"/>
                  </a:lnTo>
                  <a:lnTo>
                    <a:pt x="2721763" y="868991"/>
                  </a:lnTo>
                  <a:lnTo>
                    <a:pt x="2722423" y="870612"/>
                  </a:lnTo>
                  <a:lnTo>
                    <a:pt x="2721580" y="871060"/>
                  </a:lnTo>
                  <a:lnTo>
                    <a:pt x="2721427" y="871518"/>
                  </a:lnTo>
                  <a:lnTo>
                    <a:pt x="2721166" y="871519"/>
                  </a:lnTo>
                  <a:lnTo>
                    <a:pt x="2720937" y="870186"/>
                  </a:lnTo>
                  <a:lnTo>
                    <a:pt x="2720180" y="870131"/>
                  </a:lnTo>
                  <a:lnTo>
                    <a:pt x="2720029" y="870896"/>
                  </a:lnTo>
                  <a:lnTo>
                    <a:pt x="2720324" y="871509"/>
                  </a:lnTo>
                  <a:lnTo>
                    <a:pt x="2721674" y="872751"/>
                  </a:lnTo>
                  <a:lnTo>
                    <a:pt x="2722776" y="872971"/>
                  </a:lnTo>
                  <a:lnTo>
                    <a:pt x="2723229" y="873276"/>
                  </a:lnTo>
                  <a:lnTo>
                    <a:pt x="2722968" y="874190"/>
                  </a:lnTo>
                  <a:lnTo>
                    <a:pt x="2723423" y="874313"/>
                  </a:lnTo>
                  <a:lnTo>
                    <a:pt x="2722326" y="874624"/>
                  </a:lnTo>
                  <a:lnTo>
                    <a:pt x="2721754" y="873840"/>
                  </a:lnTo>
                  <a:lnTo>
                    <a:pt x="2721538" y="873889"/>
                  </a:lnTo>
                  <a:lnTo>
                    <a:pt x="2721664" y="874325"/>
                  </a:lnTo>
                  <a:lnTo>
                    <a:pt x="2722194" y="874705"/>
                  </a:lnTo>
                  <a:lnTo>
                    <a:pt x="2722033" y="874952"/>
                  </a:lnTo>
                  <a:lnTo>
                    <a:pt x="2722325" y="875412"/>
                  </a:lnTo>
                  <a:lnTo>
                    <a:pt x="2721373" y="875693"/>
                  </a:lnTo>
                  <a:lnTo>
                    <a:pt x="2721623" y="876100"/>
                  </a:lnTo>
                  <a:lnTo>
                    <a:pt x="2721177" y="876179"/>
                  </a:lnTo>
                  <a:lnTo>
                    <a:pt x="2721013" y="876630"/>
                  </a:lnTo>
                  <a:lnTo>
                    <a:pt x="2721399" y="876927"/>
                  </a:lnTo>
                  <a:lnTo>
                    <a:pt x="2721558" y="876667"/>
                  </a:lnTo>
                  <a:lnTo>
                    <a:pt x="2721943" y="876612"/>
                  </a:lnTo>
                  <a:lnTo>
                    <a:pt x="2722238" y="877016"/>
                  </a:lnTo>
                  <a:lnTo>
                    <a:pt x="2722147" y="877353"/>
                  </a:lnTo>
                  <a:lnTo>
                    <a:pt x="2721075" y="877571"/>
                  </a:lnTo>
                  <a:lnTo>
                    <a:pt x="2720261" y="876380"/>
                  </a:lnTo>
                  <a:lnTo>
                    <a:pt x="2719483" y="876603"/>
                  </a:lnTo>
                  <a:lnTo>
                    <a:pt x="2719399" y="877313"/>
                  </a:lnTo>
                  <a:lnTo>
                    <a:pt x="2718718" y="877055"/>
                  </a:lnTo>
                  <a:lnTo>
                    <a:pt x="2718635" y="877307"/>
                  </a:lnTo>
                  <a:lnTo>
                    <a:pt x="2718819" y="877689"/>
                  </a:lnTo>
                  <a:lnTo>
                    <a:pt x="2719184" y="877842"/>
                  </a:lnTo>
                  <a:lnTo>
                    <a:pt x="2719862" y="877740"/>
                  </a:lnTo>
                  <a:lnTo>
                    <a:pt x="2720384" y="878117"/>
                  </a:lnTo>
                  <a:lnTo>
                    <a:pt x="2720916" y="877838"/>
                  </a:lnTo>
                  <a:lnTo>
                    <a:pt x="2720906" y="878511"/>
                  </a:lnTo>
                  <a:lnTo>
                    <a:pt x="2719811" y="878742"/>
                  </a:lnTo>
                  <a:lnTo>
                    <a:pt x="2719718" y="879112"/>
                  </a:lnTo>
                  <a:lnTo>
                    <a:pt x="2719935" y="879386"/>
                  </a:lnTo>
                  <a:lnTo>
                    <a:pt x="2720324" y="879329"/>
                  </a:lnTo>
                  <a:lnTo>
                    <a:pt x="2720748" y="879796"/>
                  </a:lnTo>
                  <a:lnTo>
                    <a:pt x="2720787" y="879996"/>
                  </a:lnTo>
                  <a:lnTo>
                    <a:pt x="2720441" y="880034"/>
                  </a:lnTo>
                  <a:lnTo>
                    <a:pt x="2720491" y="880372"/>
                  </a:lnTo>
                  <a:lnTo>
                    <a:pt x="2721078" y="880602"/>
                  </a:lnTo>
                  <a:lnTo>
                    <a:pt x="2721204" y="881084"/>
                  </a:lnTo>
                  <a:lnTo>
                    <a:pt x="2721861" y="881797"/>
                  </a:lnTo>
                  <a:lnTo>
                    <a:pt x="2721883" y="882697"/>
                  </a:lnTo>
                  <a:lnTo>
                    <a:pt x="2721440" y="882924"/>
                  </a:lnTo>
                  <a:lnTo>
                    <a:pt x="2720996" y="882584"/>
                  </a:lnTo>
                  <a:lnTo>
                    <a:pt x="2721002" y="883072"/>
                  </a:lnTo>
                  <a:lnTo>
                    <a:pt x="2721318" y="883509"/>
                  </a:lnTo>
                  <a:lnTo>
                    <a:pt x="2721709" y="883257"/>
                  </a:lnTo>
                  <a:lnTo>
                    <a:pt x="2722040" y="883649"/>
                  </a:lnTo>
                  <a:lnTo>
                    <a:pt x="2721580" y="883804"/>
                  </a:lnTo>
                  <a:lnTo>
                    <a:pt x="2721531" y="884108"/>
                  </a:lnTo>
                  <a:lnTo>
                    <a:pt x="2722123" y="884175"/>
                  </a:lnTo>
                  <a:lnTo>
                    <a:pt x="2722706" y="883953"/>
                  </a:lnTo>
                  <a:lnTo>
                    <a:pt x="2722893" y="884173"/>
                  </a:lnTo>
                  <a:lnTo>
                    <a:pt x="2722751" y="884562"/>
                  </a:lnTo>
                  <a:lnTo>
                    <a:pt x="2723292" y="884281"/>
                  </a:lnTo>
                  <a:lnTo>
                    <a:pt x="2723249" y="884919"/>
                  </a:lnTo>
                  <a:lnTo>
                    <a:pt x="2723862" y="885919"/>
                  </a:lnTo>
                  <a:lnTo>
                    <a:pt x="2722521" y="886194"/>
                  </a:lnTo>
                  <a:lnTo>
                    <a:pt x="2723748" y="887013"/>
                  </a:lnTo>
                  <a:lnTo>
                    <a:pt x="2723981" y="886737"/>
                  </a:lnTo>
                  <a:lnTo>
                    <a:pt x="2723855" y="886200"/>
                  </a:lnTo>
                  <a:lnTo>
                    <a:pt x="2724365" y="886516"/>
                  </a:lnTo>
                  <a:lnTo>
                    <a:pt x="2724513" y="886020"/>
                  </a:lnTo>
                  <a:lnTo>
                    <a:pt x="2724709" y="886729"/>
                  </a:lnTo>
                  <a:lnTo>
                    <a:pt x="2724558" y="887109"/>
                  </a:lnTo>
                  <a:lnTo>
                    <a:pt x="2725083" y="887175"/>
                  </a:lnTo>
                  <a:lnTo>
                    <a:pt x="2724722" y="887582"/>
                  </a:lnTo>
                  <a:lnTo>
                    <a:pt x="2724112" y="887330"/>
                  </a:lnTo>
                  <a:lnTo>
                    <a:pt x="2723480" y="887545"/>
                  </a:lnTo>
                  <a:lnTo>
                    <a:pt x="2723417" y="888028"/>
                  </a:lnTo>
                  <a:lnTo>
                    <a:pt x="2722824" y="887830"/>
                  </a:lnTo>
                  <a:lnTo>
                    <a:pt x="2722676" y="888422"/>
                  </a:lnTo>
                  <a:lnTo>
                    <a:pt x="2723357" y="888436"/>
                  </a:lnTo>
                  <a:lnTo>
                    <a:pt x="2723643" y="888748"/>
                  </a:lnTo>
                  <a:lnTo>
                    <a:pt x="2724102" y="888415"/>
                  </a:lnTo>
                  <a:lnTo>
                    <a:pt x="2724416" y="889025"/>
                  </a:lnTo>
                  <a:lnTo>
                    <a:pt x="2723995" y="889412"/>
                  </a:lnTo>
                  <a:lnTo>
                    <a:pt x="2723738" y="889394"/>
                  </a:lnTo>
                  <a:lnTo>
                    <a:pt x="2723660" y="889147"/>
                  </a:lnTo>
                  <a:lnTo>
                    <a:pt x="2723266" y="889215"/>
                  </a:lnTo>
                  <a:lnTo>
                    <a:pt x="2722798" y="889706"/>
                  </a:lnTo>
                  <a:lnTo>
                    <a:pt x="2722433" y="889778"/>
                  </a:lnTo>
                  <a:lnTo>
                    <a:pt x="2722412" y="890185"/>
                  </a:lnTo>
                  <a:lnTo>
                    <a:pt x="2722939" y="890350"/>
                  </a:lnTo>
                  <a:lnTo>
                    <a:pt x="2723729" y="890089"/>
                  </a:lnTo>
                  <a:lnTo>
                    <a:pt x="2724345" y="890621"/>
                  </a:lnTo>
                  <a:lnTo>
                    <a:pt x="2724273" y="889957"/>
                  </a:lnTo>
                  <a:lnTo>
                    <a:pt x="2724579" y="889463"/>
                  </a:lnTo>
                  <a:lnTo>
                    <a:pt x="2725056" y="890732"/>
                  </a:lnTo>
                  <a:lnTo>
                    <a:pt x="2725322" y="890663"/>
                  </a:lnTo>
                  <a:lnTo>
                    <a:pt x="2725476" y="889894"/>
                  </a:lnTo>
                  <a:lnTo>
                    <a:pt x="2725748" y="890358"/>
                  </a:lnTo>
                  <a:lnTo>
                    <a:pt x="2725639" y="891197"/>
                  </a:lnTo>
                  <a:lnTo>
                    <a:pt x="2724462" y="891116"/>
                  </a:lnTo>
                  <a:lnTo>
                    <a:pt x="2724788" y="891917"/>
                  </a:lnTo>
                  <a:lnTo>
                    <a:pt x="2725301" y="892030"/>
                  </a:lnTo>
                  <a:lnTo>
                    <a:pt x="2726893" y="891501"/>
                  </a:lnTo>
                  <a:lnTo>
                    <a:pt x="2727508" y="891685"/>
                  </a:lnTo>
                  <a:lnTo>
                    <a:pt x="2727467" y="892034"/>
                  </a:lnTo>
                  <a:lnTo>
                    <a:pt x="2726585" y="892417"/>
                  </a:lnTo>
                  <a:lnTo>
                    <a:pt x="2726729" y="892984"/>
                  </a:lnTo>
                  <a:lnTo>
                    <a:pt x="2725761" y="893388"/>
                  </a:lnTo>
                  <a:lnTo>
                    <a:pt x="2725497" y="893833"/>
                  </a:lnTo>
                  <a:lnTo>
                    <a:pt x="2724907" y="893879"/>
                  </a:lnTo>
                  <a:lnTo>
                    <a:pt x="2724943" y="894277"/>
                  </a:lnTo>
                  <a:lnTo>
                    <a:pt x="2725521" y="894289"/>
                  </a:lnTo>
                  <a:lnTo>
                    <a:pt x="2725687" y="894805"/>
                  </a:lnTo>
                  <a:lnTo>
                    <a:pt x="2724470" y="894935"/>
                  </a:lnTo>
                  <a:lnTo>
                    <a:pt x="2724637" y="896123"/>
                  </a:lnTo>
                  <a:lnTo>
                    <a:pt x="2724788" y="896321"/>
                  </a:lnTo>
                  <a:lnTo>
                    <a:pt x="2725634" y="896118"/>
                  </a:lnTo>
                  <a:lnTo>
                    <a:pt x="2725809" y="895038"/>
                  </a:lnTo>
                  <a:lnTo>
                    <a:pt x="2726610" y="895608"/>
                  </a:lnTo>
                  <a:lnTo>
                    <a:pt x="2726784" y="895133"/>
                  </a:lnTo>
                  <a:lnTo>
                    <a:pt x="2727316" y="894920"/>
                  </a:lnTo>
                  <a:lnTo>
                    <a:pt x="2727719" y="894967"/>
                  </a:lnTo>
                  <a:lnTo>
                    <a:pt x="2727838" y="895238"/>
                  </a:lnTo>
                  <a:lnTo>
                    <a:pt x="2728155" y="895028"/>
                  </a:lnTo>
                  <a:lnTo>
                    <a:pt x="2728256" y="896308"/>
                  </a:lnTo>
                  <a:lnTo>
                    <a:pt x="2728020" y="896507"/>
                  </a:lnTo>
                  <a:lnTo>
                    <a:pt x="2727580" y="896337"/>
                  </a:lnTo>
                  <a:lnTo>
                    <a:pt x="2726776" y="897187"/>
                  </a:lnTo>
                  <a:lnTo>
                    <a:pt x="2727312" y="897471"/>
                  </a:lnTo>
                  <a:lnTo>
                    <a:pt x="2727764" y="897112"/>
                  </a:lnTo>
                  <a:lnTo>
                    <a:pt x="2727989" y="897370"/>
                  </a:lnTo>
                  <a:lnTo>
                    <a:pt x="2727675" y="898077"/>
                  </a:lnTo>
                  <a:lnTo>
                    <a:pt x="2727154" y="897970"/>
                  </a:lnTo>
                  <a:lnTo>
                    <a:pt x="2726843" y="898214"/>
                  </a:lnTo>
                  <a:lnTo>
                    <a:pt x="2726842" y="898665"/>
                  </a:lnTo>
                  <a:lnTo>
                    <a:pt x="2727252" y="898428"/>
                  </a:lnTo>
                  <a:lnTo>
                    <a:pt x="2727736" y="898857"/>
                  </a:lnTo>
                  <a:lnTo>
                    <a:pt x="2727488" y="899116"/>
                  </a:lnTo>
                  <a:lnTo>
                    <a:pt x="2727087" y="899098"/>
                  </a:lnTo>
                  <a:lnTo>
                    <a:pt x="2726904" y="899411"/>
                  </a:lnTo>
                  <a:lnTo>
                    <a:pt x="2727659" y="899806"/>
                  </a:lnTo>
                  <a:lnTo>
                    <a:pt x="2727712" y="899346"/>
                  </a:lnTo>
                  <a:lnTo>
                    <a:pt x="2728076" y="899030"/>
                  </a:lnTo>
                  <a:lnTo>
                    <a:pt x="2728307" y="899131"/>
                  </a:lnTo>
                  <a:lnTo>
                    <a:pt x="2728687" y="899989"/>
                  </a:lnTo>
                  <a:lnTo>
                    <a:pt x="2728119" y="900103"/>
                  </a:lnTo>
                  <a:lnTo>
                    <a:pt x="2728067" y="900959"/>
                  </a:lnTo>
                  <a:lnTo>
                    <a:pt x="2727808" y="901263"/>
                  </a:lnTo>
                  <a:lnTo>
                    <a:pt x="2728886" y="901140"/>
                  </a:lnTo>
                  <a:lnTo>
                    <a:pt x="2729736" y="901763"/>
                  </a:lnTo>
                  <a:lnTo>
                    <a:pt x="2729622" y="902283"/>
                  </a:lnTo>
                  <a:lnTo>
                    <a:pt x="2728881" y="902753"/>
                  </a:lnTo>
                  <a:lnTo>
                    <a:pt x="2728983" y="903106"/>
                  </a:lnTo>
                  <a:lnTo>
                    <a:pt x="2728496" y="903942"/>
                  </a:lnTo>
                  <a:lnTo>
                    <a:pt x="2728868" y="904017"/>
                  </a:lnTo>
                  <a:lnTo>
                    <a:pt x="2728986" y="904403"/>
                  </a:lnTo>
                  <a:lnTo>
                    <a:pt x="2729235" y="904486"/>
                  </a:lnTo>
                  <a:lnTo>
                    <a:pt x="2729506" y="904209"/>
                  </a:lnTo>
                  <a:lnTo>
                    <a:pt x="2729310" y="903793"/>
                  </a:lnTo>
                  <a:lnTo>
                    <a:pt x="2730107" y="903584"/>
                  </a:lnTo>
                  <a:lnTo>
                    <a:pt x="2730202" y="904584"/>
                  </a:lnTo>
                  <a:lnTo>
                    <a:pt x="2730681" y="904587"/>
                  </a:lnTo>
                  <a:lnTo>
                    <a:pt x="2730815" y="904992"/>
                  </a:lnTo>
                  <a:lnTo>
                    <a:pt x="2730682" y="905350"/>
                  </a:lnTo>
                  <a:lnTo>
                    <a:pt x="2730229" y="905272"/>
                  </a:lnTo>
                  <a:lnTo>
                    <a:pt x="2729659" y="905837"/>
                  </a:lnTo>
                  <a:lnTo>
                    <a:pt x="2729354" y="904889"/>
                  </a:lnTo>
                  <a:lnTo>
                    <a:pt x="2729158" y="905264"/>
                  </a:lnTo>
                  <a:lnTo>
                    <a:pt x="2729326" y="905765"/>
                  </a:lnTo>
                  <a:lnTo>
                    <a:pt x="2728870" y="906279"/>
                  </a:lnTo>
                  <a:lnTo>
                    <a:pt x="2729143" y="906782"/>
                  </a:lnTo>
                  <a:lnTo>
                    <a:pt x="2727920" y="906631"/>
                  </a:lnTo>
                  <a:lnTo>
                    <a:pt x="2727910" y="906849"/>
                  </a:lnTo>
                  <a:lnTo>
                    <a:pt x="2728981" y="906977"/>
                  </a:lnTo>
                  <a:lnTo>
                    <a:pt x="2729357" y="907528"/>
                  </a:lnTo>
                  <a:lnTo>
                    <a:pt x="2728462" y="907719"/>
                  </a:lnTo>
                  <a:lnTo>
                    <a:pt x="2727919" y="907366"/>
                  </a:lnTo>
                  <a:lnTo>
                    <a:pt x="2727710" y="907466"/>
                  </a:lnTo>
                  <a:lnTo>
                    <a:pt x="2727972" y="907782"/>
                  </a:lnTo>
                  <a:lnTo>
                    <a:pt x="2727737" y="908135"/>
                  </a:lnTo>
                  <a:lnTo>
                    <a:pt x="2728136" y="908521"/>
                  </a:lnTo>
                  <a:lnTo>
                    <a:pt x="2728456" y="908472"/>
                  </a:lnTo>
                  <a:lnTo>
                    <a:pt x="2728468" y="908928"/>
                  </a:lnTo>
                  <a:lnTo>
                    <a:pt x="2727530" y="908936"/>
                  </a:lnTo>
                  <a:lnTo>
                    <a:pt x="2727406" y="909292"/>
                  </a:lnTo>
                  <a:lnTo>
                    <a:pt x="2727643" y="909537"/>
                  </a:lnTo>
                  <a:lnTo>
                    <a:pt x="2728171" y="909372"/>
                  </a:lnTo>
                  <a:lnTo>
                    <a:pt x="2728180" y="909697"/>
                  </a:lnTo>
                  <a:lnTo>
                    <a:pt x="2727607" y="910131"/>
                  </a:lnTo>
                  <a:lnTo>
                    <a:pt x="2728346" y="910827"/>
                  </a:lnTo>
                  <a:lnTo>
                    <a:pt x="2728418" y="911332"/>
                  </a:lnTo>
                  <a:lnTo>
                    <a:pt x="2728152" y="911504"/>
                  </a:lnTo>
                  <a:lnTo>
                    <a:pt x="2727808" y="911091"/>
                  </a:lnTo>
                  <a:lnTo>
                    <a:pt x="2726802" y="911074"/>
                  </a:lnTo>
                  <a:lnTo>
                    <a:pt x="2727288" y="911935"/>
                  </a:lnTo>
                  <a:lnTo>
                    <a:pt x="2727091" y="912228"/>
                  </a:lnTo>
                  <a:lnTo>
                    <a:pt x="2726647" y="911973"/>
                  </a:lnTo>
                  <a:lnTo>
                    <a:pt x="2726428" y="912089"/>
                  </a:lnTo>
                  <a:lnTo>
                    <a:pt x="2726747" y="912605"/>
                  </a:lnTo>
                  <a:lnTo>
                    <a:pt x="2726768" y="913462"/>
                  </a:lnTo>
                  <a:lnTo>
                    <a:pt x="2727778" y="914167"/>
                  </a:lnTo>
                  <a:lnTo>
                    <a:pt x="2727107" y="914661"/>
                  </a:lnTo>
                  <a:lnTo>
                    <a:pt x="2726974" y="915030"/>
                  </a:lnTo>
                  <a:lnTo>
                    <a:pt x="2726631" y="914892"/>
                  </a:lnTo>
                  <a:lnTo>
                    <a:pt x="2726243" y="915187"/>
                  </a:lnTo>
                  <a:lnTo>
                    <a:pt x="2727033" y="915912"/>
                  </a:lnTo>
                  <a:lnTo>
                    <a:pt x="2727852" y="915666"/>
                  </a:lnTo>
                  <a:lnTo>
                    <a:pt x="2728125" y="916593"/>
                  </a:lnTo>
                  <a:lnTo>
                    <a:pt x="2727126" y="916574"/>
                  </a:lnTo>
                  <a:lnTo>
                    <a:pt x="2726845" y="916184"/>
                  </a:lnTo>
                  <a:lnTo>
                    <a:pt x="2726205" y="917229"/>
                  </a:lnTo>
                  <a:lnTo>
                    <a:pt x="2725774" y="917437"/>
                  </a:lnTo>
                  <a:lnTo>
                    <a:pt x="2726123" y="917734"/>
                  </a:lnTo>
                  <a:lnTo>
                    <a:pt x="2726813" y="917422"/>
                  </a:lnTo>
                  <a:lnTo>
                    <a:pt x="2727638" y="917996"/>
                  </a:lnTo>
                  <a:lnTo>
                    <a:pt x="2727412" y="917221"/>
                  </a:lnTo>
                  <a:lnTo>
                    <a:pt x="2727725" y="916861"/>
                  </a:lnTo>
                  <a:lnTo>
                    <a:pt x="2727715" y="917132"/>
                  </a:lnTo>
                  <a:lnTo>
                    <a:pt x="2728040" y="917316"/>
                  </a:lnTo>
                  <a:lnTo>
                    <a:pt x="2727844" y="918003"/>
                  </a:lnTo>
                  <a:lnTo>
                    <a:pt x="2728026" y="918158"/>
                  </a:lnTo>
                  <a:lnTo>
                    <a:pt x="2728909" y="918067"/>
                  </a:lnTo>
                  <a:lnTo>
                    <a:pt x="2729372" y="918803"/>
                  </a:lnTo>
                  <a:lnTo>
                    <a:pt x="2729044" y="919176"/>
                  </a:lnTo>
                  <a:lnTo>
                    <a:pt x="2728746" y="919044"/>
                  </a:lnTo>
                  <a:lnTo>
                    <a:pt x="2727531" y="919290"/>
                  </a:lnTo>
                  <a:lnTo>
                    <a:pt x="2727520" y="919975"/>
                  </a:lnTo>
                  <a:lnTo>
                    <a:pt x="2728333" y="920898"/>
                  </a:lnTo>
                  <a:lnTo>
                    <a:pt x="2727555" y="921391"/>
                  </a:lnTo>
                  <a:lnTo>
                    <a:pt x="2727051" y="921762"/>
                  </a:lnTo>
                  <a:lnTo>
                    <a:pt x="2727570" y="922100"/>
                  </a:lnTo>
                  <a:lnTo>
                    <a:pt x="2728302" y="922144"/>
                  </a:lnTo>
                  <a:lnTo>
                    <a:pt x="2728571" y="923066"/>
                  </a:lnTo>
                  <a:lnTo>
                    <a:pt x="2728318" y="925186"/>
                  </a:lnTo>
                  <a:lnTo>
                    <a:pt x="2727039" y="925391"/>
                  </a:lnTo>
                  <a:lnTo>
                    <a:pt x="2726731" y="924599"/>
                  </a:lnTo>
                  <a:lnTo>
                    <a:pt x="2726433" y="924532"/>
                  </a:lnTo>
                  <a:lnTo>
                    <a:pt x="2726128" y="924839"/>
                  </a:lnTo>
                  <a:lnTo>
                    <a:pt x="2726624" y="925282"/>
                  </a:lnTo>
                  <a:lnTo>
                    <a:pt x="2725972" y="926044"/>
                  </a:lnTo>
                  <a:lnTo>
                    <a:pt x="2725587" y="925796"/>
                  </a:lnTo>
                  <a:lnTo>
                    <a:pt x="2725357" y="924826"/>
                  </a:lnTo>
                  <a:lnTo>
                    <a:pt x="2724193" y="924744"/>
                  </a:lnTo>
                  <a:lnTo>
                    <a:pt x="2723748" y="925021"/>
                  </a:lnTo>
                  <a:lnTo>
                    <a:pt x="2723606" y="925532"/>
                  </a:lnTo>
                  <a:lnTo>
                    <a:pt x="2724582" y="926510"/>
                  </a:lnTo>
                  <a:lnTo>
                    <a:pt x="2724216" y="927033"/>
                  </a:lnTo>
                  <a:lnTo>
                    <a:pt x="2724598" y="927095"/>
                  </a:lnTo>
                  <a:lnTo>
                    <a:pt x="2724997" y="927446"/>
                  </a:lnTo>
                  <a:lnTo>
                    <a:pt x="2724997" y="927715"/>
                  </a:lnTo>
                  <a:lnTo>
                    <a:pt x="2724277" y="927966"/>
                  </a:lnTo>
                  <a:lnTo>
                    <a:pt x="2723873" y="928480"/>
                  </a:lnTo>
                  <a:lnTo>
                    <a:pt x="2723012" y="928667"/>
                  </a:lnTo>
                  <a:lnTo>
                    <a:pt x="2722855" y="929054"/>
                  </a:lnTo>
                  <a:lnTo>
                    <a:pt x="2723239" y="929419"/>
                  </a:lnTo>
                  <a:lnTo>
                    <a:pt x="2722521" y="929825"/>
                  </a:lnTo>
                  <a:lnTo>
                    <a:pt x="2722631" y="930721"/>
                  </a:lnTo>
                  <a:lnTo>
                    <a:pt x="2721968" y="930403"/>
                  </a:lnTo>
                  <a:lnTo>
                    <a:pt x="2721988" y="931168"/>
                  </a:lnTo>
                  <a:lnTo>
                    <a:pt x="2722687" y="931468"/>
                  </a:lnTo>
                  <a:lnTo>
                    <a:pt x="2723255" y="931263"/>
                  </a:lnTo>
                  <a:lnTo>
                    <a:pt x="2723180" y="930179"/>
                  </a:lnTo>
                  <a:lnTo>
                    <a:pt x="2723311" y="929657"/>
                  </a:lnTo>
                  <a:lnTo>
                    <a:pt x="2723620" y="929410"/>
                  </a:lnTo>
                  <a:lnTo>
                    <a:pt x="2723844" y="929653"/>
                  </a:lnTo>
                  <a:lnTo>
                    <a:pt x="2724105" y="929324"/>
                  </a:lnTo>
                  <a:lnTo>
                    <a:pt x="2724348" y="929362"/>
                  </a:lnTo>
                  <a:lnTo>
                    <a:pt x="2724688" y="929943"/>
                  </a:lnTo>
                  <a:lnTo>
                    <a:pt x="2725310" y="929725"/>
                  </a:lnTo>
                  <a:lnTo>
                    <a:pt x="2725239" y="930809"/>
                  </a:lnTo>
                  <a:lnTo>
                    <a:pt x="2724343" y="930949"/>
                  </a:lnTo>
                  <a:lnTo>
                    <a:pt x="2724656" y="931997"/>
                  </a:lnTo>
                  <a:lnTo>
                    <a:pt x="2724900" y="932209"/>
                  </a:lnTo>
                  <a:lnTo>
                    <a:pt x="2725294" y="931798"/>
                  </a:lnTo>
                  <a:lnTo>
                    <a:pt x="2725780" y="931997"/>
                  </a:lnTo>
                  <a:lnTo>
                    <a:pt x="2726738" y="931933"/>
                  </a:lnTo>
                  <a:lnTo>
                    <a:pt x="2726908" y="932095"/>
                  </a:lnTo>
                  <a:lnTo>
                    <a:pt x="2726432" y="932907"/>
                  </a:lnTo>
                  <a:lnTo>
                    <a:pt x="2726543" y="933217"/>
                  </a:lnTo>
                  <a:lnTo>
                    <a:pt x="2727872" y="933238"/>
                  </a:lnTo>
                  <a:lnTo>
                    <a:pt x="2727564" y="932712"/>
                  </a:lnTo>
                  <a:lnTo>
                    <a:pt x="2728284" y="933261"/>
                  </a:lnTo>
                  <a:lnTo>
                    <a:pt x="2727026" y="935327"/>
                  </a:lnTo>
                  <a:lnTo>
                    <a:pt x="2726803" y="934609"/>
                  </a:lnTo>
                  <a:lnTo>
                    <a:pt x="2726301" y="934541"/>
                  </a:lnTo>
                  <a:lnTo>
                    <a:pt x="2726143" y="934780"/>
                  </a:lnTo>
                  <a:lnTo>
                    <a:pt x="2726618" y="935389"/>
                  </a:lnTo>
                  <a:lnTo>
                    <a:pt x="2726368" y="936367"/>
                  </a:lnTo>
                  <a:lnTo>
                    <a:pt x="2726619" y="936657"/>
                  </a:lnTo>
                  <a:lnTo>
                    <a:pt x="2727212" y="936579"/>
                  </a:lnTo>
                  <a:lnTo>
                    <a:pt x="2727551" y="937043"/>
                  </a:lnTo>
                  <a:lnTo>
                    <a:pt x="2728042" y="936771"/>
                  </a:lnTo>
                  <a:lnTo>
                    <a:pt x="2728415" y="936893"/>
                  </a:lnTo>
                  <a:lnTo>
                    <a:pt x="2728765" y="936605"/>
                  </a:lnTo>
                  <a:lnTo>
                    <a:pt x="2728971" y="936722"/>
                  </a:lnTo>
                  <a:lnTo>
                    <a:pt x="2729039" y="937403"/>
                  </a:lnTo>
                  <a:lnTo>
                    <a:pt x="2728230" y="938340"/>
                  </a:lnTo>
                  <a:lnTo>
                    <a:pt x="2727902" y="938382"/>
                  </a:lnTo>
                  <a:lnTo>
                    <a:pt x="2727296" y="937970"/>
                  </a:lnTo>
                  <a:lnTo>
                    <a:pt x="2727001" y="938482"/>
                  </a:lnTo>
                  <a:lnTo>
                    <a:pt x="2727026" y="938695"/>
                  </a:lnTo>
                  <a:lnTo>
                    <a:pt x="2727710" y="938663"/>
                  </a:lnTo>
                  <a:lnTo>
                    <a:pt x="2728770" y="939222"/>
                  </a:lnTo>
                  <a:lnTo>
                    <a:pt x="2729190" y="938788"/>
                  </a:lnTo>
                  <a:lnTo>
                    <a:pt x="2729475" y="938894"/>
                  </a:lnTo>
                  <a:lnTo>
                    <a:pt x="2729324" y="939398"/>
                  </a:lnTo>
                  <a:lnTo>
                    <a:pt x="2728464" y="940130"/>
                  </a:lnTo>
                  <a:lnTo>
                    <a:pt x="2728140" y="939618"/>
                  </a:lnTo>
                  <a:lnTo>
                    <a:pt x="2727679" y="939405"/>
                  </a:lnTo>
                  <a:lnTo>
                    <a:pt x="2727471" y="939547"/>
                  </a:lnTo>
                  <a:lnTo>
                    <a:pt x="2727489" y="940507"/>
                  </a:lnTo>
                  <a:lnTo>
                    <a:pt x="2728381" y="941428"/>
                  </a:lnTo>
                  <a:lnTo>
                    <a:pt x="2729330" y="941673"/>
                  </a:lnTo>
                  <a:lnTo>
                    <a:pt x="2729539" y="942091"/>
                  </a:lnTo>
                  <a:lnTo>
                    <a:pt x="2729387" y="942933"/>
                  </a:lnTo>
                  <a:lnTo>
                    <a:pt x="2728630" y="943082"/>
                  </a:lnTo>
                  <a:lnTo>
                    <a:pt x="2728811" y="943813"/>
                  </a:lnTo>
                  <a:lnTo>
                    <a:pt x="2729137" y="944085"/>
                  </a:lnTo>
                  <a:lnTo>
                    <a:pt x="2730346" y="943520"/>
                  </a:lnTo>
                  <a:lnTo>
                    <a:pt x="2730978" y="943784"/>
                  </a:lnTo>
                  <a:lnTo>
                    <a:pt x="2731768" y="942946"/>
                  </a:lnTo>
                  <a:lnTo>
                    <a:pt x="2732436" y="943376"/>
                  </a:lnTo>
                  <a:lnTo>
                    <a:pt x="2732357" y="943859"/>
                  </a:lnTo>
                  <a:lnTo>
                    <a:pt x="2730616" y="945796"/>
                  </a:lnTo>
                  <a:lnTo>
                    <a:pt x="2729731" y="945885"/>
                  </a:lnTo>
                  <a:lnTo>
                    <a:pt x="2729284" y="946320"/>
                  </a:lnTo>
                  <a:lnTo>
                    <a:pt x="2729737" y="946802"/>
                  </a:lnTo>
                  <a:lnTo>
                    <a:pt x="2730033" y="947703"/>
                  </a:lnTo>
                  <a:lnTo>
                    <a:pt x="2730587" y="948213"/>
                  </a:lnTo>
                  <a:lnTo>
                    <a:pt x="2730716" y="949445"/>
                  </a:lnTo>
                  <a:lnTo>
                    <a:pt x="2731323" y="950156"/>
                  </a:lnTo>
                  <a:lnTo>
                    <a:pt x="2731175" y="950688"/>
                  </a:lnTo>
                  <a:lnTo>
                    <a:pt x="2730611" y="951272"/>
                  </a:lnTo>
                  <a:lnTo>
                    <a:pt x="2730713" y="953034"/>
                  </a:lnTo>
                  <a:lnTo>
                    <a:pt x="2730428" y="953444"/>
                  </a:lnTo>
                  <a:lnTo>
                    <a:pt x="2729877" y="953599"/>
                  </a:lnTo>
                  <a:lnTo>
                    <a:pt x="2729614" y="954259"/>
                  </a:lnTo>
                  <a:lnTo>
                    <a:pt x="2730438" y="956011"/>
                  </a:lnTo>
                  <a:lnTo>
                    <a:pt x="2730902" y="956228"/>
                  </a:lnTo>
                  <a:lnTo>
                    <a:pt x="2731676" y="955986"/>
                  </a:lnTo>
                  <a:lnTo>
                    <a:pt x="2732427" y="957408"/>
                  </a:lnTo>
                  <a:lnTo>
                    <a:pt x="2732631" y="957347"/>
                  </a:lnTo>
                  <a:lnTo>
                    <a:pt x="2732489" y="956908"/>
                  </a:lnTo>
                  <a:lnTo>
                    <a:pt x="2732868" y="955392"/>
                  </a:lnTo>
                  <a:lnTo>
                    <a:pt x="2733103" y="955207"/>
                  </a:lnTo>
                  <a:lnTo>
                    <a:pt x="2733736" y="956271"/>
                  </a:lnTo>
                  <a:lnTo>
                    <a:pt x="2734007" y="957473"/>
                  </a:lnTo>
                  <a:lnTo>
                    <a:pt x="2734339" y="957506"/>
                  </a:lnTo>
                  <a:lnTo>
                    <a:pt x="2735018" y="957086"/>
                  </a:lnTo>
                  <a:lnTo>
                    <a:pt x="2735571" y="957286"/>
                  </a:lnTo>
                  <a:lnTo>
                    <a:pt x="2735603" y="957629"/>
                  </a:lnTo>
                  <a:lnTo>
                    <a:pt x="2734943" y="958788"/>
                  </a:lnTo>
                  <a:lnTo>
                    <a:pt x="2735760" y="959525"/>
                  </a:lnTo>
                  <a:lnTo>
                    <a:pt x="2735736" y="960403"/>
                  </a:lnTo>
                  <a:lnTo>
                    <a:pt x="2736125" y="961382"/>
                  </a:lnTo>
                  <a:lnTo>
                    <a:pt x="2735693" y="961468"/>
                  </a:lnTo>
                  <a:lnTo>
                    <a:pt x="2735100" y="960830"/>
                  </a:lnTo>
                  <a:lnTo>
                    <a:pt x="2734609" y="960806"/>
                  </a:lnTo>
                  <a:lnTo>
                    <a:pt x="2734102" y="961315"/>
                  </a:lnTo>
                  <a:lnTo>
                    <a:pt x="2734043" y="961903"/>
                  </a:lnTo>
                  <a:lnTo>
                    <a:pt x="2734932" y="963404"/>
                  </a:lnTo>
                  <a:lnTo>
                    <a:pt x="2734885" y="964005"/>
                  </a:lnTo>
                  <a:lnTo>
                    <a:pt x="2735224" y="964005"/>
                  </a:lnTo>
                  <a:lnTo>
                    <a:pt x="2735656" y="963504"/>
                  </a:lnTo>
                  <a:lnTo>
                    <a:pt x="2736416" y="964665"/>
                  </a:lnTo>
                  <a:lnTo>
                    <a:pt x="2736769" y="964507"/>
                  </a:lnTo>
                  <a:lnTo>
                    <a:pt x="2736754" y="963990"/>
                  </a:lnTo>
                  <a:lnTo>
                    <a:pt x="2737010" y="963854"/>
                  </a:lnTo>
                  <a:lnTo>
                    <a:pt x="2737710" y="965769"/>
                  </a:lnTo>
                  <a:lnTo>
                    <a:pt x="2738476" y="965655"/>
                  </a:lnTo>
                  <a:lnTo>
                    <a:pt x="2738623" y="965840"/>
                  </a:lnTo>
                  <a:lnTo>
                    <a:pt x="2737376" y="966902"/>
                  </a:lnTo>
                  <a:lnTo>
                    <a:pt x="2736124" y="966222"/>
                  </a:lnTo>
                  <a:lnTo>
                    <a:pt x="2735801" y="966296"/>
                  </a:lnTo>
                  <a:lnTo>
                    <a:pt x="2735253" y="967205"/>
                  </a:lnTo>
                  <a:lnTo>
                    <a:pt x="2735393" y="967565"/>
                  </a:lnTo>
                  <a:lnTo>
                    <a:pt x="2736088" y="967539"/>
                  </a:lnTo>
                  <a:lnTo>
                    <a:pt x="2736634" y="967957"/>
                  </a:lnTo>
                  <a:lnTo>
                    <a:pt x="2736526" y="968741"/>
                  </a:lnTo>
                  <a:lnTo>
                    <a:pt x="2737278" y="969581"/>
                  </a:lnTo>
                  <a:lnTo>
                    <a:pt x="2736485" y="970530"/>
                  </a:lnTo>
                  <a:lnTo>
                    <a:pt x="2738005" y="971092"/>
                  </a:lnTo>
                  <a:lnTo>
                    <a:pt x="2738054" y="971935"/>
                  </a:lnTo>
                  <a:lnTo>
                    <a:pt x="2737963" y="972254"/>
                  </a:lnTo>
                  <a:lnTo>
                    <a:pt x="2737360" y="971884"/>
                  </a:lnTo>
                  <a:lnTo>
                    <a:pt x="2736764" y="972452"/>
                  </a:lnTo>
                  <a:lnTo>
                    <a:pt x="2736107" y="971841"/>
                  </a:lnTo>
                  <a:lnTo>
                    <a:pt x="2735871" y="971914"/>
                  </a:lnTo>
                  <a:lnTo>
                    <a:pt x="2736110" y="972909"/>
                  </a:lnTo>
                  <a:lnTo>
                    <a:pt x="2737020" y="973673"/>
                  </a:lnTo>
                  <a:lnTo>
                    <a:pt x="2736616" y="974066"/>
                  </a:lnTo>
                  <a:lnTo>
                    <a:pt x="2736725" y="974282"/>
                  </a:lnTo>
                  <a:lnTo>
                    <a:pt x="2737654" y="974372"/>
                  </a:lnTo>
                  <a:lnTo>
                    <a:pt x="2737927" y="973600"/>
                  </a:lnTo>
                  <a:lnTo>
                    <a:pt x="2739281" y="973748"/>
                  </a:lnTo>
                  <a:lnTo>
                    <a:pt x="2739698" y="973397"/>
                  </a:lnTo>
                  <a:lnTo>
                    <a:pt x="2740193" y="976203"/>
                  </a:lnTo>
                  <a:lnTo>
                    <a:pt x="2740700" y="976581"/>
                  </a:lnTo>
                  <a:lnTo>
                    <a:pt x="2741190" y="976599"/>
                  </a:lnTo>
                  <a:lnTo>
                    <a:pt x="2741470" y="976082"/>
                  </a:lnTo>
                  <a:lnTo>
                    <a:pt x="2741960" y="976778"/>
                  </a:lnTo>
                  <a:lnTo>
                    <a:pt x="2740858" y="977492"/>
                  </a:lnTo>
                  <a:lnTo>
                    <a:pt x="2739495" y="976999"/>
                  </a:lnTo>
                  <a:lnTo>
                    <a:pt x="2738705" y="977420"/>
                  </a:lnTo>
                  <a:lnTo>
                    <a:pt x="2738597" y="976688"/>
                  </a:lnTo>
                  <a:lnTo>
                    <a:pt x="2738342" y="977355"/>
                  </a:lnTo>
                  <a:lnTo>
                    <a:pt x="2738540" y="977826"/>
                  </a:lnTo>
                  <a:lnTo>
                    <a:pt x="2738866" y="978030"/>
                  </a:lnTo>
                  <a:lnTo>
                    <a:pt x="2739908" y="977841"/>
                  </a:lnTo>
                  <a:lnTo>
                    <a:pt x="2740440" y="978468"/>
                  </a:lnTo>
                  <a:lnTo>
                    <a:pt x="2741247" y="978322"/>
                  </a:lnTo>
                  <a:lnTo>
                    <a:pt x="2742143" y="977606"/>
                  </a:lnTo>
                  <a:lnTo>
                    <a:pt x="2742494" y="977741"/>
                  </a:lnTo>
                  <a:lnTo>
                    <a:pt x="2743134" y="978672"/>
                  </a:lnTo>
                  <a:lnTo>
                    <a:pt x="2743140" y="979323"/>
                  </a:lnTo>
                  <a:lnTo>
                    <a:pt x="2742103" y="979837"/>
                  </a:lnTo>
                  <a:lnTo>
                    <a:pt x="2741710" y="979499"/>
                  </a:lnTo>
                  <a:lnTo>
                    <a:pt x="2741720" y="978969"/>
                  </a:lnTo>
                  <a:lnTo>
                    <a:pt x="2741425" y="979040"/>
                  </a:lnTo>
                  <a:lnTo>
                    <a:pt x="2741310" y="980565"/>
                  </a:lnTo>
                  <a:lnTo>
                    <a:pt x="2741777" y="981672"/>
                  </a:lnTo>
                  <a:lnTo>
                    <a:pt x="2742109" y="981943"/>
                  </a:lnTo>
                  <a:lnTo>
                    <a:pt x="2742975" y="981953"/>
                  </a:lnTo>
                  <a:lnTo>
                    <a:pt x="2743302" y="982360"/>
                  </a:lnTo>
                  <a:lnTo>
                    <a:pt x="2743926" y="982257"/>
                  </a:lnTo>
                  <a:lnTo>
                    <a:pt x="2744152" y="982435"/>
                  </a:lnTo>
                  <a:lnTo>
                    <a:pt x="2743786" y="983424"/>
                  </a:lnTo>
                  <a:lnTo>
                    <a:pt x="2744359" y="984242"/>
                  </a:lnTo>
                  <a:lnTo>
                    <a:pt x="2744270" y="984624"/>
                  </a:lnTo>
                  <a:lnTo>
                    <a:pt x="2743467" y="983976"/>
                  </a:lnTo>
                  <a:lnTo>
                    <a:pt x="2743064" y="984134"/>
                  </a:lnTo>
                  <a:lnTo>
                    <a:pt x="2743239" y="984548"/>
                  </a:lnTo>
                  <a:lnTo>
                    <a:pt x="2743100" y="985135"/>
                  </a:lnTo>
                  <a:lnTo>
                    <a:pt x="2743424" y="985799"/>
                  </a:lnTo>
                  <a:lnTo>
                    <a:pt x="2743749" y="986051"/>
                  </a:lnTo>
                  <a:lnTo>
                    <a:pt x="2744329" y="985634"/>
                  </a:lnTo>
                  <a:lnTo>
                    <a:pt x="2745365" y="985908"/>
                  </a:lnTo>
                  <a:lnTo>
                    <a:pt x="2745839" y="986563"/>
                  </a:lnTo>
                  <a:lnTo>
                    <a:pt x="2745577" y="986985"/>
                  </a:lnTo>
                  <a:lnTo>
                    <a:pt x="2746010" y="987474"/>
                  </a:lnTo>
                  <a:lnTo>
                    <a:pt x="2745664" y="987882"/>
                  </a:lnTo>
                  <a:lnTo>
                    <a:pt x="2745758" y="988104"/>
                  </a:lnTo>
                  <a:lnTo>
                    <a:pt x="2746402" y="988077"/>
                  </a:lnTo>
                  <a:lnTo>
                    <a:pt x="2747556" y="988721"/>
                  </a:lnTo>
                  <a:lnTo>
                    <a:pt x="2747206" y="989600"/>
                  </a:lnTo>
                  <a:lnTo>
                    <a:pt x="2746417" y="989434"/>
                  </a:lnTo>
                  <a:lnTo>
                    <a:pt x="2746364" y="989079"/>
                  </a:lnTo>
                  <a:lnTo>
                    <a:pt x="2746103" y="988978"/>
                  </a:lnTo>
                  <a:lnTo>
                    <a:pt x="2745818" y="989252"/>
                  </a:lnTo>
                  <a:lnTo>
                    <a:pt x="2746037" y="989514"/>
                  </a:lnTo>
                  <a:lnTo>
                    <a:pt x="2745883" y="989702"/>
                  </a:lnTo>
                  <a:lnTo>
                    <a:pt x="2745543" y="989457"/>
                  </a:lnTo>
                  <a:lnTo>
                    <a:pt x="2745237" y="988643"/>
                  </a:lnTo>
                  <a:lnTo>
                    <a:pt x="2745017" y="989792"/>
                  </a:lnTo>
                  <a:lnTo>
                    <a:pt x="2745219" y="990811"/>
                  </a:lnTo>
                  <a:lnTo>
                    <a:pt x="2745427" y="991045"/>
                  </a:lnTo>
                  <a:lnTo>
                    <a:pt x="2745954" y="990990"/>
                  </a:lnTo>
                  <a:lnTo>
                    <a:pt x="2746050" y="990396"/>
                  </a:lnTo>
                  <a:lnTo>
                    <a:pt x="2746436" y="990220"/>
                  </a:lnTo>
                  <a:lnTo>
                    <a:pt x="2746521" y="989913"/>
                  </a:lnTo>
                  <a:lnTo>
                    <a:pt x="2746949" y="989936"/>
                  </a:lnTo>
                  <a:lnTo>
                    <a:pt x="2747332" y="991059"/>
                  </a:lnTo>
                  <a:lnTo>
                    <a:pt x="2748327" y="990818"/>
                  </a:lnTo>
                  <a:lnTo>
                    <a:pt x="2748686" y="991706"/>
                  </a:lnTo>
                  <a:lnTo>
                    <a:pt x="2749509" y="991876"/>
                  </a:lnTo>
                  <a:lnTo>
                    <a:pt x="2749443" y="992681"/>
                  </a:lnTo>
                  <a:lnTo>
                    <a:pt x="2749943" y="992760"/>
                  </a:lnTo>
                  <a:lnTo>
                    <a:pt x="2750376" y="993253"/>
                  </a:lnTo>
                  <a:lnTo>
                    <a:pt x="2749513" y="994980"/>
                  </a:lnTo>
                  <a:lnTo>
                    <a:pt x="2748936" y="995623"/>
                  </a:lnTo>
                  <a:lnTo>
                    <a:pt x="2749541" y="996281"/>
                  </a:lnTo>
                  <a:lnTo>
                    <a:pt x="2749551" y="997363"/>
                  </a:lnTo>
                  <a:lnTo>
                    <a:pt x="2749140" y="998149"/>
                  </a:lnTo>
                  <a:lnTo>
                    <a:pt x="2749752" y="999309"/>
                  </a:lnTo>
                  <a:lnTo>
                    <a:pt x="2751252" y="999820"/>
                  </a:lnTo>
                  <a:lnTo>
                    <a:pt x="2752704" y="999690"/>
                  </a:lnTo>
                  <a:lnTo>
                    <a:pt x="2752959" y="1001512"/>
                  </a:lnTo>
                  <a:lnTo>
                    <a:pt x="2752790" y="1002463"/>
                  </a:lnTo>
                  <a:lnTo>
                    <a:pt x="2752187" y="1003059"/>
                  </a:lnTo>
                  <a:lnTo>
                    <a:pt x="2752891" y="1003522"/>
                  </a:lnTo>
                  <a:lnTo>
                    <a:pt x="2753339" y="1004258"/>
                  </a:lnTo>
                  <a:lnTo>
                    <a:pt x="2754719" y="1005267"/>
                  </a:lnTo>
                  <a:lnTo>
                    <a:pt x="2754248" y="1005660"/>
                  </a:lnTo>
                  <a:lnTo>
                    <a:pt x="2754495" y="1006422"/>
                  </a:lnTo>
                  <a:lnTo>
                    <a:pt x="2753938" y="1007438"/>
                  </a:lnTo>
                  <a:lnTo>
                    <a:pt x="2754292" y="1007832"/>
                  </a:lnTo>
                  <a:lnTo>
                    <a:pt x="2753944" y="1007841"/>
                  </a:lnTo>
                  <a:lnTo>
                    <a:pt x="2753872" y="1008059"/>
                  </a:lnTo>
                  <a:lnTo>
                    <a:pt x="2754553" y="1008392"/>
                  </a:lnTo>
                  <a:lnTo>
                    <a:pt x="2755263" y="1008160"/>
                  </a:lnTo>
                  <a:lnTo>
                    <a:pt x="2755597" y="1007553"/>
                  </a:lnTo>
                  <a:lnTo>
                    <a:pt x="2756122" y="1007795"/>
                  </a:lnTo>
                  <a:lnTo>
                    <a:pt x="2756354" y="1008738"/>
                  </a:lnTo>
                  <a:lnTo>
                    <a:pt x="2756014" y="1009235"/>
                  </a:lnTo>
                  <a:lnTo>
                    <a:pt x="2755477" y="1009225"/>
                  </a:lnTo>
                  <a:lnTo>
                    <a:pt x="2755168" y="1008819"/>
                  </a:lnTo>
                  <a:lnTo>
                    <a:pt x="2754943" y="1009073"/>
                  </a:lnTo>
                  <a:lnTo>
                    <a:pt x="2755101" y="1009497"/>
                  </a:lnTo>
                  <a:lnTo>
                    <a:pt x="2754697" y="1009566"/>
                  </a:lnTo>
                  <a:lnTo>
                    <a:pt x="2753431" y="1008856"/>
                  </a:lnTo>
                  <a:lnTo>
                    <a:pt x="2753198" y="1009628"/>
                  </a:lnTo>
                  <a:lnTo>
                    <a:pt x="2753505" y="1009996"/>
                  </a:lnTo>
                  <a:lnTo>
                    <a:pt x="2753468" y="1010487"/>
                  </a:lnTo>
                  <a:lnTo>
                    <a:pt x="2754623" y="1011185"/>
                  </a:lnTo>
                  <a:lnTo>
                    <a:pt x="2754670" y="1011444"/>
                  </a:lnTo>
                  <a:lnTo>
                    <a:pt x="2754159" y="1011907"/>
                  </a:lnTo>
                  <a:lnTo>
                    <a:pt x="2754176" y="1012206"/>
                  </a:lnTo>
                  <a:lnTo>
                    <a:pt x="2754519" y="1012758"/>
                  </a:lnTo>
                  <a:lnTo>
                    <a:pt x="2754963" y="1012951"/>
                  </a:lnTo>
                  <a:lnTo>
                    <a:pt x="2755385" y="1013738"/>
                  </a:lnTo>
                  <a:lnTo>
                    <a:pt x="2754741" y="1015410"/>
                  </a:lnTo>
                  <a:lnTo>
                    <a:pt x="2755350" y="1016397"/>
                  </a:lnTo>
                  <a:lnTo>
                    <a:pt x="2755742" y="1016496"/>
                  </a:lnTo>
                  <a:lnTo>
                    <a:pt x="2755796" y="1016721"/>
                  </a:lnTo>
                  <a:lnTo>
                    <a:pt x="2755632" y="1016853"/>
                  </a:lnTo>
                  <a:lnTo>
                    <a:pt x="2754822" y="1016556"/>
                  </a:lnTo>
                  <a:lnTo>
                    <a:pt x="2754654" y="1016709"/>
                  </a:lnTo>
                  <a:lnTo>
                    <a:pt x="2754279" y="1017263"/>
                  </a:lnTo>
                  <a:lnTo>
                    <a:pt x="2754621" y="1018051"/>
                  </a:lnTo>
                  <a:lnTo>
                    <a:pt x="2755330" y="1018168"/>
                  </a:lnTo>
                  <a:lnTo>
                    <a:pt x="2755834" y="1017912"/>
                  </a:lnTo>
                  <a:lnTo>
                    <a:pt x="2756572" y="1018364"/>
                  </a:lnTo>
                  <a:lnTo>
                    <a:pt x="2757172" y="1018097"/>
                  </a:lnTo>
                  <a:lnTo>
                    <a:pt x="2757371" y="1018424"/>
                  </a:lnTo>
                  <a:lnTo>
                    <a:pt x="2757203" y="1019160"/>
                  </a:lnTo>
                  <a:lnTo>
                    <a:pt x="2756798" y="1019149"/>
                  </a:lnTo>
                  <a:lnTo>
                    <a:pt x="2756731" y="1018663"/>
                  </a:lnTo>
                  <a:lnTo>
                    <a:pt x="2755135" y="1018704"/>
                  </a:lnTo>
                  <a:lnTo>
                    <a:pt x="2754926" y="1019123"/>
                  </a:lnTo>
                  <a:lnTo>
                    <a:pt x="2755532" y="1019653"/>
                  </a:lnTo>
                  <a:lnTo>
                    <a:pt x="2756975" y="1019488"/>
                  </a:lnTo>
                  <a:lnTo>
                    <a:pt x="2757339" y="1019878"/>
                  </a:lnTo>
                  <a:lnTo>
                    <a:pt x="2756950" y="1019852"/>
                  </a:lnTo>
                  <a:lnTo>
                    <a:pt x="2756625" y="1020176"/>
                  </a:lnTo>
                  <a:lnTo>
                    <a:pt x="2756706" y="1020412"/>
                  </a:lnTo>
                  <a:lnTo>
                    <a:pt x="2757766" y="1020316"/>
                  </a:lnTo>
                  <a:lnTo>
                    <a:pt x="2758011" y="1020744"/>
                  </a:lnTo>
                  <a:lnTo>
                    <a:pt x="2758979" y="1021438"/>
                  </a:lnTo>
                  <a:lnTo>
                    <a:pt x="2758947" y="1021708"/>
                  </a:lnTo>
                  <a:lnTo>
                    <a:pt x="2758194" y="1022122"/>
                  </a:lnTo>
                  <a:lnTo>
                    <a:pt x="2757679" y="1021824"/>
                  </a:lnTo>
                  <a:lnTo>
                    <a:pt x="2757344" y="1021952"/>
                  </a:lnTo>
                  <a:lnTo>
                    <a:pt x="2757625" y="1023242"/>
                  </a:lnTo>
                  <a:lnTo>
                    <a:pt x="2758005" y="1023117"/>
                  </a:lnTo>
                  <a:lnTo>
                    <a:pt x="2758385" y="1023359"/>
                  </a:lnTo>
                  <a:lnTo>
                    <a:pt x="2757742" y="1023502"/>
                  </a:lnTo>
                  <a:lnTo>
                    <a:pt x="2757762" y="1023868"/>
                  </a:lnTo>
                  <a:lnTo>
                    <a:pt x="2757638" y="1024519"/>
                  </a:lnTo>
                  <a:lnTo>
                    <a:pt x="2757980" y="1025046"/>
                  </a:lnTo>
                  <a:lnTo>
                    <a:pt x="2758724" y="1024442"/>
                  </a:lnTo>
                  <a:lnTo>
                    <a:pt x="2759071" y="1024833"/>
                  </a:lnTo>
                  <a:lnTo>
                    <a:pt x="2759550" y="1024619"/>
                  </a:lnTo>
                  <a:lnTo>
                    <a:pt x="2759855" y="1025008"/>
                  </a:lnTo>
                  <a:lnTo>
                    <a:pt x="2760272" y="1024967"/>
                  </a:lnTo>
                  <a:lnTo>
                    <a:pt x="2760227" y="1025442"/>
                  </a:lnTo>
                  <a:lnTo>
                    <a:pt x="2759402" y="1025686"/>
                  </a:lnTo>
                  <a:lnTo>
                    <a:pt x="2758806" y="1026457"/>
                  </a:lnTo>
                  <a:lnTo>
                    <a:pt x="2759699" y="1027319"/>
                  </a:lnTo>
                  <a:lnTo>
                    <a:pt x="2760402" y="1027336"/>
                  </a:lnTo>
                  <a:lnTo>
                    <a:pt x="2760446" y="1028116"/>
                  </a:lnTo>
                  <a:lnTo>
                    <a:pt x="2759548" y="1028945"/>
                  </a:lnTo>
                  <a:lnTo>
                    <a:pt x="2759495" y="1029390"/>
                  </a:lnTo>
                  <a:lnTo>
                    <a:pt x="2759737" y="1029583"/>
                  </a:lnTo>
                  <a:lnTo>
                    <a:pt x="2761362" y="1029643"/>
                  </a:lnTo>
                  <a:lnTo>
                    <a:pt x="2761495" y="1030139"/>
                  </a:lnTo>
                  <a:lnTo>
                    <a:pt x="2760866" y="1030793"/>
                  </a:lnTo>
                  <a:lnTo>
                    <a:pt x="2761145" y="1031883"/>
                  </a:lnTo>
                  <a:lnTo>
                    <a:pt x="2761607" y="1032121"/>
                  </a:lnTo>
                  <a:lnTo>
                    <a:pt x="2762075" y="1031526"/>
                  </a:lnTo>
                  <a:lnTo>
                    <a:pt x="2762335" y="1031494"/>
                  </a:lnTo>
                  <a:lnTo>
                    <a:pt x="2762563" y="1031559"/>
                  </a:lnTo>
                  <a:lnTo>
                    <a:pt x="2762469" y="1031975"/>
                  </a:lnTo>
                  <a:lnTo>
                    <a:pt x="2762701" y="1032135"/>
                  </a:lnTo>
                  <a:lnTo>
                    <a:pt x="2762748" y="1032582"/>
                  </a:lnTo>
                  <a:lnTo>
                    <a:pt x="2761958" y="1033158"/>
                  </a:lnTo>
                  <a:lnTo>
                    <a:pt x="2762005" y="1033651"/>
                  </a:lnTo>
                  <a:lnTo>
                    <a:pt x="2762563" y="1034196"/>
                  </a:lnTo>
                  <a:lnTo>
                    <a:pt x="2762476" y="1034689"/>
                  </a:lnTo>
                  <a:lnTo>
                    <a:pt x="2761619" y="1035644"/>
                  </a:lnTo>
                  <a:lnTo>
                    <a:pt x="2761233" y="1036555"/>
                  </a:lnTo>
                  <a:lnTo>
                    <a:pt x="2761654" y="1036908"/>
                  </a:lnTo>
                  <a:lnTo>
                    <a:pt x="2761508" y="1037449"/>
                  </a:lnTo>
                  <a:lnTo>
                    <a:pt x="2761095" y="1038230"/>
                  </a:lnTo>
                  <a:lnTo>
                    <a:pt x="2760619" y="1038165"/>
                  </a:lnTo>
                  <a:lnTo>
                    <a:pt x="2760383" y="1038367"/>
                  </a:lnTo>
                  <a:lnTo>
                    <a:pt x="2761196" y="1039425"/>
                  </a:lnTo>
                  <a:lnTo>
                    <a:pt x="2760512" y="1039594"/>
                  </a:lnTo>
                  <a:lnTo>
                    <a:pt x="2760252" y="1039979"/>
                  </a:lnTo>
                  <a:lnTo>
                    <a:pt x="2761269" y="1040488"/>
                  </a:lnTo>
                  <a:lnTo>
                    <a:pt x="2761714" y="1040158"/>
                  </a:lnTo>
                  <a:lnTo>
                    <a:pt x="2762027" y="1040201"/>
                  </a:lnTo>
                  <a:lnTo>
                    <a:pt x="2762589" y="1040842"/>
                  </a:lnTo>
                  <a:lnTo>
                    <a:pt x="2762126" y="1041643"/>
                  </a:lnTo>
                  <a:lnTo>
                    <a:pt x="2761871" y="1041129"/>
                  </a:lnTo>
                  <a:lnTo>
                    <a:pt x="2761089" y="1041331"/>
                  </a:lnTo>
                  <a:lnTo>
                    <a:pt x="2761324" y="1042148"/>
                  </a:lnTo>
                  <a:lnTo>
                    <a:pt x="2761095" y="1042596"/>
                  </a:lnTo>
                  <a:lnTo>
                    <a:pt x="2762335" y="1042140"/>
                  </a:lnTo>
                  <a:lnTo>
                    <a:pt x="2762993" y="1043580"/>
                  </a:lnTo>
                  <a:lnTo>
                    <a:pt x="2762869" y="1044050"/>
                  </a:lnTo>
                  <a:lnTo>
                    <a:pt x="2762062" y="1044331"/>
                  </a:lnTo>
                  <a:lnTo>
                    <a:pt x="2761985" y="1045249"/>
                  </a:lnTo>
                  <a:lnTo>
                    <a:pt x="2761332" y="1045224"/>
                  </a:lnTo>
                  <a:lnTo>
                    <a:pt x="2761268" y="1045692"/>
                  </a:lnTo>
                  <a:lnTo>
                    <a:pt x="2763747" y="1047438"/>
                  </a:lnTo>
                  <a:lnTo>
                    <a:pt x="2764232" y="1048154"/>
                  </a:lnTo>
                  <a:lnTo>
                    <a:pt x="2764486" y="1049515"/>
                  </a:lnTo>
                  <a:lnTo>
                    <a:pt x="2764386" y="1051404"/>
                  </a:lnTo>
                  <a:lnTo>
                    <a:pt x="2762895" y="1051408"/>
                  </a:lnTo>
                  <a:lnTo>
                    <a:pt x="2762655" y="1051584"/>
                  </a:lnTo>
                  <a:lnTo>
                    <a:pt x="2762693" y="1052020"/>
                  </a:lnTo>
                  <a:lnTo>
                    <a:pt x="2763227" y="1052303"/>
                  </a:lnTo>
                  <a:lnTo>
                    <a:pt x="2763947" y="1053708"/>
                  </a:lnTo>
                  <a:lnTo>
                    <a:pt x="2764389" y="1053617"/>
                  </a:lnTo>
                  <a:lnTo>
                    <a:pt x="2765094" y="1053987"/>
                  </a:lnTo>
                  <a:lnTo>
                    <a:pt x="2765043" y="1054428"/>
                  </a:lnTo>
                  <a:lnTo>
                    <a:pt x="2764449" y="1054352"/>
                  </a:lnTo>
                  <a:lnTo>
                    <a:pt x="2764480" y="1054730"/>
                  </a:lnTo>
                  <a:lnTo>
                    <a:pt x="2764052" y="1055421"/>
                  </a:lnTo>
                  <a:lnTo>
                    <a:pt x="2765430" y="1056359"/>
                  </a:lnTo>
                  <a:lnTo>
                    <a:pt x="2765691" y="1056827"/>
                  </a:lnTo>
                  <a:lnTo>
                    <a:pt x="2764869" y="1059147"/>
                  </a:lnTo>
                  <a:lnTo>
                    <a:pt x="2765464" y="1059399"/>
                  </a:lnTo>
                  <a:lnTo>
                    <a:pt x="2765806" y="1058994"/>
                  </a:lnTo>
                  <a:lnTo>
                    <a:pt x="2766621" y="1058914"/>
                  </a:lnTo>
                  <a:lnTo>
                    <a:pt x="2767284" y="1059842"/>
                  </a:lnTo>
                  <a:lnTo>
                    <a:pt x="2766506" y="1060497"/>
                  </a:lnTo>
                  <a:lnTo>
                    <a:pt x="2765727" y="1060110"/>
                  </a:lnTo>
                  <a:lnTo>
                    <a:pt x="2765761" y="1060759"/>
                  </a:lnTo>
                  <a:lnTo>
                    <a:pt x="2764946" y="1061420"/>
                  </a:lnTo>
                  <a:lnTo>
                    <a:pt x="2764141" y="1061386"/>
                  </a:lnTo>
                  <a:lnTo>
                    <a:pt x="2763926" y="1061568"/>
                  </a:lnTo>
                  <a:lnTo>
                    <a:pt x="2764133" y="1062188"/>
                  </a:lnTo>
                  <a:lnTo>
                    <a:pt x="2764566" y="1061924"/>
                  </a:lnTo>
                  <a:lnTo>
                    <a:pt x="2765023" y="1062154"/>
                  </a:lnTo>
                  <a:lnTo>
                    <a:pt x="2764766" y="1062986"/>
                  </a:lnTo>
                  <a:lnTo>
                    <a:pt x="2763302" y="1062713"/>
                  </a:lnTo>
                  <a:lnTo>
                    <a:pt x="2763098" y="1063307"/>
                  </a:lnTo>
                  <a:lnTo>
                    <a:pt x="2763571" y="1064109"/>
                  </a:lnTo>
                  <a:lnTo>
                    <a:pt x="2762967" y="1063968"/>
                  </a:lnTo>
                  <a:lnTo>
                    <a:pt x="2762655" y="1064598"/>
                  </a:lnTo>
                  <a:lnTo>
                    <a:pt x="2763227" y="1065301"/>
                  </a:lnTo>
                  <a:lnTo>
                    <a:pt x="2763973" y="1065229"/>
                  </a:lnTo>
                  <a:lnTo>
                    <a:pt x="2764056" y="1064724"/>
                  </a:lnTo>
                  <a:lnTo>
                    <a:pt x="2765082" y="1065010"/>
                  </a:lnTo>
                  <a:lnTo>
                    <a:pt x="2765206" y="1065253"/>
                  </a:lnTo>
                  <a:lnTo>
                    <a:pt x="2764480" y="1066325"/>
                  </a:lnTo>
                  <a:lnTo>
                    <a:pt x="2763950" y="1066268"/>
                  </a:lnTo>
                  <a:lnTo>
                    <a:pt x="2764591" y="1066833"/>
                  </a:lnTo>
                  <a:lnTo>
                    <a:pt x="2765481" y="1066844"/>
                  </a:lnTo>
                  <a:lnTo>
                    <a:pt x="2765789" y="1067933"/>
                  </a:lnTo>
                  <a:lnTo>
                    <a:pt x="2765703" y="1068222"/>
                  </a:lnTo>
                  <a:lnTo>
                    <a:pt x="2765058" y="1068486"/>
                  </a:lnTo>
                  <a:lnTo>
                    <a:pt x="2765681" y="1068993"/>
                  </a:lnTo>
                  <a:lnTo>
                    <a:pt x="2765666" y="1069229"/>
                  </a:lnTo>
                  <a:lnTo>
                    <a:pt x="2765300" y="1069448"/>
                  </a:lnTo>
                  <a:lnTo>
                    <a:pt x="2765099" y="1069965"/>
                  </a:lnTo>
                  <a:lnTo>
                    <a:pt x="2764155" y="1070061"/>
                  </a:lnTo>
                  <a:lnTo>
                    <a:pt x="2764327" y="1070743"/>
                  </a:lnTo>
                  <a:lnTo>
                    <a:pt x="2763953" y="1071215"/>
                  </a:lnTo>
                  <a:lnTo>
                    <a:pt x="2764507" y="1071434"/>
                  </a:lnTo>
                  <a:lnTo>
                    <a:pt x="2764776" y="1072256"/>
                  </a:lnTo>
                  <a:lnTo>
                    <a:pt x="2764323" y="1072961"/>
                  </a:lnTo>
                  <a:lnTo>
                    <a:pt x="2764091" y="1073999"/>
                  </a:lnTo>
                  <a:lnTo>
                    <a:pt x="2764162" y="1074196"/>
                  </a:lnTo>
                  <a:lnTo>
                    <a:pt x="2764746" y="1074178"/>
                  </a:lnTo>
                  <a:lnTo>
                    <a:pt x="2765518" y="1074882"/>
                  </a:lnTo>
                  <a:lnTo>
                    <a:pt x="2765880" y="1076961"/>
                  </a:lnTo>
                  <a:lnTo>
                    <a:pt x="2765594" y="1077296"/>
                  </a:lnTo>
                  <a:lnTo>
                    <a:pt x="2765097" y="1079585"/>
                  </a:lnTo>
                  <a:lnTo>
                    <a:pt x="2763255" y="1081344"/>
                  </a:lnTo>
                  <a:lnTo>
                    <a:pt x="2762145" y="1082809"/>
                  </a:lnTo>
                  <a:lnTo>
                    <a:pt x="2761370" y="1083390"/>
                  </a:lnTo>
                  <a:lnTo>
                    <a:pt x="2760758" y="1085692"/>
                  </a:lnTo>
                  <a:lnTo>
                    <a:pt x="2760204" y="1085989"/>
                  </a:lnTo>
                  <a:lnTo>
                    <a:pt x="2760311" y="1086654"/>
                  </a:lnTo>
                  <a:lnTo>
                    <a:pt x="2759816" y="1087197"/>
                  </a:lnTo>
                  <a:lnTo>
                    <a:pt x="2759899" y="1087782"/>
                  </a:lnTo>
                  <a:lnTo>
                    <a:pt x="2759654" y="1088121"/>
                  </a:lnTo>
                  <a:lnTo>
                    <a:pt x="2759233" y="1092404"/>
                  </a:lnTo>
                  <a:lnTo>
                    <a:pt x="2758893" y="1092971"/>
                  </a:lnTo>
                  <a:lnTo>
                    <a:pt x="2759242" y="1093471"/>
                  </a:lnTo>
                  <a:lnTo>
                    <a:pt x="2758926" y="1093924"/>
                  </a:lnTo>
                  <a:lnTo>
                    <a:pt x="2759031" y="1094484"/>
                  </a:lnTo>
                  <a:lnTo>
                    <a:pt x="2758604" y="1095440"/>
                  </a:lnTo>
                  <a:lnTo>
                    <a:pt x="2758743" y="1096071"/>
                  </a:lnTo>
                  <a:lnTo>
                    <a:pt x="2758480" y="1096543"/>
                  </a:lnTo>
                  <a:lnTo>
                    <a:pt x="2758545" y="1097027"/>
                  </a:lnTo>
                  <a:lnTo>
                    <a:pt x="2758014" y="1097113"/>
                  </a:lnTo>
                  <a:lnTo>
                    <a:pt x="2757897" y="1096703"/>
                  </a:lnTo>
                  <a:lnTo>
                    <a:pt x="2757536" y="1096716"/>
                  </a:lnTo>
                  <a:lnTo>
                    <a:pt x="2757430" y="1097325"/>
                  </a:lnTo>
                  <a:lnTo>
                    <a:pt x="2757830" y="1097761"/>
                  </a:lnTo>
                  <a:lnTo>
                    <a:pt x="2757575" y="1098357"/>
                  </a:lnTo>
                  <a:lnTo>
                    <a:pt x="2757771" y="1098375"/>
                  </a:lnTo>
                  <a:lnTo>
                    <a:pt x="2758063" y="1097722"/>
                  </a:lnTo>
                  <a:lnTo>
                    <a:pt x="2758669" y="1097769"/>
                  </a:lnTo>
                  <a:lnTo>
                    <a:pt x="2758372" y="1098981"/>
                  </a:lnTo>
                  <a:lnTo>
                    <a:pt x="2758863" y="1099036"/>
                  </a:lnTo>
                  <a:lnTo>
                    <a:pt x="2758921" y="1099240"/>
                  </a:lnTo>
                  <a:lnTo>
                    <a:pt x="2758455" y="1099519"/>
                  </a:lnTo>
                  <a:lnTo>
                    <a:pt x="2758545" y="1099705"/>
                  </a:lnTo>
                  <a:lnTo>
                    <a:pt x="2759172" y="1099738"/>
                  </a:lnTo>
                  <a:lnTo>
                    <a:pt x="2759192" y="1100046"/>
                  </a:lnTo>
                  <a:lnTo>
                    <a:pt x="2759768" y="1100348"/>
                  </a:lnTo>
                  <a:lnTo>
                    <a:pt x="2759634" y="1100602"/>
                  </a:lnTo>
                  <a:lnTo>
                    <a:pt x="2758953" y="1100703"/>
                  </a:lnTo>
                  <a:lnTo>
                    <a:pt x="2758289" y="1099883"/>
                  </a:lnTo>
                  <a:lnTo>
                    <a:pt x="2757821" y="1100517"/>
                  </a:lnTo>
                  <a:lnTo>
                    <a:pt x="2758097" y="1101013"/>
                  </a:lnTo>
                  <a:lnTo>
                    <a:pt x="2758342" y="1100959"/>
                  </a:lnTo>
                  <a:lnTo>
                    <a:pt x="2758682" y="1101301"/>
                  </a:lnTo>
                  <a:lnTo>
                    <a:pt x="2757859" y="1101274"/>
                  </a:lnTo>
                  <a:lnTo>
                    <a:pt x="2757529" y="1101745"/>
                  </a:lnTo>
                  <a:lnTo>
                    <a:pt x="2758569" y="1101959"/>
                  </a:lnTo>
                  <a:lnTo>
                    <a:pt x="2758283" y="1102501"/>
                  </a:lnTo>
                  <a:lnTo>
                    <a:pt x="2758577" y="1103063"/>
                  </a:lnTo>
                  <a:lnTo>
                    <a:pt x="2757941" y="1103095"/>
                  </a:lnTo>
                  <a:lnTo>
                    <a:pt x="2757613" y="1102565"/>
                  </a:lnTo>
                  <a:lnTo>
                    <a:pt x="2757814" y="1102083"/>
                  </a:lnTo>
                  <a:lnTo>
                    <a:pt x="2757465" y="1101871"/>
                  </a:lnTo>
                  <a:lnTo>
                    <a:pt x="2756797" y="1102479"/>
                  </a:lnTo>
                  <a:lnTo>
                    <a:pt x="2757464" y="1102869"/>
                  </a:lnTo>
                  <a:lnTo>
                    <a:pt x="2757284" y="1103488"/>
                  </a:lnTo>
                  <a:lnTo>
                    <a:pt x="2756886" y="1103839"/>
                  </a:lnTo>
                  <a:lnTo>
                    <a:pt x="2756452" y="1103267"/>
                  </a:lnTo>
                  <a:lnTo>
                    <a:pt x="2755660" y="1103494"/>
                  </a:lnTo>
                  <a:lnTo>
                    <a:pt x="2755817" y="1103981"/>
                  </a:lnTo>
                  <a:lnTo>
                    <a:pt x="2755374" y="1104636"/>
                  </a:lnTo>
                  <a:lnTo>
                    <a:pt x="2755421" y="1105092"/>
                  </a:lnTo>
                  <a:lnTo>
                    <a:pt x="2755901" y="1105353"/>
                  </a:lnTo>
                  <a:lnTo>
                    <a:pt x="2755847" y="1105670"/>
                  </a:lnTo>
                  <a:lnTo>
                    <a:pt x="2755640" y="1106053"/>
                  </a:lnTo>
                  <a:lnTo>
                    <a:pt x="2755213" y="1105774"/>
                  </a:lnTo>
                  <a:lnTo>
                    <a:pt x="2754818" y="1105970"/>
                  </a:lnTo>
                  <a:lnTo>
                    <a:pt x="2754769" y="1106486"/>
                  </a:lnTo>
                  <a:lnTo>
                    <a:pt x="2756172" y="1106977"/>
                  </a:lnTo>
                  <a:lnTo>
                    <a:pt x="2756338" y="1107462"/>
                  </a:lnTo>
                  <a:lnTo>
                    <a:pt x="2755832" y="1107630"/>
                  </a:lnTo>
                  <a:lnTo>
                    <a:pt x="2755815" y="1108211"/>
                  </a:lnTo>
                  <a:lnTo>
                    <a:pt x="2755393" y="1108233"/>
                  </a:lnTo>
                  <a:lnTo>
                    <a:pt x="2754975" y="1107751"/>
                  </a:lnTo>
                  <a:lnTo>
                    <a:pt x="2755369" y="1106873"/>
                  </a:lnTo>
                  <a:lnTo>
                    <a:pt x="2754841" y="1106734"/>
                  </a:lnTo>
                  <a:lnTo>
                    <a:pt x="2754761" y="1107022"/>
                  </a:lnTo>
                  <a:lnTo>
                    <a:pt x="2753810" y="1107777"/>
                  </a:lnTo>
                  <a:lnTo>
                    <a:pt x="2753365" y="1107700"/>
                  </a:lnTo>
                  <a:lnTo>
                    <a:pt x="2753954" y="1108585"/>
                  </a:lnTo>
                  <a:lnTo>
                    <a:pt x="2752567" y="1110558"/>
                  </a:lnTo>
                  <a:lnTo>
                    <a:pt x="2753216" y="1110317"/>
                  </a:lnTo>
                  <a:lnTo>
                    <a:pt x="2753134" y="1110726"/>
                  </a:lnTo>
                  <a:lnTo>
                    <a:pt x="2751981" y="1110660"/>
                  </a:lnTo>
                  <a:lnTo>
                    <a:pt x="2751614" y="1110165"/>
                  </a:lnTo>
                  <a:lnTo>
                    <a:pt x="2750719" y="1110013"/>
                  </a:lnTo>
                  <a:lnTo>
                    <a:pt x="2750256" y="1110354"/>
                  </a:lnTo>
                  <a:lnTo>
                    <a:pt x="2749728" y="1109781"/>
                  </a:lnTo>
                  <a:lnTo>
                    <a:pt x="2749253" y="1109903"/>
                  </a:lnTo>
                  <a:lnTo>
                    <a:pt x="2745672" y="1109603"/>
                  </a:lnTo>
                  <a:lnTo>
                    <a:pt x="2745023" y="1110233"/>
                  </a:lnTo>
                  <a:lnTo>
                    <a:pt x="2745152" y="1111054"/>
                  </a:lnTo>
                  <a:lnTo>
                    <a:pt x="2745152" y="1111956"/>
                  </a:lnTo>
                  <a:lnTo>
                    <a:pt x="2746080" y="1113398"/>
                  </a:lnTo>
                  <a:lnTo>
                    <a:pt x="2744735" y="1114270"/>
                  </a:lnTo>
                  <a:lnTo>
                    <a:pt x="2745519" y="1115185"/>
                  </a:lnTo>
                  <a:lnTo>
                    <a:pt x="2745848" y="1114679"/>
                  </a:lnTo>
                  <a:lnTo>
                    <a:pt x="2746380" y="1114583"/>
                  </a:lnTo>
                  <a:lnTo>
                    <a:pt x="2746492" y="1115336"/>
                  </a:lnTo>
                  <a:lnTo>
                    <a:pt x="2745729" y="1116319"/>
                  </a:lnTo>
                  <a:lnTo>
                    <a:pt x="2745384" y="1116460"/>
                  </a:lnTo>
                  <a:lnTo>
                    <a:pt x="2744020" y="1116313"/>
                  </a:lnTo>
                  <a:lnTo>
                    <a:pt x="2743791" y="1115476"/>
                  </a:lnTo>
                  <a:lnTo>
                    <a:pt x="2743025" y="1116215"/>
                  </a:lnTo>
                  <a:lnTo>
                    <a:pt x="2742920" y="1117180"/>
                  </a:lnTo>
                  <a:lnTo>
                    <a:pt x="2744141" y="1118620"/>
                  </a:lnTo>
                  <a:lnTo>
                    <a:pt x="2744111" y="1120090"/>
                  </a:lnTo>
                  <a:lnTo>
                    <a:pt x="2744425" y="1120781"/>
                  </a:lnTo>
                  <a:lnTo>
                    <a:pt x="2744126" y="1121062"/>
                  </a:lnTo>
                  <a:lnTo>
                    <a:pt x="2743735" y="1121068"/>
                  </a:lnTo>
                  <a:lnTo>
                    <a:pt x="2743137" y="1120543"/>
                  </a:lnTo>
                  <a:lnTo>
                    <a:pt x="2742860" y="1120614"/>
                  </a:lnTo>
                  <a:lnTo>
                    <a:pt x="2742475" y="1121222"/>
                  </a:lnTo>
                  <a:lnTo>
                    <a:pt x="2742369" y="1123055"/>
                  </a:lnTo>
                  <a:lnTo>
                    <a:pt x="2742565" y="1123395"/>
                  </a:lnTo>
                  <a:lnTo>
                    <a:pt x="2742932" y="1123801"/>
                  </a:lnTo>
                  <a:lnTo>
                    <a:pt x="2743542" y="1123486"/>
                  </a:lnTo>
                  <a:lnTo>
                    <a:pt x="2744009" y="1123844"/>
                  </a:lnTo>
                  <a:lnTo>
                    <a:pt x="2743348" y="1124692"/>
                  </a:lnTo>
                  <a:lnTo>
                    <a:pt x="2742649" y="1124864"/>
                  </a:lnTo>
                  <a:lnTo>
                    <a:pt x="2742791" y="1125891"/>
                  </a:lnTo>
                  <a:lnTo>
                    <a:pt x="2743402" y="1126536"/>
                  </a:lnTo>
                  <a:lnTo>
                    <a:pt x="2743512" y="1126971"/>
                  </a:lnTo>
                  <a:lnTo>
                    <a:pt x="2743244" y="1127317"/>
                  </a:lnTo>
                  <a:lnTo>
                    <a:pt x="2742563" y="1127317"/>
                  </a:lnTo>
                  <a:lnTo>
                    <a:pt x="2742110" y="1127882"/>
                  </a:lnTo>
                  <a:lnTo>
                    <a:pt x="2742465" y="1128438"/>
                  </a:lnTo>
                  <a:lnTo>
                    <a:pt x="2742075" y="1129278"/>
                  </a:lnTo>
                  <a:lnTo>
                    <a:pt x="2742660" y="1130438"/>
                  </a:lnTo>
                  <a:lnTo>
                    <a:pt x="2743535" y="1130743"/>
                  </a:lnTo>
                  <a:lnTo>
                    <a:pt x="2743575" y="1132336"/>
                  </a:lnTo>
                  <a:lnTo>
                    <a:pt x="2743086" y="1133427"/>
                  </a:lnTo>
                  <a:lnTo>
                    <a:pt x="2742662" y="1133361"/>
                  </a:lnTo>
                  <a:lnTo>
                    <a:pt x="2742303" y="1132925"/>
                  </a:lnTo>
                  <a:lnTo>
                    <a:pt x="2741532" y="1133272"/>
                  </a:lnTo>
                  <a:lnTo>
                    <a:pt x="2741783" y="1134020"/>
                  </a:lnTo>
                  <a:lnTo>
                    <a:pt x="2743190" y="1135718"/>
                  </a:lnTo>
                  <a:lnTo>
                    <a:pt x="2743165" y="1136389"/>
                  </a:lnTo>
                  <a:lnTo>
                    <a:pt x="2743908" y="1136603"/>
                  </a:lnTo>
                  <a:lnTo>
                    <a:pt x="2745325" y="1137553"/>
                  </a:lnTo>
                  <a:lnTo>
                    <a:pt x="2744267" y="1138485"/>
                  </a:lnTo>
                  <a:lnTo>
                    <a:pt x="2744265" y="1139714"/>
                  </a:lnTo>
                  <a:lnTo>
                    <a:pt x="2745257" y="1139969"/>
                  </a:lnTo>
                  <a:lnTo>
                    <a:pt x="2745543" y="1140521"/>
                  </a:lnTo>
                  <a:lnTo>
                    <a:pt x="2745376" y="1141334"/>
                  </a:lnTo>
                  <a:lnTo>
                    <a:pt x="2744697" y="1141330"/>
                  </a:lnTo>
                  <a:lnTo>
                    <a:pt x="2743602" y="1142765"/>
                  </a:lnTo>
                  <a:lnTo>
                    <a:pt x="2743345" y="1145369"/>
                  </a:lnTo>
                  <a:lnTo>
                    <a:pt x="2742949" y="1145823"/>
                  </a:lnTo>
                  <a:lnTo>
                    <a:pt x="2741892" y="1146305"/>
                  </a:lnTo>
                  <a:lnTo>
                    <a:pt x="2740733" y="1147743"/>
                  </a:lnTo>
                  <a:lnTo>
                    <a:pt x="2738442" y="1148896"/>
                  </a:lnTo>
                  <a:lnTo>
                    <a:pt x="2737623" y="1150030"/>
                  </a:lnTo>
                  <a:lnTo>
                    <a:pt x="2737454" y="1151482"/>
                  </a:lnTo>
                  <a:lnTo>
                    <a:pt x="2737876" y="1152977"/>
                  </a:lnTo>
                  <a:lnTo>
                    <a:pt x="2738574" y="1153973"/>
                  </a:lnTo>
                  <a:lnTo>
                    <a:pt x="2741028" y="1156300"/>
                  </a:lnTo>
                  <a:lnTo>
                    <a:pt x="2741641" y="1157428"/>
                  </a:lnTo>
                  <a:lnTo>
                    <a:pt x="2741954" y="1158660"/>
                  </a:lnTo>
                  <a:lnTo>
                    <a:pt x="2741811" y="1160176"/>
                  </a:lnTo>
                  <a:lnTo>
                    <a:pt x="2740985" y="1160985"/>
                  </a:lnTo>
                  <a:lnTo>
                    <a:pt x="2740843" y="1161635"/>
                  </a:lnTo>
                  <a:lnTo>
                    <a:pt x="2739112" y="1161999"/>
                  </a:lnTo>
                  <a:lnTo>
                    <a:pt x="2739572" y="1162557"/>
                  </a:lnTo>
                  <a:lnTo>
                    <a:pt x="2739543" y="1163312"/>
                  </a:lnTo>
                  <a:lnTo>
                    <a:pt x="2739814" y="1163455"/>
                  </a:lnTo>
                  <a:lnTo>
                    <a:pt x="2740349" y="1163174"/>
                  </a:lnTo>
                  <a:lnTo>
                    <a:pt x="2740610" y="1163307"/>
                  </a:lnTo>
                  <a:lnTo>
                    <a:pt x="2740031" y="1164832"/>
                  </a:lnTo>
                  <a:lnTo>
                    <a:pt x="2739287" y="1165229"/>
                  </a:lnTo>
                  <a:lnTo>
                    <a:pt x="2739353" y="1165709"/>
                  </a:lnTo>
                  <a:lnTo>
                    <a:pt x="2739984" y="1166203"/>
                  </a:lnTo>
                  <a:lnTo>
                    <a:pt x="2738968" y="1167633"/>
                  </a:lnTo>
                  <a:lnTo>
                    <a:pt x="2739426" y="1168888"/>
                  </a:lnTo>
                  <a:lnTo>
                    <a:pt x="2740024" y="1169149"/>
                  </a:lnTo>
                  <a:lnTo>
                    <a:pt x="2740677" y="1168812"/>
                  </a:lnTo>
                  <a:lnTo>
                    <a:pt x="2741155" y="1167915"/>
                  </a:lnTo>
                  <a:lnTo>
                    <a:pt x="2741438" y="1167967"/>
                  </a:lnTo>
                  <a:lnTo>
                    <a:pt x="2741610" y="1168457"/>
                  </a:lnTo>
                  <a:lnTo>
                    <a:pt x="2741433" y="1169520"/>
                  </a:lnTo>
                  <a:lnTo>
                    <a:pt x="2739413" y="1169962"/>
                  </a:lnTo>
                  <a:lnTo>
                    <a:pt x="2738310" y="1171665"/>
                  </a:lnTo>
                  <a:lnTo>
                    <a:pt x="2739365" y="1172577"/>
                  </a:lnTo>
                  <a:lnTo>
                    <a:pt x="2739436" y="1172932"/>
                  </a:lnTo>
                  <a:lnTo>
                    <a:pt x="2739197" y="1173169"/>
                  </a:lnTo>
                  <a:lnTo>
                    <a:pt x="2739338" y="1173641"/>
                  </a:lnTo>
                  <a:lnTo>
                    <a:pt x="2740523" y="1174102"/>
                  </a:lnTo>
                  <a:lnTo>
                    <a:pt x="2740730" y="1174963"/>
                  </a:lnTo>
                  <a:lnTo>
                    <a:pt x="2740990" y="1175149"/>
                  </a:lnTo>
                  <a:lnTo>
                    <a:pt x="2741533" y="1174875"/>
                  </a:lnTo>
                  <a:lnTo>
                    <a:pt x="2741622" y="1175539"/>
                  </a:lnTo>
                  <a:lnTo>
                    <a:pt x="2742042" y="1175563"/>
                  </a:lnTo>
                  <a:lnTo>
                    <a:pt x="2742499" y="1175934"/>
                  </a:lnTo>
                  <a:lnTo>
                    <a:pt x="2742818" y="1175400"/>
                  </a:lnTo>
                  <a:lnTo>
                    <a:pt x="2743170" y="1175404"/>
                  </a:lnTo>
                  <a:lnTo>
                    <a:pt x="2743465" y="1175988"/>
                  </a:lnTo>
                  <a:lnTo>
                    <a:pt x="2743914" y="1177471"/>
                  </a:lnTo>
                  <a:lnTo>
                    <a:pt x="2743606" y="1178657"/>
                  </a:lnTo>
                  <a:lnTo>
                    <a:pt x="2742544" y="1177907"/>
                  </a:lnTo>
                  <a:lnTo>
                    <a:pt x="2742121" y="1178298"/>
                  </a:lnTo>
                  <a:lnTo>
                    <a:pt x="2742287" y="1178605"/>
                  </a:lnTo>
                  <a:lnTo>
                    <a:pt x="2742687" y="1178848"/>
                  </a:lnTo>
                  <a:lnTo>
                    <a:pt x="2744802" y="1178821"/>
                  </a:lnTo>
                  <a:lnTo>
                    <a:pt x="2745520" y="1179390"/>
                  </a:lnTo>
                  <a:lnTo>
                    <a:pt x="2745567" y="1179695"/>
                  </a:lnTo>
                  <a:lnTo>
                    <a:pt x="2745069" y="1179915"/>
                  </a:lnTo>
                  <a:lnTo>
                    <a:pt x="2744874" y="1180311"/>
                  </a:lnTo>
                  <a:lnTo>
                    <a:pt x="2745929" y="1180571"/>
                  </a:lnTo>
                  <a:lnTo>
                    <a:pt x="2746316" y="1181575"/>
                  </a:lnTo>
                  <a:lnTo>
                    <a:pt x="2745542" y="1182067"/>
                  </a:lnTo>
                  <a:lnTo>
                    <a:pt x="2745621" y="1182835"/>
                  </a:lnTo>
                  <a:lnTo>
                    <a:pt x="2746306" y="1184415"/>
                  </a:lnTo>
                  <a:lnTo>
                    <a:pt x="2747112" y="1185577"/>
                  </a:lnTo>
                  <a:lnTo>
                    <a:pt x="2748270" y="1186654"/>
                  </a:lnTo>
                  <a:lnTo>
                    <a:pt x="2748295" y="1187439"/>
                  </a:lnTo>
                  <a:lnTo>
                    <a:pt x="2747725" y="1188212"/>
                  </a:lnTo>
                  <a:lnTo>
                    <a:pt x="2748204" y="1188694"/>
                  </a:lnTo>
                  <a:lnTo>
                    <a:pt x="2748186" y="1190113"/>
                  </a:lnTo>
                  <a:lnTo>
                    <a:pt x="2748905" y="1189861"/>
                  </a:lnTo>
                  <a:lnTo>
                    <a:pt x="2749770" y="1189981"/>
                  </a:lnTo>
                  <a:lnTo>
                    <a:pt x="2750099" y="1190441"/>
                  </a:lnTo>
                  <a:lnTo>
                    <a:pt x="2750019" y="1191440"/>
                  </a:lnTo>
                  <a:lnTo>
                    <a:pt x="2751906" y="1192064"/>
                  </a:lnTo>
                  <a:lnTo>
                    <a:pt x="2752630" y="1193056"/>
                  </a:lnTo>
                  <a:lnTo>
                    <a:pt x="2751860" y="1193718"/>
                  </a:lnTo>
                  <a:lnTo>
                    <a:pt x="2750734" y="1193459"/>
                  </a:lnTo>
                  <a:lnTo>
                    <a:pt x="2750919" y="1194712"/>
                  </a:lnTo>
                  <a:lnTo>
                    <a:pt x="2750392" y="1195422"/>
                  </a:lnTo>
                  <a:lnTo>
                    <a:pt x="2750836" y="1195950"/>
                  </a:lnTo>
                  <a:lnTo>
                    <a:pt x="2751915" y="1196571"/>
                  </a:lnTo>
                  <a:lnTo>
                    <a:pt x="2758771" y="1192312"/>
                  </a:lnTo>
                  <a:lnTo>
                    <a:pt x="2761299" y="1197064"/>
                  </a:lnTo>
                  <a:lnTo>
                    <a:pt x="2763245" y="1202344"/>
                  </a:lnTo>
                  <a:lnTo>
                    <a:pt x="2764020" y="1205497"/>
                  </a:lnTo>
                  <a:lnTo>
                    <a:pt x="2764788" y="1207238"/>
                  </a:lnTo>
                  <a:lnTo>
                    <a:pt x="2765049" y="1207159"/>
                  </a:lnTo>
                  <a:lnTo>
                    <a:pt x="2765857" y="1207883"/>
                  </a:lnTo>
                  <a:lnTo>
                    <a:pt x="2765797" y="1208199"/>
                  </a:lnTo>
                  <a:lnTo>
                    <a:pt x="2766301" y="1208915"/>
                  </a:lnTo>
                  <a:lnTo>
                    <a:pt x="2766569" y="1211028"/>
                  </a:lnTo>
                  <a:lnTo>
                    <a:pt x="2766885" y="1211008"/>
                  </a:lnTo>
                  <a:lnTo>
                    <a:pt x="2767646" y="1210084"/>
                  </a:lnTo>
                  <a:lnTo>
                    <a:pt x="2767897" y="1210045"/>
                  </a:lnTo>
                  <a:lnTo>
                    <a:pt x="2768009" y="1210521"/>
                  </a:lnTo>
                  <a:lnTo>
                    <a:pt x="2768804" y="1210035"/>
                  </a:lnTo>
                  <a:lnTo>
                    <a:pt x="2769373" y="1209139"/>
                  </a:lnTo>
                  <a:lnTo>
                    <a:pt x="2769760" y="1209057"/>
                  </a:lnTo>
                  <a:lnTo>
                    <a:pt x="2770132" y="1209386"/>
                  </a:lnTo>
                  <a:lnTo>
                    <a:pt x="2770522" y="1210754"/>
                  </a:lnTo>
                  <a:lnTo>
                    <a:pt x="2770424" y="1211075"/>
                  </a:lnTo>
                  <a:lnTo>
                    <a:pt x="2769733" y="1211301"/>
                  </a:lnTo>
                  <a:lnTo>
                    <a:pt x="2768623" y="1210733"/>
                  </a:lnTo>
                  <a:lnTo>
                    <a:pt x="2768184" y="1210880"/>
                  </a:lnTo>
                  <a:lnTo>
                    <a:pt x="2768269" y="1211888"/>
                  </a:lnTo>
                  <a:lnTo>
                    <a:pt x="2768774" y="1212586"/>
                  </a:lnTo>
                  <a:lnTo>
                    <a:pt x="2769540" y="1212422"/>
                  </a:lnTo>
                  <a:lnTo>
                    <a:pt x="2769971" y="1211591"/>
                  </a:lnTo>
                  <a:lnTo>
                    <a:pt x="2770198" y="1211529"/>
                  </a:lnTo>
                  <a:lnTo>
                    <a:pt x="2771220" y="1212455"/>
                  </a:lnTo>
                  <a:lnTo>
                    <a:pt x="2771771" y="1212537"/>
                  </a:lnTo>
                  <a:lnTo>
                    <a:pt x="2772432" y="1211796"/>
                  </a:lnTo>
                  <a:lnTo>
                    <a:pt x="2772585" y="1210948"/>
                  </a:lnTo>
                  <a:lnTo>
                    <a:pt x="2772946" y="1210768"/>
                  </a:lnTo>
                  <a:lnTo>
                    <a:pt x="2773246" y="1211370"/>
                  </a:lnTo>
                  <a:lnTo>
                    <a:pt x="2772774" y="1212676"/>
                  </a:lnTo>
                  <a:lnTo>
                    <a:pt x="2772872" y="1213139"/>
                  </a:lnTo>
                  <a:lnTo>
                    <a:pt x="2773500" y="1213578"/>
                  </a:lnTo>
                  <a:lnTo>
                    <a:pt x="2774607" y="1213553"/>
                  </a:lnTo>
                  <a:lnTo>
                    <a:pt x="2775306" y="1215692"/>
                  </a:lnTo>
                  <a:lnTo>
                    <a:pt x="2775198" y="1216110"/>
                  </a:lnTo>
                  <a:lnTo>
                    <a:pt x="2775413" y="1216376"/>
                  </a:lnTo>
                  <a:lnTo>
                    <a:pt x="2776966" y="1216623"/>
                  </a:lnTo>
                  <a:lnTo>
                    <a:pt x="2777469" y="1217117"/>
                  </a:lnTo>
                  <a:lnTo>
                    <a:pt x="2777494" y="1219615"/>
                  </a:lnTo>
                  <a:lnTo>
                    <a:pt x="2777157" y="1220689"/>
                  </a:lnTo>
                  <a:lnTo>
                    <a:pt x="2777641" y="1221671"/>
                  </a:lnTo>
                  <a:lnTo>
                    <a:pt x="2777124" y="1221366"/>
                  </a:lnTo>
                  <a:lnTo>
                    <a:pt x="2777000" y="1221685"/>
                  </a:lnTo>
                  <a:lnTo>
                    <a:pt x="2775712" y="1220669"/>
                  </a:lnTo>
                  <a:lnTo>
                    <a:pt x="2775449" y="1221166"/>
                  </a:lnTo>
                  <a:lnTo>
                    <a:pt x="2776254" y="1221369"/>
                  </a:lnTo>
                  <a:lnTo>
                    <a:pt x="2776559" y="1221935"/>
                  </a:lnTo>
                  <a:lnTo>
                    <a:pt x="2776448" y="1222340"/>
                  </a:lnTo>
                  <a:lnTo>
                    <a:pt x="2775612" y="1222392"/>
                  </a:lnTo>
                  <a:lnTo>
                    <a:pt x="2775087" y="1222169"/>
                  </a:lnTo>
                  <a:lnTo>
                    <a:pt x="2775052" y="1222972"/>
                  </a:lnTo>
                  <a:lnTo>
                    <a:pt x="2774828" y="1223052"/>
                  </a:lnTo>
                  <a:lnTo>
                    <a:pt x="2774462" y="1222662"/>
                  </a:lnTo>
                  <a:lnTo>
                    <a:pt x="2774365" y="1222830"/>
                  </a:lnTo>
                  <a:lnTo>
                    <a:pt x="2774810" y="1223448"/>
                  </a:lnTo>
                  <a:lnTo>
                    <a:pt x="2774575" y="1224040"/>
                  </a:lnTo>
                  <a:lnTo>
                    <a:pt x="2775981" y="1224323"/>
                  </a:lnTo>
                  <a:lnTo>
                    <a:pt x="2776498" y="1223828"/>
                  </a:lnTo>
                  <a:lnTo>
                    <a:pt x="2777027" y="1224129"/>
                  </a:lnTo>
                  <a:lnTo>
                    <a:pt x="2777943" y="1224059"/>
                  </a:lnTo>
                  <a:lnTo>
                    <a:pt x="2778427" y="1224783"/>
                  </a:lnTo>
                  <a:lnTo>
                    <a:pt x="2778174" y="1225197"/>
                  </a:lnTo>
                  <a:lnTo>
                    <a:pt x="2777537" y="1225397"/>
                  </a:lnTo>
                  <a:lnTo>
                    <a:pt x="2777358" y="1225133"/>
                  </a:lnTo>
                  <a:lnTo>
                    <a:pt x="2776460" y="1224886"/>
                  </a:lnTo>
                  <a:lnTo>
                    <a:pt x="2775396" y="1225128"/>
                  </a:lnTo>
                  <a:lnTo>
                    <a:pt x="2774806" y="1226272"/>
                  </a:lnTo>
                  <a:lnTo>
                    <a:pt x="2774246" y="1226407"/>
                  </a:lnTo>
                  <a:lnTo>
                    <a:pt x="2774178" y="1226960"/>
                  </a:lnTo>
                  <a:lnTo>
                    <a:pt x="2773329" y="1226530"/>
                  </a:lnTo>
                  <a:lnTo>
                    <a:pt x="2773078" y="1226615"/>
                  </a:lnTo>
                  <a:lnTo>
                    <a:pt x="2772640" y="1227331"/>
                  </a:lnTo>
                  <a:lnTo>
                    <a:pt x="2773500" y="1227945"/>
                  </a:lnTo>
                  <a:lnTo>
                    <a:pt x="2773835" y="1228664"/>
                  </a:lnTo>
                  <a:lnTo>
                    <a:pt x="2774905" y="1229116"/>
                  </a:lnTo>
                  <a:lnTo>
                    <a:pt x="2775264" y="1229800"/>
                  </a:lnTo>
                  <a:lnTo>
                    <a:pt x="2775211" y="1230144"/>
                  </a:lnTo>
                  <a:lnTo>
                    <a:pt x="2774238" y="1230747"/>
                  </a:lnTo>
                  <a:lnTo>
                    <a:pt x="2773464" y="1230776"/>
                  </a:lnTo>
                  <a:lnTo>
                    <a:pt x="2773026" y="1231225"/>
                  </a:lnTo>
                  <a:lnTo>
                    <a:pt x="2772139" y="1231474"/>
                  </a:lnTo>
                  <a:lnTo>
                    <a:pt x="2770739" y="1232366"/>
                  </a:lnTo>
                  <a:lnTo>
                    <a:pt x="2771274" y="1233941"/>
                  </a:lnTo>
                  <a:lnTo>
                    <a:pt x="2772387" y="1235850"/>
                  </a:lnTo>
                  <a:lnTo>
                    <a:pt x="2772241" y="1236390"/>
                  </a:lnTo>
                  <a:lnTo>
                    <a:pt x="2771175" y="1236222"/>
                  </a:lnTo>
                  <a:lnTo>
                    <a:pt x="2771457" y="1237489"/>
                  </a:lnTo>
                  <a:lnTo>
                    <a:pt x="2772104" y="1237634"/>
                  </a:lnTo>
                  <a:lnTo>
                    <a:pt x="2772687" y="1237197"/>
                  </a:lnTo>
                  <a:lnTo>
                    <a:pt x="2773123" y="1237471"/>
                  </a:lnTo>
                  <a:lnTo>
                    <a:pt x="2774045" y="1236646"/>
                  </a:lnTo>
                  <a:lnTo>
                    <a:pt x="2774912" y="1237004"/>
                  </a:lnTo>
                  <a:lnTo>
                    <a:pt x="2775867" y="1236417"/>
                  </a:lnTo>
                  <a:lnTo>
                    <a:pt x="2776510" y="1236735"/>
                  </a:lnTo>
                  <a:lnTo>
                    <a:pt x="2777587" y="1238139"/>
                  </a:lnTo>
                  <a:lnTo>
                    <a:pt x="2778492" y="1238486"/>
                  </a:lnTo>
                  <a:lnTo>
                    <a:pt x="2778567" y="1239136"/>
                  </a:lnTo>
                  <a:lnTo>
                    <a:pt x="2778106" y="1239731"/>
                  </a:lnTo>
                  <a:lnTo>
                    <a:pt x="2777234" y="1240069"/>
                  </a:lnTo>
                  <a:lnTo>
                    <a:pt x="2777407" y="1240901"/>
                  </a:lnTo>
                  <a:lnTo>
                    <a:pt x="2776989" y="1241741"/>
                  </a:lnTo>
                  <a:lnTo>
                    <a:pt x="2775917" y="1241229"/>
                  </a:lnTo>
                  <a:lnTo>
                    <a:pt x="2775270" y="1240135"/>
                  </a:lnTo>
                  <a:lnTo>
                    <a:pt x="2773806" y="1240531"/>
                  </a:lnTo>
                  <a:lnTo>
                    <a:pt x="2773067" y="1240318"/>
                  </a:lnTo>
                  <a:lnTo>
                    <a:pt x="2772725" y="1240526"/>
                  </a:lnTo>
                  <a:lnTo>
                    <a:pt x="2772418" y="1240241"/>
                  </a:lnTo>
                  <a:lnTo>
                    <a:pt x="2772175" y="1239365"/>
                  </a:lnTo>
                  <a:lnTo>
                    <a:pt x="2771900" y="1239367"/>
                  </a:lnTo>
                  <a:lnTo>
                    <a:pt x="2771748" y="1239699"/>
                  </a:lnTo>
                  <a:lnTo>
                    <a:pt x="2771917" y="1240761"/>
                  </a:lnTo>
                  <a:lnTo>
                    <a:pt x="2771556" y="1241270"/>
                  </a:lnTo>
                  <a:lnTo>
                    <a:pt x="2770983" y="1241369"/>
                  </a:lnTo>
                  <a:lnTo>
                    <a:pt x="2771993" y="1242479"/>
                  </a:lnTo>
                  <a:lnTo>
                    <a:pt x="2772523" y="1242748"/>
                  </a:lnTo>
                  <a:lnTo>
                    <a:pt x="2773079" y="1242969"/>
                  </a:lnTo>
                  <a:lnTo>
                    <a:pt x="2774089" y="1242763"/>
                  </a:lnTo>
                  <a:lnTo>
                    <a:pt x="2775445" y="1243443"/>
                  </a:lnTo>
                  <a:lnTo>
                    <a:pt x="2776567" y="1242420"/>
                  </a:lnTo>
                  <a:lnTo>
                    <a:pt x="2777547" y="1242303"/>
                  </a:lnTo>
                  <a:lnTo>
                    <a:pt x="2778225" y="1243237"/>
                  </a:lnTo>
                  <a:lnTo>
                    <a:pt x="2778209" y="1244997"/>
                  </a:lnTo>
                  <a:lnTo>
                    <a:pt x="2778762" y="1245635"/>
                  </a:lnTo>
                  <a:lnTo>
                    <a:pt x="2778753" y="1246003"/>
                  </a:lnTo>
                  <a:lnTo>
                    <a:pt x="2779517" y="1246330"/>
                  </a:lnTo>
                  <a:lnTo>
                    <a:pt x="2780871" y="1245676"/>
                  </a:lnTo>
                  <a:lnTo>
                    <a:pt x="2781154" y="1245214"/>
                  </a:lnTo>
                  <a:lnTo>
                    <a:pt x="2781830" y="1244951"/>
                  </a:lnTo>
                  <a:lnTo>
                    <a:pt x="2782221" y="1245482"/>
                  </a:lnTo>
                  <a:lnTo>
                    <a:pt x="2782296" y="1246149"/>
                  </a:lnTo>
                  <a:lnTo>
                    <a:pt x="2781787" y="1247554"/>
                  </a:lnTo>
                  <a:lnTo>
                    <a:pt x="2780388" y="1248076"/>
                  </a:lnTo>
                  <a:lnTo>
                    <a:pt x="2780027" y="1248674"/>
                  </a:lnTo>
                  <a:lnTo>
                    <a:pt x="2780600" y="1248763"/>
                  </a:lnTo>
                  <a:lnTo>
                    <a:pt x="2780815" y="1249205"/>
                  </a:lnTo>
                  <a:lnTo>
                    <a:pt x="2781675" y="1249572"/>
                  </a:lnTo>
                  <a:lnTo>
                    <a:pt x="2781796" y="1250123"/>
                  </a:lnTo>
                  <a:lnTo>
                    <a:pt x="2780844" y="1250175"/>
                  </a:lnTo>
                  <a:lnTo>
                    <a:pt x="2780230" y="1249657"/>
                  </a:lnTo>
                  <a:lnTo>
                    <a:pt x="2778992" y="1249112"/>
                  </a:lnTo>
                  <a:lnTo>
                    <a:pt x="2778514" y="1248470"/>
                  </a:lnTo>
                  <a:lnTo>
                    <a:pt x="2777927" y="1248756"/>
                  </a:lnTo>
                  <a:lnTo>
                    <a:pt x="2777490" y="1249489"/>
                  </a:lnTo>
                  <a:lnTo>
                    <a:pt x="2779155" y="1252119"/>
                  </a:lnTo>
                  <a:lnTo>
                    <a:pt x="2779658" y="1252183"/>
                  </a:lnTo>
                  <a:lnTo>
                    <a:pt x="2780324" y="1251499"/>
                  </a:lnTo>
                  <a:lnTo>
                    <a:pt x="2781185" y="1251735"/>
                  </a:lnTo>
                  <a:lnTo>
                    <a:pt x="2781367" y="1251892"/>
                  </a:lnTo>
                  <a:lnTo>
                    <a:pt x="2781280" y="1252842"/>
                  </a:lnTo>
                  <a:lnTo>
                    <a:pt x="2781943" y="1253504"/>
                  </a:lnTo>
                  <a:lnTo>
                    <a:pt x="2783209" y="1252609"/>
                  </a:lnTo>
                  <a:lnTo>
                    <a:pt x="2783417" y="1252709"/>
                  </a:lnTo>
                  <a:lnTo>
                    <a:pt x="2783503" y="1253885"/>
                  </a:lnTo>
                  <a:lnTo>
                    <a:pt x="2782617" y="1254468"/>
                  </a:lnTo>
                  <a:lnTo>
                    <a:pt x="2782981" y="1256321"/>
                  </a:lnTo>
                  <a:lnTo>
                    <a:pt x="2783296" y="1256576"/>
                  </a:lnTo>
                  <a:lnTo>
                    <a:pt x="2784150" y="1256156"/>
                  </a:lnTo>
                  <a:lnTo>
                    <a:pt x="2784348" y="1256357"/>
                  </a:lnTo>
                  <a:lnTo>
                    <a:pt x="2784189" y="1256781"/>
                  </a:lnTo>
                  <a:lnTo>
                    <a:pt x="2783023" y="1257516"/>
                  </a:lnTo>
                  <a:lnTo>
                    <a:pt x="2782936" y="1257964"/>
                  </a:lnTo>
                  <a:lnTo>
                    <a:pt x="2783192" y="1258250"/>
                  </a:lnTo>
                  <a:lnTo>
                    <a:pt x="2785942" y="1259970"/>
                  </a:lnTo>
                  <a:lnTo>
                    <a:pt x="2786653" y="1261211"/>
                  </a:lnTo>
                  <a:lnTo>
                    <a:pt x="2786931" y="1261349"/>
                  </a:lnTo>
                  <a:lnTo>
                    <a:pt x="2788718" y="1261055"/>
                  </a:lnTo>
                  <a:lnTo>
                    <a:pt x="2788978" y="1261252"/>
                  </a:lnTo>
                  <a:lnTo>
                    <a:pt x="2789058" y="1262142"/>
                  </a:lnTo>
                  <a:lnTo>
                    <a:pt x="2790189" y="1263483"/>
                  </a:lnTo>
                  <a:lnTo>
                    <a:pt x="2790482" y="1263502"/>
                  </a:lnTo>
                  <a:lnTo>
                    <a:pt x="2791255" y="1262865"/>
                  </a:lnTo>
                  <a:lnTo>
                    <a:pt x="2791619" y="1263039"/>
                  </a:lnTo>
                  <a:lnTo>
                    <a:pt x="2791689" y="1263503"/>
                  </a:lnTo>
                  <a:lnTo>
                    <a:pt x="2790469" y="1264860"/>
                  </a:lnTo>
                  <a:lnTo>
                    <a:pt x="2790669" y="1265920"/>
                  </a:lnTo>
                  <a:lnTo>
                    <a:pt x="2789660" y="1266334"/>
                  </a:lnTo>
                  <a:lnTo>
                    <a:pt x="2789587" y="1266530"/>
                  </a:lnTo>
                  <a:lnTo>
                    <a:pt x="2789924" y="1266847"/>
                  </a:lnTo>
                  <a:lnTo>
                    <a:pt x="2789174" y="1267263"/>
                  </a:lnTo>
                  <a:lnTo>
                    <a:pt x="2789798" y="1268476"/>
                  </a:lnTo>
                  <a:lnTo>
                    <a:pt x="2789957" y="1268879"/>
                  </a:lnTo>
                  <a:lnTo>
                    <a:pt x="2790813" y="1269559"/>
                  </a:lnTo>
                  <a:lnTo>
                    <a:pt x="2791884" y="1270190"/>
                  </a:lnTo>
                  <a:lnTo>
                    <a:pt x="2792499" y="1269975"/>
                  </a:lnTo>
                  <a:lnTo>
                    <a:pt x="2793263" y="1270270"/>
                  </a:lnTo>
                  <a:lnTo>
                    <a:pt x="2793615" y="1269973"/>
                  </a:lnTo>
                  <a:lnTo>
                    <a:pt x="2796303" y="1270155"/>
                  </a:lnTo>
                  <a:lnTo>
                    <a:pt x="2796830" y="1270628"/>
                  </a:lnTo>
                  <a:lnTo>
                    <a:pt x="2796907" y="1271564"/>
                  </a:lnTo>
                  <a:lnTo>
                    <a:pt x="2797330" y="1272257"/>
                  </a:lnTo>
                  <a:lnTo>
                    <a:pt x="2797879" y="1271535"/>
                  </a:lnTo>
                  <a:lnTo>
                    <a:pt x="2798707" y="1271564"/>
                  </a:lnTo>
                  <a:lnTo>
                    <a:pt x="2800159" y="1272940"/>
                  </a:lnTo>
                  <a:lnTo>
                    <a:pt x="2800200" y="1273626"/>
                  </a:lnTo>
                  <a:lnTo>
                    <a:pt x="2798952" y="1275096"/>
                  </a:lnTo>
                  <a:lnTo>
                    <a:pt x="2797765" y="1275246"/>
                  </a:lnTo>
                  <a:lnTo>
                    <a:pt x="2796928" y="1276461"/>
                  </a:lnTo>
                  <a:lnTo>
                    <a:pt x="2796002" y="1276529"/>
                  </a:lnTo>
                  <a:lnTo>
                    <a:pt x="2795115" y="1276289"/>
                  </a:lnTo>
                  <a:lnTo>
                    <a:pt x="2794971" y="1276605"/>
                  </a:lnTo>
                  <a:lnTo>
                    <a:pt x="2796359" y="1277921"/>
                  </a:lnTo>
                  <a:lnTo>
                    <a:pt x="2797760" y="1278646"/>
                  </a:lnTo>
                  <a:lnTo>
                    <a:pt x="2798413" y="1278715"/>
                  </a:lnTo>
                  <a:lnTo>
                    <a:pt x="2799499" y="1280149"/>
                  </a:lnTo>
                  <a:lnTo>
                    <a:pt x="2799527" y="1281502"/>
                  </a:lnTo>
                  <a:lnTo>
                    <a:pt x="2799825" y="1282203"/>
                  </a:lnTo>
                  <a:lnTo>
                    <a:pt x="2799344" y="1282700"/>
                  </a:lnTo>
                  <a:lnTo>
                    <a:pt x="2798327" y="1283171"/>
                  </a:lnTo>
                  <a:lnTo>
                    <a:pt x="2798397" y="1283441"/>
                  </a:lnTo>
                  <a:lnTo>
                    <a:pt x="2799468" y="1283657"/>
                  </a:lnTo>
                  <a:lnTo>
                    <a:pt x="2800745" y="1282361"/>
                  </a:lnTo>
                  <a:lnTo>
                    <a:pt x="2801697" y="1282651"/>
                  </a:lnTo>
                  <a:lnTo>
                    <a:pt x="2802475" y="1282600"/>
                  </a:lnTo>
                  <a:lnTo>
                    <a:pt x="2802739" y="1282885"/>
                  </a:lnTo>
                  <a:lnTo>
                    <a:pt x="2802491" y="1284205"/>
                  </a:lnTo>
                  <a:lnTo>
                    <a:pt x="2803400" y="1284604"/>
                  </a:lnTo>
                  <a:lnTo>
                    <a:pt x="2803521" y="1285280"/>
                  </a:lnTo>
                  <a:lnTo>
                    <a:pt x="2803026" y="1285991"/>
                  </a:lnTo>
                  <a:lnTo>
                    <a:pt x="2803515" y="1286443"/>
                  </a:lnTo>
                  <a:lnTo>
                    <a:pt x="2803751" y="1287169"/>
                  </a:lnTo>
                  <a:lnTo>
                    <a:pt x="2802227" y="1288372"/>
                  </a:lnTo>
                  <a:lnTo>
                    <a:pt x="2802501" y="1288708"/>
                  </a:lnTo>
                  <a:lnTo>
                    <a:pt x="2802938" y="1288726"/>
                  </a:lnTo>
                  <a:lnTo>
                    <a:pt x="2804076" y="1287869"/>
                  </a:lnTo>
                  <a:lnTo>
                    <a:pt x="2804516" y="1288072"/>
                  </a:lnTo>
                  <a:lnTo>
                    <a:pt x="2805080" y="1289128"/>
                  </a:lnTo>
                  <a:lnTo>
                    <a:pt x="2805092" y="1289996"/>
                  </a:lnTo>
                  <a:lnTo>
                    <a:pt x="2804146" y="1290769"/>
                  </a:lnTo>
                  <a:lnTo>
                    <a:pt x="2805203" y="1290778"/>
                  </a:lnTo>
                  <a:lnTo>
                    <a:pt x="2805640" y="1291028"/>
                  </a:lnTo>
                  <a:lnTo>
                    <a:pt x="2805915" y="1290890"/>
                  </a:lnTo>
                  <a:lnTo>
                    <a:pt x="2805704" y="1289991"/>
                  </a:lnTo>
                  <a:lnTo>
                    <a:pt x="2806199" y="1288780"/>
                  </a:lnTo>
                  <a:lnTo>
                    <a:pt x="2806090" y="1288081"/>
                  </a:lnTo>
                  <a:lnTo>
                    <a:pt x="2806648" y="1287454"/>
                  </a:lnTo>
                  <a:lnTo>
                    <a:pt x="2807743" y="1286912"/>
                  </a:lnTo>
                  <a:lnTo>
                    <a:pt x="2807852" y="1285930"/>
                  </a:lnTo>
                  <a:lnTo>
                    <a:pt x="2808737" y="1286213"/>
                  </a:lnTo>
                  <a:lnTo>
                    <a:pt x="2810027" y="1286022"/>
                  </a:lnTo>
                  <a:lnTo>
                    <a:pt x="2810447" y="1286374"/>
                  </a:lnTo>
                  <a:lnTo>
                    <a:pt x="2810259" y="1288142"/>
                  </a:lnTo>
                  <a:lnTo>
                    <a:pt x="2809919" y="1288610"/>
                  </a:lnTo>
                  <a:lnTo>
                    <a:pt x="2808990" y="1288771"/>
                  </a:lnTo>
                  <a:lnTo>
                    <a:pt x="2808671" y="1288572"/>
                  </a:lnTo>
                  <a:lnTo>
                    <a:pt x="2807709" y="1288947"/>
                  </a:lnTo>
                  <a:lnTo>
                    <a:pt x="2807802" y="1289654"/>
                  </a:lnTo>
                  <a:lnTo>
                    <a:pt x="2809808" y="1290249"/>
                  </a:lnTo>
                  <a:lnTo>
                    <a:pt x="2811002" y="1290038"/>
                  </a:lnTo>
                  <a:lnTo>
                    <a:pt x="2811391" y="1290414"/>
                  </a:lnTo>
                  <a:lnTo>
                    <a:pt x="2811435" y="1290873"/>
                  </a:lnTo>
                  <a:lnTo>
                    <a:pt x="2810928" y="1291821"/>
                  </a:lnTo>
                  <a:lnTo>
                    <a:pt x="2809336" y="1292780"/>
                  </a:lnTo>
                  <a:lnTo>
                    <a:pt x="2809615" y="1293857"/>
                  </a:lnTo>
                  <a:lnTo>
                    <a:pt x="2810026" y="1293770"/>
                  </a:lnTo>
                  <a:lnTo>
                    <a:pt x="2810450" y="1292829"/>
                  </a:lnTo>
                  <a:lnTo>
                    <a:pt x="2811112" y="1292634"/>
                  </a:lnTo>
                  <a:lnTo>
                    <a:pt x="2812405" y="1294280"/>
                  </a:lnTo>
                  <a:lnTo>
                    <a:pt x="2812494" y="1294787"/>
                  </a:lnTo>
                  <a:lnTo>
                    <a:pt x="2811789" y="1295119"/>
                  </a:lnTo>
                  <a:lnTo>
                    <a:pt x="2810208" y="1294778"/>
                  </a:lnTo>
                  <a:lnTo>
                    <a:pt x="2809377" y="1295567"/>
                  </a:lnTo>
                  <a:lnTo>
                    <a:pt x="2809404" y="1295760"/>
                  </a:lnTo>
                  <a:lnTo>
                    <a:pt x="2810244" y="1296827"/>
                  </a:lnTo>
                  <a:lnTo>
                    <a:pt x="2810615" y="1296894"/>
                  </a:lnTo>
                  <a:lnTo>
                    <a:pt x="2811404" y="1296306"/>
                  </a:lnTo>
                  <a:lnTo>
                    <a:pt x="2811755" y="1296671"/>
                  </a:lnTo>
                  <a:lnTo>
                    <a:pt x="2811843" y="1297737"/>
                  </a:lnTo>
                  <a:lnTo>
                    <a:pt x="2811132" y="1298152"/>
                  </a:lnTo>
                  <a:lnTo>
                    <a:pt x="2811053" y="1298427"/>
                  </a:lnTo>
                  <a:lnTo>
                    <a:pt x="2811417" y="1298787"/>
                  </a:lnTo>
                  <a:lnTo>
                    <a:pt x="2812526" y="1298472"/>
                  </a:lnTo>
                  <a:lnTo>
                    <a:pt x="2812768" y="1297394"/>
                  </a:lnTo>
                  <a:lnTo>
                    <a:pt x="2813983" y="1296731"/>
                  </a:lnTo>
                  <a:lnTo>
                    <a:pt x="2814858" y="1296956"/>
                  </a:lnTo>
                  <a:lnTo>
                    <a:pt x="2815382" y="1297816"/>
                  </a:lnTo>
                  <a:lnTo>
                    <a:pt x="2814807" y="1298803"/>
                  </a:lnTo>
                  <a:lnTo>
                    <a:pt x="2815007" y="1299255"/>
                  </a:lnTo>
                  <a:lnTo>
                    <a:pt x="2813888" y="1299978"/>
                  </a:lnTo>
                  <a:lnTo>
                    <a:pt x="2813960" y="1300202"/>
                  </a:lnTo>
                  <a:lnTo>
                    <a:pt x="2814708" y="1300196"/>
                  </a:lnTo>
                  <a:lnTo>
                    <a:pt x="2815256" y="1299447"/>
                  </a:lnTo>
                  <a:lnTo>
                    <a:pt x="2815813" y="1299314"/>
                  </a:lnTo>
                  <a:lnTo>
                    <a:pt x="2815854" y="1298004"/>
                  </a:lnTo>
                  <a:lnTo>
                    <a:pt x="2816283" y="1297081"/>
                  </a:lnTo>
                  <a:lnTo>
                    <a:pt x="2817758" y="1297815"/>
                  </a:lnTo>
                  <a:lnTo>
                    <a:pt x="2817874" y="1298927"/>
                  </a:lnTo>
                  <a:lnTo>
                    <a:pt x="2817011" y="1299510"/>
                  </a:lnTo>
                  <a:lnTo>
                    <a:pt x="2816620" y="1300940"/>
                  </a:lnTo>
                  <a:lnTo>
                    <a:pt x="2816861" y="1301363"/>
                  </a:lnTo>
                  <a:lnTo>
                    <a:pt x="2815093" y="1301195"/>
                  </a:lnTo>
                  <a:lnTo>
                    <a:pt x="2813717" y="1300720"/>
                  </a:lnTo>
                  <a:lnTo>
                    <a:pt x="2812067" y="1300716"/>
                  </a:lnTo>
                  <a:lnTo>
                    <a:pt x="2810223" y="1299413"/>
                  </a:lnTo>
                  <a:lnTo>
                    <a:pt x="2808659" y="1298933"/>
                  </a:lnTo>
                  <a:lnTo>
                    <a:pt x="2807047" y="1299103"/>
                  </a:lnTo>
                  <a:lnTo>
                    <a:pt x="2806053" y="1299879"/>
                  </a:lnTo>
                  <a:lnTo>
                    <a:pt x="2805255" y="1300112"/>
                  </a:lnTo>
                  <a:lnTo>
                    <a:pt x="2804750" y="1299785"/>
                  </a:lnTo>
                  <a:lnTo>
                    <a:pt x="2803991" y="1298242"/>
                  </a:lnTo>
                  <a:lnTo>
                    <a:pt x="2803442" y="1297842"/>
                  </a:lnTo>
                  <a:lnTo>
                    <a:pt x="2801925" y="1297323"/>
                  </a:lnTo>
                  <a:lnTo>
                    <a:pt x="2800711" y="1298586"/>
                  </a:lnTo>
                  <a:lnTo>
                    <a:pt x="2799339" y="1297046"/>
                  </a:lnTo>
                  <a:lnTo>
                    <a:pt x="2796960" y="1295991"/>
                  </a:lnTo>
                  <a:lnTo>
                    <a:pt x="2795350" y="1295735"/>
                  </a:lnTo>
                  <a:lnTo>
                    <a:pt x="2794259" y="1295991"/>
                  </a:lnTo>
                  <a:lnTo>
                    <a:pt x="2790738" y="1297606"/>
                  </a:lnTo>
                  <a:lnTo>
                    <a:pt x="2790861" y="1298126"/>
                  </a:lnTo>
                  <a:lnTo>
                    <a:pt x="2790708" y="1298253"/>
                  </a:lnTo>
                  <a:lnTo>
                    <a:pt x="2789505" y="1298264"/>
                  </a:lnTo>
                  <a:lnTo>
                    <a:pt x="2789048" y="1298570"/>
                  </a:lnTo>
                  <a:lnTo>
                    <a:pt x="2788554" y="1300227"/>
                  </a:lnTo>
                  <a:lnTo>
                    <a:pt x="2787965" y="1300692"/>
                  </a:lnTo>
                  <a:lnTo>
                    <a:pt x="2787116" y="1300976"/>
                  </a:lnTo>
                  <a:lnTo>
                    <a:pt x="2786060" y="1300984"/>
                  </a:lnTo>
                  <a:lnTo>
                    <a:pt x="2785411" y="1301639"/>
                  </a:lnTo>
                  <a:lnTo>
                    <a:pt x="2784562" y="1302058"/>
                  </a:lnTo>
                  <a:lnTo>
                    <a:pt x="2781241" y="1302882"/>
                  </a:lnTo>
                  <a:lnTo>
                    <a:pt x="2780529" y="1305422"/>
                  </a:lnTo>
                  <a:lnTo>
                    <a:pt x="2780589" y="1308286"/>
                  </a:lnTo>
                  <a:lnTo>
                    <a:pt x="2781272" y="1308962"/>
                  </a:lnTo>
                  <a:lnTo>
                    <a:pt x="2781276" y="1309235"/>
                  </a:lnTo>
                  <a:lnTo>
                    <a:pt x="2780393" y="1312141"/>
                  </a:lnTo>
                  <a:lnTo>
                    <a:pt x="2779432" y="1313908"/>
                  </a:lnTo>
                  <a:lnTo>
                    <a:pt x="2778560" y="1317114"/>
                  </a:lnTo>
                  <a:lnTo>
                    <a:pt x="2778207" y="1318408"/>
                  </a:lnTo>
                  <a:lnTo>
                    <a:pt x="2778195" y="1319082"/>
                  </a:lnTo>
                  <a:lnTo>
                    <a:pt x="2778484" y="1319793"/>
                  </a:lnTo>
                  <a:lnTo>
                    <a:pt x="2777652" y="1320418"/>
                  </a:lnTo>
                  <a:lnTo>
                    <a:pt x="2774325" y="1321689"/>
                  </a:lnTo>
                  <a:lnTo>
                    <a:pt x="2772915" y="1320248"/>
                  </a:lnTo>
                  <a:lnTo>
                    <a:pt x="2772247" y="1320967"/>
                  </a:lnTo>
                  <a:lnTo>
                    <a:pt x="2771505" y="1323940"/>
                  </a:lnTo>
                  <a:lnTo>
                    <a:pt x="2771122" y="1324667"/>
                  </a:lnTo>
                  <a:lnTo>
                    <a:pt x="2771064" y="1326141"/>
                  </a:lnTo>
                  <a:lnTo>
                    <a:pt x="2770123" y="1326451"/>
                  </a:lnTo>
                  <a:lnTo>
                    <a:pt x="2769649" y="1328561"/>
                  </a:lnTo>
                  <a:lnTo>
                    <a:pt x="2768975" y="1328667"/>
                  </a:lnTo>
                  <a:lnTo>
                    <a:pt x="2769405" y="1331402"/>
                  </a:lnTo>
                  <a:lnTo>
                    <a:pt x="2768420" y="1331877"/>
                  </a:lnTo>
                  <a:lnTo>
                    <a:pt x="2767513" y="1331835"/>
                  </a:lnTo>
                  <a:lnTo>
                    <a:pt x="2766253" y="1333094"/>
                  </a:lnTo>
                  <a:lnTo>
                    <a:pt x="2767228" y="1334017"/>
                  </a:lnTo>
                  <a:lnTo>
                    <a:pt x="2767670" y="1335906"/>
                  </a:lnTo>
                  <a:lnTo>
                    <a:pt x="2768419" y="1336774"/>
                  </a:lnTo>
                  <a:lnTo>
                    <a:pt x="2768948" y="1336875"/>
                  </a:lnTo>
                  <a:lnTo>
                    <a:pt x="2769377" y="1337887"/>
                  </a:lnTo>
                  <a:lnTo>
                    <a:pt x="2769406" y="1340759"/>
                  </a:lnTo>
                  <a:lnTo>
                    <a:pt x="2769155" y="1342427"/>
                  </a:lnTo>
                  <a:lnTo>
                    <a:pt x="2767517" y="1343633"/>
                  </a:lnTo>
                  <a:lnTo>
                    <a:pt x="2766558" y="1344181"/>
                  </a:lnTo>
                  <a:lnTo>
                    <a:pt x="2764325" y="1346074"/>
                  </a:lnTo>
                  <a:lnTo>
                    <a:pt x="2763397" y="1348095"/>
                  </a:lnTo>
                  <a:lnTo>
                    <a:pt x="2763726" y="1350283"/>
                  </a:lnTo>
                  <a:lnTo>
                    <a:pt x="2763322" y="1350140"/>
                  </a:lnTo>
                  <a:lnTo>
                    <a:pt x="2761219" y="1350721"/>
                  </a:lnTo>
                  <a:lnTo>
                    <a:pt x="2760656" y="1350435"/>
                  </a:lnTo>
                  <a:lnTo>
                    <a:pt x="2760045" y="1350817"/>
                  </a:lnTo>
                  <a:lnTo>
                    <a:pt x="2759691" y="1354191"/>
                  </a:lnTo>
                  <a:lnTo>
                    <a:pt x="2758998" y="1357138"/>
                  </a:lnTo>
                  <a:lnTo>
                    <a:pt x="2757668" y="1358148"/>
                  </a:lnTo>
                  <a:lnTo>
                    <a:pt x="2756679" y="1358336"/>
                  </a:lnTo>
                  <a:lnTo>
                    <a:pt x="2755669" y="1358885"/>
                  </a:lnTo>
                  <a:lnTo>
                    <a:pt x="2755356" y="1360575"/>
                  </a:lnTo>
                  <a:lnTo>
                    <a:pt x="2754728" y="1362034"/>
                  </a:lnTo>
                  <a:lnTo>
                    <a:pt x="2754380" y="1363139"/>
                  </a:lnTo>
                  <a:lnTo>
                    <a:pt x="2754374" y="1365139"/>
                  </a:lnTo>
                  <a:lnTo>
                    <a:pt x="2754133" y="1365773"/>
                  </a:lnTo>
                  <a:lnTo>
                    <a:pt x="2754745" y="1366539"/>
                  </a:lnTo>
                  <a:lnTo>
                    <a:pt x="2754822" y="1367595"/>
                  </a:lnTo>
                  <a:lnTo>
                    <a:pt x="2755418" y="1368010"/>
                  </a:lnTo>
                  <a:lnTo>
                    <a:pt x="2755093" y="1368972"/>
                  </a:lnTo>
                  <a:lnTo>
                    <a:pt x="2755385" y="1368954"/>
                  </a:lnTo>
                  <a:lnTo>
                    <a:pt x="2755455" y="1369759"/>
                  </a:lnTo>
                  <a:lnTo>
                    <a:pt x="2755248" y="1369906"/>
                  </a:lnTo>
                  <a:lnTo>
                    <a:pt x="2755433" y="1370265"/>
                  </a:lnTo>
                  <a:lnTo>
                    <a:pt x="2755038" y="1370576"/>
                  </a:lnTo>
                  <a:lnTo>
                    <a:pt x="2755128" y="1371422"/>
                  </a:lnTo>
                  <a:lnTo>
                    <a:pt x="2754850" y="1371447"/>
                  </a:lnTo>
                  <a:lnTo>
                    <a:pt x="2754913" y="1371902"/>
                  </a:lnTo>
                  <a:lnTo>
                    <a:pt x="2755077" y="1371801"/>
                  </a:lnTo>
                  <a:lnTo>
                    <a:pt x="2755145" y="1371974"/>
                  </a:lnTo>
                  <a:lnTo>
                    <a:pt x="2754931" y="1372038"/>
                  </a:lnTo>
                  <a:lnTo>
                    <a:pt x="2755027" y="1372382"/>
                  </a:lnTo>
                  <a:lnTo>
                    <a:pt x="2754777" y="1372809"/>
                  </a:lnTo>
                  <a:lnTo>
                    <a:pt x="2755039" y="1373146"/>
                  </a:lnTo>
                  <a:lnTo>
                    <a:pt x="2754658" y="1374014"/>
                  </a:lnTo>
                  <a:lnTo>
                    <a:pt x="2754805" y="1374647"/>
                  </a:lnTo>
                  <a:lnTo>
                    <a:pt x="2754629" y="1375066"/>
                  </a:lnTo>
                  <a:lnTo>
                    <a:pt x="2754688" y="1375536"/>
                  </a:lnTo>
                  <a:lnTo>
                    <a:pt x="2755397" y="1376267"/>
                  </a:lnTo>
                  <a:lnTo>
                    <a:pt x="2755289" y="1376788"/>
                  </a:lnTo>
                  <a:lnTo>
                    <a:pt x="2755524" y="1377079"/>
                  </a:lnTo>
                  <a:lnTo>
                    <a:pt x="2755668" y="1378354"/>
                  </a:lnTo>
                  <a:lnTo>
                    <a:pt x="2755881" y="1378312"/>
                  </a:lnTo>
                  <a:lnTo>
                    <a:pt x="2756063" y="1378840"/>
                  </a:lnTo>
                  <a:lnTo>
                    <a:pt x="2755662" y="1379509"/>
                  </a:lnTo>
                  <a:lnTo>
                    <a:pt x="2756178" y="1380202"/>
                  </a:lnTo>
                  <a:lnTo>
                    <a:pt x="2755910" y="1380392"/>
                  </a:lnTo>
                  <a:lnTo>
                    <a:pt x="2756353" y="1380600"/>
                  </a:lnTo>
                  <a:lnTo>
                    <a:pt x="2756411" y="1380885"/>
                  </a:lnTo>
                  <a:lnTo>
                    <a:pt x="2755984" y="1381123"/>
                  </a:lnTo>
                  <a:lnTo>
                    <a:pt x="2756205" y="1381882"/>
                  </a:lnTo>
                  <a:lnTo>
                    <a:pt x="2755874" y="1383045"/>
                  </a:lnTo>
                  <a:lnTo>
                    <a:pt x="2754216" y="1383611"/>
                  </a:lnTo>
                  <a:lnTo>
                    <a:pt x="2753772" y="1384533"/>
                  </a:lnTo>
                  <a:lnTo>
                    <a:pt x="2753910" y="1385477"/>
                  </a:lnTo>
                  <a:lnTo>
                    <a:pt x="2754682" y="1387191"/>
                  </a:lnTo>
                  <a:lnTo>
                    <a:pt x="2755568" y="1390202"/>
                  </a:lnTo>
                  <a:lnTo>
                    <a:pt x="2755596" y="1393094"/>
                  </a:lnTo>
                  <a:lnTo>
                    <a:pt x="2755176" y="1393308"/>
                  </a:lnTo>
                  <a:lnTo>
                    <a:pt x="2754400" y="1392621"/>
                  </a:lnTo>
                  <a:lnTo>
                    <a:pt x="2753698" y="1392335"/>
                  </a:lnTo>
                  <a:lnTo>
                    <a:pt x="2751496" y="1392213"/>
                  </a:lnTo>
                  <a:lnTo>
                    <a:pt x="2744664" y="1393261"/>
                  </a:lnTo>
                  <a:lnTo>
                    <a:pt x="2741603" y="1392962"/>
                  </a:lnTo>
                  <a:lnTo>
                    <a:pt x="2737269" y="1394409"/>
                  </a:lnTo>
                  <a:lnTo>
                    <a:pt x="2736277" y="1394501"/>
                  </a:lnTo>
                  <a:lnTo>
                    <a:pt x="2734494" y="1393912"/>
                  </a:lnTo>
                  <a:lnTo>
                    <a:pt x="2731472" y="1391955"/>
                  </a:lnTo>
                  <a:lnTo>
                    <a:pt x="2729677" y="1392749"/>
                  </a:lnTo>
                  <a:lnTo>
                    <a:pt x="2729122" y="1392377"/>
                  </a:lnTo>
                  <a:lnTo>
                    <a:pt x="2728410" y="1392383"/>
                  </a:lnTo>
                  <a:lnTo>
                    <a:pt x="2728377" y="1392994"/>
                  </a:lnTo>
                  <a:lnTo>
                    <a:pt x="2727952" y="1393917"/>
                  </a:lnTo>
                  <a:lnTo>
                    <a:pt x="2726962" y="1394030"/>
                  </a:lnTo>
                  <a:lnTo>
                    <a:pt x="2726918" y="1394687"/>
                  </a:lnTo>
                  <a:lnTo>
                    <a:pt x="2726379" y="1395495"/>
                  </a:lnTo>
                  <a:lnTo>
                    <a:pt x="2726789" y="1399071"/>
                  </a:lnTo>
                  <a:lnTo>
                    <a:pt x="2726234" y="1399511"/>
                  </a:lnTo>
                  <a:lnTo>
                    <a:pt x="2726160" y="1400314"/>
                  </a:lnTo>
                  <a:lnTo>
                    <a:pt x="2725352" y="1400882"/>
                  </a:lnTo>
                  <a:lnTo>
                    <a:pt x="2724692" y="1403153"/>
                  </a:lnTo>
                  <a:lnTo>
                    <a:pt x="2723708" y="1405061"/>
                  </a:lnTo>
                  <a:lnTo>
                    <a:pt x="2723804" y="1405277"/>
                  </a:lnTo>
                  <a:lnTo>
                    <a:pt x="2723551" y="1405281"/>
                  </a:lnTo>
                  <a:lnTo>
                    <a:pt x="2723666" y="1405460"/>
                  </a:lnTo>
                  <a:lnTo>
                    <a:pt x="2723220" y="1405904"/>
                  </a:lnTo>
                  <a:lnTo>
                    <a:pt x="2722863" y="1406916"/>
                  </a:lnTo>
                  <a:lnTo>
                    <a:pt x="2721674" y="1408099"/>
                  </a:lnTo>
                  <a:lnTo>
                    <a:pt x="2721725" y="1408398"/>
                  </a:lnTo>
                  <a:lnTo>
                    <a:pt x="2721082" y="1409669"/>
                  </a:lnTo>
                  <a:lnTo>
                    <a:pt x="2721234" y="1410601"/>
                  </a:lnTo>
                  <a:lnTo>
                    <a:pt x="2720709" y="1412111"/>
                  </a:lnTo>
                  <a:lnTo>
                    <a:pt x="2720267" y="1415750"/>
                  </a:lnTo>
                  <a:lnTo>
                    <a:pt x="2719654" y="1417848"/>
                  </a:lnTo>
                  <a:lnTo>
                    <a:pt x="2719858" y="1420417"/>
                  </a:lnTo>
                  <a:lnTo>
                    <a:pt x="2720885" y="1424455"/>
                  </a:lnTo>
                  <a:lnTo>
                    <a:pt x="2720521" y="1426481"/>
                  </a:lnTo>
                  <a:lnTo>
                    <a:pt x="2720577" y="1427294"/>
                  </a:lnTo>
                  <a:lnTo>
                    <a:pt x="2719658" y="1428705"/>
                  </a:lnTo>
                  <a:lnTo>
                    <a:pt x="2717323" y="1431108"/>
                  </a:lnTo>
                  <a:lnTo>
                    <a:pt x="2714365" y="1432290"/>
                  </a:lnTo>
                  <a:lnTo>
                    <a:pt x="2712927" y="1432422"/>
                  </a:lnTo>
                  <a:lnTo>
                    <a:pt x="2712216" y="1432909"/>
                  </a:lnTo>
                  <a:lnTo>
                    <a:pt x="2709673" y="1435568"/>
                  </a:lnTo>
                  <a:lnTo>
                    <a:pt x="2709147" y="1435753"/>
                  </a:lnTo>
                  <a:lnTo>
                    <a:pt x="2707496" y="1435443"/>
                  </a:lnTo>
                  <a:lnTo>
                    <a:pt x="2705900" y="1433615"/>
                  </a:lnTo>
                  <a:lnTo>
                    <a:pt x="2705235" y="1433209"/>
                  </a:lnTo>
                  <a:lnTo>
                    <a:pt x="2704655" y="1433287"/>
                  </a:lnTo>
                  <a:lnTo>
                    <a:pt x="2703762" y="1434112"/>
                  </a:lnTo>
                  <a:lnTo>
                    <a:pt x="2703096" y="1436675"/>
                  </a:lnTo>
                  <a:lnTo>
                    <a:pt x="2702090" y="1438105"/>
                  </a:lnTo>
                  <a:lnTo>
                    <a:pt x="2700475" y="1439711"/>
                  </a:lnTo>
                  <a:lnTo>
                    <a:pt x="2699029" y="1440296"/>
                  </a:lnTo>
                  <a:lnTo>
                    <a:pt x="2697902" y="1440648"/>
                  </a:lnTo>
                  <a:lnTo>
                    <a:pt x="2697033" y="1441558"/>
                  </a:lnTo>
                  <a:lnTo>
                    <a:pt x="2694974" y="1442683"/>
                  </a:lnTo>
                  <a:lnTo>
                    <a:pt x="2694350" y="1444231"/>
                  </a:lnTo>
                  <a:lnTo>
                    <a:pt x="2693564" y="1445276"/>
                  </a:lnTo>
                  <a:lnTo>
                    <a:pt x="2693212" y="1446864"/>
                  </a:lnTo>
                  <a:lnTo>
                    <a:pt x="2693814" y="1448762"/>
                  </a:lnTo>
                  <a:lnTo>
                    <a:pt x="2694101" y="1451713"/>
                  </a:lnTo>
                  <a:lnTo>
                    <a:pt x="2693442" y="1453459"/>
                  </a:lnTo>
                  <a:lnTo>
                    <a:pt x="2693835" y="1458655"/>
                  </a:lnTo>
                  <a:lnTo>
                    <a:pt x="2693396" y="1461029"/>
                  </a:lnTo>
                  <a:lnTo>
                    <a:pt x="2693227" y="1461451"/>
                  </a:lnTo>
                  <a:lnTo>
                    <a:pt x="2692898" y="1461407"/>
                  </a:lnTo>
                  <a:lnTo>
                    <a:pt x="2691755" y="1461533"/>
                  </a:lnTo>
                  <a:lnTo>
                    <a:pt x="2689403" y="1461334"/>
                  </a:lnTo>
                  <a:lnTo>
                    <a:pt x="2688351" y="1461753"/>
                  </a:lnTo>
                  <a:lnTo>
                    <a:pt x="2687050" y="1463081"/>
                  </a:lnTo>
                  <a:lnTo>
                    <a:pt x="2685350" y="1464141"/>
                  </a:lnTo>
                  <a:lnTo>
                    <a:pt x="2683729" y="1465515"/>
                  </a:lnTo>
                  <a:lnTo>
                    <a:pt x="2680662" y="1468397"/>
                  </a:lnTo>
                  <a:lnTo>
                    <a:pt x="2680145" y="1469691"/>
                  </a:lnTo>
                  <a:lnTo>
                    <a:pt x="2678722" y="1471586"/>
                  </a:lnTo>
                  <a:lnTo>
                    <a:pt x="2677150" y="1472044"/>
                  </a:lnTo>
                  <a:lnTo>
                    <a:pt x="2676286" y="1473345"/>
                  </a:lnTo>
                  <a:lnTo>
                    <a:pt x="2674915" y="1474291"/>
                  </a:lnTo>
                  <a:lnTo>
                    <a:pt x="2672561" y="1475395"/>
                  </a:lnTo>
                  <a:lnTo>
                    <a:pt x="2669879" y="1475434"/>
                  </a:lnTo>
                  <a:lnTo>
                    <a:pt x="2668831" y="1477145"/>
                  </a:lnTo>
                  <a:lnTo>
                    <a:pt x="2668671" y="1479466"/>
                  </a:lnTo>
                  <a:lnTo>
                    <a:pt x="2667126" y="1482844"/>
                  </a:lnTo>
                  <a:lnTo>
                    <a:pt x="2666344" y="1485752"/>
                  </a:lnTo>
                  <a:lnTo>
                    <a:pt x="2665707" y="1487213"/>
                  </a:lnTo>
                  <a:lnTo>
                    <a:pt x="2665954" y="1490205"/>
                  </a:lnTo>
                  <a:lnTo>
                    <a:pt x="2665102" y="1492495"/>
                  </a:lnTo>
                  <a:lnTo>
                    <a:pt x="2665118" y="1494299"/>
                  </a:lnTo>
                  <a:lnTo>
                    <a:pt x="2664838" y="1495506"/>
                  </a:lnTo>
                  <a:lnTo>
                    <a:pt x="2664796" y="1497410"/>
                  </a:lnTo>
                  <a:lnTo>
                    <a:pt x="2665576" y="1498939"/>
                  </a:lnTo>
                  <a:lnTo>
                    <a:pt x="2665313" y="1499124"/>
                  </a:lnTo>
                  <a:lnTo>
                    <a:pt x="2666211" y="1501758"/>
                  </a:lnTo>
                  <a:lnTo>
                    <a:pt x="2666103" y="1504847"/>
                  </a:lnTo>
                  <a:lnTo>
                    <a:pt x="2666323" y="1507043"/>
                  </a:lnTo>
                  <a:lnTo>
                    <a:pt x="2665988" y="1512757"/>
                  </a:lnTo>
                  <a:lnTo>
                    <a:pt x="2665597" y="1514752"/>
                  </a:lnTo>
                  <a:lnTo>
                    <a:pt x="2665425" y="1517647"/>
                  </a:lnTo>
                  <a:lnTo>
                    <a:pt x="2664712" y="1518849"/>
                  </a:lnTo>
                  <a:lnTo>
                    <a:pt x="2664860" y="1519082"/>
                  </a:lnTo>
                  <a:lnTo>
                    <a:pt x="2664284" y="1519729"/>
                  </a:lnTo>
                  <a:lnTo>
                    <a:pt x="2664417" y="1519889"/>
                  </a:lnTo>
                  <a:lnTo>
                    <a:pt x="2664037" y="1520018"/>
                  </a:lnTo>
                  <a:lnTo>
                    <a:pt x="2663657" y="1520647"/>
                  </a:lnTo>
                  <a:lnTo>
                    <a:pt x="2663362" y="1521866"/>
                  </a:lnTo>
                  <a:lnTo>
                    <a:pt x="2663021" y="1522414"/>
                  </a:lnTo>
                  <a:lnTo>
                    <a:pt x="2662492" y="1522487"/>
                  </a:lnTo>
                  <a:lnTo>
                    <a:pt x="2662255" y="1522996"/>
                  </a:lnTo>
                  <a:lnTo>
                    <a:pt x="2662352" y="1523432"/>
                  </a:lnTo>
                  <a:lnTo>
                    <a:pt x="2661674" y="1524042"/>
                  </a:lnTo>
                  <a:lnTo>
                    <a:pt x="2661381" y="1525361"/>
                  </a:lnTo>
                  <a:lnTo>
                    <a:pt x="2661327" y="1526307"/>
                  </a:lnTo>
                  <a:lnTo>
                    <a:pt x="2661487" y="1526370"/>
                  </a:lnTo>
                  <a:lnTo>
                    <a:pt x="2660043" y="1528263"/>
                  </a:lnTo>
                  <a:lnTo>
                    <a:pt x="2660204" y="1528411"/>
                  </a:lnTo>
                  <a:lnTo>
                    <a:pt x="2659574" y="1529546"/>
                  </a:lnTo>
                  <a:lnTo>
                    <a:pt x="2659692" y="1529833"/>
                  </a:lnTo>
                  <a:lnTo>
                    <a:pt x="2659489" y="1530449"/>
                  </a:lnTo>
                  <a:lnTo>
                    <a:pt x="2658104" y="1531849"/>
                  </a:lnTo>
                  <a:lnTo>
                    <a:pt x="2658190" y="1533560"/>
                  </a:lnTo>
                  <a:lnTo>
                    <a:pt x="2658607" y="1534343"/>
                  </a:lnTo>
                  <a:lnTo>
                    <a:pt x="2659569" y="1535082"/>
                  </a:lnTo>
                  <a:lnTo>
                    <a:pt x="2659809" y="1535594"/>
                  </a:lnTo>
                  <a:lnTo>
                    <a:pt x="2660663" y="1535964"/>
                  </a:lnTo>
                  <a:lnTo>
                    <a:pt x="2660547" y="1536476"/>
                  </a:lnTo>
                  <a:lnTo>
                    <a:pt x="2661102" y="1536291"/>
                  </a:lnTo>
                  <a:lnTo>
                    <a:pt x="2661838" y="1537339"/>
                  </a:lnTo>
                  <a:lnTo>
                    <a:pt x="2662684" y="1537633"/>
                  </a:lnTo>
                  <a:lnTo>
                    <a:pt x="2662833" y="1538018"/>
                  </a:lnTo>
                  <a:lnTo>
                    <a:pt x="2663134" y="1537827"/>
                  </a:lnTo>
                  <a:lnTo>
                    <a:pt x="2663595" y="1538075"/>
                  </a:lnTo>
                  <a:lnTo>
                    <a:pt x="2661693" y="1540961"/>
                  </a:lnTo>
                  <a:lnTo>
                    <a:pt x="2660962" y="1543695"/>
                  </a:lnTo>
                  <a:lnTo>
                    <a:pt x="2659274" y="1546163"/>
                  </a:lnTo>
                  <a:lnTo>
                    <a:pt x="2659547" y="1547890"/>
                  </a:lnTo>
                  <a:lnTo>
                    <a:pt x="2659127" y="1549170"/>
                  </a:lnTo>
                  <a:lnTo>
                    <a:pt x="2658226" y="1549372"/>
                  </a:lnTo>
                  <a:lnTo>
                    <a:pt x="2657635" y="1549777"/>
                  </a:lnTo>
                  <a:lnTo>
                    <a:pt x="2657238" y="1549696"/>
                  </a:lnTo>
                  <a:lnTo>
                    <a:pt x="2656747" y="1550249"/>
                  </a:lnTo>
                  <a:lnTo>
                    <a:pt x="2657470" y="1550915"/>
                  </a:lnTo>
                  <a:lnTo>
                    <a:pt x="2657758" y="1551753"/>
                  </a:lnTo>
                  <a:lnTo>
                    <a:pt x="2658280" y="1552075"/>
                  </a:lnTo>
                  <a:lnTo>
                    <a:pt x="2657387" y="1552479"/>
                  </a:lnTo>
                  <a:lnTo>
                    <a:pt x="2655610" y="1552834"/>
                  </a:lnTo>
                  <a:lnTo>
                    <a:pt x="2654476" y="1554309"/>
                  </a:lnTo>
                  <a:lnTo>
                    <a:pt x="2653416" y="1554077"/>
                  </a:lnTo>
                  <a:lnTo>
                    <a:pt x="2652637" y="1554910"/>
                  </a:lnTo>
                  <a:lnTo>
                    <a:pt x="2651441" y="1555296"/>
                  </a:lnTo>
                  <a:lnTo>
                    <a:pt x="2650145" y="1557382"/>
                  </a:lnTo>
                  <a:lnTo>
                    <a:pt x="2648861" y="1557777"/>
                  </a:lnTo>
                  <a:lnTo>
                    <a:pt x="2647885" y="1558366"/>
                  </a:lnTo>
                  <a:lnTo>
                    <a:pt x="2647974" y="1559048"/>
                  </a:lnTo>
                  <a:lnTo>
                    <a:pt x="2647763" y="1559677"/>
                  </a:lnTo>
                  <a:lnTo>
                    <a:pt x="2645890" y="1562166"/>
                  </a:lnTo>
                  <a:lnTo>
                    <a:pt x="2646554" y="1563731"/>
                  </a:lnTo>
                  <a:lnTo>
                    <a:pt x="2643962" y="1565744"/>
                  </a:lnTo>
                  <a:lnTo>
                    <a:pt x="2642808" y="1567115"/>
                  </a:lnTo>
                  <a:lnTo>
                    <a:pt x="2642031" y="1567333"/>
                  </a:lnTo>
                  <a:lnTo>
                    <a:pt x="2642155" y="1567713"/>
                  </a:lnTo>
                  <a:lnTo>
                    <a:pt x="2642677" y="1567994"/>
                  </a:lnTo>
                  <a:lnTo>
                    <a:pt x="2642539" y="1568480"/>
                  </a:lnTo>
                  <a:lnTo>
                    <a:pt x="2642975" y="1568358"/>
                  </a:lnTo>
                  <a:lnTo>
                    <a:pt x="2643362" y="1569174"/>
                  </a:lnTo>
                  <a:lnTo>
                    <a:pt x="2643221" y="1569605"/>
                  </a:lnTo>
                  <a:lnTo>
                    <a:pt x="2643626" y="1570868"/>
                  </a:lnTo>
                  <a:lnTo>
                    <a:pt x="2644009" y="1571137"/>
                  </a:lnTo>
                  <a:lnTo>
                    <a:pt x="2643867" y="1571739"/>
                  </a:lnTo>
                  <a:lnTo>
                    <a:pt x="2644516" y="1574455"/>
                  </a:lnTo>
                  <a:lnTo>
                    <a:pt x="2644305" y="1576021"/>
                  </a:lnTo>
                  <a:lnTo>
                    <a:pt x="2644774" y="1576850"/>
                  </a:lnTo>
                  <a:lnTo>
                    <a:pt x="2644494" y="1577366"/>
                  </a:lnTo>
                  <a:lnTo>
                    <a:pt x="2644734" y="1578260"/>
                  </a:lnTo>
                  <a:lnTo>
                    <a:pt x="2645465" y="1578747"/>
                  </a:lnTo>
                  <a:lnTo>
                    <a:pt x="2645286" y="1579447"/>
                  </a:lnTo>
                  <a:lnTo>
                    <a:pt x="2645725" y="1580013"/>
                  </a:lnTo>
                  <a:lnTo>
                    <a:pt x="2647467" y="1580507"/>
                  </a:lnTo>
                  <a:lnTo>
                    <a:pt x="2648903" y="1581772"/>
                  </a:lnTo>
                  <a:lnTo>
                    <a:pt x="2649850" y="1583256"/>
                  </a:lnTo>
                  <a:lnTo>
                    <a:pt x="2649564" y="1583768"/>
                  </a:lnTo>
                  <a:lnTo>
                    <a:pt x="2655912" y="1591754"/>
                  </a:lnTo>
                  <a:lnTo>
                    <a:pt x="2656750" y="1593730"/>
                  </a:lnTo>
                  <a:lnTo>
                    <a:pt x="2656898" y="1595543"/>
                  </a:lnTo>
                  <a:lnTo>
                    <a:pt x="2656537" y="1597171"/>
                  </a:lnTo>
                  <a:lnTo>
                    <a:pt x="2655815" y="1598148"/>
                  </a:lnTo>
                  <a:lnTo>
                    <a:pt x="2654437" y="1599219"/>
                  </a:lnTo>
                  <a:lnTo>
                    <a:pt x="2653706" y="1601313"/>
                  </a:lnTo>
                  <a:lnTo>
                    <a:pt x="2651619" y="1603495"/>
                  </a:lnTo>
                  <a:lnTo>
                    <a:pt x="2651158" y="1604541"/>
                  </a:lnTo>
                  <a:lnTo>
                    <a:pt x="2650940" y="1605869"/>
                  </a:lnTo>
                  <a:lnTo>
                    <a:pt x="2651029" y="1607266"/>
                  </a:lnTo>
                  <a:lnTo>
                    <a:pt x="2651737" y="1610317"/>
                  </a:lnTo>
                  <a:lnTo>
                    <a:pt x="2651443" y="1613116"/>
                  </a:lnTo>
                  <a:lnTo>
                    <a:pt x="2652530" y="1615681"/>
                  </a:lnTo>
                  <a:lnTo>
                    <a:pt x="2652521" y="1617510"/>
                  </a:lnTo>
                  <a:lnTo>
                    <a:pt x="2653168" y="1619253"/>
                  </a:lnTo>
                  <a:lnTo>
                    <a:pt x="2653311" y="1620680"/>
                  </a:lnTo>
                  <a:lnTo>
                    <a:pt x="2652554" y="1629927"/>
                  </a:lnTo>
                  <a:lnTo>
                    <a:pt x="2651138" y="1636419"/>
                  </a:lnTo>
                  <a:lnTo>
                    <a:pt x="2649126" y="1641400"/>
                  </a:lnTo>
                  <a:lnTo>
                    <a:pt x="2649755" y="1643771"/>
                  </a:lnTo>
                  <a:lnTo>
                    <a:pt x="2649650" y="1644708"/>
                  </a:lnTo>
                  <a:lnTo>
                    <a:pt x="2648672" y="1646617"/>
                  </a:lnTo>
                  <a:lnTo>
                    <a:pt x="2648430" y="1648060"/>
                  </a:lnTo>
                  <a:lnTo>
                    <a:pt x="2648737" y="1649996"/>
                  </a:lnTo>
                  <a:lnTo>
                    <a:pt x="2649949" y="1652328"/>
                  </a:lnTo>
                  <a:lnTo>
                    <a:pt x="2650375" y="1654329"/>
                  </a:lnTo>
                  <a:lnTo>
                    <a:pt x="2650123" y="1656158"/>
                  </a:lnTo>
                  <a:lnTo>
                    <a:pt x="2648822" y="1659046"/>
                  </a:lnTo>
                  <a:lnTo>
                    <a:pt x="2648895" y="1659786"/>
                  </a:lnTo>
                  <a:lnTo>
                    <a:pt x="2649564" y="1661464"/>
                  </a:lnTo>
                  <a:lnTo>
                    <a:pt x="2649348" y="1663450"/>
                  </a:lnTo>
                  <a:lnTo>
                    <a:pt x="2649640" y="1667967"/>
                  </a:lnTo>
                  <a:lnTo>
                    <a:pt x="2649483" y="1669226"/>
                  </a:lnTo>
                  <a:lnTo>
                    <a:pt x="2648867" y="1670650"/>
                  </a:lnTo>
                  <a:lnTo>
                    <a:pt x="2648701" y="1671791"/>
                  </a:lnTo>
                  <a:lnTo>
                    <a:pt x="2650400" y="1676272"/>
                  </a:lnTo>
                  <a:lnTo>
                    <a:pt x="2650584" y="1677508"/>
                  </a:lnTo>
                  <a:lnTo>
                    <a:pt x="2649584" y="1680462"/>
                  </a:lnTo>
                  <a:lnTo>
                    <a:pt x="2647483" y="1683642"/>
                  </a:lnTo>
                  <a:lnTo>
                    <a:pt x="2645631" y="1685827"/>
                  </a:lnTo>
                  <a:lnTo>
                    <a:pt x="2645432" y="1686739"/>
                  </a:lnTo>
                  <a:lnTo>
                    <a:pt x="2645715" y="1687441"/>
                  </a:lnTo>
                  <a:lnTo>
                    <a:pt x="2646927" y="1688449"/>
                  </a:lnTo>
                  <a:lnTo>
                    <a:pt x="2647476" y="1689364"/>
                  </a:lnTo>
                  <a:lnTo>
                    <a:pt x="2648186" y="1691822"/>
                  </a:lnTo>
                  <a:lnTo>
                    <a:pt x="2648349" y="1695438"/>
                  </a:lnTo>
                  <a:lnTo>
                    <a:pt x="2650191" y="1698915"/>
                  </a:lnTo>
                  <a:lnTo>
                    <a:pt x="2650266" y="1699936"/>
                  </a:lnTo>
                  <a:lnTo>
                    <a:pt x="2649736" y="1702694"/>
                  </a:lnTo>
                  <a:lnTo>
                    <a:pt x="2649714" y="1704410"/>
                  </a:lnTo>
                  <a:lnTo>
                    <a:pt x="2650074" y="1705107"/>
                  </a:lnTo>
                  <a:lnTo>
                    <a:pt x="2651188" y="1706109"/>
                  </a:lnTo>
                  <a:lnTo>
                    <a:pt x="2651712" y="1707817"/>
                  </a:lnTo>
                  <a:lnTo>
                    <a:pt x="2653204" y="1708861"/>
                  </a:lnTo>
                  <a:lnTo>
                    <a:pt x="2653808" y="1709656"/>
                  </a:lnTo>
                  <a:lnTo>
                    <a:pt x="2654096" y="1713378"/>
                  </a:lnTo>
                  <a:lnTo>
                    <a:pt x="2655027" y="1715786"/>
                  </a:lnTo>
                  <a:lnTo>
                    <a:pt x="2655698" y="1719145"/>
                  </a:lnTo>
                  <a:lnTo>
                    <a:pt x="2656526" y="1720477"/>
                  </a:lnTo>
                  <a:lnTo>
                    <a:pt x="2657301" y="1721017"/>
                  </a:lnTo>
                  <a:lnTo>
                    <a:pt x="2658462" y="1721138"/>
                  </a:lnTo>
                  <a:lnTo>
                    <a:pt x="2659008" y="1721479"/>
                  </a:lnTo>
                  <a:lnTo>
                    <a:pt x="2661827" y="1724767"/>
                  </a:lnTo>
                  <a:lnTo>
                    <a:pt x="2662832" y="1727439"/>
                  </a:lnTo>
                  <a:lnTo>
                    <a:pt x="2663426" y="1728381"/>
                  </a:lnTo>
                  <a:lnTo>
                    <a:pt x="2665767" y="1730075"/>
                  </a:lnTo>
                  <a:lnTo>
                    <a:pt x="2667568" y="1732070"/>
                  </a:lnTo>
                  <a:lnTo>
                    <a:pt x="2667627" y="1733144"/>
                  </a:lnTo>
                  <a:lnTo>
                    <a:pt x="2665754" y="1738113"/>
                  </a:lnTo>
                  <a:lnTo>
                    <a:pt x="2666166" y="1738905"/>
                  </a:lnTo>
                  <a:lnTo>
                    <a:pt x="2667444" y="1739556"/>
                  </a:lnTo>
                  <a:lnTo>
                    <a:pt x="2667658" y="1741016"/>
                  </a:lnTo>
                  <a:lnTo>
                    <a:pt x="2668007" y="1741592"/>
                  </a:lnTo>
                  <a:lnTo>
                    <a:pt x="2670296" y="1742506"/>
                  </a:lnTo>
                  <a:lnTo>
                    <a:pt x="2672873" y="1742998"/>
                  </a:lnTo>
                  <a:lnTo>
                    <a:pt x="2673682" y="1742785"/>
                  </a:lnTo>
                  <a:lnTo>
                    <a:pt x="2676871" y="1740544"/>
                  </a:lnTo>
                  <a:lnTo>
                    <a:pt x="2677523" y="1740582"/>
                  </a:lnTo>
                  <a:lnTo>
                    <a:pt x="2678397" y="1741237"/>
                  </a:lnTo>
                  <a:lnTo>
                    <a:pt x="2679110" y="1741396"/>
                  </a:lnTo>
                  <a:lnTo>
                    <a:pt x="2679705" y="1741514"/>
                  </a:lnTo>
                  <a:lnTo>
                    <a:pt x="2682318" y="1742934"/>
                  </a:lnTo>
                  <a:lnTo>
                    <a:pt x="2685169" y="1747030"/>
                  </a:lnTo>
                  <a:lnTo>
                    <a:pt x="2686813" y="1750121"/>
                  </a:lnTo>
                  <a:lnTo>
                    <a:pt x="2687457" y="1750711"/>
                  </a:lnTo>
                  <a:lnTo>
                    <a:pt x="2688290" y="1750804"/>
                  </a:lnTo>
                  <a:lnTo>
                    <a:pt x="2690950" y="1750114"/>
                  </a:lnTo>
                  <a:lnTo>
                    <a:pt x="2694950" y="1748307"/>
                  </a:lnTo>
                  <a:lnTo>
                    <a:pt x="2695591" y="1748405"/>
                  </a:lnTo>
                  <a:lnTo>
                    <a:pt x="2696719" y="1749104"/>
                  </a:lnTo>
                  <a:lnTo>
                    <a:pt x="2696858" y="1749979"/>
                  </a:lnTo>
                  <a:lnTo>
                    <a:pt x="2695876" y="1751197"/>
                  </a:lnTo>
                  <a:lnTo>
                    <a:pt x="2695264" y="1753614"/>
                  </a:lnTo>
                  <a:lnTo>
                    <a:pt x="2694986" y="1756602"/>
                  </a:lnTo>
                  <a:lnTo>
                    <a:pt x="2694386" y="1758849"/>
                  </a:lnTo>
                  <a:lnTo>
                    <a:pt x="2694762" y="1759773"/>
                  </a:lnTo>
                  <a:lnTo>
                    <a:pt x="2696286" y="1760532"/>
                  </a:lnTo>
                  <a:lnTo>
                    <a:pt x="2696821" y="1761272"/>
                  </a:lnTo>
                  <a:lnTo>
                    <a:pt x="2697210" y="1763490"/>
                  </a:lnTo>
                  <a:lnTo>
                    <a:pt x="2696319" y="1765219"/>
                  </a:lnTo>
                  <a:lnTo>
                    <a:pt x="2696257" y="1766258"/>
                  </a:lnTo>
                  <a:lnTo>
                    <a:pt x="2696783" y="1767078"/>
                  </a:lnTo>
                  <a:lnTo>
                    <a:pt x="2702457" y="1771523"/>
                  </a:lnTo>
                  <a:lnTo>
                    <a:pt x="2703037" y="1773270"/>
                  </a:lnTo>
                  <a:lnTo>
                    <a:pt x="2705092" y="1775180"/>
                  </a:lnTo>
                  <a:lnTo>
                    <a:pt x="2706595" y="1777708"/>
                  </a:lnTo>
                  <a:lnTo>
                    <a:pt x="2708648" y="1782031"/>
                  </a:lnTo>
                  <a:lnTo>
                    <a:pt x="2709574" y="1785869"/>
                  </a:lnTo>
                  <a:lnTo>
                    <a:pt x="2710588" y="1786861"/>
                  </a:lnTo>
                  <a:lnTo>
                    <a:pt x="2711961" y="1789123"/>
                  </a:lnTo>
                  <a:lnTo>
                    <a:pt x="2712098" y="1789986"/>
                  </a:lnTo>
                  <a:lnTo>
                    <a:pt x="2711112" y="1795161"/>
                  </a:lnTo>
                  <a:lnTo>
                    <a:pt x="2710604" y="1800180"/>
                  </a:lnTo>
                  <a:lnTo>
                    <a:pt x="2709455" y="1804258"/>
                  </a:lnTo>
                  <a:lnTo>
                    <a:pt x="2709049" y="1811368"/>
                  </a:lnTo>
                  <a:lnTo>
                    <a:pt x="2709266" y="1812531"/>
                  </a:lnTo>
                  <a:lnTo>
                    <a:pt x="2710927" y="1815799"/>
                  </a:lnTo>
                  <a:lnTo>
                    <a:pt x="2711152" y="1817049"/>
                  </a:lnTo>
                  <a:lnTo>
                    <a:pt x="2710269" y="1822088"/>
                  </a:lnTo>
                  <a:lnTo>
                    <a:pt x="2710780" y="1826157"/>
                  </a:lnTo>
                  <a:lnTo>
                    <a:pt x="2710831" y="1828459"/>
                  </a:lnTo>
                  <a:lnTo>
                    <a:pt x="2708908" y="1836996"/>
                  </a:lnTo>
                  <a:lnTo>
                    <a:pt x="2707341" y="1835953"/>
                  </a:lnTo>
                  <a:lnTo>
                    <a:pt x="2697571" y="1831683"/>
                  </a:lnTo>
                  <a:lnTo>
                    <a:pt x="2693726" y="1828997"/>
                  </a:lnTo>
                  <a:lnTo>
                    <a:pt x="2691538" y="1827863"/>
                  </a:lnTo>
                  <a:lnTo>
                    <a:pt x="2688997" y="1827255"/>
                  </a:lnTo>
                  <a:lnTo>
                    <a:pt x="2684567" y="1827049"/>
                  </a:lnTo>
                  <a:lnTo>
                    <a:pt x="2682648" y="1826500"/>
                  </a:lnTo>
                  <a:lnTo>
                    <a:pt x="2679940" y="1825130"/>
                  </a:lnTo>
                  <a:lnTo>
                    <a:pt x="2677324" y="1822958"/>
                  </a:lnTo>
                  <a:lnTo>
                    <a:pt x="2675642" y="1820914"/>
                  </a:lnTo>
                  <a:lnTo>
                    <a:pt x="2674165" y="1818357"/>
                  </a:lnTo>
                  <a:lnTo>
                    <a:pt x="2673117" y="1815303"/>
                  </a:lnTo>
                  <a:lnTo>
                    <a:pt x="2671725" y="1809703"/>
                  </a:lnTo>
                  <a:lnTo>
                    <a:pt x="2670327" y="1806388"/>
                  </a:lnTo>
                  <a:lnTo>
                    <a:pt x="2668870" y="1804105"/>
                  </a:lnTo>
                  <a:lnTo>
                    <a:pt x="2667408" y="1802347"/>
                  </a:lnTo>
                  <a:lnTo>
                    <a:pt x="2665958" y="1800982"/>
                  </a:lnTo>
                  <a:lnTo>
                    <a:pt x="2663234" y="1799187"/>
                  </a:lnTo>
                  <a:lnTo>
                    <a:pt x="2660030" y="1797829"/>
                  </a:lnTo>
                  <a:lnTo>
                    <a:pt x="2654050" y="1795780"/>
                  </a:lnTo>
                  <a:lnTo>
                    <a:pt x="2649354" y="1794238"/>
                  </a:lnTo>
                  <a:lnTo>
                    <a:pt x="2646935" y="1793721"/>
                  </a:lnTo>
                  <a:lnTo>
                    <a:pt x="2627990" y="1791265"/>
                  </a:lnTo>
                  <a:lnTo>
                    <a:pt x="2621820" y="1790938"/>
                  </a:lnTo>
                  <a:lnTo>
                    <a:pt x="2616442" y="1790441"/>
                  </a:lnTo>
                  <a:lnTo>
                    <a:pt x="2612251" y="1789704"/>
                  </a:lnTo>
                  <a:lnTo>
                    <a:pt x="2607669" y="1788137"/>
                  </a:lnTo>
                  <a:lnTo>
                    <a:pt x="2604601" y="1786604"/>
                  </a:lnTo>
                  <a:lnTo>
                    <a:pt x="2601988" y="1784945"/>
                  </a:lnTo>
                  <a:lnTo>
                    <a:pt x="2594239" y="1777864"/>
                  </a:lnTo>
                  <a:lnTo>
                    <a:pt x="2579284" y="1763688"/>
                  </a:lnTo>
                  <a:lnTo>
                    <a:pt x="2575298" y="1760383"/>
                  </a:lnTo>
                  <a:lnTo>
                    <a:pt x="2569843" y="1757058"/>
                  </a:lnTo>
                  <a:lnTo>
                    <a:pt x="2563408" y="1754282"/>
                  </a:lnTo>
                  <a:lnTo>
                    <a:pt x="2559654" y="1753154"/>
                  </a:lnTo>
                  <a:lnTo>
                    <a:pt x="2550096" y="1751431"/>
                  </a:lnTo>
                  <a:lnTo>
                    <a:pt x="2547137" y="1750583"/>
                  </a:lnTo>
                  <a:lnTo>
                    <a:pt x="2537214" y="1745134"/>
                  </a:lnTo>
                  <a:lnTo>
                    <a:pt x="2533211" y="1743334"/>
                  </a:lnTo>
                  <a:lnTo>
                    <a:pt x="2529728" y="1742095"/>
                  </a:lnTo>
                  <a:lnTo>
                    <a:pt x="2523291" y="1740352"/>
                  </a:lnTo>
                  <a:lnTo>
                    <a:pt x="2516966" y="1739234"/>
                  </a:lnTo>
                  <a:lnTo>
                    <a:pt x="2512084" y="1738748"/>
                  </a:lnTo>
                  <a:lnTo>
                    <a:pt x="2507030" y="1738636"/>
                  </a:lnTo>
                  <a:lnTo>
                    <a:pt x="2492422" y="1739050"/>
                  </a:lnTo>
                  <a:lnTo>
                    <a:pt x="2484690" y="1739422"/>
                  </a:lnTo>
                  <a:lnTo>
                    <a:pt x="2478670" y="1740600"/>
                  </a:lnTo>
                  <a:lnTo>
                    <a:pt x="2465816" y="1744534"/>
                  </a:lnTo>
                  <a:lnTo>
                    <a:pt x="2448894" y="1750859"/>
                  </a:lnTo>
                  <a:lnTo>
                    <a:pt x="2445075" y="1752769"/>
                  </a:lnTo>
                  <a:lnTo>
                    <a:pt x="2441522" y="1755170"/>
                  </a:lnTo>
                  <a:lnTo>
                    <a:pt x="2436815" y="1759348"/>
                  </a:lnTo>
                  <a:lnTo>
                    <a:pt x="2432597" y="1763683"/>
                  </a:lnTo>
                  <a:lnTo>
                    <a:pt x="2428787" y="1766399"/>
                  </a:lnTo>
                  <a:lnTo>
                    <a:pt x="2421849" y="1771284"/>
                  </a:lnTo>
                  <a:lnTo>
                    <a:pt x="2417305" y="1775094"/>
                  </a:lnTo>
                  <a:lnTo>
                    <a:pt x="2415274" y="1777250"/>
                  </a:lnTo>
                  <a:lnTo>
                    <a:pt x="2413734" y="1778198"/>
                  </a:lnTo>
                  <a:lnTo>
                    <a:pt x="2412654" y="1778592"/>
                  </a:lnTo>
                  <a:lnTo>
                    <a:pt x="2410297" y="1778799"/>
                  </a:lnTo>
                  <a:lnTo>
                    <a:pt x="2406607" y="1778334"/>
                  </a:lnTo>
                  <a:lnTo>
                    <a:pt x="2405075" y="1778363"/>
                  </a:lnTo>
                  <a:lnTo>
                    <a:pt x="2402907" y="1778853"/>
                  </a:lnTo>
                  <a:lnTo>
                    <a:pt x="2398209" y="1780748"/>
                  </a:lnTo>
                  <a:lnTo>
                    <a:pt x="2396696" y="1780953"/>
                  </a:lnTo>
                  <a:lnTo>
                    <a:pt x="2394668" y="1780884"/>
                  </a:lnTo>
                  <a:lnTo>
                    <a:pt x="2390682" y="1780151"/>
                  </a:lnTo>
                  <a:lnTo>
                    <a:pt x="2385660" y="1778373"/>
                  </a:lnTo>
                  <a:lnTo>
                    <a:pt x="2383261" y="1778074"/>
                  </a:lnTo>
                  <a:lnTo>
                    <a:pt x="2381238" y="1778099"/>
                  </a:lnTo>
                  <a:lnTo>
                    <a:pt x="2379231" y="1778410"/>
                  </a:lnTo>
                  <a:lnTo>
                    <a:pt x="2377203" y="1779091"/>
                  </a:lnTo>
                  <a:lnTo>
                    <a:pt x="2368909" y="1782835"/>
                  </a:lnTo>
                  <a:lnTo>
                    <a:pt x="2365575" y="1784645"/>
                  </a:lnTo>
                  <a:lnTo>
                    <a:pt x="2363825" y="1785151"/>
                  </a:lnTo>
                  <a:lnTo>
                    <a:pt x="2360239" y="1785246"/>
                  </a:lnTo>
                  <a:lnTo>
                    <a:pt x="2356058" y="1784193"/>
                  </a:lnTo>
                  <a:lnTo>
                    <a:pt x="2353866" y="1783657"/>
                  </a:lnTo>
                  <a:lnTo>
                    <a:pt x="2351396" y="1783529"/>
                  </a:lnTo>
                  <a:lnTo>
                    <a:pt x="2344296" y="1782266"/>
                  </a:lnTo>
                  <a:lnTo>
                    <a:pt x="2341706" y="1782036"/>
                  </a:lnTo>
                  <a:lnTo>
                    <a:pt x="2336581" y="1782203"/>
                  </a:lnTo>
                  <a:lnTo>
                    <a:pt x="2332765" y="1781437"/>
                  </a:lnTo>
                  <a:lnTo>
                    <a:pt x="2330264" y="1780268"/>
                  </a:lnTo>
                  <a:lnTo>
                    <a:pt x="2323973" y="1775671"/>
                  </a:lnTo>
                  <a:lnTo>
                    <a:pt x="2319310" y="1772796"/>
                  </a:lnTo>
                  <a:lnTo>
                    <a:pt x="2315188" y="1770791"/>
                  </a:lnTo>
                  <a:lnTo>
                    <a:pt x="2311963" y="1769676"/>
                  </a:lnTo>
                  <a:lnTo>
                    <a:pt x="2308505" y="1769185"/>
                  </a:lnTo>
                  <a:lnTo>
                    <a:pt x="2304348" y="1769440"/>
                  </a:lnTo>
                  <a:lnTo>
                    <a:pt x="2299048" y="1770431"/>
                  </a:lnTo>
                  <a:lnTo>
                    <a:pt x="2289887" y="1770614"/>
                  </a:lnTo>
                  <a:lnTo>
                    <a:pt x="2282412" y="1771930"/>
                  </a:lnTo>
                  <a:lnTo>
                    <a:pt x="2282252" y="1773063"/>
                  </a:lnTo>
                  <a:lnTo>
                    <a:pt x="2283834" y="1776892"/>
                  </a:lnTo>
                  <a:lnTo>
                    <a:pt x="2284816" y="1778756"/>
                  </a:lnTo>
                  <a:lnTo>
                    <a:pt x="2286536" y="1780306"/>
                  </a:lnTo>
                  <a:lnTo>
                    <a:pt x="2287205" y="1781814"/>
                  </a:lnTo>
                  <a:lnTo>
                    <a:pt x="2287170" y="1783290"/>
                  </a:lnTo>
                  <a:lnTo>
                    <a:pt x="2287607" y="1785716"/>
                  </a:lnTo>
                  <a:lnTo>
                    <a:pt x="2287576" y="1788674"/>
                  </a:lnTo>
                  <a:lnTo>
                    <a:pt x="2287393" y="1792410"/>
                  </a:lnTo>
                  <a:lnTo>
                    <a:pt x="2287077" y="1793496"/>
                  </a:lnTo>
                  <a:lnTo>
                    <a:pt x="2286050" y="1794999"/>
                  </a:lnTo>
                  <a:lnTo>
                    <a:pt x="2283617" y="1794810"/>
                  </a:lnTo>
                  <a:lnTo>
                    <a:pt x="2282481" y="1793943"/>
                  </a:lnTo>
                  <a:lnTo>
                    <a:pt x="2282360" y="1794189"/>
                  </a:lnTo>
                  <a:lnTo>
                    <a:pt x="2281590" y="1794500"/>
                  </a:lnTo>
                  <a:lnTo>
                    <a:pt x="2280624" y="1794287"/>
                  </a:lnTo>
                  <a:lnTo>
                    <a:pt x="2280086" y="1794393"/>
                  </a:lnTo>
                  <a:lnTo>
                    <a:pt x="2279888" y="1794622"/>
                  </a:lnTo>
                  <a:lnTo>
                    <a:pt x="2279937" y="1795246"/>
                  </a:lnTo>
                  <a:lnTo>
                    <a:pt x="2277164" y="1795988"/>
                  </a:lnTo>
                  <a:lnTo>
                    <a:pt x="2275826" y="1796896"/>
                  </a:lnTo>
                  <a:lnTo>
                    <a:pt x="2275107" y="1795132"/>
                  </a:lnTo>
                  <a:lnTo>
                    <a:pt x="2273921" y="1794111"/>
                  </a:lnTo>
                  <a:lnTo>
                    <a:pt x="2273492" y="1793384"/>
                  </a:lnTo>
                  <a:lnTo>
                    <a:pt x="2270783" y="1795059"/>
                  </a:lnTo>
                  <a:lnTo>
                    <a:pt x="2268634" y="1796955"/>
                  </a:lnTo>
                  <a:lnTo>
                    <a:pt x="2267990" y="1798242"/>
                  </a:lnTo>
                  <a:lnTo>
                    <a:pt x="2266011" y="1800452"/>
                  </a:lnTo>
                  <a:lnTo>
                    <a:pt x="2265870" y="1802666"/>
                  </a:lnTo>
                  <a:lnTo>
                    <a:pt x="2266062" y="1803477"/>
                  </a:lnTo>
                  <a:lnTo>
                    <a:pt x="2265807" y="1804174"/>
                  </a:lnTo>
                  <a:lnTo>
                    <a:pt x="2265097" y="1804567"/>
                  </a:lnTo>
                  <a:lnTo>
                    <a:pt x="2263962" y="1806116"/>
                  </a:lnTo>
                  <a:lnTo>
                    <a:pt x="2263908" y="1806502"/>
                  </a:lnTo>
                  <a:lnTo>
                    <a:pt x="2264828" y="1808476"/>
                  </a:lnTo>
                  <a:lnTo>
                    <a:pt x="2264651" y="1809347"/>
                  </a:lnTo>
                  <a:lnTo>
                    <a:pt x="2265131" y="1810641"/>
                  </a:lnTo>
                  <a:lnTo>
                    <a:pt x="2265658" y="1811325"/>
                  </a:lnTo>
                  <a:lnTo>
                    <a:pt x="2264675" y="1810999"/>
                  </a:lnTo>
                  <a:lnTo>
                    <a:pt x="2263379" y="1811499"/>
                  </a:lnTo>
                  <a:lnTo>
                    <a:pt x="2262415" y="1812292"/>
                  </a:lnTo>
                  <a:lnTo>
                    <a:pt x="2261548" y="1812465"/>
                  </a:lnTo>
                  <a:lnTo>
                    <a:pt x="2261786" y="1813394"/>
                  </a:lnTo>
                  <a:lnTo>
                    <a:pt x="2259552" y="1813114"/>
                  </a:lnTo>
                  <a:lnTo>
                    <a:pt x="2256301" y="1814132"/>
                  </a:lnTo>
                  <a:lnTo>
                    <a:pt x="2254148" y="1814377"/>
                  </a:lnTo>
                  <a:lnTo>
                    <a:pt x="2253719" y="1813381"/>
                  </a:lnTo>
                  <a:lnTo>
                    <a:pt x="2252774" y="1812601"/>
                  </a:lnTo>
                  <a:lnTo>
                    <a:pt x="2252184" y="1812888"/>
                  </a:lnTo>
                  <a:lnTo>
                    <a:pt x="2251750" y="1813868"/>
                  </a:lnTo>
                  <a:lnTo>
                    <a:pt x="2250767" y="1814071"/>
                  </a:lnTo>
                  <a:lnTo>
                    <a:pt x="2249724" y="1813182"/>
                  </a:lnTo>
                  <a:lnTo>
                    <a:pt x="2247807" y="1812350"/>
                  </a:lnTo>
                  <a:lnTo>
                    <a:pt x="2246411" y="1810544"/>
                  </a:lnTo>
                  <a:lnTo>
                    <a:pt x="2246335" y="1810676"/>
                  </a:lnTo>
                  <a:lnTo>
                    <a:pt x="2245533" y="1810079"/>
                  </a:lnTo>
                  <a:lnTo>
                    <a:pt x="2244812" y="1810514"/>
                  </a:lnTo>
                  <a:lnTo>
                    <a:pt x="2243913" y="1810468"/>
                  </a:lnTo>
                  <a:lnTo>
                    <a:pt x="2243595" y="1810156"/>
                  </a:lnTo>
                  <a:lnTo>
                    <a:pt x="2243309" y="1808567"/>
                  </a:lnTo>
                  <a:lnTo>
                    <a:pt x="2241617" y="1809210"/>
                  </a:lnTo>
                  <a:lnTo>
                    <a:pt x="2241937" y="1809669"/>
                  </a:lnTo>
                  <a:lnTo>
                    <a:pt x="2241413" y="1810745"/>
                  </a:lnTo>
                  <a:lnTo>
                    <a:pt x="2240867" y="1810108"/>
                  </a:lnTo>
                  <a:lnTo>
                    <a:pt x="2240523" y="1810799"/>
                  </a:lnTo>
                  <a:lnTo>
                    <a:pt x="2239845" y="1809651"/>
                  </a:lnTo>
                  <a:lnTo>
                    <a:pt x="2239356" y="1809327"/>
                  </a:lnTo>
                  <a:lnTo>
                    <a:pt x="2238431" y="1809705"/>
                  </a:lnTo>
                  <a:lnTo>
                    <a:pt x="2234830" y="1812436"/>
                  </a:lnTo>
                  <a:lnTo>
                    <a:pt x="2234036" y="1811398"/>
                  </a:lnTo>
                  <a:lnTo>
                    <a:pt x="2233812" y="1810559"/>
                  </a:lnTo>
                  <a:lnTo>
                    <a:pt x="2234032" y="1810246"/>
                  </a:lnTo>
                  <a:lnTo>
                    <a:pt x="2233862" y="1809528"/>
                  </a:lnTo>
                  <a:lnTo>
                    <a:pt x="2233384" y="1809238"/>
                  </a:lnTo>
                  <a:lnTo>
                    <a:pt x="2233147" y="1808176"/>
                  </a:lnTo>
                  <a:lnTo>
                    <a:pt x="2234059" y="1807656"/>
                  </a:lnTo>
                  <a:lnTo>
                    <a:pt x="2233479" y="1806788"/>
                  </a:lnTo>
                  <a:lnTo>
                    <a:pt x="2234909" y="1805602"/>
                  </a:lnTo>
                  <a:lnTo>
                    <a:pt x="2234769" y="1804585"/>
                  </a:lnTo>
                  <a:lnTo>
                    <a:pt x="2234238" y="1803719"/>
                  </a:lnTo>
                  <a:lnTo>
                    <a:pt x="2234759" y="1802987"/>
                  </a:lnTo>
                  <a:lnTo>
                    <a:pt x="2235694" y="1803364"/>
                  </a:lnTo>
                  <a:lnTo>
                    <a:pt x="2236026" y="1803945"/>
                  </a:lnTo>
                  <a:lnTo>
                    <a:pt x="2238021" y="1801973"/>
                  </a:lnTo>
                  <a:lnTo>
                    <a:pt x="2236126" y="1801180"/>
                  </a:lnTo>
                  <a:lnTo>
                    <a:pt x="2233045" y="1801343"/>
                  </a:lnTo>
                  <a:lnTo>
                    <a:pt x="2232056" y="1800776"/>
                  </a:lnTo>
                  <a:lnTo>
                    <a:pt x="2230730" y="1799169"/>
                  </a:lnTo>
                  <a:lnTo>
                    <a:pt x="2228772" y="1798473"/>
                  </a:lnTo>
                  <a:lnTo>
                    <a:pt x="2226920" y="1798391"/>
                  </a:lnTo>
                  <a:lnTo>
                    <a:pt x="2225260" y="1798032"/>
                  </a:lnTo>
                  <a:lnTo>
                    <a:pt x="2223062" y="1798786"/>
                  </a:lnTo>
                  <a:lnTo>
                    <a:pt x="2222027" y="1800457"/>
                  </a:lnTo>
                  <a:lnTo>
                    <a:pt x="2221166" y="1801087"/>
                  </a:lnTo>
                  <a:lnTo>
                    <a:pt x="2219951" y="1802515"/>
                  </a:lnTo>
                  <a:lnTo>
                    <a:pt x="2219822" y="1803178"/>
                  </a:lnTo>
                  <a:lnTo>
                    <a:pt x="2218994" y="1804629"/>
                  </a:lnTo>
                  <a:lnTo>
                    <a:pt x="2218374" y="1805023"/>
                  </a:lnTo>
                  <a:lnTo>
                    <a:pt x="2217746" y="1805083"/>
                  </a:lnTo>
                  <a:lnTo>
                    <a:pt x="2218297" y="1805626"/>
                  </a:lnTo>
                  <a:lnTo>
                    <a:pt x="2218683" y="1807933"/>
                  </a:lnTo>
                  <a:lnTo>
                    <a:pt x="2218363" y="1809224"/>
                  </a:lnTo>
                  <a:lnTo>
                    <a:pt x="2217994" y="1809526"/>
                  </a:lnTo>
                  <a:lnTo>
                    <a:pt x="2217151" y="1809607"/>
                  </a:lnTo>
                  <a:lnTo>
                    <a:pt x="2216152" y="1809092"/>
                  </a:lnTo>
                  <a:lnTo>
                    <a:pt x="2215217" y="1809023"/>
                  </a:lnTo>
                  <a:lnTo>
                    <a:pt x="2214969" y="1808500"/>
                  </a:lnTo>
                  <a:lnTo>
                    <a:pt x="2214394" y="1808058"/>
                  </a:lnTo>
                  <a:lnTo>
                    <a:pt x="2213902" y="1808099"/>
                  </a:lnTo>
                  <a:lnTo>
                    <a:pt x="2213160" y="1808371"/>
                  </a:lnTo>
                  <a:lnTo>
                    <a:pt x="2213173" y="1809354"/>
                  </a:lnTo>
                  <a:lnTo>
                    <a:pt x="2211706" y="1809825"/>
                  </a:lnTo>
                  <a:lnTo>
                    <a:pt x="2209639" y="1811887"/>
                  </a:lnTo>
                  <a:lnTo>
                    <a:pt x="2208615" y="1811363"/>
                  </a:lnTo>
                  <a:lnTo>
                    <a:pt x="2209058" y="1810897"/>
                  </a:lnTo>
                  <a:lnTo>
                    <a:pt x="2206126" y="1809793"/>
                  </a:lnTo>
                  <a:lnTo>
                    <a:pt x="2204224" y="1810220"/>
                  </a:lnTo>
                  <a:lnTo>
                    <a:pt x="2204173" y="1810680"/>
                  </a:lnTo>
                  <a:lnTo>
                    <a:pt x="2205041" y="1813647"/>
                  </a:lnTo>
                  <a:lnTo>
                    <a:pt x="2204402" y="1813527"/>
                  </a:lnTo>
                  <a:lnTo>
                    <a:pt x="2204023" y="1813762"/>
                  </a:lnTo>
                  <a:lnTo>
                    <a:pt x="2202499" y="1813924"/>
                  </a:lnTo>
                  <a:lnTo>
                    <a:pt x="2201326" y="1812875"/>
                  </a:lnTo>
                  <a:lnTo>
                    <a:pt x="2199816" y="1815245"/>
                  </a:lnTo>
                  <a:lnTo>
                    <a:pt x="2198940" y="1814529"/>
                  </a:lnTo>
                  <a:lnTo>
                    <a:pt x="2196372" y="1813922"/>
                  </a:lnTo>
                  <a:lnTo>
                    <a:pt x="2195752" y="1815498"/>
                  </a:lnTo>
                  <a:lnTo>
                    <a:pt x="2195192" y="1815025"/>
                  </a:lnTo>
                  <a:lnTo>
                    <a:pt x="2194189" y="1814947"/>
                  </a:lnTo>
                  <a:lnTo>
                    <a:pt x="2194428" y="1815700"/>
                  </a:lnTo>
                  <a:lnTo>
                    <a:pt x="2194389" y="1817901"/>
                  </a:lnTo>
                  <a:lnTo>
                    <a:pt x="2194223" y="1818754"/>
                  </a:lnTo>
                  <a:lnTo>
                    <a:pt x="2193747" y="1819325"/>
                  </a:lnTo>
                  <a:lnTo>
                    <a:pt x="2193686" y="1820597"/>
                  </a:lnTo>
                  <a:lnTo>
                    <a:pt x="2193882" y="1821408"/>
                  </a:lnTo>
                  <a:lnTo>
                    <a:pt x="2193623" y="1822862"/>
                  </a:lnTo>
                  <a:lnTo>
                    <a:pt x="2190811" y="1822245"/>
                  </a:lnTo>
                  <a:lnTo>
                    <a:pt x="2188979" y="1823094"/>
                  </a:lnTo>
                  <a:lnTo>
                    <a:pt x="2188342" y="1823631"/>
                  </a:lnTo>
                  <a:lnTo>
                    <a:pt x="2188159" y="1824184"/>
                  </a:lnTo>
                  <a:lnTo>
                    <a:pt x="2187940" y="1824101"/>
                  </a:lnTo>
                  <a:lnTo>
                    <a:pt x="2187398" y="1824753"/>
                  </a:lnTo>
                  <a:lnTo>
                    <a:pt x="2185567" y="1825946"/>
                  </a:lnTo>
                  <a:lnTo>
                    <a:pt x="2185456" y="1826985"/>
                  </a:lnTo>
                  <a:lnTo>
                    <a:pt x="2185022" y="1828122"/>
                  </a:lnTo>
                  <a:lnTo>
                    <a:pt x="2184862" y="1829838"/>
                  </a:lnTo>
                  <a:lnTo>
                    <a:pt x="2183497" y="1830058"/>
                  </a:lnTo>
                  <a:lnTo>
                    <a:pt x="2179918" y="1828400"/>
                  </a:lnTo>
                  <a:lnTo>
                    <a:pt x="2179975" y="1828187"/>
                  </a:lnTo>
                  <a:lnTo>
                    <a:pt x="2178891" y="1828034"/>
                  </a:lnTo>
                  <a:lnTo>
                    <a:pt x="2178280" y="1827705"/>
                  </a:lnTo>
                  <a:lnTo>
                    <a:pt x="2178135" y="1827991"/>
                  </a:lnTo>
                  <a:lnTo>
                    <a:pt x="2178701" y="1828256"/>
                  </a:lnTo>
                  <a:lnTo>
                    <a:pt x="2178134" y="1829892"/>
                  </a:lnTo>
                  <a:lnTo>
                    <a:pt x="2177407" y="1829420"/>
                  </a:lnTo>
                  <a:lnTo>
                    <a:pt x="2177103" y="1828901"/>
                  </a:lnTo>
                  <a:lnTo>
                    <a:pt x="2175757" y="1828456"/>
                  </a:lnTo>
                  <a:lnTo>
                    <a:pt x="2175867" y="1827726"/>
                  </a:lnTo>
                  <a:lnTo>
                    <a:pt x="2173955" y="1828735"/>
                  </a:lnTo>
                  <a:lnTo>
                    <a:pt x="2173565" y="1829541"/>
                  </a:lnTo>
                  <a:lnTo>
                    <a:pt x="2172524" y="1830608"/>
                  </a:lnTo>
                  <a:lnTo>
                    <a:pt x="2171946" y="1832160"/>
                  </a:lnTo>
                  <a:lnTo>
                    <a:pt x="2171842" y="1833123"/>
                  </a:lnTo>
                  <a:lnTo>
                    <a:pt x="2171346" y="1832591"/>
                  </a:lnTo>
                  <a:lnTo>
                    <a:pt x="2171190" y="1831960"/>
                  </a:lnTo>
                  <a:lnTo>
                    <a:pt x="2170776" y="1831742"/>
                  </a:lnTo>
                  <a:lnTo>
                    <a:pt x="2167997" y="1833194"/>
                  </a:lnTo>
                  <a:lnTo>
                    <a:pt x="2168604" y="1834786"/>
                  </a:lnTo>
                  <a:lnTo>
                    <a:pt x="2170423" y="1835640"/>
                  </a:lnTo>
                  <a:lnTo>
                    <a:pt x="2171527" y="1836917"/>
                  </a:lnTo>
                  <a:lnTo>
                    <a:pt x="2170561" y="1838279"/>
                  </a:lnTo>
                  <a:lnTo>
                    <a:pt x="2170765" y="1840348"/>
                  </a:lnTo>
                  <a:lnTo>
                    <a:pt x="2171053" y="1840564"/>
                  </a:lnTo>
                  <a:lnTo>
                    <a:pt x="2171586" y="1840086"/>
                  </a:lnTo>
                  <a:lnTo>
                    <a:pt x="2172888" y="1840038"/>
                  </a:lnTo>
                  <a:lnTo>
                    <a:pt x="2172822" y="1841315"/>
                  </a:lnTo>
                  <a:lnTo>
                    <a:pt x="2173159" y="1844438"/>
                  </a:lnTo>
                  <a:lnTo>
                    <a:pt x="2173913" y="1849027"/>
                  </a:lnTo>
                  <a:lnTo>
                    <a:pt x="2173734" y="1849611"/>
                  </a:lnTo>
                  <a:lnTo>
                    <a:pt x="2174655" y="1850502"/>
                  </a:lnTo>
                  <a:lnTo>
                    <a:pt x="2175618" y="1852802"/>
                  </a:lnTo>
                  <a:lnTo>
                    <a:pt x="2175860" y="1852818"/>
                  </a:lnTo>
                  <a:lnTo>
                    <a:pt x="2176135" y="1853577"/>
                  </a:lnTo>
                  <a:lnTo>
                    <a:pt x="2175952" y="1853813"/>
                  </a:lnTo>
                  <a:lnTo>
                    <a:pt x="2176178" y="1854024"/>
                  </a:lnTo>
                  <a:lnTo>
                    <a:pt x="2175913" y="1854425"/>
                  </a:lnTo>
                  <a:lnTo>
                    <a:pt x="2176300" y="1854557"/>
                  </a:lnTo>
                  <a:lnTo>
                    <a:pt x="2176877" y="1855369"/>
                  </a:lnTo>
                  <a:lnTo>
                    <a:pt x="2177359" y="1855422"/>
                  </a:lnTo>
                  <a:lnTo>
                    <a:pt x="2177471" y="1856112"/>
                  </a:lnTo>
                  <a:lnTo>
                    <a:pt x="2177304" y="1856347"/>
                  </a:lnTo>
                  <a:lnTo>
                    <a:pt x="2177603" y="1856639"/>
                  </a:lnTo>
                  <a:lnTo>
                    <a:pt x="2177637" y="1857279"/>
                  </a:lnTo>
                  <a:lnTo>
                    <a:pt x="2178410" y="1857901"/>
                  </a:lnTo>
                  <a:lnTo>
                    <a:pt x="2178358" y="1858107"/>
                  </a:lnTo>
                  <a:lnTo>
                    <a:pt x="2178917" y="1858730"/>
                  </a:lnTo>
                  <a:lnTo>
                    <a:pt x="2178971" y="1859536"/>
                  </a:lnTo>
                  <a:lnTo>
                    <a:pt x="2178723" y="1860062"/>
                  </a:lnTo>
                  <a:lnTo>
                    <a:pt x="2179076" y="1860196"/>
                  </a:lnTo>
                  <a:lnTo>
                    <a:pt x="2178984" y="1861147"/>
                  </a:lnTo>
                  <a:lnTo>
                    <a:pt x="2179559" y="1861326"/>
                  </a:lnTo>
                  <a:lnTo>
                    <a:pt x="2179079" y="1862624"/>
                  </a:lnTo>
                  <a:lnTo>
                    <a:pt x="2179264" y="1863270"/>
                  </a:lnTo>
                  <a:lnTo>
                    <a:pt x="2178960" y="1863534"/>
                  </a:lnTo>
                  <a:lnTo>
                    <a:pt x="2178888" y="1865023"/>
                  </a:lnTo>
                  <a:lnTo>
                    <a:pt x="2178748" y="1865437"/>
                  </a:lnTo>
                  <a:lnTo>
                    <a:pt x="2178440" y="1865442"/>
                  </a:lnTo>
                  <a:lnTo>
                    <a:pt x="2178052" y="1865875"/>
                  </a:lnTo>
                  <a:lnTo>
                    <a:pt x="2177474" y="1867235"/>
                  </a:lnTo>
                  <a:lnTo>
                    <a:pt x="2172328" y="1865717"/>
                  </a:lnTo>
                  <a:lnTo>
                    <a:pt x="2172090" y="1866427"/>
                  </a:lnTo>
                  <a:lnTo>
                    <a:pt x="2171581" y="1868072"/>
                  </a:lnTo>
                  <a:lnTo>
                    <a:pt x="2170972" y="1868890"/>
                  </a:lnTo>
                  <a:lnTo>
                    <a:pt x="2169243" y="1870026"/>
                  </a:lnTo>
                  <a:lnTo>
                    <a:pt x="2169882" y="1870375"/>
                  </a:lnTo>
                  <a:lnTo>
                    <a:pt x="2169830" y="1870625"/>
                  </a:lnTo>
                  <a:lnTo>
                    <a:pt x="2170213" y="1870889"/>
                  </a:lnTo>
                  <a:lnTo>
                    <a:pt x="2170002" y="1872394"/>
                  </a:lnTo>
                  <a:lnTo>
                    <a:pt x="2170412" y="1873185"/>
                  </a:lnTo>
                  <a:lnTo>
                    <a:pt x="2169837" y="1873525"/>
                  </a:lnTo>
                  <a:lnTo>
                    <a:pt x="2169967" y="1874016"/>
                  </a:lnTo>
                  <a:lnTo>
                    <a:pt x="2170478" y="1874282"/>
                  </a:lnTo>
                  <a:lnTo>
                    <a:pt x="2170896" y="1875054"/>
                  </a:lnTo>
                  <a:lnTo>
                    <a:pt x="2171413" y="1875032"/>
                  </a:lnTo>
                  <a:lnTo>
                    <a:pt x="2171327" y="1875764"/>
                  </a:lnTo>
                  <a:lnTo>
                    <a:pt x="2172786" y="1875132"/>
                  </a:lnTo>
                  <a:lnTo>
                    <a:pt x="2173101" y="1876308"/>
                  </a:lnTo>
                  <a:lnTo>
                    <a:pt x="2172856" y="1876428"/>
                  </a:lnTo>
                  <a:lnTo>
                    <a:pt x="2172966" y="1876608"/>
                  </a:lnTo>
                  <a:lnTo>
                    <a:pt x="2174236" y="1877288"/>
                  </a:lnTo>
                  <a:lnTo>
                    <a:pt x="2174979" y="1877361"/>
                  </a:lnTo>
                  <a:lnTo>
                    <a:pt x="2175221" y="1877868"/>
                  </a:lnTo>
                  <a:lnTo>
                    <a:pt x="2177408" y="1879034"/>
                  </a:lnTo>
                  <a:lnTo>
                    <a:pt x="2176669" y="1879872"/>
                  </a:lnTo>
                  <a:lnTo>
                    <a:pt x="2176111" y="1881902"/>
                  </a:lnTo>
                  <a:lnTo>
                    <a:pt x="2175468" y="1881698"/>
                  </a:lnTo>
                  <a:lnTo>
                    <a:pt x="2174551" y="1883289"/>
                  </a:lnTo>
                  <a:lnTo>
                    <a:pt x="2174356" y="1883218"/>
                  </a:lnTo>
                  <a:lnTo>
                    <a:pt x="2173793" y="1883889"/>
                  </a:lnTo>
                  <a:lnTo>
                    <a:pt x="2173518" y="1883783"/>
                  </a:lnTo>
                  <a:lnTo>
                    <a:pt x="2173184" y="1884102"/>
                  </a:lnTo>
                  <a:lnTo>
                    <a:pt x="2172031" y="1884324"/>
                  </a:lnTo>
                  <a:lnTo>
                    <a:pt x="2172115" y="1885272"/>
                  </a:lnTo>
                  <a:lnTo>
                    <a:pt x="2170988" y="1887907"/>
                  </a:lnTo>
                  <a:lnTo>
                    <a:pt x="2171034" y="1888701"/>
                  </a:lnTo>
                  <a:lnTo>
                    <a:pt x="2171814" y="1889860"/>
                  </a:lnTo>
                  <a:lnTo>
                    <a:pt x="2171702" y="1890498"/>
                  </a:lnTo>
                  <a:lnTo>
                    <a:pt x="2170913" y="1890781"/>
                  </a:lnTo>
                  <a:lnTo>
                    <a:pt x="2169503" y="1892050"/>
                  </a:lnTo>
                  <a:lnTo>
                    <a:pt x="2168416" y="1895681"/>
                  </a:lnTo>
                  <a:lnTo>
                    <a:pt x="2168094" y="1895447"/>
                  </a:lnTo>
                  <a:lnTo>
                    <a:pt x="2167539" y="1892646"/>
                  </a:lnTo>
                  <a:lnTo>
                    <a:pt x="2167191" y="1892258"/>
                  </a:lnTo>
                  <a:lnTo>
                    <a:pt x="2167457" y="1891737"/>
                  </a:lnTo>
                  <a:lnTo>
                    <a:pt x="2166907" y="1891448"/>
                  </a:lnTo>
                  <a:lnTo>
                    <a:pt x="2166999" y="1890736"/>
                  </a:lnTo>
                  <a:lnTo>
                    <a:pt x="2166480" y="1890276"/>
                  </a:lnTo>
                  <a:lnTo>
                    <a:pt x="2166311" y="1889567"/>
                  </a:lnTo>
                  <a:lnTo>
                    <a:pt x="2165640" y="1889632"/>
                  </a:lnTo>
                  <a:lnTo>
                    <a:pt x="2164987" y="1889121"/>
                  </a:lnTo>
                  <a:lnTo>
                    <a:pt x="2164251" y="1888904"/>
                  </a:lnTo>
                  <a:lnTo>
                    <a:pt x="2163403" y="1889454"/>
                  </a:lnTo>
                  <a:lnTo>
                    <a:pt x="2163118" y="1889259"/>
                  </a:lnTo>
                  <a:lnTo>
                    <a:pt x="2162692" y="1889822"/>
                  </a:lnTo>
                  <a:lnTo>
                    <a:pt x="2162404" y="1889554"/>
                  </a:lnTo>
                  <a:lnTo>
                    <a:pt x="2162244" y="1890051"/>
                  </a:lnTo>
                  <a:lnTo>
                    <a:pt x="2161288" y="1890453"/>
                  </a:lnTo>
                  <a:lnTo>
                    <a:pt x="2160383" y="1891913"/>
                  </a:lnTo>
                  <a:lnTo>
                    <a:pt x="2159680" y="1892445"/>
                  </a:lnTo>
                  <a:lnTo>
                    <a:pt x="2159128" y="1892278"/>
                  </a:lnTo>
                  <a:lnTo>
                    <a:pt x="2158960" y="1893762"/>
                  </a:lnTo>
                  <a:lnTo>
                    <a:pt x="2158615" y="1893995"/>
                  </a:lnTo>
                  <a:lnTo>
                    <a:pt x="2157113" y="1894201"/>
                  </a:lnTo>
                  <a:lnTo>
                    <a:pt x="2156417" y="1894658"/>
                  </a:lnTo>
                  <a:lnTo>
                    <a:pt x="2155859" y="1895487"/>
                  </a:lnTo>
                  <a:lnTo>
                    <a:pt x="2155119" y="1895795"/>
                  </a:lnTo>
                  <a:lnTo>
                    <a:pt x="2154846" y="1896468"/>
                  </a:lnTo>
                  <a:lnTo>
                    <a:pt x="2155092" y="1897799"/>
                  </a:lnTo>
                  <a:lnTo>
                    <a:pt x="2154558" y="1898239"/>
                  </a:lnTo>
                  <a:lnTo>
                    <a:pt x="2154428" y="1898678"/>
                  </a:lnTo>
                  <a:lnTo>
                    <a:pt x="2153636" y="1899220"/>
                  </a:lnTo>
                  <a:lnTo>
                    <a:pt x="2153039" y="1899115"/>
                  </a:lnTo>
                  <a:lnTo>
                    <a:pt x="2152514" y="1899935"/>
                  </a:lnTo>
                  <a:lnTo>
                    <a:pt x="2151773" y="1900252"/>
                  </a:lnTo>
                  <a:lnTo>
                    <a:pt x="2150818" y="1901363"/>
                  </a:lnTo>
                  <a:lnTo>
                    <a:pt x="2150191" y="1901459"/>
                  </a:lnTo>
                  <a:lnTo>
                    <a:pt x="2149912" y="1902248"/>
                  </a:lnTo>
                  <a:lnTo>
                    <a:pt x="2148950" y="1903154"/>
                  </a:lnTo>
                  <a:lnTo>
                    <a:pt x="2148720" y="1904242"/>
                  </a:lnTo>
                  <a:lnTo>
                    <a:pt x="2148437" y="1904523"/>
                  </a:lnTo>
                  <a:lnTo>
                    <a:pt x="2148317" y="1904991"/>
                  </a:lnTo>
                  <a:lnTo>
                    <a:pt x="2147727" y="1905057"/>
                  </a:lnTo>
                  <a:lnTo>
                    <a:pt x="2147822" y="1905694"/>
                  </a:lnTo>
                  <a:lnTo>
                    <a:pt x="2147062" y="1907555"/>
                  </a:lnTo>
                  <a:lnTo>
                    <a:pt x="2145599" y="1908473"/>
                  </a:lnTo>
                  <a:lnTo>
                    <a:pt x="2145411" y="1908927"/>
                  </a:lnTo>
                  <a:lnTo>
                    <a:pt x="2144880" y="1909053"/>
                  </a:lnTo>
                  <a:lnTo>
                    <a:pt x="2144168" y="1909796"/>
                  </a:lnTo>
                  <a:lnTo>
                    <a:pt x="2142979" y="1910065"/>
                  </a:lnTo>
                  <a:lnTo>
                    <a:pt x="2141132" y="1908082"/>
                  </a:lnTo>
                  <a:lnTo>
                    <a:pt x="2140274" y="1907956"/>
                  </a:lnTo>
                  <a:lnTo>
                    <a:pt x="2139204" y="1906943"/>
                  </a:lnTo>
                  <a:lnTo>
                    <a:pt x="2137215" y="1908850"/>
                  </a:lnTo>
                  <a:lnTo>
                    <a:pt x="2135926" y="1908940"/>
                  </a:lnTo>
                  <a:lnTo>
                    <a:pt x="2135263" y="1909548"/>
                  </a:lnTo>
                  <a:lnTo>
                    <a:pt x="2135399" y="1909896"/>
                  </a:lnTo>
                  <a:lnTo>
                    <a:pt x="2134475" y="1911395"/>
                  </a:lnTo>
                  <a:lnTo>
                    <a:pt x="2134298" y="1911578"/>
                  </a:lnTo>
                  <a:lnTo>
                    <a:pt x="2134091" y="1911421"/>
                  </a:lnTo>
                  <a:lnTo>
                    <a:pt x="2133454" y="1912290"/>
                  </a:lnTo>
                  <a:lnTo>
                    <a:pt x="2134981" y="1913721"/>
                  </a:lnTo>
                  <a:lnTo>
                    <a:pt x="2134910" y="1914274"/>
                  </a:lnTo>
                  <a:lnTo>
                    <a:pt x="2135228" y="1914375"/>
                  </a:lnTo>
                  <a:lnTo>
                    <a:pt x="2134820" y="1915886"/>
                  </a:lnTo>
                  <a:lnTo>
                    <a:pt x="2135586" y="1917045"/>
                  </a:lnTo>
                  <a:lnTo>
                    <a:pt x="2135509" y="1917810"/>
                  </a:lnTo>
                  <a:lnTo>
                    <a:pt x="2134300" y="1918447"/>
                  </a:lnTo>
                  <a:lnTo>
                    <a:pt x="2134056" y="1919012"/>
                  </a:lnTo>
                  <a:lnTo>
                    <a:pt x="2133536" y="1918600"/>
                  </a:lnTo>
                  <a:lnTo>
                    <a:pt x="2132288" y="1918501"/>
                  </a:lnTo>
                  <a:lnTo>
                    <a:pt x="2129793" y="1919460"/>
                  </a:lnTo>
                  <a:lnTo>
                    <a:pt x="2128468" y="1918906"/>
                  </a:lnTo>
                  <a:lnTo>
                    <a:pt x="2127735" y="1918921"/>
                  </a:lnTo>
                  <a:lnTo>
                    <a:pt x="2126642" y="1920232"/>
                  </a:lnTo>
                  <a:lnTo>
                    <a:pt x="2127123" y="1921723"/>
                  </a:lnTo>
                  <a:lnTo>
                    <a:pt x="2125195" y="1922385"/>
                  </a:lnTo>
                  <a:lnTo>
                    <a:pt x="2124355" y="1921702"/>
                  </a:lnTo>
                  <a:lnTo>
                    <a:pt x="2123065" y="1921169"/>
                  </a:lnTo>
                  <a:lnTo>
                    <a:pt x="2122975" y="1919594"/>
                  </a:lnTo>
                  <a:lnTo>
                    <a:pt x="2122666" y="1918825"/>
                  </a:lnTo>
                  <a:lnTo>
                    <a:pt x="2122813" y="1918647"/>
                  </a:lnTo>
                  <a:lnTo>
                    <a:pt x="2122488" y="1918350"/>
                  </a:lnTo>
                  <a:lnTo>
                    <a:pt x="2123247" y="1916636"/>
                  </a:lnTo>
                  <a:lnTo>
                    <a:pt x="2122089" y="1915685"/>
                  </a:lnTo>
                  <a:lnTo>
                    <a:pt x="2120535" y="1914975"/>
                  </a:lnTo>
                  <a:lnTo>
                    <a:pt x="2118927" y="1915060"/>
                  </a:lnTo>
                  <a:lnTo>
                    <a:pt x="2118717" y="1914718"/>
                  </a:lnTo>
                  <a:lnTo>
                    <a:pt x="2117488" y="1914992"/>
                  </a:lnTo>
                  <a:lnTo>
                    <a:pt x="2117382" y="1914554"/>
                  </a:lnTo>
                  <a:lnTo>
                    <a:pt x="2116274" y="1914167"/>
                  </a:lnTo>
                  <a:lnTo>
                    <a:pt x="2116000" y="1913580"/>
                  </a:lnTo>
                  <a:lnTo>
                    <a:pt x="2115610" y="1913550"/>
                  </a:lnTo>
                  <a:lnTo>
                    <a:pt x="2115385" y="1913065"/>
                  </a:lnTo>
                  <a:lnTo>
                    <a:pt x="2114428" y="1912447"/>
                  </a:lnTo>
                  <a:lnTo>
                    <a:pt x="2113083" y="1912279"/>
                  </a:lnTo>
                  <a:lnTo>
                    <a:pt x="2111435" y="1912503"/>
                  </a:lnTo>
                  <a:lnTo>
                    <a:pt x="2110242" y="1912044"/>
                  </a:lnTo>
                  <a:lnTo>
                    <a:pt x="2109490" y="1911999"/>
                  </a:lnTo>
                  <a:lnTo>
                    <a:pt x="2109152" y="1912779"/>
                  </a:lnTo>
                  <a:lnTo>
                    <a:pt x="2108370" y="1913543"/>
                  </a:lnTo>
                  <a:lnTo>
                    <a:pt x="2107593" y="1913553"/>
                  </a:lnTo>
                  <a:lnTo>
                    <a:pt x="2107039" y="1914195"/>
                  </a:lnTo>
                  <a:lnTo>
                    <a:pt x="2106049" y="1914031"/>
                  </a:lnTo>
                  <a:lnTo>
                    <a:pt x="2104666" y="1915210"/>
                  </a:lnTo>
                  <a:lnTo>
                    <a:pt x="2104142" y="1916514"/>
                  </a:lnTo>
                  <a:lnTo>
                    <a:pt x="2103995" y="1918236"/>
                  </a:lnTo>
                  <a:lnTo>
                    <a:pt x="2103750" y="1918737"/>
                  </a:lnTo>
                  <a:lnTo>
                    <a:pt x="2102667" y="1920391"/>
                  </a:lnTo>
                  <a:lnTo>
                    <a:pt x="2100608" y="1922270"/>
                  </a:lnTo>
                  <a:lnTo>
                    <a:pt x="2100329" y="1923301"/>
                  </a:lnTo>
                  <a:lnTo>
                    <a:pt x="2098876" y="1924462"/>
                  </a:lnTo>
                  <a:lnTo>
                    <a:pt x="2096243" y="1925795"/>
                  </a:lnTo>
                  <a:lnTo>
                    <a:pt x="2095168" y="1926172"/>
                  </a:lnTo>
                  <a:lnTo>
                    <a:pt x="2094985" y="1925751"/>
                  </a:lnTo>
                  <a:lnTo>
                    <a:pt x="2094556" y="1925630"/>
                  </a:lnTo>
                  <a:lnTo>
                    <a:pt x="2093819" y="1926163"/>
                  </a:lnTo>
                  <a:lnTo>
                    <a:pt x="2093082" y="1926304"/>
                  </a:lnTo>
                  <a:lnTo>
                    <a:pt x="2091419" y="1925414"/>
                  </a:lnTo>
                  <a:lnTo>
                    <a:pt x="2090626" y="1924399"/>
                  </a:lnTo>
                  <a:lnTo>
                    <a:pt x="2090042" y="1924225"/>
                  </a:lnTo>
                  <a:lnTo>
                    <a:pt x="2088991" y="1925067"/>
                  </a:lnTo>
                  <a:lnTo>
                    <a:pt x="2087364" y="1923392"/>
                  </a:lnTo>
                  <a:lnTo>
                    <a:pt x="2086008" y="1922740"/>
                  </a:lnTo>
                  <a:lnTo>
                    <a:pt x="2083197" y="1922461"/>
                  </a:lnTo>
                  <a:lnTo>
                    <a:pt x="2082781" y="1921814"/>
                  </a:lnTo>
                  <a:lnTo>
                    <a:pt x="2082293" y="1922079"/>
                  </a:lnTo>
                  <a:lnTo>
                    <a:pt x="2082193" y="1921475"/>
                  </a:lnTo>
                  <a:lnTo>
                    <a:pt x="2081199" y="1921463"/>
                  </a:lnTo>
                  <a:lnTo>
                    <a:pt x="2081621" y="1920826"/>
                  </a:lnTo>
                  <a:lnTo>
                    <a:pt x="2081155" y="1917320"/>
                  </a:lnTo>
                  <a:lnTo>
                    <a:pt x="2081826" y="1915515"/>
                  </a:lnTo>
                  <a:lnTo>
                    <a:pt x="2082917" y="1914542"/>
                  </a:lnTo>
                  <a:lnTo>
                    <a:pt x="2082686" y="1912322"/>
                  </a:lnTo>
                  <a:lnTo>
                    <a:pt x="2083004" y="1910540"/>
                  </a:lnTo>
                  <a:lnTo>
                    <a:pt x="2081936" y="1907537"/>
                  </a:lnTo>
                  <a:lnTo>
                    <a:pt x="2080993" y="1905894"/>
                  </a:lnTo>
                  <a:lnTo>
                    <a:pt x="2080771" y="1904489"/>
                  </a:lnTo>
                  <a:lnTo>
                    <a:pt x="2079571" y="1904175"/>
                  </a:lnTo>
                  <a:lnTo>
                    <a:pt x="2079466" y="1904422"/>
                  </a:lnTo>
                  <a:lnTo>
                    <a:pt x="2078062" y="1904183"/>
                  </a:lnTo>
                  <a:lnTo>
                    <a:pt x="2077789" y="1903749"/>
                  </a:lnTo>
                  <a:lnTo>
                    <a:pt x="2078174" y="1903426"/>
                  </a:lnTo>
                  <a:lnTo>
                    <a:pt x="2077615" y="1902368"/>
                  </a:lnTo>
                  <a:lnTo>
                    <a:pt x="2077103" y="1901739"/>
                  </a:lnTo>
                  <a:lnTo>
                    <a:pt x="2075706" y="1901085"/>
                  </a:lnTo>
                  <a:lnTo>
                    <a:pt x="2075205" y="1899391"/>
                  </a:lnTo>
                  <a:lnTo>
                    <a:pt x="2073987" y="1898997"/>
                  </a:lnTo>
                  <a:lnTo>
                    <a:pt x="2073048" y="1898462"/>
                  </a:lnTo>
                  <a:lnTo>
                    <a:pt x="2072856" y="1898074"/>
                  </a:lnTo>
                  <a:lnTo>
                    <a:pt x="2073704" y="1896208"/>
                  </a:lnTo>
                  <a:lnTo>
                    <a:pt x="2072820" y="1893722"/>
                  </a:lnTo>
                  <a:lnTo>
                    <a:pt x="2073131" y="1891196"/>
                  </a:lnTo>
                  <a:lnTo>
                    <a:pt x="2073711" y="1890346"/>
                  </a:lnTo>
                  <a:lnTo>
                    <a:pt x="2073597" y="1888861"/>
                  </a:lnTo>
                  <a:lnTo>
                    <a:pt x="2073783" y="1888584"/>
                  </a:lnTo>
                  <a:lnTo>
                    <a:pt x="2073925" y="1887845"/>
                  </a:lnTo>
                  <a:lnTo>
                    <a:pt x="2073305" y="1886069"/>
                  </a:lnTo>
                  <a:lnTo>
                    <a:pt x="2073945" y="1885375"/>
                  </a:lnTo>
                  <a:lnTo>
                    <a:pt x="2074431" y="1883961"/>
                  </a:lnTo>
                  <a:lnTo>
                    <a:pt x="2073401" y="1883714"/>
                  </a:lnTo>
                  <a:lnTo>
                    <a:pt x="2072864" y="1882733"/>
                  </a:lnTo>
                  <a:lnTo>
                    <a:pt x="2070412" y="1882212"/>
                  </a:lnTo>
                  <a:lnTo>
                    <a:pt x="2068632" y="1880879"/>
                  </a:lnTo>
                  <a:lnTo>
                    <a:pt x="2067571" y="1879741"/>
                  </a:lnTo>
                  <a:lnTo>
                    <a:pt x="2067373" y="1879877"/>
                  </a:lnTo>
                  <a:lnTo>
                    <a:pt x="2066394" y="1878832"/>
                  </a:lnTo>
                  <a:lnTo>
                    <a:pt x="2064719" y="1879422"/>
                  </a:lnTo>
                  <a:lnTo>
                    <a:pt x="2064199" y="1880002"/>
                  </a:lnTo>
                  <a:lnTo>
                    <a:pt x="2060584" y="1881547"/>
                  </a:lnTo>
                  <a:lnTo>
                    <a:pt x="2059810" y="1881793"/>
                  </a:lnTo>
                  <a:lnTo>
                    <a:pt x="2059487" y="1881681"/>
                  </a:lnTo>
                  <a:lnTo>
                    <a:pt x="2058341" y="1882584"/>
                  </a:lnTo>
                  <a:lnTo>
                    <a:pt x="2058203" y="1882432"/>
                  </a:lnTo>
                  <a:lnTo>
                    <a:pt x="2057942" y="1882945"/>
                  </a:lnTo>
                  <a:lnTo>
                    <a:pt x="2056543" y="1882775"/>
                  </a:lnTo>
                  <a:lnTo>
                    <a:pt x="2055260" y="1883074"/>
                  </a:lnTo>
                  <a:lnTo>
                    <a:pt x="2055204" y="1882745"/>
                  </a:lnTo>
                  <a:lnTo>
                    <a:pt x="2054438" y="1882189"/>
                  </a:lnTo>
                  <a:lnTo>
                    <a:pt x="2053261" y="1881799"/>
                  </a:lnTo>
                  <a:lnTo>
                    <a:pt x="2052529" y="1881242"/>
                  </a:lnTo>
                  <a:lnTo>
                    <a:pt x="2051274" y="1879950"/>
                  </a:lnTo>
                  <a:lnTo>
                    <a:pt x="2048923" y="1879170"/>
                  </a:lnTo>
                  <a:lnTo>
                    <a:pt x="2048777" y="1878605"/>
                  </a:lnTo>
                  <a:lnTo>
                    <a:pt x="2047442" y="1876912"/>
                  </a:lnTo>
                  <a:lnTo>
                    <a:pt x="2046644" y="1874761"/>
                  </a:lnTo>
                  <a:lnTo>
                    <a:pt x="2044938" y="1872563"/>
                  </a:lnTo>
                  <a:lnTo>
                    <a:pt x="2042931" y="1871881"/>
                  </a:lnTo>
                  <a:lnTo>
                    <a:pt x="2042337" y="1872047"/>
                  </a:lnTo>
                  <a:lnTo>
                    <a:pt x="2037870" y="1871405"/>
                  </a:lnTo>
                  <a:lnTo>
                    <a:pt x="2037837" y="1871687"/>
                  </a:lnTo>
                  <a:lnTo>
                    <a:pt x="2036928" y="1872058"/>
                  </a:lnTo>
                  <a:lnTo>
                    <a:pt x="2036705" y="1871673"/>
                  </a:lnTo>
                  <a:lnTo>
                    <a:pt x="2035655" y="1871895"/>
                  </a:lnTo>
                  <a:lnTo>
                    <a:pt x="2035311" y="1870282"/>
                  </a:lnTo>
                  <a:lnTo>
                    <a:pt x="2035738" y="1868270"/>
                  </a:lnTo>
                  <a:lnTo>
                    <a:pt x="2035559" y="1867536"/>
                  </a:lnTo>
                  <a:lnTo>
                    <a:pt x="2036608" y="1867018"/>
                  </a:lnTo>
                  <a:lnTo>
                    <a:pt x="2037077" y="1866105"/>
                  </a:lnTo>
                  <a:lnTo>
                    <a:pt x="2037063" y="1865438"/>
                  </a:lnTo>
                  <a:lnTo>
                    <a:pt x="2036727" y="1864808"/>
                  </a:lnTo>
                  <a:lnTo>
                    <a:pt x="2037179" y="1863182"/>
                  </a:lnTo>
                  <a:lnTo>
                    <a:pt x="2035394" y="1862315"/>
                  </a:lnTo>
                  <a:lnTo>
                    <a:pt x="2034684" y="1860318"/>
                  </a:lnTo>
                  <a:lnTo>
                    <a:pt x="2033378" y="1859647"/>
                  </a:lnTo>
                  <a:lnTo>
                    <a:pt x="2030039" y="1860057"/>
                  </a:lnTo>
                  <a:lnTo>
                    <a:pt x="2026951" y="1858928"/>
                  </a:lnTo>
                  <a:lnTo>
                    <a:pt x="2026233" y="1858992"/>
                  </a:lnTo>
                  <a:lnTo>
                    <a:pt x="2024910" y="1860039"/>
                  </a:lnTo>
                  <a:lnTo>
                    <a:pt x="2022233" y="1860256"/>
                  </a:lnTo>
                  <a:lnTo>
                    <a:pt x="2021153" y="1860780"/>
                  </a:lnTo>
                  <a:lnTo>
                    <a:pt x="2020106" y="1860603"/>
                  </a:lnTo>
                  <a:lnTo>
                    <a:pt x="2017804" y="1860870"/>
                  </a:lnTo>
                  <a:lnTo>
                    <a:pt x="2017507" y="1861382"/>
                  </a:lnTo>
                  <a:lnTo>
                    <a:pt x="2017297" y="1861111"/>
                  </a:lnTo>
                  <a:lnTo>
                    <a:pt x="2016303" y="1861676"/>
                  </a:lnTo>
                  <a:lnTo>
                    <a:pt x="2015209" y="1861820"/>
                  </a:lnTo>
                  <a:lnTo>
                    <a:pt x="2013217" y="1862747"/>
                  </a:lnTo>
                  <a:lnTo>
                    <a:pt x="2009617" y="1862978"/>
                  </a:lnTo>
                  <a:lnTo>
                    <a:pt x="2006611" y="1864317"/>
                  </a:lnTo>
                  <a:lnTo>
                    <a:pt x="2005532" y="1865276"/>
                  </a:lnTo>
                  <a:lnTo>
                    <a:pt x="2004907" y="1865025"/>
                  </a:lnTo>
                  <a:lnTo>
                    <a:pt x="2001899" y="1864905"/>
                  </a:lnTo>
                  <a:lnTo>
                    <a:pt x="1999620" y="1863809"/>
                  </a:lnTo>
                  <a:lnTo>
                    <a:pt x="1999090" y="1863790"/>
                  </a:lnTo>
                  <a:lnTo>
                    <a:pt x="1998125" y="1864484"/>
                  </a:lnTo>
                  <a:lnTo>
                    <a:pt x="1994785" y="1865622"/>
                  </a:lnTo>
                  <a:lnTo>
                    <a:pt x="1994270" y="1866020"/>
                  </a:lnTo>
                  <a:lnTo>
                    <a:pt x="1993634" y="1866218"/>
                  </a:lnTo>
                  <a:lnTo>
                    <a:pt x="1993018" y="1866049"/>
                  </a:lnTo>
                  <a:lnTo>
                    <a:pt x="1991031" y="1865048"/>
                  </a:lnTo>
                  <a:lnTo>
                    <a:pt x="1990456" y="1865066"/>
                  </a:lnTo>
                  <a:lnTo>
                    <a:pt x="1988646" y="1865755"/>
                  </a:lnTo>
                  <a:lnTo>
                    <a:pt x="1985380" y="1865835"/>
                  </a:lnTo>
                  <a:lnTo>
                    <a:pt x="1984336" y="1866890"/>
                  </a:lnTo>
                  <a:lnTo>
                    <a:pt x="1984154" y="1867907"/>
                  </a:lnTo>
                  <a:lnTo>
                    <a:pt x="1982435" y="1868461"/>
                  </a:lnTo>
                  <a:lnTo>
                    <a:pt x="1981529" y="1869343"/>
                  </a:lnTo>
                  <a:lnTo>
                    <a:pt x="1979135" y="1869166"/>
                  </a:lnTo>
                  <a:lnTo>
                    <a:pt x="1976912" y="1866997"/>
                  </a:lnTo>
                  <a:lnTo>
                    <a:pt x="1975583" y="1866907"/>
                  </a:lnTo>
                  <a:lnTo>
                    <a:pt x="1973428" y="1867572"/>
                  </a:lnTo>
                  <a:lnTo>
                    <a:pt x="1970817" y="1867446"/>
                  </a:lnTo>
                  <a:lnTo>
                    <a:pt x="1967875" y="1867163"/>
                  </a:lnTo>
                  <a:lnTo>
                    <a:pt x="1963336" y="1867106"/>
                  </a:lnTo>
                  <a:lnTo>
                    <a:pt x="1962867" y="1863647"/>
                  </a:lnTo>
                  <a:lnTo>
                    <a:pt x="1962472" y="1862774"/>
                  </a:lnTo>
                  <a:lnTo>
                    <a:pt x="1962139" y="1862287"/>
                  </a:lnTo>
                  <a:lnTo>
                    <a:pt x="1960774" y="1861540"/>
                  </a:lnTo>
                  <a:lnTo>
                    <a:pt x="1960100" y="1862006"/>
                  </a:lnTo>
                  <a:lnTo>
                    <a:pt x="1957963" y="1862163"/>
                  </a:lnTo>
                  <a:lnTo>
                    <a:pt x="1955553" y="1863482"/>
                  </a:lnTo>
                  <a:lnTo>
                    <a:pt x="1954449" y="1863820"/>
                  </a:lnTo>
                  <a:lnTo>
                    <a:pt x="1953899" y="1864216"/>
                  </a:lnTo>
                  <a:lnTo>
                    <a:pt x="1953197" y="1865645"/>
                  </a:lnTo>
                  <a:lnTo>
                    <a:pt x="1951967" y="1866333"/>
                  </a:lnTo>
                  <a:lnTo>
                    <a:pt x="1950741" y="1867562"/>
                  </a:lnTo>
                  <a:lnTo>
                    <a:pt x="1950767" y="1868395"/>
                  </a:lnTo>
                  <a:lnTo>
                    <a:pt x="1948993" y="1868111"/>
                  </a:lnTo>
                  <a:lnTo>
                    <a:pt x="1947419" y="1868439"/>
                  </a:lnTo>
                  <a:lnTo>
                    <a:pt x="1946721" y="1868240"/>
                  </a:lnTo>
                  <a:lnTo>
                    <a:pt x="1946624" y="1867366"/>
                  </a:lnTo>
                  <a:lnTo>
                    <a:pt x="1945546" y="1867007"/>
                  </a:lnTo>
                  <a:lnTo>
                    <a:pt x="1945324" y="1866304"/>
                  </a:lnTo>
                  <a:lnTo>
                    <a:pt x="1943650" y="1864885"/>
                  </a:lnTo>
                  <a:lnTo>
                    <a:pt x="1942392" y="1865323"/>
                  </a:lnTo>
                  <a:lnTo>
                    <a:pt x="1941418" y="1864861"/>
                  </a:lnTo>
                  <a:lnTo>
                    <a:pt x="1939357" y="1865021"/>
                  </a:lnTo>
                  <a:lnTo>
                    <a:pt x="1937217" y="1866344"/>
                  </a:lnTo>
                  <a:lnTo>
                    <a:pt x="1936601" y="1866340"/>
                  </a:lnTo>
                  <a:lnTo>
                    <a:pt x="1935028" y="1865462"/>
                  </a:lnTo>
                  <a:lnTo>
                    <a:pt x="1933424" y="1865035"/>
                  </a:lnTo>
                  <a:lnTo>
                    <a:pt x="1932396" y="1865382"/>
                  </a:lnTo>
                  <a:lnTo>
                    <a:pt x="1931498" y="1866650"/>
                  </a:lnTo>
                  <a:lnTo>
                    <a:pt x="1928413" y="1869664"/>
                  </a:lnTo>
                  <a:lnTo>
                    <a:pt x="1929104" y="1870511"/>
                  </a:lnTo>
                  <a:lnTo>
                    <a:pt x="1927005" y="1871551"/>
                  </a:lnTo>
                  <a:lnTo>
                    <a:pt x="1926187" y="1872521"/>
                  </a:lnTo>
                  <a:lnTo>
                    <a:pt x="1926516" y="1873182"/>
                  </a:lnTo>
                  <a:lnTo>
                    <a:pt x="1926231" y="1873493"/>
                  </a:lnTo>
                  <a:lnTo>
                    <a:pt x="1922980" y="1873860"/>
                  </a:lnTo>
                  <a:lnTo>
                    <a:pt x="1919462" y="1871896"/>
                  </a:lnTo>
                  <a:lnTo>
                    <a:pt x="1918487" y="1870179"/>
                  </a:lnTo>
                  <a:lnTo>
                    <a:pt x="1916966" y="1868683"/>
                  </a:lnTo>
                  <a:lnTo>
                    <a:pt x="1914765" y="1867261"/>
                  </a:lnTo>
                  <a:lnTo>
                    <a:pt x="1912766" y="1866736"/>
                  </a:lnTo>
                  <a:lnTo>
                    <a:pt x="1911108" y="1866874"/>
                  </a:lnTo>
                  <a:lnTo>
                    <a:pt x="1908835" y="1866097"/>
                  </a:lnTo>
                  <a:lnTo>
                    <a:pt x="1903560" y="1865817"/>
                  </a:lnTo>
                  <a:lnTo>
                    <a:pt x="1901692" y="1866287"/>
                  </a:lnTo>
                  <a:lnTo>
                    <a:pt x="1901730" y="1866426"/>
                  </a:lnTo>
                  <a:lnTo>
                    <a:pt x="1900677" y="1866422"/>
                  </a:lnTo>
                  <a:lnTo>
                    <a:pt x="1898313" y="1867008"/>
                  </a:lnTo>
                  <a:lnTo>
                    <a:pt x="1896684" y="1866905"/>
                  </a:lnTo>
                  <a:lnTo>
                    <a:pt x="1895841" y="1867178"/>
                  </a:lnTo>
                  <a:lnTo>
                    <a:pt x="1893791" y="1869358"/>
                  </a:lnTo>
                  <a:lnTo>
                    <a:pt x="1893131" y="1870434"/>
                  </a:lnTo>
                  <a:lnTo>
                    <a:pt x="1891063" y="1872128"/>
                  </a:lnTo>
                  <a:lnTo>
                    <a:pt x="1890488" y="1872278"/>
                  </a:lnTo>
                  <a:lnTo>
                    <a:pt x="1890008" y="1872865"/>
                  </a:lnTo>
                  <a:lnTo>
                    <a:pt x="1888847" y="1872945"/>
                  </a:lnTo>
                  <a:lnTo>
                    <a:pt x="1885161" y="1874657"/>
                  </a:lnTo>
                  <a:lnTo>
                    <a:pt x="1883953" y="1877034"/>
                  </a:lnTo>
                  <a:lnTo>
                    <a:pt x="1883669" y="1878306"/>
                  </a:lnTo>
                  <a:lnTo>
                    <a:pt x="1883253" y="1879042"/>
                  </a:lnTo>
                  <a:lnTo>
                    <a:pt x="1880451" y="1879987"/>
                  </a:lnTo>
                  <a:lnTo>
                    <a:pt x="1877997" y="1881725"/>
                  </a:lnTo>
                  <a:lnTo>
                    <a:pt x="1877382" y="1881812"/>
                  </a:lnTo>
                  <a:lnTo>
                    <a:pt x="1875953" y="1881180"/>
                  </a:lnTo>
                  <a:lnTo>
                    <a:pt x="1873141" y="1880946"/>
                  </a:lnTo>
                  <a:lnTo>
                    <a:pt x="1871427" y="1881466"/>
                  </a:lnTo>
                  <a:lnTo>
                    <a:pt x="1870343" y="1881439"/>
                  </a:lnTo>
                  <a:lnTo>
                    <a:pt x="1868840" y="1880567"/>
                  </a:lnTo>
                  <a:lnTo>
                    <a:pt x="1867544" y="1880206"/>
                  </a:lnTo>
                  <a:lnTo>
                    <a:pt x="1866565" y="1880188"/>
                  </a:lnTo>
                  <a:lnTo>
                    <a:pt x="1863976" y="1880721"/>
                  </a:lnTo>
                  <a:lnTo>
                    <a:pt x="1861726" y="1880383"/>
                  </a:lnTo>
                  <a:lnTo>
                    <a:pt x="1857879" y="1881636"/>
                  </a:lnTo>
                  <a:lnTo>
                    <a:pt x="1851923" y="1884781"/>
                  </a:lnTo>
                  <a:lnTo>
                    <a:pt x="1846966" y="1884960"/>
                  </a:lnTo>
                  <a:lnTo>
                    <a:pt x="1845009" y="1885509"/>
                  </a:lnTo>
                  <a:lnTo>
                    <a:pt x="1841573" y="1885563"/>
                  </a:lnTo>
                  <a:lnTo>
                    <a:pt x="1839932" y="1887484"/>
                  </a:lnTo>
                  <a:lnTo>
                    <a:pt x="1838746" y="1888329"/>
                  </a:lnTo>
                  <a:lnTo>
                    <a:pt x="1834653" y="1888961"/>
                  </a:lnTo>
                  <a:lnTo>
                    <a:pt x="1832818" y="1889558"/>
                  </a:lnTo>
                  <a:lnTo>
                    <a:pt x="1830311" y="1887978"/>
                  </a:lnTo>
                  <a:lnTo>
                    <a:pt x="1826942" y="1886282"/>
                  </a:lnTo>
                  <a:lnTo>
                    <a:pt x="1823231" y="1884933"/>
                  </a:lnTo>
                  <a:lnTo>
                    <a:pt x="1819966" y="1883433"/>
                  </a:lnTo>
                  <a:lnTo>
                    <a:pt x="1817204" y="1884208"/>
                  </a:lnTo>
                  <a:lnTo>
                    <a:pt x="1815394" y="1885108"/>
                  </a:lnTo>
                  <a:lnTo>
                    <a:pt x="1813272" y="1885566"/>
                  </a:lnTo>
                  <a:lnTo>
                    <a:pt x="1811242" y="1884023"/>
                  </a:lnTo>
                  <a:lnTo>
                    <a:pt x="1809813" y="1883781"/>
                  </a:lnTo>
                  <a:lnTo>
                    <a:pt x="1808400" y="1883148"/>
                  </a:lnTo>
                  <a:lnTo>
                    <a:pt x="1807321" y="1883470"/>
                  </a:lnTo>
                  <a:lnTo>
                    <a:pt x="1803264" y="1883039"/>
                  </a:lnTo>
                  <a:lnTo>
                    <a:pt x="1801083" y="1881890"/>
                  </a:lnTo>
                  <a:lnTo>
                    <a:pt x="1800370" y="1881243"/>
                  </a:lnTo>
                  <a:lnTo>
                    <a:pt x="1799634" y="1881033"/>
                  </a:lnTo>
                  <a:lnTo>
                    <a:pt x="1799077" y="1881148"/>
                  </a:lnTo>
                  <a:lnTo>
                    <a:pt x="1797269" y="1880842"/>
                  </a:lnTo>
                  <a:lnTo>
                    <a:pt x="1795191" y="1881636"/>
                  </a:lnTo>
                  <a:lnTo>
                    <a:pt x="1792476" y="1880556"/>
                  </a:lnTo>
                  <a:lnTo>
                    <a:pt x="1790428" y="1880499"/>
                  </a:lnTo>
                  <a:lnTo>
                    <a:pt x="1787942" y="1878955"/>
                  </a:lnTo>
                  <a:lnTo>
                    <a:pt x="1787634" y="1878295"/>
                  </a:lnTo>
                  <a:lnTo>
                    <a:pt x="1786404" y="1877260"/>
                  </a:lnTo>
                  <a:lnTo>
                    <a:pt x="1784385" y="1876081"/>
                  </a:lnTo>
                  <a:lnTo>
                    <a:pt x="1783799" y="1874467"/>
                  </a:lnTo>
                  <a:lnTo>
                    <a:pt x="1783988" y="1872735"/>
                  </a:lnTo>
                  <a:lnTo>
                    <a:pt x="1783070" y="1872122"/>
                  </a:lnTo>
                  <a:lnTo>
                    <a:pt x="1781404" y="1869528"/>
                  </a:lnTo>
                  <a:lnTo>
                    <a:pt x="1780430" y="1869485"/>
                  </a:lnTo>
                  <a:lnTo>
                    <a:pt x="1778151" y="1868277"/>
                  </a:lnTo>
                  <a:lnTo>
                    <a:pt x="1773537" y="1864371"/>
                  </a:lnTo>
                  <a:lnTo>
                    <a:pt x="1772292" y="1864199"/>
                  </a:lnTo>
                  <a:lnTo>
                    <a:pt x="1770530" y="1864883"/>
                  </a:lnTo>
                  <a:lnTo>
                    <a:pt x="1769918" y="1865597"/>
                  </a:lnTo>
                  <a:lnTo>
                    <a:pt x="1769613" y="1865187"/>
                  </a:lnTo>
                  <a:lnTo>
                    <a:pt x="1768490" y="1865816"/>
                  </a:lnTo>
                  <a:lnTo>
                    <a:pt x="1766921" y="1866087"/>
                  </a:lnTo>
                  <a:lnTo>
                    <a:pt x="1766146" y="1866011"/>
                  </a:lnTo>
                  <a:lnTo>
                    <a:pt x="1765260" y="1865514"/>
                  </a:lnTo>
                  <a:lnTo>
                    <a:pt x="1763705" y="1867673"/>
                  </a:lnTo>
                  <a:lnTo>
                    <a:pt x="1762028" y="1867538"/>
                  </a:lnTo>
                  <a:lnTo>
                    <a:pt x="1761012" y="1868121"/>
                  </a:lnTo>
                  <a:lnTo>
                    <a:pt x="1760642" y="1867944"/>
                  </a:lnTo>
                  <a:lnTo>
                    <a:pt x="1759529" y="1868360"/>
                  </a:lnTo>
                  <a:lnTo>
                    <a:pt x="1756600" y="1867899"/>
                  </a:lnTo>
                  <a:lnTo>
                    <a:pt x="1755467" y="1866491"/>
                  </a:lnTo>
                  <a:lnTo>
                    <a:pt x="1755318" y="1865530"/>
                  </a:lnTo>
                  <a:lnTo>
                    <a:pt x="1754354" y="1863301"/>
                  </a:lnTo>
                  <a:lnTo>
                    <a:pt x="1753818" y="1862954"/>
                  </a:lnTo>
                  <a:lnTo>
                    <a:pt x="1751522" y="1862342"/>
                  </a:lnTo>
                  <a:lnTo>
                    <a:pt x="1750924" y="1862806"/>
                  </a:lnTo>
                  <a:lnTo>
                    <a:pt x="1749154" y="1863488"/>
                  </a:lnTo>
                  <a:lnTo>
                    <a:pt x="1747625" y="1864702"/>
                  </a:lnTo>
                  <a:lnTo>
                    <a:pt x="1746541" y="1864634"/>
                  </a:lnTo>
                  <a:lnTo>
                    <a:pt x="1744943" y="1865529"/>
                  </a:lnTo>
                  <a:lnTo>
                    <a:pt x="1744777" y="1865824"/>
                  </a:lnTo>
                  <a:lnTo>
                    <a:pt x="1743497" y="1865390"/>
                  </a:lnTo>
                  <a:lnTo>
                    <a:pt x="1742566" y="1863552"/>
                  </a:lnTo>
                  <a:lnTo>
                    <a:pt x="1741401" y="1862508"/>
                  </a:lnTo>
                  <a:lnTo>
                    <a:pt x="1741493" y="1862345"/>
                  </a:lnTo>
                  <a:lnTo>
                    <a:pt x="1741058" y="1861808"/>
                  </a:lnTo>
                  <a:lnTo>
                    <a:pt x="1739587" y="1861599"/>
                  </a:lnTo>
                  <a:lnTo>
                    <a:pt x="1738540" y="1861737"/>
                  </a:lnTo>
                  <a:lnTo>
                    <a:pt x="1736121" y="1860316"/>
                  </a:lnTo>
                  <a:lnTo>
                    <a:pt x="1734232" y="1860050"/>
                  </a:lnTo>
                  <a:lnTo>
                    <a:pt x="1733040" y="1859457"/>
                  </a:lnTo>
                  <a:lnTo>
                    <a:pt x="1730715" y="1860185"/>
                  </a:lnTo>
                  <a:lnTo>
                    <a:pt x="1729712" y="1863774"/>
                  </a:lnTo>
                  <a:lnTo>
                    <a:pt x="1727533" y="1865070"/>
                  </a:lnTo>
                  <a:lnTo>
                    <a:pt x="1726063" y="1863725"/>
                  </a:lnTo>
                  <a:lnTo>
                    <a:pt x="1725031" y="1863743"/>
                  </a:lnTo>
                  <a:lnTo>
                    <a:pt x="1724924" y="1862936"/>
                  </a:lnTo>
                  <a:lnTo>
                    <a:pt x="1723163" y="1863542"/>
                  </a:lnTo>
                  <a:lnTo>
                    <a:pt x="1720810" y="1864971"/>
                  </a:lnTo>
                  <a:lnTo>
                    <a:pt x="1720544" y="1865429"/>
                  </a:lnTo>
                  <a:lnTo>
                    <a:pt x="1720574" y="1866625"/>
                  </a:lnTo>
                  <a:lnTo>
                    <a:pt x="1720065" y="1868115"/>
                  </a:lnTo>
                  <a:lnTo>
                    <a:pt x="1720150" y="1868790"/>
                  </a:lnTo>
                  <a:lnTo>
                    <a:pt x="1719489" y="1869804"/>
                  </a:lnTo>
                  <a:lnTo>
                    <a:pt x="1718771" y="1870337"/>
                  </a:lnTo>
                  <a:lnTo>
                    <a:pt x="1719018" y="1872264"/>
                  </a:lnTo>
                  <a:lnTo>
                    <a:pt x="1717906" y="1874477"/>
                  </a:lnTo>
                  <a:lnTo>
                    <a:pt x="1717100" y="1874974"/>
                  </a:lnTo>
                  <a:lnTo>
                    <a:pt x="1715056" y="1875485"/>
                  </a:lnTo>
                  <a:lnTo>
                    <a:pt x="1714492" y="1875173"/>
                  </a:lnTo>
                  <a:lnTo>
                    <a:pt x="1714018" y="1874438"/>
                  </a:lnTo>
                  <a:lnTo>
                    <a:pt x="1713429" y="1874735"/>
                  </a:lnTo>
                  <a:lnTo>
                    <a:pt x="1712638" y="1874196"/>
                  </a:lnTo>
                  <a:lnTo>
                    <a:pt x="1712799" y="1872911"/>
                  </a:lnTo>
                  <a:lnTo>
                    <a:pt x="1712254" y="1871896"/>
                  </a:lnTo>
                  <a:lnTo>
                    <a:pt x="1712624" y="1870791"/>
                  </a:lnTo>
                  <a:lnTo>
                    <a:pt x="1711848" y="1870508"/>
                  </a:lnTo>
                  <a:lnTo>
                    <a:pt x="1710666" y="1869194"/>
                  </a:lnTo>
                  <a:lnTo>
                    <a:pt x="1709290" y="1868826"/>
                  </a:lnTo>
                  <a:lnTo>
                    <a:pt x="1707269" y="1868786"/>
                  </a:lnTo>
                  <a:lnTo>
                    <a:pt x="1706974" y="1868506"/>
                  </a:lnTo>
                  <a:lnTo>
                    <a:pt x="1706937" y="1867206"/>
                  </a:lnTo>
                  <a:lnTo>
                    <a:pt x="1707491" y="1866442"/>
                  </a:lnTo>
                  <a:lnTo>
                    <a:pt x="1707158" y="1866171"/>
                  </a:lnTo>
                  <a:lnTo>
                    <a:pt x="1706392" y="1866706"/>
                  </a:lnTo>
                  <a:lnTo>
                    <a:pt x="1705640" y="1867865"/>
                  </a:lnTo>
                  <a:lnTo>
                    <a:pt x="1705360" y="1868454"/>
                  </a:lnTo>
                  <a:lnTo>
                    <a:pt x="1705494" y="1868944"/>
                  </a:lnTo>
                  <a:lnTo>
                    <a:pt x="1705139" y="1869456"/>
                  </a:lnTo>
                  <a:lnTo>
                    <a:pt x="1704601" y="1869791"/>
                  </a:lnTo>
                  <a:lnTo>
                    <a:pt x="1704118" y="1869743"/>
                  </a:lnTo>
                  <a:lnTo>
                    <a:pt x="1704327" y="1869331"/>
                  </a:lnTo>
                  <a:lnTo>
                    <a:pt x="1704159" y="1868865"/>
                  </a:lnTo>
                  <a:lnTo>
                    <a:pt x="1701503" y="1868180"/>
                  </a:lnTo>
                  <a:lnTo>
                    <a:pt x="1700867" y="1867777"/>
                  </a:lnTo>
                  <a:lnTo>
                    <a:pt x="1700266" y="1866809"/>
                  </a:lnTo>
                  <a:lnTo>
                    <a:pt x="1699664" y="1866369"/>
                  </a:lnTo>
                  <a:lnTo>
                    <a:pt x="1699961" y="1865809"/>
                  </a:lnTo>
                  <a:lnTo>
                    <a:pt x="1701396" y="1865286"/>
                  </a:lnTo>
                  <a:lnTo>
                    <a:pt x="1701538" y="1865139"/>
                  </a:lnTo>
                  <a:lnTo>
                    <a:pt x="1701373" y="1864827"/>
                  </a:lnTo>
                  <a:lnTo>
                    <a:pt x="1699842" y="1864082"/>
                  </a:lnTo>
                  <a:lnTo>
                    <a:pt x="1699165" y="1863472"/>
                  </a:lnTo>
                  <a:lnTo>
                    <a:pt x="1698027" y="1863024"/>
                  </a:lnTo>
                  <a:lnTo>
                    <a:pt x="1697426" y="1862219"/>
                  </a:lnTo>
                  <a:lnTo>
                    <a:pt x="1694922" y="1860583"/>
                  </a:lnTo>
                  <a:lnTo>
                    <a:pt x="1693382" y="1861041"/>
                  </a:lnTo>
                  <a:lnTo>
                    <a:pt x="1692613" y="1860388"/>
                  </a:lnTo>
                  <a:lnTo>
                    <a:pt x="1691442" y="1860765"/>
                  </a:lnTo>
                  <a:lnTo>
                    <a:pt x="1690576" y="1862556"/>
                  </a:lnTo>
                  <a:lnTo>
                    <a:pt x="1688116" y="1864075"/>
                  </a:lnTo>
                  <a:lnTo>
                    <a:pt x="1686623" y="1865418"/>
                  </a:lnTo>
                  <a:lnTo>
                    <a:pt x="1684036" y="1866596"/>
                  </a:lnTo>
                  <a:lnTo>
                    <a:pt x="1683714" y="1867705"/>
                  </a:lnTo>
                  <a:lnTo>
                    <a:pt x="1683800" y="1868661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pg127">
              <a:extLst>
                <a:ext uri="{FF2B5EF4-FFF2-40B4-BE49-F238E27FC236}">
                  <a16:creationId xmlns:a16="http://schemas.microsoft.com/office/drawing/2014/main" id="{3E867B07-CBBD-CF11-0CDC-08BA5859F304}"/>
                </a:ext>
              </a:extLst>
            </p:cNvPr>
            <p:cNvSpPr/>
            <p:nvPr/>
          </p:nvSpPr>
          <p:spPr>
            <a:xfrm>
              <a:off x="3216756" y="3163727"/>
              <a:ext cx="915928" cy="805207"/>
            </a:xfrm>
            <a:custGeom>
              <a:avLst/>
              <a:gdLst/>
              <a:ahLst/>
              <a:cxnLst/>
              <a:rect l="0" t="0" r="0" b="0"/>
              <a:pathLst>
                <a:path w="915928" h="805207">
                  <a:moveTo>
                    <a:pt x="457655" y="792461"/>
                  </a:moveTo>
                  <a:lnTo>
                    <a:pt x="457039" y="792434"/>
                  </a:lnTo>
                  <a:lnTo>
                    <a:pt x="456002" y="790515"/>
                  </a:lnTo>
                  <a:lnTo>
                    <a:pt x="453769" y="787929"/>
                  </a:lnTo>
                  <a:lnTo>
                    <a:pt x="453575" y="787231"/>
                  </a:lnTo>
                  <a:lnTo>
                    <a:pt x="452942" y="787371"/>
                  </a:lnTo>
                  <a:lnTo>
                    <a:pt x="452533" y="786594"/>
                  </a:lnTo>
                  <a:lnTo>
                    <a:pt x="451015" y="785496"/>
                  </a:lnTo>
                  <a:lnTo>
                    <a:pt x="450917" y="785164"/>
                  </a:lnTo>
                  <a:lnTo>
                    <a:pt x="449478" y="784541"/>
                  </a:lnTo>
                  <a:lnTo>
                    <a:pt x="449141" y="783767"/>
                  </a:lnTo>
                  <a:lnTo>
                    <a:pt x="448398" y="783158"/>
                  </a:lnTo>
                  <a:lnTo>
                    <a:pt x="448044" y="782258"/>
                  </a:lnTo>
                  <a:lnTo>
                    <a:pt x="445641" y="779338"/>
                  </a:lnTo>
                  <a:lnTo>
                    <a:pt x="444977" y="779328"/>
                  </a:lnTo>
                  <a:lnTo>
                    <a:pt x="443038" y="778685"/>
                  </a:lnTo>
                  <a:lnTo>
                    <a:pt x="441839" y="778686"/>
                  </a:lnTo>
                  <a:lnTo>
                    <a:pt x="439580" y="777010"/>
                  </a:lnTo>
                  <a:lnTo>
                    <a:pt x="437974" y="775298"/>
                  </a:lnTo>
                  <a:lnTo>
                    <a:pt x="436971" y="775037"/>
                  </a:lnTo>
                  <a:lnTo>
                    <a:pt x="436906" y="773941"/>
                  </a:lnTo>
                  <a:lnTo>
                    <a:pt x="436234" y="772794"/>
                  </a:lnTo>
                  <a:lnTo>
                    <a:pt x="436837" y="772109"/>
                  </a:lnTo>
                  <a:lnTo>
                    <a:pt x="437063" y="770235"/>
                  </a:lnTo>
                  <a:lnTo>
                    <a:pt x="437090" y="769274"/>
                  </a:lnTo>
                  <a:lnTo>
                    <a:pt x="436505" y="768643"/>
                  </a:lnTo>
                  <a:lnTo>
                    <a:pt x="433848" y="767184"/>
                  </a:lnTo>
                  <a:lnTo>
                    <a:pt x="433237" y="767230"/>
                  </a:lnTo>
                  <a:lnTo>
                    <a:pt x="432738" y="766804"/>
                  </a:lnTo>
                  <a:lnTo>
                    <a:pt x="432309" y="766763"/>
                  </a:lnTo>
                  <a:lnTo>
                    <a:pt x="432109" y="766343"/>
                  </a:lnTo>
                  <a:lnTo>
                    <a:pt x="431505" y="766553"/>
                  </a:lnTo>
                  <a:lnTo>
                    <a:pt x="430947" y="766383"/>
                  </a:lnTo>
                  <a:lnTo>
                    <a:pt x="429878" y="765296"/>
                  </a:lnTo>
                  <a:lnTo>
                    <a:pt x="427837" y="763936"/>
                  </a:lnTo>
                  <a:lnTo>
                    <a:pt x="427255" y="763925"/>
                  </a:lnTo>
                  <a:lnTo>
                    <a:pt x="426531" y="764321"/>
                  </a:lnTo>
                  <a:lnTo>
                    <a:pt x="425992" y="764058"/>
                  </a:lnTo>
                  <a:lnTo>
                    <a:pt x="424967" y="763348"/>
                  </a:lnTo>
                  <a:lnTo>
                    <a:pt x="424727" y="762610"/>
                  </a:lnTo>
                  <a:lnTo>
                    <a:pt x="424030" y="762296"/>
                  </a:lnTo>
                  <a:lnTo>
                    <a:pt x="423959" y="761808"/>
                  </a:lnTo>
                  <a:lnTo>
                    <a:pt x="423280" y="761365"/>
                  </a:lnTo>
                  <a:lnTo>
                    <a:pt x="422604" y="761306"/>
                  </a:lnTo>
                  <a:lnTo>
                    <a:pt x="422187" y="761869"/>
                  </a:lnTo>
                  <a:lnTo>
                    <a:pt x="419931" y="761811"/>
                  </a:lnTo>
                  <a:lnTo>
                    <a:pt x="417894" y="762366"/>
                  </a:lnTo>
                  <a:lnTo>
                    <a:pt x="416132" y="762349"/>
                  </a:lnTo>
                  <a:lnTo>
                    <a:pt x="415271" y="762628"/>
                  </a:lnTo>
                  <a:lnTo>
                    <a:pt x="412500" y="762523"/>
                  </a:lnTo>
                  <a:lnTo>
                    <a:pt x="411582" y="759502"/>
                  </a:lnTo>
                  <a:lnTo>
                    <a:pt x="409379" y="758167"/>
                  </a:lnTo>
                  <a:lnTo>
                    <a:pt x="407829" y="758029"/>
                  </a:lnTo>
                  <a:lnTo>
                    <a:pt x="406337" y="760363"/>
                  </a:lnTo>
                  <a:lnTo>
                    <a:pt x="406067" y="761359"/>
                  </a:lnTo>
                  <a:lnTo>
                    <a:pt x="405011" y="762494"/>
                  </a:lnTo>
                  <a:lnTo>
                    <a:pt x="402664" y="761602"/>
                  </a:lnTo>
                  <a:lnTo>
                    <a:pt x="402585" y="762111"/>
                  </a:lnTo>
                  <a:lnTo>
                    <a:pt x="402175" y="762166"/>
                  </a:lnTo>
                  <a:lnTo>
                    <a:pt x="402123" y="763069"/>
                  </a:lnTo>
                  <a:lnTo>
                    <a:pt x="401609" y="763250"/>
                  </a:lnTo>
                  <a:lnTo>
                    <a:pt x="401189" y="763780"/>
                  </a:lnTo>
                  <a:lnTo>
                    <a:pt x="399820" y="763040"/>
                  </a:lnTo>
                  <a:lnTo>
                    <a:pt x="398103" y="762972"/>
                  </a:lnTo>
                  <a:lnTo>
                    <a:pt x="397615" y="763748"/>
                  </a:lnTo>
                  <a:lnTo>
                    <a:pt x="396091" y="763569"/>
                  </a:lnTo>
                  <a:lnTo>
                    <a:pt x="395509" y="764154"/>
                  </a:lnTo>
                  <a:lnTo>
                    <a:pt x="392117" y="763106"/>
                  </a:lnTo>
                  <a:lnTo>
                    <a:pt x="391356" y="763246"/>
                  </a:lnTo>
                  <a:lnTo>
                    <a:pt x="390649" y="763053"/>
                  </a:lnTo>
                  <a:lnTo>
                    <a:pt x="388380" y="763564"/>
                  </a:lnTo>
                  <a:lnTo>
                    <a:pt x="386208" y="763336"/>
                  </a:lnTo>
                  <a:lnTo>
                    <a:pt x="385291" y="763487"/>
                  </a:lnTo>
                  <a:lnTo>
                    <a:pt x="383792" y="763081"/>
                  </a:lnTo>
                  <a:lnTo>
                    <a:pt x="383972" y="762448"/>
                  </a:lnTo>
                  <a:lnTo>
                    <a:pt x="383353" y="761982"/>
                  </a:lnTo>
                  <a:lnTo>
                    <a:pt x="381679" y="758953"/>
                  </a:lnTo>
                  <a:lnTo>
                    <a:pt x="381339" y="757557"/>
                  </a:lnTo>
                  <a:lnTo>
                    <a:pt x="381481" y="757400"/>
                  </a:lnTo>
                  <a:lnTo>
                    <a:pt x="381051" y="756199"/>
                  </a:lnTo>
                  <a:lnTo>
                    <a:pt x="381303" y="754205"/>
                  </a:lnTo>
                  <a:lnTo>
                    <a:pt x="380202" y="752413"/>
                  </a:lnTo>
                  <a:lnTo>
                    <a:pt x="380203" y="751093"/>
                  </a:lnTo>
                  <a:lnTo>
                    <a:pt x="379725" y="749799"/>
                  </a:lnTo>
                  <a:lnTo>
                    <a:pt x="377864" y="748192"/>
                  </a:lnTo>
                  <a:lnTo>
                    <a:pt x="377247" y="747897"/>
                  </a:lnTo>
                  <a:lnTo>
                    <a:pt x="375112" y="747815"/>
                  </a:lnTo>
                  <a:lnTo>
                    <a:pt x="374308" y="747994"/>
                  </a:lnTo>
                  <a:lnTo>
                    <a:pt x="372592" y="747306"/>
                  </a:lnTo>
                  <a:lnTo>
                    <a:pt x="372061" y="746845"/>
                  </a:lnTo>
                  <a:lnTo>
                    <a:pt x="371941" y="747020"/>
                  </a:lnTo>
                  <a:lnTo>
                    <a:pt x="370218" y="746973"/>
                  </a:lnTo>
                  <a:lnTo>
                    <a:pt x="369675" y="747373"/>
                  </a:lnTo>
                  <a:lnTo>
                    <a:pt x="368679" y="747553"/>
                  </a:lnTo>
                  <a:lnTo>
                    <a:pt x="368229" y="748181"/>
                  </a:lnTo>
                  <a:lnTo>
                    <a:pt x="367877" y="748215"/>
                  </a:lnTo>
                  <a:lnTo>
                    <a:pt x="367744" y="748010"/>
                  </a:lnTo>
                  <a:lnTo>
                    <a:pt x="366845" y="748186"/>
                  </a:lnTo>
                  <a:lnTo>
                    <a:pt x="365073" y="748102"/>
                  </a:lnTo>
                  <a:lnTo>
                    <a:pt x="362615" y="746665"/>
                  </a:lnTo>
                  <a:lnTo>
                    <a:pt x="361682" y="746613"/>
                  </a:lnTo>
                  <a:lnTo>
                    <a:pt x="358135" y="745571"/>
                  </a:lnTo>
                  <a:lnTo>
                    <a:pt x="356340" y="745706"/>
                  </a:lnTo>
                  <a:lnTo>
                    <a:pt x="355001" y="743198"/>
                  </a:lnTo>
                  <a:lnTo>
                    <a:pt x="353800" y="742858"/>
                  </a:lnTo>
                  <a:lnTo>
                    <a:pt x="352308" y="742771"/>
                  </a:lnTo>
                  <a:lnTo>
                    <a:pt x="349373" y="743101"/>
                  </a:lnTo>
                  <a:lnTo>
                    <a:pt x="347135" y="742120"/>
                  </a:lnTo>
                  <a:lnTo>
                    <a:pt x="346055" y="742859"/>
                  </a:lnTo>
                  <a:lnTo>
                    <a:pt x="345379" y="743049"/>
                  </a:lnTo>
                  <a:lnTo>
                    <a:pt x="343699" y="744915"/>
                  </a:lnTo>
                  <a:lnTo>
                    <a:pt x="343110" y="744777"/>
                  </a:lnTo>
                  <a:lnTo>
                    <a:pt x="341428" y="743162"/>
                  </a:lnTo>
                  <a:lnTo>
                    <a:pt x="339691" y="742520"/>
                  </a:lnTo>
                  <a:lnTo>
                    <a:pt x="336803" y="738920"/>
                  </a:lnTo>
                  <a:lnTo>
                    <a:pt x="334092" y="736783"/>
                  </a:lnTo>
                  <a:lnTo>
                    <a:pt x="332633" y="736329"/>
                  </a:lnTo>
                  <a:lnTo>
                    <a:pt x="330178" y="734972"/>
                  </a:lnTo>
                  <a:lnTo>
                    <a:pt x="327994" y="734865"/>
                  </a:lnTo>
                  <a:lnTo>
                    <a:pt x="327244" y="733971"/>
                  </a:lnTo>
                  <a:lnTo>
                    <a:pt x="327128" y="733284"/>
                  </a:lnTo>
                  <a:lnTo>
                    <a:pt x="327557" y="731864"/>
                  </a:lnTo>
                  <a:lnTo>
                    <a:pt x="327438" y="731156"/>
                  </a:lnTo>
                  <a:lnTo>
                    <a:pt x="327604" y="731100"/>
                  </a:lnTo>
                  <a:lnTo>
                    <a:pt x="327375" y="728632"/>
                  </a:lnTo>
                  <a:lnTo>
                    <a:pt x="326997" y="728056"/>
                  </a:lnTo>
                  <a:lnTo>
                    <a:pt x="326427" y="727752"/>
                  </a:lnTo>
                  <a:lnTo>
                    <a:pt x="325566" y="727093"/>
                  </a:lnTo>
                  <a:lnTo>
                    <a:pt x="323846" y="726683"/>
                  </a:lnTo>
                  <a:lnTo>
                    <a:pt x="323101" y="726881"/>
                  </a:lnTo>
                  <a:lnTo>
                    <a:pt x="321877" y="726656"/>
                  </a:lnTo>
                  <a:lnTo>
                    <a:pt x="317817" y="727308"/>
                  </a:lnTo>
                  <a:lnTo>
                    <a:pt x="317147" y="726733"/>
                  </a:lnTo>
                  <a:lnTo>
                    <a:pt x="315867" y="726535"/>
                  </a:lnTo>
                  <a:lnTo>
                    <a:pt x="315189" y="726025"/>
                  </a:lnTo>
                  <a:lnTo>
                    <a:pt x="312035" y="724824"/>
                  </a:lnTo>
                  <a:lnTo>
                    <a:pt x="311751" y="723508"/>
                  </a:lnTo>
                  <a:lnTo>
                    <a:pt x="310592" y="722541"/>
                  </a:lnTo>
                  <a:lnTo>
                    <a:pt x="309539" y="722127"/>
                  </a:lnTo>
                  <a:lnTo>
                    <a:pt x="308978" y="721470"/>
                  </a:lnTo>
                  <a:lnTo>
                    <a:pt x="308349" y="719838"/>
                  </a:lnTo>
                  <a:lnTo>
                    <a:pt x="308551" y="718981"/>
                  </a:lnTo>
                  <a:lnTo>
                    <a:pt x="307984" y="717304"/>
                  </a:lnTo>
                  <a:lnTo>
                    <a:pt x="307993" y="716293"/>
                  </a:lnTo>
                  <a:lnTo>
                    <a:pt x="307271" y="716690"/>
                  </a:lnTo>
                  <a:lnTo>
                    <a:pt x="305891" y="716820"/>
                  </a:lnTo>
                  <a:lnTo>
                    <a:pt x="305023" y="717355"/>
                  </a:lnTo>
                  <a:lnTo>
                    <a:pt x="303331" y="716342"/>
                  </a:lnTo>
                  <a:lnTo>
                    <a:pt x="301873" y="715999"/>
                  </a:lnTo>
                  <a:lnTo>
                    <a:pt x="300508" y="714775"/>
                  </a:lnTo>
                  <a:lnTo>
                    <a:pt x="300005" y="714979"/>
                  </a:lnTo>
                  <a:lnTo>
                    <a:pt x="299322" y="714687"/>
                  </a:lnTo>
                  <a:lnTo>
                    <a:pt x="297845" y="713066"/>
                  </a:lnTo>
                  <a:lnTo>
                    <a:pt x="298075" y="711616"/>
                  </a:lnTo>
                  <a:lnTo>
                    <a:pt x="297617" y="710956"/>
                  </a:lnTo>
                  <a:lnTo>
                    <a:pt x="296356" y="709784"/>
                  </a:lnTo>
                  <a:lnTo>
                    <a:pt x="295735" y="709409"/>
                  </a:lnTo>
                  <a:lnTo>
                    <a:pt x="295106" y="709430"/>
                  </a:lnTo>
                  <a:lnTo>
                    <a:pt x="293444" y="708638"/>
                  </a:lnTo>
                  <a:lnTo>
                    <a:pt x="291803" y="708197"/>
                  </a:lnTo>
                  <a:lnTo>
                    <a:pt x="291114" y="707665"/>
                  </a:lnTo>
                  <a:lnTo>
                    <a:pt x="291022" y="707046"/>
                  </a:lnTo>
                  <a:lnTo>
                    <a:pt x="290422" y="706040"/>
                  </a:lnTo>
                  <a:lnTo>
                    <a:pt x="287377" y="704619"/>
                  </a:lnTo>
                  <a:lnTo>
                    <a:pt x="285979" y="703134"/>
                  </a:lnTo>
                  <a:lnTo>
                    <a:pt x="284069" y="702049"/>
                  </a:lnTo>
                  <a:lnTo>
                    <a:pt x="283377" y="702019"/>
                  </a:lnTo>
                  <a:lnTo>
                    <a:pt x="283300" y="701814"/>
                  </a:lnTo>
                  <a:lnTo>
                    <a:pt x="284241" y="701081"/>
                  </a:lnTo>
                  <a:lnTo>
                    <a:pt x="282733" y="699441"/>
                  </a:lnTo>
                  <a:lnTo>
                    <a:pt x="281126" y="699664"/>
                  </a:lnTo>
                  <a:lnTo>
                    <a:pt x="280845" y="699882"/>
                  </a:lnTo>
                  <a:lnTo>
                    <a:pt x="279808" y="699807"/>
                  </a:lnTo>
                  <a:lnTo>
                    <a:pt x="275288" y="693841"/>
                  </a:lnTo>
                  <a:lnTo>
                    <a:pt x="274465" y="693212"/>
                  </a:lnTo>
                  <a:lnTo>
                    <a:pt x="273714" y="691276"/>
                  </a:lnTo>
                  <a:lnTo>
                    <a:pt x="272896" y="690246"/>
                  </a:lnTo>
                  <a:lnTo>
                    <a:pt x="273174" y="683504"/>
                  </a:lnTo>
                  <a:lnTo>
                    <a:pt x="271036" y="674123"/>
                  </a:lnTo>
                  <a:lnTo>
                    <a:pt x="270535" y="674781"/>
                  </a:lnTo>
                  <a:lnTo>
                    <a:pt x="269524" y="674815"/>
                  </a:lnTo>
                  <a:lnTo>
                    <a:pt x="268806" y="673607"/>
                  </a:lnTo>
                  <a:lnTo>
                    <a:pt x="268466" y="673408"/>
                  </a:lnTo>
                  <a:lnTo>
                    <a:pt x="268564" y="672719"/>
                  </a:lnTo>
                  <a:lnTo>
                    <a:pt x="268042" y="671544"/>
                  </a:lnTo>
                  <a:lnTo>
                    <a:pt x="267484" y="669146"/>
                  </a:lnTo>
                  <a:lnTo>
                    <a:pt x="266295" y="661523"/>
                  </a:lnTo>
                  <a:lnTo>
                    <a:pt x="265054" y="661482"/>
                  </a:lnTo>
                  <a:lnTo>
                    <a:pt x="264976" y="661117"/>
                  </a:lnTo>
                  <a:lnTo>
                    <a:pt x="264011" y="661410"/>
                  </a:lnTo>
                  <a:lnTo>
                    <a:pt x="263215" y="658004"/>
                  </a:lnTo>
                  <a:lnTo>
                    <a:pt x="263590" y="654940"/>
                  </a:lnTo>
                  <a:lnTo>
                    <a:pt x="263402" y="653674"/>
                  </a:lnTo>
                  <a:lnTo>
                    <a:pt x="261715" y="651346"/>
                  </a:lnTo>
                  <a:lnTo>
                    <a:pt x="262165" y="650265"/>
                  </a:lnTo>
                  <a:lnTo>
                    <a:pt x="261355" y="645927"/>
                  </a:lnTo>
                  <a:lnTo>
                    <a:pt x="261685" y="644305"/>
                  </a:lnTo>
                  <a:lnTo>
                    <a:pt x="261128" y="640753"/>
                  </a:lnTo>
                  <a:lnTo>
                    <a:pt x="260791" y="639655"/>
                  </a:lnTo>
                  <a:lnTo>
                    <a:pt x="259963" y="638743"/>
                  </a:lnTo>
                  <a:lnTo>
                    <a:pt x="259283" y="637208"/>
                  </a:lnTo>
                  <a:lnTo>
                    <a:pt x="259421" y="636780"/>
                  </a:lnTo>
                  <a:lnTo>
                    <a:pt x="258865" y="635073"/>
                  </a:lnTo>
                  <a:lnTo>
                    <a:pt x="258991" y="634292"/>
                  </a:lnTo>
                  <a:lnTo>
                    <a:pt x="258156" y="633177"/>
                  </a:lnTo>
                  <a:lnTo>
                    <a:pt x="256675" y="629672"/>
                  </a:lnTo>
                  <a:lnTo>
                    <a:pt x="256198" y="629056"/>
                  </a:lnTo>
                  <a:lnTo>
                    <a:pt x="256148" y="628036"/>
                  </a:lnTo>
                  <a:lnTo>
                    <a:pt x="255155" y="626437"/>
                  </a:lnTo>
                  <a:lnTo>
                    <a:pt x="253974" y="622291"/>
                  </a:lnTo>
                  <a:lnTo>
                    <a:pt x="253681" y="617930"/>
                  </a:lnTo>
                  <a:lnTo>
                    <a:pt x="252449" y="615154"/>
                  </a:lnTo>
                  <a:lnTo>
                    <a:pt x="253303" y="612910"/>
                  </a:lnTo>
                  <a:lnTo>
                    <a:pt x="253560" y="611026"/>
                  </a:lnTo>
                  <a:lnTo>
                    <a:pt x="253850" y="610472"/>
                  </a:lnTo>
                  <a:lnTo>
                    <a:pt x="253466" y="609242"/>
                  </a:lnTo>
                  <a:lnTo>
                    <a:pt x="253689" y="608968"/>
                  </a:lnTo>
                  <a:lnTo>
                    <a:pt x="253166" y="607778"/>
                  </a:lnTo>
                  <a:lnTo>
                    <a:pt x="252857" y="607814"/>
                  </a:lnTo>
                  <a:lnTo>
                    <a:pt x="252068" y="607031"/>
                  </a:lnTo>
                  <a:lnTo>
                    <a:pt x="251902" y="606344"/>
                  </a:lnTo>
                  <a:lnTo>
                    <a:pt x="248646" y="606181"/>
                  </a:lnTo>
                  <a:lnTo>
                    <a:pt x="247118" y="605444"/>
                  </a:lnTo>
                  <a:lnTo>
                    <a:pt x="246383" y="604840"/>
                  </a:lnTo>
                  <a:lnTo>
                    <a:pt x="245376" y="602974"/>
                  </a:lnTo>
                  <a:lnTo>
                    <a:pt x="243193" y="603621"/>
                  </a:lnTo>
                  <a:lnTo>
                    <a:pt x="242495" y="603322"/>
                  </a:lnTo>
                  <a:lnTo>
                    <a:pt x="240741" y="603178"/>
                  </a:lnTo>
                  <a:lnTo>
                    <a:pt x="239037" y="603744"/>
                  </a:lnTo>
                  <a:lnTo>
                    <a:pt x="237638" y="603768"/>
                  </a:lnTo>
                  <a:lnTo>
                    <a:pt x="237369" y="604166"/>
                  </a:lnTo>
                  <a:lnTo>
                    <a:pt x="235747" y="604277"/>
                  </a:lnTo>
                  <a:lnTo>
                    <a:pt x="235053" y="603925"/>
                  </a:lnTo>
                  <a:lnTo>
                    <a:pt x="234862" y="603382"/>
                  </a:lnTo>
                  <a:lnTo>
                    <a:pt x="234258" y="603089"/>
                  </a:lnTo>
                  <a:lnTo>
                    <a:pt x="234173" y="602619"/>
                  </a:lnTo>
                  <a:lnTo>
                    <a:pt x="233587" y="601895"/>
                  </a:lnTo>
                  <a:lnTo>
                    <a:pt x="230523" y="600579"/>
                  </a:lnTo>
                  <a:lnTo>
                    <a:pt x="230059" y="600230"/>
                  </a:lnTo>
                  <a:lnTo>
                    <a:pt x="230074" y="599883"/>
                  </a:lnTo>
                  <a:lnTo>
                    <a:pt x="228662" y="599416"/>
                  </a:lnTo>
                  <a:lnTo>
                    <a:pt x="227713" y="599560"/>
                  </a:lnTo>
                  <a:lnTo>
                    <a:pt x="225613" y="599299"/>
                  </a:lnTo>
                  <a:lnTo>
                    <a:pt x="224984" y="599463"/>
                  </a:lnTo>
                  <a:lnTo>
                    <a:pt x="223207" y="598982"/>
                  </a:lnTo>
                  <a:lnTo>
                    <a:pt x="222078" y="598131"/>
                  </a:lnTo>
                  <a:lnTo>
                    <a:pt x="221592" y="597459"/>
                  </a:lnTo>
                  <a:lnTo>
                    <a:pt x="220380" y="596862"/>
                  </a:lnTo>
                  <a:lnTo>
                    <a:pt x="219597" y="596774"/>
                  </a:lnTo>
                  <a:lnTo>
                    <a:pt x="218251" y="595295"/>
                  </a:lnTo>
                  <a:lnTo>
                    <a:pt x="217281" y="595252"/>
                  </a:lnTo>
                  <a:lnTo>
                    <a:pt x="216439" y="594780"/>
                  </a:lnTo>
                  <a:lnTo>
                    <a:pt x="214509" y="594828"/>
                  </a:lnTo>
                  <a:lnTo>
                    <a:pt x="213096" y="594367"/>
                  </a:lnTo>
                  <a:lnTo>
                    <a:pt x="212446" y="593712"/>
                  </a:lnTo>
                  <a:lnTo>
                    <a:pt x="211158" y="593380"/>
                  </a:lnTo>
                  <a:lnTo>
                    <a:pt x="210071" y="593528"/>
                  </a:lnTo>
                  <a:lnTo>
                    <a:pt x="207689" y="592387"/>
                  </a:lnTo>
                  <a:lnTo>
                    <a:pt x="206109" y="592158"/>
                  </a:lnTo>
                  <a:lnTo>
                    <a:pt x="204424" y="591503"/>
                  </a:lnTo>
                  <a:lnTo>
                    <a:pt x="203407" y="591585"/>
                  </a:lnTo>
                  <a:lnTo>
                    <a:pt x="202652" y="590975"/>
                  </a:lnTo>
                  <a:lnTo>
                    <a:pt x="199508" y="589795"/>
                  </a:lnTo>
                  <a:lnTo>
                    <a:pt x="196913" y="590851"/>
                  </a:lnTo>
                  <a:lnTo>
                    <a:pt x="196210" y="592525"/>
                  </a:lnTo>
                  <a:lnTo>
                    <a:pt x="193926" y="593020"/>
                  </a:lnTo>
                  <a:lnTo>
                    <a:pt x="190845" y="593329"/>
                  </a:lnTo>
                  <a:lnTo>
                    <a:pt x="191116" y="593209"/>
                  </a:lnTo>
                  <a:lnTo>
                    <a:pt x="190986" y="592491"/>
                  </a:lnTo>
                  <a:lnTo>
                    <a:pt x="190658" y="592085"/>
                  </a:lnTo>
                  <a:lnTo>
                    <a:pt x="190350" y="592063"/>
                  </a:lnTo>
                  <a:lnTo>
                    <a:pt x="190142" y="591615"/>
                  </a:lnTo>
                  <a:lnTo>
                    <a:pt x="189206" y="590976"/>
                  </a:lnTo>
                  <a:lnTo>
                    <a:pt x="186965" y="590507"/>
                  </a:lnTo>
                  <a:lnTo>
                    <a:pt x="184856" y="591001"/>
                  </a:lnTo>
                  <a:lnTo>
                    <a:pt x="182454" y="592144"/>
                  </a:lnTo>
                  <a:lnTo>
                    <a:pt x="182306" y="591764"/>
                  </a:lnTo>
                  <a:lnTo>
                    <a:pt x="181762" y="591563"/>
                  </a:lnTo>
                  <a:lnTo>
                    <a:pt x="181259" y="591890"/>
                  </a:lnTo>
                  <a:lnTo>
                    <a:pt x="178926" y="592217"/>
                  </a:lnTo>
                  <a:lnTo>
                    <a:pt x="177991" y="591794"/>
                  </a:lnTo>
                  <a:lnTo>
                    <a:pt x="175540" y="592666"/>
                  </a:lnTo>
                  <a:lnTo>
                    <a:pt x="172898" y="593034"/>
                  </a:lnTo>
                  <a:lnTo>
                    <a:pt x="171722" y="592417"/>
                  </a:lnTo>
                  <a:lnTo>
                    <a:pt x="171651" y="591803"/>
                  </a:lnTo>
                  <a:lnTo>
                    <a:pt x="171879" y="591637"/>
                  </a:lnTo>
                  <a:lnTo>
                    <a:pt x="171480" y="591121"/>
                  </a:lnTo>
                  <a:lnTo>
                    <a:pt x="171750" y="590414"/>
                  </a:lnTo>
                  <a:lnTo>
                    <a:pt x="170878" y="589265"/>
                  </a:lnTo>
                  <a:lnTo>
                    <a:pt x="170915" y="588539"/>
                  </a:lnTo>
                  <a:lnTo>
                    <a:pt x="170525" y="587405"/>
                  </a:lnTo>
                  <a:lnTo>
                    <a:pt x="170793" y="586704"/>
                  </a:lnTo>
                  <a:lnTo>
                    <a:pt x="170435" y="585960"/>
                  </a:lnTo>
                  <a:lnTo>
                    <a:pt x="169891" y="585674"/>
                  </a:lnTo>
                  <a:lnTo>
                    <a:pt x="169340" y="584805"/>
                  </a:lnTo>
                  <a:lnTo>
                    <a:pt x="168273" y="582056"/>
                  </a:lnTo>
                  <a:lnTo>
                    <a:pt x="168232" y="581716"/>
                  </a:lnTo>
                  <a:lnTo>
                    <a:pt x="168585" y="581188"/>
                  </a:lnTo>
                  <a:lnTo>
                    <a:pt x="168616" y="579083"/>
                  </a:lnTo>
                  <a:lnTo>
                    <a:pt x="168567" y="578572"/>
                  </a:lnTo>
                  <a:lnTo>
                    <a:pt x="168056" y="578293"/>
                  </a:lnTo>
                  <a:lnTo>
                    <a:pt x="169270" y="577648"/>
                  </a:lnTo>
                  <a:lnTo>
                    <a:pt x="169470" y="576281"/>
                  </a:lnTo>
                  <a:lnTo>
                    <a:pt x="170339" y="575627"/>
                  </a:lnTo>
                  <a:lnTo>
                    <a:pt x="171086" y="575345"/>
                  </a:lnTo>
                  <a:lnTo>
                    <a:pt x="172003" y="575603"/>
                  </a:lnTo>
                  <a:lnTo>
                    <a:pt x="173178" y="575152"/>
                  </a:lnTo>
                  <a:lnTo>
                    <a:pt x="173251" y="574946"/>
                  </a:lnTo>
                  <a:lnTo>
                    <a:pt x="175156" y="574511"/>
                  </a:lnTo>
                  <a:lnTo>
                    <a:pt x="176253" y="573600"/>
                  </a:lnTo>
                  <a:lnTo>
                    <a:pt x="176798" y="570530"/>
                  </a:lnTo>
                  <a:lnTo>
                    <a:pt x="175999" y="568316"/>
                  </a:lnTo>
                  <a:lnTo>
                    <a:pt x="176340" y="564617"/>
                  </a:lnTo>
                  <a:lnTo>
                    <a:pt x="177590" y="564447"/>
                  </a:lnTo>
                  <a:lnTo>
                    <a:pt x="178106" y="564704"/>
                  </a:lnTo>
                  <a:lnTo>
                    <a:pt x="179161" y="564204"/>
                  </a:lnTo>
                  <a:lnTo>
                    <a:pt x="179481" y="563734"/>
                  </a:lnTo>
                  <a:lnTo>
                    <a:pt x="180750" y="562914"/>
                  </a:lnTo>
                  <a:lnTo>
                    <a:pt x="181392" y="561488"/>
                  </a:lnTo>
                  <a:lnTo>
                    <a:pt x="180609" y="560531"/>
                  </a:lnTo>
                  <a:lnTo>
                    <a:pt x="180128" y="560279"/>
                  </a:lnTo>
                  <a:lnTo>
                    <a:pt x="180186" y="560032"/>
                  </a:lnTo>
                  <a:lnTo>
                    <a:pt x="179207" y="558747"/>
                  </a:lnTo>
                  <a:lnTo>
                    <a:pt x="178131" y="556364"/>
                  </a:lnTo>
                  <a:lnTo>
                    <a:pt x="178098" y="554932"/>
                  </a:lnTo>
                  <a:lnTo>
                    <a:pt x="177864" y="554401"/>
                  </a:lnTo>
                  <a:lnTo>
                    <a:pt x="178137" y="552252"/>
                  </a:lnTo>
                  <a:lnTo>
                    <a:pt x="177683" y="551233"/>
                  </a:lnTo>
                  <a:lnTo>
                    <a:pt x="177240" y="550983"/>
                  </a:lnTo>
                  <a:lnTo>
                    <a:pt x="176530" y="549995"/>
                  </a:lnTo>
                  <a:lnTo>
                    <a:pt x="175928" y="548291"/>
                  </a:lnTo>
                  <a:lnTo>
                    <a:pt x="175141" y="547643"/>
                  </a:lnTo>
                  <a:lnTo>
                    <a:pt x="174622" y="546682"/>
                  </a:lnTo>
                  <a:lnTo>
                    <a:pt x="173956" y="546083"/>
                  </a:lnTo>
                  <a:lnTo>
                    <a:pt x="173764" y="544943"/>
                  </a:lnTo>
                  <a:lnTo>
                    <a:pt x="172711" y="543150"/>
                  </a:lnTo>
                  <a:lnTo>
                    <a:pt x="171485" y="541815"/>
                  </a:lnTo>
                  <a:lnTo>
                    <a:pt x="172876" y="540060"/>
                  </a:lnTo>
                  <a:lnTo>
                    <a:pt x="172815" y="539356"/>
                  </a:lnTo>
                  <a:lnTo>
                    <a:pt x="173599" y="538299"/>
                  </a:lnTo>
                  <a:lnTo>
                    <a:pt x="175466" y="536433"/>
                  </a:lnTo>
                  <a:lnTo>
                    <a:pt x="176083" y="536100"/>
                  </a:lnTo>
                  <a:lnTo>
                    <a:pt x="176836" y="535145"/>
                  </a:lnTo>
                  <a:lnTo>
                    <a:pt x="177275" y="533780"/>
                  </a:lnTo>
                  <a:lnTo>
                    <a:pt x="177382" y="532207"/>
                  </a:lnTo>
                  <a:lnTo>
                    <a:pt x="178034" y="530914"/>
                  </a:lnTo>
                  <a:lnTo>
                    <a:pt x="178460" y="530570"/>
                  </a:lnTo>
                  <a:lnTo>
                    <a:pt x="179829" y="530317"/>
                  </a:lnTo>
                  <a:lnTo>
                    <a:pt x="180357" y="529985"/>
                  </a:lnTo>
                  <a:lnTo>
                    <a:pt x="182074" y="528443"/>
                  </a:lnTo>
                  <a:lnTo>
                    <a:pt x="182751" y="526811"/>
                  </a:lnTo>
                  <a:lnTo>
                    <a:pt x="185094" y="525209"/>
                  </a:lnTo>
                  <a:lnTo>
                    <a:pt x="185610" y="523876"/>
                  </a:lnTo>
                  <a:lnTo>
                    <a:pt x="187036" y="523163"/>
                  </a:lnTo>
                  <a:lnTo>
                    <a:pt x="187719" y="522564"/>
                  </a:lnTo>
                  <a:lnTo>
                    <a:pt x="188832" y="522183"/>
                  </a:lnTo>
                  <a:lnTo>
                    <a:pt x="189067" y="521303"/>
                  </a:lnTo>
                  <a:lnTo>
                    <a:pt x="190577" y="519848"/>
                  </a:lnTo>
                  <a:lnTo>
                    <a:pt x="192176" y="517171"/>
                  </a:lnTo>
                  <a:lnTo>
                    <a:pt x="193068" y="516124"/>
                  </a:lnTo>
                  <a:lnTo>
                    <a:pt x="193725" y="515388"/>
                  </a:lnTo>
                  <a:lnTo>
                    <a:pt x="196913" y="513094"/>
                  </a:lnTo>
                  <a:lnTo>
                    <a:pt x="196988" y="511798"/>
                  </a:lnTo>
                  <a:lnTo>
                    <a:pt x="196370" y="510247"/>
                  </a:lnTo>
                  <a:lnTo>
                    <a:pt x="196552" y="507564"/>
                  </a:lnTo>
                  <a:lnTo>
                    <a:pt x="195791" y="505386"/>
                  </a:lnTo>
                  <a:lnTo>
                    <a:pt x="197193" y="503032"/>
                  </a:lnTo>
                  <a:lnTo>
                    <a:pt x="198019" y="500559"/>
                  </a:lnTo>
                  <a:lnTo>
                    <a:pt x="197707" y="499386"/>
                  </a:lnTo>
                  <a:lnTo>
                    <a:pt x="196137" y="498333"/>
                  </a:lnTo>
                  <a:lnTo>
                    <a:pt x="194149" y="497463"/>
                  </a:lnTo>
                  <a:lnTo>
                    <a:pt x="191570" y="497532"/>
                  </a:lnTo>
                  <a:lnTo>
                    <a:pt x="190719" y="497199"/>
                  </a:lnTo>
                  <a:lnTo>
                    <a:pt x="186288" y="496684"/>
                  </a:lnTo>
                  <a:lnTo>
                    <a:pt x="185946" y="496238"/>
                  </a:lnTo>
                  <a:lnTo>
                    <a:pt x="186111" y="495082"/>
                  </a:lnTo>
                  <a:lnTo>
                    <a:pt x="185767" y="494091"/>
                  </a:lnTo>
                  <a:lnTo>
                    <a:pt x="185919" y="492425"/>
                  </a:lnTo>
                  <a:lnTo>
                    <a:pt x="186322" y="491378"/>
                  </a:lnTo>
                  <a:lnTo>
                    <a:pt x="187198" y="490534"/>
                  </a:lnTo>
                  <a:lnTo>
                    <a:pt x="187202" y="489961"/>
                  </a:lnTo>
                  <a:lnTo>
                    <a:pt x="185848" y="489099"/>
                  </a:lnTo>
                  <a:lnTo>
                    <a:pt x="185086" y="487988"/>
                  </a:lnTo>
                  <a:lnTo>
                    <a:pt x="185037" y="487481"/>
                  </a:lnTo>
                  <a:lnTo>
                    <a:pt x="184437" y="487029"/>
                  </a:lnTo>
                  <a:lnTo>
                    <a:pt x="182959" y="486570"/>
                  </a:lnTo>
                  <a:lnTo>
                    <a:pt x="182151" y="486612"/>
                  </a:lnTo>
                  <a:lnTo>
                    <a:pt x="181980" y="484495"/>
                  </a:lnTo>
                  <a:lnTo>
                    <a:pt x="181110" y="482841"/>
                  </a:lnTo>
                  <a:lnTo>
                    <a:pt x="181428" y="480660"/>
                  </a:lnTo>
                  <a:lnTo>
                    <a:pt x="181763" y="479774"/>
                  </a:lnTo>
                  <a:lnTo>
                    <a:pt x="181175" y="478827"/>
                  </a:lnTo>
                  <a:lnTo>
                    <a:pt x="180800" y="478661"/>
                  </a:lnTo>
                  <a:lnTo>
                    <a:pt x="179815" y="476287"/>
                  </a:lnTo>
                  <a:lnTo>
                    <a:pt x="179938" y="475935"/>
                  </a:lnTo>
                  <a:lnTo>
                    <a:pt x="179289" y="475137"/>
                  </a:lnTo>
                  <a:lnTo>
                    <a:pt x="179708" y="474981"/>
                  </a:lnTo>
                  <a:lnTo>
                    <a:pt x="179880" y="473074"/>
                  </a:lnTo>
                  <a:lnTo>
                    <a:pt x="180811" y="472233"/>
                  </a:lnTo>
                  <a:lnTo>
                    <a:pt x="180858" y="471561"/>
                  </a:lnTo>
                  <a:lnTo>
                    <a:pt x="180630" y="471303"/>
                  </a:lnTo>
                  <a:lnTo>
                    <a:pt x="181103" y="470833"/>
                  </a:lnTo>
                  <a:lnTo>
                    <a:pt x="181300" y="469759"/>
                  </a:lnTo>
                  <a:lnTo>
                    <a:pt x="181151" y="467912"/>
                  </a:lnTo>
                  <a:lnTo>
                    <a:pt x="180228" y="466481"/>
                  </a:lnTo>
                  <a:lnTo>
                    <a:pt x="180257" y="465958"/>
                  </a:lnTo>
                  <a:lnTo>
                    <a:pt x="180519" y="465724"/>
                  </a:lnTo>
                  <a:lnTo>
                    <a:pt x="180229" y="465267"/>
                  </a:lnTo>
                  <a:lnTo>
                    <a:pt x="180507" y="463701"/>
                  </a:lnTo>
                  <a:lnTo>
                    <a:pt x="181107" y="463936"/>
                  </a:lnTo>
                  <a:lnTo>
                    <a:pt x="181545" y="463349"/>
                  </a:lnTo>
                  <a:lnTo>
                    <a:pt x="182233" y="463259"/>
                  </a:lnTo>
                  <a:lnTo>
                    <a:pt x="182282" y="462149"/>
                  </a:lnTo>
                  <a:lnTo>
                    <a:pt x="180979" y="461827"/>
                  </a:lnTo>
                  <a:lnTo>
                    <a:pt x="179579" y="459824"/>
                  </a:lnTo>
                  <a:lnTo>
                    <a:pt x="176744" y="457559"/>
                  </a:lnTo>
                  <a:lnTo>
                    <a:pt x="174895" y="458004"/>
                  </a:lnTo>
                  <a:lnTo>
                    <a:pt x="173460" y="457407"/>
                  </a:lnTo>
                  <a:lnTo>
                    <a:pt x="172379" y="456469"/>
                  </a:lnTo>
                  <a:lnTo>
                    <a:pt x="171262" y="456233"/>
                  </a:lnTo>
                  <a:lnTo>
                    <a:pt x="170464" y="455717"/>
                  </a:lnTo>
                  <a:lnTo>
                    <a:pt x="169615" y="454638"/>
                  </a:lnTo>
                  <a:lnTo>
                    <a:pt x="169676" y="453138"/>
                  </a:lnTo>
                  <a:lnTo>
                    <a:pt x="169346" y="453128"/>
                  </a:lnTo>
                  <a:lnTo>
                    <a:pt x="168480" y="452148"/>
                  </a:lnTo>
                  <a:lnTo>
                    <a:pt x="167969" y="452124"/>
                  </a:lnTo>
                  <a:lnTo>
                    <a:pt x="167074" y="451181"/>
                  </a:lnTo>
                  <a:lnTo>
                    <a:pt x="166514" y="451194"/>
                  </a:lnTo>
                  <a:lnTo>
                    <a:pt x="165498" y="450660"/>
                  </a:lnTo>
                  <a:lnTo>
                    <a:pt x="165056" y="450032"/>
                  </a:lnTo>
                  <a:lnTo>
                    <a:pt x="164880" y="448849"/>
                  </a:lnTo>
                  <a:lnTo>
                    <a:pt x="164556" y="448265"/>
                  </a:lnTo>
                  <a:lnTo>
                    <a:pt x="164669" y="447030"/>
                  </a:lnTo>
                  <a:lnTo>
                    <a:pt x="165200" y="445412"/>
                  </a:lnTo>
                  <a:lnTo>
                    <a:pt x="165818" y="444279"/>
                  </a:lnTo>
                  <a:lnTo>
                    <a:pt x="166354" y="443867"/>
                  </a:lnTo>
                  <a:lnTo>
                    <a:pt x="166418" y="443245"/>
                  </a:lnTo>
                  <a:lnTo>
                    <a:pt x="167107" y="442343"/>
                  </a:lnTo>
                  <a:lnTo>
                    <a:pt x="167736" y="439908"/>
                  </a:lnTo>
                  <a:lnTo>
                    <a:pt x="167214" y="439223"/>
                  </a:lnTo>
                  <a:lnTo>
                    <a:pt x="166952" y="438282"/>
                  </a:lnTo>
                  <a:lnTo>
                    <a:pt x="165751" y="437049"/>
                  </a:lnTo>
                  <a:lnTo>
                    <a:pt x="164595" y="436386"/>
                  </a:lnTo>
                  <a:lnTo>
                    <a:pt x="164530" y="435811"/>
                  </a:lnTo>
                  <a:lnTo>
                    <a:pt x="163663" y="434045"/>
                  </a:lnTo>
                  <a:lnTo>
                    <a:pt x="163142" y="431671"/>
                  </a:lnTo>
                  <a:lnTo>
                    <a:pt x="162847" y="431316"/>
                  </a:lnTo>
                  <a:lnTo>
                    <a:pt x="160695" y="430070"/>
                  </a:lnTo>
                  <a:lnTo>
                    <a:pt x="159787" y="429918"/>
                  </a:lnTo>
                  <a:lnTo>
                    <a:pt x="159002" y="429440"/>
                  </a:lnTo>
                  <a:lnTo>
                    <a:pt x="158300" y="429390"/>
                  </a:lnTo>
                  <a:lnTo>
                    <a:pt x="157599" y="428719"/>
                  </a:lnTo>
                  <a:lnTo>
                    <a:pt x="157012" y="428506"/>
                  </a:lnTo>
                  <a:lnTo>
                    <a:pt x="155357" y="426789"/>
                  </a:lnTo>
                  <a:lnTo>
                    <a:pt x="154782" y="426458"/>
                  </a:lnTo>
                  <a:lnTo>
                    <a:pt x="154288" y="426776"/>
                  </a:lnTo>
                  <a:lnTo>
                    <a:pt x="153132" y="426673"/>
                  </a:lnTo>
                  <a:lnTo>
                    <a:pt x="152244" y="427490"/>
                  </a:lnTo>
                  <a:lnTo>
                    <a:pt x="151262" y="427363"/>
                  </a:lnTo>
                  <a:lnTo>
                    <a:pt x="150341" y="426530"/>
                  </a:lnTo>
                  <a:lnTo>
                    <a:pt x="149902" y="427079"/>
                  </a:lnTo>
                  <a:lnTo>
                    <a:pt x="148649" y="427631"/>
                  </a:lnTo>
                  <a:lnTo>
                    <a:pt x="148270" y="427582"/>
                  </a:lnTo>
                  <a:lnTo>
                    <a:pt x="147749" y="426827"/>
                  </a:lnTo>
                  <a:lnTo>
                    <a:pt x="147077" y="426716"/>
                  </a:lnTo>
                  <a:lnTo>
                    <a:pt x="144956" y="425563"/>
                  </a:lnTo>
                  <a:lnTo>
                    <a:pt x="144725" y="425157"/>
                  </a:lnTo>
                  <a:lnTo>
                    <a:pt x="142669" y="425341"/>
                  </a:lnTo>
                  <a:lnTo>
                    <a:pt x="142481" y="425047"/>
                  </a:lnTo>
                  <a:lnTo>
                    <a:pt x="141920" y="425016"/>
                  </a:lnTo>
                  <a:lnTo>
                    <a:pt x="140486" y="424365"/>
                  </a:lnTo>
                  <a:lnTo>
                    <a:pt x="139056" y="425086"/>
                  </a:lnTo>
                  <a:lnTo>
                    <a:pt x="138362" y="425196"/>
                  </a:lnTo>
                  <a:lnTo>
                    <a:pt x="135296" y="423632"/>
                  </a:lnTo>
                  <a:lnTo>
                    <a:pt x="133140" y="424037"/>
                  </a:lnTo>
                  <a:lnTo>
                    <a:pt x="131797" y="423955"/>
                  </a:lnTo>
                  <a:lnTo>
                    <a:pt x="131012" y="423030"/>
                  </a:lnTo>
                  <a:lnTo>
                    <a:pt x="130874" y="422492"/>
                  </a:lnTo>
                  <a:lnTo>
                    <a:pt x="130186" y="421950"/>
                  </a:lnTo>
                  <a:lnTo>
                    <a:pt x="129798" y="420979"/>
                  </a:lnTo>
                  <a:lnTo>
                    <a:pt x="128741" y="420627"/>
                  </a:lnTo>
                  <a:lnTo>
                    <a:pt x="128199" y="420754"/>
                  </a:lnTo>
                  <a:lnTo>
                    <a:pt x="125772" y="422933"/>
                  </a:lnTo>
                  <a:lnTo>
                    <a:pt x="124825" y="423156"/>
                  </a:lnTo>
                  <a:lnTo>
                    <a:pt x="123704" y="422971"/>
                  </a:lnTo>
                  <a:lnTo>
                    <a:pt x="121899" y="423970"/>
                  </a:lnTo>
                  <a:lnTo>
                    <a:pt x="121719" y="425692"/>
                  </a:lnTo>
                  <a:lnTo>
                    <a:pt x="122006" y="426063"/>
                  </a:lnTo>
                  <a:lnTo>
                    <a:pt x="121997" y="427602"/>
                  </a:lnTo>
                  <a:lnTo>
                    <a:pt x="122517" y="429252"/>
                  </a:lnTo>
                  <a:lnTo>
                    <a:pt x="121908" y="430886"/>
                  </a:lnTo>
                  <a:lnTo>
                    <a:pt x="120683" y="432469"/>
                  </a:lnTo>
                  <a:lnTo>
                    <a:pt x="119284" y="432887"/>
                  </a:lnTo>
                  <a:lnTo>
                    <a:pt x="118335" y="435942"/>
                  </a:lnTo>
                  <a:lnTo>
                    <a:pt x="117862" y="436662"/>
                  </a:lnTo>
                  <a:lnTo>
                    <a:pt x="114780" y="438375"/>
                  </a:lnTo>
                  <a:lnTo>
                    <a:pt x="112897" y="439853"/>
                  </a:lnTo>
                  <a:lnTo>
                    <a:pt x="112076" y="439483"/>
                  </a:lnTo>
                  <a:lnTo>
                    <a:pt x="110821" y="439657"/>
                  </a:lnTo>
                  <a:lnTo>
                    <a:pt x="109627" y="439515"/>
                  </a:lnTo>
                  <a:lnTo>
                    <a:pt x="107949" y="438584"/>
                  </a:lnTo>
                  <a:lnTo>
                    <a:pt x="107243" y="437822"/>
                  </a:lnTo>
                  <a:lnTo>
                    <a:pt x="106674" y="437820"/>
                  </a:lnTo>
                  <a:lnTo>
                    <a:pt x="106248" y="438435"/>
                  </a:lnTo>
                  <a:lnTo>
                    <a:pt x="105466" y="438892"/>
                  </a:lnTo>
                  <a:lnTo>
                    <a:pt x="105272" y="440037"/>
                  </a:lnTo>
                  <a:lnTo>
                    <a:pt x="104755" y="440329"/>
                  </a:lnTo>
                  <a:lnTo>
                    <a:pt x="104714" y="441064"/>
                  </a:lnTo>
                  <a:lnTo>
                    <a:pt x="103595" y="443828"/>
                  </a:lnTo>
                  <a:lnTo>
                    <a:pt x="103641" y="444476"/>
                  </a:lnTo>
                  <a:lnTo>
                    <a:pt x="102612" y="447132"/>
                  </a:lnTo>
                  <a:lnTo>
                    <a:pt x="102199" y="447445"/>
                  </a:lnTo>
                  <a:lnTo>
                    <a:pt x="100591" y="446873"/>
                  </a:lnTo>
                  <a:lnTo>
                    <a:pt x="99243" y="447003"/>
                  </a:lnTo>
                  <a:lnTo>
                    <a:pt x="99117" y="446058"/>
                  </a:lnTo>
                  <a:lnTo>
                    <a:pt x="98306" y="444247"/>
                  </a:lnTo>
                  <a:lnTo>
                    <a:pt x="97532" y="443689"/>
                  </a:lnTo>
                  <a:lnTo>
                    <a:pt x="96176" y="442154"/>
                  </a:lnTo>
                  <a:lnTo>
                    <a:pt x="95177" y="441726"/>
                  </a:lnTo>
                  <a:lnTo>
                    <a:pt x="94361" y="440941"/>
                  </a:lnTo>
                  <a:lnTo>
                    <a:pt x="92900" y="438721"/>
                  </a:lnTo>
                  <a:lnTo>
                    <a:pt x="91713" y="437400"/>
                  </a:lnTo>
                  <a:lnTo>
                    <a:pt x="90568" y="434510"/>
                  </a:lnTo>
                  <a:lnTo>
                    <a:pt x="89325" y="433613"/>
                  </a:lnTo>
                  <a:lnTo>
                    <a:pt x="87694" y="431114"/>
                  </a:lnTo>
                  <a:lnTo>
                    <a:pt x="86595" y="429360"/>
                  </a:lnTo>
                  <a:lnTo>
                    <a:pt x="85890" y="427478"/>
                  </a:lnTo>
                  <a:lnTo>
                    <a:pt x="86265" y="426817"/>
                  </a:lnTo>
                  <a:lnTo>
                    <a:pt x="86147" y="426302"/>
                  </a:lnTo>
                  <a:lnTo>
                    <a:pt x="83958" y="426072"/>
                  </a:lnTo>
                  <a:lnTo>
                    <a:pt x="83672" y="425641"/>
                  </a:lnTo>
                  <a:lnTo>
                    <a:pt x="82314" y="425523"/>
                  </a:lnTo>
                  <a:lnTo>
                    <a:pt x="82444" y="424967"/>
                  </a:lnTo>
                  <a:lnTo>
                    <a:pt x="82140" y="424666"/>
                  </a:lnTo>
                  <a:lnTo>
                    <a:pt x="82086" y="423591"/>
                  </a:lnTo>
                  <a:lnTo>
                    <a:pt x="83052" y="423134"/>
                  </a:lnTo>
                  <a:lnTo>
                    <a:pt x="83993" y="423246"/>
                  </a:lnTo>
                  <a:lnTo>
                    <a:pt x="84396" y="422234"/>
                  </a:lnTo>
                  <a:lnTo>
                    <a:pt x="83806" y="422041"/>
                  </a:lnTo>
                  <a:lnTo>
                    <a:pt x="84070" y="421373"/>
                  </a:lnTo>
                  <a:lnTo>
                    <a:pt x="83662" y="420793"/>
                  </a:lnTo>
                  <a:lnTo>
                    <a:pt x="83049" y="420804"/>
                  </a:lnTo>
                  <a:lnTo>
                    <a:pt x="83113" y="419906"/>
                  </a:lnTo>
                  <a:lnTo>
                    <a:pt x="82711" y="419429"/>
                  </a:lnTo>
                  <a:lnTo>
                    <a:pt x="81639" y="418898"/>
                  </a:lnTo>
                  <a:lnTo>
                    <a:pt x="79551" y="416665"/>
                  </a:lnTo>
                  <a:lnTo>
                    <a:pt x="80605" y="414600"/>
                  </a:lnTo>
                  <a:lnTo>
                    <a:pt x="82045" y="412684"/>
                  </a:lnTo>
                  <a:lnTo>
                    <a:pt x="82417" y="412483"/>
                  </a:lnTo>
                  <a:lnTo>
                    <a:pt x="82527" y="411677"/>
                  </a:lnTo>
                  <a:lnTo>
                    <a:pt x="81852" y="409927"/>
                  </a:lnTo>
                  <a:lnTo>
                    <a:pt x="80165" y="407074"/>
                  </a:lnTo>
                  <a:lnTo>
                    <a:pt x="79402" y="406619"/>
                  </a:lnTo>
                  <a:lnTo>
                    <a:pt x="79554" y="406534"/>
                  </a:lnTo>
                  <a:lnTo>
                    <a:pt x="79014" y="405982"/>
                  </a:lnTo>
                  <a:lnTo>
                    <a:pt x="77858" y="405833"/>
                  </a:lnTo>
                  <a:lnTo>
                    <a:pt x="77979" y="405142"/>
                  </a:lnTo>
                  <a:lnTo>
                    <a:pt x="76994" y="404694"/>
                  </a:lnTo>
                  <a:lnTo>
                    <a:pt x="76847" y="403826"/>
                  </a:lnTo>
                  <a:lnTo>
                    <a:pt x="77856" y="401722"/>
                  </a:lnTo>
                  <a:lnTo>
                    <a:pt x="77149" y="400138"/>
                  </a:lnTo>
                  <a:lnTo>
                    <a:pt x="76615" y="399560"/>
                  </a:lnTo>
                  <a:lnTo>
                    <a:pt x="76233" y="399934"/>
                  </a:lnTo>
                  <a:lnTo>
                    <a:pt x="73448" y="400932"/>
                  </a:lnTo>
                  <a:lnTo>
                    <a:pt x="73537" y="399106"/>
                  </a:lnTo>
                  <a:lnTo>
                    <a:pt x="72685" y="398041"/>
                  </a:lnTo>
                  <a:lnTo>
                    <a:pt x="72927" y="396914"/>
                  </a:lnTo>
                  <a:lnTo>
                    <a:pt x="72704" y="395616"/>
                  </a:lnTo>
                  <a:lnTo>
                    <a:pt x="70966" y="395246"/>
                  </a:lnTo>
                  <a:lnTo>
                    <a:pt x="70202" y="395300"/>
                  </a:lnTo>
                  <a:lnTo>
                    <a:pt x="69535" y="395020"/>
                  </a:lnTo>
                  <a:lnTo>
                    <a:pt x="68409" y="395213"/>
                  </a:lnTo>
                  <a:lnTo>
                    <a:pt x="66829" y="394717"/>
                  </a:lnTo>
                  <a:lnTo>
                    <a:pt x="65887" y="393871"/>
                  </a:lnTo>
                  <a:lnTo>
                    <a:pt x="64480" y="393663"/>
                  </a:lnTo>
                  <a:lnTo>
                    <a:pt x="63857" y="393138"/>
                  </a:lnTo>
                  <a:lnTo>
                    <a:pt x="62117" y="392469"/>
                  </a:lnTo>
                  <a:lnTo>
                    <a:pt x="59806" y="392977"/>
                  </a:lnTo>
                  <a:lnTo>
                    <a:pt x="59576" y="393326"/>
                  </a:lnTo>
                  <a:lnTo>
                    <a:pt x="57858" y="394383"/>
                  </a:lnTo>
                  <a:lnTo>
                    <a:pt x="56693" y="393368"/>
                  </a:lnTo>
                  <a:lnTo>
                    <a:pt x="55567" y="391793"/>
                  </a:lnTo>
                  <a:lnTo>
                    <a:pt x="54221" y="391594"/>
                  </a:lnTo>
                  <a:lnTo>
                    <a:pt x="52642" y="390798"/>
                  </a:lnTo>
                  <a:lnTo>
                    <a:pt x="52006" y="390796"/>
                  </a:lnTo>
                  <a:lnTo>
                    <a:pt x="51420" y="390382"/>
                  </a:lnTo>
                  <a:lnTo>
                    <a:pt x="50820" y="389139"/>
                  </a:lnTo>
                  <a:lnTo>
                    <a:pt x="50364" y="388898"/>
                  </a:lnTo>
                  <a:lnTo>
                    <a:pt x="48357" y="389857"/>
                  </a:lnTo>
                  <a:lnTo>
                    <a:pt x="48048" y="390297"/>
                  </a:lnTo>
                  <a:lnTo>
                    <a:pt x="47024" y="390484"/>
                  </a:lnTo>
                  <a:lnTo>
                    <a:pt x="46219" y="391603"/>
                  </a:lnTo>
                  <a:lnTo>
                    <a:pt x="42558" y="393879"/>
                  </a:lnTo>
                  <a:lnTo>
                    <a:pt x="41363" y="393866"/>
                  </a:lnTo>
                  <a:lnTo>
                    <a:pt x="40496" y="393304"/>
                  </a:lnTo>
                  <a:lnTo>
                    <a:pt x="39433" y="390394"/>
                  </a:lnTo>
                  <a:lnTo>
                    <a:pt x="22248" y="382682"/>
                  </a:lnTo>
                  <a:lnTo>
                    <a:pt x="23656" y="381685"/>
                  </a:lnTo>
                  <a:lnTo>
                    <a:pt x="24528" y="380318"/>
                  </a:lnTo>
                  <a:lnTo>
                    <a:pt x="25409" y="380091"/>
                  </a:lnTo>
                  <a:lnTo>
                    <a:pt x="25843" y="379709"/>
                  </a:lnTo>
                  <a:lnTo>
                    <a:pt x="27805" y="379323"/>
                  </a:lnTo>
                  <a:lnTo>
                    <a:pt x="28186" y="379960"/>
                  </a:lnTo>
                  <a:lnTo>
                    <a:pt x="28477" y="379981"/>
                  </a:lnTo>
                  <a:lnTo>
                    <a:pt x="30048" y="379286"/>
                  </a:lnTo>
                  <a:lnTo>
                    <a:pt x="30624" y="378553"/>
                  </a:lnTo>
                  <a:lnTo>
                    <a:pt x="32084" y="377580"/>
                  </a:lnTo>
                  <a:lnTo>
                    <a:pt x="32842" y="375506"/>
                  </a:lnTo>
                  <a:lnTo>
                    <a:pt x="33923" y="373607"/>
                  </a:lnTo>
                  <a:lnTo>
                    <a:pt x="34858" y="370712"/>
                  </a:lnTo>
                  <a:lnTo>
                    <a:pt x="35853" y="369160"/>
                  </a:lnTo>
                  <a:lnTo>
                    <a:pt x="36814" y="368159"/>
                  </a:lnTo>
                  <a:lnTo>
                    <a:pt x="37589" y="366740"/>
                  </a:lnTo>
                  <a:lnTo>
                    <a:pt x="38650" y="363079"/>
                  </a:lnTo>
                  <a:lnTo>
                    <a:pt x="41237" y="359278"/>
                  </a:lnTo>
                  <a:lnTo>
                    <a:pt x="41584" y="357854"/>
                  </a:lnTo>
                  <a:lnTo>
                    <a:pt x="43769" y="356302"/>
                  </a:lnTo>
                  <a:lnTo>
                    <a:pt x="45175" y="354649"/>
                  </a:lnTo>
                  <a:lnTo>
                    <a:pt x="46626" y="353906"/>
                  </a:lnTo>
                  <a:lnTo>
                    <a:pt x="47186" y="353275"/>
                  </a:lnTo>
                  <a:lnTo>
                    <a:pt x="47696" y="353382"/>
                  </a:lnTo>
                  <a:lnTo>
                    <a:pt x="48845" y="352161"/>
                  </a:lnTo>
                  <a:lnTo>
                    <a:pt x="48574" y="351473"/>
                  </a:lnTo>
                  <a:lnTo>
                    <a:pt x="49104" y="349940"/>
                  </a:lnTo>
                  <a:lnTo>
                    <a:pt x="49097" y="348384"/>
                  </a:lnTo>
                  <a:lnTo>
                    <a:pt x="48861" y="347735"/>
                  </a:lnTo>
                  <a:lnTo>
                    <a:pt x="49712" y="346529"/>
                  </a:lnTo>
                  <a:lnTo>
                    <a:pt x="49868" y="345752"/>
                  </a:lnTo>
                  <a:lnTo>
                    <a:pt x="49540" y="344181"/>
                  </a:lnTo>
                  <a:lnTo>
                    <a:pt x="47743" y="342246"/>
                  </a:lnTo>
                  <a:lnTo>
                    <a:pt x="47060" y="340601"/>
                  </a:lnTo>
                  <a:lnTo>
                    <a:pt x="47047" y="339402"/>
                  </a:lnTo>
                  <a:lnTo>
                    <a:pt x="46646" y="339170"/>
                  </a:lnTo>
                  <a:lnTo>
                    <a:pt x="46273" y="338512"/>
                  </a:lnTo>
                  <a:lnTo>
                    <a:pt x="46005" y="337058"/>
                  </a:lnTo>
                  <a:lnTo>
                    <a:pt x="43993" y="335463"/>
                  </a:lnTo>
                  <a:lnTo>
                    <a:pt x="43251" y="334558"/>
                  </a:lnTo>
                  <a:lnTo>
                    <a:pt x="42114" y="331560"/>
                  </a:lnTo>
                  <a:lnTo>
                    <a:pt x="41430" y="328529"/>
                  </a:lnTo>
                  <a:lnTo>
                    <a:pt x="40613" y="327690"/>
                  </a:lnTo>
                  <a:lnTo>
                    <a:pt x="40337" y="326831"/>
                  </a:lnTo>
                  <a:lnTo>
                    <a:pt x="39269" y="325670"/>
                  </a:lnTo>
                  <a:lnTo>
                    <a:pt x="38806" y="324571"/>
                  </a:lnTo>
                  <a:lnTo>
                    <a:pt x="38210" y="324084"/>
                  </a:lnTo>
                  <a:lnTo>
                    <a:pt x="34522" y="323678"/>
                  </a:lnTo>
                  <a:lnTo>
                    <a:pt x="32372" y="321174"/>
                  </a:lnTo>
                  <a:lnTo>
                    <a:pt x="31384" y="320610"/>
                  </a:lnTo>
                  <a:lnTo>
                    <a:pt x="30005" y="320074"/>
                  </a:lnTo>
                  <a:lnTo>
                    <a:pt x="27400" y="320196"/>
                  </a:lnTo>
                  <a:lnTo>
                    <a:pt x="25859" y="318943"/>
                  </a:lnTo>
                  <a:lnTo>
                    <a:pt x="25257" y="318728"/>
                  </a:lnTo>
                  <a:lnTo>
                    <a:pt x="24341" y="317770"/>
                  </a:lnTo>
                  <a:lnTo>
                    <a:pt x="23026" y="317062"/>
                  </a:lnTo>
                  <a:lnTo>
                    <a:pt x="22359" y="316248"/>
                  </a:lnTo>
                  <a:lnTo>
                    <a:pt x="22034" y="316323"/>
                  </a:lnTo>
                  <a:lnTo>
                    <a:pt x="20373" y="315611"/>
                  </a:lnTo>
                  <a:lnTo>
                    <a:pt x="19972" y="315160"/>
                  </a:lnTo>
                  <a:lnTo>
                    <a:pt x="19102" y="315456"/>
                  </a:lnTo>
                  <a:lnTo>
                    <a:pt x="18711" y="315344"/>
                  </a:lnTo>
                  <a:lnTo>
                    <a:pt x="18286" y="314698"/>
                  </a:lnTo>
                  <a:lnTo>
                    <a:pt x="16962" y="314753"/>
                  </a:lnTo>
                  <a:lnTo>
                    <a:pt x="16360" y="313845"/>
                  </a:lnTo>
                  <a:lnTo>
                    <a:pt x="15436" y="311363"/>
                  </a:lnTo>
                  <a:lnTo>
                    <a:pt x="15045" y="310942"/>
                  </a:lnTo>
                  <a:lnTo>
                    <a:pt x="14577" y="308895"/>
                  </a:lnTo>
                  <a:lnTo>
                    <a:pt x="13423" y="307352"/>
                  </a:lnTo>
                  <a:lnTo>
                    <a:pt x="11892" y="306642"/>
                  </a:lnTo>
                  <a:lnTo>
                    <a:pt x="10505" y="305413"/>
                  </a:lnTo>
                  <a:lnTo>
                    <a:pt x="9683" y="302557"/>
                  </a:lnTo>
                  <a:lnTo>
                    <a:pt x="10807" y="302087"/>
                  </a:lnTo>
                  <a:lnTo>
                    <a:pt x="12752" y="302134"/>
                  </a:lnTo>
                  <a:lnTo>
                    <a:pt x="14580" y="301823"/>
                  </a:lnTo>
                  <a:lnTo>
                    <a:pt x="15229" y="301339"/>
                  </a:lnTo>
                  <a:lnTo>
                    <a:pt x="15660" y="300454"/>
                  </a:lnTo>
                  <a:lnTo>
                    <a:pt x="15519" y="299602"/>
                  </a:lnTo>
                  <a:lnTo>
                    <a:pt x="15891" y="297942"/>
                  </a:lnTo>
                  <a:lnTo>
                    <a:pt x="15541" y="297335"/>
                  </a:lnTo>
                  <a:lnTo>
                    <a:pt x="15408" y="295832"/>
                  </a:lnTo>
                  <a:lnTo>
                    <a:pt x="14863" y="294781"/>
                  </a:lnTo>
                  <a:lnTo>
                    <a:pt x="14949" y="293399"/>
                  </a:lnTo>
                  <a:lnTo>
                    <a:pt x="14733" y="293073"/>
                  </a:lnTo>
                  <a:lnTo>
                    <a:pt x="15160" y="291720"/>
                  </a:lnTo>
                  <a:lnTo>
                    <a:pt x="14704" y="289101"/>
                  </a:lnTo>
                  <a:lnTo>
                    <a:pt x="15566" y="288260"/>
                  </a:lnTo>
                  <a:lnTo>
                    <a:pt x="15711" y="287823"/>
                  </a:lnTo>
                  <a:lnTo>
                    <a:pt x="16359" y="287614"/>
                  </a:lnTo>
                  <a:lnTo>
                    <a:pt x="16132" y="285849"/>
                  </a:lnTo>
                  <a:lnTo>
                    <a:pt x="15222" y="284910"/>
                  </a:lnTo>
                  <a:lnTo>
                    <a:pt x="16097" y="283874"/>
                  </a:lnTo>
                  <a:lnTo>
                    <a:pt x="16825" y="278161"/>
                  </a:lnTo>
                  <a:lnTo>
                    <a:pt x="17735" y="277628"/>
                  </a:lnTo>
                  <a:lnTo>
                    <a:pt x="17526" y="277286"/>
                  </a:lnTo>
                  <a:lnTo>
                    <a:pt x="17600" y="276259"/>
                  </a:lnTo>
                  <a:lnTo>
                    <a:pt x="17773" y="276271"/>
                  </a:lnTo>
                  <a:lnTo>
                    <a:pt x="17809" y="274294"/>
                  </a:lnTo>
                  <a:lnTo>
                    <a:pt x="17327" y="273916"/>
                  </a:lnTo>
                  <a:lnTo>
                    <a:pt x="17543" y="273393"/>
                  </a:lnTo>
                  <a:lnTo>
                    <a:pt x="17405" y="272778"/>
                  </a:lnTo>
                  <a:lnTo>
                    <a:pt x="15938" y="272581"/>
                  </a:lnTo>
                  <a:lnTo>
                    <a:pt x="15569" y="273047"/>
                  </a:lnTo>
                  <a:lnTo>
                    <a:pt x="14049" y="272626"/>
                  </a:lnTo>
                  <a:lnTo>
                    <a:pt x="12370" y="272661"/>
                  </a:lnTo>
                  <a:lnTo>
                    <a:pt x="12632" y="272102"/>
                  </a:lnTo>
                  <a:lnTo>
                    <a:pt x="11245" y="269945"/>
                  </a:lnTo>
                  <a:lnTo>
                    <a:pt x="6942" y="269286"/>
                  </a:lnTo>
                  <a:lnTo>
                    <a:pt x="6283" y="268512"/>
                  </a:lnTo>
                  <a:lnTo>
                    <a:pt x="6491" y="268076"/>
                  </a:lnTo>
                  <a:lnTo>
                    <a:pt x="7023" y="267836"/>
                  </a:lnTo>
                  <a:lnTo>
                    <a:pt x="6958" y="267385"/>
                  </a:lnTo>
                  <a:lnTo>
                    <a:pt x="7859" y="265529"/>
                  </a:lnTo>
                  <a:lnTo>
                    <a:pt x="8637" y="264521"/>
                  </a:lnTo>
                  <a:lnTo>
                    <a:pt x="9093" y="264401"/>
                  </a:lnTo>
                  <a:lnTo>
                    <a:pt x="7602" y="257682"/>
                  </a:lnTo>
                  <a:lnTo>
                    <a:pt x="8279" y="257538"/>
                  </a:lnTo>
                  <a:lnTo>
                    <a:pt x="8379" y="257307"/>
                  </a:lnTo>
                  <a:lnTo>
                    <a:pt x="9038" y="257500"/>
                  </a:lnTo>
                  <a:lnTo>
                    <a:pt x="9070" y="257037"/>
                  </a:lnTo>
                  <a:lnTo>
                    <a:pt x="9881" y="256313"/>
                  </a:lnTo>
                  <a:lnTo>
                    <a:pt x="9307" y="255790"/>
                  </a:lnTo>
                  <a:lnTo>
                    <a:pt x="7818" y="252916"/>
                  </a:lnTo>
                  <a:lnTo>
                    <a:pt x="5614" y="251009"/>
                  </a:lnTo>
                  <a:lnTo>
                    <a:pt x="4821" y="250017"/>
                  </a:lnTo>
                  <a:lnTo>
                    <a:pt x="5317" y="249211"/>
                  </a:lnTo>
                  <a:lnTo>
                    <a:pt x="5698" y="247233"/>
                  </a:lnTo>
                  <a:lnTo>
                    <a:pt x="5604" y="245497"/>
                  </a:lnTo>
                  <a:lnTo>
                    <a:pt x="4842" y="244235"/>
                  </a:lnTo>
                  <a:lnTo>
                    <a:pt x="4467" y="242600"/>
                  </a:lnTo>
                  <a:lnTo>
                    <a:pt x="4023" y="242206"/>
                  </a:lnTo>
                  <a:lnTo>
                    <a:pt x="4105" y="241460"/>
                  </a:lnTo>
                  <a:lnTo>
                    <a:pt x="3549" y="240879"/>
                  </a:lnTo>
                  <a:lnTo>
                    <a:pt x="3050" y="239829"/>
                  </a:lnTo>
                  <a:lnTo>
                    <a:pt x="2551" y="239529"/>
                  </a:lnTo>
                  <a:lnTo>
                    <a:pt x="2352" y="239093"/>
                  </a:lnTo>
                  <a:lnTo>
                    <a:pt x="1538" y="238714"/>
                  </a:lnTo>
                  <a:lnTo>
                    <a:pt x="956" y="237997"/>
                  </a:lnTo>
                  <a:lnTo>
                    <a:pt x="612" y="236822"/>
                  </a:lnTo>
                  <a:lnTo>
                    <a:pt x="0" y="236259"/>
                  </a:lnTo>
                  <a:lnTo>
                    <a:pt x="115" y="234285"/>
                  </a:lnTo>
                  <a:lnTo>
                    <a:pt x="1119" y="232767"/>
                  </a:lnTo>
                  <a:lnTo>
                    <a:pt x="2124" y="232049"/>
                  </a:lnTo>
                  <a:lnTo>
                    <a:pt x="2910" y="229741"/>
                  </a:lnTo>
                  <a:lnTo>
                    <a:pt x="3080" y="228782"/>
                  </a:lnTo>
                  <a:lnTo>
                    <a:pt x="2932" y="228147"/>
                  </a:lnTo>
                  <a:lnTo>
                    <a:pt x="3788" y="227801"/>
                  </a:lnTo>
                  <a:lnTo>
                    <a:pt x="3654" y="227258"/>
                  </a:lnTo>
                  <a:lnTo>
                    <a:pt x="3813" y="226701"/>
                  </a:lnTo>
                  <a:lnTo>
                    <a:pt x="4910" y="226172"/>
                  </a:lnTo>
                  <a:lnTo>
                    <a:pt x="4913" y="225484"/>
                  </a:lnTo>
                  <a:lnTo>
                    <a:pt x="5314" y="225110"/>
                  </a:lnTo>
                  <a:lnTo>
                    <a:pt x="5387" y="224683"/>
                  </a:lnTo>
                  <a:lnTo>
                    <a:pt x="6295" y="224478"/>
                  </a:lnTo>
                  <a:lnTo>
                    <a:pt x="7567" y="223007"/>
                  </a:lnTo>
                  <a:lnTo>
                    <a:pt x="9736" y="222375"/>
                  </a:lnTo>
                  <a:lnTo>
                    <a:pt x="10742" y="220959"/>
                  </a:lnTo>
                  <a:lnTo>
                    <a:pt x="10933" y="220133"/>
                  </a:lnTo>
                  <a:lnTo>
                    <a:pt x="11978" y="220082"/>
                  </a:lnTo>
                  <a:lnTo>
                    <a:pt x="14462" y="218380"/>
                  </a:lnTo>
                  <a:lnTo>
                    <a:pt x="17386" y="217268"/>
                  </a:lnTo>
                  <a:lnTo>
                    <a:pt x="20075" y="215854"/>
                  </a:lnTo>
                  <a:lnTo>
                    <a:pt x="20853" y="214722"/>
                  </a:lnTo>
                  <a:lnTo>
                    <a:pt x="20980" y="213872"/>
                  </a:lnTo>
                  <a:lnTo>
                    <a:pt x="22031" y="212364"/>
                  </a:lnTo>
                  <a:lnTo>
                    <a:pt x="22793" y="210608"/>
                  </a:lnTo>
                  <a:lnTo>
                    <a:pt x="23908" y="209802"/>
                  </a:lnTo>
                  <a:lnTo>
                    <a:pt x="25300" y="209296"/>
                  </a:lnTo>
                  <a:lnTo>
                    <a:pt x="26360" y="208297"/>
                  </a:lnTo>
                  <a:lnTo>
                    <a:pt x="28094" y="207233"/>
                  </a:lnTo>
                  <a:lnTo>
                    <a:pt x="28866" y="206308"/>
                  </a:lnTo>
                  <a:lnTo>
                    <a:pt x="30472" y="207075"/>
                  </a:lnTo>
                  <a:lnTo>
                    <a:pt x="30892" y="207573"/>
                  </a:lnTo>
                  <a:lnTo>
                    <a:pt x="32229" y="208029"/>
                  </a:lnTo>
                  <a:lnTo>
                    <a:pt x="35267" y="208073"/>
                  </a:lnTo>
                  <a:lnTo>
                    <a:pt x="36305" y="209198"/>
                  </a:lnTo>
                  <a:lnTo>
                    <a:pt x="37584" y="210003"/>
                  </a:lnTo>
                  <a:lnTo>
                    <a:pt x="38554" y="209953"/>
                  </a:lnTo>
                  <a:lnTo>
                    <a:pt x="40365" y="210830"/>
                  </a:lnTo>
                  <a:lnTo>
                    <a:pt x="41925" y="212110"/>
                  </a:lnTo>
                  <a:lnTo>
                    <a:pt x="43783" y="214398"/>
                  </a:lnTo>
                  <a:lnTo>
                    <a:pt x="44532" y="214577"/>
                  </a:lnTo>
                  <a:lnTo>
                    <a:pt x="45421" y="215246"/>
                  </a:lnTo>
                  <a:lnTo>
                    <a:pt x="46166" y="215403"/>
                  </a:lnTo>
                  <a:lnTo>
                    <a:pt x="47128" y="216122"/>
                  </a:lnTo>
                  <a:lnTo>
                    <a:pt x="47840" y="215946"/>
                  </a:lnTo>
                  <a:lnTo>
                    <a:pt x="49031" y="214936"/>
                  </a:lnTo>
                  <a:lnTo>
                    <a:pt x="49436" y="214301"/>
                  </a:lnTo>
                  <a:lnTo>
                    <a:pt x="49340" y="213774"/>
                  </a:lnTo>
                  <a:lnTo>
                    <a:pt x="50992" y="213009"/>
                  </a:lnTo>
                  <a:lnTo>
                    <a:pt x="52248" y="211687"/>
                  </a:lnTo>
                  <a:lnTo>
                    <a:pt x="52952" y="211343"/>
                  </a:lnTo>
                  <a:lnTo>
                    <a:pt x="54943" y="209677"/>
                  </a:lnTo>
                  <a:lnTo>
                    <a:pt x="57378" y="208638"/>
                  </a:lnTo>
                  <a:lnTo>
                    <a:pt x="60366" y="209208"/>
                  </a:lnTo>
                  <a:lnTo>
                    <a:pt x="61287" y="209037"/>
                  </a:lnTo>
                  <a:lnTo>
                    <a:pt x="62078" y="208613"/>
                  </a:lnTo>
                  <a:lnTo>
                    <a:pt x="63808" y="206281"/>
                  </a:lnTo>
                  <a:lnTo>
                    <a:pt x="64513" y="205898"/>
                  </a:lnTo>
                  <a:lnTo>
                    <a:pt x="64939" y="205958"/>
                  </a:lnTo>
                  <a:lnTo>
                    <a:pt x="66213" y="206827"/>
                  </a:lnTo>
                  <a:lnTo>
                    <a:pt x="67621" y="206300"/>
                  </a:lnTo>
                  <a:lnTo>
                    <a:pt x="70236" y="206310"/>
                  </a:lnTo>
                  <a:lnTo>
                    <a:pt x="74183" y="205891"/>
                  </a:lnTo>
                  <a:lnTo>
                    <a:pt x="75325" y="205086"/>
                  </a:lnTo>
                  <a:lnTo>
                    <a:pt x="75782" y="205109"/>
                  </a:lnTo>
                  <a:lnTo>
                    <a:pt x="79229" y="203978"/>
                  </a:lnTo>
                  <a:lnTo>
                    <a:pt x="81289" y="204020"/>
                  </a:lnTo>
                  <a:lnTo>
                    <a:pt x="82506" y="203690"/>
                  </a:lnTo>
                  <a:lnTo>
                    <a:pt x="83738" y="203988"/>
                  </a:lnTo>
                  <a:lnTo>
                    <a:pt x="85264" y="203974"/>
                  </a:lnTo>
                  <a:lnTo>
                    <a:pt x="86558" y="203478"/>
                  </a:lnTo>
                  <a:lnTo>
                    <a:pt x="87850" y="203346"/>
                  </a:lnTo>
                  <a:lnTo>
                    <a:pt x="88438" y="203751"/>
                  </a:lnTo>
                  <a:lnTo>
                    <a:pt x="90077" y="204122"/>
                  </a:lnTo>
                  <a:lnTo>
                    <a:pt x="90770" y="204221"/>
                  </a:lnTo>
                  <a:lnTo>
                    <a:pt x="91298" y="203943"/>
                  </a:lnTo>
                  <a:lnTo>
                    <a:pt x="91381" y="201837"/>
                  </a:lnTo>
                  <a:lnTo>
                    <a:pt x="93576" y="199892"/>
                  </a:lnTo>
                  <a:lnTo>
                    <a:pt x="93896" y="198876"/>
                  </a:lnTo>
                  <a:lnTo>
                    <a:pt x="93914" y="197821"/>
                  </a:lnTo>
                  <a:lnTo>
                    <a:pt x="94479" y="197108"/>
                  </a:lnTo>
                  <a:lnTo>
                    <a:pt x="94466" y="196662"/>
                  </a:lnTo>
                  <a:lnTo>
                    <a:pt x="95258" y="196675"/>
                  </a:lnTo>
                  <a:lnTo>
                    <a:pt x="96223" y="195284"/>
                  </a:lnTo>
                  <a:lnTo>
                    <a:pt x="96585" y="193976"/>
                  </a:lnTo>
                  <a:lnTo>
                    <a:pt x="96228" y="191825"/>
                  </a:lnTo>
                  <a:lnTo>
                    <a:pt x="97912" y="190577"/>
                  </a:lnTo>
                  <a:lnTo>
                    <a:pt x="97929" y="190172"/>
                  </a:lnTo>
                  <a:lnTo>
                    <a:pt x="98709" y="188953"/>
                  </a:lnTo>
                  <a:lnTo>
                    <a:pt x="99310" y="187357"/>
                  </a:lnTo>
                  <a:lnTo>
                    <a:pt x="98915" y="186516"/>
                  </a:lnTo>
                  <a:lnTo>
                    <a:pt x="99101" y="185425"/>
                  </a:lnTo>
                  <a:lnTo>
                    <a:pt x="99622" y="184997"/>
                  </a:lnTo>
                  <a:lnTo>
                    <a:pt x="100335" y="183854"/>
                  </a:lnTo>
                  <a:lnTo>
                    <a:pt x="99907" y="182561"/>
                  </a:lnTo>
                  <a:lnTo>
                    <a:pt x="100061" y="182191"/>
                  </a:lnTo>
                  <a:lnTo>
                    <a:pt x="99915" y="179933"/>
                  </a:lnTo>
                  <a:lnTo>
                    <a:pt x="101099" y="179166"/>
                  </a:lnTo>
                  <a:lnTo>
                    <a:pt x="102141" y="177314"/>
                  </a:lnTo>
                  <a:lnTo>
                    <a:pt x="103943" y="175592"/>
                  </a:lnTo>
                  <a:lnTo>
                    <a:pt x="104529" y="175372"/>
                  </a:lnTo>
                  <a:lnTo>
                    <a:pt x="104293" y="173616"/>
                  </a:lnTo>
                  <a:lnTo>
                    <a:pt x="103992" y="172987"/>
                  </a:lnTo>
                  <a:lnTo>
                    <a:pt x="104496" y="172245"/>
                  </a:lnTo>
                  <a:lnTo>
                    <a:pt x="104917" y="170995"/>
                  </a:lnTo>
                  <a:lnTo>
                    <a:pt x="104711" y="170285"/>
                  </a:lnTo>
                  <a:lnTo>
                    <a:pt x="104939" y="169786"/>
                  </a:lnTo>
                  <a:lnTo>
                    <a:pt x="104483" y="167594"/>
                  </a:lnTo>
                  <a:lnTo>
                    <a:pt x="105316" y="166232"/>
                  </a:lnTo>
                  <a:lnTo>
                    <a:pt x="104209" y="163800"/>
                  </a:lnTo>
                  <a:lnTo>
                    <a:pt x="103939" y="163814"/>
                  </a:lnTo>
                  <a:lnTo>
                    <a:pt x="103672" y="162903"/>
                  </a:lnTo>
                  <a:lnTo>
                    <a:pt x="103866" y="162305"/>
                  </a:lnTo>
                  <a:lnTo>
                    <a:pt x="103816" y="159659"/>
                  </a:lnTo>
                  <a:lnTo>
                    <a:pt x="103479" y="159251"/>
                  </a:lnTo>
                  <a:lnTo>
                    <a:pt x="103735" y="158575"/>
                  </a:lnTo>
                  <a:lnTo>
                    <a:pt x="104723" y="157480"/>
                  </a:lnTo>
                  <a:lnTo>
                    <a:pt x="104526" y="156438"/>
                  </a:lnTo>
                  <a:lnTo>
                    <a:pt x="104838" y="154540"/>
                  </a:lnTo>
                  <a:lnTo>
                    <a:pt x="104718" y="153780"/>
                  </a:lnTo>
                  <a:lnTo>
                    <a:pt x="107678" y="152673"/>
                  </a:lnTo>
                  <a:lnTo>
                    <a:pt x="109205" y="152519"/>
                  </a:lnTo>
                  <a:lnTo>
                    <a:pt x="111175" y="151260"/>
                  </a:lnTo>
                  <a:lnTo>
                    <a:pt x="112903" y="150701"/>
                  </a:lnTo>
                  <a:lnTo>
                    <a:pt x="115161" y="150525"/>
                  </a:lnTo>
                  <a:lnTo>
                    <a:pt x="116253" y="149491"/>
                  </a:lnTo>
                  <a:lnTo>
                    <a:pt x="117776" y="148586"/>
                  </a:lnTo>
                  <a:lnTo>
                    <a:pt x="118730" y="147182"/>
                  </a:lnTo>
                  <a:lnTo>
                    <a:pt x="121747" y="145577"/>
                  </a:lnTo>
                  <a:lnTo>
                    <a:pt x="122400" y="144818"/>
                  </a:lnTo>
                  <a:lnTo>
                    <a:pt x="125322" y="143774"/>
                  </a:lnTo>
                  <a:lnTo>
                    <a:pt x="126909" y="143675"/>
                  </a:lnTo>
                  <a:lnTo>
                    <a:pt x="129070" y="141807"/>
                  </a:lnTo>
                  <a:lnTo>
                    <a:pt x="129495" y="140208"/>
                  </a:lnTo>
                  <a:lnTo>
                    <a:pt x="130684" y="139152"/>
                  </a:lnTo>
                  <a:lnTo>
                    <a:pt x="131196" y="137507"/>
                  </a:lnTo>
                  <a:lnTo>
                    <a:pt x="153734" y="132180"/>
                  </a:lnTo>
                  <a:lnTo>
                    <a:pt x="167348" y="115462"/>
                  </a:lnTo>
                  <a:lnTo>
                    <a:pt x="178384" y="101027"/>
                  </a:lnTo>
                  <a:lnTo>
                    <a:pt x="205349" y="100449"/>
                  </a:lnTo>
                  <a:lnTo>
                    <a:pt x="207471" y="88794"/>
                  </a:lnTo>
                  <a:lnTo>
                    <a:pt x="210441" y="84983"/>
                  </a:lnTo>
                  <a:lnTo>
                    <a:pt x="219215" y="80567"/>
                  </a:lnTo>
                  <a:lnTo>
                    <a:pt x="223837" y="77988"/>
                  </a:lnTo>
                  <a:lnTo>
                    <a:pt x="230272" y="77058"/>
                  </a:lnTo>
                  <a:lnTo>
                    <a:pt x="238172" y="76815"/>
                  </a:lnTo>
                  <a:lnTo>
                    <a:pt x="245780" y="75359"/>
                  </a:lnTo>
                  <a:lnTo>
                    <a:pt x="260101" y="63589"/>
                  </a:lnTo>
                  <a:lnTo>
                    <a:pt x="265561" y="24608"/>
                  </a:lnTo>
                  <a:lnTo>
                    <a:pt x="305050" y="6961"/>
                  </a:lnTo>
                  <a:lnTo>
                    <a:pt x="312839" y="16228"/>
                  </a:lnTo>
                  <a:lnTo>
                    <a:pt x="318289" y="20699"/>
                  </a:lnTo>
                  <a:lnTo>
                    <a:pt x="319394" y="22019"/>
                  </a:lnTo>
                  <a:lnTo>
                    <a:pt x="324658" y="23822"/>
                  </a:lnTo>
                  <a:lnTo>
                    <a:pt x="329955" y="22370"/>
                  </a:lnTo>
                  <a:lnTo>
                    <a:pt x="330785" y="21800"/>
                  </a:lnTo>
                  <a:lnTo>
                    <a:pt x="331676" y="21617"/>
                  </a:lnTo>
                  <a:lnTo>
                    <a:pt x="336989" y="14527"/>
                  </a:lnTo>
                  <a:lnTo>
                    <a:pt x="343039" y="11081"/>
                  </a:lnTo>
                  <a:lnTo>
                    <a:pt x="360590" y="22074"/>
                  </a:lnTo>
                  <a:lnTo>
                    <a:pt x="376429" y="21206"/>
                  </a:lnTo>
                  <a:lnTo>
                    <a:pt x="394070" y="10228"/>
                  </a:lnTo>
                  <a:lnTo>
                    <a:pt x="396125" y="0"/>
                  </a:lnTo>
                  <a:lnTo>
                    <a:pt x="404706" y="2385"/>
                  </a:lnTo>
                  <a:lnTo>
                    <a:pt x="411963" y="2382"/>
                  </a:lnTo>
                  <a:lnTo>
                    <a:pt x="426935" y="10275"/>
                  </a:lnTo>
                  <a:lnTo>
                    <a:pt x="437207" y="11912"/>
                  </a:lnTo>
                  <a:lnTo>
                    <a:pt x="441636" y="19886"/>
                  </a:lnTo>
                  <a:lnTo>
                    <a:pt x="443895" y="32588"/>
                  </a:lnTo>
                  <a:lnTo>
                    <a:pt x="461284" y="45368"/>
                  </a:lnTo>
                  <a:lnTo>
                    <a:pt x="462410" y="46709"/>
                  </a:lnTo>
                  <a:lnTo>
                    <a:pt x="464649" y="46804"/>
                  </a:lnTo>
                  <a:lnTo>
                    <a:pt x="470682" y="48798"/>
                  </a:lnTo>
                  <a:lnTo>
                    <a:pt x="478527" y="39627"/>
                  </a:lnTo>
                  <a:lnTo>
                    <a:pt x="480905" y="37802"/>
                  </a:lnTo>
                  <a:lnTo>
                    <a:pt x="485523" y="35585"/>
                  </a:lnTo>
                  <a:lnTo>
                    <a:pt x="493974" y="39289"/>
                  </a:lnTo>
                  <a:lnTo>
                    <a:pt x="498978" y="42454"/>
                  </a:lnTo>
                  <a:lnTo>
                    <a:pt x="506784" y="42319"/>
                  </a:lnTo>
                  <a:lnTo>
                    <a:pt x="507885" y="41937"/>
                  </a:lnTo>
                  <a:lnTo>
                    <a:pt x="508400" y="42092"/>
                  </a:lnTo>
                  <a:lnTo>
                    <a:pt x="513375" y="53567"/>
                  </a:lnTo>
                  <a:lnTo>
                    <a:pt x="516370" y="52841"/>
                  </a:lnTo>
                  <a:lnTo>
                    <a:pt x="518971" y="53006"/>
                  </a:lnTo>
                  <a:lnTo>
                    <a:pt x="525869" y="55676"/>
                  </a:lnTo>
                  <a:lnTo>
                    <a:pt x="530291" y="56360"/>
                  </a:lnTo>
                  <a:lnTo>
                    <a:pt x="533546" y="57429"/>
                  </a:lnTo>
                  <a:lnTo>
                    <a:pt x="536709" y="59192"/>
                  </a:lnTo>
                  <a:lnTo>
                    <a:pt x="538040" y="59354"/>
                  </a:lnTo>
                  <a:lnTo>
                    <a:pt x="539720" y="59219"/>
                  </a:lnTo>
                  <a:lnTo>
                    <a:pt x="542352" y="61091"/>
                  </a:lnTo>
                  <a:lnTo>
                    <a:pt x="543584" y="62455"/>
                  </a:lnTo>
                  <a:lnTo>
                    <a:pt x="546063" y="62994"/>
                  </a:lnTo>
                  <a:lnTo>
                    <a:pt x="549381" y="66302"/>
                  </a:lnTo>
                  <a:lnTo>
                    <a:pt x="552974" y="68680"/>
                  </a:lnTo>
                  <a:lnTo>
                    <a:pt x="553333" y="70308"/>
                  </a:lnTo>
                  <a:lnTo>
                    <a:pt x="554857" y="72758"/>
                  </a:lnTo>
                  <a:lnTo>
                    <a:pt x="555591" y="74467"/>
                  </a:lnTo>
                  <a:lnTo>
                    <a:pt x="556861" y="75103"/>
                  </a:lnTo>
                  <a:lnTo>
                    <a:pt x="557981" y="76146"/>
                  </a:lnTo>
                  <a:lnTo>
                    <a:pt x="560180" y="78796"/>
                  </a:lnTo>
                  <a:lnTo>
                    <a:pt x="560913" y="80384"/>
                  </a:lnTo>
                  <a:lnTo>
                    <a:pt x="562966" y="82711"/>
                  </a:lnTo>
                  <a:lnTo>
                    <a:pt x="563285" y="84138"/>
                  </a:lnTo>
                  <a:lnTo>
                    <a:pt x="564304" y="85296"/>
                  </a:lnTo>
                  <a:lnTo>
                    <a:pt x="566419" y="86491"/>
                  </a:lnTo>
                  <a:lnTo>
                    <a:pt x="566867" y="87804"/>
                  </a:lnTo>
                  <a:lnTo>
                    <a:pt x="568798" y="88107"/>
                  </a:lnTo>
                  <a:lnTo>
                    <a:pt x="570297" y="89483"/>
                  </a:lnTo>
                  <a:lnTo>
                    <a:pt x="570554" y="89972"/>
                  </a:lnTo>
                  <a:lnTo>
                    <a:pt x="572588" y="90281"/>
                  </a:lnTo>
                  <a:lnTo>
                    <a:pt x="577177" y="93303"/>
                  </a:lnTo>
                  <a:lnTo>
                    <a:pt x="580353" y="93281"/>
                  </a:lnTo>
                  <a:lnTo>
                    <a:pt x="583035" y="94471"/>
                  </a:lnTo>
                  <a:lnTo>
                    <a:pt x="586068" y="97404"/>
                  </a:lnTo>
                  <a:lnTo>
                    <a:pt x="587905" y="99792"/>
                  </a:lnTo>
                  <a:lnTo>
                    <a:pt x="588630" y="101088"/>
                  </a:lnTo>
                  <a:lnTo>
                    <a:pt x="590896" y="102782"/>
                  </a:lnTo>
                  <a:lnTo>
                    <a:pt x="591770" y="104198"/>
                  </a:lnTo>
                  <a:lnTo>
                    <a:pt x="595641" y="107414"/>
                  </a:lnTo>
                  <a:lnTo>
                    <a:pt x="598156" y="108244"/>
                  </a:lnTo>
                  <a:lnTo>
                    <a:pt x="601922" y="108241"/>
                  </a:lnTo>
                  <a:lnTo>
                    <a:pt x="604122" y="110379"/>
                  </a:lnTo>
                  <a:lnTo>
                    <a:pt x="604226" y="110821"/>
                  </a:lnTo>
                  <a:lnTo>
                    <a:pt x="605084" y="111761"/>
                  </a:lnTo>
                  <a:lnTo>
                    <a:pt x="605121" y="112705"/>
                  </a:lnTo>
                  <a:lnTo>
                    <a:pt x="605624" y="113332"/>
                  </a:lnTo>
                  <a:lnTo>
                    <a:pt x="606616" y="114112"/>
                  </a:lnTo>
                  <a:lnTo>
                    <a:pt x="607830" y="114499"/>
                  </a:lnTo>
                  <a:lnTo>
                    <a:pt x="607216" y="115409"/>
                  </a:lnTo>
                  <a:lnTo>
                    <a:pt x="607132" y="116453"/>
                  </a:lnTo>
                  <a:lnTo>
                    <a:pt x="608874" y="119262"/>
                  </a:lnTo>
                  <a:lnTo>
                    <a:pt x="609707" y="120152"/>
                  </a:lnTo>
                  <a:lnTo>
                    <a:pt x="610789" y="120757"/>
                  </a:lnTo>
                  <a:lnTo>
                    <a:pt x="611969" y="120652"/>
                  </a:lnTo>
                  <a:lnTo>
                    <a:pt x="614093" y="122721"/>
                  </a:lnTo>
                  <a:lnTo>
                    <a:pt x="614388" y="123149"/>
                  </a:lnTo>
                  <a:lnTo>
                    <a:pt x="614420" y="125893"/>
                  </a:lnTo>
                  <a:lnTo>
                    <a:pt x="616097" y="128355"/>
                  </a:lnTo>
                  <a:lnTo>
                    <a:pt x="617940" y="130245"/>
                  </a:lnTo>
                  <a:lnTo>
                    <a:pt x="621004" y="132019"/>
                  </a:lnTo>
                  <a:lnTo>
                    <a:pt x="620999" y="132767"/>
                  </a:lnTo>
                  <a:lnTo>
                    <a:pt x="621391" y="133382"/>
                  </a:lnTo>
                  <a:lnTo>
                    <a:pt x="623526" y="135127"/>
                  </a:lnTo>
                  <a:lnTo>
                    <a:pt x="624046" y="135437"/>
                  </a:lnTo>
                  <a:lnTo>
                    <a:pt x="624830" y="135480"/>
                  </a:lnTo>
                  <a:lnTo>
                    <a:pt x="625173" y="135791"/>
                  </a:lnTo>
                  <a:lnTo>
                    <a:pt x="626704" y="135584"/>
                  </a:lnTo>
                  <a:lnTo>
                    <a:pt x="629050" y="136878"/>
                  </a:lnTo>
                  <a:lnTo>
                    <a:pt x="629409" y="137573"/>
                  </a:lnTo>
                  <a:lnTo>
                    <a:pt x="629503" y="139027"/>
                  </a:lnTo>
                  <a:lnTo>
                    <a:pt x="630211" y="140196"/>
                  </a:lnTo>
                  <a:lnTo>
                    <a:pt x="630823" y="140761"/>
                  </a:lnTo>
                  <a:lnTo>
                    <a:pt x="631245" y="142167"/>
                  </a:lnTo>
                  <a:lnTo>
                    <a:pt x="640191" y="174005"/>
                  </a:lnTo>
                  <a:lnTo>
                    <a:pt x="640590" y="176077"/>
                  </a:lnTo>
                  <a:lnTo>
                    <a:pt x="641233" y="176501"/>
                  </a:lnTo>
                  <a:lnTo>
                    <a:pt x="641615" y="177748"/>
                  </a:lnTo>
                  <a:lnTo>
                    <a:pt x="642404" y="178894"/>
                  </a:lnTo>
                  <a:lnTo>
                    <a:pt x="643023" y="179256"/>
                  </a:lnTo>
                  <a:lnTo>
                    <a:pt x="643781" y="180706"/>
                  </a:lnTo>
                  <a:lnTo>
                    <a:pt x="644953" y="182031"/>
                  </a:lnTo>
                  <a:lnTo>
                    <a:pt x="646878" y="182914"/>
                  </a:lnTo>
                  <a:lnTo>
                    <a:pt x="646925" y="183333"/>
                  </a:lnTo>
                  <a:lnTo>
                    <a:pt x="647344" y="183503"/>
                  </a:lnTo>
                  <a:lnTo>
                    <a:pt x="647627" y="183987"/>
                  </a:lnTo>
                  <a:lnTo>
                    <a:pt x="653560" y="184372"/>
                  </a:lnTo>
                  <a:lnTo>
                    <a:pt x="659523" y="185693"/>
                  </a:lnTo>
                  <a:lnTo>
                    <a:pt x="662523" y="185860"/>
                  </a:lnTo>
                  <a:lnTo>
                    <a:pt x="665555" y="187033"/>
                  </a:lnTo>
                  <a:lnTo>
                    <a:pt x="666901" y="187014"/>
                  </a:lnTo>
                  <a:lnTo>
                    <a:pt x="671033" y="186128"/>
                  </a:lnTo>
                  <a:lnTo>
                    <a:pt x="674062" y="186566"/>
                  </a:lnTo>
                  <a:lnTo>
                    <a:pt x="675138" y="186960"/>
                  </a:lnTo>
                  <a:lnTo>
                    <a:pt x="676011" y="186603"/>
                  </a:lnTo>
                  <a:lnTo>
                    <a:pt x="676730" y="186740"/>
                  </a:lnTo>
                  <a:lnTo>
                    <a:pt x="677836" y="185953"/>
                  </a:lnTo>
                  <a:lnTo>
                    <a:pt x="679157" y="186018"/>
                  </a:lnTo>
                  <a:lnTo>
                    <a:pt x="680536" y="185084"/>
                  </a:lnTo>
                  <a:lnTo>
                    <a:pt x="681379" y="185457"/>
                  </a:lnTo>
                  <a:lnTo>
                    <a:pt x="682403" y="184925"/>
                  </a:lnTo>
                  <a:lnTo>
                    <a:pt x="683415" y="185123"/>
                  </a:lnTo>
                  <a:lnTo>
                    <a:pt x="683669" y="184912"/>
                  </a:lnTo>
                  <a:lnTo>
                    <a:pt x="684825" y="184785"/>
                  </a:lnTo>
                  <a:lnTo>
                    <a:pt x="687113" y="183459"/>
                  </a:lnTo>
                  <a:lnTo>
                    <a:pt x="688440" y="181127"/>
                  </a:lnTo>
                  <a:lnTo>
                    <a:pt x="691899" y="180619"/>
                  </a:lnTo>
                  <a:lnTo>
                    <a:pt x="695000" y="182688"/>
                  </a:lnTo>
                  <a:lnTo>
                    <a:pt x="700684" y="182899"/>
                  </a:lnTo>
                  <a:lnTo>
                    <a:pt x="707527" y="189743"/>
                  </a:lnTo>
                  <a:lnTo>
                    <a:pt x="703601" y="191073"/>
                  </a:lnTo>
                  <a:lnTo>
                    <a:pt x="701180" y="194432"/>
                  </a:lnTo>
                  <a:lnTo>
                    <a:pt x="695010" y="197573"/>
                  </a:lnTo>
                  <a:lnTo>
                    <a:pt x="693767" y="197966"/>
                  </a:lnTo>
                  <a:lnTo>
                    <a:pt x="689918" y="200151"/>
                  </a:lnTo>
                  <a:lnTo>
                    <a:pt x="687960" y="210924"/>
                  </a:lnTo>
                  <a:lnTo>
                    <a:pt x="687671" y="211551"/>
                  </a:lnTo>
                  <a:lnTo>
                    <a:pt x="688465" y="213881"/>
                  </a:lnTo>
                  <a:lnTo>
                    <a:pt x="680753" y="219870"/>
                  </a:lnTo>
                  <a:lnTo>
                    <a:pt x="679314" y="221567"/>
                  </a:lnTo>
                  <a:lnTo>
                    <a:pt x="678325" y="223507"/>
                  </a:lnTo>
                  <a:lnTo>
                    <a:pt x="677160" y="224244"/>
                  </a:lnTo>
                  <a:lnTo>
                    <a:pt x="674647" y="230169"/>
                  </a:lnTo>
                  <a:lnTo>
                    <a:pt x="672572" y="230372"/>
                  </a:lnTo>
                  <a:lnTo>
                    <a:pt x="670770" y="230906"/>
                  </a:lnTo>
                  <a:lnTo>
                    <a:pt x="667567" y="232562"/>
                  </a:lnTo>
                  <a:lnTo>
                    <a:pt x="667974" y="236615"/>
                  </a:lnTo>
                  <a:lnTo>
                    <a:pt x="667594" y="241095"/>
                  </a:lnTo>
                  <a:lnTo>
                    <a:pt x="669431" y="244043"/>
                  </a:lnTo>
                  <a:lnTo>
                    <a:pt x="669280" y="247107"/>
                  </a:lnTo>
                  <a:lnTo>
                    <a:pt x="667942" y="248959"/>
                  </a:lnTo>
                  <a:lnTo>
                    <a:pt x="665013" y="251449"/>
                  </a:lnTo>
                  <a:lnTo>
                    <a:pt x="663050" y="254964"/>
                  </a:lnTo>
                  <a:lnTo>
                    <a:pt x="660432" y="257127"/>
                  </a:lnTo>
                  <a:lnTo>
                    <a:pt x="655259" y="259799"/>
                  </a:lnTo>
                  <a:lnTo>
                    <a:pt x="656592" y="265238"/>
                  </a:lnTo>
                  <a:lnTo>
                    <a:pt x="658201" y="266308"/>
                  </a:lnTo>
                  <a:lnTo>
                    <a:pt x="660382" y="270829"/>
                  </a:lnTo>
                  <a:lnTo>
                    <a:pt x="665096" y="277213"/>
                  </a:lnTo>
                  <a:lnTo>
                    <a:pt x="667809" y="280410"/>
                  </a:lnTo>
                  <a:lnTo>
                    <a:pt x="670623" y="286916"/>
                  </a:lnTo>
                  <a:lnTo>
                    <a:pt x="673621" y="296245"/>
                  </a:lnTo>
                  <a:lnTo>
                    <a:pt x="672802" y="302491"/>
                  </a:lnTo>
                  <a:lnTo>
                    <a:pt x="673967" y="303139"/>
                  </a:lnTo>
                  <a:lnTo>
                    <a:pt x="675921" y="304945"/>
                  </a:lnTo>
                  <a:lnTo>
                    <a:pt x="676494" y="315966"/>
                  </a:lnTo>
                  <a:lnTo>
                    <a:pt x="682930" y="322142"/>
                  </a:lnTo>
                  <a:lnTo>
                    <a:pt x="692752" y="322297"/>
                  </a:lnTo>
                  <a:lnTo>
                    <a:pt x="693953" y="327388"/>
                  </a:lnTo>
                  <a:lnTo>
                    <a:pt x="695845" y="331135"/>
                  </a:lnTo>
                  <a:lnTo>
                    <a:pt x="700321" y="336372"/>
                  </a:lnTo>
                  <a:lnTo>
                    <a:pt x="702700" y="338350"/>
                  </a:lnTo>
                  <a:lnTo>
                    <a:pt x="703566" y="341160"/>
                  </a:lnTo>
                  <a:lnTo>
                    <a:pt x="706817" y="342094"/>
                  </a:lnTo>
                  <a:lnTo>
                    <a:pt x="712197" y="345356"/>
                  </a:lnTo>
                  <a:lnTo>
                    <a:pt x="714961" y="348716"/>
                  </a:lnTo>
                  <a:lnTo>
                    <a:pt x="721739" y="349581"/>
                  </a:lnTo>
                  <a:lnTo>
                    <a:pt x="719273" y="353741"/>
                  </a:lnTo>
                  <a:lnTo>
                    <a:pt x="717884" y="361734"/>
                  </a:lnTo>
                  <a:lnTo>
                    <a:pt x="724774" y="366642"/>
                  </a:lnTo>
                  <a:lnTo>
                    <a:pt x="729496" y="370408"/>
                  </a:lnTo>
                  <a:lnTo>
                    <a:pt x="730825" y="371748"/>
                  </a:lnTo>
                  <a:lnTo>
                    <a:pt x="735063" y="375076"/>
                  </a:lnTo>
                  <a:lnTo>
                    <a:pt x="738498" y="376616"/>
                  </a:lnTo>
                  <a:lnTo>
                    <a:pt x="745531" y="376684"/>
                  </a:lnTo>
                  <a:lnTo>
                    <a:pt x="749340" y="376267"/>
                  </a:lnTo>
                  <a:lnTo>
                    <a:pt x="755099" y="380084"/>
                  </a:lnTo>
                  <a:lnTo>
                    <a:pt x="758092" y="379660"/>
                  </a:lnTo>
                  <a:lnTo>
                    <a:pt x="760022" y="385963"/>
                  </a:lnTo>
                  <a:lnTo>
                    <a:pt x="760764" y="385637"/>
                  </a:lnTo>
                  <a:lnTo>
                    <a:pt x="763745" y="385709"/>
                  </a:lnTo>
                  <a:lnTo>
                    <a:pt x="769934" y="388638"/>
                  </a:lnTo>
                  <a:lnTo>
                    <a:pt x="776548" y="392942"/>
                  </a:lnTo>
                  <a:lnTo>
                    <a:pt x="776479" y="393880"/>
                  </a:lnTo>
                  <a:lnTo>
                    <a:pt x="777300" y="394538"/>
                  </a:lnTo>
                  <a:lnTo>
                    <a:pt x="778012" y="396956"/>
                  </a:lnTo>
                  <a:lnTo>
                    <a:pt x="775459" y="400041"/>
                  </a:lnTo>
                  <a:lnTo>
                    <a:pt x="771373" y="407668"/>
                  </a:lnTo>
                  <a:lnTo>
                    <a:pt x="771016" y="408485"/>
                  </a:lnTo>
                  <a:lnTo>
                    <a:pt x="770660" y="411422"/>
                  </a:lnTo>
                  <a:lnTo>
                    <a:pt x="770899" y="413068"/>
                  </a:lnTo>
                  <a:lnTo>
                    <a:pt x="774784" y="417817"/>
                  </a:lnTo>
                  <a:lnTo>
                    <a:pt x="775434" y="418821"/>
                  </a:lnTo>
                  <a:lnTo>
                    <a:pt x="775934" y="420178"/>
                  </a:lnTo>
                  <a:lnTo>
                    <a:pt x="777285" y="421307"/>
                  </a:lnTo>
                  <a:lnTo>
                    <a:pt x="779411" y="424094"/>
                  </a:lnTo>
                  <a:lnTo>
                    <a:pt x="781637" y="423959"/>
                  </a:lnTo>
                  <a:lnTo>
                    <a:pt x="780888" y="428909"/>
                  </a:lnTo>
                  <a:lnTo>
                    <a:pt x="781129" y="432789"/>
                  </a:lnTo>
                  <a:lnTo>
                    <a:pt x="780964" y="433362"/>
                  </a:lnTo>
                  <a:lnTo>
                    <a:pt x="781646" y="437168"/>
                  </a:lnTo>
                  <a:lnTo>
                    <a:pt x="781751" y="443166"/>
                  </a:lnTo>
                  <a:lnTo>
                    <a:pt x="781538" y="444809"/>
                  </a:lnTo>
                  <a:lnTo>
                    <a:pt x="783127" y="451341"/>
                  </a:lnTo>
                  <a:lnTo>
                    <a:pt x="783002" y="452818"/>
                  </a:lnTo>
                  <a:lnTo>
                    <a:pt x="783306" y="455129"/>
                  </a:lnTo>
                  <a:lnTo>
                    <a:pt x="782328" y="460419"/>
                  </a:lnTo>
                  <a:lnTo>
                    <a:pt x="782259" y="465680"/>
                  </a:lnTo>
                  <a:lnTo>
                    <a:pt x="781681" y="469134"/>
                  </a:lnTo>
                  <a:lnTo>
                    <a:pt x="781060" y="471345"/>
                  </a:lnTo>
                  <a:lnTo>
                    <a:pt x="780560" y="471935"/>
                  </a:lnTo>
                  <a:lnTo>
                    <a:pt x="780456" y="472451"/>
                  </a:lnTo>
                  <a:lnTo>
                    <a:pt x="780491" y="474767"/>
                  </a:lnTo>
                  <a:lnTo>
                    <a:pt x="783381" y="476860"/>
                  </a:lnTo>
                  <a:lnTo>
                    <a:pt x="789784" y="478293"/>
                  </a:lnTo>
                  <a:lnTo>
                    <a:pt x="792602" y="481035"/>
                  </a:lnTo>
                  <a:lnTo>
                    <a:pt x="801404" y="486855"/>
                  </a:lnTo>
                  <a:lnTo>
                    <a:pt x="802279" y="487235"/>
                  </a:lnTo>
                  <a:lnTo>
                    <a:pt x="809659" y="492577"/>
                  </a:lnTo>
                  <a:lnTo>
                    <a:pt x="813178" y="494270"/>
                  </a:lnTo>
                  <a:lnTo>
                    <a:pt x="814370" y="495704"/>
                  </a:lnTo>
                  <a:lnTo>
                    <a:pt x="814525" y="496194"/>
                  </a:lnTo>
                  <a:lnTo>
                    <a:pt x="815488" y="498643"/>
                  </a:lnTo>
                  <a:lnTo>
                    <a:pt x="818951" y="501217"/>
                  </a:lnTo>
                  <a:lnTo>
                    <a:pt x="822532" y="501701"/>
                  </a:lnTo>
                  <a:lnTo>
                    <a:pt x="824306" y="502737"/>
                  </a:lnTo>
                  <a:lnTo>
                    <a:pt x="829682" y="504406"/>
                  </a:lnTo>
                  <a:lnTo>
                    <a:pt x="830155" y="506464"/>
                  </a:lnTo>
                  <a:lnTo>
                    <a:pt x="831118" y="508638"/>
                  </a:lnTo>
                  <a:lnTo>
                    <a:pt x="830663" y="510103"/>
                  </a:lnTo>
                  <a:lnTo>
                    <a:pt x="831005" y="510914"/>
                  </a:lnTo>
                  <a:lnTo>
                    <a:pt x="831335" y="510895"/>
                  </a:lnTo>
                  <a:lnTo>
                    <a:pt x="832735" y="512652"/>
                  </a:lnTo>
                  <a:lnTo>
                    <a:pt x="835765" y="517673"/>
                  </a:lnTo>
                  <a:lnTo>
                    <a:pt x="837716" y="519894"/>
                  </a:lnTo>
                  <a:lnTo>
                    <a:pt x="837623" y="520883"/>
                  </a:lnTo>
                  <a:lnTo>
                    <a:pt x="835598" y="524739"/>
                  </a:lnTo>
                  <a:lnTo>
                    <a:pt x="835954" y="525937"/>
                  </a:lnTo>
                  <a:lnTo>
                    <a:pt x="839472" y="530976"/>
                  </a:lnTo>
                  <a:lnTo>
                    <a:pt x="841940" y="533070"/>
                  </a:lnTo>
                  <a:lnTo>
                    <a:pt x="850197" y="536081"/>
                  </a:lnTo>
                  <a:lnTo>
                    <a:pt x="851997" y="536023"/>
                  </a:lnTo>
                  <a:lnTo>
                    <a:pt x="852728" y="536604"/>
                  </a:lnTo>
                  <a:lnTo>
                    <a:pt x="859575" y="538166"/>
                  </a:lnTo>
                  <a:lnTo>
                    <a:pt x="863029" y="541080"/>
                  </a:lnTo>
                  <a:lnTo>
                    <a:pt x="864741" y="542142"/>
                  </a:lnTo>
                  <a:lnTo>
                    <a:pt x="870801" y="549422"/>
                  </a:lnTo>
                  <a:lnTo>
                    <a:pt x="872850" y="549802"/>
                  </a:lnTo>
                  <a:lnTo>
                    <a:pt x="877068" y="552538"/>
                  </a:lnTo>
                  <a:lnTo>
                    <a:pt x="878721" y="552904"/>
                  </a:lnTo>
                  <a:lnTo>
                    <a:pt x="881442" y="554589"/>
                  </a:lnTo>
                  <a:lnTo>
                    <a:pt x="883693" y="557384"/>
                  </a:lnTo>
                  <a:lnTo>
                    <a:pt x="886491" y="558988"/>
                  </a:lnTo>
                  <a:lnTo>
                    <a:pt x="891288" y="563321"/>
                  </a:lnTo>
                  <a:lnTo>
                    <a:pt x="891833" y="563392"/>
                  </a:lnTo>
                  <a:lnTo>
                    <a:pt x="892672" y="564443"/>
                  </a:lnTo>
                  <a:lnTo>
                    <a:pt x="894513" y="564915"/>
                  </a:lnTo>
                  <a:lnTo>
                    <a:pt x="899810" y="568480"/>
                  </a:lnTo>
                  <a:lnTo>
                    <a:pt x="901795" y="570624"/>
                  </a:lnTo>
                  <a:lnTo>
                    <a:pt x="905538" y="572500"/>
                  </a:lnTo>
                  <a:lnTo>
                    <a:pt x="908110" y="572662"/>
                  </a:lnTo>
                  <a:lnTo>
                    <a:pt x="909856" y="573198"/>
                  </a:lnTo>
                  <a:lnTo>
                    <a:pt x="912115" y="573540"/>
                  </a:lnTo>
                  <a:lnTo>
                    <a:pt x="913260" y="574490"/>
                  </a:lnTo>
                  <a:lnTo>
                    <a:pt x="914636" y="577721"/>
                  </a:lnTo>
                  <a:lnTo>
                    <a:pt x="914975" y="582779"/>
                  </a:lnTo>
                  <a:lnTo>
                    <a:pt x="914507" y="585901"/>
                  </a:lnTo>
                  <a:lnTo>
                    <a:pt x="914949" y="586511"/>
                  </a:lnTo>
                  <a:lnTo>
                    <a:pt x="915928" y="588945"/>
                  </a:lnTo>
                  <a:lnTo>
                    <a:pt x="915680" y="591894"/>
                  </a:lnTo>
                  <a:lnTo>
                    <a:pt x="913588" y="595118"/>
                  </a:lnTo>
                  <a:lnTo>
                    <a:pt x="913745" y="595363"/>
                  </a:lnTo>
                  <a:lnTo>
                    <a:pt x="911938" y="596227"/>
                  </a:lnTo>
                  <a:lnTo>
                    <a:pt x="908870" y="598900"/>
                  </a:lnTo>
                  <a:lnTo>
                    <a:pt x="907337" y="599097"/>
                  </a:lnTo>
                  <a:lnTo>
                    <a:pt x="907255" y="599747"/>
                  </a:lnTo>
                  <a:lnTo>
                    <a:pt x="906476" y="600243"/>
                  </a:lnTo>
                  <a:lnTo>
                    <a:pt x="905165" y="599993"/>
                  </a:lnTo>
                  <a:lnTo>
                    <a:pt x="904396" y="600918"/>
                  </a:lnTo>
                  <a:lnTo>
                    <a:pt x="903930" y="600926"/>
                  </a:lnTo>
                  <a:lnTo>
                    <a:pt x="902750" y="600165"/>
                  </a:lnTo>
                  <a:lnTo>
                    <a:pt x="901791" y="600586"/>
                  </a:lnTo>
                  <a:lnTo>
                    <a:pt x="901632" y="601638"/>
                  </a:lnTo>
                  <a:lnTo>
                    <a:pt x="899969" y="603538"/>
                  </a:lnTo>
                  <a:lnTo>
                    <a:pt x="898781" y="605595"/>
                  </a:lnTo>
                  <a:lnTo>
                    <a:pt x="894914" y="609576"/>
                  </a:lnTo>
                  <a:lnTo>
                    <a:pt x="894438" y="610668"/>
                  </a:lnTo>
                  <a:lnTo>
                    <a:pt x="893996" y="613271"/>
                  </a:lnTo>
                  <a:lnTo>
                    <a:pt x="894267" y="614009"/>
                  </a:lnTo>
                  <a:lnTo>
                    <a:pt x="894323" y="615218"/>
                  </a:lnTo>
                  <a:lnTo>
                    <a:pt x="892442" y="617306"/>
                  </a:lnTo>
                  <a:lnTo>
                    <a:pt x="893772" y="618514"/>
                  </a:lnTo>
                  <a:lnTo>
                    <a:pt x="892630" y="620677"/>
                  </a:lnTo>
                  <a:lnTo>
                    <a:pt x="892020" y="620268"/>
                  </a:lnTo>
                  <a:lnTo>
                    <a:pt x="891644" y="621068"/>
                  </a:lnTo>
                  <a:lnTo>
                    <a:pt x="890987" y="621431"/>
                  </a:lnTo>
                  <a:lnTo>
                    <a:pt x="890143" y="621488"/>
                  </a:lnTo>
                  <a:lnTo>
                    <a:pt x="888166" y="622284"/>
                  </a:lnTo>
                  <a:lnTo>
                    <a:pt x="878012" y="629268"/>
                  </a:lnTo>
                  <a:lnTo>
                    <a:pt x="874892" y="628054"/>
                  </a:lnTo>
                  <a:lnTo>
                    <a:pt x="873076" y="627749"/>
                  </a:lnTo>
                  <a:lnTo>
                    <a:pt x="870550" y="627873"/>
                  </a:lnTo>
                  <a:lnTo>
                    <a:pt x="867709" y="627562"/>
                  </a:lnTo>
                  <a:lnTo>
                    <a:pt x="864916" y="626343"/>
                  </a:lnTo>
                  <a:lnTo>
                    <a:pt x="861576" y="624383"/>
                  </a:lnTo>
                  <a:lnTo>
                    <a:pt x="860861" y="623690"/>
                  </a:lnTo>
                  <a:lnTo>
                    <a:pt x="858866" y="621473"/>
                  </a:lnTo>
                  <a:lnTo>
                    <a:pt x="856611" y="617457"/>
                  </a:lnTo>
                  <a:lnTo>
                    <a:pt x="855193" y="616069"/>
                  </a:lnTo>
                  <a:lnTo>
                    <a:pt x="853863" y="615152"/>
                  </a:lnTo>
                  <a:lnTo>
                    <a:pt x="843162" y="608745"/>
                  </a:lnTo>
                  <a:lnTo>
                    <a:pt x="842242" y="610353"/>
                  </a:lnTo>
                  <a:lnTo>
                    <a:pt x="827723" y="622236"/>
                  </a:lnTo>
                  <a:lnTo>
                    <a:pt x="824967" y="624891"/>
                  </a:lnTo>
                  <a:lnTo>
                    <a:pt x="823381" y="627496"/>
                  </a:lnTo>
                  <a:lnTo>
                    <a:pt x="822438" y="628369"/>
                  </a:lnTo>
                  <a:lnTo>
                    <a:pt x="821720" y="628574"/>
                  </a:lnTo>
                  <a:lnTo>
                    <a:pt x="821748" y="628883"/>
                  </a:lnTo>
                  <a:lnTo>
                    <a:pt x="821111" y="629425"/>
                  </a:lnTo>
                  <a:lnTo>
                    <a:pt x="818601" y="631087"/>
                  </a:lnTo>
                  <a:lnTo>
                    <a:pt x="813889" y="632081"/>
                  </a:lnTo>
                  <a:lnTo>
                    <a:pt x="807451" y="634309"/>
                  </a:lnTo>
                  <a:lnTo>
                    <a:pt x="799977" y="634259"/>
                  </a:lnTo>
                  <a:lnTo>
                    <a:pt x="796585" y="634956"/>
                  </a:lnTo>
                  <a:lnTo>
                    <a:pt x="779436" y="652051"/>
                  </a:lnTo>
                  <a:lnTo>
                    <a:pt x="772311" y="652519"/>
                  </a:lnTo>
                  <a:lnTo>
                    <a:pt x="770630" y="653675"/>
                  </a:lnTo>
                  <a:lnTo>
                    <a:pt x="767827" y="652734"/>
                  </a:lnTo>
                  <a:lnTo>
                    <a:pt x="766368" y="651992"/>
                  </a:lnTo>
                  <a:lnTo>
                    <a:pt x="765607" y="650128"/>
                  </a:lnTo>
                  <a:lnTo>
                    <a:pt x="763137" y="647956"/>
                  </a:lnTo>
                  <a:lnTo>
                    <a:pt x="758834" y="650883"/>
                  </a:lnTo>
                  <a:lnTo>
                    <a:pt x="752749" y="650603"/>
                  </a:lnTo>
                  <a:lnTo>
                    <a:pt x="749439" y="652462"/>
                  </a:lnTo>
                  <a:lnTo>
                    <a:pt x="748280" y="642352"/>
                  </a:lnTo>
                  <a:lnTo>
                    <a:pt x="745336" y="640796"/>
                  </a:lnTo>
                  <a:lnTo>
                    <a:pt x="742747" y="640986"/>
                  </a:lnTo>
                  <a:lnTo>
                    <a:pt x="740862" y="640163"/>
                  </a:lnTo>
                  <a:lnTo>
                    <a:pt x="736289" y="640109"/>
                  </a:lnTo>
                  <a:lnTo>
                    <a:pt x="735077" y="640567"/>
                  </a:lnTo>
                  <a:lnTo>
                    <a:pt x="733174" y="642829"/>
                  </a:lnTo>
                  <a:lnTo>
                    <a:pt x="730275" y="641965"/>
                  </a:lnTo>
                  <a:lnTo>
                    <a:pt x="729942" y="642187"/>
                  </a:lnTo>
                  <a:lnTo>
                    <a:pt x="728099" y="643413"/>
                  </a:lnTo>
                  <a:lnTo>
                    <a:pt x="724717" y="640392"/>
                  </a:lnTo>
                  <a:lnTo>
                    <a:pt x="722171" y="644873"/>
                  </a:lnTo>
                  <a:lnTo>
                    <a:pt x="720412" y="647127"/>
                  </a:lnTo>
                  <a:lnTo>
                    <a:pt x="709393" y="647196"/>
                  </a:lnTo>
                  <a:lnTo>
                    <a:pt x="697848" y="651192"/>
                  </a:lnTo>
                  <a:lnTo>
                    <a:pt x="691558" y="649905"/>
                  </a:lnTo>
                  <a:lnTo>
                    <a:pt x="688667" y="650088"/>
                  </a:lnTo>
                  <a:lnTo>
                    <a:pt x="687670" y="649915"/>
                  </a:lnTo>
                  <a:lnTo>
                    <a:pt x="682810" y="654635"/>
                  </a:lnTo>
                  <a:lnTo>
                    <a:pt x="677877" y="654340"/>
                  </a:lnTo>
                  <a:lnTo>
                    <a:pt x="669062" y="662356"/>
                  </a:lnTo>
                  <a:lnTo>
                    <a:pt x="667124" y="664463"/>
                  </a:lnTo>
                  <a:lnTo>
                    <a:pt x="663335" y="663985"/>
                  </a:lnTo>
                  <a:lnTo>
                    <a:pt x="658943" y="660485"/>
                  </a:lnTo>
                  <a:lnTo>
                    <a:pt x="652456" y="660504"/>
                  </a:lnTo>
                  <a:lnTo>
                    <a:pt x="650702" y="661391"/>
                  </a:lnTo>
                  <a:lnTo>
                    <a:pt x="650497" y="661830"/>
                  </a:lnTo>
                  <a:lnTo>
                    <a:pt x="650669" y="662243"/>
                  </a:lnTo>
                  <a:lnTo>
                    <a:pt x="646807" y="663750"/>
                  </a:lnTo>
                  <a:lnTo>
                    <a:pt x="645178" y="664952"/>
                  </a:lnTo>
                  <a:lnTo>
                    <a:pt x="643476" y="667300"/>
                  </a:lnTo>
                  <a:lnTo>
                    <a:pt x="642760" y="667850"/>
                  </a:lnTo>
                  <a:lnTo>
                    <a:pt x="642047" y="669098"/>
                  </a:lnTo>
                  <a:lnTo>
                    <a:pt x="640588" y="670271"/>
                  </a:lnTo>
                  <a:lnTo>
                    <a:pt x="639130" y="671017"/>
                  </a:lnTo>
                  <a:lnTo>
                    <a:pt x="637913" y="672759"/>
                  </a:lnTo>
                  <a:lnTo>
                    <a:pt x="638822" y="674444"/>
                  </a:lnTo>
                  <a:lnTo>
                    <a:pt x="638893" y="675956"/>
                  </a:lnTo>
                  <a:lnTo>
                    <a:pt x="639655" y="677041"/>
                  </a:lnTo>
                  <a:lnTo>
                    <a:pt x="640729" y="680123"/>
                  </a:lnTo>
                  <a:lnTo>
                    <a:pt x="640058" y="683468"/>
                  </a:lnTo>
                  <a:lnTo>
                    <a:pt x="639339" y="684502"/>
                  </a:lnTo>
                  <a:lnTo>
                    <a:pt x="639486" y="685203"/>
                  </a:lnTo>
                  <a:lnTo>
                    <a:pt x="638937" y="686299"/>
                  </a:lnTo>
                  <a:lnTo>
                    <a:pt x="639000" y="686744"/>
                  </a:lnTo>
                  <a:lnTo>
                    <a:pt x="638474" y="688052"/>
                  </a:lnTo>
                  <a:lnTo>
                    <a:pt x="638221" y="690153"/>
                  </a:lnTo>
                  <a:lnTo>
                    <a:pt x="637661" y="690919"/>
                  </a:lnTo>
                  <a:lnTo>
                    <a:pt x="637896" y="692246"/>
                  </a:lnTo>
                  <a:lnTo>
                    <a:pt x="637323" y="693898"/>
                  </a:lnTo>
                  <a:lnTo>
                    <a:pt x="637388" y="694478"/>
                  </a:lnTo>
                  <a:lnTo>
                    <a:pt x="636719" y="695216"/>
                  </a:lnTo>
                  <a:lnTo>
                    <a:pt x="636624" y="696374"/>
                  </a:lnTo>
                  <a:lnTo>
                    <a:pt x="635918" y="697732"/>
                  </a:lnTo>
                  <a:lnTo>
                    <a:pt x="635837" y="699873"/>
                  </a:lnTo>
                  <a:lnTo>
                    <a:pt x="636076" y="702401"/>
                  </a:lnTo>
                  <a:lnTo>
                    <a:pt x="634800" y="705458"/>
                  </a:lnTo>
                  <a:lnTo>
                    <a:pt x="635276" y="706375"/>
                  </a:lnTo>
                  <a:lnTo>
                    <a:pt x="635058" y="707417"/>
                  </a:lnTo>
                  <a:lnTo>
                    <a:pt x="635462" y="708226"/>
                  </a:lnTo>
                  <a:lnTo>
                    <a:pt x="638952" y="709928"/>
                  </a:lnTo>
                  <a:lnTo>
                    <a:pt x="640175" y="711290"/>
                  </a:lnTo>
                  <a:lnTo>
                    <a:pt x="640343" y="712400"/>
                  </a:lnTo>
                  <a:lnTo>
                    <a:pt x="640796" y="713396"/>
                  </a:lnTo>
                  <a:lnTo>
                    <a:pt x="642100" y="714774"/>
                  </a:lnTo>
                  <a:lnTo>
                    <a:pt x="642458" y="715466"/>
                  </a:lnTo>
                  <a:lnTo>
                    <a:pt x="643576" y="716141"/>
                  </a:lnTo>
                  <a:lnTo>
                    <a:pt x="644941" y="718018"/>
                  </a:lnTo>
                  <a:lnTo>
                    <a:pt x="647989" y="723761"/>
                  </a:lnTo>
                  <a:lnTo>
                    <a:pt x="648196" y="724780"/>
                  </a:lnTo>
                  <a:lnTo>
                    <a:pt x="646935" y="725268"/>
                  </a:lnTo>
                  <a:lnTo>
                    <a:pt x="645571" y="725437"/>
                  </a:lnTo>
                  <a:lnTo>
                    <a:pt x="645079" y="725291"/>
                  </a:lnTo>
                  <a:lnTo>
                    <a:pt x="644140" y="724448"/>
                  </a:lnTo>
                  <a:lnTo>
                    <a:pt x="642522" y="724286"/>
                  </a:lnTo>
                  <a:lnTo>
                    <a:pt x="640769" y="723029"/>
                  </a:lnTo>
                  <a:lnTo>
                    <a:pt x="640336" y="723029"/>
                  </a:lnTo>
                  <a:lnTo>
                    <a:pt x="639598" y="723656"/>
                  </a:lnTo>
                  <a:lnTo>
                    <a:pt x="638616" y="723459"/>
                  </a:lnTo>
                  <a:lnTo>
                    <a:pt x="638214" y="723225"/>
                  </a:lnTo>
                  <a:lnTo>
                    <a:pt x="637715" y="722259"/>
                  </a:lnTo>
                  <a:lnTo>
                    <a:pt x="636819" y="721380"/>
                  </a:lnTo>
                  <a:lnTo>
                    <a:pt x="635466" y="722164"/>
                  </a:lnTo>
                  <a:lnTo>
                    <a:pt x="633856" y="721113"/>
                  </a:lnTo>
                  <a:lnTo>
                    <a:pt x="631911" y="721145"/>
                  </a:lnTo>
                  <a:lnTo>
                    <a:pt x="630595" y="720844"/>
                  </a:lnTo>
                  <a:lnTo>
                    <a:pt x="629202" y="722027"/>
                  </a:lnTo>
                  <a:lnTo>
                    <a:pt x="627792" y="722711"/>
                  </a:lnTo>
                  <a:lnTo>
                    <a:pt x="626434" y="722219"/>
                  </a:lnTo>
                  <a:lnTo>
                    <a:pt x="625716" y="722231"/>
                  </a:lnTo>
                  <a:lnTo>
                    <a:pt x="623190" y="723109"/>
                  </a:lnTo>
                  <a:lnTo>
                    <a:pt x="622198" y="722407"/>
                  </a:lnTo>
                  <a:lnTo>
                    <a:pt x="620685" y="722329"/>
                  </a:lnTo>
                  <a:lnTo>
                    <a:pt x="617997" y="724689"/>
                  </a:lnTo>
                  <a:lnTo>
                    <a:pt x="617513" y="724705"/>
                  </a:lnTo>
                  <a:lnTo>
                    <a:pt x="614732" y="723761"/>
                  </a:lnTo>
                  <a:lnTo>
                    <a:pt x="613846" y="724032"/>
                  </a:lnTo>
                  <a:lnTo>
                    <a:pt x="613157" y="724936"/>
                  </a:lnTo>
                  <a:lnTo>
                    <a:pt x="613123" y="725551"/>
                  </a:lnTo>
                  <a:lnTo>
                    <a:pt x="613993" y="725609"/>
                  </a:lnTo>
                  <a:lnTo>
                    <a:pt x="614876" y="726231"/>
                  </a:lnTo>
                  <a:lnTo>
                    <a:pt x="615688" y="726197"/>
                  </a:lnTo>
                  <a:lnTo>
                    <a:pt x="616468" y="726585"/>
                  </a:lnTo>
                  <a:lnTo>
                    <a:pt x="616657" y="727197"/>
                  </a:lnTo>
                  <a:lnTo>
                    <a:pt x="616458" y="728825"/>
                  </a:lnTo>
                  <a:lnTo>
                    <a:pt x="617287" y="731844"/>
                  </a:lnTo>
                  <a:lnTo>
                    <a:pt x="617551" y="733901"/>
                  </a:lnTo>
                  <a:lnTo>
                    <a:pt x="617647" y="735549"/>
                  </a:lnTo>
                  <a:lnTo>
                    <a:pt x="617378" y="736388"/>
                  </a:lnTo>
                  <a:lnTo>
                    <a:pt x="617525" y="740143"/>
                  </a:lnTo>
                  <a:lnTo>
                    <a:pt x="616868" y="740894"/>
                  </a:lnTo>
                  <a:lnTo>
                    <a:pt x="616656" y="742838"/>
                  </a:lnTo>
                  <a:lnTo>
                    <a:pt x="616414" y="743183"/>
                  </a:lnTo>
                  <a:lnTo>
                    <a:pt x="616146" y="746576"/>
                  </a:lnTo>
                  <a:lnTo>
                    <a:pt x="615910" y="747008"/>
                  </a:lnTo>
                  <a:lnTo>
                    <a:pt x="612243" y="750154"/>
                  </a:lnTo>
                  <a:lnTo>
                    <a:pt x="612252" y="749770"/>
                  </a:lnTo>
                  <a:lnTo>
                    <a:pt x="612015" y="749685"/>
                  </a:lnTo>
                  <a:lnTo>
                    <a:pt x="610874" y="749918"/>
                  </a:lnTo>
                  <a:lnTo>
                    <a:pt x="609925" y="751052"/>
                  </a:lnTo>
                  <a:lnTo>
                    <a:pt x="609159" y="753210"/>
                  </a:lnTo>
                  <a:lnTo>
                    <a:pt x="608846" y="755249"/>
                  </a:lnTo>
                  <a:lnTo>
                    <a:pt x="610146" y="757388"/>
                  </a:lnTo>
                  <a:lnTo>
                    <a:pt x="611001" y="760059"/>
                  </a:lnTo>
                  <a:lnTo>
                    <a:pt x="610322" y="759456"/>
                  </a:lnTo>
                  <a:lnTo>
                    <a:pt x="609176" y="759795"/>
                  </a:lnTo>
                  <a:lnTo>
                    <a:pt x="608241" y="760816"/>
                  </a:lnTo>
                  <a:lnTo>
                    <a:pt x="606607" y="760840"/>
                  </a:lnTo>
                  <a:lnTo>
                    <a:pt x="613492" y="769106"/>
                  </a:lnTo>
                  <a:lnTo>
                    <a:pt x="612311" y="771985"/>
                  </a:lnTo>
                  <a:lnTo>
                    <a:pt x="610981" y="772029"/>
                  </a:lnTo>
                  <a:lnTo>
                    <a:pt x="612529" y="774116"/>
                  </a:lnTo>
                  <a:lnTo>
                    <a:pt x="614886" y="785311"/>
                  </a:lnTo>
                  <a:lnTo>
                    <a:pt x="613849" y="797514"/>
                  </a:lnTo>
                  <a:lnTo>
                    <a:pt x="609263" y="797426"/>
                  </a:lnTo>
                  <a:lnTo>
                    <a:pt x="608350" y="797702"/>
                  </a:lnTo>
                  <a:lnTo>
                    <a:pt x="608118" y="798300"/>
                  </a:lnTo>
                  <a:lnTo>
                    <a:pt x="607147" y="798664"/>
                  </a:lnTo>
                  <a:lnTo>
                    <a:pt x="606576" y="798600"/>
                  </a:lnTo>
                  <a:lnTo>
                    <a:pt x="604438" y="799129"/>
                  </a:lnTo>
                  <a:lnTo>
                    <a:pt x="602184" y="797957"/>
                  </a:lnTo>
                  <a:lnTo>
                    <a:pt x="600541" y="798119"/>
                  </a:lnTo>
                  <a:lnTo>
                    <a:pt x="599489" y="797230"/>
                  </a:lnTo>
                  <a:lnTo>
                    <a:pt x="598462" y="797050"/>
                  </a:lnTo>
                  <a:lnTo>
                    <a:pt x="597575" y="796391"/>
                  </a:lnTo>
                  <a:lnTo>
                    <a:pt x="596652" y="796774"/>
                  </a:lnTo>
                  <a:lnTo>
                    <a:pt x="595013" y="796440"/>
                  </a:lnTo>
                  <a:lnTo>
                    <a:pt x="592874" y="796815"/>
                  </a:lnTo>
                  <a:lnTo>
                    <a:pt x="591988" y="796657"/>
                  </a:lnTo>
                  <a:lnTo>
                    <a:pt x="590730" y="796863"/>
                  </a:lnTo>
                  <a:lnTo>
                    <a:pt x="589854" y="796600"/>
                  </a:lnTo>
                  <a:lnTo>
                    <a:pt x="589638" y="796274"/>
                  </a:lnTo>
                  <a:lnTo>
                    <a:pt x="588787" y="796206"/>
                  </a:lnTo>
                  <a:lnTo>
                    <a:pt x="588282" y="796497"/>
                  </a:lnTo>
                  <a:lnTo>
                    <a:pt x="586360" y="795868"/>
                  </a:lnTo>
                  <a:lnTo>
                    <a:pt x="584696" y="796306"/>
                  </a:lnTo>
                  <a:lnTo>
                    <a:pt x="583540" y="796290"/>
                  </a:lnTo>
                  <a:lnTo>
                    <a:pt x="580786" y="797264"/>
                  </a:lnTo>
                  <a:lnTo>
                    <a:pt x="579890" y="796745"/>
                  </a:lnTo>
                  <a:lnTo>
                    <a:pt x="578047" y="796759"/>
                  </a:lnTo>
                  <a:lnTo>
                    <a:pt x="575616" y="799372"/>
                  </a:lnTo>
                  <a:lnTo>
                    <a:pt x="573673" y="799246"/>
                  </a:lnTo>
                  <a:lnTo>
                    <a:pt x="572005" y="800990"/>
                  </a:lnTo>
                  <a:lnTo>
                    <a:pt x="571618" y="800887"/>
                  </a:lnTo>
                  <a:lnTo>
                    <a:pt x="571370" y="801759"/>
                  </a:lnTo>
                  <a:lnTo>
                    <a:pt x="570677" y="802044"/>
                  </a:lnTo>
                  <a:lnTo>
                    <a:pt x="570445" y="802871"/>
                  </a:lnTo>
                  <a:lnTo>
                    <a:pt x="569960" y="803361"/>
                  </a:lnTo>
                  <a:lnTo>
                    <a:pt x="569333" y="803464"/>
                  </a:lnTo>
                  <a:lnTo>
                    <a:pt x="568447" y="803109"/>
                  </a:lnTo>
                  <a:lnTo>
                    <a:pt x="567773" y="803481"/>
                  </a:lnTo>
                  <a:lnTo>
                    <a:pt x="567083" y="803251"/>
                  </a:lnTo>
                  <a:lnTo>
                    <a:pt x="565147" y="803672"/>
                  </a:lnTo>
                  <a:lnTo>
                    <a:pt x="563349" y="803658"/>
                  </a:lnTo>
                  <a:lnTo>
                    <a:pt x="562259" y="804456"/>
                  </a:lnTo>
                  <a:lnTo>
                    <a:pt x="560745" y="804669"/>
                  </a:lnTo>
                  <a:lnTo>
                    <a:pt x="560291" y="804956"/>
                  </a:lnTo>
                  <a:lnTo>
                    <a:pt x="559152" y="803952"/>
                  </a:lnTo>
                  <a:lnTo>
                    <a:pt x="558296" y="802388"/>
                  </a:lnTo>
                  <a:lnTo>
                    <a:pt x="557379" y="802366"/>
                  </a:lnTo>
                  <a:lnTo>
                    <a:pt x="556932" y="802667"/>
                  </a:lnTo>
                  <a:lnTo>
                    <a:pt x="555021" y="802257"/>
                  </a:lnTo>
                  <a:lnTo>
                    <a:pt x="554697" y="801896"/>
                  </a:lnTo>
                  <a:lnTo>
                    <a:pt x="553582" y="801620"/>
                  </a:lnTo>
                  <a:lnTo>
                    <a:pt x="552915" y="800878"/>
                  </a:lnTo>
                  <a:lnTo>
                    <a:pt x="551489" y="800119"/>
                  </a:lnTo>
                  <a:lnTo>
                    <a:pt x="550126" y="797903"/>
                  </a:lnTo>
                  <a:lnTo>
                    <a:pt x="549796" y="796965"/>
                  </a:lnTo>
                  <a:lnTo>
                    <a:pt x="549872" y="795406"/>
                  </a:lnTo>
                  <a:lnTo>
                    <a:pt x="549649" y="793829"/>
                  </a:lnTo>
                  <a:lnTo>
                    <a:pt x="549810" y="793007"/>
                  </a:lnTo>
                  <a:lnTo>
                    <a:pt x="549547" y="791353"/>
                  </a:lnTo>
                  <a:lnTo>
                    <a:pt x="548750" y="789933"/>
                  </a:lnTo>
                  <a:lnTo>
                    <a:pt x="547843" y="790277"/>
                  </a:lnTo>
                  <a:lnTo>
                    <a:pt x="546624" y="790297"/>
                  </a:lnTo>
                  <a:lnTo>
                    <a:pt x="545383" y="790943"/>
                  </a:lnTo>
                  <a:lnTo>
                    <a:pt x="544435" y="790270"/>
                  </a:lnTo>
                  <a:lnTo>
                    <a:pt x="543649" y="790170"/>
                  </a:lnTo>
                  <a:lnTo>
                    <a:pt x="542249" y="789366"/>
                  </a:lnTo>
                  <a:lnTo>
                    <a:pt x="540972" y="789551"/>
                  </a:lnTo>
                  <a:lnTo>
                    <a:pt x="540426" y="789980"/>
                  </a:lnTo>
                  <a:lnTo>
                    <a:pt x="539069" y="790037"/>
                  </a:lnTo>
                  <a:lnTo>
                    <a:pt x="537361" y="789291"/>
                  </a:lnTo>
                  <a:lnTo>
                    <a:pt x="536408" y="789047"/>
                  </a:lnTo>
                  <a:lnTo>
                    <a:pt x="535479" y="789096"/>
                  </a:lnTo>
                  <a:lnTo>
                    <a:pt x="534653" y="789492"/>
                  </a:lnTo>
                  <a:lnTo>
                    <a:pt x="532819" y="791730"/>
                  </a:lnTo>
                  <a:lnTo>
                    <a:pt x="529821" y="793505"/>
                  </a:lnTo>
                  <a:lnTo>
                    <a:pt x="529569" y="794158"/>
                  </a:lnTo>
                  <a:lnTo>
                    <a:pt x="528825" y="794702"/>
                  </a:lnTo>
                  <a:lnTo>
                    <a:pt x="528186" y="795027"/>
                  </a:lnTo>
                  <a:lnTo>
                    <a:pt x="525645" y="795401"/>
                  </a:lnTo>
                  <a:lnTo>
                    <a:pt x="523844" y="795146"/>
                  </a:lnTo>
                  <a:lnTo>
                    <a:pt x="523573" y="795526"/>
                  </a:lnTo>
                  <a:lnTo>
                    <a:pt x="521965" y="796505"/>
                  </a:lnTo>
                  <a:lnTo>
                    <a:pt x="519941" y="797166"/>
                  </a:lnTo>
                  <a:lnTo>
                    <a:pt x="518702" y="797991"/>
                  </a:lnTo>
                  <a:lnTo>
                    <a:pt x="517719" y="798056"/>
                  </a:lnTo>
                  <a:lnTo>
                    <a:pt x="516387" y="797414"/>
                  </a:lnTo>
                  <a:lnTo>
                    <a:pt x="515180" y="797624"/>
                  </a:lnTo>
                  <a:lnTo>
                    <a:pt x="514852" y="797368"/>
                  </a:lnTo>
                  <a:lnTo>
                    <a:pt x="511112" y="797402"/>
                  </a:lnTo>
                  <a:lnTo>
                    <a:pt x="509151" y="796843"/>
                  </a:lnTo>
                  <a:lnTo>
                    <a:pt x="506574" y="797073"/>
                  </a:lnTo>
                  <a:lnTo>
                    <a:pt x="505107" y="796922"/>
                  </a:lnTo>
                  <a:lnTo>
                    <a:pt x="503557" y="797253"/>
                  </a:lnTo>
                  <a:lnTo>
                    <a:pt x="502131" y="796999"/>
                  </a:lnTo>
                  <a:lnTo>
                    <a:pt x="501335" y="797349"/>
                  </a:lnTo>
                  <a:lnTo>
                    <a:pt x="499443" y="797443"/>
                  </a:lnTo>
                  <a:lnTo>
                    <a:pt x="498866" y="797123"/>
                  </a:lnTo>
                  <a:lnTo>
                    <a:pt x="497732" y="797054"/>
                  </a:lnTo>
                  <a:lnTo>
                    <a:pt x="497476" y="797256"/>
                  </a:lnTo>
                  <a:lnTo>
                    <a:pt x="496252" y="796807"/>
                  </a:lnTo>
                  <a:lnTo>
                    <a:pt x="495876" y="797326"/>
                  </a:lnTo>
                  <a:lnTo>
                    <a:pt x="493766" y="797629"/>
                  </a:lnTo>
                  <a:lnTo>
                    <a:pt x="492787" y="797308"/>
                  </a:lnTo>
                  <a:lnTo>
                    <a:pt x="492500" y="797424"/>
                  </a:lnTo>
                  <a:lnTo>
                    <a:pt x="492362" y="797120"/>
                  </a:lnTo>
                  <a:lnTo>
                    <a:pt x="492001" y="797286"/>
                  </a:lnTo>
                  <a:lnTo>
                    <a:pt x="491083" y="796640"/>
                  </a:lnTo>
                  <a:lnTo>
                    <a:pt x="490915" y="797016"/>
                  </a:lnTo>
                  <a:lnTo>
                    <a:pt x="489565" y="797437"/>
                  </a:lnTo>
                  <a:lnTo>
                    <a:pt x="488940" y="797384"/>
                  </a:lnTo>
                  <a:lnTo>
                    <a:pt x="489026" y="798217"/>
                  </a:lnTo>
                  <a:lnTo>
                    <a:pt x="488208" y="798070"/>
                  </a:lnTo>
                  <a:lnTo>
                    <a:pt x="487601" y="798672"/>
                  </a:lnTo>
                  <a:lnTo>
                    <a:pt x="487286" y="799841"/>
                  </a:lnTo>
                  <a:lnTo>
                    <a:pt x="486709" y="800435"/>
                  </a:lnTo>
                  <a:lnTo>
                    <a:pt x="484150" y="801918"/>
                  </a:lnTo>
                  <a:lnTo>
                    <a:pt x="483122" y="802776"/>
                  </a:lnTo>
                  <a:lnTo>
                    <a:pt x="483147" y="803545"/>
                  </a:lnTo>
                  <a:lnTo>
                    <a:pt x="482723" y="803936"/>
                  </a:lnTo>
                  <a:lnTo>
                    <a:pt x="482544" y="804615"/>
                  </a:lnTo>
                  <a:lnTo>
                    <a:pt x="481940" y="805075"/>
                  </a:lnTo>
                  <a:lnTo>
                    <a:pt x="481384" y="804904"/>
                  </a:lnTo>
                  <a:lnTo>
                    <a:pt x="480804" y="805207"/>
                  </a:lnTo>
                  <a:lnTo>
                    <a:pt x="479728" y="804842"/>
                  </a:lnTo>
                  <a:lnTo>
                    <a:pt x="479005" y="804959"/>
                  </a:lnTo>
                  <a:lnTo>
                    <a:pt x="476401" y="804492"/>
                  </a:lnTo>
                  <a:lnTo>
                    <a:pt x="475225" y="803732"/>
                  </a:lnTo>
                  <a:lnTo>
                    <a:pt x="473107" y="803361"/>
                  </a:lnTo>
                  <a:lnTo>
                    <a:pt x="472980" y="803097"/>
                  </a:lnTo>
                  <a:lnTo>
                    <a:pt x="472322" y="803304"/>
                  </a:lnTo>
                  <a:lnTo>
                    <a:pt x="471503" y="802419"/>
                  </a:lnTo>
                  <a:lnTo>
                    <a:pt x="470740" y="802096"/>
                  </a:lnTo>
                  <a:lnTo>
                    <a:pt x="470748" y="801497"/>
                  </a:lnTo>
                  <a:lnTo>
                    <a:pt x="470439" y="800824"/>
                  </a:lnTo>
                  <a:lnTo>
                    <a:pt x="470539" y="799824"/>
                  </a:lnTo>
                  <a:lnTo>
                    <a:pt x="469659" y="797977"/>
                  </a:lnTo>
                  <a:lnTo>
                    <a:pt x="469522" y="795747"/>
                  </a:lnTo>
                  <a:lnTo>
                    <a:pt x="469846" y="795519"/>
                  </a:lnTo>
                  <a:lnTo>
                    <a:pt x="468068" y="795083"/>
                  </a:lnTo>
                  <a:lnTo>
                    <a:pt x="467347" y="795138"/>
                  </a:lnTo>
                  <a:lnTo>
                    <a:pt x="466686" y="794806"/>
                  </a:lnTo>
                  <a:lnTo>
                    <a:pt x="465579" y="794867"/>
                  </a:lnTo>
                  <a:lnTo>
                    <a:pt x="464025" y="794528"/>
                  </a:lnTo>
                  <a:lnTo>
                    <a:pt x="461473" y="793275"/>
                  </a:lnTo>
                  <a:lnTo>
                    <a:pt x="461091" y="793066"/>
                  </a:lnTo>
                  <a:lnTo>
                    <a:pt x="459979" y="793303"/>
                  </a:lnTo>
                  <a:lnTo>
                    <a:pt x="458632" y="793172"/>
                  </a:lnTo>
                  <a:lnTo>
                    <a:pt x="457980" y="792888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pg128">
              <a:extLst>
                <a:ext uri="{FF2B5EF4-FFF2-40B4-BE49-F238E27FC236}">
                  <a16:creationId xmlns:a16="http://schemas.microsoft.com/office/drawing/2014/main" id="{49B192FD-56E0-6909-C143-C78B39436B98}"/>
                </a:ext>
              </a:extLst>
            </p:cNvPr>
            <p:cNvSpPr/>
            <p:nvPr/>
          </p:nvSpPr>
          <p:spPr>
            <a:xfrm>
              <a:off x="1014310" y="2231450"/>
              <a:ext cx="2836767" cy="1522921"/>
            </a:xfrm>
            <a:custGeom>
              <a:avLst/>
              <a:gdLst/>
              <a:ahLst/>
              <a:cxnLst/>
              <a:rect l="0" t="0" r="0" b="0"/>
              <a:pathLst>
                <a:path w="2836767" h="1522921">
                  <a:moveTo>
                    <a:pt x="561403" y="1354491"/>
                  </a:moveTo>
                  <a:lnTo>
                    <a:pt x="560151" y="1355746"/>
                  </a:lnTo>
                  <a:lnTo>
                    <a:pt x="559973" y="1356560"/>
                  </a:lnTo>
                  <a:lnTo>
                    <a:pt x="558683" y="1358152"/>
                  </a:lnTo>
                  <a:lnTo>
                    <a:pt x="557564" y="1358307"/>
                  </a:lnTo>
                  <a:lnTo>
                    <a:pt x="555311" y="1359068"/>
                  </a:lnTo>
                  <a:lnTo>
                    <a:pt x="553042" y="1360310"/>
                  </a:lnTo>
                  <a:lnTo>
                    <a:pt x="551984" y="1360429"/>
                  </a:lnTo>
                  <a:lnTo>
                    <a:pt x="550774" y="1361005"/>
                  </a:lnTo>
                  <a:lnTo>
                    <a:pt x="549513" y="1361136"/>
                  </a:lnTo>
                  <a:lnTo>
                    <a:pt x="547754" y="1361698"/>
                  </a:lnTo>
                  <a:lnTo>
                    <a:pt x="546274" y="1361294"/>
                  </a:lnTo>
                  <a:lnTo>
                    <a:pt x="544650" y="1361476"/>
                  </a:lnTo>
                  <a:lnTo>
                    <a:pt x="544023" y="1361056"/>
                  </a:lnTo>
                  <a:lnTo>
                    <a:pt x="540413" y="1361930"/>
                  </a:lnTo>
                  <a:lnTo>
                    <a:pt x="537318" y="1362003"/>
                  </a:lnTo>
                  <a:lnTo>
                    <a:pt x="536837" y="1363223"/>
                  </a:lnTo>
                  <a:lnTo>
                    <a:pt x="536181" y="1364036"/>
                  </a:lnTo>
                  <a:lnTo>
                    <a:pt x="535884" y="1364998"/>
                  </a:lnTo>
                  <a:lnTo>
                    <a:pt x="533601" y="1367282"/>
                  </a:lnTo>
                  <a:lnTo>
                    <a:pt x="532422" y="1369211"/>
                  </a:lnTo>
                  <a:lnTo>
                    <a:pt x="532273" y="1370077"/>
                  </a:lnTo>
                  <a:lnTo>
                    <a:pt x="531608" y="1370703"/>
                  </a:lnTo>
                  <a:lnTo>
                    <a:pt x="531386" y="1371275"/>
                  </a:lnTo>
                  <a:lnTo>
                    <a:pt x="531498" y="1371865"/>
                  </a:lnTo>
                  <a:lnTo>
                    <a:pt x="531065" y="1372825"/>
                  </a:lnTo>
                  <a:lnTo>
                    <a:pt x="530609" y="1372785"/>
                  </a:lnTo>
                  <a:lnTo>
                    <a:pt x="529039" y="1373323"/>
                  </a:lnTo>
                  <a:lnTo>
                    <a:pt x="527674" y="1373223"/>
                  </a:lnTo>
                  <a:lnTo>
                    <a:pt x="525984" y="1373908"/>
                  </a:lnTo>
                  <a:lnTo>
                    <a:pt x="524136" y="1374250"/>
                  </a:lnTo>
                  <a:lnTo>
                    <a:pt x="522335" y="1375118"/>
                  </a:lnTo>
                  <a:lnTo>
                    <a:pt x="520896" y="1376406"/>
                  </a:lnTo>
                  <a:lnTo>
                    <a:pt x="519845" y="1375980"/>
                  </a:lnTo>
                  <a:lnTo>
                    <a:pt x="518045" y="1375725"/>
                  </a:lnTo>
                  <a:lnTo>
                    <a:pt x="517746" y="1376187"/>
                  </a:lnTo>
                  <a:lnTo>
                    <a:pt x="516549" y="1376818"/>
                  </a:lnTo>
                  <a:lnTo>
                    <a:pt x="515165" y="1378279"/>
                  </a:lnTo>
                  <a:lnTo>
                    <a:pt x="514454" y="1378587"/>
                  </a:lnTo>
                  <a:lnTo>
                    <a:pt x="513111" y="1378587"/>
                  </a:lnTo>
                  <a:lnTo>
                    <a:pt x="512539" y="1378883"/>
                  </a:lnTo>
                  <a:lnTo>
                    <a:pt x="512086" y="1379765"/>
                  </a:lnTo>
                  <a:lnTo>
                    <a:pt x="511302" y="1380560"/>
                  </a:lnTo>
                  <a:lnTo>
                    <a:pt x="510237" y="1383125"/>
                  </a:lnTo>
                  <a:lnTo>
                    <a:pt x="509424" y="1384083"/>
                  </a:lnTo>
                  <a:lnTo>
                    <a:pt x="509335" y="1384551"/>
                  </a:lnTo>
                  <a:lnTo>
                    <a:pt x="508949" y="1384791"/>
                  </a:lnTo>
                  <a:lnTo>
                    <a:pt x="507579" y="1384922"/>
                  </a:lnTo>
                  <a:lnTo>
                    <a:pt x="506270" y="1385680"/>
                  </a:lnTo>
                  <a:lnTo>
                    <a:pt x="504307" y="1385603"/>
                  </a:lnTo>
                  <a:lnTo>
                    <a:pt x="502638" y="1386535"/>
                  </a:lnTo>
                  <a:lnTo>
                    <a:pt x="500067" y="1386975"/>
                  </a:lnTo>
                  <a:lnTo>
                    <a:pt x="498888" y="1387025"/>
                  </a:lnTo>
                  <a:lnTo>
                    <a:pt x="498555" y="1386600"/>
                  </a:lnTo>
                  <a:lnTo>
                    <a:pt x="496530" y="1386600"/>
                  </a:lnTo>
                  <a:lnTo>
                    <a:pt x="495790" y="1386213"/>
                  </a:lnTo>
                  <a:lnTo>
                    <a:pt x="494295" y="1387551"/>
                  </a:lnTo>
                  <a:lnTo>
                    <a:pt x="493109" y="1388149"/>
                  </a:lnTo>
                  <a:lnTo>
                    <a:pt x="489615" y="1388193"/>
                  </a:lnTo>
                  <a:lnTo>
                    <a:pt x="487957" y="1388679"/>
                  </a:lnTo>
                  <a:lnTo>
                    <a:pt x="486658" y="1389347"/>
                  </a:lnTo>
                  <a:lnTo>
                    <a:pt x="485045" y="1390613"/>
                  </a:lnTo>
                  <a:lnTo>
                    <a:pt x="483727" y="1391223"/>
                  </a:lnTo>
                  <a:lnTo>
                    <a:pt x="482949" y="1391338"/>
                  </a:lnTo>
                  <a:lnTo>
                    <a:pt x="482451" y="1391841"/>
                  </a:lnTo>
                  <a:lnTo>
                    <a:pt x="482318" y="1390781"/>
                  </a:lnTo>
                  <a:lnTo>
                    <a:pt x="486618" y="1387921"/>
                  </a:lnTo>
                  <a:lnTo>
                    <a:pt x="494104" y="1376993"/>
                  </a:lnTo>
                  <a:lnTo>
                    <a:pt x="493159" y="1375883"/>
                  </a:lnTo>
                  <a:lnTo>
                    <a:pt x="493021" y="1374225"/>
                  </a:lnTo>
                  <a:lnTo>
                    <a:pt x="492178" y="1373926"/>
                  </a:lnTo>
                  <a:lnTo>
                    <a:pt x="491811" y="1373343"/>
                  </a:lnTo>
                  <a:lnTo>
                    <a:pt x="491084" y="1373143"/>
                  </a:lnTo>
                  <a:lnTo>
                    <a:pt x="490326" y="1372475"/>
                  </a:lnTo>
                  <a:lnTo>
                    <a:pt x="490026" y="1371824"/>
                  </a:lnTo>
                  <a:lnTo>
                    <a:pt x="474223" y="1373394"/>
                  </a:lnTo>
                  <a:lnTo>
                    <a:pt x="464326" y="1375430"/>
                  </a:lnTo>
                  <a:lnTo>
                    <a:pt x="461338" y="1376200"/>
                  </a:lnTo>
                  <a:lnTo>
                    <a:pt x="457619" y="1377659"/>
                  </a:lnTo>
                  <a:lnTo>
                    <a:pt x="455512" y="1377916"/>
                  </a:lnTo>
                  <a:lnTo>
                    <a:pt x="450756" y="1375561"/>
                  </a:lnTo>
                  <a:lnTo>
                    <a:pt x="447840" y="1374965"/>
                  </a:lnTo>
                  <a:lnTo>
                    <a:pt x="444760" y="1374835"/>
                  </a:lnTo>
                  <a:lnTo>
                    <a:pt x="444841" y="1375159"/>
                  </a:lnTo>
                  <a:lnTo>
                    <a:pt x="442107" y="1374093"/>
                  </a:lnTo>
                  <a:lnTo>
                    <a:pt x="439240" y="1373831"/>
                  </a:lnTo>
                  <a:lnTo>
                    <a:pt x="438664" y="1373600"/>
                  </a:lnTo>
                  <a:lnTo>
                    <a:pt x="438476" y="1372782"/>
                  </a:lnTo>
                  <a:lnTo>
                    <a:pt x="438237" y="1372709"/>
                  </a:lnTo>
                  <a:lnTo>
                    <a:pt x="438009" y="1373205"/>
                  </a:lnTo>
                  <a:lnTo>
                    <a:pt x="435547" y="1373733"/>
                  </a:lnTo>
                  <a:lnTo>
                    <a:pt x="434049" y="1373489"/>
                  </a:lnTo>
                  <a:lnTo>
                    <a:pt x="433466" y="1373173"/>
                  </a:lnTo>
                  <a:lnTo>
                    <a:pt x="432580" y="1373750"/>
                  </a:lnTo>
                  <a:lnTo>
                    <a:pt x="431482" y="1373734"/>
                  </a:lnTo>
                  <a:lnTo>
                    <a:pt x="429316" y="1371766"/>
                  </a:lnTo>
                  <a:lnTo>
                    <a:pt x="427159" y="1371344"/>
                  </a:lnTo>
                  <a:lnTo>
                    <a:pt x="426348" y="1371665"/>
                  </a:lnTo>
                  <a:lnTo>
                    <a:pt x="426462" y="1371209"/>
                  </a:lnTo>
                  <a:lnTo>
                    <a:pt x="427714" y="1370688"/>
                  </a:lnTo>
                  <a:lnTo>
                    <a:pt x="428955" y="1369515"/>
                  </a:lnTo>
                  <a:lnTo>
                    <a:pt x="428299" y="1368003"/>
                  </a:lnTo>
                  <a:lnTo>
                    <a:pt x="428078" y="1366236"/>
                  </a:lnTo>
                  <a:lnTo>
                    <a:pt x="426957" y="1365517"/>
                  </a:lnTo>
                  <a:lnTo>
                    <a:pt x="424654" y="1369377"/>
                  </a:lnTo>
                  <a:lnTo>
                    <a:pt x="423787" y="1369026"/>
                  </a:lnTo>
                  <a:lnTo>
                    <a:pt x="422765" y="1369443"/>
                  </a:lnTo>
                  <a:lnTo>
                    <a:pt x="422722" y="1367858"/>
                  </a:lnTo>
                  <a:lnTo>
                    <a:pt x="423333" y="1365893"/>
                  </a:lnTo>
                  <a:lnTo>
                    <a:pt x="421402" y="1365409"/>
                  </a:lnTo>
                  <a:lnTo>
                    <a:pt x="420738" y="1364990"/>
                  </a:lnTo>
                  <a:lnTo>
                    <a:pt x="419911" y="1363143"/>
                  </a:lnTo>
                  <a:lnTo>
                    <a:pt x="419280" y="1362762"/>
                  </a:lnTo>
                  <a:lnTo>
                    <a:pt x="418972" y="1361460"/>
                  </a:lnTo>
                  <a:lnTo>
                    <a:pt x="417688" y="1361607"/>
                  </a:lnTo>
                  <a:lnTo>
                    <a:pt x="416718" y="1362095"/>
                  </a:lnTo>
                  <a:lnTo>
                    <a:pt x="414826" y="1362463"/>
                  </a:lnTo>
                  <a:lnTo>
                    <a:pt x="413943" y="1361339"/>
                  </a:lnTo>
                  <a:lnTo>
                    <a:pt x="412677" y="1360625"/>
                  </a:lnTo>
                  <a:lnTo>
                    <a:pt x="411769" y="1359703"/>
                  </a:lnTo>
                  <a:lnTo>
                    <a:pt x="413147" y="1358555"/>
                  </a:lnTo>
                  <a:lnTo>
                    <a:pt x="414549" y="1359040"/>
                  </a:lnTo>
                  <a:lnTo>
                    <a:pt x="414654" y="1358637"/>
                  </a:lnTo>
                  <a:lnTo>
                    <a:pt x="413463" y="1356183"/>
                  </a:lnTo>
                  <a:lnTo>
                    <a:pt x="412676" y="1355323"/>
                  </a:lnTo>
                  <a:lnTo>
                    <a:pt x="410281" y="1354561"/>
                  </a:lnTo>
                  <a:lnTo>
                    <a:pt x="408689" y="1356012"/>
                  </a:lnTo>
                  <a:lnTo>
                    <a:pt x="403118" y="1358885"/>
                  </a:lnTo>
                  <a:lnTo>
                    <a:pt x="400159" y="1360800"/>
                  </a:lnTo>
                  <a:lnTo>
                    <a:pt x="398789" y="1349310"/>
                  </a:lnTo>
                  <a:lnTo>
                    <a:pt x="401552" y="1342110"/>
                  </a:lnTo>
                  <a:lnTo>
                    <a:pt x="402969" y="1332223"/>
                  </a:lnTo>
                  <a:lnTo>
                    <a:pt x="401558" y="1325482"/>
                  </a:lnTo>
                  <a:lnTo>
                    <a:pt x="401233" y="1319221"/>
                  </a:lnTo>
                  <a:lnTo>
                    <a:pt x="399192" y="1316368"/>
                  </a:lnTo>
                  <a:lnTo>
                    <a:pt x="398824" y="1315385"/>
                  </a:lnTo>
                  <a:lnTo>
                    <a:pt x="396485" y="1313999"/>
                  </a:lnTo>
                  <a:lnTo>
                    <a:pt x="401668" y="1306173"/>
                  </a:lnTo>
                  <a:lnTo>
                    <a:pt x="403777" y="1304452"/>
                  </a:lnTo>
                  <a:lnTo>
                    <a:pt x="404766" y="1303910"/>
                  </a:lnTo>
                  <a:lnTo>
                    <a:pt x="405142" y="1302917"/>
                  </a:lnTo>
                  <a:lnTo>
                    <a:pt x="405029" y="1301832"/>
                  </a:lnTo>
                  <a:lnTo>
                    <a:pt x="405350" y="1301280"/>
                  </a:lnTo>
                  <a:lnTo>
                    <a:pt x="408380" y="1298529"/>
                  </a:lnTo>
                  <a:lnTo>
                    <a:pt x="408705" y="1297112"/>
                  </a:lnTo>
                  <a:lnTo>
                    <a:pt x="408611" y="1296064"/>
                  </a:lnTo>
                  <a:lnTo>
                    <a:pt x="409201" y="1293279"/>
                  </a:lnTo>
                  <a:lnTo>
                    <a:pt x="408565" y="1291475"/>
                  </a:lnTo>
                  <a:lnTo>
                    <a:pt x="408880" y="1287668"/>
                  </a:lnTo>
                  <a:lnTo>
                    <a:pt x="410642" y="1285891"/>
                  </a:lnTo>
                  <a:lnTo>
                    <a:pt x="411792" y="1284097"/>
                  </a:lnTo>
                  <a:lnTo>
                    <a:pt x="411692" y="1281634"/>
                  </a:lnTo>
                  <a:lnTo>
                    <a:pt x="413075" y="1277617"/>
                  </a:lnTo>
                  <a:lnTo>
                    <a:pt x="413193" y="1275452"/>
                  </a:lnTo>
                  <a:lnTo>
                    <a:pt x="412810" y="1274145"/>
                  </a:lnTo>
                  <a:lnTo>
                    <a:pt x="413086" y="1272795"/>
                  </a:lnTo>
                  <a:lnTo>
                    <a:pt x="413243" y="1272493"/>
                  </a:lnTo>
                  <a:lnTo>
                    <a:pt x="414261" y="1272109"/>
                  </a:lnTo>
                  <a:lnTo>
                    <a:pt x="414829" y="1271640"/>
                  </a:lnTo>
                  <a:lnTo>
                    <a:pt x="416874" y="1270885"/>
                  </a:lnTo>
                  <a:lnTo>
                    <a:pt x="418407" y="1269977"/>
                  </a:lnTo>
                  <a:lnTo>
                    <a:pt x="419202" y="1268427"/>
                  </a:lnTo>
                  <a:lnTo>
                    <a:pt x="420574" y="1267075"/>
                  </a:lnTo>
                  <a:lnTo>
                    <a:pt x="421717" y="1265382"/>
                  </a:lnTo>
                  <a:lnTo>
                    <a:pt x="421634" y="1262313"/>
                  </a:lnTo>
                  <a:lnTo>
                    <a:pt x="421154" y="1261666"/>
                  </a:lnTo>
                  <a:lnTo>
                    <a:pt x="420883" y="1260319"/>
                  </a:lnTo>
                  <a:lnTo>
                    <a:pt x="421158" y="1259450"/>
                  </a:lnTo>
                  <a:lnTo>
                    <a:pt x="422687" y="1257495"/>
                  </a:lnTo>
                  <a:lnTo>
                    <a:pt x="422747" y="1256763"/>
                  </a:lnTo>
                  <a:lnTo>
                    <a:pt x="422279" y="1254997"/>
                  </a:lnTo>
                  <a:lnTo>
                    <a:pt x="422385" y="1254473"/>
                  </a:lnTo>
                  <a:lnTo>
                    <a:pt x="422932" y="1253869"/>
                  </a:lnTo>
                  <a:lnTo>
                    <a:pt x="423195" y="1251631"/>
                  </a:lnTo>
                  <a:lnTo>
                    <a:pt x="424097" y="1250054"/>
                  </a:lnTo>
                  <a:lnTo>
                    <a:pt x="424618" y="1248288"/>
                  </a:lnTo>
                  <a:lnTo>
                    <a:pt x="424440" y="1245516"/>
                  </a:lnTo>
                  <a:lnTo>
                    <a:pt x="423617" y="1243959"/>
                  </a:lnTo>
                  <a:lnTo>
                    <a:pt x="423321" y="1243638"/>
                  </a:lnTo>
                  <a:lnTo>
                    <a:pt x="422890" y="1243904"/>
                  </a:lnTo>
                  <a:lnTo>
                    <a:pt x="421788" y="1242560"/>
                  </a:lnTo>
                  <a:lnTo>
                    <a:pt x="421645" y="1239973"/>
                  </a:lnTo>
                  <a:lnTo>
                    <a:pt x="422443" y="1237490"/>
                  </a:lnTo>
                  <a:lnTo>
                    <a:pt x="424775" y="1235460"/>
                  </a:lnTo>
                  <a:lnTo>
                    <a:pt x="423568" y="1234992"/>
                  </a:lnTo>
                  <a:lnTo>
                    <a:pt x="424147" y="1232856"/>
                  </a:lnTo>
                  <a:lnTo>
                    <a:pt x="426421" y="1230072"/>
                  </a:lnTo>
                  <a:lnTo>
                    <a:pt x="425098" y="1228504"/>
                  </a:lnTo>
                  <a:lnTo>
                    <a:pt x="424534" y="1228389"/>
                  </a:lnTo>
                  <a:lnTo>
                    <a:pt x="423620" y="1228606"/>
                  </a:lnTo>
                  <a:lnTo>
                    <a:pt x="421087" y="1227859"/>
                  </a:lnTo>
                  <a:lnTo>
                    <a:pt x="419992" y="1227837"/>
                  </a:lnTo>
                  <a:lnTo>
                    <a:pt x="419315" y="1227449"/>
                  </a:lnTo>
                  <a:lnTo>
                    <a:pt x="418910" y="1226825"/>
                  </a:lnTo>
                  <a:lnTo>
                    <a:pt x="417678" y="1226114"/>
                  </a:lnTo>
                  <a:lnTo>
                    <a:pt x="416414" y="1225755"/>
                  </a:lnTo>
                  <a:lnTo>
                    <a:pt x="415076" y="1225906"/>
                  </a:lnTo>
                  <a:lnTo>
                    <a:pt x="412741" y="1224345"/>
                  </a:lnTo>
                  <a:lnTo>
                    <a:pt x="412317" y="1224398"/>
                  </a:lnTo>
                  <a:lnTo>
                    <a:pt x="411699" y="1223107"/>
                  </a:lnTo>
                  <a:lnTo>
                    <a:pt x="411693" y="1222666"/>
                  </a:lnTo>
                  <a:lnTo>
                    <a:pt x="411021" y="1221996"/>
                  </a:lnTo>
                  <a:lnTo>
                    <a:pt x="409745" y="1221688"/>
                  </a:lnTo>
                  <a:lnTo>
                    <a:pt x="409069" y="1221269"/>
                  </a:lnTo>
                  <a:lnTo>
                    <a:pt x="408762" y="1220329"/>
                  </a:lnTo>
                  <a:lnTo>
                    <a:pt x="408275" y="1219824"/>
                  </a:lnTo>
                  <a:lnTo>
                    <a:pt x="408326" y="1218777"/>
                  </a:lnTo>
                  <a:lnTo>
                    <a:pt x="407748" y="1218145"/>
                  </a:lnTo>
                  <a:lnTo>
                    <a:pt x="407766" y="1217834"/>
                  </a:lnTo>
                  <a:lnTo>
                    <a:pt x="407534" y="1217613"/>
                  </a:lnTo>
                  <a:lnTo>
                    <a:pt x="406601" y="1217568"/>
                  </a:lnTo>
                  <a:lnTo>
                    <a:pt x="405375" y="1216069"/>
                  </a:lnTo>
                  <a:lnTo>
                    <a:pt x="404655" y="1214477"/>
                  </a:lnTo>
                  <a:lnTo>
                    <a:pt x="403582" y="1213865"/>
                  </a:lnTo>
                  <a:lnTo>
                    <a:pt x="402488" y="1213817"/>
                  </a:lnTo>
                  <a:lnTo>
                    <a:pt x="401287" y="1212879"/>
                  </a:lnTo>
                  <a:lnTo>
                    <a:pt x="400166" y="1212975"/>
                  </a:lnTo>
                  <a:lnTo>
                    <a:pt x="399404" y="1212726"/>
                  </a:lnTo>
                  <a:lnTo>
                    <a:pt x="398898" y="1212126"/>
                  </a:lnTo>
                  <a:lnTo>
                    <a:pt x="397813" y="1211790"/>
                  </a:lnTo>
                  <a:lnTo>
                    <a:pt x="396460" y="1210079"/>
                  </a:lnTo>
                  <a:lnTo>
                    <a:pt x="394736" y="1209805"/>
                  </a:lnTo>
                  <a:lnTo>
                    <a:pt x="394506" y="1208973"/>
                  </a:lnTo>
                  <a:lnTo>
                    <a:pt x="394110" y="1208610"/>
                  </a:lnTo>
                  <a:lnTo>
                    <a:pt x="393532" y="1208287"/>
                  </a:lnTo>
                  <a:lnTo>
                    <a:pt x="392802" y="1208415"/>
                  </a:lnTo>
                  <a:lnTo>
                    <a:pt x="391947" y="1208036"/>
                  </a:lnTo>
                  <a:lnTo>
                    <a:pt x="391796" y="1207156"/>
                  </a:lnTo>
                  <a:lnTo>
                    <a:pt x="391318" y="1205858"/>
                  </a:lnTo>
                  <a:lnTo>
                    <a:pt x="390496" y="1204762"/>
                  </a:lnTo>
                  <a:lnTo>
                    <a:pt x="389782" y="1204679"/>
                  </a:lnTo>
                  <a:lnTo>
                    <a:pt x="387855" y="1205208"/>
                  </a:lnTo>
                  <a:lnTo>
                    <a:pt x="387243" y="1205027"/>
                  </a:lnTo>
                  <a:lnTo>
                    <a:pt x="385880" y="1205422"/>
                  </a:lnTo>
                  <a:lnTo>
                    <a:pt x="384252" y="1205236"/>
                  </a:lnTo>
                  <a:lnTo>
                    <a:pt x="383590" y="1205404"/>
                  </a:lnTo>
                  <a:lnTo>
                    <a:pt x="382597" y="1204424"/>
                  </a:lnTo>
                  <a:lnTo>
                    <a:pt x="378453" y="1202899"/>
                  </a:lnTo>
                  <a:lnTo>
                    <a:pt x="377860" y="1203088"/>
                  </a:lnTo>
                  <a:lnTo>
                    <a:pt x="377139" y="1202974"/>
                  </a:lnTo>
                  <a:lnTo>
                    <a:pt x="376367" y="1202170"/>
                  </a:lnTo>
                  <a:lnTo>
                    <a:pt x="375187" y="1202056"/>
                  </a:lnTo>
                  <a:lnTo>
                    <a:pt x="374535" y="1202595"/>
                  </a:lnTo>
                  <a:lnTo>
                    <a:pt x="373271" y="1202131"/>
                  </a:lnTo>
                  <a:lnTo>
                    <a:pt x="372215" y="1201476"/>
                  </a:lnTo>
                  <a:lnTo>
                    <a:pt x="371829" y="1200011"/>
                  </a:lnTo>
                  <a:lnTo>
                    <a:pt x="371113" y="1199252"/>
                  </a:lnTo>
                  <a:lnTo>
                    <a:pt x="369780" y="1199372"/>
                  </a:lnTo>
                  <a:lnTo>
                    <a:pt x="369045" y="1198932"/>
                  </a:lnTo>
                  <a:lnTo>
                    <a:pt x="368214" y="1198836"/>
                  </a:lnTo>
                  <a:lnTo>
                    <a:pt x="367574" y="1198348"/>
                  </a:lnTo>
                  <a:lnTo>
                    <a:pt x="366728" y="1198631"/>
                  </a:lnTo>
                  <a:lnTo>
                    <a:pt x="365678" y="1198460"/>
                  </a:lnTo>
                  <a:lnTo>
                    <a:pt x="364555" y="1198724"/>
                  </a:lnTo>
                  <a:lnTo>
                    <a:pt x="362534" y="1198791"/>
                  </a:lnTo>
                  <a:lnTo>
                    <a:pt x="361525" y="1198488"/>
                  </a:lnTo>
                  <a:lnTo>
                    <a:pt x="358946" y="1196325"/>
                  </a:lnTo>
                  <a:lnTo>
                    <a:pt x="358396" y="1194933"/>
                  </a:lnTo>
                  <a:lnTo>
                    <a:pt x="357634" y="1194678"/>
                  </a:lnTo>
                  <a:lnTo>
                    <a:pt x="357276" y="1194143"/>
                  </a:lnTo>
                  <a:lnTo>
                    <a:pt x="356498" y="1193930"/>
                  </a:lnTo>
                  <a:lnTo>
                    <a:pt x="356027" y="1192860"/>
                  </a:lnTo>
                  <a:lnTo>
                    <a:pt x="354949" y="1192204"/>
                  </a:lnTo>
                  <a:lnTo>
                    <a:pt x="354682" y="1191734"/>
                  </a:lnTo>
                  <a:lnTo>
                    <a:pt x="354691" y="1190422"/>
                  </a:lnTo>
                  <a:lnTo>
                    <a:pt x="355270" y="1190034"/>
                  </a:lnTo>
                  <a:lnTo>
                    <a:pt x="355615" y="1189345"/>
                  </a:lnTo>
                  <a:lnTo>
                    <a:pt x="355960" y="1186833"/>
                  </a:lnTo>
                  <a:lnTo>
                    <a:pt x="355801" y="1186398"/>
                  </a:lnTo>
                  <a:lnTo>
                    <a:pt x="356257" y="1185479"/>
                  </a:lnTo>
                  <a:lnTo>
                    <a:pt x="355941" y="1184809"/>
                  </a:lnTo>
                  <a:lnTo>
                    <a:pt x="355918" y="1183297"/>
                  </a:lnTo>
                  <a:lnTo>
                    <a:pt x="356236" y="1182819"/>
                  </a:lnTo>
                  <a:lnTo>
                    <a:pt x="356998" y="1182398"/>
                  </a:lnTo>
                  <a:lnTo>
                    <a:pt x="357483" y="1181341"/>
                  </a:lnTo>
                  <a:lnTo>
                    <a:pt x="357869" y="1181144"/>
                  </a:lnTo>
                  <a:lnTo>
                    <a:pt x="358331" y="1179634"/>
                  </a:lnTo>
                  <a:lnTo>
                    <a:pt x="359166" y="1178886"/>
                  </a:lnTo>
                  <a:lnTo>
                    <a:pt x="359567" y="1178161"/>
                  </a:lnTo>
                  <a:lnTo>
                    <a:pt x="359887" y="1175641"/>
                  </a:lnTo>
                  <a:lnTo>
                    <a:pt x="360719" y="1174590"/>
                  </a:lnTo>
                  <a:lnTo>
                    <a:pt x="360858" y="1173724"/>
                  </a:lnTo>
                  <a:lnTo>
                    <a:pt x="360621" y="1173085"/>
                  </a:lnTo>
                  <a:lnTo>
                    <a:pt x="361274" y="1172182"/>
                  </a:lnTo>
                  <a:lnTo>
                    <a:pt x="361232" y="1171340"/>
                  </a:lnTo>
                  <a:lnTo>
                    <a:pt x="360762" y="1170902"/>
                  </a:lnTo>
                  <a:lnTo>
                    <a:pt x="361072" y="1169924"/>
                  </a:lnTo>
                  <a:lnTo>
                    <a:pt x="361017" y="1168595"/>
                  </a:lnTo>
                  <a:lnTo>
                    <a:pt x="360457" y="1167408"/>
                  </a:lnTo>
                  <a:lnTo>
                    <a:pt x="359804" y="1166825"/>
                  </a:lnTo>
                  <a:lnTo>
                    <a:pt x="358914" y="1165483"/>
                  </a:lnTo>
                  <a:lnTo>
                    <a:pt x="358426" y="1165185"/>
                  </a:lnTo>
                  <a:lnTo>
                    <a:pt x="357352" y="1163191"/>
                  </a:lnTo>
                  <a:lnTo>
                    <a:pt x="355892" y="1162508"/>
                  </a:lnTo>
                  <a:lnTo>
                    <a:pt x="354587" y="1161573"/>
                  </a:lnTo>
                  <a:lnTo>
                    <a:pt x="354495" y="1160874"/>
                  </a:lnTo>
                  <a:lnTo>
                    <a:pt x="354100" y="1160331"/>
                  </a:lnTo>
                  <a:lnTo>
                    <a:pt x="353552" y="1160192"/>
                  </a:lnTo>
                  <a:lnTo>
                    <a:pt x="351916" y="1158674"/>
                  </a:lnTo>
                  <a:lnTo>
                    <a:pt x="350655" y="1158207"/>
                  </a:lnTo>
                  <a:lnTo>
                    <a:pt x="350267" y="1158259"/>
                  </a:lnTo>
                  <a:lnTo>
                    <a:pt x="349417" y="1157633"/>
                  </a:lnTo>
                  <a:lnTo>
                    <a:pt x="347955" y="1157329"/>
                  </a:lnTo>
                  <a:lnTo>
                    <a:pt x="345577" y="1155785"/>
                  </a:lnTo>
                  <a:lnTo>
                    <a:pt x="345065" y="1154309"/>
                  </a:lnTo>
                  <a:lnTo>
                    <a:pt x="343685" y="1153421"/>
                  </a:lnTo>
                  <a:lnTo>
                    <a:pt x="343457" y="1152244"/>
                  </a:lnTo>
                  <a:lnTo>
                    <a:pt x="342689" y="1151373"/>
                  </a:lnTo>
                  <a:lnTo>
                    <a:pt x="341580" y="1149039"/>
                  </a:lnTo>
                  <a:lnTo>
                    <a:pt x="340881" y="1148352"/>
                  </a:lnTo>
                  <a:lnTo>
                    <a:pt x="340602" y="1147555"/>
                  </a:lnTo>
                  <a:lnTo>
                    <a:pt x="339721" y="1146486"/>
                  </a:lnTo>
                  <a:lnTo>
                    <a:pt x="339720" y="1146165"/>
                  </a:lnTo>
                  <a:lnTo>
                    <a:pt x="334860" y="1142335"/>
                  </a:lnTo>
                  <a:lnTo>
                    <a:pt x="333465" y="1139574"/>
                  </a:lnTo>
                  <a:lnTo>
                    <a:pt x="332693" y="1136323"/>
                  </a:lnTo>
                  <a:lnTo>
                    <a:pt x="331455" y="1132634"/>
                  </a:lnTo>
                  <a:lnTo>
                    <a:pt x="331040" y="1132205"/>
                  </a:lnTo>
                  <a:lnTo>
                    <a:pt x="321471" y="1126468"/>
                  </a:lnTo>
                  <a:lnTo>
                    <a:pt x="319221" y="1127061"/>
                  </a:lnTo>
                  <a:lnTo>
                    <a:pt x="317215" y="1127286"/>
                  </a:lnTo>
                  <a:lnTo>
                    <a:pt x="316429" y="1127123"/>
                  </a:lnTo>
                  <a:lnTo>
                    <a:pt x="316339" y="1127476"/>
                  </a:lnTo>
                  <a:lnTo>
                    <a:pt x="315797" y="1127934"/>
                  </a:lnTo>
                  <a:lnTo>
                    <a:pt x="314955" y="1128205"/>
                  </a:lnTo>
                  <a:lnTo>
                    <a:pt x="313590" y="1129687"/>
                  </a:lnTo>
                  <a:lnTo>
                    <a:pt x="313120" y="1130784"/>
                  </a:lnTo>
                  <a:lnTo>
                    <a:pt x="312120" y="1131647"/>
                  </a:lnTo>
                  <a:lnTo>
                    <a:pt x="311467" y="1131658"/>
                  </a:lnTo>
                  <a:lnTo>
                    <a:pt x="310946" y="1132322"/>
                  </a:lnTo>
                  <a:lnTo>
                    <a:pt x="311036" y="1132780"/>
                  </a:lnTo>
                  <a:lnTo>
                    <a:pt x="310054" y="1133339"/>
                  </a:lnTo>
                  <a:lnTo>
                    <a:pt x="309980" y="1134141"/>
                  </a:lnTo>
                  <a:lnTo>
                    <a:pt x="309294" y="1135022"/>
                  </a:lnTo>
                  <a:lnTo>
                    <a:pt x="306169" y="1137489"/>
                  </a:lnTo>
                  <a:lnTo>
                    <a:pt x="303889" y="1138438"/>
                  </a:lnTo>
                  <a:lnTo>
                    <a:pt x="302687" y="1140802"/>
                  </a:lnTo>
                  <a:lnTo>
                    <a:pt x="302136" y="1141387"/>
                  </a:lnTo>
                  <a:lnTo>
                    <a:pt x="300776" y="1141428"/>
                  </a:lnTo>
                  <a:lnTo>
                    <a:pt x="299939" y="1141069"/>
                  </a:lnTo>
                  <a:lnTo>
                    <a:pt x="298171" y="1141060"/>
                  </a:lnTo>
                  <a:lnTo>
                    <a:pt x="297608" y="1140850"/>
                  </a:lnTo>
                  <a:lnTo>
                    <a:pt x="296736" y="1139980"/>
                  </a:lnTo>
                  <a:lnTo>
                    <a:pt x="295473" y="1139744"/>
                  </a:lnTo>
                  <a:lnTo>
                    <a:pt x="294089" y="1140302"/>
                  </a:lnTo>
                  <a:lnTo>
                    <a:pt x="293194" y="1140090"/>
                  </a:lnTo>
                  <a:lnTo>
                    <a:pt x="292316" y="1139439"/>
                  </a:lnTo>
                  <a:lnTo>
                    <a:pt x="291345" y="1139783"/>
                  </a:lnTo>
                  <a:lnTo>
                    <a:pt x="290320" y="1139376"/>
                  </a:lnTo>
                  <a:lnTo>
                    <a:pt x="289557" y="1139618"/>
                  </a:lnTo>
                  <a:lnTo>
                    <a:pt x="289062" y="1139199"/>
                  </a:lnTo>
                  <a:lnTo>
                    <a:pt x="288378" y="1139676"/>
                  </a:lnTo>
                  <a:lnTo>
                    <a:pt x="287791" y="1139671"/>
                  </a:lnTo>
                  <a:lnTo>
                    <a:pt x="286951" y="1138904"/>
                  </a:lnTo>
                  <a:lnTo>
                    <a:pt x="285188" y="1138745"/>
                  </a:lnTo>
                  <a:lnTo>
                    <a:pt x="284687" y="1138172"/>
                  </a:lnTo>
                  <a:lnTo>
                    <a:pt x="284404" y="1138071"/>
                  </a:lnTo>
                  <a:lnTo>
                    <a:pt x="284254" y="1138284"/>
                  </a:lnTo>
                  <a:lnTo>
                    <a:pt x="283717" y="1137995"/>
                  </a:lnTo>
                  <a:lnTo>
                    <a:pt x="282292" y="1138927"/>
                  </a:lnTo>
                  <a:lnTo>
                    <a:pt x="281581" y="1138996"/>
                  </a:lnTo>
                  <a:lnTo>
                    <a:pt x="280958" y="1139359"/>
                  </a:lnTo>
                  <a:lnTo>
                    <a:pt x="280021" y="1139404"/>
                  </a:lnTo>
                  <a:lnTo>
                    <a:pt x="279282" y="1139798"/>
                  </a:lnTo>
                  <a:lnTo>
                    <a:pt x="278130" y="1139925"/>
                  </a:lnTo>
                  <a:lnTo>
                    <a:pt x="277672" y="1140410"/>
                  </a:lnTo>
                  <a:lnTo>
                    <a:pt x="277075" y="1140525"/>
                  </a:lnTo>
                  <a:lnTo>
                    <a:pt x="276052" y="1142113"/>
                  </a:lnTo>
                  <a:lnTo>
                    <a:pt x="275507" y="1142299"/>
                  </a:lnTo>
                  <a:lnTo>
                    <a:pt x="274345" y="1142041"/>
                  </a:lnTo>
                  <a:lnTo>
                    <a:pt x="274163" y="1143901"/>
                  </a:lnTo>
                  <a:lnTo>
                    <a:pt x="273722" y="1145423"/>
                  </a:lnTo>
                  <a:lnTo>
                    <a:pt x="273888" y="1147867"/>
                  </a:lnTo>
                  <a:lnTo>
                    <a:pt x="273026" y="1149118"/>
                  </a:lnTo>
                  <a:lnTo>
                    <a:pt x="272608" y="1150895"/>
                  </a:lnTo>
                  <a:lnTo>
                    <a:pt x="272044" y="1151765"/>
                  </a:lnTo>
                  <a:lnTo>
                    <a:pt x="272178" y="1151894"/>
                  </a:lnTo>
                  <a:lnTo>
                    <a:pt x="271786" y="1152871"/>
                  </a:lnTo>
                  <a:lnTo>
                    <a:pt x="270927" y="1153712"/>
                  </a:lnTo>
                  <a:lnTo>
                    <a:pt x="270603" y="1153587"/>
                  </a:lnTo>
                  <a:lnTo>
                    <a:pt x="270232" y="1153894"/>
                  </a:lnTo>
                  <a:lnTo>
                    <a:pt x="268804" y="1153452"/>
                  </a:lnTo>
                  <a:lnTo>
                    <a:pt x="268546" y="1153732"/>
                  </a:lnTo>
                  <a:lnTo>
                    <a:pt x="268089" y="1153782"/>
                  </a:lnTo>
                  <a:lnTo>
                    <a:pt x="267680" y="1154384"/>
                  </a:lnTo>
                  <a:lnTo>
                    <a:pt x="266753" y="1154908"/>
                  </a:lnTo>
                  <a:lnTo>
                    <a:pt x="266839" y="1155565"/>
                  </a:lnTo>
                  <a:lnTo>
                    <a:pt x="266609" y="1156103"/>
                  </a:lnTo>
                  <a:lnTo>
                    <a:pt x="266841" y="1156590"/>
                  </a:lnTo>
                  <a:lnTo>
                    <a:pt x="266452" y="1157520"/>
                  </a:lnTo>
                  <a:lnTo>
                    <a:pt x="267361" y="1159589"/>
                  </a:lnTo>
                  <a:lnTo>
                    <a:pt x="266272" y="1161768"/>
                  </a:lnTo>
                  <a:lnTo>
                    <a:pt x="262823" y="1165357"/>
                  </a:lnTo>
                  <a:lnTo>
                    <a:pt x="261557" y="1167539"/>
                  </a:lnTo>
                  <a:lnTo>
                    <a:pt x="260275" y="1168622"/>
                  </a:lnTo>
                  <a:lnTo>
                    <a:pt x="260293" y="1170466"/>
                  </a:lnTo>
                  <a:lnTo>
                    <a:pt x="259562" y="1172447"/>
                  </a:lnTo>
                  <a:lnTo>
                    <a:pt x="259728" y="1172826"/>
                  </a:lnTo>
                  <a:lnTo>
                    <a:pt x="259611" y="1173432"/>
                  </a:lnTo>
                  <a:lnTo>
                    <a:pt x="258599" y="1174890"/>
                  </a:lnTo>
                  <a:lnTo>
                    <a:pt x="258490" y="1175767"/>
                  </a:lnTo>
                  <a:lnTo>
                    <a:pt x="256358" y="1177384"/>
                  </a:lnTo>
                  <a:lnTo>
                    <a:pt x="255542" y="1180004"/>
                  </a:lnTo>
                  <a:lnTo>
                    <a:pt x="254309" y="1181499"/>
                  </a:lnTo>
                  <a:lnTo>
                    <a:pt x="254418" y="1182043"/>
                  </a:lnTo>
                  <a:lnTo>
                    <a:pt x="253669" y="1185364"/>
                  </a:lnTo>
                  <a:lnTo>
                    <a:pt x="254059" y="1186487"/>
                  </a:lnTo>
                  <a:lnTo>
                    <a:pt x="254166" y="1189951"/>
                  </a:lnTo>
                  <a:lnTo>
                    <a:pt x="253469" y="1192593"/>
                  </a:lnTo>
                  <a:lnTo>
                    <a:pt x="252597" y="1193837"/>
                  </a:lnTo>
                  <a:lnTo>
                    <a:pt x="252537" y="1195173"/>
                  </a:lnTo>
                  <a:lnTo>
                    <a:pt x="251951" y="1196692"/>
                  </a:lnTo>
                  <a:lnTo>
                    <a:pt x="251862" y="1197765"/>
                  </a:lnTo>
                  <a:lnTo>
                    <a:pt x="249953" y="1198813"/>
                  </a:lnTo>
                  <a:lnTo>
                    <a:pt x="249411" y="1199801"/>
                  </a:lnTo>
                  <a:lnTo>
                    <a:pt x="248192" y="1200475"/>
                  </a:lnTo>
                  <a:lnTo>
                    <a:pt x="247009" y="1200575"/>
                  </a:lnTo>
                  <a:lnTo>
                    <a:pt x="244128" y="1201491"/>
                  </a:lnTo>
                  <a:lnTo>
                    <a:pt x="242318" y="1200919"/>
                  </a:lnTo>
                  <a:lnTo>
                    <a:pt x="239561" y="1201339"/>
                  </a:lnTo>
                  <a:lnTo>
                    <a:pt x="239069" y="1201121"/>
                  </a:lnTo>
                  <a:lnTo>
                    <a:pt x="238149" y="1201463"/>
                  </a:lnTo>
                  <a:lnTo>
                    <a:pt x="236426" y="1201572"/>
                  </a:lnTo>
                  <a:lnTo>
                    <a:pt x="231566" y="1202974"/>
                  </a:lnTo>
                  <a:lnTo>
                    <a:pt x="231687" y="1203455"/>
                  </a:lnTo>
                  <a:lnTo>
                    <a:pt x="231482" y="1203972"/>
                  </a:lnTo>
                  <a:lnTo>
                    <a:pt x="230593" y="1205158"/>
                  </a:lnTo>
                  <a:lnTo>
                    <a:pt x="230138" y="1206283"/>
                  </a:lnTo>
                  <a:lnTo>
                    <a:pt x="230176" y="1206819"/>
                  </a:lnTo>
                  <a:lnTo>
                    <a:pt x="229618" y="1207563"/>
                  </a:lnTo>
                  <a:lnTo>
                    <a:pt x="229684" y="1208251"/>
                  </a:lnTo>
                  <a:lnTo>
                    <a:pt x="229405" y="1208824"/>
                  </a:lnTo>
                  <a:lnTo>
                    <a:pt x="229633" y="1208945"/>
                  </a:lnTo>
                  <a:lnTo>
                    <a:pt x="229839" y="1211896"/>
                  </a:lnTo>
                  <a:lnTo>
                    <a:pt x="230306" y="1213661"/>
                  </a:lnTo>
                  <a:lnTo>
                    <a:pt x="228662" y="1215443"/>
                  </a:lnTo>
                  <a:lnTo>
                    <a:pt x="228172" y="1216325"/>
                  </a:lnTo>
                  <a:lnTo>
                    <a:pt x="227467" y="1217936"/>
                  </a:lnTo>
                  <a:lnTo>
                    <a:pt x="227480" y="1218799"/>
                  </a:lnTo>
                  <a:lnTo>
                    <a:pt x="228597" y="1221745"/>
                  </a:lnTo>
                  <a:lnTo>
                    <a:pt x="230402" y="1223048"/>
                  </a:lnTo>
                  <a:lnTo>
                    <a:pt x="231602" y="1226131"/>
                  </a:lnTo>
                  <a:lnTo>
                    <a:pt x="233320" y="1228106"/>
                  </a:lnTo>
                  <a:lnTo>
                    <a:pt x="234273" y="1228120"/>
                  </a:lnTo>
                  <a:lnTo>
                    <a:pt x="235488" y="1229932"/>
                  </a:lnTo>
                  <a:lnTo>
                    <a:pt x="236491" y="1230640"/>
                  </a:lnTo>
                  <a:lnTo>
                    <a:pt x="236441" y="1230955"/>
                  </a:lnTo>
                  <a:lnTo>
                    <a:pt x="236820" y="1231138"/>
                  </a:lnTo>
                  <a:lnTo>
                    <a:pt x="237155" y="1231917"/>
                  </a:lnTo>
                  <a:lnTo>
                    <a:pt x="237902" y="1232560"/>
                  </a:lnTo>
                  <a:lnTo>
                    <a:pt x="238071" y="1233398"/>
                  </a:lnTo>
                  <a:lnTo>
                    <a:pt x="238866" y="1233847"/>
                  </a:lnTo>
                  <a:lnTo>
                    <a:pt x="238981" y="1234505"/>
                  </a:lnTo>
                  <a:lnTo>
                    <a:pt x="238603" y="1234946"/>
                  </a:lnTo>
                  <a:lnTo>
                    <a:pt x="238431" y="1235753"/>
                  </a:lnTo>
                  <a:lnTo>
                    <a:pt x="238507" y="1237327"/>
                  </a:lnTo>
                  <a:lnTo>
                    <a:pt x="238265" y="1238198"/>
                  </a:lnTo>
                  <a:lnTo>
                    <a:pt x="238350" y="1239362"/>
                  </a:lnTo>
                  <a:lnTo>
                    <a:pt x="238575" y="1239699"/>
                  </a:lnTo>
                  <a:lnTo>
                    <a:pt x="238263" y="1240640"/>
                  </a:lnTo>
                  <a:lnTo>
                    <a:pt x="238413" y="1241593"/>
                  </a:lnTo>
                  <a:lnTo>
                    <a:pt x="237362" y="1242524"/>
                  </a:lnTo>
                  <a:lnTo>
                    <a:pt x="237305" y="1242962"/>
                  </a:lnTo>
                  <a:lnTo>
                    <a:pt x="234913" y="1242882"/>
                  </a:lnTo>
                  <a:lnTo>
                    <a:pt x="230238" y="1241662"/>
                  </a:lnTo>
                  <a:lnTo>
                    <a:pt x="227612" y="1242460"/>
                  </a:lnTo>
                  <a:lnTo>
                    <a:pt x="225407" y="1242173"/>
                  </a:lnTo>
                  <a:lnTo>
                    <a:pt x="223686" y="1242300"/>
                  </a:lnTo>
                  <a:lnTo>
                    <a:pt x="220680" y="1243146"/>
                  </a:lnTo>
                  <a:lnTo>
                    <a:pt x="218926" y="1245163"/>
                  </a:lnTo>
                  <a:lnTo>
                    <a:pt x="218521" y="1246574"/>
                  </a:lnTo>
                  <a:lnTo>
                    <a:pt x="216887" y="1248608"/>
                  </a:lnTo>
                  <a:lnTo>
                    <a:pt x="216125" y="1250443"/>
                  </a:lnTo>
                  <a:lnTo>
                    <a:pt x="212628" y="1247266"/>
                  </a:lnTo>
                  <a:lnTo>
                    <a:pt x="211095" y="1246316"/>
                  </a:lnTo>
                  <a:lnTo>
                    <a:pt x="209985" y="1244943"/>
                  </a:lnTo>
                  <a:lnTo>
                    <a:pt x="208721" y="1245483"/>
                  </a:lnTo>
                  <a:lnTo>
                    <a:pt x="184076" y="1235072"/>
                  </a:lnTo>
                  <a:lnTo>
                    <a:pt x="179055" y="1233965"/>
                  </a:lnTo>
                  <a:lnTo>
                    <a:pt x="176469" y="1233720"/>
                  </a:lnTo>
                  <a:lnTo>
                    <a:pt x="173935" y="1233173"/>
                  </a:lnTo>
                  <a:lnTo>
                    <a:pt x="172667" y="1232570"/>
                  </a:lnTo>
                  <a:lnTo>
                    <a:pt x="168527" y="1231452"/>
                  </a:lnTo>
                  <a:lnTo>
                    <a:pt x="156866" y="1229543"/>
                  </a:lnTo>
                  <a:lnTo>
                    <a:pt x="156229" y="1229642"/>
                  </a:lnTo>
                  <a:lnTo>
                    <a:pt x="155625" y="1230095"/>
                  </a:lnTo>
                  <a:lnTo>
                    <a:pt x="156299" y="1231519"/>
                  </a:lnTo>
                  <a:lnTo>
                    <a:pt x="156642" y="1232981"/>
                  </a:lnTo>
                  <a:lnTo>
                    <a:pt x="156356" y="1234933"/>
                  </a:lnTo>
                  <a:lnTo>
                    <a:pt x="156490" y="1235475"/>
                  </a:lnTo>
                  <a:lnTo>
                    <a:pt x="156185" y="1236833"/>
                  </a:lnTo>
                  <a:lnTo>
                    <a:pt x="155607" y="1238543"/>
                  </a:lnTo>
                  <a:lnTo>
                    <a:pt x="155313" y="1238826"/>
                  </a:lnTo>
                  <a:lnTo>
                    <a:pt x="155514" y="1240236"/>
                  </a:lnTo>
                  <a:lnTo>
                    <a:pt x="155226" y="1241662"/>
                  </a:lnTo>
                  <a:lnTo>
                    <a:pt x="155602" y="1242816"/>
                  </a:lnTo>
                  <a:lnTo>
                    <a:pt x="155432" y="1244380"/>
                  </a:lnTo>
                  <a:lnTo>
                    <a:pt x="155598" y="1246384"/>
                  </a:lnTo>
                  <a:lnTo>
                    <a:pt x="156656" y="1249037"/>
                  </a:lnTo>
                  <a:lnTo>
                    <a:pt x="156418" y="1249869"/>
                  </a:lnTo>
                  <a:lnTo>
                    <a:pt x="155309" y="1251344"/>
                  </a:lnTo>
                  <a:lnTo>
                    <a:pt x="154808" y="1252475"/>
                  </a:lnTo>
                  <a:lnTo>
                    <a:pt x="154016" y="1253356"/>
                  </a:lnTo>
                  <a:lnTo>
                    <a:pt x="153570" y="1253280"/>
                  </a:lnTo>
                  <a:lnTo>
                    <a:pt x="152638" y="1253731"/>
                  </a:lnTo>
                  <a:lnTo>
                    <a:pt x="152454" y="1253615"/>
                  </a:lnTo>
                  <a:lnTo>
                    <a:pt x="152321" y="1253941"/>
                  </a:lnTo>
                  <a:lnTo>
                    <a:pt x="150806" y="1254614"/>
                  </a:lnTo>
                  <a:lnTo>
                    <a:pt x="150924" y="1255790"/>
                  </a:lnTo>
                  <a:lnTo>
                    <a:pt x="150621" y="1255932"/>
                  </a:lnTo>
                  <a:lnTo>
                    <a:pt x="150495" y="1256665"/>
                  </a:lnTo>
                  <a:lnTo>
                    <a:pt x="149426" y="1258242"/>
                  </a:lnTo>
                  <a:lnTo>
                    <a:pt x="149529" y="1258629"/>
                  </a:lnTo>
                  <a:lnTo>
                    <a:pt x="149751" y="1258691"/>
                  </a:lnTo>
                  <a:lnTo>
                    <a:pt x="150153" y="1260164"/>
                  </a:lnTo>
                  <a:lnTo>
                    <a:pt x="149201" y="1262580"/>
                  </a:lnTo>
                  <a:lnTo>
                    <a:pt x="149320" y="1263355"/>
                  </a:lnTo>
                  <a:lnTo>
                    <a:pt x="148479" y="1264154"/>
                  </a:lnTo>
                  <a:lnTo>
                    <a:pt x="147944" y="1266553"/>
                  </a:lnTo>
                  <a:lnTo>
                    <a:pt x="147652" y="1266919"/>
                  </a:lnTo>
                  <a:lnTo>
                    <a:pt x="147615" y="1269089"/>
                  </a:lnTo>
                  <a:lnTo>
                    <a:pt x="147380" y="1269734"/>
                  </a:lnTo>
                  <a:lnTo>
                    <a:pt x="146777" y="1270367"/>
                  </a:lnTo>
                  <a:lnTo>
                    <a:pt x="147142" y="1271435"/>
                  </a:lnTo>
                  <a:lnTo>
                    <a:pt x="147169" y="1272963"/>
                  </a:lnTo>
                  <a:lnTo>
                    <a:pt x="146595" y="1273997"/>
                  </a:lnTo>
                  <a:lnTo>
                    <a:pt x="146462" y="1275508"/>
                  </a:lnTo>
                  <a:lnTo>
                    <a:pt x="145855" y="1276762"/>
                  </a:lnTo>
                  <a:lnTo>
                    <a:pt x="144463" y="1278680"/>
                  </a:lnTo>
                  <a:lnTo>
                    <a:pt x="144056" y="1279864"/>
                  </a:lnTo>
                  <a:lnTo>
                    <a:pt x="142852" y="1280823"/>
                  </a:lnTo>
                  <a:lnTo>
                    <a:pt x="142463" y="1281922"/>
                  </a:lnTo>
                  <a:lnTo>
                    <a:pt x="141483" y="1282619"/>
                  </a:lnTo>
                  <a:lnTo>
                    <a:pt x="141307" y="1282540"/>
                  </a:lnTo>
                  <a:lnTo>
                    <a:pt x="141228" y="1282818"/>
                  </a:lnTo>
                  <a:lnTo>
                    <a:pt x="140548" y="1282929"/>
                  </a:lnTo>
                  <a:lnTo>
                    <a:pt x="139183" y="1283708"/>
                  </a:lnTo>
                  <a:lnTo>
                    <a:pt x="138424" y="1283649"/>
                  </a:lnTo>
                  <a:lnTo>
                    <a:pt x="138466" y="1284118"/>
                  </a:lnTo>
                  <a:lnTo>
                    <a:pt x="138141" y="1284475"/>
                  </a:lnTo>
                  <a:lnTo>
                    <a:pt x="137524" y="1284413"/>
                  </a:lnTo>
                  <a:lnTo>
                    <a:pt x="137541" y="1285185"/>
                  </a:lnTo>
                  <a:lnTo>
                    <a:pt x="137249" y="1285478"/>
                  </a:lnTo>
                  <a:lnTo>
                    <a:pt x="138412" y="1286269"/>
                  </a:lnTo>
                  <a:lnTo>
                    <a:pt x="138484" y="1287758"/>
                  </a:lnTo>
                  <a:lnTo>
                    <a:pt x="138821" y="1288292"/>
                  </a:lnTo>
                  <a:lnTo>
                    <a:pt x="138231" y="1289219"/>
                  </a:lnTo>
                  <a:lnTo>
                    <a:pt x="138046" y="1290077"/>
                  </a:lnTo>
                  <a:lnTo>
                    <a:pt x="138943" y="1291824"/>
                  </a:lnTo>
                  <a:lnTo>
                    <a:pt x="138517" y="1292707"/>
                  </a:lnTo>
                  <a:lnTo>
                    <a:pt x="138936" y="1294657"/>
                  </a:lnTo>
                  <a:lnTo>
                    <a:pt x="140204" y="1296130"/>
                  </a:lnTo>
                  <a:lnTo>
                    <a:pt x="140853" y="1296485"/>
                  </a:lnTo>
                  <a:lnTo>
                    <a:pt x="142207" y="1296697"/>
                  </a:lnTo>
                  <a:lnTo>
                    <a:pt x="143119" y="1298356"/>
                  </a:lnTo>
                  <a:lnTo>
                    <a:pt x="143482" y="1298450"/>
                  </a:lnTo>
                  <a:lnTo>
                    <a:pt x="143699" y="1299428"/>
                  </a:lnTo>
                  <a:lnTo>
                    <a:pt x="144506" y="1300788"/>
                  </a:lnTo>
                  <a:lnTo>
                    <a:pt x="145896" y="1302103"/>
                  </a:lnTo>
                  <a:lnTo>
                    <a:pt x="146448" y="1303737"/>
                  </a:lnTo>
                  <a:lnTo>
                    <a:pt x="145805" y="1305189"/>
                  </a:lnTo>
                  <a:lnTo>
                    <a:pt x="145804" y="1306178"/>
                  </a:lnTo>
                  <a:lnTo>
                    <a:pt x="145440" y="1306287"/>
                  </a:lnTo>
                  <a:lnTo>
                    <a:pt x="145433" y="1306787"/>
                  </a:lnTo>
                  <a:lnTo>
                    <a:pt x="145611" y="1306887"/>
                  </a:lnTo>
                  <a:lnTo>
                    <a:pt x="145413" y="1307236"/>
                  </a:lnTo>
                  <a:lnTo>
                    <a:pt x="145359" y="1308921"/>
                  </a:lnTo>
                  <a:lnTo>
                    <a:pt x="145902" y="1309592"/>
                  </a:lnTo>
                  <a:lnTo>
                    <a:pt x="145913" y="1310295"/>
                  </a:lnTo>
                  <a:lnTo>
                    <a:pt x="145696" y="1311597"/>
                  </a:lnTo>
                  <a:lnTo>
                    <a:pt x="145258" y="1312049"/>
                  </a:lnTo>
                  <a:lnTo>
                    <a:pt x="145017" y="1314563"/>
                  </a:lnTo>
                  <a:lnTo>
                    <a:pt x="144086" y="1315776"/>
                  </a:lnTo>
                  <a:lnTo>
                    <a:pt x="144089" y="1316158"/>
                  </a:lnTo>
                  <a:lnTo>
                    <a:pt x="143334" y="1317317"/>
                  </a:lnTo>
                  <a:lnTo>
                    <a:pt x="142755" y="1317720"/>
                  </a:lnTo>
                  <a:lnTo>
                    <a:pt x="143195" y="1318594"/>
                  </a:lnTo>
                  <a:lnTo>
                    <a:pt x="143004" y="1319266"/>
                  </a:lnTo>
                  <a:lnTo>
                    <a:pt x="143224" y="1319560"/>
                  </a:lnTo>
                  <a:lnTo>
                    <a:pt x="143085" y="1320830"/>
                  </a:lnTo>
                  <a:lnTo>
                    <a:pt x="143532" y="1322123"/>
                  </a:lnTo>
                  <a:lnTo>
                    <a:pt x="143580" y="1322904"/>
                  </a:lnTo>
                  <a:lnTo>
                    <a:pt x="143079" y="1324387"/>
                  </a:lnTo>
                  <a:lnTo>
                    <a:pt x="143297" y="1325507"/>
                  </a:lnTo>
                  <a:lnTo>
                    <a:pt x="141137" y="1327753"/>
                  </a:lnTo>
                  <a:lnTo>
                    <a:pt x="141589" y="1330313"/>
                  </a:lnTo>
                  <a:lnTo>
                    <a:pt x="142060" y="1331062"/>
                  </a:lnTo>
                  <a:lnTo>
                    <a:pt x="142142" y="1332096"/>
                  </a:lnTo>
                  <a:lnTo>
                    <a:pt x="142927" y="1332821"/>
                  </a:lnTo>
                  <a:lnTo>
                    <a:pt x="140825" y="1332598"/>
                  </a:lnTo>
                  <a:lnTo>
                    <a:pt x="137678" y="1332858"/>
                  </a:lnTo>
                  <a:lnTo>
                    <a:pt x="135735" y="1332536"/>
                  </a:lnTo>
                  <a:lnTo>
                    <a:pt x="135317" y="1332277"/>
                  </a:lnTo>
                  <a:lnTo>
                    <a:pt x="132309" y="1332327"/>
                  </a:lnTo>
                  <a:lnTo>
                    <a:pt x="130920" y="1331739"/>
                  </a:lnTo>
                  <a:lnTo>
                    <a:pt x="129799" y="1330850"/>
                  </a:lnTo>
                  <a:lnTo>
                    <a:pt x="128366" y="1330663"/>
                  </a:lnTo>
                  <a:lnTo>
                    <a:pt x="126058" y="1331185"/>
                  </a:lnTo>
                  <a:lnTo>
                    <a:pt x="123982" y="1332351"/>
                  </a:lnTo>
                  <a:lnTo>
                    <a:pt x="117284" y="1334144"/>
                  </a:lnTo>
                  <a:lnTo>
                    <a:pt x="114909" y="1333402"/>
                  </a:lnTo>
                  <a:lnTo>
                    <a:pt x="113844" y="1333635"/>
                  </a:lnTo>
                  <a:lnTo>
                    <a:pt x="112786" y="1333459"/>
                  </a:lnTo>
                  <a:lnTo>
                    <a:pt x="111432" y="1334225"/>
                  </a:lnTo>
                  <a:lnTo>
                    <a:pt x="109960" y="1332999"/>
                  </a:lnTo>
                  <a:lnTo>
                    <a:pt x="108184" y="1332096"/>
                  </a:lnTo>
                  <a:lnTo>
                    <a:pt x="107319" y="1331195"/>
                  </a:lnTo>
                  <a:lnTo>
                    <a:pt x="106325" y="1330820"/>
                  </a:lnTo>
                  <a:lnTo>
                    <a:pt x="104301" y="1330870"/>
                  </a:lnTo>
                  <a:lnTo>
                    <a:pt x="103150" y="1330646"/>
                  </a:lnTo>
                  <a:lnTo>
                    <a:pt x="101789" y="1330722"/>
                  </a:lnTo>
                  <a:lnTo>
                    <a:pt x="101322" y="1331003"/>
                  </a:lnTo>
                  <a:lnTo>
                    <a:pt x="100487" y="1330877"/>
                  </a:lnTo>
                  <a:lnTo>
                    <a:pt x="100190" y="1331992"/>
                  </a:lnTo>
                  <a:lnTo>
                    <a:pt x="99902" y="1332047"/>
                  </a:lnTo>
                  <a:lnTo>
                    <a:pt x="99595" y="1332499"/>
                  </a:lnTo>
                  <a:lnTo>
                    <a:pt x="98885" y="1334194"/>
                  </a:lnTo>
                  <a:lnTo>
                    <a:pt x="97995" y="1335298"/>
                  </a:lnTo>
                  <a:lnTo>
                    <a:pt x="97591" y="1336257"/>
                  </a:lnTo>
                  <a:lnTo>
                    <a:pt x="95642" y="1338019"/>
                  </a:lnTo>
                  <a:lnTo>
                    <a:pt x="95009" y="1338122"/>
                  </a:lnTo>
                  <a:lnTo>
                    <a:pt x="94651" y="1338634"/>
                  </a:lnTo>
                  <a:lnTo>
                    <a:pt x="93965" y="1338636"/>
                  </a:lnTo>
                  <a:lnTo>
                    <a:pt x="91811" y="1339734"/>
                  </a:lnTo>
                  <a:lnTo>
                    <a:pt x="91424" y="1339678"/>
                  </a:lnTo>
                  <a:lnTo>
                    <a:pt x="91013" y="1340665"/>
                  </a:lnTo>
                  <a:lnTo>
                    <a:pt x="90358" y="1341443"/>
                  </a:lnTo>
                  <a:lnTo>
                    <a:pt x="88948" y="1342227"/>
                  </a:lnTo>
                  <a:lnTo>
                    <a:pt x="88073" y="1344575"/>
                  </a:lnTo>
                  <a:lnTo>
                    <a:pt x="88173" y="1345861"/>
                  </a:lnTo>
                  <a:lnTo>
                    <a:pt x="87485" y="1346466"/>
                  </a:lnTo>
                  <a:lnTo>
                    <a:pt x="86879" y="1347607"/>
                  </a:lnTo>
                  <a:lnTo>
                    <a:pt x="87101" y="1347707"/>
                  </a:lnTo>
                  <a:lnTo>
                    <a:pt x="86265" y="1348046"/>
                  </a:lnTo>
                  <a:lnTo>
                    <a:pt x="85962" y="1348521"/>
                  </a:lnTo>
                  <a:lnTo>
                    <a:pt x="85474" y="1348328"/>
                  </a:lnTo>
                  <a:lnTo>
                    <a:pt x="85197" y="1348779"/>
                  </a:lnTo>
                  <a:lnTo>
                    <a:pt x="83867" y="1348904"/>
                  </a:lnTo>
                  <a:lnTo>
                    <a:pt x="83176" y="1349881"/>
                  </a:lnTo>
                  <a:lnTo>
                    <a:pt x="82156" y="1349882"/>
                  </a:lnTo>
                  <a:lnTo>
                    <a:pt x="81568" y="1350161"/>
                  </a:lnTo>
                  <a:lnTo>
                    <a:pt x="80543" y="1349919"/>
                  </a:lnTo>
                  <a:lnTo>
                    <a:pt x="79862" y="1350540"/>
                  </a:lnTo>
                  <a:lnTo>
                    <a:pt x="78479" y="1350257"/>
                  </a:lnTo>
                  <a:lnTo>
                    <a:pt x="77984" y="1349796"/>
                  </a:lnTo>
                  <a:lnTo>
                    <a:pt x="77170" y="1350320"/>
                  </a:lnTo>
                  <a:lnTo>
                    <a:pt x="76562" y="1349979"/>
                  </a:lnTo>
                  <a:lnTo>
                    <a:pt x="75826" y="1350184"/>
                  </a:lnTo>
                  <a:lnTo>
                    <a:pt x="75557" y="1350717"/>
                  </a:lnTo>
                  <a:lnTo>
                    <a:pt x="74799" y="1351243"/>
                  </a:lnTo>
                  <a:lnTo>
                    <a:pt x="74726" y="1352523"/>
                  </a:lnTo>
                  <a:lnTo>
                    <a:pt x="74116" y="1353865"/>
                  </a:lnTo>
                  <a:lnTo>
                    <a:pt x="73027" y="1354299"/>
                  </a:lnTo>
                  <a:lnTo>
                    <a:pt x="72699" y="1354832"/>
                  </a:lnTo>
                  <a:lnTo>
                    <a:pt x="71195" y="1354768"/>
                  </a:lnTo>
                  <a:lnTo>
                    <a:pt x="67153" y="1353982"/>
                  </a:lnTo>
                  <a:lnTo>
                    <a:pt x="65785" y="1354025"/>
                  </a:lnTo>
                  <a:lnTo>
                    <a:pt x="64782" y="1354616"/>
                  </a:lnTo>
                  <a:lnTo>
                    <a:pt x="62593" y="1357056"/>
                  </a:lnTo>
                  <a:lnTo>
                    <a:pt x="61424" y="1357865"/>
                  </a:lnTo>
                  <a:lnTo>
                    <a:pt x="59834" y="1358755"/>
                  </a:lnTo>
                  <a:lnTo>
                    <a:pt x="59366" y="1358141"/>
                  </a:lnTo>
                  <a:lnTo>
                    <a:pt x="58162" y="1358662"/>
                  </a:lnTo>
                  <a:lnTo>
                    <a:pt x="58477" y="1357647"/>
                  </a:lnTo>
                  <a:lnTo>
                    <a:pt x="58217" y="1356095"/>
                  </a:lnTo>
                  <a:lnTo>
                    <a:pt x="57932" y="1355492"/>
                  </a:lnTo>
                  <a:lnTo>
                    <a:pt x="56915" y="1354726"/>
                  </a:lnTo>
                  <a:lnTo>
                    <a:pt x="55054" y="1354150"/>
                  </a:lnTo>
                  <a:lnTo>
                    <a:pt x="54553" y="1354403"/>
                  </a:lnTo>
                  <a:lnTo>
                    <a:pt x="53904" y="1354276"/>
                  </a:lnTo>
                  <a:lnTo>
                    <a:pt x="52849" y="1353618"/>
                  </a:lnTo>
                  <a:lnTo>
                    <a:pt x="51327" y="1353546"/>
                  </a:lnTo>
                  <a:lnTo>
                    <a:pt x="50288" y="1352925"/>
                  </a:lnTo>
                  <a:lnTo>
                    <a:pt x="49930" y="1353091"/>
                  </a:lnTo>
                  <a:lnTo>
                    <a:pt x="49030" y="1352680"/>
                  </a:lnTo>
                  <a:lnTo>
                    <a:pt x="48329" y="1353132"/>
                  </a:lnTo>
                  <a:lnTo>
                    <a:pt x="47688" y="1352934"/>
                  </a:lnTo>
                  <a:lnTo>
                    <a:pt x="47169" y="1353257"/>
                  </a:lnTo>
                  <a:lnTo>
                    <a:pt x="46603" y="1353066"/>
                  </a:lnTo>
                  <a:lnTo>
                    <a:pt x="46480" y="1353213"/>
                  </a:lnTo>
                  <a:lnTo>
                    <a:pt x="45957" y="1352642"/>
                  </a:lnTo>
                  <a:lnTo>
                    <a:pt x="45199" y="1350340"/>
                  </a:lnTo>
                  <a:lnTo>
                    <a:pt x="45496" y="1349888"/>
                  </a:lnTo>
                  <a:lnTo>
                    <a:pt x="45924" y="1346169"/>
                  </a:lnTo>
                  <a:lnTo>
                    <a:pt x="45148" y="1344347"/>
                  </a:lnTo>
                  <a:lnTo>
                    <a:pt x="45048" y="1342785"/>
                  </a:lnTo>
                  <a:lnTo>
                    <a:pt x="44721" y="1342140"/>
                  </a:lnTo>
                  <a:lnTo>
                    <a:pt x="45070" y="1341012"/>
                  </a:lnTo>
                  <a:lnTo>
                    <a:pt x="45123" y="1339639"/>
                  </a:lnTo>
                  <a:lnTo>
                    <a:pt x="44845" y="1339216"/>
                  </a:lnTo>
                  <a:lnTo>
                    <a:pt x="43287" y="1338168"/>
                  </a:lnTo>
                  <a:lnTo>
                    <a:pt x="42974" y="1337177"/>
                  </a:lnTo>
                  <a:lnTo>
                    <a:pt x="41564" y="1335343"/>
                  </a:lnTo>
                  <a:lnTo>
                    <a:pt x="42501" y="1334570"/>
                  </a:lnTo>
                  <a:lnTo>
                    <a:pt x="42557" y="1332430"/>
                  </a:lnTo>
                  <a:lnTo>
                    <a:pt x="43252" y="1331271"/>
                  </a:lnTo>
                  <a:lnTo>
                    <a:pt x="43034" y="1329481"/>
                  </a:lnTo>
                  <a:lnTo>
                    <a:pt x="42373" y="1328476"/>
                  </a:lnTo>
                  <a:lnTo>
                    <a:pt x="41574" y="1327932"/>
                  </a:lnTo>
                  <a:lnTo>
                    <a:pt x="41289" y="1326957"/>
                  </a:lnTo>
                  <a:lnTo>
                    <a:pt x="40859" y="1326413"/>
                  </a:lnTo>
                  <a:lnTo>
                    <a:pt x="41254" y="1324951"/>
                  </a:lnTo>
                  <a:lnTo>
                    <a:pt x="41143" y="1324558"/>
                  </a:lnTo>
                  <a:lnTo>
                    <a:pt x="42378" y="1323587"/>
                  </a:lnTo>
                  <a:lnTo>
                    <a:pt x="44038" y="1323291"/>
                  </a:lnTo>
                  <a:lnTo>
                    <a:pt x="44694" y="1322638"/>
                  </a:lnTo>
                  <a:lnTo>
                    <a:pt x="44799" y="1322265"/>
                  </a:lnTo>
                  <a:lnTo>
                    <a:pt x="44543" y="1321843"/>
                  </a:lnTo>
                  <a:lnTo>
                    <a:pt x="44896" y="1321009"/>
                  </a:lnTo>
                  <a:lnTo>
                    <a:pt x="44138" y="1320093"/>
                  </a:lnTo>
                  <a:lnTo>
                    <a:pt x="43577" y="1317992"/>
                  </a:lnTo>
                  <a:lnTo>
                    <a:pt x="43725" y="1316604"/>
                  </a:lnTo>
                  <a:lnTo>
                    <a:pt x="44160" y="1315556"/>
                  </a:lnTo>
                  <a:lnTo>
                    <a:pt x="43824" y="1315315"/>
                  </a:lnTo>
                  <a:lnTo>
                    <a:pt x="43548" y="1314595"/>
                  </a:lnTo>
                  <a:lnTo>
                    <a:pt x="41392" y="1314082"/>
                  </a:lnTo>
                  <a:lnTo>
                    <a:pt x="40326" y="1313437"/>
                  </a:lnTo>
                  <a:lnTo>
                    <a:pt x="40134" y="1313656"/>
                  </a:lnTo>
                  <a:lnTo>
                    <a:pt x="32593" y="1310918"/>
                  </a:lnTo>
                  <a:lnTo>
                    <a:pt x="30093" y="1308113"/>
                  </a:lnTo>
                  <a:lnTo>
                    <a:pt x="26875" y="1306742"/>
                  </a:lnTo>
                  <a:lnTo>
                    <a:pt x="22813" y="1302771"/>
                  </a:lnTo>
                  <a:lnTo>
                    <a:pt x="18614" y="1297507"/>
                  </a:lnTo>
                  <a:lnTo>
                    <a:pt x="17261" y="1294894"/>
                  </a:lnTo>
                  <a:lnTo>
                    <a:pt x="15652" y="1290621"/>
                  </a:lnTo>
                  <a:lnTo>
                    <a:pt x="14852" y="1289344"/>
                  </a:lnTo>
                  <a:lnTo>
                    <a:pt x="13254" y="1285756"/>
                  </a:lnTo>
                  <a:lnTo>
                    <a:pt x="11217" y="1283402"/>
                  </a:lnTo>
                  <a:lnTo>
                    <a:pt x="10780" y="1282595"/>
                  </a:lnTo>
                  <a:lnTo>
                    <a:pt x="10378" y="1282408"/>
                  </a:lnTo>
                  <a:lnTo>
                    <a:pt x="9838" y="1280579"/>
                  </a:lnTo>
                  <a:lnTo>
                    <a:pt x="10105" y="1278439"/>
                  </a:lnTo>
                  <a:lnTo>
                    <a:pt x="10528" y="1278429"/>
                  </a:lnTo>
                  <a:lnTo>
                    <a:pt x="10453" y="1277072"/>
                  </a:lnTo>
                  <a:lnTo>
                    <a:pt x="11288" y="1275532"/>
                  </a:lnTo>
                  <a:lnTo>
                    <a:pt x="11366" y="1275002"/>
                  </a:lnTo>
                  <a:lnTo>
                    <a:pt x="10970" y="1274216"/>
                  </a:lnTo>
                  <a:lnTo>
                    <a:pt x="11375" y="1272837"/>
                  </a:lnTo>
                  <a:lnTo>
                    <a:pt x="10819" y="1270763"/>
                  </a:lnTo>
                  <a:lnTo>
                    <a:pt x="9972" y="1269915"/>
                  </a:lnTo>
                  <a:lnTo>
                    <a:pt x="9452" y="1268110"/>
                  </a:lnTo>
                  <a:lnTo>
                    <a:pt x="8676" y="1266663"/>
                  </a:lnTo>
                  <a:lnTo>
                    <a:pt x="11005" y="1260503"/>
                  </a:lnTo>
                  <a:lnTo>
                    <a:pt x="1484" y="1246588"/>
                  </a:lnTo>
                  <a:lnTo>
                    <a:pt x="0" y="1235023"/>
                  </a:lnTo>
                  <a:lnTo>
                    <a:pt x="92" y="1234222"/>
                  </a:lnTo>
                  <a:lnTo>
                    <a:pt x="638" y="1229972"/>
                  </a:lnTo>
                  <a:lnTo>
                    <a:pt x="3103" y="1229107"/>
                  </a:lnTo>
                  <a:lnTo>
                    <a:pt x="4048" y="1229146"/>
                  </a:lnTo>
                  <a:lnTo>
                    <a:pt x="4985" y="1228580"/>
                  </a:lnTo>
                  <a:lnTo>
                    <a:pt x="7881" y="1228001"/>
                  </a:lnTo>
                  <a:lnTo>
                    <a:pt x="9154" y="1227308"/>
                  </a:lnTo>
                  <a:lnTo>
                    <a:pt x="9790" y="1226323"/>
                  </a:lnTo>
                  <a:lnTo>
                    <a:pt x="10265" y="1224301"/>
                  </a:lnTo>
                  <a:lnTo>
                    <a:pt x="11399" y="1223149"/>
                  </a:lnTo>
                  <a:lnTo>
                    <a:pt x="11298" y="1222234"/>
                  </a:lnTo>
                  <a:lnTo>
                    <a:pt x="12020" y="1222096"/>
                  </a:lnTo>
                  <a:lnTo>
                    <a:pt x="12173" y="1221448"/>
                  </a:lnTo>
                  <a:lnTo>
                    <a:pt x="13680" y="1220276"/>
                  </a:lnTo>
                  <a:lnTo>
                    <a:pt x="14984" y="1219940"/>
                  </a:lnTo>
                  <a:lnTo>
                    <a:pt x="15153" y="1219526"/>
                  </a:lnTo>
                  <a:lnTo>
                    <a:pt x="15663" y="1219722"/>
                  </a:lnTo>
                  <a:lnTo>
                    <a:pt x="16046" y="1219302"/>
                  </a:lnTo>
                  <a:lnTo>
                    <a:pt x="16292" y="1217600"/>
                  </a:lnTo>
                  <a:lnTo>
                    <a:pt x="16086" y="1217388"/>
                  </a:lnTo>
                  <a:lnTo>
                    <a:pt x="16310" y="1216895"/>
                  </a:lnTo>
                  <a:lnTo>
                    <a:pt x="16032" y="1216138"/>
                  </a:lnTo>
                  <a:lnTo>
                    <a:pt x="16112" y="1215697"/>
                  </a:lnTo>
                  <a:lnTo>
                    <a:pt x="16527" y="1215622"/>
                  </a:lnTo>
                  <a:lnTo>
                    <a:pt x="17364" y="1214785"/>
                  </a:lnTo>
                  <a:lnTo>
                    <a:pt x="18555" y="1215265"/>
                  </a:lnTo>
                  <a:lnTo>
                    <a:pt x="19108" y="1215099"/>
                  </a:lnTo>
                  <a:lnTo>
                    <a:pt x="20030" y="1215333"/>
                  </a:lnTo>
                  <a:lnTo>
                    <a:pt x="20676" y="1214833"/>
                  </a:lnTo>
                  <a:lnTo>
                    <a:pt x="21305" y="1214710"/>
                  </a:lnTo>
                  <a:lnTo>
                    <a:pt x="23053" y="1214766"/>
                  </a:lnTo>
                  <a:lnTo>
                    <a:pt x="23856" y="1214454"/>
                  </a:lnTo>
                  <a:lnTo>
                    <a:pt x="24507" y="1214637"/>
                  </a:lnTo>
                  <a:lnTo>
                    <a:pt x="25420" y="1214477"/>
                  </a:lnTo>
                  <a:lnTo>
                    <a:pt x="26226" y="1213858"/>
                  </a:lnTo>
                  <a:lnTo>
                    <a:pt x="30478" y="1208867"/>
                  </a:lnTo>
                  <a:lnTo>
                    <a:pt x="32622" y="1205671"/>
                  </a:lnTo>
                  <a:lnTo>
                    <a:pt x="34010" y="1201928"/>
                  </a:lnTo>
                  <a:lnTo>
                    <a:pt x="40098" y="1191456"/>
                  </a:lnTo>
                  <a:lnTo>
                    <a:pt x="40182" y="1190842"/>
                  </a:lnTo>
                  <a:lnTo>
                    <a:pt x="41622" y="1189493"/>
                  </a:lnTo>
                  <a:lnTo>
                    <a:pt x="42175" y="1188398"/>
                  </a:lnTo>
                  <a:lnTo>
                    <a:pt x="42001" y="1187750"/>
                  </a:lnTo>
                  <a:lnTo>
                    <a:pt x="42432" y="1187342"/>
                  </a:lnTo>
                  <a:lnTo>
                    <a:pt x="43329" y="1179579"/>
                  </a:lnTo>
                  <a:lnTo>
                    <a:pt x="44625" y="1177024"/>
                  </a:lnTo>
                  <a:lnTo>
                    <a:pt x="42990" y="1170424"/>
                  </a:lnTo>
                  <a:lnTo>
                    <a:pt x="44893" y="1164674"/>
                  </a:lnTo>
                  <a:lnTo>
                    <a:pt x="45931" y="1160278"/>
                  </a:lnTo>
                  <a:lnTo>
                    <a:pt x="47858" y="1159415"/>
                  </a:lnTo>
                  <a:lnTo>
                    <a:pt x="50186" y="1156774"/>
                  </a:lnTo>
                  <a:lnTo>
                    <a:pt x="51054" y="1156390"/>
                  </a:lnTo>
                  <a:lnTo>
                    <a:pt x="52483" y="1154777"/>
                  </a:lnTo>
                  <a:lnTo>
                    <a:pt x="51874" y="1154108"/>
                  </a:lnTo>
                  <a:lnTo>
                    <a:pt x="51759" y="1153499"/>
                  </a:lnTo>
                  <a:lnTo>
                    <a:pt x="50932" y="1152141"/>
                  </a:lnTo>
                  <a:lnTo>
                    <a:pt x="51171" y="1149967"/>
                  </a:lnTo>
                  <a:lnTo>
                    <a:pt x="51764" y="1148795"/>
                  </a:lnTo>
                  <a:lnTo>
                    <a:pt x="52428" y="1148079"/>
                  </a:lnTo>
                  <a:lnTo>
                    <a:pt x="53489" y="1145486"/>
                  </a:lnTo>
                  <a:lnTo>
                    <a:pt x="54862" y="1143168"/>
                  </a:lnTo>
                  <a:lnTo>
                    <a:pt x="55311" y="1143119"/>
                  </a:lnTo>
                  <a:lnTo>
                    <a:pt x="60834" y="1145644"/>
                  </a:lnTo>
                  <a:lnTo>
                    <a:pt x="63169" y="1143989"/>
                  </a:lnTo>
                  <a:lnTo>
                    <a:pt x="64440" y="1143834"/>
                  </a:lnTo>
                  <a:lnTo>
                    <a:pt x="66957" y="1144307"/>
                  </a:lnTo>
                  <a:lnTo>
                    <a:pt x="68239" y="1143059"/>
                  </a:lnTo>
                  <a:lnTo>
                    <a:pt x="71239" y="1143261"/>
                  </a:lnTo>
                  <a:lnTo>
                    <a:pt x="71504" y="1141439"/>
                  </a:lnTo>
                  <a:lnTo>
                    <a:pt x="70459" y="1140790"/>
                  </a:lnTo>
                  <a:lnTo>
                    <a:pt x="69536" y="1138813"/>
                  </a:lnTo>
                  <a:lnTo>
                    <a:pt x="69756" y="1138445"/>
                  </a:lnTo>
                  <a:lnTo>
                    <a:pt x="69861" y="1137060"/>
                  </a:lnTo>
                  <a:lnTo>
                    <a:pt x="69477" y="1135782"/>
                  </a:lnTo>
                  <a:lnTo>
                    <a:pt x="68839" y="1134774"/>
                  </a:lnTo>
                  <a:lnTo>
                    <a:pt x="67962" y="1134536"/>
                  </a:lnTo>
                  <a:lnTo>
                    <a:pt x="67375" y="1133768"/>
                  </a:lnTo>
                  <a:lnTo>
                    <a:pt x="66667" y="1132282"/>
                  </a:lnTo>
                  <a:lnTo>
                    <a:pt x="66752" y="1131677"/>
                  </a:lnTo>
                  <a:lnTo>
                    <a:pt x="66043" y="1130692"/>
                  </a:lnTo>
                  <a:lnTo>
                    <a:pt x="65822" y="1129842"/>
                  </a:lnTo>
                  <a:lnTo>
                    <a:pt x="65845" y="1128476"/>
                  </a:lnTo>
                  <a:lnTo>
                    <a:pt x="66405" y="1127629"/>
                  </a:lnTo>
                  <a:lnTo>
                    <a:pt x="68152" y="1126783"/>
                  </a:lnTo>
                  <a:lnTo>
                    <a:pt x="69140" y="1124226"/>
                  </a:lnTo>
                  <a:lnTo>
                    <a:pt x="68844" y="1122041"/>
                  </a:lnTo>
                  <a:lnTo>
                    <a:pt x="69397" y="1121065"/>
                  </a:lnTo>
                  <a:lnTo>
                    <a:pt x="70156" y="1120339"/>
                  </a:lnTo>
                  <a:lnTo>
                    <a:pt x="71041" y="1119995"/>
                  </a:lnTo>
                  <a:lnTo>
                    <a:pt x="71399" y="1119351"/>
                  </a:lnTo>
                  <a:lnTo>
                    <a:pt x="71991" y="1119188"/>
                  </a:lnTo>
                  <a:lnTo>
                    <a:pt x="70473" y="1117755"/>
                  </a:lnTo>
                  <a:lnTo>
                    <a:pt x="69810" y="1116093"/>
                  </a:lnTo>
                  <a:lnTo>
                    <a:pt x="68520" y="1114094"/>
                  </a:lnTo>
                  <a:lnTo>
                    <a:pt x="66784" y="1108687"/>
                  </a:lnTo>
                  <a:lnTo>
                    <a:pt x="66105" y="1108447"/>
                  </a:lnTo>
                  <a:lnTo>
                    <a:pt x="64930" y="1108700"/>
                  </a:lnTo>
                  <a:lnTo>
                    <a:pt x="58417" y="1105649"/>
                  </a:lnTo>
                  <a:lnTo>
                    <a:pt x="56289" y="1104142"/>
                  </a:lnTo>
                  <a:lnTo>
                    <a:pt x="54347" y="1103291"/>
                  </a:lnTo>
                  <a:lnTo>
                    <a:pt x="52887" y="1102138"/>
                  </a:lnTo>
                  <a:lnTo>
                    <a:pt x="51380" y="1101651"/>
                  </a:lnTo>
                  <a:lnTo>
                    <a:pt x="43751" y="1097205"/>
                  </a:lnTo>
                  <a:lnTo>
                    <a:pt x="41941" y="1095524"/>
                  </a:lnTo>
                  <a:lnTo>
                    <a:pt x="42209" y="1095010"/>
                  </a:lnTo>
                  <a:lnTo>
                    <a:pt x="41849" y="1094911"/>
                  </a:lnTo>
                  <a:lnTo>
                    <a:pt x="41915" y="1093815"/>
                  </a:lnTo>
                  <a:lnTo>
                    <a:pt x="41020" y="1093262"/>
                  </a:lnTo>
                  <a:lnTo>
                    <a:pt x="40616" y="1092443"/>
                  </a:lnTo>
                  <a:lnTo>
                    <a:pt x="39297" y="1087154"/>
                  </a:lnTo>
                  <a:lnTo>
                    <a:pt x="36310" y="1086677"/>
                  </a:lnTo>
                  <a:lnTo>
                    <a:pt x="36480" y="1085130"/>
                  </a:lnTo>
                  <a:lnTo>
                    <a:pt x="34058" y="1080734"/>
                  </a:lnTo>
                  <a:lnTo>
                    <a:pt x="34969" y="1078147"/>
                  </a:lnTo>
                  <a:lnTo>
                    <a:pt x="36690" y="1077932"/>
                  </a:lnTo>
                  <a:lnTo>
                    <a:pt x="40409" y="1075922"/>
                  </a:lnTo>
                  <a:lnTo>
                    <a:pt x="41157" y="1074979"/>
                  </a:lnTo>
                  <a:lnTo>
                    <a:pt x="40722" y="1073852"/>
                  </a:lnTo>
                  <a:lnTo>
                    <a:pt x="41401" y="1074061"/>
                  </a:lnTo>
                  <a:lnTo>
                    <a:pt x="43485" y="1073653"/>
                  </a:lnTo>
                  <a:lnTo>
                    <a:pt x="46797" y="1069780"/>
                  </a:lnTo>
                  <a:lnTo>
                    <a:pt x="53040" y="1066657"/>
                  </a:lnTo>
                  <a:lnTo>
                    <a:pt x="57542" y="1063493"/>
                  </a:lnTo>
                  <a:lnTo>
                    <a:pt x="57860" y="1062168"/>
                  </a:lnTo>
                  <a:lnTo>
                    <a:pt x="60239" y="1057684"/>
                  </a:lnTo>
                  <a:lnTo>
                    <a:pt x="61712" y="1057539"/>
                  </a:lnTo>
                  <a:lnTo>
                    <a:pt x="66078" y="1053408"/>
                  </a:lnTo>
                  <a:lnTo>
                    <a:pt x="70037" y="1048329"/>
                  </a:lnTo>
                  <a:lnTo>
                    <a:pt x="72333" y="1039803"/>
                  </a:lnTo>
                  <a:lnTo>
                    <a:pt x="69677" y="1029526"/>
                  </a:lnTo>
                  <a:lnTo>
                    <a:pt x="66622" y="1018981"/>
                  </a:lnTo>
                  <a:lnTo>
                    <a:pt x="66365" y="1018885"/>
                  </a:lnTo>
                  <a:lnTo>
                    <a:pt x="65930" y="1019271"/>
                  </a:lnTo>
                  <a:lnTo>
                    <a:pt x="65299" y="1020238"/>
                  </a:lnTo>
                  <a:lnTo>
                    <a:pt x="64923" y="1020099"/>
                  </a:lnTo>
                  <a:lnTo>
                    <a:pt x="64063" y="1020320"/>
                  </a:lnTo>
                  <a:lnTo>
                    <a:pt x="63576" y="1019926"/>
                  </a:lnTo>
                  <a:lnTo>
                    <a:pt x="60403" y="1020296"/>
                  </a:lnTo>
                  <a:lnTo>
                    <a:pt x="58024" y="1019435"/>
                  </a:lnTo>
                  <a:lnTo>
                    <a:pt x="56290" y="1017864"/>
                  </a:lnTo>
                  <a:lnTo>
                    <a:pt x="55816" y="1017812"/>
                  </a:lnTo>
                  <a:lnTo>
                    <a:pt x="55514" y="1017271"/>
                  </a:lnTo>
                  <a:lnTo>
                    <a:pt x="55643" y="1016929"/>
                  </a:lnTo>
                  <a:lnTo>
                    <a:pt x="55361" y="1016794"/>
                  </a:lnTo>
                  <a:lnTo>
                    <a:pt x="53390" y="1016151"/>
                  </a:lnTo>
                  <a:lnTo>
                    <a:pt x="51536" y="1016095"/>
                  </a:lnTo>
                  <a:lnTo>
                    <a:pt x="50041" y="1015613"/>
                  </a:lnTo>
                  <a:lnTo>
                    <a:pt x="49126" y="1014986"/>
                  </a:lnTo>
                  <a:lnTo>
                    <a:pt x="50085" y="1009777"/>
                  </a:lnTo>
                  <a:lnTo>
                    <a:pt x="48563" y="1004348"/>
                  </a:lnTo>
                  <a:lnTo>
                    <a:pt x="48882" y="992727"/>
                  </a:lnTo>
                  <a:lnTo>
                    <a:pt x="48181" y="991903"/>
                  </a:lnTo>
                  <a:lnTo>
                    <a:pt x="47893" y="991279"/>
                  </a:lnTo>
                  <a:lnTo>
                    <a:pt x="48059" y="990689"/>
                  </a:lnTo>
                  <a:lnTo>
                    <a:pt x="47811" y="990631"/>
                  </a:lnTo>
                  <a:lnTo>
                    <a:pt x="47772" y="990339"/>
                  </a:lnTo>
                  <a:lnTo>
                    <a:pt x="48527" y="989165"/>
                  </a:lnTo>
                  <a:lnTo>
                    <a:pt x="48271" y="986950"/>
                  </a:lnTo>
                  <a:lnTo>
                    <a:pt x="49444" y="984986"/>
                  </a:lnTo>
                  <a:lnTo>
                    <a:pt x="50019" y="983276"/>
                  </a:lnTo>
                  <a:lnTo>
                    <a:pt x="50597" y="982429"/>
                  </a:lnTo>
                  <a:lnTo>
                    <a:pt x="52716" y="981585"/>
                  </a:lnTo>
                  <a:lnTo>
                    <a:pt x="53517" y="980963"/>
                  </a:lnTo>
                  <a:lnTo>
                    <a:pt x="53861" y="979750"/>
                  </a:lnTo>
                  <a:lnTo>
                    <a:pt x="54467" y="979291"/>
                  </a:lnTo>
                  <a:lnTo>
                    <a:pt x="55399" y="979245"/>
                  </a:lnTo>
                  <a:lnTo>
                    <a:pt x="57376" y="976860"/>
                  </a:lnTo>
                  <a:lnTo>
                    <a:pt x="57563" y="976214"/>
                  </a:lnTo>
                  <a:lnTo>
                    <a:pt x="57091" y="975965"/>
                  </a:lnTo>
                  <a:lnTo>
                    <a:pt x="57686" y="975068"/>
                  </a:lnTo>
                  <a:lnTo>
                    <a:pt x="57726" y="974383"/>
                  </a:lnTo>
                  <a:lnTo>
                    <a:pt x="58460" y="973464"/>
                  </a:lnTo>
                  <a:lnTo>
                    <a:pt x="58544" y="972646"/>
                  </a:lnTo>
                  <a:lnTo>
                    <a:pt x="62419" y="963008"/>
                  </a:lnTo>
                  <a:lnTo>
                    <a:pt x="65021" y="960893"/>
                  </a:lnTo>
                  <a:lnTo>
                    <a:pt x="69512" y="955882"/>
                  </a:lnTo>
                  <a:lnTo>
                    <a:pt x="69236" y="955465"/>
                  </a:lnTo>
                  <a:lnTo>
                    <a:pt x="69750" y="953461"/>
                  </a:lnTo>
                  <a:lnTo>
                    <a:pt x="71430" y="952343"/>
                  </a:lnTo>
                  <a:lnTo>
                    <a:pt x="72116" y="951394"/>
                  </a:lnTo>
                  <a:lnTo>
                    <a:pt x="72218" y="950218"/>
                  </a:lnTo>
                  <a:lnTo>
                    <a:pt x="73387" y="949170"/>
                  </a:lnTo>
                  <a:lnTo>
                    <a:pt x="73277" y="948294"/>
                  </a:lnTo>
                  <a:lnTo>
                    <a:pt x="73688" y="946673"/>
                  </a:lnTo>
                  <a:lnTo>
                    <a:pt x="74734" y="945070"/>
                  </a:lnTo>
                  <a:lnTo>
                    <a:pt x="74705" y="944584"/>
                  </a:lnTo>
                  <a:lnTo>
                    <a:pt x="75384" y="943335"/>
                  </a:lnTo>
                  <a:lnTo>
                    <a:pt x="75748" y="941954"/>
                  </a:lnTo>
                  <a:lnTo>
                    <a:pt x="76833" y="940962"/>
                  </a:lnTo>
                  <a:lnTo>
                    <a:pt x="77222" y="940297"/>
                  </a:lnTo>
                  <a:lnTo>
                    <a:pt x="77484" y="939314"/>
                  </a:lnTo>
                  <a:lnTo>
                    <a:pt x="77387" y="937919"/>
                  </a:lnTo>
                  <a:lnTo>
                    <a:pt x="78129" y="935330"/>
                  </a:lnTo>
                  <a:lnTo>
                    <a:pt x="79209" y="935324"/>
                  </a:lnTo>
                  <a:lnTo>
                    <a:pt x="79848" y="935760"/>
                  </a:lnTo>
                  <a:lnTo>
                    <a:pt x="81216" y="936150"/>
                  </a:lnTo>
                  <a:lnTo>
                    <a:pt x="82777" y="936865"/>
                  </a:lnTo>
                  <a:lnTo>
                    <a:pt x="83111" y="937404"/>
                  </a:lnTo>
                  <a:lnTo>
                    <a:pt x="88353" y="931369"/>
                  </a:lnTo>
                  <a:lnTo>
                    <a:pt x="89684" y="928770"/>
                  </a:lnTo>
                  <a:lnTo>
                    <a:pt x="92935" y="927935"/>
                  </a:lnTo>
                  <a:lnTo>
                    <a:pt x="94137" y="927204"/>
                  </a:lnTo>
                  <a:lnTo>
                    <a:pt x="96925" y="927467"/>
                  </a:lnTo>
                  <a:lnTo>
                    <a:pt x="99069" y="928287"/>
                  </a:lnTo>
                  <a:lnTo>
                    <a:pt x="104990" y="927598"/>
                  </a:lnTo>
                  <a:lnTo>
                    <a:pt x="104952" y="928602"/>
                  </a:lnTo>
                  <a:lnTo>
                    <a:pt x="106722" y="930179"/>
                  </a:lnTo>
                  <a:lnTo>
                    <a:pt x="108993" y="928917"/>
                  </a:lnTo>
                  <a:lnTo>
                    <a:pt x="109422" y="921822"/>
                  </a:lnTo>
                  <a:lnTo>
                    <a:pt x="109351" y="914027"/>
                  </a:lnTo>
                  <a:lnTo>
                    <a:pt x="119351" y="911296"/>
                  </a:lnTo>
                  <a:lnTo>
                    <a:pt x="119673" y="910980"/>
                  </a:lnTo>
                  <a:lnTo>
                    <a:pt x="127615" y="910793"/>
                  </a:lnTo>
                  <a:lnTo>
                    <a:pt x="130489" y="911833"/>
                  </a:lnTo>
                  <a:lnTo>
                    <a:pt x="131659" y="911858"/>
                  </a:lnTo>
                  <a:lnTo>
                    <a:pt x="133612" y="910771"/>
                  </a:lnTo>
                  <a:lnTo>
                    <a:pt x="134522" y="910700"/>
                  </a:lnTo>
                  <a:lnTo>
                    <a:pt x="135871" y="908258"/>
                  </a:lnTo>
                  <a:lnTo>
                    <a:pt x="128550" y="902057"/>
                  </a:lnTo>
                  <a:lnTo>
                    <a:pt x="128732" y="893355"/>
                  </a:lnTo>
                  <a:lnTo>
                    <a:pt x="129498" y="893309"/>
                  </a:lnTo>
                  <a:lnTo>
                    <a:pt x="129878" y="892873"/>
                  </a:lnTo>
                  <a:lnTo>
                    <a:pt x="131830" y="891965"/>
                  </a:lnTo>
                  <a:lnTo>
                    <a:pt x="133831" y="892239"/>
                  </a:lnTo>
                  <a:lnTo>
                    <a:pt x="135340" y="890593"/>
                  </a:lnTo>
                  <a:lnTo>
                    <a:pt x="137237" y="890375"/>
                  </a:lnTo>
                  <a:lnTo>
                    <a:pt x="137796" y="890748"/>
                  </a:lnTo>
                  <a:lnTo>
                    <a:pt x="138576" y="890743"/>
                  </a:lnTo>
                  <a:lnTo>
                    <a:pt x="139123" y="891157"/>
                  </a:lnTo>
                  <a:lnTo>
                    <a:pt x="140972" y="891853"/>
                  </a:lnTo>
                  <a:lnTo>
                    <a:pt x="141903" y="890057"/>
                  </a:lnTo>
                  <a:lnTo>
                    <a:pt x="143061" y="889255"/>
                  </a:lnTo>
                  <a:lnTo>
                    <a:pt x="143577" y="889143"/>
                  </a:lnTo>
                  <a:lnTo>
                    <a:pt x="143939" y="888713"/>
                  </a:lnTo>
                  <a:lnTo>
                    <a:pt x="144386" y="887082"/>
                  </a:lnTo>
                  <a:lnTo>
                    <a:pt x="145733" y="886790"/>
                  </a:lnTo>
                  <a:lnTo>
                    <a:pt x="146980" y="885650"/>
                  </a:lnTo>
                  <a:lnTo>
                    <a:pt x="147981" y="883939"/>
                  </a:lnTo>
                  <a:lnTo>
                    <a:pt x="148068" y="883375"/>
                  </a:lnTo>
                  <a:lnTo>
                    <a:pt x="148704" y="883393"/>
                  </a:lnTo>
                  <a:lnTo>
                    <a:pt x="149125" y="883065"/>
                  </a:lnTo>
                  <a:lnTo>
                    <a:pt x="149266" y="882369"/>
                  </a:lnTo>
                  <a:lnTo>
                    <a:pt x="149319" y="881922"/>
                  </a:lnTo>
                  <a:lnTo>
                    <a:pt x="148973" y="881777"/>
                  </a:lnTo>
                  <a:lnTo>
                    <a:pt x="148872" y="879130"/>
                  </a:lnTo>
                  <a:lnTo>
                    <a:pt x="149571" y="877687"/>
                  </a:lnTo>
                  <a:lnTo>
                    <a:pt x="147778" y="876910"/>
                  </a:lnTo>
                  <a:lnTo>
                    <a:pt x="147205" y="876283"/>
                  </a:lnTo>
                  <a:lnTo>
                    <a:pt x="146900" y="875487"/>
                  </a:lnTo>
                  <a:lnTo>
                    <a:pt x="146276" y="875069"/>
                  </a:lnTo>
                  <a:lnTo>
                    <a:pt x="143974" y="875027"/>
                  </a:lnTo>
                  <a:lnTo>
                    <a:pt x="143459" y="874724"/>
                  </a:lnTo>
                  <a:lnTo>
                    <a:pt x="140085" y="869781"/>
                  </a:lnTo>
                  <a:lnTo>
                    <a:pt x="139261" y="869502"/>
                  </a:lnTo>
                  <a:lnTo>
                    <a:pt x="137867" y="868410"/>
                  </a:lnTo>
                  <a:lnTo>
                    <a:pt x="136876" y="868060"/>
                  </a:lnTo>
                  <a:lnTo>
                    <a:pt x="136618" y="868202"/>
                  </a:lnTo>
                  <a:lnTo>
                    <a:pt x="134606" y="867062"/>
                  </a:lnTo>
                  <a:lnTo>
                    <a:pt x="134946" y="866682"/>
                  </a:lnTo>
                  <a:lnTo>
                    <a:pt x="134643" y="866037"/>
                  </a:lnTo>
                  <a:lnTo>
                    <a:pt x="134484" y="861758"/>
                  </a:lnTo>
                  <a:lnTo>
                    <a:pt x="134279" y="860975"/>
                  </a:lnTo>
                  <a:lnTo>
                    <a:pt x="134364" y="859793"/>
                  </a:lnTo>
                  <a:lnTo>
                    <a:pt x="134952" y="858389"/>
                  </a:lnTo>
                  <a:lnTo>
                    <a:pt x="135563" y="857426"/>
                  </a:lnTo>
                  <a:lnTo>
                    <a:pt x="136473" y="857270"/>
                  </a:lnTo>
                  <a:lnTo>
                    <a:pt x="136690" y="856295"/>
                  </a:lnTo>
                  <a:lnTo>
                    <a:pt x="137036" y="854551"/>
                  </a:lnTo>
                  <a:lnTo>
                    <a:pt x="136560" y="854463"/>
                  </a:lnTo>
                  <a:lnTo>
                    <a:pt x="136444" y="853192"/>
                  </a:lnTo>
                  <a:lnTo>
                    <a:pt x="136538" y="852646"/>
                  </a:lnTo>
                  <a:lnTo>
                    <a:pt x="136836" y="852406"/>
                  </a:lnTo>
                  <a:lnTo>
                    <a:pt x="136732" y="849954"/>
                  </a:lnTo>
                  <a:lnTo>
                    <a:pt x="138164" y="849000"/>
                  </a:lnTo>
                  <a:lnTo>
                    <a:pt x="138792" y="848112"/>
                  </a:lnTo>
                  <a:lnTo>
                    <a:pt x="139257" y="847900"/>
                  </a:lnTo>
                  <a:lnTo>
                    <a:pt x="135474" y="844733"/>
                  </a:lnTo>
                  <a:lnTo>
                    <a:pt x="134312" y="844327"/>
                  </a:lnTo>
                  <a:lnTo>
                    <a:pt x="133339" y="843082"/>
                  </a:lnTo>
                  <a:lnTo>
                    <a:pt x="132834" y="841804"/>
                  </a:lnTo>
                  <a:lnTo>
                    <a:pt x="131370" y="839606"/>
                  </a:lnTo>
                  <a:lnTo>
                    <a:pt x="131817" y="837496"/>
                  </a:lnTo>
                  <a:lnTo>
                    <a:pt x="131609" y="837265"/>
                  </a:lnTo>
                  <a:lnTo>
                    <a:pt x="132110" y="835107"/>
                  </a:lnTo>
                  <a:lnTo>
                    <a:pt x="130835" y="834406"/>
                  </a:lnTo>
                  <a:lnTo>
                    <a:pt x="129777" y="832760"/>
                  </a:lnTo>
                  <a:lnTo>
                    <a:pt x="128643" y="832096"/>
                  </a:lnTo>
                  <a:lnTo>
                    <a:pt x="128117" y="831303"/>
                  </a:lnTo>
                  <a:lnTo>
                    <a:pt x="127812" y="831379"/>
                  </a:lnTo>
                  <a:lnTo>
                    <a:pt x="127347" y="830778"/>
                  </a:lnTo>
                  <a:lnTo>
                    <a:pt x="126956" y="827498"/>
                  </a:lnTo>
                  <a:lnTo>
                    <a:pt x="127153" y="826383"/>
                  </a:lnTo>
                  <a:lnTo>
                    <a:pt x="126737" y="825590"/>
                  </a:lnTo>
                  <a:lnTo>
                    <a:pt x="127177" y="824632"/>
                  </a:lnTo>
                  <a:lnTo>
                    <a:pt x="126592" y="823888"/>
                  </a:lnTo>
                  <a:lnTo>
                    <a:pt x="126638" y="822720"/>
                  </a:lnTo>
                  <a:lnTo>
                    <a:pt x="126433" y="822298"/>
                  </a:lnTo>
                  <a:lnTo>
                    <a:pt x="126714" y="821591"/>
                  </a:lnTo>
                  <a:lnTo>
                    <a:pt x="126657" y="820791"/>
                  </a:lnTo>
                  <a:lnTo>
                    <a:pt x="126466" y="820516"/>
                  </a:lnTo>
                  <a:lnTo>
                    <a:pt x="125302" y="820201"/>
                  </a:lnTo>
                  <a:lnTo>
                    <a:pt x="125553" y="819461"/>
                  </a:lnTo>
                  <a:lnTo>
                    <a:pt x="125718" y="817288"/>
                  </a:lnTo>
                  <a:lnTo>
                    <a:pt x="125048" y="815384"/>
                  </a:lnTo>
                  <a:lnTo>
                    <a:pt x="124604" y="814839"/>
                  </a:lnTo>
                  <a:lnTo>
                    <a:pt x="124679" y="813987"/>
                  </a:lnTo>
                  <a:lnTo>
                    <a:pt x="125179" y="813358"/>
                  </a:lnTo>
                  <a:lnTo>
                    <a:pt x="125192" y="812653"/>
                  </a:lnTo>
                  <a:lnTo>
                    <a:pt x="124895" y="812152"/>
                  </a:lnTo>
                  <a:lnTo>
                    <a:pt x="124964" y="810715"/>
                  </a:lnTo>
                  <a:lnTo>
                    <a:pt x="125492" y="810529"/>
                  </a:lnTo>
                  <a:lnTo>
                    <a:pt x="125826" y="810058"/>
                  </a:lnTo>
                  <a:lnTo>
                    <a:pt x="127227" y="810133"/>
                  </a:lnTo>
                  <a:lnTo>
                    <a:pt x="128382" y="809818"/>
                  </a:lnTo>
                  <a:lnTo>
                    <a:pt x="129881" y="808903"/>
                  </a:lnTo>
                  <a:lnTo>
                    <a:pt x="129941" y="808612"/>
                  </a:lnTo>
                  <a:lnTo>
                    <a:pt x="137538" y="800004"/>
                  </a:lnTo>
                  <a:lnTo>
                    <a:pt x="139740" y="798457"/>
                  </a:lnTo>
                  <a:lnTo>
                    <a:pt x="140102" y="797952"/>
                  </a:lnTo>
                  <a:lnTo>
                    <a:pt x="141251" y="797524"/>
                  </a:lnTo>
                  <a:lnTo>
                    <a:pt x="141975" y="796526"/>
                  </a:lnTo>
                  <a:lnTo>
                    <a:pt x="142111" y="795973"/>
                  </a:lnTo>
                  <a:lnTo>
                    <a:pt x="142733" y="795683"/>
                  </a:lnTo>
                  <a:lnTo>
                    <a:pt x="142791" y="794863"/>
                  </a:lnTo>
                  <a:lnTo>
                    <a:pt x="143733" y="792499"/>
                  </a:lnTo>
                  <a:lnTo>
                    <a:pt x="143467" y="791835"/>
                  </a:lnTo>
                  <a:lnTo>
                    <a:pt x="143803" y="791269"/>
                  </a:lnTo>
                  <a:lnTo>
                    <a:pt x="143617" y="790292"/>
                  </a:lnTo>
                  <a:lnTo>
                    <a:pt x="143796" y="789905"/>
                  </a:lnTo>
                  <a:lnTo>
                    <a:pt x="143297" y="788627"/>
                  </a:lnTo>
                  <a:lnTo>
                    <a:pt x="143423" y="788312"/>
                  </a:lnTo>
                  <a:lnTo>
                    <a:pt x="142664" y="786742"/>
                  </a:lnTo>
                  <a:lnTo>
                    <a:pt x="142819" y="786249"/>
                  </a:lnTo>
                  <a:lnTo>
                    <a:pt x="142641" y="785769"/>
                  </a:lnTo>
                  <a:lnTo>
                    <a:pt x="142939" y="785386"/>
                  </a:lnTo>
                  <a:lnTo>
                    <a:pt x="143073" y="784480"/>
                  </a:lnTo>
                  <a:lnTo>
                    <a:pt x="142855" y="783899"/>
                  </a:lnTo>
                  <a:lnTo>
                    <a:pt x="143533" y="782937"/>
                  </a:lnTo>
                  <a:lnTo>
                    <a:pt x="144130" y="781123"/>
                  </a:lnTo>
                  <a:lnTo>
                    <a:pt x="143998" y="780717"/>
                  </a:lnTo>
                  <a:lnTo>
                    <a:pt x="144367" y="780571"/>
                  </a:lnTo>
                  <a:lnTo>
                    <a:pt x="144517" y="780035"/>
                  </a:lnTo>
                  <a:lnTo>
                    <a:pt x="144000" y="780200"/>
                  </a:lnTo>
                  <a:lnTo>
                    <a:pt x="143902" y="780024"/>
                  </a:lnTo>
                  <a:lnTo>
                    <a:pt x="144096" y="779304"/>
                  </a:lnTo>
                  <a:lnTo>
                    <a:pt x="143704" y="778185"/>
                  </a:lnTo>
                  <a:lnTo>
                    <a:pt x="143888" y="776443"/>
                  </a:lnTo>
                  <a:lnTo>
                    <a:pt x="144629" y="775515"/>
                  </a:lnTo>
                  <a:lnTo>
                    <a:pt x="144214" y="774600"/>
                  </a:lnTo>
                  <a:lnTo>
                    <a:pt x="143477" y="774227"/>
                  </a:lnTo>
                  <a:lnTo>
                    <a:pt x="143427" y="773116"/>
                  </a:lnTo>
                  <a:lnTo>
                    <a:pt x="142545" y="771774"/>
                  </a:lnTo>
                  <a:lnTo>
                    <a:pt x="142697" y="771338"/>
                  </a:lnTo>
                  <a:lnTo>
                    <a:pt x="142301" y="771115"/>
                  </a:lnTo>
                  <a:lnTo>
                    <a:pt x="142163" y="770727"/>
                  </a:lnTo>
                  <a:lnTo>
                    <a:pt x="142163" y="769141"/>
                  </a:lnTo>
                  <a:lnTo>
                    <a:pt x="144065" y="763905"/>
                  </a:lnTo>
                  <a:lnTo>
                    <a:pt x="141350" y="762311"/>
                  </a:lnTo>
                  <a:lnTo>
                    <a:pt x="140307" y="761197"/>
                  </a:lnTo>
                  <a:lnTo>
                    <a:pt x="140111" y="761061"/>
                  </a:lnTo>
                  <a:lnTo>
                    <a:pt x="141427" y="761093"/>
                  </a:lnTo>
                  <a:lnTo>
                    <a:pt x="142020" y="759822"/>
                  </a:lnTo>
                  <a:lnTo>
                    <a:pt x="142201" y="758862"/>
                  </a:lnTo>
                  <a:lnTo>
                    <a:pt x="141731" y="757417"/>
                  </a:lnTo>
                  <a:lnTo>
                    <a:pt x="141770" y="756544"/>
                  </a:lnTo>
                  <a:lnTo>
                    <a:pt x="140297" y="754774"/>
                  </a:lnTo>
                  <a:lnTo>
                    <a:pt x="140512" y="754479"/>
                  </a:lnTo>
                  <a:lnTo>
                    <a:pt x="138850" y="751790"/>
                  </a:lnTo>
                  <a:lnTo>
                    <a:pt x="138845" y="750849"/>
                  </a:lnTo>
                  <a:lnTo>
                    <a:pt x="137545" y="751128"/>
                  </a:lnTo>
                  <a:lnTo>
                    <a:pt x="137130" y="750749"/>
                  </a:lnTo>
                  <a:lnTo>
                    <a:pt x="137287" y="750193"/>
                  </a:lnTo>
                  <a:lnTo>
                    <a:pt x="137049" y="750008"/>
                  </a:lnTo>
                  <a:lnTo>
                    <a:pt x="135654" y="750598"/>
                  </a:lnTo>
                  <a:lnTo>
                    <a:pt x="134772" y="750626"/>
                  </a:lnTo>
                  <a:lnTo>
                    <a:pt x="131293" y="749051"/>
                  </a:lnTo>
                  <a:lnTo>
                    <a:pt x="130459" y="748033"/>
                  </a:lnTo>
                  <a:lnTo>
                    <a:pt x="130171" y="747146"/>
                  </a:lnTo>
                  <a:lnTo>
                    <a:pt x="128354" y="745380"/>
                  </a:lnTo>
                  <a:lnTo>
                    <a:pt x="128352" y="744187"/>
                  </a:lnTo>
                  <a:lnTo>
                    <a:pt x="128647" y="743770"/>
                  </a:lnTo>
                  <a:lnTo>
                    <a:pt x="128579" y="742936"/>
                  </a:lnTo>
                  <a:lnTo>
                    <a:pt x="129362" y="742013"/>
                  </a:lnTo>
                  <a:lnTo>
                    <a:pt x="130086" y="740596"/>
                  </a:lnTo>
                  <a:lnTo>
                    <a:pt x="130915" y="740754"/>
                  </a:lnTo>
                  <a:lnTo>
                    <a:pt x="131479" y="740188"/>
                  </a:lnTo>
                  <a:lnTo>
                    <a:pt x="133075" y="739326"/>
                  </a:lnTo>
                  <a:lnTo>
                    <a:pt x="133970" y="737927"/>
                  </a:lnTo>
                  <a:lnTo>
                    <a:pt x="133906" y="735964"/>
                  </a:lnTo>
                  <a:lnTo>
                    <a:pt x="135597" y="735057"/>
                  </a:lnTo>
                  <a:lnTo>
                    <a:pt x="136898" y="733487"/>
                  </a:lnTo>
                  <a:lnTo>
                    <a:pt x="138176" y="732996"/>
                  </a:lnTo>
                  <a:lnTo>
                    <a:pt x="142367" y="727114"/>
                  </a:lnTo>
                  <a:lnTo>
                    <a:pt x="143824" y="726102"/>
                  </a:lnTo>
                  <a:lnTo>
                    <a:pt x="151119" y="727355"/>
                  </a:lnTo>
                  <a:lnTo>
                    <a:pt x="153441" y="726048"/>
                  </a:lnTo>
                  <a:lnTo>
                    <a:pt x="154131" y="725926"/>
                  </a:lnTo>
                  <a:lnTo>
                    <a:pt x="154679" y="725508"/>
                  </a:lnTo>
                  <a:lnTo>
                    <a:pt x="155163" y="725507"/>
                  </a:lnTo>
                  <a:lnTo>
                    <a:pt x="155825" y="724548"/>
                  </a:lnTo>
                  <a:lnTo>
                    <a:pt x="156264" y="724460"/>
                  </a:lnTo>
                  <a:lnTo>
                    <a:pt x="156466" y="724084"/>
                  </a:lnTo>
                  <a:lnTo>
                    <a:pt x="157432" y="723615"/>
                  </a:lnTo>
                  <a:lnTo>
                    <a:pt x="155991" y="717859"/>
                  </a:lnTo>
                  <a:lnTo>
                    <a:pt x="153432" y="716049"/>
                  </a:lnTo>
                  <a:lnTo>
                    <a:pt x="150265" y="714759"/>
                  </a:lnTo>
                  <a:lnTo>
                    <a:pt x="146825" y="714882"/>
                  </a:lnTo>
                  <a:lnTo>
                    <a:pt x="144725" y="713091"/>
                  </a:lnTo>
                  <a:lnTo>
                    <a:pt x="141369" y="712758"/>
                  </a:lnTo>
                  <a:lnTo>
                    <a:pt x="138809" y="711227"/>
                  </a:lnTo>
                  <a:lnTo>
                    <a:pt x="137032" y="710977"/>
                  </a:lnTo>
                  <a:lnTo>
                    <a:pt x="134975" y="711298"/>
                  </a:lnTo>
                  <a:lnTo>
                    <a:pt x="133539" y="711177"/>
                  </a:lnTo>
                  <a:lnTo>
                    <a:pt x="130692" y="710784"/>
                  </a:lnTo>
                  <a:lnTo>
                    <a:pt x="128680" y="710182"/>
                  </a:lnTo>
                  <a:lnTo>
                    <a:pt x="127615" y="708667"/>
                  </a:lnTo>
                  <a:lnTo>
                    <a:pt x="127280" y="708570"/>
                  </a:lnTo>
                  <a:lnTo>
                    <a:pt x="126972" y="707336"/>
                  </a:lnTo>
                  <a:lnTo>
                    <a:pt x="125734" y="705997"/>
                  </a:lnTo>
                  <a:lnTo>
                    <a:pt x="124629" y="705827"/>
                  </a:lnTo>
                  <a:lnTo>
                    <a:pt x="123979" y="704516"/>
                  </a:lnTo>
                  <a:lnTo>
                    <a:pt x="122825" y="704859"/>
                  </a:lnTo>
                  <a:lnTo>
                    <a:pt x="121199" y="704877"/>
                  </a:lnTo>
                  <a:lnTo>
                    <a:pt x="119071" y="702868"/>
                  </a:lnTo>
                  <a:lnTo>
                    <a:pt x="117781" y="703122"/>
                  </a:lnTo>
                  <a:lnTo>
                    <a:pt x="116712" y="702696"/>
                  </a:lnTo>
                  <a:lnTo>
                    <a:pt x="115750" y="702731"/>
                  </a:lnTo>
                  <a:lnTo>
                    <a:pt x="114247" y="703967"/>
                  </a:lnTo>
                  <a:lnTo>
                    <a:pt x="113443" y="703536"/>
                  </a:lnTo>
                  <a:lnTo>
                    <a:pt x="113378" y="702258"/>
                  </a:lnTo>
                  <a:lnTo>
                    <a:pt x="110997" y="701146"/>
                  </a:lnTo>
                  <a:lnTo>
                    <a:pt x="110339" y="701091"/>
                  </a:lnTo>
                  <a:lnTo>
                    <a:pt x="109798" y="700705"/>
                  </a:lnTo>
                  <a:lnTo>
                    <a:pt x="108836" y="700675"/>
                  </a:lnTo>
                  <a:lnTo>
                    <a:pt x="105975" y="699394"/>
                  </a:lnTo>
                  <a:lnTo>
                    <a:pt x="104987" y="699429"/>
                  </a:lnTo>
                  <a:lnTo>
                    <a:pt x="106958" y="695068"/>
                  </a:lnTo>
                  <a:lnTo>
                    <a:pt x="108576" y="692663"/>
                  </a:lnTo>
                  <a:lnTo>
                    <a:pt x="108299" y="691590"/>
                  </a:lnTo>
                  <a:lnTo>
                    <a:pt x="109067" y="690289"/>
                  </a:lnTo>
                  <a:lnTo>
                    <a:pt x="109852" y="689715"/>
                  </a:lnTo>
                  <a:lnTo>
                    <a:pt x="111192" y="688564"/>
                  </a:lnTo>
                  <a:lnTo>
                    <a:pt x="119678" y="686179"/>
                  </a:lnTo>
                  <a:lnTo>
                    <a:pt x="125379" y="686376"/>
                  </a:lnTo>
                  <a:lnTo>
                    <a:pt x="128052" y="685665"/>
                  </a:lnTo>
                  <a:lnTo>
                    <a:pt x="128870" y="683645"/>
                  </a:lnTo>
                  <a:lnTo>
                    <a:pt x="131866" y="682373"/>
                  </a:lnTo>
                  <a:lnTo>
                    <a:pt x="134797" y="680716"/>
                  </a:lnTo>
                  <a:lnTo>
                    <a:pt x="135005" y="679947"/>
                  </a:lnTo>
                  <a:lnTo>
                    <a:pt x="141806" y="682759"/>
                  </a:lnTo>
                  <a:lnTo>
                    <a:pt x="150374" y="682845"/>
                  </a:lnTo>
                  <a:lnTo>
                    <a:pt x="157835" y="682557"/>
                  </a:lnTo>
                  <a:lnTo>
                    <a:pt x="168205" y="691420"/>
                  </a:lnTo>
                  <a:lnTo>
                    <a:pt x="168168" y="691046"/>
                  </a:lnTo>
                  <a:lnTo>
                    <a:pt x="168479" y="690831"/>
                  </a:lnTo>
                  <a:lnTo>
                    <a:pt x="170443" y="690189"/>
                  </a:lnTo>
                  <a:lnTo>
                    <a:pt x="170861" y="689804"/>
                  </a:lnTo>
                  <a:lnTo>
                    <a:pt x="171877" y="689629"/>
                  </a:lnTo>
                  <a:lnTo>
                    <a:pt x="172380" y="689232"/>
                  </a:lnTo>
                  <a:lnTo>
                    <a:pt x="173563" y="689497"/>
                  </a:lnTo>
                  <a:lnTo>
                    <a:pt x="174649" y="689435"/>
                  </a:lnTo>
                  <a:lnTo>
                    <a:pt x="174512" y="688545"/>
                  </a:lnTo>
                  <a:lnTo>
                    <a:pt x="174953" y="688317"/>
                  </a:lnTo>
                  <a:lnTo>
                    <a:pt x="175843" y="685860"/>
                  </a:lnTo>
                  <a:lnTo>
                    <a:pt x="176626" y="685198"/>
                  </a:lnTo>
                  <a:lnTo>
                    <a:pt x="177398" y="684912"/>
                  </a:lnTo>
                  <a:lnTo>
                    <a:pt x="177530" y="684044"/>
                  </a:lnTo>
                  <a:lnTo>
                    <a:pt x="178101" y="683595"/>
                  </a:lnTo>
                  <a:lnTo>
                    <a:pt x="178119" y="682676"/>
                  </a:lnTo>
                  <a:lnTo>
                    <a:pt x="178523" y="682276"/>
                  </a:lnTo>
                  <a:lnTo>
                    <a:pt x="178664" y="681192"/>
                  </a:lnTo>
                  <a:lnTo>
                    <a:pt x="179413" y="679740"/>
                  </a:lnTo>
                  <a:lnTo>
                    <a:pt x="181325" y="679231"/>
                  </a:lnTo>
                  <a:lnTo>
                    <a:pt x="181152" y="678991"/>
                  </a:lnTo>
                  <a:lnTo>
                    <a:pt x="182832" y="678490"/>
                  </a:lnTo>
                  <a:lnTo>
                    <a:pt x="182571" y="677836"/>
                  </a:lnTo>
                  <a:lnTo>
                    <a:pt x="182870" y="677437"/>
                  </a:lnTo>
                  <a:lnTo>
                    <a:pt x="182810" y="676788"/>
                  </a:lnTo>
                  <a:lnTo>
                    <a:pt x="183119" y="676342"/>
                  </a:lnTo>
                  <a:lnTo>
                    <a:pt x="183800" y="676568"/>
                  </a:lnTo>
                  <a:lnTo>
                    <a:pt x="184226" y="677623"/>
                  </a:lnTo>
                  <a:lnTo>
                    <a:pt x="185400" y="678324"/>
                  </a:lnTo>
                  <a:lnTo>
                    <a:pt x="186139" y="678487"/>
                  </a:lnTo>
                  <a:lnTo>
                    <a:pt x="187653" y="678227"/>
                  </a:lnTo>
                  <a:lnTo>
                    <a:pt x="188566" y="677043"/>
                  </a:lnTo>
                  <a:lnTo>
                    <a:pt x="189226" y="677397"/>
                  </a:lnTo>
                  <a:lnTo>
                    <a:pt x="190105" y="676877"/>
                  </a:lnTo>
                  <a:lnTo>
                    <a:pt x="192180" y="676330"/>
                  </a:lnTo>
                  <a:lnTo>
                    <a:pt x="192963" y="675828"/>
                  </a:lnTo>
                  <a:lnTo>
                    <a:pt x="193145" y="676028"/>
                  </a:lnTo>
                  <a:lnTo>
                    <a:pt x="193823" y="676042"/>
                  </a:lnTo>
                  <a:lnTo>
                    <a:pt x="193847" y="675777"/>
                  </a:lnTo>
                  <a:lnTo>
                    <a:pt x="195467" y="676073"/>
                  </a:lnTo>
                  <a:lnTo>
                    <a:pt x="195850" y="675428"/>
                  </a:lnTo>
                  <a:lnTo>
                    <a:pt x="198263" y="675263"/>
                  </a:lnTo>
                  <a:lnTo>
                    <a:pt x="199180" y="674342"/>
                  </a:lnTo>
                  <a:lnTo>
                    <a:pt x="199429" y="673368"/>
                  </a:lnTo>
                  <a:lnTo>
                    <a:pt x="199897" y="672679"/>
                  </a:lnTo>
                  <a:lnTo>
                    <a:pt x="199867" y="671962"/>
                  </a:lnTo>
                  <a:lnTo>
                    <a:pt x="200567" y="670864"/>
                  </a:lnTo>
                  <a:lnTo>
                    <a:pt x="201930" y="670305"/>
                  </a:lnTo>
                  <a:lnTo>
                    <a:pt x="202525" y="669804"/>
                  </a:lnTo>
                  <a:lnTo>
                    <a:pt x="205616" y="669596"/>
                  </a:lnTo>
                  <a:lnTo>
                    <a:pt x="206527" y="667085"/>
                  </a:lnTo>
                  <a:lnTo>
                    <a:pt x="205791" y="665274"/>
                  </a:lnTo>
                  <a:lnTo>
                    <a:pt x="205445" y="664946"/>
                  </a:lnTo>
                  <a:lnTo>
                    <a:pt x="205612" y="665008"/>
                  </a:lnTo>
                  <a:lnTo>
                    <a:pt x="207829" y="665146"/>
                  </a:lnTo>
                  <a:lnTo>
                    <a:pt x="208275" y="664781"/>
                  </a:lnTo>
                  <a:lnTo>
                    <a:pt x="208598" y="664803"/>
                  </a:lnTo>
                  <a:lnTo>
                    <a:pt x="210148" y="665626"/>
                  </a:lnTo>
                  <a:lnTo>
                    <a:pt x="210984" y="665568"/>
                  </a:lnTo>
                  <a:lnTo>
                    <a:pt x="212686" y="665991"/>
                  </a:lnTo>
                  <a:lnTo>
                    <a:pt x="213359" y="665614"/>
                  </a:lnTo>
                  <a:lnTo>
                    <a:pt x="213583" y="665054"/>
                  </a:lnTo>
                  <a:lnTo>
                    <a:pt x="214172" y="665020"/>
                  </a:lnTo>
                  <a:lnTo>
                    <a:pt x="215024" y="665304"/>
                  </a:lnTo>
                  <a:lnTo>
                    <a:pt x="215275" y="665127"/>
                  </a:lnTo>
                  <a:lnTo>
                    <a:pt x="217093" y="665375"/>
                  </a:lnTo>
                  <a:lnTo>
                    <a:pt x="219049" y="666108"/>
                  </a:lnTo>
                  <a:lnTo>
                    <a:pt x="219891" y="665683"/>
                  </a:lnTo>
                  <a:lnTo>
                    <a:pt x="221042" y="666580"/>
                  </a:lnTo>
                  <a:lnTo>
                    <a:pt x="222391" y="666297"/>
                  </a:lnTo>
                  <a:lnTo>
                    <a:pt x="223138" y="665084"/>
                  </a:lnTo>
                  <a:lnTo>
                    <a:pt x="224143" y="664253"/>
                  </a:lnTo>
                  <a:lnTo>
                    <a:pt x="224951" y="662522"/>
                  </a:lnTo>
                  <a:lnTo>
                    <a:pt x="225575" y="662028"/>
                  </a:lnTo>
                  <a:lnTo>
                    <a:pt x="226265" y="660824"/>
                  </a:lnTo>
                  <a:lnTo>
                    <a:pt x="227561" y="659825"/>
                  </a:lnTo>
                  <a:lnTo>
                    <a:pt x="229322" y="659441"/>
                  </a:lnTo>
                  <a:lnTo>
                    <a:pt x="230374" y="658570"/>
                  </a:lnTo>
                  <a:lnTo>
                    <a:pt x="231266" y="658242"/>
                  </a:lnTo>
                  <a:lnTo>
                    <a:pt x="231445" y="657828"/>
                  </a:lnTo>
                  <a:lnTo>
                    <a:pt x="232086" y="657685"/>
                  </a:lnTo>
                  <a:lnTo>
                    <a:pt x="234477" y="655975"/>
                  </a:lnTo>
                  <a:lnTo>
                    <a:pt x="234539" y="654784"/>
                  </a:lnTo>
                  <a:lnTo>
                    <a:pt x="235541" y="653495"/>
                  </a:lnTo>
                  <a:lnTo>
                    <a:pt x="235378" y="652191"/>
                  </a:lnTo>
                  <a:lnTo>
                    <a:pt x="235602" y="651109"/>
                  </a:lnTo>
                  <a:lnTo>
                    <a:pt x="236077" y="650064"/>
                  </a:lnTo>
                  <a:lnTo>
                    <a:pt x="236899" y="649505"/>
                  </a:lnTo>
                  <a:lnTo>
                    <a:pt x="237811" y="647893"/>
                  </a:lnTo>
                  <a:lnTo>
                    <a:pt x="238401" y="647497"/>
                  </a:lnTo>
                  <a:lnTo>
                    <a:pt x="239924" y="647954"/>
                  </a:lnTo>
                  <a:lnTo>
                    <a:pt x="240406" y="647867"/>
                  </a:lnTo>
                  <a:lnTo>
                    <a:pt x="240934" y="649533"/>
                  </a:lnTo>
                  <a:lnTo>
                    <a:pt x="241536" y="649289"/>
                  </a:lnTo>
                  <a:lnTo>
                    <a:pt x="243719" y="649776"/>
                  </a:lnTo>
                  <a:lnTo>
                    <a:pt x="244611" y="649644"/>
                  </a:lnTo>
                  <a:lnTo>
                    <a:pt x="245394" y="648583"/>
                  </a:lnTo>
                  <a:lnTo>
                    <a:pt x="246722" y="647967"/>
                  </a:lnTo>
                  <a:lnTo>
                    <a:pt x="248312" y="646773"/>
                  </a:lnTo>
                  <a:lnTo>
                    <a:pt x="250563" y="644529"/>
                  </a:lnTo>
                  <a:lnTo>
                    <a:pt x="252247" y="644508"/>
                  </a:lnTo>
                  <a:lnTo>
                    <a:pt x="252732" y="644181"/>
                  </a:lnTo>
                  <a:lnTo>
                    <a:pt x="253550" y="643075"/>
                  </a:lnTo>
                  <a:lnTo>
                    <a:pt x="255525" y="641782"/>
                  </a:lnTo>
                  <a:lnTo>
                    <a:pt x="256656" y="640321"/>
                  </a:lnTo>
                  <a:lnTo>
                    <a:pt x="257708" y="639828"/>
                  </a:lnTo>
                  <a:lnTo>
                    <a:pt x="258159" y="639045"/>
                  </a:lnTo>
                  <a:lnTo>
                    <a:pt x="259836" y="637800"/>
                  </a:lnTo>
                  <a:lnTo>
                    <a:pt x="260866" y="637763"/>
                  </a:lnTo>
                  <a:lnTo>
                    <a:pt x="261450" y="637501"/>
                  </a:lnTo>
                  <a:lnTo>
                    <a:pt x="263548" y="638968"/>
                  </a:lnTo>
                  <a:lnTo>
                    <a:pt x="266400" y="638268"/>
                  </a:lnTo>
                  <a:lnTo>
                    <a:pt x="268262" y="639190"/>
                  </a:lnTo>
                  <a:lnTo>
                    <a:pt x="268444" y="639477"/>
                  </a:lnTo>
                  <a:lnTo>
                    <a:pt x="269255" y="639684"/>
                  </a:lnTo>
                  <a:lnTo>
                    <a:pt x="269703" y="641017"/>
                  </a:lnTo>
                  <a:lnTo>
                    <a:pt x="269436" y="642052"/>
                  </a:lnTo>
                  <a:lnTo>
                    <a:pt x="269691" y="642430"/>
                  </a:lnTo>
                  <a:lnTo>
                    <a:pt x="276135" y="641161"/>
                  </a:lnTo>
                  <a:lnTo>
                    <a:pt x="282089" y="635090"/>
                  </a:lnTo>
                  <a:lnTo>
                    <a:pt x="286234" y="632462"/>
                  </a:lnTo>
                  <a:lnTo>
                    <a:pt x="287901" y="626579"/>
                  </a:lnTo>
                  <a:lnTo>
                    <a:pt x="288625" y="626395"/>
                  </a:lnTo>
                  <a:lnTo>
                    <a:pt x="289540" y="626507"/>
                  </a:lnTo>
                  <a:lnTo>
                    <a:pt x="291218" y="626123"/>
                  </a:lnTo>
                  <a:lnTo>
                    <a:pt x="292638" y="625414"/>
                  </a:lnTo>
                  <a:lnTo>
                    <a:pt x="293622" y="625558"/>
                  </a:lnTo>
                  <a:lnTo>
                    <a:pt x="294185" y="625366"/>
                  </a:lnTo>
                  <a:lnTo>
                    <a:pt x="294469" y="624863"/>
                  </a:lnTo>
                  <a:lnTo>
                    <a:pt x="295080" y="624566"/>
                  </a:lnTo>
                  <a:lnTo>
                    <a:pt x="295035" y="624265"/>
                  </a:lnTo>
                  <a:lnTo>
                    <a:pt x="296294" y="622519"/>
                  </a:lnTo>
                  <a:lnTo>
                    <a:pt x="296240" y="622282"/>
                  </a:lnTo>
                  <a:lnTo>
                    <a:pt x="296584" y="622268"/>
                  </a:lnTo>
                  <a:lnTo>
                    <a:pt x="296835" y="621790"/>
                  </a:lnTo>
                  <a:lnTo>
                    <a:pt x="295974" y="620982"/>
                  </a:lnTo>
                  <a:lnTo>
                    <a:pt x="295095" y="620599"/>
                  </a:lnTo>
                  <a:lnTo>
                    <a:pt x="294337" y="619053"/>
                  </a:lnTo>
                  <a:lnTo>
                    <a:pt x="293299" y="617894"/>
                  </a:lnTo>
                  <a:lnTo>
                    <a:pt x="293512" y="616636"/>
                  </a:lnTo>
                  <a:lnTo>
                    <a:pt x="293871" y="616273"/>
                  </a:lnTo>
                  <a:lnTo>
                    <a:pt x="293902" y="614518"/>
                  </a:lnTo>
                  <a:lnTo>
                    <a:pt x="294236" y="614078"/>
                  </a:lnTo>
                  <a:lnTo>
                    <a:pt x="294444" y="614215"/>
                  </a:lnTo>
                  <a:lnTo>
                    <a:pt x="294439" y="613702"/>
                  </a:lnTo>
                  <a:lnTo>
                    <a:pt x="295342" y="612148"/>
                  </a:lnTo>
                  <a:lnTo>
                    <a:pt x="297652" y="610378"/>
                  </a:lnTo>
                  <a:lnTo>
                    <a:pt x="301277" y="605089"/>
                  </a:lnTo>
                  <a:lnTo>
                    <a:pt x="303808" y="600038"/>
                  </a:lnTo>
                  <a:lnTo>
                    <a:pt x="305360" y="598441"/>
                  </a:lnTo>
                  <a:lnTo>
                    <a:pt x="305866" y="597301"/>
                  </a:lnTo>
                  <a:lnTo>
                    <a:pt x="306278" y="596912"/>
                  </a:lnTo>
                  <a:lnTo>
                    <a:pt x="306379" y="595792"/>
                  </a:lnTo>
                  <a:lnTo>
                    <a:pt x="305983" y="594348"/>
                  </a:lnTo>
                  <a:lnTo>
                    <a:pt x="306743" y="591157"/>
                  </a:lnTo>
                  <a:lnTo>
                    <a:pt x="308204" y="590270"/>
                  </a:lnTo>
                  <a:lnTo>
                    <a:pt x="311766" y="586896"/>
                  </a:lnTo>
                  <a:lnTo>
                    <a:pt x="315719" y="584387"/>
                  </a:lnTo>
                  <a:lnTo>
                    <a:pt x="317993" y="581355"/>
                  </a:lnTo>
                  <a:lnTo>
                    <a:pt x="318498" y="581025"/>
                  </a:lnTo>
                  <a:lnTo>
                    <a:pt x="319381" y="579431"/>
                  </a:lnTo>
                  <a:lnTo>
                    <a:pt x="320314" y="579441"/>
                  </a:lnTo>
                  <a:lnTo>
                    <a:pt x="321601" y="578663"/>
                  </a:lnTo>
                  <a:lnTo>
                    <a:pt x="322364" y="578569"/>
                  </a:lnTo>
                  <a:lnTo>
                    <a:pt x="329941" y="567429"/>
                  </a:lnTo>
                  <a:lnTo>
                    <a:pt x="331040" y="567954"/>
                  </a:lnTo>
                  <a:lnTo>
                    <a:pt x="332914" y="567380"/>
                  </a:lnTo>
                  <a:lnTo>
                    <a:pt x="334329" y="566044"/>
                  </a:lnTo>
                  <a:lnTo>
                    <a:pt x="334691" y="564979"/>
                  </a:lnTo>
                  <a:lnTo>
                    <a:pt x="336259" y="564995"/>
                  </a:lnTo>
                  <a:lnTo>
                    <a:pt x="336573" y="564786"/>
                  </a:lnTo>
                  <a:lnTo>
                    <a:pt x="336677" y="564311"/>
                  </a:lnTo>
                  <a:lnTo>
                    <a:pt x="337106" y="564261"/>
                  </a:lnTo>
                  <a:lnTo>
                    <a:pt x="337902" y="562185"/>
                  </a:lnTo>
                  <a:lnTo>
                    <a:pt x="338750" y="562210"/>
                  </a:lnTo>
                  <a:lnTo>
                    <a:pt x="339817" y="561379"/>
                  </a:lnTo>
                  <a:lnTo>
                    <a:pt x="340103" y="560570"/>
                  </a:lnTo>
                  <a:lnTo>
                    <a:pt x="339805" y="559918"/>
                  </a:lnTo>
                  <a:lnTo>
                    <a:pt x="340142" y="558570"/>
                  </a:lnTo>
                  <a:lnTo>
                    <a:pt x="340509" y="558162"/>
                  </a:lnTo>
                  <a:lnTo>
                    <a:pt x="340434" y="557105"/>
                  </a:lnTo>
                  <a:lnTo>
                    <a:pt x="340887" y="556257"/>
                  </a:lnTo>
                  <a:lnTo>
                    <a:pt x="340592" y="554636"/>
                  </a:lnTo>
                  <a:lnTo>
                    <a:pt x="340166" y="554287"/>
                  </a:lnTo>
                  <a:lnTo>
                    <a:pt x="340121" y="553977"/>
                  </a:lnTo>
                  <a:lnTo>
                    <a:pt x="339569" y="553706"/>
                  </a:lnTo>
                  <a:lnTo>
                    <a:pt x="339301" y="553043"/>
                  </a:lnTo>
                  <a:lnTo>
                    <a:pt x="339755" y="551122"/>
                  </a:lnTo>
                  <a:lnTo>
                    <a:pt x="340530" y="549839"/>
                  </a:lnTo>
                  <a:lnTo>
                    <a:pt x="341180" y="549429"/>
                  </a:lnTo>
                  <a:lnTo>
                    <a:pt x="341586" y="548823"/>
                  </a:lnTo>
                  <a:lnTo>
                    <a:pt x="341975" y="546647"/>
                  </a:lnTo>
                  <a:lnTo>
                    <a:pt x="342442" y="546453"/>
                  </a:lnTo>
                  <a:lnTo>
                    <a:pt x="342467" y="546048"/>
                  </a:lnTo>
                  <a:lnTo>
                    <a:pt x="343054" y="545452"/>
                  </a:lnTo>
                  <a:lnTo>
                    <a:pt x="343443" y="544526"/>
                  </a:lnTo>
                  <a:lnTo>
                    <a:pt x="343079" y="542560"/>
                  </a:lnTo>
                  <a:lnTo>
                    <a:pt x="343090" y="540718"/>
                  </a:lnTo>
                  <a:lnTo>
                    <a:pt x="343705" y="540015"/>
                  </a:lnTo>
                  <a:lnTo>
                    <a:pt x="343471" y="539787"/>
                  </a:lnTo>
                  <a:lnTo>
                    <a:pt x="343817" y="539256"/>
                  </a:lnTo>
                  <a:lnTo>
                    <a:pt x="344940" y="539022"/>
                  </a:lnTo>
                  <a:lnTo>
                    <a:pt x="346071" y="537906"/>
                  </a:lnTo>
                  <a:lnTo>
                    <a:pt x="347377" y="536006"/>
                  </a:lnTo>
                  <a:lnTo>
                    <a:pt x="347367" y="535264"/>
                  </a:lnTo>
                  <a:lnTo>
                    <a:pt x="348242" y="534069"/>
                  </a:lnTo>
                  <a:lnTo>
                    <a:pt x="348336" y="533051"/>
                  </a:lnTo>
                  <a:lnTo>
                    <a:pt x="349935" y="531463"/>
                  </a:lnTo>
                  <a:lnTo>
                    <a:pt x="352991" y="529583"/>
                  </a:lnTo>
                  <a:lnTo>
                    <a:pt x="356258" y="528570"/>
                  </a:lnTo>
                  <a:lnTo>
                    <a:pt x="357587" y="528715"/>
                  </a:lnTo>
                  <a:lnTo>
                    <a:pt x="359750" y="529454"/>
                  </a:lnTo>
                  <a:lnTo>
                    <a:pt x="362111" y="529294"/>
                  </a:lnTo>
                  <a:lnTo>
                    <a:pt x="362311" y="529538"/>
                  </a:lnTo>
                  <a:lnTo>
                    <a:pt x="366040" y="528465"/>
                  </a:lnTo>
                  <a:lnTo>
                    <a:pt x="367824" y="528596"/>
                  </a:lnTo>
                  <a:lnTo>
                    <a:pt x="368121" y="528032"/>
                  </a:lnTo>
                  <a:lnTo>
                    <a:pt x="369110" y="527939"/>
                  </a:lnTo>
                  <a:lnTo>
                    <a:pt x="369619" y="527572"/>
                  </a:lnTo>
                  <a:lnTo>
                    <a:pt x="370216" y="527506"/>
                  </a:lnTo>
                  <a:lnTo>
                    <a:pt x="371481" y="526787"/>
                  </a:lnTo>
                  <a:lnTo>
                    <a:pt x="371557" y="526434"/>
                  </a:lnTo>
                  <a:lnTo>
                    <a:pt x="371935" y="526158"/>
                  </a:lnTo>
                  <a:lnTo>
                    <a:pt x="372841" y="526139"/>
                  </a:lnTo>
                  <a:lnTo>
                    <a:pt x="373411" y="525396"/>
                  </a:lnTo>
                  <a:lnTo>
                    <a:pt x="373803" y="525316"/>
                  </a:lnTo>
                  <a:lnTo>
                    <a:pt x="374340" y="523900"/>
                  </a:lnTo>
                  <a:lnTo>
                    <a:pt x="375104" y="523357"/>
                  </a:lnTo>
                  <a:lnTo>
                    <a:pt x="375512" y="522546"/>
                  </a:lnTo>
                  <a:lnTo>
                    <a:pt x="376212" y="522130"/>
                  </a:lnTo>
                  <a:lnTo>
                    <a:pt x="376529" y="521645"/>
                  </a:lnTo>
                  <a:lnTo>
                    <a:pt x="376643" y="521081"/>
                  </a:lnTo>
                  <a:lnTo>
                    <a:pt x="376317" y="520407"/>
                  </a:lnTo>
                  <a:lnTo>
                    <a:pt x="377456" y="518152"/>
                  </a:lnTo>
                  <a:lnTo>
                    <a:pt x="379045" y="518273"/>
                  </a:lnTo>
                  <a:lnTo>
                    <a:pt x="380402" y="518888"/>
                  </a:lnTo>
                  <a:lnTo>
                    <a:pt x="380760" y="518706"/>
                  </a:lnTo>
                  <a:lnTo>
                    <a:pt x="382476" y="518904"/>
                  </a:lnTo>
                  <a:lnTo>
                    <a:pt x="383273" y="518569"/>
                  </a:lnTo>
                  <a:lnTo>
                    <a:pt x="383914" y="519190"/>
                  </a:lnTo>
                  <a:lnTo>
                    <a:pt x="384933" y="519308"/>
                  </a:lnTo>
                  <a:lnTo>
                    <a:pt x="385659" y="520120"/>
                  </a:lnTo>
                  <a:lnTo>
                    <a:pt x="386174" y="520354"/>
                  </a:lnTo>
                  <a:lnTo>
                    <a:pt x="386683" y="520177"/>
                  </a:lnTo>
                  <a:lnTo>
                    <a:pt x="388043" y="520505"/>
                  </a:lnTo>
                  <a:lnTo>
                    <a:pt x="389380" y="519722"/>
                  </a:lnTo>
                  <a:lnTo>
                    <a:pt x="395486" y="525643"/>
                  </a:lnTo>
                  <a:lnTo>
                    <a:pt x="387999" y="508347"/>
                  </a:lnTo>
                  <a:lnTo>
                    <a:pt x="388262" y="505783"/>
                  </a:lnTo>
                  <a:lnTo>
                    <a:pt x="388824" y="503976"/>
                  </a:lnTo>
                  <a:lnTo>
                    <a:pt x="388637" y="503627"/>
                  </a:lnTo>
                  <a:lnTo>
                    <a:pt x="389372" y="502828"/>
                  </a:lnTo>
                  <a:lnTo>
                    <a:pt x="389768" y="501707"/>
                  </a:lnTo>
                  <a:lnTo>
                    <a:pt x="389543" y="500943"/>
                  </a:lnTo>
                  <a:lnTo>
                    <a:pt x="389723" y="499730"/>
                  </a:lnTo>
                  <a:lnTo>
                    <a:pt x="389889" y="499447"/>
                  </a:lnTo>
                  <a:lnTo>
                    <a:pt x="391281" y="498738"/>
                  </a:lnTo>
                  <a:lnTo>
                    <a:pt x="391194" y="498212"/>
                  </a:lnTo>
                  <a:lnTo>
                    <a:pt x="391533" y="497314"/>
                  </a:lnTo>
                  <a:lnTo>
                    <a:pt x="393559" y="494690"/>
                  </a:lnTo>
                  <a:lnTo>
                    <a:pt x="394028" y="494404"/>
                  </a:lnTo>
                  <a:lnTo>
                    <a:pt x="393694" y="494295"/>
                  </a:lnTo>
                  <a:lnTo>
                    <a:pt x="393802" y="494139"/>
                  </a:lnTo>
                  <a:lnTo>
                    <a:pt x="393389" y="493695"/>
                  </a:lnTo>
                  <a:lnTo>
                    <a:pt x="392705" y="493364"/>
                  </a:lnTo>
                  <a:lnTo>
                    <a:pt x="392670" y="492989"/>
                  </a:lnTo>
                  <a:lnTo>
                    <a:pt x="391476" y="492286"/>
                  </a:lnTo>
                  <a:lnTo>
                    <a:pt x="390688" y="490965"/>
                  </a:lnTo>
                  <a:lnTo>
                    <a:pt x="390972" y="489857"/>
                  </a:lnTo>
                  <a:lnTo>
                    <a:pt x="392567" y="489031"/>
                  </a:lnTo>
                  <a:lnTo>
                    <a:pt x="393454" y="488250"/>
                  </a:lnTo>
                  <a:lnTo>
                    <a:pt x="394241" y="487975"/>
                  </a:lnTo>
                  <a:lnTo>
                    <a:pt x="394999" y="487022"/>
                  </a:lnTo>
                  <a:lnTo>
                    <a:pt x="395573" y="486815"/>
                  </a:lnTo>
                  <a:lnTo>
                    <a:pt x="396761" y="484900"/>
                  </a:lnTo>
                  <a:lnTo>
                    <a:pt x="397873" y="483644"/>
                  </a:lnTo>
                  <a:lnTo>
                    <a:pt x="397185" y="482133"/>
                  </a:lnTo>
                  <a:lnTo>
                    <a:pt x="396093" y="481036"/>
                  </a:lnTo>
                  <a:lnTo>
                    <a:pt x="396242" y="480251"/>
                  </a:lnTo>
                  <a:lnTo>
                    <a:pt x="396021" y="479918"/>
                  </a:lnTo>
                  <a:lnTo>
                    <a:pt x="395971" y="478994"/>
                  </a:lnTo>
                  <a:lnTo>
                    <a:pt x="396597" y="478000"/>
                  </a:lnTo>
                  <a:lnTo>
                    <a:pt x="396648" y="476991"/>
                  </a:lnTo>
                  <a:lnTo>
                    <a:pt x="397245" y="476549"/>
                  </a:lnTo>
                  <a:lnTo>
                    <a:pt x="398060" y="475311"/>
                  </a:lnTo>
                  <a:lnTo>
                    <a:pt x="398095" y="474392"/>
                  </a:lnTo>
                  <a:lnTo>
                    <a:pt x="399372" y="473062"/>
                  </a:lnTo>
                  <a:lnTo>
                    <a:pt x="408025" y="471524"/>
                  </a:lnTo>
                  <a:lnTo>
                    <a:pt x="414582" y="466873"/>
                  </a:lnTo>
                  <a:lnTo>
                    <a:pt x="415956" y="466171"/>
                  </a:lnTo>
                  <a:lnTo>
                    <a:pt x="417212" y="465974"/>
                  </a:lnTo>
                  <a:lnTo>
                    <a:pt x="417795" y="465295"/>
                  </a:lnTo>
                  <a:lnTo>
                    <a:pt x="418019" y="465348"/>
                  </a:lnTo>
                  <a:lnTo>
                    <a:pt x="418710" y="464762"/>
                  </a:lnTo>
                  <a:lnTo>
                    <a:pt x="418371" y="463020"/>
                  </a:lnTo>
                  <a:lnTo>
                    <a:pt x="418958" y="462407"/>
                  </a:lnTo>
                  <a:lnTo>
                    <a:pt x="418806" y="460994"/>
                  </a:lnTo>
                  <a:lnTo>
                    <a:pt x="419513" y="460348"/>
                  </a:lnTo>
                  <a:lnTo>
                    <a:pt x="419519" y="459612"/>
                  </a:lnTo>
                  <a:lnTo>
                    <a:pt x="418898" y="457954"/>
                  </a:lnTo>
                  <a:lnTo>
                    <a:pt x="420202" y="456729"/>
                  </a:lnTo>
                  <a:lnTo>
                    <a:pt x="420428" y="455381"/>
                  </a:lnTo>
                  <a:lnTo>
                    <a:pt x="421428" y="453313"/>
                  </a:lnTo>
                  <a:lnTo>
                    <a:pt x="421371" y="452352"/>
                  </a:lnTo>
                  <a:lnTo>
                    <a:pt x="421684" y="451582"/>
                  </a:lnTo>
                  <a:lnTo>
                    <a:pt x="422029" y="451421"/>
                  </a:lnTo>
                  <a:lnTo>
                    <a:pt x="422478" y="450722"/>
                  </a:lnTo>
                  <a:lnTo>
                    <a:pt x="423818" y="450401"/>
                  </a:lnTo>
                  <a:lnTo>
                    <a:pt x="426412" y="449292"/>
                  </a:lnTo>
                  <a:lnTo>
                    <a:pt x="426515" y="449010"/>
                  </a:lnTo>
                  <a:lnTo>
                    <a:pt x="427361" y="448986"/>
                  </a:lnTo>
                  <a:lnTo>
                    <a:pt x="427555" y="448660"/>
                  </a:lnTo>
                  <a:lnTo>
                    <a:pt x="428262" y="448581"/>
                  </a:lnTo>
                  <a:lnTo>
                    <a:pt x="430012" y="446998"/>
                  </a:lnTo>
                  <a:lnTo>
                    <a:pt x="433478" y="446149"/>
                  </a:lnTo>
                  <a:lnTo>
                    <a:pt x="435228" y="445329"/>
                  </a:lnTo>
                  <a:lnTo>
                    <a:pt x="436686" y="445272"/>
                  </a:lnTo>
                  <a:lnTo>
                    <a:pt x="437433" y="445507"/>
                  </a:lnTo>
                  <a:lnTo>
                    <a:pt x="437507" y="445989"/>
                  </a:lnTo>
                  <a:lnTo>
                    <a:pt x="439858" y="446068"/>
                  </a:lnTo>
                  <a:lnTo>
                    <a:pt x="440156" y="445891"/>
                  </a:lnTo>
                  <a:lnTo>
                    <a:pt x="440204" y="445356"/>
                  </a:lnTo>
                  <a:lnTo>
                    <a:pt x="440726" y="444909"/>
                  </a:lnTo>
                  <a:lnTo>
                    <a:pt x="440671" y="443283"/>
                  </a:lnTo>
                  <a:lnTo>
                    <a:pt x="440259" y="442272"/>
                  </a:lnTo>
                  <a:lnTo>
                    <a:pt x="439964" y="442075"/>
                  </a:lnTo>
                  <a:lnTo>
                    <a:pt x="440145" y="441874"/>
                  </a:lnTo>
                  <a:lnTo>
                    <a:pt x="439788" y="440859"/>
                  </a:lnTo>
                  <a:lnTo>
                    <a:pt x="439475" y="440358"/>
                  </a:lnTo>
                  <a:lnTo>
                    <a:pt x="439186" y="440285"/>
                  </a:lnTo>
                  <a:lnTo>
                    <a:pt x="439270" y="440120"/>
                  </a:lnTo>
                  <a:lnTo>
                    <a:pt x="438857" y="440108"/>
                  </a:lnTo>
                  <a:lnTo>
                    <a:pt x="439121" y="439461"/>
                  </a:lnTo>
                  <a:lnTo>
                    <a:pt x="438866" y="438659"/>
                  </a:lnTo>
                  <a:lnTo>
                    <a:pt x="438378" y="438337"/>
                  </a:lnTo>
                  <a:lnTo>
                    <a:pt x="438038" y="437674"/>
                  </a:lnTo>
                  <a:lnTo>
                    <a:pt x="438317" y="436062"/>
                  </a:lnTo>
                  <a:lnTo>
                    <a:pt x="437914" y="435283"/>
                  </a:lnTo>
                  <a:lnTo>
                    <a:pt x="437008" y="431165"/>
                  </a:lnTo>
                  <a:lnTo>
                    <a:pt x="437180" y="430584"/>
                  </a:lnTo>
                  <a:lnTo>
                    <a:pt x="437919" y="429705"/>
                  </a:lnTo>
                  <a:lnTo>
                    <a:pt x="437870" y="429127"/>
                  </a:lnTo>
                  <a:lnTo>
                    <a:pt x="438378" y="427563"/>
                  </a:lnTo>
                  <a:lnTo>
                    <a:pt x="436915" y="426522"/>
                  </a:lnTo>
                  <a:lnTo>
                    <a:pt x="436246" y="425441"/>
                  </a:lnTo>
                  <a:lnTo>
                    <a:pt x="435360" y="424787"/>
                  </a:lnTo>
                  <a:lnTo>
                    <a:pt x="434967" y="422754"/>
                  </a:lnTo>
                  <a:lnTo>
                    <a:pt x="435648" y="419041"/>
                  </a:lnTo>
                  <a:lnTo>
                    <a:pt x="435534" y="418803"/>
                  </a:lnTo>
                  <a:lnTo>
                    <a:pt x="434535" y="418229"/>
                  </a:lnTo>
                  <a:lnTo>
                    <a:pt x="433419" y="416393"/>
                  </a:lnTo>
                  <a:lnTo>
                    <a:pt x="432331" y="415491"/>
                  </a:lnTo>
                  <a:lnTo>
                    <a:pt x="431676" y="413645"/>
                  </a:lnTo>
                  <a:lnTo>
                    <a:pt x="431970" y="412779"/>
                  </a:lnTo>
                  <a:lnTo>
                    <a:pt x="431128" y="411622"/>
                  </a:lnTo>
                  <a:lnTo>
                    <a:pt x="431074" y="410318"/>
                  </a:lnTo>
                  <a:lnTo>
                    <a:pt x="432283" y="409141"/>
                  </a:lnTo>
                  <a:lnTo>
                    <a:pt x="432466" y="407455"/>
                  </a:lnTo>
                  <a:lnTo>
                    <a:pt x="432907" y="406749"/>
                  </a:lnTo>
                  <a:lnTo>
                    <a:pt x="433088" y="405909"/>
                  </a:lnTo>
                  <a:lnTo>
                    <a:pt x="433176" y="404272"/>
                  </a:lnTo>
                  <a:lnTo>
                    <a:pt x="433920" y="403095"/>
                  </a:lnTo>
                  <a:lnTo>
                    <a:pt x="434010" y="402413"/>
                  </a:lnTo>
                  <a:lnTo>
                    <a:pt x="433854" y="401850"/>
                  </a:lnTo>
                  <a:lnTo>
                    <a:pt x="433114" y="400929"/>
                  </a:lnTo>
                  <a:lnTo>
                    <a:pt x="433462" y="400069"/>
                  </a:lnTo>
                  <a:lnTo>
                    <a:pt x="433429" y="399040"/>
                  </a:lnTo>
                  <a:lnTo>
                    <a:pt x="432932" y="398288"/>
                  </a:lnTo>
                  <a:lnTo>
                    <a:pt x="432529" y="396518"/>
                  </a:lnTo>
                  <a:lnTo>
                    <a:pt x="431297" y="394382"/>
                  </a:lnTo>
                  <a:lnTo>
                    <a:pt x="431776" y="393283"/>
                  </a:lnTo>
                  <a:lnTo>
                    <a:pt x="432494" y="392762"/>
                  </a:lnTo>
                  <a:lnTo>
                    <a:pt x="432257" y="391943"/>
                  </a:lnTo>
                  <a:lnTo>
                    <a:pt x="433687" y="390153"/>
                  </a:lnTo>
                  <a:lnTo>
                    <a:pt x="434069" y="389055"/>
                  </a:lnTo>
                  <a:lnTo>
                    <a:pt x="435899" y="387477"/>
                  </a:lnTo>
                  <a:lnTo>
                    <a:pt x="436485" y="386653"/>
                  </a:lnTo>
                  <a:lnTo>
                    <a:pt x="435534" y="385009"/>
                  </a:lnTo>
                  <a:lnTo>
                    <a:pt x="435263" y="384923"/>
                  </a:lnTo>
                  <a:lnTo>
                    <a:pt x="435263" y="384095"/>
                  </a:lnTo>
                  <a:lnTo>
                    <a:pt x="434875" y="383382"/>
                  </a:lnTo>
                  <a:lnTo>
                    <a:pt x="434123" y="382801"/>
                  </a:lnTo>
                  <a:lnTo>
                    <a:pt x="434420" y="382383"/>
                  </a:lnTo>
                  <a:lnTo>
                    <a:pt x="434025" y="380514"/>
                  </a:lnTo>
                  <a:lnTo>
                    <a:pt x="433685" y="380251"/>
                  </a:lnTo>
                  <a:lnTo>
                    <a:pt x="433148" y="379023"/>
                  </a:lnTo>
                  <a:lnTo>
                    <a:pt x="433463" y="377792"/>
                  </a:lnTo>
                  <a:lnTo>
                    <a:pt x="433319" y="376271"/>
                  </a:lnTo>
                  <a:lnTo>
                    <a:pt x="433932" y="375306"/>
                  </a:lnTo>
                  <a:lnTo>
                    <a:pt x="434007" y="374776"/>
                  </a:lnTo>
                  <a:lnTo>
                    <a:pt x="434544" y="374300"/>
                  </a:lnTo>
                  <a:lnTo>
                    <a:pt x="434798" y="373358"/>
                  </a:lnTo>
                  <a:lnTo>
                    <a:pt x="433714" y="372739"/>
                  </a:lnTo>
                  <a:lnTo>
                    <a:pt x="433119" y="371826"/>
                  </a:lnTo>
                  <a:lnTo>
                    <a:pt x="433242" y="371055"/>
                  </a:lnTo>
                  <a:lnTo>
                    <a:pt x="432733" y="370268"/>
                  </a:lnTo>
                  <a:lnTo>
                    <a:pt x="432320" y="370523"/>
                  </a:lnTo>
                  <a:lnTo>
                    <a:pt x="431976" y="369713"/>
                  </a:lnTo>
                  <a:lnTo>
                    <a:pt x="431252" y="369342"/>
                  </a:lnTo>
                  <a:lnTo>
                    <a:pt x="430372" y="367993"/>
                  </a:lnTo>
                  <a:lnTo>
                    <a:pt x="430156" y="366071"/>
                  </a:lnTo>
                  <a:lnTo>
                    <a:pt x="430718" y="364562"/>
                  </a:lnTo>
                  <a:lnTo>
                    <a:pt x="430592" y="364257"/>
                  </a:lnTo>
                  <a:lnTo>
                    <a:pt x="429609" y="364181"/>
                  </a:lnTo>
                  <a:lnTo>
                    <a:pt x="428036" y="364656"/>
                  </a:lnTo>
                  <a:lnTo>
                    <a:pt x="425607" y="364197"/>
                  </a:lnTo>
                  <a:lnTo>
                    <a:pt x="423875" y="364276"/>
                  </a:lnTo>
                  <a:lnTo>
                    <a:pt x="422493" y="363420"/>
                  </a:lnTo>
                  <a:lnTo>
                    <a:pt x="421413" y="361980"/>
                  </a:lnTo>
                  <a:lnTo>
                    <a:pt x="420319" y="361400"/>
                  </a:lnTo>
                  <a:lnTo>
                    <a:pt x="419936" y="360357"/>
                  </a:lnTo>
                  <a:lnTo>
                    <a:pt x="419410" y="360034"/>
                  </a:lnTo>
                  <a:lnTo>
                    <a:pt x="418857" y="360056"/>
                  </a:lnTo>
                  <a:lnTo>
                    <a:pt x="418881" y="359786"/>
                  </a:lnTo>
                  <a:lnTo>
                    <a:pt x="417559" y="358949"/>
                  </a:lnTo>
                  <a:lnTo>
                    <a:pt x="416503" y="359220"/>
                  </a:lnTo>
                  <a:lnTo>
                    <a:pt x="415436" y="360042"/>
                  </a:lnTo>
                  <a:lnTo>
                    <a:pt x="414692" y="360146"/>
                  </a:lnTo>
                  <a:lnTo>
                    <a:pt x="413191" y="360975"/>
                  </a:lnTo>
                  <a:lnTo>
                    <a:pt x="411305" y="361426"/>
                  </a:lnTo>
                  <a:lnTo>
                    <a:pt x="410108" y="361547"/>
                  </a:lnTo>
                  <a:lnTo>
                    <a:pt x="409562" y="360980"/>
                  </a:lnTo>
                  <a:lnTo>
                    <a:pt x="407835" y="360300"/>
                  </a:lnTo>
                  <a:lnTo>
                    <a:pt x="407200" y="358553"/>
                  </a:lnTo>
                  <a:lnTo>
                    <a:pt x="406726" y="357948"/>
                  </a:lnTo>
                  <a:lnTo>
                    <a:pt x="405557" y="357296"/>
                  </a:lnTo>
                  <a:lnTo>
                    <a:pt x="405754" y="355515"/>
                  </a:lnTo>
                  <a:lnTo>
                    <a:pt x="405971" y="355272"/>
                  </a:lnTo>
                  <a:lnTo>
                    <a:pt x="405641" y="352706"/>
                  </a:lnTo>
                  <a:lnTo>
                    <a:pt x="405196" y="351861"/>
                  </a:lnTo>
                  <a:lnTo>
                    <a:pt x="403643" y="351263"/>
                  </a:lnTo>
                  <a:lnTo>
                    <a:pt x="403036" y="350518"/>
                  </a:lnTo>
                  <a:lnTo>
                    <a:pt x="402763" y="349780"/>
                  </a:lnTo>
                  <a:lnTo>
                    <a:pt x="403042" y="348992"/>
                  </a:lnTo>
                  <a:lnTo>
                    <a:pt x="401182" y="343099"/>
                  </a:lnTo>
                  <a:lnTo>
                    <a:pt x="396928" y="329594"/>
                  </a:lnTo>
                  <a:lnTo>
                    <a:pt x="398570" y="328182"/>
                  </a:lnTo>
                  <a:lnTo>
                    <a:pt x="399166" y="327181"/>
                  </a:lnTo>
                  <a:lnTo>
                    <a:pt x="400987" y="325734"/>
                  </a:lnTo>
                  <a:lnTo>
                    <a:pt x="401785" y="324018"/>
                  </a:lnTo>
                  <a:lnTo>
                    <a:pt x="401632" y="323701"/>
                  </a:lnTo>
                  <a:lnTo>
                    <a:pt x="401856" y="322989"/>
                  </a:lnTo>
                  <a:lnTo>
                    <a:pt x="402244" y="322597"/>
                  </a:lnTo>
                  <a:lnTo>
                    <a:pt x="401864" y="321722"/>
                  </a:lnTo>
                  <a:lnTo>
                    <a:pt x="402220" y="321539"/>
                  </a:lnTo>
                  <a:lnTo>
                    <a:pt x="402415" y="320615"/>
                  </a:lnTo>
                  <a:lnTo>
                    <a:pt x="402713" y="320417"/>
                  </a:lnTo>
                  <a:lnTo>
                    <a:pt x="403190" y="319326"/>
                  </a:lnTo>
                  <a:lnTo>
                    <a:pt x="404490" y="318304"/>
                  </a:lnTo>
                  <a:lnTo>
                    <a:pt x="405606" y="316543"/>
                  </a:lnTo>
                  <a:lnTo>
                    <a:pt x="407427" y="314516"/>
                  </a:lnTo>
                  <a:lnTo>
                    <a:pt x="409479" y="306186"/>
                  </a:lnTo>
                  <a:lnTo>
                    <a:pt x="406076" y="298535"/>
                  </a:lnTo>
                  <a:lnTo>
                    <a:pt x="410667" y="287003"/>
                  </a:lnTo>
                  <a:lnTo>
                    <a:pt x="424863" y="247946"/>
                  </a:lnTo>
                  <a:lnTo>
                    <a:pt x="431188" y="253226"/>
                  </a:lnTo>
                  <a:lnTo>
                    <a:pt x="443825" y="256097"/>
                  </a:lnTo>
                  <a:lnTo>
                    <a:pt x="461004" y="273740"/>
                  </a:lnTo>
                  <a:lnTo>
                    <a:pt x="470449" y="276154"/>
                  </a:lnTo>
                  <a:lnTo>
                    <a:pt x="498984" y="283448"/>
                  </a:lnTo>
                  <a:lnTo>
                    <a:pt x="511960" y="281625"/>
                  </a:lnTo>
                  <a:lnTo>
                    <a:pt x="534655" y="281447"/>
                  </a:lnTo>
                  <a:lnTo>
                    <a:pt x="534912" y="281283"/>
                  </a:lnTo>
                  <a:lnTo>
                    <a:pt x="535554" y="281463"/>
                  </a:lnTo>
                  <a:lnTo>
                    <a:pt x="536034" y="281341"/>
                  </a:lnTo>
                  <a:lnTo>
                    <a:pt x="536405" y="282351"/>
                  </a:lnTo>
                  <a:lnTo>
                    <a:pt x="537085" y="282625"/>
                  </a:lnTo>
                  <a:lnTo>
                    <a:pt x="537038" y="283100"/>
                  </a:lnTo>
                  <a:lnTo>
                    <a:pt x="538092" y="282926"/>
                  </a:lnTo>
                  <a:lnTo>
                    <a:pt x="539877" y="283020"/>
                  </a:lnTo>
                  <a:lnTo>
                    <a:pt x="540186" y="283102"/>
                  </a:lnTo>
                  <a:lnTo>
                    <a:pt x="540212" y="283513"/>
                  </a:lnTo>
                  <a:lnTo>
                    <a:pt x="540400" y="285830"/>
                  </a:lnTo>
                  <a:lnTo>
                    <a:pt x="541313" y="286630"/>
                  </a:lnTo>
                  <a:lnTo>
                    <a:pt x="542364" y="287060"/>
                  </a:lnTo>
                  <a:lnTo>
                    <a:pt x="544636" y="287048"/>
                  </a:lnTo>
                  <a:lnTo>
                    <a:pt x="545661" y="287496"/>
                  </a:lnTo>
                  <a:lnTo>
                    <a:pt x="547125" y="287242"/>
                  </a:lnTo>
                  <a:lnTo>
                    <a:pt x="547556" y="287762"/>
                  </a:lnTo>
                  <a:lnTo>
                    <a:pt x="548424" y="287312"/>
                  </a:lnTo>
                  <a:lnTo>
                    <a:pt x="548816" y="287547"/>
                  </a:lnTo>
                  <a:lnTo>
                    <a:pt x="548942" y="287936"/>
                  </a:lnTo>
                  <a:lnTo>
                    <a:pt x="549494" y="287621"/>
                  </a:lnTo>
                  <a:lnTo>
                    <a:pt x="550995" y="287562"/>
                  </a:lnTo>
                  <a:lnTo>
                    <a:pt x="551402" y="287158"/>
                  </a:lnTo>
                  <a:lnTo>
                    <a:pt x="554109" y="282065"/>
                  </a:lnTo>
                  <a:lnTo>
                    <a:pt x="555272" y="278968"/>
                  </a:lnTo>
                  <a:lnTo>
                    <a:pt x="556038" y="277726"/>
                  </a:lnTo>
                  <a:lnTo>
                    <a:pt x="557416" y="273939"/>
                  </a:lnTo>
                  <a:lnTo>
                    <a:pt x="558539" y="272422"/>
                  </a:lnTo>
                  <a:lnTo>
                    <a:pt x="561256" y="265341"/>
                  </a:lnTo>
                  <a:lnTo>
                    <a:pt x="561960" y="261827"/>
                  </a:lnTo>
                  <a:lnTo>
                    <a:pt x="561112" y="261265"/>
                  </a:lnTo>
                  <a:lnTo>
                    <a:pt x="561016" y="260869"/>
                  </a:lnTo>
                  <a:lnTo>
                    <a:pt x="560276" y="260271"/>
                  </a:lnTo>
                  <a:lnTo>
                    <a:pt x="560104" y="259357"/>
                  </a:lnTo>
                  <a:lnTo>
                    <a:pt x="559500" y="258754"/>
                  </a:lnTo>
                  <a:lnTo>
                    <a:pt x="558886" y="256859"/>
                  </a:lnTo>
                  <a:lnTo>
                    <a:pt x="559081" y="256162"/>
                  </a:lnTo>
                  <a:lnTo>
                    <a:pt x="559488" y="255761"/>
                  </a:lnTo>
                  <a:lnTo>
                    <a:pt x="559449" y="254565"/>
                  </a:lnTo>
                  <a:lnTo>
                    <a:pt x="560101" y="253080"/>
                  </a:lnTo>
                  <a:lnTo>
                    <a:pt x="560588" y="252788"/>
                  </a:lnTo>
                  <a:lnTo>
                    <a:pt x="561786" y="252890"/>
                  </a:lnTo>
                  <a:lnTo>
                    <a:pt x="562308" y="252215"/>
                  </a:lnTo>
                  <a:lnTo>
                    <a:pt x="562698" y="250972"/>
                  </a:lnTo>
                  <a:lnTo>
                    <a:pt x="564494" y="250233"/>
                  </a:lnTo>
                  <a:lnTo>
                    <a:pt x="565752" y="249052"/>
                  </a:lnTo>
                  <a:lnTo>
                    <a:pt x="567773" y="248494"/>
                  </a:lnTo>
                  <a:lnTo>
                    <a:pt x="568285" y="248017"/>
                  </a:lnTo>
                  <a:lnTo>
                    <a:pt x="569384" y="247648"/>
                  </a:lnTo>
                  <a:lnTo>
                    <a:pt x="570522" y="246859"/>
                  </a:lnTo>
                  <a:lnTo>
                    <a:pt x="574417" y="240938"/>
                  </a:lnTo>
                  <a:lnTo>
                    <a:pt x="577369" y="238985"/>
                  </a:lnTo>
                  <a:lnTo>
                    <a:pt x="577374" y="235492"/>
                  </a:lnTo>
                  <a:lnTo>
                    <a:pt x="578188" y="233793"/>
                  </a:lnTo>
                  <a:lnTo>
                    <a:pt x="579829" y="231395"/>
                  </a:lnTo>
                  <a:lnTo>
                    <a:pt x="582145" y="233426"/>
                  </a:lnTo>
                  <a:lnTo>
                    <a:pt x="582463" y="233937"/>
                  </a:lnTo>
                  <a:lnTo>
                    <a:pt x="582722" y="233839"/>
                  </a:lnTo>
                  <a:lnTo>
                    <a:pt x="583103" y="234098"/>
                  </a:lnTo>
                  <a:lnTo>
                    <a:pt x="583575" y="233793"/>
                  </a:lnTo>
                  <a:lnTo>
                    <a:pt x="584642" y="233759"/>
                  </a:lnTo>
                  <a:lnTo>
                    <a:pt x="585383" y="234045"/>
                  </a:lnTo>
                  <a:lnTo>
                    <a:pt x="586983" y="235584"/>
                  </a:lnTo>
                  <a:lnTo>
                    <a:pt x="587513" y="236523"/>
                  </a:lnTo>
                  <a:lnTo>
                    <a:pt x="587998" y="236455"/>
                  </a:lnTo>
                  <a:lnTo>
                    <a:pt x="588760" y="236723"/>
                  </a:lnTo>
                  <a:lnTo>
                    <a:pt x="589290" y="237277"/>
                  </a:lnTo>
                  <a:lnTo>
                    <a:pt x="590632" y="238037"/>
                  </a:lnTo>
                  <a:lnTo>
                    <a:pt x="592870" y="237988"/>
                  </a:lnTo>
                  <a:lnTo>
                    <a:pt x="594417" y="238630"/>
                  </a:lnTo>
                  <a:lnTo>
                    <a:pt x="596092" y="238776"/>
                  </a:lnTo>
                  <a:lnTo>
                    <a:pt x="597161" y="237927"/>
                  </a:lnTo>
                  <a:lnTo>
                    <a:pt x="597550" y="236911"/>
                  </a:lnTo>
                  <a:lnTo>
                    <a:pt x="601375" y="236609"/>
                  </a:lnTo>
                  <a:lnTo>
                    <a:pt x="602343" y="236747"/>
                  </a:lnTo>
                  <a:lnTo>
                    <a:pt x="605756" y="238967"/>
                  </a:lnTo>
                  <a:lnTo>
                    <a:pt x="606658" y="240452"/>
                  </a:lnTo>
                  <a:lnTo>
                    <a:pt x="607783" y="241013"/>
                  </a:lnTo>
                  <a:lnTo>
                    <a:pt x="609679" y="243223"/>
                  </a:lnTo>
                  <a:lnTo>
                    <a:pt x="609402" y="245815"/>
                  </a:lnTo>
                  <a:lnTo>
                    <a:pt x="609577" y="246309"/>
                  </a:lnTo>
                  <a:lnTo>
                    <a:pt x="610158" y="246641"/>
                  </a:lnTo>
                  <a:lnTo>
                    <a:pt x="611198" y="246629"/>
                  </a:lnTo>
                  <a:lnTo>
                    <a:pt x="618770" y="249758"/>
                  </a:lnTo>
                  <a:lnTo>
                    <a:pt x="620421" y="250038"/>
                  </a:lnTo>
                  <a:lnTo>
                    <a:pt x="621409" y="249720"/>
                  </a:lnTo>
                  <a:lnTo>
                    <a:pt x="626452" y="249438"/>
                  </a:lnTo>
                  <a:lnTo>
                    <a:pt x="629950" y="250134"/>
                  </a:lnTo>
                  <a:lnTo>
                    <a:pt x="637190" y="250881"/>
                  </a:lnTo>
                  <a:lnTo>
                    <a:pt x="639369" y="250350"/>
                  </a:lnTo>
                  <a:lnTo>
                    <a:pt x="641962" y="250074"/>
                  </a:lnTo>
                  <a:lnTo>
                    <a:pt x="644147" y="250829"/>
                  </a:lnTo>
                  <a:lnTo>
                    <a:pt x="644832" y="250769"/>
                  </a:lnTo>
                  <a:lnTo>
                    <a:pt x="646323" y="250149"/>
                  </a:lnTo>
                  <a:lnTo>
                    <a:pt x="646943" y="250572"/>
                  </a:lnTo>
                  <a:lnTo>
                    <a:pt x="650457" y="251877"/>
                  </a:lnTo>
                  <a:lnTo>
                    <a:pt x="652316" y="251026"/>
                  </a:lnTo>
                  <a:lnTo>
                    <a:pt x="657525" y="251457"/>
                  </a:lnTo>
                  <a:lnTo>
                    <a:pt x="663687" y="251374"/>
                  </a:lnTo>
                  <a:lnTo>
                    <a:pt x="664161" y="251758"/>
                  </a:lnTo>
                  <a:lnTo>
                    <a:pt x="665081" y="255814"/>
                  </a:lnTo>
                  <a:lnTo>
                    <a:pt x="666151" y="255808"/>
                  </a:lnTo>
                  <a:lnTo>
                    <a:pt x="668774" y="255227"/>
                  </a:lnTo>
                  <a:lnTo>
                    <a:pt x="671051" y="255351"/>
                  </a:lnTo>
                  <a:lnTo>
                    <a:pt x="673479" y="254223"/>
                  </a:lnTo>
                  <a:lnTo>
                    <a:pt x="679174" y="252261"/>
                  </a:lnTo>
                  <a:lnTo>
                    <a:pt x="680130" y="254796"/>
                  </a:lnTo>
                  <a:lnTo>
                    <a:pt x="680543" y="256705"/>
                  </a:lnTo>
                  <a:lnTo>
                    <a:pt x="678170" y="257650"/>
                  </a:lnTo>
                  <a:lnTo>
                    <a:pt x="679422" y="263745"/>
                  </a:lnTo>
                  <a:lnTo>
                    <a:pt x="681688" y="270818"/>
                  </a:lnTo>
                  <a:lnTo>
                    <a:pt x="682291" y="274608"/>
                  </a:lnTo>
                  <a:lnTo>
                    <a:pt x="684687" y="275253"/>
                  </a:lnTo>
                  <a:lnTo>
                    <a:pt x="686749" y="276513"/>
                  </a:lnTo>
                  <a:lnTo>
                    <a:pt x="688221" y="276727"/>
                  </a:lnTo>
                  <a:lnTo>
                    <a:pt x="693390" y="276127"/>
                  </a:lnTo>
                  <a:lnTo>
                    <a:pt x="697685" y="276820"/>
                  </a:lnTo>
                  <a:lnTo>
                    <a:pt x="699723" y="277824"/>
                  </a:lnTo>
                  <a:lnTo>
                    <a:pt x="700237" y="278303"/>
                  </a:lnTo>
                  <a:lnTo>
                    <a:pt x="701857" y="280853"/>
                  </a:lnTo>
                  <a:lnTo>
                    <a:pt x="704620" y="282073"/>
                  </a:lnTo>
                  <a:lnTo>
                    <a:pt x="705087" y="283241"/>
                  </a:lnTo>
                  <a:lnTo>
                    <a:pt x="707318" y="285544"/>
                  </a:lnTo>
                  <a:lnTo>
                    <a:pt x="707496" y="286017"/>
                  </a:lnTo>
                  <a:lnTo>
                    <a:pt x="708350" y="285898"/>
                  </a:lnTo>
                  <a:lnTo>
                    <a:pt x="713825" y="287044"/>
                  </a:lnTo>
                  <a:lnTo>
                    <a:pt x="715636" y="286698"/>
                  </a:lnTo>
                  <a:lnTo>
                    <a:pt x="720345" y="285219"/>
                  </a:lnTo>
                  <a:lnTo>
                    <a:pt x="721631" y="286409"/>
                  </a:lnTo>
                  <a:lnTo>
                    <a:pt x="723561" y="285775"/>
                  </a:lnTo>
                  <a:lnTo>
                    <a:pt x="724651" y="286846"/>
                  </a:lnTo>
                  <a:lnTo>
                    <a:pt x="725285" y="287150"/>
                  </a:lnTo>
                  <a:lnTo>
                    <a:pt x="726860" y="285780"/>
                  </a:lnTo>
                  <a:lnTo>
                    <a:pt x="728391" y="285711"/>
                  </a:lnTo>
                  <a:lnTo>
                    <a:pt x="731154" y="286181"/>
                  </a:lnTo>
                  <a:lnTo>
                    <a:pt x="731766" y="286122"/>
                  </a:lnTo>
                  <a:lnTo>
                    <a:pt x="732007" y="286510"/>
                  </a:lnTo>
                  <a:lnTo>
                    <a:pt x="733369" y="286908"/>
                  </a:lnTo>
                  <a:lnTo>
                    <a:pt x="734527" y="287852"/>
                  </a:lnTo>
                  <a:lnTo>
                    <a:pt x="737249" y="288248"/>
                  </a:lnTo>
                  <a:lnTo>
                    <a:pt x="737454" y="288456"/>
                  </a:lnTo>
                  <a:lnTo>
                    <a:pt x="738187" y="287953"/>
                  </a:lnTo>
                  <a:lnTo>
                    <a:pt x="739076" y="288476"/>
                  </a:lnTo>
                  <a:lnTo>
                    <a:pt x="739973" y="288643"/>
                  </a:lnTo>
                  <a:lnTo>
                    <a:pt x="740784" y="288435"/>
                  </a:lnTo>
                  <a:lnTo>
                    <a:pt x="742519" y="288532"/>
                  </a:lnTo>
                  <a:lnTo>
                    <a:pt x="743688" y="289726"/>
                  </a:lnTo>
                  <a:lnTo>
                    <a:pt x="744389" y="290038"/>
                  </a:lnTo>
                  <a:lnTo>
                    <a:pt x="744615" y="290544"/>
                  </a:lnTo>
                  <a:lnTo>
                    <a:pt x="745559" y="290933"/>
                  </a:lnTo>
                  <a:lnTo>
                    <a:pt x="745421" y="292276"/>
                  </a:lnTo>
                  <a:lnTo>
                    <a:pt x="746451" y="291987"/>
                  </a:lnTo>
                  <a:lnTo>
                    <a:pt x="747000" y="292307"/>
                  </a:lnTo>
                  <a:lnTo>
                    <a:pt x="748284" y="292224"/>
                  </a:lnTo>
                  <a:lnTo>
                    <a:pt x="748904" y="292687"/>
                  </a:lnTo>
                  <a:lnTo>
                    <a:pt x="750449" y="293241"/>
                  </a:lnTo>
                  <a:lnTo>
                    <a:pt x="750369" y="293616"/>
                  </a:lnTo>
                  <a:lnTo>
                    <a:pt x="750587" y="293548"/>
                  </a:lnTo>
                  <a:lnTo>
                    <a:pt x="750715" y="294184"/>
                  </a:lnTo>
                  <a:lnTo>
                    <a:pt x="751234" y="294665"/>
                  </a:lnTo>
                  <a:lnTo>
                    <a:pt x="751848" y="296220"/>
                  </a:lnTo>
                  <a:lnTo>
                    <a:pt x="753083" y="297346"/>
                  </a:lnTo>
                  <a:lnTo>
                    <a:pt x="752489" y="298021"/>
                  </a:lnTo>
                  <a:lnTo>
                    <a:pt x="753261" y="298333"/>
                  </a:lnTo>
                  <a:lnTo>
                    <a:pt x="753402" y="299666"/>
                  </a:lnTo>
                  <a:lnTo>
                    <a:pt x="753894" y="300077"/>
                  </a:lnTo>
                  <a:lnTo>
                    <a:pt x="754727" y="301800"/>
                  </a:lnTo>
                  <a:lnTo>
                    <a:pt x="755964" y="303294"/>
                  </a:lnTo>
                  <a:lnTo>
                    <a:pt x="755458" y="305572"/>
                  </a:lnTo>
                  <a:lnTo>
                    <a:pt x="756485" y="308706"/>
                  </a:lnTo>
                  <a:lnTo>
                    <a:pt x="754510" y="310545"/>
                  </a:lnTo>
                  <a:lnTo>
                    <a:pt x="753775" y="311985"/>
                  </a:lnTo>
                  <a:lnTo>
                    <a:pt x="753975" y="312742"/>
                  </a:lnTo>
                  <a:lnTo>
                    <a:pt x="753848" y="313450"/>
                  </a:lnTo>
                  <a:lnTo>
                    <a:pt x="754312" y="315165"/>
                  </a:lnTo>
                  <a:lnTo>
                    <a:pt x="755291" y="317070"/>
                  </a:lnTo>
                  <a:lnTo>
                    <a:pt x="756104" y="317350"/>
                  </a:lnTo>
                  <a:lnTo>
                    <a:pt x="757143" y="318192"/>
                  </a:lnTo>
                  <a:lnTo>
                    <a:pt x="758566" y="318515"/>
                  </a:lnTo>
                  <a:lnTo>
                    <a:pt x="764636" y="323648"/>
                  </a:lnTo>
                  <a:lnTo>
                    <a:pt x="767995" y="323387"/>
                  </a:lnTo>
                  <a:lnTo>
                    <a:pt x="768692" y="323742"/>
                  </a:lnTo>
                  <a:lnTo>
                    <a:pt x="769778" y="326570"/>
                  </a:lnTo>
                  <a:lnTo>
                    <a:pt x="774979" y="322953"/>
                  </a:lnTo>
                  <a:lnTo>
                    <a:pt x="775547" y="321804"/>
                  </a:lnTo>
                  <a:lnTo>
                    <a:pt x="776083" y="321407"/>
                  </a:lnTo>
                  <a:lnTo>
                    <a:pt x="777495" y="320722"/>
                  </a:lnTo>
                  <a:lnTo>
                    <a:pt x="778416" y="320686"/>
                  </a:lnTo>
                  <a:lnTo>
                    <a:pt x="778683" y="321312"/>
                  </a:lnTo>
                  <a:lnTo>
                    <a:pt x="779299" y="321750"/>
                  </a:lnTo>
                  <a:lnTo>
                    <a:pt x="779450" y="322394"/>
                  </a:lnTo>
                  <a:lnTo>
                    <a:pt x="779799" y="322539"/>
                  </a:lnTo>
                  <a:lnTo>
                    <a:pt x="789411" y="315657"/>
                  </a:lnTo>
                  <a:lnTo>
                    <a:pt x="790827" y="316810"/>
                  </a:lnTo>
                  <a:lnTo>
                    <a:pt x="792856" y="317408"/>
                  </a:lnTo>
                  <a:lnTo>
                    <a:pt x="793399" y="317139"/>
                  </a:lnTo>
                  <a:lnTo>
                    <a:pt x="795760" y="316758"/>
                  </a:lnTo>
                  <a:lnTo>
                    <a:pt x="797454" y="317573"/>
                  </a:lnTo>
                  <a:lnTo>
                    <a:pt x="799206" y="317744"/>
                  </a:lnTo>
                  <a:lnTo>
                    <a:pt x="800198" y="317599"/>
                  </a:lnTo>
                  <a:lnTo>
                    <a:pt x="801538" y="316883"/>
                  </a:lnTo>
                  <a:lnTo>
                    <a:pt x="802713" y="317712"/>
                  </a:lnTo>
                  <a:lnTo>
                    <a:pt x="804705" y="318554"/>
                  </a:lnTo>
                  <a:lnTo>
                    <a:pt x="805818" y="318416"/>
                  </a:lnTo>
                  <a:lnTo>
                    <a:pt x="806182" y="318027"/>
                  </a:lnTo>
                  <a:lnTo>
                    <a:pt x="807865" y="318066"/>
                  </a:lnTo>
                  <a:lnTo>
                    <a:pt x="807789" y="317642"/>
                  </a:lnTo>
                  <a:lnTo>
                    <a:pt x="807337" y="317178"/>
                  </a:lnTo>
                  <a:lnTo>
                    <a:pt x="806423" y="311107"/>
                  </a:lnTo>
                  <a:lnTo>
                    <a:pt x="806745" y="310146"/>
                  </a:lnTo>
                  <a:lnTo>
                    <a:pt x="807243" y="309607"/>
                  </a:lnTo>
                  <a:lnTo>
                    <a:pt x="807288" y="309048"/>
                  </a:lnTo>
                  <a:lnTo>
                    <a:pt x="808741" y="307970"/>
                  </a:lnTo>
                  <a:lnTo>
                    <a:pt x="812158" y="308677"/>
                  </a:lnTo>
                  <a:lnTo>
                    <a:pt x="814979" y="308444"/>
                  </a:lnTo>
                  <a:lnTo>
                    <a:pt x="818246" y="306968"/>
                  </a:lnTo>
                  <a:lnTo>
                    <a:pt x="820938" y="306478"/>
                  </a:lnTo>
                  <a:lnTo>
                    <a:pt x="822053" y="305706"/>
                  </a:lnTo>
                  <a:lnTo>
                    <a:pt x="824024" y="305743"/>
                  </a:lnTo>
                  <a:lnTo>
                    <a:pt x="824893" y="305260"/>
                  </a:lnTo>
                  <a:lnTo>
                    <a:pt x="828741" y="305542"/>
                  </a:lnTo>
                  <a:lnTo>
                    <a:pt x="831685" y="306031"/>
                  </a:lnTo>
                  <a:lnTo>
                    <a:pt x="834223" y="308076"/>
                  </a:lnTo>
                  <a:lnTo>
                    <a:pt x="834572" y="308783"/>
                  </a:lnTo>
                  <a:lnTo>
                    <a:pt x="835339" y="309350"/>
                  </a:lnTo>
                  <a:lnTo>
                    <a:pt x="835979" y="310412"/>
                  </a:lnTo>
                  <a:lnTo>
                    <a:pt x="837664" y="306809"/>
                  </a:lnTo>
                  <a:lnTo>
                    <a:pt x="839152" y="306164"/>
                  </a:lnTo>
                  <a:lnTo>
                    <a:pt x="840832" y="306882"/>
                  </a:lnTo>
                  <a:lnTo>
                    <a:pt x="844961" y="303413"/>
                  </a:lnTo>
                  <a:lnTo>
                    <a:pt x="846923" y="303170"/>
                  </a:lnTo>
                  <a:lnTo>
                    <a:pt x="852020" y="298327"/>
                  </a:lnTo>
                  <a:lnTo>
                    <a:pt x="852612" y="296296"/>
                  </a:lnTo>
                  <a:lnTo>
                    <a:pt x="853620" y="296302"/>
                  </a:lnTo>
                  <a:lnTo>
                    <a:pt x="853838" y="296703"/>
                  </a:lnTo>
                  <a:lnTo>
                    <a:pt x="854787" y="297213"/>
                  </a:lnTo>
                  <a:lnTo>
                    <a:pt x="856649" y="297301"/>
                  </a:lnTo>
                  <a:lnTo>
                    <a:pt x="858262" y="296599"/>
                  </a:lnTo>
                  <a:lnTo>
                    <a:pt x="860533" y="296864"/>
                  </a:lnTo>
                  <a:lnTo>
                    <a:pt x="861775" y="297650"/>
                  </a:lnTo>
                  <a:lnTo>
                    <a:pt x="866427" y="296521"/>
                  </a:lnTo>
                  <a:lnTo>
                    <a:pt x="867024" y="295040"/>
                  </a:lnTo>
                  <a:lnTo>
                    <a:pt x="887649" y="294200"/>
                  </a:lnTo>
                  <a:lnTo>
                    <a:pt x="887741" y="293971"/>
                  </a:lnTo>
                  <a:lnTo>
                    <a:pt x="891255" y="293653"/>
                  </a:lnTo>
                  <a:lnTo>
                    <a:pt x="892223" y="293340"/>
                  </a:lnTo>
                  <a:lnTo>
                    <a:pt x="893129" y="298438"/>
                  </a:lnTo>
                  <a:lnTo>
                    <a:pt x="894502" y="302529"/>
                  </a:lnTo>
                  <a:lnTo>
                    <a:pt x="894484" y="304565"/>
                  </a:lnTo>
                  <a:lnTo>
                    <a:pt x="896106" y="307068"/>
                  </a:lnTo>
                  <a:lnTo>
                    <a:pt x="897493" y="308041"/>
                  </a:lnTo>
                  <a:lnTo>
                    <a:pt x="897614" y="308516"/>
                  </a:lnTo>
                  <a:lnTo>
                    <a:pt x="898091" y="308804"/>
                  </a:lnTo>
                  <a:lnTo>
                    <a:pt x="898166" y="310047"/>
                  </a:lnTo>
                  <a:lnTo>
                    <a:pt x="901053" y="315780"/>
                  </a:lnTo>
                  <a:lnTo>
                    <a:pt x="901149" y="316727"/>
                  </a:lnTo>
                  <a:lnTo>
                    <a:pt x="901655" y="317941"/>
                  </a:lnTo>
                  <a:lnTo>
                    <a:pt x="902225" y="317946"/>
                  </a:lnTo>
                  <a:lnTo>
                    <a:pt x="902820" y="319518"/>
                  </a:lnTo>
                  <a:lnTo>
                    <a:pt x="903255" y="319911"/>
                  </a:lnTo>
                  <a:lnTo>
                    <a:pt x="905069" y="320818"/>
                  </a:lnTo>
                  <a:lnTo>
                    <a:pt x="905550" y="321379"/>
                  </a:lnTo>
                  <a:lnTo>
                    <a:pt x="906401" y="324347"/>
                  </a:lnTo>
                  <a:lnTo>
                    <a:pt x="907448" y="325285"/>
                  </a:lnTo>
                  <a:lnTo>
                    <a:pt x="907959" y="325344"/>
                  </a:lnTo>
                  <a:lnTo>
                    <a:pt x="913077" y="324109"/>
                  </a:lnTo>
                  <a:lnTo>
                    <a:pt x="915812" y="322884"/>
                  </a:lnTo>
                  <a:lnTo>
                    <a:pt x="917317" y="322995"/>
                  </a:lnTo>
                  <a:lnTo>
                    <a:pt x="918798" y="322698"/>
                  </a:lnTo>
                  <a:lnTo>
                    <a:pt x="919175" y="322981"/>
                  </a:lnTo>
                  <a:lnTo>
                    <a:pt x="919239" y="323462"/>
                  </a:lnTo>
                  <a:lnTo>
                    <a:pt x="919809" y="323777"/>
                  </a:lnTo>
                  <a:lnTo>
                    <a:pt x="921141" y="325188"/>
                  </a:lnTo>
                  <a:lnTo>
                    <a:pt x="921274" y="325789"/>
                  </a:lnTo>
                  <a:lnTo>
                    <a:pt x="921636" y="326021"/>
                  </a:lnTo>
                  <a:lnTo>
                    <a:pt x="920135" y="329125"/>
                  </a:lnTo>
                  <a:lnTo>
                    <a:pt x="920198" y="330163"/>
                  </a:lnTo>
                  <a:lnTo>
                    <a:pt x="920817" y="331890"/>
                  </a:lnTo>
                  <a:lnTo>
                    <a:pt x="919271" y="332436"/>
                  </a:lnTo>
                  <a:lnTo>
                    <a:pt x="918264" y="333053"/>
                  </a:lnTo>
                  <a:lnTo>
                    <a:pt x="916439" y="333341"/>
                  </a:lnTo>
                  <a:lnTo>
                    <a:pt x="912157" y="334689"/>
                  </a:lnTo>
                  <a:lnTo>
                    <a:pt x="910537" y="334770"/>
                  </a:lnTo>
                  <a:lnTo>
                    <a:pt x="907129" y="335806"/>
                  </a:lnTo>
                  <a:lnTo>
                    <a:pt x="906591" y="336104"/>
                  </a:lnTo>
                  <a:lnTo>
                    <a:pt x="905484" y="337520"/>
                  </a:lnTo>
                  <a:lnTo>
                    <a:pt x="903533" y="338049"/>
                  </a:lnTo>
                  <a:lnTo>
                    <a:pt x="903132" y="337969"/>
                  </a:lnTo>
                  <a:lnTo>
                    <a:pt x="902790" y="338322"/>
                  </a:lnTo>
                  <a:lnTo>
                    <a:pt x="902403" y="338266"/>
                  </a:lnTo>
                  <a:lnTo>
                    <a:pt x="901363" y="338817"/>
                  </a:lnTo>
                  <a:lnTo>
                    <a:pt x="899875" y="339188"/>
                  </a:lnTo>
                  <a:lnTo>
                    <a:pt x="898766" y="339904"/>
                  </a:lnTo>
                  <a:lnTo>
                    <a:pt x="895030" y="340248"/>
                  </a:lnTo>
                  <a:lnTo>
                    <a:pt x="894242" y="340528"/>
                  </a:lnTo>
                  <a:lnTo>
                    <a:pt x="893344" y="340281"/>
                  </a:lnTo>
                  <a:lnTo>
                    <a:pt x="892950" y="340625"/>
                  </a:lnTo>
                  <a:lnTo>
                    <a:pt x="891306" y="340541"/>
                  </a:lnTo>
                  <a:lnTo>
                    <a:pt x="890951" y="341174"/>
                  </a:lnTo>
                  <a:lnTo>
                    <a:pt x="889597" y="341713"/>
                  </a:lnTo>
                  <a:lnTo>
                    <a:pt x="887902" y="343166"/>
                  </a:lnTo>
                  <a:lnTo>
                    <a:pt x="887355" y="343446"/>
                  </a:lnTo>
                  <a:lnTo>
                    <a:pt x="886918" y="343332"/>
                  </a:lnTo>
                  <a:lnTo>
                    <a:pt x="886023" y="344138"/>
                  </a:lnTo>
                  <a:lnTo>
                    <a:pt x="885308" y="343927"/>
                  </a:lnTo>
                  <a:lnTo>
                    <a:pt x="883630" y="344960"/>
                  </a:lnTo>
                  <a:lnTo>
                    <a:pt x="881845" y="345533"/>
                  </a:lnTo>
                  <a:lnTo>
                    <a:pt x="881650" y="345988"/>
                  </a:lnTo>
                  <a:lnTo>
                    <a:pt x="880507" y="345730"/>
                  </a:lnTo>
                  <a:lnTo>
                    <a:pt x="879825" y="345988"/>
                  </a:lnTo>
                  <a:lnTo>
                    <a:pt x="879500" y="345850"/>
                  </a:lnTo>
                  <a:lnTo>
                    <a:pt x="877365" y="346968"/>
                  </a:lnTo>
                  <a:lnTo>
                    <a:pt x="876156" y="347172"/>
                  </a:lnTo>
                  <a:lnTo>
                    <a:pt x="872217" y="350879"/>
                  </a:lnTo>
                  <a:lnTo>
                    <a:pt x="870711" y="351351"/>
                  </a:lnTo>
                  <a:lnTo>
                    <a:pt x="870638" y="352027"/>
                  </a:lnTo>
                  <a:lnTo>
                    <a:pt x="870171" y="352942"/>
                  </a:lnTo>
                  <a:lnTo>
                    <a:pt x="869769" y="353189"/>
                  </a:lnTo>
                  <a:lnTo>
                    <a:pt x="869171" y="352943"/>
                  </a:lnTo>
                  <a:lnTo>
                    <a:pt x="868805" y="353288"/>
                  </a:lnTo>
                  <a:lnTo>
                    <a:pt x="868561" y="355657"/>
                  </a:lnTo>
                  <a:lnTo>
                    <a:pt x="868824" y="356504"/>
                  </a:lnTo>
                  <a:lnTo>
                    <a:pt x="869243" y="356839"/>
                  </a:lnTo>
                  <a:lnTo>
                    <a:pt x="869283" y="357425"/>
                  </a:lnTo>
                  <a:lnTo>
                    <a:pt x="869925" y="358021"/>
                  </a:lnTo>
                  <a:lnTo>
                    <a:pt x="869903" y="359695"/>
                  </a:lnTo>
                  <a:lnTo>
                    <a:pt x="869303" y="360615"/>
                  </a:lnTo>
                  <a:lnTo>
                    <a:pt x="869582" y="361220"/>
                  </a:lnTo>
                  <a:lnTo>
                    <a:pt x="869905" y="361356"/>
                  </a:lnTo>
                  <a:lnTo>
                    <a:pt x="870103" y="363363"/>
                  </a:lnTo>
                  <a:lnTo>
                    <a:pt x="869681" y="363888"/>
                  </a:lnTo>
                  <a:lnTo>
                    <a:pt x="869667" y="364788"/>
                  </a:lnTo>
                  <a:lnTo>
                    <a:pt x="869092" y="365569"/>
                  </a:lnTo>
                  <a:lnTo>
                    <a:pt x="869276" y="366377"/>
                  </a:lnTo>
                  <a:lnTo>
                    <a:pt x="869013" y="367175"/>
                  </a:lnTo>
                  <a:lnTo>
                    <a:pt x="868198" y="368512"/>
                  </a:lnTo>
                  <a:lnTo>
                    <a:pt x="867427" y="370820"/>
                  </a:lnTo>
                  <a:lnTo>
                    <a:pt x="867584" y="371962"/>
                  </a:lnTo>
                  <a:lnTo>
                    <a:pt x="867206" y="372967"/>
                  </a:lnTo>
                  <a:lnTo>
                    <a:pt x="867433" y="373646"/>
                  </a:lnTo>
                  <a:lnTo>
                    <a:pt x="867186" y="374718"/>
                  </a:lnTo>
                  <a:lnTo>
                    <a:pt x="867366" y="375386"/>
                  </a:lnTo>
                  <a:lnTo>
                    <a:pt x="867248" y="376767"/>
                  </a:lnTo>
                  <a:lnTo>
                    <a:pt x="867756" y="377278"/>
                  </a:lnTo>
                  <a:lnTo>
                    <a:pt x="867660" y="378223"/>
                  </a:lnTo>
                  <a:lnTo>
                    <a:pt x="868534" y="379696"/>
                  </a:lnTo>
                  <a:lnTo>
                    <a:pt x="868904" y="381004"/>
                  </a:lnTo>
                  <a:lnTo>
                    <a:pt x="869187" y="381102"/>
                  </a:lnTo>
                  <a:lnTo>
                    <a:pt x="869813" y="380781"/>
                  </a:lnTo>
                  <a:lnTo>
                    <a:pt x="870575" y="381048"/>
                  </a:lnTo>
                  <a:lnTo>
                    <a:pt x="871343" y="381618"/>
                  </a:lnTo>
                  <a:lnTo>
                    <a:pt x="872029" y="382860"/>
                  </a:lnTo>
                  <a:lnTo>
                    <a:pt x="872630" y="383282"/>
                  </a:lnTo>
                  <a:lnTo>
                    <a:pt x="873285" y="383420"/>
                  </a:lnTo>
                  <a:lnTo>
                    <a:pt x="874169" y="383109"/>
                  </a:lnTo>
                  <a:lnTo>
                    <a:pt x="874836" y="383159"/>
                  </a:lnTo>
                  <a:lnTo>
                    <a:pt x="876621" y="384934"/>
                  </a:lnTo>
                  <a:lnTo>
                    <a:pt x="878503" y="384645"/>
                  </a:lnTo>
                  <a:lnTo>
                    <a:pt x="879919" y="385303"/>
                  </a:lnTo>
                  <a:lnTo>
                    <a:pt x="880956" y="384681"/>
                  </a:lnTo>
                  <a:lnTo>
                    <a:pt x="881519" y="384641"/>
                  </a:lnTo>
                  <a:lnTo>
                    <a:pt x="883266" y="385182"/>
                  </a:lnTo>
                  <a:lnTo>
                    <a:pt x="884769" y="384596"/>
                  </a:lnTo>
                  <a:lnTo>
                    <a:pt x="885322" y="383931"/>
                  </a:lnTo>
                  <a:lnTo>
                    <a:pt x="885997" y="382912"/>
                  </a:lnTo>
                  <a:lnTo>
                    <a:pt x="886903" y="382889"/>
                  </a:lnTo>
                  <a:lnTo>
                    <a:pt x="889083" y="382220"/>
                  </a:lnTo>
                  <a:lnTo>
                    <a:pt x="890457" y="382748"/>
                  </a:lnTo>
                  <a:lnTo>
                    <a:pt x="891438" y="382557"/>
                  </a:lnTo>
                  <a:lnTo>
                    <a:pt x="892835" y="380597"/>
                  </a:lnTo>
                  <a:lnTo>
                    <a:pt x="894753" y="379918"/>
                  </a:lnTo>
                  <a:lnTo>
                    <a:pt x="895481" y="379197"/>
                  </a:lnTo>
                  <a:lnTo>
                    <a:pt x="896576" y="379597"/>
                  </a:lnTo>
                  <a:lnTo>
                    <a:pt x="898533" y="379481"/>
                  </a:lnTo>
                  <a:lnTo>
                    <a:pt x="899023" y="378681"/>
                  </a:lnTo>
                  <a:lnTo>
                    <a:pt x="900098" y="379172"/>
                  </a:lnTo>
                  <a:lnTo>
                    <a:pt x="901877" y="378783"/>
                  </a:lnTo>
                  <a:lnTo>
                    <a:pt x="902885" y="378231"/>
                  </a:lnTo>
                  <a:lnTo>
                    <a:pt x="903869" y="378306"/>
                  </a:lnTo>
                  <a:lnTo>
                    <a:pt x="904969" y="377267"/>
                  </a:lnTo>
                  <a:lnTo>
                    <a:pt x="905879" y="377261"/>
                  </a:lnTo>
                  <a:lnTo>
                    <a:pt x="906716" y="376914"/>
                  </a:lnTo>
                  <a:lnTo>
                    <a:pt x="909599" y="376805"/>
                  </a:lnTo>
                  <a:lnTo>
                    <a:pt x="910778" y="376164"/>
                  </a:lnTo>
                  <a:lnTo>
                    <a:pt x="912163" y="376626"/>
                  </a:lnTo>
                  <a:lnTo>
                    <a:pt x="913229" y="376687"/>
                  </a:lnTo>
                  <a:lnTo>
                    <a:pt x="914211" y="377517"/>
                  </a:lnTo>
                  <a:lnTo>
                    <a:pt x="916184" y="377642"/>
                  </a:lnTo>
                  <a:lnTo>
                    <a:pt x="917360" y="378595"/>
                  </a:lnTo>
                  <a:lnTo>
                    <a:pt x="919689" y="378463"/>
                  </a:lnTo>
                  <a:lnTo>
                    <a:pt x="921939" y="379676"/>
                  </a:lnTo>
                  <a:lnTo>
                    <a:pt x="927229" y="381463"/>
                  </a:lnTo>
                  <a:lnTo>
                    <a:pt x="931099" y="382021"/>
                  </a:lnTo>
                  <a:lnTo>
                    <a:pt x="935134" y="381141"/>
                  </a:lnTo>
                  <a:lnTo>
                    <a:pt x="936918" y="381466"/>
                  </a:lnTo>
                  <a:lnTo>
                    <a:pt x="938693" y="382775"/>
                  </a:lnTo>
                  <a:lnTo>
                    <a:pt x="941208" y="385976"/>
                  </a:lnTo>
                  <a:lnTo>
                    <a:pt x="933635" y="393854"/>
                  </a:lnTo>
                  <a:lnTo>
                    <a:pt x="930470" y="396442"/>
                  </a:lnTo>
                  <a:lnTo>
                    <a:pt x="929654" y="398409"/>
                  </a:lnTo>
                  <a:lnTo>
                    <a:pt x="931350" y="401488"/>
                  </a:lnTo>
                  <a:lnTo>
                    <a:pt x="934168" y="404727"/>
                  </a:lnTo>
                  <a:lnTo>
                    <a:pt x="936509" y="406412"/>
                  </a:lnTo>
                  <a:lnTo>
                    <a:pt x="941535" y="413716"/>
                  </a:lnTo>
                  <a:lnTo>
                    <a:pt x="943333" y="415503"/>
                  </a:lnTo>
                  <a:lnTo>
                    <a:pt x="953685" y="423939"/>
                  </a:lnTo>
                  <a:lnTo>
                    <a:pt x="961020" y="431749"/>
                  </a:lnTo>
                  <a:lnTo>
                    <a:pt x="963557" y="436701"/>
                  </a:lnTo>
                  <a:lnTo>
                    <a:pt x="976246" y="453939"/>
                  </a:lnTo>
                  <a:lnTo>
                    <a:pt x="987374" y="466756"/>
                  </a:lnTo>
                  <a:lnTo>
                    <a:pt x="988067" y="481064"/>
                  </a:lnTo>
                  <a:lnTo>
                    <a:pt x="987555" y="481788"/>
                  </a:lnTo>
                  <a:lnTo>
                    <a:pt x="986170" y="482461"/>
                  </a:lnTo>
                  <a:lnTo>
                    <a:pt x="986212" y="482838"/>
                  </a:lnTo>
                  <a:lnTo>
                    <a:pt x="985922" y="483171"/>
                  </a:lnTo>
                  <a:lnTo>
                    <a:pt x="983424" y="485184"/>
                  </a:lnTo>
                  <a:lnTo>
                    <a:pt x="979561" y="485868"/>
                  </a:lnTo>
                  <a:lnTo>
                    <a:pt x="978448" y="485746"/>
                  </a:lnTo>
                  <a:lnTo>
                    <a:pt x="975788" y="486126"/>
                  </a:lnTo>
                  <a:lnTo>
                    <a:pt x="975262" y="485980"/>
                  </a:lnTo>
                  <a:lnTo>
                    <a:pt x="974649" y="486092"/>
                  </a:lnTo>
                  <a:lnTo>
                    <a:pt x="973925" y="486609"/>
                  </a:lnTo>
                  <a:lnTo>
                    <a:pt x="973009" y="488049"/>
                  </a:lnTo>
                  <a:lnTo>
                    <a:pt x="971734" y="493388"/>
                  </a:lnTo>
                  <a:lnTo>
                    <a:pt x="971073" y="493887"/>
                  </a:lnTo>
                  <a:lnTo>
                    <a:pt x="970537" y="495058"/>
                  </a:lnTo>
                  <a:lnTo>
                    <a:pt x="971266" y="496605"/>
                  </a:lnTo>
                  <a:lnTo>
                    <a:pt x="971938" y="499655"/>
                  </a:lnTo>
                  <a:lnTo>
                    <a:pt x="972878" y="500647"/>
                  </a:lnTo>
                  <a:lnTo>
                    <a:pt x="972081" y="504108"/>
                  </a:lnTo>
                  <a:lnTo>
                    <a:pt x="971162" y="505575"/>
                  </a:lnTo>
                  <a:lnTo>
                    <a:pt x="971439" y="506995"/>
                  </a:lnTo>
                  <a:lnTo>
                    <a:pt x="971115" y="507639"/>
                  </a:lnTo>
                  <a:lnTo>
                    <a:pt x="971520" y="507907"/>
                  </a:lnTo>
                  <a:lnTo>
                    <a:pt x="971568" y="508973"/>
                  </a:lnTo>
                  <a:lnTo>
                    <a:pt x="972232" y="510195"/>
                  </a:lnTo>
                  <a:lnTo>
                    <a:pt x="972042" y="511502"/>
                  </a:lnTo>
                  <a:lnTo>
                    <a:pt x="971577" y="512131"/>
                  </a:lnTo>
                  <a:lnTo>
                    <a:pt x="971703" y="513612"/>
                  </a:lnTo>
                  <a:lnTo>
                    <a:pt x="974841" y="515615"/>
                  </a:lnTo>
                  <a:lnTo>
                    <a:pt x="976071" y="515904"/>
                  </a:lnTo>
                  <a:lnTo>
                    <a:pt x="976926" y="516756"/>
                  </a:lnTo>
                  <a:lnTo>
                    <a:pt x="978916" y="517159"/>
                  </a:lnTo>
                  <a:lnTo>
                    <a:pt x="979207" y="517662"/>
                  </a:lnTo>
                  <a:lnTo>
                    <a:pt x="981428" y="519089"/>
                  </a:lnTo>
                  <a:lnTo>
                    <a:pt x="983329" y="518993"/>
                  </a:lnTo>
                  <a:lnTo>
                    <a:pt x="985169" y="519209"/>
                  </a:lnTo>
                  <a:lnTo>
                    <a:pt x="986110" y="519859"/>
                  </a:lnTo>
                  <a:lnTo>
                    <a:pt x="987674" y="520039"/>
                  </a:lnTo>
                  <a:lnTo>
                    <a:pt x="989444" y="520567"/>
                  </a:lnTo>
                  <a:lnTo>
                    <a:pt x="990755" y="521423"/>
                  </a:lnTo>
                  <a:lnTo>
                    <a:pt x="993027" y="521197"/>
                  </a:lnTo>
                  <a:lnTo>
                    <a:pt x="993925" y="520792"/>
                  </a:lnTo>
                  <a:lnTo>
                    <a:pt x="995546" y="520333"/>
                  </a:lnTo>
                  <a:lnTo>
                    <a:pt x="996191" y="521469"/>
                  </a:lnTo>
                  <a:lnTo>
                    <a:pt x="996891" y="522119"/>
                  </a:lnTo>
                  <a:lnTo>
                    <a:pt x="998691" y="522628"/>
                  </a:lnTo>
                  <a:lnTo>
                    <a:pt x="999774" y="523199"/>
                  </a:lnTo>
                  <a:lnTo>
                    <a:pt x="1000229" y="522881"/>
                  </a:lnTo>
                  <a:lnTo>
                    <a:pt x="1000806" y="523103"/>
                  </a:lnTo>
                  <a:lnTo>
                    <a:pt x="1002934" y="523032"/>
                  </a:lnTo>
                  <a:lnTo>
                    <a:pt x="1003809" y="523142"/>
                  </a:lnTo>
                  <a:lnTo>
                    <a:pt x="1004826" y="523655"/>
                  </a:lnTo>
                  <a:lnTo>
                    <a:pt x="1005880" y="523272"/>
                  </a:lnTo>
                  <a:lnTo>
                    <a:pt x="1007148" y="524050"/>
                  </a:lnTo>
                  <a:lnTo>
                    <a:pt x="1009847" y="524424"/>
                  </a:lnTo>
                  <a:lnTo>
                    <a:pt x="1010248" y="524200"/>
                  </a:lnTo>
                  <a:lnTo>
                    <a:pt x="1011080" y="524189"/>
                  </a:lnTo>
                  <a:lnTo>
                    <a:pt x="1011680" y="523839"/>
                  </a:lnTo>
                  <a:lnTo>
                    <a:pt x="1012778" y="524082"/>
                  </a:lnTo>
                  <a:lnTo>
                    <a:pt x="1013399" y="523952"/>
                  </a:lnTo>
                  <a:lnTo>
                    <a:pt x="1013696" y="523578"/>
                  </a:lnTo>
                  <a:lnTo>
                    <a:pt x="1015440" y="523396"/>
                  </a:lnTo>
                  <a:lnTo>
                    <a:pt x="1017074" y="522530"/>
                  </a:lnTo>
                  <a:lnTo>
                    <a:pt x="1017495" y="522663"/>
                  </a:lnTo>
                  <a:lnTo>
                    <a:pt x="1019452" y="521890"/>
                  </a:lnTo>
                  <a:lnTo>
                    <a:pt x="1020098" y="521868"/>
                  </a:lnTo>
                  <a:lnTo>
                    <a:pt x="1021202" y="521234"/>
                  </a:lnTo>
                  <a:lnTo>
                    <a:pt x="1022862" y="520431"/>
                  </a:lnTo>
                  <a:lnTo>
                    <a:pt x="1024180" y="521018"/>
                  </a:lnTo>
                  <a:lnTo>
                    <a:pt x="1025605" y="520993"/>
                  </a:lnTo>
                  <a:lnTo>
                    <a:pt x="1026275" y="520876"/>
                  </a:lnTo>
                  <a:lnTo>
                    <a:pt x="1026445" y="520613"/>
                  </a:lnTo>
                  <a:lnTo>
                    <a:pt x="1027181" y="520438"/>
                  </a:lnTo>
                  <a:lnTo>
                    <a:pt x="1027925" y="520557"/>
                  </a:lnTo>
                  <a:lnTo>
                    <a:pt x="1028340" y="520317"/>
                  </a:lnTo>
                  <a:lnTo>
                    <a:pt x="1029045" y="520670"/>
                  </a:lnTo>
                  <a:lnTo>
                    <a:pt x="1029625" y="520559"/>
                  </a:lnTo>
                  <a:lnTo>
                    <a:pt x="1031264" y="522333"/>
                  </a:lnTo>
                  <a:lnTo>
                    <a:pt x="1031991" y="524174"/>
                  </a:lnTo>
                  <a:lnTo>
                    <a:pt x="1033963" y="526365"/>
                  </a:lnTo>
                  <a:lnTo>
                    <a:pt x="1035065" y="525973"/>
                  </a:lnTo>
                  <a:lnTo>
                    <a:pt x="1037113" y="526493"/>
                  </a:lnTo>
                  <a:lnTo>
                    <a:pt x="1037975" y="525980"/>
                  </a:lnTo>
                  <a:lnTo>
                    <a:pt x="1039113" y="525682"/>
                  </a:lnTo>
                  <a:lnTo>
                    <a:pt x="1040443" y="524341"/>
                  </a:lnTo>
                  <a:lnTo>
                    <a:pt x="1041397" y="523857"/>
                  </a:lnTo>
                  <a:lnTo>
                    <a:pt x="1043083" y="521934"/>
                  </a:lnTo>
                  <a:lnTo>
                    <a:pt x="1044601" y="521582"/>
                  </a:lnTo>
                  <a:lnTo>
                    <a:pt x="1045625" y="522109"/>
                  </a:lnTo>
                  <a:lnTo>
                    <a:pt x="1046915" y="522278"/>
                  </a:lnTo>
                  <a:lnTo>
                    <a:pt x="1049022" y="524156"/>
                  </a:lnTo>
                  <a:lnTo>
                    <a:pt x="1049784" y="524547"/>
                  </a:lnTo>
                  <a:lnTo>
                    <a:pt x="1050388" y="524599"/>
                  </a:lnTo>
                  <a:lnTo>
                    <a:pt x="1051185" y="525055"/>
                  </a:lnTo>
                  <a:lnTo>
                    <a:pt x="1052537" y="525041"/>
                  </a:lnTo>
                  <a:lnTo>
                    <a:pt x="1053388" y="525819"/>
                  </a:lnTo>
                  <a:lnTo>
                    <a:pt x="1054844" y="526104"/>
                  </a:lnTo>
                  <a:lnTo>
                    <a:pt x="1056193" y="525989"/>
                  </a:lnTo>
                  <a:lnTo>
                    <a:pt x="1058043" y="524786"/>
                  </a:lnTo>
                  <a:lnTo>
                    <a:pt x="1059210" y="524547"/>
                  </a:lnTo>
                  <a:lnTo>
                    <a:pt x="1060954" y="522815"/>
                  </a:lnTo>
                  <a:lnTo>
                    <a:pt x="1062406" y="523252"/>
                  </a:lnTo>
                  <a:lnTo>
                    <a:pt x="1063083" y="523113"/>
                  </a:lnTo>
                  <a:lnTo>
                    <a:pt x="1066285" y="524146"/>
                  </a:lnTo>
                  <a:lnTo>
                    <a:pt x="1066905" y="524122"/>
                  </a:lnTo>
                  <a:lnTo>
                    <a:pt x="1067648" y="523192"/>
                  </a:lnTo>
                  <a:lnTo>
                    <a:pt x="1068617" y="522835"/>
                  </a:lnTo>
                  <a:lnTo>
                    <a:pt x="1068685" y="522617"/>
                  </a:lnTo>
                  <a:lnTo>
                    <a:pt x="1069815" y="522360"/>
                  </a:lnTo>
                  <a:lnTo>
                    <a:pt x="1073284" y="523343"/>
                  </a:lnTo>
                  <a:lnTo>
                    <a:pt x="1074561" y="524007"/>
                  </a:lnTo>
                  <a:lnTo>
                    <a:pt x="1075208" y="523864"/>
                  </a:lnTo>
                  <a:lnTo>
                    <a:pt x="1076841" y="524153"/>
                  </a:lnTo>
                  <a:lnTo>
                    <a:pt x="1077988" y="524193"/>
                  </a:lnTo>
                  <a:lnTo>
                    <a:pt x="1080446" y="523547"/>
                  </a:lnTo>
                  <a:lnTo>
                    <a:pt x="1082331" y="523498"/>
                  </a:lnTo>
                  <a:lnTo>
                    <a:pt x="1084080" y="523731"/>
                  </a:lnTo>
                  <a:lnTo>
                    <a:pt x="1085012" y="523361"/>
                  </a:lnTo>
                  <a:lnTo>
                    <a:pt x="1086264" y="523706"/>
                  </a:lnTo>
                  <a:lnTo>
                    <a:pt x="1086598" y="524072"/>
                  </a:lnTo>
                  <a:lnTo>
                    <a:pt x="1087369" y="524017"/>
                  </a:lnTo>
                  <a:lnTo>
                    <a:pt x="1087669" y="524330"/>
                  </a:lnTo>
                  <a:lnTo>
                    <a:pt x="1090952" y="524166"/>
                  </a:lnTo>
                  <a:lnTo>
                    <a:pt x="1091789" y="523835"/>
                  </a:lnTo>
                  <a:lnTo>
                    <a:pt x="1092293" y="524036"/>
                  </a:lnTo>
                  <a:lnTo>
                    <a:pt x="1092783" y="523936"/>
                  </a:lnTo>
                  <a:lnTo>
                    <a:pt x="1093383" y="524249"/>
                  </a:lnTo>
                  <a:lnTo>
                    <a:pt x="1094546" y="523892"/>
                  </a:lnTo>
                  <a:lnTo>
                    <a:pt x="1096497" y="524333"/>
                  </a:lnTo>
                  <a:lnTo>
                    <a:pt x="1097146" y="524213"/>
                  </a:lnTo>
                  <a:lnTo>
                    <a:pt x="1100003" y="524694"/>
                  </a:lnTo>
                  <a:lnTo>
                    <a:pt x="1100615" y="524592"/>
                  </a:lnTo>
                  <a:lnTo>
                    <a:pt x="1102178" y="525068"/>
                  </a:lnTo>
                  <a:lnTo>
                    <a:pt x="1104956" y="524391"/>
                  </a:lnTo>
                  <a:lnTo>
                    <a:pt x="1105687" y="525107"/>
                  </a:lnTo>
                  <a:lnTo>
                    <a:pt x="1106827" y="525765"/>
                  </a:lnTo>
                  <a:lnTo>
                    <a:pt x="1111409" y="527158"/>
                  </a:lnTo>
                  <a:lnTo>
                    <a:pt x="1113570" y="526442"/>
                  </a:lnTo>
                  <a:lnTo>
                    <a:pt x="1114573" y="525534"/>
                  </a:lnTo>
                  <a:lnTo>
                    <a:pt x="1115493" y="525199"/>
                  </a:lnTo>
                  <a:lnTo>
                    <a:pt x="1116828" y="525301"/>
                  </a:lnTo>
                  <a:lnTo>
                    <a:pt x="1118843" y="525883"/>
                  </a:lnTo>
                  <a:lnTo>
                    <a:pt x="1119196" y="525505"/>
                  </a:lnTo>
                  <a:lnTo>
                    <a:pt x="1121012" y="525554"/>
                  </a:lnTo>
                  <a:lnTo>
                    <a:pt x="1121870" y="525212"/>
                  </a:lnTo>
                  <a:lnTo>
                    <a:pt x="1123068" y="525240"/>
                  </a:lnTo>
                  <a:lnTo>
                    <a:pt x="1123547" y="525013"/>
                  </a:lnTo>
                  <a:lnTo>
                    <a:pt x="1127223" y="525756"/>
                  </a:lnTo>
                  <a:lnTo>
                    <a:pt x="1127815" y="525553"/>
                  </a:lnTo>
                  <a:lnTo>
                    <a:pt x="1127986" y="525147"/>
                  </a:lnTo>
                  <a:lnTo>
                    <a:pt x="1128506" y="525113"/>
                  </a:lnTo>
                  <a:lnTo>
                    <a:pt x="1130724" y="523731"/>
                  </a:lnTo>
                  <a:lnTo>
                    <a:pt x="1132224" y="523564"/>
                  </a:lnTo>
                  <a:lnTo>
                    <a:pt x="1133514" y="522393"/>
                  </a:lnTo>
                  <a:lnTo>
                    <a:pt x="1135220" y="521699"/>
                  </a:lnTo>
                  <a:lnTo>
                    <a:pt x="1135615" y="520689"/>
                  </a:lnTo>
                  <a:lnTo>
                    <a:pt x="1137008" y="519413"/>
                  </a:lnTo>
                  <a:lnTo>
                    <a:pt x="1137492" y="518402"/>
                  </a:lnTo>
                  <a:lnTo>
                    <a:pt x="1137303" y="518005"/>
                  </a:lnTo>
                  <a:lnTo>
                    <a:pt x="1136316" y="517723"/>
                  </a:lnTo>
                  <a:lnTo>
                    <a:pt x="1136154" y="515343"/>
                  </a:lnTo>
                  <a:lnTo>
                    <a:pt x="1135669" y="514795"/>
                  </a:lnTo>
                  <a:lnTo>
                    <a:pt x="1135185" y="513527"/>
                  </a:lnTo>
                  <a:lnTo>
                    <a:pt x="1135964" y="512501"/>
                  </a:lnTo>
                  <a:lnTo>
                    <a:pt x="1135914" y="510797"/>
                  </a:lnTo>
                  <a:lnTo>
                    <a:pt x="1136413" y="509740"/>
                  </a:lnTo>
                  <a:lnTo>
                    <a:pt x="1136429" y="508999"/>
                  </a:lnTo>
                  <a:lnTo>
                    <a:pt x="1135951" y="508750"/>
                  </a:lnTo>
                  <a:lnTo>
                    <a:pt x="1137095" y="507437"/>
                  </a:lnTo>
                  <a:lnTo>
                    <a:pt x="1137828" y="505530"/>
                  </a:lnTo>
                  <a:lnTo>
                    <a:pt x="1139455" y="504414"/>
                  </a:lnTo>
                  <a:lnTo>
                    <a:pt x="1139786" y="503513"/>
                  </a:lnTo>
                  <a:lnTo>
                    <a:pt x="1140421" y="503087"/>
                  </a:lnTo>
                  <a:lnTo>
                    <a:pt x="1140423" y="501950"/>
                  </a:lnTo>
                  <a:lnTo>
                    <a:pt x="1142126" y="499607"/>
                  </a:lnTo>
                  <a:lnTo>
                    <a:pt x="1142530" y="499657"/>
                  </a:lnTo>
                  <a:lnTo>
                    <a:pt x="1143670" y="498869"/>
                  </a:lnTo>
                  <a:lnTo>
                    <a:pt x="1143945" y="499031"/>
                  </a:lnTo>
                  <a:lnTo>
                    <a:pt x="1145062" y="498902"/>
                  </a:lnTo>
                  <a:lnTo>
                    <a:pt x="1146090" y="499536"/>
                  </a:lnTo>
                  <a:lnTo>
                    <a:pt x="1147321" y="499094"/>
                  </a:lnTo>
                  <a:lnTo>
                    <a:pt x="1148031" y="499325"/>
                  </a:lnTo>
                  <a:lnTo>
                    <a:pt x="1149000" y="498998"/>
                  </a:lnTo>
                  <a:lnTo>
                    <a:pt x="1150881" y="498986"/>
                  </a:lnTo>
                  <a:lnTo>
                    <a:pt x="1152650" y="498002"/>
                  </a:lnTo>
                  <a:lnTo>
                    <a:pt x="1153378" y="498098"/>
                  </a:lnTo>
                  <a:lnTo>
                    <a:pt x="1154213" y="497537"/>
                  </a:lnTo>
                  <a:lnTo>
                    <a:pt x="1156214" y="496948"/>
                  </a:lnTo>
                  <a:lnTo>
                    <a:pt x="1156791" y="496396"/>
                  </a:lnTo>
                  <a:lnTo>
                    <a:pt x="1156794" y="495891"/>
                  </a:lnTo>
                  <a:lnTo>
                    <a:pt x="1158294" y="494516"/>
                  </a:lnTo>
                  <a:lnTo>
                    <a:pt x="1160242" y="494177"/>
                  </a:lnTo>
                  <a:lnTo>
                    <a:pt x="1160986" y="493325"/>
                  </a:lnTo>
                  <a:lnTo>
                    <a:pt x="1162136" y="492940"/>
                  </a:lnTo>
                  <a:lnTo>
                    <a:pt x="1163474" y="491782"/>
                  </a:lnTo>
                  <a:lnTo>
                    <a:pt x="1164496" y="491367"/>
                  </a:lnTo>
                  <a:lnTo>
                    <a:pt x="1165097" y="490372"/>
                  </a:lnTo>
                  <a:lnTo>
                    <a:pt x="1165867" y="489985"/>
                  </a:lnTo>
                  <a:lnTo>
                    <a:pt x="1166077" y="489785"/>
                  </a:lnTo>
                  <a:lnTo>
                    <a:pt x="1166028" y="489442"/>
                  </a:lnTo>
                  <a:lnTo>
                    <a:pt x="1166555" y="489069"/>
                  </a:lnTo>
                  <a:lnTo>
                    <a:pt x="1167057" y="488991"/>
                  </a:lnTo>
                  <a:lnTo>
                    <a:pt x="1167271" y="489366"/>
                  </a:lnTo>
                  <a:lnTo>
                    <a:pt x="1167329" y="489038"/>
                  </a:lnTo>
                  <a:lnTo>
                    <a:pt x="1167779" y="489020"/>
                  </a:lnTo>
                  <a:lnTo>
                    <a:pt x="1168614" y="488157"/>
                  </a:lnTo>
                  <a:lnTo>
                    <a:pt x="1170519" y="487638"/>
                  </a:lnTo>
                  <a:lnTo>
                    <a:pt x="1172022" y="486462"/>
                  </a:lnTo>
                  <a:lnTo>
                    <a:pt x="1173907" y="486106"/>
                  </a:lnTo>
                  <a:lnTo>
                    <a:pt x="1174883" y="485588"/>
                  </a:lnTo>
                  <a:lnTo>
                    <a:pt x="1177765" y="485767"/>
                  </a:lnTo>
                  <a:lnTo>
                    <a:pt x="1178544" y="485461"/>
                  </a:lnTo>
                  <a:lnTo>
                    <a:pt x="1181155" y="485048"/>
                  </a:lnTo>
                  <a:lnTo>
                    <a:pt x="1183125" y="485004"/>
                  </a:lnTo>
                  <a:lnTo>
                    <a:pt x="1184804" y="484545"/>
                  </a:lnTo>
                  <a:lnTo>
                    <a:pt x="1186885" y="484557"/>
                  </a:lnTo>
                  <a:lnTo>
                    <a:pt x="1189518" y="483347"/>
                  </a:lnTo>
                  <a:lnTo>
                    <a:pt x="1190671" y="483365"/>
                  </a:lnTo>
                  <a:lnTo>
                    <a:pt x="1192142" y="482653"/>
                  </a:lnTo>
                  <a:lnTo>
                    <a:pt x="1194827" y="482159"/>
                  </a:lnTo>
                  <a:lnTo>
                    <a:pt x="1195945" y="479994"/>
                  </a:lnTo>
                  <a:lnTo>
                    <a:pt x="1198046" y="479220"/>
                  </a:lnTo>
                  <a:lnTo>
                    <a:pt x="1198766" y="478668"/>
                  </a:lnTo>
                  <a:lnTo>
                    <a:pt x="1200767" y="478817"/>
                  </a:lnTo>
                  <a:lnTo>
                    <a:pt x="1201626" y="478464"/>
                  </a:lnTo>
                  <a:lnTo>
                    <a:pt x="1202531" y="478658"/>
                  </a:lnTo>
                  <a:lnTo>
                    <a:pt x="1203444" y="478426"/>
                  </a:lnTo>
                  <a:lnTo>
                    <a:pt x="1205329" y="478477"/>
                  </a:lnTo>
                  <a:lnTo>
                    <a:pt x="1206988" y="477931"/>
                  </a:lnTo>
                  <a:lnTo>
                    <a:pt x="1207714" y="478041"/>
                  </a:lnTo>
                  <a:lnTo>
                    <a:pt x="1208245" y="477792"/>
                  </a:lnTo>
                  <a:lnTo>
                    <a:pt x="1210590" y="478108"/>
                  </a:lnTo>
                  <a:lnTo>
                    <a:pt x="1212521" y="477453"/>
                  </a:lnTo>
                  <a:lnTo>
                    <a:pt x="1213046" y="477697"/>
                  </a:lnTo>
                  <a:lnTo>
                    <a:pt x="1216066" y="477534"/>
                  </a:lnTo>
                  <a:lnTo>
                    <a:pt x="1216744" y="477221"/>
                  </a:lnTo>
                  <a:lnTo>
                    <a:pt x="1218048" y="477418"/>
                  </a:lnTo>
                  <a:lnTo>
                    <a:pt x="1219270" y="476867"/>
                  </a:lnTo>
                  <a:lnTo>
                    <a:pt x="1226533" y="467502"/>
                  </a:lnTo>
                  <a:lnTo>
                    <a:pt x="1228151" y="467473"/>
                  </a:lnTo>
                  <a:lnTo>
                    <a:pt x="1228914" y="468366"/>
                  </a:lnTo>
                  <a:lnTo>
                    <a:pt x="1231072" y="469020"/>
                  </a:lnTo>
                  <a:lnTo>
                    <a:pt x="1233562" y="469300"/>
                  </a:lnTo>
                  <a:lnTo>
                    <a:pt x="1240613" y="471755"/>
                  </a:lnTo>
                  <a:lnTo>
                    <a:pt x="1242563" y="473238"/>
                  </a:lnTo>
                  <a:lnTo>
                    <a:pt x="1243430" y="473345"/>
                  </a:lnTo>
                  <a:lnTo>
                    <a:pt x="1243897" y="471847"/>
                  </a:lnTo>
                  <a:lnTo>
                    <a:pt x="1248106" y="472832"/>
                  </a:lnTo>
                  <a:lnTo>
                    <a:pt x="1260041" y="470911"/>
                  </a:lnTo>
                  <a:lnTo>
                    <a:pt x="1262561" y="470960"/>
                  </a:lnTo>
                  <a:lnTo>
                    <a:pt x="1263943" y="472244"/>
                  </a:lnTo>
                  <a:lnTo>
                    <a:pt x="1266107" y="471141"/>
                  </a:lnTo>
                  <a:lnTo>
                    <a:pt x="1267015" y="471683"/>
                  </a:lnTo>
                  <a:lnTo>
                    <a:pt x="1267556" y="471647"/>
                  </a:lnTo>
                  <a:lnTo>
                    <a:pt x="1268166" y="470894"/>
                  </a:lnTo>
                  <a:lnTo>
                    <a:pt x="1269251" y="471348"/>
                  </a:lnTo>
                  <a:lnTo>
                    <a:pt x="1272227" y="471241"/>
                  </a:lnTo>
                  <a:lnTo>
                    <a:pt x="1273309" y="470866"/>
                  </a:lnTo>
                  <a:lnTo>
                    <a:pt x="1274393" y="471282"/>
                  </a:lnTo>
                  <a:lnTo>
                    <a:pt x="1274791" y="472293"/>
                  </a:lnTo>
                  <a:lnTo>
                    <a:pt x="1275290" y="472475"/>
                  </a:lnTo>
                  <a:lnTo>
                    <a:pt x="1276588" y="475992"/>
                  </a:lnTo>
                  <a:lnTo>
                    <a:pt x="1277913" y="477881"/>
                  </a:lnTo>
                  <a:lnTo>
                    <a:pt x="1278092" y="478741"/>
                  </a:lnTo>
                  <a:lnTo>
                    <a:pt x="1272206" y="483209"/>
                  </a:lnTo>
                  <a:lnTo>
                    <a:pt x="1268811" y="486794"/>
                  </a:lnTo>
                  <a:lnTo>
                    <a:pt x="1267751" y="489040"/>
                  </a:lnTo>
                  <a:lnTo>
                    <a:pt x="1263464" y="491293"/>
                  </a:lnTo>
                  <a:lnTo>
                    <a:pt x="1262635" y="497426"/>
                  </a:lnTo>
                  <a:lnTo>
                    <a:pt x="1258051" y="501012"/>
                  </a:lnTo>
                  <a:lnTo>
                    <a:pt x="1257099" y="501504"/>
                  </a:lnTo>
                  <a:lnTo>
                    <a:pt x="1256660" y="502654"/>
                  </a:lnTo>
                  <a:lnTo>
                    <a:pt x="1256696" y="503281"/>
                  </a:lnTo>
                  <a:lnTo>
                    <a:pt x="1255599" y="504453"/>
                  </a:lnTo>
                  <a:lnTo>
                    <a:pt x="1255003" y="504446"/>
                  </a:lnTo>
                  <a:lnTo>
                    <a:pt x="1254478" y="504995"/>
                  </a:lnTo>
                  <a:lnTo>
                    <a:pt x="1254464" y="506134"/>
                  </a:lnTo>
                  <a:lnTo>
                    <a:pt x="1253987" y="507001"/>
                  </a:lnTo>
                  <a:lnTo>
                    <a:pt x="1254353" y="508074"/>
                  </a:lnTo>
                  <a:lnTo>
                    <a:pt x="1254040" y="508297"/>
                  </a:lnTo>
                  <a:lnTo>
                    <a:pt x="1253694" y="509211"/>
                  </a:lnTo>
                  <a:lnTo>
                    <a:pt x="1252523" y="510054"/>
                  </a:lnTo>
                  <a:lnTo>
                    <a:pt x="1252325" y="510554"/>
                  </a:lnTo>
                  <a:lnTo>
                    <a:pt x="1252626" y="511778"/>
                  </a:lnTo>
                  <a:lnTo>
                    <a:pt x="1252305" y="512321"/>
                  </a:lnTo>
                  <a:lnTo>
                    <a:pt x="1252462" y="513087"/>
                  </a:lnTo>
                  <a:lnTo>
                    <a:pt x="1251903" y="513852"/>
                  </a:lnTo>
                  <a:lnTo>
                    <a:pt x="1250512" y="514296"/>
                  </a:lnTo>
                  <a:lnTo>
                    <a:pt x="1249820" y="514917"/>
                  </a:lnTo>
                  <a:lnTo>
                    <a:pt x="1249242" y="516715"/>
                  </a:lnTo>
                  <a:lnTo>
                    <a:pt x="1247732" y="517363"/>
                  </a:lnTo>
                  <a:lnTo>
                    <a:pt x="1247692" y="517989"/>
                  </a:lnTo>
                  <a:lnTo>
                    <a:pt x="1246327" y="518472"/>
                  </a:lnTo>
                  <a:lnTo>
                    <a:pt x="1245122" y="519386"/>
                  </a:lnTo>
                  <a:lnTo>
                    <a:pt x="1244740" y="521445"/>
                  </a:lnTo>
                  <a:lnTo>
                    <a:pt x="1243733" y="523778"/>
                  </a:lnTo>
                  <a:lnTo>
                    <a:pt x="1243876" y="524038"/>
                  </a:lnTo>
                  <a:lnTo>
                    <a:pt x="1243704" y="524599"/>
                  </a:lnTo>
                  <a:lnTo>
                    <a:pt x="1244157" y="525021"/>
                  </a:lnTo>
                  <a:lnTo>
                    <a:pt x="1243074" y="526009"/>
                  </a:lnTo>
                  <a:lnTo>
                    <a:pt x="1245837" y="529415"/>
                  </a:lnTo>
                  <a:lnTo>
                    <a:pt x="1249444" y="529743"/>
                  </a:lnTo>
                  <a:lnTo>
                    <a:pt x="1251981" y="528398"/>
                  </a:lnTo>
                  <a:lnTo>
                    <a:pt x="1254392" y="525871"/>
                  </a:lnTo>
                  <a:lnTo>
                    <a:pt x="1258858" y="525243"/>
                  </a:lnTo>
                  <a:lnTo>
                    <a:pt x="1261938" y="525351"/>
                  </a:lnTo>
                  <a:lnTo>
                    <a:pt x="1263830" y="525038"/>
                  </a:lnTo>
                  <a:lnTo>
                    <a:pt x="1265515" y="525454"/>
                  </a:lnTo>
                  <a:lnTo>
                    <a:pt x="1278254" y="524770"/>
                  </a:lnTo>
                  <a:lnTo>
                    <a:pt x="1280255" y="525463"/>
                  </a:lnTo>
                  <a:lnTo>
                    <a:pt x="1283170" y="525733"/>
                  </a:lnTo>
                  <a:lnTo>
                    <a:pt x="1286870" y="524003"/>
                  </a:lnTo>
                  <a:lnTo>
                    <a:pt x="1291912" y="526672"/>
                  </a:lnTo>
                  <a:lnTo>
                    <a:pt x="1294405" y="527040"/>
                  </a:lnTo>
                  <a:lnTo>
                    <a:pt x="1294764" y="526488"/>
                  </a:lnTo>
                  <a:lnTo>
                    <a:pt x="1295885" y="526657"/>
                  </a:lnTo>
                  <a:lnTo>
                    <a:pt x="1297397" y="526417"/>
                  </a:lnTo>
                  <a:lnTo>
                    <a:pt x="1302121" y="523753"/>
                  </a:lnTo>
                  <a:lnTo>
                    <a:pt x="1303630" y="523577"/>
                  </a:lnTo>
                  <a:lnTo>
                    <a:pt x="1304977" y="522783"/>
                  </a:lnTo>
                  <a:lnTo>
                    <a:pt x="1305457" y="522245"/>
                  </a:lnTo>
                  <a:lnTo>
                    <a:pt x="1305947" y="522683"/>
                  </a:lnTo>
                  <a:lnTo>
                    <a:pt x="1306628" y="522512"/>
                  </a:lnTo>
                  <a:lnTo>
                    <a:pt x="1308001" y="521024"/>
                  </a:lnTo>
                  <a:lnTo>
                    <a:pt x="1309355" y="520378"/>
                  </a:lnTo>
                  <a:lnTo>
                    <a:pt x="1310703" y="519296"/>
                  </a:lnTo>
                  <a:lnTo>
                    <a:pt x="1312176" y="516754"/>
                  </a:lnTo>
                  <a:lnTo>
                    <a:pt x="1313440" y="515174"/>
                  </a:lnTo>
                  <a:lnTo>
                    <a:pt x="1313438" y="514751"/>
                  </a:lnTo>
                  <a:lnTo>
                    <a:pt x="1314095" y="514118"/>
                  </a:lnTo>
                  <a:lnTo>
                    <a:pt x="1314487" y="513209"/>
                  </a:lnTo>
                  <a:lnTo>
                    <a:pt x="1316506" y="512224"/>
                  </a:lnTo>
                  <a:lnTo>
                    <a:pt x="1316857" y="505534"/>
                  </a:lnTo>
                  <a:lnTo>
                    <a:pt x="1317386" y="504852"/>
                  </a:lnTo>
                  <a:lnTo>
                    <a:pt x="1318047" y="503236"/>
                  </a:lnTo>
                  <a:lnTo>
                    <a:pt x="1317846" y="502445"/>
                  </a:lnTo>
                  <a:lnTo>
                    <a:pt x="1317955" y="501824"/>
                  </a:lnTo>
                  <a:lnTo>
                    <a:pt x="1320088" y="498621"/>
                  </a:lnTo>
                  <a:lnTo>
                    <a:pt x="1320044" y="497056"/>
                  </a:lnTo>
                  <a:lnTo>
                    <a:pt x="1319339" y="494849"/>
                  </a:lnTo>
                  <a:lnTo>
                    <a:pt x="1320443" y="493522"/>
                  </a:lnTo>
                  <a:lnTo>
                    <a:pt x="1320315" y="492692"/>
                  </a:lnTo>
                  <a:lnTo>
                    <a:pt x="1319465" y="491108"/>
                  </a:lnTo>
                  <a:lnTo>
                    <a:pt x="1319197" y="490099"/>
                  </a:lnTo>
                  <a:lnTo>
                    <a:pt x="1318286" y="489386"/>
                  </a:lnTo>
                  <a:lnTo>
                    <a:pt x="1318286" y="488941"/>
                  </a:lnTo>
                  <a:lnTo>
                    <a:pt x="1317765" y="488935"/>
                  </a:lnTo>
                  <a:lnTo>
                    <a:pt x="1317307" y="488604"/>
                  </a:lnTo>
                  <a:lnTo>
                    <a:pt x="1318239" y="484921"/>
                  </a:lnTo>
                  <a:lnTo>
                    <a:pt x="1318342" y="483891"/>
                  </a:lnTo>
                  <a:lnTo>
                    <a:pt x="1318131" y="482915"/>
                  </a:lnTo>
                  <a:lnTo>
                    <a:pt x="1318363" y="480825"/>
                  </a:lnTo>
                  <a:lnTo>
                    <a:pt x="1320581" y="479466"/>
                  </a:lnTo>
                  <a:lnTo>
                    <a:pt x="1321233" y="479889"/>
                  </a:lnTo>
                  <a:lnTo>
                    <a:pt x="1322126" y="479740"/>
                  </a:lnTo>
                  <a:lnTo>
                    <a:pt x="1322977" y="479944"/>
                  </a:lnTo>
                  <a:lnTo>
                    <a:pt x="1325645" y="478714"/>
                  </a:lnTo>
                  <a:lnTo>
                    <a:pt x="1327293" y="476021"/>
                  </a:lnTo>
                  <a:lnTo>
                    <a:pt x="1327197" y="475590"/>
                  </a:lnTo>
                  <a:lnTo>
                    <a:pt x="1327793" y="475180"/>
                  </a:lnTo>
                  <a:lnTo>
                    <a:pt x="1328671" y="475170"/>
                  </a:lnTo>
                  <a:lnTo>
                    <a:pt x="1329176" y="475586"/>
                  </a:lnTo>
                  <a:lnTo>
                    <a:pt x="1331463" y="475111"/>
                  </a:lnTo>
                  <a:lnTo>
                    <a:pt x="1333110" y="475605"/>
                  </a:lnTo>
                  <a:lnTo>
                    <a:pt x="1334571" y="476425"/>
                  </a:lnTo>
                  <a:lnTo>
                    <a:pt x="1336704" y="476403"/>
                  </a:lnTo>
                  <a:lnTo>
                    <a:pt x="1339142" y="476002"/>
                  </a:lnTo>
                  <a:lnTo>
                    <a:pt x="1340023" y="476471"/>
                  </a:lnTo>
                  <a:lnTo>
                    <a:pt x="1340878" y="475949"/>
                  </a:lnTo>
                  <a:lnTo>
                    <a:pt x="1343502" y="475395"/>
                  </a:lnTo>
                  <a:lnTo>
                    <a:pt x="1344989" y="474050"/>
                  </a:lnTo>
                  <a:lnTo>
                    <a:pt x="1347331" y="472984"/>
                  </a:lnTo>
                  <a:lnTo>
                    <a:pt x="1348694" y="470238"/>
                  </a:lnTo>
                  <a:lnTo>
                    <a:pt x="1349008" y="470203"/>
                  </a:lnTo>
                  <a:lnTo>
                    <a:pt x="1349496" y="469509"/>
                  </a:lnTo>
                  <a:lnTo>
                    <a:pt x="1349712" y="468186"/>
                  </a:lnTo>
                  <a:lnTo>
                    <a:pt x="1351383" y="466368"/>
                  </a:lnTo>
                  <a:lnTo>
                    <a:pt x="1351391" y="464741"/>
                  </a:lnTo>
                  <a:lnTo>
                    <a:pt x="1352006" y="465201"/>
                  </a:lnTo>
                  <a:lnTo>
                    <a:pt x="1352548" y="464926"/>
                  </a:lnTo>
                  <a:lnTo>
                    <a:pt x="1353537" y="464914"/>
                  </a:lnTo>
                  <a:lnTo>
                    <a:pt x="1355445" y="465579"/>
                  </a:lnTo>
                  <a:lnTo>
                    <a:pt x="1355901" y="465260"/>
                  </a:lnTo>
                  <a:lnTo>
                    <a:pt x="1357088" y="465224"/>
                  </a:lnTo>
                  <a:lnTo>
                    <a:pt x="1359294" y="464408"/>
                  </a:lnTo>
                  <a:lnTo>
                    <a:pt x="1360440" y="464383"/>
                  </a:lnTo>
                  <a:lnTo>
                    <a:pt x="1361482" y="463208"/>
                  </a:lnTo>
                  <a:lnTo>
                    <a:pt x="1362231" y="462954"/>
                  </a:lnTo>
                  <a:lnTo>
                    <a:pt x="1362035" y="461565"/>
                  </a:lnTo>
                  <a:lnTo>
                    <a:pt x="1361521" y="461189"/>
                  </a:lnTo>
                  <a:lnTo>
                    <a:pt x="1361625" y="459535"/>
                  </a:lnTo>
                  <a:lnTo>
                    <a:pt x="1361166" y="459464"/>
                  </a:lnTo>
                  <a:lnTo>
                    <a:pt x="1361403" y="458753"/>
                  </a:lnTo>
                  <a:lnTo>
                    <a:pt x="1361139" y="458254"/>
                  </a:lnTo>
                  <a:lnTo>
                    <a:pt x="1361312" y="457625"/>
                  </a:lnTo>
                  <a:lnTo>
                    <a:pt x="1361707" y="457273"/>
                  </a:lnTo>
                  <a:lnTo>
                    <a:pt x="1361655" y="456630"/>
                  </a:lnTo>
                  <a:lnTo>
                    <a:pt x="1361836" y="456048"/>
                  </a:lnTo>
                  <a:lnTo>
                    <a:pt x="1362140" y="455841"/>
                  </a:lnTo>
                  <a:lnTo>
                    <a:pt x="1362068" y="454928"/>
                  </a:lnTo>
                  <a:lnTo>
                    <a:pt x="1362427" y="454078"/>
                  </a:lnTo>
                  <a:lnTo>
                    <a:pt x="1363664" y="453573"/>
                  </a:lnTo>
                  <a:lnTo>
                    <a:pt x="1364358" y="452136"/>
                  </a:lnTo>
                  <a:lnTo>
                    <a:pt x="1365248" y="451404"/>
                  </a:lnTo>
                  <a:lnTo>
                    <a:pt x="1365566" y="450331"/>
                  </a:lnTo>
                  <a:lnTo>
                    <a:pt x="1366033" y="449876"/>
                  </a:lnTo>
                  <a:lnTo>
                    <a:pt x="1366741" y="449638"/>
                  </a:lnTo>
                  <a:lnTo>
                    <a:pt x="1366979" y="449023"/>
                  </a:lnTo>
                  <a:lnTo>
                    <a:pt x="1367815" y="448345"/>
                  </a:lnTo>
                  <a:lnTo>
                    <a:pt x="1367812" y="447842"/>
                  </a:lnTo>
                  <a:lnTo>
                    <a:pt x="1368172" y="447437"/>
                  </a:lnTo>
                  <a:lnTo>
                    <a:pt x="1370549" y="445875"/>
                  </a:lnTo>
                  <a:lnTo>
                    <a:pt x="1371444" y="445980"/>
                  </a:lnTo>
                  <a:lnTo>
                    <a:pt x="1372336" y="446474"/>
                  </a:lnTo>
                  <a:lnTo>
                    <a:pt x="1372764" y="446290"/>
                  </a:lnTo>
                  <a:lnTo>
                    <a:pt x="1374461" y="446554"/>
                  </a:lnTo>
                  <a:lnTo>
                    <a:pt x="1375198" y="446303"/>
                  </a:lnTo>
                  <a:lnTo>
                    <a:pt x="1376727" y="446362"/>
                  </a:lnTo>
                  <a:lnTo>
                    <a:pt x="1377946" y="446928"/>
                  </a:lnTo>
                  <a:lnTo>
                    <a:pt x="1378273" y="447349"/>
                  </a:lnTo>
                  <a:lnTo>
                    <a:pt x="1380050" y="448063"/>
                  </a:lnTo>
                  <a:lnTo>
                    <a:pt x="1380662" y="447948"/>
                  </a:lnTo>
                  <a:lnTo>
                    <a:pt x="1381039" y="448149"/>
                  </a:lnTo>
                  <a:lnTo>
                    <a:pt x="1381532" y="448939"/>
                  </a:lnTo>
                  <a:lnTo>
                    <a:pt x="1382694" y="449708"/>
                  </a:lnTo>
                  <a:lnTo>
                    <a:pt x="1382810" y="450021"/>
                  </a:lnTo>
                  <a:lnTo>
                    <a:pt x="1383217" y="449724"/>
                  </a:lnTo>
                  <a:lnTo>
                    <a:pt x="1384422" y="449774"/>
                  </a:lnTo>
                  <a:lnTo>
                    <a:pt x="1384932" y="449271"/>
                  </a:lnTo>
                  <a:lnTo>
                    <a:pt x="1386152" y="449455"/>
                  </a:lnTo>
                  <a:lnTo>
                    <a:pt x="1386980" y="449216"/>
                  </a:lnTo>
                  <a:lnTo>
                    <a:pt x="1387664" y="449288"/>
                  </a:lnTo>
                  <a:lnTo>
                    <a:pt x="1388842" y="448687"/>
                  </a:lnTo>
                  <a:lnTo>
                    <a:pt x="1390835" y="448241"/>
                  </a:lnTo>
                  <a:lnTo>
                    <a:pt x="1392466" y="449454"/>
                  </a:lnTo>
                  <a:lnTo>
                    <a:pt x="1393391" y="449799"/>
                  </a:lnTo>
                  <a:lnTo>
                    <a:pt x="1394273" y="450326"/>
                  </a:lnTo>
                  <a:lnTo>
                    <a:pt x="1394425" y="450660"/>
                  </a:lnTo>
                  <a:lnTo>
                    <a:pt x="1395820" y="451358"/>
                  </a:lnTo>
                  <a:lnTo>
                    <a:pt x="1396236" y="452418"/>
                  </a:lnTo>
                  <a:lnTo>
                    <a:pt x="1397254" y="453151"/>
                  </a:lnTo>
                  <a:lnTo>
                    <a:pt x="1398225" y="454667"/>
                  </a:lnTo>
                  <a:lnTo>
                    <a:pt x="1399082" y="454377"/>
                  </a:lnTo>
                  <a:lnTo>
                    <a:pt x="1401228" y="454298"/>
                  </a:lnTo>
                  <a:lnTo>
                    <a:pt x="1402946" y="453838"/>
                  </a:lnTo>
                  <a:lnTo>
                    <a:pt x="1403868" y="454022"/>
                  </a:lnTo>
                  <a:lnTo>
                    <a:pt x="1405408" y="453881"/>
                  </a:lnTo>
                  <a:lnTo>
                    <a:pt x="1406146" y="452630"/>
                  </a:lnTo>
                  <a:lnTo>
                    <a:pt x="1406485" y="452313"/>
                  </a:lnTo>
                  <a:lnTo>
                    <a:pt x="1407001" y="452243"/>
                  </a:lnTo>
                  <a:lnTo>
                    <a:pt x="1408115" y="450017"/>
                  </a:lnTo>
                  <a:lnTo>
                    <a:pt x="1408527" y="449844"/>
                  </a:lnTo>
                  <a:lnTo>
                    <a:pt x="1408832" y="449293"/>
                  </a:lnTo>
                  <a:lnTo>
                    <a:pt x="1409896" y="448680"/>
                  </a:lnTo>
                  <a:lnTo>
                    <a:pt x="1410245" y="448102"/>
                  </a:lnTo>
                  <a:lnTo>
                    <a:pt x="1411822" y="448107"/>
                  </a:lnTo>
                  <a:lnTo>
                    <a:pt x="1415719" y="448803"/>
                  </a:lnTo>
                  <a:lnTo>
                    <a:pt x="1416929" y="448751"/>
                  </a:lnTo>
                  <a:lnTo>
                    <a:pt x="1419775" y="449299"/>
                  </a:lnTo>
                  <a:lnTo>
                    <a:pt x="1420553" y="449223"/>
                  </a:lnTo>
                  <a:lnTo>
                    <a:pt x="1422655" y="450267"/>
                  </a:lnTo>
                  <a:lnTo>
                    <a:pt x="1423141" y="451615"/>
                  </a:lnTo>
                  <a:lnTo>
                    <a:pt x="1424098" y="452621"/>
                  </a:lnTo>
                  <a:lnTo>
                    <a:pt x="1425492" y="452449"/>
                  </a:lnTo>
                  <a:lnTo>
                    <a:pt x="1428148" y="451633"/>
                  </a:lnTo>
                  <a:lnTo>
                    <a:pt x="1429825" y="451617"/>
                  </a:lnTo>
                  <a:lnTo>
                    <a:pt x="1430198" y="451262"/>
                  </a:lnTo>
                  <a:lnTo>
                    <a:pt x="1430608" y="451393"/>
                  </a:lnTo>
                  <a:lnTo>
                    <a:pt x="1430719" y="450990"/>
                  </a:lnTo>
                  <a:lnTo>
                    <a:pt x="1431687" y="451070"/>
                  </a:lnTo>
                  <a:lnTo>
                    <a:pt x="1432137" y="450820"/>
                  </a:lnTo>
                  <a:lnTo>
                    <a:pt x="1433899" y="451522"/>
                  </a:lnTo>
                  <a:lnTo>
                    <a:pt x="1437794" y="451026"/>
                  </a:lnTo>
                  <a:lnTo>
                    <a:pt x="1438762" y="450540"/>
                  </a:lnTo>
                  <a:lnTo>
                    <a:pt x="1439520" y="450649"/>
                  </a:lnTo>
                  <a:lnTo>
                    <a:pt x="1440533" y="451244"/>
                  </a:lnTo>
                  <a:lnTo>
                    <a:pt x="1441259" y="452253"/>
                  </a:lnTo>
                  <a:lnTo>
                    <a:pt x="1441911" y="452287"/>
                  </a:lnTo>
                  <a:lnTo>
                    <a:pt x="1442465" y="452962"/>
                  </a:lnTo>
                  <a:lnTo>
                    <a:pt x="1444518" y="454206"/>
                  </a:lnTo>
                  <a:lnTo>
                    <a:pt x="1445961" y="452430"/>
                  </a:lnTo>
                  <a:lnTo>
                    <a:pt x="1447024" y="452541"/>
                  </a:lnTo>
                  <a:lnTo>
                    <a:pt x="1448698" y="453262"/>
                  </a:lnTo>
                  <a:lnTo>
                    <a:pt x="1449438" y="452801"/>
                  </a:lnTo>
                  <a:lnTo>
                    <a:pt x="1450307" y="453048"/>
                  </a:lnTo>
                  <a:lnTo>
                    <a:pt x="1453137" y="452554"/>
                  </a:lnTo>
                  <a:lnTo>
                    <a:pt x="1454642" y="453669"/>
                  </a:lnTo>
                  <a:lnTo>
                    <a:pt x="1455321" y="454919"/>
                  </a:lnTo>
                  <a:lnTo>
                    <a:pt x="1456575" y="455923"/>
                  </a:lnTo>
                  <a:lnTo>
                    <a:pt x="1457390" y="455746"/>
                  </a:lnTo>
                  <a:lnTo>
                    <a:pt x="1458215" y="456846"/>
                  </a:lnTo>
                  <a:lnTo>
                    <a:pt x="1459268" y="456584"/>
                  </a:lnTo>
                  <a:lnTo>
                    <a:pt x="1459227" y="456340"/>
                  </a:lnTo>
                  <a:lnTo>
                    <a:pt x="1459567" y="456159"/>
                  </a:lnTo>
                  <a:lnTo>
                    <a:pt x="1451231" y="440387"/>
                  </a:lnTo>
                  <a:lnTo>
                    <a:pt x="1450009" y="438923"/>
                  </a:lnTo>
                  <a:lnTo>
                    <a:pt x="1449652" y="437835"/>
                  </a:lnTo>
                  <a:lnTo>
                    <a:pt x="1449688" y="436906"/>
                  </a:lnTo>
                  <a:lnTo>
                    <a:pt x="1449971" y="436276"/>
                  </a:lnTo>
                  <a:lnTo>
                    <a:pt x="1450282" y="436116"/>
                  </a:lnTo>
                  <a:lnTo>
                    <a:pt x="1450556" y="435312"/>
                  </a:lnTo>
                  <a:lnTo>
                    <a:pt x="1450011" y="434218"/>
                  </a:lnTo>
                  <a:lnTo>
                    <a:pt x="1449837" y="433131"/>
                  </a:lnTo>
                  <a:lnTo>
                    <a:pt x="1449095" y="431703"/>
                  </a:lnTo>
                  <a:lnTo>
                    <a:pt x="1448517" y="429279"/>
                  </a:lnTo>
                  <a:lnTo>
                    <a:pt x="1448582" y="427615"/>
                  </a:lnTo>
                  <a:lnTo>
                    <a:pt x="1447963" y="426507"/>
                  </a:lnTo>
                  <a:lnTo>
                    <a:pt x="1446226" y="424909"/>
                  </a:lnTo>
                  <a:lnTo>
                    <a:pt x="1446068" y="423538"/>
                  </a:lnTo>
                  <a:lnTo>
                    <a:pt x="1447349" y="422075"/>
                  </a:lnTo>
                  <a:lnTo>
                    <a:pt x="1447506" y="421106"/>
                  </a:lnTo>
                  <a:lnTo>
                    <a:pt x="1444314" y="421088"/>
                  </a:lnTo>
                  <a:lnTo>
                    <a:pt x="1443275" y="420488"/>
                  </a:lnTo>
                  <a:lnTo>
                    <a:pt x="1442082" y="420137"/>
                  </a:lnTo>
                  <a:lnTo>
                    <a:pt x="1441784" y="420301"/>
                  </a:lnTo>
                  <a:lnTo>
                    <a:pt x="1438284" y="420007"/>
                  </a:lnTo>
                  <a:lnTo>
                    <a:pt x="1437155" y="420173"/>
                  </a:lnTo>
                  <a:lnTo>
                    <a:pt x="1436341" y="419876"/>
                  </a:lnTo>
                  <a:lnTo>
                    <a:pt x="1434562" y="420487"/>
                  </a:lnTo>
                  <a:lnTo>
                    <a:pt x="1434004" y="420857"/>
                  </a:lnTo>
                  <a:lnTo>
                    <a:pt x="1433866" y="421213"/>
                  </a:lnTo>
                  <a:lnTo>
                    <a:pt x="1433206" y="421538"/>
                  </a:lnTo>
                  <a:lnTo>
                    <a:pt x="1431513" y="421382"/>
                  </a:lnTo>
                  <a:lnTo>
                    <a:pt x="1431088" y="421621"/>
                  </a:lnTo>
                  <a:lnTo>
                    <a:pt x="1429916" y="420847"/>
                  </a:lnTo>
                  <a:lnTo>
                    <a:pt x="1429025" y="420977"/>
                  </a:lnTo>
                  <a:lnTo>
                    <a:pt x="1426441" y="420179"/>
                  </a:lnTo>
                  <a:lnTo>
                    <a:pt x="1426077" y="419399"/>
                  </a:lnTo>
                  <a:lnTo>
                    <a:pt x="1425483" y="419068"/>
                  </a:lnTo>
                  <a:lnTo>
                    <a:pt x="1425157" y="418590"/>
                  </a:lnTo>
                  <a:lnTo>
                    <a:pt x="1424953" y="417965"/>
                  </a:lnTo>
                  <a:lnTo>
                    <a:pt x="1425195" y="417604"/>
                  </a:lnTo>
                  <a:lnTo>
                    <a:pt x="1425102" y="417362"/>
                  </a:lnTo>
                  <a:lnTo>
                    <a:pt x="1424478" y="416853"/>
                  </a:lnTo>
                  <a:lnTo>
                    <a:pt x="1423932" y="416744"/>
                  </a:lnTo>
                  <a:lnTo>
                    <a:pt x="1423898" y="416407"/>
                  </a:lnTo>
                  <a:lnTo>
                    <a:pt x="1422948" y="415775"/>
                  </a:lnTo>
                  <a:lnTo>
                    <a:pt x="1422012" y="414138"/>
                  </a:lnTo>
                  <a:lnTo>
                    <a:pt x="1421770" y="413263"/>
                  </a:lnTo>
                  <a:lnTo>
                    <a:pt x="1421424" y="413043"/>
                  </a:lnTo>
                  <a:lnTo>
                    <a:pt x="1421414" y="412791"/>
                  </a:lnTo>
                  <a:lnTo>
                    <a:pt x="1420716" y="412510"/>
                  </a:lnTo>
                  <a:lnTo>
                    <a:pt x="1420146" y="411766"/>
                  </a:lnTo>
                  <a:lnTo>
                    <a:pt x="1420476" y="410252"/>
                  </a:lnTo>
                  <a:lnTo>
                    <a:pt x="1421575" y="408767"/>
                  </a:lnTo>
                  <a:lnTo>
                    <a:pt x="1421383" y="407938"/>
                  </a:lnTo>
                  <a:lnTo>
                    <a:pt x="1421826" y="407069"/>
                  </a:lnTo>
                  <a:lnTo>
                    <a:pt x="1421548" y="406359"/>
                  </a:lnTo>
                  <a:lnTo>
                    <a:pt x="1421601" y="405744"/>
                  </a:lnTo>
                  <a:lnTo>
                    <a:pt x="1422138" y="405015"/>
                  </a:lnTo>
                  <a:lnTo>
                    <a:pt x="1422859" y="404793"/>
                  </a:lnTo>
                  <a:lnTo>
                    <a:pt x="1423248" y="404052"/>
                  </a:lnTo>
                  <a:lnTo>
                    <a:pt x="1423649" y="403804"/>
                  </a:lnTo>
                  <a:lnTo>
                    <a:pt x="1423540" y="402644"/>
                  </a:lnTo>
                  <a:lnTo>
                    <a:pt x="1423962" y="402420"/>
                  </a:lnTo>
                  <a:lnTo>
                    <a:pt x="1424723" y="401193"/>
                  </a:lnTo>
                  <a:lnTo>
                    <a:pt x="1425886" y="400468"/>
                  </a:lnTo>
                  <a:lnTo>
                    <a:pt x="1426415" y="398648"/>
                  </a:lnTo>
                  <a:lnTo>
                    <a:pt x="1427249" y="397863"/>
                  </a:lnTo>
                  <a:lnTo>
                    <a:pt x="1428429" y="397406"/>
                  </a:lnTo>
                  <a:lnTo>
                    <a:pt x="1427946" y="396337"/>
                  </a:lnTo>
                  <a:lnTo>
                    <a:pt x="1428133" y="396041"/>
                  </a:lnTo>
                  <a:lnTo>
                    <a:pt x="1428875" y="395682"/>
                  </a:lnTo>
                  <a:lnTo>
                    <a:pt x="1430408" y="395575"/>
                  </a:lnTo>
                  <a:lnTo>
                    <a:pt x="1430820" y="395681"/>
                  </a:lnTo>
                  <a:lnTo>
                    <a:pt x="1430884" y="396065"/>
                  </a:lnTo>
                  <a:lnTo>
                    <a:pt x="1431419" y="396297"/>
                  </a:lnTo>
                  <a:lnTo>
                    <a:pt x="1432565" y="396150"/>
                  </a:lnTo>
                  <a:lnTo>
                    <a:pt x="1433922" y="394515"/>
                  </a:lnTo>
                  <a:lnTo>
                    <a:pt x="1433234" y="393731"/>
                  </a:lnTo>
                  <a:lnTo>
                    <a:pt x="1433314" y="393386"/>
                  </a:lnTo>
                  <a:lnTo>
                    <a:pt x="1434817" y="392968"/>
                  </a:lnTo>
                  <a:lnTo>
                    <a:pt x="1435792" y="393145"/>
                  </a:lnTo>
                  <a:lnTo>
                    <a:pt x="1436715" y="392132"/>
                  </a:lnTo>
                  <a:lnTo>
                    <a:pt x="1436808" y="390883"/>
                  </a:lnTo>
                  <a:lnTo>
                    <a:pt x="1436463" y="390095"/>
                  </a:lnTo>
                  <a:lnTo>
                    <a:pt x="1437351" y="389057"/>
                  </a:lnTo>
                  <a:lnTo>
                    <a:pt x="1438165" y="388769"/>
                  </a:lnTo>
                  <a:lnTo>
                    <a:pt x="1438695" y="388306"/>
                  </a:lnTo>
                  <a:lnTo>
                    <a:pt x="1439162" y="388294"/>
                  </a:lnTo>
                  <a:lnTo>
                    <a:pt x="1439605" y="387478"/>
                  </a:lnTo>
                  <a:lnTo>
                    <a:pt x="1441059" y="387419"/>
                  </a:lnTo>
                  <a:lnTo>
                    <a:pt x="1441291" y="386470"/>
                  </a:lnTo>
                  <a:lnTo>
                    <a:pt x="1442023" y="386396"/>
                  </a:lnTo>
                  <a:lnTo>
                    <a:pt x="1442682" y="385815"/>
                  </a:lnTo>
                  <a:lnTo>
                    <a:pt x="1443427" y="385762"/>
                  </a:lnTo>
                  <a:lnTo>
                    <a:pt x="1444053" y="384629"/>
                  </a:lnTo>
                  <a:lnTo>
                    <a:pt x="1444681" y="384519"/>
                  </a:lnTo>
                  <a:lnTo>
                    <a:pt x="1445007" y="383411"/>
                  </a:lnTo>
                  <a:lnTo>
                    <a:pt x="1446413" y="383201"/>
                  </a:lnTo>
                  <a:lnTo>
                    <a:pt x="1446429" y="382822"/>
                  </a:lnTo>
                  <a:lnTo>
                    <a:pt x="1446875" y="382639"/>
                  </a:lnTo>
                  <a:lnTo>
                    <a:pt x="1446786" y="382087"/>
                  </a:lnTo>
                  <a:lnTo>
                    <a:pt x="1447506" y="380925"/>
                  </a:lnTo>
                  <a:lnTo>
                    <a:pt x="1447611" y="378387"/>
                  </a:lnTo>
                  <a:lnTo>
                    <a:pt x="1448133" y="378234"/>
                  </a:lnTo>
                  <a:lnTo>
                    <a:pt x="1448223" y="377674"/>
                  </a:lnTo>
                  <a:lnTo>
                    <a:pt x="1449012" y="376284"/>
                  </a:lnTo>
                  <a:lnTo>
                    <a:pt x="1450091" y="375953"/>
                  </a:lnTo>
                  <a:lnTo>
                    <a:pt x="1450504" y="376085"/>
                  </a:lnTo>
                  <a:lnTo>
                    <a:pt x="1450918" y="375549"/>
                  </a:lnTo>
                  <a:lnTo>
                    <a:pt x="1451880" y="372301"/>
                  </a:lnTo>
                  <a:lnTo>
                    <a:pt x="1451826" y="371865"/>
                  </a:lnTo>
                  <a:lnTo>
                    <a:pt x="1452576" y="370849"/>
                  </a:lnTo>
                  <a:lnTo>
                    <a:pt x="1452669" y="370152"/>
                  </a:lnTo>
                  <a:lnTo>
                    <a:pt x="1453550" y="369079"/>
                  </a:lnTo>
                  <a:lnTo>
                    <a:pt x="1454361" y="368829"/>
                  </a:lnTo>
                  <a:lnTo>
                    <a:pt x="1456165" y="367208"/>
                  </a:lnTo>
                  <a:lnTo>
                    <a:pt x="1456183" y="365870"/>
                  </a:lnTo>
                  <a:lnTo>
                    <a:pt x="1456635" y="365325"/>
                  </a:lnTo>
                  <a:lnTo>
                    <a:pt x="1456642" y="364849"/>
                  </a:lnTo>
                  <a:lnTo>
                    <a:pt x="1458278" y="364590"/>
                  </a:lnTo>
                  <a:lnTo>
                    <a:pt x="1458314" y="364095"/>
                  </a:lnTo>
                  <a:lnTo>
                    <a:pt x="1459244" y="363273"/>
                  </a:lnTo>
                  <a:lnTo>
                    <a:pt x="1460882" y="363062"/>
                  </a:lnTo>
                  <a:lnTo>
                    <a:pt x="1461382" y="361383"/>
                  </a:lnTo>
                  <a:lnTo>
                    <a:pt x="1462476" y="360652"/>
                  </a:lnTo>
                  <a:lnTo>
                    <a:pt x="1462221" y="359290"/>
                  </a:lnTo>
                  <a:lnTo>
                    <a:pt x="1462432" y="358600"/>
                  </a:lnTo>
                  <a:lnTo>
                    <a:pt x="1463519" y="358060"/>
                  </a:lnTo>
                  <a:lnTo>
                    <a:pt x="1463885" y="357337"/>
                  </a:lnTo>
                  <a:lnTo>
                    <a:pt x="1466033" y="356267"/>
                  </a:lnTo>
                  <a:lnTo>
                    <a:pt x="1466460" y="354836"/>
                  </a:lnTo>
                  <a:lnTo>
                    <a:pt x="1467466" y="354787"/>
                  </a:lnTo>
                  <a:lnTo>
                    <a:pt x="1468395" y="354130"/>
                  </a:lnTo>
                  <a:lnTo>
                    <a:pt x="1470016" y="352408"/>
                  </a:lnTo>
                  <a:lnTo>
                    <a:pt x="1470714" y="352287"/>
                  </a:lnTo>
                  <a:lnTo>
                    <a:pt x="1471825" y="351454"/>
                  </a:lnTo>
                  <a:lnTo>
                    <a:pt x="1472164" y="350518"/>
                  </a:lnTo>
                  <a:lnTo>
                    <a:pt x="1473052" y="349922"/>
                  </a:lnTo>
                  <a:lnTo>
                    <a:pt x="1473515" y="349111"/>
                  </a:lnTo>
                  <a:lnTo>
                    <a:pt x="1474283" y="348417"/>
                  </a:lnTo>
                  <a:lnTo>
                    <a:pt x="1474423" y="347460"/>
                  </a:lnTo>
                  <a:lnTo>
                    <a:pt x="1474864" y="346904"/>
                  </a:lnTo>
                  <a:lnTo>
                    <a:pt x="1479300" y="343667"/>
                  </a:lnTo>
                  <a:lnTo>
                    <a:pt x="1479901" y="344047"/>
                  </a:lnTo>
                  <a:lnTo>
                    <a:pt x="1480512" y="343968"/>
                  </a:lnTo>
                  <a:lnTo>
                    <a:pt x="1481450" y="342991"/>
                  </a:lnTo>
                  <a:lnTo>
                    <a:pt x="1482688" y="342622"/>
                  </a:lnTo>
                  <a:lnTo>
                    <a:pt x="1484711" y="340658"/>
                  </a:lnTo>
                  <a:lnTo>
                    <a:pt x="1484614" y="341823"/>
                  </a:lnTo>
                  <a:lnTo>
                    <a:pt x="1484922" y="342719"/>
                  </a:lnTo>
                  <a:lnTo>
                    <a:pt x="1484668" y="344060"/>
                  </a:lnTo>
                  <a:lnTo>
                    <a:pt x="1485298" y="344759"/>
                  </a:lnTo>
                  <a:lnTo>
                    <a:pt x="1485666" y="346580"/>
                  </a:lnTo>
                  <a:lnTo>
                    <a:pt x="1486600" y="347374"/>
                  </a:lnTo>
                  <a:lnTo>
                    <a:pt x="1486789" y="348528"/>
                  </a:lnTo>
                  <a:lnTo>
                    <a:pt x="1487360" y="348997"/>
                  </a:lnTo>
                  <a:lnTo>
                    <a:pt x="1488531" y="351243"/>
                  </a:lnTo>
                  <a:lnTo>
                    <a:pt x="1490521" y="352599"/>
                  </a:lnTo>
                  <a:lnTo>
                    <a:pt x="1490781" y="354228"/>
                  </a:lnTo>
                  <a:lnTo>
                    <a:pt x="1491181" y="354790"/>
                  </a:lnTo>
                  <a:lnTo>
                    <a:pt x="1492016" y="357862"/>
                  </a:lnTo>
                  <a:lnTo>
                    <a:pt x="1493998" y="357284"/>
                  </a:lnTo>
                  <a:lnTo>
                    <a:pt x="1495014" y="356450"/>
                  </a:lnTo>
                  <a:lnTo>
                    <a:pt x="1496602" y="356052"/>
                  </a:lnTo>
                  <a:lnTo>
                    <a:pt x="1497247" y="355665"/>
                  </a:lnTo>
                  <a:lnTo>
                    <a:pt x="1498684" y="355697"/>
                  </a:lnTo>
                  <a:lnTo>
                    <a:pt x="1499196" y="355262"/>
                  </a:lnTo>
                  <a:lnTo>
                    <a:pt x="1499965" y="355699"/>
                  </a:lnTo>
                  <a:lnTo>
                    <a:pt x="1500171" y="356072"/>
                  </a:lnTo>
                  <a:lnTo>
                    <a:pt x="1500809" y="356215"/>
                  </a:lnTo>
                  <a:lnTo>
                    <a:pt x="1501675" y="355907"/>
                  </a:lnTo>
                  <a:lnTo>
                    <a:pt x="1502135" y="355370"/>
                  </a:lnTo>
                  <a:lnTo>
                    <a:pt x="1502880" y="355180"/>
                  </a:lnTo>
                  <a:lnTo>
                    <a:pt x="1503315" y="355847"/>
                  </a:lnTo>
                  <a:lnTo>
                    <a:pt x="1504165" y="356403"/>
                  </a:lnTo>
                  <a:lnTo>
                    <a:pt x="1504946" y="355958"/>
                  </a:lnTo>
                  <a:lnTo>
                    <a:pt x="1506660" y="355586"/>
                  </a:lnTo>
                  <a:lnTo>
                    <a:pt x="1507809" y="355715"/>
                  </a:lnTo>
                  <a:lnTo>
                    <a:pt x="1509426" y="356410"/>
                  </a:lnTo>
                  <a:lnTo>
                    <a:pt x="1510453" y="356371"/>
                  </a:lnTo>
                  <a:lnTo>
                    <a:pt x="1511913" y="355748"/>
                  </a:lnTo>
                  <a:lnTo>
                    <a:pt x="1519136" y="356218"/>
                  </a:lnTo>
                  <a:lnTo>
                    <a:pt x="1526348" y="355450"/>
                  </a:lnTo>
                  <a:lnTo>
                    <a:pt x="1531012" y="356304"/>
                  </a:lnTo>
                  <a:lnTo>
                    <a:pt x="1533254" y="356039"/>
                  </a:lnTo>
                  <a:lnTo>
                    <a:pt x="1533839" y="357850"/>
                  </a:lnTo>
                  <a:lnTo>
                    <a:pt x="1535133" y="359118"/>
                  </a:lnTo>
                  <a:lnTo>
                    <a:pt x="1537139" y="359792"/>
                  </a:lnTo>
                  <a:lnTo>
                    <a:pt x="1539308" y="359392"/>
                  </a:lnTo>
                  <a:lnTo>
                    <a:pt x="1540502" y="358724"/>
                  </a:lnTo>
                  <a:lnTo>
                    <a:pt x="1542531" y="359024"/>
                  </a:lnTo>
                  <a:lnTo>
                    <a:pt x="1543936" y="358796"/>
                  </a:lnTo>
                  <a:lnTo>
                    <a:pt x="1545514" y="358961"/>
                  </a:lnTo>
                  <a:lnTo>
                    <a:pt x="1546058" y="359321"/>
                  </a:lnTo>
                  <a:lnTo>
                    <a:pt x="1548928" y="359963"/>
                  </a:lnTo>
                  <a:lnTo>
                    <a:pt x="1552522" y="363289"/>
                  </a:lnTo>
                  <a:lnTo>
                    <a:pt x="1556364" y="361094"/>
                  </a:lnTo>
                  <a:lnTo>
                    <a:pt x="1559975" y="360869"/>
                  </a:lnTo>
                  <a:lnTo>
                    <a:pt x="1566684" y="353653"/>
                  </a:lnTo>
                  <a:lnTo>
                    <a:pt x="1570145" y="355519"/>
                  </a:lnTo>
                  <a:lnTo>
                    <a:pt x="1572803" y="355584"/>
                  </a:lnTo>
                  <a:lnTo>
                    <a:pt x="1574386" y="356454"/>
                  </a:lnTo>
                  <a:lnTo>
                    <a:pt x="1575370" y="356635"/>
                  </a:lnTo>
                  <a:lnTo>
                    <a:pt x="1577398" y="356399"/>
                  </a:lnTo>
                  <a:lnTo>
                    <a:pt x="1579161" y="356956"/>
                  </a:lnTo>
                  <a:lnTo>
                    <a:pt x="1580669" y="356843"/>
                  </a:lnTo>
                  <a:lnTo>
                    <a:pt x="1581271" y="357196"/>
                  </a:lnTo>
                  <a:lnTo>
                    <a:pt x="1582837" y="357411"/>
                  </a:lnTo>
                  <a:lnTo>
                    <a:pt x="1584153" y="357057"/>
                  </a:lnTo>
                  <a:lnTo>
                    <a:pt x="1584505" y="357230"/>
                  </a:lnTo>
                  <a:lnTo>
                    <a:pt x="1587387" y="356097"/>
                  </a:lnTo>
                  <a:lnTo>
                    <a:pt x="1588110" y="356413"/>
                  </a:lnTo>
                  <a:lnTo>
                    <a:pt x="1589333" y="356497"/>
                  </a:lnTo>
                  <a:lnTo>
                    <a:pt x="1591093" y="355801"/>
                  </a:lnTo>
                  <a:lnTo>
                    <a:pt x="1595086" y="353009"/>
                  </a:lnTo>
                  <a:lnTo>
                    <a:pt x="1600873" y="351501"/>
                  </a:lnTo>
                  <a:lnTo>
                    <a:pt x="1602451" y="350699"/>
                  </a:lnTo>
                  <a:lnTo>
                    <a:pt x="1603602" y="352507"/>
                  </a:lnTo>
                  <a:lnTo>
                    <a:pt x="1613558" y="349881"/>
                  </a:lnTo>
                  <a:lnTo>
                    <a:pt x="1620739" y="350749"/>
                  </a:lnTo>
                  <a:lnTo>
                    <a:pt x="1624684" y="349423"/>
                  </a:lnTo>
                  <a:lnTo>
                    <a:pt x="1628224" y="345315"/>
                  </a:lnTo>
                  <a:lnTo>
                    <a:pt x="1630163" y="340457"/>
                  </a:lnTo>
                  <a:lnTo>
                    <a:pt x="1631388" y="340058"/>
                  </a:lnTo>
                  <a:lnTo>
                    <a:pt x="1631611" y="339754"/>
                  </a:lnTo>
                  <a:lnTo>
                    <a:pt x="1632847" y="339218"/>
                  </a:lnTo>
                  <a:lnTo>
                    <a:pt x="1633351" y="339212"/>
                  </a:lnTo>
                  <a:lnTo>
                    <a:pt x="1635027" y="337877"/>
                  </a:lnTo>
                  <a:lnTo>
                    <a:pt x="1636422" y="337282"/>
                  </a:lnTo>
                  <a:lnTo>
                    <a:pt x="1636863" y="336738"/>
                  </a:lnTo>
                  <a:lnTo>
                    <a:pt x="1637297" y="336655"/>
                  </a:lnTo>
                  <a:lnTo>
                    <a:pt x="1639801" y="334773"/>
                  </a:lnTo>
                  <a:lnTo>
                    <a:pt x="1640731" y="333464"/>
                  </a:lnTo>
                  <a:lnTo>
                    <a:pt x="1641956" y="332430"/>
                  </a:lnTo>
                  <a:lnTo>
                    <a:pt x="1641918" y="324434"/>
                  </a:lnTo>
                  <a:lnTo>
                    <a:pt x="1642754" y="323119"/>
                  </a:lnTo>
                  <a:lnTo>
                    <a:pt x="1641907" y="322853"/>
                  </a:lnTo>
                  <a:lnTo>
                    <a:pt x="1641847" y="310570"/>
                  </a:lnTo>
                  <a:lnTo>
                    <a:pt x="1641082" y="309131"/>
                  </a:lnTo>
                  <a:lnTo>
                    <a:pt x="1640180" y="306468"/>
                  </a:lnTo>
                  <a:lnTo>
                    <a:pt x="1640133" y="300640"/>
                  </a:lnTo>
                  <a:lnTo>
                    <a:pt x="1640369" y="299922"/>
                  </a:lnTo>
                  <a:lnTo>
                    <a:pt x="1641108" y="299388"/>
                  </a:lnTo>
                  <a:lnTo>
                    <a:pt x="1642179" y="297737"/>
                  </a:lnTo>
                  <a:lnTo>
                    <a:pt x="1643299" y="295042"/>
                  </a:lnTo>
                  <a:lnTo>
                    <a:pt x="1643888" y="294425"/>
                  </a:lnTo>
                  <a:lnTo>
                    <a:pt x="1643916" y="292880"/>
                  </a:lnTo>
                  <a:lnTo>
                    <a:pt x="1644429" y="291915"/>
                  </a:lnTo>
                  <a:lnTo>
                    <a:pt x="1644556" y="290701"/>
                  </a:lnTo>
                  <a:lnTo>
                    <a:pt x="1643772" y="290007"/>
                  </a:lnTo>
                  <a:lnTo>
                    <a:pt x="1643314" y="288691"/>
                  </a:lnTo>
                  <a:lnTo>
                    <a:pt x="1643325" y="287906"/>
                  </a:lnTo>
                  <a:lnTo>
                    <a:pt x="1641687" y="285933"/>
                  </a:lnTo>
                  <a:lnTo>
                    <a:pt x="1642785" y="283218"/>
                  </a:lnTo>
                  <a:lnTo>
                    <a:pt x="1643241" y="282805"/>
                  </a:lnTo>
                  <a:lnTo>
                    <a:pt x="1643619" y="281295"/>
                  </a:lnTo>
                  <a:lnTo>
                    <a:pt x="1645205" y="278990"/>
                  </a:lnTo>
                  <a:lnTo>
                    <a:pt x="1645547" y="278001"/>
                  </a:lnTo>
                  <a:lnTo>
                    <a:pt x="1646147" y="277685"/>
                  </a:lnTo>
                  <a:lnTo>
                    <a:pt x="1646926" y="276532"/>
                  </a:lnTo>
                  <a:lnTo>
                    <a:pt x="1647819" y="276219"/>
                  </a:lnTo>
                  <a:lnTo>
                    <a:pt x="1648606" y="275023"/>
                  </a:lnTo>
                  <a:lnTo>
                    <a:pt x="1649662" y="274729"/>
                  </a:lnTo>
                  <a:lnTo>
                    <a:pt x="1650594" y="273660"/>
                  </a:lnTo>
                  <a:lnTo>
                    <a:pt x="1650846" y="272960"/>
                  </a:lnTo>
                  <a:lnTo>
                    <a:pt x="1651546" y="272525"/>
                  </a:lnTo>
                  <a:lnTo>
                    <a:pt x="1653090" y="272176"/>
                  </a:lnTo>
                  <a:lnTo>
                    <a:pt x="1653481" y="270660"/>
                  </a:lnTo>
                  <a:lnTo>
                    <a:pt x="1654428" y="268934"/>
                  </a:lnTo>
                  <a:lnTo>
                    <a:pt x="1656081" y="267619"/>
                  </a:lnTo>
                  <a:lnTo>
                    <a:pt x="1656956" y="265401"/>
                  </a:lnTo>
                  <a:lnTo>
                    <a:pt x="1657805" y="263792"/>
                  </a:lnTo>
                  <a:lnTo>
                    <a:pt x="1657638" y="262811"/>
                  </a:lnTo>
                  <a:lnTo>
                    <a:pt x="1658003" y="261507"/>
                  </a:lnTo>
                  <a:lnTo>
                    <a:pt x="1658374" y="261102"/>
                  </a:lnTo>
                  <a:lnTo>
                    <a:pt x="1658449" y="260643"/>
                  </a:lnTo>
                  <a:lnTo>
                    <a:pt x="1659195" y="259876"/>
                  </a:lnTo>
                  <a:lnTo>
                    <a:pt x="1658466" y="257249"/>
                  </a:lnTo>
                  <a:lnTo>
                    <a:pt x="1659412" y="255852"/>
                  </a:lnTo>
                  <a:lnTo>
                    <a:pt x="1659798" y="254182"/>
                  </a:lnTo>
                  <a:lnTo>
                    <a:pt x="1659809" y="252905"/>
                  </a:lnTo>
                  <a:lnTo>
                    <a:pt x="1660427" y="251454"/>
                  </a:lnTo>
                  <a:lnTo>
                    <a:pt x="1660860" y="251438"/>
                  </a:lnTo>
                  <a:lnTo>
                    <a:pt x="1661590" y="250768"/>
                  </a:lnTo>
                  <a:lnTo>
                    <a:pt x="1661515" y="249619"/>
                  </a:lnTo>
                  <a:lnTo>
                    <a:pt x="1661984" y="248742"/>
                  </a:lnTo>
                  <a:lnTo>
                    <a:pt x="1661909" y="246652"/>
                  </a:lnTo>
                  <a:lnTo>
                    <a:pt x="1662766" y="245479"/>
                  </a:lnTo>
                  <a:lnTo>
                    <a:pt x="1662866" y="244644"/>
                  </a:lnTo>
                  <a:lnTo>
                    <a:pt x="1663607" y="243640"/>
                  </a:lnTo>
                  <a:lnTo>
                    <a:pt x="1664292" y="243421"/>
                  </a:lnTo>
                  <a:lnTo>
                    <a:pt x="1665721" y="245145"/>
                  </a:lnTo>
                  <a:lnTo>
                    <a:pt x="1666234" y="245468"/>
                  </a:lnTo>
                  <a:lnTo>
                    <a:pt x="1666868" y="245176"/>
                  </a:lnTo>
                  <a:lnTo>
                    <a:pt x="1667437" y="245202"/>
                  </a:lnTo>
                  <a:lnTo>
                    <a:pt x="1668037" y="246281"/>
                  </a:lnTo>
                  <a:lnTo>
                    <a:pt x="1668946" y="246318"/>
                  </a:lnTo>
                  <a:lnTo>
                    <a:pt x="1670350" y="246760"/>
                  </a:lnTo>
                  <a:lnTo>
                    <a:pt x="1672319" y="245838"/>
                  </a:lnTo>
                  <a:lnTo>
                    <a:pt x="1673162" y="245084"/>
                  </a:lnTo>
                  <a:lnTo>
                    <a:pt x="1673304" y="244614"/>
                  </a:lnTo>
                  <a:lnTo>
                    <a:pt x="1674540" y="244176"/>
                  </a:lnTo>
                  <a:lnTo>
                    <a:pt x="1674809" y="243718"/>
                  </a:lnTo>
                  <a:lnTo>
                    <a:pt x="1674815" y="242657"/>
                  </a:lnTo>
                  <a:lnTo>
                    <a:pt x="1676477" y="240026"/>
                  </a:lnTo>
                  <a:lnTo>
                    <a:pt x="1677802" y="239604"/>
                  </a:lnTo>
                  <a:lnTo>
                    <a:pt x="1680469" y="239928"/>
                  </a:lnTo>
                  <a:lnTo>
                    <a:pt x="1680885" y="239792"/>
                  </a:lnTo>
                  <a:lnTo>
                    <a:pt x="1682566" y="240330"/>
                  </a:lnTo>
                  <a:lnTo>
                    <a:pt x="1683127" y="241259"/>
                  </a:lnTo>
                  <a:lnTo>
                    <a:pt x="1684250" y="242287"/>
                  </a:lnTo>
                  <a:lnTo>
                    <a:pt x="1685083" y="242605"/>
                  </a:lnTo>
                  <a:lnTo>
                    <a:pt x="1685337" y="243465"/>
                  </a:lnTo>
                  <a:lnTo>
                    <a:pt x="1686650" y="244794"/>
                  </a:lnTo>
                  <a:lnTo>
                    <a:pt x="1689414" y="246419"/>
                  </a:lnTo>
                  <a:lnTo>
                    <a:pt x="1690310" y="245922"/>
                  </a:lnTo>
                  <a:lnTo>
                    <a:pt x="1692737" y="245902"/>
                  </a:lnTo>
                  <a:lnTo>
                    <a:pt x="1693234" y="245271"/>
                  </a:lnTo>
                  <a:lnTo>
                    <a:pt x="1693195" y="244964"/>
                  </a:lnTo>
                  <a:lnTo>
                    <a:pt x="1693541" y="244781"/>
                  </a:lnTo>
                  <a:lnTo>
                    <a:pt x="1693749" y="243787"/>
                  </a:lnTo>
                  <a:lnTo>
                    <a:pt x="1692337" y="242473"/>
                  </a:lnTo>
                  <a:lnTo>
                    <a:pt x="1692066" y="241733"/>
                  </a:lnTo>
                  <a:lnTo>
                    <a:pt x="1692154" y="241184"/>
                  </a:lnTo>
                  <a:lnTo>
                    <a:pt x="1691640" y="240226"/>
                  </a:lnTo>
                  <a:lnTo>
                    <a:pt x="1690564" y="239908"/>
                  </a:lnTo>
                  <a:lnTo>
                    <a:pt x="1690175" y="239465"/>
                  </a:lnTo>
                  <a:lnTo>
                    <a:pt x="1689938" y="238603"/>
                  </a:lnTo>
                  <a:lnTo>
                    <a:pt x="1690384" y="237314"/>
                  </a:lnTo>
                  <a:lnTo>
                    <a:pt x="1690246" y="236364"/>
                  </a:lnTo>
                  <a:lnTo>
                    <a:pt x="1690701" y="235274"/>
                  </a:lnTo>
                  <a:lnTo>
                    <a:pt x="1691205" y="234829"/>
                  </a:lnTo>
                  <a:lnTo>
                    <a:pt x="1691119" y="233924"/>
                  </a:lnTo>
                  <a:lnTo>
                    <a:pt x="1692123" y="231390"/>
                  </a:lnTo>
                  <a:lnTo>
                    <a:pt x="1691882" y="228811"/>
                  </a:lnTo>
                  <a:lnTo>
                    <a:pt x="1692569" y="226847"/>
                  </a:lnTo>
                  <a:lnTo>
                    <a:pt x="1693402" y="226760"/>
                  </a:lnTo>
                  <a:lnTo>
                    <a:pt x="1693948" y="226332"/>
                  </a:lnTo>
                  <a:lnTo>
                    <a:pt x="1694458" y="225696"/>
                  </a:lnTo>
                  <a:lnTo>
                    <a:pt x="1694876" y="224464"/>
                  </a:lnTo>
                  <a:lnTo>
                    <a:pt x="1696077" y="223848"/>
                  </a:lnTo>
                  <a:lnTo>
                    <a:pt x="1696678" y="224439"/>
                  </a:lnTo>
                  <a:lnTo>
                    <a:pt x="1698011" y="225063"/>
                  </a:lnTo>
                  <a:lnTo>
                    <a:pt x="1698147" y="225559"/>
                  </a:lnTo>
                  <a:lnTo>
                    <a:pt x="1699370" y="225737"/>
                  </a:lnTo>
                  <a:lnTo>
                    <a:pt x="1700059" y="225590"/>
                  </a:lnTo>
                  <a:lnTo>
                    <a:pt x="1700495" y="225777"/>
                  </a:lnTo>
                  <a:lnTo>
                    <a:pt x="1701155" y="225609"/>
                  </a:lnTo>
                  <a:lnTo>
                    <a:pt x="1701533" y="225807"/>
                  </a:lnTo>
                  <a:lnTo>
                    <a:pt x="1701594" y="226241"/>
                  </a:lnTo>
                  <a:lnTo>
                    <a:pt x="1702372" y="226935"/>
                  </a:lnTo>
                  <a:lnTo>
                    <a:pt x="1702491" y="227308"/>
                  </a:lnTo>
                  <a:lnTo>
                    <a:pt x="1702272" y="227647"/>
                  </a:lnTo>
                  <a:lnTo>
                    <a:pt x="1703123" y="228903"/>
                  </a:lnTo>
                  <a:lnTo>
                    <a:pt x="1703068" y="229351"/>
                  </a:lnTo>
                  <a:lnTo>
                    <a:pt x="1703494" y="230001"/>
                  </a:lnTo>
                  <a:lnTo>
                    <a:pt x="1703565" y="232368"/>
                  </a:lnTo>
                  <a:lnTo>
                    <a:pt x="1706423" y="231966"/>
                  </a:lnTo>
                  <a:lnTo>
                    <a:pt x="1709970" y="230846"/>
                  </a:lnTo>
                  <a:lnTo>
                    <a:pt x="1710338" y="231523"/>
                  </a:lnTo>
                  <a:lnTo>
                    <a:pt x="1710338" y="232219"/>
                  </a:lnTo>
                  <a:lnTo>
                    <a:pt x="1712225" y="233139"/>
                  </a:lnTo>
                  <a:lnTo>
                    <a:pt x="1713169" y="234449"/>
                  </a:lnTo>
                  <a:lnTo>
                    <a:pt x="1713628" y="235984"/>
                  </a:lnTo>
                  <a:lnTo>
                    <a:pt x="1716291" y="237857"/>
                  </a:lnTo>
                  <a:lnTo>
                    <a:pt x="1718940" y="240292"/>
                  </a:lnTo>
                  <a:lnTo>
                    <a:pt x="1719352" y="240933"/>
                  </a:lnTo>
                  <a:lnTo>
                    <a:pt x="1721597" y="241491"/>
                  </a:lnTo>
                  <a:lnTo>
                    <a:pt x="1722364" y="240779"/>
                  </a:lnTo>
                  <a:lnTo>
                    <a:pt x="1725420" y="241888"/>
                  </a:lnTo>
                  <a:lnTo>
                    <a:pt x="1730767" y="240739"/>
                  </a:lnTo>
                  <a:lnTo>
                    <a:pt x="1732377" y="239329"/>
                  </a:lnTo>
                  <a:lnTo>
                    <a:pt x="1735126" y="239144"/>
                  </a:lnTo>
                  <a:lnTo>
                    <a:pt x="1736555" y="239823"/>
                  </a:lnTo>
                  <a:lnTo>
                    <a:pt x="1740596" y="239776"/>
                  </a:lnTo>
                  <a:lnTo>
                    <a:pt x="1740712" y="241121"/>
                  </a:lnTo>
                  <a:lnTo>
                    <a:pt x="1744105" y="241934"/>
                  </a:lnTo>
                  <a:lnTo>
                    <a:pt x="1745703" y="240996"/>
                  </a:lnTo>
                  <a:lnTo>
                    <a:pt x="1749671" y="240081"/>
                  </a:lnTo>
                  <a:lnTo>
                    <a:pt x="1749844" y="239644"/>
                  </a:lnTo>
                  <a:lnTo>
                    <a:pt x="1751016" y="239220"/>
                  </a:lnTo>
                  <a:lnTo>
                    <a:pt x="1752363" y="239072"/>
                  </a:lnTo>
                  <a:lnTo>
                    <a:pt x="1752866" y="238841"/>
                  </a:lnTo>
                  <a:lnTo>
                    <a:pt x="1753260" y="237599"/>
                  </a:lnTo>
                  <a:lnTo>
                    <a:pt x="1755382" y="236781"/>
                  </a:lnTo>
                  <a:lnTo>
                    <a:pt x="1760867" y="235375"/>
                  </a:lnTo>
                  <a:lnTo>
                    <a:pt x="1761724" y="234626"/>
                  </a:lnTo>
                  <a:lnTo>
                    <a:pt x="1762915" y="234803"/>
                  </a:lnTo>
                  <a:lnTo>
                    <a:pt x="1764593" y="234209"/>
                  </a:lnTo>
                  <a:lnTo>
                    <a:pt x="1789399" y="234481"/>
                  </a:lnTo>
                  <a:lnTo>
                    <a:pt x="1813014" y="237180"/>
                  </a:lnTo>
                  <a:lnTo>
                    <a:pt x="1814265" y="236797"/>
                  </a:lnTo>
                  <a:lnTo>
                    <a:pt x="1815700" y="236886"/>
                  </a:lnTo>
                  <a:lnTo>
                    <a:pt x="1818439" y="235862"/>
                  </a:lnTo>
                  <a:lnTo>
                    <a:pt x="1820314" y="235548"/>
                  </a:lnTo>
                  <a:lnTo>
                    <a:pt x="1821705" y="235045"/>
                  </a:lnTo>
                  <a:lnTo>
                    <a:pt x="1823960" y="235191"/>
                  </a:lnTo>
                  <a:lnTo>
                    <a:pt x="1825663" y="235778"/>
                  </a:lnTo>
                  <a:lnTo>
                    <a:pt x="1828336" y="235685"/>
                  </a:lnTo>
                  <a:lnTo>
                    <a:pt x="1830977" y="235278"/>
                  </a:lnTo>
                  <a:lnTo>
                    <a:pt x="1832018" y="235342"/>
                  </a:lnTo>
                  <a:lnTo>
                    <a:pt x="1836766" y="233794"/>
                  </a:lnTo>
                  <a:lnTo>
                    <a:pt x="1838802" y="234876"/>
                  </a:lnTo>
                  <a:lnTo>
                    <a:pt x="1840390" y="235042"/>
                  </a:lnTo>
                  <a:lnTo>
                    <a:pt x="1843331" y="234531"/>
                  </a:lnTo>
                  <a:lnTo>
                    <a:pt x="1845092" y="233579"/>
                  </a:lnTo>
                  <a:lnTo>
                    <a:pt x="1846231" y="233136"/>
                  </a:lnTo>
                  <a:lnTo>
                    <a:pt x="1847750" y="233288"/>
                  </a:lnTo>
                  <a:lnTo>
                    <a:pt x="1851536" y="232450"/>
                  </a:lnTo>
                  <a:lnTo>
                    <a:pt x="1860570" y="238198"/>
                  </a:lnTo>
                  <a:lnTo>
                    <a:pt x="1883291" y="242254"/>
                  </a:lnTo>
                  <a:lnTo>
                    <a:pt x="1885351" y="243290"/>
                  </a:lnTo>
                  <a:lnTo>
                    <a:pt x="1887878" y="243366"/>
                  </a:lnTo>
                  <a:lnTo>
                    <a:pt x="1889947" y="244013"/>
                  </a:lnTo>
                  <a:lnTo>
                    <a:pt x="1891881" y="243050"/>
                  </a:lnTo>
                  <a:lnTo>
                    <a:pt x="1895617" y="242672"/>
                  </a:lnTo>
                  <a:lnTo>
                    <a:pt x="1898128" y="243358"/>
                  </a:lnTo>
                  <a:lnTo>
                    <a:pt x="1901199" y="242465"/>
                  </a:lnTo>
                  <a:lnTo>
                    <a:pt x="1902214" y="242701"/>
                  </a:lnTo>
                  <a:lnTo>
                    <a:pt x="1903242" y="247880"/>
                  </a:lnTo>
                  <a:lnTo>
                    <a:pt x="1904567" y="248121"/>
                  </a:lnTo>
                  <a:lnTo>
                    <a:pt x="1905831" y="247919"/>
                  </a:lnTo>
                  <a:lnTo>
                    <a:pt x="1909465" y="248458"/>
                  </a:lnTo>
                  <a:lnTo>
                    <a:pt x="1911524" y="248412"/>
                  </a:lnTo>
                  <a:lnTo>
                    <a:pt x="1913351" y="247965"/>
                  </a:lnTo>
                  <a:lnTo>
                    <a:pt x="1914237" y="248017"/>
                  </a:lnTo>
                  <a:lnTo>
                    <a:pt x="1914970" y="248884"/>
                  </a:lnTo>
                  <a:lnTo>
                    <a:pt x="1915482" y="248911"/>
                  </a:lnTo>
                  <a:lnTo>
                    <a:pt x="1915884" y="249281"/>
                  </a:lnTo>
                  <a:lnTo>
                    <a:pt x="1917404" y="249210"/>
                  </a:lnTo>
                  <a:lnTo>
                    <a:pt x="1919076" y="249699"/>
                  </a:lnTo>
                  <a:lnTo>
                    <a:pt x="1919781" y="249201"/>
                  </a:lnTo>
                  <a:lnTo>
                    <a:pt x="1920230" y="248333"/>
                  </a:lnTo>
                  <a:lnTo>
                    <a:pt x="1922496" y="247960"/>
                  </a:lnTo>
                  <a:lnTo>
                    <a:pt x="1929053" y="223438"/>
                  </a:lnTo>
                  <a:lnTo>
                    <a:pt x="1931261" y="216279"/>
                  </a:lnTo>
                  <a:lnTo>
                    <a:pt x="1932262" y="217254"/>
                  </a:lnTo>
                  <a:lnTo>
                    <a:pt x="1932846" y="216757"/>
                  </a:lnTo>
                  <a:lnTo>
                    <a:pt x="1935024" y="217096"/>
                  </a:lnTo>
                  <a:lnTo>
                    <a:pt x="1935477" y="217193"/>
                  </a:lnTo>
                  <a:lnTo>
                    <a:pt x="1936613" y="218294"/>
                  </a:lnTo>
                  <a:lnTo>
                    <a:pt x="1938465" y="218483"/>
                  </a:lnTo>
                  <a:lnTo>
                    <a:pt x="1938788" y="218689"/>
                  </a:lnTo>
                  <a:lnTo>
                    <a:pt x="1939050" y="218440"/>
                  </a:lnTo>
                  <a:lnTo>
                    <a:pt x="1939494" y="218672"/>
                  </a:lnTo>
                  <a:lnTo>
                    <a:pt x="1940716" y="218757"/>
                  </a:lnTo>
                  <a:lnTo>
                    <a:pt x="1941409" y="218409"/>
                  </a:lnTo>
                  <a:lnTo>
                    <a:pt x="1941991" y="217172"/>
                  </a:lnTo>
                  <a:lnTo>
                    <a:pt x="1973684" y="207403"/>
                  </a:lnTo>
                  <a:lnTo>
                    <a:pt x="1973775" y="206897"/>
                  </a:lnTo>
                  <a:lnTo>
                    <a:pt x="1975531" y="206253"/>
                  </a:lnTo>
                  <a:lnTo>
                    <a:pt x="1976751" y="206835"/>
                  </a:lnTo>
                  <a:lnTo>
                    <a:pt x="1978017" y="206540"/>
                  </a:lnTo>
                  <a:lnTo>
                    <a:pt x="1979599" y="207408"/>
                  </a:lnTo>
                  <a:lnTo>
                    <a:pt x="1981203" y="207778"/>
                  </a:lnTo>
                  <a:lnTo>
                    <a:pt x="1982196" y="207900"/>
                  </a:lnTo>
                  <a:lnTo>
                    <a:pt x="1982304" y="207696"/>
                  </a:lnTo>
                  <a:lnTo>
                    <a:pt x="1982694" y="207726"/>
                  </a:lnTo>
                  <a:lnTo>
                    <a:pt x="1983687" y="206939"/>
                  </a:lnTo>
                  <a:lnTo>
                    <a:pt x="1985399" y="206202"/>
                  </a:lnTo>
                  <a:lnTo>
                    <a:pt x="1985878" y="205631"/>
                  </a:lnTo>
                  <a:lnTo>
                    <a:pt x="1986259" y="205488"/>
                  </a:lnTo>
                  <a:lnTo>
                    <a:pt x="1987050" y="205727"/>
                  </a:lnTo>
                  <a:lnTo>
                    <a:pt x="1987820" y="205055"/>
                  </a:lnTo>
                  <a:lnTo>
                    <a:pt x="1988440" y="204013"/>
                  </a:lnTo>
                  <a:lnTo>
                    <a:pt x="1989484" y="203382"/>
                  </a:lnTo>
                  <a:lnTo>
                    <a:pt x="1990228" y="202283"/>
                  </a:lnTo>
                  <a:lnTo>
                    <a:pt x="1990573" y="202080"/>
                  </a:lnTo>
                  <a:lnTo>
                    <a:pt x="1990908" y="202188"/>
                  </a:lnTo>
                  <a:lnTo>
                    <a:pt x="1991638" y="201468"/>
                  </a:lnTo>
                  <a:lnTo>
                    <a:pt x="1991978" y="201531"/>
                  </a:lnTo>
                  <a:lnTo>
                    <a:pt x="1992347" y="201152"/>
                  </a:lnTo>
                  <a:lnTo>
                    <a:pt x="1992434" y="200636"/>
                  </a:lnTo>
                  <a:lnTo>
                    <a:pt x="1993145" y="199899"/>
                  </a:lnTo>
                  <a:lnTo>
                    <a:pt x="1994689" y="199208"/>
                  </a:lnTo>
                  <a:lnTo>
                    <a:pt x="2015725" y="201373"/>
                  </a:lnTo>
                  <a:lnTo>
                    <a:pt x="2036955" y="196731"/>
                  </a:lnTo>
                  <a:lnTo>
                    <a:pt x="2053253" y="194878"/>
                  </a:lnTo>
                  <a:lnTo>
                    <a:pt x="2054605" y="195914"/>
                  </a:lnTo>
                  <a:lnTo>
                    <a:pt x="2056981" y="196270"/>
                  </a:lnTo>
                  <a:lnTo>
                    <a:pt x="2059915" y="197919"/>
                  </a:lnTo>
                  <a:lnTo>
                    <a:pt x="2061063" y="199405"/>
                  </a:lnTo>
                  <a:lnTo>
                    <a:pt x="2061791" y="201797"/>
                  </a:lnTo>
                  <a:lnTo>
                    <a:pt x="2062504" y="198900"/>
                  </a:lnTo>
                  <a:lnTo>
                    <a:pt x="2066974" y="192536"/>
                  </a:lnTo>
                  <a:lnTo>
                    <a:pt x="2068335" y="191941"/>
                  </a:lnTo>
                  <a:lnTo>
                    <a:pt x="2071768" y="191048"/>
                  </a:lnTo>
                  <a:lnTo>
                    <a:pt x="2074988" y="190476"/>
                  </a:lnTo>
                  <a:lnTo>
                    <a:pt x="2076696" y="189704"/>
                  </a:lnTo>
                  <a:lnTo>
                    <a:pt x="2084485" y="188745"/>
                  </a:lnTo>
                  <a:lnTo>
                    <a:pt x="2086974" y="188692"/>
                  </a:lnTo>
                  <a:lnTo>
                    <a:pt x="2088975" y="187369"/>
                  </a:lnTo>
                  <a:lnTo>
                    <a:pt x="2094524" y="185615"/>
                  </a:lnTo>
                  <a:lnTo>
                    <a:pt x="2096805" y="183023"/>
                  </a:lnTo>
                  <a:lnTo>
                    <a:pt x="2096864" y="183354"/>
                  </a:lnTo>
                  <a:lnTo>
                    <a:pt x="2098824" y="184300"/>
                  </a:lnTo>
                  <a:lnTo>
                    <a:pt x="2101292" y="186241"/>
                  </a:lnTo>
                  <a:lnTo>
                    <a:pt x="2100730" y="188399"/>
                  </a:lnTo>
                  <a:lnTo>
                    <a:pt x="2102583" y="190134"/>
                  </a:lnTo>
                  <a:lnTo>
                    <a:pt x="2104827" y="193848"/>
                  </a:lnTo>
                  <a:lnTo>
                    <a:pt x="2104891" y="194796"/>
                  </a:lnTo>
                  <a:lnTo>
                    <a:pt x="2105711" y="195782"/>
                  </a:lnTo>
                  <a:lnTo>
                    <a:pt x="2108360" y="204219"/>
                  </a:lnTo>
                  <a:lnTo>
                    <a:pt x="2110786" y="205651"/>
                  </a:lnTo>
                  <a:lnTo>
                    <a:pt x="2112817" y="205095"/>
                  </a:lnTo>
                  <a:lnTo>
                    <a:pt x="2116905" y="205769"/>
                  </a:lnTo>
                  <a:lnTo>
                    <a:pt x="2117971" y="205491"/>
                  </a:lnTo>
                  <a:lnTo>
                    <a:pt x="2119380" y="204629"/>
                  </a:lnTo>
                  <a:lnTo>
                    <a:pt x="2119664" y="203761"/>
                  </a:lnTo>
                  <a:lnTo>
                    <a:pt x="2120506" y="202750"/>
                  </a:lnTo>
                  <a:lnTo>
                    <a:pt x="2120241" y="202147"/>
                  </a:lnTo>
                  <a:lnTo>
                    <a:pt x="2120748" y="201491"/>
                  </a:lnTo>
                  <a:lnTo>
                    <a:pt x="2121121" y="199949"/>
                  </a:lnTo>
                  <a:lnTo>
                    <a:pt x="2123368" y="198904"/>
                  </a:lnTo>
                  <a:lnTo>
                    <a:pt x="2124205" y="196818"/>
                  </a:lnTo>
                  <a:lnTo>
                    <a:pt x="2126279" y="196248"/>
                  </a:lnTo>
                  <a:lnTo>
                    <a:pt x="2127514" y="195543"/>
                  </a:lnTo>
                  <a:lnTo>
                    <a:pt x="2128744" y="195596"/>
                  </a:lnTo>
                  <a:lnTo>
                    <a:pt x="2132571" y="197177"/>
                  </a:lnTo>
                  <a:lnTo>
                    <a:pt x="2134325" y="197306"/>
                  </a:lnTo>
                  <a:lnTo>
                    <a:pt x="2136143" y="197855"/>
                  </a:lnTo>
                  <a:lnTo>
                    <a:pt x="2136919" y="197766"/>
                  </a:lnTo>
                  <a:lnTo>
                    <a:pt x="2140546" y="200010"/>
                  </a:lnTo>
                  <a:lnTo>
                    <a:pt x="2142369" y="200146"/>
                  </a:lnTo>
                  <a:lnTo>
                    <a:pt x="2144316" y="199202"/>
                  </a:lnTo>
                  <a:lnTo>
                    <a:pt x="2145697" y="199610"/>
                  </a:lnTo>
                  <a:lnTo>
                    <a:pt x="2151885" y="195923"/>
                  </a:lnTo>
                  <a:lnTo>
                    <a:pt x="2152663" y="194046"/>
                  </a:lnTo>
                  <a:lnTo>
                    <a:pt x="2156409" y="194338"/>
                  </a:lnTo>
                  <a:lnTo>
                    <a:pt x="2157569" y="197275"/>
                  </a:lnTo>
                  <a:lnTo>
                    <a:pt x="2161686" y="199280"/>
                  </a:lnTo>
                  <a:lnTo>
                    <a:pt x="2163419" y="200832"/>
                  </a:lnTo>
                  <a:lnTo>
                    <a:pt x="2171266" y="202790"/>
                  </a:lnTo>
                  <a:lnTo>
                    <a:pt x="2171886" y="203647"/>
                  </a:lnTo>
                  <a:lnTo>
                    <a:pt x="2172731" y="206635"/>
                  </a:lnTo>
                  <a:lnTo>
                    <a:pt x="2175655" y="208847"/>
                  </a:lnTo>
                  <a:lnTo>
                    <a:pt x="2180865" y="209029"/>
                  </a:lnTo>
                  <a:lnTo>
                    <a:pt x="2181248" y="208743"/>
                  </a:lnTo>
                  <a:lnTo>
                    <a:pt x="2186757" y="208527"/>
                  </a:lnTo>
                  <a:lnTo>
                    <a:pt x="2187394" y="207888"/>
                  </a:lnTo>
                  <a:lnTo>
                    <a:pt x="2191779" y="208695"/>
                  </a:lnTo>
                  <a:lnTo>
                    <a:pt x="2194670" y="207600"/>
                  </a:lnTo>
                  <a:lnTo>
                    <a:pt x="2204916" y="206147"/>
                  </a:lnTo>
                  <a:lnTo>
                    <a:pt x="2205209" y="206796"/>
                  </a:lnTo>
                  <a:lnTo>
                    <a:pt x="2209944" y="207081"/>
                  </a:lnTo>
                  <a:lnTo>
                    <a:pt x="2210985" y="206703"/>
                  </a:lnTo>
                  <a:lnTo>
                    <a:pt x="2215430" y="208930"/>
                  </a:lnTo>
                  <a:lnTo>
                    <a:pt x="2216573" y="211121"/>
                  </a:lnTo>
                  <a:lnTo>
                    <a:pt x="2219576" y="211857"/>
                  </a:lnTo>
                  <a:lnTo>
                    <a:pt x="2221448" y="213898"/>
                  </a:lnTo>
                  <a:lnTo>
                    <a:pt x="2225666" y="216144"/>
                  </a:lnTo>
                  <a:lnTo>
                    <a:pt x="2227021" y="215222"/>
                  </a:lnTo>
                  <a:lnTo>
                    <a:pt x="2229403" y="215207"/>
                  </a:lnTo>
                  <a:lnTo>
                    <a:pt x="2231733" y="215819"/>
                  </a:lnTo>
                  <a:lnTo>
                    <a:pt x="2234749" y="215792"/>
                  </a:lnTo>
                  <a:lnTo>
                    <a:pt x="2237234" y="216821"/>
                  </a:lnTo>
                  <a:lnTo>
                    <a:pt x="2243299" y="213409"/>
                  </a:lnTo>
                  <a:lnTo>
                    <a:pt x="2246414" y="213011"/>
                  </a:lnTo>
                  <a:lnTo>
                    <a:pt x="2247680" y="211734"/>
                  </a:lnTo>
                  <a:lnTo>
                    <a:pt x="2249712" y="210472"/>
                  </a:lnTo>
                  <a:lnTo>
                    <a:pt x="2251206" y="210022"/>
                  </a:lnTo>
                  <a:lnTo>
                    <a:pt x="2252967" y="210067"/>
                  </a:lnTo>
                  <a:lnTo>
                    <a:pt x="2254777" y="209335"/>
                  </a:lnTo>
                  <a:lnTo>
                    <a:pt x="2256837" y="208166"/>
                  </a:lnTo>
                  <a:lnTo>
                    <a:pt x="2260371" y="205389"/>
                  </a:lnTo>
                  <a:lnTo>
                    <a:pt x="2261638" y="204789"/>
                  </a:lnTo>
                  <a:lnTo>
                    <a:pt x="2262583" y="204803"/>
                  </a:lnTo>
                  <a:lnTo>
                    <a:pt x="2262950" y="204345"/>
                  </a:lnTo>
                  <a:lnTo>
                    <a:pt x="2268779" y="203052"/>
                  </a:lnTo>
                  <a:lnTo>
                    <a:pt x="2270362" y="203098"/>
                  </a:lnTo>
                  <a:lnTo>
                    <a:pt x="2270923" y="202741"/>
                  </a:lnTo>
                  <a:lnTo>
                    <a:pt x="2271394" y="202799"/>
                  </a:lnTo>
                  <a:lnTo>
                    <a:pt x="2272469" y="203480"/>
                  </a:lnTo>
                  <a:lnTo>
                    <a:pt x="2274117" y="203423"/>
                  </a:lnTo>
                  <a:lnTo>
                    <a:pt x="2276133" y="202731"/>
                  </a:lnTo>
                  <a:lnTo>
                    <a:pt x="2279541" y="203079"/>
                  </a:lnTo>
                  <a:lnTo>
                    <a:pt x="2282063" y="209546"/>
                  </a:lnTo>
                  <a:lnTo>
                    <a:pt x="2280571" y="212963"/>
                  </a:lnTo>
                  <a:lnTo>
                    <a:pt x="2280202" y="218075"/>
                  </a:lnTo>
                  <a:lnTo>
                    <a:pt x="2277370" y="223868"/>
                  </a:lnTo>
                  <a:lnTo>
                    <a:pt x="2278306" y="224505"/>
                  </a:lnTo>
                  <a:lnTo>
                    <a:pt x="2280760" y="221935"/>
                  </a:lnTo>
                  <a:lnTo>
                    <a:pt x="2284892" y="219215"/>
                  </a:lnTo>
                  <a:lnTo>
                    <a:pt x="2286667" y="218520"/>
                  </a:lnTo>
                  <a:lnTo>
                    <a:pt x="2295712" y="218084"/>
                  </a:lnTo>
                  <a:lnTo>
                    <a:pt x="2302498" y="216932"/>
                  </a:lnTo>
                  <a:lnTo>
                    <a:pt x="2305136" y="216096"/>
                  </a:lnTo>
                  <a:lnTo>
                    <a:pt x="2307249" y="214901"/>
                  </a:lnTo>
                  <a:lnTo>
                    <a:pt x="2308252" y="213848"/>
                  </a:lnTo>
                  <a:lnTo>
                    <a:pt x="2309835" y="210962"/>
                  </a:lnTo>
                  <a:lnTo>
                    <a:pt x="2310918" y="206852"/>
                  </a:lnTo>
                  <a:lnTo>
                    <a:pt x="2310820" y="204086"/>
                  </a:lnTo>
                  <a:lnTo>
                    <a:pt x="2309849" y="200153"/>
                  </a:lnTo>
                  <a:lnTo>
                    <a:pt x="2306268" y="189843"/>
                  </a:lnTo>
                  <a:lnTo>
                    <a:pt x="2305347" y="181770"/>
                  </a:lnTo>
                  <a:lnTo>
                    <a:pt x="2305235" y="178209"/>
                  </a:lnTo>
                  <a:lnTo>
                    <a:pt x="2303227" y="167761"/>
                  </a:lnTo>
                  <a:lnTo>
                    <a:pt x="2301751" y="161423"/>
                  </a:lnTo>
                  <a:lnTo>
                    <a:pt x="2301040" y="159323"/>
                  </a:lnTo>
                  <a:lnTo>
                    <a:pt x="2298193" y="152950"/>
                  </a:lnTo>
                  <a:lnTo>
                    <a:pt x="2288981" y="135019"/>
                  </a:lnTo>
                  <a:lnTo>
                    <a:pt x="2286939" y="130986"/>
                  </a:lnTo>
                  <a:lnTo>
                    <a:pt x="2286508" y="129142"/>
                  </a:lnTo>
                  <a:lnTo>
                    <a:pt x="2286323" y="126137"/>
                  </a:lnTo>
                  <a:lnTo>
                    <a:pt x="2285655" y="122012"/>
                  </a:lnTo>
                  <a:lnTo>
                    <a:pt x="2284240" y="117845"/>
                  </a:lnTo>
                  <a:lnTo>
                    <a:pt x="2283469" y="116428"/>
                  </a:lnTo>
                  <a:lnTo>
                    <a:pt x="2281639" y="114064"/>
                  </a:lnTo>
                  <a:lnTo>
                    <a:pt x="2276386" y="108472"/>
                  </a:lnTo>
                  <a:lnTo>
                    <a:pt x="2273429" y="104897"/>
                  </a:lnTo>
                  <a:lnTo>
                    <a:pt x="2270650" y="99977"/>
                  </a:lnTo>
                  <a:lnTo>
                    <a:pt x="2268621" y="94930"/>
                  </a:lnTo>
                  <a:lnTo>
                    <a:pt x="2266107" y="83179"/>
                  </a:lnTo>
                  <a:lnTo>
                    <a:pt x="2263827" y="65017"/>
                  </a:lnTo>
                  <a:lnTo>
                    <a:pt x="2286376" y="66435"/>
                  </a:lnTo>
                  <a:lnTo>
                    <a:pt x="2287380" y="66038"/>
                  </a:lnTo>
                  <a:lnTo>
                    <a:pt x="2288953" y="64166"/>
                  </a:lnTo>
                  <a:lnTo>
                    <a:pt x="2289074" y="62764"/>
                  </a:lnTo>
                  <a:lnTo>
                    <a:pt x="2289643" y="61443"/>
                  </a:lnTo>
                  <a:lnTo>
                    <a:pt x="2298587" y="55617"/>
                  </a:lnTo>
                  <a:lnTo>
                    <a:pt x="2299492" y="54543"/>
                  </a:lnTo>
                  <a:lnTo>
                    <a:pt x="2300426" y="53977"/>
                  </a:lnTo>
                  <a:lnTo>
                    <a:pt x="2301832" y="53519"/>
                  </a:lnTo>
                  <a:lnTo>
                    <a:pt x="2302583" y="53765"/>
                  </a:lnTo>
                  <a:lnTo>
                    <a:pt x="2303612" y="55360"/>
                  </a:lnTo>
                  <a:lnTo>
                    <a:pt x="2308157" y="55729"/>
                  </a:lnTo>
                  <a:lnTo>
                    <a:pt x="2309145" y="54285"/>
                  </a:lnTo>
                  <a:lnTo>
                    <a:pt x="2309627" y="52718"/>
                  </a:lnTo>
                  <a:lnTo>
                    <a:pt x="2310722" y="50851"/>
                  </a:lnTo>
                  <a:lnTo>
                    <a:pt x="2311707" y="50573"/>
                  </a:lnTo>
                  <a:lnTo>
                    <a:pt x="2312893" y="51761"/>
                  </a:lnTo>
                  <a:lnTo>
                    <a:pt x="2317163" y="49876"/>
                  </a:lnTo>
                  <a:lnTo>
                    <a:pt x="2333158" y="39079"/>
                  </a:lnTo>
                  <a:lnTo>
                    <a:pt x="2347517" y="16703"/>
                  </a:lnTo>
                  <a:lnTo>
                    <a:pt x="2358286" y="2243"/>
                  </a:lnTo>
                  <a:lnTo>
                    <a:pt x="2366164" y="0"/>
                  </a:lnTo>
                  <a:lnTo>
                    <a:pt x="2372631" y="9836"/>
                  </a:lnTo>
                  <a:lnTo>
                    <a:pt x="2374451" y="16821"/>
                  </a:lnTo>
                  <a:lnTo>
                    <a:pt x="2367358" y="32333"/>
                  </a:lnTo>
                  <a:lnTo>
                    <a:pt x="2366613" y="33392"/>
                  </a:lnTo>
                  <a:lnTo>
                    <a:pt x="2366329" y="34455"/>
                  </a:lnTo>
                  <a:lnTo>
                    <a:pt x="2365343" y="35389"/>
                  </a:lnTo>
                  <a:lnTo>
                    <a:pt x="2365292" y="35860"/>
                  </a:lnTo>
                  <a:lnTo>
                    <a:pt x="2364839" y="36422"/>
                  </a:lnTo>
                  <a:lnTo>
                    <a:pt x="2363439" y="37631"/>
                  </a:lnTo>
                  <a:lnTo>
                    <a:pt x="2363360" y="38186"/>
                  </a:lnTo>
                  <a:lnTo>
                    <a:pt x="2362913" y="38840"/>
                  </a:lnTo>
                  <a:lnTo>
                    <a:pt x="2362613" y="40622"/>
                  </a:lnTo>
                  <a:lnTo>
                    <a:pt x="2361062" y="42147"/>
                  </a:lnTo>
                  <a:lnTo>
                    <a:pt x="2360764" y="43131"/>
                  </a:lnTo>
                  <a:lnTo>
                    <a:pt x="2360067" y="44119"/>
                  </a:lnTo>
                  <a:lnTo>
                    <a:pt x="2360080" y="44453"/>
                  </a:lnTo>
                  <a:lnTo>
                    <a:pt x="2358993" y="45217"/>
                  </a:lnTo>
                  <a:lnTo>
                    <a:pt x="2358448" y="46686"/>
                  </a:lnTo>
                  <a:lnTo>
                    <a:pt x="2358457" y="47772"/>
                  </a:lnTo>
                  <a:lnTo>
                    <a:pt x="2358838" y="47766"/>
                  </a:lnTo>
                  <a:lnTo>
                    <a:pt x="2358702" y="48137"/>
                  </a:lnTo>
                  <a:lnTo>
                    <a:pt x="2357513" y="49516"/>
                  </a:lnTo>
                  <a:lnTo>
                    <a:pt x="2356676" y="49527"/>
                  </a:lnTo>
                  <a:lnTo>
                    <a:pt x="2356443" y="49854"/>
                  </a:lnTo>
                  <a:lnTo>
                    <a:pt x="2355411" y="49939"/>
                  </a:lnTo>
                  <a:lnTo>
                    <a:pt x="2355127" y="51050"/>
                  </a:lnTo>
                  <a:lnTo>
                    <a:pt x="2354626" y="50787"/>
                  </a:lnTo>
                  <a:lnTo>
                    <a:pt x="2348186" y="77031"/>
                  </a:lnTo>
                  <a:lnTo>
                    <a:pt x="2350152" y="81359"/>
                  </a:lnTo>
                  <a:lnTo>
                    <a:pt x="2352996" y="87621"/>
                  </a:lnTo>
                  <a:lnTo>
                    <a:pt x="2360508" y="93937"/>
                  </a:lnTo>
                  <a:lnTo>
                    <a:pt x="2362854" y="100942"/>
                  </a:lnTo>
                  <a:lnTo>
                    <a:pt x="2364919" y="101533"/>
                  </a:lnTo>
                  <a:lnTo>
                    <a:pt x="2371402" y="102855"/>
                  </a:lnTo>
                  <a:lnTo>
                    <a:pt x="2376238" y="99044"/>
                  </a:lnTo>
                  <a:lnTo>
                    <a:pt x="2379989" y="93892"/>
                  </a:lnTo>
                  <a:lnTo>
                    <a:pt x="2381272" y="93161"/>
                  </a:lnTo>
                  <a:lnTo>
                    <a:pt x="2386913" y="87873"/>
                  </a:lnTo>
                  <a:lnTo>
                    <a:pt x="2390592" y="86506"/>
                  </a:lnTo>
                  <a:lnTo>
                    <a:pt x="2394689" y="84393"/>
                  </a:lnTo>
                  <a:lnTo>
                    <a:pt x="2402628" y="84540"/>
                  </a:lnTo>
                  <a:lnTo>
                    <a:pt x="2440268" y="76706"/>
                  </a:lnTo>
                  <a:lnTo>
                    <a:pt x="2451962" y="74271"/>
                  </a:lnTo>
                  <a:lnTo>
                    <a:pt x="2448719" y="81054"/>
                  </a:lnTo>
                  <a:lnTo>
                    <a:pt x="2449016" y="81694"/>
                  </a:lnTo>
                  <a:lnTo>
                    <a:pt x="2449590" y="82018"/>
                  </a:lnTo>
                  <a:lnTo>
                    <a:pt x="2449814" y="82472"/>
                  </a:lnTo>
                  <a:lnTo>
                    <a:pt x="2450706" y="82815"/>
                  </a:lnTo>
                  <a:lnTo>
                    <a:pt x="2452367" y="84460"/>
                  </a:lnTo>
                  <a:lnTo>
                    <a:pt x="2453024" y="84794"/>
                  </a:lnTo>
                  <a:lnTo>
                    <a:pt x="2453957" y="84829"/>
                  </a:lnTo>
                  <a:lnTo>
                    <a:pt x="2454490" y="84558"/>
                  </a:lnTo>
                  <a:lnTo>
                    <a:pt x="2455286" y="84565"/>
                  </a:lnTo>
                  <a:lnTo>
                    <a:pt x="2457931" y="82572"/>
                  </a:lnTo>
                  <a:lnTo>
                    <a:pt x="2458552" y="82550"/>
                  </a:lnTo>
                  <a:lnTo>
                    <a:pt x="2459068" y="81839"/>
                  </a:lnTo>
                  <a:lnTo>
                    <a:pt x="2460038" y="81689"/>
                  </a:lnTo>
                  <a:lnTo>
                    <a:pt x="2461064" y="81882"/>
                  </a:lnTo>
                  <a:lnTo>
                    <a:pt x="2461602" y="81686"/>
                  </a:lnTo>
                  <a:lnTo>
                    <a:pt x="2464617" y="82295"/>
                  </a:lnTo>
                  <a:lnTo>
                    <a:pt x="2466267" y="82231"/>
                  </a:lnTo>
                  <a:lnTo>
                    <a:pt x="2466893" y="82797"/>
                  </a:lnTo>
                  <a:lnTo>
                    <a:pt x="2466990" y="84205"/>
                  </a:lnTo>
                  <a:lnTo>
                    <a:pt x="2467345" y="84473"/>
                  </a:lnTo>
                  <a:lnTo>
                    <a:pt x="2470326" y="85079"/>
                  </a:lnTo>
                  <a:lnTo>
                    <a:pt x="2472230" y="84959"/>
                  </a:lnTo>
                  <a:lnTo>
                    <a:pt x="2479157" y="95506"/>
                  </a:lnTo>
                  <a:lnTo>
                    <a:pt x="2484704" y="94872"/>
                  </a:lnTo>
                  <a:lnTo>
                    <a:pt x="2490324" y="93707"/>
                  </a:lnTo>
                  <a:lnTo>
                    <a:pt x="2491051" y="93465"/>
                  </a:lnTo>
                  <a:lnTo>
                    <a:pt x="2493605" y="91742"/>
                  </a:lnTo>
                  <a:lnTo>
                    <a:pt x="2494765" y="91491"/>
                  </a:lnTo>
                  <a:lnTo>
                    <a:pt x="2495505" y="91939"/>
                  </a:lnTo>
                  <a:lnTo>
                    <a:pt x="2496332" y="91635"/>
                  </a:lnTo>
                  <a:lnTo>
                    <a:pt x="2497556" y="91599"/>
                  </a:lnTo>
                  <a:lnTo>
                    <a:pt x="2500865" y="89597"/>
                  </a:lnTo>
                  <a:lnTo>
                    <a:pt x="2509108" y="87370"/>
                  </a:lnTo>
                  <a:lnTo>
                    <a:pt x="2510748" y="86277"/>
                  </a:lnTo>
                  <a:lnTo>
                    <a:pt x="2519804" y="82613"/>
                  </a:lnTo>
                  <a:lnTo>
                    <a:pt x="2532825" y="80647"/>
                  </a:lnTo>
                  <a:lnTo>
                    <a:pt x="2549630" y="76471"/>
                  </a:lnTo>
                  <a:lnTo>
                    <a:pt x="2553365" y="79596"/>
                  </a:lnTo>
                  <a:lnTo>
                    <a:pt x="2561350" y="78427"/>
                  </a:lnTo>
                  <a:lnTo>
                    <a:pt x="2561593" y="78823"/>
                  </a:lnTo>
                  <a:lnTo>
                    <a:pt x="2561832" y="81082"/>
                  </a:lnTo>
                  <a:lnTo>
                    <a:pt x="2562465" y="81271"/>
                  </a:lnTo>
                  <a:lnTo>
                    <a:pt x="2562485" y="81652"/>
                  </a:lnTo>
                  <a:lnTo>
                    <a:pt x="2563457" y="82038"/>
                  </a:lnTo>
                  <a:lnTo>
                    <a:pt x="2564422" y="83823"/>
                  </a:lnTo>
                  <a:lnTo>
                    <a:pt x="2563240" y="85658"/>
                  </a:lnTo>
                  <a:lnTo>
                    <a:pt x="2563608" y="86476"/>
                  </a:lnTo>
                  <a:lnTo>
                    <a:pt x="2564038" y="86841"/>
                  </a:lnTo>
                  <a:lnTo>
                    <a:pt x="2563632" y="88748"/>
                  </a:lnTo>
                  <a:lnTo>
                    <a:pt x="2562457" y="90204"/>
                  </a:lnTo>
                  <a:lnTo>
                    <a:pt x="2562799" y="92485"/>
                  </a:lnTo>
                  <a:lnTo>
                    <a:pt x="2562130" y="93564"/>
                  </a:lnTo>
                  <a:lnTo>
                    <a:pt x="2562075" y="94625"/>
                  </a:lnTo>
                  <a:lnTo>
                    <a:pt x="2562778" y="96300"/>
                  </a:lnTo>
                  <a:lnTo>
                    <a:pt x="2562344" y="96877"/>
                  </a:lnTo>
                  <a:lnTo>
                    <a:pt x="2561326" y="99497"/>
                  </a:lnTo>
                  <a:lnTo>
                    <a:pt x="2560493" y="103011"/>
                  </a:lnTo>
                  <a:lnTo>
                    <a:pt x="2560775" y="103580"/>
                  </a:lnTo>
                  <a:lnTo>
                    <a:pt x="2561764" y="104159"/>
                  </a:lnTo>
                  <a:lnTo>
                    <a:pt x="2561910" y="104578"/>
                  </a:lnTo>
                  <a:lnTo>
                    <a:pt x="2561829" y="106962"/>
                  </a:lnTo>
                  <a:lnTo>
                    <a:pt x="2561633" y="107787"/>
                  </a:lnTo>
                  <a:lnTo>
                    <a:pt x="2559844" y="108055"/>
                  </a:lnTo>
                  <a:lnTo>
                    <a:pt x="2559827" y="108757"/>
                  </a:lnTo>
                  <a:lnTo>
                    <a:pt x="2560891" y="110142"/>
                  </a:lnTo>
                  <a:lnTo>
                    <a:pt x="2561699" y="112306"/>
                  </a:lnTo>
                  <a:lnTo>
                    <a:pt x="2562450" y="112150"/>
                  </a:lnTo>
                  <a:lnTo>
                    <a:pt x="2564978" y="112619"/>
                  </a:lnTo>
                  <a:lnTo>
                    <a:pt x="2565807" y="112378"/>
                  </a:lnTo>
                  <a:lnTo>
                    <a:pt x="2566938" y="114351"/>
                  </a:lnTo>
                  <a:lnTo>
                    <a:pt x="2565385" y="115795"/>
                  </a:lnTo>
                  <a:lnTo>
                    <a:pt x="2566492" y="117152"/>
                  </a:lnTo>
                  <a:lnTo>
                    <a:pt x="2566919" y="117450"/>
                  </a:lnTo>
                  <a:lnTo>
                    <a:pt x="2567620" y="117555"/>
                  </a:lnTo>
                  <a:lnTo>
                    <a:pt x="2568049" y="117346"/>
                  </a:lnTo>
                  <a:lnTo>
                    <a:pt x="2569062" y="117718"/>
                  </a:lnTo>
                  <a:lnTo>
                    <a:pt x="2569992" y="118886"/>
                  </a:lnTo>
                  <a:lnTo>
                    <a:pt x="2570445" y="118952"/>
                  </a:lnTo>
                  <a:lnTo>
                    <a:pt x="2570603" y="119514"/>
                  </a:lnTo>
                  <a:lnTo>
                    <a:pt x="2571183" y="119869"/>
                  </a:lnTo>
                  <a:lnTo>
                    <a:pt x="2571484" y="120604"/>
                  </a:lnTo>
                  <a:lnTo>
                    <a:pt x="2573132" y="120997"/>
                  </a:lnTo>
                  <a:lnTo>
                    <a:pt x="2574448" y="121974"/>
                  </a:lnTo>
                  <a:lnTo>
                    <a:pt x="2574531" y="122536"/>
                  </a:lnTo>
                  <a:lnTo>
                    <a:pt x="2574050" y="123062"/>
                  </a:lnTo>
                  <a:lnTo>
                    <a:pt x="2574340" y="123655"/>
                  </a:lnTo>
                  <a:lnTo>
                    <a:pt x="2574928" y="127743"/>
                  </a:lnTo>
                  <a:lnTo>
                    <a:pt x="2575550" y="129203"/>
                  </a:lnTo>
                  <a:lnTo>
                    <a:pt x="2577266" y="130097"/>
                  </a:lnTo>
                  <a:lnTo>
                    <a:pt x="2578253" y="133879"/>
                  </a:lnTo>
                  <a:lnTo>
                    <a:pt x="2579577" y="135901"/>
                  </a:lnTo>
                  <a:lnTo>
                    <a:pt x="2587393" y="150974"/>
                  </a:lnTo>
                  <a:lnTo>
                    <a:pt x="2590616" y="153302"/>
                  </a:lnTo>
                  <a:lnTo>
                    <a:pt x="2592773" y="154176"/>
                  </a:lnTo>
                  <a:lnTo>
                    <a:pt x="2592894" y="154591"/>
                  </a:lnTo>
                  <a:lnTo>
                    <a:pt x="2615321" y="171655"/>
                  </a:lnTo>
                  <a:lnTo>
                    <a:pt x="2614554" y="174571"/>
                  </a:lnTo>
                  <a:lnTo>
                    <a:pt x="2623516" y="190488"/>
                  </a:lnTo>
                  <a:lnTo>
                    <a:pt x="2637584" y="190303"/>
                  </a:lnTo>
                  <a:lnTo>
                    <a:pt x="2651596" y="181811"/>
                  </a:lnTo>
                  <a:lnTo>
                    <a:pt x="2663628" y="172851"/>
                  </a:lnTo>
                  <a:lnTo>
                    <a:pt x="2693333" y="177654"/>
                  </a:lnTo>
                  <a:lnTo>
                    <a:pt x="2705065" y="179865"/>
                  </a:lnTo>
                  <a:lnTo>
                    <a:pt x="2704537" y="181363"/>
                  </a:lnTo>
                  <a:lnTo>
                    <a:pt x="2703799" y="185655"/>
                  </a:lnTo>
                  <a:lnTo>
                    <a:pt x="2703300" y="187020"/>
                  </a:lnTo>
                  <a:lnTo>
                    <a:pt x="2702635" y="190373"/>
                  </a:lnTo>
                  <a:lnTo>
                    <a:pt x="2701605" y="193496"/>
                  </a:lnTo>
                  <a:lnTo>
                    <a:pt x="2700769" y="201144"/>
                  </a:lnTo>
                  <a:lnTo>
                    <a:pt x="2699429" y="205285"/>
                  </a:lnTo>
                  <a:lnTo>
                    <a:pt x="2699526" y="212536"/>
                  </a:lnTo>
                  <a:lnTo>
                    <a:pt x="2702110" y="216222"/>
                  </a:lnTo>
                  <a:lnTo>
                    <a:pt x="2704103" y="223254"/>
                  </a:lnTo>
                  <a:lnTo>
                    <a:pt x="2708113" y="225276"/>
                  </a:lnTo>
                  <a:lnTo>
                    <a:pt x="2710100" y="224600"/>
                  </a:lnTo>
                  <a:lnTo>
                    <a:pt x="2716984" y="226564"/>
                  </a:lnTo>
                  <a:lnTo>
                    <a:pt x="2724536" y="227116"/>
                  </a:lnTo>
                  <a:lnTo>
                    <a:pt x="2729894" y="228199"/>
                  </a:lnTo>
                  <a:lnTo>
                    <a:pt x="2733488" y="229212"/>
                  </a:lnTo>
                  <a:lnTo>
                    <a:pt x="2737420" y="231667"/>
                  </a:lnTo>
                  <a:lnTo>
                    <a:pt x="2738013" y="232456"/>
                  </a:lnTo>
                  <a:lnTo>
                    <a:pt x="2739982" y="233435"/>
                  </a:lnTo>
                  <a:lnTo>
                    <a:pt x="2743515" y="233418"/>
                  </a:lnTo>
                  <a:lnTo>
                    <a:pt x="2747575" y="234760"/>
                  </a:lnTo>
                  <a:lnTo>
                    <a:pt x="2753205" y="235205"/>
                  </a:lnTo>
                  <a:lnTo>
                    <a:pt x="2759668" y="237507"/>
                  </a:lnTo>
                  <a:lnTo>
                    <a:pt x="2770747" y="242714"/>
                  </a:lnTo>
                  <a:lnTo>
                    <a:pt x="2772570" y="242263"/>
                  </a:lnTo>
                  <a:lnTo>
                    <a:pt x="2775060" y="242473"/>
                  </a:lnTo>
                  <a:lnTo>
                    <a:pt x="2775290" y="243565"/>
                  </a:lnTo>
                  <a:lnTo>
                    <a:pt x="2777811" y="245212"/>
                  </a:lnTo>
                  <a:lnTo>
                    <a:pt x="2780299" y="245206"/>
                  </a:lnTo>
                  <a:lnTo>
                    <a:pt x="2782642" y="246716"/>
                  </a:lnTo>
                  <a:lnTo>
                    <a:pt x="2787706" y="249213"/>
                  </a:lnTo>
                  <a:lnTo>
                    <a:pt x="2788732" y="250978"/>
                  </a:lnTo>
                  <a:lnTo>
                    <a:pt x="2793244" y="255152"/>
                  </a:lnTo>
                  <a:lnTo>
                    <a:pt x="2796374" y="259626"/>
                  </a:lnTo>
                  <a:lnTo>
                    <a:pt x="2800715" y="263918"/>
                  </a:lnTo>
                  <a:lnTo>
                    <a:pt x="2802078" y="265681"/>
                  </a:lnTo>
                  <a:lnTo>
                    <a:pt x="2802628" y="266029"/>
                  </a:lnTo>
                  <a:lnTo>
                    <a:pt x="2795583" y="272212"/>
                  </a:lnTo>
                  <a:lnTo>
                    <a:pt x="2792498" y="275386"/>
                  </a:lnTo>
                  <a:lnTo>
                    <a:pt x="2786814" y="279998"/>
                  </a:lnTo>
                  <a:lnTo>
                    <a:pt x="2786521" y="286122"/>
                  </a:lnTo>
                  <a:lnTo>
                    <a:pt x="2784586" y="286628"/>
                  </a:lnTo>
                  <a:lnTo>
                    <a:pt x="2780549" y="293910"/>
                  </a:lnTo>
                  <a:lnTo>
                    <a:pt x="2775454" y="304103"/>
                  </a:lnTo>
                  <a:lnTo>
                    <a:pt x="2770931" y="307408"/>
                  </a:lnTo>
                  <a:lnTo>
                    <a:pt x="2768352" y="308847"/>
                  </a:lnTo>
                  <a:lnTo>
                    <a:pt x="2765924" y="308695"/>
                  </a:lnTo>
                  <a:lnTo>
                    <a:pt x="2760908" y="311843"/>
                  </a:lnTo>
                  <a:lnTo>
                    <a:pt x="2767683" y="317777"/>
                  </a:lnTo>
                  <a:lnTo>
                    <a:pt x="2769867" y="322049"/>
                  </a:lnTo>
                  <a:lnTo>
                    <a:pt x="2774743" y="324794"/>
                  </a:lnTo>
                  <a:lnTo>
                    <a:pt x="2776948" y="325596"/>
                  </a:lnTo>
                  <a:lnTo>
                    <a:pt x="2778642" y="329664"/>
                  </a:lnTo>
                  <a:lnTo>
                    <a:pt x="2782463" y="331124"/>
                  </a:lnTo>
                  <a:lnTo>
                    <a:pt x="2784902" y="332825"/>
                  </a:lnTo>
                  <a:lnTo>
                    <a:pt x="2788102" y="332944"/>
                  </a:lnTo>
                  <a:lnTo>
                    <a:pt x="2788647" y="332381"/>
                  </a:lnTo>
                  <a:lnTo>
                    <a:pt x="2787670" y="335323"/>
                  </a:lnTo>
                  <a:lnTo>
                    <a:pt x="2787610" y="337078"/>
                  </a:lnTo>
                  <a:lnTo>
                    <a:pt x="2788390" y="342694"/>
                  </a:lnTo>
                  <a:lnTo>
                    <a:pt x="2788947" y="344236"/>
                  </a:lnTo>
                  <a:lnTo>
                    <a:pt x="2788860" y="344936"/>
                  </a:lnTo>
                  <a:lnTo>
                    <a:pt x="2790228" y="349394"/>
                  </a:lnTo>
                  <a:lnTo>
                    <a:pt x="2790565" y="352704"/>
                  </a:lnTo>
                  <a:lnTo>
                    <a:pt x="2793165" y="362482"/>
                  </a:lnTo>
                  <a:lnTo>
                    <a:pt x="2793000" y="365069"/>
                  </a:lnTo>
                  <a:lnTo>
                    <a:pt x="2795618" y="373854"/>
                  </a:lnTo>
                  <a:lnTo>
                    <a:pt x="2797833" y="377885"/>
                  </a:lnTo>
                  <a:lnTo>
                    <a:pt x="2798540" y="378659"/>
                  </a:lnTo>
                  <a:lnTo>
                    <a:pt x="2800053" y="381238"/>
                  </a:lnTo>
                  <a:lnTo>
                    <a:pt x="2804574" y="377846"/>
                  </a:lnTo>
                  <a:lnTo>
                    <a:pt x="2807379" y="391396"/>
                  </a:lnTo>
                  <a:lnTo>
                    <a:pt x="2810958" y="392372"/>
                  </a:lnTo>
                  <a:lnTo>
                    <a:pt x="2821585" y="402585"/>
                  </a:lnTo>
                  <a:lnTo>
                    <a:pt x="2823407" y="405005"/>
                  </a:lnTo>
                  <a:lnTo>
                    <a:pt x="2831118" y="406669"/>
                  </a:lnTo>
                  <a:lnTo>
                    <a:pt x="2834282" y="410024"/>
                  </a:lnTo>
                  <a:lnTo>
                    <a:pt x="2834596" y="411067"/>
                  </a:lnTo>
                  <a:lnTo>
                    <a:pt x="2834953" y="414352"/>
                  </a:lnTo>
                  <a:lnTo>
                    <a:pt x="2833486" y="419263"/>
                  </a:lnTo>
                  <a:lnTo>
                    <a:pt x="2836767" y="426305"/>
                  </a:lnTo>
                  <a:lnTo>
                    <a:pt x="2833124" y="427810"/>
                  </a:lnTo>
                  <a:lnTo>
                    <a:pt x="2828853" y="428825"/>
                  </a:lnTo>
                  <a:lnTo>
                    <a:pt x="2822858" y="432493"/>
                  </a:lnTo>
                  <a:lnTo>
                    <a:pt x="2820060" y="431811"/>
                  </a:lnTo>
                  <a:lnTo>
                    <a:pt x="2814291" y="437519"/>
                  </a:lnTo>
                  <a:lnTo>
                    <a:pt x="2811933" y="440149"/>
                  </a:lnTo>
                  <a:lnTo>
                    <a:pt x="2811136" y="440540"/>
                  </a:lnTo>
                  <a:lnTo>
                    <a:pt x="2810172" y="441804"/>
                  </a:lnTo>
                  <a:lnTo>
                    <a:pt x="2808386" y="443203"/>
                  </a:lnTo>
                  <a:lnTo>
                    <a:pt x="2807317" y="443055"/>
                  </a:lnTo>
                  <a:lnTo>
                    <a:pt x="2801790" y="444446"/>
                  </a:lnTo>
                  <a:lnTo>
                    <a:pt x="2799601" y="446769"/>
                  </a:lnTo>
                  <a:lnTo>
                    <a:pt x="2798288" y="446648"/>
                  </a:lnTo>
                  <a:lnTo>
                    <a:pt x="2797305" y="445720"/>
                  </a:lnTo>
                  <a:lnTo>
                    <a:pt x="2791205" y="444290"/>
                  </a:lnTo>
                  <a:lnTo>
                    <a:pt x="2786136" y="442326"/>
                  </a:lnTo>
                  <a:lnTo>
                    <a:pt x="2782355" y="442243"/>
                  </a:lnTo>
                  <a:lnTo>
                    <a:pt x="2777525" y="441201"/>
                  </a:lnTo>
                  <a:lnTo>
                    <a:pt x="2774524" y="441726"/>
                  </a:lnTo>
                  <a:lnTo>
                    <a:pt x="2773897" y="441470"/>
                  </a:lnTo>
                  <a:lnTo>
                    <a:pt x="2772768" y="441758"/>
                  </a:lnTo>
                  <a:lnTo>
                    <a:pt x="2770040" y="444224"/>
                  </a:lnTo>
                  <a:lnTo>
                    <a:pt x="2769058" y="444011"/>
                  </a:lnTo>
                  <a:lnTo>
                    <a:pt x="2768215" y="443189"/>
                  </a:lnTo>
                  <a:lnTo>
                    <a:pt x="2767646" y="443295"/>
                  </a:lnTo>
                  <a:lnTo>
                    <a:pt x="2766312" y="444201"/>
                  </a:lnTo>
                  <a:lnTo>
                    <a:pt x="2765616" y="445624"/>
                  </a:lnTo>
                  <a:lnTo>
                    <a:pt x="2765155" y="445513"/>
                  </a:lnTo>
                  <a:lnTo>
                    <a:pt x="2764942" y="445985"/>
                  </a:lnTo>
                  <a:lnTo>
                    <a:pt x="2764114" y="446039"/>
                  </a:lnTo>
                  <a:lnTo>
                    <a:pt x="2763153" y="446850"/>
                  </a:lnTo>
                  <a:lnTo>
                    <a:pt x="2763149" y="447234"/>
                  </a:lnTo>
                  <a:lnTo>
                    <a:pt x="2763829" y="447963"/>
                  </a:lnTo>
                  <a:lnTo>
                    <a:pt x="2763585" y="448849"/>
                  </a:lnTo>
                  <a:lnTo>
                    <a:pt x="2763596" y="451025"/>
                  </a:lnTo>
                  <a:lnTo>
                    <a:pt x="2762751" y="452551"/>
                  </a:lnTo>
                  <a:lnTo>
                    <a:pt x="2762475" y="455108"/>
                  </a:lnTo>
                  <a:lnTo>
                    <a:pt x="2762592" y="456609"/>
                  </a:lnTo>
                  <a:lnTo>
                    <a:pt x="2763489" y="459254"/>
                  </a:lnTo>
                  <a:lnTo>
                    <a:pt x="2764096" y="460284"/>
                  </a:lnTo>
                  <a:lnTo>
                    <a:pt x="2764734" y="460647"/>
                  </a:lnTo>
                  <a:lnTo>
                    <a:pt x="2764743" y="461372"/>
                  </a:lnTo>
                  <a:lnTo>
                    <a:pt x="2765466" y="462747"/>
                  </a:lnTo>
                  <a:lnTo>
                    <a:pt x="2764505" y="467382"/>
                  </a:lnTo>
                  <a:lnTo>
                    <a:pt x="2766059" y="468128"/>
                  </a:lnTo>
                  <a:lnTo>
                    <a:pt x="2769460" y="471000"/>
                  </a:lnTo>
                  <a:lnTo>
                    <a:pt x="2769803" y="471053"/>
                  </a:lnTo>
                  <a:lnTo>
                    <a:pt x="2768854" y="475611"/>
                  </a:lnTo>
                  <a:lnTo>
                    <a:pt x="2768754" y="478910"/>
                  </a:lnTo>
                  <a:lnTo>
                    <a:pt x="2770330" y="483497"/>
                  </a:lnTo>
                  <a:lnTo>
                    <a:pt x="2769357" y="491332"/>
                  </a:lnTo>
                  <a:lnTo>
                    <a:pt x="2765731" y="493092"/>
                  </a:lnTo>
                  <a:lnTo>
                    <a:pt x="2763656" y="498395"/>
                  </a:lnTo>
                  <a:lnTo>
                    <a:pt x="2757947" y="501989"/>
                  </a:lnTo>
                  <a:lnTo>
                    <a:pt x="2757145" y="508012"/>
                  </a:lnTo>
                  <a:lnTo>
                    <a:pt x="2756532" y="508593"/>
                  </a:lnTo>
                  <a:lnTo>
                    <a:pt x="2755361" y="509037"/>
                  </a:lnTo>
                  <a:lnTo>
                    <a:pt x="2754739" y="510365"/>
                  </a:lnTo>
                  <a:lnTo>
                    <a:pt x="2754727" y="512564"/>
                  </a:lnTo>
                  <a:lnTo>
                    <a:pt x="2755198" y="513532"/>
                  </a:lnTo>
                  <a:lnTo>
                    <a:pt x="2753355" y="516094"/>
                  </a:lnTo>
                  <a:lnTo>
                    <a:pt x="2753217" y="517448"/>
                  </a:lnTo>
                  <a:lnTo>
                    <a:pt x="2753513" y="518248"/>
                  </a:lnTo>
                  <a:lnTo>
                    <a:pt x="2752991" y="519665"/>
                  </a:lnTo>
                  <a:lnTo>
                    <a:pt x="2752714" y="520085"/>
                  </a:lnTo>
                  <a:lnTo>
                    <a:pt x="2751269" y="520985"/>
                  </a:lnTo>
                  <a:lnTo>
                    <a:pt x="2751094" y="521501"/>
                  </a:lnTo>
                  <a:lnTo>
                    <a:pt x="2750098" y="522607"/>
                  </a:lnTo>
                  <a:lnTo>
                    <a:pt x="2748430" y="522974"/>
                  </a:lnTo>
                  <a:lnTo>
                    <a:pt x="2744321" y="521878"/>
                  </a:lnTo>
                  <a:lnTo>
                    <a:pt x="2739972" y="524212"/>
                  </a:lnTo>
                  <a:lnTo>
                    <a:pt x="2738334" y="525550"/>
                  </a:lnTo>
                  <a:lnTo>
                    <a:pt x="2734877" y="527249"/>
                  </a:lnTo>
                  <a:lnTo>
                    <a:pt x="2731888" y="526653"/>
                  </a:lnTo>
                  <a:lnTo>
                    <a:pt x="2730659" y="527751"/>
                  </a:lnTo>
                  <a:lnTo>
                    <a:pt x="2729782" y="528127"/>
                  </a:lnTo>
                  <a:lnTo>
                    <a:pt x="2729414" y="529054"/>
                  </a:lnTo>
                  <a:lnTo>
                    <a:pt x="2728353" y="530324"/>
                  </a:lnTo>
                  <a:lnTo>
                    <a:pt x="2728265" y="532602"/>
                  </a:lnTo>
                  <a:lnTo>
                    <a:pt x="2727580" y="533615"/>
                  </a:lnTo>
                  <a:lnTo>
                    <a:pt x="2726473" y="534295"/>
                  </a:lnTo>
                  <a:lnTo>
                    <a:pt x="2725486" y="536454"/>
                  </a:lnTo>
                  <a:lnTo>
                    <a:pt x="2724134" y="536807"/>
                  </a:lnTo>
                  <a:lnTo>
                    <a:pt x="2721775" y="538144"/>
                  </a:lnTo>
                  <a:lnTo>
                    <a:pt x="2720453" y="538630"/>
                  </a:lnTo>
                  <a:lnTo>
                    <a:pt x="2718964" y="542602"/>
                  </a:lnTo>
                  <a:lnTo>
                    <a:pt x="2717254" y="544028"/>
                  </a:lnTo>
                  <a:lnTo>
                    <a:pt x="2718114" y="546498"/>
                  </a:lnTo>
                  <a:lnTo>
                    <a:pt x="2717830" y="548201"/>
                  </a:lnTo>
                  <a:lnTo>
                    <a:pt x="2716902" y="548985"/>
                  </a:lnTo>
                  <a:lnTo>
                    <a:pt x="2715744" y="551046"/>
                  </a:lnTo>
                  <a:lnTo>
                    <a:pt x="2714020" y="552843"/>
                  </a:lnTo>
                  <a:lnTo>
                    <a:pt x="2710835" y="555308"/>
                  </a:lnTo>
                  <a:lnTo>
                    <a:pt x="2708100" y="558246"/>
                  </a:lnTo>
                  <a:lnTo>
                    <a:pt x="2706231" y="559409"/>
                  </a:lnTo>
                  <a:lnTo>
                    <a:pt x="2705198" y="560731"/>
                  </a:lnTo>
                  <a:lnTo>
                    <a:pt x="2703308" y="560978"/>
                  </a:lnTo>
                  <a:lnTo>
                    <a:pt x="2697809" y="560138"/>
                  </a:lnTo>
                  <a:lnTo>
                    <a:pt x="2697045" y="558753"/>
                  </a:lnTo>
                  <a:lnTo>
                    <a:pt x="2694877" y="558405"/>
                  </a:lnTo>
                  <a:lnTo>
                    <a:pt x="2693624" y="557476"/>
                  </a:lnTo>
                  <a:lnTo>
                    <a:pt x="2690064" y="556953"/>
                  </a:lnTo>
                  <a:lnTo>
                    <a:pt x="2688625" y="555134"/>
                  </a:lnTo>
                  <a:lnTo>
                    <a:pt x="2688334" y="553177"/>
                  </a:lnTo>
                  <a:lnTo>
                    <a:pt x="2688941" y="550123"/>
                  </a:lnTo>
                  <a:lnTo>
                    <a:pt x="2688907" y="549698"/>
                  </a:lnTo>
                  <a:lnTo>
                    <a:pt x="2688422" y="549411"/>
                  </a:lnTo>
                  <a:lnTo>
                    <a:pt x="2687746" y="549468"/>
                  </a:lnTo>
                  <a:lnTo>
                    <a:pt x="2685928" y="550914"/>
                  </a:lnTo>
                  <a:lnTo>
                    <a:pt x="2683741" y="551337"/>
                  </a:lnTo>
                  <a:lnTo>
                    <a:pt x="2679919" y="549214"/>
                  </a:lnTo>
                  <a:lnTo>
                    <a:pt x="2678492" y="549901"/>
                  </a:lnTo>
                  <a:lnTo>
                    <a:pt x="2677229" y="549864"/>
                  </a:lnTo>
                  <a:lnTo>
                    <a:pt x="2674708" y="551114"/>
                  </a:lnTo>
                  <a:lnTo>
                    <a:pt x="2670905" y="551991"/>
                  </a:lnTo>
                  <a:lnTo>
                    <a:pt x="2670240" y="551352"/>
                  </a:lnTo>
                  <a:lnTo>
                    <a:pt x="2669368" y="551570"/>
                  </a:lnTo>
                  <a:lnTo>
                    <a:pt x="2669718" y="553382"/>
                  </a:lnTo>
                  <a:lnTo>
                    <a:pt x="2666432" y="556584"/>
                  </a:lnTo>
                  <a:lnTo>
                    <a:pt x="2655586" y="559708"/>
                  </a:lnTo>
                  <a:lnTo>
                    <a:pt x="2653889" y="561274"/>
                  </a:lnTo>
                  <a:lnTo>
                    <a:pt x="2650811" y="561592"/>
                  </a:lnTo>
                  <a:lnTo>
                    <a:pt x="2645899" y="562969"/>
                  </a:lnTo>
                  <a:lnTo>
                    <a:pt x="2644987" y="563082"/>
                  </a:lnTo>
                  <a:lnTo>
                    <a:pt x="2640819" y="560653"/>
                  </a:lnTo>
                  <a:lnTo>
                    <a:pt x="2637696" y="559323"/>
                  </a:lnTo>
                  <a:lnTo>
                    <a:pt x="2636737" y="558658"/>
                  </a:lnTo>
                  <a:lnTo>
                    <a:pt x="2631623" y="558556"/>
                  </a:lnTo>
                  <a:lnTo>
                    <a:pt x="2627027" y="557340"/>
                  </a:lnTo>
                  <a:lnTo>
                    <a:pt x="2626082" y="559943"/>
                  </a:lnTo>
                  <a:lnTo>
                    <a:pt x="2624722" y="562542"/>
                  </a:lnTo>
                  <a:lnTo>
                    <a:pt x="2624686" y="563057"/>
                  </a:lnTo>
                  <a:lnTo>
                    <a:pt x="2623415" y="564700"/>
                  </a:lnTo>
                  <a:lnTo>
                    <a:pt x="2621692" y="566178"/>
                  </a:lnTo>
                  <a:lnTo>
                    <a:pt x="2621199" y="566933"/>
                  </a:lnTo>
                  <a:lnTo>
                    <a:pt x="2620482" y="569047"/>
                  </a:lnTo>
                  <a:lnTo>
                    <a:pt x="2618954" y="570625"/>
                  </a:lnTo>
                  <a:lnTo>
                    <a:pt x="2619189" y="572869"/>
                  </a:lnTo>
                  <a:lnTo>
                    <a:pt x="2617881" y="576948"/>
                  </a:lnTo>
                  <a:lnTo>
                    <a:pt x="2618099" y="577427"/>
                  </a:lnTo>
                  <a:lnTo>
                    <a:pt x="2615774" y="579247"/>
                  </a:lnTo>
                  <a:lnTo>
                    <a:pt x="2614044" y="578935"/>
                  </a:lnTo>
                  <a:lnTo>
                    <a:pt x="2612395" y="579038"/>
                  </a:lnTo>
                  <a:lnTo>
                    <a:pt x="2611563" y="580382"/>
                  </a:lnTo>
                  <a:lnTo>
                    <a:pt x="2610096" y="580346"/>
                  </a:lnTo>
                  <a:lnTo>
                    <a:pt x="2607572" y="580869"/>
                  </a:lnTo>
                  <a:lnTo>
                    <a:pt x="2606401" y="581939"/>
                  </a:lnTo>
                  <a:lnTo>
                    <a:pt x="2605610" y="581789"/>
                  </a:lnTo>
                  <a:lnTo>
                    <a:pt x="2601474" y="582810"/>
                  </a:lnTo>
                  <a:lnTo>
                    <a:pt x="2600822" y="583615"/>
                  </a:lnTo>
                  <a:lnTo>
                    <a:pt x="2600146" y="588957"/>
                  </a:lnTo>
                  <a:lnTo>
                    <a:pt x="2597757" y="593792"/>
                  </a:lnTo>
                  <a:lnTo>
                    <a:pt x="2597331" y="598149"/>
                  </a:lnTo>
                  <a:lnTo>
                    <a:pt x="2598133" y="597302"/>
                  </a:lnTo>
                  <a:lnTo>
                    <a:pt x="2599121" y="598005"/>
                  </a:lnTo>
                  <a:lnTo>
                    <a:pt x="2597693" y="601440"/>
                  </a:lnTo>
                  <a:lnTo>
                    <a:pt x="2597262" y="603330"/>
                  </a:lnTo>
                  <a:lnTo>
                    <a:pt x="2599764" y="607342"/>
                  </a:lnTo>
                  <a:lnTo>
                    <a:pt x="2603420" y="610414"/>
                  </a:lnTo>
                  <a:lnTo>
                    <a:pt x="2606810" y="612202"/>
                  </a:lnTo>
                  <a:lnTo>
                    <a:pt x="2606618" y="613205"/>
                  </a:lnTo>
                  <a:lnTo>
                    <a:pt x="2605021" y="615994"/>
                  </a:lnTo>
                  <a:lnTo>
                    <a:pt x="2604707" y="620823"/>
                  </a:lnTo>
                  <a:lnTo>
                    <a:pt x="2604846" y="623310"/>
                  </a:lnTo>
                  <a:lnTo>
                    <a:pt x="2611140" y="625947"/>
                  </a:lnTo>
                  <a:lnTo>
                    <a:pt x="2614443" y="629778"/>
                  </a:lnTo>
                  <a:lnTo>
                    <a:pt x="2616057" y="629599"/>
                  </a:lnTo>
                  <a:lnTo>
                    <a:pt x="2618168" y="628644"/>
                  </a:lnTo>
                  <a:lnTo>
                    <a:pt x="2617703" y="629432"/>
                  </a:lnTo>
                  <a:lnTo>
                    <a:pt x="2617144" y="631928"/>
                  </a:lnTo>
                  <a:lnTo>
                    <a:pt x="2617879" y="635718"/>
                  </a:lnTo>
                  <a:lnTo>
                    <a:pt x="2617065" y="636658"/>
                  </a:lnTo>
                  <a:lnTo>
                    <a:pt x="2616475" y="638868"/>
                  </a:lnTo>
                  <a:lnTo>
                    <a:pt x="2613867" y="641020"/>
                  </a:lnTo>
                  <a:lnTo>
                    <a:pt x="2614320" y="647281"/>
                  </a:lnTo>
                  <a:lnTo>
                    <a:pt x="2613250" y="646296"/>
                  </a:lnTo>
                  <a:lnTo>
                    <a:pt x="2610163" y="645414"/>
                  </a:lnTo>
                  <a:lnTo>
                    <a:pt x="2609626" y="646021"/>
                  </a:lnTo>
                  <a:lnTo>
                    <a:pt x="2606788" y="646193"/>
                  </a:lnTo>
                  <a:lnTo>
                    <a:pt x="2605541" y="646973"/>
                  </a:lnTo>
                  <a:lnTo>
                    <a:pt x="2599997" y="659735"/>
                  </a:lnTo>
                  <a:lnTo>
                    <a:pt x="2598813" y="659646"/>
                  </a:lnTo>
                  <a:lnTo>
                    <a:pt x="2598392" y="661304"/>
                  </a:lnTo>
                  <a:lnTo>
                    <a:pt x="2595892" y="664574"/>
                  </a:lnTo>
                  <a:lnTo>
                    <a:pt x="2593723" y="665518"/>
                  </a:lnTo>
                  <a:lnTo>
                    <a:pt x="2589572" y="666332"/>
                  </a:lnTo>
                  <a:lnTo>
                    <a:pt x="2586648" y="668632"/>
                  </a:lnTo>
                  <a:lnTo>
                    <a:pt x="2585085" y="668073"/>
                  </a:lnTo>
                  <a:lnTo>
                    <a:pt x="2583854" y="666608"/>
                  </a:lnTo>
                  <a:lnTo>
                    <a:pt x="2581507" y="666101"/>
                  </a:lnTo>
                  <a:lnTo>
                    <a:pt x="2577173" y="666138"/>
                  </a:lnTo>
                  <a:lnTo>
                    <a:pt x="2573366" y="665264"/>
                  </a:lnTo>
                  <a:lnTo>
                    <a:pt x="2567290" y="663364"/>
                  </a:lnTo>
                  <a:lnTo>
                    <a:pt x="2563921" y="663844"/>
                  </a:lnTo>
                  <a:lnTo>
                    <a:pt x="2560114" y="662023"/>
                  </a:lnTo>
                  <a:lnTo>
                    <a:pt x="2559511" y="661475"/>
                  </a:lnTo>
                  <a:lnTo>
                    <a:pt x="2556584" y="660607"/>
                  </a:lnTo>
                  <a:lnTo>
                    <a:pt x="2539728" y="667531"/>
                  </a:lnTo>
                  <a:lnTo>
                    <a:pt x="2531032" y="671553"/>
                  </a:lnTo>
                  <a:lnTo>
                    <a:pt x="2529754" y="672769"/>
                  </a:lnTo>
                  <a:lnTo>
                    <a:pt x="2526779" y="677574"/>
                  </a:lnTo>
                  <a:lnTo>
                    <a:pt x="2525896" y="680654"/>
                  </a:lnTo>
                  <a:lnTo>
                    <a:pt x="2526158" y="680978"/>
                  </a:lnTo>
                  <a:lnTo>
                    <a:pt x="2523802" y="682588"/>
                  </a:lnTo>
                  <a:lnTo>
                    <a:pt x="2522235" y="683838"/>
                  </a:lnTo>
                  <a:lnTo>
                    <a:pt x="2522269" y="684022"/>
                  </a:lnTo>
                  <a:lnTo>
                    <a:pt x="2516483" y="684461"/>
                  </a:lnTo>
                  <a:lnTo>
                    <a:pt x="2513693" y="683865"/>
                  </a:lnTo>
                  <a:lnTo>
                    <a:pt x="2511937" y="682949"/>
                  </a:lnTo>
                  <a:lnTo>
                    <a:pt x="2509294" y="682137"/>
                  </a:lnTo>
                  <a:lnTo>
                    <a:pt x="2506959" y="681689"/>
                  </a:lnTo>
                  <a:lnTo>
                    <a:pt x="2498842" y="681986"/>
                  </a:lnTo>
                  <a:lnTo>
                    <a:pt x="2496091" y="682488"/>
                  </a:lnTo>
                  <a:lnTo>
                    <a:pt x="2495738" y="682355"/>
                  </a:lnTo>
                  <a:lnTo>
                    <a:pt x="2491907" y="684285"/>
                  </a:lnTo>
                  <a:lnTo>
                    <a:pt x="2483605" y="687217"/>
                  </a:lnTo>
                  <a:lnTo>
                    <a:pt x="2483261" y="686106"/>
                  </a:lnTo>
                  <a:lnTo>
                    <a:pt x="2482635" y="686205"/>
                  </a:lnTo>
                  <a:lnTo>
                    <a:pt x="2481719" y="685992"/>
                  </a:lnTo>
                  <a:lnTo>
                    <a:pt x="2479987" y="684841"/>
                  </a:lnTo>
                  <a:lnTo>
                    <a:pt x="2477898" y="682774"/>
                  </a:lnTo>
                  <a:lnTo>
                    <a:pt x="2476017" y="683227"/>
                  </a:lnTo>
                  <a:lnTo>
                    <a:pt x="2474496" y="682850"/>
                  </a:lnTo>
                  <a:lnTo>
                    <a:pt x="2472953" y="681306"/>
                  </a:lnTo>
                  <a:lnTo>
                    <a:pt x="2471891" y="680663"/>
                  </a:lnTo>
                  <a:lnTo>
                    <a:pt x="2470157" y="678311"/>
                  </a:lnTo>
                  <a:lnTo>
                    <a:pt x="2467436" y="676619"/>
                  </a:lnTo>
                  <a:lnTo>
                    <a:pt x="2465086" y="675504"/>
                  </a:lnTo>
                  <a:lnTo>
                    <a:pt x="2462094" y="675988"/>
                  </a:lnTo>
                  <a:lnTo>
                    <a:pt x="2458134" y="675548"/>
                  </a:lnTo>
                  <a:lnTo>
                    <a:pt x="2456921" y="674467"/>
                  </a:lnTo>
                  <a:lnTo>
                    <a:pt x="2455306" y="671840"/>
                  </a:lnTo>
                  <a:lnTo>
                    <a:pt x="2453393" y="671216"/>
                  </a:lnTo>
                  <a:lnTo>
                    <a:pt x="2452602" y="671377"/>
                  </a:lnTo>
                  <a:lnTo>
                    <a:pt x="2448876" y="670165"/>
                  </a:lnTo>
                  <a:lnTo>
                    <a:pt x="2448282" y="669654"/>
                  </a:lnTo>
                  <a:lnTo>
                    <a:pt x="2446321" y="666654"/>
                  </a:lnTo>
                  <a:lnTo>
                    <a:pt x="2443064" y="665398"/>
                  </a:lnTo>
                  <a:lnTo>
                    <a:pt x="2442794" y="663623"/>
                  </a:lnTo>
                  <a:lnTo>
                    <a:pt x="2441479" y="659355"/>
                  </a:lnTo>
                  <a:lnTo>
                    <a:pt x="2441260" y="660301"/>
                  </a:lnTo>
                  <a:lnTo>
                    <a:pt x="2439982" y="660903"/>
                  </a:lnTo>
                  <a:lnTo>
                    <a:pt x="2423732" y="663601"/>
                  </a:lnTo>
                  <a:lnTo>
                    <a:pt x="2422318" y="660037"/>
                  </a:lnTo>
                  <a:lnTo>
                    <a:pt x="2422232" y="658405"/>
                  </a:lnTo>
                  <a:lnTo>
                    <a:pt x="2421649" y="657286"/>
                  </a:lnTo>
                  <a:lnTo>
                    <a:pt x="2419970" y="656788"/>
                  </a:lnTo>
                  <a:lnTo>
                    <a:pt x="2416764" y="656280"/>
                  </a:lnTo>
                  <a:lnTo>
                    <a:pt x="2414714" y="656447"/>
                  </a:lnTo>
                  <a:lnTo>
                    <a:pt x="2411130" y="655052"/>
                  </a:lnTo>
                  <a:lnTo>
                    <a:pt x="2408119" y="655877"/>
                  </a:lnTo>
                  <a:lnTo>
                    <a:pt x="2399850" y="652314"/>
                  </a:lnTo>
                  <a:lnTo>
                    <a:pt x="2399638" y="659483"/>
                  </a:lnTo>
                  <a:lnTo>
                    <a:pt x="2398563" y="662276"/>
                  </a:lnTo>
                  <a:lnTo>
                    <a:pt x="2397112" y="663830"/>
                  </a:lnTo>
                  <a:lnTo>
                    <a:pt x="2395186" y="665256"/>
                  </a:lnTo>
                  <a:lnTo>
                    <a:pt x="2394447" y="666902"/>
                  </a:lnTo>
                  <a:lnTo>
                    <a:pt x="2394453" y="668298"/>
                  </a:lnTo>
                  <a:lnTo>
                    <a:pt x="2389702" y="671430"/>
                  </a:lnTo>
                  <a:lnTo>
                    <a:pt x="2387769" y="675866"/>
                  </a:lnTo>
                  <a:lnTo>
                    <a:pt x="2385389" y="677920"/>
                  </a:lnTo>
                  <a:lnTo>
                    <a:pt x="2381665" y="679937"/>
                  </a:lnTo>
                  <a:lnTo>
                    <a:pt x="2380982" y="682971"/>
                  </a:lnTo>
                  <a:lnTo>
                    <a:pt x="2378087" y="685202"/>
                  </a:lnTo>
                  <a:lnTo>
                    <a:pt x="2374463" y="690770"/>
                  </a:lnTo>
                  <a:lnTo>
                    <a:pt x="2373335" y="691349"/>
                  </a:lnTo>
                  <a:lnTo>
                    <a:pt x="2370983" y="693588"/>
                  </a:lnTo>
                  <a:lnTo>
                    <a:pt x="2368907" y="695030"/>
                  </a:lnTo>
                  <a:lnTo>
                    <a:pt x="2366607" y="699088"/>
                  </a:lnTo>
                  <a:lnTo>
                    <a:pt x="2364104" y="700100"/>
                  </a:lnTo>
                  <a:lnTo>
                    <a:pt x="2359871" y="696772"/>
                  </a:lnTo>
                  <a:lnTo>
                    <a:pt x="2358063" y="694944"/>
                  </a:lnTo>
                  <a:lnTo>
                    <a:pt x="2355959" y="691921"/>
                  </a:lnTo>
                  <a:lnTo>
                    <a:pt x="2354054" y="690824"/>
                  </a:lnTo>
                  <a:lnTo>
                    <a:pt x="2351838" y="691356"/>
                  </a:lnTo>
                  <a:lnTo>
                    <a:pt x="2351263" y="691425"/>
                  </a:lnTo>
                  <a:lnTo>
                    <a:pt x="2346490" y="698409"/>
                  </a:lnTo>
                  <a:lnTo>
                    <a:pt x="2344301" y="699026"/>
                  </a:lnTo>
                  <a:lnTo>
                    <a:pt x="2339336" y="699003"/>
                  </a:lnTo>
                  <a:lnTo>
                    <a:pt x="2338535" y="699693"/>
                  </a:lnTo>
                  <a:lnTo>
                    <a:pt x="2335118" y="700904"/>
                  </a:lnTo>
                  <a:lnTo>
                    <a:pt x="2334048" y="699383"/>
                  </a:lnTo>
                  <a:lnTo>
                    <a:pt x="2331731" y="697589"/>
                  </a:lnTo>
                  <a:lnTo>
                    <a:pt x="2330756" y="695918"/>
                  </a:lnTo>
                  <a:lnTo>
                    <a:pt x="2329585" y="695268"/>
                  </a:lnTo>
                  <a:lnTo>
                    <a:pt x="2329192" y="694397"/>
                  </a:lnTo>
                  <a:lnTo>
                    <a:pt x="2330200" y="690824"/>
                  </a:lnTo>
                  <a:lnTo>
                    <a:pt x="2329017" y="687386"/>
                  </a:lnTo>
                  <a:lnTo>
                    <a:pt x="2328884" y="686128"/>
                  </a:lnTo>
                  <a:lnTo>
                    <a:pt x="2327464" y="683988"/>
                  </a:lnTo>
                  <a:lnTo>
                    <a:pt x="2323588" y="682445"/>
                  </a:lnTo>
                  <a:lnTo>
                    <a:pt x="2322838" y="682395"/>
                  </a:lnTo>
                  <a:lnTo>
                    <a:pt x="2319866" y="682860"/>
                  </a:lnTo>
                  <a:lnTo>
                    <a:pt x="2318333" y="684222"/>
                  </a:lnTo>
                  <a:lnTo>
                    <a:pt x="2315555" y="685252"/>
                  </a:lnTo>
                  <a:lnTo>
                    <a:pt x="2312567" y="684704"/>
                  </a:lnTo>
                  <a:lnTo>
                    <a:pt x="2311607" y="687576"/>
                  </a:lnTo>
                  <a:lnTo>
                    <a:pt x="2304586" y="696936"/>
                  </a:lnTo>
                  <a:lnTo>
                    <a:pt x="2303640" y="699381"/>
                  </a:lnTo>
                  <a:lnTo>
                    <a:pt x="2300738" y="700347"/>
                  </a:lnTo>
                  <a:lnTo>
                    <a:pt x="2296771" y="701019"/>
                  </a:lnTo>
                  <a:lnTo>
                    <a:pt x="2295314" y="703491"/>
                  </a:lnTo>
                  <a:lnTo>
                    <a:pt x="2292390" y="703598"/>
                  </a:lnTo>
                  <a:lnTo>
                    <a:pt x="2291536" y="705037"/>
                  </a:lnTo>
                  <a:lnTo>
                    <a:pt x="2289834" y="704797"/>
                  </a:lnTo>
                  <a:lnTo>
                    <a:pt x="2284664" y="700362"/>
                  </a:lnTo>
                  <a:lnTo>
                    <a:pt x="2282698" y="700511"/>
                  </a:lnTo>
                  <a:lnTo>
                    <a:pt x="2280151" y="701669"/>
                  </a:lnTo>
                  <a:lnTo>
                    <a:pt x="2276882" y="699879"/>
                  </a:lnTo>
                  <a:lnTo>
                    <a:pt x="2275631" y="699680"/>
                  </a:lnTo>
                  <a:lnTo>
                    <a:pt x="2273457" y="701782"/>
                  </a:lnTo>
                  <a:lnTo>
                    <a:pt x="2266998" y="698809"/>
                  </a:lnTo>
                  <a:lnTo>
                    <a:pt x="2261935" y="697751"/>
                  </a:lnTo>
                  <a:lnTo>
                    <a:pt x="2256624" y="699614"/>
                  </a:lnTo>
                  <a:lnTo>
                    <a:pt x="2256906" y="704067"/>
                  </a:lnTo>
                  <a:lnTo>
                    <a:pt x="2253366" y="704820"/>
                  </a:lnTo>
                  <a:lnTo>
                    <a:pt x="2250834" y="706259"/>
                  </a:lnTo>
                  <a:lnTo>
                    <a:pt x="2248163" y="706448"/>
                  </a:lnTo>
                  <a:lnTo>
                    <a:pt x="2248602" y="708438"/>
                  </a:lnTo>
                  <a:lnTo>
                    <a:pt x="2245863" y="712118"/>
                  </a:lnTo>
                  <a:lnTo>
                    <a:pt x="2244272" y="713261"/>
                  </a:lnTo>
                  <a:lnTo>
                    <a:pt x="2238943" y="715442"/>
                  </a:lnTo>
                  <a:lnTo>
                    <a:pt x="2234371" y="719328"/>
                  </a:lnTo>
                  <a:lnTo>
                    <a:pt x="2234127" y="720566"/>
                  </a:lnTo>
                  <a:lnTo>
                    <a:pt x="2228578" y="717583"/>
                  </a:lnTo>
                  <a:lnTo>
                    <a:pt x="2227019" y="715898"/>
                  </a:lnTo>
                  <a:lnTo>
                    <a:pt x="2226859" y="712632"/>
                  </a:lnTo>
                  <a:lnTo>
                    <a:pt x="2226683" y="712280"/>
                  </a:lnTo>
                  <a:lnTo>
                    <a:pt x="2225627" y="711443"/>
                  </a:lnTo>
                  <a:lnTo>
                    <a:pt x="2222942" y="710498"/>
                  </a:lnTo>
                  <a:lnTo>
                    <a:pt x="2221251" y="709215"/>
                  </a:lnTo>
                  <a:lnTo>
                    <a:pt x="2219187" y="708116"/>
                  </a:lnTo>
                  <a:lnTo>
                    <a:pt x="2219325" y="706429"/>
                  </a:lnTo>
                  <a:lnTo>
                    <a:pt x="2216123" y="702392"/>
                  </a:lnTo>
                  <a:lnTo>
                    <a:pt x="2215159" y="700451"/>
                  </a:lnTo>
                  <a:lnTo>
                    <a:pt x="2212550" y="697971"/>
                  </a:lnTo>
                  <a:lnTo>
                    <a:pt x="2209801" y="697245"/>
                  </a:lnTo>
                  <a:lnTo>
                    <a:pt x="2207341" y="695846"/>
                  </a:lnTo>
                  <a:lnTo>
                    <a:pt x="2202657" y="690996"/>
                  </a:lnTo>
                  <a:lnTo>
                    <a:pt x="2198687" y="694400"/>
                  </a:lnTo>
                  <a:lnTo>
                    <a:pt x="2196569" y="697514"/>
                  </a:lnTo>
                  <a:lnTo>
                    <a:pt x="2194631" y="698601"/>
                  </a:lnTo>
                  <a:lnTo>
                    <a:pt x="2193098" y="702412"/>
                  </a:lnTo>
                  <a:lnTo>
                    <a:pt x="2192331" y="703513"/>
                  </a:lnTo>
                  <a:lnTo>
                    <a:pt x="2190616" y="704076"/>
                  </a:lnTo>
                  <a:lnTo>
                    <a:pt x="2190157" y="705479"/>
                  </a:lnTo>
                  <a:lnTo>
                    <a:pt x="2189659" y="710563"/>
                  </a:lnTo>
                  <a:lnTo>
                    <a:pt x="2189881" y="711029"/>
                  </a:lnTo>
                  <a:lnTo>
                    <a:pt x="2186244" y="712127"/>
                  </a:lnTo>
                  <a:lnTo>
                    <a:pt x="2185551" y="712803"/>
                  </a:lnTo>
                  <a:lnTo>
                    <a:pt x="2185533" y="713530"/>
                  </a:lnTo>
                  <a:lnTo>
                    <a:pt x="2183681" y="715486"/>
                  </a:lnTo>
                  <a:lnTo>
                    <a:pt x="2182443" y="716444"/>
                  </a:lnTo>
                  <a:lnTo>
                    <a:pt x="2181374" y="718594"/>
                  </a:lnTo>
                  <a:lnTo>
                    <a:pt x="2180670" y="722471"/>
                  </a:lnTo>
                  <a:lnTo>
                    <a:pt x="2180144" y="723665"/>
                  </a:lnTo>
                  <a:lnTo>
                    <a:pt x="2178342" y="725192"/>
                  </a:lnTo>
                  <a:lnTo>
                    <a:pt x="2175706" y="725201"/>
                  </a:lnTo>
                  <a:lnTo>
                    <a:pt x="2171807" y="726863"/>
                  </a:lnTo>
                  <a:lnTo>
                    <a:pt x="2171600" y="728220"/>
                  </a:lnTo>
                  <a:lnTo>
                    <a:pt x="2166641" y="731081"/>
                  </a:lnTo>
                  <a:lnTo>
                    <a:pt x="2166441" y="732938"/>
                  </a:lnTo>
                  <a:lnTo>
                    <a:pt x="2163005" y="740017"/>
                  </a:lnTo>
                  <a:lnTo>
                    <a:pt x="2163469" y="743130"/>
                  </a:lnTo>
                  <a:lnTo>
                    <a:pt x="2162777" y="745438"/>
                  </a:lnTo>
                  <a:lnTo>
                    <a:pt x="2160184" y="748861"/>
                  </a:lnTo>
                  <a:lnTo>
                    <a:pt x="2161089" y="751461"/>
                  </a:lnTo>
                  <a:lnTo>
                    <a:pt x="2162986" y="751833"/>
                  </a:lnTo>
                  <a:lnTo>
                    <a:pt x="2165947" y="754099"/>
                  </a:lnTo>
                  <a:lnTo>
                    <a:pt x="2168954" y="755947"/>
                  </a:lnTo>
                  <a:lnTo>
                    <a:pt x="2174829" y="762025"/>
                  </a:lnTo>
                  <a:lnTo>
                    <a:pt x="2175373" y="763350"/>
                  </a:lnTo>
                  <a:lnTo>
                    <a:pt x="2176394" y="764772"/>
                  </a:lnTo>
                  <a:lnTo>
                    <a:pt x="2177353" y="765324"/>
                  </a:lnTo>
                  <a:lnTo>
                    <a:pt x="2178281" y="765286"/>
                  </a:lnTo>
                  <a:lnTo>
                    <a:pt x="2179365" y="765877"/>
                  </a:lnTo>
                  <a:lnTo>
                    <a:pt x="2183890" y="766534"/>
                  </a:lnTo>
                  <a:lnTo>
                    <a:pt x="2186570" y="767416"/>
                  </a:lnTo>
                  <a:lnTo>
                    <a:pt x="2187491" y="768219"/>
                  </a:lnTo>
                  <a:lnTo>
                    <a:pt x="2188711" y="769786"/>
                  </a:lnTo>
                  <a:lnTo>
                    <a:pt x="2188939" y="777218"/>
                  </a:lnTo>
                  <a:lnTo>
                    <a:pt x="2191394" y="778528"/>
                  </a:lnTo>
                  <a:lnTo>
                    <a:pt x="2192441" y="780613"/>
                  </a:lnTo>
                  <a:lnTo>
                    <a:pt x="2192475" y="781267"/>
                  </a:lnTo>
                  <a:lnTo>
                    <a:pt x="2192742" y="781531"/>
                  </a:lnTo>
                  <a:lnTo>
                    <a:pt x="2193215" y="783355"/>
                  </a:lnTo>
                  <a:lnTo>
                    <a:pt x="2193476" y="783558"/>
                  </a:lnTo>
                  <a:lnTo>
                    <a:pt x="2194129" y="785240"/>
                  </a:lnTo>
                  <a:lnTo>
                    <a:pt x="2194504" y="785572"/>
                  </a:lnTo>
                  <a:lnTo>
                    <a:pt x="2195259" y="788892"/>
                  </a:lnTo>
                  <a:lnTo>
                    <a:pt x="2196553" y="790735"/>
                  </a:lnTo>
                  <a:lnTo>
                    <a:pt x="2197210" y="792402"/>
                  </a:lnTo>
                  <a:lnTo>
                    <a:pt x="2197337" y="794424"/>
                  </a:lnTo>
                  <a:lnTo>
                    <a:pt x="2196182" y="795802"/>
                  </a:lnTo>
                  <a:lnTo>
                    <a:pt x="2194934" y="796308"/>
                  </a:lnTo>
                  <a:lnTo>
                    <a:pt x="2194940" y="796525"/>
                  </a:lnTo>
                  <a:lnTo>
                    <a:pt x="2192718" y="797143"/>
                  </a:lnTo>
                  <a:lnTo>
                    <a:pt x="2192186" y="797843"/>
                  </a:lnTo>
                  <a:lnTo>
                    <a:pt x="2192397" y="798148"/>
                  </a:lnTo>
                  <a:lnTo>
                    <a:pt x="2192515" y="799663"/>
                  </a:lnTo>
                  <a:lnTo>
                    <a:pt x="2192297" y="799987"/>
                  </a:lnTo>
                  <a:lnTo>
                    <a:pt x="2192160" y="801370"/>
                  </a:lnTo>
                  <a:lnTo>
                    <a:pt x="2190581" y="801099"/>
                  </a:lnTo>
                  <a:lnTo>
                    <a:pt x="2189752" y="801180"/>
                  </a:lnTo>
                  <a:lnTo>
                    <a:pt x="2188805" y="801810"/>
                  </a:lnTo>
                  <a:lnTo>
                    <a:pt x="2188039" y="801870"/>
                  </a:lnTo>
                  <a:lnTo>
                    <a:pt x="2187676" y="802387"/>
                  </a:lnTo>
                  <a:lnTo>
                    <a:pt x="2186939" y="805665"/>
                  </a:lnTo>
                  <a:lnTo>
                    <a:pt x="2186435" y="806413"/>
                  </a:lnTo>
                  <a:lnTo>
                    <a:pt x="2185281" y="807266"/>
                  </a:lnTo>
                  <a:lnTo>
                    <a:pt x="2183876" y="811291"/>
                  </a:lnTo>
                  <a:lnTo>
                    <a:pt x="2184026" y="812156"/>
                  </a:lnTo>
                  <a:lnTo>
                    <a:pt x="2183663" y="813917"/>
                  </a:lnTo>
                  <a:lnTo>
                    <a:pt x="2183087" y="814815"/>
                  </a:lnTo>
                  <a:lnTo>
                    <a:pt x="2182983" y="817376"/>
                  </a:lnTo>
                  <a:lnTo>
                    <a:pt x="2182268" y="818076"/>
                  </a:lnTo>
                  <a:lnTo>
                    <a:pt x="2181724" y="819170"/>
                  </a:lnTo>
                  <a:lnTo>
                    <a:pt x="2180631" y="819947"/>
                  </a:lnTo>
                  <a:lnTo>
                    <a:pt x="2181108" y="820944"/>
                  </a:lnTo>
                  <a:lnTo>
                    <a:pt x="2180387" y="821335"/>
                  </a:lnTo>
                  <a:lnTo>
                    <a:pt x="2180547" y="821902"/>
                  </a:lnTo>
                  <a:lnTo>
                    <a:pt x="2177421" y="828077"/>
                  </a:lnTo>
                  <a:lnTo>
                    <a:pt x="2176020" y="830234"/>
                  </a:lnTo>
                  <a:lnTo>
                    <a:pt x="2173792" y="832710"/>
                  </a:lnTo>
                  <a:lnTo>
                    <a:pt x="2169692" y="835083"/>
                  </a:lnTo>
                  <a:lnTo>
                    <a:pt x="2170894" y="839043"/>
                  </a:lnTo>
                  <a:lnTo>
                    <a:pt x="2171119" y="841327"/>
                  </a:lnTo>
                  <a:lnTo>
                    <a:pt x="2171550" y="842219"/>
                  </a:lnTo>
                  <a:lnTo>
                    <a:pt x="2170965" y="843016"/>
                  </a:lnTo>
                  <a:lnTo>
                    <a:pt x="2170888" y="844089"/>
                  </a:lnTo>
                  <a:lnTo>
                    <a:pt x="2172234" y="846694"/>
                  </a:lnTo>
                  <a:lnTo>
                    <a:pt x="2173734" y="848260"/>
                  </a:lnTo>
                  <a:lnTo>
                    <a:pt x="2172477" y="849532"/>
                  </a:lnTo>
                  <a:lnTo>
                    <a:pt x="2170424" y="852389"/>
                  </a:lnTo>
                  <a:lnTo>
                    <a:pt x="2169439" y="856250"/>
                  </a:lnTo>
                  <a:lnTo>
                    <a:pt x="2170374" y="856743"/>
                  </a:lnTo>
                  <a:lnTo>
                    <a:pt x="2170530" y="857502"/>
                  </a:lnTo>
                  <a:lnTo>
                    <a:pt x="2170766" y="857692"/>
                  </a:lnTo>
                  <a:lnTo>
                    <a:pt x="2170819" y="858737"/>
                  </a:lnTo>
                  <a:lnTo>
                    <a:pt x="2170525" y="859446"/>
                  </a:lnTo>
                  <a:lnTo>
                    <a:pt x="2170816" y="859962"/>
                  </a:lnTo>
                  <a:lnTo>
                    <a:pt x="2170540" y="861068"/>
                  </a:lnTo>
                  <a:lnTo>
                    <a:pt x="2169281" y="861875"/>
                  </a:lnTo>
                  <a:lnTo>
                    <a:pt x="2168835" y="863296"/>
                  </a:lnTo>
                  <a:lnTo>
                    <a:pt x="2166918" y="865007"/>
                  </a:lnTo>
                  <a:lnTo>
                    <a:pt x="2167005" y="865251"/>
                  </a:lnTo>
                  <a:lnTo>
                    <a:pt x="2165525" y="866259"/>
                  </a:lnTo>
                  <a:lnTo>
                    <a:pt x="2165450" y="867036"/>
                  </a:lnTo>
                  <a:lnTo>
                    <a:pt x="2164482" y="868382"/>
                  </a:lnTo>
                  <a:lnTo>
                    <a:pt x="2164705" y="869717"/>
                  </a:lnTo>
                  <a:lnTo>
                    <a:pt x="2164411" y="872373"/>
                  </a:lnTo>
                  <a:lnTo>
                    <a:pt x="2164691" y="873487"/>
                  </a:lnTo>
                  <a:lnTo>
                    <a:pt x="2165204" y="874445"/>
                  </a:lnTo>
                  <a:lnTo>
                    <a:pt x="2166743" y="875559"/>
                  </a:lnTo>
                  <a:lnTo>
                    <a:pt x="2166577" y="876571"/>
                  </a:lnTo>
                  <a:lnTo>
                    <a:pt x="2166937" y="876831"/>
                  </a:lnTo>
                  <a:lnTo>
                    <a:pt x="2166082" y="881739"/>
                  </a:lnTo>
                  <a:lnTo>
                    <a:pt x="2166846" y="883180"/>
                  </a:lnTo>
                  <a:lnTo>
                    <a:pt x="2167621" y="885459"/>
                  </a:lnTo>
                  <a:lnTo>
                    <a:pt x="2169206" y="887051"/>
                  </a:lnTo>
                  <a:lnTo>
                    <a:pt x="2170770" y="889232"/>
                  </a:lnTo>
                  <a:lnTo>
                    <a:pt x="2170866" y="890584"/>
                  </a:lnTo>
                  <a:lnTo>
                    <a:pt x="2170490" y="891584"/>
                  </a:lnTo>
                  <a:lnTo>
                    <a:pt x="2170910" y="892302"/>
                  </a:lnTo>
                  <a:lnTo>
                    <a:pt x="2170717" y="893069"/>
                  </a:lnTo>
                  <a:lnTo>
                    <a:pt x="2171124" y="893745"/>
                  </a:lnTo>
                  <a:lnTo>
                    <a:pt x="2171109" y="894362"/>
                  </a:lnTo>
                  <a:lnTo>
                    <a:pt x="2171547" y="894623"/>
                  </a:lnTo>
                  <a:lnTo>
                    <a:pt x="2171503" y="895047"/>
                  </a:lnTo>
                  <a:lnTo>
                    <a:pt x="2172035" y="896189"/>
                  </a:lnTo>
                  <a:lnTo>
                    <a:pt x="2171839" y="896628"/>
                  </a:lnTo>
                  <a:lnTo>
                    <a:pt x="2172105" y="898307"/>
                  </a:lnTo>
                  <a:lnTo>
                    <a:pt x="2169749" y="899737"/>
                  </a:lnTo>
                  <a:lnTo>
                    <a:pt x="2169976" y="899991"/>
                  </a:lnTo>
                  <a:lnTo>
                    <a:pt x="2169806" y="901272"/>
                  </a:lnTo>
                  <a:lnTo>
                    <a:pt x="2168711" y="903024"/>
                  </a:lnTo>
                  <a:lnTo>
                    <a:pt x="2168465" y="903958"/>
                  </a:lnTo>
                  <a:lnTo>
                    <a:pt x="2168730" y="904334"/>
                  </a:lnTo>
                  <a:lnTo>
                    <a:pt x="2168725" y="904842"/>
                  </a:lnTo>
                  <a:lnTo>
                    <a:pt x="2168258" y="906064"/>
                  </a:lnTo>
                  <a:lnTo>
                    <a:pt x="2168715" y="907173"/>
                  </a:lnTo>
                  <a:lnTo>
                    <a:pt x="2169560" y="908329"/>
                  </a:lnTo>
                  <a:lnTo>
                    <a:pt x="2169491" y="909302"/>
                  </a:lnTo>
                  <a:lnTo>
                    <a:pt x="2171427" y="910285"/>
                  </a:lnTo>
                  <a:lnTo>
                    <a:pt x="2171848" y="910365"/>
                  </a:lnTo>
                  <a:lnTo>
                    <a:pt x="2172433" y="910097"/>
                  </a:lnTo>
                  <a:lnTo>
                    <a:pt x="2174659" y="911521"/>
                  </a:lnTo>
                  <a:lnTo>
                    <a:pt x="2174449" y="913249"/>
                  </a:lnTo>
                  <a:lnTo>
                    <a:pt x="2175698" y="917402"/>
                  </a:lnTo>
                  <a:lnTo>
                    <a:pt x="2176292" y="922746"/>
                  </a:lnTo>
                  <a:lnTo>
                    <a:pt x="2175752" y="925535"/>
                  </a:lnTo>
                  <a:lnTo>
                    <a:pt x="2176221" y="928466"/>
                  </a:lnTo>
                  <a:lnTo>
                    <a:pt x="2176052" y="933176"/>
                  </a:lnTo>
                  <a:lnTo>
                    <a:pt x="2176449" y="935482"/>
                  </a:lnTo>
                  <a:lnTo>
                    <a:pt x="2176455" y="938020"/>
                  </a:lnTo>
                  <a:lnTo>
                    <a:pt x="2176214" y="940891"/>
                  </a:lnTo>
                  <a:lnTo>
                    <a:pt x="2175369" y="944534"/>
                  </a:lnTo>
                  <a:lnTo>
                    <a:pt x="2175604" y="945301"/>
                  </a:lnTo>
                  <a:lnTo>
                    <a:pt x="2176774" y="946709"/>
                  </a:lnTo>
                  <a:lnTo>
                    <a:pt x="2179339" y="947651"/>
                  </a:lnTo>
                  <a:lnTo>
                    <a:pt x="2181084" y="948591"/>
                  </a:lnTo>
                  <a:lnTo>
                    <a:pt x="2181279" y="949169"/>
                  </a:lnTo>
                  <a:lnTo>
                    <a:pt x="2182399" y="949259"/>
                  </a:lnTo>
                  <a:lnTo>
                    <a:pt x="2183435" y="949934"/>
                  </a:lnTo>
                  <a:lnTo>
                    <a:pt x="2184148" y="950079"/>
                  </a:lnTo>
                  <a:lnTo>
                    <a:pt x="2185082" y="950892"/>
                  </a:lnTo>
                  <a:lnTo>
                    <a:pt x="2186288" y="951214"/>
                  </a:lnTo>
                  <a:lnTo>
                    <a:pt x="2187594" y="952141"/>
                  </a:lnTo>
                  <a:lnTo>
                    <a:pt x="2190925" y="953647"/>
                  </a:lnTo>
                  <a:lnTo>
                    <a:pt x="2193298" y="955409"/>
                  </a:lnTo>
                  <a:lnTo>
                    <a:pt x="2194293" y="955768"/>
                  </a:lnTo>
                  <a:lnTo>
                    <a:pt x="2195489" y="957588"/>
                  </a:lnTo>
                  <a:lnTo>
                    <a:pt x="2195986" y="959807"/>
                  </a:lnTo>
                  <a:lnTo>
                    <a:pt x="2196789" y="960720"/>
                  </a:lnTo>
                  <a:lnTo>
                    <a:pt x="2196175" y="962234"/>
                  </a:lnTo>
                  <a:lnTo>
                    <a:pt x="2196794" y="963790"/>
                  </a:lnTo>
                  <a:lnTo>
                    <a:pt x="2196997" y="967401"/>
                  </a:lnTo>
                  <a:lnTo>
                    <a:pt x="2197583" y="967905"/>
                  </a:lnTo>
                  <a:lnTo>
                    <a:pt x="2198193" y="969209"/>
                  </a:lnTo>
                  <a:lnTo>
                    <a:pt x="2197955" y="970428"/>
                  </a:lnTo>
                  <a:lnTo>
                    <a:pt x="2198184" y="975480"/>
                  </a:lnTo>
                  <a:lnTo>
                    <a:pt x="2197492" y="977509"/>
                  </a:lnTo>
                  <a:lnTo>
                    <a:pt x="2197117" y="979603"/>
                  </a:lnTo>
                  <a:lnTo>
                    <a:pt x="2198127" y="984346"/>
                  </a:lnTo>
                  <a:lnTo>
                    <a:pt x="2200333" y="986225"/>
                  </a:lnTo>
                  <a:lnTo>
                    <a:pt x="2200747" y="987672"/>
                  </a:lnTo>
                  <a:lnTo>
                    <a:pt x="2201905" y="989408"/>
                  </a:lnTo>
                  <a:lnTo>
                    <a:pt x="2203625" y="991299"/>
                  </a:lnTo>
                  <a:lnTo>
                    <a:pt x="2204493" y="991862"/>
                  </a:lnTo>
                  <a:lnTo>
                    <a:pt x="2205918" y="993831"/>
                  </a:lnTo>
                  <a:lnTo>
                    <a:pt x="2206447" y="995590"/>
                  </a:lnTo>
                  <a:lnTo>
                    <a:pt x="2206900" y="995761"/>
                  </a:lnTo>
                  <a:lnTo>
                    <a:pt x="2208069" y="997072"/>
                  </a:lnTo>
                  <a:lnTo>
                    <a:pt x="2209057" y="997519"/>
                  </a:lnTo>
                  <a:lnTo>
                    <a:pt x="2210125" y="1000315"/>
                  </a:lnTo>
                  <a:lnTo>
                    <a:pt x="2211480" y="1002646"/>
                  </a:lnTo>
                  <a:lnTo>
                    <a:pt x="2211799" y="1002723"/>
                  </a:lnTo>
                  <a:lnTo>
                    <a:pt x="2212162" y="1003648"/>
                  </a:lnTo>
                  <a:lnTo>
                    <a:pt x="2212341" y="1006753"/>
                  </a:lnTo>
                  <a:lnTo>
                    <a:pt x="2213736" y="1010593"/>
                  </a:lnTo>
                  <a:lnTo>
                    <a:pt x="2213763" y="1012294"/>
                  </a:lnTo>
                  <a:lnTo>
                    <a:pt x="2212151" y="1013497"/>
                  </a:lnTo>
                  <a:lnTo>
                    <a:pt x="2209725" y="1023372"/>
                  </a:lnTo>
                  <a:lnTo>
                    <a:pt x="2209528" y="1028005"/>
                  </a:lnTo>
                  <a:lnTo>
                    <a:pt x="2208868" y="1030783"/>
                  </a:lnTo>
                  <a:lnTo>
                    <a:pt x="2211483" y="1034682"/>
                  </a:lnTo>
                  <a:lnTo>
                    <a:pt x="2212842" y="1035002"/>
                  </a:lnTo>
                  <a:lnTo>
                    <a:pt x="2215492" y="1039725"/>
                  </a:lnTo>
                  <a:lnTo>
                    <a:pt x="2219177" y="1048359"/>
                  </a:lnTo>
                  <a:lnTo>
                    <a:pt x="2220305" y="1049847"/>
                  </a:lnTo>
                  <a:lnTo>
                    <a:pt x="2219614" y="1052149"/>
                  </a:lnTo>
                  <a:lnTo>
                    <a:pt x="2217703" y="1054971"/>
                  </a:lnTo>
                  <a:lnTo>
                    <a:pt x="2217545" y="1055066"/>
                  </a:lnTo>
                  <a:lnTo>
                    <a:pt x="2215929" y="1054276"/>
                  </a:lnTo>
                  <a:lnTo>
                    <a:pt x="2214081" y="1054139"/>
                  </a:lnTo>
                  <a:lnTo>
                    <a:pt x="2211527" y="1055658"/>
                  </a:lnTo>
                  <a:lnTo>
                    <a:pt x="2209969" y="1056299"/>
                  </a:lnTo>
                  <a:lnTo>
                    <a:pt x="2209564" y="1056260"/>
                  </a:lnTo>
                  <a:lnTo>
                    <a:pt x="2207810" y="1057871"/>
                  </a:lnTo>
                  <a:lnTo>
                    <a:pt x="2206870" y="1058381"/>
                  </a:lnTo>
                  <a:lnTo>
                    <a:pt x="2204919" y="1058811"/>
                  </a:lnTo>
                  <a:lnTo>
                    <a:pt x="2201583" y="1061376"/>
                  </a:lnTo>
                  <a:lnTo>
                    <a:pt x="2198806" y="1060151"/>
                  </a:lnTo>
                  <a:lnTo>
                    <a:pt x="2197697" y="1059248"/>
                  </a:lnTo>
                  <a:lnTo>
                    <a:pt x="2196132" y="1058631"/>
                  </a:lnTo>
                  <a:lnTo>
                    <a:pt x="2193277" y="1056452"/>
                  </a:lnTo>
                  <a:lnTo>
                    <a:pt x="2190419" y="1055654"/>
                  </a:lnTo>
                  <a:lnTo>
                    <a:pt x="2188594" y="1054278"/>
                  </a:lnTo>
                  <a:lnTo>
                    <a:pt x="2186711" y="1054355"/>
                  </a:lnTo>
                  <a:lnTo>
                    <a:pt x="2184439" y="1053126"/>
                  </a:lnTo>
                  <a:lnTo>
                    <a:pt x="2180959" y="1053010"/>
                  </a:lnTo>
                  <a:lnTo>
                    <a:pt x="2178294" y="1053621"/>
                  </a:lnTo>
                  <a:lnTo>
                    <a:pt x="2176096" y="1054807"/>
                  </a:lnTo>
                  <a:lnTo>
                    <a:pt x="2174451" y="1055025"/>
                  </a:lnTo>
                  <a:lnTo>
                    <a:pt x="2173244" y="1056100"/>
                  </a:lnTo>
                  <a:lnTo>
                    <a:pt x="2172438" y="1056385"/>
                  </a:lnTo>
                  <a:lnTo>
                    <a:pt x="2172708" y="1058757"/>
                  </a:lnTo>
                  <a:lnTo>
                    <a:pt x="2172518" y="1059978"/>
                  </a:lnTo>
                  <a:lnTo>
                    <a:pt x="2169900" y="1062543"/>
                  </a:lnTo>
                  <a:lnTo>
                    <a:pt x="2169559" y="1062803"/>
                  </a:lnTo>
                  <a:lnTo>
                    <a:pt x="2168208" y="1062964"/>
                  </a:lnTo>
                  <a:lnTo>
                    <a:pt x="2167203" y="1064836"/>
                  </a:lnTo>
                  <a:lnTo>
                    <a:pt x="2165072" y="1065219"/>
                  </a:lnTo>
                  <a:lnTo>
                    <a:pt x="2162812" y="1065965"/>
                  </a:lnTo>
                  <a:lnTo>
                    <a:pt x="2161088" y="1067514"/>
                  </a:lnTo>
                  <a:lnTo>
                    <a:pt x="2159979" y="1069601"/>
                  </a:lnTo>
                  <a:lnTo>
                    <a:pt x="2159079" y="1070600"/>
                  </a:lnTo>
                  <a:lnTo>
                    <a:pt x="2157312" y="1075273"/>
                  </a:lnTo>
                  <a:lnTo>
                    <a:pt x="2157049" y="1078058"/>
                  </a:lnTo>
                  <a:lnTo>
                    <a:pt x="2156347" y="1079342"/>
                  </a:lnTo>
                  <a:lnTo>
                    <a:pt x="2156202" y="1080315"/>
                  </a:lnTo>
                  <a:lnTo>
                    <a:pt x="2155337" y="1082388"/>
                  </a:lnTo>
                  <a:lnTo>
                    <a:pt x="2155592" y="1083236"/>
                  </a:lnTo>
                  <a:lnTo>
                    <a:pt x="2155410" y="1083391"/>
                  </a:lnTo>
                  <a:lnTo>
                    <a:pt x="2154135" y="1083241"/>
                  </a:lnTo>
                  <a:lnTo>
                    <a:pt x="2153520" y="1082473"/>
                  </a:lnTo>
                  <a:lnTo>
                    <a:pt x="2153020" y="1082412"/>
                  </a:lnTo>
                  <a:lnTo>
                    <a:pt x="2151724" y="1081619"/>
                  </a:lnTo>
                  <a:lnTo>
                    <a:pt x="2150872" y="1081544"/>
                  </a:lnTo>
                  <a:lnTo>
                    <a:pt x="2147419" y="1082080"/>
                  </a:lnTo>
                  <a:lnTo>
                    <a:pt x="2146003" y="1081942"/>
                  </a:lnTo>
                  <a:lnTo>
                    <a:pt x="2144036" y="1082440"/>
                  </a:lnTo>
                  <a:lnTo>
                    <a:pt x="2141926" y="1082316"/>
                  </a:lnTo>
                  <a:lnTo>
                    <a:pt x="2140925" y="1082594"/>
                  </a:lnTo>
                  <a:lnTo>
                    <a:pt x="2140056" y="1082292"/>
                  </a:lnTo>
                  <a:lnTo>
                    <a:pt x="2138315" y="1082803"/>
                  </a:lnTo>
                  <a:lnTo>
                    <a:pt x="2136735" y="1083691"/>
                  </a:lnTo>
                  <a:lnTo>
                    <a:pt x="2134973" y="1081224"/>
                  </a:lnTo>
                  <a:lnTo>
                    <a:pt x="2133140" y="1079525"/>
                  </a:lnTo>
                  <a:lnTo>
                    <a:pt x="2129686" y="1079781"/>
                  </a:lnTo>
                  <a:lnTo>
                    <a:pt x="2127541" y="1078146"/>
                  </a:lnTo>
                  <a:lnTo>
                    <a:pt x="2126112" y="1079196"/>
                  </a:lnTo>
                  <a:lnTo>
                    <a:pt x="2124974" y="1079553"/>
                  </a:lnTo>
                  <a:lnTo>
                    <a:pt x="2121858" y="1079148"/>
                  </a:lnTo>
                  <a:lnTo>
                    <a:pt x="2120837" y="1078704"/>
                  </a:lnTo>
                  <a:lnTo>
                    <a:pt x="2119838" y="1078847"/>
                  </a:lnTo>
                  <a:lnTo>
                    <a:pt x="2119246" y="1079035"/>
                  </a:lnTo>
                  <a:lnTo>
                    <a:pt x="2118568" y="1079662"/>
                  </a:lnTo>
                  <a:lnTo>
                    <a:pt x="2116748" y="1080275"/>
                  </a:lnTo>
                  <a:lnTo>
                    <a:pt x="2115490" y="1080415"/>
                  </a:lnTo>
                  <a:lnTo>
                    <a:pt x="2113410" y="1082158"/>
                  </a:lnTo>
                  <a:lnTo>
                    <a:pt x="2110888" y="1083603"/>
                  </a:lnTo>
                  <a:lnTo>
                    <a:pt x="2110049" y="1084464"/>
                  </a:lnTo>
                  <a:lnTo>
                    <a:pt x="2108233" y="1088039"/>
                  </a:lnTo>
                  <a:lnTo>
                    <a:pt x="2107161" y="1089231"/>
                  </a:lnTo>
                  <a:lnTo>
                    <a:pt x="2106887" y="1091369"/>
                  </a:lnTo>
                  <a:lnTo>
                    <a:pt x="2105962" y="1093419"/>
                  </a:lnTo>
                  <a:lnTo>
                    <a:pt x="2105639" y="1095703"/>
                  </a:lnTo>
                  <a:lnTo>
                    <a:pt x="2104184" y="1096621"/>
                  </a:lnTo>
                  <a:lnTo>
                    <a:pt x="2103236" y="1096849"/>
                  </a:lnTo>
                  <a:lnTo>
                    <a:pt x="2102023" y="1096739"/>
                  </a:lnTo>
                  <a:lnTo>
                    <a:pt x="2100171" y="1097886"/>
                  </a:lnTo>
                  <a:lnTo>
                    <a:pt x="2095963" y="1099932"/>
                  </a:lnTo>
                  <a:lnTo>
                    <a:pt x="2095067" y="1100827"/>
                  </a:lnTo>
                  <a:lnTo>
                    <a:pt x="2094428" y="1101018"/>
                  </a:lnTo>
                  <a:lnTo>
                    <a:pt x="2089044" y="1101051"/>
                  </a:lnTo>
                  <a:lnTo>
                    <a:pt x="2084946" y="1100146"/>
                  </a:lnTo>
                  <a:lnTo>
                    <a:pt x="2082389" y="1100071"/>
                  </a:lnTo>
                  <a:lnTo>
                    <a:pt x="2078975" y="1098731"/>
                  </a:lnTo>
                  <a:lnTo>
                    <a:pt x="2077042" y="1098872"/>
                  </a:lnTo>
                  <a:lnTo>
                    <a:pt x="2074927" y="1098244"/>
                  </a:lnTo>
                  <a:lnTo>
                    <a:pt x="2073206" y="1098293"/>
                  </a:lnTo>
                  <a:lnTo>
                    <a:pt x="2071743" y="1097987"/>
                  </a:lnTo>
                  <a:lnTo>
                    <a:pt x="2071180" y="1097521"/>
                  </a:lnTo>
                  <a:lnTo>
                    <a:pt x="2070412" y="1097452"/>
                  </a:lnTo>
                  <a:lnTo>
                    <a:pt x="2070073" y="1097182"/>
                  </a:lnTo>
                  <a:lnTo>
                    <a:pt x="2066665" y="1096739"/>
                  </a:lnTo>
                  <a:lnTo>
                    <a:pt x="2065865" y="1096767"/>
                  </a:lnTo>
                  <a:lnTo>
                    <a:pt x="2065481" y="1097372"/>
                  </a:lnTo>
                  <a:lnTo>
                    <a:pt x="2064889" y="1097094"/>
                  </a:lnTo>
                  <a:lnTo>
                    <a:pt x="2063742" y="1097031"/>
                  </a:lnTo>
                  <a:lnTo>
                    <a:pt x="2062675" y="1097350"/>
                  </a:lnTo>
                  <a:lnTo>
                    <a:pt x="2061567" y="1097921"/>
                  </a:lnTo>
                  <a:lnTo>
                    <a:pt x="2060938" y="1098849"/>
                  </a:lnTo>
                  <a:lnTo>
                    <a:pt x="2060290" y="1099337"/>
                  </a:lnTo>
                  <a:lnTo>
                    <a:pt x="2058706" y="1099871"/>
                  </a:lnTo>
                  <a:lnTo>
                    <a:pt x="2057651" y="1100493"/>
                  </a:lnTo>
                  <a:lnTo>
                    <a:pt x="2056835" y="1100593"/>
                  </a:lnTo>
                  <a:lnTo>
                    <a:pt x="2055950" y="1100443"/>
                  </a:lnTo>
                  <a:lnTo>
                    <a:pt x="2053855" y="1098866"/>
                  </a:lnTo>
                  <a:lnTo>
                    <a:pt x="2053120" y="1098186"/>
                  </a:lnTo>
                  <a:lnTo>
                    <a:pt x="2052968" y="1097456"/>
                  </a:lnTo>
                  <a:lnTo>
                    <a:pt x="2051720" y="1096398"/>
                  </a:lnTo>
                  <a:lnTo>
                    <a:pt x="2050951" y="1096221"/>
                  </a:lnTo>
                  <a:lnTo>
                    <a:pt x="2050403" y="1095734"/>
                  </a:lnTo>
                  <a:lnTo>
                    <a:pt x="2049294" y="1095737"/>
                  </a:lnTo>
                  <a:lnTo>
                    <a:pt x="2048583" y="1096070"/>
                  </a:lnTo>
                  <a:lnTo>
                    <a:pt x="2047164" y="1097632"/>
                  </a:lnTo>
                  <a:lnTo>
                    <a:pt x="2046522" y="1097624"/>
                  </a:lnTo>
                  <a:lnTo>
                    <a:pt x="2045596" y="1098055"/>
                  </a:lnTo>
                  <a:lnTo>
                    <a:pt x="2044499" y="1099118"/>
                  </a:lnTo>
                  <a:lnTo>
                    <a:pt x="2043163" y="1099943"/>
                  </a:lnTo>
                  <a:lnTo>
                    <a:pt x="2041813" y="1102781"/>
                  </a:lnTo>
                  <a:lnTo>
                    <a:pt x="2040891" y="1103772"/>
                  </a:lnTo>
                  <a:lnTo>
                    <a:pt x="2039823" y="1105477"/>
                  </a:lnTo>
                  <a:lnTo>
                    <a:pt x="2038598" y="1108417"/>
                  </a:lnTo>
                  <a:lnTo>
                    <a:pt x="2038500" y="1109239"/>
                  </a:lnTo>
                  <a:lnTo>
                    <a:pt x="2037460" y="1110572"/>
                  </a:lnTo>
                  <a:lnTo>
                    <a:pt x="2033943" y="1110445"/>
                  </a:lnTo>
                  <a:lnTo>
                    <a:pt x="2032212" y="1110846"/>
                  </a:lnTo>
                  <a:lnTo>
                    <a:pt x="2030904" y="1110678"/>
                  </a:lnTo>
                  <a:lnTo>
                    <a:pt x="2029703" y="1110152"/>
                  </a:lnTo>
                  <a:lnTo>
                    <a:pt x="2028961" y="1108695"/>
                  </a:lnTo>
                  <a:lnTo>
                    <a:pt x="2026399" y="1106400"/>
                  </a:lnTo>
                  <a:lnTo>
                    <a:pt x="2024751" y="1105724"/>
                  </a:lnTo>
                  <a:lnTo>
                    <a:pt x="2023667" y="1106444"/>
                  </a:lnTo>
                  <a:lnTo>
                    <a:pt x="2023480" y="1107213"/>
                  </a:lnTo>
                  <a:lnTo>
                    <a:pt x="2022779" y="1107600"/>
                  </a:lnTo>
                  <a:lnTo>
                    <a:pt x="2022742" y="1108161"/>
                  </a:lnTo>
                  <a:lnTo>
                    <a:pt x="2022029" y="1109213"/>
                  </a:lnTo>
                  <a:lnTo>
                    <a:pt x="2022085" y="1109708"/>
                  </a:lnTo>
                  <a:lnTo>
                    <a:pt x="2021641" y="1109969"/>
                  </a:lnTo>
                  <a:lnTo>
                    <a:pt x="2021007" y="1111293"/>
                  </a:lnTo>
                  <a:lnTo>
                    <a:pt x="2019099" y="1112784"/>
                  </a:lnTo>
                  <a:lnTo>
                    <a:pt x="2018977" y="1113399"/>
                  </a:lnTo>
                  <a:lnTo>
                    <a:pt x="2018027" y="1114514"/>
                  </a:lnTo>
                  <a:lnTo>
                    <a:pt x="2017469" y="1115758"/>
                  </a:lnTo>
                  <a:lnTo>
                    <a:pt x="2017445" y="1116390"/>
                  </a:lnTo>
                  <a:lnTo>
                    <a:pt x="2016739" y="1117781"/>
                  </a:lnTo>
                  <a:lnTo>
                    <a:pt x="2016858" y="1118676"/>
                  </a:lnTo>
                  <a:lnTo>
                    <a:pt x="2015425" y="1120558"/>
                  </a:lnTo>
                  <a:lnTo>
                    <a:pt x="2014165" y="1121382"/>
                  </a:lnTo>
                  <a:lnTo>
                    <a:pt x="2013341" y="1121329"/>
                  </a:lnTo>
                  <a:lnTo>
                    <a:pt x="2012729" y="1120978"/>
                  </a:lnTo>
                  <a:lnTo>
                    <a:pt x="2009857" y="1117869"/>
                  </a:lnTo>
                  <a:lnTo>
                    <a:pt x="2007787" y="1116632"/>
                  </a:lnTo>
                  <a:lnTo>
                    <a:pt x="2007298" y="1116595"/>
                  </a:lnTo>
                  <a:lnTo>
                    <a:pt x="2004811" y="1115408"/>
                  </a:lnTo>
                  <a:lnTo>
                    <a:pt x="2002846" y="1115433"/>
                  </a:lnTo>
                  <a:lnTo>
                    <a:pt x="2002073" y="1114886"/>
                  </a:lnTo>
                  <a:lnTo>
                    <a:pt x="2000755" y="1114618"/>
                  </a:lnTo>
                  <a:lnTo>
                    <a:pt x="1998920" y="1114595"/>
                  </a:lnTo>
                  <a:lnTo>
                    <a:pt x="1997094" y="1115129"/>
                  </a:lnTo>
                  <a:lnTo>
                    <a:pt x="1996113" y="1116047"/>
                  </a:lnTo>
                  <a:lnTo>
                    <a:pt x="1993190" y="1117586"/>
                  </a:lnTo>
                  <a:lnTo>
                    <a:pt x="1991656" y="1118699"/>
                  </a:lnTo>
                  <a:lnTo>
                    <a:pt x="1985822" y="1120081"/>
                  </a:lnTo>
                  <a:lnTo>
                    <a:pt x="1983681" y="1120739"/>
                  </a:lnTo>
                  <a:lnTo>
                    <a:pt x="1982547" y="1121426"/>
                  </a:lnTo>
                  <a:lnTo>
                    <a:pt x="1981042" y="1121242"/>
                  </a:lnTo>
                  <a:lnTo>
                    <a:pt x="1980683" y="1121797"/>
                  </a:lnTo>
                  <a:lnTo>
                    <a:pt x="1979725" y="1122474"/>
                  </a:lnTo>
                  <a:lnTo>
                    <a:pt x="1979179" y="1124389"/>
                  </a:lnTo>
                  <a:lnTo>
                    <a:pt x="1979152" y="1126594"/>
                  </a:lnTo>
                  <a:lnTo>
                    <a:pt x="1978851" y="1127747"/>
                  </a:lnTo>
                  <a:lnTo>
                    <a:pt x="1978434" y="1128347"/>
                  </a:lnTo>
                  <a:lnTo>
                    <a:pt x="1975941" y="1128792"/>
                  </a:lnTo>
                  <a:lnTo>
                    <a:pt x="1973068" y="1130021"/>
                  </a:lnTo>
                  <a:lnTo>
                    <a:pt x="1971846" y="1130968"/>
                  </a:lnTo>
                  <a:lnTo>
                    <a:pt x="1971803" y="1131724"/>
                  </a:lnTo>
                  <a:lnTo>
                    <a:pt x="1969671" y="1132644"/>
                  </a:lnTo>
                  <a:lnTo>
                    <a:pt x="1969071" y="1133348"/>
                  </a:lnTo>
                  <a:lnTo>
                    <a:pt x="1966856" y="1133896"/>
                  </a:lnTo>
                  <a:lnTo>
                    <a:pt x="1965167" y="1135200"/>
                  </a:lnTo>
                  <a:lnTo>
                    <a:pt x="1965059" y="1135617"/>
                  </a:lnTo>
                  <a:lnTo>
                    <a:pt x="1963842" y="1136974"/>
                  </a:lnTo>
                  <a:lnTo>
                    <a:pt x="1962089" y="1138285"/>
                  </a:lnTo>
                  <a:lnTo>
                    <a:pt x="1960118" y="1138868"/>
                  </a:lnTo>
                  <a:lnTo>
                    <a:pt x="1960015" y="1139332"/>
                  </a:lnTo>
                  <a:lnTo>
                    <a:pt x="1959161" y="1140279"/>
                  </a:lnTo>
                  <a:lnTo>
                    <a:pt x="1957413" y="1140972"/>
                  </a:lnTo>
                  <a:lnTo>
                    <a:pt x="1956963" y="1142276"/>
                  </a:lnTo>
                  <a:lnTo>
                    <a:pt x="1955216" y="1144708"/>
                  </a:lnTo>
                  <a:lnTo>
                    <a:pt x="1954511" y="1147452"/>
                  </a:lnTo>
                  <a:lnTo>
                    <a:pt x="1952783" y="1147780"/>
                  </a:lnTo>
                  <a:lnTo>
                    <a:pt x="1940813" y="1147515"/>
                  </a:lnTo>
                  <a:lnTo>
                    <a:pt x="1939190" y="1148638"/>
                  </a:lnTo>
                  <a:lnTo>
                    <a:pt x="1938504" y="1149626"/>
                  </a:lnTo>
                  <a:lnTo>
                    <a:pt x="1936778" y="1154708"/>
                  </a:lnTo>
                  <a:lnTo>
                    <a:pt x="1934068" y="1157053"/>
                  </a:lnTo>
                  <a:lnTo>
                    <a:pt x="1929451" y="1154117"/>
                  </a:lnTo>
                  <a:lnTo>
                    <a:pt x="1927674" y="1154463"/>
                  </a:lnTo>
                  <a:lnTo>
                    <a:pt x="1927190" y="1154762"/>
                  </a:lnTo>
                  <a:lnTo>
                    <a:pt x="1924707" y="1156952"/>
                  </a:lnTo>
                  <a:lnTo>
                    <a:pt x="1924124" y="1157807"/>
                  </a:lnTo>
                  <a:lnTo>
                    <a:pt x="1923316" y="1158307"/>
                  </a:lnTo>
                  <a:lnTo>
                    <a:pt x="1921995" y="1158632"/>
                  </a:lnTo>
                  <a:lnTo>
                    <a:pt x="1920943" y="1159340"/>
                  </a:lnTo>
                  <a:lnTo>
                    <a:pt x="1918931" y="1160203"/>
                  </a:lnTo>
                  <a:lnTo>
                    <a:pt x="1916460" y="1164673"/>
                  </a:lnTo>
                  <a:lnTo>
                    <a:pt x="1915150" y="1165974"/>
                  </a:lnTo>
                  <a:lnTo>
                    <a:pt x="1914603" y="1167057"/>
                  </a:lnTo>
                  <a:lnTo>
                    <a:pt x="1913438" y="1167498"/>
                  </a:lnTo>
                  <a:lnTo>
                    <a:pt x="1913032" y="1168445"/>
                  </a:lnTo>
                  <a:lnTo>
                    <a:pt x="1911868" y="1169718"/>
                  </a:lnTo>
                  <a:lnTo>
                    <a:pt x="1912015" y="1170342"/>
                  </a:lnTo>
                  <a:lnTo>
                    <a:pt x="1911631" y="1171077"/>
                  </a:lnTo>
                  <a:lnTo>
                    <a:pt x="1910217" y="1172429"/>
                  </a:lnTo>
                  <a:lnTo>
                    <a:pt x="1909339" y="1172031"/>
                  </a:lnTo>
                  <a:lnTo>
                    <a:pt x="1908370" y="1172024"/>
                  </a:lnTo>
                  <a:lnTo>
                    <a:pt x="1906659" y="1171324"/>
                  </a:lnTo>
                  <a:lnTo>
                    <a:pt x="1904938" y="1171226"/>
                  </a:lnTo>
                  <a:lnTo>
                    <a:pt x="1902738" y="1169850"/>
                  </a:lnTo>
                  <a:lnTo>
                    <a:pt x="1902244" y="1169803"/>
                  </a:lnTo>
                  <a:lnTo>
                    <a:pt x="1902045" y="1170594"/>
                  </a:lnTo>
                  <a:lnTo>
                    <a:pt x="1900434" y="1172225"/>
                  </a:lnTo>
                  <a:lnTo>
                    <a:pt x="1898570" y="1173155"/>
                  </a:lnTo>
                  <a:lnTo>
                    <a:pt x="1897742" y="1174105"/>
                  </a:lnTo>
                  <a:lnTo>
                    <a:pt x="1896906" y="1174556"/>
                  </a:lnTo>
                  <a:lnTo>
                    <a:pt x="1896927" y="1176397"/>
                  </a:lnTo>
                  <a:lnTo>
                    <a:pt x="1896446" y="1177739"/>
                  </a:lnTo>
                  <a:lnTo>
                    <a:pt x="1894367" y="1179914"/>
                  </a:lnTo>
                  <a:lnTo>
                    <a:pt x="1893498" y="1182271"/>
                  </a:lnTo>
                  <a:lnTo>
                    <a:pt x="1892439" y="1183377"/>
                  </a:lnTo>
                  <a:lnTo>
                    <a:pt x="1891719" y="1183207"/>
                  </a:lnTo>
                  <a:lnTo>
                    <a:pt x="1890029" y="1183415"/>
                  </a:lnTo>
                  <a:lnTo>
                    <a:pt x="1887484" y="1184289"/>
                  </a:lnTo>
                  <a:lnTo>
                    <a:pt x="1885776" y="1183976"/>
                  </a:lnTo>
                  <a:lnTo>
                    <a:pt x="1883847" y="1182970"/>
                  </a:lnTo>
                  <a:lnTo>
                    <a:pt x="1883022" y="1182918"/>
                  </a:lnTo>
                  <a:lnTo>
                    <a:pt x="1880774" y="1184242"/>
                  </a:lnTo>
                  <a:lnTo>
                    <a:pt x="1878827" y="1184733"/>
                  </a:lnTo>
                  <a:lnTo>
                    <a:pt x="1878208" y="1185129"/>
                  </a:lnTo>
                  <a:lnTo>
                    <a:pt x="1877714" y="1185053"/>
                  </a:lnTo>
                  <a:lnTo>
                    <a:pt x="1876183" y="1186116"/>
                  </a:lnTo>
                  <a:lnTo>
                    <a:pt x="1875624" y="1186078"/>
                  </a:lnTo>
                  <a:lnTo>
                    <a:pt x="1872651" y="1187209"/>
                  </a:lnTo>
                  <a:lnTo>
                    <a:pt x="1871039" y="1187404"/>
                  </a:lnTo>
                  <a:lnTo>
                    <a:pt x="1869663" y="1187846"/>
                  </a:lnTo>
                  <a:lnTo>
                    <a:pt x="1868013" y="1187685"/>
                  </a:lnTo>
                  <a:lnTo>
                    <a:pt x="1865983" y="1187063"/>
                  </a:lnTo>
                  <a:lnTo>
                    <a:pt x="1863473" y="1187272"/>
                  </a:lnTo>
                  <a:lnTo>
                    <a:pt x="1862155" y="1186602"/>
                  </a:lnTo>
                  <a:lnTo>
                    <a:pt x="1858775" y="1185717"/>
                  </a:lnTo>
                  <a:lnTo>
                    <a:pt x="1857217" y="1184678"/>
                  </a:lnTo>
                  <a:lnTo>
                    <a:pt x="1856469" y="1185185"/>
                  </a:lnTo>
                  <a:lnTo>
                    <a:pt x="1854183" y="1186048"/>
                  </a:lnTo>
                  <a:lnTo>
                    <a:pt x="1852046" y="1185773"/>
                  </a:lnTo>
                  <a:lnTo>
                    <a:pt x="1850491" y="1185279"/>
                  </a:lnTo>
                  <a:lnTo>
                    <a:pt x="1849104" y="1185652"/>
                  </a:lnTo>
                  <a:lnTo>
                    <a:pt x="1847173" y="1185801"/>
                  </a:lnTo>
                  <a:lnTo>
                    <a:pt x="1846385" y="1186352"/>
                  </a:lnTo>
                  <a:lnTo>
                    <a:pt x="1843833" y="1187184"/>
                  </a:lnTo>
                  <a:lnTo>
                    <a:pt x="1842815" y="1186908"/>
                  </a:lnTo>
                  <a:lnTo>
                    <a:pt x="1841519" y="1186947"/>
                  </a:lnTo>
                  <a:lnTo>
                    <a:pt x="1840335" y="1186439"/>
                  </a:lnTo>
                  <a:lnTo>
                    <a:pt x="1838589" y="1184740"/>
                  </a:lnTo>
                  <a:lnTo>
                    <a:pt x="1835917" y="1183949"/>
                  </a:lnTo>
                  <a:lnTo>
                    <a:pt x="1835061" y="1183412"/>
                  </a:lnTo>
                  <a:lnTo>
                    <a:pt x="1834210" y="1183573"/>
                  </a:lnTo>
                  <a:lnTo>
                    <a:pt x="1833308" y="1183079"/>
                  </a:lnTo>
                  <a:lnTo>
                    <a:pt x="1832693" y="1185003"/>
                  </a:lnTo>
                  <a:lnTo>
                    <a:pt x="1832572" y="1185957"/>
                  </a:lnTo>
                  <a:lnTo>
                    <a:pt x="1832737" y="1186802"/>
                  </a:lnTo>
                  <a:lnTo>
                    <a:pt x="1832276" y="1187791"/>
                  </a:lnTo>
                  <a:lnTo>
                    <a:pt x="1832255" y="1188512"/>
                  </a:lnTo>
                  <a:lnTo>
                    <a:pt x="1831836" y="1188957"/>
                  </a:lnTo>
                  <a:lnTo>
                    <a:pt x="1830689" y="1188884"/>
                  </a:lnTo>
                  <a:lnTo>
                    <a:pt x="1829849" y="1189112"/>
                  </a:lnTo>
                  <a:lnTo>
                    <a:pt x="1828341" y="1190015"/>
                  </a:lnTo>
                  <a:lnTo>
                    <a:pt x="1828192" y="1190543"/>
                  </a:lnTo>
                  <a:lnTo>
                    <a:pt x="1825955" y="1192833"/>
                  </a:lnTo>
                  <a:lnTo>
                    <a:pt x="1823746" y="1194148"/>
                  </a:lnTo>
                  <a:lnTo>
                    <a:pt x="1822465" y="1195679"/>
                  </a:lnTo>
                  <a:lnTo>
                    <a:pt x="1821730" y="1197197"/>
                  </a:lnTo>
                  <a:lnTo>
                    <a:pt x="1821614" y="1197958"/>
                  </a:lnTo>
                  <a:lnTo>
                    <a:pt x="1820484" y="1200007"/>
                  </a:lnTo>
                  <a:lnTo>
                    <a:pt x="1819573" y="1200886"/>
                  </a:lnTo>
                  <a:lnTo>
                    <a:pt x="1818479" y="1203103"/>
                  </a:lnTo>
                  <a:lnTo>
                    <a:pt x="1817309" y="1204479"/>
                  </a:lnTo>
                  <a:lnTo>
                    <a:pt x="1815735" y="1209524"/>
                  </a:lnTo>
                  <a:lnTo>
                    <a:pt x="1815107" y="1212786"/>
                  </a:lnTo>
                  <a:lnTo>
                    <a:pt x="1813446" y="1214099"/>
                  </a:lnTo>
                  <a:lnTo>
                    <a:pt x="1810424" y="1213863"/>
                  </a:lnTo>
                  <a:lnTo>
                    <a:pt x="1809625" y="1214090"/>
                  </a:lnTo>
                  <a:lnTo>
                    <a:pt x="1807713" y="1214074"/>
                  </a:lnTo>
                  <a:lnTo>
                    <a:pt x="1806888" y="1213759"/>
                  </a:lnTo>
                  <a:lnTo>
                    <a:pt x="1803509" y="1214952"/>
                  </a:lnTo>
                  <a:lnTo>
                    <a:pt x="1800425" y="1215463"/>
                  </a:lnTo>
                  <a:lnTo>
                    <a:pt x="1799538" y="1216443"/>
                  </a:lnTo>
                  <a:lnTo>
                    <a:pt x="1798999" y="1217806"/>
                  </a:lnTo>
                  <a:lnTo>
                    <a:pt x="1798082" y="1218161"/>
                  </a:lnTo>
                  <a:lnTo>
                    <a:pt x="1797226" y="1218964"/>
                  </a:lnTo>
                  <a:lnTo>
                    <a:pt x="1795415" y="1219344"/>
                  </a:lnTo>
                  <a:lnTo>
                    <a:pt x="1794786" y="1219769"/>
                  </a:lnTo>
                  <a:lnTo>
                    <a:pt x="1793945" y="1219247"/>
                  </a:lnTo>
                  <a:lnTo>
                    <a:pt x="1790994" y="1218456"/>
                  </a:lnTo>
                  <a:lnTo>
                    <a:pt x="1790334" y="1217966"/>
                  </a:lnTo>
                  <a:lnTo>
                    <a:pt x="1785491" y="1217227"/>
                  </a:lnTo>
                  <a:lnTo>
                    <a:pt x="1784588" y="1216349"/>
                  </a:lnTo>
                  <a:lnTo>
                    <a:pt x="1783601" y="1215976"/>
                  </a:lnTo>
                  <a:lnTo>
                    <a:pt x="1782835" y="1214944"/>
                  </a:lnTo>
                  <a:lnTo>
                    <a:pt x="1777033" y="1214419"/>
                  </a:lnTo>
                  <a:lnTo>
                    <a:pt x="1776066" y="1214604"/>
                  </a:lnTo>
                  <a:lnTo>
                    <a:pt x="1773868" y="1213776"/>
                  </a:lnTo>
                  <a:lnTo>
                    <a:pt x="1772825" y="1209242"/>
                  </a:lnTo>
                  <a:lnTo>
                    <a:pt x="1772413" y="1208303"/>
                  </a:lnTo>
                  <a:lnTo>
                    <a:pt x="1772452" y="1207685"/>
                  </a:lnTo>
                  <a:lnTo>
                    <a:pt x="1772116" y="1207431"/>
                  </a:lnTo>
                  <a:lnTo>
                    <a:pt x="1771663" y="1206359"/>
                  </a:lnTo>
                  <a:lnTo>
                    <a:pt x="1770990" y="1205689"/>
                  </a:lnTo>
                  <a:lnTo>
                    <a:pt x="1770944" y="1204048"/>
                  </a:lnTo>
                  <a:lnTo>
                    <a:pt x="1770296" y="1201535"/>
                  </a:lnTo>
                  <a:lnTo>
                    <a:pt x="1767409" y="1198811"/>
                  </a:lnTo>
                  <a:lnTo>
                    <a:pt x="1765951" y="1198016"/>
                  </a:lnTo>
                  <a:lnTo>
                    <a:pt x="1764855" y="1196101"/>
                  </a:lnTo>
                  <a:lnTo>
                    <a:pt x="1763906" y="1195334"/>
                  </a:lnTo>
                  <a:lnTo>
                    <a:pt x="1762929" y="1193363"/>
                  </a:lnTo>
                  <a:lnTo>
                    <a:pt x="1762775" y="1192398"/>
                  </a:lnTo>
                  <a:lnTo>
                    <a:pt x="1762977" y="1191354"/>
                  </a:lnTo>
                  <a:lnTo>
                    <a:pt x="1762532" y="1189996"/>
                  </a:lnTo>
                  <a:lnTo>
                    <a:pt x="1762589" y="1189166"/>
                  </a:lnTo>
                  <a:lnTo>
                    <a:pt x="1761906" y="1188727"/>
                  </a:lnTo>
                  <a:lnTo>
                    <a:pt x="1761670" y="1188172"/>
                  </a:lnTo>
                  <a:lnTo>
                    <a:pt x="1760974" y="1187785"/>
                  </a:lnTo>
                  <a:lnTo>
                    <a:pt x="1760083" y="1186733"/>
                  </a:lnTo>
                  <a:lnTo>
                    <a:pt x="1759597" y="1185657"/>
                  </a:lnTo>
                  <a:lnTo>
                    <a:pt x="1759179" y="1183769"/>
                  </a:lnTo>
                  <a:lnTo>
                    <a:pt x="1758716" y="1183415"/>
                  </a:lnTo>
                  <a:lnTo>
                    <a:pt x="1758318" y="1182357"/>
                  </a:lnTo>
                  <a:lnTo>
                    <a:pt x="1756938" y="1180291"/>
                  </a:lnTo>
                  <a:lnTo>
                    <a:pt x="1753906" y="1180881"/>
                  </a:lnTo>
                  <a:lnTo>
                    <a:pt x="1753202" y="1181316"/>
                  </a:lnTo>
                  <a:lnTo>
                    <a:pt x="1752181" y="1181285"/>
                  </a:lnTo>
                  <a:lnTo>
                    <a:pt x="1751396" y="1181556"/>
                  </a:lnTo>
                  <a:lnTo>
                    <a:pt x="1748384" y="1180582"/>
                  </a:lnTo>
                  <a:lnTo>
                    <a:pt x="1747765" y="1180724"/>
                  </a:lnTo>
                  <a:lnTo>
                    <a:pt x="1745536" y="1180469"/>
                  </a:lnTo>
                  <a:lnTo>
                    <a:pt x="1745487" y="1180934"/>
                  </a:lnTo>
                  <a:lnTo>
                    <a:pt x="1744603" y="1181078"/>
                  </a:lnTo>
                  <a:lnTo>
                    <a:pt x="1741225" y="1179663"/>
                  </a:lnTo>
                  <a:lnTo>
                    <a:pt x="1740407" y="1179809"/>
                  </a:lnTo>
                  <a:lnTo>
                    <a:pt x="1738875" y="1179370"/>
                  </a:lnTo>
                  <a:lnTo>
                    <a:pt x="1737159" y="1177788"/>
                  </a:lnTo>
                  <a:lnTo>
                    <a:pt x="1736144" y="1177742"/>
                  </a:lnTo>
                  <a:lnTo>
                    <a:pt x="1735584" y="1177062"/>
                  </a:lnTo>
                  <a:lnTo>
                    <a:pt x="1733170" y="1176846"/>
                  </a:lnTo>
                  <a:lnTo>
                    <a:pt x="1732211" y="1176162"/>
                  </a:lnTo>
                  <a:lnTo>
                    <a:pt x="1730411" y="1177024"/>
                  </a:lnTo>
                  <a:lnTo>
                    <a:pt x="1726713" y="1177791"/>
                  </a:lnTo>
                  <a:lnTo>
                    <a:pt x="1725541" y="1178758"/>
                  </a:lnTo>
                  <a:lnTo>
                    <a:pt x="1723936" y="1179496"/>
                  </a:lnTo>
                  <a:lnTo>
                    <a:pt x="1720030" y="1180652"/>
                  </a:lnTo>
                  <a:lnTo>
                    <a:pt x="1718291" y="1180678"/>
                  </a:lnTo>
                  <a:lnTo>
                    <a:pt x="1718256" y="1180453"/>
                  </a:lnTo>
                  <a:lnTo>
                    <a:pt x="1717434" y="1180013"/>
                  </a:lnTo>
                  <a:lnTo>
                    <a:pt x="1716679" y="1178694"/>
                  </a:lnTo>
                  <a:lnTo>
                    <a:pt x="1713372" y="1179588"/>
                  </a:lnTo>
                  <a:lnTo>
                    <a:pt x="1712739" y="1179646"/>
                  </a:lnTo>
                  <a:lnTo>
                    <a:pt x="1711954" y="1179257"/>
                  </a:lnTo>
                  <a:lnTo>
                    <a:pt x="1710962" y="1179432"/>
                  </a:lnTo>
                  <a:lnTo>
                    <a:pt x="1707208" y="1181311"/>
                  </a:lnTo>
                  <a:lnTo>
                    <a:pt x="1706074" y="1181576"/>
                  </a:lnTo>
                  <a:lnTo>
                    <a:pt x="1705270" y="1179993"/>
                  </a:lnTo>
                  <a:lnTo>
                    <a:pt x="1704443" y="1179555"/>
                  </a:lnTo>
                  <a:lnTo>
                    <a:pt x="1702310" y="1176923"/>
                  </a:lnTo>
                  <a:lnTo>
                    <a:pt x="1700776" y="1176617"/>
                  </a:lnTo>
                  <a:lnTo>
                    <a:pt x="1700714" y="1175742"/>
                  </a:lnTo>
                  <a:lnTo>
                    <a:pt x="1699696" y="1175433"/>
                  </a:lnTo>
                  <a:lnTo>
                    <a:pt x="1699484" y="1175597"/>
                  </a:lnTo>
                  <a:lnTo>
                    <a:pt x="1699365" y="1175201"/>
                  </a:lnTo>
                  <a:lnTo>
                    <a:pt x="1698582" y="1175232"/>
                  </a:lnTo>
                  <a:lnTo>
                    <a:pt x="1698092" y="1174850"/>
                  </a:lnTo>
                  <a:lnTo>
                    <a:pt x="1696835" y="1174512"/>
                  </a:lnTo>
                  <a:lnTo>
                    <a:pt x="1696204" y="1173656"/>
                  </a:lnTo>
                  <a:lnTo>
                    <a:pt x="1694686" y="1172825"/>
                  </a:lnTo>
                  <a:lnTo>
                    <a:pt x="1693033" y="1172476"/>
                  </a:lnTo>
                  <a:lnTo>
                    <a:pt x="1692643" y="1172021"/>
                  </a:lnTo>
                  <a:lnTo>
                    <a:pt x="1692254" y="1171974"/>
                  </a:lnTo>
                  <a:lnTo>
                    <a:pt x="1689880" y="1170380"/>
                  </a:lnTo>
                  <a:lnTo>
                    <a:pt x="1688357" y="1170108"/>
                  </a:lnTo>
                  <a:lnTo>
                    <a:pt x="1688009" y="1170433"/>
                  </a:lnTo>
                  <a:lnTo>
                    <a:pt x="1687286" y="1169400"/>
                  </a:lnTo>
                  <a:lnTo>
                    <a:pt x="1686510" y="1168990"/>
                  </a:lnTo>
                  <a:lnTo>
                    <a:pt x="1686087" y="1168202"/>
                  </a:lnTo>
                  <a:lnTo>
                    <a:pt x="1684611" y="1166794"/>
                  </a:lnTo>
                  <a:lnTo>
                    <a:pt x="1683309" y="1166031"/>
                  </a:lnTo>
                  <a:lnTo>
                    <a:pt x="1680548" y="1164760"/>
                  </a:lnTo>
                  <a:lnTo>
                    <a:pt x="1678634" y="1165058"/>
                  </a:lnTo>
                  <a:lnTo>
                    <a:pt x="1677831" y="1164399"/>
                  </a:lnTo>
                  <a:lnTo>
                    <a:pt x="1676004" y="1163856"/>
                  </a:lnTo>
                  <a:lnTo>
                    <a:pt x="1674153" y="1162844"/>
                  </a:lnTo>
                  <a:lnTo>
                    <a:pt x="1673564" y="1159975"/>
                  </a:lnTo>
                  <a:lnTo>
                    <a:pt x="1672222" y="1157092"/>
                  </a:lnTo>
                  <a:lnTo>
                    <a:pt x="1671373" y="1156936"/>
                  </a:lnTo>
                  <a:lnTo>
                    <a:pt x="1668867" y="1154960"/>
                  </a:lnTo>
                  <a:lnTo>
                    <a:pt x="1668413" y="1153118"/>
                  </a:lnTo>
                  <a:lnTo>
                    <a:pt x="1667112" y="1151106"/>
                  </a:lnTo>
                  <a:lnTo>
                    <a:pt x="1666846" y="1148148"/>
                  </a:lnTo>
                  <a:lnTo>
                    <a:pt x="1666116" y="1146470"/>
                  </a:lnTo>
                  <a:lnTo>
                    <a:pt x="1664159" y="1146775"/>
                  </a:lnTo>
                  <a:lnTo>
                    <a:pt x="1663013" y="1147259"/>
                  </a:lnTo>
                  <a:lnTo>
                    <a:pt x="1661314" y="1148624"/>
                  </a:lnTo>
                  <a:lnTo>
                    <a:pt x="1659973" y="1149346"/>
                  </a:lnTo>
                  <a:lnTo>
                    <a:pt x="1658140" y="1148840"/>
                  </a:lnTo>
                  <a:lnTo>
                    <a:pt x="1657024" y="1148031"/>
                  </a:lnTo>
                  <a:lnTo>
                    <a:pt x="1656075" y="1148049"/>
                  </a:lnTo>
                  <a:lnTo>
                    <a:pt x="1655323" y="1147469"/>
                  </a:lnTo>
                  <a:lnTo>
                    <a:pt x="1654177" y="1147324"/>
                  </a:lnTo>
                  <a:lnTo>
                    <a:pt x="1651525" y="1148554"/>
                  </a:lnTo>
                  <a:lnTo>
                    <a:pt x="1647155" y="1149676"/>
                  </a:lnTo>
                  <a:lnTo>
                    <a:pt x="1646602" y="1149905"/>
                  </a:lnTo>
                  <a:lnTo>
                    <a:pt x="1646059" y="1151254"/>
                  </a:lnTo>
                  <a:lnTo>
                    <a:pt x="1645368" y="1151728"/>
                  </a:lnTo>
                  <a:lnTo>
                    <a:pt x="1644708" y="1152717"/>
                  </a:lnTo>
                  <a:lnTo>
                    <a:pt x="1643457" y="1152943"/>
                  </a:lnTo>
                  <a:lnTo>
                    <a:pt x="1643097" y="1153441"/>
                  </a:lnTo>
                  <a:lnTo>
                    <a:pt x="1642384" y="1153591"/>
                  </a:lnTo>
                  <a:lnTo>
                    <a:pt x="1641614" y="1154428"/>
                  </a:lnTo>
                  <a:lnTo>
                    <a:pt x="1641373" y="1155334"/>
                  </a:lnTo>
                  <a:lnTo>
                    <a:pt x="1640758" y="1156030"/>
                  </a:lnTo>
                  <a:lnTo>
                    <a:pt x="1640158" y="1156124"/>
                  </a:lnTo>
                  <a:lnTo>
                    <a:pt x="1639317" y="1156645"/>
                  </a:lnTo>
                  <a:lnTo>
                    <a:pt x="1638654" y="1156697"/>
                  </a:lnTo>
                  <a:lnTo>
                    <a:pt x="1635583" y="1158178"/>
                  </a:lnTo>
                  <a:lnTo>
                    <a:pt x="1632533" y="1157719"/>
                  </a:lnTo>
                  <a:lnTo>
                    <a:pt x="1630528" y="1157898"/>
                  </a:lnTo>
                  <a:lnTo>
                    <a:pt x="1627362" y="1157616"/>
                  </a:lnTo>
                  <a:lnTo>
                    <a:pt x="1625333" y="1158118"/>
                  </a:lnTo>
                  <a:lnTo>
                    <a:pt x="1624935" y="1158005"/>
                  </a:lnTo>
                  <a:lnTo>
                    <a:pt x="1623906" y="1159246"/>
                  </a:lnTo>
                  <a:lnTo>
                    <a:pt x="1619965" y="1161308"/>
                  </a:lnTo>
                  <a:lnTo>
                    <a:pt x="1619566" y="1161902"/>
                  </a:lnTo>
                  <a:lnTo>
                    <a:pt x="1617067" y="1162973"/>
                  </a:lnTo>
                  <a:lnTo>
                    <a:pt x="1615764" y="1163197"/>
                  </a:lnTo>
                  <a:lnTo>
                    <a:pt x="1615714" y="1163897"/>
                  </a:lnTo>
                  <a:lnTo>
                    <a:pt x="1615132" y="1164431"/>
                  </a:lnTo>
                  <a:lnTo>
                    <a:pt x="1614913" y="1165361"/>
                  </a:lnTo>
                  <a:lnTo>
                    <a:pt x="1615340" y="1166973"/>
                  </a:lnTo>
                  <a:lnTo>
                    <a:pt x="1615409" y="1169273"/>
                  </a:lnTo>
                  <a:lnTo>
                    <a:pt x="1615938" y="1170643"/>
                  </a:lnTo>
                  <a:lnTo>
                    <a:pt x="1615797" y="1171033"/>
                  </a:lnTo>
                  <a:lnTo>
                    <a:pt x="1615051" y="1171076"/>
                  </a:lnTo>
                  <a:lnTo>
                    <a:pt x="1614933" y="1170884"/>
                  </a:lnTo>
                  <a:lnTo>
                    <a:pt x="1614111" y="1171146"/>
                  </a:lnTo>
                  <a:lnTo>
                    <a:pt x="1611215" y="1173430"/>
                  </a:lnTo>
                  <a:lnTo>
                    <a:pt x="1610669" y="1173495"/>
                  </a:lnTo>
                  <a:lnTo>
                    <a:pt x="1609995" y="1174006"/>
                  </a:lnTo>
                  <a:lnTo>
                    <a:pt x="1606957" y="1174907"/>
                  </a:lnTo>
                  <a:lnTo>
                    <a:pt x="1604701" y="1176180"/>
                  </a:lnTo>
                  <a:lnTo>
                    <a:pt x="1604472" y="1176526"/>
                  </a:lnTo>
                  <a:lnTo>
                    <a:pt x="1602963" y="1176818"/>
                  </a:lnTo>
                  <a:lnTo>
                    <a:pt x="1602550" y="1177234"/>
                  </a:lnTo>
                  <a:lnTo>
                    <a:pt x="1601327" y="1177624"/>
                  </a:lnTo>
                  <a:lnTo>
                    <a:pt x="1599445" y="1177219"/>
                  </a:lnTo>
                  <a:lnTo>
                    <a:pt x="1597952" y="1177428"/>
                  </a:lnTo>
                  <a:lnTo>
                    <a:pt x="1597304" y="1178094"/>
                  </a:lnTo>
                  <a:lnTo>
                    <a:pt x="1596463" y="1178282"/>
                  </a:lnTo>
                  <a:lnTo>
                    <a:pt x="1594990" y="1180244"/>
                  </a:lnTo>
                  <a:lnTo>
                    <a:pt x="1593915" y="1181053"/>
                  </a:lnTo>
                  <a:lnTo>
                    <a:pt x="1592068" y="1181418"/>
                  </a:lnTo>
                  <a:lnTo>
                    <a:pt x="1591287" y="1181107"/>
                  </a:lnTo>
                  <a:lnTo>
                    <a:pt x="1590610" y="1181270"/>
                  </a:lnTo>
                  <a:lnTo>
                    <a:pt x="1589430" y="1180754"/>
                  </a:lnTo>
                  <a:lnTo>
                    <a:pt x="1586734" y="1180791"/>
                  </a:lnTo>
                  <a:lnTo>
                    <a:pt x="1586073" y="1181069"/>
                  </a:lnTo>
                  <a:lnTo>
                    <a:pt x="1585264" y="1180899"/>
                  </a:lnTo>
                  <a:lnTo>
                    <a:pt x="1581308" y="1182962"/>
                  </a:lnTo>
                  <a:lnTo>
                    <a:pt x="1580606" y="1183071"/>
                  </a:lnTo>
                  <a:lnTo>
                    <a:pt x="1578937" y="1184327"/>
                  </a:lnTo>
                  <a:lnTo>
                    <a:pt x="1578091" y="1184449"/>
                  </a:lnTo>
                  <a:lnTo>
                    <a:pt x="1577303" y="1185382"/>
                  </a:lnTo>
                  <a:lnTo>
                    <a:pt x="1575901" y="1186129"/>
                  </a:lnTo>
                  <a:lnTo>
                    <a:pt x="1572906" y="1187326"/>
                  </a:lnTo>
                  <a:lnTo>
                    <a:pt x="1573537" y="1189374"/>
                  </a:lnTo>
                  <a:lnTo>
                    <a:pt x="1572980" y="1189720"/>
                  </a:lnTo>
                  <a:lnTo>
                    <a:pt x="1571379" y="1190330"/>
                  </a:lnTo>
                  <a:lnTo>
                    <a:pt x="1568385" y="1190659"/>
                  </a:lnTo>
                  <a:lnTo>
                    <a:pt x="1567709" y="1190356"/>
                  </a:lnTo>
                  <a:lnTo>
                    <a:pt x="1566719" y="1189202"/>
                  </a:lnTo>
                  <a:lnTo>
                    <a:pt x="1565591" y="1188852"/>
                  </a:lnTo>
                  <a:lnTo>
                    <a:pt x="1564440" y="1186640"/>
                  </a:lnTo>
                  <a:lnTo>
                    <a:pt x="1563518" y="1186152"/>
                  </a:lnTo>
                  <a:lnTo>
                    <a:pt x="1563361" y="1185466"/>
                  </a:lnTo>
                  <a:lnTo>
                    <a:pt x="1563842" y="1182540"/>
                  </a:lnTo>
                  <a:lnTo>
                    <a:pt x="1564213" y="1181792"/>
                  </a:lnTo>
                  <a:lnTo>
                    <a:pt x="1562973" y="1179787"/>
                  </a:lnTo>
                  <a:lnTo>
                    <a:pt x="1562572" y="1178485"/>
                  </a:lnTo>
                  <a:lnTo>
                    <a:pt x="1557888" y="1174951"/>
                  </a:lnTo>
                  <a:lnTo>
                    <a:pt x="1557711" y="1173994"/>
                  </a:lnTo>
                  <a:lnTo>
                    <a:pt x="1557341" y="1173756"/>
                  </a:lnTo>
                  <a:lnTo>
                    <a:pt x="1557085" y="1173191"/>
                  </a:lnTo>
                  <a:lnTo>
                    <a:pt x="1555857" y="1171956"/>
                  </a:lnTo>
                  <a:lnTo>
                    <a:pt x="1554895" y="1171424"/>
                  </a:lnTo>
                  <a:lnTo>
                    <a:pt x="1554722" y="1170888"/>
                  </a:lnTo>
                  <a:lnTo>
                    <a:pt x="1552926" y="1170244"/>
                  </a:lnTo>
                  <a:lnTo>
                    <a:pt x="1552012" y="1170705"/>
                  </a:lnTo>
                  <a:lnTo>
                    <a:pt x="1551989" y="1170355"/>
                  </a:lnTo>
                  <a:lnTo>
                    <a:pt x="1551118" y="1170215"/>
                  </a:lnTo>
                  <a:lnTo>
                    <a:pt x="1550939" y="1169840"/>
                  </a:lnTo>
                  <a:lnTo>
                    <a:pt x="1551193" y="1168120"/>
                  </a:lnTo>
                  <a:lnTo>
                    <a:pt x="1549825" y="1167456"/>
                  </a:lnTo>
                  <a:lnTo>
                    <a:pt x="1548793" y="1167535"/>
                  </a:lnTo>
                  <a:lnTo>
                    <a:pt x="1549151" y="1166370"/>
                  </a:lnTo>
                  <a:lnTo>
                    <a:pt x="1548619" y="1165967"/>
                  </a:lnTo>
                  <a:lnTo>
                    <a:pt x="1545333" y="1165342"/>
                  </a:lnTo>
                  <a:lnTo>
                    <a:pt x="1544281" y="1164378"/>
                  </a:lnTo>
                  <a:lnTo>
                    <a:pt x="1543626" y="1163194"/>
                  </a:lnTo>
                  <a:lnTo>
                    <a:pt x="1544479" y="1160670"/>
                  </a:lnTo>
                  <a:lnTo>
                    <a:pt x="1543394" y="1160286"/>
                  </a:lnTo>
                  <a:lnTo>
                    <a:pt x="1543391" y="1159268"/>
                  </a:lnTo>
                  <a:lnTo>
                    <a:pt x="1542457" y="1158787"/>
                  </a:lnTo>
                  <a:lnTo>
                    <a:pt x="1542102" y="1157943"/>
                  </a:lnTo>
                  <a:lnTo>
                    <a:pt x="1541536" y="1157462"/>
                  </a:lnTo>
                  <a:lnTo>
                    <a:pt x="1541395" y="1156598"/>
                  </a:lnTo>
                  <a:lnTo>
                    <a:pt x="1540184" y="1157037"/>
                  </a:lnTo>
                  <a:lnTo>
                    <a:pt x="1537957" y="1156919"/>
                  </a:lnTo>
                  <a:lnTo>
                    <a:pt x="1536986" y="1156558"/>
                  </a:lnTo>
                  <a:lnTo>
                    <a:pt x="1536114" y="1157113"/>
                  </a:lnTo>
                  <a:lnTo>
                    <a:pt x="1535669" y="1156680"/>
                  </a:lnTo>
                  <a:lnTo>
                    <a:pt x="1536368" y="1153471"/>
                  </a:lnTo>
                  <a:lnTo>
                    <a:pt x="1536063" y="1153149"/>
                  </a:lnTo>
                  <a:lnTo>
                    <a:pt x="1534806" y="1153343"/>
                  </a:lnTo>
                  <a:lnTo>
                    <a:pt x="1534397" y="1154425"/>
                  </a:lnTo>
                  <a:lnTo>
                    <a:pt x="1532981" y="1153811"/>
                  </a:lnTo>
                  <a:lnTo>
                    <a:pt x="1530766" y="1153313"/>
                  </a:lnTo>
                  <a:lnTo>
                    <a:pt x="1530330" y="1153328"/>
                  </a:lnTo>
                  <a:lnTo>
                    <a:pt x="1530129" y="1153636"/>
                  </a:lnTo>
                  <a:lnTo>
                    <a:pt x="1528658" y="1152851"/>
                  </a:lnTo>
                  <a:lnTo>
                    <a:pt x="1529038" y="1151659"/>
                  </a:lnTo>
                  <a:lnTo>
                    <a:pt x="1530070" y="1150338"/>
                  </a:lnTo>
                  <a:lnTo>
                    <a:pt x="1530269" y="1149500"/>
                  </a:lnTo>
                  <a:lnTo>
                    <a:pt x="1530005" y="1149408"/>
                  </a:lnTo>
                  <a:lnTo>
                    <a:pt x="1530066" y="1149117"/>
                  </a:lnTo>
                  <a:lnTo>
                    <a:pt x="1526862" y="1148642"/>
                  </a:lnTo>
                  <a:lnTo>
                    <a:pt x="1527067" y="1149433"/>
                  </a:lnTo>
                  <a:lnTo>
                    <a:pt x="1526586" y="1149787"/>
                  </a:lnTo>
                  <a:lnTo>
                    <a:pt x="1524987" y="1149486"/>
                  </a:lnTo>
                  <a:lnTo>
                    <a:pt x="1523704" y="1149585"/>
                  </a:lnTo>
                  <a:lnTo>
                    <a:pt x="1519961" y="1147951"/>
                  </a:lnTo>
                  <a:lnTo>
                    <a:pt x="1515948" y="1147202"/>
                  </a:lnTo>
                  <a:lnTo>
                    <a:pt x="1504854" y="1146454"/>
                  </a:lnTo>
                  <a:lnTo>
                    <a:pt x="1504452" y="1147424"/>
                  </a:lnTo>
                  <a:lnTo>
                    <a:pt x="1503155" y="1148066"/>
                  </a:lnTo>
                  <a:lnTo>
                    <a:pt x="1502836" y="1149764"/>
                  </a:lnTo>
                  <a:lnTo>
                    <a:pt x="1501725" y="1150527"/>
                  </a:lnTo>
                  <a:lnTo>
                    <a:pt x="1501869" y="1151247"/>
                  </a:lnTo>
                  <a:lnTo>
                    <a:pt x="1501326" y="1151741"/>
                  </a:lnTo>
                  <a:lnTo>
                    <a:pt x="1500668" y="1153374"/>
                  </a:lnTo>
                  <a:lnTo>
                    <a:pt x="1500578" y="1154185"/>
                  </a:lnTo>
                  <a:lnTo>
                    <a:pt x="1499620" y="1155784"/>
                  </a:lnTo>
                  <a:lnTo>
                    <a:pt x="1498849" y="1156337"/>
                  </a:lnTo>
                  <a:lnTo>
                    <a:pt x="1496821" y="1157167"/>
                  </a:lnTo>
                  <a:lnTo>
                    <a:pt x="1496664" y="1157634"/>
                  </a:lnTo>
                  <a:lnTo>
                    <a:pt x="1495977" y="1158249"/>
                  </a:lnTo>
                  <a:lnTo>
                    <a:pt x="1495652" y="1159089"/>
                  </a:lnTo>
                  <a:lnTo>
                    <a:pt x="1495055" y="1159558"/>
                  </a:lnTo>
                  <a:lnTo>
                    <a:pt x="1494826" y="1160119"/>
                  </a:lnTo>
                  <a:lnTo>
                    <a:pt x="1494840" y="1161115"/>
                  </a:lnTo>
                  <a:lnTo>
                    <a:pt x="1494524" y="1161248"/>
                  </a:lnTo>
                  <a:lnTo>
                    <a:pt x="1494242" y="1163008"/>
                  </a:lnTo>
                  <a:lnTo>
                    <a:pt x="1493269" y="1165958"/>
                  </a:lnTo>
                  <a:lnTo>
                    <a:pt x="1493282" y="1167065"/>
                  </a:lnTo>
                  <a:lnTo>
                    <a:pt x="1493698" y="1168163"/>
                  </a:lnTo>
                  <a:lnTo>
                    <a:pt x="1493660" y="1168687"/>
                  </a:lnTo>
                  <a:lnTo>
                    <a:pt x="1494123" y="1169031"/>
                  </a:lnTo>
                  <a:lnTo>
                    <a:pt x="1494574" y="1171234"/>
                  </a:lnTo>
                  <a:lnTo>
                    <a:pt x="1492946" y="1172049"/>
                  </a:lnTo>
                  <a:lnTo>
                    <a:pt x="1491745" y="1172080"/>
                  </a:lnTo>
                  <a:lnTo>
                    <a:pt x="1490880" y="1172794"/>
                  </a:lnTo>
                  <a:lnTo>
                    <a:pt x="1489609" y="1172608"/>
                  </a:lnTo>
                  <a:lnTo>
                    <a:pt x="1487653" y="1174523"/>
                  </a:lnTo>
                  <a:lnTo>
                    <a:pt x="1486593" y="1174053"/>
                  </a:lnTo>
                  <a:lnTo>
                    <a:pt x="1485945" y="1174308"/>
                  </a:lnTo>
                  <a:lnTo>
                    <a:pt x="1485364" y="1176003"/>
                  </a:lnTo>
                  <a:lnTo>
                    <a:pt x="1484829" y="1176716"/>
                  </a:lnTo>
                  <a:lnTo>
                    <a:pt x="1484235" y="1177041"/>
                  </a:lnTo>
                  <a:lnTo>
                    <a:pt x="1483019" y="1175867"/>
                  </a:lnTo>
                  <a:lnTo>
                    <a:pt x="1479661" y="1174931"/>
                  </a:lnTo>
                  <a:lnTo>
                    <a:pt x="1479039" y="1174956"/>
                  </a:lnTo>
                  <a:lnTo>
                    <a:pt x="1477909" y="1174498"/>
                  </a:lnTo>
                  <a:lnTo>
                    <a:pt x="1475729" y="1175403"/>
                  </a:lnTo>
                  <a:lnTo>
                    <a:pt x="1473915" y="1179847"/>
                  </a:lnTo>
                  <a:lnTo>
                    <a:pt x="1471416" y="1182940"/>
                  </a:lnTo>
                  <a:lnTo>
                    <a:pt x="1470932" y="1183716"/>
                  </a:lnTo>
                  <a:lnTo>
                    <a:pt x="1470702" y="1184758"/>
                  </a:lnTo>
                  <a:lnTo>
                    <a:pt x="1468335" y="1186972"/>
                  </a:lnTo>
                  <a:lnTo>
                    <a:pt x="1467865" y="1187774"/>
                  </a:lnTo>
                  <a:lnTo>
                    <a:pt x="1467130" y="1190242"/>
                  </a:lnTo>
                  <a:lnTo>
                    <a:pt x="1466565" y="1191306"/>
                  </a:lnTo>
                  <a:lnTo>
                    <a:pt x="1465842" y="1192039"/>
                  </a:lnTo>
                  <a:lnTo>
                    <a:pt x="1465650" y="1193018"/>
                  </a:lnTo>
                  <a:lnTo>
                    <a:pt x="1465088" y="1194139"/>
                  </a:lnTo>
                  <a:lnTo>
                    <a:pt x="1465151" y="1195553"/>
                  </a:lnTo>
                  <a:lnTo>
                    <a:pt x="1464743" y="1196809"/>
                  </a:lnTo>
                  <a:lnTo>
                    <a:pt x="1464740" y="1198418"/>
                  </a:lnTo>
                  <a:lnTo>
                    <a:pt x="1464392" y="1199752"/>
                  </a:lnTo>
                  <a:lnTo>
                    <a:pt x="1463261" y="1200428"/>
                  </a:lnTo>
                  <a:lnTo>
                    <a:pt x="1461955" y="1202046"/>
                  </a:lnTo>
                  <a:lnTo>
                    <a:pt x="1461089" y="1202674"/>
                  </a:lnTo>
                  <a:lnTo>
                    <a:pt x="1460456" y="1202826"/>
                  </a:lnTo>
                  <a:lnTo>
                    <a:pt x="1459725" y="1202570"/>
                  </a:lnTo>
                  <a:lnTo>
                    <a:pt x="1459286" y="1202999"/>
                  </a:lnTo>
                  <a:lnTo>
                    <a:pt x="1457007" y="1203214"/>
                  </a:lnTo>
                  <a:lnTo>
                    <a:pt x="1455766" y="1203857"/>
                  </a:lnTo>
                  <a:lnTo>
                    <a:pt x="1452958" y="1206002"/>
                  </a:lnTo>
                  <a:lnTo>
                    <a:pt x="1451862" y="1205899"/>
                  </a:lnTo>
                  <a:lnTo>
                    <a:pt x="1451101" y="1206909"/>
                  </a:lnTo>
                  <a:lnTo>
                    <a:pt x="1449507" y="1207855"/>
                  </a:lnTo>
                  <a:lnTo>
                    <a:pt x="1448389" y="1208901"/>
                  </a:lnTo>
                  <a:lnTo>
                    <a:pt x="1447318" y="1210390"/>
                  </a:lnTo>
                  <a:lnTo>
                    <a:pt x="1446204" y="1211477"/>
                  </a:lnTo>
                  <a:lnTo>
                    <a:pt x="1444340" y="1211025"/>
                  </a:lnTo>
                  <a:lnTo>
                    <a:pt x="1443282" y="1211000"/>
                  </a:lnTo>
                  <a:lnTo>
                    <a:pt x="1441600" y="1211085"/>
                  </a:lnTo>
                  <a:lnTo>
                    <a:pt x="1441586" y="1211589"/>
                  </a:lnTo>
                  <a:lnTo>
                    <a:pt x="1440934" y="1211943"/>
                  </a:lnTo>
                  <a:lnTo>
                    <a:pt x="1440566" y="1211894"/>
                  </a:lnTo>
                  <a:lnTo>
                    <a:pt x="1440609" y="1211191"/>
                  </a:lnTo>
                  <a:lnTo>
                    <a:pt x="1439351" y="1211247"/>
                  </a:lnTo>
                  <a:lnTo>
                    <a:pt x="1438464" y="1211703"/>
                  </a:lnTo>
                  <a:lnTo>
                    <a:pt x="1438341" y="1212865"/>
                  </a:lnTo>
                  <a:lnTo>
                    <a:pt x="1437904" y="1214018"/>
                  </a:lnTo>
                  <a:lnTo>
                    <a:pt x="1436523" y="1215554"/>
                  </a:lnTo>
                  <a:lnTo>
                    <a:pt x="1436094" y="1215071"/>
                  </a:lnTo>
                  <a:lnTo>
                    <a:pt x="1433965" y="1214345"/>
                  </a:lnTo>
                  <a:lnTo>
                    <a:pt x="1429728" y="1214835"/>
                  </a:lnTo>
                  <a:lnTo>
                    <a:pt x="1428290" y="1214467"/>
                  </a:lnTo>
                  <a:lnTo>
                    <a:pt x="1426965" y="1215611"/>
                  </a:lnTo>
                  <a:lnTo>
                    <a:pt x="1426681" y="1215492"/>
                  </a:lnTo>
                  <a:lnTo>
                    <a:pt x="1424713" y="1216056"/>
                  </a:lnTo>
                  <a:lnTo>
                    <a:pt x="1424008" y="1216729"/>
                  </a:lnTo>
                  <a:lnTo>
                    <a:pt x="1423585" y="1217805"/>
                  </a:lnTo>
                  <a:lnTo>
                    <a:pt x="1421058" y="1217145"/>
                  </a:lnTo>
                  <a:lnTo>
                    <a:pt x="1419158" y="1217436"/>
                  </a:lnTo>
                  <a:lnTo>
                    <a:pt x="1417440" y="1215333"/>
                  </a:lnTo>
                  <a:lnTo>
                    <a:pt x="1416833" y="1215100"/>
                  </a:lnTo>
                  <a:lnTo>
                    <a:pt x="1416078" y="1214302"/>
                  </a:lnTo>
                  <a:lnTo>
                    <a:pt x="1414132" y="1213537"/>
                  </a:lnTo>
                  <a:lnTo>
                    <a:pt x="1413882" y="1213029"/>
                  </a:lnTo>
                  <a:lnTo>
                    <a:pt x="1412378" y="1211639"/>
                  </a:lnTo>
                  <a:lnTo>
                    <a:pt x="1410716" y="1210916"/>
                  </a:lnTo>
                  <a:lnTo>
                    <a:pt x="1409895" y="1210073"/>
                  </a:lnTo>
                  <a:lnTo>
                    <a:pt x="1406182" y="1210188"/>
                  </a:lnTo>
                  <a:lnTo>
                    <a:pt x="1404157" y="1209100"/>
                  </a:lnTo>
                  <a:lnTo>
                    <a:pt x="1399903" y="1208012"/>
                  </a:lnTo>
                  <a:lnTo>
                    <a:pt x="1398435" y="1208016"/>
                  </a:lnTo>
                  <a:lnTo>
                    <a:pt x="1397897" y="1206901"/>
                  </a:lnTo>
                  <a:lnTo>
                    <a:pt x="1396800" y="1205718"/>
                  </a:lnTo>
                  <a:lnTo>
                    <a:pt x="1397381" y="1204308"/>
                  </a:lnTo>
                  <a:lnTo>
                    <a:pt x="1396860" y="1200989"/>
                  </a:lnTo>
                  <a:lnTo>
                    <a:pt x="1395993" y="1200379"/>
                  </a:lnTo>
                  <a:lnTo>
                    <a:pt x="1395160" y="1199200"/>
                  </a:lnTo>
                  <a:lnTo>
                    <a:pt x="1393895" y="1198788"/>
                  </a:lnTo>
                  <a:lnTo>
                    <a:pt x="1393653" y="1196796"/>
                  </a:lnTo>
                  <a:lnTo>
                    <a:pt x="1392136" y="1194496"/>
                  </a:lnTo>
                  <a:lnTo>
                    <a:pt x="1391861" y="1193722"/>
                  </a:lnTo>
                  <a:lnTo>
                    <a:pt x="1389439" y="1191738"/>
                  </a:lnTo>
                  <a:lnTo>
                    <a:pt x="1389095" y="1191856"/>
                  </a:lnTo>
                  <a:lnTo>
                    <a:pt x="1387608" y="1191252"/>
                  </a:lnTo>
                  <a:lnTo>
                    <a:pt x="1384774" y="1189152"/>
                  </a:lnTo>
                  <a:lnTo>
                    <a:pt x="1383713" y="1188924"/>
                  </a:lnTo>
                  <a:lnTo>
                    <a:pt x="1382691" y="1188076"/>
                  </a:lnTo>
                  <a:lnTo>
                    <a:pt x="1381245" y="1186516"/>
                  </a:lnTo>
                  <a:lnTo>
                    <a:pt x="1381160" y="1184196"/>
                  </a:lnTo>
                  <a:lnTo>
                    <a:pt x="1380123" y="1181909"/>
                  </a:lnTo>
                  <a:lnTo>
                    <a:pt x="1380164" y="1181407"/>
                  </a:lnTo>
                  <a:lnTo>
                    <a:pt x="1379404" y="1180728"/>
                  </a:lnTo>
                  <a:lnTo>
                    <a:pt x="1379022" y="1180730"/>
                  </a:lnTo>
                  <a:lnTo>
                    <a:pt x="1378132" y="1180194"/>
                  </a:lnTo>
                  <a:lnTo>
                    <a:pt x="1377954" y="1179737"/>
                  </a:lnTo>
                  <a:lnTo>
                    <a:pt x="1377407" y="1179798"/>
                  </a:lnTo>
                  <a:lnTo>
                    <a:pt x="1377107" y="1178780"/>
                  </a:lnTo>
                  <a:lnTo>
                    <a:pt x="1376762" y="1179403"/>
                  </a:lnTo>
                  <a:lnTo>
                    <a:pt x="1376380" y="1179555"/>
                  </a:lnTo>
                  <a:lnTo>
                    <a:pt x="1375956" y="1178583"/>
                  </a:lnTo>
                  <a:lnTo>
                    <a:pt x="1374368" y="1176971"/>
                  </a:lnTo>
                  <a:lnTo>
                    <a:pt x="1374066" y="1176236"/>
                  </a:lnTo>
                  <a:lnTo>
                    <a:pt x="1373544" y="1175632"/>
                  </a:lnTo>
                  <a:lnTo>
                    <a:pt x="1371955" y="1175744"/>
                  </a:lnTo>
                  <a:lnTo>
                    <a:pt x="1371476" y="1175325"/>
                  </a:lnTo>
                  <a:lnTo>
                    <a:pt x="1369778" y="1175613"/>
                  </a:lnTo>
                  <a:lnTo>
                    <a:pt x="1368980" y="1176112"/>
                  </a:lnTo>
                  <a:lnTo>
                    <a:pt x="1367911" y="1176232"/>
                  </a:lnTo>
                  <a:lnTo>
                    <a:pt x="1364975" y="1177442"/>
                  </a:lnTo>
                  <a:lnTo>
                    <a:pt x="1362937" y="1176938"/>
                  </a:lnTo>
                  <a:lnTo>
                    <a:pt x="1362346" y="1177075"/>
                  </a:lnTo>
                  <a:lnTo>
                    <a:pt x="1361246" y="1175532"/>
                  </a:lnTo>
                  <a:lnTo>
                    <a:pt x="1359566" y="1175097"/>
                  </a:lnTo>
                  <a:lnTo>
                    <a:pt x="1358287" y="1177000"/>
                  </a:lnTo>
                  <a:lnTo>
                    <a:pt x="1357890" y="1177374"/>
                  </a:lnTo>
                  <a:lnTo>
                    <a:pt x="1356328" y="1178039"/>
                  </a:lnTo>
                  <a:lnTo>
                    <a:pt x="1355580" y="1179007"/>
                  </a:lnTo>
                  <a:lnTo>
                    <a:pt x="1355464" y="1179681"/>
                  </a:lnTo>
                  <a:lnTo>
                    <a:pt x="1355721" y="1180682"/>
                  </a:lnTo>
                  <a:lnTo>
                    <a:pt x="1354769" y="1181888"/>
                  </a:lnTo>
                  <a:lnTo>
                    <a:pt x="1354037" y="1183639"/>
                  </a:lnTo>
                  <a:lnTo>
                    <a:pt x="1353730" y="1183377"/>
                  </a:lnTo>
                  <a:lnTo>
                    <a:pt x="1353271" y="1183785"/>
                  </a:lnTo>
                  <a:lnTo>
                    <a:pt x="1352791" y="1183811"/>
                  </a:lnTo>
                  <a:lnTo>
                    <a:pt x="1352484" y="1183711"/>
                  </a:lnTo>
                  <a:lnTo>
                    <a:pt x="1352342" y="1183320"/>
                  </a:lnTo>
                  <a:lnTo>
                    <a:pt x="1351222" y="1183877"/>
                  </a:lnTo>
                  <a:lnTo>
                    <a:pt x="1349844" y="1184076"/>
                  </a:lnTo>
                  <a:lnTo>
                    <a:pt x="1349444" y="1183862"/>
                  </a:lnTo>
                  <a:lnTo>
                    <a:pt x="1349232" y="1183210"/>
                  </a:lnTo>
                  <a:lnTo>
                    <a:pt x="1348516" y="1183123"/>
                  </a:lnTo>
                  <a:lnTo>
                    <a:pt x="1348149" y="1182712"/>
                  </a:lnTo>
                  <a:lnTo>
                    <a:pt x="1347830" y="1181660"/>
                  </a:lnTo>
                  <a:lnTo>
                    <a:pt x="1347302" y="1181075"/>
                  </a:lnTo>
                  <a:lnTo>
                    <a:pt x="1347153" y="1179492"/>
                  </a:lnTo>
                  <a:lnTo>
                    <a:pt x="1346495" y="1178261"/>
                  </a:lnTo>
                  <a:lnTo>
                    <a:pt x="1345473" y="1177871"/>
                  </a:lnTo>
                  <a:lnTo>
                    <a:pt x="1342200" y="1178290"/>
                  </a:lnTo>
                  <a:lnTo>
                    <a:pt x="1341007" y="1178022"/>
                  </a:lnTo>
                  <a:lnTo>
                    <a:pt x="1340222" y="1177493"/>
                  </a:lnTo>
                  <a:lnTo>
                    <a:pt x="1339879" y="1176691"/>
                  </a:lnTo>
                  <a:lnTo>
                    <a:pt x="1339374" y="1176274"/>
                  </a:lnTo>
                  <a:lnTo>
                    <a:pt x="1338795" y="1175281"/>
                  </a:lnTo>
                  <a:lnTo>
                    <a:pt x="1338100" y="1174870"/>
                  </a:lnTo>
                  <a:lnTo>
                    <a:pt x="1337860" y="1174440"/>
                  </a:lnTo>
                  <a:lnTo>
                    <a:pt x="1335830" y="1173739"/>
                  </a:lnTo>
                  <a:lnTo>
                    <a:pt x="1332377" y="1171765"/>
                  </a:lnTo>
                  <a:lnTo>
                    <a:pt x="1331302" y="1171744"/>
                  </a:lnTo>
                  <a:lnTo>
                    <a:pt x="1328326" y="1173469"/>
                  </a:lnTo>
                  <a:lnTo>
                    <a:pt x="1327505" y="1174703"/>
                  </a:lnTo>
                  <a:lnTo>
                    <a:pt x="1324952" y="1176536"/>
                  </a:lnTo>
                  <a:lnTo>
                    <a:pt x="1324000" y="1177481"/>
                  </a:lnTo>
                  <a:lnTo>
                    <a:pt x="1323569" y="1177579"/>
                  </a:lnTo>
                  <a:lnTo>
                    <a:pt x="1320952" y="1181300"/>
                  </a:lnTo>
                  <a:lnTo>
                    <a:pt x="1320361" y="1182553"/>
                  </a:lnTo>
                  <a:lnTo>
                    <a:pt x="1319185" y="1182928"/>
                  </a:lnTo>
                  <a:lnTo>
                    <a:pt x="1318131" y="1184526"/>
                  </a:lnTo>
                  <a:lnTo>
                    <a:pt x="1315448" y="1184229"/>
                  </a:lnTo>
                  <a:lnTo>
                    <a:pt x="1314519" y="1184583"/>
                  </a:lnTo>
                  <a:lnTo>
                    <a:pt x="1313889" y="1185170"/>
                  </a:lnTo>
                  <a:lnTo>
                    <a:pt x="1313321" y="1185043"/>
                  </a:lnTo>
                  <a:lnTo>
                    <a:pt x="1311571" y="1185917"/>
                  </a:lnTo>
                  <a:lnTo>
                    <a:pt x="1309467" y="1184834"/>
                  </a:lnTo>
                  <a:lnTo>
                    <a:pt x="1307279" y="1182566"/>
                  </a:lnTo>
                  <a:lnTo>
                    <a:pt x="1306146" y="1182453"/>
                  </a:lnTo>
                  <a:lnTo>
                    <a:pt x="1304267" y="1181412"/>
                  </a:lnTo>
                  <a:lnTo>
                    <a:pt x="1301322" y="1180994"/>
                  </a:lnTo>
                  <a:lnTo>
                    <a:pt x="1298425" y="1181702"/>
                  </a:lnTo>
                  <a:lnTo>
                    <a:pt x="1296741" y="1180976"/>
                  </a:lnTo>
                  <a:lnTo>
                    <a:pt x="1295638" y="1182454"/>
                  </a:lnTo>
                  <a:lnTo>
                    <a:pt x="1295114" y="1183626"/>
                  </a:lnTo>
                  <a:lnTo>
                    <a:pt x="1293427" y="1185276"/>
                  </a:lnTo>
                  <a:lnTo>
                    <a:pt x="1286890" y="1187390"/>
                  </a:lnTo>
                  <a:lnTo>
                    <a:pt x="1285659" y="1188232"/>
                  </a:lnTo>
                  <a:lnTo>
                    <a:pt x="1285321" y="1188834"/>
                  </a:lnTo>
                  <a:lnTo>
                    <a:pt x="1284656" y="1189092"/>
                  </a:lnTo>
                  <a:lnTo>
                    <a:pt x="1283751" y="1189316"/>
                  </a:lnTo>
                  <a:lnTo>
                    <a:pt x="1282360" y="1189161"/>
                  </a:lnTo>
                  <a:lnTo>
                    <a:pt x="1280022" y="1189493"/>
                  </a:lnTo>
                  <a:lnTo>
                    <a:pt x="1278319" y="1190524"/>
                  </a:lnTo>
                  <a:lnTo>
                    <a:pt x="1275451" y="1189569"/>
                  </a:lnTo>
                  <a:lnTo>
                    <a:pt x="1273908" y="1189485"/>
                  </a:lnTo>
                  <a:lnTo>
                    <a:pt x="1271745" y="1188669"/>
                  </a:lnTo>
                  <a:lnTo>
                    <a:pt x="1269863" y="1188502"/>
                  </a:lnTo>
                  <a:lnTo>
                    <a:pt x="1269358" y="1189002"/>
                  </a:lnTo>
                  <a:lnTo>
                    <a:pt x="1267655" y="1189607"/>
                  </a:lnTo>
                  <a:lnTo>
                    <a:pt x="1267600" y="1189937"/>
                  </a:lnTo>
                  <a:lnTo>
                    <a:pt x="1266709" y="1190870"/>
                  </a:lnTo>
                  <a:lnTo>
                    <a:pt x="1264852" y="1192088"/>
                  </a:lnTo>
                  <a:lnTo>
                    <a:pt x="1262701" y="1198003"/>
                  </a:lnTo>
                  <a:lnTo>
                    <a:pt x="1262088" y="1198780"/>
                  </a:lnTo>
                  <a:lnTo>
                    <a:pt x="1260272" y="1198556"/>
                  </a:lnTo>
                  <a:lnTo>
                    <a:pt x="1258738" y="1198806"/>
                  </a:lnTo>
                  <a:lnTo>
                    <a:pt x="1258006" y="1198571"/>
                  </a:lnTo>
                  <a:lnTo>
                    <a:pt x="1256259" y="1199034"/>
                  </a:lnTo>
                  <a:lnTo>
                    <a:pt x="1255207" y="1198699"/>
                  </a:lnTo>
                  <a:lnTo>
                    <a:pt x="1254342" y="1198773"/>
                  </a:lnTo>
                  <a:lnTo>
                    <a:pt x="1254109" y="1198544"/>
                  </a:lnTo>
                  <a:lnTo>
                    <a:pt x="1250725" y="1200864"/>
                  </a:lnTo>
                  <a:lnTo>
                    <a:pt x="1249496" y="1201235"/>
                  </a:lnTo>
                  <a:lnTo>
                    <a:pt x="1248734" y="1201879"/>
                  </a:lnTo>
                  <a:lnTo>
                    <a:pt x="1248417" y="1202594"/>
                  </a:lnTo>
                  <a:lnTo>
                    <a:pt x="1247552" y="1203201"/>
                  </a:lnTo>
                  <a:lnTo>
                    <a:pt x="1246785" y="1204722"/>
                  </a:lnTo>
                  <a:lnTo>
                    <a:pt x="1245612" y="1205483"/>
                  </a:lnTo>
                  <a:lnTo>
                    <a:pt x="1243671" y="1204991"/>
                  </a:lnTo>
                  <a:lnTo>
                    <a:pt x="1242681" y="1205103"/>
                  </a:lnTo>
                  <a:lnTo>
                    <a:pt x="1241457" y="1205587"/>
                  </a:lnTo>
                  <a:lnTo>
                    <a:pt x="1240580" y="1205287"/>
                  </a:lnTo>
                  <a:lnTo>
                    <a:pt x="1239686" y="1206199"/>
                  </a:lnTo>
                  <a:lnTo>
                    <a:pt x="1237954" y="1206032"/>
                  </a:lnTo>
                  <a:lnTo>
                    <a:pt x="1235377" y="1206592"/>
                  </a:lnTo>
                  <a:lnTo>
                    <a:pt x="1234404" y="1206524"/>
                  </a:lnTo>
                  <a:lnTo>
                    <a:pt x="1233811" y="1206160"/>
                  </a:lnTo>
                  <a:lnTo>
                    <a:pt x="1232889" y="1206375"/>
                  </a:lnTo>
                  <a:lnTo>
                    <a:pt x="1231716" y="1205811"/>
                  </a:lnTo>
                  <a:lnTo>
                    <a:pt x="1230848" y="1205804"/>
                  </a:lnTo>
                  <a:lnTo>
                    <a:pt x="1228332" y="1204984"/>
                  </a:lnTo>
                  <a:lnTo>
                    <a:pt x="1226680" y="1205408"/>
                  </a:lnTo>
                  <a:lnTo>
                    <a:pt x="1225922" y="1205337"/>
                  </a:lnTo>
                  <a:lnTo>
                    <a:pt x="1224944" y="1205814"/>
                  </a:lnTo>
                  <a:lnTo>
                    <a:pt x="1222808" y="1205658"/>
                  </a:lnTo>
                  <a:lnTo>
                    <a:pt x="1220377" y="1206869"/>
                  </a:lnTo>
                  <a:lnTo>
                    <a:pt x="1218199" y="1208640"/>
                  </a:lnTo>
                  <a:lnTo>
                    <a:pt x="1215282" y="1210126"/>
                  </a:lnTo>
                  <a:lnTo>
                    <a:pt x="1212983" y="1212254"/>
                  </a:lnTo>
                  <a:lnTo>
                    <a:pt x="1212104" y="1212613"/>
                  </a:lnTo>
                  <a:lnTo>
                    <a:pt x="1211692" y="1213070"/>
                  </a:lnTo>
                  <a:lnTo>
                    <a:pt x="1209392" y="1214034"/>
                  </a:lnTo>
                  <a:lnTo>
                    <a:pt x="1207679" y="1215869"/>
                  </a:lnTo>
                  <a:lnTo>
                    <a:pt x="1206152" y="1214545"/>
                  </a:lnTo>
                  <a:lnTo>
                    <a:pt x="1205320" y="1211919"/>
                  </a:lnTo>
                  <a:lnTo>
                    <a:pt x="1204035" y="1209340"/>
                  </a:lnTo>
                  <a:lnTo>
                    <a:pt x="1204040" y="1208471"/>
                  </a:lnTo>
                  <a:lnTo>
                    <a:pt x="1203631" y="1206980"/>
                  </a:lnTo>
                  <a:lnTo>
                    <a:pt x="1202687" y="1206700"/>
                  </a:lnTo>
                  <a:lnTo>
                    <a:pt x="1198772" y="1204638"/>
                  </a:lnTo>
                  <a:lnTo>
                    <a:pt x="1195704" y="1204141"/>
                  </a:lnTo>
                  <a:lnTo>
                    <a:pt x="1195273" y="1202866"/>
                  </a:lnTo>
                  <a:lnTo>
                    <a:pt x="1191933" y="1205365"/>
                  </a:lnTo>
                  <a:lnTo>
                    <a:pt x="1189443" y="1202572"/>
                  </a:lnTo>
                  <a:lnTo>
                    <a:pt x="1186059" y="1204160"/>
                  </a:lnTo>
                  <a:lnTo>
                    <a:pt x="1181260" y="1209778"/>
                  </a:lnTo>
                  <a:lnTo>
                    <a:pt x="1179648" y="1210926"/>
                  </a:lnTo>
                  <a:lnTo>
                    <a:pt x="1178199" y="1211295"/>
                  </a:lnTo>
                  <a:lnTo>
                    <a:pt x="1176627" y="1212148"/>
                  </a:lnTo>
                  <a:lnTo>
                    <a:pt x="1175981" y="1212837"/>
                  </a:lnTo>
                  <a:lnTo>
                    <a:pt x="1175346" y="1214213"/>
                  </a:lnTo>
                  <a:lnTo>
                    <a:pt x="1174478" y="1214721"/>
                  </a:lnTo>
                  <a:lnTo>
                    <a:pt x="1172304" y="1214598"/>
                  </a:lnTo>
                  <a:lnTo>
                    <a:pt x="1168890" y="1212914"/>
                  </a:lnTo>
                  <a:lnTo>
                    <a:pt x="1166989" y="1211520"/>
                  </a:lnTo>
                  <a:lnTo>
                    <a:pt x="1165672" y="1211300"/>
                  </a:lnTo>
                  <a:lnTo>
                    <a:pt x="1162368" y="1209522"/>
                  </a:lnTo>
                  <a:lnTo>
                    <a:pt x="1161543" y="1209296"/>
                  </a:lnTo>
                  <a:lnTo>
                    <a:pt x="1161375" y="1209437"/>
                  </a:lnTo>
                  <a:lnTo>
                    <a:pt x="1161319" y="1211021"/>
                  </a:lnTo>
                  <a:lnTo>
                    <a:pt x="1161717" y="1213420"/>
                  </a:lnTo>
                  <a:lnTo>
                    <a:pt x="1160631" y="1217967"/>
                  </a:lnTo>
                  <a:lnTo>
                    <a:pt x="1160602" y="1220438"/>
                  </a:lnTo>
                  <a:lnTo>
                    <a:pt x="1160792" y="1221316"/>
                  </a:lnTo>
                  <a:lnTo>
                    <a:pt x="1160477" y="1223068"/>
                  </a:lnTo>
                  <a:lnTo>
                    <a:pt x="1160617" y="1223563"/>
                  </a:lnTo>
                  <a:lnTo>
                    <a:pt x="1162638" y="1226058"/>
                  </a:lnTo>
                  <a:lnTo>
                    <a:pt x="1161141" y="1227759"/>
                  </a:lnTo>
                  <a:lnTo>
                    <a:pt x="1160666" y="1229731"/>
                  </a:lnTo>
                  <a:lnTo>
                    <a:pt x="1159071" y="1233169"/>
                  </a:lnTo>
                  <a:lnTo>
                    <a:pt x="1158958" y="1234461"/>
                  </a:lnTo>
                  <a:lnTo>
                    <a:pt x="1159522" y="1235499"/>
                  </a:lnTo>
                  <a:lnTo>
                    <a:pt x="1159707" y="1236466"/>
                  </a:lnTo>
                  <a:lnTo>
                    <a:pt x="1160823" y="1238547"/>
                  </a:lnTo>
                  <a:lnTo>
                    <a:pt x="1163555" y="1240931"/>
                  </a:lnTo>
                  <a:lnTo>
                    <a:pt x="1164626" y="1242381"/>
                  </a:lnTo>
                  <a:lnTo>
                    <a:pt x="1164025" y="1244099"/>
                  </a:lnTo>
                  <a:lnTo>
                    <a:pt x="1163079" y="1245416"/>
                  </a:lnTo>
                  <a:lnTo>
                    <a:pt x="1162445" y="1246910"/>
                  </a:lnTo>
                  <a:lnTo>
                    <a:pt x="1161382" y="1247643"/>
                  </a:lnTo>
                  <a:lnTo>
                    <a:pt x="1160850" y="1249409"/>
                  </a:lnTo>
                  <a:lnTo>
                    <a:pt x="1160065" y="1250367"/>
                  </a:lnTo>
                  <a:lnTo>
                    <a:pt x="1159740" y="1250589"/>
                  </a:lnTo>
                  <a:lnTo>
                    <a:pt x="1159084" y="1250539"/>
                  </a:lnTo>
                  <a:lnTo>
                    <a:pt x="1158406" y="1251114"/>
                  </a:lnTo>
                  <a:lnTo>
                    <a:pt x="1157211" y="1251565"/>
                  </a:lnTo>
                  <a:lnTo>
                    <a:pt x="1155358" y="1253838"/>
                  </a:lnTo>
                  <a:lnTo>
                    <a:pt x="1154746" y="1254161"/>
                  </a:lnTo>
                  <a:lnTo>
                    <a:pt x="1153751" y="1255177"/>
                  </a:lnTo>
                  <a:lnTo>
                    <a:pt x="1153016" y="1256096"/>
                  </a:lnTo>
                  <a:lnTo>
                    <a:pt x="1152721" y="1257014"/>
                  </a:lnTo>
                  <a:lnTo>
                    <a:pt x="1151527" y="1257551"/>
                  </a:lnTo>
                  <a:lnTo>
                    <a:pt x="1150011" y="1259395"/>
                  </a:lnTo>
                  <a:lnTo>
                    <a:pt x="1148590" y="1259346"/>
                  </a:lnTo>
                  <a:lnTo>
                    <a:pt x="1147257" y="1259677"/>
                  </a:lnTo>
                  <a:lnTo>
                    <a:pt x="1145883" y="1260766"/>
                  </a:lnTo>
                  <a:lnTo>
                    <a:pt x="1145404" y="1261441"/>
                  </a:lnTo>
                  <a:lnTo>
                    <a:pt x="1145160" y="1262288"/>
                  </a:lnTo>
                  <a:lnTo>
                    <a:pt x="1144222" y="1263119"/>
                  </a:lnTo>
                  <a:lnTo>
                    <a:pt x="1142759" y="1263158"/>
                  </a:lnTo>
                  <a:lnTo>
                    <a:pt x="1139929" y="1265083"/>
                  </a:lnTo>
                  <a:lnTo>
                    <a:pt x="1139355" y="1264840"/>
                  </a:lnTo>
                  <a:lnTo>
                    <a:pt x="1138223" y="1264863"/>
                  </a:lnTo>
                  <a:lnTo>
                    <a:pt x="1134856" y="1266989"/>
                  </a:lnTo>
                  <a:lnTo>
                    <a:pt x="1133209" y="1268555"/>
                  </a:lnTo>
                  <a:lnTo>
                    <a:pt x="1131971" y="1269327"/>
                  </a:lnTo>
                  <a:lnTo>
                    <a:pt x="1130459" y="1268827"/>
                  </a:lnTo>
                  <a:lnTo>
                    <a:pt x="1129770" y="1269026"/>
                  </a:lnTo>
                  <a:lnTo>
                    <a:pt x="1128703" y="1268409"/>
                  </a:lnTo>
                  <a:lnTo>
                    <a:pt x="1127944" y="1268275"/>
                  </a:lnTo>
                  <a:lnTo>
                    <a:pt x="1126493" y="1267385"/>
                  </a:lnTo>
                  <a:lnTo>
                    <a:pt x="1124917" y="1267997"/>
                  </a:lnTo>
                  <a:lnTo>
                    <a:pt x="1123710" y="1267662"/>
                  </a:lnTo>
                  <a:lnTo>
                    <a:pt x="1122391" y="1268666"/>
                  </a:lnTo>
                  <a:lnTo>
                    <a:pt x="1121963" y="1268685"/>
                  </a:lnTo>
                  <a:lnTo>
                    <a:pt x="1121544" y="1268383"/>
                  </a:lnTo>
                  <a:lnTo>
                    <a:pt x="1120694" y="1266740"/>
                  </a:lnTo>
                  <a:lnTo>
                    <a:pt x="1119870" y="1266125"/>
                  </a:lnTo>
                  <a:lnTo>
                    <a:pt x="1117785" y="1266440"/>
                  </a:lnTo>
                  <a:lnTo>
                    <a:pt x="1116686" y="1266307"/>
                  </a:lnTo>
                  <a:lnTo>
                    <a:pt x="1115275" y="1265744"/>
                  </a:lnTo>
                  <a:lnTo>
                    <a:pt x="1113471" y="1264385"/>
                  </a:lnTo>
                  <a:lnTo>
                    <a:pt x="1110613" y="1263212"/>
                  </a:lnTo>
                  <a:lnTo>
                    <a:pt x="1108728" y="1262901"/>
                  </a:lnTo>
                  <a:lnTo>
                    <a:pt x="1107177" y="1262314"/>
                  </a:lnTo>
                  <a:lnTo>
                    <a:pt x="1106180" y="1262423"/>
                  </a:lnTo>
                  <a:lnTo>
                    <a:pt x="1104821" y="1264610"/>
                  </a:lnTo>
                  <a:lnTo>
                    <a:pt x="1103019" y="1265706"/>
                  </a:lnTo>
                  <a:lnTo>
                    <a:pt x="1102056" y="1267508"/>
                  </a:lnTo>
                  <a:lnTo>
                    <a:pt x="1100867" y="1268616"/>
                  </a:lnTo>
                  <a:lnTo>
                    <a:pt x="1100092" y="1270801"/>
                  </a:lnTo>
                  <a:lnTo>
                    <a:pt x="1100884" y="1271896"/>
                  </a:lnTo>
                  <a:lnTo>
                    <a:pt x="1100845" y="1273285"/>
                  </a:lnTo>
                  <a:lnTo>
                    <a:pt x="1101411" y="1275364"/>
                  </a:lnTo>
                  <a:lnTo>
                    <a:pt x="1101303" y="1276499"/>
                  </a:lnTo>
                  <a:lnTo>
                    <a:pt x="1101592" y="1280073"/>
                  </a:lnTo>
                  <a:lnTo>
                    <a:pt x="1101424" y="1281852"/>
                  </a:lnTo>
                  <a:lnTo>
                    <a:pt x="1099569" y="1285358"/>
                  </a:lnTo>
                  <a:lnTo>
                    <a:pt x="1099333" y="1286688"/>
                  </a:lnTo>
                  <a:lnTo>
                    <a:pt x="1098738" y="1286869"/>
                  </a:lnTo>
                  <a:lnTo>
                    <a:pt x="1097663" y="1286624"/>
                  </a:lnTo>
                  <a:lnTo>
                    <a:pt x="1096746" y="1286689"/>
                  </a:lnTo>
                  <a:lnTo>
                    <a:pt x="1095759" y="1287284"/>
                  </a:lnTo>
                  <a:lnTo>
                    <a:pt x="1093722" y="1287536"/>
                  </a:lnTo>
                  <a:lnTo>
                    <a:pt x="1086581" y="1289550"/>
                  </a:lnTo>
                  <a:lnTo>
                    <a:pt x="1084644" y="1292760"/>
                  </a:lnTo>
                  <a:lnTo>
                    <a:pt x="1084458" y="1294452"/>
                  </a:lnTo>
                  <a:lnTo>
                    <a:pt x="1083918" y="1295179"/>
                  </a:lnTo>
                  <a:lnTo>
                    <a:pt x="1084124" y="1295939"/>
                  </a:lnTo>
                  <a:lnTo>
                    <a:pt x="1084080" y="1297584"/>
                  </a:lnTo>
                  <a:lnTo>
                    <a:pt x="1083311" y="1299038"/>
                  </a:lnTo>
                  <a:lnTo>
                    <a:pt x="1083392" y="1299719"/>
                  </a:lnTo>
                  <a:lnTo>
                    <a:pt x="1083977" y="1300558"/>
                  </a:lnTo>
                  <a:lnTo>
                    <a:pt x="1083736" y="1300923"/>
                  </a:lnTo>
                  <a:lnTo>
                    <a:pt x="1084351" y="1301567"/>
                  </a:lnTo>
                  <a:lnTo>
                    <a:pt x="1084050" y="1302601"/>
                  </a:lnTo>
                  <a:lnTo>
                    <a:pt x="1084338" y="1302413"/>
                  </a:lnTo>
                  <a:lnTo>
                    <a:pt x="1085007" y="1302657"/>
                  </a:lnTo>
                  <a:lnTo>
                    <a:pt x="1086035" y="1303386"/>
                  </a:lnTo>
                  <a:lnTo>
                    <a:pt x="1086222" y="1304138"/>
                  </a:lnTo>
                  <a:lnTo>
                    <a:pt x="1085861" y="1305299"/>
                  </a:lnTo>
                  <a:lnTo>
                    <a:pt x="1086615" y="1307064"/>
                  </a:lnTo>
                  <a:lnTo>
                    <a:pt x="1086368" y="1307889"/>
                  </a:lnTo>
                  <a:lnTo>
                    <a:pt x="1086541" y="1309029"/>
                  </a:lnTo>
                  <a:lnTo>
                    <a:pt x="1087721" y="1309468"/>
                  </a:lnTo>
                  <a:lnTo>
                    <a:pt x="1087672" y="1313137"/>
                  </a:lnTo>
                  <a:lnTo>
                    <a:pt x="1087958" y="1314054"/>
                  </a:lnTo>
                  <a:lnTo>
                    <a:pt x="1087610" y="1316440"/>
                  </a:lnTo>
                  <a:lnTo>
                    <a:pt x="1086326" y="1318006"/>
                  </a:lnTo>
                  <a:lnTo>
                    <a:pt x="1084696" y="1322304"/>
                  </a:lnTo>
                  <a:lnTo>
                    <a:pt x="1085182" y="1323544"/>
                  </a:lnTo>
                  <a:lnTo>
                    <a:pt x="1084825" y="1324265"/>
                  </a:lnTo>
                  <a:lnTo>
                    <a:pt x="1084927" y="1325421"/>
                  </a:lnTo>
                  <a:lnTo>
                    <a:pt x="1085522" y="1326284"/>
                  </a:lnTo>
                  <a:lnTo>
                    <a:pt x="1089912" y="1327882"/>
                  </a:lnTo>
                  <a:lnTo>
                    <a:pt x="1089791" y="1328269"/>
                  </a:lnTo>
                  <a:lnTo>
                    <a:pt x="1088621" y="1330840"/>
                  </a:lnTo>
                  <a:lnTo>
                    <a:pt x="1086998" y="1332098"/>
                  </a:lnTo>
                  <a:lnTo>
                    <a:pt x="1086393" y="1332908"/>
                  </a:lnTo>
                  <a:lnTo>
                    <a:pt x="1085903" y="1333830"/>
                  </a:lnTo>
                  <a:lnTo>
                    <a:pt x="1085542" y="1335409"/>
                  </a:lnTo>
                  <a:lnTo>
                    <a:pt x="1083965" y="1337725"/>
                  </a:lnTo>
                  <a:lnTo>
                    <a:pt x="1082729" y="1338939"/>
                  </a:lnTo>
                  <a:lnTo>
                    <a:pt x="1081203" y="1339836"/>
                  </a:lnTo>
                  <a:lnTo>
                    <a:pt x="1080686" y="1340542"/>
                  </a:lnTo>
                  <a:lnTo>
                    <a:pt x="1079379" y="1340977"/>
                  </a:lnTo>
                  <a:lnTo>
                    <a:pt x="1078196" y="1342524"/>
                  </a:lnTo>
                  <a:lnTo>
                    <a:pt x="1077758" y="1343950"/>
                  </a:lnTo>
                  <a:lnTo>
                    <a:pt x="1076947" y="1344142"/>
                  </a:lnTo>
                  <a:lnTo>
                    <a:pt x="1076711" y="1344642"/>
                  </a:lnTo>
                  <a:lnTo>
                    <a:pt x="1075373" y="1345131"/>
                  </a:lnTo>
                  <a:lnTo>
                    <a:pt x="1075593" y="1345787"/>
                  </a:lnTo>
                  <a:lnTo>
                    <a:pt x="1075096" y="1347697"/>
                  </a:lnTo>
                  <a:lnTo>
                    <a:pt x="1073591" y="1349763"/>
                  </a:lnTo>
                  <a:lnTo>
                    <a:pt x="1072878" y="1351206"/>
                  </a:lnTo>
                  <a:lnTo>
                    <a:pt x="1072659" y="1353915"/>
                  </a:lnTo>
                  <a:lnTo>
                    <a:pt x="1070298" y="1356498"/>
                  </a:lnTo>
                  <a:lnTo>
                    <a:pt x="1069575" y="1358617"/>
                  </a:lnTo>
                  <a:lnTo>
                    <a:pt x="1067570" y="1360743"/>
                  </a:lnTo>
                  <a:lnTo>
                    <a:pt x="1067426" y="1362489"/>
                  </a:lnTo>
                  <a:lnTo>
                    <a:pt x="1066797" y="1363236"/>
                  </a:lnTo>
                  <a:lnTo>
                    <a:pt x="1066802" y="1363823"/>
                  </a:lnTo>
                  <a:lnTo>
                    <a:pt x="1067379" y="1365007"/>
                  </a:lnTo>
                  <a:lnTo>
                    <a:pt x="1066990" y="1367103"/>
                  </a:lnTo>
                  <a:lnTo>
                    <a:pt x="1065208" y="1369906"/>
                  </a:lnTo>
                  <a:lnTo>
                    <a:pt x="1064537" y="1372296"/>
                  </a:lnTo>
                  <a:lnTo>
                    <a:pt x="1063247" y="1375213"/>
                  </a:lnTo>
                  <a:lnTo>
                    <a:pt x="1062527" y="1376353"/>
                  </a:lnTo>
                  <a:lnTo>
                    <a:pt x="1059376" y="1378130"/>
                  </a:lnTo>
                  <a:lnTo>
                    <a:pt x="1058798" y="1378279"/>
                  </a:lnTo>
                  <a:lnTo>
                    <a:pt x="1057150" y="1377444"/>
                  </a:lnTo>
                  <a:lnTo>
                    <a:pt x="1055921" y="1380402"/>
                  </a:lnTo>
                  <a:lnTo>
                    <a:pt x="1056178" y="1381445"/>
                  </a:lnTo>
                  <a:lnTo>
                    <a:pt x="1055269" y="1385065"/>
                  </a:lnTo>
                  <a:lnTo>
                    <a:pt x="1055515" y="1387182"/>
                  </a:lnTo>
                  <a:lnTo>
                    <a:pt x="1055313" y="1388596"/>
                  </a:lnTo>
                  <a:lnTo>
                    <a:pt x="1055944" y="1389565"/>
                  </a:lnTo>
                  <a:lnTo>
                    <a:pt x="1056302" y="1390672"/>
                  </a:lnTo>
                  <a:lnTo>
                    <a:pt x="1057907" y="1392527"/>
                  </a:lnTo>
                  <a:lnTo>
                    <a:pt x="1057928" y="1393319"/>
                  </a:lnTo>
                  <a:lnTo>
                    <a:pt x="1058679" y="1394773"/>
                  </a:lnTo>
                  <a:lnTo>
                    <a:pt x="1058409" y="1395198"/>
                  </a:lnTo>
                  <a:lnTo>
                    <a:pt x="1057337" y="1395875"/>
                  </a:lnTo>
                  <a:lnTo>
                    <a:pt x="1056839" y="1396838"/>
                  </a:lnTo>
                  <a:lnTo>
                    <a:pt x="1057084" y="1398109"/>
                  </a:lnTo>
                  <a:lnTo>
                    <a:pt x="1058524" y="1400808"/>
                  </a:lnTo>
                  <a:lnTo>
                    <a:pt x="1053366" y="1408668"/>
                  </a:lnTo>
                  <a:lnTo>
                    <a:pt x="1054688" y="1409964"/>
                  </a:lnTo>
                  <a:lnTo>
                    <a:pt x="1055038" y="1410585"/>
                  </a:lnTo>
                  <a:lnTo>
                    <a:pt x="1056483" y="1411789"/>
                  </a:lnTo>
                  <a:lnTo>
                    <a:pt x="1058628" y="1412366"/>
                  </a:lnTo>
                  <a:lnTo>
                    <a:pt x="1058848" y="1412897"/>
                  </a:lnTo>
                  <a:lnTo>
                    <a:pt x="1060221" y="1413792"/>
                  </a:lnTo>
                  <a:lnTo>
                    <a:pt x="1061189" y="1415436"/>
                  </a:lnTo>
                  <a:lnTo>
                    <a:pt x="1061827" y="1417110"/>
                  </a:lnTo>
                  <a:lnTo>
                    <a:pt x="1062380" y="1420049"/>
                  </a:lnTo>
                  <a:lnTo>
                    <a:pt x="1064967" y="1425617"/>
                  </a:lnTo>
                  <a:lnTo>
                    <a:pt x="1064248" y="1427629"/>
                  </a:lnTo>
                  <a:lnTo>
                    <a:pt x="1066139" y="1431247"/>
                  </a:lnTo>
                  <a:lnTo>
                    <a:pt x="1066923" y="1434227"/>
                  </a:lnTo>
                  <a:lnTo>
                    <a:pt x="1066791" y="1434617"/>
                  </a:lnTo>
                  <a:lnTo>
                    <a:pt x="1065831" y="1436286"/>
                  </a:lnTo>
                  <a:lnTo>
                    <a:pt x="1064469" y="1437085"/>
                  </a:lnTo>
                  <a:lnTo>
                    <a:pt x="1061852" y="1437552"/>
                  </a:lnTo>
                  <a:lnTo>
                    <a:pt x="1060826" y="1437342"/>
                  </a:lnTo>
                  <a:lnTo>
                    <a:pt x="1058401" y="1437359"/>
                  </a:lnTo>
                  <a:lnTo>
                    <a:pt x="1056185" y="1437878"/>
                  </a:lnTo>
                  <a:lnTo>
                    <a:pt x="1055723" y="1439228"/>
                  </a:lnTo>
                  <a:lnTo>
                    <a:pt x="1055115" y="1440188"/>
                  </a:lnTo>
                  <a:lnTo>
                    <a:pt x="1054251" y="1440594"/>
                  </a:lnTo>
                  <a:lnTo>
                    <a:pt x="1053234" y="1441730"/>
                  </a:lnTo>
                  <a:lnTo>
                    <a:pt x="1050567" y="1443379"/>
                  </a:lnTo>
                  <a:lnTo>
                    <a:pt x="1048724" y="1444933"/>
                  </a:lnTo>
                  <a:lnTo>
                    <a:pt x="1046377" y="1445625"/>
                  </a:lnTo>
                  <a:lnTo>
                    <a:pt x="1043790" y="1448676"/>
                  </a:lnTo>
                  <a:lnTo>
                    <a:pt x="1043289" y="1448911"/>
                  </a:lnTo>
                  <a:lnTo>
                    <a:pt x="1042216" y="1448733"/>
                  </a:lnTo>
                  <a:lnTo>
                    <a:pt x="1041400" y="1449036"/>
                  </a:lnTo>
                  <a:lnTo>
                    <a:pt x="1040307" y="1450884"/>
                  </a:lnTo>
                  <a:lnTo>
                    <a:pt x="1040382" y="1451840"/>
                  </a:lnTo>
                  <a:lnTo>
                    <a:pt x="1039585" y="1454098"/>
                  </a:lnTo>
                  <a:lnTo>
                    <a:pt x="1037465" y="1456253"/>
                  </a:lnTo>
                  <a:lnTo>
                    <a:pt x="1032610" y="1455878"/>
                  </a:lnTo>
                  <a:lnTo>
                    <a:pt x="1031527" y="1455402"/>
                  </a:lnTo>
                  <a:lnTo>
                    <a:pt x="1030469" y="1455275"/>
                  </a:lnTo>
                  <a:lnTo>
                    <a:pt x="1028694" y="1456171"/>
                  </a:lnTo>
                  <a:lnTo>
                    <a:pt x="1027030" y="1457336"/>
                  </a:lnTo>
                  <a:lnTo>
                    <a:pt x="1025446" y="1457837"/>
                  </a:lnTo>
                  <a:lnTo>
                    <a:pt x="1021740" y="1459529"/>
                  </a:lnTo>
                  <a:lnTo>
                    <a:pt x="1019338" y="1459945"/>
                  </a:lnTo>
                  <a:lnTo>
                    <a:pt x="1017980" y="1460595"/>
                  </a:lnTo>
                  <a:lnTo>
                    <a:pt x="1017951" y="1460779"/>
                  </a:lnTo>
                  <a:lnTo>
                    <a:pt x="1018810" y="1461193"/>
                  </a:lnTo>
                  <a:lnTo>
                    <a:pt x="1019167" y="1461819"/>
                  </a:lnTo>
                  <a:lnTo>
                    <a:pt x="1019791" y="1462164"/>
                  </a:lnTo>
                  <a:lnTo>
                    <a:pt x="1021805" y="1464609"/>
                  </a:lnTo>
                  <a:lnTo>
                    <a:pt x="1022437" y="1465984"/>
                  </a:lnTo>
                  <a:lnTo>
                    <a:pt x="1023397" y="1466049"/>
                  </a:lnTo>
                  <a:lnTo>
                    <a:pt x="1023160" y="1467305"/>
                  </a:lnTo>
                  <a:lnTo>
                    <a:pt x="1022367" y="1468361"/>
                  </a:lnTo>
                  <a:lnTo>
                    <a:pt x="1021518" y="1468949"/>
                  </a:lnTo>
                  <a:lnTo>
                    <a:pt x="1019652" y="1469698"/>
                  </a:lnTo>
                  <a:lnTo>
                    <a:pt x="1017206" y="1474397"/>
                  </a:lnTo>
                  <a:lnTo>
                    <a:pt x="1016808" y="1475845"/>
                  </a:lnTo>
                  <a:lnTo>
                    <a:pt x="1015927" y="1477289"/>
                  </a:lnTo>
                  <a:lnTo>
                    <a:pt x="1015232" y="1477869"/>
                  </a:lnTo>
                  <a:lnTo>
                    <a:pt x="1013962" y="1478176"/>
                  </a:lnTo>
                  <a:lnTo>
                    <a:pt x="1012615" y="1481913"/>
                  </a:lnTo>
                  <a:lnTo>
                    <a:pt x="1013001" y="1483336"/>
                  </a:lnTo>
                  <a:lnTo>
                    <a:pt x="1012897" y="1484380"/>
                  </a:lnTo>
                  <a:lnTo>
                    <a:pt x="1012045" y="1486990"/>
                  </a:lnTo>
                  <a:lnTo>
                    <a:pt x="1011471" y="1487684"/>
                  </a:lnTo>
                  <a:lnTo>
                    <a:pt x="1011343" y="1489569"/>
                  </a:lnTo>
                  <a:lnTo>
                    <a:pt x="1010672" y="1491328"/>
                  </a:lnTo>
                  <a:lnTo>
                    <a:pt x="1010653" y="1492829"/>
                  </a:lnTo>
                  <a:lnTo>
                    <a:pt x="1010097" y="1493510"/>
                  </a:lnTo>
                  <a:lnTo>
                    <a:pt x="1009147" y="1495456"/>
                  </a:lnTo>
                  <a:lnTo>
                    <a:pt x="1007727" y="1496942"/>
                  </a:lnTo>
                  <a:lnTo>
                    <a:pt x="1007474" y="1497652"/>
                  </a:lnTo>
                  <a:lnTo>
                    <a:pt x="1005998" y="1499388"/>
                  </a:lnTo>
                  <a:lnTo>
                    <a:pt x="1005880" y="1499986"/>
                  </a:lnTo>
                  <a:lnTo>
                    <a:pt x="1005371" y="1500513"/>
                  </a:lnTo>
                  <a:lnTo>
                    <a:pt x="1005244" y="1502334"/>
                  </a:lnTo>
                  <a:lnTo>
                    <a:pt x="1004030" y="1504416"/>
                  </a:lnTo>
                  <a:lnTo>
                    <a:pt x="1004080" y="1506095"/>
                  </a:lnTo>
                  <a:lnTo>
                    <a:pt x="1002861" y="1507936"/>
                  </a:lnTo>
                  <a:lnTo>
                    <a:pt x="1002512" y="1509335"/>
                  </a:lnTo>
                  <a:lnTo>
                    <a:pt x="1001853" y="1510189"/>
                  </a:lnTo>
                  <a:lnTo>
                    <a:pt x="1001085" y="1512370"/>
                  </a:lnTo>
                  <a:lnTo>
                    <a:pt x="1000871" y="1516361"/>
                  </a:lnTo>
                  <a:lnTo>
                    <a:pt x="1001074" y="1517753"/>
                  </a:lnTo>
                  <a:lnTo>
                    <a:pt x="1001002" y="1520563"/>
                  </a:lnTo>
                  <a:lnTo>
                    <a:pt x="1000022" y="1521620"/>
                  </a:lnTo>
                  <a:lnTo>
                    <a:pt x="998036" y="1522097"/>
                  </a:lnTo>
                  <a:lnTo>
                    <a:pt x="997555" y="1522921"/>
                  </a:lnTo>
                  <a:lnTo>
                    <a:pt x="997294" y="1522134"/>
                  </a:lnTo>
                  <a:lnTo>
                    <a:pt x="996268" y="1521296"/>
                  </a:lnTo>
                  <a:lnTo>
                    <a:pt x="993497" y="1518200"/>
                  </a:lnTo>
                  <a:lnTo>
                    <a:pt x="993162" y="1517098"/>
                  </a:lnTo>
                  <a:lnTo>
                    <a:pt x="990927" y="1515066"/>
                  </a:lnTo>
                  <a:lnTo>
                    <a:pt x="990207" y="1513605"/>
                  </a:lnTo>
                  <a:lnTo>
                    <a:pt x="988716" y="1511999"/>
                  </a:lnTo>
                  <a:lnTo>
                    <a:pt x="979351" y="1516623"/>
                  </a:lnTo>
                  <a:lnTo>
                    <a:pt x="969205" y="1519530"/>
                  </a:lnTo>
                  <a:lnTo>
                    <a:pt x="967662" y="1519581"/>
                  </a:lnTo>
                  <a:lnTo>
                    <a:pt x="966432" y="1519302"/>
                  </a:lnTo>
                  <a:lnTo>
                    <a:pt x="965869" y="1519439"/>
                  </a:lnTo>
                  <a:lnTo>
                    <a:pt x="965155" y="1518843"/>
                  </a:lnTo>
                  <a:lnTo>
                    <a:pt x="964259" y="1517604"/>
                  </a:lnTo>
                  <a:lnTo>
                    <a:pt x="961754" y="1517636"/>
                  </a:lnTo>
                  <a:lnTo>
                    <a:pt x="960425" y="1517022"/>
                  </a:lnTo>
                  <a:lnTo>
                    <a:pt x="960088" y="1517061"/>
                  </a:lnTo>
                  <a:lnTo>
                    <a:pt x="960238" y="1517783"/>
                  </a:lnTo>
                  <a:lnTo>
                    <a:pt x="960029" y="1518025"/>
                  </a:lnTo>
                  <a:lnTo>
                    <a:pt x="958863" y="1518598"/>
                  </a:lnTo>
                  <a:lnTo>
                    <a:pt x="958326" y="1518450"/>
                  </a:lnTo>
                  <a:lnTo>
                    <a:pt x="956221" y="1517079"/>
                  </a:lnTo>
                  <a:lnTo>
                    <a:pt x="954960" y="1515903"/>
                  </a:lnTo>
                  <a:lnTo>
                    <a:pt x="953074" y="1514965"/>
                  </a:lnTo>
                  <a:lnTo>
                    <a:pt x="952523" y="1515084"/>
                  </a:lnTo>
                  <a:lnTo>
                    <a:pt x="951674" y="1515796"/>
                  </a:lnTo>
                  <a:lnTo>
                    <a:pt x="950537" y="1515898"/>
                  </a:lnTo>
                  <a:lnTo>
                    <a:pt x="949313" y="1515702"/>
                  </a:lnTo>
                  <a:lnTo>
                    <a:pt x="949258" y="1514187"/>
                  </a:lnTo>
                  <a:lnTo>
                    <a:pt x="948755" y="1513380"/>
                  </a:lnTo>
                  <a:lnTo>
                    <a:pt x="947848" y="1512750"/>
                  </a:lnTo>
                  <a:lnTo>
                    <a:pt x="946907" y="1510567"/>
                  </a:lnTo>
                  <a:lnTo>
                    <a:pt x="946200" y="1510013"/>
                  </a:lnTo>
                  <a:lnTo>
                    <a:pt x="944476" y="1510719"/>
                  </a:lnTo>
                  <a:lnTo>
                    <a:pt x="919522" y="1505352"/>
                  </a:lnTo>
                  <a:lnTo>
                    <a:pt x="917584" y="1505093"/>
                  </a:lnTo>
                  <a:lnTo>
                    <a:pt x="915160" y="1505439"/>
                  </a:lnTo>
                  <a:lnTo>
                    <a:pt x="913827" y="1505174"/>
                  </a:lnTo>
                  <a:lnTo>
                    <a:pt x="913260" y="1505481"/>
                  </a:lnTo>
                  <a:lnTo>
                    <a:pt x="912414" y="1504477"/>
                  </a:lnTo>
                  <a:lnTo>
                    <a:pt x="910924" y="1505751"/>
                  </a:lnTo>
                  <a:lnTo>
                    <a:pt x="909410" y="1506449"/>
                  </a:lnTo>
                  <a:lnTo>
                    <a:pt x="908205" y="1506226"/>
                  </a:lnTo>
                  <a:lnTo>
                    <a:pt x="907167" y="1506365"/>
                  </a:lnTo>
                  <a:lnTo>
                    <a:pt x="906108" y="1506879"/>
                  </a:lnTo>
                  <a:lnTo>
                    <a:pt x="903102" y="1506562"/>
                  </a:lnTo>
                  <a:lnTo>
                    <a:pt x="901603" y="1506952"/>
                  </a:lnTo>
                  <a:lnTo>
                    <a:pt x="898706" y="1506518"/>
                  </a:lnTo>
                  <a:lnTo>
                    <a:pt x="897223" y="1506862"/>
                  </a:lnTo>
                  <a:lnTo>
                    <a:pt x="895877" y="1507935"/>
                  </a:lnTo>
                  <a:lnTo>
                    <a:pt x="895373" y="1508013"/>
                  </a:lnTo>
                  <a:lnTo>
                    <a:pt x="893227" y="1506636"/>
                  </a:lnTo>
                  <a:lnTo>
                    <a:pt x="891579" y="1504499"/>
                  </a:lnTo>
                  <a:lnTo>
                    <a:pt x="890068" y="1503885"/>
                  </a:lnTo>
                  <a:lnTo>
                    <a:pt x="888747" y="1504221"/>
                  </a:lnTo>
                  <a:lnTo>
                    <a:pt x="887384" y="1504883"/>
                  </a:lnTo>
                  <a:lnTo>
                    <a:pt x="884447" y="1504289"/>
                  </a:lnTo>
                  <a:lnTo>
                    <a:pt x="881386" y="1505863"/>
                  </a:lnTo>
                  <a:lnTo>
                    <a:pt x="879329" y="1507605"/>
                  </a:lnTo>
                  <a:lnTo>
                    <a:pt x="878396" y="1508974"/>
                  </a:lnTo>
                  <a:lnTo>
                    <a:pt x="876323" y="1510106"/>
                  </a:lnTo>
                  <a:lnTo>
                    <a:pt x="874832" y="1510600"/>
                  </a:lnTo>
                  <a:lnTo>
                    <a:pt x="872629" y="1513555"/>
                  </a:lnTo>
                  <a:lnTo>
                    <a:pt x="870735" y="1514790"/>
                  </a:lnTo>
                  <a:lnTo>
                    <a:pt x="869466" y="1514938"/>
                  </a:lnTo>
                  <a:lnTo>
                    <a:pt x="867137" y="1514626"/>
                  </a:lnTo>
                  <a:lnTo>
                    <a:pt x="863173" y="1513275"/>
                  </a:lnTo>
                  <a:lnTo>
                    <a:pt x="861248" y="1511632"/>
                  </a:lnTo>
                  <a:lnTo>
                    <a:pt x="860054" y="1511411"/>
                  </a:lnTo>
                  <a:lnTo>
                    <a:pt x="858288" y="1512421"/>
                  </a:lnTo>
                  <a:lnTo>
                    <a:pt x="857773" y="1513001"/>
                  </a:lnTo>
                  <a:lnTo>
                    <a:pt x="855701" y="1517867"/>
                  </a:lnTo>
                  <a:lnTo>
                    <a:pt x="853636" y="1520287"/>
                  </a:lnTo>
                  <a:lnTo>
                    <a:pt x="850664" y="1521865"/>
                  </a:lnTo>
                  <a:lnTo>
                    <a:pt x="847369" y="1522288"/>
                  </a:lnTo>
                  <a:lnTo>
                    <a:pt x="845202" y="1522315"/>
                  </a:lnTo>
                  <a:lnTo>
                    <a:pt x="843910" y="1521792"/>
                  </a:lnTo>
                  <a:lnTo>
                    <a:pt x="843196" y="1520997"/>
                  </a:lnTo>
                  <a:lnTo>
                    <a:pt x="842646" y="1519825"/>
                  </a:lnTo>
                  <a:lnTo>
                    <a:pt x="841904" y="1519399"/>
                  </a:lnTo>
                  <a:lnTo>
                    <a:pt x="839740" y="1518992"/>
                  </a:lnTo>
                  <a:lnTo>
                    <a:pt x="837638" y="1518159"/>
                  </a:lnTo>
                  <a:lnTo>
                    <a:pt x="834000" y="1518037"/>
                  </a:lnTo>
                  <a:lnTo>
                    <a:pt x="832078" y="1517337"/>
                  </a:lnTo>
                  <a:lnTo>
                    <a:pt x="831577" y="1517463"/>
                  </a:lnTo>
                  <a:lnTo>
                    <a:pt x="830982" y="1517050"/>
                  </a:lnTo>
                  <a:lnTo>
                    <a:pt x="829943" y="1517130"/>
                  </a:lnTo>
                  <a:lnTo>
                    <a:pt x="828967" y="1506703"/>
                  </a:lnTo>
                  <a:lnTo>
                    <a:pt x="813397" y="1503551"/>
                  </a:lnTo>
                  <a:lnTo>
                    <a:pt x="810926" y="1502041"/>
                  </a:lnTo>
                  <a:lnTo>
                    <a:pt x="806007" y="1496442"/>
                  </a:lnTo>
                  <a:lnTo>
                    <a:pt x="801827" y="1496367"/>
                  </a:lnTo>
                  <a:lnTo>
                    <a:pt x="800336" y="1490795"/>
                  </a:lnTo>
                  <a:lnTo>
                    <a:pt x="799595" y="1491428"/>
                  </a:lnTo>
                  <a:lnTo>
                    <a:pt x="798318" y="1491917"/>
                  </a:lnTo>
                  <a:lnTo>
                    <a:pt x="797924" y="1491709"/>
                  </a:lnTo>
                  <a:lnTo>
                    <a:pt x="797267" y="1490793"/>
                  </a:lnTo>
                  <a:lnTo>
                    <a:pt x="796592" y="1490398"/>
                  </a:lnTo>
                  <a:lnTo>
                    <a:pt x="795150" y="1490406"/>
                  </a:lnTo>
                  <a:lnTo>
                    <a:pt x="793883" y="1490927"/>
                  </a:lnTo>
                  <a:lnTo>
                    <a:pt x="791669" y="1492454"/>
                  </a:lnTo>
                  <a:lnTo>
                    <a:pt x="790904" y="1492648"/>
                  </a:lnTo>
                  <a:lnTo>
                    <a:pt x="789475" y="1495297"/>
                  </a:lnTo>
                  <a:lnTo>
                    <a:pt x="789186" y="1496028"/>
                  </a:lnTo>
                  <a:lnTo>
                    <a:pt x="789183" y="1497184"/>
                  </a:lnTo>
                  <a:lnTo>
                    <a:pt x="788129" y="1498735"/>
                  </a:lnTo>
                  <a:lnTo>
                    <a:pt x="787927" y="1499865"/>
                  </a:lnTo>
                  <a:lnTo>
                    <a:pt x="787359" y="1500540"/>
                  </a:lnTo>
                  <a:lnTo>
                    <a:pt x="787176" y="1501308"/>
                  </a:lnTo>
                  <a:lnTo>
                    <a:pt x="786101" y="1501678"/>
                  </a:lnTo>
                  <a:lnTo>
                    <a:pt x="785311" y="1502475"/>
                  </a:lnTo>
                  <a:lnTo>
                    <a:pt x="783915" y="1502626"/>
                  </a:lnTo>
                  <a:lnTo>
                    <a:pt x="783320" y="1504059"/>
                  </a:lnTo>
                  <a:lnTo>
                    <a:pt x="781564" y="1503101"/>
                  </a:lnTo>
                  <a:lnTo>
                    <a:pt x="781244" y="1502411"/>
                  </a:lnTo>
                  <a:lnTo>
                    <a:pt x="780832" y="1502374"/>
                  </a:lnTo>
                  <a:lnTo>
                    <a:pt x="780331" y="1502759"/>
                  </a:lnTo>
                  <a:lnTo>
                    <a:pt x="778413" y="1502199"/>
                  </a:lnTo>
                  <a:lnTo>
                    <a:pt x="776641" y="1500933"/>
                  </a:lnTo>
                  <a:lnTo>
                    <a:pt x="774802" y="1501137"/>
                  </a:lnTo>
                  <a:lnTo>
                    <a:pt x="772464" y="1499437"/>
                  </a:lnTo>
                  <a:lnTo>
                    <a:pt x="771862" y="1500440"/>
                  </a:lnTo>
                  <a:lnTo>
                    <a:pt x="771038" y="1500444"/>
                  </a:lnTo>
                  <a:lnTo>
                    <a:pt x="752069" y="1474105"/>
                  </a:lnTo>
                  <a:lnTo>
                    <a:pt x="751066" y="1473811"/>
                  </a:lnTo>
                  <a:lnTo>
                    <a:pt x="749612" y="1474508"/>
                  </a:lnTo>
                  <a:lnTo>
                    <a:pt x="742322" y="1466046"/>
                  </a:lnTo>
                  <a:lnTo>
                    <a:pt x="741857" y="1465841"/>
                  </a:lnTo>
                  <a:lnTo>
                    <a:pt x="740707" y="1465954"/>
                  </a:lnTo>
                  <a:lnTo>
                    <a:pt x="738342" y="1466809"/>
                  </a:lnTo>
                  <a:lnTo>
                    <a:pt x="738071" y="1467194"/>
                  </a:lnTo>
                  <a:lnTo>
                    <a:pt x="737831" y="1468976"/>
                  </a:lnTo>
                  <a:lnTo>
                    <a:pt x="737229" y="1470189"/>
                  </a:lnTo>
                  <a:lnTo>
                    <a:pt x="736461" y="1470707"/>
                  </a:lnTo>
                  <a:lnTo>
                    <a:pt x="736293" y="1471226"/>
                  </a:lnTo>
                  <a:lnTo>
                    <a:pt x="735658" y="1471745"/>
                  </a:lnTo>
                  <a:lnTo>
                    <a:pt x="734995" y="1472818"/>
                  </a:lnTo>
                  <a:lnTo>
                    <a:pt x="732831" y="1474267"/>
                  </a:lnTo>
                  <a:lnTo>
                    <a:pt x="729454" y="1474649"/>
                  </a:lnTo>
                  <a:lnTo>
                    <a:pt x="728182" y="1474519"/>
                  </a:lnTo>
                  <a:lnTo>
                    <a:pt x="726981" y="1474863"/>
                  </a:lnTo>
                  <a:lnTo>
                    <a:pt x="726440" y="1475878"/>
                  </a:lnTo>
                  <a:lnTo>
                    <a:pt x="725013" y="1477063"/>
                  </a:lnTo>
                  <a:lnTo>
                    <a:pt x="723280" y="1477565"/>
                  </a:lnTo>
                  <a:lnTo>
                    <a:pt x="720010" y="1478964"/>
                  </a:lnTo>
                  <a:lnTo>
                    <a:pt x="717175" y="1478934"/>
                  </a:lnTo>
                  <a:lnTo>
                    <a:pt x="715949" y="1479168"/>
                  </a:lnTo>
                  <a:lnTo>
                    <a:pt x="715170" y="1478957"/>
                  </a:lnTo>
                  <a:lnTo>
                    <a:pt x="713651" y="1479699"/>
                  </a:lnTo>
                  <a:lnTo>
                    <a:pt x="712955" y="1481139"/>
                  </a:lnTo>
                  <a:lnTo>
                    <a:pt x="709785" y="1482471"/>
                  </a:lnTo>
                  <a:lnTo>
                    <a:pt x="708078" y="1482231"/>
                  </a:lnTo>
                  <a:lnTo>
                    <a:pt x="706804" y="1482514"/>
                  </a:lnTo>
                  <a:lnTo>
                    <a:pt x="703599" y="1480044"/>
                  </a:lnTo>
                  <a:lnTo>
                    <a:pt x="702891" y="1479867"/>
                  </a:lnTo>
                  <a:lnTo>
                    <a:pt x="702808" y="1478713"/>
                  </a:lnTo>
                  <a:lnTo>
                    <a:pt x="702619" y="1478552"/>
                  </a:lnTo>
                  <a:lnTo>
                    <a:pt x="699522" y="1478818"/>
                  </a:lnTo>
                  <a:lnTo>
                    <a:pt x="695691" y="1478734"/>
                  </a:lnTo>
                  <a:lnTo>
                    <a:pt x="692906" y="1479576"/>
                  </a:lnTo>
                  <a:lnTo>
                    <a:pt x="690321" y="1478797"/>
                  </a:lnTo>
                  <a:lnTo>
                    <a:pt x="689655" y="1478952"/>
                  </a:lnTo>
                  <a:lnTo>
                    <a:pt x="688374" y="1478620"/>
                  </a:lnTo>
                  <a:lnTo>
                    <a:pt x="686812" y="1477278"/>
                  </a:lnTo>
                  <a:lnTo>
                    <a:pt x="685489" y="1476766"/>
                  </a:lnTo>
                  <a:lnTo>
                    <a:pt x="684248" y="1476970"/>
                  </a:lnTo>
                  <a:lnTo>
                    <a:pt x="683652" y="1476806"/>
                  </a:lnTo>
                  <a:lnTo>
                    <a:pt x="681737" y="1476950"/>
                  </a:lnTo>
                  <a:lnTo>
                    <a:pt x="680151" y="1476286"/>
                  </a:lnTo>
                  <a:lnTo>
                    <a:pt x="678197" y="1472714"/>
                  </a:lnTo>
                  <a:lnTo>
                    <a:pt x="678850" y="1468913"/>
                  </a:lnTo>
                  <a:lnTo>
                    <a:pt x="676881" y="1464704"/>
                  </a:lnTo>
                  <a:lnTo>
                    <a:pt x="676747" y="1463645"/>
                  </a:lnTo>
                  <a:lnTo>
                    <a:pt x="676154" y="1463055"/>
                  </a:lnTo>
                  <a:lnTo>
                    <a:pt x="676289" y="1461203"/>
                  </a:lnTo>
                  <a:lnTo>
                    <a:pt x="677711" y="1460718"/>
                  </a:lnTo>
                  <a:lnTo>
                    <a:pt x="681533" y="1460779"/>
                  </a:lnTo>
                  <a:lnTo>
                    <a:pt x="686897" y="1459167"/>
                  </a:lnTo>
                  <a:lnTo>
                    <a:pt x="687267" y="1458750"/>
                  </a:lnTo>
                  <a:lnTo>
                    <a:pt x="689450" y="1457720"/>
                  </a:lnTo>
                  <a:lnTo>
                    <a:pt x="691511" y="1456175"/>
                  </a:lnTo>
                  <a:lnTo>
                    <a:pt x="693517" y="1455394"/>
                  </a:lnTo>
                  <a:lnTo>
                    <a:pt x="696014" y="1453709"/>
                  </a:lnTo>
                  <a:lnTo>
                    <a:pt x="698468" y="1450772"/>
                  </a:lnTo>
                  <a:lnTo>
                    <a:pt x="698207" y="1449419"/>
                  </a:lnTo>
                  <a:lnTo>
                    <a:pt x="698539" y="1448751"/>
                  </a:lnTo>
                  <a:lnTo>
                    <a:pt x="698532" y="1447634"/>
                  </a:lnTo>
                  <a:lnTo>
                    <a:pt x="699519" y="1445231"/>
                  </a:lnTo>
                  <a:lnTo>
                    <a:pt x="700036" y="1442948"/>
                  </a:lnTo>
                  <a:lnTo>
                    <a:pt x="701791" y="1440663"/>
                  </a:lnTo>
                  <a:lnTo>
                    <a:pt x="703028" y="1438412"/>
                  </a:lnTo>
                  <a:lnTo>
                    <a:pt x="703877" y="1437591"/>
                  </a:lnTo>
                  <a:lnTo>
                    <a:pt x="703964" y="1436363"/>
                  </a:lnTo>
                  <a:lnTo>
                    <a:pt x="704701" y="1434785"/>
                  </a:lnTo>
                  <a:lnTo>
                    <a:pt x="705738" y="1435038"/>
                  </a:lnTo>
                  <a:lnTo>
                    <a:pt x="706357" y="1434954"/>
                  </a:lnTo>
                  <a:lnTo>
                    <a:pt x="710064" y="1433405"/>
                  </a:lnTo>
                  <a:lnTo>
                    <a:pt x="710812" y="1432303"/>
                  </a:lnTo>
                  <a:lnTo>
                    <a:pt x="712329" y="1431433"/>
                  </a:lnTo>
                  <a:lnTo>
                    <a:pt x="714998" y="1428510"/>
                  </a:lnTo>
                  <a:lnTo>
                    <a:pt x="717516" y="1426580"/>
                  </a:lnTo>
                  <a:lnTo>
                    <a:pt x="717843" y="1424969"/>
                  </a:lnTo>
                  <a:lnTo>
                    <a:pt x="718746" y="1423256"/>
                  </a:lnTo>
                  <a:lnTo>
                    <a:pt x="718037" y="1421086"/>
                  </a:lnTo>
                  <a:lnTo>
                    <a:pt x="716661" y="1418954"/>
                  </a:lnTo>
                  <a:lnTo>
                    <a:pt x="713740" y="1416828"/>
                  </a:lnTo>
                  <a:lnTo>
                    <a:pt x="712050" y="1414793"/>
                  </a:lnTo>
                  <a:lnTo>
                    <a:pt x="711787" y="1413571"/>
                  </a:lnTo>
                  <a:lnTo>
                    <a:pt x="711612" y="1409354"/>
                  </a:lnTo>
                  <a:lnTo>
                    <a:pt x="710901" y="1407573"/>
                  </a:lnTo>
                  <a:lnTo>
                    <a:pt x="709894" y="1406532"/>
                  </a:lnTo>
                  <a:lnTo>
                    <a:pt x="709128" y="1406209"/>
                  </a:lnTo>
                  <a:lnTo>
                    <a:pt x="706767" y="1406000"/>
                  </a:lnTo>
                  <a:lnTo>
                    <a:pt x="703362" y="1404956"/>
                  </a:lnTo>
                  <a:lnTo>
                    <a:pt x="702411" y="1404864"/>
                  </a:lnTo>
                  <a:lnTo>
                    <a:pt x="700645" y="1405284"/>
                  </a:lnTo>
                  <a:lnTo>
                    <a:pt x="698278" y="1405131"/>
                  </a:lnTo>
                  <a:lnTo>
                    <a:pt x="689924" y="1403544"/>
                  </a:lnTo>
                  <a:lnTo>
                    <a:pt x="686923" y="1401908"/>
                  </a:lnTo>
                  <a:lnTo>
                    <a:pt x="686113" y="1400513"/>
                  </a:lnTo>
                  <a:lnTo>
                    <a:pt x="685497" y="1398132"/>
                  </a:lnTo>
                  <a:lnTo>
                    <a:pt x="684691" y="1397766"/>
                  </a:lnTo>
                  <a:lnTo>
                    <a:pt x="681911" y="1397407"/>
                  </a:lnTo>
                  <a:lnTo>
                    <a:pt x="678402" y="1397779"/>
                  </a:lnTo>
                  <a:lnTo>
                    <a:pt x="674081" y="1397519"/>
                  </a:lnTo>
                  <a:lnTo>
                    <a:pt x="673600" y="1395702"/>
                  </a:lnTo>
                  <a:lnTo>
                    <a:pt x="672033" y="1393493"/>
                  </a:lnTo>
                  <a:lnTo>
                    <a:pt x="670504" y="1390706"/>
                  </a:lnTo>
                  <a:lnTo>
                    <a:pt x="668008" y="1389502"/>
                  </a:lnTo>
                  <a:lnTo>
                    <a:pt x="667543" y="1389016"/>
                  </a:lnTo>
                  <a:lnTo>
                    <a:pt x="667545" y="1388279"/>
                  </a:lnTo>
                  <a:lnTo>
                    <a:pt x="668240" y="1387338"/>
                  </a:lnTo>
                  <a:lnTo>
                    <a:pt x="668427" y="1384990"/>
                  </a:lnTo>
                  <a:lnTo>
                    <a:pt x="668890" y="1384325"/>
                  </a:lnTo>
                  <a:lnTo>
                    <a:pt x="668926" y="1383215"/>
                  </a:lnTo>
                  <a:lnTo>
                    <a:pt x="668704" y="1382756"/>
                  </a:lnTo>
                  <a:lnTo>
                    <a:pt x="665505" y="1382436"/>
                  </a:lnTo>
                  <a:lnTo>
                    <a:pt x="663951" y="1383086"/>
                  </a:lnTo>
                  <a:lnTo>
                    <a:pt x="663288" y="1382908"/>
                  </a:lnTo>
                  <a:lnTo>
                    <a:pt x="662257" y="1383127"/>
                  </a:lnTo>
                  <a:lnTo>
                    <a:pt x="661854" y="1382913"/>
                  </a:lnTo>
                  <a:lnTo>
                    <a:pt x="660318" y="1382966"/>
                  </a:lnTo>
                  <a:lnTo>
                    <a:pt x="658365" y="1382663"/>
                  </a:lnTo>
                  <a:lnTo>
                    <a:pt x="656762" y="1382802"/>
                  </a:lnTo>
                  <a:lnTo>
                    <a:pt x="655339" y="1382089"/>
                  </a:lnTo>
                  <a:lnTo>
                    <a:pt x="654409" y="1381995"/>
                  </a:lnTo>
                  <a:lnTo>
                    <a:pt x="653830" y="1381030"/>
                  </a:lnTo>
                  <a:lnTo>
                    <a:pt x="652846" y="1380297"/>
                  </a:lnTo>
                  <a:lnTo>
                    <a:pt x="652565" y="1379371"/>
                  </a:lnTo>
                  <a:lnTo>
                    <a:pt x="652839" y="1378563"/>
                  </a:lnTo>
                  <a:lnTo>
                    <a:pt x="652680" y="1378132"/>
                  </a:lnTo>
                  <a:lnTo>
                    <a:pt x="651846" y="1377678"/>
                  </a:lnTo>
                  <a:lnTo>
                    <a:pt x="651228" y="1376731"/>
                  </a:lnTo>
                  <a:lnTo>
                    <a:pt x="650228" y="1376422"/>
                  </a:lnTo>
                  <a:lnTo>
                    <a:pt x="647405" y="1374845"/>
                  </a:lnTo>
                  <a:lnTo>
                    <a:pt x="645734" y="1374594"/>
                  </a:lnTo>
                  <a:lnTo>
                    <a:pt x="645506" y="1374305"/>
                  </a:lnTo>
                  <a:lnTo>
                    <a:pt x="644367" y="1373854"/>
                  </a:lnTo>
                  <a:lnTo>
                    <a:pt x="643240" y="1372616"/>
                  </a:lnTo>
                  <a:lnTo>
                    <a:pt x="643391" y="1372017"/>
                  </a:lnTo>
                  <a:lnTo>
                    <a:pt x="643118" y="1371302"/>
                  </a:lnTo>
                  <a:lnTo>
                    <a:pt x="643867" y="1370048"/>
                  </a:lnTo>
                  <a:lnTo>
                    <a:pt x="644299" y="1368559"/>
                  </a:lnTo>
                  <a:lnTo>
                    <a:pt x="644250" y="1367703"/>
                  </a:lnTo>
                  <a:lnTo>
                    <a:pt x="645147" y="1367153"/>
                  </a:lnTo>
                  <a:lnTo>
                    <a:pt x="643948" y="1365619"/>
                  </a:lnTo>
                  <a:lnTo>
                    <a:pt x="643735" y="1364617"/>
                  </a:lnTo>
                  <a:lnTo>
                    <a:pt x="644036" y="1364143"/>
                  </a:lnTo>
                  <a:lnTo>
                    <a:pt x="645121" y="1363695"/>
                  </a:lnTo>
                  <a:lnTo>
                    <a:pt x="646502" y="1362449"/>
                  </a:lnTo>
                  <a:lnTo>
                    <a:pt x="647882" y="1358176"/>
                  </a:lnTo>
                  <a:lnTo>
                    <a:pt x="647812" y="1357332"/>
                  </a:lnTo>
                  <a:lnTo>
                    <a:pt x="646858" y="1356714"/>
                  </a:lnTo>
                  <a:lnTo>
                    <a:pt x="646557" y="1355996"/>
                  </a:lnTo>
                  <a:lnTo>
                    <a:pt x="645399" y="1355941"/>
                  </a:lnTo>
                  <a:lnTo>
                    <a:pt x="644503" y="1355161"/>
                  </a:lnTo>
                  <a:lnTo>
                    <a:pt x="643265" y="1352376"/>
                  </a:lnTo>
                  <a:lnTo>
                    <a:pt x="642739" y="1351509"/>
                  </a:lnTo>
                  <a:lnTo>
                    <a:pt x="641757" y="1350623"/>
                  </a:lnTo>
                  <a:lnTo>
                    <a:pt x="641185" y="1349121"/>
                  </a:lnTo>
                  <a:lnTo>
                    <a:pt x="639528" y="1349146"/>
                  </a:lnTo>
                  <a:lnTo>
                    <a:pt x="638752" y="1349596"/>
                  </a:lnTo>
                  <a:lnTo>
                    <a:pt x="638474" y="1349128"/>
                  </a:lnTo>
                  <a:lnTo>
                    <a:pt x="637484" y="1348952"/>
                  </a:lnTo>
                  <a:lnTo>
                    <a:pt x="636844" y="1348459"/>
                  </a:lnTo>
                  <a:lnTo>
                    <a:pt x="636005" y="1347379"/>
                  </a:lnTo>
                  <a:lnTo>
                    <a:pt x="634448" y="1347849"/>
                  </a:lnTo>
                  <a:lnTo>
                    <a:pt x="633242" y="1347563"/>
                  </a:lnTo>
                  <a:lnTo>
                    <a:pt x="632235" y="1347738"/>
                  </a:lnTo>
                  <a:lnTo>
                    <a:pt x="631048" y="1347073"/>
                  </a:lnTo>
                  <a:lnTo>
                    <a:pt x="630320" y="1344916"/>
                  </a:lnTo>
                  <a:lnTo>
                    <a:pt x="628450" y="1344199"/>
                  </a:lnTo>
                  <a:lnTo>
                    <a:pt x="627956" y="1343742"/>
                  </a:lnTo>
                  <a:lnTo>
                    <a:pt x="627274" y="1344013"/>
                  </a:lnTo>
                  <a:lnTo>
                    <a:pt x="626533" y="1343994"/>
                  </a:lnTo>
                  <a:lnTo>
                    <a:pt x="625560" y="1344798"/>
                  </a:lnTo>
                  <a:lnTo>
                    <a:pt x="624869" y="1344999"/>
                  </a:lnTo>
                  <a:lnTo>
                    <a:pt x="623841" y="1344579"/>
                  </a:lnTo>
                  <a:lnTo>
                    <a:pt x="622013" y="1344286"/>
                  </a:lnTo>
                  <a:lnTo>
                    <a:pt x="620867" y="1343693"/>
                  </a:lnTo>
                  <a:lnTo>
                    <a:pt x="620470" y="1342870"/>
                  </a:lnTo>
                  <a:lnTo>
                    <a:pt x="620113" y="1342661"/>
                  </a:lnTo>
                  <a:lnTo>
                    <a:pt x="619777" y="1341202"/>
                  </a:lnTo>
                  <a:lnTo>
                    <a:pt x="618894" y="1339783"/>
                  </a:lnTo>
                  <a:lnTo>
                    <a:pt x="618233" y="1339147"/>
                  </a:lnTo>
                  <a:lnTo>
                    <a:pt x="617556" y="1337217"/>
                  </a:lnTo>
                  <a:lnTo>
                    <a:pt x="616526" y="1335816"/>
                  </a:lnTo>
                  <a:lnTo>
                    <a:pt x="615641" y="1335910"/>
                  </a:lnTo>
                  <a:lnTo>
                    <a:pt x="615321" y="1336368"/>
                  </a:lnTo>
                  <a:lnTo>
                    <a:pt x="612861" y="1336813"/>
                  </a:lnTo>
                  <a:lnTo>
                    <a:pt x="611270" y="1337588"/>
                  </a:lnTo>
                  <a:lnTo>
                    <a:pt x="610072" y="1338793"/>
                  </a:lnTo>
                  <a:lnTo>
                    <a:pt x="608690" y="1340817"/>
                  </a:lnTo>
                  <a:lnTo>
                    <a:pt x="607609" y="1341466"/>
                  </a:lnTo>
                  <a:lnTo>
                    <a:pt x="607446" y="1342237"/>
                  </a:lnTo>
                  <a:lnTo>
                    <a:pt x="606418" y="1342594"/>
                  </a:lnTo>
                  <a:lnTo>
                    <a:pt x="603826" y="1344923"/>
                  </a:lnTo>
                  <a:lnTo>
                    <a:pt x="603439" y="1345743"/>
                  </a:lnTo>
                  <a:lnTo>
                    <a:pt x="603752" y="1346730"/>
                  </a:lnTo>
                  <a:lnTo>
                    <a:pt x="603653" y="1347118"/>
                  </a:lnTo>
                  <a:lnTo>
                    <a:pt x="601322" y="1349109"/>
                  </a:lnTo>
                  <a:lnTo>
                    <a:pt x="597396" y="1350068"/>
                  </a:lnTo>
                  <a:lnTo>
                    <a:pt x="596177" y="1350938"/>
                  </a:lnTo>
                  <a:lnTo>
                    <a:pt x="593695" y="1351344"/>
                  </a:lnTo>
                  <a:lnTo>
                    <a:pt x="592580" y="1351235"/>
                  </a:lnTo>
                  <a:lnTo>
                    <a:pt x="591828" y="1350758"/>
                  </a:lnTo>
                  <a:lnTo>
                    <a:pt x="590730" y="1350738"/>
                  </a:lnTo>
                  <a:lnTo>
                    <a:pt x="590173" y="1351018"/>
                  </a:lnTo>
                  <a:lnTo>
                    <a:pt x="588392" y="1351174"/>
                  </a:lnTo>
                  <a:lnTo>
                    <a:pt x="586390" y="1350878"/>
                  </a:lnTo>
                  <a:lnTo>
                    <a:pt x="584310" y="1351266"/>
                  </a:lnTo>
                  <a:lnTo>
                    <a:pt x="582447" y="1351095"/>
                  </a:lnTo>
                  <a:lnTo>
                    <a:pt x="581200" y="1351643"/>
                  </a:lnTo>
                  <a:lnTo>
                    <a:pt x="577977" y="1351308"/>
                  </a:lnTo>
                  <a:lnTo>
                    <a:pt x="576704" y="1351798"/>
                  </a:lnTo>
                  <a:lnTo>
                    <a:pt x="575868" y="1351469"/>
                  </a:lnTo>
                  <a:lnTo>
                    <a:pt x="573419" y="1351602"/>
                  </a:lnTo>
                  <a:lnTo>
                    <a:pt x="571559" y="1352044"/>
                  </a:lnTo>
                  <a:lnTo>
                    <a:pt x="570509" y="1351628"/>
                  </a:lnTo>
                  <a:lnTo>
                    <a:pt x="569022" y="1351780"/>
                  </a:lnTo>
                  <a:lnTo>
                    <a:pt x="567946" y="1352915"/>
                  </a:lnTo>
                  <a:lnTo>
                    <a:pt x="564854" y="1353522"/>
                  </a:lnTo>
                  <a:lnTo>
                    <a:pt x="563024" y="1354447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pg129">
              <a:extLst>
                <a:ext uri="{FF2B5EF4-FFF2-40B4-BE49-F238E27FC236}">
                  <a16:creationId xmlns:a16="http://schemas.microsoft.com/office/drawing/2014/main" id="{50CF521F-2CED-9649-8F4D-B766046B6D1A}"/>
                </a:ext>
              </a:extLst>
            </p:cNvPr>
            <p:cNvSpPr/>
            <p:nvPr/>
          </p:nvSpPr>
          <p:spPr>
            <a:xfrm>
              <a:off x="1413161" y="2430278"/>
              <a:ext cx="57313" cy="50776"/>
            </a:xfrm>
            <a:custGeom>
              <a:avLst/>
              <a:gdLst/>
              <a:ahLst/>
              <a:cxnLst/>
              <a:rect l="0" t="0" r="0" b="0"/>
              <a:pathLst>
                <a:path w="57313" h="50776">
                  <a:moveTo>
                    <a:pt x="53750" y="4459"/>
                  </a:moveTo>
                  <a:lnTo>
                    <a:pt x="54195" y="4740"/>
                  </a:lnTo>
                  <a:lnTo>
                    <a:pt x="57313" y="4685"/>
                  </a:lnTo>
                  <a:lnTo>
                    <a:pt x="53900" y="10666"/>
                  </a:lnTo>
                  <a:lnTo>
                    <a:pt x="47492" y="12483"/>
                  </a:lnTo>
                  <a:lnTo>
                    <a:pt x="44908" y="11791"/>
                  </a:lnTo>
                  <a:lnTo>
                    <a:pt x="44483" y="14587"/>
                  </a:lnTo>
                  <a:lnTo>
                    <a:pt x="44572" y="15903"/>
                  </a:lnTo>
                  <a:lnTo>
                    <a:pt x="45316" y="18234"/>
                  </a:lnTo>
                  <a:lnTo>
                    <a:pt x="45221" y="18833"/>
                  </a:lnTo>
                  <a:lnTo>
                    <a:pt x="45922" y="20363"/>
                  </a:lnTo>
                  <a:lnTo>
                    <a:pt x="46034" y="21497"/>
                  </a:lnTo>
                  <a:lnTo>
                    <a:pt x="46515" y="21943"/>
                  </a:lnTo>
                  <a:lnTo>
                    <a:pt x="46605" y="22822"/>
                  </a:lnTo>
                  <a:lnTo>
                    <a:pt x="46388" y="23497"/>
                  </a:lnTo>
                  <a:lnTo>
                    <a:pt x="47240" y="25652"/>
                  </a:lnTo>
                  <a:lnTo>
                    <a:pt x="47130" y="26495"/>
                  </a:lnTo>
                  <a:lnTo>
                    <a:pt x="46821" y="26697"/>
                  </a:lnTo>
                  <a:lnTo>
                    <a:pt x="46970" y="27178"/>
                  </a:lnTo>
                  <a:lnTo>
                    <a:pt x="46191" y="27275"/>
                  </a:lnTo>
                  <a:lnTo>
                    <a:pt x="45400" y="26866"/>
                  </a:lnTo>
                  <a:lnTo>
                    <a:pt x="44390" y="27025"/>
                  </a:lnTo>
                  <a:lnTo>
                    <a:pt x="43366" y="27726"/>
                  </a:lnTo>
                  <a:lnTo>
                    <a:pt x="42215" y="29624"/>
                  </a:lnTo>
                  <a:lnTo>
                    <a:pt x="41703" y="29774"/>
                  </a:lnTo>
                  <a:lnTo>
                    <a:pt x="41351" y="30307"/>
                  </a:lnTo>
                  <a:lnTo>
                    <a:pt x="40458" y="30629"/>
                  </a:lnTo>
                  <a:lnTo>
                    <a:pt x="39827" y="31444"/>
                  </a:lnTo>
                  <a:lnTo>
                    <a:pt x="38707" y="33719"/>
                  </a:lnTo>
                  <a:lnTo>
                    <a:pt x="36233" y="36993"/>
                  </a:lnTo>
                  <a:lnTo>
                    <a:pt x="35368" y="37918"/>
                  </a:lnTo>
                  <a:lnTo>
                    <a:pt x="34537" y="38109"/>
                  </a:lnTo>
                  <a:lnTo>
                    <a:pt x="34111" y="38455"/>
                  </a:lnTo>
                  <a:lnTo>
                    <a:pt x="31802" y="41177"/>
                  </a:lnTo>
                  <a:lnTo>
                    <a:pt x="31472" y="42160"/>
                  </a:lnTo>
                  <a:lnTo>
                    <a:pt x="30306" y="42868"/>
                  </a:lnTo>
                  <a:lnTo>
                    <a:pt x="29632" y="43788"/>
                  </a:lnTo>
                  <a:lnTo>
                    <a:pt x="29277" y="43848"/>
                  </a:lnTo>
                  <a:lnTo>
                    <a:pt x="28503" y="45103"/>
                  </a:lnTo>
                  <a:lnTo>
                    <a:pt x="28432" y="46046"/>
                  </a:lnTo>
                  <a:lnTo>
                    <a:pt x="27198" y="48703"/>
                  </a:lnTo>
                  <a:lnTo>
                    <a:pt x="26768" y="49044"/>
                  </a:lnTo>
                  <a:lnTo>
                    <a:pt x="26011" y="49118"/>
                  </a:lnTo>
                  <a:lnTo>
                    <a:pt x="25336" y="49685"/>
                  </a:lnTo>
                  <a:lnTo>
                    <a:pt x="24581" y="49769"/>
                  </a:lnTo>
                  <a:lnTo>
                    <a:pt x="22578" y="50776"/>
                  </a:lnTo>
                  <a:lnTo>
                    <a:pt x="22109" y="50020"/>
                  </a:lnTo>
                  <a:lnTo>
                    <a:pt x="21738" y="49976"/>
                  </a:lnTo>
                  <a:lnTo>
                    <a:pt x="21468" y="49657"/>
                  </a:lnTo>
                  <a:lnTo>
                    <a:pt x="21481" y="48762"/>
                  </a:lnTo>
                  <a:lnTo>
                    <a:pt x="21077" y="48083"/>
                  </a:lnTo>
                  <a:lnTo>
                    <a:pt x="21320" y="47209"/>
                  </a:lnTo>
                  <a:lnTo>
                    <a:pt x="21148" y="47041"/>
                  </a:lnTo>
                  <a:lnTo>
                    <a:pt x="21221" y="46540"/>
                  </a:lnTo>
                  <a:lnTo>
                    <a:pt x="20579" y="44558"/>
                  </a:lnTo>
                  <a:lnTo>
                    <a:pt x="20522" y="43426"/>
                  </a:lnTo>
                  <a:lnTo>
                    <a:pt x="20086" y="42647"/>
                  </a:lnTo>
                  <a:lnTo>
                    <a:pt x="19496" y="40338"/>
                  </a:lnTo>
                  <a:lnTo>
                    <a:pt x="18896" y="39055"/>
                  </a:lnTo>
                  <a:lnTo>
                    <a:pt x="18545" y="37309"/>
                  </a:lnTo>
                  <a:lnTo>
                    <a:pt x="17504" y="34605"/>
                  </a:lnTo>
                  <a:lnTo>
                    <a:pt x="17379" y="32827"/>
                  </a:lnTo>
                  <a:lnTo>
                    <a:pt x="16781" y="30586"/>
                  </a:lnTo>
                  <a:lnTo>
                    <a:pt x="15543" y="30433"/>
                  </a:lnTo>
                  <a:lnTo>
                    <a:pt x="15123" y="30602"/>
                  </a:lnTo>
                  <a:lnTo>
                    <a:pt x="14223" y="30034"/>
                  </a:lnTo>
                  <a:lnTo>
                    <a:pt x="12954" y="30233"/>
                  </a:lnTo>
                  <a:lnTo>
                    <a:pt x="11529" y="29977"/>
                  </a:lnTo>
                  <a:lnTo>
                    <a:pt x="9772" y="30138"/>
                  </a:lnTo>
                  <a:lnTo>
                    <a:pt x="9492" y="29754"/>
                  </a:lnTo>
                  <a:lnTo>
                    <a:pt x="9184" y="29837"/>
                  </a:lnTo>
                  <a:lnTo>
                    <a:pt x="8340" y="29390"/>
                  </a:lnTo>
                  <a:lnTo>
                    <a:pt x="7224" y="29510"/>
                  </a:lnTo>
                  <a:lnTo>
                    <a:pt x="6208" y="28979"/>
                  </a:lnTo>
                  <a:lnTo>
                    <a:pt x="5842" y="27686"/>
                  </a:lnTo>
                  <a:lnTo>
                    <a:pt x="5845" y="26622"/>
                  </a:lnTo>
                  <a:lnTo>
                    <a:pt x="5352" y="26394"/>
                  </a:lnTo>
                  <a:lnTo>
                    <a:pt x="4518" y="26572"/>
                  </a:lnTo>
                  <a:lnTo>
                    <a:pt x="3944" y="26408"/>
                  </a:lnTo>
                  <a:lnTo>
                    <a:pt x="3766" y="24691"/>
                  </a:lnTo>
                  <a:lnTo>
                    <a:pt x="2973" y="23060"/>
                  </a:lnTo>
                  <a:lnTo>
                    <a:pt x="2804" y="21809"/>
                  </a:lnTo>
                  <a:lnTo>
                    <a:pt x="4342" y="21894"/>
                  </a:lnTo>
                  <a:lnTo>
                    <a:pt x="4610" y="21353"/>
                  </a:lnTo>
                  <a:lnTo>
                    <a:pt x="2649" y="18089"/>
                  </a:lnTo>
                  <a:lnTo>
                    <a:pt x="2673" y="16907"/>
                  </a:lnTo>
                  <a:lnTo>
                    <a:pt x="710" y="14863"/>
                  </a:lnTo>
                  <a:lnTo>
                    <a:pt x="610" y="14278"/>
                  </a:lnTo>
                  <a:lnTo>
                    <a:pt x="0" y="13498"/>
                  </a:lnTo>
                  <a:lnTo>
                    <a:pt x="1080" y="13015"/>
                  </a:lnTo>
                  <a:lnTo>
                    <a:pt x="1695" y="13355"/>
                  </a:lnTo>
                  <a:lnTo>
                    <a:pt x="2318" y="12748"/>
                  </a:lnTo>
                  <a:lnTo>
                    <a:pt x="3258" y="12495"/>
                  </a:lnTo>
                  <a:lnTo>
                    <a:pt x="4055" y="11558"/>
                  </a:lnTo>
                  <a:lnTo>
                    <a:pt x="5473" y="11132"/>
                  </a:lnTo>
                  <a:lnTo>
                    <a:pt x="6273" y="11345"/>
                  </a:lnTo>
                  <a:lnTo>
                    <a:pt x="6961" y="10893"/>
                  </a:lnTo>
                  <a:lnTo>
                    <a:pt x="6696" y="9938"/>
                  </a:lnTo>
                  <a:lnTo>
                    <a:pt x="5953" y="8717"/>
                  </a:lnTo>
                  <a:lnTo>
                    <a:pt x="5222" y="8514"/>
                  </a:lnTo>
                  <a:lnTo>
                    <a:pt x="4527" y="7936"/>
                  </a:lnTo>
                  <a:lnTo>
                    <a:pt x="4459" y="7350"/>
                  </a:lnTo>
                  <a:lnTo>
                    <a:pt x="5256" y="6377"/>
                  </a:lnTo>
                  <a:lnTo>
                    <a:pt x="5829" y="6158"/>
                  </a:lnTo>
                  <a:lnTo>
                    <a:pt x="5832" y="5693"/>
                  </a:lnTo>
                  <a:lnTo>
                    <a:pt x="6514" y="4973"/>
                  </a:lnTo>
                  <a:lnTo>
                    <a:pt x="6679" y="4212"/>
                  </a:lnTo>
                  <a:lnTo>
                    <a:pt x="7472" y="4244"/>
                  </a:lnTo>
                  <a:lnTo>
                    <a:pt x="7852" y="3836"/>
                  </a:lnTo>
                  <a:lnTo>
                    <a:pt x="8502" y="3770"/>
                  </a:lnTo>
                  <a:lnTo>
                    <a:pt x="8990" y="3352"/>
                  </a:lnTo>
                  <a:lnTo>
                    <a:pt x="9936" y="3591"/>
                  </a:lnTo>
                  <a:lnTo>
                    <a:pt x="10818" y="3368"/>
                  </a:lnTo>
                  <a:lnTo>
                    <a:pt x="11414" y="3773"/>
                  </a:lnTo>
                  <a:lnTo>
                    <a:pt x="12315" y="3797"/>
                  </a:lnTo>
                  <a:lnTo>
                    <a:pt x="12849" y="4168"/>
                  </a:lnTo>
                  <a:lnTo>
                    <a:pt x="13011" y="4627"/>
                  </a:lnTo>
                  <a:lnTo>
                    <a:pt x="13836" y="4081"/>
                  </a:lnTo>
                  <a:lnTo>
                    <a:pt x="15036" y="4661"/>
                  </a:lnTo>
                  <a:lnTo>
                    <a:pt x="17898" y="4064"/>
                  </a:lnTo>
                  <a:lnTo>
                    <a:pt x="22033" y="4041"/>
                  </a:lnTo>
                  <a:lnTo>
                    <a:pt x="22506" y="4306"/>
                  </a:lnTo>
                  <a:lnTo>
                    <a:pt x="22876" y="5047"/>
                  </a:lnTo>
                  <a:lnTo>
                    <a:pt x="23421" y="5349"/>
                  </a:lnTo>
                  <a:lnTo>
                    <a:pt x="29080" y="6549"/>
                  </a:lnTo>
                  <a:lnTo>
                    <a:pt x="31388" y="5868"/>
                  </a:lnTo>
                  <a:lnTo>
                    <a:pt x="32988" y="5093"/>
                  </a:lnTo>
                  <a:lnTo>
                    <a:pt x="34317" y="4149"/>
                  </a:lnTo>
                  <a:lnTo>
                    <a:pt x="35205" y="2681"/>
                  </a:lnTo>
                  <a:lnTo>
                    <a:pt x="36153" y="1959"/>
                  </a:lnTo>
                  <a:lnTo>
                    <a:pt x="38393" y="2017"/>
                  </a:lnTo>
                  <a:lnTo>
                    <a:pt x="41256" y="1077"/>
                  </a:lnTo>
                  <a:lnTo>
                    <a:pt x="42673" y="242"/>
                  </a:lnTo>
                  <a:lnTo>
                    <a:pt x="44217" y="0"/>
                  </a:lnTo>
                  <a:lnTo>
                    <a:pt x="44805" y="276"/>
                  </a:lnTo>
                  <a:lnTo>
                    <a:pt x="46030" y="202"/>
                  </a:lnTo>
                  <a:lnTo>
                    <a:pt x="46057" y="386"/>
                  </a:lnTo>
                  <a:lnTo>
                    <a:pt x="47124" y="421"/>
                  </a:lnTo>
                  <a:lnTo>
                    <a:pt x="46790" y="2873"/>
                  </a:lnTo>
                  <a:lnTo>
                    <a:pt x="47281" y="4056"/>
                  </a:lnTo>
                  <a:lnTo>
                    <a:pt x="48998" y="3606"/>
                  </a:lnTo>
                  <a:lnTo>
                    <a:pt x="50179" y="4036"/>
                  </a:lnTo>
                  <a:lnTo>
                    <a:pt x="50751" y="3922"/>
                  </a:lnTo>
                  <a:lnTo>
                    <a:pt x="51986" y="442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pg130">
              <a:extLst>
                <a:ext uri="{FF2B5EF4-FFF2-40B4-BE49-F238E27FC236}">
                  <a16:creationId xmlns:a16="http://schemas.microsoft.com/office/drawing/2014/main" id="{C080654C-29FE-909A-374D-E351F834658A}"/>
                </a:ext>
              </a:extLst>
            </p:cNvPr>
            <p:cNvSpPr/>
            <p:nvPr/>
          </p:nvSpPr>
          <p:spPr>
            <a:xfrm>
              <a:off x="424925" y="2386369"/>
              <a:ext cx="769313" cy="1212630"/>
            </a:xfrm>
            <a:custGeom>
              <a:avLst/>
              <a:gdLst/>
              <a:ahLst/>
              <a:cxnLst/>
              <a:rect l="0" t="0" r="0" b="0"/>
              <a:pathLst>
                <a:path w="769313" h="1212630">
                  <a:moveTo>
                    <a:pt x="364732" y="947739"/>
                  </a:moveTo>
                  <a:lnTo>
                    <a:pt x="363766" y="946904"/>
                  </a:lnTo>
                  <a:lnTo>
                    <a:pt x="362630" y="946774"/>
                  </a:lnTo>
                  <a:lnTo>
                    <a:pt x="361804" y="946410"/>
                  </a:lnTo>
                  <a:lnTo>
                    <a:pt x="360592" y="945177"/>
                  </a:lnTo>
                  <a:lnTo>
                    <a:pt x="358874" y="943981"/>
                  </a:lnTo>
                  <a:lnTo>
                    <a:pt x="357817" y="943279"/>
                  </a:lnTo>
                  <a:lnTo>
                    <a:pt x="357217" y="943647"/>
                  </a:lnTo>
                  <a:lnTo>
                    <a:pt x="351129" y="939184"/>
                  </a:lnTo>
                  <a:lnTo>
                    <a:pt x="350793" y="938893"/>
                  </a:lnTo>
                  <a:lnTo>
                    <a:pt x="350805" y="938605"/>
                  </a:lnTo>
                  <a:lnTo>
                    <a:pt x="351279" y="937405"/>
                  </a:lnTo>
                  <a:lnTo>
                    <a:pt x="350698" y="936855"/>
                  </a:lnTo>
                  <a:lnTo>
                    <a:pt x="350528" y="935652"/>
                  </a:lnTo>
                  <a:lnTo>
                    <a:pt x="349634" y="934657"/>
                  </a:lnTo>
                  <a:lnTo>
                    <a:pt x="348888" y="934240"/>
                  </a:lnTo>
                  <a:lnTo>
                    <a:pt x="348729" y="933948"/>
                  </a:lnTo>
                  <a:lnTo>
                    <a:pt x="348986" y="933884"/>
                  </a:lnTo>
                  <a:lnTo>
                    <a:pt x="348585" y="933821"/>
                  </a:lnTo>
                  <a:lnTo>
                    <a:pt x="349576" y="933486"/>
                  </a:lnTo>
                  <a:lnTo>
                    <a:pt x="350061" y="933008"/>
                  </a:lnTo>
                  <a:lnTo>
                    <a:pt x="349715" y="930999"/>
                  </a:lnTo>
                  <a:lnTo>
                    <a:pt x="349124" y="929391"/>
                  </a:lnTo>
                  <a:lnTo>
                    <a:pt x="349319" y="928439"/>
                  </a:lnTo>
                  <a:lnTo>
                    <a:pt x="350613" y="927438"/>
                  </a:lnTo>
                  <a:lnTo>
                    <a:pt x="351778" y="926951"/>
                  </a:lnTo>
                  <a:lnTo>
                    <a:pt x="353361" y="927080"/>
                  </a:lnTo>
                  <a:lnTo>
                    <a:pt x="354016" y="926781"/>
                  </a:lnTo>
                  <a:lnTo>
                    <a:pt x="354589" y="926115"/>
                  </a:lnTo>
                  <a:lnTo>
                    <a:pt x="354511" y="925597"/>
                  </a:lnTo>
                  <a:lnTo>
                    <a:pt x="355040" y="925450"/>
                  </a:lnTo>
                  <a:lnTo>
                    <a:pt x="354901" y="925141"/>
                  </a:lnTo>
                  <a:lnTo>
                    <a:pt x="355293" y="925215"/>
                  </a:lnTo>
                  <a:lnTo>
                    <a:pt x="355603" y="924397"/>
                  </a:lnTo>
                  <a:lnTo>
                    <a:pt x="356196" y="924421"/>
                  </a:lnTo>
                  <a:lnTo>
                    <a:pt x="356177" y="923671"/>
                  </a:lnTo>
                  <a:lnTo>
                    <a:pt x="357172" y="923586"/>
                  </a:lnTo>
                  <a:lnTo>
                    <a:pt x="357235" y="923291"/>
                  </a:lnTo>
                  <a:lnTo>
                    <a:pt x="358290" y="923335"/>
                  </a:lnTo>
                  <a:lnTo>
                    <a:pt x="358278" y="923029"/>
                  </a:lnTo>
                  <a:lnTo>
                    <a:pt x="358857" y="922891"/>
                  </a:lnTo>
                  <a:lnTo>
                    <a:pt x="359594" y="922275"/>
                  </a:lnTo>
                  <a:lnTo>
                    <a:pt x="359630" y="921015"/>
                  </a:lnTo>
                  <a:lnTo>
                    <a:pt x="358481" y="920597"/>
                  </a:lnTo>
                  <a:lnTo>
                    <a:pt x="358488" y="920390"/>
                  </a:lnTo>
                  <a:lnTo>
                    <a:pt x="358907" y="920397"/>
                  </a:lnTo>
                  <a:lnTo>
                    <a:pt x="359000" y="920048"/>
                  </a:lnTo>
                  <a:lnTo>
                    <a:pt x="358409" y="919285"/>
                  </a:lnTo>
                  <a:lnTo>
                    <a:pt x="358659" y="919173"/>
                  </a:lnTo>
                  <a:lnTo>
                    <a:pt x="358500" y="918806"/>
                  </a:lnTo>
                  <a:lnTo>
                    <a:pt x="358730" y="918528"/>
                  </a:lnTo>
                  <a:lnTo>
                    <a:pt x="356979" y="917200"/>
                  </a:lnTo>
                  <a:lnTo>
                    <a:pt x="357056" y="916870"/>
                  </a:lnTo>
                  <a:lnTo>
                    <a:pt x="355910" y="916284"/>
                  </a:lnTo>
                  <a:lnTo>
                    <a:pt x="355425" y="915726"/>
                  </a:lnTo>
                  <a:lnTo>
                    <a:pt x="354044" y="915739"/>
                  </a:lnTo>
                  <a:lnTo>
                    <a:pt x="352241" y="915038"/>
                  </a:lnTo>
                  <a:lnTo>
                    <a:pt x="350571" y="915321"/>
                  </a:lnTo>
                  <a:lnTo>
                    <a:pt x="349956" y="914910"/>
                  </a:lnTo>
                  <a:lnTo>
                    <a:pt x="348068" y="915497"/>
                  </a:lnTo>
                  <a:lnTo>
                    <a:pt x="347225" y="915042"/>
                  </a:lnTo>
                  <a:lnTo>
                    <a:pt x="345602" y="915133"/>
                  </a:lnTo>
                  <a:lnTo>
                    <a:pt x="345317" y="914677"/>
                  </a:lnTo>
                  <a:lnTo>
                    <a:pt x="343718" y="914655"/>
                  </a:lnTo>
                  <a:lnTo>
                    <a:pt x="343222" y="914106"/>
                  </a:lnTo>
                  <a:lnTo>
                    <a:pt x="342246" y="914134"/>
                  </a:lnTo>
                  <a:lnTo>
                    <a:pt x="341111" y="913573"/>
                  </a:lnTo>
                  <a:lnTo>
                    <a:pt x="339582" y="913273"/>
                  </a:lnTo>
                  <a:lnTo>
                    <a:pt x="338915" y="912627"/>
                  </a:lnTo>
                  <a:lnTo>
                    <a:pt x="338664" y="911669"/>
                  </a:lnTo>
                  <a:lnTo>
                    <a:pt x="337664" y="911781"/>
                  </a:lnTo>
                  <a:lnTo>
                    <a:pt x="334327" y="918638"/>
                  </a:lnTo>
                  <a:lnTo>
                    <a:pt x="333426" y="918892"/>
                  </a:lnTo>
                  <a:lnTo>
                    <a:pt x="332663" y="919970"/>
                  </a:lnTo>
                  <a:lnTo>
                    <a:pt x="331472" y="920600"/>
                  </a:lnTo>
                  <a:lnTo>
                    <a:pt x="330745" y="920655"/>
                  </a:lnTo>
                  <a:lnTo>
                    <a:pt x="330560" y="921160"/>
                  </a:lnTo>
                  <a:lnTo>
                    <a:pt x="329569" y="922222"/>
                  </a:lnTo>
                  <a:lnTo>
                    <a:pt x="328296" y="922024"/>
                  </a:lnTo>
                  <a:lnTo>
                    <a:pt x="327549" y="922323"/>
                  </a:lnTo>
                  <a:lnTo>
                    <a:pt x="326645" y="922360"/>
                  </a:lnTo>
                  <a:lnTo>
                    <a:pt x="322775" y="922143"/>
                  </a:lnTo>
                  <a:lnTo>
                    <a:pt x="322426" y="922208"/>
                  </a:lnTo>
                  <a:lnTo>
                    <a:pt x="322186" y="922691"/>
                  </a:lnTo>
                  <a:lnTo>
                    <a:pt x="321214" y="922784"/>
                  </a:lnTo>
                  <a:lnTo>
                    <a:pt x="318977" y="923735"/>
                  </a:lnTo>
                  <a:lnTo>
                    <a:pt x="316761" y="923704"/>
                  </a:lnTo>
                  <a:lnTo>
                    <a:pt x="314235" y="925780"/>
                  </a:lnTo>
                  <a:lnTo>
                    <a:pt x="313497" y="927005"/>
                  </a:lnTo>
                  <a:lnTo>
                    <a:pt x="315198" y="927550"/>
                  </a:lnTo>
                  <a:lnTo>
                    <a:pt x="313715" y="927757"/>
                  </a:lnTo>
                  <a:lnTo>
                    <a:pt x="312865" y="927167"/>
                  </a:lnTo>
                  <a:lnTo>
                    <a:pt x="312232" y="927097"/>
                  </a:lnTo>
                  <a:lnTo>
                    <a:pt x="311624" y="927125"/>
                  </a:lnTo>
                  <a:lnTo>
                    <a:pt x="311271" y="927570"/>
                  </a:lnTo>
                  <a:lnTo>
                    <a:pt x="310668" y="926979"/>
                  </a:lnTo>
                  <a:lnTo>
                    <a:pt x="310762" y="926287"/>
                  </a:lnTo>
                  <a:lnTo>
                    <a:pt x="309983" y="926462"/>
                  </a:lnTo>
                  <a:lnTo>
                    <a:pt x="309214" y="925884"/>
                  </a:lnTo>
                  <a:lnTo>
                    <a:pt x="309323" y="925754"/>
                  </a:lnTo>
                  <a:lnTo>
                    <a:pt x="308870" y="925368"/>
                  </a:lnTo>
                  <a:lnTo>
                    <a:pt x="309700" y="925265"/>
                  </a:lnTo>
                  <a:lnTo>
                    <a:pt x="309163" y="925058"/>
                  </a:lnTo>
                  <a:lnTo>
                    <a:pt x="309174" y="924817"/>
                  </a:lnTo>
                  <a:lnTo>
                    <a:pt x="308841" y="924827"/>
                  </a:lnTo>
                  <a:lnTo>
                    <a:pt x="308987" y="924622"/>
                  </a:lnTo>
                  <a:lnTo>
                    <a:pt x="308634" y="924605"/>
                  </a:lnTo>
                  <a:lnTo>
                    <a:pt x="308611" y="924291"/>
                  </a:lnTo>
                  <a:lnTo>
                    <a:pt x="308319" y="924379"/>
                  </a:lnTo>
                  <a:lnTo>
                    <a:pt x="308100" y="924148"/>
                  </a:lnTo>
                  <a:lnTo>
                    <a:pt x="306876" y="924486"/>
                  </a:lnTo>
                  <a:lnTo>
                    <a:pt x="305581" y="924471"/>
                  </a:lnTo>
                  <a:lnTo>
                    <a:pt x="305335" y="924027"/>
                  </a:lnTo>
                  <a:lnTo>
                    <a:pt x="305288" y="922898"/>
                  </a:lnTo>
                  <a:lnTo>
                    <a:pt x="304375" y="921867"/>
                  </a:lnTo>
                  <a:lnTo>
                    <a:pt x="303733" y="920532"/>
                  </a:lnTo>
                  <a:lnTo>
                    <a:pt x="302718" y="920606"/>
                  </a:lnTo>
                  <a:lnTo>
                    <a:pt x="302659" y="920087"/>
                  </a:lnTo>
                  <a:lnTo>
                    <a:pt x="301889" y="919681"/>
                  </a:lnTo>
                  <a:lnTo>
                    <a:pt x="301792" y="919336"/>
                  </a:lnTo>
                  <a:lnTo>
                    <a:pt x="300329" y="918820"/>
                  </a:lnTo>
                  <a:lnTo>
                    <a:pt x="299128" y="917311"/>
                  </a:lnTo>
                  <a:lnTo>
                    <a:pt x="299265" y="916990"/>
                  </a:lnTo>
                  <a:lnTo>
                    <a:pt x="298747" y="916550"/>
                  </a:lnTo>
                  <a:lnTo>
                    <a:pt x="298771" y="915742"/>
                  </a:lnTo>
                  <a:lnTo>
                    <a:pt x="297157" y="915053"/>
                  </a:lnTo>
                  <a:lnTo>
                    <a:pt x="296582" y="914426"/>
                  </a:lnTo>
                  <a:lnTo>
                    <a:pt x="296032" y="914470"/>
                  </a:lnTo>
                  <a:lnTo>
                    <a:pt x="295764" y="914046"/>
                  </a:lnTo>
                  <a:lnTo>
                    <a:pt x="294928" y="913770"/>
                  </a:lnTo>
                  <a:lnTo>
                    <a:pt x="294583" y="913172"/>
                  </a:lnTo>
                  <a:lnTo>
                    <a:pt x="292975" y="912267"/>
                  </a:lnTo>
                  <a:lnTo>
                    <a:pt x="292535" y="912241"/>
                  </a:lnTo>
                  <a:lnTo>
                    <a:pt x="292469" y="911969"/>
                  </a:lnTo>
                  <a:lnTo>
                    <a:pt x="291970" y="911970"/>
                  </a:lnTo>
                  <a:lnTo>
                    <a:pt x="291920" y="911723"/>
                  </a:lnTo>
                  <a:lnTo>
                    <a:pt x="290137" y="910996"/>
                  </a:lnTo>
                  <a:lnTo>
                    <a:pt x="289821" y="911078"/>
                  </a:lnTo>
                  <a:lnTo>
                    <a:pt x="289562" y="910673"/>
                  </a:lnTo>
                  <a:lnTo>
                    <a:pt x="289043" y="910799"/>
                  </a:lnTo>
                  <a:lnTo>
                    <a:pt x="288803" y="911200"/>
                  </a:lnTo>
                  <a:lnTo>
                    <a:pt x="288537" y="911085"/>
                  </a:lnTo>
                  <a:lnTo>
                    <a:pt x="287859" y="911417"/>
                  </a:lnTo>
                  <a:lnTo>
                    <a:pt x="287661" y="911715"/>
                  </a:lnTo>
                  <a:lnTo>
                    <a:pt x="287260" y="911595"/>
                  </a:lnTo>
                  <a:lnTo>
                    <a:pt x="286863" y="911643"/>
                  </a:lnTo>
                  <a:lnTo>
                    <a:pt x="286827" y="911846"/>
                  </a:lnTo>
                  <a:lnTo>
                    <a:pt x="286119" y="911806"/>
                  </a:lnTo>
                  <a:lnTo>
                    <a:pt x="285502" y="910492"/>
                  </a:lnTo>
                  <a:lnTo>
                    <a:pt x="285094" y="910656"/>
                  </a:lnTo>
                  <a:lnTo>
                    <a:pt x="284174" y="910238"/>
                  </a:lnTo>
                  <a:lnTo>
                    <a:pt x="284236" y="910104"/>
                  </a:lnTo>
                  <a:lnTo>
                    <a:pt x="283595" y="910152"/>
                  </a:lnTo>
                  <a:lnTo>
                    <a:pt x="283302" y="909720"/>
                  </a:lnTo>
                  <a:lnTo>
                    <a:pt x="283406" y="909157"/>
                  </a:lnTo>
                  <a:lnTo>
                    <a:pt x="283054" y="908824"/>
                  </a:lnTo>
                  <a:lnTo>
                    <a:pt x="282442" y="908474"/>
                  </a:lnTo>
                  <a:lnTo>
                    <a:pt x="281789" y="908591"/>
                  </a:lnTo>
                  <a:lnTo>
                    <a:pt x="281702" y="908402"/>
                  </a:lnTo>
                  <a:lnTo>
                    <a:pt x="281663" y="908580"/>
                  </a:lnTo>
                  <a:lnTo>
                    <a:pt x="281085" y="908669"/>
                  </a:lnTo>
                  <a:lnTo>
                    <a:pt x="281253" y="908104"/>
                  </a:lnTo>
                  <a:lnTo>
                    <a:pt x="280229" y="907539"/>
                  </a:lnTo>
                  <a:lnTo>
                    <a:pt x="280034" y="907650"/>
                  </a:lnTo>
                  <a:lnTo>
                    <a:pt x="280150" y="907162"/>
                  </a:lnTo>
                  <a:lnTo>
                    <a:pt x="279692" y="906346"/>
                  </a:lnTo>
                  <a:lnTo>
                    <a:pt x="279230" y="905584"/>
                  </a:lnTo>
                  <a:lnTo>
                    <a:pt x="278185" y="904659"/>
                  </a:lnTo>
                  <a:lnTo>
                    <a:pt x="278013" y="904103"/>
                  </a:lnTo>
                  <a:lnTo>
                    <a:pt x="277248" y="903461"/>
                  </a:lnTo>
                  <a:lnTo>
                    <a:pt x="277307" y="903309"/>
                  </a:lnTo>
                  <a:lnTo>
                    <a:pt x="277081" y="903365"/>
                  </a:lnTo>
                  <a:lnTo>
                    <a:pt x="276536" y="902900"/>
                  </a:lnTo>
                  <a:lnTo>
                    <a:pt x="275970" y="902164"/>
                  </a:lnTo>
                  <a:lnTo>
                    <a:pt x="275640" y="902119"/>
                  </a:lnTo>
                  <a:lnTo>
                    <a:pt x="275455" y="901782"/>
                  </a:lnTo>
                  <a:lnTo>
                    <a:pt x="274339" y="901071"/>
                  </a:lnTo>
                  <a:lnTo>
                    <a:pt x="274758" y="900491"/>
                  </a:lnTo>
                  <a:lnTo>
                    <a:pt x="274796" y="899601"/>
                  </a:lnTo>
                  <a:lnTo>
                    <a:pt x="273542" y="899223"/>
                  </a:lnTo>
                  <a:lnTo>
                    <a:pt x="272912" y="898587"/>
                  </a:lnTo>
                  <a:lnTo>
                    <a:pt x="271552" y="898632"/>
                  </a:lnTo>
                  <a:lnTo>
                    <a:pt x="271154" y="897862"/>
                  </a:lnTo>
                  <a:lnTo>
                    <a:pt x="270872" y="897766"/>
                  </a:lnTo>
                  <a:lnTo>
                    <a:pt x="268898" y="897656"/>
                  </a:lnTo>
                  <a:lnTo>
                    <a:pt x="268389" y="897273"/>
                  </a:lnTo>
                  <a:lnTo>
                    <a:pt x="268325" y="896390"/>
                  </a:lnTo>
                  <a:lnTo>
                    <a:pt x="267263" y="896283"/>
                  </a:lnTo>
                  <a:lnTo>
                    <a:pt x="265984" y="895766"/>
                  </a:lnTo>
                  <a:lnTo>
                    <a:pt x="265504" y="895189"/>
                  </a:lnTo>
                  <a:lnTo>
                    <a:pt x="264668" y="895008"/>
                  </a:lnTo>
                  <a:lnTo>
                    <a:pt x="264425" y="894199"/>
                  </a:lnTo>
                  <a:lnTo>
                    <a:pt x="263746" y="893188"/>
                  </a:lnTo>
                  <a:lnTo>
                    <a:pt x="263916" y="892832"/>
                  </a:lnTo>
                  <a:lnTo>
                    <a:pt x="263584" y="892254"/>
                  </a:lnTo>
                  <a:lnTo>
                    <a:pt x="263629" y="891876"/>
                  </a:lnTo>
                  <a:lnTo>
                    <a:pt x="262887" y="891170"/>
                  </a:lnTo>
                  <a:lnTo>
                    <a:pt x="262453" y="890023"/>
                  </a:lnTo>
                  <a:lnTo>
                    <a:pt x="261770" y="889434"/>
                  </a:lnTo>
                  <a:lnTo>
                    <a:pt x="260149" y="888704"/>
                  </a:lnTo>
                  <a:lnTo>
                    <a:pt x="259825" y="888297"/>
                  </a:lnTo>
                  <a:lnTo>
                    <a:pt x="259689" y="888438"/>
                  </a:lnTo>
                  <a:lnTo>
                    <a:pt x="259312" y="888232"/>
                  </a:lnTo>
                  <a:lnTo>
                    <a:pt x="258172" y="886693"/>
                  </a:lnTo>
                  <a:lnTo>
                    <a:pt x="257924" y="886664"/>
                  </a:lnTo>
                  <a:lnTo>
                    <a:pt x="257596" y="883877"/>
                  </a:lnTo>
                  <a:lnTo>
                    <a:pt x="257002" y="883754"/>
                  </a:lnTo>
                  <a:lnTo>
                    <a:pt x="255796" y="883995"/>
                  </a:lnTo>
                  <a:lnTo>
                    <a:pt x="254823" y="883832"/>
                  </a:lnTo>
                  <a:lnTo>
                    <a:pt x="253424" y="884498"/>
                  </a:lnTo>
                  <a:lnTo>
                    <a:pt x="252482" y="883802"/>
                  </a:lnTo>
                  <a:lnTo>
                    <a:pt x="251548" y="883600"/>
                  </a:lnTo>
                  <a:lnTo>
                    <a:pt x="250573" y="883023"/>
                  </a:lnTo>
                  <a:lnTo>
                    <a:pt x="249784" y="883473"/>
                  </a:lnTo>
                  <a:lnTo>
                    <a:pt x="248946" y="883537"/>
                  </a:lnTo>
                  <a:lnTo>
                    <a:pt x="246794" y="882408"/>
                  </a:lnTo>
                  <a:lnTo>
                    <a:pt x="244709" y="882824"/>
                  </a:lnTo>
                  <a:lnTo>
                    <a:pt x="242440" y="882470"/>
                  </a:lnTo>
                  <a:lnTo>
                    <a:pt x="240876" y="882577"/>
                  </a:lnTo>
                  <a:lnTo>
                    <a:pt x="240521" y="882258"/>
                  </a:lnTo>
                  <a:lnTo>
                    <a:pt x="239832" y="882694"/>
                  </a:lnTo>
                  <a:lnTo>
                    <a:pt x="238507" y="882519"/>
                  </a:lnTo>
                  <a:lnTo>
                    <a:pt x="238304" y="882743"/>
                  </a:lnTo>
                  <a:lnTo>
                    <a:pt x="237753" y="882786"/>
                  </a:lnTo>
                  <a:lnTo>
                    <a:pt x="237107" y="883401"/>
                  </a:lnTo>
                  <a:lnTo>
                    <a:pt x="235227" y="883636"/>
                  </a:lnTo>
                  <a:lnTo>
                    <a:pt x="233834" y="884557"/>
                  </a:lnTo>
                  <a:lnTo>
                    <a:pt x="233118" y="884511"/>
                  </a:lnTo>
                  <a:lnTo>
                    <a:pt x="232108" y="883992"/>
                  </a:lnTo>
                  <a:lnTo>
                    <a:pt x="231252" y="884429"/>
                  </a:lnTo>
                  <a:lnTo>
                    <a:pt x="230045" y="884572"/>
                  </a:lnTo>
                  <a:lnTo>
                    <a:pt x="229876" y="884336"/>
                  </a:lnTo>
                  <a:lnTo>
                    <a:pt x="229262" y="884341"/>
                  </a:lnTo>
                  <a:lnTo>
                    <a:pt x="228877" y="883633"/>
                  </a:lnTo>
                  <a:lnTo>
                    <a:pt x="228226" y="883751"/>
                  </a:lnTo>
                  <a:lnTo>
                    <a:pt x="227219" y="883508"/>
                  </a:lnTo>
                  <a:lnTo>
                    <a:pt x="226971" y="883918"/>
                  </a:lnTo>
                  <a:lnTo>
                    <a:pt x="226629" y="883838"/>
                  </a:lnTo>
                  <a:lnTo>
                    <a:pt x="226351" y="884441"/>
                  </a:lnTo>
                  <a:lnTo>
                    <a:pt x="224746" y="884331"/>
                  </a:lnTo>
                  <a:lnTo>
                    <a:pt x="224410" y="884740"/>
                  </a:lnTo>
                  <a:lnTo>
                    <a:pt x="223842" y="884948"/>
                  </a:lnTo>
                  <a:lnTo>
                    <a:pt x="222558" y="885081"/>
                  </a:lnTo>
                  <a:lnTo>
                    <a:pt x="221739" y="884800"/>
                  </a:lnTo>
                  <a:lnTo>
                    <a:pt x="221099" y="884843"/>
                  </a:lnTo>
                  <a:lnTo>
                    <a:pt x="220667" y="884577"/>
                  </a:lnTo>
                  <a:lnTo>
                    <a:pt x="217534" y="884520"/>
                  </a:lnTo>
                  <a:lnTo>
                    <a:pt x="216865" y="884273"/>
                  </a:lnTo>
                  <a:lnTo>
                    <a:pt x="215925" y="882591"/>
                  </a:lnTo>
                  <a:lnTo>
                    <a:pt x="215872" y="881867"/>
                  </a:lnTo>
                  <a:lnTo>
                    <a:pt x="215513" y="881490"/>
                  </a:lnTo>
                  <a:lnTo>
                    <a:pt x="215446" y="880942"/>
                  </a:lnTo>
                  <a:lnTo>
                    <a:pt x="214693" y="880873"/>
                  </a:lnTo>
                  <a:lnTo>
                    <a:pt x="215097" y="880050"/>
                  </a:lnTo>
                  <a:lnTo>
                    <a:pt x="214720" y="877745"/>
                  </a:lnTo>
                  <a:lnTo>
                    <a:pt x="213926" y="877071"/>
                  </a:lnTo>
                  <a:lnTo>
                    <a:pt x="211532" y="876975"/>
                  </a:lnTo>
                  <a:lnTo>
                    <a:pt x="210872" y="875672"/>
                  </a:lnTo>
                  <a:lnTo>
                    <a:pt x="211202" y="875083"/>
                  </a:lnTo>
                  <a:lnTo>
                    <a:pt x="209559" y="875414"/>
                  </a:lnTo>
                  <a:lnTo>
                    <a:pt x="208941" y="875829"/>
                  </a:lnTo>
                  <a:lnTo>
                    <a:pt x="207085" y="876139"/>
                  </a:lnTo>
                  <a:lnTo>
                    <a:pt x="205403" y="875578"/>
                  </a:lnTo>
                  <a:lnTo>
                    <a:pt x="204737" y="875665"/>
                  </a:lnTo>
                  <a:lnTo>
                    <a:pt x="204592" y="875286"/>
                  </a:lnTo>
                  <a:lnTo>
                    <a:pt x="204293" y="875192"/>
                  </a:lnTo>
                  <a:lnTo>
                    <a:pt x="203344" y="875314"/>
                  </a:lnTo>
                  <a:lnTo>
                    <a:pt x="202832" y="875145"/>
                  </a:lnTo>
                  <a:lnTo>
                    <a:pt x="201638" y="874207"/>
                  </a:lnTo>
                  <a:lnTo>
                    <a:pt x="200764" y="873877"/>
                  </a:lnTo>
                  <a:lnTo>
                    <a:pt x="200598" y="873435"/>
                  </a:lnTo>
                  <a:lnTo>
                    <a:pt x="200119" y="873327"/>
                  </a:lnTo>
                  <a:lnTo>
                    <a:pt x="198975" y="873584"/>
                  </a:lnTo>
                  <a:lnTo>
                    <a:pt x="198710" y="873284"/>
                  </a:lnTo>
                  <a:lnTo>
                    <a:pt x="197017" y="873418"/>
                  </a:lnTo>
                  <a:lnTo>
                    <a:pt x="196009" y="872899"/>
                  </a:lnTo>
                  <a:lnTo>
                    <a:pt x="195404" y="872925"/>
                  </a:lnTo>
                  <a:lnTo>
                    <a:pt x="194901" y="872600"/>
                  </a:lnTo>
                  <a:lnTo>
                    <a:pt x="193542" y="872395"/>
                  </a:lnTo>
                  <a:lnTo>
                    <a:pt x="193004" y="872103"/>
                  </a:lnTo>
                  <a:lnTo>
                    <a:pt x="190534" y="872220"/>
                  </a:lnTo>
                  <a:lnTo>
                    <a:pt x="189542" y="872485"/>
                  </a:lnTo>
                  <a:lnTo>
                    <a:pt x="188029" y="872028"/>
                  </a:lnTo>
                  <a:lnTo>
                    <a:pt x="187300" y="872702"/>
                  </a:lnTo>
                  <a:lnTo>
                    <a:pt x="187028" y="872543"/>
                  </a:lnTo>
                  <a:lnTo>
                    <a:pt x="186720" y="872814"/>
                  </a:lnTo>
                  <a:lnTo>
                    <a:pt x="185622" y="872784"/>
                  </a:lnTo>
                  <a:lnTo>
                    <a:pt x="184699" y="872056"/>
                  </a:lnTo>
                  <a:lnTo>
                    <a:pt x="184236" y="870356"/>
                  </a:lnTo>
                  <a:lnTo>
                    <a:pt x="183512" y="869983"/>
                  </a:lnTo>
                  <a:lnTo>
                    <a:pt x="182215" y="869806"/>
                  </a:lnTo>
                  <a:lnTo>
                    <a:pt x="181715" y="869410"/>
                  </a:lnTo>
                  <a:lnTo>
                    <a:pt x="181686" y="868998"/>
                  </a:lnTo>
                  <a:lnTo>
                    <a:pt x="181209" y="868720"/>
                  </a:lnTo>
                  <a:lnTo>
                    <a:pt x="180149" y="868786"/>
                  </a:lnTo>
                  <a:lnTo>
                    <a:pt x="179649" y="868184"/>
                  </a:lnTo>
                  <a:lnTo>
                    <a:pt x="179029" y="867989"/>
                  </a:lnTo>
                  <a:lnTo>
                    <a:pt x="178205" y="867320"/>
                  </a:lnTo>
                  <a:lnTo>
                    <a:pt x="176288" y="866412"/>
                  </a:lnTo>
                  <a:lnTo>
                    <a:pt x="175949" y="866509"/>
                  </a:lnTo>
                  <a:lnTo>
                    <a:pt x="174981" y="865542"/>
                  </a:lnTo>
                  <a:lnTo>
                    <a:pt x="173823" y="864807"/>
                  </a:lnTo>
                  <a:lnTo>
                    <a:pt x="172542" y="861084"/>
                  </a:lnTo>
                  <a:lnTo>
                    <a:pt x="175790" y="859147"/>
                  </a:lnTo>
                  <a:lnTo>
                    <a:pt x="175395" y="857287"/>
                  </a:lnTo>
                  <a:lnTo>
                    <a:pt x="175329" y="856310"/>
                  </a:lnTo>
                  <a:lnTo>
                    <a:pt x="174885" y="855698"/>
                  </a:lnTo>
                  <a:lnTo>
                    <a:pt x="174570" y="855639"/>
                  </a:lnTo>
                  <a:lnTo>
                    <a:pt x="171072" y="857423"/>
                  </a:lnTo>
                  <a:lnTo>
                    <a:pt x="168254" y="857935"/>
                  </a:lnTo>
                  <a:lnTo>
                    <a:pt x="167048" y="857434"/>
                  </a:lnTo>
                  <a:lnTo>
                    <a:pt x="163899" y="857440"/>
                  </a:lnTo>
                  <a:lnTo>
                    <a:pt x="162530" y="856208"/>
                  </a:lnTo>
                  <a:lnTo>
                    <a:pt x="159169" y="854775"/>
                  </a:lnTo>
                  <a:lnTo>
                    <a:pt x="159081" y="854259"/>
                  </a:lnTo>
                  <a:lnTo>
                    <a:pt x="158573" y="853689"/>
                  </a:lnTo>
                  <a:lnTo>
                    <a:pt x="155945" y="852754"/>
                  </a:lnTo>
                  <a:lnTo>
                    <a:pt x="153954" y="852462"/>
                  </a:lnTo>
                  <a:lnTo>
                    <a:pt x="153591" y="851933"/>
                  </a:lnTo>
                  <a:lnTo>
                    <a:pt x="153756" y="851577"/>
                  </a:lnTo>
                  <a:lnTo>
                    <a:pt x="153179" y="851177"/>
                  </a:lnTo>
                  <a:lnTo>
                    <a:pt x="152490" y="851046"/>
                  </a:lnTo>
                  <a:lnTo>
                    <a:pt x="152511" y="850711"/>
                  </a:lnTo>
                  <a:lnTo>
                    <a:pt x="151997" y="850573"/>
                  </a:lnTo>
                  <a:lnTo>
                    <a:pt x="151922" y="850185"/>
                  </a:lnTo>
                  <a:lnTo>
                    <a:pt x="151508" y="850068"/>
                  </a:lnTo>
                  <a:lnTo>
                    <a:pt x="150655" y="849269"/>
                  </a:lnTo>
                  <a:lnTo>
                    <a:pt x="150659" y="849028"/>
                  </a:lnTo>
                  <a:lnTo>
                    <a:pt x="149502" y="848404"/>
                  </a:lnTo>
                  <a:lnTo>
                    <a:pt x="149403" y="847906"/>
                  </a:lnTo>
                  <a:lnTo>
                    <a:pt x="147546" y="846239"/>
                  </a:lnTo>
                  <a:lnTo>
                    <a:pt x="148123" y="845350"/>
                  </a:lnTo>
                  <a:lnTo>
                    <a:pt x="148318" y="844075"/>
                  </a:lnTo>
                  <a:lnTo>
                    <a:pt x="147582" y="841239"/>
                  </a:lnTo>
                  <a:lnTo>
                    <a:pt x="145411" y="840954"/>
                  </a:lnTo>
                  <a:lnTo>
                    <a:pt x="142751" y="842115"/>
                  </a:lnTo>
                  <a:lnTo>
                    <a:pt x="141526" y="843218"/>
                  </a:lnTo>
                  <a:lnTo>
                    <a:pt x="139780" y="843278"/>
                  </a:lnTo>
                  <a:lnTo>
                    <a:pt x="138940" y="844075"/>
                  </a:lnTo>
                  <a:lnTo>
                    <a:pt x="138200" y="843963"/>
                  </a:lnTo>
                  <a:lnTo>
                    <a:pt x="137459" y="844554"/>
                  </a:lnTo>
                  <a:lnTo>
                    <a:pt x="136678" y="844562"/>
                  </a:lnTo>
                  <a:lnTo>
                    <a:pt x="136300" y="844344"/>
                  </a:lnTo>
                  <a:lnTo>
                    <a:pt x="133720" y="845111"/>
                  </a:lnTo>
                  <a:lnTo>
                    <a:pt x="131236" y="843929"/>
                  </a:lnTo>
                  <a:lnTo>
                    <a:pt x="128501" y="843938"/>
                  </a:lnTo>
                  <a:lnTo>
                    <a:pt x="128063" y="844248"/>
                  </a:lnTo>
                  <a:lnTo>
                    <a:pt x="126736" y="844376"/>
                  </a:lnTo>
                  <a:lnTo>
                    <a:pt x="125086" y="845495"/>
                  </a:lnTo>
                  <a:lnTo>
                    <a:pt x="123476" y="845738"/>
                  </a:lnTo>
                  <a:lnTo>
                    <a:pt x="122831" y="846145"/>
                  </a:lnTo>
                  <a:lnTo>
                    <a:pt x="121680" y="846241"/>
                  </a:lnTo>
                  <a:lnTo>
                    <a:pt x="120084" y="846030"/>
                  </a:lnTo>
                  <a:lnTo>
                    <a:pt x="119612" y="845648"/>
                  </a:lnTo>
                  <a:lnTo>
                    <a:pt x="117416" y="845799"/>
                  </a:lnTo>
                  <a:lnTo>
                    <a:pt x="116274" y="845036"/>
                  </a:lnTo>
                  <a:lnTo>
                    <a:pt x="112193" y="843785"/>
                  </a:lnTo>
                  <a:lnTo>
                    <a:pt x="110775" y="843535"/>
                  </a:lnTo>
                  <a:lnTo>
                    <a:pt x="109666" y="843690"/>
                  </a:lnTo>
                  <a:lnTo>
                    <a:pt x="107538" y="843039"/>
                  </a:lnTo>
                  <a:lnTo>
                    <a:pt x="106015" y="844073"/>
                  </a:lnTo>
                  <a:lnTo>
                    <a:pt x="105599" y="846431"/>
                  </a:lnTo>
                  <a:lnTo>
                    <a:pt x="104491" y="847214"/>
                  </a:lnTo>
                  <a:lnTo>
                    <a:pt x="104470" y="847531"/>
                  </a:lnTo>
                  <a:lnTo>
                    <a:pt x="103496" y="848879"/>
                  </a:lnTo>
                  <a:lnTo>
                    <a:pt x="102879" y="850488"/>
                  </a:lnTo>
                  <a:lnTo>
                    <a:pt x="103050" y="852129"/>
                  </a:lnTo>
                  <a:lnTo>
                    <a:pt x="101011" y="853354"/>
                  </a:lnTo>
                  <a:lnTo>
                    <a:pt x="99593" y="853923"/>
                  </a:lnTo>
                  <a:lnTo>
                    <a:pt x="97697" y="855403"/>
                  </a:lnTo>
                  <a:lnTo>
                    <a:pt x="95994" y="855397"/>
                  </a:lnTo>
                  <a:lnTo>
                    <a:pt x="93468" y="855918"/>
                  </a:lnTo>
                  <a:lnTo>
                    <a:pt x="90391" y="855564"/>
                  </a:lnTo>
                  <a:lnTo>
                    <a:pt x="87949" y="854844"/>
                  </a:lnTo>
                  <a:lnTo>
                    <a:pt x="86595" y="855470"/>
                  </a:lnTo>
                  <a:lnTo>
                    <a:pt x="85966" y="855047"/>
                  </a:lnTo>
                  <a:lnTo>
                    <a:pt x="85941" y="854540"/>
                  </a:lnTo>
                  <a:lnTo>
                    <a:pt x="85478" y="854319"/>
                  </a:lnTo>
                  <a:lnTo>
                    <a:pt x="85208" y="853722"/>
                  </a:lnTo>
                  <a:lnTo>
                    <a:pt x="84243" y="853479"/>
                  </a:lnTo>
                  <a:lnTo>
                    <a:pt x="82217" y="853450"/>
                  </a:lnTo>
                  <a:lnTo>
                    <a:pt x="81817" y="852990"/>
                  </a:lnTo>
                  <a:lnTo>
                    <a:pt x="80319" y="852439"/>
                  </a:lnTo>
                  <a:lnTo>
                    <a:pt x="79468" y="851815"/>
                  </a:lnTo>
                  <a:lnTo>
                    <a:pt x="78792" y="851862"/>
                  </a:lnTo>
                  <a:lnTo>
                    <a:pt x="76877" y="851352"/>
                  </a:lnTo>
                  <a:lnTo>
                    <a:pt x="76172" y="849706"/>
                  </a:lnTo>
                  <a:lnTo>
                    <a:pt x="75393" y="848597"/>
                  </a:lnTo>
                  <a:lnTo>
                    <a:pt x="73455" y="847603"/>
                  </a:lnTo>
                  <a:lnTo>
                    <a:pt x="72648" y="846956"/>
                  </a:lnTo>
                  <a:lnTo>
                    <a:pt x="72589" y="846423"/>
                  </a:lnTo>
                  <a:lnTo>
                    <a:pt x="71768" y="845428"/>
                  </a:lnTo>
                  <a:lnTo>
                    <a:pt x="69828" y="844394"/>
                  </a:lnTo>
                  <a:lnTo>
                    <a:pt x="69222" y="842661"/>
                  </a:lnTo>
                  <a:lnTo>
                    <a:pt x="68451" y="841774"/>
                  </a:lnTo>
                  <a:lnTo>
                    <a:pt x="67966" y="841679"/>
                  </a:lnTo>
                  <a:lnTo>
                    <a:pt x="66421" y="839489"/>
                  </a:lnTo>
                  <a:lnTo>
                    <a:pt x="68367" y="837846"/>
                  </a:lnTo>
                  <a:lnTo>
                    <a:pt x="69651" y="836061"/>
                  </a:lnTo>
                  <a:lnTo>
                    <a:pt x="70549" y="835540"/>
                  </a:lnTo>
                  <a:lnTo>
                    <a:pt x="70840" y="834451"/>
                  </a:lnTo>
                  <a:lnTo>
                    <a:pt x="71719" y="833813"/>
                  </a:lnTo>
                  <a:lnTo>
                    <a:pt x="71864" y="833268"/>
                  </a:lnTo>
                  <a:lnTo>
                    <a:pt x="71256" y="832034"/>
                  </a:lnTo>
                  <a:lnTo>
                    <a:pt x="71469" y="830964"/>
                  </a:lnTo>
                  <a:lnTo>
                    <a:pt x="71292" y="830075"/>
                  </a:lnTo>
                  <a:lnTo>
                    <a:pt x="72320" y="829419"/>
                  </a:lnTo>
                  <a:lnTo>
                    <a:pt x="73061" y="828502"/>
                  </a:lnTo>
                  <a:lnTo>
                    <a:pt x="73105" y="827743"/>
                  </a:lnTo>
                  <a:lnTo>
                    <a:pt x="73986" y="825990"/>
                  </a:lnTo>
                  <a:lnTo>
                    <a:pt x="74028" y="822960"/>
                  </a:lnTo>
                  <a:lnTo>
                    <a:pt x="73181" y="821061"/>
                  </a:lnTo>
                  <a:lnTo>
                    <a:pt x="72807" y="819257"/>
                  </a:lnTo>
                  <a:lnTo>
                    <a:pt x="72553" y="819066"/>
                  </a:lnTo>
                  <a:lnTo>
                    <a:pt x="72046" y="817676"/>
                  </a:lnTo>
                  <a:lnTo>
                    <a:pt x="71233" y="816812"/>
                  </a:lnTo>
                  <a:lnTo>
                    <a:pt x="71664" y="816311"/>
                  </a:lnTo>
                  <a:lnTo>
                    <a:pt x="72294" y="814628"/>
                  </a:lnTo>
                  <a:lnTo>
                    <a:pt x="72092" y="813668"/>
                  </a:lnTo>
                  <a:lnTo>
                    <a:pt x="72566" y="812465"/>
                  </a:lnTo>
                  <a:lnTo>
                    <a:pt x="72394" y="811277"/>
                  </a:lnTo>
                  <a:lnTo>
                    <a:pt x="72721" y="810797"/>
                  </a:lnTo>
                  <a:lnTo>
                    <a:pt x="72651" y="810158"/>
                  </a:lnTo>
                  <a:lnTo>
                    <a:pt x="74055" y="810863"/>
                  </a:lnTo>
                  <a:lnTo>
                    <a:pt x="74601" y="811374"/>
                  </a:lnTo>
                  <a:lnTo>
                    <a:pt x="75280" y="811511"/>
                  </a:lnTo>
                  <a:lnTo>
                    <a:pt x="75971" y="811234"/>
                  </a:lnTo>
                  <a:lnTo>
                    <a:pt x="76949" y="811335"/>
                  </a:lnTo>
                  <a:lnTo>
                    <a:pt x="78908" y="811825"/>
                  </a:lnTo>
                  <a:lnTo>
                    <a:pt x="80324" y="812541"/>
                  </a:lnTo>
                  <a:lnTo>
                    <a:pt x="82480" y="810699"/>
                  </a:lnTo>
                  <a:lnTo>
                    <a:pt x="82926" y="809350"/>
                  </a:lnTo>
                  <a:lnTo>
                    <a:pt x="85912" y="805846"/>
                  </a:lnTo>
                  <a:lnTo>
                    <a:pt x="96228" y="805260"/>
                  </a:lnTo>
                  <a:lnTo>
                    <a:pt x="96824" y="804927"/>
                  </a:lnTo>
                  <a:lnTo>
                    <a:pt x="96675" y="800453"/>
                  </a:lnTo>
                  <a:lnTo>
                    <a:pt x="99336" y="793613"/>
                  </a:lnTo>
                  <a:lnTo>
                    <a:pt x="100135" y="784720"/>
                  </a:lnTo>
                  <a:lnTo>
                    <a:pt x="99060" y="776833"/>
                  </a:lnTo>
                  <a:lnTo>
                    <a:pt x="98345" y="776438"/>
                  </a:lnTo>
                  <a:lnTo>
                    <a:pt x="97851" y="775371"/>
                  </a:lnTo>
                  <a:lnTo>
                    <a:pt x="97873" y="774974"/>
                  </a:lnTo>
                  <a:lnTo>
                    <a:pt x="96783" y="774123"/>
                  </a:lnTo>
                  <a:lnTo>
                    <a:pt x="96771" y="773834"/>
                  </a:lnTo>
                  <a:lnTo>
                    <a:pt x="94774" y="770953"/>
                  </a:lnTo>
                  <a:lnTo>
                    <a:pt x="92737" y="769691"/>
                  </a:lnTo>
                  <a:lnTo>
                    <a:pt x="93181" y="766412"/>
                  </a:lnTo>
                  <a:lnTo>
                    <a:pt x="91876" y="766258"/>
                  </a:lnTo>
                  <a:lnTo>
                    <a:pt x="90348" y="766420"/>
                  </a:lnTo>
                  <a:lnTo>
                    <a:pt x="87257" y="765436"/>
                  </a:lnTo>
                  <a:lnTo>
                    <a:pt x="86154" y="764356"/>
                  </a:lnTo>
                  <a:lnTo>
                    <a:pt x="85109" y="761259"/>
                  </a:lnTo>
                  <a:lnTo>
                    <a:pt x="85535" y="761058"/>
                  </a:lnTo>
                  <a:lnTo>
                    <a:pt x="86063" y="759910"/>
                  </a:lnTo>
                  <a:lnTo>
                    <a:pt x="87033" y="759059"/>
                  </a:lnTo>
                  <a:lnTo>
                    <a:pt x="87194" y="758656"/>
                  </a:lnTo>
                  <a:lnTo>
                    <a:pt x="88265" y="757839"/>
                  </a:lnTo>
                  <a:lnTo>
                    <a:pt x="88390" y="757274"/>
                  </a:lnTo>
                  <a:lnTo>
                    <a:pt x="88754" y="756899"/>
                  </a:lnTo>
                  <a:lnTo>
                    <a:pt x="88874" y="756099"/>
                  </a:lnTo>
                  <a:lnTo>
                    <a:pt x="89547" y="755083"/>
                  </a:lnTo>
                  <a:lnTo>
                    <a:pt x="89404" y="754720"/>
                  </a:lnTo>
                  <a:lnTo>
                    <a:pt x="89657" y="753473"/>
                  </a:lnTo>
                  <a:lnTo>
                    <a:pt x="89401" y="753074"/>
                  </a:lnTo>
                  <a:lnTo>
                    <a:pt x="89699" y="752570"/>
                  </a:lnTo>
                  <a:lnTo>
                    <a:pt x="89902" y="749644"/>
                  </a:lnTo>
                  <a:lnTo>
                    <a:pt x="90379" y="748672"/>
                  </a:lnTo>
                  <a:lnTo>
                    <a:pt x="90191" y="748410"/>
                  </a:lnTo>
                  <a:lnTo>
                    <a:pt x="90486" y="747864"/>
                  </a:lnTo>
                  <a:lnTo>
                    <a:pt x="90869" y="747385"/>
                  </a:lnTo>
                  <a:lnTo>
                    <a:pt x="91320" y="747318"/>
                  </a:lnTo>
                  <a:lnTo>
                    <a:pt x="91580" y="746905"/>
                  </a:lnTo>
                  <a:lnTo>
                    <a:pt x="91955" y="746788"/>
                  </a:lnTo>
                  <a:lnTo>
                    <a:pt x="92454" y="745913"/>
                  </a:lnTo>
                  <a:lnTo>
                    <a:pt x="93909" y="744551"/>
                  </a:lnTo>
                  <a:lnTo>
                    <a:pt x="94049" y="744049"/>
                  </a:lnTo>
                  <a:lnTo>
                    <a:pt x="96482" y="742000"/>
                  </a:lnTo>
                  <a:lnTo>
                    <a:pt x="97891" y="740419"/>
                  </a:lnTo>
                  <a:lnTo>
                    <a:pt x="98185" y="739787"/>
                  </a:lnTo>
                  <a:lnTo>
                    <a:pt x="99139" y="739049"/>
                  </a:lnTo>
                  <a:lnTo>
                    <a:pt x="99874" y="737715"/>
                  </a:lnTo>
                  <a:lnTo>
                    <a:pt x="100331" y="735870"/>
                  </a:lnTo>
                  <a:lnTo>
                    <a:pt x="100938" y="734931"/>
                  </a:lnTo>
                  <a:lnTo>
                    <a:pt x="101779" y="734162"/>
                  </a:lnTo>
                  <a:lnTo>
                    <a:pt x="101446" y="733982"/>
                  </a:lnTo>
                  <a:lnTo>
                    <a:pt x="100712" y="734245"/>
                  </a:lnTo>
                  <a:lnTo>
                    <a:pt x="99804" y="733717"/>
                  </a:lnTo>
                  <a:lnTo>
                    <a:pt x="98012" y="732138"/>
                  </a:lnTo>
                  <a:lnTo>
                    <a:pt x="96587" y="730170"/>
                  </a:lnTo>
                  <a:lnTo>
                    <a:pt x="95653" y="729627"/>
                  </a:lnTo>
                  <a:lnTo>
                    <a:pt x="94893" y="729709"/>
                  </a:lnTo>
                  <a:lnTo>
                    <a:pt x="93527" y="728542"/>
                  </a:lnTo>
                  <a:lnTo>
                    <a:pt x="92730" y="728296"/>
                  </a:lnTo>
                  <a:lnTo>
                    <a:pt x="90997" y="726436"/>
                  </a:lnTo>
                  <a:lnTo>
                    <a:pt x="91307" y="725226"/>
                  </a:lnTo>
                  <a:lnTo>
                    <a:pt x="90961" y="724530"/>
                  </a:lnTo>
                  <a:lnTo>
                    <a:pt x="91194" y="723895"/>
                  </a:lnTo>
                  <a:lnTo>
                    <a:pt x="90682" y="722476"/>
                  </a:lnTo>
                  <a:lnTo>
                    <a:pt x="91444" y="720243"/>
                  </a:lnTo>
                  <a:lnTo>
                    <a:pt x="91309" y="720000"/>
                  </a:lnTo>
                  <a:lnTo>
                    <a:pt x="91666" y="718871"/>
                  </a:lnTo>
                  <a:lnTo>
                    <a:pt x="91561" y="717862"/>
                  </a:lnTo>
                  <a:lnTo>
                    <a:pt x="91757" y="717184"/>
                  </a:lnTo>
                  <a:lnTo>
                    <a:pt x="90510" y="715837"/>
                  </a:lnTo>
                  <a:lnTo>
                    <a:pt x="90144" y="714270"/>
                  </a:lnTo>
                  <a:lnTo>
                    <a:pt x="89352" y="712761"/>
                  </a:lnTo>
                  <a:lnTo>
                    <a:pt x="89387" y="712409"/>
                  </a:lnTo>
                  <a:lnTo>
                    <a:pt x="90277" y="711522"/>
                  </a:lnTo>
                  <a:lnTo>
                    <a:pt x="90387" y="710530"/>
                  </a:lnTo>
                  <a:lnTo>
                    <a:pt x="91382" y="709298"/>
                  </a:lnTo>
                  <a:lnTo>
                    <a:pt x="93227" y="705459"/>
                  </a:lnTo>
                  <a:lnTo>
                    <a:pt x="91846" y="705024"/>
                  </a:lnTo>
                  <a:lnTo>
                    <a:pt x="91266" y="704400"/>
                  </a:lnTo>
                  <a:lnTo>
                    <a:pt x="91344" y="703852"/>
                  </a:lnTo>
                  <a:lnTo>
                    <a:pt x="90560" y="703411"/>
                  </a:lnTo>
                  <a:lnTo>
                    <a:pt x="90318" y="701934"/>
                  </a:lnTo>
                  <a:lnTo>
                    <a:pt x="89860" y="701312"/>
                  </a:lnTo>
                  <a:lnTo>
                    <a:pt x="90044" y="700744"/>
                  </a:lnTo>
                  <a:lnTo>
                    <a:pt x="89283" y="699852"/>
                  </a:lnTo>
                  <a:lnTo>
                    <a:pt x="89356" y="699318"/>
                  </a:lnTo>
                  <a:lnTo>
                    <a:pt x="88755" y="698124"/>
                  </a:lnTo>
                  <a:lnTo>
                    <a:pt x="89236" y="696867"/>
                  </a:lnTo>
                  <a:lnTo>
                    <a:pt x="88540" y="696211"/>
                  </a:lnTo>
                  <a:lnTo>
                    <a:pt x="87954" y="696054"/>
                  </a:lnTo>
                  <a:lnTo>
                    <a:pt x="85942" y="698009"/>
                  </a:lnTo>
                  <a:lnTo>
                    <a:pt x="85798" y="698950"/>
                  </a:lnTo>
                  <a:lnTo>
                    <a:pt x="84327" y="699666"/>
                  </a:lnTo>
                  <a:lnTo>
                    <a:pt x="82648" y="701130"/>
                  </a:lnTo>
                  <a:lnTo>
                    <a:pt x="81348" y="701916"/>
                  </a:lnTo>
                  <a:lnTo>
                    <a:pt x="79608" y="702372"/>
                  </a:lnTo>
                  <a:lnTo>
                    <a:pt x="79162" y="702128"/>
                  </a:lnTo>
                  <a:lnTo>
                    <a:pt x="77735" y="702349"/>
                  </a:lnTo>
                  <a:lnTo>
                    <a:pt x="76844" y="701911"/>
                  </a:lnTo>
                  <a:lnTo>
                    <a:pt x="76317" y="702083"/>
                  </a:lnTo>
                  <a:lnTo>
                    <a:pt x="75306" y="701588"/>
                  </a:lnTo>
                  <a:lnTo>
                    <a:pt x="74820" y="701593"/>
                  </a:lnTo>
                  <a:lnTo>
                    <a:pt x="74109" y="700765"/>
                  </a:lnTo>
                  <a:lnTo>
                    <a:pt x="73020" y="700467"/>
                  </a:lnTo>
                  <a:lnTo>
                    <a:pt x="72720" y="700046"/>
                  </a:lnTo>
                  <a:lnTo>
                    <a:pt x="71225" y="699138"/>
                  </a:lnTo>
                  <a:lnTo>
                    <a:pt x="70784" y="697572"/>
                  </a:lnTo>
                  <a:lnTo>
                    <a:pt x="69756" y="696790"/>
                  </a:lnTo>
                  <a:lnTo>
                    <a:pt x="69840" y="696524"/>
                  </a:lnTo>
                  <a:lnTo>
                    <a:pt x="68782" y="695236"/>
                  </a:lnTo>
                  <a:lnTo>
                    <a:pt x="68773" y="694822"/>
                  </a:lnTo>
                  <a:lnTo>
                    <a:pt x="69218" y="694459"/>
                  </a:lnTo>
                  <a:lnTo>
                    <a:pt x="69407" y="693641"/>
                  </a:lnTo>
                  <a:lnTo>
                    <a:pt x="69152" y="693341"/>
                  </a:lnTo>
                  <a:lnTo>
                    <a:pt x="69040" y="691394"/>
                  </a:lnTo>
                  <a:lnTo>
                    <a:pt x="68315" y="689983"/>
                  </a:lnTo>
                  <a:lnTo>
                    <a:pt x="68109" y="688856"/>
                  </a:lnTo>
                  <a:lnTo>
                    <a:pt x="67370" y="688419"/>
                  </a:lnTo>
                  <a:lnTo>
                    <a:pt x="67402" y="688095"/>
                  </a:lnTo>
                  <a:lnTo>
                    <a:pt x="66284" y="686860"/>
                  </a:lnTo>
                  <a:lnTo>
                    <a:pt x="66992" y="685967"/>
                  </a:lnTo>
                  <a:lnTo>
                    <a:pt x="66936" y="684914"/>
                  </a:lnTo>
                  <a:lnTo>
                    <a:pt x="67226" y="683651"/>
                  </a:lnTo>
                  <a:lnTo>
                    <a:pt x="64011" y="679190"/>
                  </a:lnTo>
                  <a:lnTo>
                    <a:pt x="63036" y="676981"/>
                  </a:lnTo>
                  <a:lnTo>
                    <a:pt x="56866" y="673829"/>
                  </a:lnTo>
                  <a:lnTo>
                    <a:pt x="44953" y="663003"/>
                  </a:lnTo>
                  <a:lnTo>
                    <a:pt x="42714" y="663601"/>
                  </a:lnTo>
                  <a:lnTo>
                    <a:pt x="40111" y="664876"/>
                  </a:lnTo>
                  <a:lnTo>
                    <a:pt x="37586" y="665176"/>
                  </a:lnTo>
                  <a:lnTo>
                    <a:pt x="36675" y="664943"/>
                  </a:lnTo>
                  <a:lnTo>
                    <a:pt x="36045" y="665180"/>
                  </a:lnTo>
                  <a:lnTo>
                    <a:pt x="35621" y="664659"/>
                  </a:lnTo>
                  <a:lnTo>
                    <a:pt x="35047" y="664762"/>
                  </a:lnTo>
                  <a:lnTo>
                    <a:pt x="34469" y="664315"/>
                  </a:lnTo>
                  <a:lnTo>
                    <a:pt x="33686" y="664570"/>
                  </a:lnTo>
                  <a:lnTo>
                    <a:pt x="33353" y="664919"/>
                  </a:lnTo>
                  <a:lnTo>
                    <a:pt x="32291" y="664356"/>
                  </a:lnTo>
                  <a:lnTo>
                    <a:pt x="31830" y="664533"/>
                  </a:lnTo>
                  <a:lnTo>
                    <a:pt x="30638" y="664376"/>
                  </a:lnTo>
                  <a:lnTo>
                    <a:pt x="29550" y="663513"/>
                  </a:lnTo>
                  <a:lnTo>
                    <a:pt x="28859" y="663607"/>
                  </a:lnTo>
                  <a:lnTo>
                    <a:pt x="29810" y="662792"/>
                  </a:lnTo>
                  <a:lnTo>
                    <a:pt x="29802" y="662337"/>
                  </a:lnTo>
                  <a:lnTo>
                    <a:pt x="30115" y="662222"/>
                  </a:lnTo>
                  <a:lnTo>
                    <a:pt x="30534" y="661561"/>
                  </a:lnTo>
                  <a:lnTo>
                    <a:pt x="31323" y="659646"/>
                  </a:lnTo>
                  <a:lnTo>
                    <a:pt x="31935" y="659084"/>
                  </a:lnTo>
                  <a:lnTo>
                    <a:pt x="34467" y="657456"/>
                  </a:lnTo>
                  <a:lnTo>
                    <a:pt x="36588" y="656733"/>
                  </a:lnTo>
                  <a:lnTo>
                    <a:pt x="36952" y="656229"/>
                  </a:lnTo>
                  <a:lnTo>
                    <a:pt x="38457" y="655604"/>
                  </a:lnTo>
                  <a:lnTo>
                    <a:pt x="38468" y="654609"/>
                  </a:lnTo>
                  <a:lnTo>
                    <a:pt x="38943" y="654235"/>
                  </a:lnTo>
                  <a:lnTo>
                    <a:pt x="38740" y="653915"/>
                  </a:lnTo>
                  <a:lnTo>
                    <a:pt x="38819" y="652993"/>
                  </a:lnTo>
                  <a:lnTo>
                    <a:pt x="39482" y="651876"/>
                  </a:lnTo>
                  <a:lnTo>
                    <a:pt x="39898" y="651668"/>
                  </a:lnTo>
                  <a:lnTo>
                    <a:pt x="39130" y="650558"/>
                  </a:lnTo>
                  <a:lnTo>
                    <a:pt x="39419" y="647789"/>
                  </a:lnTo>
                  <a:lnTo>
                    <a:pt x="39536" y="643251"/>
                  </a:lnTo>
                  <a:lnTo>
                    <a:pt x="39348" y="642714"/>
                  </a:lnTo>
                  <a:lnTo>
                    <a:pt x="39672" y="639180"/>
                  </a:lnTo>
                  <a:lnTo>
                    <a:pt x="39050" y="631457"/>
                  </a:lnTo>
                  <a:lnTo>
                    <a:pt x="39755" y="631230"/>
                  </a:lnTo>
                  <a:lnTo>
                    <a:pt x="41103" y="630309"/>
                  </a:lnTo>
                  <a:lnTo>
                    <a:pt x="43410" y="628361"/>
                  </a:lnTo>
                  <a:lnTo>
                    <a:pt x="44460" y="626897"/>
                  </a:lnTo>
                  <a:lnTo>
                    <a:pt x="45800" y="626044"/>
                  </a:lnTo>
                  <a:lnTo>
                    <a:pt x="46304" y="625104"/>
                  </a:lnTo>
                  <a:lnTo>
                    <a:pt x="46495" y="624014"/>
                  </a:lnTo>
                  <a:lnTo>
                    <a:pt x="47754" y="623963"/>
                  </a:lnTo>
                  <a:lnTo>
                    <a:pt x="48206" y="619712"/>
                  </a:lnTo>
                  <a:lnTo>
                    <a:pt x="49005" y="617300"/>
                  </a:lnTo>
                  <a:lnTo>
                    <a:pt x="49784" y="615718"/>
                  </a:lnTo>
                  <a:lnTo>
                    <a:pt x="50553" y="614780"/>
                  </a:lnTo>
                  <a:lnTo>
                    <a:pt x="51562" y="611982"/>
                  </a:lnTo>
                  <a:lnTo>
                    <a:pt x="53304" y="610246"/>
                  </a:lnTo>
                  <a:lnTo>
                    <a:pt x="53456" y="609019"/>
                  </a:lnTo>
                  <a:lnTo>
                    <a:pt x="51021" y="607355"/>
                  </a:lnTo>
                  <a:lnTo>
                    <a:pt x="48137" y="604075"/>
                  </a:lnTo>
                  <a:lnTo>
                    <a:pt x="46639" y="602808"/>
                  </a:lnTo>
                  <a:lnTo>
                    <a:pt x="45914" y="600185"/>
                  </a:lnTo>
                  <a:lnTo>
                    <a:pt x="45973" y="599254"/>
                  </a:lnTo>
                  <a:lnTo>
                    <a:pt x="44118" y="595275"/>
                  </a:lnTo>
                  <a:lnTo>
                    <a:pt x="40712" y="591052"/>
                  </a:lnTo>
                  <a:lnTo>
                    <a:pt x="37638" y="585953"/>
                  </a:lnTo>
                  <a:lnTo>
                    <a:pt x="37429" y="585989"/>
                  </a:lnTo>
                  <a:lnTo>
                    <a:pt x="36688" y="585085"/>
                  </a:lnTo>
                  <a:lnTo>
                    <a:pt x="36239" y="584845"/>
                  </a:lnTo>
                  <a:lnTo>
                    <a:pt x="35620" y="584915"/>
                  </a:lnTo>
                  <a:lnTo>
                    <a:pt x="35031" y="584279"/>
                  </a:lnTo>
                  <a:lnTo>
                    <a:pt x="32828" y="583489"/>
                  </a:lnTo>
                  <a:lnTo>
                    <a:pt x="32258" y="583676"/>
                  </a:lnTo>
                  <a:lnTo>
                    <a:pt x="31498" y="582462"/>
                  </a:lnTo>
                  <a:lnTo>
                    <a:pt x="31329" y="581537"/>
                  </a:lnTo>
                  <a:lnTo>
                    <a:pt x="29897" y="579805"/>
                  </a:lnTo>
                  <a:lnTo>
                    <a:pt x="28246" y="578664"/>
                  </a:lnTo>
                  <a:lnTo>
                    <a:pt x="27014" y="578465"/>
                  </a:lnTo>
                  <a:lnTo>
                    <a:pt x="26416" y="577860"/>
                  </a:lnTo>
                  <a:lnTo>
                    <a:pt x="25298" y="579213"/>
                  </a:lnTo>
                  <a:lnTo>
                    <a:pt x="22914" y="580248"/>
                  </a:lnTo>
                  <a:lnTo>
                    <a:pt x="23041" y="578218"/>
                  </a:lnTo>
                  <a:lnTo>
                    <a:pt x="22151" y="578005"/>
                  </a:lnTo>
                  <a:lnTo>
                    <a:pt x="21868" y="577657"/>
                  </a:lnTo>
                  <a:lnTo>
                    <a:pt x="21158" y="578087"/>
                  </a:lnTo>
                  <a:lnTo>
                    <a:pt x="19402" y="578235"/>
                  </a:lnTo>
                  <a:lnTo>
                    <a:pt x="19072" y="578087"/>
                  </a:lnTo>
                  <a:lnTo>
                    <a:pt x="19551" y="577731"/>
                  </a:lnTo>
                  <a:lnTo>
                    <a:pt x="20204" y="576561"/>
                  </a:lnTo>
                  <a:lnTo>
                    <a:pt x="19929" y="576161"/>
                  </a:lnTo>
                  <a:lnTo>
                    <a:pt x="20545" y="575988"/>
                  </a:lnTo>
                  <a:lnTo>
                    <a:pt x="20988" y="575109"/>
                  </a:lnTo>
                  <a:lnTo>
                    <a:pt x="22321" y="573887"/>
                  </a:lnTo>
                  <a:lnTo>
                    <a:pt x="22452" y="573621"/>
                  </a:lnTo>
                  <a:lnTo>
                    <a:pt x="21949" y="573178"/>
                  </a:lnTo>
                  <a:lnTo>
                    <a:pt x="22219" y="572344"/>
                  </a:lnTo>
                  <a:lnTo>
                    <a:pt x="23124" y="571250"/>
                  </a:lnTo>
                  <a:lnTo>
                    <a:pt x="23507" y="570019"/>
                  </a:lnTo>
                  <a:lnTo>
                    <a:pt x="23989" y="569641"/>
                  </a:lnTo>
                  <a:lnTo>
                    <a:pt x="24131" y="569015"/>
                  </a:lnTo>
                  <a:lnTo>
                    <a:pt x="24695" y="568373"/>
                  </a:lnTo>
                  <a:lnTo>
                    <a:pt x="24539" y="568154"/>
                  </a:lnTo>
                  <a:lnTo>
                    <a:pt x="25849" y="566446"/>
                  </a:lnTo>
                  <a:lnTo>
                    <a:pt x="26085" y="565415"/>
                  </a:lnTo>
                  <a:lnTo>
                    <a:pt x="26720" y="564470"/>
                  </a:lnTo>
                  <a:lnTo>
                    <a:pt x="26560" y="564305"/>
                  </a:lnTo>
                  <a:lnTo>
                    <a:pt x="27659" y="563242"/>
                  </a:lnTo>
                  <a:lnTo>
                    <a:pt x="27582" y="563022"/>
                  </a:lnTo>
                  <a:lnTo>
                    <a:pt x="28423" y="561989"/>
                  </a:lnTo>
                  <a:lnTo>
                    <a:pt x="30335" y="560220"/>
                  </a:lnTo>
                  <a:lnTo>
                    <a:pt x="32211" y="557792"/>
                  </a:lnTo>
                  <a:lnTo>
                    <a:pt x="32435" y="557782"/>
                  </a:lnTo>
                  <a:lnTo>
                    <a:pt x="33586" y="556507"/>
                  </a:lnTo>
                  <a:lnTo>
                    <a:pt x="37295" y="551683"/>
                  </a:lnTo>
                  <a:lnTo>
                    <a:pt x="37172" y="550155"/>
                  </a:lnTo>
                  <a:lnTo>
                    <a:pt x="36708" y="548480"/>
                  </a:lnTo>
                  <a:lnTo>
                    <a:pt x="32367" y="541563"/>
                  </a:lnTo>
                  <a:lnTo>
                    <a:pt x="31504" y="539802"/>
                  </a:lnTo>
                  <a:lnTo>
                    <a:pt x="31220" y="539667"/>
                  </a:lnTo>
                  <a:lnTo>
                    <a:pt x="31385" y="538878"/>
                  </a:lnTo>
                  <a:lnTo>
                    <a:pt x="30519" y="538111"/>
                  </a:lnTo>
                  <a:lnTo>
                    <a:pt x="29486" y="536122"/>
                  </a:lnTo>
                  <a:lnTo>
                    <a:pt x="28849" y="535640"/>
                  </a:lnTo>
                  <a:lnTo>
                    <a:pt x="27152" y="535008"/>
                  </a:lnTo>
                  <a:lnTo>
                    <a:pt x="25447" y="532208"/>
                  </a:lnTo>
                  <a:lnTo>
                    <a:pt x="23953" y="531506"/>
                  </a:lnTo>
                  <a:lnTo>
                    <a:pt x="22615" y="530059"/>
                  </a:lnTo>
                  <a:lnTo>
                    <a:pt x="21269" y="527996"/>
                  </a:lnTo>
                  <a:lnTo>
                    <a:pt x="19557" y="526611"/>
                  </a:lnTo>
                  <a:lnTo>
                    <a:pt x="18122" y="525007"/>
                  </a:lnTo>
                  <a:lnTo>
                    <a:pt x="14910" y="523514"/>
                  </a:lnTo>
                  <a:lnTo>
                    <a:pt x="13385" y="522533"/>
                  </a:lnTo>
                  <a:lnTo>
                    <a:pt x="12447" y="520974"/>
                  </a:lnTo>
                  <a:lnTo>
                    <a:pt x="8755" y="517805"/>
                  </a:lnTo>
                  <a:lnTo>
                    <a:pt x="9013" y="517278"/>
                  </a:lnTo>
                  <a:lnTo>
                    <a:pt x="8637" y="516941"/>
                  </a:lnTo>
                  <a:lnTo>
                    <a:pt x="8965" y="516321"/>
                  </a:lnTo>
                  <a:lnTo>
                    <a:pt x="9807" y="515604"/>
                  </a:lnTo>
                  <a:lnTo>
                    <a:pt x="9696" y="513686"/>
                  </a:lnTo>
                  <a:lnTo>
                    <a:pt x="9269" y="512559"/>
                  </a:lnTo>
                  <a:lnTo>
                    <a:pt x="9355" y="511867"/>
                  </a:lnTo>
                  <a:lnTo>
                    <a:pt x="8927" y="511563"/>
                  </a:lnTo>
                  <a:lnTo>
                    <a:pt x="8511" y="510797"/>
                  </a:lnTo>
                  <a:lnTo>
                    <a:pt x="7738" y="510332"/>
                  </a:lnTo>
                  <a:lnTo>
                    <a:pt x="7284" y="510174"/>
                  </a:lnTo>
                  <a:lnTo>
                    <a:pt x="6700" y="510700"/>
                  </a:lnTo>
                  <a:lnTo>
                    <a:pt x="5762" y="510327"/>
                  </a:lnTo>
                  <a:lnTo>
                    <a:pt x="4886" y="509026"/>
                  </a:lnTo>
                  <a:lnTo>
                    <a:pt x="3169" y="507233"/>
                  </a:lnTo>
                  <a:lnTo>
                    <a:pt x="0" y="502703"/>
                  </a:lnTo>
                  <a:lnTo>
                    <a:pt x="1239" y="500477"/>
                  </a:lnTo>
                  <a:lnTo>
                    <a:pt x="2526" y="499035"/>
                  </a:lnTo>
                  <a:lnTo>
                    <a:pt x="10480" y="493935"/>
                  </a:lnTo>
                  <a:lnTo>
                    <a:pt x="16615" y="489345"/>
                  </a:lnTo>
                  <a:lnTo>
                    <a:pt x="17355" y="488580"/>
                  </a:lnTo>
                  <a:lnTo>
                    <a:pt x="21326" y="482082"/>
                  </a:lnTo>
                  <a:lnTo>
                    <a:pt x="23635" y="477699"/>
                  </a:lnTo>
                  <a:lnTo>
                    <a:pt x="27642" y="464006"/>
                  </a:lnTo>
                  <a:lnTo>
                    <a:pt x="28310" y="462332"/>
                  </a:lnTo>
                  <a:lnTo>
                    <a:pt x="30035" y="459841"/>
                  </a:lnTo>
                  <a:lnTo>
                    <a:pt x="33027" y="457238"/>
                  </a:lnTo>
                  <a:lnTo>
                    <a:pt x="40353" y="451248"/>
                  </a:lnTo>
                  <a:lnTo>
                    <a:pt x="55104" y="442919"/>
                  </a:lnTo>
                  <a:lnTo>
                    <a:pt x="57965" y="441068"/>
                  </a:lnTo>
                  <a:lnTo>
                    <a:pt x="60284" y="438738"/>
                  </a:lnTo>
                  <a:lnTo>
                    <a:pt x="65715" y="431233"/>
                  </a:lnTo>
                  <a:lnTo>
                    <a:pt x="66906" y="428741"/>
                  </a:lnTo>
                  <a:lnTo>
                    <a:pt x="75939" y="399967"/>
                  </a:lnTo>
                  <a:lnTo>
                    <a:pt x="79818" y="388264"/>
                  </a:lnTo>
                  <a:lnTo>
                    <a:pt x="81368" y="385319"/>
                  </a:lnTo>
                  <a:lnTo>
                    <a:pt x="86399" y="378577"/>
                  </a:lnTo>
                  <a:lnTo>
                    <a:pt x="102977" y="361655"/>
                  </a:lnTo>
                  <a:lnTo>
                    <a:pt x="108437" y="356018"/>
                  </a:lnTo>
                  <a:lnTo>
                    <a:pt x="110310" y="357799"/>
                  </a:lnTo>
                  <a:lnTo>
                    <a:pt x="112669" y="356628"/>
                  </a:lnTo>
                  <a:lnTo>
                    <a:pt x="114857" y="355889"/>
                  </a:lnTo>
                  <a:lnTo>
                    <a:pt x="118364" y="354923"/>
                  </a:lnTo>
                  <a:lnTo>
                    <a:pt x="120290" y="354636"/>
                  </a:lnTo>
                  <a:lnTo>
                    <a:pt x="124705" y="354643"/>
                  </a:lnTo>
                  <a:lnTo>
                    <a:pt x="132055" y="355225"/>
                  </a:lnTo>
                  <a:lnTo>
                    <a:pt x="135549" y="355241"/>
                  </a:lnTo>
                  <a:lnTo>
                    <a:pt x="140274" y="354456"/>
                  </a:lnTo>
                  <a:lnTo>
                    <a:pt x="143427" y="353420"/>
                  </a:lnTo>
                  <a:lnTo>
                    <a:pt x="145649" y="352515"/>
                  </a:lnTo>
                  <a:lnTo>
                    <a:pt x="149705" y="350133"/>
                  </a:lnTo>
                  <a:lnTo>
                    <a:pt x="153641" y="346247"/>
                  </a:lnTo>
                  <a:lnTo>
                    <a:pt x="158632" y="340450"/>
                  </a:lnTo>
                  <a:lnTo>
                    <a:pt x="161313" y="336174"/>
                  </a:lnTo>
                  <a:lnTo>
                    <a:pt x="162277" y="334146"/>
                  </a:lnTo>
                  <a:lnTo>
                    <a:pt x="162985" y="330421"/>
                  </a:lnTo>
                  <a:lnTo>
                    <a:pt x="163705" y="321823"/>
                  </a:lnTo>
                  <a:lnTo>
                    <a:pt x="163711" y="320480"/>
                  </a:lnTo>
                  <a:lnTo>
                    <a:pt x="163233" y="318642"/>
                  </a:lnTo>
                  <a:lnTo>
                    <a:pt x="162142" y="316475"/>
                  </a:lnTo>
                  <a:lnTo>
                    <a:pt x="160232" y="314699"/>
                  </a:lnTo>
                  <a:lnTo>
                    <a:pt x="151639" y="309980"/>
                  </a:lnTo>
                  <a:lnTo>
                    <a:pt x="149191" y="308034"/>
                  </a:lnTo>
                  <a:lnTo>
                    <a:pt x="147813" y="306314"/>
                  </a:lnTo>
                  <a:lnTo>
                    <a:pt x="146419" y="303751"/>
                  </a:lnTo>
                  <a:lnTo>
                    <a:pt x="143552" y="296870"/>
                  </a:lnTo>
                  <a:lnTo>
                    <a:pt x="140600" y="296370"/>
                  </a:lnTo>
                  <a:lnTo>
                    <a:pt x="141184" y="290129"/>
                  </a:lnTo>
                  <a:lnTo>
                    <a:pt x="140868" y="277220"/>
                  </a:lnTo>
                  <a:lnTo>
                    <a:pt x="140404" y="270153"/>
                  </a:lnTo>
                  <a:lnTo>
                    <a:pt x="139311" y="264369"/>
                  </a:lnTo>
                  <a:lnTo>
                    <a:pt x="135726" y="252933"/>
                  </a:lnTo>
                  <a:lnTo>
                    <a:pt x="135071" y="249680"/>
                  </a:lnTo>
                  <a:lnTo>
                    <a:pt x="135026" y="247481"/>
                  </a:lnTo>
                  <a:lnTo>
                    <a:pt x="135372" y="245438"/>
                  </a:lnTo>
                  <a:lnTo>
                    <a:pt x="136099" y="243440"/>
                  </a:lnTo>
                  <a:lnTo>
                    <a:pt x="137312" y="241283"/>
                  </a:lnTo>
                  <a:lnTo>
                    <a:pt x="138963" y="239252"/>
                  </a:lnTo>
                  <a:lnTo>
                    <a:pt x="150702" y="228227"/>
                  </a:lnTo>
                  <a:lnTo>
                    <a:pt x="151933" y="226169"/>
                  </a:lnTo>
                  <a:lnTo>
                    <a:pt x="152527" y="222602"/>
                  </a:lnTo>
                  <a:lnTo>
                    <a:pt x="152098" y="221277"/>
                  </a:lnTo>
                  <a:lnTo>
                    <a:pt x="151187" y="220013"/>
                  </a:lnTo>
                  <a:lnTo>
                    <a:pt x="149288" y="218686"/>
                  </a:lnTo>
                  <a:lnTo>
                    <a:pt x="147347" y="217796"/>
                  </a:lnTo>
                  <a:lnTo>
                    <a:pt x="135928" y="214622"/>
                  </a:lnTo>
                  <a:lnTo>
                    <a:pt x="130921" y="213867"/>
                  </a:lnTo>
                  <a:lnTo>
                    <a:pt x="117214" y="212483"/>
                  </a:lnTo>
                  <a:lnTo>
                    <a:pt x="115233" y="211984"/>
                  </a:lnTo>
                  <a:lnTo>
                    <a:pt x="113050" y="211022"/>
                  </a:lnTo>
                  <a:lnTo>
                    <a:pt x="111351" y="209471"/>
                  </a:lnTo>
                  <a:lnTo>
                    <a:pt x="107621" y="203639"/>
                  </a:lnTo>
                  <a:lnTo>
                    <a:pt x="102415" y="191496"/>
                  </a:lnTo>
                  <a:lnTo>
                    <a:pt x="101354" y="190419"/>
                  </a:lnTo>
                  <a:lnTo>
                    <a:pt x="100029" y="189711"/>
                  </a:lnTo>
                  <a:lnTo>
                    <a:pt x="98855" y="189505"/>
                  </a:lnTo>
                  <a:lnTo>
                    <a:pt x="97805" y="189871"/>
                  </a:lnTo>
                  <a:lnTo>
                    <a:pt x="96951" y="191052"/>
                  </a:lnTo>
                  <a:lnTo>
                    <a:pt x="96137" y="195832"/>
                  </a:lnTo>
                  <a:lnTo>
                    <a:pt x="94970" y="199762"/>
                  </a:lnTo>
                  <a:lnTo>
                    <a:pt x="94273" y="201116"/>
                  </a:lnTo>
                  <a:lnTo>
                    <a:pt x="93248" y="202282"/>
                  </a:lnTo>
                  <a:lnTo>
                    <a:pt x="91761" y="203209"/>
                  </a:lnTo>
                  <a:lnTo>
                    <a:pt x="90279" y="203402"/>
                  </a:lnTo>
                  <a:lnTo>
                    <a:pt x="86629" y="202204"/>
                  </a:lnTo>
                  <a:lnTo>
                    <a:pt x="85012" y="201186"/>
                  </a:lnTo>
                  <a:lnTo>
                    <a:pt x="83920" y="199863"/>
                  </a:lnTo>
                  <a:lnTo>
                    <a:pt x="82279" y="196670"/>
                  </a:lnTo>
                  <a:lnTo>
                    <a:pt x="72992" y="171362"/>
                  </a:lnTo>
                  <a:lnTo>
                    <a:pt x="71441" y="168248"/>
                  </a:lnTo>
                  <a:lnTo>
                    <a:pt x="68666" y="164911"/>
                  </a:lnTo>
                  <a:lnTo>
                    <a:pt x="54928" y="152760"/>
                  </a:lnTo>
                  <a:lnTo>
                    <a:pt x="53236" y="150713"/>
                  </a:lnTo>
                  <a:lnTo>
                    <a:pt x="51922" y="148404"/>
                  </a:lnTo>
                  <a:lnTo>
                    <a:pt x="50959" y="145546"/>
                  </a:lnTo>
                  <a:lnTo>
                    <a:pt x="50584" y="142486"/>
                  </a:lnTo>
                  <a:lnTo>
                    <a:pt x="51607" y="133213"/>
                  </a:lnTo>
                  <a:lnTo>
                    <a:pt x="69989" y="129409"/>
                  </a:lnTo>
                  <a:lnTo>
                    <a:pt x="111215" y="120876"/>
                  </a:lnTo>
                  <a:lnTo>
                    <a:pt x="137259" y="115486"/>
                  </a:lnTo>
                  <a:lnTo>
                    <a:pt x="166926" y="109346"/>
                  </a:lnTo>
                  <a:lnTo>
                    <a:pt x="218580" y="98655"/>
                  </a:lnTo>
                  <a:lnTo>
                    <a:pt x="232680" y="95737"/>
                  </a:lnTo>
                  <a:lnTo>
                    <a:pt x="234847" y="95022"/>
                  </a:lnTo>
                  <a:lnTo>
                    <a:pt x="235603" y="95069"/>
                  </a:lnTo>
                  <a:lnTo>
                    <a:pt x="236774" y="95642"/>
                  </a:lnTo>
                  <a:lnTo>
                    <a:pt x="238125" y="95747"/>
                  </a:lnTo>
                  <a:lnTo>
                    <a:pt x="240480" y="95128"/>
                  </a:lnTo>
                  <a:lnTo>
                    <a:pt x="241447" y="94440"/>
                  </a:lnTo>
                  <a:lnTo>
                    <a:pt x="241871" y="93488"/>
                  </a:lnTo>
                  <a:lnTo>
                    <a:pt x="242026" y="91783"/>
                  </a:lnTo>
                  <a:lnTo>
                    <a:pt x="241323" y="89658"/>
                  </a:lnTo>
                  <a:lnTo>
                    <a:pt x="241772" y="85921"/>
                  </a:lnTo>
                  <a:lnTo>
                    <a:pt x="241293" y="82934"/>
                  </a:lnTo>
                  <a:lnTo>
                    <a:pt x="241626" y="80339"/>
                  </a:lnTo>
                  <a:lnTo>
                    <a:pt x="240827" y="76507"/>
                  </a:lnTo>
                  <a:lnTo>
                    <a:pt x="241205" y="74977"/>
                  </a:lnTo>
                  <a:lnTo>
                    <a:pt x="241710" y="74353"/>
                  </a:lnTo>
                  <a:lnTo>
                    <a:pt x="243221" y="73393"/>
                  </a:lnTo>
                  <a:lnTo>
                    <a:pt x="243764" y="72715"/>
                  </a:lnTo>
                  <a:lnTo>
                    <a:pt x="244958" y="68918"/>
                  </a:lnTo>
                  <a:lnTo>
                    <a:pt x="246271" y="68351"/>
                  </a:lnTo>
                  <a:lnTo>
                    <a:pt x="247263" y="67416"/>
                  </a:lnTo>
                  <a:lnTo>
                    <a:pt x="247429" y="64840"/>
                  </a:lnTo>
                  <a:lnTo>
                    <a:pt x="247891" y="63517"/>
                  </a:lnTo>
                  <a:lnTo>
                    <a:pt x="248648" y="62554"/>
                  </a:lnTo>
                  <a:lnTo>
                    <a:pt x="250094" y="62075"/>
                  </a:lnTo>
                  <a:lnTo>
                    <a:pt x="252174" y="63015"/>
                  </a:lnTo>
                  <a:lnTo>
                    <a:pt x="252606" y="62995"/>
                  </a:lnTo>
                  <a:lnTo>
                    <a:pt x="254124" y="62088"/>
                  </a:lnTo>
                  <a:lnTo>
                    <a:pt x="254659" y="61133"/>
                  </a:lnTo>
                  <a:lnTo>
                    <a:pt x="254674" y="60136"/>
                  </a:lnTo>
                  <a:lnTo>
                    <a:pt x="253870" y="58953"/>
                  </a:lnTo>
                  <a:lnTo>
                    <a:pt x="250832" y="57889"/>
                  </a:lnTo>
                  <a:lnTo>
                    <a:pt x="250757" y="56478"/>
                  </a:lnTo>
                  <a:lnTo>
                    <a:pt x="252445" y="55494"/>
                  </a:lnTo>
                  <a:lnTo>
                    <a:pt x="254684" y="53725"/>
                  </a:lnTo>
                  <a:lnTo>
                    <a:pt x="255042" y="52813"/>
                  </a:lnTo>
                  <a:lnTo>
                    <a:pt x="254933" y="50981"/>
                  </a:lnTo>
                  <a:lnTo>
                    <a:pt x="255487" y="47749"/>
                  </a:lnTo>
                  <a:lnTo>
                    <a:pt x="257218" y="45561"/>
                  </a:lnTo>
                  <a:lnTo>
                    <a:pt x="259487" y="44323"/>
                  </a:lnTo>
                  <a:lnTo>
                    <a:pt x="260708" y="42978"/>
                  </a:lnTo>
                  <a:lnTo>
                    <a:pt x="260536" y="41981"/>
                  </a:lnTo>
                  <a:lnTo>
                    <a:pt x="260229" y="41509"/>
                  </a:lnTo>
                  <a:lnTo>
                    <a:pt x="257535" y="40201"/>
                  </a:lnTo>
                  <a:lnTo>
                    <a:pt x="257069" y="39762"/>
                  </a:lnTo>
                  <a:lnTo>
                    <a:pt x="256642" y="38866"/>
                  </a:lnTo>
                  <a:lnTo>
                    <a:pt x="256583" y="38081"/>
                  </a:lnTo>
                  <a:lnTo>
                    <a:pt x="257732" y="37411"/>
                  </a:lnTo>
                  <a:lnTo>
                    <a:pt x="259550" y="37077"/>
                  </a:lnTo>
                  <a:lnTo>
                    <a:pt x="260263" y="35885"/>
                  </a:lnTo>
                  <a:lnTo>
                    <a:pt x="262259" y="35304"/>
                  </a:lnTo>
                  <a:lnTo>
                    <a:pt x="263107" y="35220"/>
                  </a:lnTo>
                  <a:lnTo>
                    <a:pt x="264906" y="35836"/>
                  </a:lnTo>
                  <a:lnTo>
                    <a:pt x="265809" y="34714"/>
                  </a:lnTo>
                  <a:lnTo>
                    <a:pt x="264882" y="29685"/>
                  </a:lnTo>
                  <a:lnTo>
                    <a:pt x="266199" y="23877"/>
                  </a:lnTo>
                  <a:lnTo>
                    <a:pt x="266509" y="23642"/>
                  </a:lnTo>
                  <a:lnTo>
                    <a:pt x="268967" y="23698"/>
                  </a:lnTo>
                  <a:lnTo>
                    <a:pt x="270727" y="22582"/>
                  </a:lnTo>
                  <a:lnTo>
                    <a:pt x="272360" y="22135"/>
                  </a:lnTo>
                  <a:lnTo>
                    <a:pt x="272404" y="21584"/>
                  </a:lnTo>
                  <a:lnTo>
                    <a:pt x="271532" y="20199"/>
                  </a:lnTo>
                  <a:lnTo>
                    <a:pt x="271122" y="18002"/>
                  </a:lnTo>
                  <a:lnTo>
                    <a:pt x="272111" y="17325"/>
                  </a:lnTo>
                  <a:lnTo>
                    <a:pt x="272971" y="16365"/>
                  </a:lnTo>
                  <a:lnTo>
                    <a:pt x="273647" y="14071"/>
                  </a:lnTo>
                  <a:lnTo>
                    <a:pt x="274260" y="13573"/>
                  </a:lnTo>
                  <a:lnTo>
                    <a:pt x="274990" y="13531"/>
                  </a:lnTo>
                  <a:lnTo>
                    <a:pt x="275882" y="15353"/>
                  </a:lnTo>
                  <a:lnTo>
                    <a:pt x="276973" y="15401"/>
                  </a:lnTo>
                  <a:lnTo>
                    <a:pt x="276189" y="12461"/>
                  </a:lnTo>
                  <a:lnTo>
                    <a:pt x="276323" y="10774"/>
                  </a:lnTo>
                  <a:lnTo>
                    <a:pt x="276824" y="9466"/>
                  </a:lnTo>
                  <a:lnTo>
                    <a:pt x="277402" y="9169"/>
                  </a:lnTo>
                  <a:lnTo>
                    <a:pt x="277904" y="9354"/>
                  </a:lnTo>
                  <a:lnTo>
                    <a:pt x="279280" y="10945"/>
                  </a:lnTo>
                  <a:lnTo>
                    <a:pt x="279835" y="12070"/>
                  </a:lnTo>
                  <a:lnTo>
                    <a:pt x="280708" y="12356"/>
                  </a:lnTo>
                  <a:lnTo>
                    <a:pt x="280977" y="10395"/>
                  </a:lnTo>
                  <a:lnTo>
                    <a:pt x="282813" y="10242"/>
                  </a:lnTo>
                  <a:lnTo>
                    <a:pt x="283705" y="9690"/>
                  </a:lnTo>
                  <a:lnTo>
                    <a:pt x="284539" y="7723"/>
                  </a:lnTo>
                  <a:lnTo>
                    <a:pt x="287880" y="3441"/>
                  </a:lnTo>
                  <a:lnTo>
                    <a:pt x="288595" y="2914"/>
                  </a:lnTo>
                  <a:lnTo>
                    <a:pt x="288747" y="2310"/>
                  </a:lnTo>
                  <a:lnTo>
                    <a:pt x="288594" y="1399"/>
                  </a:lnTo>
                  <a:lnTo>
                    <a:pt x="289017" y="920"/>
                  </a:lnTo>
                  <a:lnTo>
                    <a:pt x="289327" y="0"/>
                  </a:lnTo>
                  <a:lnTo>
                    <a:pt x="291407" y="60"/>
                  </a:lnTo>
                  <a:lnTo>
                    <a:pt x="292036" y="1661"/>
                  </a:lnTo>
                  <a:lnTo>
                    <a:pt x="293059" y="2386"/>
                  </a:lnTo>
                  <a:lnTo>
                    <a:pt x="293584" y="2401"/>
                  </a:lnTo>
                  <a:lnTo>
                    <a:pt x="294165" y="1623"/>
                  </a:lnTo>
                  <a:lnTo>
                    <a:pt x="295030" y="2260"/>
                  </a:lnTo>
                  <a:lnTo>
                    <a:pt x="296063" y="2193"/>
                  </a:lnTo>
                  <a:lnTo>
                    <a:pt x="297135" y="1388"/>
                  </a:lnTo>
                  <a:lnTo>
                    <a:pt x="297575" y="1654"/>
                  </a:lnTo>
                  <a:lnTo>
                    <a:pt x="298178" y="3210"/>
                  </a:lnTo>
                  <a:lnTo>
                    <a:pt x="299917" y="2271"/>
                  </a:lnTo>
                  <a:lnTo>
                    <a:pt x="300755" y="2705"/>
                  </a:lnTo>
                  <a:lnTo>
                    <a:pt x="302233" y="2812"/>
                  </a:lnTo>
                  <a:lnTo>
                    <a:pt x="303147" y="2627"/>
                  </a:lnTo>
                  <a:lnTo>
                    <a:pt x="303565" y="3632"/>
                  </a:lnTo>
                  <a:lnTo>
                    <a:pt x="304527" y="3278"/>
                  </a:lnTo>
                  <a:lnTo>
                    <a:pt x="304860" y="3721"/>
                  </a:lnTo>
                  <a:lnTo>
                    <a:pt x="305961" y="3098"/>
                  </a:lnTo>
                  <a:lnTo>
                    <a:pt x="306807" y="3169"/>
                  </a:lnTo>
                  <a:lnTo>
                    <a:pt x="307555" y="2554"/>
                  </a:lnTo>
                  <a:lnTo>
                    <a:pt x="308053" y="2459"/>
                  </a:lnTo>
                  <a:lnTo>
                    <a:pt x="309473" y="3707"/>
                  </a:lnTo>
                  <a:lnTo>
                    <a:pt x="310194" y="2855"/>
                  </a:lnTo>
                  <a:lnTo>
                    <a:pt x="311880" y="2509"/>
                  </a:lnTo>
                  <a:lnTo>
                    <a:pt x="312669" y="2059"/>
                  </a:lnTo>
                  <a:lnTo>
                    <a:pt x="313687" y="929"/>
                  </a:lnTo>
                  <a:lnTo>
                    <a:pt x="314140" y="44"/>
                  </a:lnTo>
                  <a:lnTo>
                    <a:pt x="314482" y="133"/>
                  </a:lnTo>
                  <a:lnTo>
                    <a:pt x="314448" y="550"/>
                  </a:lnTo>
                  <a:lnTo>
                    <a:pt x="314713" y="759"/>
                  </a:lnTo>
                  <a:lnTo>
                    <a:pt x="316719" y="428"/>
                  </a:lnTo>
                  <a:lnTo>
                    <a:pt x="317608" y="1403"/>
                  </a:lnTo>
                  <a:lnTo>
                    <a:pt x="318687" y="2060"/>
                  </a:lnTo>
                  <a:lnTo>
                    <a:pt x="319135" y="3288"/>
                  </a:lnTo>
                  <a:lnTo>
                    <a:pt x="320339" y="3349"/>
                  </a:lnTo>
                  <a:lnTo>
                    <a:pt x="321562" y="4809"/>
                  </a:lnTo>
                  <a:lnTo>
                    <a:pt x="322003" y="5030"/>
                  </a:lnTo>
                  <a:lnTo>
                    <a:pt x="322358" y="5715"/>
                  </a:lnTo>
                  <a:lnTo>
                    <a:pt x="323066" y="6226"/>
                  </a:lnTo>
                  <a:lnTo>
                    <a:pt x="323764" y="6403"/>
                  </a:lnTo>
                  <a:lnTo>
                    <a:pt x="323784" y="7257"/>
                  </a:lnTo>
                  <a:lnTo>
                    <a:pt x="324489" y="7457"/>
                  </a:lnTo>
                  <a:lnTo>
                    <a:pt x="325020" y="8195"/>
                  </a:lnTo>
                  <a:lnTo>
                    <a:pt x="325531" y="8502"/>
                  </a:lnTo>
                  <a:lnTo>
                    <a:pt x="325364" y="9485"/>
                  </a:lnTo>
                  <a:lnTo>
                    <a:pt x="325592" y="10196"/>
                  </a:lnTo>
                  <a:lnTo>
                    <a:pt x="326690" y="10805"/>
                  </a:lnTo>
                  <a:lnTo>
                    <a:pt x="327134" y="10815"/>
                  </a:lnTo>
                  <a:lnTo>
                    <a:pt x="327782" y="11355"/>
                  </a:lnTo>
                  <a:lnTo>
                    <a:pt x="328684" y="12630"/>
                  </a:lnTo>
                  <a:lnTo>
                    <a:pt x="328856" y="13446"/>
                  </a:lnTo>
                  <a:lnTo>
                    <a:pt x="330128" y="13449"/>
                  </a:lnTo>
                  <a:lnTo>
                    <a:pt x="331318" y="12479"/>
                  </a:lnTo>
                  <a:lnTo>
                    <a:pt x="331849" y="12694"/>
                  </a:lnTo>
                  <a:lnTo>
                    <a:pt x="332639" y="12333"/>
                  </a:lnTo>
                  <a:lnTo>
                    <a:pt x="333514" y="12583"/>
                  </a:lnTo>
                  <a:lnTo>
                    <a:pt x="334663" y="13306"/>
                  </a:lnTo>
                  <a:lnTo>
                    <a:pt x="335403" y="14454"/>
                  </a:lnTo>
                  <a:lnTo>
                    <a:pt x="337871" y="14871"/>
                  </a:lnTo>
                  <a:lnTo>
                    <a:pt x="339143" y="15452"/>
                  </a:lnTo>
                  <a:lnTo>
                    <a:pt x="339883" y="17237"/>
                  </a:lnTo>
                  <a:lnTo>
                    <a:pt x="339701" y="19894"/>
                  </a:lnTo>
                  <a:lnTo>
                    <a:pt x="339438" y="20277"/>
                  </a:lnTo>
                  <a:lnTo>
                    <a:pt x="339627" y="20510"/>
                  </a:lnTo>
                  <a:lnTo>
                    <a:pt x="339295" y="21143"/>
                  </a:lnTo>
                  <a:lnTo>
                    <a:pt x="339684" y="21484"/>
                  </a:lnTo>
                  <a:lnTo>
                    <a:pt x="340005" y="22331"/>
                  </a:lnTo>
                  <a:lnTo>
                    <a:pt x="339760" y="22517"/>
                  </a:lnTo>
                  <a:lnTo>
                    <a:pt x="339752" y="25147"/>
                  </a:lnTo>
                  <a:lnTo>
                    <a:pt x="339508" y="25285"/>
                  </a:lnTo>
                  <a:lnTo>
                    <a:pt x="340520" y="26163"/>
                  </a:lnTo>
                  <a:lnTo>
                    <a:pt x="341236" y="26182"/>
                  </a:lnTo>
                  <a:lnTo>
                    <a:pt x="342352" y="26957"/>
                  </a:lnTo>
                  <a:lnTo>
                    <a:pt x="342356" y="29078"/>
                  </a:lnTo>
                  <a:lnTo>
                    <a:pt x="341906" y="29285"/>
                  </a:lnTo>
                  <a:lnTo>
                    <a:pt x="341831" y="30121"/>
                  </a:lnTo>
                  <a:lnTo>
                    <a:pt x="341982" y="31087"/>
                  </a:lnTo>
                  <a:lnTo>
                    <a:pt x="341547" y="32007"/>
                  </a:lnTo>
                  <a:lnTo>
                    <a:pt x="340950" y="32597"/>
                  </a:lnTo>
                  <a:lnTo>
                    <a:pt x="340327" y="36690"/>
                  </a:lnTo>
                  <a:lnTo>
                    <a:pt x="339028" y="38330"/>
                  </a:lnTo>
                  <a:lnTo>
                    <a:pt x="337069" y="39185"/>
                  </a:lnTo>
                  <a:lnTo>
                    <a:pt x="336673" y="40116"/>
                  </a:lnTo>
                  <a:lnTo>
                    <a:pt x="335785" y="40153"/>
                  </a:lnTo>
                  <a:lnTo>
                    <a:pt x="335021" y="41029"/>
                  </a:lnTo>
                  <a:lnTo>
                    <a:pt x="334693" y="41107"/>
                  </a:lnTo>
                  <a:lnTo>
                    <a:pt x="335370" y="42557"/>
                  </a:lnTo>
                  <a:lnTo>
                    <a:pt x="335845" y="42695"/>
                  </a:lnTo>
                  <a:lnTo>
                    <a:pt x="335715" y="43024"/>
                  </a:lnTo>
                  <a:lnTo>
                    <a:pt x="335937" y="43553"/>
                  </a:lnTo>
                  <a:lnTo>
                    <a:pt x="335645" y="44916"/>
                  </a:lnTo>
                  <a:lnTo>
                    <a:pt x="336875" y="49813"/>
                  </a:lnTo>
                  <a:lnTo>
                    <a:pt x="337491" y="50694"/>
                  </a:lnTo>
                  <a:lnTo>
                    <a:pt x="338201" y="52467"/>
                  </a:lnTo>
                  <a:lnTo>
                    <a:pt x="339023" y="53192"/>
                  </a:lnTo>
                  <a:lnTo>
                    <a:pt x="339308" y="54201"/>
                  </a:lnTo>
                  <a:lnTo>
                    <a:pt x="339568" y="54417"/>
                  </a:lnTo>
                  <a:lnTo>
                    <a:pt x="339646" y="57231"/>
                  </a:lnTo>
                  <a:lnTo>
                    <a:pt x="339074" y="59825"/>
                  </a:lnTo>
                  <a:lnTo>
                    <a:pt x="338476" y="60157"/>
                  </a:lnTo>
                  <a:lnTo>
                    <a:pt x="337985" y="60901"/>
                  </a:lnTo>
                  <a:lnTo>
                    <a:pt x="336875" y="61399"/>
                  </a:lnTo>
                  <a:lnTo>
                    <a:pt x="336808" y="62892"/>
                  </a:lnTo>
                  <a:lnTo>
                    <a:pt x="336271" y="63536"/>
                  </a:lnTo>
                  <a:lnTo>
                    <a:pt x="334750" y="64438"/>
                  </a:lnTo>
                  <a:lnTo>
                    <a:pt x="333787" y="66123"/>
                  </a:lnTo>
                  <a:lnTo>
                    <a:pt x="333903" y="66270"/>
                  </a:lnTo>
                  <a:lnTo>
                    <a:pt x="333281" y="66629"/>
                  </a:lnTo>
                  <a:lnTo>
                    <a:pt x="331488" y="66993"/>
                  </a:lnTo>
                  <a:lnTo>
                    <a:pt x="329507" y="68733"/>
                  </a:lnTo>
                  <a:lnTo>
                    <a:pt x="329070" y="69675"/>
                  </a:lnTo>
                  <a:lnTo>
                    <a:pt x="328688" y="71755"/>
                  </a:lnTo>
                  <a:lnTo>
                    <a:pt x="329014" y="71960"/>
                  </a:lnTo>
                  <a:lnTo>
                    <a:pt x="328144" y="73042"/>
                  </a:lnTo>
                  <a:lnTo>
                    <a:pt x="328204" y="73569"/>
                  </a:lnTo>
                  <a:lnTo>
                    <a:pt x="327607" y="74269"/>
                  </a:lnTo>
                  <a:lnTo>
                    <a:pt x="327061" y="74481"/>
                  </a:lnTo>
                  <a:lnTo>
                    <a:pt x="327433" y="75991"/>
                  </a:lnTo>
                  <a:lnTo>
                    <a:pt x="327708" y="76232"/>
                  </a:lnTo>
                  <a:lnTo>
                    <a:pt x="327523" y="77221"/>
                  </a:lnTo>
                  <a:lnTo>
                    <a:pt x="327908" y="77870"/>
                  </a:lnTo>
                  <a:lnTo>
                    <a:pt x="328554" y="78076"/>
                  </a:lnTo>
                  <a:lnTo>
                    <a:pt x="329340" y="77898"/>
                  </a:lnTo>
                  <a:lnTo>
                    <a:pt x="330663" y="78197"/>
                  </a:lnTo>
                  <a:lnTo>
                    <a:pt x="332811" y="78187"/>
                  </a:lnTo>
                  <a:lnTo>
                    <a:pt x="334118" y="78471"/>
                  </a:lnTo>
                  <a:lnTo>
                    <a:pt x="335107" y="78237"/>
                  </a:lnTo>
                  <a:lnTo>
                    <a:pt x="336773" y="78390"/>
                  </a:lnTo>
                  <a:lnTo>
                    <a:pt x="337502" y="78629"/>
                  </a:lnTo>
                  <a:lnTo>
                    <a:pt x="338317" y="79600"/>
                  </a:lnTo>
                  <a:lnTo>
                    <a:pt x="340839" y="79858"/>
                  </a:lnTo>
                  <a:lnTo>
                    <a:pt x="342101" y="80668"/>
                  </a:lnTo>
                  <a:lnTo>
                    <a:pt x="341963" y="81188"/>
                  </a:lnTo>
                  <a:lnTo>
                    <a:pt x="342719" y="82983"/>
                  </a:lnTo>
                  <a:lnTo>
                    <a:pt x="342465" y="83302"/>
                  </a:lnTo>
                  <a:lnTo>
                    <a:pt x="342728" y="83634"/>
                  </a:lnTo>
                  <a:lnTo>
                    <a:pt x="343866" y="83539"/>
                  </a:lnTo>
                  <a:lnTo>
                    <a:pt x="346767" y="83997"/>
                  </a:lnTo>
                  <a:lnTo>
                    <a:pt x="347603" y="85315"/>
                  </a:lnTo>
                  <a:lnTo>
                    <a:pt x="348853" y="85376"/>
                  </a:lnTo>
                  <a:lnTo>
                    <a:pt x="350249" y="86379"/>
                  </a:lnTo>
                  <a:lnTo>
                    <a:pt x="351001" y="85871"/>
                  </a:lnTo>
                  <a:lnTo>
                    <a:pt x="351488" y="86146"/>
                  </a:lnTo>
                  <a:lnTo>
                    <a:pt x="352483" y="86118"/>
                  </a:lnTo>
                  <a:lnTo>
                    <a:pt x="352797" y="86784"/>
                  </a:lnTo>
                  <a:lnTo>
                    <a:pt x="353597" y="87236"/>
                  </a:lnTo>
                  <a:lnTo>
                    <a:pt x="353830" y="87873"/>
                  </a:lnTo>
                  <a:lnTo>
                    <a:pt x="355143" y="87836"/>
                  </a:lnTo>
                  <a:lnTo>
                    <a:pt x="355993" y="88459"/>
                  </a:lnTo>
                  <a:lnTo>
                    <a:pt x="356875" y="88236"/>
                  </a:lnTo>
                  <a:lnTo>
                    <a:pt x="357990" y="89136"/>
                  </a:lnTo>
                  <a:lnTo>
                    <a:pt x="359379" y="88815"/>
                  </a:lnTo>
                  <a:lnTo>
                    <a:pt x="359517" y="88478"/>
                  </a:lnTo>
                  <a:lnTo>
                    <a:pt x="360826" y="87981"/>
                  </a:lnTo>
                  <a:lnTo>
                    <a:pt x="362512" y="87986"/>
                  </a:lnTo>
                  <a:lnTo>
                    <a:pt x="364322" y="88922"/>
                  </a:lnTo>
                  <a:lnTo>
                    <a:pt x="364414" y="89178"/>
                  </a:lnTo>
                  <a:lnTo>
                    <a:pt x="364175" y="89572"/>
                  </a:lnTo>
                  <a:lnTo>
                    <a:pt x="364629" y="90189"/>
                  </a:lnTo>
                  <a:lnTo>
                    <a:pt x="365335" y="90198"/>
                  </a:lnTo>
                  <a:lnTo>
                    <a:pt x="366025" y="90944"/>
                  </a:lnTo>
                  <a:lnTo>
                    <a:pt x="366577" y="90940"/>
                  </a:lnTo>
                  <a:lnTo>
                    <a:pt x="367367" y="91400"/>
                  </a:lnTo>
                  <a:lnTo>
                    <a:pt x="367854" y="92015"/>
                  </a:lnTo>
                  <a:lnTo>
                    <a:pt x="368274" y="92777"/>
                  </a:lnTo>
                  <a:lnTo>
                    <a:pt x="368565" y="94233"/>
                  </a:lnTo>
                  <a:lnTo>
                    <a:pt x="369543" y="95262"/>
                  </a:lnTo>
                  <a:lnTo>
                    <a:pt x="369938" y="96820"/>
                  </a:lnTo>
                  <a:lnTo>
                    <a:pt x="369781" y="97891"/>
                  </a:lnTo>
                  <a:lnTo>
                    <a:pt x="370126" y="98095"/>
                  </a:lnTo>
                  <a:lnTo>
                    <a:pt x="370749" y="97933"/>
                  </a:lnTo>
                  <a:lnTo>
                    <a:pt x="371282" y="98826"/>
                  </a:lnTo>
                  <a:lnTo>
                    <a:pt x="372285" y="99763"/>
                  </a:lnTo>
                  <a:lnTo>
                    <a:pt x="372304" y="101256"/>
                  </a:lnTo>
                  <a:lnTo>
                    <a:pt x="372575" y="101659"/>
                  </a:lnTo>
                  <a:lnTo>
                    <a:pt x="374154" y="102194"/>
                  </a:lnTo>
                  <a:lnTo>
                    <a:pt x="375290" y="101888"/>
                  </a:lnTo>
                  <a:lnTo>
                    <a:pt x="376320" y="102642"/>
                  </a:lnTo>
                  <a:lnTo>
                    <a:pt x="377857" y="102320"/>
                  </a:lnTo>
                  <a:lnTo>
                    <a:pt x="379588" y="103474"/>
                  </a:lnTo>
                  <a:lnTo>
                    <a:pt x="380556" y="104578"/>
                  </a:lnTo>
                  <a:lnTo>
                    <a:pt x="381825" y="105500"/>
                  </a:lnTo>
                  <a:lnTo>
                    <a:pt x="382449" y="105535"/>
                  </a:lnTo>
                  <a:lnTo>
                    <a:pt x="383193" y="104980"/>
                  </a:lnTo>
                  <a:lnTo>
                    <a:pt x="384320" y="106416"/>
                  </a:lnTo>
                  <a:lnTo>
                    <a:pt x="385111" y="106495"/>
                  </a:lnTo>
                  <a:lnTo>
                    <a:pt x="386163" y="107604"/>
                  </a:lnTo>
                  <a:lnTo>
                    <a:pt x="388051" y="108382"/>
                  </a:lnTo>
                  <a:lnTo>
                    <a:pt x="388362" y="109062"/>
                  </a:lnTo>
                  <a:lnTo>
                    <a:pt x="388359" y="110063"/>
                  </a:lnTo>
                  <a:lnTo>
                    <a:pt x="389374" y="110831"/>
                  </a:lnTo>
                  <a:lnTo>
                    <a:pt x="390015" y="109669"/>
                  </a:lnTo>
                  <a:lnTo>
                    <a:pt x="390741" y="106973"/>
                  </a:lnTo>
                  <a:lnTo>
                    <a:pt x="390914" y="105453"/>
                  </a:lnTo>
                  <a:lnTo>
                    <a:pt x="390600" y="104551"/>
                  </a:lnTo>
                  <a:lnTo>
                    <a:pt x="389084" y="102800"/>
                  </a:lnTo>
                  <a:lnTo>
                    <a:pt x="391613" y="100738"/>
                  </a:lnTo>
                  <a:lnTo>
                    <a:pt x="391590" y="98928"/>
                  </a:lnTo>
                  <a:lnTo>
                    <a:pt x="393395" y="96433"/>
                  </a:lnTo>
                  <a:lnTo>
                    <a:pt x="393928" y="94814"/>
                  </a:lnTo>
                  <a:lnTo>
                    <a:pt x="393845" y="89969"/>
                  </a:lnTo>
                  <a:lnTo>
                    <a:pt x="393365" y="89443"/>
                  </a:lnTo>
                  <a:lnTo>
                    <a:pt x="391461" y="88517"/>
                  </a:lnTo>
                  <a:lnTo>
                    <a:pt x="391091" y="87977"/>
                  </a:lnTo>
                  <a:lnTo>
                    <a:pt x="391080" y="87532"/>
                  </a:lnTo>
                  <a:lnTo>
                    <a:pt x="392352" y="85088"/>
                  </a:lnTo>
                  <a:lnTo>
                    <a:pt x="395395" y="82180"/>
                  </a:lnTo>
                  <a:lnTo>
                    <a:pt x="396914" y="80366"/>
                  </a:lnTo>
                  <a:lnTo>
                    <a:pt x="397270" y="80435"/>
                  </a:lnTo>
                  <a:lnTo>
                    <a:pt x="398015" y="80060"/>
                  </a:lnTo>
                  <a:lnTo>
                    <a:pt x="398741" y="80507"/>
                  </a:lnTo>
                  <a:lnTo>
                    <a:pt x="399196" y="80458"/>
                  </a:lnTo>
                  <a:lnTo>
                    <a:pt x="399365" y="81273"/>
                  </a:lnTo>
                  <a:lnTo>
                    <a:pt x="400482" y="81428"/>
                  </a:lnTo>
                  <a:lnTo>
                    <a:pt x="400697" y="81984"/>
                  </a:lnTo>
                  <a:lnTo>
                    <a:pt x="402038" y="82301"/>
                  </a:lnTo>
                  <a:lnTo>
                    <a:pt x="401942" y="82795"/>
                  </a:lnTo>
                  <a:lnTo>
                    <a:pt x="402518" y="83404"/>
                  </a:lnTo>
                  <a:lnTo>
                    <a:pt x="403727" y="83785"/>
                  </a:lnTo>
                  <a:lnTo>
                    <a:pt x="403476" y="84959"/>
                  </a:lnTo>
                  <a:lnTo>
                    <a:pt x="404737" y="85648"/>
                  </a:lnTo>
                  <a:lnTo>
                    <a:pt x="405317" y="86303"/>
                  </a:lnTo>
                  <a:lnTo>
                    <a:pt x="405856" y="86199"/>
                  </a:lnTo>
                  <a:lnTo>
                    <a:pt x="406185" y="87026"/>
                  </a:lnTo>
                  <a:lnTo>
                    <a:pt x="406488" y="86741"/>
                  </a:lnTo>
                  <a:lnTo>
                    <a:pt x="407216" y="86700"/>
                  </a:lnTo>
                  <a:lnTo>
                    <a:pt x="408269" y="87148"/>
                  </a:lnTo>
                  <a:lnTo>
                    <a:pt x="408670" y="86680"/>
                  </a:lnTo>
                  <a:lnTo>
                    <a:pt x="409079" y="87050"/>
                  </a:lnTo>
                  <a:lnTo>
                    <a:pt x="410030" y="86795"/>
                  </a:lnTo>
                  <a:lnTo>
                    <a:pt x="410620" y="86237"/>
                  </a:lnTo>
                  <a:lnTo>
                    <a:pt x="411085" y="86506"/>
                  </a:lnTo>
                  <a:lnTo>
                    <a:pt x="412092" y="86146"/>
                  </a:lnTo>
                  <a:lnTo>
                    <a:pt x="412270" y="86332"/>
                  </a:lnTo>
                  <a:lnTo>
                    <a:pt x="413353" y="86249"/>
                  </a:lnTo>
                  <a:lnTo>
                    <a:pt x="415009" y="85876"/>
                  </a:lnTo>
                  <a:lnTo>
                    <a:pt x="415654" y="86531"/>
                  </a:lnTo>
                  <a:lnTo>
                    <a:pt x="416142" y="86198"/>
                  </a:lnTo>
                  <a:lnTo>
                    <a:pt x="416693" y="86693"/>
                  </a:lnTo>
                  <a:lnTo>
                    <a:pt x="417196" y="86280"/>
                  </a:lnTo>
                  <a:lnTo>
                    <a:pt x="418069" y="87155"/>
                  </a:lnTo>
                  <a:lnTo>
                    <a:pt x="418689" y="87391"/>
                  </a:lnTo>
                  <a:lnTo>
                    <a:pt x="419712" y="87489"/>
                  </a:lnTo>
                  <a:lnTo>
                    <a:pt x="420049" y="87300"/>
                  </a:lnTo>
                  <a:lnTo>
                    <a:pt x="420691" y="87991"/>
                  </a:lnTo>
                  <a:lnTo>
                    <a:pt x="422124" y="88916"/>
                  </a:lnTo>
                  <a:lnTo>
                    <a:pt x="422419" y="89391"/>
                  </a:lnTo>
                  <a:lnTo>
                    <a:pt x="423162" y="89737"/>
                  </a:lnTo>
                  <a:lnTo>
                    <a:pt x="423628" y="90321"/>
                  </a:lnTo>
                  <a:lnTo>
                    <a:pt x="424865" y="90708"/>
                  </a:lnTo>
                  <a:lnTo>
                    <a:pt x="425285" y="91708"/>
                  </a:lnTo>
                  <a:lnTo>
                    <a:pt x="425625" y="91731"/>
                  </a:lnTo>
                  <a:lnTo>
                    <a:pt x="426743" y="93213"/>
                  </a:lnTo>
                  <a:lnTo>
                    <a:pt x="426661" y="96856"/>
                  </a:lnTo>
                  <a:lnTo>
                    <a:pt x="426891" y="97198"/>
                  </a:lnTo>
                  <a:lnTo>
                    <a:pt x="427275" y="97254"/>
                  </a:lnTo>
                  <a:lnTo>
                    <a:pt x="427460" y="98151"/>
                  </a:lnTo>
                  <a:lnTo>
                    <a:pt x="428957" y="99426"/>
                  </a:lnTo>
                  <a:lnTo>
                    <a:pt x="429095" y="99868"/>
                  </a:lnTo>
                  <a:lnTo>
                    <a:pt x="429733" y="100401"/>
                  </a:lnTo>
                  <a:lnTo>
                    <a:pt x="430604" y="102887"/>
                  </a:lnTo>
                  <a:lnTo>
                    <a:pt x="430892" y="103028"/>
                  </a:lnTo>
                  <a:lnTo>
                    <a:pt x="430826" y="103887"/>
                  </a:lnTo>
                  <a:lnTo>
                    <a:pt x="431318" y="105800"/>
                  </a:lnTo>
                  <a:lnTo>
                    <a:pt x="431667" y="106319"/>
                  </a:lnTo>
                  <a:lnTo>
                    <a:pt x="432441" y="106997"/>
                  </a:lnTo>
                  <a:lnTo>
                    <a:pt x="433690" y="107437"/>
                  </a:lnTo>
                  <a:lnTo>
                    <a:pt x="434291" y="107957"/>
                  </a:lnTo>
                  <a:lnTo>
                    <a:pt x="435026" y="109133"/>
                  </a:lnTo>
                  <a:lnTo>
                    <a:pt x="435510" y="109357"/>
                  </a:lnTo>
                  <a:lnTo>
                    <a:pt x="435739" y="109750"/>
                  </a:lnTo>
                  <a:lnTo>
                    <a:pt x="436021" y="109755"/>
                  </a:lnTo>
                  <a:lnTo>
                    <a:pt x="436169" y="110049"/>
                  </a:lnTo>
                  <a:lnTo>
                    <a:pt x="435944" y="110133"/>
                  </a:lnTo>
                  <a:lnTo>
                    <a:pt x="435995" y="110365"/>
                  </a:lnTo>
                  <a:lnTo>
                    <a:pt x="436931" y="110262"/>
                  </a:lnTo>
                  <a:lnTo>
                    <a:pt x="437348" y="110568"/>
                  </a:lnTo>
                  <a:lnTo>
                    <a:pt x="437891" y="110471"/>
                  </a:lnTo>
                  <a:lnTo>
                    <a:pt x="438795" y="110747"/>
                  </a:lnTo>
                  <a:lnTo>
                    <a:pt x="439136" y="111207"/>
                  </a:lnTo>
                  <a:lnTo>
                    <a:pt x="440409" y="111333"/>
                  </a:lnTo>
                  <a:lnTo>
                    <a:pt x="440634" y="111162"/>
                  </a:lnTo>
                  <a:lnTo>
                    <a:pt x="441188" y="111242"/>
                  </a:lnTo>
                  <a:lnTo>
                    <a:pt x="441493" y="110633"/>
                  </a:lnTo>
                  <a:lnTo>
                    <a:pt x="441710" y="110931"/>
                  </a:lnTo>
                  <a:lnTo>
                    <a:pt x="442109" y="110866"/>
                  </a:lnTo>
                  <a:lnTo>
                    <a:pt x="442714" y="110298"/>
                  </a:lnTo>
                  <a:lnTo>
                    <a:pt x="443243" y="110471"/>
                  </a:lnTo>
                  <a:lnTo>
                    <a:pt x="443175" y="110186"/>
                  </a:lnTo>
                  <a:lnTo>
                    <a:pt x="443570" y="109763"/>
                  </a:lnTo>
                  <a:lnTo>
                    <a:pt x="443866" y="109697"/>
                  </a:lnTo>
                  <a:lnTo>
                    <a:pt x="444050" y="109932"/>
                  </a:lnTo>
                  <a:lnTo>
                    <a:pt x="444149" y="109686"/>
                  </a:lnTo>
                  <a:lnTo>
                    <a:pt x="444518" y="109724"/>
                  </a:lnTo>
                  <a:lnTo>
                    <a:pt x="445557" y="109003"/>
                  </a:lnTo>
                  <a:lnTo>
                    <a:pt x="446384" y="109410"/>
                  </a:lnTo>
                  <a:lnTo>
                    <a:pt x="446962" y="109217"/>
                  </a:lnTo>
                  <a:lnTo>
                    <a:pt x="448545" y="108299"/>
                  </a:lnTo>
                  <a:lnTo>
                    <a:pt x="448849" y="108340"/>
                  </a:lnTo>
                  <a:lnTo>
                    <a:pt x="450342" y="107081"/>
                  </a:lnTo>
                  <a:lnTo>
                    <a:pt x="452835" y="106645"/>
                  </a:lnTo>
                  <a:lnTo>
                    <a:pt x="453108" y="107113"/>
                  </a:lnTo>
                  <a:lnTo>
                    <a:pt x="453833" y="106324"/>
                  </a:lnTo>
                  <a:lnTo>
                    <a:pt x="455652" y="105003"/>
                  </a:lnTo>
                  <a:lnTo>
                    <a:pt x="455864" y="105261"/>
                  </a:lnTo>
                  <a:lnTo>
                    <a:pt x="456565" y="104723"/>
                  </a:lnTo>
                  <a:lnTo>
                    <a:pt x="461613" y="98627"/>
                  </a:lnTo>
                  <a:lnTo>
                    <a:pt x="464905" y="100842"/>
                  </a:lnTo>
                  <a:lnTo>
                    <a:pt x="469596" y="101810"/>
                  </a:lnTo>
                  <a:lnTo>
                    <a:pt x="470879" y="102217"/>
                  </a:lnTo>
                  <a:lnTo>
                    <a:pt x="472128" y="102953"/>
                  </a:lnTo>
                  <a:lnTo>
                    <a:pt x="476406" y="103581"/>
                  </a:lnTo>
                  <a:lnTo>
                    <a:pt x="479107" y="104496"/>
                  </a:lnTo>
                  <a:lnTo>
                    <a:pt x="480530" y="105323"/>
                  </a:lnTo>
                  <a:lnTo>
                    <a:pt x="483203" y="104588"/>
                  </a:lnTo>
                  <a:lnTo>
                    <a:pt x="484296" y="105587"/>
                  </a:lnTo>
                  <a:lnTo>
                    <a:pt x="485675" y="105243"/>
                  </a:lnTo>
                  <a:lnTo>
                    <a:pt x="485986" y="104663"/>
                  </a:lnTo>
                  <a:lnTo>
                    <a:pt x="485867" y="104333"/>
                  </a:lnTo>
                  <a:lnTo>
                    <a:pt x="485540" y="104396"/>
                  </a:lnTo>
                  <a:lnTo>
                    <a:pt x="484829" y="103752"/>
                  </a:lnTo>
                  <a:lnTo>
                    <a:pt x="484142" y="102994"/>
                  </a:lnTo>
                  <a:lnTo>
                    <a:pt x="484007" y="102277"/>
                  </a:lnTo>
                  <a:lnTo>
                    <a:pt x="483561" y="102392"/>
                  </a:lnTo>
                  <a:lnTo>
                    <a:pt x="483361" y="101940"/>
                  </a:lnTo>
                  <a:lnTo>
                    <a:pt x="482546" y="101225"/>
                  </a:lnTo>
                  <a:lnTo>
                    <a:pt x="482604" y="100994"/>
                  </a:lnTo>
                  <a:lnTo>
                    <a:pt x="481973" y="99950"/>
                  </a:lnTo>
                  <a:lnTo>
                    <a:pt x="481385" y="99543"/>
                  </a:lnTo>
                  <a:lnTo>
                    <a:pt x="481464" y="98693"/>
                  </a:lnTo>
                  <a:lnTo>
                    <a:pt x="482278" y="97320"/>
                  </a:lnTo>
                  <a:lnTo>
                    <a:pt x="482746" y="94388"/>
                  </a:lnTo>
                  <a:lnTo>
                    <a:pt x="481950" y="94072"/>
                  </a:lnTo>
                  <a:lnTo>
                    <a:pt x="481126" y="93338"/>
                  </a:lnTo>
                  <a:lnTo>
                    <a:pt x="481023" y="91675"/>
                  </a:lnTo>
                  <a:lnTo>
                    <a:pt x="481202" y="91401"/>
                  </a:lnTo>
                  <a:lnTo>
                    <a:pt x="481556" y="91371"/>
                  </a:lnTo>
                  <a:lnTo>
                    <a:pt x="482326" y="91670"/>
                  </a:lnTo>
                  <a:lnTo>
                    <a:pt x="483190" y="92454"/>
                  </a:lnTo>
                  <a:lnTo>
                    <a:pt x="485638" y="93208"/>
                  </a:lnTo>
                  <a:lnTo>
                    <a:pt x="486893" y="91467"/>
                  </a:lnTo>
                  <a:lnTo>
                    <a:pt x="487508" y="89988"/>
                  </a:lnTo>
                  <a:lnTo>
                    <a:pt x="488897" y="90104"/>
                  </a:lnTo>
                  <a:lnTo>
                    <a:pt x="491137" y="87007"/>
                  </a:lnTo>
                  <a:lnTo>
                    <a:pt x="491731" y="87153"/>
                  </a:lnTo>
                  <a:lnTo>
                    <a:pt x="492264" y="87664"/>
                  </a:lnTo>
                  <a:lnTo>
                    <a:pt x="493887" y="87965"/>
                  </a:lnTo>
                  <a:lnTo>
                    <a:pt x="493731" y="88897"/>
                  </a:lnTo>
                  <a:lnTo>
                    <a:pt x="494419" y="90453"/>
                  </a:lnTo>
                  <a:lnTo>
                    <a:pt x="493924" y="90850"/>
                  </a:lnTo>
                  <a:lnTo>
                    <a:pt x="493836" y="91661"/>
                  </a:lnTo>
                  <a:lnTo>
                    <a:pt x="491984" y="92775"/>
                  </a:lnTo>
                  <a:lnTo>
                    <a:pt x="490845" y="94138"/>
                  </a:lnTo>
                  <a:lnTo>
                    <a:pt x="489809" y="94908"/>
                  </a:lnTo>
                  <a:lnTo>
                    <a:pt x="490061" y="95900"/>
                  </a:lnTo>
                  <a:lnTo>
                    <a:pt x="489622" y="97496"/>
                  </a:lnTo>
                  <a:lnTo>
                    <a:pt x="490096" y="97986"/>
                  </a:lnTo>
                  <a:lnTo>
                    <a:pt x="489494" y="99408"/>
                  </a:lnTo>
                  <a:lnTo>
                    <a:pt x="487686" y="99601"/>
                  </a:lnTo>
                  <a:lnTo>
                    <a:pt x="487129" y="100030"/>
                  </a:lnTo>
                  <a:lnTo>
                    <a:pt x="487516" y="102121"/>
                  </a:lnTo>
                  <a:lnTo>
                    <a:pt x="488153" y="103482"/>
                  </a:lnTo>
                  <a:lnTo>
                    <a:pt x="487778" y="103885"/>
                  </a:lnTo>
                  <a:lnTo>
                    <a:pt x="486812" y="104173"/>
                  </a:lnTo>
                  <a:lnTo>
                    <a:pt x="487666" y="107106"/>
                  </a:lnTo>
                  <a:lnTo>
                    <a:pt x="487309" y="108509"/>
                  </a:lnTo>
                  <a:lnTo>
                    <a:pt x="486739" y="109396"/>
                  </a:lnTo>
                  <a:lnTo>
                    <a:pt x="487276" y="110782"/>
                  </a:lnTo>
                  <a:lnTo>
                    <a:pt x="487042" y="112611"/>
                  </a:lnTo>
                  <a:lnTo>
                    <a:pt x="487418" y="113220"/>
                  </a:lnTo>
                  <a:lnTo>
                    <a:pt x="489175" y="112350"/>
                  </a:lnTo>
                  <a:lnTo>
                    <a:pt x="489139" y="112949"/>
                  </a:lnTo>
                  <a:lnTo>
                    <a:pt x="489594" y="113235"/>
                  </a:lnTo>
                  <a:lnTo>
                    <a:pt x="489274" y="114131"/>
                  </a:lnTo>
                  <a:lnTo>
                    <a:pt x="490126" y="115436"/>
                  </a:lnTo>
                  <a:lnTo>
                    <a:pt x="490250" y="116121"/>
                  </a:lnTo>
                  <a:lnTo>
                    <a:pt x="489012" y="117781"/>
                  </a:lnTo>
                  <a:lnTo>
                    <a:pt x="489490" y="120668"/>
                  </a:lnTo>
                  <a:lnTo>
                    <a:pt x="489342" y="121408"/>
                  </a:lnTo>
                  <a:lnTo>
                    <a:pt x="487960" y="122413"/>
                  </a:lnTo>
                  <a:lnTo>
                    <a:pt x="487300" y="123491"/>
                  </a:lnTo>
                  <a:lnTo>
                    <a:pt x="486281" y="123898"/>
                  </a:lnTo>
                  <a:lnTo>
                    <a:pt x="486336" y="124275"/>
                  </a:lnTo>
                  <a:lnTo>
                    <a:pt x="486666" y="124481"/>
                  </a:lnTo>
                  <a:lnTo>
                    <a:pt x="486288" y="125212"/>
                  </a:lnTo>
                  <a:lnTo>
                    <a:pt x="486523" y="125842"/>
                  </a:lnTo>
                  <a:lnTo>
                    <a:pt x="486182" y="126304"/>
                  </a:lnTo>
                  <a:lnTo>
                    <a:pt x="486382" y="127237"/>
                  </a:lnTo>
                  <a:lnTo>
                    <a:pt x="487121" y="128284"/>
                  </a:lnTo>
                  <a:lnTo>
                    <a:pt x="487527" y="128364"/>
                  </a:lnTo>
                  <a:lnTo>
                    <a:pt x="487911" y="128777"/>
                  </a:lnTo>
                  <a:lnTo>
                    <a:pt x="488022" y="129258"/>
                  </a:lnTo>
                  <a:lnTo>
                    <a:pt x="488476" y="129718"/>
                  </a:lnTo>
                  <a:lnTo>
                    <a:pt x="489821" y="130721"/>
                  </a:lnTo>
                  <a:lnTo>
                    <a:pt x="490306" y="130832"/>
                  </a:lnTo>
                  <a:lnTo>
                    <a:pt x="490797" y="131464"/>
                  </a:lnTo>
                  <a:lnTo>
                    <a:pt x="491510" y="131841"/>
                  </a:lnTo>
                  <a:lnTo>
                    <a:pt x="492322" y="132868"/>
                  </a:lnTo>
                  <a:lnTo>
                    <a:pt x="492569" y="134187"/>
                  </a:lnTo>
                  <a:lnTo>
                    <a:pt x="492934" y="134598"/>
                  </a:lnTo>
                  <a:lnTo>
                    <a:pt x="492974" y="135208"/>
                  </a:lnTo>
                  <a:lnTo>
                    <a:pt x="492724" y="135589"/>
                  </a:lnTo>
                  <a:lnTo>
                    <a:pt x="492899" y="136067"/>
                  </a:lnTo>
                  <a:lnTo>
                    <a:pt x="494646" y="136216"/>
                  </a:lnTo>
                  <a:lnTo>
                    <a:pt x="495755" y="136970"/>
                  </a:lnTo>
                  <a:lnTo>
                    <a:pt x="495945" y="137452"/>
                  </a:lnTo>
                  <a:lnTo>
                    <a:pt x="496702" y="137572"/>
                  </a:lnTo>
                  <a:lnTo>
                    <a:pt x="498600" y="139118"/>
                  </a:lnTo>
                  <a:lnTo>
                    <a:pt x="498851" y="139047"/>
                  </a:lnTo>
                  <a:lnTo>
                    <a:pt x="499684" y="139525"/>
                  </a:lnTo>
                  <a:lnTo>
                    <a:pt x="500459" y="140595"/>
                  </a:lnTo>
                  <a:lnTo>
                    <a:pt x="500734" y="140476"/>
                  </a:lnTo>
                  <a:lnTo>
                    <a:pt x="501179" y="142367"/>
                  </a:lnTo>
                  <a:lnTo>
                    <a:pt x="501673" y="142535"/>
                  </a:lnTo>
                  <a:lnTo>
                    <a:pt x="501784" y="143258"/>
                  </a:lnTo>
                  <a:lnTo>
                    <a:pt x="502197" y="143342"/>
                  </a:lnTo>
                  <a:lnTo>
                    <a:pt x="502115" y="143809"/>
                  </a:lnTo>
                  <a:lnTo>
                    <a:pt x="502839" y="144530"/>
                  </a:lnTo>
                  <a:lnTo>
                    <a:pt x="504219" y="145016"/>
                  </a:lnTo>
                  <a:lnTo>
                    <a:pt x="505685" y="144287"/>
                  </a:lnTo>
                  <a:lnTo>
                    <a:pt x="506110" y="143855"/>
                  </a:lnTo>
                  <a:lnTo>
                    <a:pt x="506458" y="143889"/>
                  </a:lnTo>
                  <a:lnTo>
                    <a:pt x="509364" y="147692"/>
                  </a:lnTo>
                  <a:lnTo>
                    <a:pt x="509660" y="148654"/>
                  </a:lnTo>
                  <a:lnTo>
                    <a:pt x="510744" y="150377"/>
                  </a:lnTo>
                  <a:lnTo>
                    <a:pt x="511041" y="151543"/>
                  </a:lnTo>
                  <a:lnTo>
                    <a:pt x="511591" y="152198"/>
                  </a:lnTo>
                  <a:lnTo>
                    <a:pt x="511504" y="152422"/>
                  </a:lnTo>
                  <a:lnTo>
                    <a:pt x="515531" y="155236"/>
                  </a:lnTo>
                  <a:lnTo>
                    <a:pt x="517873" y="157407"/>
                  </a:lnTo>
                  <a:lnTo>
                    <a:pt x="515128" y="159610"/>
                  </a:lnTo>
                  <a:lnTo>
                    <a:pt x="514199" y="160075"/>
                  </a:lnTo>
                  <a:lnTo>
                    <a:pt x="512272" y="161823"/>
                  </a:lnTo>
                  <a:lnTo>
                    <a:pt x="509538" y="163070"/>
                  </a:lnTo>
                  <a:lnTo>
                    <a:pt x="508616" y="163865"/>
                  </a:lnTo>
                  <a:lnTo>
                    <a:pt x="509936" y="166163"/>
                  </a:lnTo>
                  <a:lnTo>
                    <a:pt x="516066" y="183592"/>
                  </a:lnTo>
                  <a:lnTo>
                    <a:pt x="520630" y="188937"/>
                  </a:lnTo>
                  <a:lnTo>
                    <a:pt x="521915" y="190441"/>
                  </a:lnTo>
                  <a:lnTo>
                    <a:pt x="522436" y="190332"/>
                  </a:lnTo>
                  <a:lnTo>
                    <a:pt x="523487" y="191045"/>
                  </a:lnTo>
                  <a:lnTo>
                    <a:pt x="524474" y="191054"/>
                  </a:lnTo>
                  <a:lnTo>
                    <a:pt x="526422" y="190367"/>
                  </a:lnTo>
                  <a:lnTo>
                    <a:pt x="527533" y="190277"/>
                  </a:lnTo>
                  <a:lnTo>
                    <a:pt x="528213" y="190585"/>
                  </a:lnTo>
                  <a:lnTo>
                    <a:pt x="530722" y="190579"/>
                  </a:lnTo>
                  <a:lnTo>
                    <a:pt x="531118" y="191043"/>
                  </a:lnTo>
                  <a:lnTo>
                    <a:pt x="532054" y="191363"/>
                  </a:lnTo>
                  <a:lnTo>
                    <a:pt x="534081" y="190742"/>
                  </a:lnTo>
                  <a:lnTo>
                    <a:pt x="535824" y="189600"/>
                  </a:lnTo>
                  <a:lnTo>
                    <a:pt x="537486" y="187696"/>
                  </a:lnTo>
                  <a:lnTo>
                    <a:pt x="538864" y="186844"/>
                  </a:lnTo>
                  <a:lnTo>
                    <a:pt x="539510" y="187567"/>
                  </a:lnTo>
                  <a:lnTo>
                    <a:pt x="540755" y="187527"/>
                  </a:lnTo>
                  <a:lnTo>
                    <a:pt x="540917" y="187786"/>
                  </a:lnTo>
                  <a:lnTo>
                    <a:pt x="541718" y="187808"/>
                  </a:lnTo>
                  <a:lnTo>
                    <a:pt x="542488" y="188682"/>
                  </a:lnTo>
                  <a:lnTo>
                    <a:pt x="545791" y="188339"/>
                  </a:lnTo>
                  <a:lnTo>
                    <a:pt x="549036" y="186907"/>
                  </a:lnTo>
                  <a:lnTo>
                    <a:pt x="551597" y="186477"/>
                  </a:lnTo>
                  <a:lnTo>
                    <a:pt x="552280" y="185871"/>
                  </a:lnTo>
                  <a:lnTo>
                    <a:pt x="554906" y="184561"/>
                  </a:lnTo>
                  <a:lnTo>
                    <a:pt x="558742" y="181914"/>
                  </a:lnTo>
                  <a:lnTo>
                    <a:pt x="561815" y="180904"/>
                  </a:lnTo>
                  <a:lnTo>
                    <a:pt x="562481" y="181293"/>
                  </a:lnTo>
                  <a:lnTo>
                    <a:pt x="563214" y="181337"/>
                  </a:lnTo>
                  <a:lnTo>
                    <a:pt x="563739" y="181633"/>
                  </a:lnTo>
                  <a:lnTo>
                    <a:pt x="563798" y="181977"/>
                  </a:lnTo>
                  <a:lnTo>
                    <a:pt x="564548" y="182221"/>
                  </a:lnTo>
                  <a:lnTo>
                    <a:pt x="565028" y="182848"/>
                  </a:lnTo>
                  <a:lnTo>
                    <a:pt x="565907" y="182902"/>
                  </a:lnTo>
                  <a:lnTo>
                    <a:pt x="566988" y="183602"/>
                  </a:lnTo>
                  <a:lnTo>
                    <a:pt x="569577" y="183685"/>
                  </a:lnTo>
                  <a:lnTo>
                    <a:pt x="570460" y="184420"/>
                  </a:lnTo>
                  <a:lnTo>
                    <a:pt x="570852" y="185187"/>
                  </a:lnTo>
                  <a:lnTo>
                    <a:pt x="571931" y="185635"/>
                  </a:lnTo>
                  <a:lnTo>
                    <a:pt x="572095" y="185983"/>
                  </a:lnTo>
                  <a:lnTo>
                    <a:pt x="571901" y="186859"/>
                  </a:lnTo>
                  <a:lnTo>
                    <a:pt x="570349" y="187106"/>
                  </a:lnTo>
                  <a:lnTo>
                    <a:pt x="569982" y="188114"/>
                  </a:lnTo>
                  <a:lnTo>
                    <a:pt x="576184" y="199134"/>
                  </a:lnTo>
                  <a:lnTo>
                    <a:pt x="577351" y="201958"/>
                  </a:lnTo>
                  <a:lnTo>
                    <a:pt x="577829" y="202109"/>
                  </a:lnTo>
                  <a:lnTo>
                    <a:pt x="578297" y="201911"/>
                  </a:lnTo>
                  <a:lnTo>
                    <a:pt x="578868" y="202688"/>
                  </a:lnTo>
                  <a:lnTo>
                    <a:pt x="578852" y="203754"/>
                  </a:lnTo>
                  <a:lnTo>
                    <a:pt x="579276" y="204470"/>
                  </a:lnTo>
                  <a:lnTo>
                    <a:pt x="579207" y="205474"/>
                  </a:lnTo>
                  <a:lnTo>
                    <a:pt x="578362" y="206019"/>
                  </a:lnTo>
                  <a:lnTo>
                    <a:pt x="577698" y="206809"/>
                  </a:lnTo>
                  <a:lnTo>
                    <a:pt x="577702" y="207412"/>
                  </a:lnTo>
                  <a:lnTo>
                    <a:pt x="576936" y="208718"/>
                  </a:lnTo>
                  <a:lnTo>
                    <a:pt x="576860" y="209243"/>
                  </a:lnTo>
                  <a:lnTo>
                    <a:pt x="575910" y="210365"/>
                  </a:lnTo>
                  <a:lnTo>
                    <a:pt x="575836" y="211619"/>
                  </a:lnTo>
                  <a:lnTo>
                    <a:pt x="577142" y="213300"/>
                  </a:lnTo>
                  <a:lnTo>
                    <a:pt x="577168" y="214909"/>
                  </a:lnTo>
                  <a:lnTo>
                    <a:pt x="577656" y="216184"/>
                  </a:lnTo>
                  <a:lnTo>
                    <a:pt x="577554" y="217030"/>
                  </a:lnTo>
                  <a:lnTo>
                    <a:pt x="578549" y="218139"/>
                  </a:lnTo>
                  <a:lnTo>
                    <a:pt x="581418" y="219346"/>
                  </a:lnTo>
                  <a:lnTo>
                    <a:pt x="589426" y="222670"/>
                  </a:lnTo>
                  <a:lnTo>
                    <a:pt x="589723" y="224000"/>
                  </a:lnTo>
                  <a:lnTo>
                    <a:pt x="590839" y="224378"/>
                  </a:lnTo>
                  <a:lnTo>
                    <a:pt x="591052" y="225675"/>
                  </a:lnTo>
                  <a:lnTo>
                    <a:pt x="591722" y="225776"/>
                  </a:lnTo>
                  <a:lnTo>
                    <a:pt x="592746" y="226399"/>
                  </a:lnTo>
                  <a:lnTo>
                    <a:pt x="593247" y="227338"/>
                  </a:lnTo>
                  <a:lnTo>
                    <a:pt x="594086" y="230540"/>
                  </a:lnTo>
                  <a:lnTo>
                    <a:pt x="595039" y="232685"/>
                  </a:lnTo>
                  <a:lnTo>
                    <a:pt x="595014" y="234336"/>
                  </a:lnTo>
                  <a:lnTo>
                    <a:pt x="594605" y="235105"/>
                  </a:lnTo>
                  <a:lnTo>
                    <a:pt x="595127" y="235407"/>
                  </a:lnTo>
                  <a:lnTo>
                    <a:pt x="595510" y="235451"/>
                  </a:lnTo>
                  <a:lnTo>
                    <a:pt x="596856" y="234666"/>
                  </a:lnTo>
                  <a:lnTo>
                    <a:pt x="598112" y="235737"/>
                  </a:lnTo>
                  <a:lnTo>
                    <a:pt x="598491" y="235819"/>
                  </a:lnTo>
                  <a:lnTo>
                    <a:pt x="599536" y="234855"/>
                  </a:lnTo>
                  <a:lnTo>
                    <a:pt x="600543" y="234708"/>
                  </a:lnTo>
                  <a:lnTo>
                    <a:pt x="602074" y="234930"/>
                  </a:lnTo>
                  <a:lnTo>
                    <a:pt x="603594" y="236231"/>
                  </a:lnTo>
                  <a:lnTo>
                    <a:pt x="604387" y="236157"/>
                  </a:lnTo>
                  <a:lnTo>
                    <a:pt x="605983" y="236515"/>
                  </a:lnTo>
                  <a:lnTo>
                    <a:pt x="606355" y="236409"/>
                  </a:lnTo>
                  <a:lnTo>
                    <a:pt x="608384" y="234505"/>
                  </a:lnTo>
                  <a:lnTo>
                    <a:pt x="608786" y="233156"/>
                  </a:lnTo>
                  <a:lnTo>
                    <a:pt x="609684" y="231676"/>
                  </a:lnTo>
                  <a:lnTo>
                    <a:pt x="610669" y="230850"/>
                  </a:lnTo>
                  <a:lnTo>
                    <a:pt x="611588" y="230734"/>
                  </a:lnTo>
                  <a:lnTo>
                    <a:pt x="612679" y="231583"/>
                  </a:lnTo>
                  <a:lnTo>
                    <a:pt x="613875" y="231440"/>
                  </a:lnTo>
                  <a:lnTo>
                    <a:pt x="613804" y="230061"/>
                  </a:lnTo>
                  <a:lnTo>
                    <a:pt x="614014" y="229586"/>
                  </a:lnTo>
                  <a:lnTo>
                    <a:pt x="614737" y="229096"/>
                  </a:lnTo>
                  <a:lnTo>
                    <a:pt x="615957" y="228908"/>
                  </a:lnTo>
                  <a:lnTo>
                    <a:pt x="616517" y="230432"/>
                  </a:lnTo>
                  <a:lnTo>
                    <a:pt x="617372" y="230491"/>
                  </a:lnTo>
                  <a:lnTo>
                    <a:pt x="617664" y="230719"/>
                  </a:lnTo>
                  <a:lnTo>
                    <a:pt x="618127" y="231413"/>
                  </a:lnTo>
                  <a:lnTo>
                    <a:pt x="617623" y="232443"/>
                  </a:lnTo>
                  <a:lnTo>
                    <a:pt x="618384" y="233560"/>
                  </a:lnTo>
                  <a:lnTo>
                    <a:pt x="617984" y="234713"/>
                  </a:lnTo>
                  <a:lnTo>
                    <a:pt x="618845" y="237623"/>
                  </a:lnTo>
                  <a:lnTo>
                    <a:pt x="619666" y="238657"/>
                  </a:lnTo>
                  <a:lnTo>
                    <a:pt x="619542" y="240707"/>
                  </a:lnTo>
                  <a:lnTo>
                    <a:pt x="619976" y="241975"/>
                  </a:lnTo>
                  <a:lnTo>
                    <a:pt x="620850" y="243218"/>
                  </a:lnTo>
                  <a:lnTo>
                    <a:pt x="620560" y="244833"/>
                  </a:lnTo>
                  <a:lnTo>
                    <a:pt x="621129" y="245847"/>
                  </a:lnTo>
                  <a:lnTo>
                    <a:pt x="620507" y="246290"/>
                  </a:lnTo>
                  <a:lnTo>
                    <a:pt x="620651" y="247208"/>
                  </a:lnTo>
                  <a:lnTo>
                    <a:pt x="619903" y="248094"/>
                  </a:lnTo>
                  <a:lnTo>
                    <a:pt x="619212" y="248407"/>
                  </a:lnTo>
                  <a:lnTo>
                    <a:pt x="618872" y="249748"/>
                  </a:lnTo>
                  <a:lnTo>
                    <a:pt x="619056" y="252033"/>
                  </a:lnTo>
                  <a:lnTo>
                    <a:pt x="618535" y="255425"/>
                  </a:lnTo>
                  <a:lnTo>
                    <a:pt x="619021" y="259085"/>
                  </a:lnTo>
                  <a:lnTo>
                    <a:pt x="619563" y="259874"/>
                  </a:lnTo>
                  <a:lnTo>
                    <a:pt x="619263" y="260689"/>
                  </a:lnTo>
                  <a:lnTo>
                    <a:pt x="620692" y="262193"/>
                  </a:lnTo>
                  <a:lnTo>
                    <a:pt x="629416" y="277004"/>
                  </a:lnTo>
                  <a:lnTo>
                    <a:pt x="631133" y="279917"/>
                  </a:lnTo>
                  <a:lnTo>
                    <a:pt x="625637" y="284005"/>
                  </a:lnTo>
                  <a:lnTo>
                    <a:pt x="625089" y="284890"/>
                  </a:lnTo>
                  <a:lnTo>
                    <a:pt x="623531" y="286084"/>
                  </a:lnTo>
                  <a:lnTo>
                    <a:pt x="622926" y="287079"/>
                  </a:lnTo>
                  <a:lnTo>
                    <a:pt x="622116" y="287434"/>
                  </a:lnTo>
                  <a:lnTo>
                    <a:pt x="620778" y="289460"/>
                  </a:lnTo>
                  <a:lnTo>
                    <a:pt x="620234" y="289820"/>
                  </a:lnTo>
                  <a:lnTo>
                    <a:pt x="620046" y="290288"/>
                  </a:lnTo>
                  <a:lnTo>
                    <a:pt x="620176" y="290766"/>
                  </a:lnTo>
                  <a:lnTo>
                    <a:pt x="619887" y="291302"/>
                  </a:lnTo>
                  <a:lnTo>
                    <a:pt x="620039" y="292432"/>
                  </a:lnTo>
                  <a:lnTo>
                    <a:pt x="619508" y="293051"/>
                  </a:lnTo>
                  <a:lnTo>
                    <a:pt x="619652" y="293834"/>
                  </a:lnTo>
                  <a:lnTo>
                    <a:pt x="619373" y="294155"/>
                  </a:lnTo>
                  <a:lnTo>
                    <a:pt x="619405" y="295712"/>
                  </a:lnTo>
                  <a:lnTo>
                    <a:pt x="619847" y="296150"/>
                  </a:lnTo>
                  <a:lnTo>
                    <a:pt x="619759" y="296657"/>
                  </a:lnTo>
                  <a:lnTo>
                    <a:pt x="618781" y="296925"/>
                  </a:lnTo>
                  <a:lnTo>
                    <a:pt x="617605" y="298141"/>
                  </a:lnTo>
                  <a:lnTo>
                    <a:pt x="615614" y="298441"/>
                  </a:lnTo>
                  <a:lnTo>
                    <a:pt x="613795" y="299360"/>
                  </a:lnTo>
                  <a:lnTo>
                    <a:pt x="612629" y="299325"/>
                  </a:lnTo>
                  <a:lnTo>
                    <a:pt x="611296" y="300638"/>
                  </a:lnTo>
                  <a:lnTo>
                    <a:pt x="610129" y="301130"/>
                  </a:lnTo>
                  <a:lnTo>
                    <a:pt x="609388" y="301018"/>
                  </a:lnTo>
                  <a:lnTo>
                    <a:pt x="608505" y="301542"/>
                  </a:lnTo>
                  <a:lnTo>
                    <a:pt x="608081" y="301275"/>
                  </a:lnTo>
                  <a:lnTo>
                    <a:pt x="606438" y="301213"/>
                  </a:lnTo>
                  <a:lnTo>
                    <a:pt x="605725" y="300562"/>
                  </a:lnTo>
                  <a:lnTo>
                    <a:pt x="603922" y="300645"/>
                  </a:lnTo>
                  <a:lnTo>
                    <a:pt x="601828" y="299982"/>
                  </a:lnTo>
                  <a:lnTo>
                    <a:pt x="600960" y="300619"/>
                  </a:lnTo>
                  <a:lnTo>
                    <a:pt x="599997" y="300379"/>
                  </a:lnTo>
                  <a:lnTo>
                    <a:pt x="598908" y="301303"/>
                  </a:lnTo>
                  <a:lnTo>
                    <a:pt x="597346" y="300563"/>
                  </a:lnTo>
                  <a:lnTo>
                    <a:pt x="596396" y="300684"/>
                  </a:lnTo>
                  <a:lnTo>
                    <a:pt x="595764" y="301145"/>
                  </a:lnTo>
                  <a:lnTo>
                    <a:pt x="594792" y="302711"/>
                  </a:lnTo>
                  <a:lnTo>
                    <a:pt x="594196" y="302980"/>
                  </a:lnTo>
                  <a:lnTo>
                    <a:pt x="593696" y="304164"/>
                  </a:lnTo>
                  <a:lnTo>
                    <a:pt x="593980" y="305014"/>
                  </a:lnTo>
                  <a:lnTo>
                    <a:pt x="593922" y="306102"/>
                  </a:lnTo>
                  <a:lnTo>
                    <a:pt x="592233" y="307853"/>
                  </a:lnTo>
                  <a:lnTo>
                    <a:pt x="591199" y="307395"/>
                  </a:lnTo>
                  <a:lnTo>
                    <a:pt x="590650" y="307726"/>
                  </a:lnTo>
                  <a:lnTo>
                    <a:pt x="590826" y="308063"/>
                  </a:lnTo>
                  <a:lnTo>
                    <a:pt x="590682" y="308302"/>
                  </a:lnTo>
                  <a:lnTo>
                    <a:pt x="591837" y="308599"/>
                  </a:lnTo>
                  <a:lnTo>
                    <a:pt x="592398" y="309349"/>
                  </a:lnTo>
                  <a:lnTo>
                    <a:pt x="592470" y="309986"/>
                  </a:lnTo>
                  <a:lnTo>
                    <a:pt x="591873" y="311219"/>
                  </a:lnTo>
                  <a:lnTo>
                    <a:pt x="591898" y="311672"/>
                  </a:lnTo>
                  <a:lnTo>
                    <a:pt x="593634" y="312722"/>
                  </a:lnTo>
                  <a:lnTo>
                    <a:pt x="594485" y="314299"/>
                  </a:lnTo>
                  <a:lnTo>
                    <a:pt x="595329" y="314610"/>
                  </a:lnTo>
                  <a:lnTo>
                    <a:pt x="595986" y="315379"/>
                  </a:lnTo>
                  <a:lnTo>
                    <a:pt x="596859" y="315541"/>
                  </a:lnTo>
                  <a:lnTo>
                    <a:pt x="597077" y="316303"/>
                  </a:lnTo>
                  <a:lnTo>
                    <a:pt x="597543" y="316841"/>
                  </a:lnTo>
                  <a:lnTo>
                    <a:pt x="599503" y="317853"/>
                  </a:lnTo>
                  <a:lnTo>
                    <a:pt x="600262" y="317862"/>
                  </a:lnTo>
                  <a:lnTo>
                    <a:pt x="600811" y="317218"/>
                  </a:lnTo>
                  <a:lnTo>
                    <a:pt x="601608" y="317432"/>
                  </a:lnTo>
                  <a:lnTo>
                    <a:pt x="602802" y="318847"/>
                  </a:lnTo>
                  <a:lnTo>
                    <a:pt x="603028" y="320220"/>
                  </a:lnTo>
                  <a:lnTo>
                    <a:pt x="603460" y="321088"/>
                  </a:lnTo>
                  <a:lnTo>
                    <a:pt x="603564" y="322206"/>
                  </a:lnTo>
                  <a:lnTo>
                    <a:pt x="604750" y="323266"/>
                  </a:lnTo>
                  <a:lnTo>
                    <a:pt x="606023" y="323537"/>
                  </a:lnTo>
                  <a:lnTo>
                    <a:pt x="607080" y="325002"/>
                  </a:lnTo>
                  <a:lnTo>
                    <a:pt x="608115" y="325010"/>
                  </a:lnTo>
                  <a:lnTo>
                    <a:pt x="608347" y="325329"/>
                  </a:lnTo>
                  <a:lnTo>
                    <a:pt x="608273" y="327321"/>
                  </a:lnTo>
                  <a:lnTo>
                    <a:pt x="607845" y="327465"/>
                  </a:lnTo>
                  <a:lnTo>
                    <a:pt x="607706" y="328190"/>
                  </a:lnTo>
                  <a:lnTo>
                    <a:pt x="606983" y="328458"/>
                  </a:lnTo>
                  <a:lnTo>
                    <a:pt x="606944" y="329154"/>
                  </a:lnTo>
                  <a:lnTo>
                    <a:pt x="606004" y="330172"/>
                  </a:lnTo>
                  <a:lnTo>
                    <a:pt x="605406" y="332093"/>
                  </a:lnTo>
                  <a:lnTo>
                    <a:pt x="604470" y="333454"/>
                  </a:lnTo>
                  <a:lnTo>
                    <a:pt x="604331" y="334266"/>
                  </a:lnTo>
                  <a:lnTo>
                    <a:pt x="618006" y="388815"/>
                  </a:lnTo>
                  <a:lnTo>
                    <a:pt x="620055" y="397002"/>
                  </a:lnTo>
                  <a:lnTo>
                    <a:pt x="642447" y="364789"/>
                  </a:lnTo>
                  <a:lnTo>
                    <a:pt x="661973" y="377876"/>
                  </a:lnTo>
                  <a:lnTo>
                    <a:pt x="665986" y="379165"/>
                  </a:lnTo>
                  <a:lnTo>
                    <a:pt x="674767" y="379649"/>
                  </a:lnTo>
                  <a:lnTo>
                    <a:pt x="690099" y="377952"/>
                  </a:lnTo>
                  <a:lnTo>
                    <a:pt x="692170" y="377543"/>
                  </a:lnTo>
                  <a:lnTo>
                    <a:pt x="696321" y="373858"/>
                  </a:lnTo>
                  <a:lnTo>
                    <a:pt x="695924" y="367825"/>
                  </a:lnTo>
                  <a:lnTo>
                    <a:pt x="696328" y="358750"/>
                  </a:lnTo>
                  <a:lnTo>
                    <a:pt x="697063" y="350795"/>
                  </a:lnTo>
                  <a:lnTo>
                    <a:pt x="700289" y="350971"/>
                  </a:lnTo>
                  <a:lnTo>
                    <a:pt x="704720" y="352004"/>
                  </a:lnTo>
                  <a:lnTo>
                    <a:pt x="709987" y="349061"/>
                  </a:lnTo>
                  <a:lnTo>
                    <a:pt x="711562" y="347823"/>
                  </a:lnTo>
                  <a:lnTo>
                    <a:pt x="711149" y="347367"/>
                  </a:lnTo>
                  <a:lnTo>
                    <a:pt x="710571" y="347314"/>
                  </a:lnTo>
                  <a:lnTo>
                    <a:pt x="710243" y="344927"/>
                  </a:lnTo>
                  <a:lnTo>
                    <a:pt x="710449" y="342428"/>
                  </a:lnTo>
                  <a:lnTo>
                    <a:pt x="710898" y="340888"/>
                  </a:lnTo>
                  <a:lnTo>
                    <a:pt x="712228" y="341614"/>
                  </a:lnTo>
                  <a:lnTo>
                    <a:pt x="714475" y="343764"/>
                  </a:lnTo>
                  <a:lnTo>
                    <a:pt x="715938" y="344447"/>
                  </a:lnTo>
                  <a:lnTo>
                    <a:pt x="716575" y="344986"/>
                  </a:lnTo>
                  <a:lnTo>
                    <a:pt x="716836" y="344914"/>
                  </a:lnTo>
                  <a:lnTo>
                    <a:pt x="718629" y="345741"/>
                  </a:lnTo>
                  <a:lnTo>
                    <a:pt x="719561" y="345928"/>
                  </a:lnTo>
                  <a:lnTo>
                    <a:pt x="720191" y="345836"/>
                  </a:lnTo>
                  <a:lnTo>
                    <a:pt x="720651" y="345479"/>
                  </a:lnTo>
                  <a:lnTo>
                    <a:pt x="721739" y="346194"/>
                  </a:lnTo>
                  <a:lnTo>
                    <a:pt x="722529" y="345963"/>
                  </a:lnTo>
                  <a:lnTo>
                    <a:pt x="725005" y="346353"/>
                  </a:lnTo>
                  <a:lnTo>
                    <a:pt x="725021" y="347702"/>
                  </a:lnTo>
                  <a:lnTo>
                    <a:pt x="725702" y="348718"/>
                  </a:lnTo>
                  <a:lnTo>
                    <a:pt x="726007" y="349943"/>
                  </a:lnTo>
                  <a:lnTo>
                    <a:pt x="727066" y="351352"/>
                  </a:lnTo>
                  <a:lnTo>
                    <a:pt x="726973" y="352095"/>
                  </a:lnTo>
                  <a:lnTo>
                    <a:pt x="727674" y="352616"/>
                  </a:lnTo>
                  <a:lnTo>
                    <a:pt x="727929" y="353106"/>
                  </a:lnTo>
                  <a:lnTo>
                    <a:pt x="728963" y="353459"/>
                  </a:lnTo>
                  <a:lnTo>
                    <a:pt x="728762" y="354463"/>
                  </a:lnTo>
                  <a:lnTo>
                    <a:pt x="729508" y="354915"/>
                  </a:lnTo>
                  <a:lnTo>
                    <a:pt x="729509" y="355742"/>
                  </a:lnTo>
                  <a:lnTo>
                    <a:pt x="729727" y="356045"/>
                  </a:lnTo>
                  <a:lnTo>
                    <a:pt x="729939" y="356180"/>
                  </a:lnTo>
                  <a:lnTo>
                    <a:pt x="730599" y="355535"/>
                  </a:lnTo>
                  <a:lnTo>
                    <a:pt x="730917" y="355528"/>
                  </a:lnTo>
                  <a:lnTo>
                    <a:pt x="731301" y="356635"/>
                  </a:lnTo>
                  <a:lnTo>
                    <a:pt x="732410" y="356606"/>
                  </a:lnTo>
                  <a:lnTo>
                    <a:pt x="732789" y="357187"/>
                  </a:lnTo>
                  <a:lnTo>
                    <a:pt x="733445" y="357381"/>
                  </a:lnTo>
                  <a:lnTo>
                    <a:pt x="734314" y="356802"/>
                  </a:lnTo>
                  <a:lnTo>
                    <a:pt x="734720" y="357144"/>
                  </a:lnTo>
                  <a:lnTo>
                    <a:pt x="735185" y="356859"/>
                  </a:lnTo>
                  <a:lnTo>
                    <a:pt x="737294" y="356517"/>
                  </a:lnTo>
                  <a:lnTo>
                    <a:pt x="738796" y="357046"/>
                  </a:lnTo>
                  <a:lnTo>
                    <a:pt x="739316" y="357602"/>
                  </a:lnTo>
                  <a:lnTo>
                    <a:pt x="739875" y="357691"/>
                  </a:lnTo>
                  <a:lnTo>
                    <a:pt x="740133" y="358518"/>
                  </a:lnTo>
                  <a:lnTo>
                    <a:pt x="740540" y="358993"/>
                  </a:lnTo>
                  <a:lnTo>
                    <a:pt x="741127" y="359000"/>
                  </a:lnTo>
                  <a:lnTo>
                    <a:pt x="742937" y="360282"/>
                  </a:lnTo>
                  <a:lnTo>
                    <a:pt x="743268" y="361309"/>
                  </a:lnTo>
                  <a:lnTo>
                    <a:pt x="745857" y="358827"/>
                  </a:lnTo>
                  <a:lnTo>
                    <a:pt x="747353" y="358493"/>
                  </a:lnTo>
                  <a:lnTo>
                    <a:pt x="748449" y="358746"/>
                  </a:lnTo>
                  <a:lnTo>
                    <a:pt x="749872" y="358217"/>
                  </a:lnTo>
                  <a:lnTo>
                    <a:pt x="751069" y="356149"/>
                  </a:lnTo>
                  <a:lnTo>
                    <a:pt x="753121" y="354872"/>
                  </a:lnTo>
                  <a:lnTo>
                    <a:pt x="754732" y="352596"/>
                  </a:lnTo>
                  <a:lnTo>
                    <a:pt x="756518" y="351143"/>
                  </a:lnTo>
                  <a:lnTo>
                    <a:pt x="758425" y="350505"/>
                  </a:lnTo>
                  <a:lnTo>
                    <a:pt x="759410" y="348402"/>
                  </a:lnTo>
                  <a:lnTo>
                    <a:pt x="759804" y="348991"/>
                  </a:lnTo>
                  <a:lnTo>
                    <a:pt x="761567" y="349374"/>
                  </a:lnTo>
                  <a:lnTo>
                    <a:pt x="762248" y="350069"/>
                  </a:lnTo>
                  <a:lnTo>
                    <a:pt x="762506" y="351461"/>
                  </a:lnTo>
                  <a:lnTo>
                    <a:pt x="763329" y="353100"/>
                  </a:lnTo>
                  <a:lnTo>
                    <a:pt x="764607" y="354646"/>
                  </a:lnTo>
                  <a:lnTo>
                    <a:pt x="765839" y="355389"/>
                  </a:lnTo>
                  <a:lnTo>
                    <a:pt x="766128" y="355989"/>
                  </a:lnTo>
                  <a:lnTo>
                    <a:pt x="766118" y="356658"/>
                  </a:lnTo>
                  <a:lnTo>
                    <a:pt x="766740" y="357624"/>
                  </a:lnTo>
                  <a:lnTo>
                    <a:pt x="768861" y="360011"/>
                  </a:lnTo>
                  <a:lnTo>
                    <a:pt x="767425" y="360541"/>
                  </a:lnTo>
                  <a:lnTo>
                    <a:pt x="765724" y="361722"/>
                  </a:lnTo>
                  <a:lnTo>
                    <a:pt x="764839" y="362585"/>
                  </a:lnTo>
                  <a:lnTo>
                    <a:pt x="763745" y="364391"/>
                  </a:lnTo>
                  <a:lnTo>
                    <a:pt x="764915" y="366027"/>
                  </a:lnTo>
                  <a:lnTo>
                    <a:pt x="767661" y="369024"/>
                  </a:lnTo>
                  <a:lnTo>
                    <a:pt x="769313" y="373203"/>
                  </a:lnTo>
                  <a:lnTo>
                    <a:pt x="768413" y="374952"/>
                  </a:lnTo>
                  <a:lnTo>
                    <a:pt x="767101" y="376567"/>
                  </a:lnTo>
                  <a:lnTo>
                    <a:pt x="766563" y="377729"/>
                  </a:lnTo>
                  <a:lnTo>
                    <a:pt x="764517" y="379450"/>
                  </a:lnTo>
                  <a:lnTo>
                    <a:pt x="763886" y="380351"/>
                  </a:lnTo>
                  <a:lnTo>
                    <a:pt x="762938" y="380743"/>
                  </a:lnTo>
                  <a:lnTo>
                    <a:pt x="761981" y="381649"/>
                  </a:lnTo>
                  <a:lnTo>
                    <a:pt x="761314" y="383544"/>
                  </a:lnTo>
                  <a:lnTo>
                    <a:pt x="760593" y="384097"/>
                  </a:lnTo>
                  <a:lnTo>
                    <a:pt x="760227" y="384738"/>
                  </a:lnTo>
                  <a:lnTo>
                    <a:pt x="760229" y="385683"/>
                  </a:lnTo>
                  <a:lnTo>
                    <a:pt x="760548" y="385863"/>
                  </a:lnTo>
                  <a:lnTo>
                    <a:pt x="759846" y="388983"/>
                  </a:lnTo>
                  <a:lnTo>
                    <a:pt x="757097" y="390228"/>
                  </a:lnTo>
                  <a:lnTo>
                    <a:pt x="756433" y="390730"/>
                  </a:lnTo>
                  <a:lnTo>
                    <a:pt x="755120" y="392777"/>
                  </a:lnTo>
                  <a:lnTo>
                    <a:pt x="754565" y="395105"/>
                  </a:lnTo>
                  <a:lnTo>
                    <a:pt x="754854" y="396053"/>
                  </a:lnTo>
                  <a:lnTo>
                    <a:pt x="752682" y="398223"/>
                  </a:lnTo>
                  <a:lnTo>
                    <a:pt x="748901" y="400142"/>
                  </a:lnTo>
                  <a:lnTo>
                    <a:pt x="747510" y="401341"/>
                  </a:lnTo>
                  <a:lnTo>
                    <a:pt x="746343" y="402813"/>
                  </a:lnTo>
                  <a:lnTo>
                    <a:pt x="746104" y="403244"/>
                  </a:lnTo>
                  <a:lnTo>
                    <a:pt x="746135" y="404794"/>
                  </a:lnTo>
                  <a:lnTo>
                    <a:pt x="746370" y="407996"/>
                  </a:lnTo>
                  <a:lnTo>
                    <a:pt x="746738" y="408786"/>
                  </a:lnTo>
                  <a:lnTo>
                    <a:pt x="746308" y="409662"/>
                  </a:lnTo>
                  <a:lnTo>
                    <a:pt x="744736" y="412259"/>
                  </a:lnTo>
                  <a:lnTo>
                    <a:pt x="743817" y="412699"/>
                  </a:lnTo>
                  <a:lnTo>
                    <a:pt x="743332" y="413591"/>
                  </a:lnTo>
                  <a:lnTo>
                    <a:pt x="741928" y="414688"/>
                  </a:lnTo>
                  <a:lnTo>
                    <a:pt x="741440" y="416368"/>
                  </a:lnTo>
                  <a:lnTo>
                    <a:pt x="740069" y="418671"/>
                  </a:lnTo>
                  <a:lnTo>
                    <a:pt x="737859" y="420595"/>
                  </a:lnTo>
                  <a:lnTo>
                    <a:pt x="737379" y="421820"/>
                  </a:lnTo>
                  <a:lnTo>
                    <a:pt x="733140" y="426852"/>
                  </a:lnTo>
                  <a:lnTo>
                    <a:pt x="731467" y="430189"/>
                  </a:lnTo>
                  <a:lnTo>
                    <a:pt x="734110" y="431726"/>
                  </a:lnTo>
                  <a:lnTo>
                    <a:pt x="734696" y="432987"/>
                  </a:lnTo>
                  <a:lnTo>
                    <a:pt x="734990" y="433188"/>
                  </a:lnTo>
                  <a:lnTo>
                    <a:pt x="734612" y="437373"/>
                  </a:lnTo>
                  <a:lnTo>
                    <a:pt x="732681" y="440271"/>
                  </a:lnTo>
                  <a:lnTo>
                    <a:pt x="729727" y="442428"/>
                  </a:lnTo>
                  <a:lnTo>
                    <a:pt x="728505" y="442840"/>
                  </a:lnTo>
                  <a:lnTo>
                    <a:pt x="727441" y="443606"/>
                  </a:lnTo>
                  <a:lnTo>
                    <a:pt x="726767" y="445012"/>
                  </a:lnTo>
                  <a:lnTo>
                    <a:pt x="726288" y="445335"/>
                  </a:lnTo>
                  <a:lnTo>
                    <a:pt x="725708" y="446315"/>
                  </a:lnTo>
                  <a:lnTo>
                    <a:pt x="727169" y="447454"/>
                  </a:lnTo>
                  <a:lnTo>
                    <a:pt x="727713" y="448892"/>
                  </a:lnTo>
                  <a:lnTo>
                    <a:pt x="728349" y="449695"/>
                  </a:lnTo>
                  <a:lnTo>
                    <a:pt x="730755" y="450713"/>
                  </a:lnTo>
                  <a:lnTo>
                    <a:pt x="731106" y="451286"/>
                  </a:lnTo>
                  <a:lnTo>
                    <a:pt x="732800" y="452706"/>
                  </a:lnTo>
                  <a:lnTo>
                    <a:pt x="733283" y="453528"/>
                  </a:lnTo>
                  <a:lnTo>
                    <a:pt x="733386" y="454752"/>
                  </a:lnTo>
                  <a:lnTo>
                    <a:pt x="734017" y="455719"/>
                  </a:lnTo>
                  <a:lnTo>
                    <a:pt x="734845" y="455857"/>
                  </a:lnTo>
                  <a:lnTo>
                    <a:pt x="735024" y="456133"/>
                  </a:lnTo>
                  <a:lnTo>
                    <a:pt x="735469" y="455992"/>
                  </a:lnTo>
                  <a:lnTo>
                    <a:pt x="736486" y="457498"/>
                  </a:lnTo>
                  <a:lnTo>
                    <a:pt x="737746" y="458640"/>
                  </a:lnTo>
                  <a:lnTo>
                    <a:pt x="737623" y="459603"/>
                  </a:lnTo>
                  <a:lnTo>
                    <a:pt x="737319" y="460004"/>
                  </a:lnTo>
                  <a:lnTo>
                    <a:pt x="737412" y="461089"/>
                  </a:lnTo>
                  <a:lnTo>
                    <a:pt x="742487" y="471460"/>
                  </a:lnTo>
                  <a:lnTo>
                    <a:pt x="740602" y="470742"/>
                  </a:lnTo>
                  <a:lnTo>
                    <a:pt x="738600" y="471054"/>
                  </a:lnTo>
                  <a:lnTo>
                    <a:pt x="737914" y="471798"/>
                  </a:lnTo>
                  <a:lnTo>
                    <a:pt x="737339" y="474716"/>
                  </a:lnTo>
                  <a:lnTo>
                    <a:pt x="736889" y="475290"/>
                  </a:lnTo>
                  <a:lnTo>
                    <a:pt x="736333" y="477080"/>
                  </a:lnTo>
                  <a:lnTo>
                    <a:pt x="735949" y="477420"/>
                  </a:lnTo>
                  <a:lnTo>
                    <a:pt x="736138" y="478217"/>
                  </a:lnTo>
                  <a:lnTo>
                    <a:pt x="736557" y="478809"/>
                  </a:lnTo>
                  <a:lnTo>
                    <a:pt x="735939" y="479344"/>
                  </a:lnTo>
                  <a:lnTo>
                    <a:pt x="735416" y="479335"/>
                  </a:lnTo>
                  <a:lnTo>
                    <a:pt x="734957" y="479968"/>
                  </a:lnTo>
                  <a:lnTo>
                    <a:pt x="734509" y="480155"/>
                  </a:lnTo>
                  <a:lnTo>
                    <a:pt x="734278" y="480546"/>
                  </a:lnTo>
                  <a:lnTo>
                    <a:pt x="734335" y="481072"/>
                  </a:lnTo>
                  <a:lnTo>
                    <a:pt x="733692" y="481855"/>
                  </a:lnTo>
                  <a:lnTo>
                    <a:pt x="732219" y="482852"/>
                  </a:lnTo>
                  <a:lnTo>
                    <a:pt x="731140" y="483930"/>
                  </a:lnTo>
                  <a:lnTo>
                    <a:pt x="729093" y="484629"/>
                  </a:lnTo>
                  <a:lnTo>
                    <a:pt x="728815" y="485235"/>
                  </a:lnTo>
                  <a:lnTo>
                    <a:pt x="728283" y="485670"/>
                  </a:lnTo>
                  <a:lnTo>
                    <a:pt x="727487" y="488032"/>
                  </a:lnTo>
                  <a:lnTo>
                    <a:pt x="726364" y="488753"/>
                  </a:lnTo>
                  <a:lnTo>
                    <a:pt x="726303" y="489331"/>
                  </a:lnTo>
                  <a:lnTo>
                    <a:pt x="725605" y="489555"/>
                  </a:lnTo>
                  <a:lnTo>
                    <a:pt x="725093" y="490343"/>
                  </a:lnTo>
                  <a:lnTo>
                    <a:pt x="724104" y="490809"/>
                  </a:lnTo>
                  <a:lnTo>
                    <a:pt x="723397" y="492216"/>
                  </a:lnTo>
                  <a:lnTo>
                    <a:pt x="722387" y="491941"/>
                  </a:lnTo>
                  <a:lnTo>
                    <a:pt x="720770" y="492683"/>
                  </a:lnTo>
                  <a:lnTo>
                    <a:pt x="719583" y="492528"/>
                  </a:lnTo>
                  <a:lnTo>
                    <a:pt x="718620" y="493390"/>
                  </a:lnTo>
                  <a:lnTo>
                    <a:pt x="718060" y="493506"/>
                  </a:lnTo>
                  <a:lnTo>
                    <a:pt x="717502" y="494347"/>
                  </a:lnTo>
                  <a:lnTo>
                    <a:pt x="716598" y="494585"/>
                  </a:lnTo>
                  <a:lnTo>
                    <a:pt x="716178" y="495471"/>
                  </a:lnTo>
                  <a:lnTo>
                    <a:pt x="714426" y="495891"/>
                  </a:lnTo>
                  <a:lnTo>
                    <a:pt x="714239" y="496237"/>
                  </a:lnTo>
                  <a:lnTo>
                    <a:pt x="713745" y="496368"/>
                  </a:lnTo>
                  <a:lnTo>
                    <a:pt x="712995" y="497469"/>
                  </a:lnTo>
                  <a:lnTo>
                    <a:pt x="712492" y="497268"/>
                  </a:lnTo>
                  <a:lnTo>
                    <a:pt x="711729" y="497464"/>
                  </a:lnTo>
                  <a:lnTo>
                    <a:pt x="711421" y="497035"/>
                  </a:lnTo>
                  <a:lnTo>
                    <a:pt x="709737" y="497067"/>
                  </a:lnTo>
                  <a:lnTo>
                    <a:pt x="709607" y="496818"/>
                  </a:lnTo>
                  <a:lnTo>
                    <a:pt x="708496" y="497343"/>
                  </a:lnTo>
                  <a:lnTo>
                    <a:pt x="707767" y="497284"/>
                  </a:lnTo>
                  <a:lnTo>
                    <a:pt x="706766" y="496813"/>
                  </a:lnTo>
                  <a:lnTo>
                    <a:pt x="704557" y="493723"/>
                  </a:lnTo>
                  <a:lnTo>
                    <a:pt x="703547" y="493480"/>
                  </a:lnTo>
                  <a:lnTo>
                    <a:pt x="702271" y="493736"/>
                  </a:lnTo>
                  <a:lnTo>
                    <a:pt x="701920" y="494579"/>
                  </a:lnTo>
                  <a:lnTo>
                    <a:pt x="700728" y="495859"/>
                  </a:lnTo>
                  <a:lnTo>
                    <a:pt x="700316" y="497947"/>
                  </a:lnTo>
                  <a:lnTo>
                    <a:pt x="700406" y="499009"/>
                  </a:lnTo>
                  <a:lnTo>
                    <a:pt x="699293" y="502438"/>
                  </a:lnTo>
                  <a:lnTo>
                    <a:pt x="699083" y="502645"/>
                  </a:lnTo>
                  <a:lnTo>
                    <a:pt x="698441" y="502584"/>
                  </a:lnTo>
                  <a:lnTo>
                    <a:pt x="697429" y="503806"/>
                  </a:lnTo>
                  <a:lnTo>
                    <a:pt x="696725" y="504273"/>
                  </a:lnTo>
                  <a:lnTo>
                    <a:pt x="696636" y="504895"/>
                  </a:lnTo>
                  <a:lnTo>
                    <a:pt x="697036" y="505440"/>
                  </a:lnTo>
                  <a:lnTo>
                    <a:pt x="696855" y="505989"/>
                  </a:lnTo>
                  <a:lnTo>
                    <a:pt x="697125" y="506511"/>
                  </a:lnTo>
                  <a:lnTo>
                    <a:pt x="697402" y="515749"/>
                  </a:lnTo>
                  <a:lnTo>
                    <a:pt x="694937" y="519026"/>
                  </a:lnTo>
                  <a:lnTo>
                    <a:pt x="693051" y="520297"/>
                  </a:lnTo>
                  <a:lnTo>
                    <a:pt x="694194" y="522685"/>
                  </a:lnTo>
                  <a:lnTo>
                    <a:pt x="696207" y="525687"/>
                  </a:lnTo>
                  <a:lnTo>
                    <a:pt x="694291" y="526691"/>
                  </a:lnTo>
                  <a:lnTo>
                    <a:pt x="693201" y="528175"/>
                  </a:lnTo>
                  <a:lnTo>
                    <a:pt x="694405" y="530160"/>
                  </a:lnTo>
                  <a:lnTo>
                    <a:pt x="694701" y="532120"/>
                  </a:lnTo>
                  <a:lnTo>
                    <a:pt x="694602" y="534391"/>
                  </a:lnTo>
                  <a:lnTo>
                    <a:pt x="699238" y="534797"/>
                  </a:lnTo>
                  <a:lnTo>
                    <a:pt x="698453" y="535370"/>
                  </a:lnTo>
                  <a:lnTo>
                    <a:pt x="697684" y="536671"/>
                  </a:lnTo>
                  <a:lnTo>
                    <a:pt x="697962" y="537744"/>
                  </a:lnTo>
                  <a:lnTo>
                    <a:pt x="696344" y="540150"/>
                  </a:lnTo>
                  <a:lnTo>
                    <a:pt x="694373" y="544510"/>
                  </a:lnTo>
                  <a:lnTo>
                    <a:pt x="695361" y="544476"/>
                  </a:lnTo>
                  <a:lnTo>
                    <a:pt x="698222" y="545757"/>
                  </a:lnTo>
                  <a:lnTo>
                    <a:pt x="699184" y="545786"/>
                  </a:lnTo>
                  <a:lnTo>
                    <a:pt x="699724" y="546173"/>
                  </a:lnTo>
                  <a:lnTo>
                    <a:pt x="700382" y="546227"/>
                  </a:lnTo>
                  <a:lnTo>
                    <a:pt x="702764" y="547340"/>
                  </a:lnTo>
                  <a:lnTo>
                    <a:pt x="702829" y="548617"/>
                  </a:lnTo>
                  <a:lnTo>
                    <a:pt x="703632" y="549048"/>
                  </a:lnTo>
                  <a:lnTo>
                    <a:pt x="705136" y="547813"/>
                  </a:lnTo>
                  <a:lnTo>
                    <a:pt x="706097" y="547778"/>
                  </a:lnTo>
                  <a:lnTo>
                    <a:pt x="707167" y="548203"/>
                  </a:lnTo>
                  <a:lnTo>
                    <a:pt x="708457" y="547949"/>
                  </a:lnTo>
                  <a:lnTo>
                    <a:pt x="710584" y="549959"/>
                  </a:lnTo>
                  <a:lnTo>
                    <a:pt x="712211" y="549940"/>
                  </a:lnTo>
                  <a:lnTo>
                    <a:pt x="713365" y="549598"/>
                  </a:lnTo>
                  <a:lnTo>
                    <a:pt x="714015" y="550909"/>
                  </a:lnTo>
                  <a:lnTo>
                    <a:pt x="715120" y="551079"/>
                  </a:lnTo>
                  <a:lnTo>
                    <a:pt x="716357" y="552417"/>
                  </a:lnTo>
                  <a:lnTo>
                    <a:pt x="716666" y="553651"/>
                  </a:lnTo>
                  <a:lnTo>
                    <a:pt x="717000" y="553748"/>
                  </a:lnTo>
                  <a:lnTo>
                    <a:pt x="718065" y="555263"/>
                  </a:lnTo>
                  <a:lnTo>
                    <a:pt x="720078" y="555865"/>
                  </a:lnTo>
                  <a:lnTo>
                    <a:pt x="722925" y="556259"/>
                  </a:lnTo>
                  <a:lnTo>
                    <a:pt x="724361" y="556379"/>
                  </a:lnTo>
                  <a:lnTo>
                    <a:pt x="726418" y="556058"/>
                  </a:lnTo>
                  <a:lnTo>
                    <a:pt x="728195" y="556309"/>
                  </a:lnTo>
                  <a:lnTo>
                    <a:pt x="730755" y="557840"/>
                  </a:lnTo>
                  <a:lnTo>
                    <a:pt x="734110" y="558172"/>
                  </a:lnTo>
                  <a:lnTo>
                    <a:pt x="736210" y="559964"/>
                  </a:lnTo>
                  <a:lnTo>
                    <a:pt x="739651" y="559841"/>
                  </a:lnTo>
                  <a:lnTo>
                    <a:pt x="742818" y="561130"/>
                  </a:lnTo>
                  <a:lnTo>
                    <a:pt x="745376" y="562941"/>
                  </a:lnTo>
                  <a:lnTo>
                    <a:pt x="746817" y="568696"/>
                  </a:lnTo>
                  <a:lnTo>
                    <a:pt x="745852" y="569165"/>
                  </a:lnTo>
                  <a:lnTo>
                    <a:pt x="745649" y="569541"/>
                  </a:lnTo>
                  <a:lnTo>
                    <a:pt x="745210" y="569629"/>
                  </a:lnTo>
                  <a:lnTo>
                    <a:pt x="744548" y="570589"/>
                  </a:lnTo>
                  <a:lnTo>
                    <a:pt x="744065" y="570589"/>
                  </a:lnTo>
                  <a:lnTo>
                    <a:pt x="743516" y="571007"/>
                  </a:lnTo>
                  <a:lnTo>
                    <a:pt x="742826" y="571129"/>
                  </a:lnTo>
                  <a:lnTo>
                    <a:pt x="740504" y="572436"/>
                  </a:lnTo>
                  <a:lnTo>
                    <a:pt x="733210" y="571183"/>
                  </a:lnTo>
                  <a:lnTo>
                    <a:pt x="731753" y="572196"/>
                  </a:lnTo>
                  <a:lnTo>
                    <a:pt x="727562" y="578078"/>
                  </a:lnTo>
                  <a:lnTo>
                    <a:pt x="726283" y="578569"/>
                  </a:lnTo>
                  <a:lnTo>
                    <a:pt x="724983" y="580139"/>
                  </a:lnTo>
                  <a:lnTo>
                    <a:pt x="723291" y="581046"/>
                  </a:lnTo>
                  <a:lnTo>
                    <a:pt x="723355" y="583008"/>
                  </a:lnTo>
                  <a:lnTo>
                    <a:pt x="722460" y="584407"/>
                  </a:lnTo>
                  <a:lnTo>
                    <a:pt x="720864" y="585269"/>
                  </a:lnTo>
                  <a:lnTo>
                    <a:pt x="720300" y="585835"/>
                  </a:lnTo>
                  <a:lnTo>
                    <a:pt x="719471" y="585677"/>
                  </a:lnTo>
                  <a:lnTo>
                    <a:pt x="718748" y="587094"/>
                  </a:lnTo>
                  <a:lnTo>
                    <a:pt x="717965" y="588018"/>
                  </a:lnTo>
                  <a:lnTo>
                    <a:pt x="718033" y="588851"/>
                  </a:lnTo>
                  <a:lnTo>
                    <a:pt x="717737" y="589269"/>
                  </a:lnTo>
                  <a:lnTo>
                    <a:pt x="717739" y="590462"/>
                  </a:lnTo>
                  <a:lnTo>
                    <a:pt x="719556" y="592227"/>
                  </a:lnTo>
                  <a:lnTo>
                    <a:pt x="719844" y="593114"/>
                  </a:lnTo>
                  <a:lnTo>
                    <a:pt x="720679" y="594132"/>
                  </a:lnTo>
                  <a:lnTo>
                    <a:pt x="724157" y="595708"/>
                  </a:lnTo>
                  <a:lnTo>
                    <a:pt x="725040" y="595679"/>
                  </a:lnTo>
                  <a:lnTo>
                    <a:pt x="726435" y="595089"/>
                  </a:lnTo>
                  <a:lnTo>
                    <a:pt x="726672" y="595275"/>
                  </a:lnTo>
                  <a:lnTo>
                    <a:pt x="726515" y="595831"/>
                  </a:lnTo>
                  <a:lnTo>
                    <a:pt x="726930" y="596209"/>
                  </a:lnTo>
                  <a:lnTo>
                    <a:pt x="728230" y="595930"/>
                  </a:lnTo>
                  <a:lnTo>
                    <a:pt x="728235" y="596872"/>
                  </a:lnTo>
                  <a:lnTo>
                    <a:pt x="729898" y="599561"/>
                  </a:lnTo>
                  <a:lnTo>
                    <a:pt x="729683" y="599856"/>
                  </a:lnTo>
                  <a:lnTo>
                    <a:pt x="731156" y="601625"/>
                  </a:lnTo>
                  <a:lnTo>
                    <a:pt x="731116" y="602499"/>
                  </a:lnTo>
                  <a:lnTo>
                    <a:pt x="731587" y="603944"/>
                  </a:lnTo>
                  <a:lnTo>
                    <a:pt x="731405" y="604903"/>
                  </a:lnTo>
                  <a:lnTo>
                    <a:pt x="730813" y="606175"/>
                  </a:lnTo>
                  <a:lnTo>
                    <a:pt x="729497" y="606142"/>
                  </a:lnTo>
                  <a:lnTo>
                    <a:pt x="729693" y="606278"/>
                  </a:lnTo>
                  <a:lnTo>
                    <a:pt x="730736" y="607392"/>
                  </a:lnTo>
                  <a:lnTo>
                    <a:pt x="733450" y="608987"/>
                  </a:lnTo>
                  <a:lnTo>
                    <a:pt x="731548" y="614222"/>
                  </a:lnTo>
                  <a:lnTo>
                    <a:pt x="731549" y="615809"/>
                  </a:lnTo>
                  <a:lnTo>
                    <a:pt x="731687" y="616196"/>
                  </a:lnTo>
                  <a:lnTo>
                    <a:pt x="732083" y="616419"/>
                  </a:lnTo>
                  <a:lnTo>
                    <a:pt x="731931" y="616856"/>
                  </a:lnTo>
                  <a:lnTo>
                    <a:pt x="732813" y="618198"/>
                  </a:lnTo>
                  <a:lnTo>
                    <a:pt x="732862" y="619308"/>
                  </a:lnTo>
                  <a:lnTo>
                    <a:pt x="733600" y="619681"/>
                  </a:lnTo>
                  <a:lnTo>
                    <a:pt x="734014" y="620597"/>
                  </a:lnTo>
                  <a:lnTo>
                    <a:pt x="733273" y="621525"/>
                  </a:lnTo>
                  <a:lnTo>
                    <a:pt x="733089" y="623267"/>
                  </a:lnTo>
                  <a:lnTo>
                    <a:pt x="733481" y="624386"/>
                  </a:lnTo>
                  <a:lnTo>
                    <a:pt x="733287" y="625105"/>
                  </a:lnTo>
                  <a:lnTo>
                    <a:pt x="733385" y="625281"/>
                  </a:lnTo>
                  <a:lnTo>
                    <a:pt x="733903" y="625117"/>
                  </a:lnTo>
                  <a:lnTo>
                    <a:pt x="733753" y="625653"/>
                  </a:lnTo>
                  <a:lnTo>
                    <a:pt x="733384" y="625799"/>
                  </a:lnTo>
                  <a:lnTo>
                    <a:pt x="733516" y="626204"/>
                  </a:lnTo>
                  <a:lnTo>
                    <a:pt x="732919" y="628019"/>
                  </a:lnTo>
                  <a:lnTo>
                    <a:pt x="732241" y="628980"/>
                  </a:lnTo>
                  <a:lnTo>
                    <a:pt x="732458" y="629562"/>
                  </a:lnTo>
                  <a:lnTo>
                    <a:pt x="732325" y="630468"/>
                  </a:lnTo>
                  <a:lnTo>
                    <a:pt x="732027" y="630850"/>
                  </a:lnTo>
                  <a:lnTo>
                    <a:pt x="732204" y="631331"/>
                  </a:lnTo>
                  <a:lnTo>
                    <a:pt x="732050" y="631824"/>
                  </a:lnTo>
                  <a:lnTo>
                    <a:pt x="732808" y="633393"/>
                  </a:lnTo>
                  <a:lnTo>
                    <a:pt x="732682" y="633708"/>
                  </a:lnTo>
                  <a:lnTo>
                    <a:pt x="733181" y="634987"/>
                  </a:lnTo>
                  <a:lnTo>
                    <a:pt x="733003" y="635373"/>
                  </a:lnTo>
                  <a:lnTo>
                    <a:pt x="733189" y="636350"/>
                  </a:lnTo>
                  <a:lnTo>
                    <a:pt x="732853" y="636916"/>
                  </a:lnTo>
                  <a:lnTo>
                    <a:pt x="733119" y="637581"/>
                  </a:lnTo>
                  <a:lnTo>
                    <a:pt x="732177" y="639945"/>
                  </a:lnTo>
                  <a:lnTo>
                    <a:pt x="732118" y="640764"/>
                  </a:lnTo>
                  <a:lnTo>
                    <a:pt x="731497" y="641054"/>
                  </a:lnTo>
                  <a:lnTo>
                    <a:pt x="731360" y="641608"/>
                  </a:lnTo>
                  <a:lnTo>
                    <a:pt x="730636" y="642605"/>
                  </a:lnTo>
                  <a:lnTo>
                    <a:pt x="729487" y="643034"/>
                  </a:lnTo>
                  <a:lnTo>
                    <a:pt x="729126" y="643539"/>
                  </a:lnTo>
                  <a:lnTo>
                    <a:pt x="726924" y="645085"/>
                  </a:lnTo>
                  <a:lnTo>
                    <a:pt x="719327" y="653693"/>
                  </a:lnTo>
                  <a:lnTo>
                    <a:pt x="719267" y="653985"/>
                  </a:lnTo>
                  <a:lnTo>
                    <a:pt x="717767" y="654899"/>
                  </a:lnTo>
                  <a:lnTo>
                    <a:pt x="716612" y="655215"/>
                  </a:lnTo>
                  <a:lnTo>
                    <a:pt x="715211" y="655140"/>
                  </a:lnTo>
                  <a:lnTo>
                    <a:pt x="714878" y="655611"/>
                  </a:lnTo>
                  <a:lnTo>
                    <a:pt x="714350" y="655797"/>
                  </a:lnTo>
                  <a:lnTo>
                    <a:pt x="714280" y="657234"/>
                  </a:lnTo>
                  <a:lnTo>
                    <a:pt x="714578" y="657734"/>
                  </a:lnTo>
                  <a:lnTo>
                    <a:pt x="714565" y="658440"/>
                  </a:lnTo>
                  <a:lnTo>
                    <a:pt x="714065" y="659069"/>
                  </a:lnTo>
                  <a:lnTo>
                    <a:pt x="713990" y="659920"/>
                  </a:lnTo>
                  <a:lnTo>
                    <a:pt x="714434" y="660465"/>
                  </a:lnTo>
                  <a:lnTo>
                    <a:pt x="715103" y="662370"/>
                  </a:lnTo>
                  <a:lnTo>
                    <a:pt x="714939" y="664542"/>
                  </a:lnTo>
                  <a:lnTo>
                    <a:pt x="714687" y="665283"/>
                  </a:lnTo>
                  <a:lnTo>
                    <a:pt x="715851" y="665597"/>
                  </a:lnTo>
                  <a:lnTo>
                    <a:pt x="716043" y="665872"/>
                  </a:lnTo>
                  <a:lnTo>
                    <a:pt x="716100" y="666673"/>
                  </a:lnTo>
                  <a:lnTo>
                    <a:pt x="715819" y="667380"/>
                  </a:lnTo>
                  <a:lnTo>
                    <a:pt x="716023" y="667802"/>
                  </a:lnTo>
                  <a:lnTo>
                    <a:pt x="715978" y="668969"/>
                  </a:lnTo>
                  <a:lnTo>
                    <a:pt x="716562" y="669713"/>
                  </a:lnTo>
                  <a:lnTo>
                    <a:pt x="716122" y="670671"/>
                  </a:lnTo>
                  <a:lnTo>
                    <a:pt x="716538" y="671465"/>
                  </a:lnTo>
                  <a:lnTo>
                    <a:pt x="716342" y="672579"/>
                  </a:lnTo>
                  <a:lnTo>
                    <a:pt x="716733" y="675859"/>
                  </a:lnTo>
                  <a:lnTo>
                    <a:pt x="717198" y="676461"/>
                  </a:lnTo>
                  <a:lnTo>
                    <a:pt x="717503" y="676384"/>
                  </a:lnTo>
                  <a:lnTo>
                    <a:pt x="718028" y="677177"/>
                  </a:lnTo>
                  <a:lnTo>
                    <a:pt x="719163" y="677842"/>
                  </a:lnTo>
                  <a:lnTo>
                    <a:pt x="720220" y="679487"/>
                  </a:lnTo>
                  <a:lnTo>
                    <a:pt x="721495" y="680189"/>
                  </a:lnTo>
                  <a:lnTo>
                    <a:pt x="720995" y="682347"/>
                  </a:lnTo>
                  <a:lnTo>
                    <a:pt x="721202" y="682577"/>
                  </a:lnTo>
                  <a:lnTo>
                    <a:pt x="720756" y="684687"/>
                  </a:lnTo>
                  <a:lnTo>
                    <a:pt x="722220" y="686886"/>
                  </a:lnTo>
                  <a:lnTo>
                    <a:pt x="722724" y="688163"/>
                  </a:lnTo>
                  <a:lnTo>
                    <a:pt x="723698" y="689408"/>
                  </a:lnTo>
                  <a:lnTo>
                    <a:pt x="724859" y="689814"/>
                  </a:lnTo>
                  <a:lnTo>
                    <a:pt x="728642" y="692982"/>
                  </a:lnTo>
                  <a:lnTo>
                    <a:pt x="728177" y="693193"/>
                  </a:lnTo>
                  <a:lnTo>
                    <a:pt x="727549" y="694082"/>
                  </a:lnTo>
                  <a:lnTo>
                    <a:pt x="726117" y="695035"/>
                  </a:lnTo>
                  <a:lnTo>
                    <a:pt x="726222" y="697487"/>
                  </a:lnTo>
                  <a:lnTo>
                    <a:pt x="725924" y="697727"/>
                  </a:lnTo>
                  <a:lnTo>
                    <a:pt x="725830" y="698273"/>
                  </a:lnTo>
                  <a:lnTo>
                    <a:pt x="725946" y="699544"/>
                  </a:lnTo>
                  <a:lnTo>
                    <a:pt x="726421" y="699632"/>
                  </a:lnTo>
                  <a:lnTo>
                    <a:pt x="726076" y="701376"/>
                  </a:lnTo>
                  <a:lnTo>
                    <a:pt x="725858" y="702351"/>
                  </a:lnTo>
                  <a:lnTo>
                    <a:pt x="724949" y="702507"/>
                  </a:lnTo>
                  <a:lnTo>
                    <a:pt x="724337" y="703471"/>
                  </a:lnTo>
                  <a:lnTo>
                    <a:pt x="723750" y="704875"/>
                  </a:lnTo>
                  <a:lnTo>
                    <a:pt x="723665" y="706057"/>
                  </a:lnTo>
                  <a:lnTo>
                    <a:pt x="723870" y="706840"/>
                  </a:lnTo>
                  <a:lnTo>
                    <a:pt x="724029" y="711119"/>
                  </a:lnTo>
                  <a:lnTo>
                    <a:pt x="724332" y="711763"/>
                  </a:lnTo>
                  <a:lnTo>
                    <a:pt x="723991" y="712144"/>
                  </a:lnTo>
                  <a:lnTo>
                    <a:pt x="726004" y="713283"/>
                  </a:lnTo>
                  <a:lnTo>
                    <a:pt x="726262" y="713142"/>
                  </a:lnTo>
                  <a:lnTo>
                    <a:pt x="727252" y="713492"/>
                  </a:lnTo>
                  <a:lnTo>
                    <a:pt x="728647" y="714584"/>
                  </a:lnTo>
                  <a:lnTo>
                    <a:pt x="729470" y="714863"/>
                  </a:lnTo>
                  <a:lnTo>
                    <a:pt x="732845" y="719805"/>
                  </a:lnTo>
                  <a:lnTo>
                    <a:pt x="733360" y="720109"/>
                  </a:lnTo>
                  <a:lnTo>
                    <a:pt x="735662" y="720150"/>
                  </a:lnTo>
                  <a:lnTo>
                    <a:pt x="736285" y="720568"/>
                  </a:lnTo>
                  <a:lnTo>
                    <a:pt x="736591" y="721364"/>
                  </a:lnTo>
                  <a:lnTo>
                    <a:pt x="737163" y="721991"/>
                  </a:lnTo>
                  <a:lnTo>
                    <a:pt x="738956" y="722768"/>
                  </a:lnTo>
                  <a:lnTo>
                    <a:pt x="738257" y="724211"/>
                  </a:lnTo>
                  <a:lnTo>
                    <a:pt x="738359" y="726858"/>
                  </a:lnTo>
                  <a:lnTo>
                    <a:pt x="738705" y="727004"/>
                  </a:lnTo>
                  <a:lnTo>
                    <a:pt x="738651" y="727451"/>
                  </a:lnTo>
                  <a:lnTo>
                    <a:pt x="738511" y="728146"/>
                  </a:lnTo>
                  <a:lnTo>
                    <a:pt x="738089" y="728475"/>
                  </a:lnTo>
                  <a:lnTo>
                    <a:pt x="737454" y="728457"/>
                  </a:lnTo>
                  <a:lnTo>
                    <a:pt x="737366" y="729021"/>
                  </a:lnTo>
                  <a:lnTo>
                    <a:pt x="736366" y="730732"/>
                  </a:lnTo>
                  <a:lnTo>
                    <a:pt x="735119" y="731871"/>
                  </a:lnTo>
                  <a:lnTo>
                    <a:pt x="733772" y="732163"/>
                  </a:lnTo>
                  <a:lnTo>
                    <a:pt x="733325" y="733794"/>
                  </a:lnTo>
                  <a:lnTo>
                    <a:pt x="732963" y="734224"/>
                  </a:lnTo>
                  <a:lnTo>
                    <a:pt x="732446" y="734336"/>
                  </a:lnTo>
                  <a:lnTo>
                    <a:pt x="731288" y="735139"/>
                  </a:lnTo>
                  <a:lnTo>
                    <a:pt x="730358" y="736934"/>
                  </a:lnTo>
                  <a:lnTo>
                    <a:pt x="728508" y="736239"/>
                  </a:lnTo>
                  <a:lnTo>
                    <a:pt x="727962" y="735824"/>
                  </a:lnTo>
                  <a:lnTo>
                    <a:pt x="727182" y="735829"/>
                  </a:lnTo>
                  <a:lnTo>
                    <a:pt x="726623" y="735457"/>
                  </a:lnTo>
                  <a:lnTo>
                    <a:pt x="724726" y="735675"/>
                  </a:lnTo>
                  <a:lnTo>
                    <a:pt x="723216" y="737320"/>
                  </a:lnTo>
                  <a:lnTo>
                    <a:pt x="721216" y="737047"/>
                  </a:lnTo>
                  <a:lnTo>
                    <a:pt x="719263" y="737954"/>
                  </a:lnTo>
                  <a:lnTo>
                    <a:pt x="718883" y="738391"/>
                  </a:lnTo>
                  <a:lnTo>
                    <a:pt x="718117" y="738437"/>
                  </a:lnTo>
                  <a:lnTo>
                    <a:pt x="717936" y="747138"/>
                  </a:lnTo>
                  <a:lnTo>
                    <a:pt x="725256" y="753340"/>
                  </a:lnTo>
                  <a:lnTo>
                    <a:pt x="723908" y="755781"/>
                  </a:lnTo>
                  <a:lnTo>
                    <a:pt x="722998" y="755852"/>
                  </a:lnTo>
                  <a:lnTo>
                    <a:pt x="721044" y="756939"/>
                  </a:lnTo>
                  <a:lnTo>
                    <a:pt x="719874" y="756914"/>
                  </a:lnTo>
                  <a:lnTo>
                    <a:pt x="717001" y="755874"/>
                  </a:lnTo>
                  <a:lnTo>
                    <a:pt x="709058" y="756062"/>
                  </a:lnTo>
                  <a:lnTo>
                    <a:pt x="708737" y="756378"/>
                  </a:lnTo>
                  <a:lnTo>
                    <a:pt x="698736" y="759109"/>
                  </a:lnTo>
                  <a:lnTo>
                    <a:pt x="698808" y="766903"/>
                  </a:lnTo>
                  <a:lnTo>
                    <a:pt x="698378" y="773999"/>
                  </a:lnTo>
                  <a:lnTo>
                    <a:pt x="696108" y="775261"/>
                  </a:lnTo>
                  <a:lnTo>
                    <a:pt x="694338" y="773683"/>
                  </a:lnTo>
                  <a:lnTo>
                    <a:pt x="694376" y="772680"/>
                  </a:lnTo>
                  <a:lnTo>
                    <a:pt x="688454" y="773369"/>
                  </a:lnTo>
                  <a:lnTo>
                    <a:pt x="686310" y="772549"/>
                  </a:lnTo>
                  <a:lnTo>
                    <a:pt x="683523" y="772285"/>
                  </a:lnTo>
                  <a:lnTo>
                    <a:pt x="682321" y="773017"/>
                  </a:lnTo>
                  <a:lnTo>
                    <a:pt x="679070" y="773851"/>
                  </a:lnTo>
                  <a:lnTo>
                    <a:pt x="677739" y="776450"/>
                  </a:lnTo>
                  <a:lnTo>
                    <a:pt x="672496" y="782486"/>
                  </a:lnTo>
                  <a:lnTo>
                    <a:pt x="672163" y="781946"/>
                  </a:lnTo>
                  <a:lnTo>
                    <a:pt x="670602" y="781231"/>
                  </a:lnTo>
                  <a:lnTo>
                    <a:pt x="669234" y="780842"/>
                  </a:lnTo>
                  <a:lnTo>
                    <a:pt x="668595" y="780406"/>
                  </a:lnTo>
                  <a:lnTo>
                    <a:pt x="667515" y="780411"/>
                  </a:lnTo>
                  <a:lnTo>
                    <a:pt x="666772" y="783001"/>
                  </a:lnTo>
                  <a:lnTo>
                    <a:pt x="666870" y="784395"/>
                  </a:lnTo>
                  <a:lnTo>
                    <a:pt x="666607" y="785378"/>
                  </a:lnTo>
                  <a:lnTo>
                    <a:pt x="666218" y="786044"/>
                  </a:lnTo>
                  <a:lnTo>
                    <a:pt x="665134" y="787035"/>
                  </a:lnTo>
                  <a:lnTo>
                    <a:pt x="664769" y="788417"/>
                  </a:lnTo>
                  <a:lnTo>
                    <a:pt x="664090" y="789666"/>
                  </a:lnTo>
                  <a:lnTo>
                    <a:pt x="664119" y="790151"/>
                  </a:lnTo>
                  <a:lnTo>
                    <a:pt x="663074" y="791755"/>
                  </a:lnTo>
                  <a:lnTo>
                    <a:pt x="662662" y="793376"/>
                  </a:lnTo>
                  <a:lnTo>
                    <a:pt x="662772" y="794251"/>
                  </a:lnTo>
                  <a:lnTo>
                    <a:pt x="661604" y="795299"/>
                  </a:lnTo>
                  <a:lnTo>
                    <a:pt x="661502" y="796476"/>
                  </a:lnTo>
                  <a:lnTo>
                    <a:pt x="660815" y="797425"/>
                  </a:lnTo>
                  <a:lnTo>
                    <a:pt x="659136" y="798543"/>
                  </a:lnTo>
                  <a:lnTo>
                    <a:pt x="658622" y="800546"/>
                  </a:lnTo>
                  <a:lnTo>
                    <a:pt x="658898" y="800963"/>
                  </a:lnTo>
                  <a:lnTo>
                    <a:pt x="654406" y="805974"/>
                  </a:lnTo>
                  <a:lnTo>
                    <a:pt x="651804" y="808089"/>
                  </a:lnTo>
                  <a:lnTo>
                    <a:pt x="647930" y="817727"/>
                  </a:lnTo>
                  <a:lnTo>
                    <a:pt x="647846" y="818546"/>
                  </a:lnTo>
                  <a:lnTo>
                    <a:pt x="647111" y="819464"/>
                  </a:lnTo>
                  <a:lnTo>
                    <a:pt x="647071" y="820150"/>
                  </a:lnTo>
                  <a:lnTo>
                    <a:pt x="646476" y="821046"/>
                  </a:lnTo>
                  <a:lnTo>
                    <a:pt x="646948" y="821295"/>
                  </a:lnTo>
                  <a:lnTo>
                    <a:pt x="646762" y="821941"/>
                  </a:lnTo>
                  <a:lnTo>
                    <a:pt x="644784" y="824327"/>
                  </a:lnTo>
                  <a:lnTo>
                    <a:pt x="643853" y="824372"/>
                  </a:lnTo>
                  <a:lnTo>
                    <a:pt x="643247" y="824831"/>
                  </a:lnTo>
                  <a:lnTo>
                    <a:pt x="642903" y="826045"/>
                  </a:lnTo>
                  <a:lnTo>
                    <a:pt x="642101" y="826666"/>
                  </a:lnTo>
                  <a:lnTo>
                    <a:pt x="639983" y="827511"/>
                  </a:lnTo>
                  <a:lnTo>
                    <a:pt x="639404" y="828357"/>
                  </a:lnTo>
                  <a:lnTo>
                    <a:pt x="638829" y="830068"/>
                  </a:lnTo>
                  <a:lnTo>
                    <a:pt x="637656" y="832032"/>
                  </a:lnTo>
                  <a:lnTo>
                    <a:pt x="637912" y="834247"/>
                  </a:lnTo>
                  <a:lnTo>
                    <a:pt x="637158" y="835421"/>
                  </a:lnTo>
                  <a:lnTo>
                    <a:pt x="637196" y="835712"/>
                  </a:lnTo>
                  <a:lnTo>
                    <a:pt x="637444" y="835770"/>
                  </a:lnTo>
                  <a:lnTo>
                    <a:pt x="637279" y="836360"/>
                  </a:lnTo>
                  <a:lnTo>
                    <a:pt x="637566" y="836985"/>
                  </a:lnTo>
                  <a:lnTo>
                    <a:pt x="638268" y="837808"/>
                  </a:lnTo>
                  <a:lnTo>
                    <a:pt x="637948" y="849429"/>
                  </a:lnTo>
                  <a:lnTo>
                    <a:pt x="639471" y="854859"/>
                  </a:lnTo>
                  <a:lnTo>
                    <a:pt x="638512" y="860068"/>
                  </a:lnTo>
                  <a:lnTo>
                    <a:pt x="639426" y="860695"/>
                  </a:lnTo>
                  <a:lnTo>
                    <a:pt x="640922" y="861176"/>
                  </a:lnTo>
                  <a:lnTo>
                    <a:pt x="642775" y="861232"/>
                  </a:lnTo>
                  <a:lnTo>
                    <a:pt x="644747" y="861875"/>
                  </a:lnTo>
                  <a:lnTo>
                    <a:pt x="645029" y="862011"/>
                  </a:lnTo>
                  <a:lnTo>
                    <a:pt x="644899" y="862352"/>
                  </a:lnTo>
                  <a:lnTo>
                    <a:pt x="645202" y="862893"/>
                  </a:lnTo>
                  <a:lnTo>
                    <a:pt x="645675" y="862946"/>
                  </a:lnTo>
                  <a:lnTo>
                    <a:pt x="647410" y="864516"/>
                  </a:lnTo>
                  <a:lnTo>
                    <a:pt x="649788" y="865377"/>
                  </a:lnTo>
                  <a:lnTo>
                    <a:pt x="652961" y="865007"/>
                  </a:lnTo>
                  <a:lnTo>
                    <a:pt x="653449" y="865402"/>
                  </a:lnTo>
                  <a:lnTo>
                    <a:pt x="654308" y="865180"/>
                  </a:lnTo>
                  <a:lnTo>
                    <a:pt x="654684" y="865319"/>
                  </a:lnTo>
                  <a:lnTo>
                    <a:pt x="655316" y="864353"/>
                  </a:lnTo>
                  <a:lnTo>
                    <a:pt x="655750" y="863967"/>
                  </a:lnTo>
                  <a:lnTo>
                    <a:pt x="656008" y="864063"/>
                  </a:lnTo>
                  <a:lnTo>
                    <a:pt x="659062" y="874607"/>
                  </a:lnTo>
                  <a:lnTo>
                    <a:pt x="661718" y="884884"/>
                  </a:lnTo>
                  <a:lnTo>
                    <a:pt x="659422" y="893411"/>
                  </a:lnTo>
                  <a:lnTo>
                    <a:pt x="655463" y="898489"/>
                  </a:lnTo>
                  <a:lnTo>
                    <a:pt x="651097" y="902620"/>
                  </a:lnTo>
                  <a:lnTo>
                    <a:pt x="649624" y="902765"/>
                  </a:lnTo>
                  <a:lnTo>
                    <a:pt x="647246" y="907250"/>
                  </a:lnTo>
                  <a:lnTo>
                    <a:pt x="646928" y="908574"/>
                  </a:lnTo>
                  <a:lnTo>
                    <a:pt x="642426" y="911738"/>
                  </a:lnTo>
                  <a:lnTo>
                    <a:pt x="636183" y="914862"/>
                  </a:lnTo>
                  <a:lnTo>
                    <a:pt x="632870" y="918734"/>
                  </a:lnTo>
                  <a:lnTo>
                    <a:pt x="630787" y="919143"/>
                  </a:lnTo>
                  <a:lnTo>
                    <a:pt x="630107" y="918934"/>
                  </a:lnTo>
                  <a:lnTo>
                    <a:pt x="630542" y="920060"/>
                  </a:lnTo>
                  <a:lnTo>
                    <a:pt x="629795" y="921004"/>
                  </a:lnTo>
                  <a:lnTo>
                    <a:pt x="626076" y="923013"/>
                  </a:lnTo>
                  <a:lnTo>
                    <a:pt x="624354" y="923229"/>
                  </a:lnTo>
                  <a:lnTo>
                    <a:pt x="623444" y="925815"/>
                  </a:lnTo>
                  <a:lnTo>
                    <a:pt x="625866" y="930211"/>
                  </a:lnTo>
                  <a:lnTo>
                    <a:pt x="625695" y="931759"/>
                  </a:lnTo>
                  <a:lnTo>
                    <a:pt x="628683" y="932235"/>
                  </a:lnTo>
                  <a:lnTo>
                    <a:pt x="630001" y="937524"/>
                  </a:lnTo>
                  <a:lnTo>
                    <a:pt x="630406" y="938343"/>
                  </a:lnTo>
                  <a:lnTo>
                    <a:pt x="631301" y="938896"/>
                  </a:lnTo>
                  <a:lnTo>
                    <a:pt x="631235" y="939992"/>
                  </a:lnTo>
                  <a:lnTo>
                    <a:pt x="631594" y="940092"/>
                  </a:lnTo>
                  <a:lnTo>
                    <a:pt x="631327" y="940606"/>
                  </a:lnTo>
                  <a:lnTo>
                    <a:pt x="633136" y="942286"/>
                  </a:lnTo>
                  <a:lnTo>
                    <a:pt x="640766" y="946732"/>
                  </a:lnTo>
                  <a:lnTo>
                    <a:pt x="642272" y="947220"/>
                  </a:lnTo>
                  <a:lnTo>
                    <a:pt x="643733" y="948372"/>
                  </a:lnTo>
                  <a:lnTo>
                    <a:pt x="645674" y="949224"/>
                  </a:lnTo>
                  <a:lnTo>
                    <a:pt x="647803" y="950731"/>
                  </a:lnTo>
                  <a:lnTo>
                    <a:pt x="654315" y="953781"/>
                  </a:lnTo>
                  <a:lnTo>
                    <a:pt x="655490" y="953529"/>
                  </a:lnTo>
                  <a:lnTo>
                    <a:pt x="656169" y="953768"/>
                  </a:lnTo>
                  <a:lnTo>
                    <a:pt x="657906" y="959175"/>
                  </a:lnTo>
                  <a:lnTo>
                    <a:pt x="659196" y="961174"/>
                  </a:lnTo>
                  <a:lnTo>
                    <a:pt x="659858" y="962837"/>
                  </a:lnTo>
                  <a:lnTo>
                    <a:pt x="661376" y="964269"/>
                  </a:lnTo>
                  <a:lnTo>
                    <a:pt x="660785" y="964433"/>
                  </a:lnTo>
                  <a:lnTo>
                    <a:pt x="660426" y="965077"/>
                  </a:lnTo>
                  <a:lnTo>
                    <a:pt x="659541" y="965421"/>
                  </a:lnTo>
                  <a:lnTo>
                    <a:pt x="658782" y="966146"/>
                  </a:lnTo>
                  <a:lnTo>
                    <a:pt x="658229" y="967122"/>
                  </a:lnTo>
                  <a:lnTo>
                    <a:pt x="658525" y="969307"/>
                  </a:lnTo>
                  <a:lnTo>
                    <a:pt x="657538" y="971864"/>
                  </a:lnTo>
                  <a:lnTo>
                    <a:pt x="655790" y="972711"/>
                  </a:lnTo>
                  <a:lnTo>
                    <a:pt x="655231" y="973557"/>
                  </a:lnTo>
                  <a:lnTo>
                    <a:pt x="655207" y="974923"/>
                  </a:lnTo>
                  <a:lnTo>
                    <a:pt x="655429" y="975773"/>
                  </a:lnTo>
                  <a:lnTo>
                    <a:pt x="656138" y="976758"/>
                  </a:lnTo>
                  <a:lnTo>
                    <a:pt x="656052" y="977363"/>
                  </a:lnTo>
                  <a:lnTo>
                    <a:pt x="656760" y="978849"/>
                  </a:lnTo>
                  <a:lnTo>
                    <a:pt x="657347" y="979617"/>
                  </a:lnTo>
                  <a:lnTo>
                    <a:pt x="658224" y="979855"/>
                  </a:lnTo>
                  <a:lnTo>
                    <a:pt x="658862" y="980863"/>
                  </a:lnTo>
                  <a:lnTo>
                    <a:pt x="659246" y="982141"/>
                  </a:lnTo>
                  <a:lnTo>
                    <a:pt x="659142" y="983526"/>
                  </a:lnTo>
                  <a:lnTo>
                    <a:pt x="658921" y="983894"/>
                  </a:lnTo>
                  <a:lnTo>
                    <a:pt x="659845" y="985872"/>
                  </a:lnTo>
                  <a:lnTo>
                    <a:pt x="660889" y="986521"/>
                  </a:lnTo>
                  <a:lnTo>
                    <a:pt x="660624" y="988342"/>
                  </a:lnTo>
                  <a:lnTo>
                    <a:pt x="657624" y="988140"/>
                  </a:lnTo>
                  <a:lnTo>
                    <a:pt x="656343" y="989388"/>
                  </a:lnTo>
                  <a:lnTo>
                    <a:pt x="653825" y="988915"/>
                  </a:lnTo>
                  <a:lnTo>
                    <a:pt x="652554" y="989070"/>
                  </a:lnTo>
                  <a:lnTo>
                    <a:pt x="650220" y="990726"/>
                  </a:lnTo>
                  <a:lnTo>
                    <a:pt x="644696" y="988201"/>
                  </a:lnTo>
                  <a:lnTo>
                    <a:pt x="644248" y="988250"/>
                  </a:lnTo>
                  <a:lnTo>
                    <a:pt x="642874" y="990567"/>
                  </a:lnTo>
                  <a:lnTo>
                    <a:pt x="641814" y="993160"/>
                  </a:lnTo>
                  <a:lnTo>
                    <a:pt x="641149" y="993876"/>
                  </a:lnTo>
                  <a:lnTo>
                    <a:pt x="640556" y="995049"/>
                  </a:lnTo>
                  <a:lnTo>
                    <a:pt x="640318" y="997223"/>
                  </a:lnTo>
                  <a:lnTo>
                    <a:pt x="641144" y="998580"/>
                  </a:lnTo>
                  <a:lnTo>
                    <a:pt x="641259" y="999189"/>
                  </a:lnTo>
                  <a:lnTo>
                    <a:pt x="641868" y="999859"/>
                  </a:lnTo>
                  <a:lnTo>
                    <a:pt x="640439" y="1001471"/>
                  </a:lnTo>
                  <a:lnTo>
                    <a:pt x="639572" y="1001855"/>
                  </a:lnTo>
                  <a:lnTo>
                    <a:pt x="637244" y="1004496"/>
                  </a:lnTo>
                  <a:lnTo>
                    <a:pt x="635316" y="1005359"/>
                  </a:lnTo>
                  <a:lnTo>
                    <a:pt x="634279" y="1009755"/>
                  </a:lnTo>
                  <a:lnTo>
                    <a:pt x="632376" y="1015506"/>
                  </a:lnTo>
                  <a:lnTo>
                    <a:pt x="634011" y="1022106"/>
                  </a:lnTo>
                  <a:lnTo>
                    <a:pt x="632714" y="1024660"/>
                  </a:lnTo>
                  <a:lnTo>
                    <a:pt x="631818" y="1032424"/>
                  </a:lnTo>
                  <a:lnTo>
                    <a:pt x="631387" y="1032831"/>
                  </a:lnTo>
                  <a:lnTo>
                    <a:pt x="631560" y="1033480"/>
                  </a:lnTo>
                  <a:lnTo>
                    <a:pt x="631007" y="1034574"/>
                  </a:lnTo>
                  <a:lnTo>
                    <a:pt x="629568" y="1035923"/>
                  </a:lnTo>
                  <a:lnTo>
                    <a:pt x="629484" y="1036538"/>
                  </a:lnTo>
                  <a:lnTo>
                    <a:pt x="623395" y="1047010"/>
                  </a:lnTo>
                  <a:lnTo>
                    <a:pt x="622007" y="1050753"/>
                  </a:lnTo>
                  <a:lnTo>
                    <a:pt x="619863" y="1053948"/>
                  </a:lnTo>
                  <a:lnTo>
                    <a:pt x="615612" y="1058939"/>
                  </a:lnTo>
                  <a:lnTo>
                    <a:pt x="614805" y="1059559"/>
                  </a:lnTo>
                  <a:lnTo>
                    <a:pt x="613892" y="1059718"/>
                  </a:lnTo>
                  <a:lnTo>
                    <a:pt x="613242" y="1059536"/>
                  </a:lnTo>
                  <a:lnTo>
                    <a:pt x="612438" y="1059847"/>
                  </a:lnTo>
                  <a:lnTo>
                    <a:pt x="610690" y="1059792"/>
                  </a:lnTo>
                  <a:lnTo>
                    <a:pt x="610062" y="1059915"/>
                  </a:lnTo>
                  <a:lnTo>
                    <a:pt x="609415" y="1060414"/>
                  </a:lnTo>
                  <a:lnTo>
                    <a:pt x="608494" y="1060180"/>
                  </a:lnTo>
                  <a:lnTo>
                    <a:pt x="607941" y="1060347"/>
                  </a:lnTo>
                  <a:lnTo>
                    <a:pt x="606749" y="1059866"/>
                  </a:lnTo>
                  <a:lnTo>
                    <a:pt x="605913" y="1060704"/>
                  </a:lnTo>
                  <a:lnTo>
                    <a:pt x="605497" y="1060779"/>
                  </a:lnTo>
                  <a:lnTo>
                    <a:pt x="605418" y="1061220"/>
                  </a:lnTo>
                  <a:lnTo>
                    <a:pt x="605696" y="1061977"/>
                  </a:lnTo>
                  <a:lnTo>
                    <a:pt x="605471" y="1062469"/>
                  </a:lnTo>
                  <a:lnTo>
                    <a:pt x="605677" y="1062681"/>
                  </a:lnTo>
                  <a:lnTo>
                    <a:pt x="605431" y="1064383"/>
                  </a:lnTo>
                  <a:lnTo>
                    <a:pt x="605049" y="1064804"/>
                  </a:lnTo>
                  <a:lnTo>
                    <a:pt x="604538" y="1064608"/>
                  </a:lnTo>
                  <a:lnTo>
                    <a:pt x="604370" y="1065022"/>
                  </a:lnTo>
                  <a:lnTo>
                    <a:pt x="603065" y="1065357"/>
                  </a:lnTo>
                  <a:lnTo>
                    <a:pt x="601558" y="1066530"/>
                  </a:lnTo>
                  <a:lnTo>
                    <a:pt x="601406" y="1067178"/>
                  </a:lnTo>
                  <a:lnTo>
                    <a:pt x="600683" y="1067315"/>
                  </a:lnTo>
                  <a:lnTo>
                    <a:pt x="600784" y="1068230"/>
                  </a:lnTo>
                  <a:lnTo>
                    <a:pt x="599651" y="1069383"/>
                  </a:lnTo>
                  <a:lnTo>
                    <a:pt x="599176" y="1071405"/>
                  </a:lnTo>
                  <a:lnTo>
                    <a:pt x="598539" y="1072390"/>
                  </a:lnTo>
                  <a:lnTo>
                    <a:pt x="597266" y="1073083"/>
                  </a:lnTo>
                  <a:lnTo>
                    <a:pt x="594370" y="1073661"/>
                  </a:lnTo>
                  <a:lnTo>
                    <a:pt x="593434" y="1074227"/>
                  </a:lnTo>
                  <a:lnTo>
                    <a:pt x="592489" y="1074189"/>
                  </a:lnTo>
                  <a:lnTo>
                    <a:pt x="590024" y="1075054"/>
                  </a:lnTo>
                  <a:lnTo>
                    <a:pt x="589478" y="1079303"/>
                  </a:lnTo>
                  <a:lnTo>
                    <a:pt x="589385" y="1080105"/>
                  </a:lnTo>
                  <a:lnTo>
                    <a:pt x="590869" y="1091669"/>
                  </a:lnTo>
                  <a:lnTo>
                    <a:pt x="600390" y="1105584"/>
                  </a:lnTo>
                  <a:lnTo>
                    <a:pt x="598062" y="1111744"/>
                  </a:lnTo>
                  <a:lnTo>
                    <a:pt x="598837" y="1113192"/>
                  </a:lnTo>
                  <a:lnTo>
                    <a:pt x="599357" y="1114996"/>
                  </a:lnTo>
                  <a:lnTo>
                    <a:pt x="600205" y="1115844"/>
                  </a:lnTo>
                  <a:lnTo>
                    <a:pt x="600761" y="1117918"/>
                  </a:lnTo>
                  <a:lnTo>
                    <a:pt x="600355" y="1119298"/>
                  </a:lnTo>
                  <a:lnTo>
                    <a:pt x="600751" y="1120084"/>
                  </a:lnTo>
                  <a:lnTo>
                    <a:pt x="600674" y="1120613"/>
                  </a:lnTo>
                  <a:lnTo>
                    <a:pt x="599839" y="1122154"/>
                  </a:lnTo>
                  <a:lnTo>
                    <a:pt x="599914" y="1123510"/>
                  </a:lnTo>
                  <a:lnTo>
                    <a:pt x="599491" y="1123520"/>
                  </a:lnTo>
                  <a:lnTo>
                    <a:pt x="599224" y="1125661"/>
                  </a:lnTo>
                  <a:lnTo>
                    <a:pt x="599764" y="1127489"/>
                  </a:lnTo>
                  <a:lnTo>
                    <a:pt x="600166" y="1127676"/>
                  </a:lnTo>
                  <a:lnTo>
                    <a:pt x="600602" y="1128483"/>
                  </a:lnTo>
                  <a:lnTo>
                    <a:pt x="602640" y="1130838"/>
                  </a:lnTo>
                  <a:lnTo>
                    <a:pt x="604238" y="1134425"/>
                  </a:lnTo>
                  <a:lnTo>
                    <a:pt x="605038" y="1135702"/>
                  </a:lnTo>
                  <a:lnTo>
                    <a:pt x="606646" y="1139975"/>
                  </a:lnTo>
                  <a:lnTo>
                    <a:pt x="607999" y="1142588"/>
                  </a:lnTo>
                  <a:lnTo>
                    <a:pt x="612198" y="1147852"/>
                  </a:lnTo>
                  <a:lnTo>
                    <a:pt x="616261" y="1151823"/>
                  </a:lnTo>
                  <a:lnTo>
                    <a:pt x="619478" y="1153195"/>
                  </a:lnTo>
                  <a:lnTo>
                    <a:pt x="621979" y="1156000"/>
                  </a:lnTo>
                  <a:lnTo>
                    <a:pt x="629519" y="1158737"/>
                  </a:lnTo>
                  <a:lnTo>
                    <a:pt x="629711" y="1158518"/>
                  </a:lnTo>
                  <a:lnTo>
                    <a:pt x="630777" y="1159163"/>
                  </a:lnTo>
                  <a:lnTo>
                    <a:pt x="632934" y="1159676"/>
                  </a:lnTo>
                  <a:lnTo>
                    <a:pt x="633209" y="1160397"/>
                  </a:lnTo>
                  <a:lnTo>
                    <a:pt x="633546" y="1160638"/>
                  </a:lnTo>
                  <a:lnTo>
                    <a:pt x="633111" y="1161685"/>
                  </a:lnTo>
                  <a:lnTo>
                    <a:pt x="632963" y="1163074"/>
                  </a:lnTo>
                  <a:lnTo>
                    <a:pt x="633524" y="1165175"/>
                  </a:lnTo>
                  <a:lnTo>
                    <a:pt x="634281" y="1166090"/>
                  </a:lnTo>
                  <a:lnTo>
                    <a:pt x="633928" y="1166924"/>
                  </a:lnTo>
                  <a:lnTo>
                    <a:pt x="634185" y="1167346"/>
                  </a:lnTo>
                  <a:lnTo>
                    <a:pt x="634080" y="1167720"/>
                  </a:lnTo>
                  <a:lnTo>
                    <a:pt x="633423" y="1168373"/>
                  </a:lnTo>
                  <a:lnTo>
                    <a:pt x="631763" y="1168669"/>
                  </a:lnTo>
                  <a:lnTo>
                    <a:pt x="630528" y="1169639"/>
                  </a:lnTo>
                  <a:lnTo>
                    <a:pt x="630640" y="1170032"/>
                  </a:lnTo>
                  <a:lnTo>
                    <a:pt x="630244" y="1171494"/>
                  </a:lnTo>
                  <a:lnTo>
                    <a:pt x="630674" y="1172039"/>
                  </a:lnTo>
                  <a:lnTo>
                    <a:pt x="630960" y="1173013"/>
                  </a:lnTo>
                  <a:lnTo>
                    <a:pt x="631759" y="1173557"/>
                  </a:lnTo>
                  <a:lnTo>
                    <a:pt x="632419" y="1174562"/>
                  </a:lnTo>
                  <a:lnTo>
                    <a:pt x="632637" y="1176353"/>
                  </a:lnTo>
                  <a:lnTo>
                    <a:pt x="631942" y="1177511"/>
                  </a:lnTo>
                  <a:lnTo>
                    <a:pt x="631886" y="1179652"/>
                  </a:lnTo>
                  <a:lnTo>
                    <a:pt x="630949" y="1180425"/>
                  </a:lnTo>
                  <a:lnTo>
                    <a:pt x="632360" y="1182258"/>
                  </a:lnTo>
                  <a:lnTo>
                    <a:pt x="632672" y="1183249"/>
                  </a:lnTo>
                  <a:lnTo>
                    <a:pt x="634230" y="1184298"/>
                  </a:lnTo>
                  <a:lnTo>
                    <a:pt x="634509" y="1184721"/>
                  </a:lnTo>
                  <a:lnTo>
                    <a:pt x="634456" y="1186093"/>
                  </a:lnTo>
                  <a:lnTo>
                    <a:pt x="634107" y="1187222"/>
                  </a:lnTo>
                  <a:lnTo>
                    <a:pt x="634434" y="1187867"/>
                  </a:lnTo>
                  <a:lnTo>
                    <a:pt x="634533" y="1189429"/>
                  </a:lnTo>
                  <a:lnTo>
                    <a:pt x="635309" y="1191250"/>
                  </a:lnTo>
                  <a:lnTo>
                    <a:pt x="634882" y="1194969"/>
                  </a:lnTo>
                  <a:lnTo>
                    <a:pt x="634584" y="1195421"/>
                  </a:lnTo>
                  <a:lnTo>
                    <a:pt x="635343" y="1197724"/>
                  </a:lnTo>
                  <a:lnTo>
                    <a:pt x="635865" y="1198295"/>
                  </a:lnTo>
                  <a:lnTo>
                    <a:pt x="635472" y="1199495"/>
                  </a:lnTo>
                  <a:lnTo>
                    <a:pt x="635515" y="1200125"/>
                  </a:lnTo>
                  <a:lnTo>
                    <a:pt x="635170" y="1200604"/>
                  </a:lnTo>
                  <a:lnTo>
                    <a:pt x="634597" y="1200836"/>
                  </a:lnTo>
                  <a:lnTo>
                    <a:pt x="634061" y="1201784"/>
                  </a:lnTo>
                  <a:lnTo>
                    <a:pt x="633391" y="1201704"/>
                  </a:lnTo>
                  <a:lnTo>
                    <a:pt x="633032" y="1202179"/>
                  </a:lnTo>
                  <a:lnTo>
                    <a:pt x="632198" y="1202267"/>
                  </a:lnTo>
                  <a:lnTo>
                    <a:pt x="630611" y="1203578"/>
                  </a:lnTo>
                  <a:lnTo>
                    <a:pt x="629593" y="1203797"/>
                  </a:lnTo>
                  <a:lnTo>
                    <a:pt x="626737" y="1203602"/>
                  </a:lnTo>
                  <a:lnTo>
                    <a:pt x="626392" y="1203363"/>
                  </a:lnTo>
                  <a:lnTo>
                    <a:pt x="625553" y="1203588"/>
                  </a:lnTo>
                  <a:lnTo>
                    <a:pt x="622730" y="1203094"/>
                  </a:lnTo>
                  <a:lnTo>
                    <a:pt x="621034" y="1203494"/>
                  </a:lnTo>
                  <a:lnTo>
                    <a:pt x="619567" y="1202678"/>
                  </a:lnTo>
                  <a:lnTo>
                    <a:pt x="617796" y="1202801"/>
                  </a:lnTo>
                  <a:lnTo>
                    <a:pt x="616851" y="1202315"/>
                  </a:lnTo>
                  <a:lnTo>
                    <a:pt x="616288" y="1202570"/>
                  </a:lnTo>
                  <a:lnTo>
                    <a:pt x="614724" y="1202098"/>
                  </a:lnTo>
                  <a:lnTo>
                    <a:pt x="613695" y="1202073"/>
                  </a:lnTo>
                  <a:lnTo>
                    <a:pt x="613321" y="1201780"/>
                  </a:lnTo>
                  <a:lnTo>
                    <a:pt x="612621" y="1201780"/>
                  </a:lnTo>
                  <a:lnTo>
                    <a:pt x="612440" y="1201965"/>
                  </a:lnTo>
                  <a:lnTo>
                    <a:pt x="611894" y="1201309"/>
                  </a:lnTo>
                  <a:lnTo>
                    <a:pt x="611396" y="1201664"/>
                  </a:lnTo>
                  <a:lnTo>
                    <a:pt x="611246" y="1202093"/>
                  </a:lnTo>
                  <a:lnTo>
                    <a:pt x="611385" y="1202415"/>
                  </a:lnTo>
                  <a:lnTo>
                    <a:pt x="610808" y="1203111"/>
                  </a:lnTo>
                  <a:lnTo>
                    <a:pt x="609908" y="1203285"/>
                  </a:lnTo>
                  <a:lnTo>
                    <a:pt x="608382" y="1202922"/>
                  </a:lnTo>
                  <a:lnTo>
                    <a:pt x="608166" y="1203711"/>
                  </a:lnTo>
                  <a:lnTo>
                    <a:pt x="608557" y="1204517"/>
                  </a:lnTo>
                  <a:lnTo>
                    <a:pt x="607674" y="1205833"/>
                  </a:lnTo>
                  <a:lnTo>
                    <a:pt x="607298" y="1207975"/>
                  </a:lnTo>
                  <a:lnTo>
                    <a:pt x="606205" y="1207761"/>
                  </a:lnTo>
                  <a:lnTo>
                    <a:pt x="605084" y="1208554"/>
                  </a:lnTo>
                  <a:lnTo>
                    <a:pt x="604416" y="1208204"/>
                  </a:lnTo>
                  <a:lnTo>
                    <a:pt x="603790" y="1208469"/>
                  </a:lnTo>
                  <a:lnTo>
                    <a:pt x="603470" y="1208297"/>
                  </a:lnTo>
                  <a:lnTo>
                    <a:pt x="602719" y="1208999"/>
                  </a:lnTo>
                  <a:lnTo>
                    <a:pt x="602114" y="1209050"/>
                  </a:lnTo>
                  <a:lnTo>
                    <a:pt x="601530" y="1210122"/>
                  </a:lnTo>
                  <a:lnTo>
                    <a:pt x="600749" y="1210410"/>
                  </a:lnTo>
                  <a:lnTo>
                    <a:pt x="600531" y="1210874"/>
                  </a:lnTo>
                  <a:lnTo>
                    <a:pt x="599991" y="1210757"/>
                  </a:lnTo>
                  <a:lnTo>
                    <a:pt x="598765" y="1211026"/>
                  </a:lnTo>
                  <a:lnTo>
                    <a:pt x="598015" y="1211609"/>
                  </a:lnTo>
                  <a:lnTo>
                    <a:pt x="596604" y="1211307"/>
                  </a:lnTo>
                  <a:lnTo>
                    <a:pt x="596075" y="1211852"/>
                  </a:lnTo>
                  <a:lnTo>
                    <a:pt x="595335" y="1211769"/>
                  </a:lnTo>
                  <a:lnTo>
                    <a:pt x="594930" y="1212051"/>
                  </a:lnTo>
                  <a:lnTo>
                    <a:pt x="594364" y="1211767"/>
                  </a:lnTo>
                  <a:lnTo>
                    <a:pt x="593161" y="1211752"/>
                  </a:lnTo>
                  <a:lnTo>
                    <a:pt x="592962" y="1212409"/>
                  </a:lnTo>
                  <a:lnTo>
                    <a:pt x="592559" y="1212630"/>
                  </a:lnTo>
                  <a:lnTo>
                    <a:pt x="591870" y="1212527"/>
                  </a:lnTo>
                  <a:lnTo>
                    <a:pt x="590627" y="1210009"/>
                  </a:lnTo>
                  <a:lnTo>
                    <a:pt x="589605" y="1209019"/>
                  </a:lnTo>
                  <a:lnTo>
                    <a:pt x="589277" y="1207145"/>
                  </a:lnTo>
                  <a:lnTo>
                    <a:pt x="588721" y="1205963"/>
                  </a:lnTo>
                  <a:lnTo>
                    <a:pt x="587806" y="1205210"/>
                  </a:lnTo>
                  <a:lnTo>
                    <a:pt x="587187" y="1203867"/>
                  </a:lnTo>
                  <a:lnTo>
                    <a:pt x="585710" y="1202387"/>
                  </a:lnTo>
                  <a:lnTo>
                    <a:pt x="584968" y="1202215"/>
                  </a:lnTo>
                  <a:lnTo>
                    <a:pt x="584516" y="1201695"/>
                  </a:lnTo>
                  <a:lnTo>
                    <a:pt x="583904" y="1200880"/>
                  </a:lnTo>
                  <a:lnTo>
                    <a:pt x="583410" y="1199595"/>
                  </a:lnTo>
                  <a:lnTo>
                    <a:pt x="582756" y="1199040"/>
                  </a:lnTo>
                  <a:lnTo>
                    <a:pt x="582669" y="1198310"/>
                  </a:lnTo>
                  <a:lnTo>
                    <a:pt x="582130" y="1197746"/>
                  </a:lnTo>
                  <a:lnTo>
                    <a:pt x="579670" y="1196722"/>
                  </a:lnTo>
                  <a:lnTo>
                    <a:pt x="578986" y="1195712"/>
                  </a:lnTo>
                  <a:lnTo>
                    <a:pt x="578202" y="1195232"/>
                  </a:lnTo>
                  <a:lnTo>
                    <a:pt x="578595" y="1194814"/>
                  </a:lnTo>
                  <a:lnTo>
                    <a:pt x="578683" y="1193716"/>
                  </a:lnTo>
                  <a:lnTo>
                    <a:pt x="578553" y="1191764"/>
                  </a:lnTo>
                  <a:lnTo>
                    <a:pt x="578051" y="1190639"/>
                  </a:lnTo>
                  <a:lnTo>
                    <a:pt x="578122" y="1189707"/>
                  </a:lnTo>
                  <a:lnTo>
                    <a:pt x="579673" y="1186279"/>
                  </a:lnTo>
                  <a:lnTo>
                    <a:pt x="579247" y="1185189"/>
                  </a:lnTo>
                  <a:lnTo>
                    <a:pt x="579348" y="1184556"/>
                  </a:lnTo>
                  <a:lnTo>
                    <a:pt x="578597" y="1184106"/>
                  </a:lnTo>
                  <a:lnTo>
                    <a:pt x="578342" y="1183503"/>
                  </a:lnTo>
                  <a:lnTo>
                    <a:pt x="575161" y="1181733"/>
                  </a:lnTo>
                  <a:lnTo>
                    <a:pt x="574344" y="1180598"/>
                  </a:lnTo>
                  <a:lnTo>
                    <a:pt x="573924" y="1179529"/>
                  </a:lnTo>
                  <a:lnTo>
                    <a:pt x="572505" y="1180009"/>
                  </a:lnTo>
                  <a:lnTo>
                    <a:pt x="572261" y="1180343"/>
                  </a:lnTo>
                  <a:lnTo>
                    <a:pt x="570039" y="1180750"/>
                  </a:lnTo>
                  <a:lnTo>
                    <a:pt x="569963" y="1180939"/>
                  </a:lnTo>
                  <a:lnTo>
                    <a:pt x="568605" y="1180507"/>
                  </a:lnTo>
                  <a:lnTo>
                    <a:pt x="567726" y="1180583"/>
                  </a:lnTo>
                  <a:lnTo>
                    <a:pt x="567363" y="1180288"/>
                  </a:lnTo>
                  <a:lnTo>
                    <a:pt x="567008" y="1180529"/>
                  </a:lnTo>
                  <a:lnTo>
                    <a:pt x="566452" y="1180039"/>
                  </a:lnTo>
                  <a:lnTo>
                    <a:pt x="565076" y="1179335"/>
                  </a:lnTo>
                  <a:lnTo>
                    <a:pt x="563650" y="1178941"/>
                  </a:lnTo>
                  <a:lnTo>
                    <a:pt x="563097" y="1178512"/>
                  </a:lnTo>
                  <a:lnTo>
                    <a:pt x="561814" y="1178367"/>
                  </a:lnTo>
                  <a:lnTo>
                    <a:pt x="560373" y="1177772"/>
                  </a:lnTo>
                  <a:lnTo>
                    <a:pt x="553462" y="1178614"/>
                  </a:lnTo>
                  <a:lnTo>
                    <a:pt x="552450" y="1178195"/>
                  </a:lnTo>
                  <a:lnTo>
                    <a:pt x="550385" y="1178313"/>
                  </a:lnTo>
                  <a:lnTo>
                    <a:pt x="547712" y="1177850"/>
                  </a:lnTo>
                  <a:lnTo>
                    <a:pt x="544821" y="1179042"/>
                  </a:lnTo>
                  <a:lnTo>
                    <a:pt x="543569" y="1178919"/>
                  </a:lnTo>
                  <a:lnTo>
                    <a:pt x="542252" y="1178003"/>
                  </a:lnTo>
                  <a:lnTo>
                    <a:pt x="541412" y="1177002"/>
                  </a:lnTo>
                  <a:lnTo>
                    <a:pt x="540761" y="1176761"/>
                  </a:lnTo>
                  <a:lnTo>
                    <a:pt x="539407" y="1177424"/>
                  </a:lnTo>
                  <a:lnTo>
                    <a:pt x="538538" y="1177228"/>
                  </a:lnTo>
                  <a:lnTo>
                    <a:pt x="537564" y="1176164"/>
                  </a:lnTo>
                  <a:lnTo>
                    <a:pt x="536775" y="1174774"/>
                  </a:lnTo>
                  <a:lnTo>
                    <a:pt x="535065" y="1173863"/>
                  </a:lnTo>
                  <a:lnTo>
                    <a:pt x="534680" y="1173509"/>
                  </a:lnTo>
                  <a:lnTo>
                    <a:pt x="534384" y="1172737"/>
                  </a:lnTo>
                  <a:lnTo>
                    <a:pt x="534489" y="1169887"/>
                  </a:lnTo>
                  <a:lnTo>
                    <a:pt x="534821" y="1168890"/>
                  </a:lnTo>
                  <a:lnTo>
                    <a:pt x="534632" y="1167593"/>
                  </a:lnTo>
                  <a:lnTo>
                    <a:pt x="535015" y="1167166"/>
                  </a:lnTo>
                  <a:lnTo>
                    <a:pt x="534819" y="1166509"/>
                  </a:lnTo>
                  <a:lnTo>
                    <a:pt x="534403" y="1166087"/>
                  </a:lnTo>
                  <a:lnTo>
                    <a:pt x="534444" y="1165505"/>
                  </a:lnTo>
                  <a:lnTo>
                    <a:pt x="534587" y="1164725"/>
                  </a:lnTo>
                  <a:lnTo>
                    <a:pt x="534898" y="1164336"/>
                  </a:lnTo>
                  <a:lnTo>
                    <a:pt x="534932" y="1163596"/>
                  </a:lnTo>
                  <a:lnTo>
                    <a:pt x="535275" y="1163334"/>
                  </a:lnTo>
                  <a:lnTo>
                    <a:pt x="534428" y="1162416"/>
                  </a:lnTo>
                  <a:lnTo>
                    <a:pt x="536017" y="1160508"/>
                  </a:lnTo>
                  <a:lnTo>
                    <a:pt x="535784" y="1160183"/>
                  </a:lnTo>
                  <a:lnTo>
                    <a:pt x="536129" y="1159493"/>
                  </a:lnTo>
                  <a:lnTo>
                    <a:pt x="535679" y="1158937"/>
                  </a:lnTo>
                  <a:lnTo>
                    <a:pt x="535694" y="1157942"/>
                  </a:lnTo>
                  <a:lnTo>
                    <a:pt x="536908" y="1156515"/>
                  </a:lnTo>
                  <a:lnTo>
                    <a:pt x="536680" y="1156143"/>
                  </a:lnTo>
                  <a:lnTo>
                    <a:pt x="536997" y="1154845"/>
                  </a:lnTo>
                  <a:lnTo>
                    <a:pt x="535905" y="1154149"/>
                  </a:lnTo>
                  <a:lnTo>
                    <a:pt x="535990" y="1153572"/>
                  </a:lnTo>
                  <a:lnTo>
                    <a:pt x="536338" y="1153234"/>
                  </a:lnTo>
                  <a:lnTo>
                    <a:pt x="535584" y="1153409"/>
                  </a:lnTo>
                  <a:lnTo>
                    <a:pt x="534652" y="1152919"/>
                  </a:lnTo>
                  <a:lnTo>
                    <a:pt x="531537" y="1149491"/>
                  </a:lnTo>
                  <a:lnTo>
                    <a:pt x="530871" y="1149278"/>
                  </a:lnTo>
                  <a:lnTo>
                    <a:pt x="529463" y="1147800"/>
                  </a:lnTo>
                  <a:lnTo>
                    <a:pt x="528641" y="1147722"/>
                  </a:lnTo>
                  <a:lnTo>
                    <a:pt x="527916" y="1147183"/>
                  </a:lnTo>
                  <a:lnTo>
                    <a:pt x="527332" y="1147272"/>
                  </a:lnTo>
                  <a:lnTo>
                    <a:pt x="526257" y="1146932"/>
                  </a:lnTo>
                  <a:lnTo>
                    <a:pt x="525804" y="1143878"/>
                  </a:lnTo>
                  <a:lnTo>
                    <a:pt x="525087" y="1142727"/>
                  </a:lnTo>
                  <a:lnTo>
                    <a:pt x="525188" y="1141345"/>
                  </a:lnTo>
                  <a:lnTo>
                    <a:pt x="524041" y="1140085"/>
                  </a:lnTo>
                  <a:lnTo>
                    <a:pt x="523215" y="1138272"/>
                  </a:lnTo>
                  <a:lnTo>
                    <a:pt x="521963" y="1136976"/>
                  </a:lnTo>
                  <a:lnTo>
                    <a:pt x="521193" y="1136638"/>
                  </a:lnTo>
                  <a:lnTo>
                    <a:pt x="519825" y="1136813"/>
                  </a:lnTo>
                  <a:lnTo>
                    <a:pt x="519020" y="1136379"/>
                  </a:lnTo>
                  <a:lnTo>
                    <a:pt x="518711" y="1136828"/>
                  </a:lnTo>
                  <a:lnTo>
                    <a:pt x="518204" y="1136830"/>
                  </a:lnTo>
                  <a:lnTo>
                    <a:pt x="517442" y="1135680"/>
                  </a:lnTo>
                  <a:lnTo>
                    <a:pt x="515603" y="1134470"/>
                  </a:lnTo>
                  <a:lnTo>
                    <a:pt x="515772" y="1133580"/>
                  </a:lnTo>
                  <a:lnTo>
                    <a:pt x="515544" y="1132899"/>
                  </a:lnTo>
                  <a:lnTo>
                    <a:pt x="515184" y="1132601"/>
                  </a:lnTo>
                  <a:lnTo>
                    <a:pt x="515123" y="1132160"/>
                  </a:lnTo>
                  <a:lnTo>
                    <a:pt x="514139" y="1131580"/>
                  </a:lnTo>
                  <a:lnTo>
                    <a:pt x="513601" y="1130035"/>
                  </a:lnTo>
                  <a:lnTo>
                    <a:pt x="512598" y="1129307"/>
                  </a:lnTo>
                  <a:lnTo>
                    <a:pt x="512342" y="1128245"/>
                  </a:lnTo>
                  <a:lnTo>
                    <a:pt x="511957" y="1128006"/>
                  </a:lnTo>
                  <a:lnTo>
                    <a:pt x="511912" y="1126623"/>
                  </a:lnTo>
                  <a:lnTo>
                    <a:pt x="511308" y="1124753"/>
                  </a:lnTo>
                  <a:lnTo>
                    <a:pt x="510419" y="1123530"/>
                  </a:lnTo>
                  <a:lnTo>
                    <a:pt x="509965" y="1122474"/>
                  </a:lnTo>
                  <a:lnTo>
                    <a:pt x="510161" y="1122248"/>
                  </a:lnTo>
                  <a:lnTo>
                    <a:pt x="509923" y="1121814"/>
                  </a:lnTo>
                  <a:lnTo>
                    <a:pt x="509424" y="1121630"/>
                  </a:lnTo>
                  <a:lnTo>
                    <a:pt x="509242" y="1121760"/>
                  </a:lnTo>
                  <a:lnTo>
                    <a:pt x="507993" y="1120806"/>
                  </a:lnTo>
                  <a:lnTo>
                    <a:pt x="507220" y="1120702"/>
                  </a:lnTo>
                  <a:lnTo>
                    <a:pt x="507028" y="1120482"/>
                  </a:lnTo>
                  <a:lnTo>
                    <a:pt x="506600" y="1120589"/>
                  </a:lnTo>
                  <a:lnTo>
                    <a:pt x="505399" y="1119125"/>
                  </a:lnTo>
                  <a:lnTo>
                    <a:pt x="505490" y="1118460"/>
                  </a:lnTo>
                  <a:lnTo>
                    <a:pt x="504553" y="1117947"/>
                  </a:lnTo>
                  <a:lnTo>
                    <a:pt x="504237" y="1117323"/>
                  </a:lnTo>
                  <a:lnTo>
                    <a:pt x="502938" y="1116790"/>
                  </a:lnTo>
                  <a:lnTo>
                    <a:pt x="501584" y="1113767"/>
                  </a:lnTo>
                  <a:lnTo>
                    <a:pt x="501713" y="1113022"/>
                  </a:lnTo>
                  <a:lnTo>
                    <a:pt x="500911" y="1112196"/>
                  </a:lnTo>
                  <a:lnTo>
                    <a:pt x="498963" y="1113740"/>
                  </a:lnTo>
                  <a:lnTo>
                    <a:pt x="497671" y="1114336"/>
                  </a:lnTo>
                  <a:lnTo>
                    <a:pt x="495653" y="1114109"/>
                  </a:lnTo>
                  <a:lnTo>
                    <a:pt x="495487" y="1113753"/>
                  </a:lnTo>
                  <a:lnTo>
                    <a:pt x="494358" y="1113996"/>
                  </a:lnTo>
                  <a:lnTo>
                    <a:pt x="493151" y="1113593"/>
                  </a:lnTo>
                  <a:lnTo>
                    <a:pt x="492834" y="1113761"/>
                  </a:lnTo>
                  <a:lnTo>
                    <a:pt x="492109" y="1113568"/>
                  </a:lnTo>
                  <a:lnTo>
                    <a:pt x="491204" y="1114403"/>
                  </a:lnTo>
                  <a:lnTo>
                    <a:pt x="490353" y="1114509"/>
                  </a:lnTo>
                  <a:lnTo>
                    <a:pt x="490037" y="1115341"/>
                  </a:lnTo>
                  <a:lnTo>
                    <a:pt x="489763" y="1115074"/>
                  </a:lnTo>
                  <a:lnTo>
                    <a:pt x="489072" y="1115429"/>
                  </a:lnTo>
                  <a:lnTo>
                    <a:pt x="488327" y="1115349"/>
                  </a:lnTo>
                  <a:lnTo>
                    <a:pt x="487769" y="1116108"/>
                  </a:lnTo>
                  <a:lnTo>
                    <a:pt x="486725" y="1115916"/>
                  </a:lnTo>
                  <a:lnTo>
                    <a:pt x="485770" y="1115418"/>
                  </a:lnTo>
                  <a:lnTo>
                    <a:pt x="485017" y="1115437"/>
                  </a:lnTo>
                  <a:lnTo>
                    <a:pt x="482218" y="1114101"/>
                  </a:lnTo>
                  <a:lnTo>
                    <a:pt x="481871" y="1113643"/>
                  </a:lnTo>
                  <a:lnTo>
                    <a:pt x="481223" y="1113392"/>
                  </a:lnTo>
                  <a:lnTo>
                    <a:pt x="480155" y="1112051"/>
                  </a:lnTo>
                  <a:lnTo>
                    <a:pt x="479289" y="1111577"/>
                  </a:lnTo>
                  <a:lnTo>
                    <a:pt x="478736" y="1110578"/>
                  </a:lnTo>
                  <a:lnTo>
                    <a:pt x="478138" y="1110773"/>
                  </a:lnTo>
                  <a:lnTo>
                    <a:pt x="477029" y="1110146"/>
                  </a:lnTo>
                  <a:lnTo>
                    <a:pt x="476247" y="1110246"/>
                  </a:lnTo>
                  <a:lnTo>
                    <a:pt x="475523" y="1109854"/>
                  </a:lnTo>
                  <a:lnTo>
                    <a:pt x="474278" y="1110031"/>
                  </a:lnTo>
                  <a:lnTo>
                    <a:pt x="473925" y="1109855"/>
                  </a:lnTo>
                  <a:lnTo>
                    <a:pt x="473803" y="1109503"/>
                  </a:lnTo>
                  <a:lnTo>
                    <a:pt x="472479" y="1109824"/>
                  </a:lnTo>
                  <a:lnTo>
                    <a:pt x="472002" y="1109516"/>
                  </a:lnTo>
                  <a:lnTo>
                    <a:pt x="471684" y="1109817"/>
                  </a:lnTo>
                  <a:lnTo>
                    <a:pt x="470835" y="1109645"/>
                  </a:lnTo>
                  <a:lnTo>
                    <a:pt x="470203" y="1108462"/>
                  </a:lnTo>
                  <a:lnTo>
                    <a:pt x="468602" y="1107170"/>
                  </a:lnTo>
                  <a:lnTo>
                    <a:pt x="468051" y="1105547"/>
                  </a:lnTo>
                  <a:lnTo>
                    <a:pt x="467575" y="1105125"/>
                  </a:lnTo>
                  <a:lnTo>
                    <a:pt x="467456" y="1104541"/>
                  </a:lnTo>
                  <a:lnTo>
                    <a:pt x="466550" y="1104674"/>
                  </a:lnTo>
                  <a:lnTo>
                    <a:pt x="466137" y="1104370"/>
                  </a:lnTo>
                  <a:lnTo>
                    <a:pt x="465408" y="1104329"/>
                  </a:lnTo>
                  <a:lnTo>
                    <a:pt x="464997" y="1103940"/>
                  </a:lnTo>
                  <a:lnTo>
                    <a:pt x="462748" y="1103271"/>
                  </a:lnTo>
                  <a:lnTo>
                    <a:pt x="462023" y="1100361"/>
                  </a:lnTo>
                  <a:lnTo>
                    <a:pt x="461607" y="1100123"/>
                  </a:lnTo>
                  <a:lnTo>
                    <a:pt x="462067" y="1099743"/>
                  </a:lnTo>
                  <a:lnTo>
                    <a:pt x="462347" y="1098673"/>
                  </a:lnTo>
                  <a:lnTo>
                    <a:pt x="462735" y="1098376"/>
                  </a:lnTo>
                  <a:lnTo>
                    <a:pt x="462719" y="1097226"/>
                  </a:lnTo>
                  <a:lnTo>
                    <a:pt x="462097" y="1096167"/>
                  </a:lnTo>
                  <a:lnTo>
                    <a:pt x="461915" y="1095080"/>
                  </a:lnTo>
                  <a:lnTo>
                    <a:pt x="462431" y="1094166"/>
                  </a:lnTo>
                  <a:lnTo>
                    <a:pt x="461656" y="1093626"/>
                  </a:lnTo>
                  <a:lnTo>
                    <a:pt x="461245" y="1092785"/>
                  </a:lnTo>
                  <a:lnTo>
                    <a:pt x="461444" y="1091815"/>
                  </a:lnTo>
                  <a:lnTo>
                    <a:pt x="461160" y="1091041"/>
                  </a:lnTo>
                  <a:lnTo>
                    <a:pt x="459379" y="1089591"/>
                  </a:lnTo>
                  <a:lnTo>
                    <a:pt x="458446" y="1087693"/>
                  </a:lnTo>
                  <a:lnTo>
                    <a:pt x="455688" y="1087714"/>
                  </a:lnTo>
                  <a:lnTo>
                    <a:pt x="453261" y="1088522"/>
                  </a:lnTo>
                  <a:lnTo>
                    <a:pt x="452661" y="1090071"/>
                  </a:lnTo>
                  <a:lnTo>
                    <a:pt x="451554" y="1091263"/>
                  </a:lnTo>
                  <a:lnTo>
                    <a:pt x="448558" y="1091660"/>
                  </a:lnTo>
                  <a:lnTo>
                    <a:pt x="447291" y="1092538"/>
                  </a:lnTo>
                  <a:lnTo>
                    <a:pt x="445910" y="1092967"/>
                  </a:lnTo>
                  <a:lnTo>
                    <a:pt x="444540" y="1092688"/>
                  </a:lnTo>
                  <a:lnTo>
                    <a:pt x="443643" y="1091977"/>
                  </a:lnTo>
                  <a:lnTo>
                    <a:pt x="443464" y="1092311"/>
                  </a:lnTo>
                  <a:lnTo>
                    <a:pt x="442166" y="1092527"/>
                  </a:lnTo>
                  <a:lnTo>
                    <a:pt x="441928" y="1092266"/>
                  </a:lnTo>
                  <a:lnTo>
                    <a:pt x="441911" y="1091317"/>
                  </a:lnTo>
                  <a:lnTo>
                    <a:pt x="441269" y="1090816"/>
                  </a:lnTo>
                  <a:lnTo>
                    <a:pt x="440603" y="1089540"/>
                  </a:lnTo>
                  <a:lnTo>
                    <a:pt x="440600" y="1089218"/>
                  </a:lnTo>
                  <a:lnTo>
                    <a:pt x="440893" y="1089036"/>
                  </a:lnTo>
                  <a:lnTo>
                    <a:pt x="439013" y="1088023"/>
                  </a:lnTo>
                  <a:lnTo>
                    <a:pt x="438023" y="1086582"/>
                  </a:lnTo>
                  <a:lnTo>
                    <a:pt x="432967" y="1087478"/>
                  </a:lnTo>
                  <a:lnTo>
                    <a:pt x="430516" y="1088892"/>
                  </a:lnTo>
                  <a:lnTo>
                    <a:pt x="428600" y="1088763"/>
                  </a:lnTo>
                  <a:lnTo>
                    <a:pt x="427910" y="1088927"/>
                  </a:lnTo>
                  <a:lnTo>
                    <a:pt x="427209" y="1089955"/>
                  </a:lnTo>
                  <a:lnTo>
                    <a:pt x="425733" y="1090471"/>
                  </a:lnTo>
                  <a:lnTo>
                    <a:pt x="424436" y="1091315"/>
                  </a:lnTo>
                  <a:lnTo>
                    <a:pt x="423909" y="1091338"/>
                  </a:lnTo>
                  <a:lnTo>
                    <a:pt x="423692" y="1091799"/>
                  </a:lnTo>
                  <a:lnTo>
                    <a:pt x="420707" y="1090391"/>
                  </a:lnTo>
                  <a:lnTo>
                    <a:pt x="419862" y="1090408"/>
                  </a:lnTo>
                  <a:lnTo>
                    <a:pt x="419240" y="1090101"/>
                  </a:lnTo>
                  <a:lnTo>
                    <a:pt x="417976" y="1090456"/>
                  </a:lnTo>
                  <a:lnTo>
                    <a:pt x="414470" y="1089976"/>
                  </a:lnTo>
                  <a:lnTo>
                    <a:pt x="413432" y="1089468"/>
                  </a:lnTo>
                  <a:lnTo>
                    <a:pt x="412400" y="1088581"/>
                  </a:lnTo>
                  <a:lnTo>
                    <a:pt x="411399" y="1088172"/>
                  </a:lnTo>
                  <a:lnTo>
                    <a:pt x="411309" y="1087901"/>
                  </a:lnTo>
                  <a:lnTo>
                    <a:pt x="410098" y="1087428"/>
                  </a:lnTo>
                  <a:lnTo>
                    <a:pt x="409892" y="1087013"/>
                  </a:lnTo>
                  <a:lnTo>
                    <a:pt x="408934" y="1086625"/>
                  </a:lnTo>
                  <a:lnTo>
                    <a:pt x="408664" y="1086778"/>
                  </a:lnTo>
                  <a:lnTo>
                    <a:pt x="406891" y="1085606"/>
                  </a:lnTo>
                  <a:lnTo>
                    <a:pt x="406241" y="1084745"/>
                  </a:lnTo>
                  <a:lnTo>
                    <a:pt x="404717" y="1083772"/>
                  </a:lnTo>
                  <a:lnTo>
                    <a:pt x="402409" y="1083181"/>
                  </a:lnTo>
                  <a:lnTo>
                    <a:pt x="401800" y="1082601"/>
                  </a:lnTo>
                  <a:lnTo>
                    <a:pt x="398725" y="1081338"/>
                  </a:lnTo>
                  <a:lnTo>
                    <a:pt x="398599" y="1080953"/>
                  </a:lnTo>
                  <a:lnTo>
                    <a:pt x="398153" y="1080894"/>
                  </a:lnTo>
                  <a:lnTo>
                    <a:pt x="397410" y="1080356"/>
                  </a:lnTo>
                  <a:lnTo>
                    <a:pt x="397134" y="1079622"/>
                  </a:lnTo>
                  <a:lnTo>
                    <a:pt x="396409" y="1078915"/>
                  </a:lnTo>
                  <a:lnTo>
                    <a:pt x="395019" y="1077919"/>
                  </a:lnTo>
                  <a:lnTo>
                    <a:pt x="394288" y="1077663"/>
                  </a:lnTo>
                  <a:lnTo>
                    <a:pt x="393114" y="1076184"/>
                  </a:lnTo>
                  <a:lnTo>
                    <a:pt x="392194" y="1075603"/>
                  </a:lnTo>
                  <a:lnTo>
                    <a:pt x="392162" y="1075082"/>
                  </a:lnTo>
                  <a:lnTo>
                    <a:pt x="391683" y="1074717"/>
                  </a:lnTo>
                  <a:lnTo>
                    <a:pt x="391865" y="1073071"/>
                  </a:lnTo>
                  <a:lnTo>
                    <a:pt x="391631" y="1072952"/>
                  </a:lnTo>
                  <a:lnTo>
                    <a:pt x="390945" y="1071320"/>
                  </a:lnTo>
                  <a:lnTo>
                    <a:pt x="387893" y="1068443"/>
                  </a:lnTo>
                  <a:lnTo>
                    <a:pt x="387680" y="1068381"/>
                  </a:lnTo>
                  <a:lnTo>
                    <a:pt x="386918" y="1069269"/>
                  </a:lnTo>
                  <a:lnTo>
                    <a:pt x="385804" y="1069379"/>
                  </a:lnTo>
                  <a:lnTo>
                    <a:pt x="385261" y="1069175"/>
                  </a:lnTo>
                  <a:lnTo>
                    <a:pt x="383080" y="1070029"/>
                  </a:lnTo>
                  <a:lnTo>
                    <a:pt x="381331" y="1069353"/>
                  </a:lnTo>
                  <a:lnTo>
                    <a:pt x="381186" y="1068506"/>
                  </a:lnTo>
                  <a:lnTo>
                    <a:pt x="379126" y="1068095"/>
                  </a:lnTo>
                  <a:lnTo>
                    <a:pt x="378054" y="1067463"/>
                  </a:lnTo>
                  <a:lnTo>
                    <a:pt x="377331" y="1066714"/>
                  </a:lnTo>
                  <a:lnTo>
                    <a:pt x="376130" y="1066943"/>
                  </a:lnTo>
                  <a:lnTo>
                    <a:pt x="375312" y="1066117"/>
                  </a:lnTo>
                  <a:lnTo>
                    <a:pt x="374631" y="1065820"/>
                  </a:lnTo>
                  <a:lnTo>
                    <a:pt x="374021" y="1063770"/>
                  </a:lnTo>
                  <a:lnTo>
                    <a:pt x="373145" y="1062564"/>
                  </a:lnTo>
                  <a:lnTo>
                    <a:pt x="372190" y="1062043"/>
                  </a:lnTo>
                  <a:lnTo>
                    <a:pt x="372266" y="1061143"/>
                  </a:lnTo>
                  <a:lnTo>
                    <a:pt x="370890" y="1060422"/>
                  </a:lnTo>
                  <a:lnTo>
                    <a:pt x="370528" y="1059867"/>
                  </a:lnTo>
                  <a:lnTo>
                    <a:pt x="368914" y="1058719"/>
                  </a:lnTo>
                  <a:lnTo>
                    <a:pt x="367882" y="1058549"/>
                  </a:lnTo>
                  <a:lnTo>
                    <a:pt x="367239" y="1058790"/>
                  </a:lnTo>
                  <a:lnTo>
                    <a:pt x="366597" y="1058367"/>
                  </a:lnTo>
                  <a:lnTo>
                    <a:pt x="365561" y="1058359"/>
                  </a:lnTo>
                  <a:lnTo>
                    <a:pt x="363179" y="1057466"/>
                  </a:lnTo>
                  <a:lnTo>
                    <a:pt x="362714" y="1057669"/>
                  </a:lnTo>
                  <a:lnTo>
                    <a:pt x="359403" y="1056362"/>
                  </a:lnTo>
                  <a:lnTo>
                    <a:pt x="358058" y="1056055"/>
                  </a:lnTo>
                  <a:lnTo>
                    <a:pt x="357787" y="1055658"/>
                  </a:lnTo>
                  <a:lnTo>
                    <a:pt x="357116" y="1055326"/>
                  </a:lnTo>
                  <a:lnTo>
                    <a:pt x="356789" y="1054137"/>
                  </a:lnTo>
                  <a:lnTo>
                    <a:pt x="355730" y="1053535"/>
                  </a:lnTo>
                  <a:lnTo>
                    <a:pt x="355023" y="1053602"/>
                  </a:lnTo>
                  <a:lnTo>
                    <a:pt x="354768" y="1053415"/>
                  </a:lnTo>
                  <a:lnTo>
                    <a:pt x="354815" y="1053009"/>
                  </a:lnTo>
                  <a:lnTo>
                    <a:pt x="354198" y="1052706"/>
                  </a:lnTo>
                  <a:lnTo>
                    <a:pt x="353324" y="1052588"/>
                  </a:lnTo>
                  <a:lnTo>
                    <a:pt x="352787" y="1052861"/>
                  </a:lnTo>
                  <a:lnTo>
                    <a:pt x="351947" y="1052570"/>
                  </a:lnTo>
                  <a:lnTo>
                    <a:pt x="352062" y="1053193"/>
                  </a:lnTo>
                  <a:lnTo>
                    <a:pt x="351574" y="1053567"/>
                  </a:lnTo>
                  <a:lnTo>
                    <a:pt x="350830" y="1053702"/>
                  </a:lnTo>
                  <a:lnTo>
                    <a:pt x="349604" y="1053065"/>
                  </a:lnTo>
                  <a:lnTo>
                    <a:pt x="349175" y="1053100"/>
                  </a:lnTo>
                  <a:lnTo>
                    <a:pt x="350282" y="1050450"/>
                  </a:lnTo>
                  <a:lnTo>
                    <a:pt x="351114" y="1047614"/>
                  </a:lnTo>
                  <a:lnTo>
                    <a:pt x="351796" y="1047029"/>
                  </a:lnTo>
                  <a:lnTo>
                    <a:pt x="352655" y="1046714"/>
                  </a:lnTo>
                  <a:lnTo>
                    <a:pt x="353173" y="1046956"/>
                  </a:lnTo>
                  <a:lnTo>
                    <a:pt x="353424" y="1046220"/>
                  </a:lnTo>
                  <a:lnTo>
                    <a:pt x="354012" y="1045870"/>
                  </a:lnTo>
                  <a:lnTo>
                    <a:pt x="354073" y="1045309"/>
                  </a:lnTo>
                  <a:lnTo>
                    <a:pt x="354449" y="1045260"/>
                  </a:lnTo>
                  <a:lnTo>
                    <a:pt x="354291" y="1044847"/>
                  </a:lnTo>
                  <a:lnTo>
                    <a:pt x="354538" y="1044623"/>
                  </a:lnTo>
                  <a:lnTo>
                    <a:pt x="354256" y="1044368"/>
                  </a:lnTo>
                  <a:lnTo>
                    <a:pt x="353616" y="1044317"/>
                  </a:lnTo>
                  <a:lnTo>
                    <a:pt x="352847" y="1043601"/>
                  </a:lnTo>
                  <a:lnTo>
                    <a:pt x="352484" y="1043999"/>
                  </a:lnTo>
                  <a:lnTo>
                    <a:pt x="352178" y="1043751"/>
                  </a:lnTo>
                  <a:lnTo>
                    <a:pt x="351363" y="1044023"/>
                  </a:lnTo>
                  <a:lnTo>
                    <a:pt x="350086" y="1043480"/>
                  </a:lnTo>
                  <a:lnTo>
                    <a:pt x="350208" y="1042885"/>
                  </a:lnTo>
                  <a:lnTo>
                    <a:pt x="350467" y="1042717"/>
                  </a:lnTo>
                  <a:lnTo>
                    <a:pt x="350444" y="1042125"/>
                  </a:lnTo>
                  <a:lnTo>
                    <a:pt x="350916" y="1041695"/>
                  </a:lnTo>
                  <a:lnTo>
                    <a:pt x="350242" y="1037953"/>
                  </a:lnTo>
                  <a:lnTo>
                    <a:pt x="350676" y="1036261"/>
                  </a:lnTo>
                  <a:lnTo>
                    <a:pt x="350295" y="1033529"/>
                  </a:lnTo>
                  <a:lnTo>
                    <a:pt x="350469" y="1033063"/>
                  </a:lnTo>
                  <a:lnTo>
                    <a:pt x="350810" y="1032876"/>
                  </a:lnTo>
                  <a:lnTo>
                    <a:pt x="350789" y="1032518"/>
                  </a:lnTo>
                  <a:lnTo>
                    <a:pt x="349907" y="1031301"/>
                  </a:lnTo>
                  <a:lnTo>
                    <a:pt x="349834" y="1030512"/>
                  </a:lnTo>
                  <a:lnTo>
                    <a:pt x="349253" y="1029953"/>
                  </a:lnTo>
                  <a:lnTo>
                    <a:pt x="348932" y="1028034"/>
                  </a:lnTo>
                  <a:lnTo>
                    <a:pt x="349967" y="1027192"/>
                  </a:lnTo>
                  <a:lnTo>
                    <a:pt x="351298" y="1026563"/>
                  </a:lnTo>
                  <a:lnTo>
                    <a:pt x="351514" y="1026217"/>
                  </a:lnTo>
                  <a:lnTo>
                    <a:pt x="351678" y="1025809"/>
                  </a:lnTo>
                  <a:lnTo>
                    <a:pt x="351444" y="1025391"/>
                  </a:lnTo>
                  <a:lnTo>
                    <a:pt x="351602" y="1024537"/>
                  </a:lnTo>
                  <a:lnTo>
                    <a:pt x="352245" y="1024173"/>
                  </a:lnTo>
                  <a:lnTo>
                    <a:pt x="352202" y="1023174"/>
                  </a:lnTo>
                  <a:lnTo>
                    <a:pt x="351896" y="1022802"/>
                  </a:lnTo>
                  <a:lnTo>
                    <a:pt x="352131" y="1022373"/>
                  </a:lnTo>
                  <a:lnTo>
                    <a:pt x="351884" y="1021929"/>
                  </a:lnTo>
                  <a:lnTo>
                    <a:pt x="352372" y="1021023"/>
                  </a:lnTo>
                  <a:lnTo>
                    <a:pt x="352915" y="1020562"/>
                  </a:lnTo>
                  <a:lnTo>
                    <a:pt x="353630" y="1018386"/>
                  </a:lnTo>
                  <a:lnTo>
                    <a:pt x="353577" y="1017629"/>
                  </a:lnTo>
                  <a:lnTo>
                    <a:pt x="351721" y="1014938"/>
                  </a:lnTo>
                  <a:lnTo>
                    <a:pt x="351330" y="1014843"/>
                  </a:lnTo>
                  <a:lnTo>
                    <a:pt x="350721" y="1014246"/>
                  </a:lnTo>
                  <a:lnTo>
                    <a:pt x="349967" y="1014030"/>
                  </a:lnTo>
                  <a:lnTo>
                    <a:pt x="348811" y="1012609"/>
                  </a:lnTo>
                  <a:lnTo>
                    <a:pt x="347995" y="1012055"/>
                  </a:lnTo>
                  <a:lnTo>
                    <a:pt x="347369" y="1009763"/>
                  </a:lnTo>
                  <a:lnTo>
                    <a:pt x="345887" y="1007706"/>
                  </a:lnTo>
                  <a:lnTo>
                    <a:pt x="345335" y="1007498"/>
                  </a:lnTo>
                  <a:lnTo>
                    <a:pt x="346014" y="1007280"/>
                  </a:lnTo>
                  <a:lnTo>
                    <a:pt x="346420" y="1006747"/>
                  </a:lnTo>
                  <a:lnTo>
                    <a:pt x="347277" y="1004485"/>
                  </a:lnTo>
                  <a:lnTo>
                    <a:pt x="349220" y="1003364"/>
                  </a:lnTo>
                  <a:lnTo>
                    <a:pt x="350907" y="1000933"/>
                  </a:lnTo>
                  <a:lnTo>
                    <a:pt x="350770" y="1000210"/>
                  </a:lnTo>
                  <a:lnTo>
                    <a:pt x="351689" y="998016"/>
                  </a:lnTo>
                  <a:lnTo>
                    <a:pt x="351724" y="996902"/>
                  </a:lnTo>
                  <a:lnTo>
                    <a:pt x="350768" y="995611"/>
                  </a:lnTo>
                  <a:lnTo>
                    <a:pt x="350242" y="994189"/>
                  </a:lnTo>
                  <a:lnTo>
                    <a:pt x="350291" y="993649"/>
                  </a:lnTo>
                  <a:lnTo>
                    <a:pt x="351308" y="992117"/>
                  </a:lnTo>
                  <a:lnTo>
                    <a:pt x="351470" y="991171"/>
                  </a:lnTo>
                  <a:lnTo>
                    <a:pt x="353538" y="989273"/>
                  </a:lnTo>
                  <a:lnTo>
                    <a:pt x="355321" y="988818"/>
                  </a:lnTo>
                  <a:lnTo>
                    <a:pt x="355683" y="988286"/>
                  </a:lnTo>
                  <a:lnTo>
                    <a:pt x="356275" y="985916"/>
                  </a:lnTo>
                  <a:lnTo>
                    <a:pt x="357388" y="984580"/>
                  </a:lnTo>
                  <a:lnTo>
                    <a:pt x="357757" y="984573"/>
                  </a:lnTo>
                  <a:lnTo>
                    <a:pt x="357854" y="984237"/>
                  </a:lnTo>
                  <a:lnTo>
                    <a:pt x="359394" y="983103"/>
                  </a:lnTo>
                  <a:lnTo>
                    <a:pt x="359956" y="981830"/>
                  </a:lnTo>
                  <a:lnTo>
                    <a:pt x="360529" y="981690"/>
                  </a:lnTo>
                  <a:lnTo>
                    <a:pt x="360784" y="980997"/>
                  </a:lnTo>
                  <a:lnTo>
                    <a:pt x="361585" y="980184"/>
                  </a:lnTo>
                  <a:lnTo>
                    <a:pt x="360891" y="977801"/>
                  </a:lnTo>
                  <a:lnTo>
                    <a:pt x="360348" y="977004"/>
                  </a:lnTo>
                  <a:lnTo>
                    <a:pt x="360174" y="976276"/>
                  </a:lnTo>
                  <a:lnTo>
                    <a:pt x="360447" y="976392"/>
                  </a:lnTo>
                  <a:lnTo>
                    <a:pt x="360917" y="976155"/>
                  </a:lnTo>
                  <a:lnTo>
                    <a:pt x="360829" y="975937"/>
                  </a:lnTo>
                  <a:lnTo>
                    <a:pt x="361923" y="974616"/>
                  </a:lnTo>
                  <a:lnTo>
                    <a:pt x="362202" y="972873"/>
                  </a:lnTo>
                  <a:lnTo>
                    <a:pt x="362659" y="972788"/>
                  </a:lnTo>
                  <a:lnTo>
                    <a:pt x="362822" y="972426"/>
                  </a:lnTo>
                  <a:lnTo>
                    <a:pt x="363554" y="972140"/>
                  </a:lnTo>
                  <a:lnTo>
                    <a:pt x="364163" y="971413"/>
                  </a:lnTo>
                  <a:lnTo>
                    <a:pt x="364837" y="971254"/>
                  </a:lnTo>
                  <a:lnTo>
                    <a:pt x="365516" y="970378"/>
                  </a:lnTo>
                  <a:lnTo>
                    <a:pt x="366920" y="970077"/>
                  </a:lnTo>
                  <a:lnTo>
                    <a:pt x="367649" y="969342"/>
                  </a:lnTo>
                  <a:lnTo>
                    <a:pt x="369249" y="968600"/>
                  </a:lnTo>
                  <a:lnTo>
                    <a:pt x="370196" y="967726"/>
                  </a:lnTo>
                  <a:lnTo>
                    <a:pt x="370011" y="966951"/>
                  </a:lnTo>
                  <a:lnTo>
                    <a:pt x="370204" y="966146"/>
                  </a:lnTo>
                  <a:lnTo>
                    <a:pt x="370674" y="965469"/>
                  </a:lnTo>
                  <a:lnTo>
                    <a:pt x="368910" y="963019"/>
                  </a:lnTo>
                  <a:lnTo>
                    <a:pt x="368884" y="962087"/>
                  </a:lnTo>
                  <a:lnTo>
                    <a:pt x="369057" y="962025"/>
                  </a:lnTo>
                  <a:lnTo>
                    <a:pt x="368425" y="961080"/>
                  </a:lnTo>
                  <a:lnTo>
                    <a:pt x="368732" y="960743"/>
                  </a:lnTo>
                  <a:lnTo>
                    <a:pt x="368510" y="960505"/>
                  </a:lnTo>
                  <a:lnTo>
                    <a:pt x="368595" y="959943"/>
                  </a:lnTo>
                  <a:lnTo>
                    <a:pt x="367911" y="959308"/>
                  </a:lnTo>
                  <a:lnTo>
                    <a:pt x="368020" y="958141"/>
                  </a:lnTo>
                  <a:lnTo>
                    <a:pt x="367796" y="957543"/>
                  </a:lnTo>
                  <a:lnTo>
                    <a:pt x="368288" y="955903"/>
                  </a:lnTo>
                  <a:lnTo>
                    <a:pt x="367830" y="954684"/>
                  </a:lnTo>
                  <a:lnTo>
                    <a:pt x="367750" y="952983"/>
                  </a:lnTo>
                  <a:lnTo>
                    <a:pt x="367981" y="951025"/>
                  </a:lnTo>
                  <a:lnTo>
                    <a:pt x="367665" y="950674"/>
                  </a:lnTo>
                  <a:lnTo>
                    <a:pt x="367510" y="949866"/>
                  </a:lnTo>
                  <a:lnTo>
                    <a:pt x="367576" y="948852"/>
                  </a:lnTo>
                  <a:lnTo>
                    <a:pt x="366198" y="948814"/>
                  </a:lnTo>
                  <a:lnTo>
                    <a:pt x="365584" y="948107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pg131">
              <a:extLst>
                <a:ext uri="{FF2B5EF4-FFF2-40B4-BE49-F238E27FC236}">
                  <a16:creationId xmlns:a16="http://schemas.microsoft.com/office/drawing/2014/main" id="{A90FF01F-70B3-5CC9-4618-93CA6C99B037}"/>
                </a:ext>
              </a:extLst>
            </p:cNvPr>
            <p:cNvSpPr/>
            <p:nvPr/>
          </p:nvSpPr>
          <p:spPr>
            <a:xfrm>
              <a:off x="7559153" y="1254070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146782" y="318226"/>
                  </a:moveTo>
                  <a:lnTo>
                    <a:pt x="144847" y="317328"/>
                  </a:lnTo>
                  <a:lnTo>
                    <a:pt x="144606" y="317548"/>
                  </a:lnTo>
                  <a:lnTo>
                    <a:pt x="143403" y="317042"/>
                  </a:lnTo>
                  <a:lnTo>
                    <a:pt x="143018" y="317162"/>
                  </a:lnTo>
                  <a:lnTo>
                    <a:pt x="142232" y="321453"/>
                  </a:lnTo>
                  <a:lnTo>
                    <a:pt x="141961" y="326672"/>
                  </a:lnTo>
                  <a:lnTo>
                    <a:pt x="141559" y="326846"/>
                  </a:lnTo>
                  <a:lnTo>
                    <a:pt x="141137" y="326999"/>
                  </a:lnTo>
                  <a:lnTo>
                    <a:pt x="138842" y="326791"/>
                  </a:lnTo>
                  <a:lnTo>
                    <a:pt x="137199" y="326021"/>
                  </a:lnTo>
                  <a:lnTo>
                    <a:pt x="132170" y="322523"/>
                  </a:lnTo>
                  <a:lnTo>
                    <a:pt x="128988" y="319267"/>
                  </a:lnTo>
                  <a:lnTo>
                    <a:pt x="126700" y="318210"/>
                  </a:lnTo>
                  <a:lnTo>
                    <a:pt x="127117" y="315736"/>
                  </a:lnTo>
                  <a:lnTo>
                    <a:pt x="126417" y="315206"/>
                  </a:lnTo>
                  <a:lnTo>
                    <a:pt x="125946" y="312469"/>
                  </a:lnTo>
                  <a:lnTo>
                    <a:pt x="125736" y="312352"/>
                  </a:lnTo>
                  <a:lnTo>
                    <a:pt x="125707" y="311622"/>
                  </a:lnTo>
                  <a:lnTo>
                    <a:pt x="114971" y="309887"/>
                  </a:lnTo>
                  <a:lnTo>
                    <a:pt x="112267" y="310334"/>
                  </a:lnTo>
                  <a:lnTo>
                    <a:pt x="111516" y="310971"/>
                  </a:lnTo>
                  <a:lnTo>
                    <a:pt x="110820" y="311132"/>
                  </a:lnTo>
                  <a:lnTo>
                    <a:pt x="107400" y="308376"/>
                  </a:lnTo>
                  <a:lnTo>
                    <a:pt x="104858" y="308129"/>
                  </a:lnTo>
                  <a:lnTo>
                    <a:pt x="100102" y="306191"/>
                  </a:lnTo>
                  <a:lnTo>
                    <a:pt x="97017" y="305782"/>
                  </a:lnTo>
                  <a:lnTo>
                    <a:pt x="97042" y="306097"/>
                  </a:lnTo>
                  <a:lnTo>
                    <a:pt x="94441" y="305978"/>
                  </a:lnTo>
                  <a:lnTo>
                    <a:pt x="92889" y="306371"/>
                  </a:lnTo>
                  <a:lnTo>
                    <a:pt x="89439" y="308480"/>
                  </a:lnTo>
                  <a:lnTo>
                    <a:pt x="88032" y="309829"/>
                  </a:lnTo>
                  <a:lnTo>
                    <a:pt x="87256" y="310942"/>
                  </a:lnTo>
                  <a:lnTo>
                    <a:pt x="85611" y="311797"/>
                  </a:lnTo>
                  <a:lnTo>
                    <a:pt x="85063" y="312349"/>
                  </a:lnTo>
                  <a:lnTo>
                    <a:pt x="84260" y="312273"/>
                  </a:lnTo>
                  <a:lnTo>
                    <a:pt x="83088" y="312546"/>
                  </a:lnTo>
                  <a:lnTo>
                    <a:pt x="82847" y="312975"/>
                  </a:lnTo>
                  <a:lnTo>
                    <a:pt x="81549" y="312970"/>
                  </a:lnTo>
                  <a:lnTo>
                    <a:pt x="79307" y="312484"/>
                  </a:lnTo>
                  <a:lnTo>
                    <a:pt x="78800" y="312540"/>
                  </a:lnTo>
                  <a:lnTo>
                    <a:pt x="78563" y="312881"/>
                  </a:lnTo>
                  <a:lnTo>
                    <a:pt x="76238" y="311568"/>
                  </a:lnTo>
                  <a:lnTo>
                    <a:pt x="74955" y="311121"/>
                  </a:lnTo>
                  <a:lnTo>
                    <a:pt x="74256" y="311173"/>
                  </a:lnTo>
                  <a:lnTo>
                    <a:pt x="73471" y="310919"/>
                  </a:lnTo>
                  <a:lnTo>
                    <a:pt x="73242" y="311179"/>
                  </a:lnTo>
                  <a:lnTo>
                    <a:pt x="72256" y="310972"/>
                  </a:lnTo>
                  <a:lnTo>
                    <a:pt x="71736" y="310579"/>
                  </a:lnTo>
                  <a:lnTo>
                    <a:pt x="68592" y="311104"/>
                  </a:lnTo>
                  <a:lnTo>
                    <a:pt x="62798" y="312401"/>
                  </a:lnTo>
                  <a:lnTo>
                    <a:pt x="62001" y="312805"/>
                  </a:lnTo>
                  <a:lnTo>
                    <a:pt x="60008" y="313279"/>
                  </a:lnTo>
                  <a:lnTo>
                    <a:pt x="56610" y="315437"/>
                  </a:lnTo>
                  <a:lnTo>
                    <a:pt x="54938" y="317192"/>
                  </a:lnTo>
                  <a:lnTo>
                    <a:pt x="54299" y="317263"/>
                  </a:lnTo>
                  <a:lnTo>
                    <a:pt x="52821" y="318085"/>
                  </a:lnTo>
                  <a:lnTo>
                    <a:pt x="51052" y="319028"/>
                  </a:lnTo>
                  <a:lnTo>
                    <a:pt x="48858" y="321117"/>
                  </a:lnTo>
                  <a:lnTo>
                    <a:pt x="47622" y="321796"/>
                  </a:lnTo>
                  <a:lnTo>
                    <a:pt x="44365" y="322344"/>
                  </a:lnTo>
                  <a:lnTo>
                    <a:pt x="42492" y="323345"/>
                  </a:lnTo>
                  <a:lnTo>
                    <a:pt x="42161" y="323872"/>
                  </a:lnTo>
                  <a:lnTo>
                    <a:pt x="40023" y="322650"/>
                  </a:lnTo>
                  <a:lnTo>
                    <a:pt x="39075" y="321744"/>
                  </a:lnTo>
                  <a:lnTo>
                    <a:pt x="37768" y="321514"/>
                  </a:lnTo>
                  <a:lnTo>
                    <a:pt x="37523" y="320667"/>
                  </a:lnTo>
                  <a:lnTo>
                    <a:pt x="37794" y="320293"/>
                  </a:lnTo>
                  <a:lnTo>
                    <a:pt x="38477" y="320131"/>
                  </a:lnTo>
                  <a:lnTo>
                    <a:pt x="40685" y="318473"/>
                  </a:lnTo>
                  <a:lnTo>
                    <a:pt x="41042" y="317071"/>
                  </a:lnTo>
                  <a:lnTo>
                    <a:pt x="43307" y="316605"/>
                  </a:lnTo>
                  <a:lnTo>
                    <a:pt x="45205" y="315608"/>
                  </a:lnTo>
                  <a:lnTo>
                    <a:pt x="50261" y="314338"/>
                  </a:lnTo>
                  <a:lnTo>
                    <a:pt x="55772" y="311851"/>
                  </a:lnTo>
                  <a:lnTo>
                    <a:pt x="62609" y="309941"/>
                  </a:lnTo>
                  <a:lnTo>
                    <a:pt x="62332" y="308727"/>
                  </a:lnTo>
                  <a:lnTo>
                    <a:pt x="62580" y="306885"/>
                  </a:lnTo>
                  <a:lnTo>
                    <a:pt x="60420" y="306193"/>
                  </a:lnTo>
                  <a:lnTo>
                    <a:pt x="59844" y="305617"/>
                  </a:lnTo>
                  <a:lnTo>
                    <a:pt x="61389" y="304296"/>
                  </a:lnTo>
                  <a:lnTo>
                    <a:pt x="62113" y="301838"/>
                  </a:lnTo>
                  <a:lnTo>
                    <a:pt x="60943" y="301860"/>
                  </a:lnTo>
                  <a:lnTo>
                    <a:pt x="58273" y="302609"/>
                  </a:lnTo>
                  <a:lnTo>
                    <a:pt x="56224" y="302617"/>
                  </a:lnTo>
                  <a:lnTo>
                    <a:pt x="53251" y="303360"/>
                  </a:lnTo>
                  <a:lnTo>
                    <a:pt x="50595" y="303665"/>
                  </a:lnTo>
                  <a:lnTo>
                    <a:pt x="49030" y="304238"/>
                  </a:lnTo>
                  <a:lnTo>
                    <a:pt x="47714" y="304299"/>
                  </a:lnTo>
                  <a:lnTo>
                    <a:pt x="45331" y="305122"/>
                  </a:lnTo>
                  <a:lnTo>
                    <a:pt x="43459" y="305078"/>
                  </a:lnTo>
                  <a:lnTo>
                    <a:pt x="43370" y="304351"/>
                  </a:lnTo>
                  <a:lnTo>
                    <a:pt x="43693" y="303986"/>
                  </a:lnTo>
                  <a:lnTo>
                    <a:pt x="43897" y="304306"/>
                  </a:lnTo>
                  <a:lnTo>
                    <a:pt x="44390" y="304209"/>
                  </a:lnTo>
                  <a:lnTo>
                    <a:pt x="43674" y="302569"/>
                  </a:lnTo>
                  <a:lnTo>
                    <a:pt x="43448" y="301271"/>
                  </a:lnTo>
                  <a:lnTo>
                    <a:pt x="42767" y="300819"/>
                  </a:lnTo>
                  <a:lnTo>
                    <a:pt x="42073" y="298614"/>
                  </a:lnTo>
                  <a:lnTo>
                    <a:pt x="40993" y="297266"/>
                  </a:lnTo>
                  <a:lnTo>
                    <a:pt x="39753" y="297112"/>
                  </a:lnTo>
                  <a:lnTo>
                    <a:pt x="38484" y="296654"/>
                  </a:lnTo>
                  <a:lnTo>
                    <a:pt x="38014" y="296030"/>
                  </a:lnTo>
                  <a:lnTo>
                    <a:pt x="37969" y="294888"/>
                  </a:lnTo>
                  <a:lnTo>
                    <a:pt x="37062" y="294019"/>
                  </a:lnTo>
                  <a:lnTo>
                    <a:pt x="36594" y="293849"/>
                  </a:lnTo>
                  <a:lnTo>
                    <a:pt x="36243" y="292035"/>
                  </a:lnTo>
                  <a:lnTo>
                    <a:pt x="34717" y="290323"/>
                  </a:lnTo>
                  <a:lnTo>
                    <a:pt x="34117" y="289067"/>
                  </a:lnTo>
                  <a:lnTo>
                    <a:pt x="33823" y="287779"/>
                  </a:lnTo>
                  <a:lnTo>
                    <a:pt x="32439" y="286730"/>
                  </a:lnTo>
                  <a:lnTo>
                    <a:pt x="31138" y="286356"/>
                  </a:lnTo>
                  <a:lnTo>
                    <a:pt x="31680" y="283709"/>
                  </a:lnTo>
                  <a:lnTo>
                    <a:pt x="32843" y="283022"/>
                  </a:lnTo>
                  <a:lnTo>
                    <a:pt x="33737" y="281602"/>
                  </a:lnTo>
                  <a:lnTo>
                    <a:pt x="34572" y="280886"/>
                  </a:lnTo>
                  <a:lnTo>
                    <a:pt x="35290" y="280408"/>
                  </a:lnTo>
                  <a:lnTo>
                    <a:pt x="35656" y="280739"/>
                  </a:lnTo>
                  <a:lnTo>
                    <a:pt x="38401" y="280343"/>
                  </a:lnTo>
                  <a:lnTo>
                    <a:pt x="39847" y="279688"/>
                  </a:lnTo>
                  <a:lnTo>
                    <a:pt x="40690" y="278698"/>
                  </a:lnTo>
                  <a:lnTo>
                    <a:pt x="40734" y="277500"/>
                  </a:lnTo>
                  <a:lnTo>
                    <a:pt x="41000" y="276903"/>
                  </a:lnTo>
                  <a:lnTo>
                    <a:pt x="45206" y="278827"/>
                  </a:lnTo>
                  <a:lnTo>
                    <a:pt x="45410" y="278607"/>
                  </a:lnTo>
                  <a:lnTo>
                    <a:pt x="45364" y="278018"/>
                  </a:lnTo>
                  <a:lnTo>
                    <a:pt x="45024" y="277763"/>
                  </a:lnTo>
                  <a:lnTo>
                    <a:pt x="44987" y="277004"/>
                  </a:lnTo>
                  <a:lnTo>
                    <a:pt x="23880" y="274093"/>
                  </a:lnTo>
                  <a:lnTo>
                    <a:pt x="21785" y="275309"/>
                  </a:lnTo>
                  <a:lnTo>
                    <a:pt x="18402" y="276471"/>
                  </a:lnTo>
                  <a:lnTo>
                    <a:pt x="18112" y="275832"/>
                  </a:lnTo>
                  <a:lnTo>
                    <a:pt x="16638" y="272692"/>
                  </a:lnTo>
                  <a:lnTo>
                    <a:pt x="17178" y="265743"/>
                  </a:lnTo>
                  <a:lnTo>
                    <a:pt x="15675" y="260974"/>
                  </a:lnTo>
                  <a:lnTo>
                    <a:pt x="12914" y="257256"/>
                  </a:lnTo>
                  <a:lnTo>
                    <a:pt x="3039" y="253505"/>
                  </a:lnTo>
                  <a:lnTo>
                    <a:pt x="2679" y="253061"/>
                  </a:lnTo>
                  <a:lnTo>
                    <a:pt x="1238" y="252282"/>
                  </a:lnTo>
                  <a:lnTo>
                    <a:pt x="79" y="250296"/>
                  </a:lnTo>
                  <a:lnTo>
                    <a:pt x="0" y="250155"/>
                  </a:lnTo>
                  <a:lnTo>
                    <a:pt x="5918" y="245570"/>
                  </a:lnTo>
                  <a:lnTo>
                    <a:pt x="5981" y="240423"/>
                  </a:lnTo>
                  <a:lnTo>
                    <a:pt x="8341" y="237504"/>
                  </a:lnTo>
                  <a:lnTo>
                    <a:pt x="11567" y="234609"/>
                  </a:lnTo>
                  <a:lnTo>
                    <a:pt x="14209" y="229459"/>
                  </a:lnTo>
                  <a:lnTo>
                    <a:pt x="18213" y="225574"/>
                  </a:lnTo>
                  <a:lnTo>
                    <a:pt x="21363" y="217853"/>
                  </a:lnTo>
                  <a:lnTo>
                    <a:pt x="22141" y="213177"/>
                  </a:lnTo>
                  <a:lnTo>
                    <a:pt x="22018" y="209199"/>
                  </a:lnTo>
                  <a:lnTo>
                    <a:pt x="23333" y="206988"/>
                  </a:lnTo>
                  <a:lnTo>
                    <a:pt x="23896" y="203791"/>
                  </a:lnTo>
                  <a:lnTo>
                    <a:pt x="25308" y="199603"/>
                  </a:lnTo>
                  <a:lnTo>
                    <a:pt x="24659" y="199363"/>
                  </a:lnTo>
                  <a:lnTo>
                    <a:pt x="23552" y="199525"/>
                  </a:lnTo>
                  <a:lnTo>
                    <a:pt x="22514" y="198753"/>
                  </a:lnTo>
                  <a:lnTo>
                    <a:pt x="21544" y="198439"/>
                  </a:lnTo>
                  <a:lnTo>
                    <a:pt x="19766" y="197051"/>
                  </a:lnTo>
                  <a:lnTo>
                    <a:pt x="19369" y="195916"/>
                  </a:lnTo>
                  <a:lnTo>
                    <a:pt x="20858" y="195525"/>
                  </a:lnTo>
                  <a:lnTo>
                    <a:pt x="20059" y="193915"/>
                  </a:lnTo>
                  <a:lnTo>
                    <a:pt x="20533" y="194082"/>
                  </a:lnTo>
                  <a:lnTo>
                    <a:pt x="21298" y="193962"/>
                  </a:lnTo>
                  <a:lnTo>
                    <a:pt x="22941" y="193177"/>
                  </a:lnTo>
                  <a:lnTo>
                    <a:pt x="24330" y="191487"/>
                  </a:lnTo>
                  <a:lnTo>
                    <a:pt x="25097" y="189757"/>
                  </a:lnTo>
                  <a:lnTo>
                    <a:pt x="27246" y="187947"/>
                  </a:lnTo>
                  <a:lnTo>
                    <a:pt x="26541" y="187192"/>
                  </a:lnTo>
                  <a:lnTo>
                    <a:pt x="25785" y="185793"/>
                  </a:lnTo>
                  <a:lnTo>
                    <a:pt x="24804" y="185442"/>
                  </a:lnTo>
                  <a:lnTo>
                    <a:pt x="23789" y="185080"/>
                  </a:lnTo>
                  <a:lnTo>
                    <a:pt x="23549" y="185444"/>
                  </a:lnTo>
                  <a:lnTo>
                    <a:pt x="22975" y="185236"/>
                  </a:lnTo>
                  <a:lnTo>
                    <a:pt x="22283" y="184185"/>
                  </a:lnTo>
                  <a:lnTo>
                    <a:pt x="20055" y="183760"/>
                  </a:lnTo>
                  <a:lnTo>
                    <a:pt x="18799" y="183799"/>
                  </a:lnTo>
                  <a:lnTo>
                    <a:pt x="17309" y="183152"/>
                  </a:lnTo>
                  <a:lnTo>
                    <a:pt x="17205" y="182932"/>
                  </a:lnTo>
                  <a:lnTo>
                    <a:pt x="16432" y="182796"/>
                  </a:lnTo>
                  <a:lnTo>
                    <a:pt x="14527" y="181185"/>
                  </a:lnTo>
                  <a:lnTo>
                    <a:pt x="14205" y="180229"/>
                  </a:lnTo>
                  <a:lnTo>
                    <a:pt x="13571" y="178724"/>
                  </a:lnTo>
                  <a:lnTo>
                    <a:pt x="13192" y="178564"/>
                  </a:lnTo>
                  <a:lnTo>
                    <a:pt x="13290" y="178128"/>
                  </a:lnTo>
                  <a:lnTo>
                    <a:pt x="12473" y="177010"/>
                  </a:lnTo>
                  <a:lnTo>
                    <a:pt x="12735" y="176501"/>
                  </a:lnTo>
                  <a:lnTo>
                    <a:pt x="12540" y="175230"/>
                  </a:lnTo>
                  <a:lnTo>
                    <a:pt x="11195" y="172759"/>
                  </a:lnTo>
                  <a:lnTo>
                    <a:pt x="13252" y="170043"/>
                  </a:lnTo>
                  <a:lnTo>
                    <a:pt x="14447" y="169057"/>
                  </a:lnTo>
                  <a:lnTo>
                    <a:pt x="14476" y="168194"/>
                  </a:lnTo>
                  <a:lnTo>
                    <a:pt x="13897" y="167367"/>
                  </a:lnTo>
                  <a:lnTo>
                    <a:pt x="12113" y="166659"/>
                  </a:lnTo>
                  <a:lnTo>
                    <a:pt x="8213" y="166595"/>
                  </a:lnTo>
                  <a:lnTo>
                    <a:pt x="5616" y="167356"/>
                  </a:lnTo>
                  <a:lnTo>
                    <a:pt x="3319" y="167112"/>
                  </a:lnTo>
                  <a:lnTo>
                    <a:pt x="1470" y="167192"/>
                  </a:lnTo>
                  <a:lnTo>
                    <a:pt x="882" y="167651"/>
                  </a:lnTo>
                  <a:lnTo>
                    <a:pt x="512" y="167349"/>
                  </a:lnTo>
                  <a:lnTo>
                    <a:pt x="781" y="166389"/>
                  </a:lnTo>
                  <a:lnTo>
                    <a:pt x="1743" y="165139"/>
                  </a:lnTo>
                  <a:lnTo>
                    <a:pt x="3059" y="164239"/>
                  </a:lnTo>
                  <a:lnTo>
                    <a:pt x="4712" y="164175"/>
                  </a:lnTo>
                  <a:lnTo>
                    <a:pt x="5221" y="163748"/>
                  </a:lnTo>
                  <a:lnTo>
                    <a:pt x="5939" y="163618"/>
                  </a:lnTo>
                  <a:lnTo>
                    <a:pt x="6522" y="162853"/>
                  </a:lnTo>
                  <a:lnTo>
                    <a:pt x="7652" y="162106"/>
                  </a:lnTo>
                  <a:lnTo>
                    <a:pt x="8214" y="161050"/>
                  </a:lnTo>
                  <a:lnTo>
                    <a:pt x="8805" y="160819"/>
                  </a:lnTo>
                  <a:lnTo>
                    <a:pt x="9086" y="160416"/>
                  </a:lnTo>
                  <a:lnTo>
                    <a:pt x="9551" y="159075"/>
                  </a:lnTo>
                  <a:lnTo>
                    <a:pt x="10073" y="158380"/>
                  </a:lnTo>
                  <a:lnTo>
                    <a:pt x="11840" y="157201"/>
                  </a:lnTo>
                  <a:lnTo>
                    <a:pt x="12380" y="156310"/>
                  </a:lnTo>
                  <a:lnTo>
                    <a:pt x="13502" y="156470"/>
                  </a:lnTo>
                  <a:lnTo>
                    <a:pt x="14113" y="157461"/>
                  </a:lnTo>
                  <a:lnTo>
                    <a:pt x="14974" y="158268"/>
                  </a:lnTo>
                  <a:lnTo>
                    <a:pt x="14679" y="156334"/>
                  </a:lnTo>
                  <a:lnTo>
                    <a:pt x="13989" y="155434"/>
                  </a:lnTo>
                  <a:lnTo>
                    <a:pt x="14657" y="154752"/>
                  </a:lnTo>
                  <a:lnTo>
                    <a:pt x="15282" y="154888"/>
                  </a:lnTo>
                  <a:lnTo>
                    <a:pt x="15321" y="154641"/>
                  </a:lnTo>
                  <a:lnTo>
                    <a:pt x="13701" y="153868"/>
                  </a:lnTo>
                  <a:lnTo>
                    <a:pt x="8852" y="150826"/>
                  </a:lnTo>
                  <a:lnTo>
                    <a:pt x="8695" y="149523"/>
                  </a:lnTo>
                  <a:lnTo>
                    <a:pt x="8872" y="149191"/>
                  </a:lnTo>
                  <a:lnTo>
                    <a:pt x="8608" y="149391"/>
                  </a:lnTo>
                  <a:lnTo>
                    <a:pt x="8373" y="148800"/>
                  </a:lnTo>
                  <a:lnTo>
                    <a:pt x="8138" y="148740"/>
                  </a:lnTo>
                  <a:lnTo>
                    <a:pt x="8750" y="146770"/>
                  </a:lnTo>
                  <a:lnTo>
                    <a:pt x="7808" y="146269"/>
                  </a:lnTo>
                  <a:lnTo>
                    <a:pt x="7978" y="145700"/>
                  </a:lnTo>
                  <a:lnTo>
                    <a:pt x="7556" y="145720"/>
                  </a:lnTo>
                  <a:lnTo>
                    <a:pt x="7512" y="145539"/>
                  </a:lnTo>
                  <a:lnTo>
                    <a:pt x="8495" y="145324"/>
                  </a:lnTo>
                  <a:lnTo>
                    <a:pt x="9111" y="144077"/>
                  </a:lnTo>
                  <a:lnTo>
                    <a:pt x="9208" y="143579"/>
                  </a:lnTo>
                  <a:lnTo>
                    <a:pt x="9028" y="143342"/>
                  </a:lnTo>
                  <a:lnTo>
                    <a:pt x="9305" y="142781"/>
                  </a:lnTo>
                  <a:lnTo>
                    <a:pt x="9044" y="142565"/>
                  </a:lnTo>
                  <a:lnTo>
                    <a:pt x="8903" y="141894"/>
                  </a:lnTo>
                  <a:lnTo>
                    <a:pt x="9381" y="139538"/>
                  </a:lnTo>
                  <a:lnTo>
                    <a:pt x="9333" y="139260"/>
                  </a:lnTo>
                  <a:lnTo>
                    <a:pt x="8697" y="139184"/>
                  </a:lnTo>
                  <a:lnTo>
                    <a:pt x="8724" y="138668"/>
                  </a:lnTo>
                  <a:lnTo>
                    <a:pt x="8992" y="138615"/>
                  </a:lnTo>
                  <a:lnTo>
                    <a:pt x="8689" y="138176"/>
                  </a:lnTo>
                  <a:lnTo>
                    <a:pt x="9299" y="137361"/>
                  </a:lnTo>
                  <a:lnTo>
                    <a:pt x="8548" y="136852"/>
                  </a:lnTo>
                  <a:lnTo>
                    <a:pt x="8552" y="135647"/>
                  </a:lnTo>
                  <a:lnTo>
                    <a:pt x="8272" y="135453"/>
                  </a:lnTo>
                  <a:lnTo>
                    <a:pt x="8236" y="135006"/>
                  </a:lnTo>
                  <a:lnTo>
                    <a:pt x="8570" y="133369"/>
                  </a:lnTo>
                  <a:lnTo>
                    <a:pt x="9220" y="132780"/>
                  </a:lnTo>
                  <a:lnTo>
                    <a:pt x="9426" y="131988"/>
                  </a:lnTo>
                  <a:lnTo>
                    <a:pt x="9879" y="131361"/>
                  </a:lnTo>
                  <a:lnTo>
                    <a:pt x="10865" y="128119"/>
                  </a:lnTo>
                  <a:lnTo>
                    <a:pt x="10481" y="127577"/>
                  </a:lnTo>
                  <a:lnTo>
                    <a:pt x="10656" y="127313"/>
                  </a:lnTo>
                  <a:lnTo>
                    <a:pt x="10450" y="126755"/>
                  </a:lnTo>
                  <a:lnTo>
                    <a:pt x="10450" y="125479"/>
                  </a:lnTo>
                  <a:lnTo>
                    <a:pt x="10775" y="124516"/>
                  </a:lnTo>
                  <a:lnTo>
                    <a:pt x="12319" y="122807"/>
                  </a:lnTo>
                  <a:lnTo>
                    <a:pt x="12590" y="121963"/>
                  </a:lnTo>
                  <a:lnTo>
                    <a:pt x="13418" y="120982"/>
                  </a:lnTo>
                  <a:lnTo>
                    <a:pt x="13486" y="120160"/>
                  </a:lnTo>
                  <a:lnTo>
                    <a:pt x="14241" y="119395"/>
                  </a:lnTo>
                  <a:lnTo>
                    <a:pt x="14363" y="118766"/>
                  </a:lnTo>
                  <a:lnTo>
                    <a:pt x="14675" y="118695"/>
                  </a:lnTo>
                  <a:lnTo>
                    <a:pt x="14979" y="118088"/>
                  </a:lnTo>
                  <a:lnTo>
                    <a:pt x="15470" y="117968"/>
                  </a:lnTo>
                  <a:lnTo>
                    <a:pt x="15882" y="117515"/>
                  </a:lnTo>
                  <a:lnTo>
                    <a:pt x="16421" y="117430"/>
                  </a:lnTo>
                  <a:lnTo>
                    <a:pt x="16723" y="116774"/>
                  </a:lnTo>
                  <a:lnTo>
                    <a:pt x="17407" y="116676"/>
                  </a:lnTo>
                  <a:lnTo>
                    <a:pt x="17969" y="115605"/>
                  </a:lnTo>
                  <a:lnTo>
                    <a:pt x="19414" y="114885"/>
                  </a:lnTo>
                  <a:lnTo>
                    <a:pt x="19398" y="114267"/>
                  </a:lnTo>
                  <a:lnTo>
                    <a:pt x="20322" y="114085"/>
                  </a:lnTo>
                  <a:lnTo>
                    <a:pt x="20348" y="113565"/>
                  </a:lnTo>
                  <a:lnTo>
                    <a:pt x="19903" y="112343"/>
                  </a:lnTo>
                  <a:lnTo>
                    <a:pt x="19371" y="111981"/>
                  </a:lnTo>
                  <a:lnTo>
                    <a:pt x="19422" y="110976"/>
                  </a:lnTo>
                  <a:lnTo>
                    <a:pt x="19147" y="110148"/>
                  </a:lnTo>
                  <a:lnTo>
                    <a:pt x="19383" y="109743"/>
                  </a:lnTo>
                  <a:lnTo>
                    <a:pt x="19151" y="109698"/>
                  </a:lnTo>
                  <a:lnTo>
                    <a:pt x="19181" y="109417"/>
                  </a:lnTo>
                  <a:lnTo>
                    <a:pt x="19661" y="108935"/>
                  </a:lnTo>
                  <a:lnTo>
                    <a:pt x="19772" y="108172"/>
                  </a:lnTo>
                  <a:lnTo>
                    <a:pt x="20083" y="107990"/>
                  </a:lnTo>
                  <a:lnTo>
                    <a:pt x="19874" y="107518"/>
                  </a:lnTo>
                  <a:lnTo>
                    <a:pt x="20054" y="107149"/>
                  </a:lnTo>
                  <a:lnTo>
                    <a:pt x="20028" y="105929"/>
                  </a:lnTo>
                  <a:lnTo>
                    <a:pt x="19434" y="104889"/>
                  </a:lnTo>
                  <a:lnTo>
                    <a:pt x="19917" y="104353"/>
                  </a:lnTo>
                  <a:lnTo>
                    <a:pt x="20278" y="103242"/>
                  </a:lnTo>
                  <a:lnTo>
                    <a:pt x="21036" y="102451"/>
                  </a:lnTo>
                  <a:lnTo>
                    <a:pt x="22405" y="101549"/>
                  </a:lnTo>
                  <a:lnTo>
                    <a:pt x="23336" y="101390"/>
                  </a:lnTo>
                  <a:lnTo>
                    <a:pt x="24424" y="102023"/>
                  </a:lnTo>
                  <a:lnTo>
                    <a:pt x="27739" y="105383"/>
                  </a:lnTo>
                  <a:lnTo>
                    <a:pt x="29233" y="106306"/>
                  </a:lnTo>
                  <a:lnTo>
                    <a:pt x="29664" y="107037"/>
                  </a:lnTo>
                  <a:lnTo>
                    <a:pt x="29379" y="107737"/>
                  </a:lnTo>
                  <a:lnTo>
                    <a:pt x="29509" y="108087"/>
                  </a:lnTo>
                  <a:lnTo>
                    <a:pt x="30508" y="107863"/>
                  </a:lnTo>
                  <a:lnTo>
                    <a:pt x="35086" y="109795"/>
                  </a:lnTo>
                  <a:lnTo>
                    <a:pt x="35934" y="109834"/>
                  </a:lnTo>
                  <a:lnTo>
                    <a:pt x="36818" y="110399"/>
                  </a:lnTo>
                  <a:lnTo>
                    <a:pt x="39342" y="113372"/>
                  </a:lnTo>
                  <a:lnTo>
                    <a:pt x="42443" y="115224"/>
                  </a:lnTo>
                  <a:lnTo>
                    <a:pt x="42138" y="115931"/>
                  </a:lnTo>
                  <a:lnTo>
                    <a:pt x="43018" y="116050"/>
                  </a:lnTo>
                  <a:lnTo>
                    <a:pt x="46238" y="118236"/>
                  </a:lnTo>
                  <a:lnTo>
                    <a:pt x="47903" y="120419"/>
                  </a:lnTo>
                  <a:lnTo>
                    <a:pt x="49331" y="121046"/>
                  </a:lnTo>
                  <a:lnTo>
                    <a:pt x="50241" y="121792"/>
                  </a:lnTo>
                  <a:lnTo>
                    <a:pt x="50529" y="122469"/>
                  </a:lnTo>
                  <a:lnTo>
                    <a:pt x="53121" y="122837"/>
                  </a:lnTo>
                  <a:lnTo>
                    <a:pt x="56432" y="123940"/>
                  </a:lnTo>
                  <a:lnTo>
                    <a:pt x="56361" y="124165"/>
                  </a:lnTo>
                  <a:lnTo>
                    <a:pt x="58284" y="125200"/>
                  </a:lnTo>
                  <a:lnTo>
                    <a:pt x="58281" y="125620"/>
                  </a:lnTo>
                  <a:lnTo>
                    <a:pt x="57021" y="128398"/>
                  </a:lnTo>
                  <a:lnTo>
                    <a:pt x="57056" y="129255"/>
                  </a:lnTo>
                  <a:lnTo>
                    <a:pt x="56373" y="129901"/>
                  </a:lnTo>
                  <a:lnTo>
                    <a:pt x="56037" y="132211"/>
                  </a:lnTo>
                  <a:lnTo>
                    <a:pt x="54856" y="133292"/>
                  </a:lnTo>
                  <a:lnTo>
                    <a:pt x="54655" y="134237"/>
                  </a:lnTo>
                  <a:lnTo>
                    <a:pt x="54907" y="136150"/>
                  </a:lnTo>
                  <a:lnTo>
                    <a:pt x="55550" y="137836"/>
                  </a:lnTo>
                  <a:lnTo>
                    <a:pt x="56306" y="138569"/>
                  </a:lnTo>
                  <a:lnTo>
                    <a:pt x="57653" y="139002"/>
                  </a:lnTo>
                  <a:lnTo>
                    <a:pt x="57611" y="139653"/>
                  </a:lnTo>
                  <a:lnTo>
                    <a:pt x="57958" y="139668"/>
                  </a:lnTo>
                  <a:lnTo>
                    <a:pt x="58480" y="140379"/>
                  </a:lnTo>
                  <a:lnTo>
                    <a:pt x="58934" y="140422"/>
                  </a:lnTo>
                  <a:lnTo>
                    <a:pt x="59403" y="141149"/>
                  </a:lnTo>
                  <a:lnTo>
                    <a:pt x="60269" y="140385"/>
                  </a:lnTo>
                  <a:lnTo>
                    <a:pt x="61604" y="140254"/>
                  </a:lnTo>
                  <a:lnTo>
                    <a:pt x="62538" y="139905"/>
                  </a:lnTo>
                  <a:lnTo>
                    <a:pt x="63918" y="139986"/>
                  </a:lnTo>
                  <a:lnTo>
                    <a:pt x="64768" y="139755"/>
                  </a:lnTo>
                  <a:lnTo>
                    <a:pt x="68369" y="137666"/>
                  </a:lnTo>
                  <a:lnTo>
                    <a:pt x="73084" y="137592"/>
                  </a:lnTo>
                  <a:lnTo>
                    <a:pt x="74575" y="138095"/>
                  </a:lnTo>
                  <a:lnTo>
                    <a:pt x="75301" y="138067"/>
                  </a:lnTo>
                  <a:lnTo>
                    <a:pt x="75072" y="135990"/>
                  </a:lnTo>
                  <a:lnTo>
                    <a:pt x="75417" y="136173"/>
                  </a:lnTo>
                  <a:lnTo>
                    <a:pt x="75621" y="135479"/>
                  </a:lnTo>
                  <a:lnTo>
                    <a:pt x="75303" y="133177"/>
                  </a:lnTo>
                  <a:lnTo>
                    <a:pt x="76699" y="131519"/>
                  </a:lnTo>
                  <a:lnTo>
                    <a:pt x="76902" y="128747"/>
                  </a:lnTo>
                  <a:lnTo>
                    <a:pt x="77152" y="128161"/>
                  </a:lnTo>
                  <a:lnTo>
                    <a:pt x="78004" y="128577"/>
                  </a:lnTo>
                  <a:lnTo>
                    <a:pt x="78519" y="128431"/>
                  </a:lnTo>
                  <a:lnTo>
                    <a:pt x="78496" y="128587"/>
                  </a:lnTo>
                  <a:lnTo>
                    <a:pt x="79622" y="128995"/>
                  </a:lnTo>
                  <a:lnTo>
                    <a:pt x="80123" y="127901"/>
                  </a:lnTo>
                  <a:lnTo>
                    <a:pt x="80626" y="128159"/>
                  </a:lnTo>
                  <a:lnTo>
                    <a:pt x="81188" y="127633"/>
                  </a:lnTo>
                  <a:lnTo>
                    <a:pt x="81582" y="127051"/>
                  </a:lnTo>
                  <a:lnTo>
                    <a:pt x="81638" y="126416"/>
                  </a:lnTo>
                  <a:lnTo>
                    <a:pt x="82133" y="126796"/>
                  </a:lnTo>
                  <a:lnTo>
                    <a:pt x="82507" y="126710"/>
                  </a:lnTo>
                  <a:lnTo>
                    <a:pt x="82467" y="126140"/>
                  </a:lnTo>
                  <a:lnTo>
                    <a:pt x="83696" y="125296"/>
                  </a:lnTo>
                  <a:lnTo>
                    <a:pt x="84047" y="124355"/>
                  </a:lnTo>
                  <a:lnTo>
                    <a:pt x="83327" y="122800"/>
                  </a:lnTo>
                  <a:lnTo>
                    <a:pt x="89217" y="118375"/>
                  </a:lnTo>
                  <a:lnTo>
                    <a:pt x="89356" y="116944"/>
                  </a:lnTo>
                  <a:lnTo>
                    <a:pt x="88144" y="115263"/>
                  </a:lnTo>
                  <a:lnTo>
                    <a:pt x="87318" y="115101"/>
                  </a:lnTo>
                  <a:lnTo>
                    <a:pt x="85950" y="115238"/>
                  </a:lnTo>
                  <a:lnTo>
                    <a:pt x="84114" y="114596"/>
                  </a:lnTo>
                  <a:lnTo>
                    <a:pt x="82463" y="114504"/>
                  </a:lnTo>
                  <a:lnTo>
                    <a:pt x="82288" y="113894"/>
                  </a:lnTo>
                  <a:lnTo>
                    <a:pt x="83239" y="113683"/>
                  </a:lnTo>
                  <a:lnTo>
                    <a:pt x="87231" y="113771"/>
                  </a:lnTo>
                  <a:lnTo>
                    <a:pt x="89107" y="112943"/>
                  </a:lnTo>
                  <a:lnTo>
                    <a:pt x="90910" y="111557"/>
                  </a:lnTo>
                  <a:lnTo>
                    <a:pt x="94315" y="110109"/>
                  </a:lnTo>
                  <a:lnTo>
                    <a:pt x="98478" y="110537"/>
                  </a:lnTo>
                  <a:lnTo>
                    <a:pt x="99138" y="110328"/>
                  </a:lnTo>
                  <a:lnTo>
                    <a:pt x="101340" y="108869"/>
                  </a:lnTo>
                  <a:lnTo>
                    <a:pt x="103775" y="108343"/>
                  </a:lnTo>
                  <a:lnTo>
                    <a:pt x="104878" y="107633"/>
                  </a:lnTo>
                  <a:lnTo>
                    <a:pt x="105084" y="107511"/>
                  </a:lnTo>
                  <a:lnTo>
                    <a:pt x="105137" y="106582"/>
                  </a:lnTo>
                  <a:lnTo>
                    <a:pt x="105558" y="105445"/>
                  </a:lnTo>
                  <a:lnTo>
                    <a:pt x="106406" y="104462"/>
                  </a:lnTo>
                  <a:lnTo>
                    <a:pt x="107267" y="103870"/>
                  </a:lnTo>
                  <a:lnTo>
                    <a:pt x="108843" y="102061"/>
                  </a:lnTo>
                  <a:lnTo>
                    <a:pt x="111569" y="101173"/>
                  </a:lnTo>
                  <a:lnTo>
                    <a:pt x="113448" y="98409"/>
                  </a:lnTo>
                  <a:lnTo>
                    <a:pt x="113533" y="97449"/>
                  </a:lnTo>
                  <a:lnTo>
                    <a:pt x="111813" y="95807"/>
                  </a:lnTo>
                  <a:lnTo>
                    <a:pt x="110470" y="94114"/>
                  </a:lnTo>
                  <a:lnTo>
                    <a:pt x="109240" y="94257"/>
                  </a:lnTo>
                  <a:lnTo>
                    <a:pt x="107710" y="94781"/>
                  </a:lnTo>
                  <a:lnTo>
                    <a:pt x="105703" y="94745"/>
                  </a:lnTo>
                  <a:lnTo>
                    <a:pt x="105017" y="94304"/>
                  </a:lnTo>
                  <a:lnTo>
                    <a:pt x="104671" y="93167"/>
                  </a:lnTo>
                  <a:lnTo>
                    <a:pt x="104778" y="92860"/>
                  </a:lnTo>
                  <a:lnTo>
                    <a:pt x="105814" y="92162"/>
                  </a:lnTo>
                  <a:lnTo>
                    <a:pt x="106557" y="91331"/>
                  </a:lnTo>
                  <a:lnTo>
                    <a:pt x="107097" y="89247"/>
                  </a:lnTo>
                  <a:lnTo>
                    <a:pt x="107805" y="88150"/>
                  </a:lnTo>
                  <a:lnTo>
                    <a:pt x="109503" y="87470"/>
                  </a:lnTo>
                  <a:lnTo>
                    <a:pt x="110178" y="86703"/>
                  </a:lnTo>
                  <a:lnTo>
                    <a:pt x="112302" y="86133"/>
                  </a:lnTo>
                  <a:lnTo>
                    <a:pt x="113496" y="85290"/>
                  </a:lnTo>
                  <a:lnTo>
                    <a:pt x="116475" y="85468"/>
                  </a:lnTo>
                  <a:lnTo>
                    <a:pt x="118168" y="84769"/>
                  </a:lnTo>
                  <a:lnTo>
                    <a:pt x="118546" y="83973"/>
                  </a:lnTo>
                  <a:lnTo>
                    <a:pt x="119638" y="83253"/>
                  </a:lnTo>
                  <a:lnTo>
                    <a:pt x="121048" y="83485"/>
                  </a:lnTo>
                  <a:lnTo>
                    <a:pt x="120579" y="84221"/>
                  </a:lnTo>
                  <a:lnTo>
                    <a:pt x="123141" y="84989"/>
                  </a:lnTo>
                  <a:lnTo>
                    <a:pt x="124144" y="85506"/>
                  </a:lnTo>
                  <a:lnTo>
                    <a:pt x="125576" y="85506"/>
                  </a:lnTo>
                  <a:lnTo>
                    <a:pt x="126971" y="84515"/>
                  </a:lnTo>
                  <a:lnTo>
                    <a:pt x="128190" y="84307"/>
                  </a:lnTo>
                  <a:lnTo>
                    <a:pt x="130463" y="82364"/>
                  </a:lnTo>
                  <a:lnTo>
                    <a:pt x="131520" y="81837"/>
                  </a:lnTo>
                  <a:lnTo>
                    <a:pt x="134681" y="81604"/>
                  </a:lnTo>
                  <a:lnTo>
                    <a:pt x="135261" y="81043"/>
                  </a:lnTo>
                  <a:lnTo>
                    <a:pt x="136351" y="79038"/>
                  </a:lnTo>
                  <a:lnTo>
                    <a:pt x="136883" y="78677"/>
                  </a:lnTo>
                  <a:lnTo>
                    <a:pt x="137004" y="78134"/>
                  </a:lnTo>
                  <a:lnTo>
                    <a:pt x="137970" y="76599"/>
                  </a:lnTo>
                  <a:lnTo>
                    <a:pt x="140928" y="74663"/>
                  </a:lnTo>
                  <a:lnTo>
                    <a:pt x="142877" y="74686"/>
                  </a:lnTo>
                  <a:lnTo>
                    <a:pt x="145020" y="75536"/>
                  </a:lnTo>
                  <a:lnTo>
                    <a:pt x="147813" y="75925"/>
                  </a:lnTo>
                  <a:lnTo>
                    <a:pt x="149448" y="75993"/>
                  </a:lnTo>
                  <a:lnTo>
                    <a:pt x="150635" y="75273"/>
                  </a:lnTo>
                  <a:lnTo>
                    <a:pt x="151105" y="74559"/>
                  </a:lnTo>
                  <a:lnTo>
                    <a:pt x="151275" y="73025"/>
                  </a:lnTo>
                  <a:lnTo>
                    <a:pt x="152708" y="70127"/>
                  </a:lnTo>
                  <a:lnTo>
                    <a:pt x="153926" y="69495"/>
                  </a:lnTo>
                  <a:lnTo>
                    <a:pt x="155332" y="69371"/>
                  </a:lnTo>
                  <a:lnTo>
                    <a:pt x="155547" y="69266"/>
                  </a:lnTo>
                  <a:lnTo>
                    <a:pt x="157611" y="68258"/>
                  </a:lnTo>
                  <a:lnTo>
                    <a:pt x="165673" y="62716"/>
                  </a:lnTo>
                  <a:lnTo>
                    <a:pt x="165769" y="62386"/>
                  </a:lnTo>
                  <a:lnTo>
                    <a:pt x="166387" y="61959"/>
                  </a:lnTo>
                  <a:lnTo>
                    <a:pt x="164122" y="58804"/>
                  </a:lnTo>
                  <a:lnTo>
                    <a:pt x="161969" y="56733"/>
                  </a:lnTo>
                  <a:lnTo>
                    <a:pt x="169208" y="54054"/>
                  </a:lnTo>
                  <a:lnTo>
                    <a:pt x="175329" y="64608"/>
                  </a:lnTo>
                  <a:lnTo>
                    <a:pt x="185668" y="66410"/>
                  </a:lnTo>
                  <a:lnTo>
                    <a:pt x="189668" y="68267"/>
                  </a:lnTo>
                  <a:lnTo>
                    <a:pt x="190880" y="68130"/>
                  </a:lnTo>
                  <a:lnTo>
                    <a:pt x="190927" y="67943"/>
                  </a:lnTo>
                  <a:lnTo>
                    <a:pt x="193554" y="67065"/>
                  </a:lnTo>
                  <a:lnTo>
                    <a:pt x="192061" y="66532"/>
                  </a:lnTo>
                  <a:lnTo>
                    <a:pt x="190539" y="64779"/>
                  </a:lnTo>
                  <a:lnTo>
                    <a:pt x="189826" y="63250"/>
                  </a:lnTo>
                  <a:lnTo>
                    <a:pt x="189299" y="61297"/>
                  </a:lnTo>
                  <a:lnTo>
                    <a:pt x="189568" y="59053"/>
                  </a:lnTo>
                  <a:lnTo>
                    <a:pt x="190115" y="58478"/>
                  </a:lnTo>
                  <a:lnTo>
                    <a:pt x="192448" y="57505"/>
                  </a:lnTo>
                  <a:lnTo>
                    <a:pt x="194425" y="57433"/>
                  </a:lnTo>
                  <a:lnTo>
                    <a:pt x="197655" y="56596"/>
                  </a:lnTo>
                  <a:lnTo>
                    <a:pt x="199445" y="56574"/>
                  </a:lnTo>
                  <a:lnTo>
                    <a:pt x="200923" y="56156"/>
                  </a:lnTo>
                  <a:lnTo>
                    <a:pt x="201899" y="53787"/>
                  </a:lnTo>
                  <a:lnTo>
                    <a:pt x="201964" y="51886"/>
                  </a:lnTo>
                  <a:lnTo>
                    <a:pt x="201696" y="50297"/>
                  </a:lnTo>
                  <a:lnTo>
                    <a:pt x="199487" y="46067"/>
                  </a:lnTo>
                  <a:lnTo>
                    <a:pt x="197932" y="44274"/>
                  </a:lnTo>
                  <a:lnTo>
                    <a:pt x="200062" y="40026"/>
                  </a:lnTo>
                  <a:lnTo>
                    <a:pt x="202062" y="34444"/>
                  </a:lnTo>
                  <a:lnTo>
                    <a:pt x="206939" y="35371"/>
                  </a:lnTo>
                  <a:lnTo>
                    <a:pt x="207707" y="35333"/>
                  </a:lnTo>
                  <a:lnTo>
                    <a:pt x="208870" y="34594"/>
                  </a:lnTo>
                  <a:lnTo>
                    <a:pt x="206341" y="33147"/>
                  </a:lnTo>
                  <a:lnTo>
                    <a:pt x="206574" y="32099"/>
                  </a:lnTo>
                  <a:lnTo>
                    <a:pt x="207263" y="31198"/>
                  </a:lnTo>
                  <a:lnTo>
                    <a:pt x="205299" y="29072"/>
                  </a:lnTo>
                  <a:lnTo>
                    <a:pt x="205836" y="27480"/>
                  </a:lnTo>
                  <a:lnTo>
                    <a:pt x="205997" y="26061"/>
                  </a:lnTo>
                  <a:lnTo>
                    <a:pt x="205520" y="23804"/>
                  </a:lnTo>
                  <a:lnTo>
                    <a:pt x="204327" y="20944"/>
                  </a:lnTo>
                  <a:lnTo>
                    <a:pt x="204449" y="19286"/>
                  </a:lnTo>
                  <a:lnTo>
                    <a:pt x="203134" y="19106"/>
                  </a:lnTo>
                  <a:lnTo>
                    <a:pt x="202197" y="17174"/>
                  </a:lnTo>
                  <a:lnTo>
                    <a:pt x="201891" y="13706"/>
                  </a:lnTo>
                  <a:lnTo>
                    <a:pt x="203103" y="10402"/>
                  </a:lnTo>
                  <a:lnTo>
                    <a:pt x="206655" y="6526"/>
                  </a:lnTo>
                  <a:lnTo>
                    <a:pt x="207771" y="6177"/>
                  </a:lnTo>
                  <a:lnTo>
                    <a:pt x="211125" y="7008"/>
                  </a:lnTo>
                  <a:lnTo>
                    <a:pt x="211805" y="4956"/>
                  </a:lnTo>
                  <a:lnTo>
                    <a:pt x="210450" y="4936"/>
                  </a:lnTo>
                  <a:lnTo>
                    <a:pt x="210405" y="3875"/>
                  </a:lnTo>
                  <a:lnTo>
                    <a:pt x="213064" y="3944"/>
                  </a:lnTo>
                  <a:lnTo>
                    <a:pt x="212644" y="1679"/>
                  </a:lnTo>
                  <a:lnTo>
                    <a:pt x="215219" y="1619"/>
                  </a:lnTo>
                  <a:lnTo>
                    <a:pt x="217037" y="1180"/>
                  </a:lnTo>
                  <a:lnTo>
                    <a:pt x="217311" y="4804"/>
                  </a:lnTo>
                  <a:lnTo>
                    <a:pt x="217179" y="5318"/>
                  </a:lnTo>
                  <a:lnTo>
                    <a:pt x="216487" y="5307"/>
                  </a:lnTo>
                  <a:lnTo>
                    <a:pt x="216129" y="6463"/>
                  </a:lnTo>
                  <a:lnTo>
                    <a:pt x="219679" y="8136"/>
                  </a:lnTo>
                  <a:lnTo>
                    <a:pt x="225559" y="10066"/>
                  </a:lnTo>
                  <a:lnTo>
                    <a:pt x="226818" y="5943"/>
                  </a:lnTo>
                  <a:lnTo>
                    <a:pt x="235827" y="1850"/>
                  </a:lnTo>
                  <a:lnTo>
                    <a:pt x="239955" y="329"/>
                  </a:lnTo>
                  <a:lnTo>
                    <a:pt x="243207" y="0"/>
                  </a:lnTo>
                  <a:lnTo>
                    <a:pt x="245225" y="235"/>
                  </a:lnTo>
                  <a:lnTo>
                    <a:pt x="248463" y="1121"/>
                  </a:lnTo>
                  <a:lnTo>
                    <a:pt x="251924" y="3268"/>
                  </a:lnTo>
                  <a:lnTo>
                    <a:pt x="256863" y="5964"/>
                  </a:lnTo>
                  <a:lnTo>
                    <a:pt x="262482" y="8522"/>
                  </a:lnTo>
                  <a:lnTo>
                    <a:pt x="262813" y="9374"/>
                  </a:lnTo>
                  <a:lnTo>
                    <a:pt x="263198" y="12187"/>
                  </a:lnTo>
                  <a:lnTo>
                    <a:pt x="262895" y="16256"/>
                  </a:lnTo>
                  <a:lnTo>
                    <a:pt x="263305" y="20259"/>
                  </a:lnTo>
                  <a:lnTo>
                    <a:pt x="263892" y="21380"/>
                  </a:lnTo>
                  <a:lnTo>
                    <a:pt x="265025" y="24829"/>
                  </a:lnTo>
                  <a:lnTo>
                    <a:pt x="265990" y="29611"/>
                  </a:lnTo>
                  <a:lnTo>
                    <a:pt x="266860" y="47915"/>
                  </a:lnTo>
                  <a:lnTo>
                    <a:pt x="279714" y="56245"/>
                  </a:lnTo>
                  <a:lnTo>
                    <a:pt x="281896" y="57889"/>
                  </a:lnTo>
                  <a:lnTo>
                    <a:pt x="288886" y="62065"/>
                  </a:lnTo>
                  <a:lnTo>
                    <a:pt x="289176" y="62611"/>
                  </a:lnTo>
                  <a:lnTo>
                    <a:pt x="290241" y="63148"/>
                  </a:lnTo>
                  <a:lnTo>
                    <a:pt x="296208" y="67558"/>
                  </a:lnTo>
                  <a:lnTo>
                    <a:pt x="300134" y="69911"/>
                  </a:lnTo>
                  <a:lnTo>
                    <a:pt x="301618" y="71211"/>
                  </a:lnTo>
                  <a:lnTo>
                    <a:pt x="303888" y="72058"/>
                  </a:lnTo>
                  <a:lnTo>
                    <a:pt x="303817" y="72569"/>
                  </a:lnTo>
                  <a:lnTo>
                    <a:pt x="304259" y="72809"/>
                  </a:lnTo>
                  <a:lnTo>
                    <a:pt x="307956" y="74775"/>
                  </a:lnTo>
                  <a:lnTo>
                    <a:pt x="311295" y="75518"/>
                  </a:lnTo>
                  <a:lnTo>
                    <a:pt x="311091" y="74176"/>
                  </a:lnTo>
                  <a:lnTo>
                    <a:pt x="311277" y="72671"/>
                  </a:lnTo>
                  <a:lnTo>
                    <a:pt x="313025" y="67305"/>
                  </a:lnTo>
                  <a:lnTo>
                    <a:pt x="313292" y="65478"/>
                  </a:lnTo>
                  <a:lnTo>
                    <a:pt x="312265" y="62265"/>
                  </a:lnTo>
                  <a:lnTo>
                    <a:pt x="312500" y="60745"/>
                  </a:lnTo>
                  <a:lnTo>
                    <a:pt x="312396" y="59445"/>
                  </a:lnTo>
                  <a:lnTo>
                    <a:pt x="312080" y="59349"/>
                  </a:lnTo>
                  <a:lnTo>
                    <a:pt x="312254" y="58183"/>
                  </a:lnTo>
                  <a:lnTo>
                    <a:pt x="311652" y="57974"/>
                  </a:lnTo>
                  <a:lnTo>
                    <a:pt x="310662" y="54004"/>
                  </a:lnTo>
                  <a:lnTo>
                    <a:pt x="310047" y="49954"/>
                  </a:lnTo>
                  <a:lnTo>
                    <a:pt x="309848" y="47310"/>
                  </a:lnTo>
                  <a:lnTo>
                    <a:pt x="310180" y="44186"/>
                  </a:lnTo>
                  <a:lnTo>
                    <a:pt x="309971" y="43618"/>
                  </a:lnTo>
                  <a:lnTo>
                    <a:pt x="312722" y="44075"/>
                  </a:lnTo>
                  <a:lnTo>
                    <a:pt x="324856" y="44410"/>
                  </a:lnTo>
                  <a:lnTo>
                    <a:pt x="326191" y="44619"/>
                  </a:lnTo>
                  <a:lnTo>
                    <a:pt x="325906" y="45582"/>
                  </a:lnTo>
                  <a:lnTo>
                    <a:pt x="332396" y="47752"/>
                  </a:lnTo>
                  <a:lnTo>
                    <a:pt x="334618" y="48481"/>
                  </a:lnTo>
                  <a:lnTo>
                    <a:pt x="338426" y="50528"/>
                  </a:lnTo>
                  <a:lnTo>
                    <a:pt x="344285" y="52326"/>
                  </a:lnTo>
                  <a:lnTo>
                    <a:pt x="343976" y="53650"/>
                  </a:lnTo>
                  <a:lnTo>
                    <a:pt x="346173" y="54861"/>
                  </a:lnTo>
                  <a:lnTo>
                    <a:pt x="344249" y="61703"/>
                  </a:lnTo>
                  <a:lnTo>
                    <a:pt x="342946" y="62677"/>
                  </a:lnTo>
                  <a:lnTo>
                    <a:pt x="341998" y="64570"/>
                  </a:lnTo>
                  <a:lnTo>
                    <a:pt x="340269" y="68208"/>
                  </a:lnTo>
                  <a:lnTo>
                    <a:pt x="338252" y="74156"/>
                  </a:lnTo>
                  <a:lnTo>
                    <a:pt x="341045" y="74822"/>
                  </a:lnTo>
                  <a:lnTo>
                    <a:pt x="345703" y="77824"/>
                  </a:lnTo>
                  <a:lnTo>
                    <a:pt x="346291" y="77918"/>
                  </a:lnTo>
                  <a:lnTo>
                    <a:pt x="345154" y="83032"/>
                  </a:lnTo>
                  <a:lnTo>
                    <a:pt x="351905" y="84113"/>
                  </a:lnTo>
                  <a:lnTo>
                    <a:pt x="353808" y="87842"/>
                  </a:lnTo>
                  <a:lnTo>
                    <a:pt x="354838" y="88158"/>
                  </a:lnTo>
                  <a:lnTo>
                    <a:pt x="357816" y="89352"/>
                  </a:lnTo>
                  <a:lnTo>
                    <a:pt x="360991" y="90206"/>
                  </a:lnTo>
                  <a:lnTo>
                    <a:pt x="366485" y="91277"/>
                  </a:lnTo>
                  <a:lnTo>
                    <a:pt x="366867" y="89997"/>
                  </a:lnTo>
                  <a:lnTo>
                    <a:pt x="369786" y="88510"/>
                  </a:lnTo>
                  <a:lnTo>
                    <a:pt x="372674" y="87621"/>
                  </a:lnTo>
                  <a:lnTo>
                    <a:pt x="381635" y="89226"/>
                  </a:lnTo>
                  <a:lnTo>
                    <a:pt x="379351" y="96463"/>
                  </a:lnTo>
                  <a:lnTo>
                    <a:pt x="377638" y="102902"/>
                  </a:lnTo>
                  <a:lnTo>
                    <a:pt x="376442" y="113672"/>
                  </a:lnTo>
                  <a:lnTo>
                    <a:pt x="375342" y="118045"/>
                  </a:lnTo>
                  <a:lnTo>
                    <a:pt x="374937" y="121554"/>
                  </a:lnTo>
                  <a:lnTo>
                    <a:pt x="384263" y="121396"/>
                  </a:lnTo>
                  <a:lnTo>
                    <a:pt x="384044" y="125242"/>
                  </a:lnTo>
                  <a:lnTo>
                    <a:pt x="389319" y="127061"/>
                  </a:lnTo>
                  <a:lnTo>
                    <a:pt x="386758" y="137215"/>
                  </a:lnTo>
                  <a:lnTo>
                    <a:pt x="384149" y="152115"/>
                  </a:lnTo>
                  <a:lnTo>
                    <a:pt x="383816" y="155659"/>
                  </a:lnTo>
                  <a:lnTo>
                    <a:pt x="384108" y="157436"/>
                  </a:lnTo>
                  <a:lnTo>
                    <a:pt x="384126" y="159515"/>
                  </a:lnTo>
                  <a:lnTo>
                    <a:pt x="383653" y="163508"/>
                  </a:lnTo>
                  <a:lnTo>
                    <a:pt x="382626" y="167380"/>
                  </a:lnTo>
                  <a:lnTo>
                    <a:pt x="381399" y="170910"/>
                  </a:lnTo>
                  <a:lnTo>
                    <a:pt x="378034" y="178441"/>
                  </a:lnTo>
                  <a:lnTo>
                    <a:pt x="375983" y="182094"/>
                  </a:lnTo>
                  <a:lnTo>
                    <a:pt x="374734" y="188367"/>
                  </a:lnTo>
                  <a:lnTo>
                    <a:pt x="374379" y="188976"/>
                  </a:lnTo>
                  <a:lnTo>
                    <a:pt x="377293" y="194107"/>
                  </a:lnTo>
                  <a:lnTo>
                    <a:pt x="378529" y="197908"/>
                  </a:lnTo>
                  <a:lnTo>
                    <a:pt x="380260" y="201295"/>
                  </a:lnTo>
                  <a:lnTo>
                    <a:pt x="380800" y="203022"/>
                  </a:lnTo>
                  <a:lnTo>
                    <a:pt x="378767" y="207242"/>
                  </a:lnTo>
                  <a:lnTo>
                    <a:pt x="377787" y="210726"/>
                  </a:lnTo>
                  <a:lnTo>
                    <a:pt x="377309" y="215973"/>
                  </a:lnTo>
                  <a:lnTo>
                    <a:pt x="380752" y="216994"/>
                  </a:lnTo>
                  <a:lnTo>
                    <a:pt x="381482" y="217876"/>
                  </a:lnTo>
                  <a:lnTo>
                    <a:pt x="380851" y="219933"/>
                  </a:lnTo>
                  <a:lnTo>
                    <a:pt x="378344" y="218413"/>
                  </a:lnTo>
                  <a:lnTo>
                    <a:pt x="377055" y="217354"/>
                  </a:lnTo>
                  <a:lnTo>
                    <a:pt x="375909" y="225313"/>
                  </a:lnTo>
                  <a:lnTo>
                    <a:pt x="375918" y="226058"/>
                  </a:lnTo>
                  <a:lnTo>
                    <a:pt x="379074" y="229612"/>
                  </a:lnTo>
                  <a:lnTo>
                    <a:pt x="380945" y="231113"/>
                  </a:lnTo>
                  <a:lnTo>
                    <a:pt x="379517" y="230926"/>
                  </a:lnTo>
                  <a:lnTo>
                    <a:pt x="376181" y="229964"/>
                  </a:lnTo>
                  <a:lnTo>
                    <a:pt x="376581" y="231784"/>
                  </a:lnTo>
                  <a:lnTo>
                    <a:pt x="379665" y="232814"/>
                  </a:lnTo>
                  <a:lnTo>
                    <a:pt x="380208" y="232617"/>
                  </a:lnTo>
                  <a:lnTo>
                    <a:pt x="381091" y="231611"/>
                  </a:lnTo>
                  <a:lnTo>
                    <a:pt x="381499" y="231457"/>
                  </a:lnTo>
                  <a:lnTo>
                    <a:pt x="383530" y="231803"/>
                  </a:lnTo>
                  <a:lnTo>
                    <a:pt x="385182" y="232382"/>
                  </a:lnTo>
                  <a:lnTo>
                    <a:pt x="384025" y="228969"/>
                  </a:lnTo>
                  <a:lnTo>
                    <a:pt x="381717" y="228415"/>
                  </a:lnTo>
                  <a:lnTo>
                    <a:pt x="380922" y="227445"/>
                  </a:lnTo>
                  <a:lnTo>
                    <a:pt x="380983" y="226644"/>
                  </a:lnTo>
                  <a:lnTo>
                    <a:pt x="381639" y="226026"/>
                  </a:lnTo>
                  <a:lnTo>
                    <a:pt x="384759" y="225964"/>
                  </a:lnTo>
                  <a:lnTo>
                    <a:pt x="385454" y="225317"/>
                  </a:lnTo>
                  <a:lnTo>
                    <a:pt x="385556" y="224676"/>
                  </a:lnTo>
                  <a:lnTo>
                    <a:pt x="385919" y="224352"/>
                  </a:lnTo>
                  <a:lnTo>
                    <a:pt x="386616" y="224598"/>
                  </a:lnTo>
                  <a:lnTo>
                    <a:pt x="388156" y="224372"/>
                  </a:lnTo>
                  <a:lnTo>
                    <a:pt x="389895" y="225509"/>
                  </a:lnTo>
                  <a:lnTo>
                    <a:pt x="390259" y="225979"/>
                  </a:lnTo>
                  <a:lnTo>
                    <a:pt x="390140" y="226827"/>
                  </a:lnTo>
                  <a:lnTo>
                    <a:pt x="390630" y="229168"/>
                  </a:lnTo>
                  <a:lnTo>
                    <a:pt x="391759" y="231800"/>
                  </a:lnTo>
                  <a:lnTo>
                    <a:pt x="391514" y="233918"/>
                  </a:lnTo>
                  <a:lnTo>
                    <a:pt x="391140" y="234268"/>
                  </a:lnTo>
                  <a:lnTo>
                    <a:pt x="388284" y="234678"/>
                  </a:lnTo>
                  <a:lnTo>
                    <a:pt x="387273" y="234243"/>
                  </a:lnTo>
                  <a:lnTo>
                    <a:pt x="387561" y="235666"/>
                  </a:lnTo>
                  <a:lnTo>
                    <a:pt x="388173" y="236835"/>
                  </a:lnTo>
                  <a:lnTo>
                    <a:pt x="388882" y="239170"/>
                  </a:lnTo>
                  <a:lnTo>
                    <a:pt x="389372" y="241408"/>
                  </a:lnTo>
                  <a:lnTo>
                    <a:pt x="390746" y="242090"/>
                  </a:lnTo>
                  <a:lnTo>
                    <a:pt x="391437" y="242956"/>
                  </a:lnTo>
                  <a:lnTo>
                    <a:pt x="391052" y="245188"/>
                  </a:lnTo>
                  <a:lnTo>
                    <a:pt x="391198" y="245482"/>
                  </a:lnTo>
                  <a:lnTo>
                    <a:pt x="392688" y="246589"/>
                  </a:lnTo>
                  <a:lnTo>
                    <a:pt x="394704" y="249154"/>
                  </a:lnTo>
                  <a:lnTo>
                    <a:pt x="397045" y="249129"/>
                  </a:lnTo>
                  <a:lnTo>
                    <a:pt x="398163" y="249566"/>
                  </a:lnTo>
                  <a:lnTo>
                    <a:pt x="395603" y="246560"/>
                  </a:lnTo>
                  <a:lnTo>
                    <a:pt x="395801" y="245766"/>
                  </a:lnTo>
                  <a:lnTo>
                    <a:pt x="397309" y="245231"/>
                  </a:lnTo>
                  <a:lnTo>
                    <a:pt x="398120" y="245215"/>
                  </a:lnTo>
                  <a:lnTo>
                    <a:pt x="399676" y="245698"/>
                  </a:lnTo>
                  <a:lnTo>
                    <a:pt x="401356" y="247660"/>
                  </a:lnTo>
                  <a:lnTo>
                    <a:pt x="402076" y="249172"/>
                  </a:lnTo>
                  <a:lnTo>
                    <a:pt x="403910" y="251463"/>
                  </a:lnTo>
                  <a:lnTo>
                    <a:pt x="404784" y="250857"/>
                  </a:lnTo>
                  <a:lnTo>
                    <a:pt x="405984" y="248788"/>
                  </a:lnTo>
                  <a:lnTo>
                    <a:pt x="410624" y="246024"/>
                  </a:lnTo>
                  <a:lnTo>
                    <a:pt x="412385" y="246176"/>
                  </a:lnTo>
                  <a:lnTo>
                    <a:pt x="413084" y="245694"/>
                  </a:lnTo>
                  <a:lnTo>
                    <a:pt x="413741" y="245716"/>
                  </a:lnTo>
                  <a:lnTo>
                    <a:pt x="415870" y="246470"/>
                  </a:lnTo>
                  <a:lnTo>
                    <a:pt x="418190" y="248554"/>
                  </a:lnTo>
                  <a:lnTo>
                    <a:pt x="419044" y="250163"/>
                  </a:lnTo>
                  <a:lnTo>
                    <a:pt x="419665" y="252572"/>
                  </a:lnTo>
                  <a:lnTo>
                    <a:pt x="419671" y="253109"/>
                  </a:lnTo>
                  <a:lnTo>
                    <a:pt x="418759" y="255807"/>
                  </a:lnTo>
                  <a:lnTo>
                    <a:pt x="418061" y="257245"/>
                  </a:lnTo>
                  <a:lnTo>
                    <a:pt x="416667" y="259189"/>
                  </a:lnTo>
                  <a:lnTo>
                    <a:pt x="417342" y="259395"/>
                  </a:lnTo>
                  <a:lnTo>
                    <a:pt x="417353" y="260190"/>
                  </a:lnTo>
                  <a:lnTo>
                    <a:pt x="418401" y="260765"/>
                  </a:lnTo>
                  <a:lnTo>
                    <a:pt x="419612" y="262090"/>
                  </a:lnTo>
                  <a:lnTo>
                    <a:pt x="421323" y="265118"/>
                  </a:lnTo>
                  <a:lnTo>
                    <a:pt x="421288" y="276062"/>
                  </a:lnTo>
                  <a:lnTo>
                    <a:pt x="421221" y="287841"/>
                  </a:lnTo>
                  <a:lnTo>
                    <a:pt x="420878" y="290732"/>
                  </a:lnTo>
                  <a:lnTo>
                    <a:pt x="403184" y="284556"/>
                  </a:lnTo>
                  <a:lnTo>
                    <a:pt x="390136" y="281071"/>
                  </a:lnTo>
                  <a:lnTo>
                    <a:pt x="385433" y="279401"/>
                  </a:lnTo>
                  <a:lnTo>
                    <a:pt x="382203" y="277349"/>
                  </a:lnTo>
                  <a:lnTo>
                    <a:pt x="366064" y="262369"/>
                  </a:lnTo>
                  <a:lnTo>
                    <a:pt x="362420" y="260023"/>
                  </a:lnTo>
                  <a:lnTo>
                    <a:pt x="356200" y="256483"/>
                  </a:lnTo>
                  <a:lnTo>
                    <a:pt x="353218" y="255839"/>
                  </a:lnTo>
                  <a:lnTo>
                    <a:pt x="337086" y="260821"/>
                  </a:lnTo>
                  <a:lnTo>
                    <a:pt x="336573" y="260181"/>
                  </a:lnTo>
                  <a:lnTo>
                    <a:pt x="334680" y="259149"/>
                  </a:lnTo>
                  <a:lnTo>
                    <a:pt x="331616" y="256899"/>
                  </a:lnTo>
                  <a:lnTo>
                    <a:pt x="330580" y="257752"/>
                  </a:lnTo>
                  <a:lnTo>
                    <a:pt x="328960" y="259752"/>
                  </a:lnTo>
                  <a:lnTo>
                    <a:pt x="326226" y="262899"/>
                  </a:lnTo>
                  <a:lnTo>
                    <a:pt x="317554" y="261063"/>
                  </a:lnTo>
                  <a:lnTo>
                    <a:pt x="317714" y="261744"/>
                  </a:lnTo>
                  <a:lnTo>
                    <a:pt x="315304" y="260742"/>
                  </a:lnTo>
                  <a:lnTo>
                    <a:pt x="314991" y="259756"/>
                  </a:lnTo>
                  <a:lnTo>
                    <a:pt x="315557" y="261820"/>
                  </a:lnTo>
                  <a:lnTo>
                    <a:pt x="315256" y="263407"/>
                  </a:lnTo>
                  <a:lnTo>
                    <a:pt x="314580" y="265018"/>
                  </a:lnTo>
                  <a:lnTo>
                    <a:pt x="303544" y="277260"/>
                  </a:lnTo>
                  <a:lnTo>
                    <a:pt x="303350" y="277557"/>
                  </a:lnTo>
                  <a:lnTo>
                    <a:pt x="304030" y="277970"/>
                  </a:lnTo>
                  <a:lnTo>
                    <a:pt x="299164" y="283508"/>
                  </a:lnTo>
                  <a:lnTo>
                    <a:pt x="298213" y="283727"/>
                  </a:lnTo>
                  <a:lnTo>
                    <a:pt x="295972" y="285969"/>
                  </a:lnTo>
                  <a:lnTo>
                    <a:pt x="295548" y="286061"/>
                  </a:lnTo>
                  <a:lnTo>
                    <a:pt x="293427" y="288366"/>
                  </a:lnTo>
                  <a:lnTo>
                    <a:pt x="291193" y="289857"/>
                  </a:lnTo>
                  <a:lnTo>
                    <a:pt x="287852" y="290673"/>
                  </a:lnTo>
                  <a:lnTo>
                    <a:pt x="283645" y="291090"/>
                  </a:lnTo>
                  <a:lnTo>
                    <a:pt x="268901" y="292711"/>
                  </a:lnTo>
                  <a:lnTo>
                    <a:pt x="268924" y="302505"/>
                  </a:lnTo>
                  <a:lnTo>
                    <a:pt x="268957" y="302671"/>
                  </a:lnTo>
                  <a:lnTo>
                    <a:pt x="269631" y="302725"/>
                  </a:lnTo>
                  <a:lnTo>
                    <a:pt x="269472" y="303456"/>
                  </a:lnTo>
                  <a:lnTo>
                    <a:pt x="269804" y="303748"/>
                  </a:lnTo>
                  <a:lnTo>
                    <a:pt x="270160" y="303530"/>
                  </a:lnTo>
                  <a:lnTo>
                    <a:pt x="270384" y="305088"/>
                  </a:lnTo>
                  <a:lnTo>
                    <a:pt x="270529" y="309398"/>
                  </a:lnTo>
                  <a:lnTo>
                    <a:pt x="270964" y="313546"/>
                  </a:lnTo>
                  <a:lnTo>
                    <a:pt x="274176" y="321023"/>
                  </a:lnTo>
                  <a:lnTo>
                    <a:pt x="272135" y="320335"/>
                  </a:lnTo>
                  <a:lnTo>
                    <a:pt x="268150" y="319726"/>
                  </a:lnTo>
                  <a:lnTo>
                    <a:pt x="264441" y="318857"/>
                  </a:lnTo>
                  <a:lnTo>
                    <a:pt x="261809" y="317980"/>
                  </a:lnTo>
                  <a:lnTo>
                    <a:pt x="258978" y="316647"/>
                  </a:lnTo>
                  <a:lnTo>
                    <a:pt x="258640" y="317456"/>
                  </a:lnTo>
                  <a:lnTo>
                    <a:pt x="258201" y="318663"/>
                  </a:lnTo>
                  <a:lnTo>
                    <a:pt x="256568" y="320609"/>
                  </a:lnTo>
                  <a:lnTo>
                    <a:pt x="247245" y="321412"/>
                  </a:lnTo>
                  <a:lnTo>
                    <a:pt x="248566" y="324726"/>
                  </a:lnTo>
                  <a:lnTo>
                    <a:pt x="243773" y="325456"/>
                  </a:lnTo>
                  <a:lnTo>
                    <a:pt x="242389" y="321840"/>
                  </a:lnTo>
                  <a:lnTo>
                    <a:pt x="241711" y="321374"/>
                  </a:lnTo>
                  <a:lnTo>
                    <a:pt x="239923" y="320788"/>
                  </a:lnTo>
                  <a:lnTo>
                    <a:pt x="240148" y="319113"/>
                  </a:lnTo>
                  <a:lnTo>
                    <a:pt x="237680" y="318626"/>
                  </a:lnTo>
                  <a:lnTo>
                    <a:pt x="230087" y="316656"/>
                  </a:lnTo>
                  <a:lnTo>
                    <a:pt x="225004" y="315715"/>
                  </a:lnTo>
                  <a:lnTo>
                    <a:pt x="225031" y="315357"/>
                  </a:lnTo>
                  <a:lnTo>
                    <a:pt x="224579" y="315084"/>
                  </a:lnTo>
                  <a:lnTo>
                    <a:pt x="222105" y="314440"/>
                  </a:lnTo>
                  <a:lnTo>
                    <a:pt x="217959" y="313301"/>
                  </a:lnTo>
                  <a:lnTo>
                    <a:pt x="216354" y="313089"/>
                  </a:lnTo>
                  <a:lnTo>
                    <a:pt x="209203" y="312254"/>
                  </a:lnTo>
                  <a:lnTo>
                    <a:pt x="204150" y="312089"/>
                  </a:lnTo>
                  <a:lnTo>
                    <a:pt x="199805" y="311192"/>
                  </a:lnTo>
                  <a:lnTo>
                    <a:pt x="199800" y="310869"/>
                  </a:lnTo>
                  <a:lnTo>
                    <a:pt x="198061" y="310566"/>
                  </a:lnTo>
                  <a:lnTo>
                    <a:pt x="198147" y="310188"/>
                  </a:lnTo>
                  <a:lnTo>
                    <a:pt x="197775" y="310144"/>
                  </a:lnTo>
                  <a:lnTo>
                    <a:pt x="189519" y="309264"/>
                  </a:lnTo>
                  <a:lnTo>
                    <a:pt x="181675" y="304480"/>
                  </a:lnTo>
                  <a:lnTo>
                    <a:pt x="178455" y="303658"/>
                  </a:lnTo>
                  <a:lnTo>
                    <a:pt x="176578" y="303546"/>
                  </a:lnTo>
                  <a:lnTo>
                    <a:pt x="171310" y="301894"/>
                  </a:lnTo>
                  <a:lnTo>
                    <a:pt x="154567" y="297524"/>
                  </a:lnTo>
                  <a:lnTo>
                    <a:pt x="153619" y="297359"/>
                  </a:lnTo>
                  <a:lnTo>
                    <a:pt x="154164" y="299694"/>
                  </a:lnTo>
                  <a:lnTo>
                    <a:pt x="154040" y="300230"/>
                  </a:lnTo>
                  <a:lnTo>
                    <a:pt x="151933" y="305489"/>
                  </a:lnTo>
                  <a:lnTo>
                    <a:pt x="147943" y="318607"/>
                  </a:lnTo>
                  <a:lnTo>
                    <a:pt x="147693" y="31812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rc132">
              <a:extLst>
                <a:ext uri="{FF2B5EF4-FFF2-40B4-BE49-F238E27FC236}">
                  <a16:creationId xmlns:a16="http://schemas.microsoft.com/office/drawing/2014/main" id="{52BEDE0B-F9B8-AB8C-8AE7-372CEA67B7FE}"/>
                </a:ext>
              </a:extLst>
            </p:cNvPr>
            <p:cNvSpPr/>
            <p:nvPr/>
          </p:nvSpPr>
          <p:spPr>
            <a:xfrm>
              <a:off x="3090702" y="4755459"/>
              <a:ext cx="2854646" cy="1250356"/>
            </a:xfrm>
            <a:prstGeom prst="rect">
              <a:avLst/>
            </a:prstGeom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rc133">
              <a:extLst>
                <a:ext uri="{FF2B5EF4-FFF2-40B4-BE49-F238E27FC236}">
                  <a16:creationId xmlns:a16="http://schemas.microsoft.com/office/drawing/2014/main" id="{D5B659FF-CCB0-AFD8-2983-6382DF348102}"/>
                </a:ext>
              </a:extLst>
            </p:cNvPr>
            <p:cNvSpPr/>
            <p:nvPr/>
          </p:nvSpPr>
          <p:spPr>
            <a:xfrm>
              <a:off x="3160291" y="4825048"/>
              <a:ext cx="324000" cy="323999"/>
            </a:xfrm>
            <a:prstGeom prst="rect">
              <a:avLst/>
            </a:prstGeom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rc134">
              <a:extLst>
                <a:ext uri="{FF2B5EF4-FFF2-40B4-BE49-F238E27FC236}">
                  <a16:creationId xmlns:a16="http://schemas.microsoft.com/office/drawing/2014/main" id="{5E6C07A6-60B8-31D9-000E-467EC4427A2A}"/>
                </a:ext>
              </a:extLst>
            </p:cNvPr>
            <p:cNvSpPr/>
            <p:nvPr/>
          </p:nvSpPr>
          <p:spPr>
            <a:xfrm>
              <a:off x="454247" y="491539"/>
              <a:ext cx="316800" cy="316800"/>
            </a:xfrm>
            <a:prstGeom prst="rect">
              <a:avLst/>
            </a:prstGeom>
            <a:solidFill>
              <a:srgbClr val="CD10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rc135">
              <a:extLst>
                <a:ext uri="{FF2B5EF4-FFF2-40B4-BE49-F238E27FC236}">
                  <a16:creationId xmlns:a16="http://schemas.microsoft.com/office/drawing/2014/main" id="{D443F260-53BB-1FB5-6863-28DF8EA7B099}"/>
                </a:ext>
              </a:extLst>
            </p:cNvPr>
            <p:cNvSpPr/>
            <p:nvPr/>
          </p:nvSpPr>
          <p:spPr>
            <a:xfrm>
              <a:off x="4534486" y="4825048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rc136">
              <a:extLst>
                <a:ext uri="{FF2B5EF4-FFF2-40B4-BE49-F238E27FC236}">
                  <a16:creationId xmlns:a16="http://schemas.microsoft.com/office/drawing/2014/main" id="{81150454-B010-02E6-46E6-45CE94716BB5}"/>
                </a:ext>
              </a:extLst>
            </p:cNvPr>
            <p:cNvSpPr/>
            <p:nvPr/>
          </p:nvSpPr>
          <p:spPr>
            <a:xfrm>
              <a:off x="2096890" y="483151"/>
              <a:ext cx="316800" cy="316800"/>
            </a:xfrm>
            <a:prstGeom prst="rect">
              <a:avLst/>
            </a:prstGeom>
            <a:solidFill>
              <a:srgbClr val="F149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14400"/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rc137">
              <a:extLst>
                <a:ext uri="{FF2B5EF4-FFF2-40B4-BE49-F238E27FC236}">
                  <a16:creationId xmlns:a16="http://schemas.microsoft.com/office/drawing/2014/main" id="{19BBFA88-8B00-25EA-2045-623468AC0F2B}"/>
                </a:ext>
              </a:extLst>
            </p:cNvPr>
            <p:cNvSpPr/>
            <p:nvPr/>
          </p:nvSpPr>
          <p:spPr>
            <a:xfrm>
              <a:off x="3160291" y="5218637"/>
              <a:ext cx="324000" cy="323999"/>
            </a:xfrm>
            <a:prstGeom prst="rect">
              <a:avLst/>
            </a:prstGeom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rc138">
              <a:extLst>
                <a:ext uri="{FF2B5EF4-FFF2-40B4-BE49-F238E27FC236}">
                  <a16:creationId xmlns:a16="http://schemas.microsoft.com/office/drawing/2014/main" id="{4182D9E3-0A93-0160-9AF2-8B6582E085D3}"/>
                </a:ext>
              </a:extLst>
            </p:cNvPr>
            <p:cNvSpPr/>
            <p:nvPr/>
          </p:nvSpPr>
          <p:spPr>
            <a:xfrm>
              <a:off x="456676" y="893518"/>
              <a:ext cx="316800" cy="316800"/>
            </a:xfrm>
            <a:prstGeom prst="rect">
              <a:avLst/>
            </a:prstGeom>
            <a:solidFill>
              <a:srgbClr val="F9A9D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rc139">
              <a:extLst>
                <a:ext uri="{FF2B5EF4-FFF2-40B4-BE49-F238E27FC236}">
                  <a16:creationId xmlns:a16="http://schemas.microsoft.com/office/drawing/2014/main" id="{67E3ACAB-667E-06E8-B1B6-8AAB6ED8BFBE}"/>
                </a:ext>
              </a:extLst>
            </p:cNvPr>
            <p:cNvSpPr/>
            <p:nvPr/>
          </p:nvSpPr>
          <p:spPr>
            <a:xfrm>
              <a:off x="4534486" y="5218637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rc140">
              <a:extLst>
                <a:ext uri="{FF2B5EF4-FFF2-40B4-BE49-F238E27FC236}">
                  <a16:creationId xmlns:a16="http://schemas.microsoft.com/office/drawing/2014/main" id="{1679C6E2-3C71-2F75-80CA-7AFA96542B92}"/>
                </a:ext>
              </a:extLst>
            </p:cNvPr>
            <p:cNvSpPr/>
            <p:nvPr/>
          </p:nvSpPr>
          <p:spPr>
            <a:xfrm>
              <a:off x="2096890" y="893518"/>
              <a:ext cx="316800" cy="316800"/>
            </a:xfrm>
            <a:prstGeom prst="rect">
              <a:avLst/>
            </a:prstGeom>
            <a:solidFill>
              <a:srgbClr val="C6E3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14400"/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rc141">
              <a:extLst>
                <a:ext uri="{FF2B5EF4-FFF2-40B4-BE49-F238E27FC236}">
                  <a16:creationId xmlns:a16="http://schemas.microsoft.com/office/drawing/2014/main" id="{9DAF6F22-4A22-10C3-463E-036A56144D06}"/>
                </a:ext>
              </a:extLst>
            </p:cNvPr>
            <p:cNvSpPr/>
            <p:nvPr/>
          </p:nvSpPr>
          <p:spPr>
            <a:xfrm>
              <a:off x="3160291" y="5612226"/>
              <a:ext cx="324000" cy="323999"/>
            </a:xfrm>
            <a:prstGeom prst="rect">
              <a:avLst/>
            </a:prstGeom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rc142">
              <a:extLst>
                <a:ext uri="{FF2B5EF4-FFF2-40B4-BE49-F238E27FC236}">
                  <a16:creationId xmlns:a16="http://schemas.microsoft.com/office/drawing/2014/main" id="{8A151384-C0B9-D55B-9EF4-763D435D2329}"/>
                </a:ext>
              </a:extLst>
            </p:cNvPr>
            <p:cNvSpPr/>
            <p:nvPr/>
          </p:nvSpPr>
          <p:spPr>
            <a:xfrm>
              <a:off x="454247" y="1312273"/>
              <a:ext cx="316800" cy="316800"/>
            </a:xfrm>
            <a:prstGeom prst="rect">
              <a:avLst/>
            </a:prstGeom>
            <a:solidFill>
              <a:srgbClr val="9FCF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rc143">
              <a:extLst>
                <a:ext uri="{FF2B5EF4-FFF2-40B4-BE49-F238E27FC236}">
                  <a16:creationId xmlns:a16="http://schemas.microsoft.com/office/drawing/2014/main" id="{930927EB-FE7F-3990-95F5-67DEF6BE35CF}"/>
                </a:ext>
              </a:extLst>
            </p:cNvPr>
            <p:cNvSpPr/>
            <p:nvPr/>
          </p:nvSpPr>
          <p:spPr>
            <a:xfrm>
              <a:off x="4534486" y="5612226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rc144">
              <a:extLst>
                <a:ext uri="{FF2B5EF4-FFF2-40B4-BE49-F238E27FC236}">
                  <a16:creationId xmlns:a16="http://schemas.microsoft.com/office/drawing/2014/main" id="{B7BA3171-3A17-3A22-A524-16845A4BB7BE}"/>
                </a:ext>
              </a:extLst>
            </p:cNvPr>
            <p:cNvSpPr/>
            <p:nvPr/>
          </p:nvSpPr>
          <p:spPr>
            <a:xfrm>
              <a:off x="2096890" y="1312274"/>
              <a:ext cx="316800" cy="316800"/>
            </a:xfrm>
            <a:prstGeom prst="rect">
              <a:avLst/>
            </a:prstGeom>
            <a:solidFill>
              <a:srgbClr val="679C3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144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tx145">
              <a:extLst>
                <a:ext uri="{FF2B5EF4-FFF2-40B4-BE49-F238E27FC236}">
                  <a16:creationId xmlns:a16="http://schemas.microsoft.com/office/drawing/2014/main" id="{E7FC87F9-57B1-FA96-4633-DE0FC82B85EF}"/>
                </a:ext>
              </a:extLst>
            </p:cNvPr>
            <p:cNvSpPr/>
            <p:nvPr/>
          </p:nvSpPr>
          <p:spPr>
            <a:xfrm>
              <a:off x="877793" y="614665"/>
              <a:ext cx="856244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14400">
                <a:lnSpc>
                  <a:spcPts val="1400"/>
                </a:lnSpc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5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9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- 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20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</a:t>
              </a:r>
            </a:p>
          </p:txBody>
        </p:sp>
        <p:sp>
          <p:nvSpPr>
            <p:cNvPr id="138" name="tx146">
              <a:extLst>
                <a:ext uri="{FF2B5EF4-FFF2-40B4-BE49-F238E27FC236}">
                  <a16:creationId xmlns:a16="http://schemas.microsoft.com/office/drawing/2014/main" id="{CCF2AFAA-1A45-863F-61A1-CDEB67A6D667}"/>
                </a:ext>
              </a:extLst>
            </p:cNvPr>
            <p:cNvSpPr/>
            <p:nvPr/>
          </p:nvSpPr>
          <p:spPr>
            <a:xfrm>
              <a:off x="2562380" y="606276"/>
              <a:ext cx="916777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14400">
                <a:lnSpc>
                  <a:spcPts val="1400"/>
                </a:lnSpc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20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9 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-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23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</a:t>
              </a:r>
            </a:p>
          </p:txBody>
        </p:sp>
        <p:sp>
          <p:nvSpPr>
            <p:cNvPr id="139" name="tx147">
              <a:extLst>
                <a:ext uri="{FF2B5EF4-FFF2-40B4-BE49-F238E27FC236}">
                  <a16:creationId xmlns:a16="http://schemas.microsoft.com/office/drawing/2014/main" id="{5CBDCE69-4DD8-3B65-B5E7-9521E36438D9}"/>
                </a:ext>
              </a:extLst>
            </p:cNvPr>
            <p:cNvSpPr/>
            <p:nvPr/>
          </p:nvSpPr>
          <p:spPr>
            <a:xfrm>
              <a:off x="902960" y="1050200"/>
              <a:ext cx="911016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14400">
                <a:lnSpc>
                  <a:spcPts val="1400"/>
                </a:lnSpc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23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 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-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25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3</a:t>
              </a:r>
            </a:p>
          </p:txBody>
        </p:sp>
        <p:sp>
          <p:nvSpPr>
            <p:cNvPr id="140" name="tx148">
              <a:extLst>
                <a:ext uri="{FF2B5EF4-FFF2-40B4-BE49-F238E27FC236}">
                  <a16:creationId xmlns:a16="http://schemas.microsoft.com/office/drawing/2014/main" id="{2ECC4672-3520-22DB-9DA0-047F696DB34C}"/>
                </a:ext>
              </a:extLst>
            </p:cNvPr>
            <p:cNvSpPr/>
            <p:nvPr/>
          </p:nvSpPr>
          <p:spPr>
            <a:xfrm>
              <a:off x="2562380" y="1041811"/>
              <a:ext cx="927110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14400">
                <a:lnSpc>
                  <a:spcPts val="1400"/>
                </a:lnSpc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25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- 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27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7</a:t>
              </a:r>
            </a:p>
          </p:txBody>
        </p:sp>
        <p:sp>
          <p:nvSpPr>
            <p:cNvPr id="141" name="tx149">
              <a:extLst>
                <a:ext uri="{FF2B5EF4-FFF2-40B4-BE49-F238E27FC236}">
                  <a16:creationId xmlns:a16="http://schemas.microsoft.com/office/drawing/2014/main" id="{0DC61920-FA42-DCF3-AA78-5C3061BF1047}"/>
                </a:ext>
              </a:extLst>
            </p:cNvPr>
            <p:cNvSpPr/>
            <p:nvPr/>
          </p:nvSpPr>
          <p:spPr>
            <a:xfrm>
              <a:off x="953294" y="1452178"/>
              <a:ext cx="810432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14400">
                <a:lnSpc>
                  <a:spcPts val="1400"/>
                </a:lnSpc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28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.0 - 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29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9</a:t>
              </a:r>
            </a:p>
          </p:txBody>
        </p:sp>
        <p:sp>
          <p:nvSpPr>
            <p:cNvPr id="142" name="tx150">
              <a:extLst>
                <a:ext uri="{FF2B5EF4-FFF2-40B4-BE49-F238E27FC236}">
                  <a16:creationId xmlns:a16="http://schemas.microsoft.com/office/drawing/2014/main" id="{D8A15AB4-5D1F-A576-B91F-023C6EFF250A}"/>
                </a:ext>
              </a:extLst>
            </p:cNvPr>
            <p:cNvSpPr/>
            <p:nvPr/>
          </p:nvSpPr>
          <p:spPr>
            <a:xfrm>
              <a:off x="2562380" y="1443789"/>
              <a:ext cx="947684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14400">
                <a:lnSpc>
                  <a:spcPts val="1400"/>
                </a:lnSpc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30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 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- 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45</a:t>
              </a:r>
              <a:r>
                <a:rPr lang="de-AT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783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LM Roman 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 Schwabe</dc:creator>
  <cp:lastModifiedBy>Lea Schwabe</cp:lastModifiedBy>
  <cp:revision>2</cp:revision>
  <dcterms:created xsi:type="dcterms:W3CDTF">2026-10-09T12:41:18Z</dcterms:created>
  <dcterms:modified xsi:type="dcterms:W3CDTF">2026-10-09T13:13:50Z</dcterms:modified>
</cp:coreProperties>
</file>